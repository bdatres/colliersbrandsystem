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44.xml" ContentType="application/vnd.openxmlformats-officedocument.customXmlProperties+xml"/>
  <Override PartName="/customXml/itemProps45.xml" ContentType="application/vnd.openxmlformats-officedocument.customXmlProperties+xml"/>
  <Override PartName="/customXml/itemProps46.xml" ContentType="application/vnd.openxmlformats-officedocument.customXmlProperties+xml"/>
  <Override PartName="/customXml/itemProps47.xml" ContentType="application/vnd.openxmlformats-officedocument.customXmlProperties+xml"/>
  <Override PartName="/customXml/itemProps48.xml" ContentType="application/vnd.openxmlformats-officedocument.customXmlProperties+xml"/>
  <Override PartName="/customXml/itemProps49.xml" ContentType="application/vnd.openxmlformats-officedocument.customXmlProperties+xml"/>
  <Override PartName="/customXml/itemProps50.xml" ContentType="application/vnd.openxmlformats-officedocument.customXmlProperties+xml"/>
  <Override PartName="/customXml/itemProps51.xml" ContentType="application/vnd.openxmlformats-officedocument.customXmlProperties+xml"/>
  <Override PartName="/customXml/itemProps52.xml" ContentType="application/vnd.openxmlformats-officedocument.customXmlProperties+xml"/>
  <Override PartName="/customXml/itemProps53.xml" ContentType="application/vnd.openxmlformats-officedocument.customXmlProperties+xml"/>
  <Override PartName="/customXml/itemProps54.xml" ContentType="application/vnd.openxmlformats-officedocument.customXmlProperties+xml"/>
  <Override PartName="/customXml/itemProps55.xml" ContentType="application/vnd.openxmlformats-officedocument.customXmlProperties+xml"/>
  <Override PartName="/customXml/itemProps56.xml" ContentType="application/vnd.openxmlformats-officedocument.customXmlProperties+xml"/>
  <Override PartName="/customXml/itemProps57.xml" ContentType="application/vnd.openxmlformats-officedocument.customXmlProperties+xml"/>
  <Override PartName="/customXml/itemProps58.xml" ContentType="application/vnd.openxmlformats-officedocument.customXmlProperties+xml"/>
  <Override PartName="/customXml/itemProps59.xml" ContentType="application/vnd.openxmlformats-officedocument.customXmlProperties+xml"/>
  <Override PartName="/customXml/itemProps60.xml" ContentType="application/vnd.openxmlformats-officedocument.customXmlProperties+xml"/>
  <Override PartName="/customXml/itemProps61.xml" ContentType="application/vnd.openxmlformats-officedocument.customXmlProperties+xml"/>
  <Override PartName="/customXml/itemProps62.xml" ContentType="application/vnd.openxmlformats-officedocument.customXmlProperties+xml"/>
  <Override PartName="/customXml/itemProps63.xml" ContentType="application/vnd.openxmlformats-officedocument.customXmlProperties+xml"/>
  <Override PartName="/customXml/itemProps64.xml" ContentType="application/vnd.openxmlformats-officedocument.customXmlProperties+xml"/>
  <Override PartName="/customXml/itemProps65.xml" ContentType="application/vnd.openxmlformats-officedocument.customXmlProperties+xml"/>
  <Override PartName="/customXml/itemProps66.xml" ContentType="application/vnd.openxmlformats-officedocument.customXmlProperties+xml"/>
  <Override PartName="/customXml/itemProps67.xml" ContentType="application/vnd.openxmlformats-officedocument.customXmlProperties+xml"/>
  <Override PartName="/customXml/itemProps68.xml" ContentType="application/vnd.openxmlformats-officedocument.customXmlProperties+xml"/>
  <Override PartName="/customXml/itemProps69.xml" ContentType="application/vnd.openxmlformats-officedocument.customXmlProperties+xml"/>
  <Override PartName="/customXml/itemProps70.xml" ContentType="application/vnd.openxmlformats-officedocument.customXmlProperties+xml"/>
  <Override PartName="/customXml/itemProps71.xml" ContentType="application/vnd.openxmlformats-officedocument.customXmlProperties+xml"/>
  <Override PartName="/customXml/itemProps72.xml" ContentType="application/vnd.openxmlformats-officedocument.customXmlProperties+xml"/>
  <Override PartName="/customXml/itemProps73.xml" ContentType="application/vnd.openxmlformats-officedocument.customXmlProperties+xml"/>
  <Override PartName="/customXml/itemProps74.xml" ContentType="application/vnd.openxmlformats-officedocument.customXmlProperties+xml"/>
  <Override PartName="/customXml/itemProps75.xml" ContentType="application/vnd.openxmlformats-officedocument.customXmlProperties+xml"/>
  <Override PartName="/customXml/itemProps76.xml" ContentType="application/vnd.openxmlformats-officedocument.customXmlProperties+xml"/>
  <Override PartName="/customXml/itemProps77.xml" ContentType="application/vnd.openxmlformats-officedocument.customXmlProperties+xml"/>
  <Override PartName="/customXml/itemProps78.xml" ContentType="application/vnd.openxmlformats-officedocument.customXmlProperties+xml"/>
  <Override PartName="/customXml/itemProps79.xml" ContentType="application/vnd.openxmlformats-officedocument.customXmlProperties+xml"/>
  <Override PartName="/customXml/itemProps80.xml" ContentType="application/vnd.openxmlformats-officedocument.customXmlProperties+xml"/>
  <Override PartName="/customXml/itemProps81.xml" ContentType="application/vnd.openxmlformats-officedocument.customXmlProperties+xml"/>
  <Override PartName="/customXml/itemProps82.xml" ContentType="application/vnd.openxmlformats-officedocument.customXmlProperties+xml"/>
  <Override PartName="/customXml/itemProps83.xml" ContentType="application/vnd.openxmlformats-officedocument.customXmlProperties+xml"/>
  <Override PartName="/customXml/itemProps84.xml" ContentType="application/vnd.openxmlformats-officedocument.customXmlProperties+xml"/>
  <Override PartName="/customXml/itemProps85.xml" ContentType="application/vnd.openxmlformats-officedocument.customXmlProperties+xml"/>
  <Override PartName="/customXml/itemProps86.xml" ContentType="application/vnd.openxmlformats-officedocument.customXmlProperties+xml"/>
  <Override PartName="/customXml/itemProps87.xml" ContentType="application/vnd.openxmlformats-officedocument.customXmlProperties+xml"/>
  <Override PartName="/customXml/itemProps88.xml" ContentType="application/vnd.openxmlformats-officedocument.customXmlProperties+xml"/>
  <Override PartName="/customXml/itemProps89.xml" ContentType="application/vnd.openxmlformats-officedocument.customXmlProperties+xml"/>
  <Override PartName="/customXml/itemProps90.xml" ContentType="application/vnd.openxmlformats-officedocument.customXmlProperties+xml"/>
  <Override PartName="/customXml/itemProps91.xml" ContentType="application/vnd.openxmlformats-officedocument.customXmlProperties+xml"/>
  <Override PartName="/customXml/itemProps92.xml" ContentType="application/vnd.openxmlformats-officedocument.customXmlProperties+xml"/>
  <Override PartName="/customXml/itemProps93.xml" ContentType="application/vnd.openxmlformats-officedocument.customXmlProperties+xml"/>
  <Override PartName="/customXml/itemProps94.xml" ContentType="application/vnd.openxmlformats-officedocument.customXmlProperties+xml"/>
  <Override PartName="/customXml/itemProps95.xml" ContentType="application/vnd.openxmlformats-officedocument.customXmlProperties+xml"/>
  <Override PartName="/customXml/itemProps96.xml" ContentType="application/vnd.openxmlformats-officedocument.customXmlProperties+xml"/>
  <Override PartName="/customXml/itemProps97.xml" ContentType="application/vnd.openxmlformats-officedocument.customXmlProperties+xml"/>
  <Override PartName="/customXml/itemProps98.xml" ContentType="application/vnd.openxmlformats-officedocument.customXmlProperties+xml"/>
  <Override PartName="/customXml/itemProps99.xml" ContentType="application/vnd.openxmlformats-officedocument.customXmlProperties+xml"/>
  <Override PartName="/customXml/itemProps100.xml" ContentType="application/vnd.openxmlformats-officedocument.customXmlProperties+xml"/>
  <Override PartName="/customXml/itemProps101.xml" ContentType="application/vnd.openxmlformats-officedocument.customXmlProperties+xml"/>
  <Override PartName="/customXml/itemProps102.xml" ContentType="application/vnd.openxmlformats-officedocument.customXmlProperties+xml"/>
  <Override PartName="/customXml/itemProps103.xml" ContentType="application/vnd.openxmlformats-officedocument.customXmlProperties+xml"/>
  <Override PartName="/customXml/itemProps104.xml" ContentType="application/vnd.openxmlformats-officedocument.customXmlProperties+xml"/>
  <Override PartName="/customXml/itemProps105.xml" ContentType="application/vnd.openxmlformats-officedocument.customXmlProperties+xml"/>
  <Override PartName="/customXml/itemProps106.xml" ContentType="application/vnd.openxmlformats-officedocument.customXmlProperties+xml"/>
  <Override PartName="/customXml/itemProps107.xml" ContentType="application/vnd.openxmlformats-officedocument.customXmlProperties+xml"/>
  <Override PartName="/customXml/itemProps108.xml" ContentType="application/vnd.openxmlformats-officedocument.customXmlProperties+xml"/>
  <Override PartName="/customXml/itemProps109.xml" ContentType="application/vnd.openxmlformats-officedocument.customXmlProperties+xml"/>
  <Override PartName="/customXml/itemProps110.xml" ContentType="application/vnd.openxmlformats-officedocument.customXmlProperties+xml"/>
  <Override PartName="/customXml/itemProps111.xml" ContentType="application/vnd.openxmlformats-officedocument.customXmlProperties+xml"/>
  <Override PartName="/customXml/itemProps112.xml" ContentType="application/vnd.openxmlformats-officedocument.customXmlProperties+xml"/>
  <Override PartName="/customXml/itemProps113.xml" ContentType="application/vnd.openxmlformats-officedocument.customXmlProperties+xml"/>
  <Override PartName="/customXml/itemProps114.xml" ContentType="application/vnd.openxmlformats-officedocument.customXmlProperties+xml"/>
  <Override PartName="/customXml/itemProps115.xml" ContentType="application/vnd.openxmlformats-officedocument.customXmlProperties+xml"/>
  <Override PartName="/customXml/itemProps116.xml" ContentType="application/vnd.openxmlformats-officedocument.customXmlProperties+xml"/>
  <Override PartName="/customXml/itemProps117.xml" ContentType="application/vnd.openxmlformats-officedocument.customXmlProperties+xml"/>
  <Override PartName="/customXml/itemProps118.xml" ContentType="application/vnd.openxmlformats-officedocument.customXmlProperties+xml"/>
  <Override PartName="/customXml/itemProps119.xml" ContentType="application/vnd.openxmlformats-officedocument.customXmlProperties+xml"/>
  <Override PartName="/customXml/itemProps120.xml" ContentType="application/vnd.openxmlformats-officedocument.customXmlProperties+xml"/>
  <Override PartName="/customXml/itemProps121.xml" ContentType="application/vnd.openxmlformats-officedocument.customXmlProperties+xml"/>
  <Override PartName="/customXml/itemProps122.xml" ContentType="application/vnd.openxmlformats-officedocument.customXmlProperties+xml"/>
  <Override PartName="/customXml/itemProps123.xml" ContentType="application/vnd.openxmlformats-officedocument.customXmlProperties+xml"/>
  <Override PartName="/customXml/itemProps124.xml" ContentType="application/vnd.openxmlformats-officedocument.customXmlProperties+xml"/>
  <Override PartName="/customXml/itemProps125.xml" ContentType="application/vnd.openxmlformats-officedocument.customXmlProperties+xml"/>
  <Override PartName="/customXml/itemProps126.xml" ContentType="application/vnd.openxmlformats-officedocument.customXmlProperties+xml"/>
  <Override PartName="/customXml/itemProps127.xml" ContentType="application/vnd.openxmlformats-officedocument.customXmlProperties+xml"/>
  <Override PartName="/customXml/itemProps128.xml" ContentType="application/vnd.openxmlformats-officedocument.customXmlProperties+xml"/>
  <Override PartName="/customXml/itemProps129.xml" ContentType="application/vnd.openxmlformats-officedocument.customXmlProperties+xml"/>
  <Override PartName="/customXml/itemProps130.xml" ContentType="application/vnd.openxmlformats-officedocument.customXmlProperties+xml"/>
  <Override PartName="/customXml/itemProps131.xml" ContentType="application/vnd.openxmlformats-officedocument.customXmlProperties+xml"/>
  <Override PartName="/customXml/itemProps132.xml" ContentType="application/vnd.openxmlformats-officedocument.customXmlProperties+xml"/>
  <Override PartName="/customXml/itemProps133.xml" ContentType="application/vnd.openxmlformats-officedocument.customXmlProperties+xml"/>
  <Override PartName="/customXml/itemProps134.xml" ContentType="application/vnd.openxmlformats-officedocument.customXmlProperties+xml"/>
  <Override PartName="/customXml/itemProps135.xml" ContentType="application/vnd.openxmlformats-officedocument.customXmlProperties+xml"/>
  <Override PartName="/customXml/itemProps136.xml" ContentType="application/vnd.openxmlformats-officedocument.customXmlProperties+xml"/>
  <Override PartName="/customXml/itemProps137.xml" ContentType="application/vnd.openxmlformats-officedocument.customXmlProperties+xml"/>
  <Override PartName="/customXml/itemProps138.xml" ContentType="application/vnd.openxmlformats-officedocument.customXmlProperties+xml"/>
  <Override PartName="/customXml/itemProps139.xml" ContentType="application/vnd.openxmlformats-officedocument.customXmlProperties+xml"/>
  <Override PartName="/customXml/itemProps140.xml" ContentType="application/vnd.openxmlformats-officedocument.customXmlProperties+xml"/>
  <Override PartName="/customXml/itemProps141.xml" ContentType="application/vnd.openxmlformats-officedocument.customXmlProperties+xml"/>
  <Override PartName="/customXml/itemProps142.xml" ContentType="application/vnd.openxmlformats-officedocument.customXmlProperties+xml"/>
  <Override PartName="/customXml/itemProps143.xml" ContentType="application/vnd.openxmlformats-officedocument.customXmlProperties+xml"/>
  <Override PartName="/customXml/itemProps144.xml" ContentType="application/vnd.openxmlformats-officedocument.customXmlProperties+xml"/>
  <Override PartName="/customXml/itemProps145.xml" ContentType="application/vnd.openxmlformats-officedocument.customXmlProperties+xml"/>
  <Override PartName="/customXml/itemProps146.xml" ContentType="application/vnd.openxmlformats-officedocument.customXmlProperties+xml"/>
  <Override PartName="/customXml/itemProps147.xml" ContentType="application/vnd.openxmlformats-officedocument.customXmlProperties+xml"/>
  <Override PartName="/customXml/itemProps148.xml" ContentType="application/vnd.openxmlformats-officedocument.customXmlProperties+xml"/>
  <Override PartName="/customXml/itemProps149.xml" ContentType="application/vnd.openxmlformats-officedocument.customXmlProperties+xml"/>
  <Override PartName="/customXml/itemProps150.xml" ContentType="application/vnd.openxmlformats-officedocument.customXmlProperties+xml"/>
  <Override PartName="/customXml/itemProps151.xml" ContentType="application/vnd.openxmlformats-officedocument.customXmlProperties+xml"/>
  <Override PartName="/customXml/itemProps152.xml" ContentType="application/vnd.openxmlformats-officedocument.customXmlProperties+xml"/>
  <Override PartName="/customXml/itemProps153.xml" ContentType="application/vnd.openxmlformats-officedocument.customXmlProperties+xml"/>
  <Override PartName="/customXml/itemProps154.xml" ContentType="application/vnd.openxmlformats-officedocument.customXmlProperties+xml"/>
  <Override PartName="/customXml/itemProps155.xml" ContentType="application/vnd.openxmlformats-officedocument.customXmlProperties+xml"/>
  <Override PartName="/customXml/itemProps156.xml" ContentType="application/vnd.openxmlformats-officedocument.customXmlProperties+xml"/>
  <Override PartName="/customXml/itemProps157.xml" ContentType="application/vnd.openxmlformats-officedocument.customXmlProperties+xml"/>
  <Override PartName="/customXml/itemProps158.xml" ContentType="application/vnd.openxmlformats-officedocument.customXmlProperties+xml"/>
  <Override PartName="/customXml/itemProps159.xml" ContentType="application/vnd.openxmlformats-officedocument.customXmlProperties+xml"/>
  <Override PartName="/customXml/itemProps160.xml" ContentType="application/vnd.openxmlformats-officedocument.customXmlProperties+xml"/>
  <Override PartName="/customXml/itemProps16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2.xml" ContentType="application/vnd.openxmlformats-officedocument.drawingml.chart+xml"/>
  <Override PartName="/ppt/notesSlides/notesSlide12.xml" ContentType="application/vnd.openxmlformats-officedocument.presentationml.notesSlid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tags/tag11.xml" ContentType="application/vnd.openxmlformats-officedocument.presentationml.tags+xml"/>
  <Override PartName="/ppt/notesSlides/notesSlide13.xml" ContentType="application/vnd.openxmlformats-officedocument.presentationml.notesSlide+xml"/>
  <Override PartName="/ppt/tags/tag12.xml" ContentType="application/vnd.openxmlformats-officedocument.presentationml.tags+xml"/>
  <Override PartName="/ppt/notesSlides/notesSlide14.xml" ContentType="application/vnd.openxmlformats-officedocument.presentationml.notesSlide+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5.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5.xml" ContentType="application/vnd.openxmlformats-officedocument.drawingml.chart+xml"/>
  <Override PartName="/ppt/charts/style4.xml" ContentType="application/vnd.ms-office.chartstyle+xml"/>
  <Override PartName="/ppt/charts/colors4.xml" ContentType="application/vnd.ms-office.chartcolorstyle+xml"/>
  <Override PartName="/ppt/charts/chart6.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8.xml" ContentType="application/vnd.openxmlformats-officedocument.presentationml.notesSlide+xml"/>
  <Override PartName="/ppt/charts/chart7.xml" ContentType="application/vnd.openxmlformats-officedocument.drawingml.chart+xml"/>
  <Override PartName="/ppt/charts/style6.xml" ContentType="application/vnd.ms-office.chartstyle+xml"/>
  <Override PartName="/ppt/charts/colors6.xml" ContentType="application/vnd.ms-office.chartcolorstyle+xml"/>
  <Override PartName="/ppt/charts/chart8.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9.xml" ContentType="application/vnd.openxmlformats-officedocument.drawingml.chart+xml"/>
  <Override PartName="/ppt/charts/style8.xml" ContentType="application/vnd.ms-office.chartstyle+xml"/>
  <Override PartName="/ppt/charts/colors8.xml" ContentType="application/vnd.ms-office.chartcolorstyle+xml"/>
  <Override PartName="/ppt/charts/chart10.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16.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17.xml" ContentType="application/vnd.openxmlformats-officedocument.presentationml.tags+xml"/>
  <Override PartName="/ppt/notesSlides/notesSlide27.xml" ContentType="application/vnd.openxmlformats-officedocument.presentationml.notesSlide+xml"/>
  <Override PartName="/ppt/tags/tag18.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19.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36.xml" ContentType="application/vnd.openxmlformats-officedocument.presentationml.notesSlide+xml"/>
  <Override PartName="/ppt/tags/tag25.xml" ContentType="application/vnd.openxmlformats-officedocument.presentationml.tags+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784" r:id="rId162"/>
  </p:sldMasterIdLst>
  <p:notesMasterIdLst>
    <p:notesMasterId r:id="rId241"/>
  </p:notesMasterIdLst>
  <p:handoutMasterIdLst>
    <p:handoutMasterId r:id="rId242"/>
  </p:handoutMasterIdLst>
  <p:sldIdLst>
    <p:sldId id="2134805776" r:id="rId163"/>
    <p:sldId id="2134805777" r:id="rId164"/>
    <p:sldId id="2134805775" r:id="rId165"/>
    <p:sldId id="2134805780" r:id="rId166"/>
    <p:sldId id="2134805781" r:id="rId167"/>
    <p:sldId id="263" r:id="rId168"/>
    <p:sldId id="268" r:id="rId169"/>
    <p:sldId id="2134805782" r:id="rId170"/>
    <p:sldId id="2134805783" r:id="rId171"/>
    <p:sldId id="889" r:id="rId172"/>
    <p:sldId id="897" r:id="rId173"/>
    <p:sldId id="293" r:id="rId174"/>
    <p:sldId id="2134805772" r:id="rId175"/>
    <p:sldId id="297" r:id="rId176"/>
    <p:sldId id="321" r:id="rId177"/>
    <p:sldId id="2134805771" r:id="rId178"/>
    <p:sldId id="869" r:id="rId179"/>
    <p:sldId id="870" r:id="rId180"/>
    <p:sldId id="871" r:id="rId181"/>
    <p:sldId id="912" r:id="rId182"/>
    <p:sldId id="884" r:id="rId183"/>
    <p:sldId id="887" r:id="rId184"/>
    <p:sldId id="888" r:id="rId185"/>
    <p:sldId id="898" r:id="rId186"/>
    <p:sldId id="890" r:id="rId187"/>
    <p:sldId id="868" r:id="rId188"/>
    <p:sldId id="875" r:id="rId189"/>
    <p:sldId id="873" r:id="rId190"/>
    <p:sldId id="2134805774" r:id="rId191"/>
    <p:sldId id="2134805767" r:id="rId192"/>
    <p:sldId id="899" r:id="rId193"/>
    <p:sldId id="891" r:id="rId194"/>
    <p:sldId id="2134805768" r:id="rId195"/>
    <p:sldId id="2134805773" r:id="rId196"/>
    <p:sldId id="872" r:id="rId197"/>
    <p:sldId id="910" r:id="rId198"/>
    <p:sldId id="876" r:id="rId199"/>
    <p:sldId id="2134805769" r:id="rId200"/>
    <p:sldId id="909" r:id="rId201"/>
    <p:sldId id="900" r:id="rId202"/>
    <p:sldId id="895" r:id="rId203"/>
    <p:sldId id="2076138037" r:id="rId204"/>
    <p:sldId id="886" r:id="rId205"/>
    <p:sldId id="281" r:id="rId206"/>
    <p:sldId id="286" r:id="rId207"/>
    <p:sldId id="288" r:id="rId208"/>
    <p:sldId id="902" r:id="rId209"/>
    <p:sldId id="892" r:id="rId210"/>
    <p:sldId id="294" r:id="rId211"/>
    <p:sldId id="295" r:id="rId212"/>
    <p:sldId id="320" r:id="rId213"/>
    <p:sldId id="298" r:id="rId214"/>
    <p:sldId id="313" r:id="rId215"/>
    <p:sldId id="262" r:id="rId216"/>
    <p:sldId id="2134805770" r:id="rId217"/>
    <p:sldId id="903" r:id="rId218"/>
    <p:sldId id="893" r:id="rId219"/>
    <p:sldId id="878" r:id="rId220"/>
    <p:sldId id="880" r:id="rId221"/>
    <p:sldId id="2134805778" r:id="rId222"/>
    <p:sldId id="323" r:id="rId223"/>
    <p:sldId id="2134805779" r:id="rId224"/>
    <p:sldId id="311" r:id="rId225"/>
    <p:sldId id="881" r:id="rId226"/>
    <p:sldId id="276" r:id="rId227"/>
    <p:sldId id="904" r:id="rId228"/>
    <p:sldId id="894" r:id="rId229"/>
    <p:sldId id="883" r:id="rId230"/>
    <p:sldId id="885" r:id="rId231"/>
    <p:sldId id="289" r:id="rId232"/>
    <p:sldId id="317" r:id="rId233"/>
    <p:sldId id="318" r:id="rId234"/>
    <p:sldId id="316" r:id="rId235"/>
    <p:sldId id="901" r:id="rId236"/>
    <p:sldId id="896" r:id="rId237"/>
    <p:sldId id="2134805784" r:id="rId238"/>
    <p:sldId id="866" r:id="rId239"/>
    <p:sldId id="2134805765" r:id="rId2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1" d="100"/>
          <a:sy n="131" d="100"/>
        </p:scale>
        <p:origin x="257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customXml" Target="../customXml/item117.xml"/><Relationship Id="rId21" Type="http://schemas.openxmlformats.org/officeDocument/2006/relationships/customXml" Target="../customXml/item21.xml"/><Relationship Id="rId42" Type="http://schemas.openxmlformats.org/officeDocument/2006/relationships/customXml" Target="../customXml/item42.xml"/><Relationship Id="rId63" Type="http://schemas.openxmlformats.org/officeDocument/2006/relationships/customXml" Target="../customXml/item63.xml"/><Relationship Id="rId84" Type="http://schemas.openxmlformats.org/officeDocument/2006/relationships/customXml" Target="../customXml/item84.xml"/><Relationship Id="rId138" Type="http://schemas.openxmlformats.org/officeDocument/2006/relationships/customXml" Target="../customXml/item138.xml"/><Relationship Id="rId159" Type="http://schemas.openxmlformats.org/officeDocument/2006/relationships/customXml" Target="../customXml/item159.xml"/><Relationship Id="rId170" Type="http://schemas.openxmlformats.org/officeDocument/2006/relationships/slide" Target="slides/slide8.xml"/><Relationship Id="rId191" Type="http://schemas.openxmlformats.org/officeDocument/2006/relationships/slide" Target="slides/slide29.xml"/><Relationship Id="rId205" Type="http://schemas.openxmlformats.org/officeDocument/2006/relationships/slide" Target="slides/slide43.xml"/><Relationship Id="rId226" Type="http://schemas.openxmlformats.org/officeDocument/2006/relationships/slide" Target="slides/slide64.xml"/><Relationship Id="rId107" Type="http://schemas.openxmlformats.org/officeDocument/2006/relationships/customXml" Target="../customXml/item107.xml"/><Relationship Id="rId11" Type="http://schemas.openxmlformats.org/officeDocument/2006/relationships/customXml" Target="../customXml/item11.xml"/><Relationship Id="rId32" Type="http://schemas.openxmlformats.org/officeDocument/2006/relationships/customXml" Target="../customXml/item32.xml"/><Relationship Id="rId53" Type="http://schemas.openxmlformats.org/officeDocument/2006/relationships/customXml" Target="../customXml/item53.xml"/><Relationship Id="rId74" Type="http://schemas.openxmlformats.org/officeDocument/2006/relationships/customXml" Target="../customXml/item74.xml"/><Relationship Id="rId128" Type="http://schemas.openxmlformats.org/officeDocument/2006/relationships/customXml" Target="../customXml/item128.xml"/><Relationship Id="rId149" Type="http://schemas.openxmlformats.org/officeDocument/2006/relationships/customXml" Target="../customXml/item149.xml"/><Relationship Id="rId5" Type="http://schemas.openxmlformats.org/officeDocument/2006/relationships/customXml" Target="../customXml/item5.xml"/><Relationship Id="rId95" Type="http://schemas.openxmlformats.org/officeDocument/2006/relationships/customXml" Target="../customXml/item95.xml"/><Relationship Id="rId160" Type="http://schemas.openxmlformats.org/officeDocument/2006/relationships/customXml" Target="../customXml/item160.xml"/><Relationship Id="rId181" Type="http://schemas.openxmlformats.org/officeDocument/2006/relationships/slide" Target="slides/slide19.xml"/><Relationship Id="rId216" Type="http://schemas.openxmlformats.org/officeDocument/2006/relationships/slide" Target="slides/slide54.xml"/><Relationship Id="rId237" Type="http://schemas.openxmlformats.org/officeDocument/2006/relationships/slide" Target="slides/slide75.xml"/><Relationship Id="rId22" Type="http://schemas.openxmlformats.org/officeDocument/2006/relationships/customXml" Target="../customXml/item22.xml"/><Relationship Id="rId43" Type="http://schemas.openxmlformats.org/officeDocument/2006/relationships/customXml" Target="../customXml/item43.xml"/><Relationship Id="rId64" Type="http://schemas.openxmlformats.org/officeDocument/2006/relationships/customXml" Target="../customXml/item64.xml"/><Relationship Id="rId118" Type="http://schemas.openxmlformats.org/officeDocument/2006/relationships/customXml" Target="../customXml/item118.xml"/><Relationship Id="rId139" Type="http://schemas.openxmlformats.org/officeDocument/2006/relationships/customXml" Target="../customXml/item139.xml"/><Relationship Id="rId85" Type="http://schemas.openxmlformats.org/officeDocument/2006/relationships/customXml" Target="../customXml/item85.xml"/><Relationship Id="rId150" Type="http://schemas.openxmlformats.org/officeDocument/2006/relationships/customXml" Target="../customXml/item150.xml"/><Relationship Id="rId171" Type="http://schemas.openxmlformats.org/officeDocument/2006/relationships/slide" Target="slides/slide9.xml"/><Relationship Id="rId192" Type="http://schemas.openxmlformats.org/officeDocument/2006/relationships/slide" Target="slides/slide30.xml"/><Relationship Id="rId206" Type="http://schemas.openxmlformats.org/officeDocument/2006/relationships/slide" Target="slides/slide44.xml"/><Relationship Id="rId227" Type="http://schemas.openxmlformats.org/officeDocument/2006/relationships/slide" Target="slides/slide65.xml"/><Relationship Id="rId12" Type="http://schemas.openxmlformats.org/officeDocument/2006/relationships/customXml" Target="../customXml/item12.xml"/><Relationship Id="rId33" Type="http://schemas.openxmlformats.org/officeDocument/2006/relationships/customXml" Target="../customXml/item33.xml"/><Relationship Id="rId108" Type="http://schemas.openxmlformats.org/officeDocument/2006/relationships/customXml" Target="../customXml/item108.xml"/><Relationship Id="rId129" Type="http://schemas.openxmlformats.org/officeDocument/2006/relationships/customXml" Target="../customXml/item129.xml"/><Relationship Id="rId54" Type="http://schemas.openxmlformats.org/officeDocument/2006/relationships/customXml" Target="../customXml/item54.xml"/><Relationship Id="rId75" Type="http://schemas.openxmlformats.org/officeDocument/2006/relationships/customXml" Target="../customXml/item75.xml"/><Relationship Id="rId96" Type="http://schemas.openxmlformats.org/officeDocument/2006/relationships/customXml" Target="../customXml/item96.xml"/><Relationship Id="rId140" Type="http://schemas.openxmlformats.org/officeDocument/2006/relationships/customXml" Target="../customXml/item140.xml"/><Relationship Id="rId161" Type="http://schemas.openxmlformats.org/officeDocument/2006/relationships/customXml" Target="../customXml/item161.xml"/><Relationship Id="rId182" Type="http://schemas.openxmlformats.org/officeDocument/2006/relationships/slide" Target="slides/slide20.xml"/><Relationship Id="rId217" Type="http://schemas.openxmlformats.org/officeDocument/2006/relationships/slide" Target="slides/slide55.xml"/><Relationship Id="rId6" Type="http://schemas.openxmlformats.org/officeDocument/2006/relationships/customXml" Target="../customXml/item6.xml"/><Relationship Id="rId238" Type="http://schemas.openxmlformats.org/officeDocument/2006/relationships/slide" Target="slides/slide76.xml"/><Relationship Id="rId23" Type="http://schemas.openxmlformats.org/officeDocument/2006/relationships/customXml" Target="../customXml/item23.xml"/><Relationship Id="rId119" Type="http://schemas.openxmlformats.org/officeDocument/2006/relationships/customXml" Target="../customXml/item119.xml"/><Relationship Id="rId44" Type="http://schemas.openxmlformats.org/officeDocument/2006/relationships/customXml" Target="../customXml/item44.xml"/><Relationship Id="rId65" Type="http://schemas.openxmlformats.org/officeDocument/2006/relationships/customXml" Target="../customXml/item65.xml"/><Relationship Id="rId86" Type="http://schemas.openxmlformats.org/officeDocument/2006/relationships/customXml" Target="../customXml/item86.xml"/><Relationship Id="rId130" Type="http://schemas.openxmlformats.org/officeDocument/2006/relationships/customXml" Target="../customXml/item130.xml"/><Relationship Id="rId151" Type="http://schemas.openxmlformats.org/officeDocument/2006/relationships/customXml" Target="../customXml/item151.xml"/><Relationship Id="rId172" Type="http://schemas.openxmlformats.org/officeDocument/2006/relationships/slide" Target="slides/slide10.xml"/><Relationship Id="rId193" Type="http://schemas.openxmlformats.org/officeDocument/2006/relationships/slide" Target="slides/slide31.xml"/><Relationship Id="rId207" Type="http://schemas.openxmlformats.org/officeDocument/2006/relationships/slide" Target="slides/slide45.xml"/><Relationship Id="rId228" Type="http://schemas.openxmlformats.org/officeDocument/2006/relationships/slide" Target="slides/slide66.xml"/><Relationship Id="rId13" Type="http://schemas.openxmlformats.org/officeDocument/2006/relationships/customXml" Target="../customXml/item13.xml"/><Relationship Id="rId109" Type="http://schemas.openxmlformats.org/officeDocument/2006/relationships/customXml" Target="../customXml/item109.xml"/><Relationship Id="rId34" Type="http://schemas.openxmlformats.org/officeDocument/2006/relationships/customXml" Target="../customXml/item34.xml"/><Relationship Id="rId55" Type="http://schemas.openxmlformats.org/officeDocument/2006/relationships/customXml" Target="../customXml/item55.xml"/><Relationship Id="rId76" Type="http://schemas.openxmlformats.org/officeDocument/2006/relationships/customXml" Target="../customXml/item76.xml"/><Relationship Id="rId97" Type="http://schemas.openxmlformats.org/officeDocument/2006/relationships/customXml" Target="../customXml/item97.xml"/><Relationship Id="rId120" Type="http://schemas.openxmlformats.org/officeDocument/2006/relationships/customXml" Target="../customXml/item120.xml"/><Relationship Id="rId141" Type="http://schemas.openxmlformats.org/officeDocument/2006/relationships/customXml" Target="../customXml/item141.xml"/><Relationship Id="rId7" Type="http://schemas.openxmlformats.org/officeDocument/2006/relationships/customXml" Target="../customXml/item7.xml"/><Relationship Id="rId162" Type="http://schemas.openxmlformats.org/officeDocument/2006/relationships/slideMaster" Target="slideMasters/slideMaster1.xml"/><Relationship Id="rId183" Type="http://schemas.openxmlformats.org/officeDocument/2006/relationships/slide" Target="slides/slide21.xml"/><Relationship Id="rId218" Type="http://schemas.openxmlformats.org/officeDocument/2006/relationships/slide" Target="slides/slide56.xml"/><Relationship Id="rId239" Type="http://schemas.openxmlformats.org/officeDocument/2006/relationships/slide" Target="slides/slide77.xml"/><Relationship Id="rId24" Type="http://schemas.openxmlformats.org/officeDocument/2006/relationships/customXml" Target="../customXml/item24.xml"/><Relationship Id="rId45" Type="http://schemas.openxmlformats.org/officeDocument/2006/relationships/customXml" Target="../customXml/item45.xml"/><Relationship Id="rId66" Type="http://schemas.openxmlformats.org/officeDocument/2006/relationships/customXml" Target="../customXml/item66.xml"/><Relationship Id="rId87" Type="http://schemas.openxmlformats.org/officeDocument/2006/relationships/customXml" Target="../customXml/item87.xml"/><Relationship Id="rId110" Type="http://schemas.openxmlformats.org/officeDocument/2006/relationships/customXml" Target="../customXml/item110.xml"/><Relationship Id="rId131" Type="http://schemas.openxmlformats.org/officeDocument/2006/relationships/customXml" Target="../customXml/item131.xml"/><Relationship Id="rId152" Type="http://schemas.openxmlformats.org/officeDocument/2006/relationships/customXml" Target="../customXml/item152.xml"/><Relationship Id="rId173" Type="http://schemas.openxmlformats.org/officeDocument/2006/relationships/slide" Target="slides/slide11.xml"/><Relationship Id="rId194" Type="http://schemas.openxmlformats.org/officeDocument/2006/relationships/slide" Target="slides/slide32.xml"/><Relationship Id="rId208" Type="http://schemas.openxmlformats.org/officeDocument/2006/relationships/slide" Target="slides/slide46.xml"/><Relationship Id="rId229" Type="http://schemas.openxmlformats.org/officeDocument/2006/relationships/slide" Target="slides/slide67.xml"/><Relationship Id="rId240" Type="http://schemas.openxmlformats.org/officeDocument/2006/relationships/slide" Target="slides/slide78.xml"/><Relationship Id="rId14" Type="http://schemas.openxmlformats.org/officeDocument/2006/relationships/customXml" Target="../customXml/item14.xml"/><Relationship Id="rId35" Type="http://schemas.openxmlformats.org/officeDocument/2006/relationships/customXml" Target="../customXml/item35.xml"/><Relationship Id="rId56" Type="http://schemas.openxmlformats.org/officeDocument/2006/relationships/customXml" Target="../customXml/item56.xml"/><Relationship Id="rId77" Type="http://schemas.openxmlformats.org/officeDocument/2006/relationships/customXml" Target="../customXml/item77.xml"/><Relationship Id="rId100" Type="http://schemas.openxmlformats.org/officeDocument/2006/relationships/customXml" Target="../customXml/item100.xml"/><Relationship Id="rId8" Type="http://schemas.openxmlformats.org/officeDocument/2006/relationships/customXml" Target="../customXml/item8.xml"/><Relationship Id="rId98" Type="http://schemas.openxmlformats.org/officeDocument/2006/relationships/customXml" Target="../customXml/item98.xml"/><Relationship Id="rId121" Type="http://schemas.openxmlformats.org/officeDocument/2006/relationships/customXml" Target="../customXml/item121.xml"/><Relationship Id="rId142" Type="http://schemas.openxmlformats.org/officeDocument/2006/relationships/customXml" Target="../customXml/item142.xml"/><Relationship Id="rId163" Type="http://schemas.openxmlformats.org/officeDocument/2006/relationships/slide" Target="slides/slide1.xml"/><Relationship Id="rId184" Type="http://schemas.openxmlformats.org/officeDocument/2006/relationships/slide" Target="slides/slide22.xml"/><Relationship Id="rId219" Type="http://schemas.openxmlformats.org/officeDocument/2006/relationships/slide" Target="slides/slide57.xml"/><Relationship Id="rId230" Type="http://schemas.openxmlformats.org/officeDocument/2006/relationships/slide" Target="slides/slide68.xml"/><Relationship Id="rId25" Type="http://schemas.openxmlformats.org/officeDocument/2006/relationships/customXml" Target="../customXml/item25.xml"/><Relationship Id="rId46" Type="http://schemas.openxmlformats.org/officeDocument/2006/relationships/customXml" Target="../customXml/item46.xml"/><Relationship Id="rId67" Type="http://schemas.openxmlformats.org/officeDocument/2006/relationships/customXml" Target="../customXml/item67.xml"/><Relationship Id="rId88" Type="http://schemas.openxmlformats.org/officeDocument/2006/relationships/customXml" Target="../customXml/item88.xml"/><Relationship Id="rId111" Type="http://schemas.openxmlformats.org/officeDocument/2006/relationships/customXml" Target="../customXml/item111.xml"/><Relationship Id="rId132" Type="http://schemas.openxmlformats.org/officeDocument/2006/relationships/customXml" Target="../customXml/item132.xml"/><Relationship Id="rId153" Type="http://schemas.openxmlformats.org/officeDocument/2006/relationships/customXml" Target="../customXml/item153.xml"/><Relationship Id="rId174" Type="http://schemas.openxmlformats.org/officeDocument/2006/relationships/slide" Target="slides/slide12.xml"/><Relationship Id="rId195" Type="http://schemas.openxmlformats.org/officeDocument/2006/relationships/slide" Target="slides/slide33.xml"/><Relationship Id="rId209" Type="http://schemas.openxmlformats.org/officeDocument/2006/relationships/slide" Target="slides/slide47.xml"/><Relationship Id="rId220" Type="http://schemas.openxmlformats.org/officeDocument/2006/relationships/slide" Target="slides/slide58.xml"/><Relationship Id="rId241" Type="http://schemas.openxmlformats.org/officeDocument/2006/relationships/notesMaster" Target="notesMasters/notesMaster1.xml"/><Relationship Id="rId15" Type="http://schemas.openxmlformats.org/officeDocument/2006/relationships/customXml" Target="../customXml/item15.xml"/><Relationship Id="rId36" Type="http://schemas.openxmlformats.org/officeDocument/2006/relationships/customXml" Target="../customXml/item36.xml"/><Relationship Id="rId57" Type="http://schemas.openxmlformats.org/officeDocument/2006/relationships/customXml" Target="../customXml/item57.xml"/><Relationship Id="rId10" Type="http://schemas.openxmlformats.org/officeDocument/2006/relationships/customXml" Target="../customXml/item10.xml"/><Relationship Id="rId31" Type="http://schemas.openxmlformats.org/officeDocument/2006/relationships/customXml" Target="../customXml/item31.xml"/><Relationship Id="rId52" Type="http://schemas.openxmlformats.org/officeDocument/2006/relationships/customXml" Target="../customXml/item52.xml"/><Relationship Id="rId73" Type="http://schemas.openxmlformats.org/officeDocument/2006/relationships/customXml" Target="../customXml/item73.xml"/><Relationship Id="rId78" Type="http://schemas.openxmlformats.org/officeDocument/2006/relationships/customXml" Target="../customXml/item78.xml"/><Relationship Id="rId94" Type="http://schemas.openxmlformats.org/officeDocument/2006/relationships/customXml" Target="../customXml/item94.xml"/><Relationship Id="rId99" Type="http://schemas.openxmlformats.org/officeDocument/2006/relationships/customXml" Target="../customXml/item99.xml"/><Relationship Id="rId101" Type="http://schemas.openxmlformats.org/officeDocument/2006/relationships/customXml" Target="../customXml/item101.xml"/><Relationship Id="rId122" Type="http://schemas.openxmlformats.org/officeDocument/2006/relationships/customXml" Target="../customXml/item122.xml"/><Relationship Id="rId143" Type="http://schemas.openxmlformats.org/officeDocument/2006/relationships/customXml" Target="../customXml/item143.xml"/><Relationship Id="rId148" Type="http://schemas.openxmlformats.org/officeDocument/2006/relationships/customXml" Target="../customXml/item148.xml"/><Relationship Id="rId164" Type="http://schemas.openxmlformats.org/officeDocument/2006/relationships/slide" Target="slides/slide2.xml"/><Relationship Id="rId169" Type="http://schemas.openxmlformats.org/officeDocument/2006/relationships/slide" Target="slides/slide7.xml"/><Relationship Id="rId185" Type="http://schemas.openxmlformats.org/officeDocument/2006/relationships/slide" Target="slides/slide23.xml"/><Relationship Id="rId4" Type="http://schemas.openxmlformats.org/officeDocument/2006/relationships/customXml" Target="../customXml/item4.xml"/><Relationship Id="rId9" Type="http://schemas.openxmlformats.org/officeDocument/2006/relationships/customXml" Target="../customXml/item9.xml"/><Relationship Id="rId180" Type="http://schemas.openxmlformats.org/officeDocument/2006/relationships/slide" Target="slides/slide18.xml"/><Relationship Id="rId210" Type="http://schemas.openxmlformats.org/officeDocument/2006/relationships/slide" Target="slides/slide48.xml"/><Relationship Id="rId215" Type="http://schemas.openxmlformats.org/officeDocument/2006/relationships/slide" Target="slides/slide53.xml"/><Relationship Id="rId236" Type="http://schemas.openxmlformats.org/officeDocument/2006/relationships/slide" Target="slides/slide74.xml"/><Relationship Id="rId26" Type="http://schemas.openxmlformats.org/officeDocument/2006/relationships/customXml" Target="../customXml/item26.xml"/><Relationship Id="rId231" Type="http://schemas.openxmlformats.org/officeDocument/2006/relationships/slide" Target="slides/slide69.xml"/><Relationship Id="rId47" Type="http://schemas.openxmlformats.org/officeDocument/2006/relationships/customXml" Target="../customXml/item47.xml"/><Relationship Id="rId68" Type="http://schemas.openxmlformats.org/officeDocument/2006/relationships/customXml" Target="../customXml/item68.xml"/><Relationship Id="rId89" Type="http://schemas.openxmlformats.org/officeDocument/2006/relationships/customXml" Target="../customXml/item89.xml"/><Relationship Id="rId112" Type="http://schemas.openxmlformats.org/officeDocument/2006/relationships/customXml" Target="../customXml/item112.xml"/><Relationship Id="rId133" Type="http://schemas.openxmlformats.org/officeDocument/2006/relationships/customXml" Target="../customXml/item133.xml"/><Relationship Id="rId154" Type="http://schemas.openxmlformats.org/officeDocument/2006/relationships/customXml" Target="../customXml/item154.xml"/><Relationship Id="rId175" Type="http://schemas.openxmlformats.org/officeDocument/2006/relationships/slide" Target="slides/slide13.xml"/><Relationship Id="rId196" Type="http://schemas.openxmlformats.org/officeDocument/2006/relationships/slide" Target="slides/slide34.xml"/><Relationship Id="rId200" Type="http://schemas.openxmlformats.org/officeDocument/2006/relationships/slide" Target="slides/slide38.xml"/><Relationship Id="rId16" Type="http://schemas.openxmlformats.org/officeDocument/2006/relationships/customXml" Target="../customXml/item16.xml"/><Relationship Id="rId221" Type="http://schemas.openxmlformats.org/officeDocument/2006/relationships/slide" Target="slides/slide59.xml"/><Relationship Id="rId242" Type="http://schemas.openxmlformats.org/officeDocument/2006/relationships/handoutMaster" Target="handoutMasters/handoutMaster1.xml"/><Relationship Id="rId37" Type="http://schemas.openxmlformats.org/officeDocument/2006/relationships/customXml" Target="../customXml/item37.xml"/><Relationship Id="rId58" Type="http://schemas.openxmlformats.org/officeDocument/2006/relationships/customXml" Target="../customXml/item58.xml"/><Relationship Id="rId79" Type="http://schemas.openxmlformats.org/officeDocument/2006/relationships/customXml" Target="../customXml/item79.xml"/><Relationship Id="rId102" Type="http://schemas.openxmlformats.org/officeDocument/2006/relationships/customXml" Target="../customXml/item102.xml"/><Relationship Id="rId123" Type="http://schemas.openxmlformats.org/officeDocument/2006/relationships/customXml" Target="../customXml/item123.xml"/><Relationship Id="rId144" Type="http://schemas.openxmlformats.org/officeDocument/2006/relationships/customXml" Target="../customXml/item144.xml"/><Relationship Id="rId90" Type="http://schemas.openxmlformats.org/officeDocument/2006/relationships/customXml" Target="../customXml/item90.xml"/><Relationship Id="rId165" Type="http://schemas.openxmlformats.org/officeDocument/2006/relationships/slide" Target="slides/slide3.xml"/><Relationship Id="rId186" Type="http://schemas.openxmlformats.org/officeDocument/2006/relationships/slide" Target="slides/slide24.xml"/><Relationship Id="rId211" Type="http://schemas.openxmlformats.org/officeDocument/2006/relationships/slide" Target="slides/slide49.xml"/><Relationship Id="rId232" Type="http://schemas.openxmlformats.org/officeDocument/2006/relationships/slide" Target="slides/slide70.xml"/><Relationship Id="rId27" Type="http://schemas.openxmlformats.org/officeDocument/2006/relationships/customXml" Target="../customXml/item27.xml"/><Relationship Id="rId48" Type="http://schemas.openxmlformats.org/officeDocument/2006/relationships/customXml" Target="../customXml/item48.xml"/><Relationship Id="rId69" Type="http://schemas.openxmlformats.org/officeDocument/2006/relationships/customXml" Target="../customXml/item69.xml"/><Relationship Id="rId113" Type="http://schemas.openxmlformats.org/officeDocument/2006/relationships/customXml" Target="../customXml/item113.xml"/><Relationship Id="rId134" Type="http://schemas.openxmlformats.org/officeDocument/2006/relationships/customXml" Target="../customXml/item134.xml"/><Relationship Id="rId80" Type="http://schemas.openxmlformats.org/officeDocument/2006/relationships/customXml" Target="../customXml/item80.xml"/><Relationship Id="rId155" Type="http://schemas.openxmlformats.org/officeDocument/2006/relationships/customXml" Target="../customXml/item155.xml"/><Relationship Id="rId176" Type="http://schemas.openxmlformats.org/officeDocument/2006/relationships/slide" Target="slides/slide14.xml"/><Relationship Id="rId197" Type="http://schemas.openxmlformats.org/officeDocument/2006/relationships/slide" Target="slides/slide35.xml"/><Relationship Id="rId201" Type="http://schemas.openxmlformats.org/officeDocument/2006/relationships/slide" Target="slides/slide39.xml"/><Relationship Id="rId222" Type="http://schemas.openxmlformats.org/officeDocument/2006/relationships/slide" Target="slides/slide60.xml"/><Relationship Id="rId243" Type="http://schemas.openxmlformats.org/officeDocument/2006/relationships/presProps" Target="presProps.xml"/><Relationship Id="rId17" Type="http://schemas.openxmlformats.org/officeDocument/2006/relationships/customXml" Target="../customXml/item17.xml"/><Relationship Id="rId38" Type="http://schemas.openxmlformats.org/officeDocument/2006/relationships/customXml" Target="../customXml/item38.xml"/><Relationship Id="rId59" Type="http://schemas.openxmlformats.org/officeDocument/2006/relationships/customXml" Target="../customXml/item59.xml"/><Relationship Id="rId103" Type="http://schemas.openxmlformats.org/officeDocument/2006/relationships/customXml" Target="../customXml/item103.xml"/><Relationship Id="rId124" Type="http://schemas.openxmlformats.org/officeDocument/2006/relationships/customXml" Target="../customXml/item124.xml"/><Relationship Id="rId70" Type="http://schemas.openxmlformats.org/officeDocument/2006/relationships/customXml" Target="../customXml/item70.xml"/><Relationship Id="rId91" Type="http://schemas.openxmlformats.org/officeDocument/2006/relationships/customXml" Target="../customXml/item91.xml"/><Relationship Id="rId145" Type="http://schemas.openxmlformats.org/officeDocument/2006/relationships/customXml" Target="../customXml/item145.xml"/><Relationship Id="rId166" Type="http://schemas.openxmlformats.org/officeDocument/2006/relationships/slide" Target="slides/slide4.xml"/><Relationship Id="rId187" Type="http://schemas.openxmlformats.org/officeDocument/2006/relationships/slide" Target="slides/slide25.xml"/><Relationship Id="rId1" Type="http://schemas.openxmlformats.org/officeDocument/2006/relationships/customXml" Target="../customXml/item1.xml"/><Relationship Id="rId212" Type="http://schemas.openxmlformats.org/officeDocument/2006/relationships/slide" Target="slides/slide50.xml"/><Relationship Id="rId233" Type="http://schemas.openxmlformats.org/officeDocument/2006/relationships/slide" Target="slides/slide71.xml"/><Relationship Id="rId28" Type="http://schemas.openxmlformats.org/officeDocument/2006/relationships/customXml" Target="../customXml/item28.xml"/><Relationship Id="rId49" Type="http://schemas.openxmlformats.org/officeDocument/2006/relationships/customXml" Target="../customXml/item49.xml"/><Relationship Id="rId114" Type="http://schemas.openxmlformats.org/officeDocument/2006/relationships/customXml" Target="../customXml/item114.xml"/><Relationship Id="rId60" Type="http://schemas.openxmlformats.org/officeDocument/2006/relationships/customXml" Target="../customXml/item60.xml"/><Relationship Id="rId81" Type="http://schemas.openxmlformats.org/officeDocument/2006/relationships/customXml" Target="../customXml/item81.xml"/><Relationship Id="rId135" Type="http://schemas.openxmlformats.org/officeDocument/2006/relationships/customXml" Target="../customXml/item135.xml"/><Relationship Id="rId156" Type="http://schemas.openxmlformats.org/officeDocument/2006/relationships/customXml" Target="../customXml/item156.xml"/><Relationship Id="rId177" Type="http://schemas.openxmlformats.org/officeDocument/2006/relationships/slide" Target="slides/slide15.xml"/><Relationship Id="rId198" Type="http://schemas.openxmlformats.org/officeDocument/2006/relationships/slide" Target="slides/slide36.xml"/><Relationship Id="rId202" Type="http://schemas.openxmlformats.org/officeDocument/2006/relationships/slide" Target="slides/slide40.xml"/><Relationship Id="rId223" Type="http://schemas.openxmlformats.org/officeDocument/2006/relationships/slide" Target="slides/slide61.xml"/><Relationship Id="rId244" Type="http://schemas.openxmlformats.org/officeDocument/2006/relationships/viewProps" Target="viewProps.xml"/><Relationship Id="rId18" Type="http://schemas.openxmlformats.org/officeDocument/2006/relationships/customXml" Target="../customXml/item18.xml"/><Relationship Id="rId39" Type="http://schemas.openxmlformats.org/officeDocument/2006/relationships/customXml" Target="../customXml/item39.xml"/><Relationship Id="rId50" Type="http://schemas.openxmlformats.org/officeDocument/2006/relationships/customXml" Target="../customXml/item50.xml"/><Relationship Id="rId104" Type="http://schemas.openxmlformats.org/officeDocument/2006/relationships/customXml" Target="../customXml/item104.xml"/><Relationship Id="rId125" Type="http://schemas.openxmlformats.org/officeDocument/2006/relationships/customXml" Target="../customXml/item125.xml"/><Relationship Id="rId146" Type="http://schemas.openxmlformats.org/officeDocument/2006/relationships/customXml" Target="../customXml/item146.xml"/><Relationship Id="rId167" Type="http://schemas.openxmlformats.org/officeDocument/2006/relationships/slide" Target="slides/slide5.xml"/><Relationship Id="rId188" Type="http://schemas.openxmlformats.org/officeDocument/2006/relationships/slide" Target="slides/slide26.xml"/><Relationship Id="rId71" Type="http://schemas.openxmlformats.org/officeDocument/2006/relationships/customXml" Target="../customXml/item71.xml"/><Relationship Id="rId92" Type="http://schemas.openxmlformats.org/officeDocument/2006/relationships/customXml" Target="../customXml/item92.xml"/><Relationship Id="rId213" Type="http://schemas.openxmlformats.org/officeDocument/2006/relationships/slide" Target="slides/slide51.xml"/><Relationship Id="rId234" Type="http://schemas.openxmlformats.org/officeDocument/2006/relationships/slide" Target="slides/slide72.xml"/><Relationship Id="rId2" Type="http://schemas.openxmlformats.org/officeDocument/2006/relationships/customXml" Target="../customXml/item2.xml"/><Relationship Id="rId29" Type="http://schemas.openxmlformats.org/officeDocument/2006/relationships/customXml" Target="../customXml/item29.xml"/><Relationship Id="rId40" Type="http://schemas.openxmlformats.org/officeDocument/2006/relationships/customXml" Target="../customXml/item40.xml"/><Relationship Id="rId115" Type="http://schemas.openxmlformats.org/officeDocument/2006/relationships/customXml" Target="../customXml/item115.xml"/><Relationship Id="rId136" Type="http://schemas.openxmlformats.org/officeDocument/2006/relationships/customXml" Target="../customXml/item136.xml"/><Relationship Id="rId157" Type="http://schemas.openxmlformats.org/officeDocument/2006/relationships/customXml" Target="../customXml/item157.xml"/><Relationship Id="rId178" Type="http://schemas.openxmlformats.org/officeDocument/2006/relationships/slide" Target="slides/slide16.xml"/><Relationship Id="rId61" Type="http://schemas.openxmlformats.org/officeDocument/2006/relationships/customXml" Target="../customXml/item61.xml"/><Relationship Id="rId82" Type="http://schemas.openxmlformats.org/officeDocument/2006/relationships/customXml" Target="../customXml/item82.xml"/><Relationship Id="rId199" Type="http://schemas.openxmlformats.org/officeDocument/2006/relationships/slide" Target="slides/slide37.xml"/><Relationship Id="rId203" Type="http://schemas.openxmlformats.org/officeDocument/2006/relationships/slide" Target="slides/slide41.xml"/><Relationship Id="rId19" Type="http://schemas.openxmlformats.org/officeDocument/2006/relationships/customXml" Target="../customXml/item19.xml"/><Relationship Id="rId224" Type="http://schemas.openxmlformats.org/officeDocument/2006/relationships/slide" Target="slides/slide62.xml"/><Relationship Id="rId245" Type="http://schemas.openxmlformats.org/officeDocument/2006/relationships/theme" Target="theme/theme1.xml"/><Relationship Id="rId30" Type="http://schemas.openxmlformats.org/officeDocument/2006/relationships/customXml" Target="../customXml/item30.xml"/><Relationship Id="rId105" Type="http://schemas.openxmlformats.org/officeDocument/2006/relationships/customXml" Target="../customXml/item105.xml"/><Relationship Id="rId126" Type="http://schemas.openxmlformats.org/officeDocument/2006/relationships/customXml" Target="../customXml/item126.xml"/><Relationship Id="rId147" Type="http://schemas.openxmlformats.org/officeDocument/2006/relationships/customXml" Target="../customXml/item147.xml"/><Relationship Id="rId168" Type="http://schemas.openxmlformats.org/officeDocument/2006/relationships/slide" Target="slides/slide6.xml"/><Relationship Id="rId51" Type="http://schemas.openxmlformats.org/officeDocument/2006/relationships/customXml" Target="../customXml/item51.xml"/><Relationship Id="rId72" Type="http://schemas.openxmlformats.org/officeDocument/2006/relationships/customXml" Target="../customXml/item72.xml"/><Relationship Id="rId93" Type="http://schemas.openxmlformats.org/officeDocument/2006/relationships/customXml" Target="../customXml/item93.xml"/><Relationship Id="rId189" Type="http://schemas.openxmlformats.org/officeDocument/2006/relationships/slide" Target="slides/slide27.xml"/><Relationship Id="rId3" Type="http://schemas.openxmlformats.org/officeDocument/2006/relationships/customXml" Target="../customXml/item3.xml"/><Relationship Id="rId214" Type="http://schemas.openxmlformats.org/officeDocument/2006/relationships/slide" Target="slides/slide52.xml"/><Relationship Id="rId235" Type="http://schemas.openxmlformats.org/officeDocument/2006/relationships/slide" Target="slides/slide73.xml"/><Relationship Id="rId116" Type="http://schemas.openxmlformats.org/officeDocument/2006/relationships/customXml" Target="../customXml/item116.xml"/><Relationship Id="rId137" Type="http://schemas.openxmlformats.org/officeDocument/2006/relationships/customXml" Target="../customXml/item137.xml"/><Relationship Id="rId158" Type="http://schemas.openxmlformats.org/officeDocument/2006/relationships/customXml" Target="../customXml/item158.xml"/><Relationship Id="rId20" Type="http://schemas.openxmlformats.org/officeDocument/2006/relationships/customXml" Target="../customXml/item20.xml"/><Relationship Id="rId41" Type="http://schemas.openxmlformats.org/officeDocument/2006/relationships/customXml" Target="../customXml/item41.xml"/><Relationship Id="rId62" Type="http://schemas.openxmlformats.org/officeDocument/2006/relationships/customXml" Target="../customXml/item62.xml"/><Relationship Id="rId83" Type="http://schemas.openxmlformats.org/officeDocument/2006/relationships/customXml" Target="../customXml/item83.xml"/><Relationship Id="rId179" Type="http://schemas.openxmlformats.org/officeDocument/2006/relationships/slide" Target="slides/slide17.xml"/><Relationship Id="rId190" Type="http://schemas.openxmlformats.org/officeDocument/2006/relationships/slide" Target="slides/slide28.xml"/><Relationship Id="rId204" Type="http://schemas.openxmlformats.org/officeDocument/2006/relationships/slide" Target="slides/slide42.xml"/><Relationship Id="rId225" Type="http://schemas.openxmlformats.org/officeDocument/2006/relationships/slide" Target="slides/slide63.xml"/><Relationship Id="rId246" Type="http://schemas.openxmlformats.org/officeDocument/2006/relationships/tableStyles" Target="tableStyles.xml"/><Relationship Id="rId106" Type="http://schemas.openxmlformats.org/officeDocument/2006/relationships/customXml" Target="../customXml/item106.xml"/><Relationship Id="rId127" Type="http://schemas.openxmlformats.org/officeDocument/2006/relationships/customXml" Target="../customXml/item12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2.xml"/><Relationship Id="rId1" Type="http://schemas.microsoft.com/office/2011/relationships/chartStyle" Target="style2.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3.xml"/><Relationship Id="rId1" Type="http://schemas.microsoft.com/office/2011/relationships/chartStyle" Target="style3.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4.xml"/><Relationship Id="rId1" Type="http://schemas.microsoft.com/office/2011/relationships/chartStyle" Target="style4.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5.xml"/><Relationship Id="rId1" Type="http://schemas.microsoft.com/office/2011/relationships/chartStyle" Target="style5.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6.xml"/><Relationship Id="rId1" Type="http://schemas.microsoft.com/office/2011/relationships/chartStyle" Target="style6.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7.xml"/><Relationship Id="rId1" Type="http://schemas.microsoft.com/office/2011/relationships/chartStyle" Target="style7.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8.xml"/><Relationship Id="rId1" Type="http://schemas.microsoft.com/office/2011/relationships/chartStyle" Target="style8.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accent5"/>
                </a:solidFill>
                <a:latin typeface="+mn-lt"/>
                <a:ea typeface="+mn-ea"/>
                <a:cs typeface="+mn-cs"/>
              </a:defRPr>
            </a:pPr>
            <a:r>
              <a:rPr lang="en-US" sz="1400" b="1">
                <a:solidFill>
                  <a:schemeClr val="accent5"/>
                </a:solidFill>
              </a:rPr>
              <a:t>[ Landlord ] Portfolio Analysis</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accent5"/>
              </a:solidFill>
              <a:latin typeface="+mn-lt"/>
              <a:ea typeface="+mn-ea"/>
              <a:cs typeface="+mn-cs"/>
            </a:defRPr>
          </a:pPr>
          <a:endParaRPr lang="en-US"/>
        </a:p>
      </c:txPr>
    </c:title>
    <c:autoTitleDeleted val="0"/>
    <c:plotArea>
      <c:layout/>
      <c:doughnutChart>
        <c:varyColors val="1"/>
        <c:ser>
          <c:idx val="0"/>
          <c:order val="0"/>
          <c:tx>
            <c:strRef>
              <c:f>Sheet1!$B$1</c:f>
              <c:strCache>
                <c:ptCount val="1"/>
                <c:pt idx="0">
                  <c:v>Sales</c:v>
                </c:pt>
              </c:strCache>
            </c:strRef>
          </c:tx>
          <c:dPt>
            <c:idx val="0"/>
            <c:bubble3D val="0"/>
            <c:spPr>
              <a:solidFill>
                <a:schemeClr val="tx2"/>
              </a:solidFill>
              <a:ln w="19050">
                <a:solidFill>
                  <a:schemeClr val="lt1"/>
                </a:solidFill>
              </a:ln>
              <a:effectLst/>
            </c:spPr>
            <c:extLst>
              <c:ext xmlns:c16="http://schemas.microsoft.com/office/drawing/2014/chart" uri="{C3380CC4-5D6E-409C-BE32-E72D297353CC}">
                <c16:uniqueId val="{00000001-9D02-4FCD-ABD4-4C801462E562}"/>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9D02-4FCD-ABD4-4C801462E562}"/>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9D02-4FCD-ABD4-4C801462E562}"/>
              </c:ext>
            </c:extLst>
          </c:dPt>
          <c:dPt>
            <c:idx val="3"/>
            <c:bubble3D val="0"/>
            <c:spPr>
              <a:solidFill>
                <a:schemeClr val="bg2"/>
              </a:solidFill>
              <a:ln w="19050">
                <a:solidFill>
                  <a:schemeClr val="lt1"/>
                </a:solidFill>
              </a:ln>
              <a:effectLst/>
            </c:spPr>
            <c:extLst>
              <c:ext xmlns:c16="http://schemas.microsoft.com/office/drawing/2014/chart" uri="{C3380CC4-5D6E-409C-BE32-E72D297353CC}">
                <c16:uniqueId val="{00000007-9D02-4FCD-ABD4-4C801462E562}"/>
              </c:ext>
            </c:extLst>
          </c:dPt>
          <c:cat>
            <c:strRef>
              <c:f>Sheet1!$A$2:$A$5</c:f>
              <c:strCache>
                <c:ptCount val="4"/>
                <c:pt idx="0">
                  <c:v>Building 1</c:v>
                </c:pt>
                <c:pt idx="1">
                  <c:v>Building 2</c:v>
                </c:pt>
                <c:pt idx="2">
                  <c:v>Building 3</c:v>
                </c:pt>
                <c:pt idx="3">
                  <c:v>Building 4</c:v>
                </c:pt>
              </c:strCache>
            </c:strRef>
          </c:cat>
          <c:val>
            <c:numRef>
              <c:f>Sheet1!$B$2:$B$5</c:f>
              <c:numCache>
                <c:formatCode>General</c:formatCode>
                <c:ptCount val="4"/>
                <c:pt idx="0">
                  <c:v>400000</c:v>
                </c:pt>
                <c:pt idx="1">
                  <c:v>200000</c:v>
                </c:pt>
                <c:pt idx="2">
                  <c:v>250000</c:v>
                </c:pt>
                <c:pt idx="3">
                  <c:v>350000</c:v>
                </c:pt>
              </c:numCache>
            </c:numRef>
          </c:val>
          <c:extLst>
            <c:ext xmlns:c16="http://schemas.microsoft.com/office/drawing/2014/chart" uri="{C3380CC4-5D6E-409C-BE32-E72D297353CC}">
              <c16:uniqueId val="{00000000-8C6F-46A0-B264-D5A1017C7B2B}"/>
            </c:ext>
          </c:extLst>
        </c:ser>
        <c:dLbls>
          <c:showLegendKey val="0"/>
          <c:showVal val="0"/>
          <c:showCatName val="0"/>
          <c:showSerName val="0"/>
          <c:showPercent val="0"/>
          <c:showBubbleSize val="0"/>
          <c:showLeaderLines val="1"/>
        </c:dLbls>
        <c:firstSliceAng val="0"/>
        <c:holeSize val="6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Column1</c:v>
                </c:pt>
              </c:strCache>
            </c:strRef>
          </c:tx>
          <c:spPr>
            <a:solidFill>
              <a:schemeClr val="bg1"/>
            </a:solidFill>
            <a:ln w="9525">
              <a:solidFill>
                <a:srgbClr val="25408F"/>
              </a:solidFill>
            </a:ln>
          </c:spPr>
          <c:dPt>
            <c:idx val="0"/>
            <c:bubble3D val="0"/>
            <c:spPr>
              <a:solidFill>
                <a:schemeClr val="bg1"/>
              </a:solidFill>
              <a:ln w="9525">
                <a:solidFill>
                  <a:srgbClr val="25408F"/>
                </a:solidFill>
              </a:ln>
              <a:effectLst/>
            </c:spPr>
            <c:extLst>
              <c:ext xmlns:c16="http://schemas.microsoft.com/office/drawing/2014/chart" uri="{C3380CC4-5D6E-409C-BE32-E72D297353CC}">
                <c16:uniqueId val="{00000001-C23D-7B47-8089-4F71949CF5E9}"/>
              </c:ext>
            </c:extLst>
          </c:dPt>
          <c:dPt>
            <c:idx val="1"/>
            <c:bubble3D val="0"/>
            <c:spPr>
              <a:solidFill>
                <a:schemeClr val="bg1"/>
              </a:solidFill>
              <a:ln w="9525">
                <a:solidFill>
                  <a:srgbClr val="25408F"/>
                </a:solidFill>
              </a:ln>
              <a:effectLst/>
            </c:spPr>
            <c:extLst>
              <c:ext xmlns:c16="http://schemas.microsoft.com/office/drawing/2014/chart" uri="{C3380CC4-5D6E-409C-BE32-E72D297353CC}">
                <c16:uniqueId val="{00000003-C23D-7B47-8089-4F71949CF5E9}"/>
              </c:ext>
            </c:extLst>
          </c:dPt>
          <c:dPt>
            <c:idx val="2"/>
            <c:bubble3D val="0"/>
            <c:spPr>
              <a:solidFill>
                <a:schemeClr val="bg1"/>
              </a:solidFill>
              <a:ln w="9525">
                <a:solidFill>
                  <a:srgbClr val="25408F"/>
                </a:solidFill>
              </a:ln>
              <a:effectLst/>
            </c:spPr>
            <c:extLst>
              <c:ext xmlns:c16="http://schemas.microsoft.com/office/drawing/2014/chart" uri="{C3380CC4-5D6E-409C-BE32-E72D297353CC}">
                <c16:uniqueId val="{00000005-C23D-7B47-8089-4F71949CF5E9}"/>
              </c:ext>
            </c:extLst>
          </c:dPt>
          <c:dPt>
            <c:idx val="3"/>
            <c:bubble3D val="0"/>
            <c:spPr>
              <a:solidFill>
                <a:schemeClr val="bg1"/>
              </a:solidFill>
              <a:ln w="9525">
                <a:solidFill>
                  <a:srgbClr val="25408F"/>
                </a:solidFill>
              </a:ln>
              <a:effectLst/>
            </c:spPr>
            <c:extLst>
              <c:ext xmlns:c16="http://schemas.microsoft.com/office/drawing/2014/chart" uri="{C3380CC4-5D6E-409C-BE32-E72D297353CC}">
                <c16:uniqueId val="{00000007-C23D-7B47-8089-4F71949CF5E9}"/>
              </c:ext>
            </c:extLst>
          </c:dPt>
          <c:dPt>
            <c:idx val="4"/>
            <c:bubble3D val="0"/>
            <c:spPr>
              <a:solidFill>
                <a:schemeClr val="bg1"/>
              </a:solidFill>
              <a:ln w="9525">
                <a:solidFill>
                  <a:srgbClr val="25408F"/>
                </a:solidFill>
              </a:ln>
              <a:effectLst/>
            </c:spPr>
            <c:extLst>
              <c:ext xmlns:c16="http://schemas.microsoft.com/office/drawing/2014/chart" uri="{C3380CC4-5D6E-409C-BE32-E72D297353CC}">
                <c16:uniqueId val="{00000009-C23D-7B47-8089-4F71949CF5E9}"/>
              </c:ext>
            </c:extLst>
          </c:dPt>
          <c:cat>
            <c:numRef>
              <c:f>Sheet1!$A$2:$A$6</c:f>
              <c:numCache>
                <c:formatCode>General</c:formatCode>
                <c:ptCount val="5"/>
                <c:pt idx="0">
                  <c:v>1</c:v>
                </c:pt>
                <c:pt idx="1">
                  <c:v>2</c:v>
                </c:pt>
                <c:pt idx="2">
                  <c:v>3</c:v>
                </c:pt>
                <c:pt idx="3">
                  <c:v>4</c:v>
                </c:pt>
                <c:pt idx="4">
                  <c:v>5</c:v>
                </c:pt>
              </c:numCache>
            </c:numRef>
          </c:cat>
          <c:val>
            <c:numRef>
              <c:f>Sheet1!$B$2:$B$6</c:f>
              <c:numCache>
                <c:formatCode>General</c:formatCode>
                <c:ptCount val="5"/>
                <c:pt idx="0">
                  <c:v>1</c:v>
                </c:pt>
                <c:pt idx="1">
                  <c:v>1</c:v>
                </c:pt>
                <c:pt idx="2">
                  <c:v>1</c:v>
                </c:pt>
                <c:pt idx="3">
                  <c:v>1</c:v>
                </c:pt>
                <c:pt idx="4">
                  <c:v>1</c:v>
                </c:pt>
              </c:numCache>
            </c:numRef>
          </c:val>
          <c:extLst>
            <c:ext xmlns:c16="http://schemas.microsoft.com/office/drawing/2014/chart" uri="{C3380CC4-5D6E-409C-BE32-E72D297353CC}">
              <c16:uniqueId val="{0000000A-C23D-7B47-8089-4F71949CF5E9}"/>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6350">
      <a:noFill/>
    </a:ln>
    <a:effectLst/>
  </c:spPr>
  <c:txPr>
    <a:bodyPr/>
    <a:lstStyle/>
    <a:p>
      <a:pPr>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0"/>
        <c:ser>
          <c:idx val="0"/>
          <c:order val="0"/>
          <c:tx>
            <c:strRef>
              <c:f>Sheet1!$B$1</c:f>
              <c:strCache>
                <c:ptCount val="1"/>
                <c:pt idx="0">
                  <c:v>Sales</c:v>
                </c:pt>
              </c:strCache>
            </c:strRef>
          </c:tx>
          <c:spPr>
            <a:solidFill>
              <a:schemeClr val="accent5"/>
            </a:solidFill>
            <a:ln w="19050">
              <a:noFill/>
            </a:ln>
            <a:effectLst/>
          </c:spPr>
          <c:explosion val="2"/>
          <c:dPt>
            <c:idx val="0"/>
            <c:bubble3D val="0"/>
            <c:extLst>
              <c:ext xmlns:c16="http://schemas.microsoft.com/office/drawing/2014/chart" uri="{C3380CC4-5D6E-409C-BE32-E72D297353CC}">
                <c16:uniqueId val="{00000001-4373-4D90-A200-96C74B427361}"/>
              </c:ext>
            </c:extLst>
          </c:dPt>
          <c:dPt>
            <c:idx val="1"/>
            <c:bubble3D val="0"/>
            <c:extLst>
              <c:ext xmlns:c16="http://schemas.microsoft.com/office/drawing/2014/chart" uri="{C3380CC4-5D6E-409C-BE32-E72D297353CC}">
                <c16:uniqueId val="{00000003-4373-4D90-A200-96C74B427361}"/>
              </c:ext>
            </c:extLst>
          </c:dPt>
          <c:dPt>
            <c:idx val="2"/>
            <c:bubble3D val="0"/>
            <c:extLst>
              <c:ext xmlns:c16="http://schemas.microsoft.com/office/drawing/2014/chart" uri="{C3380CC4-5D6E-409C-BE32-E72D297353CC}">
                <c16:uniqueId val="{00000005-4373-4D90-A200-96C74B427361}"/>
              </c:ext>
            </c:extLst>
          </c:dPt>
          <c:dPt>
            <c:idx val="3"/>
            <c:bubble3D val="0"/>
            <c:extLst>
              <c:ext xmlns:c16="http://schemas.microsoft.com/office/drawing/2014/chart" uri="{C3380CC4-5D6E-409C-BE32-E72D297353CC}">
                <c16:uniqueId val="{00000007-4373-4D90-A200-96C74B427361}"/>
              </c:ext>
            </c:extLst>
          </c:dPt>
          <c:dPt>
            <c:idx val="4"/>
            <c:bubble3D val="0"/>
            <c:extLst>
              <c:ext xmlns:c16="http://schemas.microsoft.com/office/drawing/2014/chart" uri="{C3380CC4-5D6E-409C-BE32-E72D297353CC}">
                <c16:uniqueId val="{00000009-4373-4D90-A200-96C74B427361}"/>
              </c:ext>
            </c:extLst>
          </c:dPt>
          <c:dPt>
            <c:idx val="5"/>
            <c:bubble3D val="0"/>
            <c:extLst>
              <c:ext xmlns:c16="http://schemas.microsoft.com/office/drawing/2014/chart" uri="{C3380CC4-5D6E-409C-BE32-E72D297353CC}">
                <c16:uniqueId val="{0000000B-4373-4D90-A200-96C74B427361}"/>
              </c:ext>
            </c:extLst>
          </c:dPt>
          <c:dPt>
            <c:idx val="6"/>
            <c:bubble3D val="0"/>
            <c:extLst>
              <c:ext xmlns:c16="http://schemas.microsoft.com/office/drawing/2014/chart" uri="{C3380CC4-5D6E-409C-BE32-E72D297353CC}">
                <c16:uniqueId val="{0000000D-4373-4D90-A200-96C74B427361}"/>
              </c:ext>
            </c:extLst>
          </c:dPt>
          <c:cat>
            <c:numRef>
              <c:f>Sheet1!$A$2:$A$9</c:f>
              <c:numCache>
                <c:formatCode>General</c:formatCode>
                <c:ptCount val="8"/>
              </c:numCache>
            </c:numRef>
          </c:cat>
          <c:val>
            <c:numRef>
              <c:f>Sheet1!$B$2:$B$9</c:f>
              <c:numCache>
                <c:formatCode>General</c:formatCode>
                <c:ptCount val="8"/>
                <c:pt idx="0">
                  <c:v>10</c:v>
                </c:pt>
                <c:pt idx="1">
                  <c:v>10</c:v>
                </c:pt>
                <c:pt idx="2">
                  <c:v>10</c:v>
                </c:pt>
                <c:pt idx="3">
                  <c:v>10</c:v>
                </c:pt>
                <c:pt idx="4">
                  <c:v>10</c:v>
                </c:pt>
                <c:pt idx="5">
                  <c:v>10</c:v>
                </c:pt>
                <c:pt idx="6">
                  <c:v>10</c:v>
                </c:pt>
                <c:pt idx="7">
                  <c:v>10</c:v>
                </c:pt>
              </c:numCache>
            </c:numRef>
          </c:val>
          <c:extLst>
            <c:ext xmlns:c16="http://schemas.microsoft.com/office/drawing/2014/chart" uri="{C3380CC4-5D6E-409C-BE32-E72D297353CC}">
              <c16:uniqueId val="{0000000E-4373-4D90-A200-96C74B427361}"/>
            </c:ext>
          </c:extLst>
        </c:ser>
        <c:dLbls>
          <c:showLegendKey val="0"/>
          <c:showVal val="0"/>
          <c:showCatName val="0"/>
          <c:showSerName val="0"/>
          <c:showPercent val="0"/>
          <c:showBubbleSize val="0"/>
          <c:showLeaderLines val="1"/>
        </c:dLbls>
        <c:firstSliceAng val="0"/>
        <c:holeSize val="50"/>
      </c:doughnutChart>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Column1</c:v>
                </c:pt>
              </c:strCache>
            </c:strRef>
          </c:tx>
          <c:dPt>
            <c:idx val="0"/>
            <c:bubble3D val="0"/>
            <c:spPr>
              <a:solidFill>
                <a:schemeClr val="accent5"/>
              </a:solidFill>
              <a:ln w="19050">
                <a:solidFill>
                  <a:schemeClr val="lt1"/>
                </a:solidFill>
              </a:ln>
              <a:effectLst/>
            </c:spPr>
            <c:extLst>
              <c:ext xmlns:c16="http://schemas.microsoft.com/office/drawing/2014/chart" uri="{C3380CC4-5D6E-409C-BE32-E72D297353CC}">
                <c16:uniqueId val="{00000001-4BF6-4A40-94A8-C3808053A466}"/>
              </c:ext>
            </c:extLst>
          </c:dPt>
          <c:dPt>
            <c:idx val="1"/>
            <c:bubble3D val="0"/>
            <c:spPr>
              <a:solidFill>
                <a:srgbClr val="7B8BBD"/>
              </a:solidFill>
              <a:ln w="19050">
                <a:solidFill>
                  <a:schemeClr val="lt1"/>
                </a:solidFill>
              </a:ln>
              <a:effectLst/>
            </c:spPr>
            <c:extLst>
              <c:ext xmlns:c16="http://schemas.microsoft.com/office/drawing/2014/chart" uri="{C3380CC4-5D6E-409C-BE32-E72D297353CC}">
                <c16:uniqueId val="{00000003-4BF6-4A40-94A8-C3808053A466}"/>
              </c:ext>
            </c:extLst>
          </c:dPt>
          <c:dPt>
            <c:idx val="2"/>
            <c:bubble3D val="0"/>
            <c:spPr>
              <a:solidFill>
                <a:srgbClr val="ACBBE8"/>
              </a:solidFill>
              <a:ln w="19050">
                <a:solidFill>
                  <a:schemeClr val="lt1"/>
                </a:solidFill>
              </a:ln>
              <a:effectLst/>
            </c:spPr>
            <c:extLst>
              <c:ext xmlns:c16="http://schemas.microsoft.com/office/drawing/2014/chart" uri="{C3380CC4-5D6E-409C-BE32-E72D297353CC}">
                <c16:uniqueId val="{00000004-4BF6-4A40-94A8-C3808053A466}"/>
              </c:ext>
            </c:extLst>
          </c:dPt>
          <c:dPt>
            <c:idx val="3"/>
            <c:bubble3D val="0"/>
            <c:spPr>
              <a:solidFill>
                <a:srgbClr val="DBE5FF"/>
              </a:solidFill>
              <a:ln w="19050">
                <a:solidFill>
                  <a:schemeClr val="lt1"/>
                </a:solidFill>
              </a:ln>
              <a:effectLst/>
            </c:spPr>
            <c:extLst>
              <c:ext xmlns:c16="http://schemas.microsoft.com/office/drawing/2014/chart" uri="{C3380CC4-5D6E-409C-BE32-E72D297353CC}">
                <c16:uniqueId val="{00000005-4BF6-4A40-94A8-C3808053A466}"/>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25</c:v>
                </c:pt>
                <c:pt idx="1">
                  <c:v>25</c:v>
                </c:pt>
                <c:pt idx="2">
                  <c:v>25</c:v>
                </c:pt>
                <c:pt idx="3">
                  <c:v>25</c:v>
                </c:pt>
              </c:numCache>
            </c:numRef>
          </c:val>
          <c:extLst>
            <c:ext xmlns:c16="http://schemas.microsoft.com/office/drawing/2014/chart" uri="{C3380CC4-5D6E-409C-BE32-E72D297353CC}">
              <c16:uniqueId val="{00000000-4BF6-4A40-94A8-C3808053A46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758228037756581"/>
          <c:y val="9.3914456054688511E-2"/>
          <c:w val="0.81052679272990324"/>
          <c:h val="0.7308391948241969"/>
        </c:manualLayout>
      </c:layout>
      <c:lineChart>
        <c:grouping val="standard"/>
        <c:varyColors val="0"/>
        <c:ser>
          <c:idx val="0"/>
          <c:order val="1"/>
          <c:tx>
            <c:strRef>
              <c:f>Sheet1!$B$1</c:f>
              <c:strCache>
                <c:ptCount val="1"/>
                <c:pt idx="0">
                  <c:v>Vacancy Rate</c:v>
                </c:pt>
              </c:strCache>
            </c:strRef>
          </c:tx>
          <c:spPr>
            <a:ln w="28575" cap="rnd">
              <a:solidFill>
                <a:schemeClr val="tx2"/>
              </a:solidFill>
              <a:round/>
            </a:ln>
            <a:effectLst/>
          </c:spPr>
          <c:marker>
            <c:symbol val="circle"/>
            <c:size val="5"/>
            <c:spPr>
              <a:solidFill>
                <a:schemeClr val="tx2"/>
              </a:solidFill>
              <a:ln w="9525">
                <a:solidFill>
                  <a:schemeClr val="tx2"/>
                </a:solidFill>
              </a:ln>
              <a:effectLst/>
            </c:spPr>
          </c:marker>
          <c:dLbls>
            <c:dLbl>
              <c:idx val="4"/>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CFC-4311-9B27-6A33B297860F}"/>
                </c:ext>
              </c:extLst>
            </c:dLbl>
            <c:numFmt formatCode="0.0%" sourceLinked="0"/>
            <c:spPr>
              <a:noFill/>
              <a:ln>
                <a:noFill/>
              </a:ln>
              <a:effectLst/>
            </c:spPr>
            <c:txPr>
              <a:bodyPr rot="0" spcFirstLastPara="1" vertOverflow="ellipsis" vert="horz" wrap="square" anchor="ctr" anchorCtr="1"/>
              <a:lstStyle/>
              <a:p>
                <a:pPr>
                  <a:defRPr sz="800" b="1" i="0" u="none" strike="noStrike" kern="1200" baseline="0">
                    <a:solidFill>
                      <a:schemeClr val="tx2"/>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5"/>
                <c:pt idx="0">
                  <c:v>Q1'23</c:v>
                </c:pt>
                <c:pt idx="1">
                  <c:v>Q2'23</c:v>
                </c:pt>
                <c:pt idx="2">
                  <c:v>Q3'23</c:v>
                </c:pt>
                <c:pt idx="3">
                  <c:v>Q4'23</c:v>
                </c:pt>
                <c:pt idx="4">
                  <c:v>Q1'24</c:v>
                </c:pt>
              </c:strCache>
            </c:strRef>
          </c:cat>
          <c:val>
            <c:numRef>
              <c:f>Sheet1!$B$2:$B$8</c:f>
              <c:numCache>
                <c:formatCode>0.0%</c:formatCode>
                <c:ptCount val="5"/>
                <c:pt idx="0">
                  <c:v>0.13300000000000001</c:v>
                </c:pt>
                <c:pt idx="1">
                  <c:v>0.13400000000000001</c:v>
                </c:pt>
                <c:pt idx="2">
                  <c:v>0.14099999999999999</c:v>
                </c:pt>
                <c:pt idx="3">
                  <c:v>0.14099999999999999</c:v>
                </c:pt>
                <c:pt idx="4">
                  <c:v>0.14399999999999999</c:v>
                </c:pt>
              </c:numCache>
            </c:numRef>
          </c:val>
          <c:smooth val="0"/>
          <c:extLst>
            <c:ext xmlns:c16="http://schemas.microsoft.com/office/drawing/2014/chart" uri="{C3380CC4-5D6E-409C-BE32-E72D297353CC}">
              <c16:uniqueId val="{00000001-CCFC-4311-9B27-6A33B297860F}"/>
            </c:ext>
          </c:extLst>
        </c:ser>
        <c:dLbls>
          <c:showLegendKey val="0"/>
          <c:showVal val="0"/>
          <c:showCatName val="0"/>
          <c:showSerName val="0"/>
          <c:showPercent val="0"/>
          <c:showBubbleSize val="0"/>
        </c:dLbls>
        <c:marker val="1"/>
        <c:smooth val="0"/>
        <c:axId val="1233973743"/>
        <c:axId val="1233968751"/>
      </c:lineChart>
      <c:lineChart>
        <c:grouping val="standard"/>
        <c:varyColors val="0"/>
        <c:dLbls>
          <c:showLegendKey val="0"/>
          <c:showVal val="0"/>
          <c:showCatName val="0"/>
          <c:showSerName val="0"/>
          <c:showPercent val="0"/>
          <c:showBubbleSize val="0"/>
        </c:dLbls>
        <c:marker val="1"/>
        <c:smooth val="0"/>
        <c:axId val="2121039632"/>
        <c:axId val="2121035040"/>
        <c:extLst>
          <c:ext xmlns:c15="http://schemas.microsoft.com/office/drawing/2012/chart" uri="{02D57815-91ED-43cb-92C2-25804820EDAC}">
            <c15:filteredLineSeries>
              <c15:ser>
                <c:idx val="1"/>
                <c:order val="0"/>
                <c:tx>
                  <c:strRef>
                    <c:extLst>
                      <c:ext uri="{02D57815-91ED-43cb-92C2-25804820EDAC}">
                        <c15:formulaRef>
                          <c15:sqref>Sheet1!$C$1</c15:sqref>
                        </c15:formulaRef>
                      </c:ext>
                    </c:extLst>
                    <c:strCache>
                      <c:ptCount val="1"/>
                      <c:pt idx="0">
                        <c:v>Column1</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Lbls>
                  <c:dLbl>
                    <c:idx val="4"/>
                    <c:dLblPos val="t"/>
                    <c:showLegendKey val="0"/>
                    <c:showVal val="1"/>
                    <c:showCatName val="0"/>
                    <c:showSerName val="0"/>
                    <c:showPercent val="0"/>
                    <c:showBubbleSize val="0"/>
                    <c:extLst>
                      <c:ext uri="{CE6537A1-D6FC-4f65-9D91-7224C49458BB}"/>
                      <c:ext xmlns:c16="http://schemas.microsoft.com/office/drawing/2014/chart" uri="{C3380CC4-5D6E-409C-BE32-E72D297353CC}">
                        <c16:uniqueId val="{00000002-CCFC-4311-9B27-6A33B297860F}"/>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c:ext uri="{02D57815-91ED-43cb-92C2-25804820EDAC}">
                        <c15:formulaRef>
                          <c15:sqref>Sheet1!$A$2:$A$8</c15:sqref>
                        </c15:formulaRef>
                      </c:ext>
                    </c:extLst>
                    <c:strCache>
                      <c:ptCount val="5"/>
                      <c:pt idx="0">
                        <c:v>Q1'23</c:v>
                      </c:pt>
                      <c:pt idx="1">
                        <c:v>Q2'23</c:v>
                      </c:pt>
                      <c:pt idx="2">
                        <c:v>Q3'23</c:v>
                      </c:pt>
                      <c:pt idx="3">
                        <c:v>Q4'23</c:v>
                      </c:pt>
                      <c:pt idx="4">
                        <c:v>Q1'24</c:v>
                      </c:pt>
                    </c:strCache>
                  </c:strRef>
                </c:cat>
                <c:val>
                  <c:numRef>
                    <c:extLst>
                      <c:ext uri="{02D57815-91ED-43cb-92C2-25804820EDAC}">
                        <c15:formulaRef>
                          <c15:sqref>Sheet1!$C$2:$C$8</c15:sqref>
                        </c15:formulaRef>
                      </c:ext>
                    </c:extLst>
                    <c:numCache>
                      <c:formatCode>General</c:formatCode>
                      <c:ptCount val="5"/>
                    </c:numCache>
                  </c:numRef>
                </c:val>
                <c:smooth val="0"/>
                <c:extLst>
                  <c:ext xmlns:c16="http://schemas.microsoft.com/office/drawing/2014/chart" uri="{C3380CC4-5D6E-409C-BE32-E72D297353CC}">
                    <c16:uniqueId val="{00000003-CCFC-4311-9B27-6A33B297860F}"/>
                  </c:ext>
                </c:extLst>
              </c15:ser>
            </c15:filteredLineSeries>
          </c:ext>
        </c:extLst>
      </c:lineChart>
      <c:catAx>
        <c:axId val="1233973743"/>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800" b="0" i="0" u="none" strike="noStrike" kern="1200" baseline="0">
                <a:solidFill>
                  <a:schemeClr val="tx1"/>
                </a:solidFill>
                <a:latin typeface="+mn-lt"/>
                <a:ea typeface="+mn-ea"/>
                <a:cs typeface="+mn-cs"/>
              </a:defRPr>
            </a:pPr>
            <a:endParaRPr lang="en-US"/>
          </a:p>
        </c:txPr>
        <c:crossAx val="1233968751"/>
        <c:crosses val="autoZero"/>
        <c:auto val="1"/>
        <c:lblAlgn val="ctr"/>
        <c:lblOffset val="100"/>
        <c:noMultiLvlLbl val="0"/>
      </c:catAx>
      <c:valAx>
        <c:axId val="1233968751"/>
        <c:scaling>
          <c:orientation val="minMax"/>
          <c:max val="0.15000000000000002"/>
          <c:min val="0.12000000000000001"/>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0" spcFirstLastPara="1" vertOverflow="ellipsis" wrap="square" anchor="ctr" anchorCtr="1"/>
          <a:lstStyle/>
          <a:p>
            <a:pPr>
              <a:defRPr sz="800" b="0" i="0" u="none" strike="noStrike" kern="1200" baseline="0">
                <a:solidFill>
                  <a:schemeClr val="tx1"/>
                </a:solidFill>
                <a:latin typeface="+mn-lt"/>
                <a:ea typeface="+mn-ea"/>
                <a:cs typeface="+mn-cs"/>
              </a:defRPr>
            </a:pPr>
            <a:endParaRPr lang="en-US"/>
          </a:p>
        </c:txPr>
        <c:crossAx val="1233973743"/>
        <c:crosses val="autoZero"/>
        <c:crossBetween val="between"/>
        <c:majorUnit val="1.0000000000000002E-2"/>
      </c:valAx>
      <c:valAx>
        <c:axId val="2121035040"/>
        <c:scaling>
          <c:orientation val="minMax"/>
          <c:max val="15"/>
          <c:min val="11"/>
        </c:scaling>
        <c:delete val="1"/>
        <c:axPos val="r"/>
        <c:numFmt formatCode="&quot;$&quot;#,##0" sourceLinked="0"/>
        <c:majorTickMark val="none"/>
        <c:minorTickMark val="none"/>
        <c:tickLblPos val="nextTo"/>
        <c:crossAx val="2121039632"/>
        <c:crosses val="max"/>
        <c:crossBetween val="between"/>
        <c:majorUnit val="1"/>
      </c:valAx>
      <c:catAx>
        <c:axId val="2121039632"/>
        <c:scaling>
          <c:orientation val="minMax"/>
        </c:scaling>
        <c:delete val="1"/>
        <c:axPos val="b"/>
        <c:numFmt formatCode="General" sourceLinked="1"/>
        <c:majorTickMark val="none"/>
        <c:minorTickMark val="none"/>
        <c:tickLblPos val="nextTo"/>
        <c:crossAx val="2121035040"/>
        <c:crosses val="autoZero"/>
        <c:auto val="1"/>
        <c:lblAlgn val="ctr"/>
        <c:lblOffset val="100"/>
        <c:noMultiLvlLbl val="0"/>
      </c:catAx>
      <c:spPr>
        <a:noFill/>
        <a:ln>
          <a:noFill/>
        </a:ln>
        <a:effectLst/>
      </c:spPr>
    </c:plotArea>
    <c:plotVisOnly val="1"/>
    <c:dispBlanksAs val="gap"/>
    <c:showDLblsOverMax val="0"/>
  </c:chart>
  <c:spPr>
    <a:noFill/>
    <a:ln>
      <a:noFill/>
    </a:ln>
    <a:effectLst/>
  </c:spPr>
  <c:txPr>
    <a:bodyPr/>
    <a:lstStyle/>
    <a:p>
      <a:pPr>
        <a:defRPr sz="800"/>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758228037756581"/>
          <c:y val="9.3914456054688511E-2"/>
          <c:w val="0.81052679272990324"/>
          <c:h val="0.7308391948241969"/>
        </c:manualLayout>
      </c:layout>
      <c:lineChart>
        <c:grouping val="standard"/>
        <c:varyColors val="0"/>
        <c:dLbls>
          <c:showLegendKey val="0"/>
          <c:showVal val="0"/>
          <c:showCatName val="0"/>
          <c:showSerName val="0"/>
          <c:showPercent val="0"/>
          <c:showBubbleSize val="0"/>
        </c:dLbls>
        <c:marker val="1"/>
        <c:smooth val="0"/>
        <c:axId val="1233973743"/>
        <c:axId val="1233968751"/>
        <c:extLst>
          <c:ext xmlns:c15="http://schemas.microsoft.com/office/drawing/2012/chart" uri="{02D57815-91ED-43cb-92C2-25804820EDAC}">
            <c15:filteredLineSeries>
              <c15:ser>
                <c:idx val="0"/>
                <c:order val="1"/>
                <c:tx>
                  <c:strRef>
                    <c:extLst>
                      <c:ext uri="{02D57815-91ED-43cb-92C2-25804820EDAC}">
                        <c15:formulaRef>
                          <c15:sqref>Sheet1!$B$1</c15:sqref>
                        </c15:formulaRef>
                      </c:ext>
                    </c:extLst>
                    <c:strCache>
                      <c:ptCount val="1"/>
                      <c:pt idx="0">
                        <c:v>Column1</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extLst>
                      <c:ext uri="{02D57815-91ED-43cb-92C2-25804820EDAC}">
                        <c15:formulaRef>
                          <c15:sqref>Sheet1!$A$2:$A$8</c15:sqref>
                        </c15:formulaRef>
                      </c:ext>
                    </c:extLst>
                    <c:strCache>
                      <c:ptCount val="5"/>
                      <c:pt idx="0">
                        <c:v>Q1'23</c:v>
                      </c:pt>
                      <c:pt idx="1">
                        <c:v>Q2'23</c:v>
                      </c:pt>
                      <c:pt idx="2">
                        <c:v>Q3'23</c:v>
                      </c:pt>
                      <c:pt idx="3">
                        <c:v>Q4'23</c:v>
                      </c:pt>
                      <c:pt idx="4">
                        <c:v>Q1'24</c:v>
                      </c:pt>
                    </c:strCache>
                  </c:strRef>
                </c:cat>
                <c:val>
                  <c:numRef>
                    <c:extLst>
                      <c:ext uri="{02D57815-91ED-43cb-92C2-25804820EDAC}">
                        <c15:formulaRef>
                          <c15:sqref>Sheet1!$B$2:$B$8</c15:sqref>
                        </c15:formulaRef>
                      </c:ext>
                    </c:extLst>
                    <c:numCache>
                      <c:formatCode>General</c:formatCode>
                      <c:ptCount val="5"/>
                    </c:numCache>
                  </c:numRef>
                </c:val>
                <c:smooth val="0"/>
                <c:extLst>
                  <c:ext xmlns:c16="http://schemas.microsoft.com/office/drawing/2014/chart" uri="{C3380CC4-5D6E-409C-BE32-E72D297353CC}">
                    <c16:uniqueId val="{00000002-1855-44C6-A44E-089B8F9C9ACB}"/>
                  </c:ext>
                </c:extLst>
              </c15:ser>
            </c15:filteredLineSeries>
          </c:ext>
        </c:extLst>
      </c:lineChart>
      <c:lineChart>
        <c:grouping val="standard"/>
        <c:varyColors val="0"/>
        <c:ser>
          <c:idx val="1"/>
          <c:order val="0"/>
          <c:tx>
            <c:strRef>
              <c:f>Sheet1!$C$1</c:f>
              <c:strCache>
                <c:ptCount val="1"/>
                <c:pt idx="0">
                  <c:v>Avg. Asking Net Rent</c:v>
                </c:pt>
              </c:strCache>
              <c:extLst xmlns:c15="http://schemas.microsoft.com/office/drawing/2012/chart"/>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Lbls>
            <c:dLbl>
              <c:idx val="4"/>
              <c:dLblPos val="t"/>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00-1855-44C6-A44E-089B8F9C9ACB}"/>
                </c:ext>
              </c:extLst>
            </c:dLbl>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accent2"/>
                    </a:solidFill>
                    <a:latin typeface="+mn-lt"/>
                    <a:ea typeface="+mn-ea"/>
                    <a:cs typeface="+mn-cs"/>
                  </a:defRPr>
                </a:pPr>
                <a:endParaRPr lang="en-US"/>
              </a:p>
            </c:txPr>
            <c:dLblPos val="t"/>
            <c:showLegendKey val="0"/>
            <c:showVal val="0"/>
            <c:showCatName val="0"/>
            <c:showSerName val="0"/>
            <c:showPercent val="0"/>
            <c:showBubbleSize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5"/>
                <c:pt idx="0">
                  <c:v>Q1'23</c:v>
                </c:pt>
                <c:pt idx="1">
                  <c:v>Q2'23</c:v>
                </c:pt>
                <c:pt idx="2">
                  <c:v>Q3'23</c:v>
                </c:pt>
                <c:pt idx="3">
                  <c:v>Q4'23</c:v>
                </c:pt>
                <c:pt idx="4">
                  <c:v>Q1'24</c:v>
                </c:pt>
              </c:strCache>
              <c:extLst xmlns:c15="http://schemas.microsoft.com/office/drawing/2012/chart"/>
            </c:strRef>
          </c:cat>
          <c:val>
            <c:numRef>
              <c:f>Sheet1!$C$2:$C$8</c:f>
              <c:numCache>
                <c:formatCode>"$"#,##0.00;[Red]\-"$"#,##0.00</c:formatCode>
                <c:ptCount val="5"/>
                <c:pt idx="0">
                  <c:v>20.39</c:v>
                </c:pt>
                <c:pt idx="1">
                  <c:v>20.79</c:v>
                </c:pt>
                <c:pt idx="2">
                  <c:v>21.08</c:v>
                </c:pt>
                <c:pt idx="3">
                  <c:v>21.27</c:v>
                </c:pt>
                <c:pt idx="4" formatCode="&quot;$&quot;#,##0.00_);[Red]\(&quot;$&quot;#,##0.00\)">
                  <c:v>21.13</c:v>
                </c:pt>
              </c:numCache>
              <c:extLst xmlns:c15="http://schemas.microsoft.com/office/drawing/2012/chart"/>
            </c:numRef>
          </c:val>
          <c:smooth val="0"/>
          <c:extLst xmlns:c15="http://schemas.microsoft.com/office/drawing/2012/chart">
            <c:ext xmlns:c16="http://schemas.microsoft.com/office/drawing/2014/chart" uri="{C3380CC4-5D6E-409C-BE32-E72D297353CC}">
              <c16:uniqueId val="{00000001-1855-44C6-A44E-089B8F9C9ACB}"/>
            </c:ext>
          </c:extLst>
        </c:ser>
        <c:dLbls>
          <c:showLegendKey val="0"/>
          <c:showVal val="0"/>
          <c:showCatName val="0"/>
          <c:showSerName val="0"/>
          <c:showPercent val="0"/>
          <c:showBubbleSize val="0"/>
        </c:dLbls>
        <c:marker val="1"/>
        <c:smooth val="0"/>
        <c:axId val="2121039632"/>
        <c:axId val="2121035040"/>
        <c:extLst/>
      </c:lineChart>
      <c:catAx>
        <c:axId val="1233973743"/>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800" b="0" i="0" u="none" strike="noStrike" kern="1200" baseline="0">
                <a:solidFill>
                  <a:schemeClr val="tx1"/>
                </a:solidFill>
                <a:latin typeface="+mn-lt"/>
                <a:ea typeface="+mn-ea"/>
                <a:cs typeface="+mn-cs"/>
              </a:defRPr>
            </a:pPr>
            <a:endParaRPr lang="en-US"/>
          </a:p>
        </c:txPr>
        <c:crossAx val="1233968751"/>
        <c:crosses val="autoZero"/>
        <c:auto val="1"/>
        <c:lblAlgn val="ctr"/>
        <c:lblOffset val="100"/>
        <c:noMultiLvlLbl val="0"/>
      </c:catAx>
      <c:valAx>
        <c:axId val="1233968751"/>
        <c:scaling>
          <c:orientation val="minMax"/>
          <c:max val="23"/>
          <c:min val="20"/>
        </c:scaling>
        <c:delete val="0"/>
        <c:axPos val="l"/>
        <c:majorGridlines>
          <c:spPr>
            <a:ln w="9525" cap="flat" cmpd="sng" algn="ctr">
              <a:solidFill>
                <a:schemeClr val="tx1">
                  <a:lumMod val="15000"/>
                  <a:lumOff val="85000"/>
                </a:schemeClr>
              </a:solidFill>
              <a:round/>
            </a:ln>
            <a:effectLst/>
          </c:spPr>
        </c:majorGridlines>
        <c:numFmt formatCode="&quot;$&quot;#,##0" sourceLinked="0"/>
        <c:majorTickMark val="none"/>
        <c:minorTickMark val="none"/>
        <c:tickLblPos val="nextTo"/>
        <c:spPr>
          <a:noFill/>
          <a:ln>
            <a:noFill/>
          </a:ln>
          <a:effectLst/>
        </c:spPr>
        <c:txPr>
          <a:bodyPr rot="0" spcFirstLastPara="1" vertOverflow="ellipsis" wrap="square" anchor="ctr" anchorCtr="1"/>
          <a:lstStyle/>
          <a:p>
            <a:pPr>
              <a:defRPr sz="800" b="0" i="0" u="none" strike="noStrike" kern="1200" baseline="0">
                <a:solidFill>
                  <a:schemeClr val="tx1"/>
                </a:solidFill>
                <a:latin typeface="+mn-lt"/>
                <a:ea typeface="+mn-ea"/>
                <a:cs typeface="+mn-cs"/>
              </a:defRPr>
            </a:pPr>
            <a:endParaRPr lang="en-US"/>
          </a:p>
        </c:txPr>
        <c:crossAx val="1233973743"/>
        <c:crosses val="autoZero"/>
        <c:crossBetween val="between"/>
        <c:majorUnit val="1"/>
      </c:valAx>
      <c:valAx>
        <c:axId val="2121035040"/>
        <c:scaling>
          <c:orientation val="minMax"/>
          <c:max val="15"/>
          <c:min val="11"/>
        </c:scaling>
        <c:delete val="1"/>
        <c:axPos val="r"/>
        <c:numFmt formatCode="&quot;$&quot;#,##0" sourceLinked="0"/>
        <c:majorTickMark val="none"/>
        <c:minorTickMark val="none"/>
        <c:tickLblPos val="nextTo"/>
        <c:crossAx val="2121039632"/>
        <c:crosses val="max"/>
        <c:crossBetween val="between"/>
        <c:majorUnit val="1"/>
      </c:valAx>
      <c:catAx>
        <c:axId val="2121039632"/>
        <c:scaling>
          <c:orientation val="minMax"/>
        </c:scaling>
        <c:delete val="1"/>
        <c:axPos val="b"/>
        <c:numFmt formatCode="General" sourceLinked="1"/>
        <c:majorTickMark val="none"/>
        <c:minorTickMark val="none"/>
        <c:tickLblPos val="nextTo"/>
        <c:crossAx val="2121035040"/>
        <c:crosses val="autoZero"/>
        <c:auto val="1"/>
        <c:lblAlgn val="ctr"/>
        <c:lblOffset val="100"/>
        <c:noMultiLvlLbl val="0"/>
      </c:catAx>
      <c:spPr>
        <a:noFill/>
        <a:ln>
          <a:noFill/>
        </a:ln>
        <a:effectLst/>
      </c:spPr>
    </c:plotArea>
    <c:plotVisOnly val="1"/>
    <c:dispBlanksAs val="gap"/>
    <c:showDLblsOverMax val="0"/>
  </c:chart>
  <c:spPr>
    <a:noFill/>
    <a:ln>
      <a:noFill/>
    </a:ln>
    <a:effectLst/>
  </c:spPr>
  <c:txPr>
    <a:bodyPr/>
    <a:lstStyle/>
    <a:p>
      <a:pPr>
        <a:defRPr sz="800"/>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758228037756581"/>
          <c:y val="9.3914456054688511E-2"/>
          <c:w val="0.81052679272990324"/>
          <c:h val="0.7308391948241969"/>
        </c:manualLayout>
      </c:layout>
      <c:lineChart>
        <c:grouping val="standard"/>
        <c:varyColors val="0"/>
        <c:ser>
          <c:idx val="0"/>
          <c:order val="1"/>
          <c:tx>
            <c:strRef>
              <c:f>Sheet1!$B$1</c:f>
              <c:strCache>
                <c:ptCount val="1"/>
                <c:pt idx="0">
                  <c:v>Vacancy Rate</c:v>
                </c:pt>
              </c:strCache>
            </c:strRef>
          </c:tx>
          <c:spPr>
            <a:ln w="28575" cap="rnd">
              <a:solidFill>
                <a:schemeClr val="tx2"/>
              </a:solidFill>
              <a:round/>
            </a:ln>
            <a:effectLst/>
          </c:spPr>
          <c:marker>
            <c:symbol val="circle"/>
            <c:size val="5"/>
            <c:spPr>
              <a:solidFill>
                <a:schemeClr val="tx2"/>
              </a:solidFill>
              <a:ln w="9525">
                <a:solidFill>
                  <a:schemeClr val="tx2"/>
                </a:solidFill>
              </a:ln>
              <a:effectLst/>
            </c:spPr>
          </c:marker>
          <c:dLbls>
            <c:dLbl>
              <c:idx val="4"/>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CFC-4311-9B27-6A33B297860F}"/>
                </c:ext>
              </c:extLst>
            </c:dLbl>
            <c:numFmt formatCode="0.0%" sourceLinked="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5"/>
                <c:pt idx="0">
                  <c:v>Q1'23</c:v>
                </c:pt>
                <c:pt idx="1">
                  <c:v>Q2'23</c:v>
                </c:pt>
                <c:pt idx="2">
                  <c:v>Q3'23</c:v>
                </c:pt>
                <c:pt idx="3">
                  <c:v>Q4'23</c:v>
                </c:pt>
                <c:pt idx="4">
                  <c:v>Q1'24</c:v>
                </c:pt>
              </c:strCache>
            </c:strRef>
          </c:cat>
          <c:val>
            <c:numRef>
              <c:f>Sheet1!$B$2:$B$8</c:f>
              <c:numCache>
                <c:formatCode>0.0%</c:formatCode>
                <c:ptCount val="5"/>
                <c:pt idx="0">
                  <c:v>0.13300000000000001</c:v>
                </c:pt>
                <c:pt idx="1">
                  <c:v>0.13400000000000001</c:v>
                </c:pt>
                <c:pt idx="2">
                  <c:v>0.14099999999999999</c:v>
                </c:pt>
                <c:pt idx="3">
                  <c:v>0.14099999999999999</c:v>
                </c:pt>
                <c:pt idx="4">
                  <c:v>0.14399999999999999</c:v>
                </c:pt>
              </c:numCache>
            </c:numRef>
          </c:val>
          <c:smooth val="0"/>
          <c:extLst>
            <c:ext xmlns:c16="http://schemas.microsoft.com/office/drawing/2014/chart" uri="{C3380CC4-5D6E-409C-BE32-E72D297353CC}">
              <c16:uniqueId val="{00000001-CCFC-4311-9B27-6A33B297860F}"/>
            </c:ext>
          </c:extLst>
        </c:ser>
        <c:dLbls>
          <c:showLegendKey val="0"/>
          <c:showVal val="0"/>
          <c:showCatName val="0"/>
          <c:showSerName val="0"/>
          <c:showPercent val="0"/>
          <c:showBubbleSize val="0"/>
        </c:dLbls>
        <c:marker val="1"/>
        <c:smooth val="0"/>
        <c:axId val="1233973743"/>
        <c:axId val="1233968751"/>
      </c:lineChart>
      <c:lineChart>
        <c:grouping val="standard"/>
        <c:varyColors val="0"/>
        <c:dLbls>
          <c:showLegendKey val="0"/>
          <c:showVal val="0"/>
          <c:showCatName val="0"/>
          <c:showSerName val="0"/>
          <c:showPercent val="0"/>
          <c:showBubbleSize val="0"/>
        </c:dLbls>
        <c:marker val="1"/>
        <c:smooth val="0"/>
        <c:axId val="2121039632"/>
        <c:axId val="2121035040"/>
        <c:extLst>
          <c:ext xmlns:c15="http://schemas.microsoft.com/office/drawing/2012/chart" uri="{02D57815-91ED-43cb-92C2-25804820EDAC}">
            <c15:filteredLineSeries>
              <c15:ser>
                <c:idx val="1"/>
                <c:order val="0"/>
                <c:tx>
                  <c:strRef>
                    <c:extLst>
                      <c:ext uri="{02D57815-91ED-43cb-92C2-25804820EDAC}">
                        <c15:formulaRef>
                          <c15:sqref>Sheet1!$C$1</c15:sqref>
                        </c15:formulaRef>
                      </c:ext>
                    </c:extLst>
                    <c:strCache>
                      <c:ptCount val="1"/>
                      <c:pt idx="0">
                        <c:v>Column1</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Lbls>
                  <c:dLbl>
                    <c:idx val="4"/>
                    <c:dLblPos val="t"/>
                    <c:showLegendKey val="0"/>
                    <c:showVal val="1"/>
                    <c:showCatName val="0"/>
                    <c:showSerName val="0"/>
                    <c:showPercent val="0"/>
                    <c:showBubbleSize val="0"/>
                    <c:extLst>
                      <c:ext uri="{CE6537A1-D6FC-4f65-9D91-7224C49458BB}"/>
                      <c:ext xmlns:c16="http://schemas.microsoft.com/office/drawing/2014/chart" uri="{C3380CC4-5D6E-409C-BE32-E72D297353CC}">
                        <c16:uniqueId val="{00000002-CCFC-4311-9B27-6A33B297860F}"/>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mn-lt"/>
                          <a:ea typeface="+mn-ea"/>
                          <a:cs typeface="+mn-cs"/>
                        </a:defRPr>
                      </a:pPr>
                      <a:endParaRPr lang="en-US"/>
                    </a:p>
                  </c:txPr>
                  <c:dLblPos val="t"/>
                  <c:showLegendKey val="0"/>
                  <c:showVal val="0"/>
                  <c:showCatName val="0"/>
                  <c:showSerName val="0"/>
                  <c:showPercent val="0"/>
                  <c:showBubbleSize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c:ext uri="{02D57815-91ED-43cb-92C2-25804820EDAC}">
                        <c15:formulaRef>
                          <c15:sqref>Sheet1!$A$2:$A$8</c15:sqref>
                        </c15:formulaRef>
                      </c:ext>
                    </c:extLst>
                    <c:strCache>
                      <c:ptCount val="5"/>
                      <c:pt idx="0">
                        <c:v>Q1'23</c:v>
                      </c:pt>
                      <c:pt idx="1">
                        <c:v>Q2'23</c:v>
                      </c:pt>
                      <c:pt idx="2">
                        <c:v>Q3'23</c:v>
                      </c:pt>
                      <c:pt idx="3">
                        <c:v>Q4'23</c:v>
                      </c:pt>
                      <c:pt idx="4">
                        <c:v>Q1'24</c:v>
                      </c:pt>
                    </c:strCache>
                  </c:strRef>
                </c:cat>
                <c:val>
                  <c:numRef>
                    <c:extLst>
                      <c:ext uri="{02D57815-91ED-43cb-92C2-25804820EDAC}">
                        <c15:formulaRef>
                          <c15:sqref>Sheet1!$C$2:$C$8</c15:sqref>
                        </c15:formulaRef>
                      </c:ext>
                    </c:extLst>
                    <c:numCache>
                      <c:formatCode>General</c:formatCode>
                      <c:ptCount val="5"/>
                    </c:numCache>
                  </c:numRef>
                </c:val>
                <c:smooth val="0"/>
                <c:extLst>
                  <c:ext xmlns:c16="http://schemas.microsoft.com/office/drawing/2014/chart" uri="{C3380CC4-5D6E-409C-BE32-E72D297353CC}">
                    <c16:uniqueId val="{00000003-CCFC-4311-9B27-6A33B297860F}"/>
                  </c:ext>
                </c:extLst>
              </c15:ser>
            </c15:filteredLineSeries>
          </c:ext>
        </c:extLst>
      </c:lineChart>
      <c:catAx>
        <c:axId val="1233973743"/>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800" b="0" i="0" u="none" strike="noStrike" kern="1200" baseline="0">
                <a:solidFill>
                  <a:schemeClr val="tx1"/>
                </a:solidFill>
                <a:latin typeface="+mn-lt"/>
                <a:ea typeface="+mn-ea"/>
                <a:cs typeface="+mn-cs"/>
              </a:defRPr>
            </a:pPr>
            <a:endParaRPr lang="en-US"/>
          </a:p>
        </c:txPr>
        <c:crossAx val="1233968751"/>
        <c:crosses val="autoZero"/>
        <c:auto val="1"/>
        <c:lblAlgn val="ctr"/>
        <c:lblOffset val="100"/>
        <c:noMultiLvlLbl val="0"/>
      </c:catAx>
      <c:valAx>
        <c:axId val="1233968751"/>
        <c:scaling>
          <c:orientation val="minMax"/>
          <c:max val="0.15000000000000002"/>
          <c:min val="0.12000000000000001"/>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0" spcFirstLastPara="1" vertOverflow="ellipsis" wrap="square" anchor="ctr" anchorCtr="1"/>
          <a:lstStyle/>
          <a:p>
            <a:pPr>
              <a:defRPr sz="800" b="0" i="0" u="none" strike="noStrike" kern="1200" baseline="0">
                <a:solidFill>
                  <a:schemeClr val="tx1"/>
                </a:solidFill>
                <a:latin typeface="+mn-lt"/>
                <a:ea typeface="+mn-ea"/>
                <a:cs typeface="+mn-cs"/>
              </a:defRPr>
            </a:pPr>
            <a:endParaRPr lang="en-US"/>
          </a:p>
        </c:txPr>
        <c:crossAx val="1233973743"/>
        <c:crosses val="autoZero"/>
        <c:crossBetween val="between"/>
        <c:majorUnit val="1.0000000000000002E-2"/>
      </c:valAx>
      <c:valAx>
        <c:axId val="2121035040"/>
        <c:scaling>
          <c:orientation val="minMax"/>
          <c:max val="15"/>
          <c:min val="11"/>
        </c:scaling>
        <c:delete val="1"/>
        <c:axPos val="r"/>
        <c:numFmt formatCode="&quot;$&quot;#,##0" sourceLinked="0"/>
        <c:majorTickMark val="none"/>
        <c:minorTickMark val="none"/>
        <c:tickLblPos val="nextTo"/>
        <c:crossAx val="2121039632"/>
        <c:crosses val="max"/>
        <c:crossBetween val="between"/>
        <c:majorUnit val="1"/>
      </c:valAx>
      <c:catAx>
        <c:axId val="2121039632"/>
        <c:scaling>
          <c:orientation val="minMax"/>
        </c:scaling>
        <c:delete val="1"/>
        <c:axPos val="b"/>
        <c:numFmt formatCode="General" sourceLinked="1"/>
        <c:majorTickMark val="none"/>
        <c:minorTickMark val="none"/>
        <c:tickLblPos val="nextTo"/>
        <c:crossAx val="2121035040"/>
        <c:crosses val="autoZero"/>
        <c:auto val="1"/>
        <c:lblAlgn val="ctr"/>
        <c:lblOffset val="100"/>
        <c:noMultiLvlLbl val="0"/>
      </c:catAx>
      <c:spPr>
        <a:noFill/>
        <a:ln>
          <a:noFill/>
        </a:ln>
        <a:effectLst/>
      </c:spPr>
    </c:plotArea>
    <c:plotVisOnly val="1"/>
    <c:dispBlanksAs val="gap"/>
    <c:showDLblsOverMax val="0"/>
  </c:chart>
  <c:spPr>
    <a:noFill/>
    <a:ln>
      <a:noFill/>
    </a:ln>
    <a:effectLst/>
  </c:spPr>
  <c:txPr>
    <a:bodyPr/>
    <a:lstStyle/>
    <a:p>
      <a:pPr>
        <a:defRPr sz="800">
          <a:solidFill>
            <a:schemeClr val="tx1"/>
          </a:solidFill>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758228037756581"/>
          <c:y val="9.3914456054688511E-2"/>
          <c:w val="0.81052679272990324"/>
          <c:h val="0.7308391948241969"/>
        </c:manualLayout>
      </c:layout>
      <c:lineChart>
        <c:grouping val="standard"/>
        <c:varyColors val="0"/>
        <c:dLbls>
          <c:showLegendKey val="0"/>
          <c:showVal val="0"/>
          <c:showCatName val="0"/>
          <c:showSerName val="0"/>
          <c:showPercent val="0"/>
          <c:showBubbleSize val="0"/>
        </c:dLbls>
        <c:marker val="1"/>
        <c:smooth val="0"/>
        <c:axId val="1233973743"/>
        <c:axId val="1233968751"/>
        <c:extLst>
          <c:ext xmlns:c15="http://schemas.microsoft.com/office/drawing/2012/chart" uri="{02D57815-91ED-43cb-92C2-25804820EDAC}">
            <c15:filteredLineSeries>
              <c15:ser>
                <c:idx val="0"/>
                <c:order val="1"/>
                <c:tx>
                  <c:strRef>
                    <c:extLst>
                      <c:ext uri="{02D57815-91ED-43cb-92C2-25804820EDAC}">
                        <c15:formulaRef>
                          <c15:sqref>Sheet1!$B$1</c15:sqref>
                        </c15:formulaRef>
                      </c:ext>
                    </c:extLst>
                    <c:strCache>
                      <c:ptCount val="1"/>
                      <c:pt idx="0">
                        <c:v>Column1</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extLst>
                      <c:ext uri="{02D57815-91ED-43cb-92C2-25804820EDAC}">
                        <c15:formulaRef>
                          <c15:sqref>Sheet1!$A$2:$A$8</c15:sqref>
                        </c15:formulaRef>
                      </c:ext>
                    </c:extLst>
                    <c:strCache>
                      <c:ptCount val="5"/>
                      <c:pt idx="0">
                        <c:v>Q1'23</c:v>
                      </c:pt>
                      <c:pt idx="1">
                        <c:v>Q2'23</c:v>
                      </c:pt>
                      <c:pt idx="2">
                        <c:v>Q3'23</c:v>
                      </c:pt>
                      <c:pt idx="3">
                        <c:v>Q4'23</c:v>
                      </c:pt>
                      <c:pt idx="4">
                        <c:v>Q1'24</c:v>
                      </c:pt>
                    </c:strCache>
                  </c:strRef>
                </c:cat>
                <c:val>
                  <c:numRef>
                    <c:extLst>
                      <c:ext uri="{02D57815-91ED-43cb-92C2-25804820EDAC}">
                        <c15:formulaRef>
                          <c15:sqref>Sheet1!$B$2:$B$8</c15:sqref>
                        </c15:formulaRef>
                      </c:ext>
                    </c:extLst>
                    <c:numCache>
                      <c:formatCode>General</c:formatCode>
                      <c:ptCount val="5"/>
                    </c:numCache>
                  </c:numRef>
                </c:val>
                <c:smooth val="0"/>
                <c:extLst>
                  <c:ext xmlns:c16="http://schemas.microsoft.com/office/drawing/2014/chart" uri="{C3380CC4-5D6E-409C-BE32-E72D297353CC}">
                    <c16:uniqueId val="{00000002-1855-44C6-A44E-089B8F9C9ACB}"/>
                  </c:ext>
                </c:extLst>
              </c15:ser>
            </c15:filteredLineSeries>
          </c:ext>
        </c:extLst>
      </c:lineChart>
      <c:lineChart>
        <c:grouping val="standard"/>
        <c:varyColors val="0"/>
        <c:ser>
          <c:idx val="1"/>
          <c:order val="0"/>
          <c:tx>
            <c:strRef>
              <c:f>Sheet1!$C$1</c:f>
              <c:strCache>
                <c:ptCount val="1"/>
                <c:pt idx="0">
                  <c:v>Avg. Asking Net Rent</c:v>
                </c:pt>
              </c:strCache>
              <c:extLst xmlns:c15="http://schemas.microsoft.com/office/drawing/2012/chart"/>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Lbls>
            <c:dLbl>
              <c:idx val="4"/>
              <c:dLblPos val="t"/>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00-1855-44C6-A44E-089B8F9C9ACB}"/>
                </c:ext>
              </c:extLst>
            </c:dLbl>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accent2"/>
                    </a:solidFill>
                    <a:latin typeface="+mn-lt"/>
                    <a:ea typeface="+mn-ea"/>
                    <a:cs typeface="+mn-cs"/>
                  </a:defRPr>
                </a:pPr>
                <a:endParaRPr lang="en-US"/>
              </a:p>
            </c:txPr>
            <c:dLblPos val="t"/>
            <c:showLegendKey val="0"/>
            <c:showVal val="0"/>
            <c:showCatName val="0"/>
            <c:showSerName val="0"/>
            <c:showPercent val="0"/>
            <c:showBubbleSize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5"/>
                <c:pt idx="0">
                  <c:v>Q1'23</c:v>
                </c:pt>
                <c:pt idx="1">
                  <c:v>Q2'23</c:v>
                </c:pt>
                <c:pt idx="2">
                  <c:v>Q3'23</c:v>
                </c:pt>
                <c:pt idx="3">
                  <c:v>Q4'23</c:v>
                </c:pt>
                <c:pt idx="4">
                  <c:v>Q1'24</c:v>
                </c:pt>
              </c:strCache>
              <c:extLst xmlns:c15="http://schemas.microsoft.com/office/drawing/2012/chart"/>
            </c:strRef>
          </c:cat>
          <c:val>
            <c:numRef>
              <c:f>Sheet1!$C$2:$C$8</c:f>
              <c:numCache>
                <c:formatCode>"$"#,##0.00;[Red]\-"$"#,##0.00</c:formatCode>
                <c:ptCount val="5"/>
                <c:pt idx="0">
                  <c:v>20.39</c:v>
                </c:pt>
                <c:pt idx="1">
                  <c:v>20.79</c:v>
                </c:pt>
                <c:pt idx="2">
                  <c:v>21.08</c:v>
                </c:pt>
                <c:pt idx="3">
                  <c:v>21.27</c:v>
                </c:pt>
                <c:pt idx="4" formatCode="&quot;$&quot;#,##0.00_);[Red]\(&quot;$&quot;#,##0.00\)">
                  <c:v>21.13</c:v>
                </c:pt>
              </c:numCache>
              <c:extLst xmlns:c15="http://schemas.microsoft.com/office/drawing/2012/chart"/>
            </c:numRef>
          </c:val>
          <c:smooth val="0"/>
          <c:extLst xmlns:c15="http://schemas.microsoft.com/office/drawing/2012/chart">
            <c:ext xmlns:c16="http://schemas.microsoft.com/office/drawing/2014/chart" uri="{C3380CC4-5D6E-409C-BE32-E72D297353CC}">
              <c16:uniqueId val="{00000001-1855-44C6-A44E-089B8F9C9ACB}"/>
            </c:ext>
          </c:extLst>
        </c:ser>
        <c:dLbls>
          <c:showLegendKey val="0"/>
          <c:showVal val="0"/>
          <c:showCatName val="0"/>
          <c:showSerName val="0"/>
          <c:showPercent val="0"/>
          <c:showBubbleSize val="0"/>
        </c:dLbls>
        <c:marker val="1"/>
        <c:smooth val="0"/>
        <c:axId val="2121039632"/>
        <c:axId val="2121035040"/>
        <c:extLst/>
      </c:lineChart>
      <c:catAx>
        <c:axId val="1233973743"/>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800" b="0" i="0" u="none" strike="noStrike" kern="1200" baseline="0">
                <a:solidFill>
                  <a:schemeClr val="tx1"/>
                </a:solidFill>
                <a:latin typeface="+mn-lt"/>
                <a:ea typeface="+mn-ea"/>
                <a:cs typeface="+mn-cs"/>
              </a:defRPr>
            </a:pPr>
            <a:endParaRPr lang="en-US"/>
          </a:p>
        </c:txPr>
        <c:crossAx val="1233968751"/>
        <c:crosses val="autoZero"/>
        <c:auto val="1"/>
        <c:lblAlgn val="ctr"/>
        <c:lblOffset val="100"/>
        <c:noMultiLvlLbl val="0"/>
      </c:catAx>
      <c:valAx>
        <c:axId val="1233968751"/>
        <c:scaling>
          <c:orientation val="minMax"/>
          <c:max val="23"/>
          <c:min val="20"/>
        </c:scaling>
        <c:delete val="0"/>
        <c:axPos val="l"/>
        <c:majorGridlines>
          <c:spPr>
            <a:ln w="9525" cap="flat" cmpd="sng" algn="ctr">
              <a:solidFill>
                <a:schemeClr val="tx1">
                  <a:lumMod val="15000"/>
                  <a:lumOff val="85000"/>
                </a:schemeClr>
              </a:solidFill>
              <a:round/>
            </a:ln>
            <a:effectLst/>
          </c:spPr>
        </c:majorGridlines>
        <c:numFmt formatCode="&quot;$&quot;#,##0" sourceLinked="0"/>
        <c:majorTickMark val="none"/>
        <c:minorTickMark val="none"/>
        <c:tickLblPos val="nextTo"/>
        <c:spPr>
          <a:noFill/>
          <a:ln>
            <a:noFill/>
          </a:ln>
          <a:effectLst/>
        </c:spPr>
        <c:txPr>
          <a:bodyPr rot="0" spcFirstLastPara="1" vertOverflow="ellipsis" wrap="square" anchor="ctr" anchorCtr="1"/>
          <a:lstStyle/>
          <a:p>
            <a:pPr>
              <a:defRPr sz="800" b="0" i="0" u="none" strike="noStrike" kern="1200" baseline="0">
                <a:solidFill>
                  <a:schemeClr val="tx1"/>
                </a:solidFill>
                <a:latin typeface="+mn-lt"/>
                <a:ea typeface="+mn-ea"/>
                <a:cs typeface="+mn-cs"/>
              </a:defRPr>
            </a:pPr>
            <a:endParaRPr lang="en-US"/>
          </a:p>
        </c:txPr>
        <c:crossAx val="1233973743"/>
        <c:crosses val="autoZero"/>
        <c:crossBetween val="between"/>
        <c:majorUnit val="1"/>
      </c:valAx>
      <c:valAx>
        <c:axId val="2121035040"/>
        <c:scaling>
          <c:orientation val="minMax"/>
          <c:max val="15"/>
          <c:min val="11"/>
        </c:scaling>
        <c:delete val="1"/>
        <c:axPos val="r"/>
        <c:numFmt formatCode="&quot;$&quot;#,##0" sourceLinked="0"/>
        <c:majorTickMark val="none"/>
        <c:minorTickMark val="none"/>
        <c:tickLblPos val="nextTo"/>
        <c:crossAx val="2121039632"/>
        <c:crosses val="max"/>
        <c:crossBetween val="between"/>
        <c:majorUnit val="1"/>
      </c:valAx>
      <c:catAx>
        <c:axId val="2121039632"/>
        <c:scaling>
          <c:orientation val="minMax"/>
        </c:scaling>
        <c:delete val="1"/>
        <c:axPos val="b"/>
        <c:numFmt formatCode="General" sourceLinked="1"/>
        <c:majorTickMark val="none"/>
        <c:minorTickMark val="none"/>
        <c:tickLblPos val="nextTo"/>
        <c:crossAx val="2121035040"/>
        <c:crosses val="autoZero"/>
        <c:auto val="1"/>
        <c:lblAlgn val="ctr"/>
        <c:lblOffset val="100"/>
        <c:noMultiLvlLbl val="0"/>
      </c:catAx>
      <c:spPr>
        <a:noFill/>
        <a:ln>
          <a:noFill/>
        </a:ln>
        <a:effectLst/>
      </c:spPr>
    </c:plotArea>
    <c:plotVisOnly val="1"/>
    <c:dispBlanksAs val="gap"/>
    <c:showDLblsOverMax val="0"/>
  </c:chart>
  <c:spPr>
    <a:noFill/>
    <a:ln>
      <a:noFill/>
    </a:ln>
    <a:effectLst/>
  </c:spPr>
  <c:txPr>
    <a:bodyPr/>
    <a:lstStyle/>
    <a:p>
      <a:pPr>
        <a:defRPr sz="800"/>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758228037756581"/>
          <c:y val="9.3914456054688511E-2"/>
          <c:w val="0.81052679272990324"/>
          <c:h val="0.7308391948241969"/>
        </c:manualLayout>
      </c:layout>
      <c:lineChart>
        <c:grouping val="standard"/>
        <c:varyColors val="0"/>
        <c:ser>
          <c:idx val="0"/>
          <c:order val="1"/>
          <c:tx>
            <c:strRef>
              <c:f>Sheet1!$B$1</c:f>
              <c:strCache>
                <c:ptCount val="1"/>
                <c:pt idx="0">
                  <c:v>Vacancy Rate</c:v>
                </c:pt>
              </c:strCache>
            </c:strRef>
          </c:tx>
          <c:spPr>
            <a:ln w="28575" cap="rnd">
              <a:solidFill>
                <a:schemeClr val="tx2"/>
              </a:solidFill>
              <a:round/>
            </a:ln>
            <a:effectLst/>
          </c:spPr>
          <c:marker>
            <c:symbol val="circle"/>
            <c:size val="5"/>
            <c:spPr>
              <a:solidFill>
                <a:schemeClr val="tx2"/>
              </a:solidFill>
              <a:ln w="9525">
                <a:solidFill>
                  <a:schemeClr val="tx2"/>
                </a:solidFill>
              </a:ln>
              <a:effectLst/>
            </c:spPr>
          </c:marker>
          <c:dLbls>
            <c:dLbl>
              <c:idx val="4"/>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91B-4240-BD27-D5398079DC28}"/>
                </c:ext>
              </c:extLst>
            </c:dLbl>
            <c:numFmt formatCode="0.0%" sourceLinked="0"/>
            <c:spPr>
              <a:noFill/>
              <a:ln>
                <a:noFill/>
              </a:ln>
              <a:effectLst/>
            </c:spPr>
            <c:txPr>
              <a:bodyPr rot="0" spcFirstLastPara="1" vertOverflow="ellipsis" vert="horz" wrap="square" anchor="ctr" anchorCtr="1"/>
              <a:lstStyle/>
              <a:p>
                <a:pPr>
                  <a:defRPr sz="800" b="1" i="0" u="none" strike="noStrike" kern="1200" baseline="0">
                    <a:solidFill>
                      <a:schemeClr val="tx2"/>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5"/>
                <c:pt idx="0">
                  <c:v>Q1'23</c:v>
                </c:pt>
                <c:pt idx="1">
                  <c:v>Q2'23</c:v>
                </c:pt>
                <c:pt idx="2">
                  <c:v>Q3'23</c:v>
                </c:pt>
                <c:pt idx="3">
                  <c:v>Q4'23</c:v>
                </c:pt>
                <c:pt idx="4">
                  <c:v>Q1'24</c:v>
                </c:pt>
              </c:strCache>
            </c:strRef>
          </c:cat>
          <c:val>
            <c:numRef>
              <c:f>Sheet1!$B$2:$B$8</c:f>
              <c:numCache>
                <c:formatCode>0.0%</c:formatCode>
                <c:ptCount val="5"/>
                <c:pt idx="0">
                  <c:v>0.13300000000000001</c:v>
                </c:pt>
                <c:pt idx="1">
                  <c:v>0.13400000000000001</c:v>
                </c:pt>
                <c:pt idx="2">
                  <c:v>0.14099999999999999</c:v>
                </c:pt>
                <c:pt idx="3">
                  <c:v>0.14099999999999999</c:v>
                </c:pt>
                <c:pt idx="4">
                  <c:v>0.14399999999999999</c:v>
                </c:pt>
              </c:numCache>
            </c:numRef>
          </c:val>
          <c:smooth val="0"/>
          <c:extLst>
            <c:ext xmlns:c16="http://schemas.microsoft.com/office/drawing/2014/chart" uri="{C3380CC4-5D6E-409C-BE32-E72D297353CC}">
              <c16:uniqueId val="{00000001-B91B-4240-BD27-D5398079DC28}"/>
            </c:ext>
          </c:extLst>
        </c:ser>
        <c:dLbls>
          <c:showLegendKey val="0"/>
          <c:showVal val="0"/>
          <c:showCatName val="0"/>
          <c:showSerName val="0"/>
          <c:showPercent val="0"/>
          <c:showBubbleSize val="0"/>
        </c:dLbls>
        <c:marker val="1"/>
        <c:smooth val="0"/>
        <c:axId val="1233973743"/>
        <c:axId val="1233968751"/>
      </c:lineChart>
      <c:lineChart>
        <c:grouping val="standard"/>
        <c:varyColors val="0"/>
        <c:dLbls>
          <c:showLegendKey val="0"/>
          <c:showVal val="0"/>
          <c:showCatName val="0"/>
          <c:showSerName val="0"/>
          <c:showPercent val="0"/>
          <c:showBubbleSize val="0"/>
        </c:dLbls>
        <c:marker val="1"/>
        <c:smooth val="0"/>
        <c:axId val="2121039632"/>
        <c:axId val="2121035040"/>
        <c:extLst>
          <c:ext xmlns:c15="http://schemas.microsoft.com/office/drawing/2012/chart" uri="{02D57815-91ED-43cb-92C2-25804820EDAC}">
            <c15:filteredLineSeries>
              <c15:ser>
                <c:idx val="1"/>
                <c:order val="0"/>
                <c:tx>
                  <c:strRef>
                    <c:extLst>
                      <c:ext uri="{02D57815-91ED-43cb-92C2-25804820EDAC}">
                        <c15:formulaRef>
                          <c15:sqref>Sheet1!$C$1</c15:sqref>
                        </c15:formulaRef>
                      </c:ext>
                    </c:extLst>
                    <c:strCache>
                      <c:ptCount val="1"/>
                      <c:pt idx="0">
                        <c:v>Column1</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Lbls>
                  <c:dLbl>
                    <c:idx val="4"/>
                    <c:dLblPos val="t"/>
                    <c:showLegendKey val="0"/>
                    <c:showVal val="1"/>
                    <c:showCatName val="0"/>
                    <c:showSerName val="0"/>
                    <c:showPercent val="0"/>
                    <c:showBubbleSize val="0"/>
                    <c:extLst>
                      <c:ext uri="{CE6537A1-D6FC-4f65-9D91-7224C49458BB}"/>
                      <c:ext xmlns:c16="http://schemas.microsoft.com/office/drawing/2014/chart" uri="{C3380CC4-5D6E-409C-BE32-E72D297353CC}">
                        <c16:uniqueId val="{00000002-B91B-4240-BD27-D5398079DC28}"/>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c:ext uri="{02D57815-91ED-43cb-92C2-25804820EDAC}">
                        <c15:formulaRef>
                          <c15:sqref>Sheet1!$A$2:$A$8</c15:sqref>
                        </c15:formulaRef>
                      </c:ext>
                    </c:extLst>
                    <c:strCache>
                      <c:ptCount val="5"/>
                      <c:pt idx="0">
                        <c:v>Q1'23</c:v>
                      </c:pt>
                      <c:pt idx="1">
                        <c:v>Q2'23</c:v>
                      </c:pt>
                      <c:pt idx="2">
                        <c:v>Q3'23</c:v>
                      </c:pt>
                      <c:pt idx="3">
                        <c:v>Q4'23</c:v>
                      </c:pt>
                      <c:pt idx="4">
                        <c:v>Q1'24</c:v>
                      </c:pt>
                    </c:strCache>
                  </c:strRef>
                </c:cat>
                <c:val>
                  <c:numRef>
                    <c:extLst>
                      <c:ext uri="{02D57815-91ED-43cb-92C2-25804820EDAC}">
                        <c15:formulaRef>
                          <c15:sqref>Sheet1!$C$2:$C$8</c15:sqref>
                        </c15:formulaRef>
                      </c:ext>
                    </c:extLst>
                    <c:numCache>
                      <c:formatCode>General</c:formatCode>
                      <c:ptCount val="5"/>
                    </c:numCache>
                  </c:numRef>
                </c:val>
                <c:smooth val="0"/>
                <c:extLst>
                  <c:ext xmlns:c16="http://schemas.microsoft.com/office/drawing/2014/chart" uri="{C3380CC4-5D6E-409C-BE32-E72D297353CC}">
                    <c16:uniqueId val="{00000003-B91B-4240-BD27-D5398079DC28}"/>
                  </c:ext>
                </c:extLst>
              </c15:ser>
            </c15:filteredLineSeries>
          </c:ext>
        </c:extLst>
      </c:lineChart>
      <c:catAx>
        <c:axId val="1233973743"/>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800" b="0" i="0" u="none" strike="noStrike" kern="1200" baseline="0">
                <a:solidFill>
                  <a:schemeClr val="tx1"/>
                </a:solidFill>
                <a:latin typeface="+mn-lt"/>
                <a:ea typeface="+mn-ea"/>
                <a:cs typeface="+mn-cs"/>
              </a:defRPr>
            </a:pPr>
            <a:endParaRPr lang="en-US"/>
          </a:p>
        </c:txPr>
        <c:crossAx val="1233968751"/>
        <c:crosses val="autoZero"/>
        <c:auto val="1"/>
        <c:lblAlgn val="ctr"/>
        <c:lblOffset val="100"/>
        <c:noMultiLvlLbl val="0"/>
      </c:catAx>
      <c:valAx>
        <c:axId val="1233968751"/>
        <c:scaling>
          <c:orientation val="minMax"/>
          <c:max val="0.15000000000000002"/>
          <c:min val="0.12000000000000001"/>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0" spcFirstLastPara="1" vertOverflow="ellipsis" wrap="square" anchor="ctr" anchorCtr="1"/>
          <a:lstStyle/>
          <a:p>
            <a:pPr>
              <a:defRPr sz="800" b="0" i="0" u="none" strike="noStrike" kern="1200" baseline="0">
                <a:solidFill>
                  <a:schemeClr val="tx1"/>
                </a:solidFill>
                <a:latin typeface="+mn-lt"/>
                <a:ea typeface="+mn-ea"/>
                <a:cs typeface="+mn-cs"/>
              </a:defRPr>
            </a:pPr>
            <a:endParaRPr lang="en-US"/>
          </a:p>
        </c:txPr>
        <c:crossAx val="1233973743"/>
        <c:crosses val="autoZero"/>
        <c:crossBetween val="between"/>
        <c:majorUnit val="1.0000000000000002E-2"/>
      </c:valAx>
      <c:valAx>
        <c:axId val="2121035040"/>
        <c:scaling>
          <c:orientation val="minMax"/>
          <c:max val="15"/>
          <c:min val="11"/>
        </c:scaling>
        <c:delete val="1"/>
        <c:axPos val="r"/>
        <c:numFmt formatCode="&quot;$&quot;#,##0" sourceLinked="0"/>
        <c:majorTickMark val="none"/>
        <c:minorTickMark val="none"/>
        <c:tickLblPos val="nextTo"/>
        <c:crossAx val="2121039632"/>
        <c:crosses val="max"/>
        <c:crossBetween val="between"/>
        <c:majorUnit val="1"/>
      </c:valAx>
      <c:catAx>
        <c:axId val="2121039632"/>
        <c:scaling>
          <c:orientation val="minMax"/>
        </c:scaling>
        <c:delete val="1"/>
        <c:axPos val="b"/>
        <c:numFmt formatCode="General" sourceLinked="1"/>
        <c:majorTickMark val="none"/>
        <c:minorTickMark val="none"/>
        <c:tickLblPos val="nextTo"/>
        <c:crossAx val="2121035040"/>
        <c:crosses val="autoZero"/>
        <c:auto val="1"/>
        <c:lblAlgn val="ctr"/>
        <c:lblOffset val="100"/>
        <c:noMultiLvlLbl val="0"/>
      </c:catAx>
      <c:spPr>
        <a:noFill/>
        <a:ln>
          <a:noFill/>
        </a:ln>
        <a:effectLst/>
      </c:spPr>
    </c:plotArea>
    <c:plotVisOnly val="1"/>
    <c:dispBlanksAs val="gap"/>
    <c:showDLblsOverMax val="0"/>
  </c:chart>
  <c:spPr>
    <a:noFill/>
    <a:ln>
      <a:noFill/>
    </a:ln>
    <a:effectLst/>
  </c:spPr>
  <c:txPr>
    <a:bodyPr/>
    <a:lstStyle/>
    <a:p>
      <a:pPr>
        <a:defRPr sz="800"/>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758228037756581"/>
          <c:y val="9.3914456054688511E-2"/>
          <c:w val="0.81052679272990324"/>
          <c:h val="0.7308391948241969"/>
        </c:manualLayout>
      </c:layout>
      <c:lineChart>
        <c:grouping val="standard"/>
        <c:varyColors val="0"/>
        <c:dLbls>
          <c:showLegendKey val="0"/>
          <c:showVal val="0"/>
          <c:showCatName val="0"/>
          <c:showSerName val="0"/>
          <c:showPercent val="0"/>
          <c:showBubbleSize val="0"/>
        </c:dLbls>
        <c:marker val="1"/>
        <c:smooth val="0"/>
        <c:axId val="1233973743"/>
        <c:axId val="1233968751"/>
        <c:extLst>
          <c:ext xmlns:c15="http://schemas.microsoft.com/office/drawing/2012/chart" uri="{02D57815-91ED-43cb-92C2-25804820EDAC}">
            <c15:filteredLineSeries>
              <c15:ser>
                <c:idx val="0"/>
                <c:order val="1"/>
                <c:tx>
                  <c:strRef>
                    <c:extLst>
                      <c:ext uri="{02D57815-91ED-43cb-92C2-25804820EDAC}">
                        <c15:formulaRef>
                          <c15:sqref>Sheet1!$B$1</c15:sqref>
                        </c15:formulaRef>
                      </c:ext>
                    </c:extLst>
                    <c:strCache>
                      <c:ptCount val="1"/>
                      <c:pt idx="0">
                        <c:v>Column1</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extLst>
                      <c:ext uri="{02D57815-91ED-43cb-92C2-25804820EDAC}">
                        <c15:formulaRef>
                          <c15:sqref>Sheet1!$A$2:$A$8</c15:sqref>
                        </c15:formulaRef>
                      </c:ext>
                    </c:extLst>
                    <c:strCache>
                      <c:ptCount val="5"/>
                      <c:pt idx="0">
                        <c:v>Q1'23</c:v>
                      </c:pt>
                      <c:pt idx="1">
                        <c:v>Q2'23</c:v>
                      </c:pt>
                      <c:pt idx="2">
                        <c:v>Q3'23</c:v>
                      </c:pt>
                      <c:pt idx="3">
                        <c:v>Q4'23</c:v>
                      </c:pt>
                      <c:pt idx="4">
                        <c:v>Q1'24</c:v>
                      </c:pt>
                    </c:strCache>
                  </c:strRef>
                </c:cat>
                <c:val>
                  <c:numRef>
                    <c:extLst>
                      <c:ext uri="{02D57815-91ED-43cb-92C2-25804820EDAC}">
                        <c15:formulaRef>
                          <c15:sqref>Sheet1!$B$2:$B$8</c15:sqref>
                        </c15:formulaRef>
                      </c:ext>
                    </c:extLst>
                    <c:numCache>
                      <c:formatCode>General</c:formatCode>
                      <c:ptCount val="5"/>
                    </c:numCache>
                  </c:numRef>
                </c:val>
                <c:smooth val="0"/>
                <c:extLst>
                  <c:ext xmlns:c16="http://schemas.microsoft.com/office/drawing/2014/chart" uri="{C3380CC4-5D6E-409C-BE32-E72D297353CC}">
                    <c16:uniqueId val="{00000002-0BA2-4250-850B-1876B175BE99}"/>
                  </c:ext>
                </c:extLst>
              </c15:ser>
            </c15:filteredLineSeries>
          </c:ext>
        </c:extLst>
      </c:lineChart>
      <c:lineChart>
        <c:grouping val="standard"/>
        <c:varyColors val="0"/>
        <c:ser>
          <c:idx val="1"/>
          <c:order val="0"/>
          <c:tx>
            <c:strRef>
              <c:f>Sheet1!$C$1</c:f>
              <c:strCache>
                <c:ptCount val="1"/>
                <c:pt idx="0">
                  <c:v>Avg. Asking Net Rent</c:v>
                </c:pt>
              </c:strCache>
              <c:extLst xmlns:c15="http://schemas.microsoft.com/office/drawing/2012/chart"/>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Lbls>
            <c:dLbl>
              <c:idx val="4"/>
              <c:dLblPos val="t"/>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00-0BA2-4250-850B-1876B175BE99}"/>
                </c:ext>
              </c:extLst>
            </c:dLbl>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accent2"/>
                    </a:solidFill>
                    <a:latin typeface="+mn-lt"/>
                    <a:ea typeface="+mn-ea"/>
                    <a:cs typeface="+mn-cs"/>
                  </a:defRPr>
                </a:pPr>
                <a:endParaRPr lang="en-US"/>
              </a:p>
            </c:txPr>
            <c:dLblPos val="t"/>
            <c:showLegendKey val="0"/>
            <c:showVal val="0"/>
            <c:showCatName val="0"/>
            <c:showSerName val="0"/>
            <c:showPercent val="0"/>
            <c:showBubbleSize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5"/>
                <c:pt idx="0">
                  <c:v>Q1'23</c:v>
                </c:pt>
                <c:pt idx="1">
                  <c:v>Q2'23</c:v>
                </c:pt>
                <c:pt idx="2">
                  <c:v>Q3'23</c:v>
                </c:pt>
                <c:pt idx="3">
                  <c:v>Q4'23</c:v>
                </c:pt>
                <c:pt idx="4">
                  <c:v>Q1'24</c:v>
                </c:pt>
              </c:strCache>
              <c:extLst xmlns:c15="http://schemas.microsoft.com/office/drawing/2012/chart"/>
            </c:strRef>
          </c:cat>
          <c:val>
            <c:numRef>
              <c:f>Sheet1!$C$2:$C$8</c:f>
              <c:numCache>
                <c:formatCode>"$"#,##0.00;[Red]\-"$"#,##0.00</c:formatCode>
                <c:ptCount val="5"/>
                <c:pt idx="0">
                  <c:v>20.39</c:v>
                </c:pt>
                <c:pt idx="1">
                  <c:v>20.79</c:v>
                </c:pt>
                <c:pt idx="2">
                  <c:v>21.08</c:v>
                </c:pt>
                <c:pt idx="3">
                  <c:v>21.27</c:v>
                </c:pt>
                <c:pt idx="4" formatCode="&quot;$&quot;#,##0.00_);[Red]\(&quot;$&quot;#,##0.00\)">
                  <c:v>21.13</c:v>
                </c:pt>
              </c:numCache>
              <c:extLst xmlns:c15="http://schemas.microsoft.com/office/drawing/2012/chart"/>
            </c:numRef>
          </c:val>
          <c:smooth val="0"/>
          <c:extLst xmlns:c15="http://schemas.microsoft.com/office/drawing/2012/chart">
            <c:ext xmlns:c16="http://schemas.microsoft.com/office/drawing/2014/chart" uri="{C3380CC4-5D6E-409C-BE32-E72D297353CC}">
              <c16:uniqueId val="{00000001-0BA2-4250-850B-1876B175BE99}"/>
            </c:ext>
          </c:extLst>
        </c:ser>
        <c:dLbls>
          <c:showLegendKey val="0"/>
          <c:showVal val="0"/>
          <c:showCatName val="0"/>
          <c:showSerName val="0"/>
          <c:showPercent val="0"/>
          <c:showBubbleSize val="0"/>
        </c:dLbls>
        <c:marker val="1"/>
        <c:smooth val="0"/>
        <c:axId val="2121039632"/>
        <c:axId val="2121035040"/>
        <c:extLst/>
      </c:lineChart>
      <c:catAx>
        <c:axId val="1233973743"/>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800" b="0" i="0" u="none" strike="noStrike" kern="1200" baseline="0">
                <a:solidFill>
                  <a:schemeClr val="tx1"/>
                </a:solidFill>
                <a:latin typeface="+mn-lt"/>
                <a:ea typeface="+mn-ea"/>
                <a:cs typeface="+mn-cs"/>
              </a:defRPr>
            </a:pPr>
            <a:endParaRPr lang="en-US"/>
          </a:p>
        </c:txPr>
        <c:crossAx val="1233968751"/>
        <c:crosses val="autoZero"/>
        <c:auto val="1"/>
        <c:lblAlgn val="ctr"/>
        <c:lblOffset val="100"/>
        <c:noMultiLvlLbl val="0"/>
      </c:catAx>
      <c:valAx>
        <c:axId val="1233968751"/>
        <c:scaling>
          <c:orientation val="minMax"/>
          <c:max val="23"/>
          <c:min val="20"/>
        </c:scaling>
        <c:delete val="0"/>
        <c:axPos val="l"/>
        <c:majorGridlines>
          <c:spPr>
            <a:ln w="9525" cap="flat" cmpd="sng" algn="ctr">
              <a:solidFill>
                <a:schemeClr val="tx1">
                  <a:lumMod val="15000"/>
                  <a:lumOff val="85000"/>
                </a:schemeClr>
              </a:solidFill>
              <a:round/>
            </a:ln>
            <a:effectLst/>
          </c:spPr>
        </c:majorGridlines>
        <c:numFmt formatCode="&quot;$&quot;#,##0" sourceLinked="0"/>
        <c:majorTickMark val="none"/>
        <c:minorTickMark val="none"/>
        <c:tickLblPos val="nextTo"/>
        <c:spPr>
          <a:noFill/>
          <a:ln>
            <a:noFill/>
          </a:ln>
          <a:effectLst/>
        </c:spPr>
        <c:txPr>
          <a:bodyPr rot="0" spcFirstLastPara="1" vertOverflow="ellipsis" wrap="square" anchor="ctr" anchorCtr="1"/>
          <a:lstStyle/>
          <a:p>
            <a:pPr>
              <a:defRPr sz="800" b="0" i="0" u="none" strike="noStrike" kern="1200" baseline="0">
                <a:solidFill>
                  <a:schemeClr val="tx1"/>
                </a:solidFill>
                <a:latin typeface="+mn-lt"/>
                <a:ea typeface="+mn-ea"/>
                <a:cs typeface="+mn-cs"/>
              </a:defRPr>
            </a:pPr>
            <a:endParaRPr lang="en-US"/>
          </a:p>
        </c:txPr>
        <c:crossAx val="1233973743"/>
        <c:crosses val="autoZero"/>
        <c:crossBetween val="between"/>
        <c:majorUnit val="1"/>
      </c:valAx>
      <c:valAx>
        <c:axId val="2121035040"/>
        <c:scaling>
          <c:orientation val="minMax"/>
          <c:max val="15"/>
          <c:min val="11"/>
        </c:scaling>
        <c:delete val="1"/>
        <c:axPos val="r"/>
        <c:numFmt formatCode="&quot;$&quot;#,##0" sourceLinked="0"/>
        <c:majorTickMark val="none"/>
        <c:minorTickMark val="none"/>
        <c:tickLblPos val="nextTo"/>
        <c:crossAx val="2121039632"/>
        <c:crosses val="max"/>
        <c:crossBetween val="between"/>
        <c:majorUnit val="1"/>
      </c:valAx>
      <c:catAx>
        <c:axId val="2121039632"/>
        <c:scaling>
          <c:orientation val="minMax"/>
        </c:scaling>
        <c:delete val="1"/>
        <c:axPos val="b"/>
        <c:numFmt formatCode="General" sourceLinked="1"/>
        <c:majorTickMark val="none"/>
        <c:minorTickMark val="none"/>
        <c:tickLblPos val="nextTo"/>
        <c:crossAx val="2121035040"/>
        <c:crosses val="autoZero"/>
        <c:auto val="1"/>
        <c:lblAlgn val="ctr"/>
        <c:lblOffset val="100"/>
        <c:noMultiLvlLbl val="0"/>
      </c:catAx>
      <c:spPr>
        <a:noFill/>
        <a:ln>
          <a:noFill/>
        </a:ln>
        <a:effectLst/>
      </c:spPr>
    </c:plotArea>
    <c:plotVisOnly val="1"/>
    <c:dispBlanksAs val="gap"/>
    <c:showDLblsOverMax val="0"/>
  </c:chart>
  <c:spPr>
    <a:noFill/>
    <a:ln>
      <a:noFill/>
    </a:ln>
    <a:effectLst/>
  </c:spPr>
  <c:txPr>
    <a:bodyPr/>
    <a:lstStyle/>
    <a:p>
      <a:pPr>
        <a:defRPr sz="8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5"/>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D8382C0-1D05-4229-918E-CDD7B7E48B4A}" type="slidenum">
              <a:rPr lang="en-GB" smtClean="0"/>
              <a:t>‹#›</a:t>
            </a:fld>
            <a:endParaRPr lang="en-GB"/>
          </a:p>
        </p:txBody>
      </p:sp>
      <p:sp>
        <p:nvSpPr>
          <p:cNvPr id="8" name="Date Placeholder 7"/>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3F6AEEE-E778-402E-8B8F-9A98AED26EB8}" type="datetimeFigureOut">
              <a:rPr lang="en-GB" smtClean="0"/>
              <a:t>27/04/2026</a:t>
            </a:fld>
            <a:endParaRPr lang="en-GB"/>
          </a:p>
        </p:txBody>
      </p:sp>
      <p:sp>
        <p:nvSpPr>
          <p:cNvPr id="9" name="Header Placeholder 8"/>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Tree>
    <p:extLst>
      <p:ext uri="{BB962C8B-B14F-4D97-AF65-F5344CB8AC3E}">
        <p14:creationId xmlns:p14="http://schemas.microsoft.com/office/powerpoint/2010/main" val="13947997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Notes Placeholder 7"/>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Date Placeholder 8"/>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000"/>
            </a:lvl1pPr>
          </a:lstStyle>
          <a:p>
            <a:fld id="{1386E511-D742-4EFE-90B5-C9FC42762E0F}" type="datetimeFigureOut">
              <a:rPr lang="en-GB" smtClean="0"/>
              <a:pPr/>
              <a:t>27/04/2026</a:t>
            </a:fld>
            <a:endParaRPr lang="en-GB"/>
          </a:p>
        </p:txBody>
      </p:sp>
      <p:sp>
        <p:nvSpPr>
          <p:cNvPr id="10" name="Slide Number Placeholder 9"/>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000"/>
            </a:lvl1pPr>
          </a:lstStyle>
          <a:p>
            <a:fld id="{A16CFAD1-D197-4A88-B173-A6412E995EE5}" type="slidenum">
              <a:rPr lang="en-GB" smtClean="0"/>
              <a:pPr/>
              <a:t>‹#›</a:t>
            </a:fld>
            <a:endParaRPr lang="en-GB"/>
          </a:p>
        </p:txBody>
      </p:sp>
      <p:sp>
        <p:nvSpPr>
          <p:cNvPr id="11" name="Footer Placeholder 10"/>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000"/>
            </a:lvl1pPr>
          </a:lstStyle>
          <a:p>
            <a:endParaRPr lang="en-GB"/>
          </a:p>
        </p:txBody>
      </p:sp>
      <p:sp>
        <p:nvSpPr>
          <p:cNvPr id="12" name="Slide Image Placeholder 11"/>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13" name="Header Placeholder 12"/>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000"/>
            </a:lvl1pPr>
          </a:lstStyle>
          <a:p>
            <a:endParaRPr lang="en-GB"/>
          </a:p>
        </p:txBody>
      </p:sp>
    </p:spTree>
    <p:extLst>
      <p:ext uri="{BB962C8B-B14F-4D97-AF65-F5344CB8AC3E}">
        <p14:creationId xmlns:p14="http://schemas.microsoft.com/office/powerpoint/2010/main" val="1200601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16CFAD1-D197-4A88-B173-A6412E995EE5}" type="slidenum">
              <a:rPr lang="en-GB" smtClean="0"/>
              <a:pPr/>
              <a:t>2</a:t>
            </a:fld>
            <a:endParaRPr lang="en-GB"/>
          </a:p>
        </p:txBody>
      </p:sp>
    </p:spTree>
    <p:extLst>
      <p:ext uri="{BB962C8B-B14F-4D97-AF65-F5344CB8AC3E}">
        <p14:creationId xmlns:p14="http://schemas.microsoft.com/office/powerpoint/2010/main" val="40805741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16CFAD1-D197-4A88-B173-A6412E995EE5}" type="slidenum">
              <a:rPr lang="en-GB" smtClean="0"/>
              <a:pPr/>
              <a:t>3</a:t>
            </a:fld>
            <a:endParaRPr lang="en-GB"/>
          </a:p>
        </p:txBody>
      </p:sp>
    </p:spTree>
    <p:extLst>
      <p:ext uri="{BB962C8B-B14F-4D97-AF65-F5344CB8AC3E}">
        <p14:creationId xmlns:p14="http://schemas.microsoft.com/office/powerpoint/2010/main" val="3877532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6CFAD1-D197-4A88-B173-A6412E995EE5}" type="slidenum">
              <a:rPr kumimoji="0" lang="en-GB" sz="10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0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7600408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16CFAD1-D197-4A88-B173-A6412E995EE5}" type="slidenum">
              <a:rPr lang="en-GB" smtClean="0"/>
              <a:pPr/>
              <a:t>7</a:t>
            </a:fld>
            <a:endParaRPr lang="en-GB"/>
          </a:p>
        </p:txBody>
      </p:sp>
    </p:spTree>
    <p:extLst>
      <p:ext uri="{BB962C8B-B14F-4D97-AF65-F5344CB8AC3E}">
        <p14:creationId xmlns:p14="http://schemas.microsoft.com/office/powerpoint/2010/main" val="32670447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16CFAD1-D197-4A88-B173-A6412E995EE5}" type="slidenum">
              <a:rPr lang="en-GB" smtClean="0"/>
              <a:pPr/>
              <a:t>8</a:t>
            </a:fld>
            <a:endParaRPr lang="en-GB"/>
          </a:p>
        </p:txBody>
      </p:sp>
    </p:spTree>
    <p:extLst>
      <p:ext uri="{BB962C8B-B14F-4D97-AF65-F5344CB8AC3E}">
        <p14:creationId xmlns:p14="http://schemas.microsoft.com/office/powerpoint/2010/main" val="2865225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16CFAD1-D197-4A88-B173-A6412E995EE5}" type="slidenum">
              <a:rPr lang="en-GB" smtClean="0"/>
              <a:pPr/>
              <a:t>12</a:t>
            </a:fld>
            <a:endParaRPr lang="en-GB"/>
          </a:p>
        </p:txBody>
      </p:sp>
    </p:spTree>
    <p:extLst>
      <p:ext uri="{BB962C8B-B14F-4D97-AF65-F5344CB8AC3E}">
        <p14:creationId xmlns:p14="http://schemas.microsoft.com/office/powerpoint/2010/main" val="13758445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16CFAD1-D197-4A88-B173-A6412E995EE5}" type="slidenum">
              <a:rPr lang="en-GB" smtClean="0"/>
              <a:pPr/>
              <a:t>13</a:t>
            </a:fld>
            <a:endParaRPr lang="en-GB"/>
          </a:p>
        </p:txBody>
      </p:sp>
    </p:spTree>
    <p:extLst>
      <p:ext uri="{BB962C8B-B14F-4D97-AF65-F5344CB8AC3E}">
        <p14:creationId xmlns:p14="http://schemas.microsoft.com/office/powerpoint/2010/main" val="38170625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16CFAD1-D197-4A88-B173-A6412E995EE5}" type="slidenum">
              <a:rPr lang="en-GB" smtClean="0"/>
              <a:pPr/>
              <a:t>15</a:t>
            </a:fld>
            <a:endParaRPr lang="en-GB"/>
          </a:p>
        </p:txBody>
      </p:sp>
    </p:spTree>
    <p:extLst>
      <p:ext uri="{BB962C8B-B14F-4D97-AF65-F5344CB8AC3E}">
        <p14:creationId xmlns:p14="http://schemas.microsoft.com/office/powerpoint/2010/main" val="12760982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16CFAD1-D197-4A88-B173-A6412E995EE5}" type="slidenum">
              <a:rPr lang="en-GB" smtClean="0"/>
              <a:pPr/>
              <a:t>16</a:t>
            </a:fld>
            <a:endParaRPr lang="en-GB"/>
          </a:p>
        </p:txBody>
      </p:sp>
    </p:spTree>
    <p:extLst>
      <p:ext uri="{BB962C8B-B14F-4D97-AF65-F5344CB8AC3E}">
        <p14:creationId xmlns:p14="http://schemas.microsoft.com/office/powerpoint/2010/main" val="12218100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16CFAD1-D197-4A88-B173-A6412E995EE5}" type="slidenum">
              <a:rPr lang="en-GB"/>
              <a:pPr/>
              <a:t>17</a:t>
            </a:fld>
            <a:endParaRPr lang="en-GB"/>
          </a:p>
        </p:txBody>
      </p:sp>
    </p:spTree>
    <p:extLst>
      <p:ext uri="{BB962C8B-B14F-4D97-AF65-F5344CB8AC3E}">
        <p14:creationId xmlns:p14="http://schemas.microsoft.com/office/powerpoint/2010/main" val="23761274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16CFAD1-D197-4A88-B173-A6412E995EE5}" type="slidenum">
              <a:rPr lang="en-GB"/>
              <a:pPr/>
              <a:t>18</a:t>
            </a:fld>
            <a:endParaRPr lang="en-GB"/>
          </a:p>
        </p:txBody>
      </p:sp>
    </p:spTree>
    <p:extLst>
      <p:ext uri="{BB962C8B-B14F-4D97-AF65-F5344CB8AC3E}">
        <p14:creationId xmlns:p14="http://schemas.microsoft.com/office/powerpoint/2010/main" val="17109302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A16CFAD1-D197-4A88-B173-A6412E995EE5}" type="slidenum">
              <a:rPr lang="en-GB"/>
              <a:pPr/>
              <a:t>19</a:t>
            </a:fld>
            <a:endParaRPr lang="en-GB"/>
          </a:p>
        </p:txBody>
      </p:sp>
    </p:spTree>
    <p:extLst>
      <p:ext uri="{BB962C8B-B14F-4D97-AF65-F5344CB8AC3E}">
        <p14:creationId xmlns:p14="http://schemas.microsoft.com/office/powerpoint/2010/main" val="23840382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US"/>
          </a:p>
        </p:txBody>
      </p:sp>
      <p:sp>
        <p:nvSpPr>
          <p:cNvPr id="4" name="Slide Number Placeholder 3"/>
          <p:cNvSpPr>
            <a:spLocks noGrp="1"/>
          </p:cNvSpPr>
          <p:nvPr>
            <p:ph type="sldNum" sz="quarter" idx="5"/>
          </p:nvPr>
        </p:nvSpPr>
        <p:spPr/>
        <p:txBody>
          <a:bodyPr/>
          <a:lstStyle/>
          <a:p>
            <a:fld id="{A16CFAD1-D197-4A88-B173-A6412E995EE5}" type="slidenum">
              <a:rPr lang="en-GB"/>
              <a:pPr/>
              <a:t>22</a:t>
            </a:fld>
            <a:endParaRPr lang="en-GB"/>
          </a:p>
        </p:txBody>
      </p:sp>
    </p:spTree>
    <p:extLst>
      <p:ext uri="{BB962C8B-B14F-4D97-AF65-F5344CB8AC3E}">
        <p14:creationId xmlns:p14="http://schemas.microsoft.com/office/powerpoint/2010/main" val="34628352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US"/>
          </a:p>
        </p:txBody>
      </p:sp>
      <p:sp>
        <p:nvSpPr>
          <p:cNvPr id="4" name="Slide Number Placeholder 3"/>
          <p:cNvSpPr>
            <a:spLocks noGrp="1"/>
          </p:cNvSpPr>
          <p:nvPr>
            <p:ph type="sldNum" sz="quarter" idx="5"/>
          </p:nvPr>
        </p:nvSpPr>
        <p:spPr/>
        <p:txBody>
          <a:bodyPr/>
          <a:lstStyle/>
          <a:p>
            <a:fld id="{A16CFAD1-D197-4A88-B173-A6412E995EE5}" type="slidenum">
              <a:rPr lang="en-GB"/>
              <a:pPr/>
              <a:t>23</a:t>
            </a:fld>
            <a:endParaRPr lang="en-GB"/>
          </a:p>
        </p:txBody>
      </p:sp>
    </p:spTree>
    <p:extLst>
      <p:ext uri="{BB962C8B-B14F-4D97-AF65-F5344CB8AC3E}">
        <p14:creationId xmlns:p14="http://schemas.microsoft.com/office/powerpoint/2010/main" val="17046487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A16CFAD1-D197-4A88-B173-A6412E995EE5}" type="slidenum">
              <a:rPr lang="en-GB" smtClean="0"/>
              <a:pPr/>
              <a:t>26</a:t>
            </a:fld>
            <a:endParaRPr lang="en-GB"/>
          </a:p>
        </p:txBody>
      </p:sp>
    </p:spTree>
    <p:extLst>
      <p:ext uri="{BB962C8B-B14F-4D97-AF65-F5344CB8AC3E}">
        <p14:creationId xmlns:p14="http://schemas.microsoft.com/office/powerpoint/2010/main" val="22847356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16CFAD1-D197-4A88-B173-A6412E995EE5}" type="slidenum">
              <a:rPr lang="en-GB"/>
              <a:pPr/>
              <a:t>30</a:t>
            </a:fld>
            <a:endParaRPr lang="en-GB"/>
          </a:p>
        </p:txBody>
      </p:sp>
    </p:spTree>
    <p:extLst>
      <p:ext uri="{BB962C8B-B14F-4D97-AF65-F5344CB8AC3E}">
        <p14:creationId xmlns:p14="http://schemas.microsoft.com/office/powerpoint/2010/main" val="32000010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A16CFAD1-D197-4A88-B173-A6412E995EE5}" type="slidenum">
              <a:rPr lang="en-GB" smtClean="0"/>
              <a:pPr/>
              <a:t>33</a:t>
            </a:fld>
            <a:endParaRPr lang="en-GB"/>
          </a:p>
        </p:txBody>
      </p:sp>
    </p:spTree>
    <p:extLst>
      <p:ext uri="{BB962C8B-B14F-4D97-AF65-F5344CB8AC3E}">
        <p14:creationId xmlns:p14="http://schemas.microsoft.com/office/powerpoint/2010/main" val="37619060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A16CFAD1-D197-4A88-B173-A6412E995EE5}" type="slidenum">
              <a:rPr lang="en-GB" smtClean="0"/>
              <a:pPr/>
              <a:t>34</a:t>
            </a:fld>
            <a:endParaRPr lang="en-GB"/>
          </a:p>
        </p:txBody>
      </p:sp>
    </p:spTree>
    <p:extLst>
      <p:ext uri="{BB962C8B-B14F-4D97-AF65-F5344CB8AC3E}">
        <p14:creationId xmlns:p14="http://schemas.microsoft.com/office/powerpoint/2010/main" val="3572631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A16CFAD1-D197-4A88-B173-A6412E995EE5}" type="slidenum">
              <a:rPr lang="en-GB" smtClean="0"/>
              <a:pPr/>
              <a:t>35</a:t>
            </a:fld>
            <a:endParaRPr lang="en-GB"/>
          </a:p>
        </p:txBody>
      </p:sp>
    </p:spTree>
    <p:extLst>
      <p:ext uri="{BB962C8B-B14F-4D97-AF65-F5344CB8AC3E}">
        <p14:creationId xmlns:p14="http://schemas.microsoft.com/office/powerpoint/2010/main" val="30189668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A16CFAD1-D197-4A88-B173-A6412E995EE5}" type="slidenum">
              <a:rPr lang="en-GB" smtClean="0"/>
              <a:pPr/>
              <a:t>36</a:t>
            </a:fld>
            <a:endParaRPr lang="en-GB"/>
          </a:p>
        </p:txBody>
      </p:sp>
    </p:spTree>
    <p:extLst>
      <p:ext uri="{BB962C8B-B14F-4D97-AF65-F5344CB8AC3E}">
        <p14:creationId xmlns:p14="http://schemas.microsoft.com/office/powerpoint/2010/main" val="4145640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A16CFAD1-D197-4A88-B173-A6412E995EE5}" type="slidenum">
              <a:rPr lang="en-GB" smtClean="0"/>
              <a:pPr/>
              <a:t>37</a:t>
            </a:fld>
            <a:endParaRPr lang="en-GB"/>
          </a:p>
        </p:txBody>
      </p:sp>
    </p:spTree>
    <p:extLst>
      <p:ext uri="{BB962C8B-B14F-4D97-AF65-F5344CB8AC3E}">
        <p14:creationId xmlns:p14="http://schemas.microsoft.com/office/powerpoint/2010/main" val="25561453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A16CFAD1-D197-4A88-B173-A6412E995EE5}" type="slidenum">
              <a:rPr lang="en-GB" smtClean="0"/>
              <a:pPr/>
              <a:t>39</a:t>
            </a:fld>
            <a:endParaRPr lang="en-GB"/>
          </a:p>
        </p:txBody>
      </p:sp>
    </p:spTree>
    <p:extLst>
      <p:ext uri="{BB962C8B-B14F-4D97-AF65-F5344CB8AC3E}">
        <p14:creationId xmlns:p14="http://schemas.microsoft.com/office/powerpoint/2010/main" val="32585656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26ABA17-EA42-460E-B570-76799CBD805B}"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036732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Process, vertical picture accent list, infographic, 6 icons, icons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US"/>
          </a:p>
        </p:txBody>
      </p:sp>
      <p:sp>
        <p:nvSpPr>
          <p:cNvPr id="4" name="Slide Number Placeholder 3"/>
          <p:cNvSpPr>
            <a:spLocks noGrp="1"/>
          </p:cNvSpPr>
          <p:nvPr>
            <p:ph type="sldNum" sz="quarter" idx="5"/>
          </p:nvPr>
        </p:nvSpPr>
        <p:spPr/>
        <p:txBody>
          <a:bodyPr/>
          <a:lstStyle/>
          <a:p>
            <a:fld id="{A16CFAD1-D197-4A88-B173-A6412E995EE5}" type="slidenum">
              <a:rPr lang="en-GB"/>
              <a:pPr/>
              <a:t>43</a:t>
            </a:fld>
            <a:endParaRPr lang="en-GB"/>
          </a:p>
        </p:txBody>
      </p:sp>
    </p:spTree>
    <p:extLst>
      <p:ext uri="{BB962C8B-B14F-4D97-AF65-F5344CB8AC3E}">
        <p14:creationId xmlns:p14="http://schemas.microsoft.com/office/powerpoint/2010/main" val="20403277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instead of the images, let’s include icons.</a:t>
            </a:r>
          </a:p>
        </p:txBody>
      </p:sp>
      <p:sp>
        <p:nvSpPr>
          <p:cNvPr id="4" name="Slide Number Placeholder 3"/>
          <p:cNvSpPr>
            <a:spLocks noGrp="1"/>
          </p:cNvSpPr>
          <p:nvPr>
            <p:ph type="sldNum" sz="quarter" idx="5"/>
          </p:nvPr>
        </p:nvSpPr>
        <p:spPr/>
        <p:txBody>
          <a:bodyPr/>
          <a:lstStyle/>
          <a:p>
            <a:fld id="{A16CFAD1-D197-4A88-B173-A6412E995EE5}" type="slidenum">
              <a:rPr lang="en-GB" smtClean="0"/>
              <a:pPr/>
              <a:t>44</a:t>
            </a:fld>
            <a:endParaRPr lang="en-GB"/>
          </a:p>
        </p:txBody>
      </p:sp>
    </p:spTree>
    <p:extLst>
      <p:ext uri="{BB962C8B-B14F-4D97-AF65-F5344CB8AC3E}">
        <p14:creationId xmlns:p14="http://schemas.microsoft.com/office/powerpoint/2010/main" val="16404648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16CFAD1-D197-4A88-B173-A6412E995EE5}" type="slidenum">
              <a:rPr lang="en-GB" smtClean="0"/>
              <a:pPr/>
              <a:t>53</a:t>
            </a:fld>
            <a:endParaRPr lang="en-GB"/>
          </a:p>
        </p:txBody>
      </p:sp>
    </p:spTree>
    <p:extLst>
      <p:ext uri="{BB962C8B-B14F-4D97-AF65-F5344CB8AC3E}">
        <p14:creationId xmlns:p14="http://schemas.microsoft.com/office/powerpoint/2010/main" val="13193297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16CFAD1-D197-4A88-B173-A6412E995EE5}" type="slidenum">
              <a:rPr lang="en-GB"/>
              <a:pPr/>
              <a:t>59</a:t>
            </a:fld>
            <a:endParaRPr lang="en-GB"/>
          </a:p>
        </p:txBody>
      </p:sp>
    </p:spTree>
    <p:extLst>
      <p:ext uri="{BB962C8B-B14F-4D97-AF65-F5344CB8AC3E}">
        <p14:creationId xmlns:p14="http://schemas.microsoft.com/office/powerpoint/2010/main" val="21919219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16CFAD1-D197-4A88-B173-A6412E995EE5}" type="slidenum">
              <a:rPr lang="en-GB"/>
              <a:pPr/>
              <a:t>60</a:t>
            </a:fld>
            <a:endParaRPr lang="en-GB"/>
          </a:p>
        </p:txBody>
      </p:sp>
    </p:spTree>
    <p:extLst>
      <p:ext uri="{BB962C8B-B14F-4D97-AF65-F5344CB8AC3E}">
        <p14:creationId xmlns:p14="http://schemas.microsoft.com/office/powerpoint/2010/main" val="36939873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A6351FF9-9422-964E-B9A9-12050D5DD2BB}" type="slidenum">
              <a:rPr lang="en-CA" smtClean="0"/>
              <a:t>61</a:t>
            </a:fld>
            <a:endParaRPr lang="en-CA"/>
          </a:p>
        </p:txBody>
      </p:sp>
    </p:spTree>
    <p:extLst>
      <p:ext uri="{BB962C8B-B14F-4D97-AF65-F5344CB8AC3E}">
        <p14:creationId xmlns:p14="http://schemas.microsoft.com/office/powerpoint/2010/main" val="290154019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A6351FF9-9422-964E-B9A9-12050D5DD2BB}" type="slidenum">
              <a:rPr lang="en-CA" smtClean="0"/>
              <a:t>62</a:t>
            </a:fld>
            <a:endParaRPr lang="en-CA"/>
          </a:p>
        </p:txBody>
      </p:sp>
    </p:spTree>
    <p:extLst>
      <p:ext uri="{BB962C8B-B14F-4D97-AF65-F5344CB8AC3E}">
        <p14:creationId xmlns:p14="http://schemas.microsoft.com/office/powerpoint/2010/main" val="42062800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78EA8-6AEA-0F05-7F4C-38058F06AE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02F294-D881-6EE0-C2A0-4B285BA13D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6B449A-69B2-251B-1E2A-4D18AE21DF3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27D1931-EB51-F070-F3A2-F57643868EE2}"/>
              </a:ext>
            </a:extLst>
          </p:cNvPr>
          <p:cNvSpPr>
            <a:spLocks noGrp="1"/>
          </p:cNvSpPr>
          <p:nvPr>
            <p:ph type="sldNum" sz="quarter" idx="5"/>
          </p:nvPr>
        </p:nvSpPr>
        <p:spPr/>
        <p:txBody>
          <a:bodyPr/>
          <a:lstStyle/>
          <a:p>
            <a:fld id="{A16CFAD1-D197-4A88-B173-A6412E995EE5}" type="slidenum">
              <a:rPr lang="en-GB" smtClean="0"/>
              <a:pPr/>
              <a:t>63</a:t>
            </a:fld>
            <a:endParaRPr lang="en-GB"/>
          </a:p>
        </p:txBody>
      </p:sp>
    </p:spTree>
    <p:extLst>
      <p:ext uri="{BB962C8B-B14F-4D97-AF65-F5344CB8AC3E}">
        <p14:creationId xmlns:p14="http://schemas.microsoft.com/office/powerpoint/2010/main" val="31344572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Technology mockup, laptop, </a:t>
            </a:r>
            <a:r>
              <a:rPr lang="en-US" err="1"/>
              <a:t>macbook</a:t>
            </a:r>
            <a:endParaRPr lang="en-US"/>
          </a:p>
          <a:p>
            <a:endParaRPr lang="en-US"/>
          </a:p>
        </p:txBody>
      </p:sp>
      <p:sp>
        <p:nvSpPr>
          <p:cNvPr id="4" name="Slide Number Placeholder 3"/>
          <p:cNvSpPr>
            <a:spLocks noGrp="1"/>
          </p:cNvSpPr>
          <p:nvPr>
            <p:ph type="sldNum" sz="quarter" idx="5"/>
          </p:nvPr>
        </p:nvSpPr>
        <p:spPr/>
        <p:txBody>
          <a:bodyPr/>
          <a:lstStyle/>
          <a:p>
            <a:fld id="{A16CFAD1-D197-4A88-B173-A6412E995EE5}" type="slidenum">
              <a:rPr lang="en-GB"/>
              <a:pPr/>
              <a:t>64</a:t>
            </a:fld>
            <a:endParaRPr lang="en-GB"/>
          </a:p>
        </p:txBody>
      </p:sp>
    </p:spTree>
    <p:extLst>
      <p:ext uri="{BB962C8B-B14F-4D97-AF65-F5344CB8AC3E}">
        <p14:creationId xmlns:p14="http://schemas.microsoft.com/office/powerpoint/2010/main" val="3032634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16CFAD1-D197-4A88-B173-A6412E995EE5}" type="slidenum">
              <a:rPr lang="en-GB" smtClean="0"/>
              <a:pPr/>
              <a:t>65</a:t>
            </a:fld>
            <a:endParaRPr lang="en-GB"/>
          </a:p>
        </p:txBody>
      </p:sp>
    </p:spTree>
    <p:extLst>
      <p:ext uri="{BB962C8B-B14F-4D97-AF65-F5344CB8AC3E}">
        <p14:creationId xmlns:p14="http://schemas.microsoft.com/office/powerpoint/2010/main" val="207131588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A16CFAD1-D197-4A88-B173-A6412E995EE5}" type="slidenum">
              <a:rPr lang="en-GB" smtClean="0"/>
              <a:pPr/>
              <a:t>72</a:t>
            </a:fld>
            <a:endParaRPr lang="en-GB"/>
          </a:p>
        </p:txBody>
      </p:sp>
    </p:spTree>
    <p:extLst>
      <p:ext uri="{BB962C8B-B14F-4D97-AF65-F5344CB8AC3E}">
        <p14:creationId xmlns:p14="http://schemas.microsoft.com/office/powerpoint/2010/main" val="9734411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3751-6A5D-B019-267C-DC37BC9119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D75A9E-588C-0E18-34C3-761304377B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8AE860-4103-EFC5-89F2-063B2ACCC9A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F9D4254-B0C8-C438-8F70-8982C8E4D69D}"/>
              </a:ext>
            </a:extLst>
          </p:cNvPr>
          <p:cNvSpPr>
            <a:spLocks noGrp="1"/>
          </p:cNvSpPr>
          <p:nvPr>
            <p:ph type="sldNum" sz="quarter" idx="5"/>
          </p:nvPr>
        </p:nvSpPr>
        <p:spPr/>
        <p:txBody>
          <a:bodyPr/>
          <a:lstStyle/>
          <a:p>
            <a:fld id="{A16CFAD1-D197-4A88-B173-A6412E995EE5}" type="slidenum">
              <a:rPr lang="en-GB" smtClean="0"/>
              <a:pPr/>
              <a:t>73</a:t>
            </a:fld>
            <a:endParaRPr lang="en-GB"/>
          </a:p>
        </p:txBody>
      </p:sp>
    </p:spTree>
    <p:extLst>
      <p:ext uri="{BB962C8B-B14F-4D97-AF65-F5344CB8AC3E}">
        <p14:creationId xmlns:p14="http://schemas.microsoft.com/office/powerpoint/2010/main" val="427585539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A6351FF9-9422-964E-B9A9-12050D5DD2BB}" type="slidenum">
              <a:rPr lang="en-CA" smtClean="0"/>
              <a:t>76</a:t>
            </a:fld>
            <a:endParaRPr lang="en-CA"/>
          </a:p>
        </p:txBody>
      </p:sp>
    </p:spTree>
    <p:extLst>
      <p:ext uri="{BB962C8B-B14F-4D97-AF65-F5344CB8AC3E}">
        <p14:creationId xmlns:p14="http://schemas.microsoft.com/office/powerpoint/2010/main" val="18151243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A6351FF9-9422-964E-B9A9-12050D5DD2BB}" type="slidenum">
              <a:rPr lang="en-CA" smtClean="0"/>
              <a:t>77</a:t>
            </a:fld>
            <a:endParaRPr lang="en-CA"/>
          </a:p>
        </p:txBody>
      </p:sp>
    </p:spTree>
    <p:extLst>
      <p:ext uri="{BB962C8B-B14F-4D97-AF65-F5344CB8AC3E}">
        <p14:creationId xmlns:p14="http://schemas.microsoft.com/office/powerpoint/2010/main" val="382051748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A6351FF9-9422-964E-B9A9-12050D5DD2BB}" type="slidenum">
              <a:rPr lang="en-CA" smtClean="0"/>
              <a:t>78</a:t>
            </a:fld>
            <a:endParaRPr lang="en-CA"/>
          </a:p>
        </p:txBody>
      </p:sp>
    </p:spTree>
    <p:extLst>
      <p:ext uri="{BB962C8B-B14F-4D97-AF65-F5344CB8AC3E}">
        <p14:creationId xmlns:p14="http://schemas.microsoft.com/office/powerpoint/2010/main" val="330992836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A - Med Blue">
    <p:bg>
      <p:bgPr>
        <a:solidFill>
          <a:schemeClr val="bg1"/>
        </a:solidFill>
        <a:effectLst/>
      </p:bgPr>
    </p:bg>
    <p:spTree>
      <p:nvGrpSpPr>
        <p:cNvPr id="1" name=""/>
        <p:cNvGrpSpPr/>
        <p:nvPr/>
      </p:nvGrpSpPr>
      <p:grpSpPr>
        <a:xfrm>
          <a:off x="0" y="0"/>
          <a:ext cx="0" cy="0"/>
          <a:chOff x="0" y="0"/>
          <a:chExt cx="0" cy="0"/>
        </a:xfrm>
      </p:grpSpPr>
      <p:sp>
        <p:nvSpPr>
          <p:cNvPr id="42" name="Picture Placeholder 41" descr="{&quot;templafy&quot;:{&quot;id&quot;:&quot;c892b239-58bb-434e-bda2-7098b4ba21cd&quot;}}">
            <a:extLst>
              <a:ext uri="{FF2B5EF4-FFF2-40B4-BE49-F238E27FC236}">
                <a16:creationId xmlns:a16="http://schemas.microsoft.com/office/drawing/2014/main" id="{04E91EB5-5D89-4D35-A466-03BCDF9879F5}"/>
              </a:ext>
            </a:extLst>
          </p:cNvPr>
          <p:cNvSpPr>
            <a:spLocks noGrp="1"/>
          </p:cNvSpPr>
          <p:nvPr>
            <p:ph type="pic" sz="quarter" idx="13" hasCustomPrompt="1"/>
          </p:nvPr>
        </p:nvSpPr>
        <p:spPr>
          <a:xfrm>
            <a:off x="6350" y="0"/>
            <a:ext cx="12192001" cy="6858000"/>
          </a:xfrm>
          <a:custGeom>
            <a:avLst/>
            <a:gdLst>
              <a:gd name="connsiteX0" fmla="*/ 315784 w 12191999"/>
              <a:gd name="connsiteY0" fmla="*/ 5769768 h 6858000"/>
              <a:gd name="connsiteX1" fmla="*/ 315784 w 12191999"/>
              <a:gd name="connsiteY1" fmla="*/ 6543768 h 6858000"/>
              <a:gd name="connsiteX2" fmla="*/ 320399 w 12191999"/>
              <a:gd name="connsiteY2" fmla="*/ 6543768 h 6858000"/>
              <a:gd name="connsiteX3" fmla="*/ 320399 w 12191999"/>
              <a:gd name="connsiteY3" fmla="*/ 6544699 h 6858000"/>
              <a:gd name="connsiteX4" fmla="*/ 608399 w 12191999"/>
              <a:gd name="connsiteY4" fmla="*/ 6544699 h 6858000"/>
              <a:gd name="connsiteX5" fmla="*/ 608399 w 12191999"/>
              <a:gd name="connsiteY5" fmla="*/ 6530299 h 6858000"/>
              <a:gd name="connsiteX6" fmla="*/ 330184 w 12191999"/>
              <a:gd name="connsiteY6" fmla="*/ 6530299 h 6858000"/>
              <a:gd name="connsiteX7" fmla="*/ 330184 w 12191999"/>
              <a:gd name="connsiteY7" fmla="*/ 5769768 h 6858000"/>
              <a:gd name="connsiteX8" fmla="*/ 10692774 w 12191999"/>
              <a:gd name="connsiteY8" fmla="*/ 311072 h 6858000"/>
              <a:gd name="connsiteX9" fmla="*/ 10617198 w 12191999"/>
              <a:gd name="connsiteY9" fmla="*/ 386648 h 6858000"/>
              <a:gd name="connsiteX10" fmla="*/ 10617198 w 12191999"/>
              <a:gd name="connsiteY10" fmla="*/ 960380 h 6858000"/>
              <a:gd name="connsiteX11" fmla="*/ 10692774 w 12191999"/>
              <a:gd name="connsiteY11" fmla="*/ 1035956 h 6858000"/>
              <a:gd name="connsiteX12" fmla="*/ 11813404 w 12191999"/>
              <a:gd name="connsiteY12" fmla="*/ 1035956 h 6858000"/>
              <a:gd name="connsiteX13" fmla="*/ 11888980 w 12191999"/>
              <a:gd name="connsiteY13" fmla="*/ 960380 h 6858000"/>
              <a:gd name="connsiteX14" fmla="*/ 11888980 w 12191999"/>
              <a:gd name="connsiteY14" fmla="*/ 386648 h 6858000"/>
              <a:gd name="connsiteX15" fmla="*/ 11813404 w 12191999"/>
              <a:gd name="connsiteY15" fmla="*/ 311072 h 6858000"/>
              <a:gd name="connsiteX16" fmla="*/ 0 w 12191999"/>
              <a:gd name="connsiteY16" fmla="*/ 0 h 6858000"/>
              <a:gd name="connsiteX17" fmla="*/ 312254 w 12191999"/>
              <a:gd name="connsiteY17" fmla="*/ 0 h 6858000"/>
              <a:gd name="connsiteX18" fmla="*/ 312254 w 12191999"/>
              <a:gd name="connsiteY18" fmla="*/ 1116000 h 6858000"/>
              <a:gd name="connsiteX19" fmla="*/ 328129 w 12191999"/>
              <a:gd name="connsiteY19" fmla="*/ 1116000 h 6858000"/>
              <a:gd name="connsiteX20" fmla="*/ 328129 w 12191999"/>
              <a:gd name="connsiteY20" fmla="*/ 0 h 6858000"/>
              <a:gd name="connsiteX21" fmla="*/ 12191999 w 12191999"/>
              <a:gd name="connsiteY21" fmla="*/ 0 h 6858000"/>
              <a:gd name="connsiteX22" fmla="*/ 12191999 w 12191999"/>
              <a:gd name="connsiteY22" fmla="*/ 6531379 h 6858000"/>
              <a:gd name="connsiteX23" fmla="*/ 2482800 w 12191999"/>
              <a:gd name="connsiteY23" fmla="*/ 6531379 h 6858000"/>
              <a:gd name="connsiteX24" fmla="*/ 2482800 w 12191999"/>
              <a:gd name="connsiteY24" fmla="*/ 6545779 h 6858000"/>
              <a:gd name="connsiteX25" fmla="*/ 12191999 w 12191999"/>
              <a:gd name="connsiteY25" fmla="*/ 6545779 h 6858000"/>
              <a:gd name="connsiteX26" fmla="*/ 12191999 w 12191999"/>
              <a:gd name="connsiteY26" fmla="*/ 6858000 h 6858000"/>
              <a:gd name="connsiteX27" fmla="*/ 0 w 12191999"/>
              <a:gd name="connsiteY27" fmla="*/ 6858000 h 6858000"/>
              <a:gd name="connsiteX28" fmla="*/ 0 w 12191999"/>
              <a:gd name="connsiteY28" fmla="*/ 5558975 h 6858000"/>
              <a:gd name="connsiteX29" fmla="*/ 5780477 w 12191999"/>
              <a:gd name="connsiteY29" fmla="*/ 5558975 h 6858000"/>
              <a:gd name="connsiteX30" fmla="*/ 5780477 w 12191999"/>
              <a:gd name="connsiteY30" fmla="*/ 5342400 h 6858000"/>
              <a:gd name="connsiteX31" fmla="*/ 5986803 w 12191999"/>
              <a:gd name="connsiteY31" fmla="*/ 5342400 h 6858000"/>
              <a:gd name="connsiteX32" fmla="*/ 5986803 w 12191999"/>
              <a:gd name="connsiteY32" fmla="*/ 1317600 h 6858000"/>
              <a:gd name="connsiteX33" fmla="*/ 0 w 12191999"/>
              <a:gd name="connsiteY33" fmla="*/ 13176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2191999" h="6858000">
                <a:moveTo>
                  <a:pt x="315784" y="5769768"/>
                </a:moveTo>
                <a:lnTo>
                  <a:pt x="315784" y="6543768"/>
                </a:lnTo>
                <a:lnTo>
                  <a:pt x="320399" y="6543768"/>
                </a:lnTo>
                <a:lnTo>
                  <a:pt x="320399" y="6544699"/>
                </a:lnTo>
                <a:lnTo>
                  <a:pt x="608399" y="6544699"/>
                </a:lnTo>
                <a:lnTo>
                  <a:pt x="608399" y="6530299"/>
                </a:lnTo>
                <a:lnTo>
                  <a:pt x="330184" y="6530299"/>
                </a:lnTo>
                <a:lnTo>
                  <a:pt x="330184" y="5769768"/>
                </a:lnTo>
                <a:close/>
                <a:moveTo>
                  <a:pt x="10692774" y="311072"/>
                </a:moveTo>
                <a:cubicBezTo>
                  <a:pt x="10651035" y="311072"/>
                  <a:pt x="10617198" y="344909"/>
                  <a:pt x="10617198" y="386648"/>
                </a:cubicBezTo>
                <a:lnTo>
                  <a:pt x="10617198" y="960380"/>
                </a:lnTo>
                <a:cubicBezTo>
                  <a:pt x="10617198" y="1002119"/>
                  <a:pt x="10651035" y="1035956"/>
                  <a:pt x="10692774" y="1035956"/>
                </a:cubicBezTo>
                <a:lnTo>
                  <a:pt x="11813404" y="1035956"/>
                </a:lnTo>
                <a:cubicBezTo>
                  <a:pt x="11855143" y="1035956"/>
                  <a:pt x="11888980" y="1002119"/>
                  <a:pt x="11888980" y="960380"/>
                </a:cubicBezTo>
                <a:lnTo>
                  <a:pt x="11888980" y="386648"/>
                </a:lnTo>
                <a:cubicBezTo>
                  <a:pt x="11888980" y="344909"/>
                  <a:pt x="11855143" y="311072"/>
                  <a:pt x="11813404" y="311072"/>
                </a:cubicBezTo>
                <a:close/>
                <a:moveTo>
                  <a:pt x="0" y="0"/>
                </a:moveTo>
                <a:lnTo>
                  <a:pt x="312254" y="0"/>
                </a:lnTo>
                <a:lnTo>
                  <a:pt x="312254" y="1116000"/>
                </a:lnTo>
                <a:lnTo>
                  <a:pt x="328129" y="1116000"/>
                </a:lnTo>
                <a:lnTo>
                  <a:pt x="328129" y="0"/>
                </a:lnTo>
                <a:lnTo>
                  <a:pt x="12191999" y="0"/>
                </a:lnTo>
                <a:lnTo>
                  <a:pt x="12191999" y="6531379"/>
                </a:lnTo>
                <a:lnTo>
                  <a:pt x="2482800" y="6531379"/>
                </a:lnTo>
                <a:lnTo>
                  <a:pt x="2482800" y="6545779"/>
                </a:lnTo>
                <a:lnTo>
                  <a:pt x="12191999" y="6545779"/>
                </a:lnTo>
                <a:lnTo>
                  <a:pt x="12191999" y="6858000"/>
                </a:lnTo>
                <a:lnTo>
                  <a:pt x="0" y="6858000"/>
                </a:lnTo>
                <a:lnTo>
                  <a:pt x="0" y="5558975"/>
                </a:lnTo>
                <a:lnTo>
                  <a:pt x="5780477" y="5558975"/>
                </a:lnTo>
                <a:lnTo>
                  <a:pt x="5780477" y="5342400"/>
                </a:lnTo>
                <a:lnTo>
                  <a:pt x="5986803" y="5342400"/>
                </a:lnTo>
                <a:lnTo>
                  <a:pt x="5986803" y="1317600"/>
                </a:lnTo>
                <a:lnTo>
                  <a:pt x="0" y="1317600"/>
                </a:lnTo>
                <a:close/>
              </a:path>
            </a:pathLst>
          </a:custGeom>
          <a:solidFill>
            <a:schemeClr val="bg2"/>
          </a:solidFill>
        </p:spPr>
        <p:txBody>
          <a:bodyPr wrap="square" tIns="72000">
            <a:noAutofit/>
          </a:bodyPr>
          <a:lstStyle>
            <a:lvl1pPr marL="0" marR="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a:solidFill>
                  <a:schemeClr val="bg1"/>
                </a:solidFill>
              </a:defRPr>
            </a:lvl1pPr>
          </a:lstStyle>
          <a:p>
            <a:pPr marL="0" marR="0" lvl="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a:pPr>
            <a:r>
              <a:rPr lang="en-CA" noProof="0"/>
              <a:t>Click here and add image from Templafy</a:t>
            </a:r>
          </a:p>
        </p:txBody>
      </p:sp>
      <p:sp>
        <p:nvSpPr>
          <p:cNvPr id="19" name="Freeform: Shape 18">
            <a:extLst>
              <a:ext uri="{FF2B5EF4-FFF2-40B4-BE49-F238E27FC236}">
                <a16:creationId xmlns:a16="http://schemas.microsoft.com/office/drawing/2014/main" id="{BE1CF834-FC02-444D-BE8A-776D0DB5691C}"/>
              </a:ext>
            </a:extLst>
          </p:cNvPr>
          <p:cNvSpPr/>
          <p:nvPr userDrawn="1"/>
        </p:nvSpPr>
        <p:spPr>
          <a:xfrm>
            <a:off x="6350" y="1321723"/>
            <a:ext cx="5986800" cy="4066103"/>
          </a:xfrm>
          <a:custGeom>
            <a:avLst/>
            <a:gdLst>
              <a:gd name="connsiteX0" fmla="*/ 0 w 5986800"/>
              <a:gd name="connsiteY0" fmla="*/ 0 h 4066103"/>
              <a:gd name="connsiteX1" fmla="*/ 5986800 w 5986800"/>
              <a:gd name="connsiteY1" fmla="*/ 0 h 4066103"/>
              <a:gd name="connsiteX2" fmla="*/ 5986800 w 5986800"/>
              <a:gd name="connsiteY2" fmla="*/ 1117006 h 4066103"/>
              <a:gd name="connsiteX3" fmla="*/ 5986800 w 5986800"/>
              <a:gd name="connsiteY3" fmla="*/ 2949097 h 4066103"/>
              <a:gd name="connsiteX4" fmla="*/ 5986800 w 5986800"/>
              <a:gd name="connsiteY4" fmla="*/ 4066103 h 4066103"/>
              <a:gd name="connsiteX5" fmla="*/ 5781600 w 5986800"/>
              <a:gd name="connsiteY5" fmla="*/ 4066103 h 4066103"/>
              <a:gd name="connsiteX6" fmla="*/ 5781600 w 5986800"/>
              <a:gd name="connsiteY6" fmla="*/ 2949600 h 4066103"/>
              <a:gd name="connsiteX7" fmla="*/ 5776530 w 5986800"/>
              <a:gd name="connsiteY7" fmla="*/ 2949600 h 4066103"/>
              <a:gd name="connsiteX8" fmla="*/ 5776530 w 5986800"/>
              <a:gd name="connsiteY8" fmla="*/ 2949097 h 4066103"/>
              <a:gd name="connsiteX9" fmla="*/ 0 w 5986800"/>
              <a:gd name="connsiteY9" fmla="*/ 2949097 h 4066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86800" h="4066103">
                <a:moveTo>
                  <a:pt x="0" y="0"/>
                </a:moveTo>
                <a:lnTo>
                  <a:pt x="5986800" y="0"/>
                </a:lnTo>
                <a:lnTo>
                  <a:pt x="5986800" y="1117006"/>
                </a:lnTo>
                <a:lnTo>
                  <a:pt x="5986800" y="2949097"/>
                </a:lnTo>
                <a:lnTo>
                  <a:pt x="5986800" y="4066103"/>
                </a:lnTo>
                <a:lnTo>
                  <a:pt x="5781600" y="4066103"/>
                </a:lnTo>
                <a:lnTo>
                  <a:pt x="5781600" y="2949600"/>
                </a:lnTo>
                <a:lnTo>
                  <a:pt x="5776530" y="2949600"/>
                </a:lnTo>
                <a:lnTo>
                  <a:pt x="5776530" y="2949097"/>
                </a:lnTo>
                <a:lnTo>
                  <a:pt x="0" y="2949097"/>
                </a:lnTo>
                <a:close/>
              </a:path>
            </a:pathLst>
          </a:cu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noProof="0"/>
          </a:p>
        </p:txBody>
      </p:sp>
      <p:sp>
        <p:nvSpPr>
          <p:cNvPr id="29" name="Text Placeholder 28">
            <a:extLst>
              <a:ext uri="{FF2B5EF4-FFF2-40B4-BE49-F238E27FC236}">
                <a16:creationId xmlns:a16="http://schemas.microsoft.com/office/drawing/2014/main" id="{5E402472-E597-495E-BF52-A5E9621E0CFA}"/>
              </a:ext>
            </a:extLst>
          </p:cNvPr>
          <p:cNvSpPr>
            <a:spLocks noGrp="1"/>
          </p:cNvSpPr>
          <p:nvPr>
            <p:ph type="body" sz="quarter" idx="14"/>
          </p:nvPr>
        </p:nvSpPr>
        <p:spPr>
          <a:xfrm>
            <a:off x="614691" y="6370549"/>
            <a:ext cx="1844833" cy="361550"/>
          </a:xfrm>
          <a:blipFill>
            <a:blip>
              <a:extLst>
                <a:ext uri="{96DAC541-7B7A-43D3-8B79-37D633B846F1}">
                  <asvg:svgBlip xmlns:asvg="http://schemas.microsoft.com/office/drawing/2016/SVG/main" r:embed="rId2"/>
                </a:ext>
              </a:extLst>
            </a:blip>
            <a:stretch>
              <a:fillRect/>
            </a:stretch>
          </a:blipFill>
        </p:spPr>
        <p:txBody>
          <a:bodyPr/>
          <a:lstStyle>
            <a:lvl1pPr marL="0" indent="0">
              <a:buNone/>
              <a:defRPr sz="100">
                <a:noFill/>
              </a:defRPr>
            </a:lvl1pPr>
          </a:lstStyle>
          <a:p>
            <a:pPr lvl="0"/>
            <a:r>
              <a:rPr lang="en-CA" noProof="0"/>
              <a:t>Click to edit Master text styles</a:t>
            </a:r>
          </a:p>
        </p:txBody>
      </p:sp>
      <p:pic>
        <p:nvPicPr>
          <p:cNvPr id="43" name="Picture 42" descr="A close up of a sign&#10;&#10;Description automatically generated">
            <a:extLst>
              <a:ext uri="{FF2B5EF4-FFF2-40B4-BE49-F238E27FC236}">
                <a16:creationId xmlns:a16="http://schemas.microsoft.com/office/drawing/2014/main" id="{74C85EE8-6C66-4F5C-81AC-6564D686E15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17200" y="311072"/>
            <a:ext cx="1271783" cy="724884"/>
          </a:xfrm>
          <a:prstGeom prst="rect">
            <a:avLst/>
          </a:prstGeom>
        </p:spPr>
      </p:pic>
      <p:sp>
        <p:nvSpPr>
          <p:cNvPr id="11" name="date" descr="{&quot;templafy&quot;:{&quot;binding&quot;:&quot;Form.Date&quot;,&quot;format&quot;:&quot;{{DateFormats.GeneralDate}}&quot;,&quot;type&quot;:&quot;date&quot;}}" title="Form.Date">
            <a:extLst>
              <a:ext uri="{FF2B5EF4-FFF2-40B4-BE49-F238E27FC236}">
                <a16:creationId xmlns:a16="http://schemas.microsoft.com/office/drawing/2014/main" id="{D3E86DBF-1CBA-412E-9F16-C01F32DF081A}"/>
              </a:ext>
            </a:extLst>
          </p:cNvPr>
          <p:cNvSpPr txBox="1"/>
          <p:nvPr userDrawn="1"/>
        </p:nvSpPr>
        <p:spPr>
          <a:xfrm>
            <a:off x="648205" y="4513924"/>
            <a:ext cx="4863503" cy="246221"/>
          </a:xfrm>
          <a:prstGeom prst="rect">
            <a:avLst/>
          </a:prstGeom>
          <a:noFill/>
        </p:spPr>
        <p:txBody>
          <a:bodyPr wrap="square" lIns="0" tIns="0" rIns="0" bIns="0" rtlCol="0">
            <a:spAutoFit/>
          </a:bodyPr>
          <a:lstStyle/>
          <a:p>
            <a:endParaRPr lang="en-CA" sz="1600" b="1" noProof="0">
              <a:solidFill>
                <a:schemeClr val="tx2"/>
              </a:solidFill>
              <a:latin typeface="+mn-lt"/>
            </a:endParaRPr>
          </a:p>
        </p:txBody>
      </p:sp>
      <p:sp>
        <p:nvSpPr>
          <p:cNvPr id="4" name="Text Placeholder 3" descr="{&quot;templafy&quot;:{&quot;id&quot;:&quot;a6777044-b3fa-413e-a4ce-bc986658e9a2&quot;}}">
            <a:extLst>
              <a:ext uri="{FF2B5EF4-FFF2-40B4-BE49-F238E27FC236}">
                <a16:creationId xmlns:a16="http://schemas.microsoft.com/office/drawing/2014/main" id="{345010C0-D821-4BD3-A937-548F49F8A7DC}"/>
              </a:ext>
            </a:extLst>
          </p:cNvPr>
          <p:cNvSpPr>
            <a:spLocks noGrp="1"/>
          </p:cNvSpPr>
          <p:nvPr>
            <p:ph type="body" sz="quarter" idx="15" hasCustomPrompt="1"/>
          </p:nvPr>
        </p:nvSpPr>
        <p:spPr>
          <a:xfrm>
            <a:off x="647700" y="4760145"/>
            <a:ext cx="4864100" cy="246221"/>
          </a:xfrm>
        </p:spPr>
        <p:txBody>
          <a:bodyPr/>
          <a:lstStyle>
            <a:lvl1pPr marL="0" indent="0">
              <a:buNone/>
              <a:defRPr>
                <a:solidFill>
                  <a:schemeClr val="tx2"/>
                </a:solidFill>
              </a:defRPr>
            </a:lvl1pPr>
          </a:lstStyle>
          <a:p>
            <a:pPr lvl="0"/>
            <a:r>
              <a:rPr lang="en-CA" noProof="0"/>
              <a:t>Presented by:</a:t>
            </a:r>
          </a:p>
        </p:txBody>
      </p:sp>
      <p:sp>
        <p:nvSpPr>
          <p:cNvPr id="16" name="Text Placeholder 3" descr="{&quot;templafy&quot;:{&quot;id&quot;:&quot;66f0a653-625e-409c-a47a-d6a20a64f988&quot;}}">
            <a:extLst>
              <a:ext uri="{FF2B5EF4-FFF2-40B4-BE49-F238E27FC236}">
                <a16:creationId xmlns:a16="http://schemas.microsoft.com/office/drawing/2014/main" id="{301EB625-C77C-44CF-9F22-69F0943C7AF0}"/>
              </a:ext>
            </a:extLst>
          </p:cNvPr>
          <p:cNvSpPr>
            <a:spLocks noGrp="1"/>
          </p:cNvSpPr>
          <p:nvPr>
            <p:ph type="body" sz="quarter" idx="16" hasCustomPrompt="1"/>
          </p:nvPr>
        </p:nvSpPr>
        <p:spPr>
          <a:xfrm>
            <a:off x="647700" y="5003648"/>
            <a:ext cx="4864100" cy="242887"/>
          </a:xfrm>
        </p:spPr>
        <p:txBody>
          <a:bodyPr/>
          <a:lstStyle>
            <a:lvl1pPr marL="0" indent="0">
              <a:buNone/>
              <a:defRPr>
                <a:solidFill>
                  <a:schemeClr val="tx2"/>
                </a:solidFill>
              </a:defRPr>
            </a:lvl1pPr>
          </a:lstStyle>
          <a:p>
            <a:pPr lvl="0"/>
            <a:r>
              <a:rPr lang="en-CA" noProof="0"/>
              <a:t>Presented to:</a:t>
            </a:r>
          </a:p>
        </p:txBody>
      </p:sp>
      <p:sp>
        <p:nvSpPr>
          <p:cNvPr id="2" name="Title 5" descr="{&quot;templafy&quot;:{&quot;id&quot;:&quot;a4da2d65-4977-4183-ac17-07625e912fed&quot;}}">
            <a:extLst>
              <a:ext uri="{FF2B5EF4-FFF2-40B4-BE49-F238E27FC236}">
                <a16:creationId xmlns:a16="http://schemas.microsoft.com/office/drawing/2014/main" id="{3C75BDEE-C18D-677F-2B1B-5D4355273358}"/>
              </a:ext>
            </a:extLst>
          </p:cNvPr>
          <p:cNvSpPr>
            <a:spLocks noGrp="1"/>
          </p:cNvSpPr>
          <p:nvPr>
            <p:ph type="title" hasCustomPrompt="1"/>
          </p:nvPr>
        </p:nvSpPr>
        <p:spPr>
          <a:xfrm>
            <a:off x="647851" y="2830845"/>
            <a:ext cx="5108633" cy="826364"/>
          </a:xfrm>
        </p:spPr>
        <p:txBody>
          <a:bodyPr anchor="b"/>
          <a:lstStyle>
            <a:lvl1pPr>
              <a:defRPr>
                <a:solidFill>
                  <a:schemeClr val="bg1"/>
                </a:solidFill>
              </a:defRPr>
            </a:lvl1pPr>
          </a:lstStyle>
          <a:p>
            <a:r>
              <a:rPr lang="en-CA" noProof="0"/>
              <a:t>Click to add title</a:t>
            </a:r>
          </a:p>
        </p:txBody>
      </p:sp>
      <p:sp>
        <p:nvSpPr>
          <p:cNvPr id="3" name="Text Placeholder 4" descr="{&quot;templafy&quot;:{&quot;id&quot;:&quot;bbd17c30-9112-4c93-9d91-2881708d2603&quot;}}">
            <a:extLst>
              <a:ext uri="{FF2B5EF4-FFF2-40B4-BE49-F238E27FC236}">
                <a16:creationId xmlns:a16="http://schemas.microsoft.com/office/drawing/2014/main" id="{9066AE7E-84A9-7804-1AD6-D2A03478987F}"/>
              </a:ext>
            </a:extLst>
          </p:cNvPr>
          <p:cNvSpPr>
            <a:spLocks noGrp="1"/>
          </p:cNvSpPr>
          <p:nvPr>
            <p:ph type="body" sz="quarter" idx="18" hasCustomPrompt="1"/>
          </p:nvPr>
        </p:nvSpPr>
        <p:spPr>
          <a:xfrm>
            <a:off x="647700" y="2470269"/>
            <a:ext cx="5108933" cy="333258"/>
          </a:xfrm>
        </p:spPr>
        <p:txBody>
          <a:bodyPr tIns="91440" anchor="t"/>
          <a:lstStyle>
            <a:lvl1pPr marL="0" indent="0">
              <a:buNone/>
              <a:defRPr sz="1400" spc="300">
                <a:solidFill>
                  <a:schemeClr val="accent3"/>
                </a:solidFill>
                <a:latin typeface="+mn-lt"/>
              </a:defRPr>
            </a:lvl1pPr>
          </a:lstStyle>
          <a:p>
            <a:pPr lvl="7"/>
            <a:r>
              <a:rPr lang="en-CA" noProof="0"/>
              <a:t>Click to add subtitle</a:t>
            </a:r>
          </a:p>
        </p:txBody>
      </p:sp>
    </p:spTree>
    <p:extLst>
      <p:ext uri="{BB962C8B-B14F-4D97-AF65-F5344CB8AC3E}">
        <p14:creationId xmlns:p14="http://schemas.microsoft.com/office/powerpoint/2010/main" val="23105818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B - Med Blue">
    <p:spTree>
      <p:nvGrpSpPr>
        <p:cNvPr id="1" name=""/>
        <p:cNvGrpSpPr/>
        <p:nvPr/>
      </p:nvGrpSpPr>
      <p:grpSpPr>
        <a:xfrm>
          <a:off x="0" y="0"/>
          <a:ext cx="0" cy="0"/>
          <a:chOff x="0" y="0"/>
          <a:chExt cx="0" cy="0"/>
        </a:xfrm>
      </p:grpSpPr>
      <p:sp>
        <p:nvSpPr>
          <p:cNvPr id="24" name="Picture Placeholder 23" descr="{&quot;templafy&quot;:{&quot;id&quot;:&quot;a7d0fe8e-b194-49d5-9f8b-ced88f66e884&quot;}}">
            <a:extLst>
              <a:ext uri="{FF2B5EF4-FFF2-40B4-BE49-F238E27FC236}">
                <a16:creationId xmlns:a16="http://schemas.microsoft.com/office/drawing/2014/main" id="{8E2D1B06-1447-4CFF-9AB2-DAE8C97B0E95}"/>
              </a:ext>
            </a:extLst>
          </p:cNvPr>
          <p:cNvSpPr>
            <a:spLocks noGrp="1"/>
          </p:cNvSpPr>
          <p:nvPr>
            <p:ph type="pic" sz="quarter" idx="13" hasCustomPrompt="1"/>
          </p:nvPr>
        </p:nvSpPr>
        <p:spPr>
          <a:xfrm>
            <a:off x="5986463" y="-1"/>
            <a:ext cx="6205538" cy="6858001"/>
          </a:xfrm>
          <a:custGeom>
            <a:avLst/>
            <a:gdLst>
              <a:gd name="connsiteX0" fmla="*/ 111916 w 6205538"/>
              <a:gd name="connsiteY0" fmla="*/ 6545780 h 6858001"/>
              <a:gd name="connsiteX1" fmla="*/ 6205538 w 6205538"/>
              <a:gd name="connsiteY1" fmla="*/ 6545780 h 6858001"/>
              <a:gd name="connsiteX2" fmla="*/ 6205538 w 6205538"/>
              <a:gd name="connsiteY2" fmla="*/ 6858001 h 6858001"/>
              <a:gd name="connsiteX3" fmla="*/ 2 w 6205538"/>
              <a:gd name="connsiteY3" fmla="*/ 6858001 h 6858001"/>
              <a:gd name="connsiteX4" fmla="*/ 2 w 6205538"/>
              <a:gd name="connsiteY4" fmla="*/ 6546192 h 6858001"/>
              <a:gd name="connsiteX5" fmla="*/ 111916 w 6205538"/>
              <a:gd name="connsiteY5" fmla="*/ 6546192 h 6858001"/>
              <a:gd name="connsiteX6" fmla="*/ 4706313 w 6205538"/>
              <a:gd name="connsiteY6" fmla="*/ 311073 h 6858001"/>
              <a:gd name="connsiteX7" fmla="*/ 4630737 w 6205538"/>
              <a:gd name="connsiteY7" fmla="*/ 386649 h 6858001"/>
              <a:gd name="connsiteX8" fmla="*/ 4630737 w 6205538"/>
              <a:gd name="connsiteY8" fmla="*/ 960381 h 6858001"/>
              <a:gd name="connsiteX9" fmla="*/ 4706313 w 6205538"/>
              <a:gd name="connsiteY9" fmla="*/ 1035957 h 6858001"/>
              <a:gd name="connsiteX10" fmla="*/ 5826943 w 6205538"/>
              <a:gd name="connsiteY10" fmla="*/ 1035957 h 6858001"/>
              <a:gd name="connsiteX11" fmla="*/ 5902519 w 6205538"/>
              <a:gd name="connsiteY11" fmla="*/ 960381 h 6858001"/>
              <a:gd name="connsiteX12" fmla="*/ 5902519 w 6205538"/>
              <a:gd name="connsiteY12" fmla="*/ 386649 h 6858001"/>
              <a:gd name="connsiteX13" fmla="*/ 5826943 w 6205538"/>
              <a:gd name="connsiteY13" fmla="*/ 311073 h 6858001"/>
              <a:gd name="connsiteX14" fmla="*/ 0 w 6205538"/>
              <a:gd name="connsiteY14" fmla="*/ 0 h 6858001"/>
              <a:gd name="connsiteX15" fmla="*/ 14287 w 6205538"/>
              <a:gd name="connsiteY15" fmla="*/ 0 h 6858001"/>
              <a:gd name="connsiteX16" fmla="*/ 14287 w 6205538"/>
              <a:gd name="connsiteY16" fmla="*/ 1 h 6858001"/>
              <a:gd name="connsiteX17" fmla="*/ 6205538 w 6205538"/>
              <a:gd name="connsiteY17" fmla="*/ 1 h 6858001"/>
              <a:gd name="connsiteX18" fmla="*/ 6205538 w 6205538"/>
              <a:gd name="connsiteY18" fmla="*/ 6531380 h 6858001"/>
              <a:gd name="connsiteX19" fmla="*/ 14287 w 6205538"/>
              <a:gd name="connsiteY19" fmla="*/ 6531380 h 6858001"/>
              <a:gd name="connsiteX20" fmla="*/ 14287 w 6205538"/>
              <a:gd name="connsiteY20" fmla="*/ 6531792 h 6858001"/>
              <a:gd name="connsiteX21" fmla="*/ 2 w 6205538"/>
              <a:gd name="connsiteY21" fmla="*/ 6531792 h 6858001"/>
              <a:gd name="connsiteX22" fmla="*/ 2 w 6205538"/>
              <a:gd name="connsiteY22" fmla="*/ 5563739 h 6858001"/>
              <a:gd name="connsiteX23" fmla="*/ 219076 w 6205538"/>
              <a:gd name="connsiteY23" fmla="*/ 5563739 h 6858001"/>
              <a:gd name="connsiteX24" fmla="*/ 219076 w 6205538"/>
              <a:gd name="connsiteY24" fmla="*/ 5558976 h 6858001"/>
              <a:gd name="connsiteX25" fmla="*/ 219076 w 6205538"/>
              <a:gd name="connsiteY25" fmla="*/ 4271223 h 6858001"/>
              <a:gd name="connsiteX26" fmla="*/ 219076 w 6205538"/>
              <a:gd name="connsiteY26" fmla="*/ 4266460 h 6858001"/>
              <a:gd name="connsiteX27" fmla="*/ 2 w 6205538"/>
              <a:gd name="connsiteY27" fmla="*/ 4266460 h 6858001"/>
              <a:gd name="connsiteX28" fmla="*/ 2 w 6205538"/>
              <a:gd name="connsiteY28" fmla="*/ 1 h 6858001"/>
              <a:gd name="connsiteX29" fmla="*/ 0 w 6205538"/>
              <a:gd name="connsiteY29"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205538" h="6858001">
                <a:moveTo>
                  <a:pt x="111916" y="6545780"/>
                </a:moveTo>
                <a:lnTo>
                  <a:pt x="6205538" y="6545780"/>
                </a:lnTo>
                <a:lnTo>
                  <a:pt x="6205538" y="6858001"/>
                </a:lnTo>
                <a:lnTo>
                  <a:pt x="2" y="6858001"/>
                </a:lnTo>
                <a:lnTo>
                  <a:pt x="2" y="6546192"/>
                </a:lnTo>
                <a:lnTo>
                  <a:pt x="111916" y="6546192"/>
                </a:lnTo>
                <a:close/>
                <a:moveTo>
                  <a:pt x="4706313" y="311073"/>
                </a:moveTo>
                <a:cubicBezTo>
                  <a:pt x="4664574" y="311073"/>
                  <a:pt x="4630737" y="344910"/>
                  <a:pt x="4630737" y="386649"/>
                </a:cubicBezTo>
                <a:lnTo>
                  <a:pt x="4630737" y="960381"/>
                </a:lnTo>
                <a:cubicBezTo>
                  <a:pt x="4630737" y="1002120"/>
                  <a:pt x="4664574" y="1035957"/>
                  <a:pt x="4706313" y="1035957"/>
                </a:cubicBezTo>
                <a:lnTo>
                  <a:pt x="5826943" y="1035957"/>
                </a:lnTo>
                <a:cubicBezTo>
                  <a:pt x="5868682" y="1035957"/>
                  <a:pt x="5902519" y="1002120"/>
                  <a:pt x="5902519" y="960381"/>
                </a:cubicBezTo>
                <a:lnTo>
                  <a:pt x="5902519" y="386649"/>
                </a:lnTo>
                <a:cubicBezTo>
                  <a:pt x="5902519" y="344910"/>
                  <a:pt x="5868682" y="311073"/>
                  <a:pt x="5826943" y="311073"/>
                </a:cubicBezTo>
                <a:close/>
                <a:moveTo>
                  <a:pt x="0" y="0"/>
                </a:moveTo>
                <a:lnTo>
                  <a:pt x="14287" y="0"/>
                </a:lnTo>
                <a:lnTo>
                  <a:pt x="14287" y="1"/>
                </a:lnTo>
                <a:lnTo>
                  <a:pt x="6205538" y="1"/>
                </a:lnTo>
                <a:lnTo>
                  <a:pt x="6205538" y="6531380"/>
                </a:lnTo>
                <a:lnTo>
                  <a:pt x="14287" y="6531380"/>
                </a:lnTo>
                <a:lnTo>
                  <a:pt x="14287" y="6531792"/>
                </a:lnTo>
                <a:lnTo>
                  <a:pt x="2" y="6531792"/>
                </a:lnTo>
                <a:lnTo>
                  <a:pt x="2" y="5563739"/>
                </a:lnTo>
                <a:lnTo>
                  <a:pt x="219076" y="5563739"/>
                </a:lnTo>
                <a:lnTo>
                  <a:pt x="219076" y="5558976"/>
                </a:lnTo>
                <a:lnTo>
                  <a:pt x="219076" y="4271223"/>
                </a:lnTo>
                <a:lnTo>
                  <a:pt x="219076" y="4266460"/>
                </a:lnTo>
                <a:lnTo>
                  <a:pt x="2" y="4266460"/>
                </a:lnTo>
                <a:lnTo>
                  <a:pt x="2" y="1"/>
                </a:lnTo>
                <a:lnTo>
                  <a:pt x="0" y="1"/>
                </a:lnTo>
                <a:close/>
              </a:path>
            </a:pathLst>
          </a:custGeom>
          <a:solidFill>
            <a:schemeClr val="bg2"/>
          </a:solidFill>
        </p:spPr>
        <p:txBody>
          <a:bodyPr wrap="square" tIns="72000">
            <a:noAutofit/>
          </a:bodyPr>
          <a:lstStyle>
            <a:lvl1pPr marL="0" marR="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a:solidFill>
                  <a:schemeClr val="bg1"/>
                </a:solidFill>
              </a:defRPr>
            </a:lvl1pPr>
          </a:lstStyle>
          <a:p>
            <a:pPr marL="0" marR="0" lvl="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a:pPr>
            <a:br>
              <a:rPr lang="en-CA" noProof="0"/>
            </a:br>
            <a:r>
              <a:rPr lang="en-CA" noProof="0"/>
              <a:t>Click here and add image from Templafy</a:t>
            </a:r>
          </a:p>
        </p:txBody>
      </p:sp>
      <p:sp>
        <p:nvSpPr>
          <p:cNvPr id="39" name="Freeform: Shape 38">
            <a:extLst>
              <a:ext uri="{FF2B5EF4-FFF2-40B4-BE49-F238E27FC236}">
                <a16:creationId xmlns:a16="http://schemas.microsoft.com/office/drawing/2014/main" id="{3DD94BF0-14F1-426B-8B17-7DF83736631F}"/>
              </a:ext>
            </a:extLst>
          </p:cNvPr>
          <p:cNvSpPr/>
          <p:nvPr userDrawn="1"/>
        </p:nvSpPr>
        <p:spPr>
          <a:xfrm>
            <a:off x="-3" y="2380"/>
            <a:ext cx="5986465" cy="6858001"/>
          </a:xfrm>
          <a:custGeom>
            <a:avLst/>
            <a:gdLst>
              <a:gd name="connsiteX0" fmla="*/ 0 w 5986465"/>
              <a:gd name="connsiteY0" fmla="*/ 4360915 h 6858001"/>
              <a:gd name="connsiteX1" fmla="*/ 1 w 5986465"/>
              <a:gd name="connsiteY1" fmla="*/ 4360915 h 6858001"/>
              <a:gd name="connsiteX2" fmla="*/ 1 w 5986465"/>
              <a:gd name="connsiteY2" fmla="*/ 5556595 h 6858001"/>
              <a:gd name="connsiteX3" fmla="*/ 3 w 5986465"/>
              <a:gd name="connsiteY3" fmla="*/ 5556595 h 6858001"/>
              <a:gd name="connsiteX4" fmla="*/ 3 w 5986465"/>
              <a:gd name="connsiteY4" fmla="*/ 5563496 h 6858001"/>
              <a:gd name="connsiteX5" fmla="*/ 5986465 w 5986465"/>
              <a:gd name="connsiteY5" fmla="*/ 5563496 h 6858001"/>
              <a:gd name="connsiteX6" fmla="*/ 5986465 w 5986465"/>
              <a:gd name="connsiteY6" fmla="*/ 6858001 h 6858001"/>
              <a:gd name="connsiteX7" fmla="*/ 0 w 5986465"/>
              <a:gd name="connsiteY7" fmla="*/ 6858001 h 6858001"/>
              <a:gd name="connsiteX8" fmla="*/ 0 w 5986465"/>
              <a:gd name="connsiteY8" fmla="*/ 0 h 6858001"/>
              <a:gd name="connsiteX9" fmla="*/ 5986465 w 5986465"/>
              <a:gd name="connsiteY9" fmla="*/ 0 h 6858001"/>
              <a:gd name="connsiteX10" fmla="*/ 5986465 w 5986465"/>
              <a:gd name="connsiteY10" fmla="*/ 4264079 h 6858001"/>
              <a:gd name="connsiteX11" fmla="*/ 1 w 5986465"/>
              <a:gd name="connsiteY11" fmla="*/ 4264079 h 6858001"/>
              <a:gd name="connsiteX12" fmla="*/ 1 w 5986465"/>
              <a:gd name="connsiteY12" fmla="*/ 4269217 h 6858001"/>
              <a:gd name="connsiteX13" fmla="*/ 0 w 5986465"/>
              <a:gd name="connsiteY13" fmla="*/ 4269217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86465" h="6858001">
                <a:moveTo>
                  <a:pt x="0" y="4360915"/>
                </a:moveTo>
                <a:lnTo>
                  <a:pt x="1" y="4360915"/>
                </a:lnTo>
                <a:lnTo>
                  <a:pt x="1" y="5556595"/>
                </a:lnTo>
                <a:lnTo>
                  <a:pt x="3" y="5556595"/>
                </a:lnTo>
                <a:lnTo>
                  <a:pt x="3" y="5563496"/>
                </a:lnTo>
                <a:lnTo>
                  <a:pt x="5986465" y="5563496"/>
                </a:lnTo>
                <a:lnTo>
                  <a:pt x="5986465" y="6858001"/>
                </a:lnTo>
                <a:lnTo>
                  <a:pt x="0" y="6858001"/>
                </a:lnTo>
                <a:close/>
                <a:moveTo>
                  <a:pt x="0" y="0"/>
                </a:moveTo>
                <a:lnTo>
                  <a:pt x="5986465" y="0"/>
                </a:lnTo>
                <a:lnTo>
                  <a:pt x="5986465" y="4264079"/>
                </a:lnTo>
                <a:lnTo>
                  <a:pt x="1" y="4264079"/>
                </a:lnTo>
                <a:lnTo>
                  <a:pt x="1" y="4269217"/>
                </a:lnTo>
                <a:lnTo>
                  <a:pt x="0" y="426921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CA" noProof="0"/>
          </a:p>
        </p:txBody>
      </p:sp>
      <p:pic>
        <p:nvPicPr>
          <p:cNvPr id="43" name="Picture 42" descr="A close up of a sign&#10;&#10;Description automatically generated">
            <a:extLst>
              <a:ext uri="{FF2B5EF4-FFF2-40B4-BE49-F238E27FC236}">
                <a16:creationId xmlns:a16="http://schemas.microsoft.com/office/drawing/2014/main" id="{74C85EE8-6C66-4F5C-81AC-6564D686E15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7200" y="311072"/>
            <a:ext cx="1271783" cy="724884"/>
          </a:xfrm>
          <a:prstGeom prst="rect">
            <a:avLst/>
          </a:prstGeom>
        </p:spPr>
      </p:pic>
      <p:cxnSp>
        <p:nvCxnSpPr>
          <p:cNvPr id="14" name="Straight Connector 13">
            <a:extLst>
              <a:ext uri="{FF2B5EF4-FFF2-40B4-BE49-F238E27FC236}">
                <a16:creationId xmlns:a16="http://schemas.microsoft.com/office/drawing/2014/main" id="{1C38F31F-AC62-4E93-B32F-8D23A52168C1}"/>
              </a:ext>
            </a:extLst>
          </p:cNvPr>
          <p:cNvCxnSpPr>
            <a:cxnSpLocks/>
          </p:cNvCxnSpPr>
          <p:nvPr userDrawn="1"/>
        </p:nvCxnSpPr>
        <p:spPr>
          <a:xfrm>
            <a:off x="323048" y="-8018"/>
            <a:ext cx="0" cy="405847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BF484C5-EEE2-4A10-AF61-B925E779D81B}"/>
              </a:ext>
            </a:extLst>
          </p:cNvPr>
          <p:cNvCxnSpPr>
            <a:cxnSpLocks/>
          </p:cNvCxnSpPr>
          <p:nvPr userDrawn="1"/>
        </p:nvCxnSpPr>
        <p:spPr>
          <a:xfrm flipH="1">
            <a:off x="2483417" y="6538762"/>
            <a:ext cx="9708583"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05CD37C-1E88-4BE4-9BD4-35E03C1001A5}"/>
              </a:ext>
            </a:extLst>
          </p:cNvPr>
          <p:cNvCxnSpPr>
            <a:cxnSpLocks/>
          </p:cNvCxnSpPr>
          <p:nvPr userDrawn="1"/>
        </p:nvCxnSpPr>
        <p:spPr>
          <a:xfrm flipH="1">
            <a:off x="320604" y="6534000"/>
            <a:ext cx="288996"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064FE92-2605-4209-BCF6-8EE9F464CC27}"/>
              </a:ext>
            </a:extLst>
          </p:cNvPr>
          <p:cNvCxnSpPr>
            <a:cxnSpLocks/>
          </p:cNvCxnSpPr>
          <p:nvPr userDrawn="1"/>
        </p:nvCxnSpPr>
        <p:spPr>
          <a:xfrm>
            <a:off x="323048" y="5768502"/>
            <a:ext cx="0" cy="77287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date" descr="{&quot;templafy&quot;:{&quot;binding&quot;:&quot;Form.Date&quot;,&quot;format&quot;:&quot;{{DateFormats.GeneralDate}}&quot;,&quot;type&quot;:&quot;date&quot;}}" title="Form.Date">
            <a:extLst>
              <a:ext uri="{FF2B5EF4-FFF2-40B4-BE49-F238E27FC236}">
                <a16:creationId xmlns:a16="http://schemas.microsoft.com/office/drawing/2014/main" id="{511A47CD-5114-4DD4-BD85-B1A5B922F9C2}"/>
              </a:ext>
            </a:extLst>
          </p:cNvPr>
          <p:cNvSpPr txBox="1"/>
          <p:nvPr userDrawn="1"/>
        </p:nvSpPr>
        <p:spPr>
          <a:xfrm>
            <a:off x="648205" y="4513924"/>
            <a:ext cx="4863503" cy="246221"/>
          </a:xfrm>
          <a:prstGeom prst="rect">
            <a:avLst/>
          </a:prstGeom>
          <a:noFill/>
        </p:spPr>
        <p:txBody>
          <a:bodyPr wrap="square" lIns="0" tIns="0" rIns="0" bIns="0" rtlCol="0">
            <a:spAutoFit/>
          </a:bodyPr>
          <a:lstStyle/>
          <a:p>
            <a:endParaRPr lang="en-CA" sz="1600" b="1" noProof="0">
              <a:solidFill>
                <a:schemeClr val="tx1"/>
              </a:solidFill>
              <a:latin typeface="+mn-lt"/>
            </a:endParaRPr>
          </a:p>
        </p:txBody>
      </p:sp>
      <p:pic>
        <p:nvPicPr>
          <p:cNvPr id="4" name="Graphic 3">
            <a:extLst>
              <a:ext uri="{FF2B5EF4-FFF2-40B4-BE49-F238E27FC236}">
                <a16:creationId xmlns:a16="http://schemas.microsoft.com/office/drawing/2014/main" id="{B155562C-34B0-46C8-BB0F-05B7F7D2506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6582" y="6358006"/>
            <a:ext cx="1861268" cy="370401"/>
          </a:xfrm>
          <a:prstGeom prst="rect">
            <a:avLst/>
          </a:prstGeom>
        </p:spPr>
      </p:pic>
      <p:sp>
        <p:nvSpPr>
          <p:cNvPr id="20" name="Text Placeholder 3" descr="{&quot;templafy&quot;:{&quot;id&quot;:&quot;c6c6aef7-bfb0-4335-b610-e6cd53435299&quot;}}">
            <a:extLst>
              <a:ext uri="{FF2B5EF4-FFF2-40B4-BE49-F238E27FC236}">
                <a16:creationId xmlns:a16="http://schemas.microsoft.com/office/drawing/2014/main" id="{5A3E2B83-D6AB-4AD9-9B4B-4519AFA5B4B1}"/>
              </a:ext>
            </a:extLst>
          </p:cNvPr>
          <p:cNvSpPr>
            <a:spLocks noGrp="1"/>
          </p:cNvSpPr>
          <p:nvPr>
            <p:ph type="body" sz="quarter" idx="15" hasCustomPrompt="1"/>
          </p:nvPr>
        </p:nvSpPr>
        <p:spPr>
          <a:xfrm>
            <a:off x="647700" y="4760145"/>
            <a:ext cx="4864100" cy="246221"/>
          </a:xfrm>
        </p:spPr>
        <p:txBody>
          <a:bodyPr/>
          <a:lstStyle>
            <a:lvl1pPr marL="0" indent="0">
              <a:buNone/>
              <a:defRPr>
                <a:solidFill>
                  <a:schemeClr val="tx2"/>
                </a:solidFill>
              </a:defRPr>
            </a:lvl1pPr>
          </a:lstStyle>
          <a:p>
            <a:pPr lvl="0"/>
            <a:r>
              <a:rPr lang="en-CA" noProof="0"/>
              <a:t>Presented by:</a:t>
            </a:r>
          </a:p>
        </p:txBody>
      </p:sp>
      <p:sp>
        <p:nvSpPr>
          <p:cNvPr id="25" name="Text Placeholder 3" descr="{&quot;templafy&quot;:{&quot;id&quot;:&quot;7e7aeda9-2dc7-4ad1-8022-39e9a469e73c&quot;}}">
            <a:extLst>
              <a:ext uri="{FF2B5EF4-FFF2-40B4-BE49-F238E27FC236}">
                <a16:creationId xmlns:a16="http://schemas.microsoft.com/office/drawing/2014/main" id="{D950E65F-D27B-4B37-82E6-065FC684AAB4}"/>
              </a:ext>
            </a:extLst>
          </p:cNvPr>
          <p:cNvSpPr>
            <a:spLocks noGrp="1"/>
          </p:cNvSpPr>
          <p:nvPr>
            <p:ph type="body" sz="quarter" idx="16" hasCustomPrompt="1"/>
          </p:nvPr>
        </p:nvSpPr>
        <p:spPr>
          <a:xfrm>
            <a:off x="647700" y="5003648"/>
            <a:ext cx="4864100" cy="242887"/>
          </a:xfrm>
        </p:spPr>
        <p:txBody>
          <a:bodyPr/>
          <a:lstStyle>
            <a:lvl1pPr marL="0" indent="0">
              <a:buNone/>
              <a:defRPr>
                <a:solidFill>
                  <a:schemeClr val="tx2"/>
                </a:solidFill>
              </a:defRPr>
            </a:lvl1pPr>
          </a:lstStyle>
          <a:p>
            <a:pPr lvl="0"/>
            <a:r>
              <a:rPr lang="en-CA" noProof="0"/>
              <a:t>Presented to:</a:t>
            </a:r>
          </a:p>
        </p:txBody>
      </p:sp>
      <p:sp>
        <p:nvSpPr>
          <p:cNvPr id="5" name="Title 5" descr="{&quot;templafy&quot;:{&quot;id&quot;:&quot;dc8612ee-2aed-4a0d-aba9-ab94f0afa08e&quot;}}">
            <a:extLst>
              <a:ext uri="{FF2B5EF4-FFF2-40B4-BE49-F238E27FC236}">
                <a16:creationId xmlns:a16="http://schemas.microsoft.com/office/drawing/2014/main" id="{8550341B-20E6-CCF0-BF28-BCF066BAB185}"/>
              </a:ext>
            </a:extLst>
          </p:cNvPr>
          <p:cNvSpPr>
            <a:spLocks noGrp="1"/>
          </p:cNvSpPr>
          <p:nvPr>
            <p:ph type="title" hasCustomPrompt="1"/>
          </p:nvPr>
        </p:nvSpPr>
        <p:spPr>
          <a:xfrm>
            <a:off x="647851" y="2704652"/>
            <a:ext cx="5108633" cy="826364"/>
          </a:xfrm>
        </p:spPr>
        <p:txBody>
          <a:bodyPr anchor="b"/>
          <a:lstStyle>
            <a:lvl1pPr>
              <a:defRPr>
                <a:solidFill>
                  <a:schemeClr val="bg1"/>
                </a:solidFill>
              </a:defRPr>
            </a:lvl1pPr>
          </a:lstStyle>
          <a:p>
            <a:r>
              <a:rPr lang="en-CA" noProof="0"/>
              <a:t>Click to add title</a:t>
            </a:r>
          </a:p>
        </p:txBody>
      </p:sp>
      <p:sp>
        <p:nvSpPr>
          <p:cNvPr id="6" name="Text Placeholder 4" descr="{&quot;templafy&quot;:{&quot;id&quot;:&quot;e73841c5-0e1a-4c8f-892d-b11d09cbe095&quot;}}">
            <a:extLst>
              <a:ext uri="{FF2B5EF4-FFF2-40B4-BE49-F238E27FC236}">
                <a16:creationId xmlns:a16="http://schemas.microsoft.com/office/drawing/2014/main" id="{1D510BF8-0F50-9D0E-C51D-30240D0FEC2E}"/>
              </a:ext>
            </a:extLst>
          </p:cNvPr>
          <p:cNvSpPr>
            <a:spLocks noGrp="1"/>
          </p:cNvSpPr>
          <p:nvPr>
            <p:ph type="body" sz="quarter" idx="18" hasCustomPrompt="1"/>
          </p:nvPr>
        </p:nvSpPr>
        <p:spPr>
          <a:xfrm>
            <a:off x="647700" y="2344076"/>
            <a:ext cx="5108933" cy="333258"/>
          </a:xfrm>
        </p:spPr>
        <p:txBody>
          <a:bodyPr tIns="91440" anchor="t"/>
          <a:lstStyle>
            <a:lvl1pPr marL="0" indent="0">
              <a:buNone/>
              <a:defRPr sz="1400" spc="300">
                <a:solidFill>
                  <a:schemeClr val="accent3"/>
                </a:solidFill>
                <a:latin typeface="+mn-lt"/>
              </a:defRPr>
            </a:lvl1pPr>
          </a:lstStyle>
          <a:p>
            <a:pPr lvl="7"/>
            <a:r>
              <a:rPr lang="en-CA" noProof="0"/>
              <a:t>Click to add subtitle</a:t>
            </a:r>
          </a:p>
        </p:txBody>
      </p:sp>
    </p:spTree>
    <p:extLst>
      <p:ext uri="{BB962C8B-B14F-4D97-AF65-F5344CB8AC3E}">
        <p14:creationId xmlns:p14="http://schemas.microsoft.com/office/powerpoint/2010/main" val="1040093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C - Med Blu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14EDD6B5-1F7B-5021-A122-EE41139FDD87}"/>
              </a:ext>
            </a:extLst>
          </p:cNvPr>
          <p:cNvSpPr/>
          <p:nvPr userDrawn="1"/>
        </p:nvSpPr>
        <p:spPr>
          <a:xfrm>
            <a:off x="-1" y="2625215"/>
            <a:ext cx="6636775" cy="21532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noProof="0"/>
          </a:p>
        </p:txBody>
      </p:sp>
      <p:sp>
        <p:nvSpPr>
          <p:cNvPr id="13" name="Freeform 12">
            <a:extLst>
              <a:ext uri="{FF2B5EF4-FFF2-40B4-BE49-F238E27FC236}">
                <a16:creationId xmlns:a16="http://schemas.microsoft.com/office/drawing/2014/main" id="{892591B0-0B8A-C281-1C2B-0892A914791D}"/>
              </a:ext>
            </a:extLst>
          </p:cNvPr>
          <p:cNvSpPr/>
          <p:nvPr userDrawn="1"/>
        </p:nvSpPr>
        <p:spPr>
          <a:xfrm>
            <a:off x="0" y="3996814"/>
            <a:ext cx="12191998" cy="2861186"/>
          </a:xfrm>
          <a:custGeom>
            <a:avLst/>
            <a:gdLst>
              <a:gd name="connsiteX0" fmla="*/ 6636774 w 12191998"/>
              <a:gd name="connsiteY0" fmla="*/ 0 h 2861186"/>
              <a:gd name="connsiteX1" fmla="*/ 12191998 w 12191998"/>
              <a:gd name="connsiteY1" fmla="*/ 0 h 2861186"/>
              <a:gd name="connsiteX2" fmla="*/ 12191998 w 12191998"/>
              <a:gd name="connsiteY2" fmla="*/ 2861186 h 2861186"/>
              <a:gd name="connsiteX3" fmla="*/ 0 w 12191998"/>
              <a:gd name="connsiteY3" fmla="*/ 2861186 h 2861186"/>
              <a:gd name="connsiteX4" fmla="*/ 0 w 12191998"/>
              <a:gd name="connsiteY4" fmla="*/ 781665 h 2861186"/>
              <a:gd name="connsiteX5" fmla="*/ 6636774 w 12191998"/>
              <a:gd name="connsiteY5" fmla="*/ 781665 h 2861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8" h="2861186">
                <a:moveTo>
                  <a:pt x="6636774" y="0"/>
                </a:moveTo>
                <a:lnTo>
                  <a:pt x="12191998" y="0"/>
                </a:lnTo>
                <a:lnTo>
                  <a:pt x="12191998" y="2861186"/>
                </a:lnTo>
                <a:lnTo>
                  <a:pt x="0" y="2861186"/>
                </a:lnTo>
                <a:lnTo>
                  <a:pt x="0" y="781665"/>
                </a:lnTo>
                <a:lnTo>
                  <a:pt x="6636774" y="78166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noAutofit/>
          </a:bodyPr>
          <a:lstStyle/>
          <a:p>
            <a:pPr algn="ctr"/>
            <a:endParaRPr lang="en-CA" sz="2000" noProof="0"/>
          </a:p>
        </p:txBody>
      </p:sp>
      <p:sp>
        <p:nvSpPr>
          <p:cNvPr id="11" name="Picture Placeholder 10">
            <a:extLst>
              <a:ext uri="{FF2B5EF4-FFF2-40B4-BE49-F238E27FC236}">
                <a16:creationId xmlns:a16="http://schemas.microsoft.com/office/drawing/2014/main" id="{EBD92DC0-4A71-A576-607A-D0B6B2A1C61C}"/>
              </a:ext>
            </a:extLst>
          </p:cNvPr>
          <p:cNvSpPr>
            <a:spLocks noGrp="1"/>
          </p:cNvSpPr>
          <p:nvPr>
            <p:ph type="pic" sz="quarter" idx="11"/>
          </p:nvPr>
        </p:nvSpPr>
        <p:spPr>
          <a:xfrm>
            <a:off x="0" y="-15388"/>
            <a:ext cx="12192000" cy="4012202"/>
          </a:xfrm>
          <a:custGeom>
            <a:avLst/>
            <a:gdLst>
              <a:gd name="connsiteX0" fmla="*/ 0 w 12192000"/>
              <a:gd name="connsiteY0" fmla="*/ 0 h 4012202"/>
              <a:gd name="connsiteX1" fmla="*/ 12192000 w 12192000"/>
              <a:gd name="connsiteY1" fmla="*/ 0 h 4012202"/>
              <a:gd name="connsiteX2" fmla="*/ 12192000 w 12192000"/>
              <a:gd name="connsiteY2" fmla="*/ 4012202 h 4012202"/>
              <a:gd name="connsiteX3" fmla="*/ 6636774 w 12192000"/>
              <a:gd name="connsiteY3" fmla="*/ 4012202 h 4012202"/>
              <a:gd name="connsiteX4" fmla="*/ 6636774 w 12192000"/>
              <a:gd name="connsiteY4" fmla="*/ 2640603 h 4012202"/>
              <a:gd name="connsiteX5" fmla="*/ 0 w 12192000"/>
              <a:gd name="connsiteY5" fmla="*/ 2640603 h 4012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2202">
                <a:moveTo>
                  <a:pt x="0" y="0"/>
                </a:moveTo>
                <a:lnTo>
                  <a:pt x="12192000" y="0"/>
                </a:lnTo>
                <a:lnTo>
                  <a:pt x="12192000" y="4012202"/>
                </a:lnTo>
                <a:lnTo>
                  <a:pt x="6636774" y="4012202"/>
                </a:lnTo>
                <a:lnTo>
                  <a:pt x="6636774" y="2640603"/>
                </a:lnTo>
                <a:lnTo>
                  <a:pt x="0" y="2640603"/>
                </a:lnTo>
                <a:close/>
              </a:path>
            </a:pathLst>
          </a:custGeom>
          <a:solidFill>
            <a:schemeClr val="bg2"/>
          </a:solidFill>
        </p:spPr>
        <p:txBody>
          <a:bodyPr wrap="square" rtlCol="0">
            <a:noAutofit/>
          </a:bodyPr>
          <a:lstStyle>
            <a:lvl1pPr marL="0" indent="0" algn="ctr">
              <a:buNone/>
              <a:defRPr sz="1800">
                <a:solidFill>
                  <a:schemeClr val="bg1"/>
                </a:solidFill>
              </a:defRPr>
            </a:lvl1pPr>
          </a:lstStyle>
          <a:p>
            <a:pPr marL="0" marR="0" lvl="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a:pPr>
            <a:endParaRPr lang="en-CA" noProof="0"/>
          </a:p>
          <a:p>
            <a:pPr marL="0" marR="0" lvl="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a:pPr>
            <a:endParaRPr lang="en-CA" noProof="0"/>
          </a:p>
          <a:p>
            <a:pPr marL="0" marR="0" lvl="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a:pPr>
            <a:r>
              <a:rPr lang="en-CA" noProof="0"/>
              <a:t>Click here and add </a:t>
            </a:r>
            <a:br>
              <a:rPr lang="en-CA" noProof="0"/>
            </a:br>
            <a:r>
              <a:rPr lang="en-CA" noProof="0"/>
              <a:t>image from Templafy</a:t>
            </a:r>
          </a:p>
        </p:txBody>
      </p:sp>
      <p:pic>
        <p:nvPicPr>
          <p:cNvPr id="43" name="Picture 42" descr="A close up of a sign&#10;&#10;Description automatically generated">
            <a:extLst>
              <a:ext uri="{FF2B5EF4-FFF2-40B4-BE49-F238E27FC236}">
                <a16:creationId xmlns:a16="http://schemas.microsoft.com/office/drawing/2014/main" id="{74C85EE8-6C66-4F5C-81AC-6564D686E15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46902" y="5174550"/>
            <a:ext cx="1271783" cy="724884"/>
          </a:xfrm>
          <a:prstGeom prst="rect">
            <a:avLst/>
          </a:prstGeom>
        </p:spPr>
      </p:pic>
      <p:cxnSp>
        <p:nvCxnSpPr>
          <p:cNvPr id="15" name="Straight Connector 14">
            <a:extLst>
              <a:ext uri="{FF2B5EF4-FFF2-40B4-BE49-F238E27FC236}">
                <a16:creationId xmlns:a16="http://schemas.microsoft.com/office/drawing/2014/main" id="{FBF484C5-EEE2-4A10-AF61-B925E779D81B}"/>
              </a:ext>
            </a:extLst>
          </p:cNvPr>
          <p:cNvCxnSpPr>
            <a:cxnSpLocks/>
          </p:cNvCxnSpPr>
          <p:nvPr userDrawn="1"/>
        </p:nvCxnSpPr>
        <p:spPr>
          <a:xfrm flipH="1">
            <a:off x="2483417" y="6538762"/>
            <a:ext cx="9708583"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05CD37C-1E88-4BE4-9BD4-35E03C1001A5}"/>
              </a:ext>
            </a:extLst>
          </p:cNvPr>
          <p:cNvCxnSpPr>
            <a:cxnSpLocks/>
          </p:cNvCxnSpPr>
          <p:nvPr userDrawn="1"/>
        </p:nvCxnSpPr>
        <p:spPr>
          <a:xfrm flipH="1">
            <a:off x="320604" y="6534000"/>
            <a:ext cx="288996"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064FE92-2605-4209-BCF6-8EE9F464CC27}"/>
              </a:ext>
            </a:extLst>
          </p:cNvPr>
          <p:cNvCxnSpPr>
            <a:cxnSpLocks/>
          </p:cNvCxnSpPr>
          <p:nvPr userDrawn="1"/>
        </p:nvCxnSpPr>
        <p:spPr>
          <a:xfrm>
            <a:off x="323048" y="3996814"/>
            <a:ext cx="0" cy="254455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date" descr="{&quot;templafy&quot;:{&quot;binding&quot;:&quot;Form.Date&quot;,&quot;format&quot;:&quot;{{DateFormats.GeneralDate}}&quot;,&quot;type&quot;:&quot;date&quot;}}" title="Form.Date">
            <a:extLst>
              <a:ext uri="{FF2B5EF4-FFF2-40B4-BE49-F238E27FC236}">
                <a16:creationId xmlns:a16="http://schemas.microsoft.com/office/drawing/2014/main" id="{511A47CD-5114-4DD4-BD85-B1A5B922F9C2}"/>
              </a:ext>
            </a:extLst>
          </p:cNvPr>
          <p:cNvSpPr txBox="1"/>
          <p:nvPr userDrawn="1"/>
        </p:nvSpPr>
        <p:spPr>
          <a:xfrm>
            <a:off x="648205" y="4513924"/>
            <a:ext cx="4863503" cy="246221"/>
          </a:xfrm>
          <a:prstGeom prst="rect">
            <a:avLst/>
          </a:prstGeom>
          <a:noFill/>
        </p:spPr>
        <p:txBody>
          <a:bodyPr wrap="square" lIns="0" tIns="0" rIns="0" bIns="0" rtlCol="0">
            <a:spAutoFit/>
          </a:bodyPr>
          <a:lstStyle/>
          <a:p>
            <a:endParaRPr lang="en-CA" sz="1600" b="1" noProof="0">
              <a:solidFill>
                <a:schemeClr val="tx2"/>
              </a:solidFill>
              <a:latin typeface="+mn-lt"/>
            </a:endParaRPr>
          </a:p>
        </p:txBody>
      </p:sp>
      <p:pic>
        <p:nvPicPr>
          <p:cNvPr id="4" name="Graphic 3">
            <a:extLst>
              <a:ext uri="{FF2B5EF4-FFF2-40B4-BE49-F238E27FC236}">
                <a16:creationId xmlns:a16="http://schemas.microsoft.com/office/drawing/2014/main" id="{B155562C-34B0-46C8-BB0F-05B7F7D2506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6582" y="6358006"/>
            <a:ext cx="1861268" cy="370401"/>
          </a:xfrm>
          <a:prstGeom prst="rect">
            <a:avLst/>
          </a:prstGeom>
        </p:spPr>
      </p:pic>
      <p:sp>
        <p:nvSpPr>
          <p:cNvPr id="26" name="Title 5" descr="{&quot;templafy&quot;:{&quot;id&quot;:&quot;ba3238b3-66d7-4048-b57d-8cb2d5f31ebf&quot;}}">
            <a:extLst>
              <a:ext uri="{FF2B5EF4-FFF2-40B4-BE49-F238E27FC236}">
                <a16:creationId xmlns:a16="http://schemas.microsoft.com/office/drawing/2014/main" id="{8909FCA8-D3F6-4E6C-8B13-8079153EB25E}"/>
              </a:ext>
            </a:extLst>
          </p:cNvPr>
          <p:cNvSpPr>
            <a:spLocks noGrp="1"/>
          </p:cNvSpPr>
          <p:nvPr>
            <p:ph type="title" hasCustomPrompt="1"/>
          </p:nvPr>
        </p:nvSpPr>
        <p:spPr>
          <a:xfrm>
            <a:off x="663475" y="3666601"/>
            <a:ext cx="5432518" cy="906242"/>
          </a:xfrm>
        </p:spPr>
        <p:txBody>
          <a:bodyPr tIns="108000" anchor="t"/>
          <a:lstStyle>
            <a:lvl1pPr>
              <a:defRPr sz="3600">
                <a:solidFill>
                  <a:schemeClr val="accent1"/>
                </a:solidFill>
              </a:defRPr>
            </a:lvl1pPr>
          </a:lstStyle>
          <a:p>
            <a:r>
              <a:rPr lang="en-CA" noProof="0"/>
              <a:t>Click to add title</a:t>
            </a:r>
          </a:p>
        </p:txBody>
      </p:sp>
      <p:sp>
        <p:nvSpPr>
          <p:cNvPr id="27" name="Text Placeholder 4" descr="{&quot;templafy&quot;:{&quot;id&quot;:&quot;97ffc0fc-76a6-4404-8e8d-97523d1201a0&quot;}}">
            <a:extLst>
              <a:ext uri="{FF2B5EF4-FFF2-40B4-BE49-F238E27FC236}">
                <a16:creationId xmlns:a16="http://schemas.microsoft.com/office/drawing/2014/main" id="{F162967B-CD76-475D-9643-BC17E1102B1D}"/>
              </a:ext>
            </a:extLst>
          </p:cNvPr>
          <p:cNvSpPr>
            <a:spLocks noGrp="1"/>
          </p:cNvSpPr>
          <p:nvPr>
            <p:ph type="body" sz="quarter" idx="18" hasCustomPrompt="1"/>
          </p:nvPr>
        </p:nvSpPr>
        <p:spPr>
          <a:xfrm>
            <a:off x="663175" y="3215149"/>
            <a:ext cx="5432518" cy="409214"/>
          </a:xfrm>
        </p:spPr>
        <p:txBody>
          <a:bodyPr tIns="91440" anchor="t"/>
          <a:lstStyle>
            <a:lvl1pPr marL="0" indent="0">
              <a:buNone/>
              <a:defRPr sz="1400" spc="300">
                <a:solidFill>
                  <a:schemeClr val="tx1"/>
                </a:solidFill>
                <a:latin typeface="+mn-lt"/>
              </a:defRPr>
            </a:lvl1pPr>
          </a:lstStyle>
          <a:p>
            <a:pPr lvl="0"/>
            <a:r>
              <a:rPr lang="en-CA" noProof="0"/>
              <a:t>Click to add subtitle</a:t>
            </a:r>
          </a:p>
        </p:txBody>
      </p:sp>
      <p:sp>
        <p:nvSpPr>
          <p:cNvPr id="2" name="Content Placeholder 2" descr="{&quot;templafy&quot;:{&quot;id&quot;:&quot;0214e1f9-d23e-40a7-8e50-5d13c8cd7efa&quot;}}">
            <a:extLst>
              <a:ext uri="{FF2B5EF4-FFF2-40B4-BE49-F238E27FC236}">
                <a16:creationId xmlns:a16="http://schemas.microsoft.com/office/drawing/2014/main" id="{A6BF437F-A162-DD56-A723-69A6E8D29D38}"/>
              </a:ext>
            </a:extLst>
          </p:cNvPr>
          <p:cNvSpPr>
            <a:spLocks noGrp="1"/>
          </p:cNvSpPr>
          <p:nvPr>
            <p:ph idx="1" hasCustomPrompt="1"/>
          </p:nvPr>
        </p:nvSpPr>
        <p:spPr>
          <a:xfrm>
            <a:off x="677545" y="5379367"/>
            <a:ext cx="2471094" cy="655358"/>
          </a:xfrm>
        </p:spPr>
        <p:txBody>
          <a:bodyPr/>
          <a:lstStyle>
            <a:lvl1pPr marL="0" indent="0">
              <a:buNone/>
              <a:defRPr>
                <a:solidFill>
                  <a:schemeClr val="bg1"/>
                </a:solidFill>
              </a:defRPr>
            </a:lvl1pPr>
            <a:lvl2pPr marL="216000" indent="0">
              <a:buNone/>
              <a:defRPr>
                <a:solidFill>
                  <a:schemeClr val="bg1"/>
                </a:solidFill>
              </a:defRPr>
            </a:lvl2pPr>
            <a:lvl3pPr marL="432000" indent="0">
              <a:buNone/>
              <a:defRPr>
                <a:solidFill>
                  <a:schemeClr val="bg1"/>
                </a:solidFill>
              </a:defRPr>
            </a:lvl3pPr>
            <a:lvl4pPr>
              <a:buNone/>
              <a:defRPr>
                <a:solidFill>
                  <a:schemeClr val="bg1"/>
                </a:solidFill>
              </a:defRPr>
            </a:lvl4pPr>
            <a:lvl5pPr>
              <a:buNone/>
              <a:defRPr>
                <a:solidFill>
                  <a:schemeClr val="bg1"/>
                </a:solidFill>
              </a:defRPr>
            </a:lvl5pPr>
          </a:lstStyle>
          <a:p>
            <a:pPr lvl="0"/>
            <a:r>
              <a:rPr lang="en-CA" noProof="0"/>
              <a:t>Click to add text</a:t>
            </a:r>
          </a:p>
        </p:txBody>
      </p:sp>
      <p:sp>
        <p:nvSpPr>
          <p:cNvPr id="5" name="Content Placeholder 2" descr="{&quot;templafy&quot;:{&quot;id&quot;:&quot;b023335e-5f52-49cf-885e-a77d31a6b83c&quot;}}">
            <a:extLst>
              <a:ext uri="{FF2B5EF4-FFF2-40B4-BE49-F238E27FC236}">
                <a16:creationId xmlns:a16="http://schemas.microsoft.com/office/drawing/2014/main" id="{E5706813-1E0D-3285-60E2-26EED9C1B335}"/>
              </a:ext>
            </a:extLst>
          </p:cNvPr>
          <p:cNvSpPr>
            <a:spLocks noGrp="1"/>
          </p:cNvSpPr>
          <p:nvPr>
            <p:ph idx="19" hasCustomPrompt="1"/>
          </p:nvPr>
        </p:nvSpPr>
        <p:spPr>
          <a:xfrm>
            <a:off x="3351734" y="5379367"/>
            <a:ext cx="2471094" cy="655358"/>
          </a:xfrm>
        </p:spPr>
        <p:txBody>
          <a:bodyPr/>
          <a:lstStyle>
            <a:lvl1pPr marL="0" indent="0">
              <a:buNone/>
              <a:defRPr>
                <a:solidFill>
                  <a:schemeClr val="bg1"/>
                </a:solidFill>
              </a:defRPr>
            </a:lvl1pPr>
            <a:lvl2pPr marL="216000" indent="0">
              <a:buNone/>
              <a:defRPr>
                <a:solidFill>
                  <a:schemeClr val="bg1"/>
                </a:solidFill>
              </a:defRPr>
            </a:lvl2pPr>
            <a:lvl3pPr marL="432000" indent="0">
              <a:buNone/>
              <a:defRPr>
                <a:solidFill>
                  <a:schemeClr val="bg1"/>
                </a:solidFill>
              </a:defRPr>
            </a:lvl3pPr>
            <a:lvl4pPr>
              <a:buNone/>
              <a:defRPr>
                <a:solidFill>
                  <a:schemeClr val="bg1"/>
                </a:solidFill>
              </a:defRPr>
            </a:lvl4pPr>
            <a:lvl5pPr>
              <a:buNone/>
              <a:defRPr>
                <a:solidFill>
                  <a:schemeClr val="bg1"/>
                </a:solidFill>
              </a:defRPr>
            </a:lvl5pPr>
          </a:lstStyle>
          <a:p>
            <a:pPr lvl="0"/>
            <a:r>
              <a:rPr lang="en-CA" noProof="0"/>
              <a:t>Click to add text</a:t>
            </a:r>
          </a:p>
        </p:txBody>
      </p:sp>
      <p:sp>
        <p:nvSpPr>
          <p:cNvPr id="6" name="Content Placeholder 2" descr="{&quot;templafy&quot;:{&quot;id&quot;:&quot;c8839dbc-7a08-4e91-bc71-64f0e9291c70&quot;}}">
            <a:extLst>
              <a:ext uri="{FF2B5EF4-FFF2-40B4-BE49-F238E27FC236}">
                <a16:creationId xmlns:a16="http://schemas.microsoft.com/office/drawing/2014/main" id="{8931B9AC-D510-51D8-E31E-519BDDE539C8}"/>
              </a:ext>
            </a:extLst>
          </p:cNvPr>
          <p:cNvSpPr>
            <a:spLocks noGrp="1"/>
          </p:cNvSpPr>
          <p:nvPr>
            <p:ph idx="20" hasCustomPrompt="1"/>
          </p:nvPr>
        </p:nvSpPr>
        <p:spPr>
          <a:xfrm>
            <a:off x="6025923" y="5379367"/>
            <a:ext cx="2471094" cy="655358"/>
          </a:xfrm>
        </p:spPr>
        <p:txBody>
          <a:bodyPr/>
          <a:lstStyle>
            <a:lvl1pPr marL="0" indent="0">
              <a:buNone/>
              <a:defRPr>
                <a:solidFill>
                  <a:schemeClr val="bg1"/>
                </a:solidFill>
              </a:defRPr>
            </a:lvl1pPr>
            <a:lvl2pPr marL="216000" indent="0">
              <a:buNone/>
              <a:defRPr>
                <a:solidFill>
                  <a:schemeClr val="bg1"/>
                </a:solidFill>
              </a:defRPr>
            </a:lvl2pPr>
            <a:lvl3pPr marL="432000" indent="0">
              <a:buNone/>
              <a:defRPr>
                <a:solidFill>
                  <a:schemeClr val="bg1"/>
                </a:solidFill>
              </a:defRPr>
            </a:lvl3pPr>
            <a:lvl4pPr>
              <a:buNone/>
              <a:defRPr>
                <a:solidFill>
                  <a:schemeClr val="bg1"/>
                </a:solidFill>
              </a:defRPr>
            </a:lvl4pPr>
            <a:lvl5pPr>
              <a:buNone/>
              <a:defRPr>
                <a:solidFill>
                  <a:schemeClr val="bg1"/>
                </a:solidFill>
              </a:defRPr>
            </a:lvl5pPr>
          </a:lstStyle>
          <a:p>
            <a:pPr lvl="0"/>
            <a:r>
              <a:rPr lang="en-CA" noProof="0"/>
              <a:t>Click to add text</a:t>
            </a:r>
          </a:p>
        </p:txBody>
      </p:sp>
    </p:spTree>
    <p:extLst>
      <p:ext uri="{BB962C8B-B14F-4D97-AF65-F5344CB8AC3E}">
        <p14:creationId xmlns:p14="http://schemas.microsoft.com/office/powerpoint/2010/main" val="29450268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C - Deep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22E8968-6BC5-1D22-7280-7D5EA262B36B}"/>
              </a:ext>
            </a:extLst>
          </p:cNvPr>
          <p:cNvSpPr/>
          <p:nvPr userDrawn="1"/>
        </p:nvSpPr>
        <p:spPr>
          <a:xfrm>
            <a:off x="0" y="4114800"/>
            <a:ext cx="12192000" cy="2743199"/>
          </a:xfrm>
          <a:prstGeom prst="rect">
            <a:avLst/>
          </a:pr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noProof="0"/>
          </a:p>
        </p:txBody>
      </p:sp>
      <p:pic>
        <p:nvPicPr>
          <p:cNvPr id="9" name="Picture 8" descr="Logo&#10;&#10;Description automatically generated">
            <a:extLst>
              <a:ext uri="{FF2B5EF4-FFF2-40B4-BE49-F238E27FC236}">
                <a16:creationId xmlns:a16="http://schemas.microsoft.com/office/drawing/2014/main" id="{F9BA63A0-1794-7C67-362F-3DE6A5284F0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236633" y="2132348"/>
            <a:ext cx="1718733" cy="979634"/>
          </a:xfrm>
          <a:prstGeom prst="rect">
            <a:avLst/>
          </a:prstGeom>
        </p:spPr>
      </p:pic>
      <p:sp>
        <p:nvSpPr>
          <p:cNvPr id="10" name="Text Placeholder 28">
            <a:extLst>
              <a:ext uri="{FF2B5EF4-FFF2-40B4-BE49-F238E27FC236}">
                <a16:creationId xmlns:a16="http://schemas.microsoft.com/office/drawing/2014/main" id="{7D9C9C0B-FAAB-D1F9-81D3-AD30C24D7CAE}"/>
              </a:ext>
            </a:extLst>
          </p:cNvPr>
          <p:cNvSpPr>
            <a:spLocks noGrp="1"/>
          </p:cNvSpPr>
          <p:nvPr>
            <p:ph type="body" sz="quarter" idx="14"/>
          </p:nvPr>
        </p:nvSpPr>
        <p:spPr>
          <a:xfrm>
            <a:off x="5173584" y="6370549"/>
            <a:ext cx="1844833" cy="361550"/>
          </a:xfrm>
          <a:blipFill>
            <a:blip>
              <a:extLst>
                <a:ext uri="{96DAC541-7B7A-43D3-8B79-37D633B846F1}">
                  <asvg:svgBlip xmlns:asvg="http://schemas.microsoft.com/office/drawing/2016/SVG/main" r:embed="rId3"/>
                </a:ext>
              </a:extLst>
            </a:blip>
            <a:stretch>
              <a:fillRect/>
            </a:stretch>
          </a:blipFill>
        </p:spPr>
        <p:txBody>
          <a:bodyPr/>
          <a:lstStyle>
            <a:lvl1pPr marL="0" indent="0">
              <a:buNone/>
              <a:defRPr sz="100">
                <a:noFill/>
              </a:defRPr>
            </a:lvl1pPr>
          </a:lstStyle>
          <a:p>
            <a:pPr lvl="0"/>
            <a:r>
              <a:rPr lang="en-CA" noProof="0"/>
              <a:t>Click to edit Master text styles</a:t>
            </a:r>
          </a:p>
        </p:txBody>
      </p:sp>
      <p:cxnSp>
        <p:nvCxnSpPr>
          <p:cNvPr id="12" name="Straight Connector 11">
            <a:extLst>
              <a:ext uri="{FF2B5EF4-FFF2-40B4-BE49-F238E27FC236}">
                <a16:creationId xmlns:a16="http://schemas.microsoft.com/office/drawing/2014/main" id="{56A9D163-7E2E-5C14-0C5D-7933FEB903A6}"/>
              </a:ext>
            </a:extLst>
          </p:cNvPr>
          <p:cNvCxnSpPr>
            <a:cxnSpLocks/>
          </p:cNvCxnSpPr>
          <p:nvPr userDrawn="1"/>
        </p:nvCxnSpPr>
        <p:spPr>
          <a:xfrm>
            <a:off x="7012459" y="6539696"/>
            <a:ext cx="485681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7F1A20B-8CC6-E998-8852-67D215D60826}"/>
              </a:ext>
            </a:extLst>
          </p:cNvPr>
          <p:cNvCxnSpPr>
            <a:cxnSpLocks/>
          </p:cNvCxnSpPr>
          <p:nvPr userDrawn="1"/>
        </p:nvCxnSpPr>
        <p:spPr>
          <a:xfrm>
            <a:off x="322729" y="6539696"/>
            <a:ext cx="483621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6B7B71F-23B4-60AC-6313-6A74755E6F2F}"/>
              </a:ext>
            </a:extLst>
          </p:cNvPr>
          <p:cNvCxnSpPr>
            <a:cxnSpLocks/>
          </p:cNvCxnSpPr>
          <p:nvPr userDrawn="1"/>
        </p:nvCxnSpPr>
        <p:spPr>
          <a:xfrm flipV="1">
            <a:off x="322729" y="0"/>
            <a:ext cx="0" cy="653969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566D0B7-CC94-6039-414C-485B0BAB7DBA}"/>
              </a:ext>
            </a:extLst>
          </p:cNvPr>
          <p:cNvCxnSpPr>
            <a:cxnSpLocks/>
          </p:cNvCxnSpPr>
          <p:nvPr userDrawn="1"/>
        </p:nvCxnSpPr>
        <p:spPr>
          <a:xfrm flipV="1">
            <a:off x="11846858" y="0"/>
            <a:ext cx="0" cy="653969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Title 5" descr="{&quot;templafy&quot;:{&quot;id&quot;:&quot;58f71e13-b15f-4cb1-8237-de7af35c4fa8&quot;}}">
            <a:extLst>
              <a:ext uri="{FF2B5EF4-FFF2-40B4-BE49-F238E27FC236}">
                <a16:creationId xmlns:a16="http://schemas.microsoft.com/office/drawing/2014/main" id="{8909FCA8-D3F6-4E6C-8B13-8079153EB25E}"/>
              </a:ext>
            </a:extLst>
          </p:cNvPr>
          <p:cNvSpPr>
            <a:spLocks noGrp="1"/>
          </p:cNvSpPr>
          <p:nvPr>
            <p:ph type="title" hasCustomPrompt="1"/>
          </p:nvPr>
        </p:nvSpPr>
        <p:spPr>
          <a:xfrm>
            <a:off x="1049717" y="4496491"/>
            <a:ext cx="10070454" cy="906242"/>
          </a:xfrm>
        </p:spPr>
        <p:txBody>
          <a:bodyPr tIns="108000" anchor="t"/>
          <a:lstStyle>
            <a:lvl1pPr algn="ctr">
              <a:defRPr sz="3600">
                <a:solidFill>
                  <a:schemeClr val="bg1"/>
                </a:solidFill>
              </a:defRPr>
            </a:lvl1pPr>
          </a:lstStyle>
          <a:p>
            <a:r>
              <a:rPr lang="en-CA" noProof="0"/>
              <a:t>Click to add title</a:t>
            </a:r>
          </a:p>
        </p:txBody>
      </p:sp>
      <p:sp>
        <p:nvSpPr>
          <p:cNvPr id="27" name="Text Placeholder 4" descr="{&quot;templafy&quot;:{&quot;id&quot;:&quot;165ad2e3-96c9-432e-b0a0-1b67176564b2&quot;}}">
            <a:extLst>
              <a:ext uri="{FF2B5EF4-FFF2-40B4-BE49-F238E27FC236}">
                <a16:creationId xmlns:a16="http://schemas.microsoft.com/office/drawing/2014/main" id="{F162967B-CD76-475D-9643-BC17E1102B1D}"/>
              </a:ext>
            </a:extLst>
          </p:cNvPr>
          <p:cNvSpPr>
            <a:spLocks noGrp="1"/>
          </p:cNvSpPr>
          <p:nvPr>
            <p:ph type="body" sz="quarter" idx="18" hasCustomPrompt="1"/>
          </p:nvPr>
        </p:nvSpPr>
        <p:spPr>
          <a:xfrm>
            <a:off x="1049417" y="5515577"/>
            <a:ext cx="10070454" cy="409214"/>
          </a:xfrm>
        </p:spPr>
        <p:txBody>
          <a:bodyPr tIns="91440" anchor="t"/>
          <a:lstStyle>
            <a:lvl1pPr marL="0" indent="0" algn="ctr">
              <a:buNone/>
              <a:defRPr sz="1400" spc="300">
                <a:solidFill>
                  <a:schemeClr val="accent3"/>
                </a:solidFill>
                <a:latin typeface="+mn-lt"/>
              </a:defRPr>
            </a:lvl1pPr>
          </a:lstStyle>
          <a:p>
            <a:pPr lvl="0"/>
            <a:r>
              <a:rPr lang="en-CA" noProof="0"/>
              <a:t>Click to add subtitle</a:t>
            </a:r>
          </a:p>
        </p:txBody>
      </p:sp>
      <p:sp>
        <p:nvSpPr>
          <p:cNvPr id="22" name="TextBox 21">
            <a:extLst>
              <a:ext uri="{FF2B5EF4-FFF2-40B4-BE49-F238E27FC236}">
                <a16:creationId xmlns:a16="http://schemas.microsoft.com/office/drawing/2014/main" id="{30060F56-8426-17B7-A3B6-E2BBDB484C1C}"/>
              </a:ext>
            </a:extLst>
          </p:cNvPr>
          <p:cNvSpPr txBox="1"/>
          <p:nvPr userDrawn="1"/>
        </p:nvSpPr>
        <p:spPr>
          <a:xfrm>
            <a:off x="12573546" y="166254"/>
            <a:ext cx="3117265" cy="1430179"/>
          </a:xfrm>
          <a:prstGeom prst="roundRect">
            <a:avLst/>
          </a:prstGeom>
          <a:solidFill>
            <a:srgbClr val="FBD1D6"/>
          </a:solidFill>
        </p:spPr>
        <p:txBody>
          <a:bodyPr wrap="square" lIns="274320" tIns="182880" rIns="182880" bIns="182880" rtlCol="0">
            <a:spAutoFit/>
          </a:bodyPr>
          <a:lstStyle/>
          <a:p>
            <a:pPr algn="ctr"/>
            <a:r>
              <a:rPr lang="en-CA" sz="2000" noProof="0"/>
              <a:t>Right Click to Format Background and insert Picture</a:t>
            </a:r>
          </a:p>
        </p:txBody>
      </p:sp>
    </p:spTree>
    <p:extLst>
      <p:ext uri="{BB962C8B-B14F-4D97-AF65-F5344CB8AC3E}">
        <p14:creationId xmlns:p14="http://schemas.microsoft.com/office/powerpoint/2010/main" val="11155892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D">
    <p:bg>
      <p:bgPr>
        <a:solidFill>
          <a:schemeClr val="bg1"/>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AE5E9EE3-9965-BA94-FB8A-08516410E283}"/>
              </a:ext>
            </a:extLst>
          </p:cNvPr>
          <p:cNvSpPr/>
          <p:nvPr userDrawn="1"/>
        </p:nvSpPr>
        <p:spPr>
          <a:xfrm>
            <a:off x="-1" y="4109070"/>
            <a:ext cx="8273129" cy="149134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noProof="0"/>
          </a:p>
        </p:txBody>
      </p:sp>
      <p:sp>
        <p:nvSpPr>
          <p:cNvPr id="35" name="Rectangle 34">
            <a:extLst>
              <a:ext uri="{FF2B5EF4-FFF2-40B4-BE49-F238E27FC236}">
                <a16:creationId xmlns:a16="http://schemas.microsoft.com/office/drawing/2014/main" id="{F1DA5A58-E43E-4DDA-B597-FA3CC0D36441}"/>
              </a:ext>
            </a:extLst>
          </p:cNvPr>
          <p:cNvSpPr/>
          <p:nvPr userDrawn="1"/>
        </p:nvSpPr>
        <p:spPr>
          <a:xfrm>
            <a:off x="0" y="3534996"/>
            <a:ext cx="4765964" cy="870857"/>
          </a:xfrm>
          <a:prstGeom prst="rect">
            <a:avLst/>
          </a:prstGeom>
          <a:solidFill>
            <a:schemeClr val="accent1">
              <a:alpha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noProof="0"/>
          </a:p>
        </p:txBody>
      </p:sp>
      <p:sp>
        <p:nvSpPr>
          <p:cNvPr id="63" name="Picture Placeholder 62" descr="{&quot;templafy&quot;:{&quot;id&quot;:&quot;dc0d5ee1-1752-4662-82ac-400de1ed0923&quot;}}">
            <a:extLst>
              <a:ext uri="{FF2B5EF4-FFF2-40B4-BE49-F238E27FC236}">
                <a16:creationId xmlns:a16="http://schemas.microsoft.com/office/drawing/2014/main" id="{6880787D-4687-7AE5-7B6E-388AB1307D6B}"/>
              </a:ext>
            </a:extLst>
          </p:cNvPr>
          <p:cNvSpPr>
            <a:spLocks noGrp="1"/>
          </p:cNvSpPr>
          <p:nvPr>
            <p:ph type="pic" sz="quarter" idx="13" hasCustomPrompt="1"/>
          </p:nvPr>
        </p:nvSpPr>
        <p:spPr>
          <a:xfrm>
            <a:off x="0" y="0"/>
            <a:ext cx="12192000" cy="6858000"/>
          </a:xfrm>
          <a:custGeom>
            <a:avLst/>
            <a:gdLst>
              <a:gd name="connsiteX0" fmla="*/ 270400 w 12192000"/>
              <a:gd name="connsiteY0" fmla="*/ 5814485 h 6858000"/>
              <a:gd name="connsiteX1" fmla="*/ 270400 w 12192000"/>
              <a:gd name="connsiteY1" fmla="*/ 6516485 h 6858000"/>
              <a:gd name="connsiteX2" fmla="*/ 270400 w 12192000"/>
              <a:gd name="connsiteY2" fmla="*/ 6534485 h 6858000"/>
              <a:gd name="connsiteX3" fmla="*/ 288400 w 12192000"/>
              <a:gd name="connsiteY3" fmla="*/ 6534485 h 6858000"/>
              <a:gd name="connsiteX4" fmla="*/ 630400 w 12192000"/>
              <a:gd name="connsiteY4" fmla="*/ 6534485 h 6858000"/>
              <a:gd name="connsiteX5" fmla="*/ 630400 w 12192000"/>
              <a:gd name="connsiteY5" fmla="*/ 6516485 h 6858000"/>
              <a:gd name="connsiteX6" fmla="*/ 288400 w 12192000"/>
              <a:gd name="connsiteY6" fmla="*/ 6516485 h 6858000"/>
              <a:gd name="connsiteX7" fmla="*/ 288400 w 12192000"/>
              <a:gd name="connsiteY7" fmla="*/ 5814485 h 6858000"/>
              <a:gd name="connsiteX8" fmla="*/ 10682962 w 12192000"/>
              <a:gd name="connsiteY8" fmla="*/ 311018 h 6858000"/>
              <a:gd name="connsiteX9" fmla="*/ 10609396 w 12192000"/>
              <a:gd name="connsiteY9" fmla="*/ 384309 h 6858000"/>
              <a:gd name="connsiteX10" fmla="*/ 10609396 w 12192000"/>
              <a:gd name="connsiteY10" fmla="*/ 962827 h 6858000"/>
              <a:gd name="connsiteX11" fmla="*/ 10678517 w 12192000"/>
              <a:gd name="connsiteY11" fmla="*/ 1035862 h 6858000"/>
              <a:gd name="connsiteX12" fmla="*/ 11819199 w 12192000"/>
              <a:gd name="connsiteY12" fmla="*/ 1035902 h 6858000"/>
              <a:gd name="connsiteX13" fmla="*/ 11819816 w 12192000"/>
              <a:gd name="connsiteY13" fmla="*/ 1035862 h 6858000"/>
              <a:gd name="connsiteX14" fmla="*/ 11888926 w 12192000"/>
              <a:gd name="connsiteY14" fmla="*/ 962648 h 6858000"/>
              <a:gd name="connsiteX15" fmla="*/ 11888926 w 12192000"/>
              <a:gd name="connsiteY15" fmla="*/ 384309 h 6858000"/>
              <a:gd name="connsiteX16" fmla="*/ 11815361 w 12192000"/>
              <a:gd name="connsiteY16" fmla="*/ 311018 h 6858000"/>
              <a:gd name="connsiteX17" fmla="*/ 0 w 12192000"/>
              <a:gd name="connsiteY17" fmla="*/ 0 h 6858000"/>
              <a:gd name="connsiteX18" fmla="*/ 270400 w 12192000"/>
              <a:gd name="connsiteY18" fmla="*/ 0 h 6858000"/>
              <a:gd name="connsiteX19" fmla="*/ 270400 w 12192000"/>
              <a:gd name="connsiteY19" fmla="*/ 3312000 h 6858000"/>
              <a:gd name="connsiteX20" fmla="*/ 288400 w 12192000"/>
              <a:gd name="connsiteY20" fmla="*/ 3312000 h 6858000"/>
              <a:gd name="connsiteX21" fmla="*/ 288400 w 12192000"/>
              <a:gd name="connsiteY21" fmla="*/ 0 h 6858000"/>
              <a:gd name="connsiteX22" fmla="*/ 12192000 w 12192000"/>
              <a:gd name="connsiteY22" fmla="*/ 0 h 6858000"/>
              <a:gd name="connsiteX23" fmla="*/ 12192000 w 12192000"/>
              <a:gd name="connsiteY23" fmla="*/ 6516485 h 6858000"/>
              <a:gd name="connsiteX24" fmla="*/ 2472000 w 12192000"/>
              <a:gd name="connsiteY24" fmla="*/ 6516485 h 6858000"/>
              <a:gd name="connsiteX25" fmla="*/ 2472000 w 12192000"/>
              <a:gd name="connsiteY25" fmla="*/ 6534485 h 6858000"/>
              <a:gd name="connsiteX26" fmla="*/ 12192000 w 12192000"/>
              <a:gd name="connsiteY26" fmla="*/ 6534485 h 6858000"/>
              <a:gd name="connsiteX27" fmla="*/ 12192000 w 12192000"/>
              <a:gd name="connsiteY27" fmla="*/ 6858000 h 6858000"/>
              <a:gd name="connsiteX28" fmla="*/ 0 w 12192000"/>
              <a:gd name="connsiteY28" fmla="*/ 6858000 h 6858000"/>
              <a:gd name="connsiteX29" fmla="*/ 0 w 12192000"/>
              <a:gd name="connsiteY29" fmla="*/ 5600411 h 6858000"/>
              <a:gd name="connsiteX30" fmla="*/ 8273128 w 12192000"/>
              <a:gd name="connsiteY30" fmla="*/ 5600411 h 6858000"/>
              <a:gd name="connsiteX31" fmla="*/ 8273128 w 12192000"/>
              <a:gd name="connsiteY31" fmla="*/ 4109070 h 6858000"/>
              <a:gd name="connsiteX32" fmla="*/ 4419598 w 12192000"/>
              <a:gd name="connsiteY32" fmla="*/ 4109070 h 6858000"/>
              <a:gd name="connsiteX33" fmla="*/ 4419598 w 12192000"/>
              <a:gd name="connsiteY33" fmla="*/ 3534996 h 6858000"/>
              <a:gd name="connsiteX34" fmla="*/ 0 w 12192000"/>
              <a:gd name="connsiteY34" fmla="*/ 3534996 h 6858000"/>
              <a:gd name="connsiteX0" fmla="*/ 270400 w 12192000"/>
              <a:gd name="connsiteY0" fmla="*/ 5814485 h 6858000"/>
              <a:gd name="connsiteX1" fmla="*/ 270400 w 12192000"/>
              <a:gd name="connsiteY1" fmla="*/ 6516485 h 6858000"/>
              <a:gd name="connsiteX2" fmla="*/ 270400 w 12192000"/>
              <a:gd name="connsiteY2" fmla="*/ 6534485 h 6858000"/>
              <a:gd name="connsiteX3" fmla="*/ 288400 w 12192000"/>
              <a:gd name="connsiteY3" fmla="*/ 6534485 h 6858000"/>
              <a:gd name="connsiteX4" fmla="*/ 630400 w 12192000"/>
              <a:gd name="connsiteY4" fmla="*/ 6534485 h 6858000"/>
              <a:gd name="connsiteX5" fmla="*/ 630400 w 12192000"/>
              <a:gd name="connsiteY5" fmla="*/ 6516485 h 6858000"/>
              <a:gd name="connsiteX6" fmla="*/ 288400 w 12192000"/>
              <a:gd name="connsiteY6" fmla="*/ 6516485 h 6858000"/>
              <a:gd name="connsiteX7" fmla="*/ 288400 w 12192000"/>
              <a:gd name="connsiteY7" fmla="*/ 5814485 h 6858000"/>
              <a:gd name="connsiteX8" fmla="*/ 270400 w 12192000"/>
              <a:gd name="connsiteY8" fmla="*/ 5814485 h 6858000"/>
              <a:gd name="connsiteX9" fmla="*/ 10682962 w 12192000"/>
              <a:gd name="connsiteY9" fmla="*/ 311018 h 6858000"/>
              <a:gd name="connsiteX10" fmla="*/ 10609396 w 12192000"/>
              <a:gd name="connsiteY10" fmla="*/ 384309 h 6858000"/>
              <a:gd name="connsiteX11" fmla="*/ 10609396 w 12192000"/>
              <a:gd name="connsiteY11" fmla="*/ 962827 h 6858000"/>
              <a:gd name="connsiteX12" fmla="*/ 10678517 w 12192000"/>
              <a:gd name="connsiteY12" fmla="*/ 1035862 h 6858000"/>
              <a:gd name="connsiteX13" fmla="*/ 11819199 w 12192000"/>
              <a:gd name="connsiteY13" fmla="*/ 1035902 h 6858000"/>
              <a:gd name="connsiteX14" fmla="*/ 11819816 w 12192000"/>
              <a:gd name="connsiteY14" fmla="*/ 1035862 h 6858000"/>
              <a:gd name="connsiteX15" fmla="*/ 11888926 w 12192000"/>
              <a:gd name="connsiteY15" fmla="*/ 962648 h 6858000"/>
              <a:gd name="connsiteX16" fmla="*/ 11888926 w 12192000"/>
              <a:gd name="connsiteY16" fmla="*/ 384309 h 6858000"/>
              <a:gd name="connsiteX17" fmla="*/ 11815361 w 12192000"/>
              <a:gd name="connsiteY17" fmla="*/ 311018 h 6858000"/>
              <a:gd name="connsiteX18" fmla="*/ 10682962 w 12192000"/>
              <a:gd name="connsiteY18" fmla="*/ 311018 h 6858000"/>
              <a:gd name="connsiteX19" fmla="*/ 0 w 12192000"/>
              <a:gd name="connsiteY19" fmla="*/ 0 h 6858000"/>
              <a:gd name="connsiteX20" fmla="*/ 270400 w 12192000"/>
              <a:gd name="connsiteY20" fmla="*/ 0 h 6858000"/>
              <a:gd name="connsiteX21" fmla="*/ 270400 w 12192000"/>
              <a:gd name="connsiteY21" fmla="*/ 3312000 h 6858000"/>
              <a:gd name="connsiteX22" fmla="*/ 288400 w 12192000"/>
              <a:gd name="connsiteY22" fmla="*/ 3312000 h 6858000"/>
              <a:gd name="connsiteX23" fmla="*/ 288400 w 12192000"/>
              <a:gd name="connsiteY23" fmla="*/ 0 h 6858000"/>
              <a:gd name="connsiteX24" fmla="*/ 12192000 w 12192000"/>
              <a:gd name="connsiteY24" fmla="*/ 0 h 6858000"/>
              <a:gd name="connsiteX25" fmla="*/ 12192000 w 12192000"/>
              <a:gd name="connsiteY25" fmla="*/ 6516485 h 6858000"/>
              <a:gd name="connsiteX26" fmla="*/ 2472000 w 12192000"/>
              <a:gd name="connsiteY26" fmla="*/ 6516485 h 6858000"/>
              <a:gd name="connsiteX27" fmla="*/ 2472000 w 12192000"/>
              <a:gd name="connsiteY27" fmla="*/ 6534485 h 6858000"/>
              <a:gd name="connsiteX28" fmla="*/ 12192000 w 12192000"/>
              <a:gd name="connsiteY28" fmla="*/ 6534485 h 6858000"/>
              <a:gd name="connsiteX29" fmla="*/ 12192000 w 12192000"/>
              <a:gd name="connsiteY29" fmla="*/ 6858000 h 6858000"/>
              <a:gd name="connsiteX30" fmla="*/ 0 w 12192000"/>
              <a:gd name="connsiteY30" fmla="*/ 6858000 h 6858000"/>
              <a:gd name="connsiteX31" fmla="*/ 0 w 12192000"/>
              <a:gd name="connsiteY31" fmla="*/ 5600411 h 6858000"/>
              <a:gd name="connsiteX32" fmla="*/ 8273128 w 12192000"/>
              <a:gd name="connsiteY32" fmla="*/ 5600411 h 6858000"/>
              <a:gd name="connsiteX33" fmla="*/ 8273128 w 12192000"/>
              <a:gd name="connsiteY33" fmla="*/ 4109070 h 6858000"/>
              <a:gd name="connsiteX34" fmla="*/ 4419598 w 12192000"/>
              <a:gd name="connsiteY34" fmla="*/ 4109070 h 6858000"/>
              <a:gd name="connsiteX35" fmla="*/ 5001488 w 12192000"/>
              <a:gd name="connsiteY35" fmla="*/ 3534996 h 6858000"/>
              <a:gd name="connsiteX36" fmla="*/ 0 w 12192000"/>
              <a:gd name="connsiteY36" fmla="*/ 3534996 h 6858000"/>
              <a:gd name="connsiteX37" fmla="*/ 0 w 12192000"/>
              <a:gd name="connsiteY37" fmla="*/ 0 h 6858000"/>
              <a:gd name="connsiteX0" fmla="*/ 270400 w 12192000"/>
              <a:gd name="connsiteY0" fmla="*/ 5814485 h 6858000"/>
              <a:gd name="connsiteX1" fmla="*/ 270400 w 12192000"/>
              <a:gd name="connsiteY1" fmla="*/ 6516485 h 6858000"/>
              <a:gd name="connsiteX2" fmla="*/ 270400 w 12192000"/>
              <a:gd name="connsiteY2" fmla="*/ 6534485 h 6858000"/>
              <a:gd name="connsiteX3" fmla="*/ 288400 w 12192000"/>
              <a:gd name="connsiteY3" fmla="*/ 6534485 h 6858000"/>
              <a:gd name="connsiteX4" fmla="*/ 630400 w 12192000"/>
              <a:gd name="connsiteY4" fmla="*/ 6534485 h 6858000"/>
              <a:gd name="connsiteX5" fmla="*/ 630400 w 12192000"/>
              <a:gd name="connsiteY5" fmla="*/ 6516485 h 6858000"/>
              <a:gd name="connsiteX6" fmla="*/ 288400 w 12192000"/>
              <a:gd name="connsiteY6" fmla="*/ 6516485 h 6858000"/>
              <a:gd name="connsiteX7" fmla="*/ 288400 w 12192000"/>
              <a:gd name="connsiteY7" fmla="*/ 5814485 h 6858000"/>
              <a:gd name="connsiteX8" fmla="*/ 270400 w 12192000"/>
              <a:gd name="connsiteY8" fmla="*/ 5814485 h 6858000"/>
              <a:gd name="connsiteX9" fmla="*/ 10682962 w 12192000"/>
              <a:gd name="connsiteY9" fmla="*/ 311018 h 6858000"/>
              <a:gd name="connsiteX10" fmla="*/ 10609396 w 12192000"/>
              <a:gd name="connsiteY10" fmla="*/ 384309 h 6858000"/>
              <a:gd name="connsiteX11" fmla="*/ 10609396 w 12192000"/>
              <a:gd name="connsiteY11" fmla="*/ 962827 h 6858000"/>
              <a:gd name="connsiteX12" fmla="*/ 10678517 w 12192000"/>
              <a:gd name="connsiteY12" fmla="*/ 1035862 h 6858000"/>
              <a:gd name="connsiteX13" fmla="*/ 11819199 w 12192000"/>
              <a:gd name="connsiteY13" fmla="*/ 1035902 h 6858000"/>
              <a:gd name="connsiteX14" fmla="*/ 11819816 w 12192000"/>
              <a:gd name="connsiteY14" fmla="*/ 1035862 h 6858000"/>
              <a:gd name="connsiteX15" fmla="*/ 11888926 w 12192000"/>
              <a:gd name="connsiteY15" fmla="*/ 962648 h 6858000"/>
              <a:gd name="connsiteX16" fmla="*/ 11888926 w 12192000"/>
              <a:gd name="connsiteY16" fmla="*/ 384309 h 6858000"/>
              <a:gd name="connsiteX17" fmla="*/ 11815361 w 12192000"/>
              <a:gd name="connsiteY17" fmla="*/ 311018 h 6858000"/>
              <a:gd name="connsiteX18" fmla="*/ 10682962 w 12192000"/>
              <a:gd name="connsiteY18" fmla="*/ 311018 h 6858000"/>
              <a:gd name="connsiteX19" fmla="*/ 0 w 12192000"/>
              <a:gd name="connsiteY19" fmla="*/ 0 h 6858000"/>
              <a:gd name="connsiteX20" fmla="*/ 270400 w 12192000"/>
              <a:gd name="connsiteY20" fmla="*/ 0 h 6858000"/>
              <a:gd name="connsiteX21" fmla="*/ 270400 w 12192000"/>
              <a:gd name="connsiteY21" fmla="*/ 3312000 h 6858000"/>
              <a:gd name="connsiteX22" fmla="*/ 288400 w 12192000"/>
              <a:gd name="connsiteY22" fmla="*/ 3312000 h 6858000"/>
              <a:gd name="connsiteX23" fmla="*/ 288400 w 12192000"/>
              <a:gd name="connsiteY23" fmla="*/ 0 h 6858000"/>
              <a:gd name="connsiteX24" fmla="*/ 12192000 w 12192000"/>
              <a:gd name="connsiteY24" fmla="*/ 0 h 6858000"/>
              <a:gd name="connsiteX25" fmla="*/ 12192000 w 12192000"/>
              <a:gd name="connsiteY25" fmla="*/ 6516485 h 6858000"/>
              <a:gd name="connsiteX26" fmla="*/ 2472000 w 12192000"/>
              <a:gd name="connsiteY26" fmla="*/ 6516485 h 6858000"/>
              <a:gd name="connsiteX27" fmla="*/ 2472000 w 12192000"/>
              <a:gd name="connsiteY27" fmla="*/ 6534485 h 6858000"/>
              <a:gd name="connsiteX28" fmla="*/ 12192000 w 12192000"/>
              <a:gd name="connsiteY28" fmla="*/ 6534485 h 6858000"/>
              <a:gd name="connsiteX29" fmla="*/ 12192000 w 12192000"/>
              <a:gd name="connsiteY29" fmla="*/ 6858000 h 6858000"/>
              <a:gd name="connsiteX30" fmla="*/ 0 w 12192000"/>
              <a:gd name="connsiteY30" fmla="*/ 6858000 h 6858000"/>
              <a:gd name="connsiteX31" fmla="*/ 0 w 12192000"/>
              <a:gd name="connsiteY31" fmla="*/ 5600411 h 6858000"/>
              <a:gd name="connsiteX32" fmla="*/ 8273128 w 12192000"/>
              <a:gd name="connsiteY32" fmla="*/ 5600411 h 6858000"/>
              <a:gd name="connsiteX33" fmla="*/ 8273128 w 12192000"/>
              <a:gd name="connsiteY33" fmla="*/ 4109070 h 6858000"/>
              <a:gd name="connsiteX34" fmla="*/ 4779816 w 12192000"/>
              <a:gd name="connsiteY34" fmla="*/ 4122924 h 6858000"/>
              <a:gd name="connsiteX35" fmla="*/ 5001488 w 12192000"/>
              <a:gd name="connsiteY35" fmla="*/ 3534996 h 6858000"/>
              <a:gd name="connsiteX36" fmla="*/ 0 w 12192000"/>
              <a:gd name="connsiteY36" fmla="*/ 3534996 h 6858000"/>
              <a:gd name="connsiteX37" fmla="*/ 0 w 12192000"/>
              <a:gd name="connsiteY37" fmla="*/ 0 h 6858000"/>
              <a:gd name="connsiteX0" fmla="*/ 270400 w 12192000"/>
              <a:gd name="connsiteY0" fmla="*/ 5814485 h 6858000"/>
              <a:gd name="connsiteX1" fmla="*/ 270400 w 12192000"/>
              <a:gd name="connsiteY1" fmla="*/ 6516485 h 6858000"/>
              <a:gd name="connsiteX2" fmla="*/ 270400 w 12192000"/>
              <a:gd name="connsiteY2" fmla="*/ 6534485 h 6858000"/>
              <a:gd name="connsiteX3" fmla="*/ 288400 w 12192000"/>
              <a:gd name="connsiteY3" fmla="*/ 6534485 h 6858000"/>
              <a:gd name="connsiteX4" fmla="*/ 630400 w 12192000"/>
              <a:gd name="connsiteY4" fmla="*/ 6534485 h 6858000"/>
              <a:gd name="connsiteX5" fmla="*/ 630400 w 12192000"/>
              <a:gd name="connsiteY5" fmla="*/ 6516485 h 6858000"/>
              <a:gd name="connsiteX6" fmla="*/ 288400 w 12192000"/>
              <a:gd name="connsiteY6" fmla="*/ 6516485 h 6858000"/>
              <a:gd name="connsiteX7" fmla="*/ 288400 w 12192000"/>
              <a:gd name="connsiteY7" fmla="*/ 5814485 h 6858000"/>
              <a:gd name="connsiteX8" fmla="*/ 270400 w 12192000"/>
              <a:gd name="connsiteY8" fmla="*/ 5814485 h 6858000"/>
              <a:gd name="connsiteX9" fmla="*/ 10682962 w 12192000"/>
              <a:gd name="connsiteY9" fmla="*/ 311018 h 6858000"/>
              <a:gd name="connsiteX10" fmla="*/ 10609396 w 12192000"/>
              <a:gd name="connsiteY10" fmla="*/ 384309 h 6858000"/>
              <a:gd name="connsiteX11" fmla="*/ 10609396 w 12192000"/>
              <a:gd name="connsiteY11" fmla="*/ 962827 h 6858000"/>
              <a:gd name="connsiteX12" fmla="*/ 10678517 w 12192000"/>
              <a:gd name="connsiteY12" fmla="*/ 1035862 h 6858000"/>
              <a:gd name="connsiteX13" fmla="*/ 11819199 w 12192000"/>
              <a:gd name="connsiteY13" fmla="*/ 1035902 h 6858000"/>
              <a:gd name="connsiteX14" fmla="*/ 11819816 w 12192000"/>
              <a:gd name="connsiteY14" fmla="*/ 1035862 h 6858000"/>
              <a:gd name="connsiteX15" fmla="*/ 11888926 w 12192000"/>
              <a:gd name="connsiteY15" fmla="*/ 962648 h 6858000"/>
              <a:gd name="connsiteX16" fmla="*/ 11888926 w 12192000"/>
              <a:gd name="connsiteY16" fmla="*/ 384309 h 6858000"/>
              <a:gd name="connsiteX17" fmla="*/ 11815361 w 12192000"/>
              <a:gd name="connsiteY17" fmla="*/ 311018 h 6858000"/>
              <a:gd name="connsiteX18" fmla="*/ 10682962 w 12192000"/>
              <a:gd name="connsiteY18" fmla="*/ 311018 h 6858000"/>
              <a:gd name="connsiteX19" fmla="*/ 0 w 12192000"/>
              <a:gd name="connsiteY19" fmla="*/ 0 h 6858000"/>
              <a:gd name="connsiteX20" fmla="*/ 270400 w 12192000"/>
              <a:gd name="connsiteY20" fmla="*/ 0 h 6858000"/>
              <a:gd name="connsiteX21" fmla="*/ 270400 w 12192000"/>
              <a:gd name="connsiteY21" fmla="*/ 3312000 h 6858000"/>
              <a:gd name="connsiteX22" fmla="*/ 288400 w 12192000"/>
              <a:gd name="connsiteY22" fmla="*/ 3312000 h 6858000"/>
              <a:gd name="connsiteX23" fmla="*/ 288400 w 12192000"/>
              <a:gd name="connsiteY23" fmla="*/ 0 h 6858000"/>
              <a:gd name="connsiteX24" fmla="*/ 12192000 w 12192000"/>
              <a:gd name="connsiteY24" fmla="*/ 0 h 6858000"/>
              <a:gd name="connsiteX25" fmla="*/ 12192000 w 12192000"/>
              <a:gd name="connsiteY25" fmla="*/ 6516485 h 6858000"/>
              <a:gd name="connsiteX26" fmla="*/ 2472000 w 12192000"/>
              <a:gd name="connsiteY26" fmla="*/ 6516485 h 6858000"/>
              <a:gd name="connsiteX27" fmla="*/ 2472000 w 12192000"/>
              <a:gd name="connsiteY27" fmla="*/ 6534485 h 6858000"/>
              <a:gd name="connsiteX28" fmla="*/ 12192000 w 12192000"/>
              <a:gd name="connsiteY28" fmla="*/ 6534485 h 6858000"/>
              <a:gd name="connsiteX29" fmla="*/ 12192000 w 12192000"/>
              <a:gd name="connsiteY29" fmla="*/ 6858000 h 6858000"/>
              <a:gd name="connsiteX30" fmla="*/ 0 w 12192000"/>
              <a:gd name="connsiteY30" fmla="*/ 6858000 h 6858000"/>
              <a:gd name="connsiteX31" fmla="*/ 0 w 12192000"/>
              <a:gd name="connsiteY31" fmla="*/ 5600411 h 6858000"/>
              <a:gd name="connsiteX32" fmla="*/ 8273128 w 12192000"/>
              <a:gd name="connsiteY32" fmla="*/ 5600411 h 6858000"/>
              <a:gd name="connsiteX33" fmla="*/ 8273128 w 12192000"/>
              <a:gd name="connsiteY33" fmla="*/ 4109070 h 6858000"/>
              <a:gd name="connsiteX34" fmla="*/ 4779816 w 12192000"/>
              <a:gd name="connsiteY34" fmla="*/ 4122924 h 6858000"/>
              <a:gd name="connsiteX35" fmla="*/ 4779815 w 12192000"/>
              <a:gd name="connsiteY35" fmla="*/ 3534996 h 6858000"/>
              <a:gd name="connsiteX36" fmla="*/ 0 w 12192000"/>
              <a:gd name="connsiteY36" fmla="*/ 3534996 h 6858000"/>
              <a:gd name="connsiteX37" fmla="*/ 0 w 12192000"/>
              <a:gd name="connsiteY3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192000" h="6858000">
                <a:moveTo>
                  <a:pt x="270400" y="5814485"/>
                </a:moveTo>
                <a:lnTo>
                  <a:pt x="270400" y="6516485"/>
                </a:lnTo>
                <a:lnTo>
                  <a:pt x="270400" y="6534485"/>
                </a:lnTo>
                <a:lnTo>
                  <a:pt x="288400" y="6534485"/>
                </a:lnTo>
                <a:lnTo>
                  <a:pt x="630400" y="6534485"/>
                </a:lnTo>
                <a:lnTo>
                  <a:pt x="630400" y="6516485"/>
                </a:lnTo>
                <a:lnTo>
                  <a:pt x="288400" y="6516485"/>
                </a:lnTo>
                <a:lnTo>
                  <a:pt x="288400" y="5814485"/>
                </a:lnTo>
                <a:lnTo>
                  <a:pt x="270400" y="5814485"/>
                </a:lnTo>
                <a:close/>
                <a:moveTo>
                  <a:pt x="10682962" y="311018"/>
                </a:moveTo>
                <a:cubicBezTo>
                  <a:pt x="10642335" y="311082"/>
                  <a:pt x="10609423" y="343867"/>
                  <a:pt x="10609396" y="384309"/>
                </a:cubicBezTo>
                <a:lnTo>
                  <a:pt x="10609396" y="962827"/>
                </a:lnTo>
                <a:cubicBezTo>
                  <a:pt x="10609461" y="1001513"/>
                  <a:pt x="10639722" y="1033487"/>
                  <a:pt x="10678517" y="1035862"/>
                </a:cubicBezTo>
                <a:lnTo>
                  <a:pt x="11819199" y="1035902"/>
                </a:lnTo>
                <a:lnTo>
                  <a:pt x="11819816" y="1035862"/>
                </a:lnTo>
                <a:cubicBezTo>
                  <a:pt x="11858665" y="1033460"/>
                  <a:pt x="11888937" y="1001391"/>
                  <a:pt x="11888926" y="962648"/>
                </a:cubicBezTo>
                <a:lnTo>
                  <a:pt x="11888926" y="384309"/>
                </a:lnTo>
                <a:cubicBezTo>
                  <a:pt x="11888899" y="343867"/>
                  <a:pt x="11855988" y="311082"/>
                  <a:pt x="11815361" y="311018"/>
                </a:cubicBezTo>
                <a:lnTo>
                  <a:pt x="10682962" y="311018"/>
                </a:lnTo>
                <a:close/>
                <a:moveTo>
                  <a:pt x="0" y="0"/>
                </a:moveTo>
                <a:lnTo>
                  <a:pt x="270400" y="0"/>
                </a:lnTo>
                <a:lnTo>
                  <a:pt x="270400" y="3312000"/>
                </a:lnTo>
                <a:lnTo>
                  <a:pt x="288400" y="3312000"/>
                </a:lnTo>
                <a:lnTo>
                  <a:pt x="288400" y="0"/>
                </a:lnTo>
                <a:lnTo>
                  <a:pt x="12192000" y="0"/>
                </a:lnTo>
                <a:lnTo>
                  <a:pt x="12192000" y="6516485"/>
                </a:lnTo>
                <a:lnTo>
                  <a:pt x="2472000" y="6516485"/>
                </a:lnTo>
                <a:lnTo>
                  <a:pt x="2472000" y="6534485"/>
                </a:lnTo>
                <a:lnTo>
                  <a:pt x="12192000" y="6534485"/>
                </a:lnTo>
                <a:lnTo>
                  <a:pt x="12192000" y="6858000"/>
                </a:lnTo>
                <a:lnTo>
                  <a:pt x="0" y="6858000"/>
                </a:lnTo>
                <a:lnTo>
                  <a:pt x="0" y="5600411"/>
                </a:lnTo>
                <a:lnTo>
                  <a:pt x="8273128" y="5600411"/>
                </a:lnTo>
                <a:lnTo>
                  <a:pt x="8273128" y="4109070"/>
                </a:lnTo>
                <a:lnTo>
                  <a:pt x="4779816" y="4122924"/>
                </a:lnTo>
                <a:cubicBezTo>
                  <a:pt x="4779816" y="3926948"/>
                  <a:pt x="4779815" y="3730972"/>
                  <a:pt x="4779815" y="3534996"/>
                </a:cubicBezTo>
                <a:lnTo>
                  <a:pt x="0" y="3534996"/>
                </a:lnTo>
                <a:lnTo>
                  <a:pt x="0" y="0"/>
                </a:lnTo>
                <a:close/>
              </a:path>
            </a:pathLst>
          </a:custGeom>
          <a:solidFill>
            <a:schemeClr val="bg2"/>
          </a:solidFill>
        </p:spPr>
        <p:txBody>
          <a:bodyPr wrap="square" lIns="0" tIns="0" bIns="720000" anchor="t">
            <a:noAutofit/>
          </a:bodyPr>
          <a:lstStyle>
            <a:lvl1pPr marL="0" marR="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a:solidFill>
                  <a:schemeClr val="bg1"/>
                </a:solidFill>
              </a:defRPr>
            </a:lvl1pPr>
          </a:lstStyle>
          <a:p>
            <a:pPr marL="0" marR="0" lvl="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a:pPr>
            <a:br>
              <a:rPr lang="en-CA" noProof="0"/>
            </a:br>
            <a:br>
              <a:rPr lang="en-CA" noProof="0"/>
            </a:br>
            <a:br>
              <a:rPr lang="en-CA" noProof="0"/>
            </a:br>
            <a:br>
              <a:rPr lang="en-CA" noProof="0"/>
            </a:br>
            <a:br>
              <a:rPr lang="en-CA" noProof="0"/>
            </a:br>
            <a:br>
              <a:rPr lang="en-CA" noProof="0"/>
            </a:br>
            <a:br>
              <a:rPr lang="en-CA" noProof="0"/>
            </a:br>
            <a:br>
              <a:rPr lang="en-CA" noProof="0"/>
            </a:br>
            <a:br>
              <a:rPr lang="en-CA" noProof="0"/>
            </a:br>
            <a:br>
              <a:rPr lang="en-CA" noProof="0"/>
            </a:br>
            <a:r>
              <a:rPr lang="en-CA" noProof="0"/>
              <a:t>Click here and add image from Templafy</a:t>
            </a:r>
          </a:p>
        </p:txBody>
      </p:sp>
      <p:sp>
        <p:nvSpPr>
          <p:cNvPr id="29" name="Text Placeholder 28">
            <a:extLst>
              <a:ext uri="{FF2B5EF4-FFF2-40B4-BE49-F238E27FC236}">
                <a16:creationId xmlns:a16="http://schemas.microsoft.com/office/drawing/2014/main" id="{5E402472-E597-495E-BF52-A5E9621E0CFA}"/>
              </a:ext>
            </a:extLst>
          </p:cNvPr>
          <p:cNvSpPr>
            <a:spLocks noGrp="1"/>
          </p:cNvSpPr>
          <p:nvPr>
            <p:ph type="body" sz="quarter" idx="14"/>
          </p:nvPr>
        </p:nvSpPr>
        <p:spPr>
          <a:xfrm>
            <a:off x="614691" y="6370549"/>
            <a:ext cx="1844833" cy="361550"/>
          </a:xfrm>
          <a:blipFill>
            <a:blip>
              <a:extLst>
                <a:ext uri="{96DAC541-7B7A-43D3-8B79-37D633B846F1}">
                  <asvg:svgBlip xmlns:asvg="http://schemas.microsoft.com/office/drawing/2016/SVG/main" r:embed="rId2"/>
                </a:ext>
              </a:extLst>
            </a:blip>
            <a:stretch>
              <a:fillRect/>
            </a:stretch>
          </a:blipFill>
        </p:spPr>
        <p:txBody>
          <a:bodyPr/>
          <a:lstStyle>
            <a:lvl1pPr marL="0" indent="0">
              <a:buNone/>
              <a:defRPr sz="100">
                <a:noFill/>
              </a:defRPr>
            </a:lvl1pPr>
          </a:lstStyle>
          <a:p>
            <a:pPr lvl="0"/>
            <a:r>
              <a:rPr lang="en-CA" noProof="0"/>
              <a:t>Click to edit Master text styles</a:t>
            </a:r>
          </a:p>
        </p:txBody>
      </p:sp>
      <p:pic>
        <p:nvPicPr>
          <p:cNvPr id="43" name="Picture 42" descr="A close up of a sign&#10;&#10;Description automatically generated">
            <a:extLst>
              <a:ext uri="{FF2B5EF4-FFF2-40B4-BE49-F238E27FC236}">
                <a16:creationId xmlns:a16="http://schemas.microsoft.com/office/drawing/2014/main" id="{74C85EE8-6C66-4F5C-81AC-6564D686E15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17200" y="311072"/>
            <a:ext cx="1271783" cy="724884"/>
          </a:xfrm>
          <a:prstGeom prst="rect">
            <a:avLst/>
          </a:prstGeom>
        </p:spPr>
      </p:pic>
      <p:sp>
        <p:nvSpPr>
          <p:cNvPr id="6" name="Title 5" descr="{&quot;templafy&quot;:{&quot;id&quot;:&quot;1bc4018b-d004-46c9-91e9-5d0ecc19d3ae&quot;}}">
            <a:extLst>
              <a:ext uri="{FF2B5EF4-FFF2-40B4-BE49-F238E27FC236}">
                <a16:creationId xmlns:a16="http://schemas.microsoft.com/office/drawing/2014/main" id="{9FEB1896-3371-4CA2-9C53-E43D84A65203}"/>
              </a:ext>
            </a:extLst>
          </p:cNvPr>
          <p:cNvSpPr>
            <a:spLocks noGrp="1"/>
          </p:cNvSpPr>
          <p:nvPr>
            <p:ph type="title" hasCustomPrompt="1"/>
          </p:nvPr>
        </p:nvSpPr>
        <p:spPr>
          <a:xfrm>
            <a:off x="648000" y="4571570"/>
            <a:ext cx="7244143" cy="738327"/>
          </a:xfrm>
        </p:spPr>
        <p:txBody>
          <a:bodyPr anchor="b"/>
          <a:lstStyle>
            <a:lvl1pPr>
              <a:defRPr>
                <a:solidFill>
                  <a:schemeClr val="accent1"/>
                </a:solidFill>
              </a:defRPr>
            </a:lvl1pPr>
          </a:lstStyle>
          <a:p>
            <a:r>
              <a:rPr lang="en-CA" noProof="0"/>
              <a:t>Click to add title</a:t>
            </a:r>
          </a:p>
        </p:txBody>
      </p:sp>
      <p:sp>
        <p:nvSpPr>
          <p:cNvPr id="17" name="Text Placeholder 4" descr="{&quot;templafy&quot;:{&quot;id&quot;:&quot;e74583a2-bc51-4ec5-b432-3ff4cacd49ec&quot;}}">
            <a:extLst>
              <a:ext uri="{FF2B5EF4-FFF2-40B4-BE49-F238E27FC236}">
                <a16:creationId xmlns:a16="http://schemas.microsoft.com/office/drawing/2014/main" id="{A53AA8B7-7389-4FDE-A58A-B0AA817786C3}"/>
              </a:ext>
            </a:extLst>
          </p:cNvPr>
          <p:cNvSpPr>
            <a:spLocks noGrp="1"/>
          </p:cNvSpPr>
          <p:nvPr>
            <p:ph type="body" sz="quarter" idx="18" hasCustomPrompt="1"/>
          </p:nvPr>
        </p:nvSpPr>
        <p:spPr>
          <a:xfrm>
            <a:off x="647700" y="3801432"/>
            <a:ext cx="4118264" cy="604420"/>
          </a:xfrm>
        </p:spPr>
        <p:txBody>
          <a:bodyPr tIns="91440" anchor="t"/>
          <a:lstStyle>
            <a:lvl1pPr marL="0" indent="0">
              <a:buNone/>
              <a:defRPr sz="1400" spc="600">
                <a:solidFill>
                  <a:schemeClr val="accent3"/>
                </a:solidFill>
                <a:latin typeface="+mn-lt"/>
              </a:defRPr>
            </a:lvl1pPr>
          </a:lstStyle>
          <a:p>
            <a:pPr lvl="0"/>
            <a:r>
              <a:rPr lang="en-CA" noProof="0"/>
              <a:t>Click to add subtitle</a:t>
            </a:r>
          </a:p>
        </p:txBody>
      </p:sp>
    </p:spTree>
    <p:extLst>
      <p:ext uri="{BB962C8B-B14F-4D97-AF65-F5344CB8AC3E}">
        <p14:creationId xmlns:p14="http://schemas.microsoft.com/office/powerpoint/2010/main" val="16481539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B">
    <p:bg>
      <p:bgPr>
        <a:solidFill>
          <a:schemeClr val="accent1"/>
        </a:solidFill>
        <a:effectLst/>
      </p:bgPr>
    </p:bg>
    <p:spTree>
      <p:nvGrpSpPr>
        <p:cNvPr id="1" name=""/>
        <p:cNvGrpSpPr/>
        <p:nvPr/>
      </p:nvGrpSpPr>
      <p:grpSpPr>
        <a:xfrm>
          <a:off x="0" y="0"/>
          <a:ext cx="0" cy="0"/>
          <a:chOff x="0" y="0"/>
          <a:chExt cx="0" cy="0"/>
        </a:xfrm>
      </p:grpSpPr>
      <p:sp>
        <p:nvSpPr>
          <p:cNvPr id="4" name="Picture Placeholder 3" descr="{&quot;templafy&quot;:{&quot;id&quot;:&quot;f5481d72-c251-4c6e-b04a-f6a05f3da503&quot;}}">
            <a:extLst>
              <a:ext uri="{FF2B5EF4-FFF2-40B4-BE49-F238E27FC236}">
                <a16:creationId xmlns:a16="http://schemas.microsoft.com/office/drawing/2014/main" id="{1122B038-DA79-4F73-A1EF-00D31025F885}"/>
              </a:ext>
            </a:extLst>
          </p:cNvPr>
          <p:cNvSpPr>
            <a:spLocks noGrp="1"/>
          </p:cNvSpPr>
          <p:nvPr>
            <p:ph type="pic" sz="quarter" idx="18" hasCustomPrompt="1"/>
          </p:nvPr>
        </p:nvSpPr>
        <p:spPr>
          <a:xfrm>
            <a:off x="5985600" y="0"/>
            <a:ext cx="6206400" cy="6858000"/>
          </a:xfrm>
          <a:solidFill>
            <a:schemeClr val="bg2"/>
          </a:solidFill>
        </p:spPr>
        <p:txBody>
          <a:bodyPr bIns="720000" anchor="ctr"/>
          <a:lstStyle>
            <a:lvl1pPr marL="0" indent="0" algn="ctr">
              <a:buNone/>
              <a:defRPr>
                <a:solidFill>
                  <a:schemeClr val="bg1"/>
                </a:solidFill>
              </a:defRPr>
            </a:lvl1pPr>
          </a:lstStyle>
          <a:p>
            <a:r>
              <a:rPr lang="en-CA" noProof="0"/>
              <a:t>Click here and add image from Templafy</a:t>
            </a:r>
          </a:p>
        </p:txBody>
      </p:sp>
      <p:sp>
        <p:nvSpPr>
          <p:cNvPr id="2" name="Title 1" descr="{&quot;templafy&quot;:{&quot;id&quot;:&quot;53adb2c8-4714-4b5d-baf1-ed2381e4aba4&quot;}}"/>
          <p:cNvSpPr>
            <a:spLocks noGrp="1"/>
          </p:cNvSpPr>
          <p:nvPr>
            <p:ph type="title" hasCustomPrompt="1"/>
          </p:nvPr>
        </p:nvSpPr>
        <p:spPr>
          <a:xfrm>
            <a:off x="0" y="658800"/>
            <a:ext cx="6206400" cy="1245600"/>
          </a:xfrm>
          <a:solidFill>
            <a:schemeClr val="bg1"/>
          </a:solidFill>
        </p:spPr>
        <p:txBody>
          <a:bodyPr lIns="612000" tIns="360000" rIns="216000" bIns="144000"/>
          <a:lstStyle>
            <a:lvl1pPr>
              <a:defRPr>
                <a:solidFill>
                  <a:schemeClr val="accent1"/>
                </a:solidFill>
              </a:defRPr>
            </a:lvl1pPr>
          </a:lstStyle>
          <a:p>
            <a:r>
              <a:rPr lang="en-CA" noProof="0"/>
              <a:t>Click to add agenda</a:t>
            </a:r>
          </a:p>
        </p:txBody>
      </p:sp>
      <p:sp>
        <p:nvSpPr>
          <p:cNvPr id="9" name="Footer Placeholder 8">
            <a:extLst>
              <a:ext uri="{FF2B5EF4-FFF2-40B4-BE49-F238E27FC236}">
                <a16:creationId xmlns:a16="http://schemas.microsoft.com/office/drawing/2014/main" id="{83F1B49C-8EDD-4326-AD14-38D7B2C7AC1E}"/>
              </a:ext>
            </a:extLst>
          </p:cNvPr>
          <p:cNvSpPr>
            <a:spLocks noGrp="1"/>
          </p:cNvSpPr>
          <p:nvPr>
            <p:ph type="ftr" sz="quarter" idx="15"/>
          </p:nvPr>
        </p:nvSpPr>
        <p:spPr/>
        <p:txBody>
          <a:bodyPr/>
          <a:lstStyle>
            <a:lvl1pPr>
              <a:defRPr>
                <a:solidFill>
                  <a:schemeClr val="bg1"/>
                </a:solidFill>
              </a:defRPr>
            </a:lvl1pPr>
          </a:lstStyle>
          <a:p>
            <a:r>
              <a:rPr lang="en-CA" noProof="0"/>
              <a:t>Colliers</a:t>
            </a:r>
          </a:p>
        </p:txBody>
      </p:sp>
      <p:sp>
        <p:nvSpPr>
          <p:cNvPr id="10" name="Slide Number Placeholder 9">
            <a:extLst>
              <a:ext uri="{FF2B5EF4-FFF2-40B4-BE49-F238E27FC236}">
                <a16:creationId xmlns:a16="http://schemas.microsoft.com/office/drawing/2014/main" id="{7286CBCF-60EB-488A-9348-A7967F11649E}"/>
              </a:ext>
            </a:extLst>
          </p:cNvPr>
          <p:cNvSpPr>
            <a:spLocks noGrp="1"/>
          </p:cNvSpPr>
          <p:nvPr>
            <p:ph type="sldNum" sz="quarter" idx="16"/>
          </p:nvPr>
        </p:nvSpPr>
        <p:spPr/>
        <p:txBody>
          <a:bodyPr/>
          <a:lstStyle>
            <a:lvl1pPr>
              <a:defRPr>
                <a:solidFill>
                  <a:schemeClr val="bg1"/>
                </a:solidFill>
              </a:defRPr>
            </a:lvl1pPr>
          </a:lstStyle>
          <a:p>
            <a:fld id="{23AA811B-2EBD-4900-905E-5BE206449611}" type="slidenum">
              <a:rPr lang="en-CA" noProof="0" smtClean="0"/>
              <a:pPr/>
              <a:t>‹#›</a:t>
            </a:fld>
            <a:endParaRPr lang="en-CA" noProof="0"/>
          </a:p>
        </p:txBody>
      </p:sp>
      <p:sp>
        <p:nvSpPr>
          <p:cNvPr id="12" name="Text Placeholder 17">
            <a:extLst>
              <a:ext uri="{FF2B5EF4-FFF2-40B4-BE49-F238E27FC236}">
                <a16:creationId xmlns:a16="http://schemas.microsoft.com/office/drawing/2014/main" id="{257B7025-86C6-444C-9F53-BBB79D6E7226}"/>
              </a:ext>
            </a:extLst>
          </p:cNvPr>
          <p:cNvSpPr>
            <a:spLocks noGrp="1"/>
          </p:cNvSpPr>
          <p:nvPr>
            <p:ph type="body" sz="quarter" idx="19"/>
          </p:nvPr>
        </p:nvSpPr>
        <p:spPr>
          <a:xfrm>
            <a:off x="11119238" y="274014"/>
            <a:ext cx="10800" cy="126000"/>
          </a:xfrm>
          <a:solidFill>
            <a:schemeClr val="bg1"/>
          </a:solidFill>
        </p:spPr>
        <p:txBody>
          <a:bodyPr/>
          <a:lstStyle>
            <a:lvl1pPr marL="0" indent="0">
              <a:buNone/>
              <a:defRPr sz="100">
                <a:noFill/>
              </a:defRPr>
            </a:lvl1pPr>
          </a:lstStyle>
          <a:p>
            <a:pPr lvl="0"/>
            <a:r>
              <a:rPr lang="en-CA" noProof="0"/>
              <a:t>Click to edit Master text styles</a:t>
            </a:r>
          </a:p>
        </p:txBody>
      </p:sp>
      <p:sp>
        <p:nvSpPr>
          <p:cNvPr id="11" name="Text Placeholder 2" descr="{&quot;templafy&quot;:{&quot;id&quot;:&quot;eeac9880-4e5e-482d-8d9e-a15626198e0c&quot;}}">
            <a:extLst>
              <a:ext uri="{FF2B5EF4-FFF2-40B4-BE49-F238E27FC236}">
                <a16:creationId xmlns:a16="http://schemas.microsoft.com/office/drawing/2014/main" id="{D700400D-3693-47D5-B719-23F8141C0902}"/>
              </a:ext>
            </a:extLst>
          </p:cNvPr>
          <p:cNvSpPr>
            <a:spLocks noGrp="1"/>
          </p:cNvSpPr>
          <p:nvPr>
            <p:ph type="body" sz="quarter" idx="13" hasCustomPrompt="1"/>
          </p:nvPr>
        </p:nvSpPr>
        <p:spPr>
          <a:xfrm>
            <a:off x="1573213" y="2336799"/>
            <a:ext cx="4413250" cy="457201"/>
          </a:xfrm>
        </p:spPr>
        <p:txBody>
          <a:bodyPr/>
          <a:lstStyle>
            <a:lvl1pPr marL="0" indent="0">
              <a:spcAft>
                <a:spcPts val="1200"/>
              </a:spcAft>
              <a:buFont typeface="Arial" panose="020B0604020202020204" pitchFamily="34" charset="0"/>
              <a:buNone/>
              <a:defRPr sz="2800" b="0">
                <a:solidFill>
                  <a:schemeClr val="bg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CA" noProof="0"/>
              <a:t>Translations.Clicktoaddagendatabforhighlight</a:t>
            </a:r>
          </a:p>
        </p:txBody>
      </p:sp>
      <p:sp>
        <p:nvSpPr>
          <p:cNvPr id="14" name="Text Placeholder 12">
            <a:extLst>
              <a:ext uri="{FF2B5EF4-FFF2-40B4-BE49-F238E27FC236}">
                <a16:creationId xmlns:a16="http://schemas.microsoft.com/office/drawing/2014/main" id="{4D18CD4B-F59D-4EB6-B091-552FA51E7443}"/>
              </a:ext>
            </a:extLst>
          </p:cNvPr>
          <p:cNvSpPr>
            <a:spLocks noGrp="1"/>
          </p:cNvSpPr>
          <p:nvPr>
            <p:ph type="body" sz="quarter" idx="17" hasCustomPrompt="1"/>
          </p:nvPr>
        </p:nvSpPr>
        <p:spPr>
          <a:xfrm>
            <a:off x="647700" y="2336800"/>
            <a:ext cx="520700" cy="457200"/>
          </a:xfrm>
        </p:spPr>
        <p:txBody>
          <a:bodyPr/>
          <a:lstStyle>
            <a:lvl1pPr marL="0" indent="0">
              <a:spcAft>
                <a:spcPts val="1200"/>
              </a:spcAft>
              <a:buFont typeface="Arial" panose="020B0604020202020204" pitchFamily="34" charset="0"/>
              <a:buChar char="​"/>
              <a:defRPr sz="2800" b="0">
                <a:solidFill>
                  <a:schemeClr val="bg1"/>
                </a:solidFill>
                <a:latin typeface="+mj-lt"/>
              </a:defRPr>
            </a:lvl1pPr>
            <a:lvl2pPr marL="1588" indent="-3175">
              <a:spcBef>
                <a:spcPts val="1200"/>
              </a:spcBef>
              <a:spcAft>
                <a:spcPts val="1200"/>
              </a:spcAft>
              <a:buFont typeface="Arial" panose="020B0604020202020204" pitchFamily="34" charset="0"/>
              <a:buChar char="​"/>
              <a:defRPr sz="2800">
                <a:solidFill>
                  <a:schemeClr val="accent3"/>
                </a:solidFill>
                <a:latin typeface="+mj-lt"/>
              </a:defRPr>
            </a:lvl2pPr>
            <a:lvl3pPr marL="0" indent="0">
              <a:spcBef>
                <a:spcPts val="1200"/>
              </a:spcBef>
              <a:spcAft>
                <a:spcPts val="1200"/>
              </a:spcAft>
              <a:buFont typeface="Arial" panose="020B0604020202020204" pitchFamily="34" charset="0"/>
              <a:buChar char="​"/>
              <a:defRPr sz="2800">
                <a:solidFill>
                  <a:schemeClr val="bg1"/>
                </a:solidFill>
                <a:latin typeface="+mj-lt"/>
              </a:defRPr>
            </a:lvl3pPr>
          </a:lstStyle>
          <a:p>
            <a:pPr lvl="0"/>
            <a:r>
              <a:rPr lang="en-CA" noProof="0"/>
              <a:t>01</a:t>
            </a:r>
          </a:p>
          <a:p>
            <a:pPr lvl="1"/>
            <a:r>
              <a:rPr lang="en-CA" noProof="0"/>
              <a:t>02</a:t>
            </a:r>
          </a:p>
          <a:p>
            <a:pPr lvl="2"/>
            <a:r>
              <a:rPr lang="en-CA" noProof="0"/>
              <a:t>03</a:t>
            </a:r>
          </a:p>
        </p:txBody>
      </p:sp>
      <p:sp>
        <p:nvSpPr>
          <p:cNvPr id="15" name="Text Placeholder 2" descr="{&quot;templafy&quot;:{&quot;id&quot;:&quot;b15e79b6-b9a4-48e2-8d83-9ec9acbd740e&quot;}}">
            <a:extLst>
              <a:ext uri="{FF2B5EF4-FFF2-40B4-BE49-F238E27FC236}">
                <a16:creationId xmlns:a16="http://schemas.microsoft.com/office/drawing/2014/main" id="{71684332-7EDA-4227-B49C-EADEEF92B890}"/>
              </a:ext>
            </a:extLst>
          </p:cNvPr>
          <p:cNvSpPr>
            <a:spLocks noGrp="1"/>
          </p:cNvSpPr>
          <p:nvPr>
            <p:ph type="body" sz="quarter" idx="20" hasCustomPrompt="1"/>
          </p:nvPr>
        </p:nvSpPr>
        <p:spPr>
          <a:xfrm>
            <a:off x="1573213" y="3153774"/>
            <a:ext cx="4413250" cy="457201"/>
          </a:xfrm>
        </p:spPr>
        <p:txBody>
          <a:bodyPr/>
          <a:lstStyle>
            <a:lvl1pPr marL="0" indent="0">
              <a:spcAft>
                <a:spcPts val="1200"/>
              </a:spcAft>
              <a:buFont typeface="Arial" panose="020B0604020202020204" pitchFamily="34" charset="0"/>
              <a:buChar char="​"/>
              <a:defRPr sz="2800" b="0">
                <a:solidFill>
                  <a:schemeClr val="bg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CA" noProof="0"/>
              <a:t>Translations.Clicktoaddagenda</a:t>
            </a:r>
          </a:p>
        </p:txBody>
      </p:sp>
      <p:sp>
        <p:nvSpPr>
          <p:cNvPr id="16" name="Text Placeholder 12">
            <a:extLst>
              <a:ext uri="{FF2B5EF4-FFF2-40B4-BE49-F238E27FC236}">
                <a16:creationId xmlns:a16="http://schemas.microsoft.com/office/drawing/2014/main" id="{5A029CA3-9365-400E-8915-A3BDD6AA06A1}"/>
              </a:ext>
            </a:extLst>
          </p:cNvPr>
          <p:cNvSpPr>
            <a:spLocks noGrp="1"/>
          </p:cNvSpPr>
          <p:nvPr>
            <p:ph type="body" sz="quarter" idx="21" hasCustomPrompt="1"/>
          </p:nvPr>
        </p:nvSpPr>
        <p:spPr>
          <a:xfrm>
            <a:off x="647700" y="3153774"/>
            <a:ext cx="520700" cy="457200"/>
          </a:xfrm>
        </p:spPr>
        <p:txBody>
          <a:bodyPr/>
          <a:lstStyle>
            <a:lvl1pPr marL="0" indent="0">
              <a:spcAft>
                <a:spcPts val="1200"/>
              </a:spcAft>
              <a:buFont typeface="Arial" panose="020B0604020202020204" pitchFamily="34" charset="0"/>
              <a:buChar char="​"/>
              <a:defRPr sz="2800" b="0">
                <a:solidFill>
                  <a:schemeClr val="bg1"/>
                </a:solidFill>
                <a:latin typeface="+mj-lt"/>
              </a:defRPr>
            </a:lvl1pPr>
            <a:lvl2pPr marL="1588" indent="-3175">
              <a:spcBef>
                <a:spcPts val="1200"/>
              </a:spcBef>
              <a:spcAft>
                <a:spcPts val="1200"/>
              </a:spcAft>
              <a:buFont typeface="Arial" panose="020B0604020202020204" pitchFamily="34" charset="0"/>
              <a:buChar char="​"/>
              <a:defRPr sz="2800">
                <a:solidFill>
                  <a:schemeClr val="accent3"/>
                </a:solidFill>
                <a:latin typeface="+mj-lt"/>
              </a:defRPr>
            </a:lvl2pPr>
            <a:lvl3pPr marL="0" indent="0">
              <a:spcBef>
                <a:spcPts val="1200"/>
              </a:spcBef>
              <a:spcAft>
                <a:spcPts val="1200"/>
              </a:spcAft>
              <a:buFont typeface="Arial" panose="020B0604020202020204" pitchFamily="34" charset="0"/>
              <a:buChar char="​"/>
              <a:defRPr sz="2800">
                <a:solidFill>
                  <a:schemeClr val="bg1"/>
                </a:solidFill>
                <a:latin typeface="+mj-lt"/>
              </a:defRPr>
            </a:lvl3pPr>
          </a:lstStyle>
          <a:p>
            <a:pPr lvl="0"/>
            <a:r>
              <a:rPr lang="en-CA" noProof="0"/>
              <a:t>01</a:t>
            </a:r>
          </a:p>
          <a:p>
            <a:pPr lvl="1"/>
            <a:r>
              <a:rPr lang="en-CA" noProof="0"/>
              <a:t>02</a:t>
            </a:r>
          </a:p>
          <a:p>
            <a:pPr lvl="2"/>
            <a:r>
              <a:rPr lang="en-CA" noProof="0"/>
              <a:t>03</a:t>
            </a:r>
          </a:p>
        </p:txBody>
      </p:sp>
      <p:sp>
        <p:nvSpPr>
          <p:cNvPr id="17" name="Text Placeholder 2">
            <a:extLst>
              <a:ext uri="{FF2B5EF4-FFF2-40B4-BE49-F238E27FC236}">
                <a16:creationId xmlns:a16="http://schemas.microsoft.com/office/drawing/2014/main" id="{C69A245D-E80C-4EBF-9AF4-0CE62448A3D1}"/>
              </a:ext>
            </a:extLst>
          </p:cNvPr>
          <p:cNvSpPr>
            <a:spLocks noGrp="1"/>
          </p:cNvSpPr>
          <p:nvPr>
            <p:ph type="body" sz="quarter" idx="22" hasCustomPrompt="1"/>
          </p:nvPr>
        </p:nvSpPr>
        <p:spPr>
          <a:xfrm>
            <a:off x="1573213" y="3970521"/>
            <a:ext cx="4413250" cy="457201"/>
          </a:xfrm>
        </p:spPr>
        <p:txBody>
          <a:bodyPr/>
          <a:lstStyle>
            <a:lvl1pPr marL="0" indent="0">
              <a:spcAft>
                <a:spcPts val="1200"/>
              </a:spcAft>
              <a:buFont typeface="Arial" panose="020B0604020202020204" pitchFamily="34" charset="0"/>
              <a:buChar char="​"/>
              <a:defRPr sz="2800" b="0">
                <a:solidFill>
                  <a:schemeClr val="bg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CA" noProof="0"/>
              <a:t>Click to add agenda</a:t>
            </a:r>
          </a:p>
          <a:p>
            <a:pPr lvl="1"/>
            <a:r>
              <a:rPr lang="en-CA" noProof="0"/>
              <a:t>Second level</a:t>
            </a:r>
          </a:p>
          <a:p>
            <a:pPr lvl="2"/>
            <a:r>
              <a:rPr lang="en-CA" noProof="0"/>
              <a:t>Third level</a:t>
            </a:r>
          </a:p>
          <a:p>
            <a:pPr lvl="3"/>
            <a:r>
              <a:rPr lang="en-CA" noProof="0"/>
              <a:t>Fourth level</a:t>
            </a:r>
          </a:p>
          <a:p>
            <a:pPr lvl="4"/>
            <a:r>
              <a:rPr lang="en-CA" noProof="0"/>
              <a:t>Fifth level</a:t>
            </a:r>
          </a:p>
          <a:p>
            <a:pPr lvl="5"/>
            <a:r>
              <a:rPr lang="en-CA" noProof="0"/>
              <a:t>6</a:t>
            </a:r>
          </a:p>
          <a:p>
            <a:pPr lvl="6"/>
            <a:r>
              <a:rPr lang="en-CA" noProof="0"/>
              <a:t>7</a:t>
            </a:r>
          </a:p>
          <a:p>
            <a:pPr lvl="7"/>
            <a:r>
              <a:rPr lang="en-CA" noProof="0"/>
              <a:t>8</a:t>
            </a:r>
          </a:p>
          <a:p>
            <a:pPr lvl="8"/>
            <a:r>
              <a:rPr lang="en-CA" noProof="0"/>
              <a:t>9</a:t>
            </a:r>
          </a:p>
        </p:txBody>
      </p:sp>
      <p:sp>
        <p:nvSpPr>
          <p:cNvPr id="18" name="Text Placeholder 12">
            <a:extLst>
              <a:ext uri="{FF2B5EF4-FFF2-40B4-BE49-F238E27FC236}">
                <a16:creationId xmlns:a16="http://schemas.microsoft.com/office/drawing/2014/main" id="{28FBA67F-82B1-4C55-98D5-C7745BAD1E30}"/>
              </a:ext>
            </a:extLst>
          </p:cNvPr>
          <p:cNvSpPr>
            <a:spLocks noGrp="1"/>
          </p:cNvSpPr>
          <p:nvPr>
            <p:ph type="body" sz="quarter" idx="23" hasCustomPrompt="1"/>
          </p:nvPr>
        </p:nvSpPr>
        <p:spPr>
          <a:xfrm>
            <a:off x="647700" y="3970521"/>
            <a:ext cx="520700" cy="457200"/>
          </a:xfrm>
        </p:spPr>
        <p:txBody>
          <a:bodyPr/>
          <a:lstStyle>
            <a:lvl1pPr marL="0" indent="0">
              <a:spcAft>
                <a:spcPts val="1200"/>
              </a:spcAft>
              <a:buFont typeface="Arial" panose="020B0604020202020204" pitchFamily="34" charset="0"/>
              <a:buChar char="​"/>
              <a:defRPr sz="2800" b="0">
                <a:solidFill>
                  <a:schemeClr val="bg1"/>
                </a:solidFill>
                <a:latin typeface="+mj-lt"/>
              </a:defRPr>
            </a:lvl1pPr>
            <a:lvl2pPr marL="1588" indent="-3175">
              <a:spcBef>
                <a:spcPts val="1200"/>
              </a:spcBef>
              <a:spcAft>
                <a:spcPts val="1200"/>
              </a:spcAft>
              <a:buFont typeface="Arial" panose="020B0604020202020204" pitchFamily="34" charset="0"/>
              <a:buChar char="​"/>
              <a:defRPr sz="2800">
                <a:solidFill>
                  <a:schemeClr val="accent3"/>
                </a:solidFill>
                <a:latin typeface="+mj-lt"/>
              </a:defRPr>
            </a:lvl2pPr>
            <a:lvl3pPr marL="0" indent="0">
              <a:spcBef>
                <a:spcPts val="1200"/>
              </a:spcBef>
              <a:spcAft>
                <a:spcPts val="1200"/>
              </a:spcAft>
              <a:buFont typeface="Arial" panose="020B0604020202020204" pitchFamily="34" charset="0"/>
              <a:buChar char="​"/>
              <a:defRPr sz="2800">
                <a:solidFill>
                  <a:schemeClr val="bg1"/>
                </a:solidFill>
                <a:latin typeface="+mj-lt"/>
              </a:defRPr>
            </a:lvl3pPr>
          </a:lstStyle>
          <a:p>
            <a:pPr lvl="0"/>
            <a:r>
              <a:rPr lang="en-CA" noProof="0"/>
              <a:t>01</a:t>
            </a:r>
          </a:p>
          <a:p>
            <a:pPr lvl="1"/>
            <a:r>
              <a:rPr lang="en-CA" noProof="0"/>
              <a:t>02</a:t>
            </a:r>
          </a:p>
          <a:p>
            <a:pPr lvl="2"/>
            <a:r>
              <a:rPr lang="en-CA" noProof="0"/>
              <a:t>03</a:t>
            </a:r>
          </a:p>
        </p:txBody>
      </p:sp>
      <p:sp>
        <p:nvSpPr>
          <p:cNvPr id="19" name="Text Placeholder 2">
            <a:extLst>
              <a:ext uri="{FF2B5EF4-FFF2-40B4-BE49-F238E27FC236}">
                <a16:creationId xmlns:a16="http://schemas.microsoft.com/office/drawing/2014/main" id="{C891B4A8-66A1-43CC-BE1C-67D2828BD339}"/>
              </a:ext>
            </a:extLst>
          </p:cNvPr>
          <p:cNvSpPr>
            <a:spLocks noGrp="1"/>
          </p:cNvSpPr>
          <p:nvPr>
            <p:ph type="body" sz="quarter" idx="24" hasCustomPrompt="1"/>
          </p:nvPr>
        </p:nvSpPr>
        <p:spPr>
          <a:xfrm>
            <a:off x="1573213" y="4790685"/>
            <a:ext cx="4413250" cy="457201"/>
          </a:xfrm>
        </p:spPr>
        <p:txBody>
          <a:bodyPr/>
          <a:lstStyle>
            <a:lvl1pPr marL="0" indent="0">
              <a:spcAft>
                <a:spcPts val="1200"/>
              </a:spcAft>
              <a:buFont typeface="Arial" panose="020B0604020202020204" pitchFamily="34" charset="0"/>
              <a:buChar char="​"/>
              <a:defRPr sz="2800" b="0">
                <a:solidFill>
                  <a:schemeClr val="bg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CA" noProof="0"/>
              <a:t>Click to add agenda</a:t>
            </a:r>
          </a:p>
          <a:p>
            <a:pPr lvl="1"/>
            <a:r>
              <a:rPr lang="en-CA" noProof="0"/>
              <a:t>Second level</a:t>
            </a:r>
          </a:p>
          <a:p>
            <a:pPr lvl="2"/>
            <a:r>
              <a:rPr lang="en-CA" noProof="0"/>
              <a:t>Third level</a:t>
            </a:r>
          </a:p>
          <a:p>
            <a:pPr lvl="3"/>
            <a:r>
              <a:rPr lang="en-CA" noProof="0"/>
              <a:t>Fourth level</a:t>
            </a:r>
          </a:p>
          <a:p>
            <a:pPr lvl="4"/>
            <a:r>
              <a:rPr lang="en-CA" noProof="0"/>
              <a:t>Fifth level</a:t>
            </a:r>
          </a:p>
          <a:p>
            <a:pPr lvl="5"/>
            <a:r>
              <a:rPr lang="en-CA" noProof="0"/>
              <a:t>6</a:t>
            </a:r>
          </a:p>
          <a:p>
            <a:pPr lvl="6"/>
            <a:r>
              <a:rPr lang="en-CA" noProof="0"/>
              <a:t>7</a:t>
            </a:r>
          </a:p>
          <a:p>
            <a:pPr lvl="7"/>
            <a:r>
              <a:rPr lang="en-CA" noProof="0"/>
              <a:t>8</a:t>
            </a:r>
          </a:p>
          <a:p>
            <a:pPr lvl="8"/>
            <a:r>
              <a:rPr lang="en-CA" noProof="0"/>
              <a:t>9</a:t>
            </a:r>
          </a:p>
        </p:txBody>
      </p:sp>
      <p:sp>
        <p:nvSpPr>
          <p:cNvPr id="20" name="Text Placeholder 12">
            <a:extLst>
              <a:ext uri="{FF2B5EF4-FFF2-40B4-BE49-F238E27FC236}">
                <a16:creationId xmlns:a16="http://schemas.microsoft.com/office/drawing/2014/main" id="{955675B3-0C0F-40A7-8573-48E7C18848F2}"/>
              </a:ext>
            </a:extLst>
          </p:cNvPr>
          <p:cNvSpPr>
            <a:spLocks noGrp="1"/>
          </p:cNvSpPr>
          <p:nvPr>
            <p:ph type="body" sz="quarter" idx="25" hasCustomPrompt="1"/>
          </p:nvPr>
        </p:nvSpPr>
        <p:spPr>
          <a:xfrm>
            <a:off x="647700" y="4790685"/>
            <a:ext cx="520700" cy="457200"/>
          </a:xfrm>
        </p:spPr>
        <p:txBody>
          <a:bodyPr/>
          <a:lstStyle>
            <a:lvl1pPr marL="0" indent="0">
              <a:spcAft>
                <a:spcPts val="1200"/>
              </a:spcAft>
              <a:buFont typeface="Arial" panose="020B0604020202020204" pitchFamily="34" charset="0"/>
              <a:buChar char="​"/>
              <a:defRPr sz="2800" b="0">
                <a:solidFill>
                  <a:schemeClr val="bg1"/>
                </a:solidFill>
                <a:latin typeface="+mj-lt"/>
              </a:defRPr>
            </a:lvl1pPr>
            <a:lvl2pPr marL="1588" indent="-3175">
              <a:spcBef>
                <a:spcPts val="1200"/>
              </a:spcBef>
              <a:spcAft>
                <a:spcPts val="1200"/>
              </a:spcAft>
              <a:buFont typeface="Arial" panose="020B0604020202020204" pitchFamily="34" charset="0"/>
              <a:buChar char="​"/>
              <a:defRPr sz="2800">
                <a:solidFill>
                  <a:schemeClr val="accent3"/>
                </a:solidFill>
                <a:latin typeface="+mj-lt"/>
              </a:defRPr>
            </a:lvl2pPr>
            <a:lvl3pPr marL="0" indent="0">
              <a:spcBef>
                <a:spcPts val="1200"/>
              </a:spcBef>
              <a:spcAft>
                <a:spcPts val="1200"/>
              </a:spcAft>
              <a:buFont typeface="Arial" panose="020B0604020202020204" pitchFamily="34" charset="0"/>
              <a:buChar char="​"/>
              <a:defRPr sz="2800">
                <a:solidFill>
                  <a:schemeClr val="bg1"/>
                </a:solidFill>
                <a:latin typeface="+mj-lt"/>
              </a:defRPr>
            </a:lvl3pPr>
          </a:lstStyle>
          <a:p>
            <a:pPr lvl="0"/>
            <a:r>
              <a:rPr lang="en-CA" noProof="0"/>
              <a:t>01</a:t>
            </a:r>
          </a:p>
          <a:p>
            <a:pPr lvl="1"/>
            <a:r>
              <a:rPr lang="en-CA" noProof="0"/>
              <a:t>02</a:t>
            </a:r>
          </a:p>
          <a:p>
            <a:pPr lvl="2"/>
            <a:r>
              <a:rPr lang="en-CA" noProof="0"/>
              <a:t>03</a:t>
            </a:r>
          </a:p>
        </p:txBody>
      </p:sp>
      <p:sp>
        <p:nvSpPr>
          <p:cNvPr id="21" name="Text Placeholder 2">
            <a:extLst>
              <a:ext uri="{FF2B5EF4-FFF2-40B4-BE49-F238E27FC236}">
                <a16:creationId xmlns:a16="http://schemas.microsoft.com/office/drawing/2014/main" id="{1B3DB0C3-4C9B-46BE-A07F-896A46A6231D}"/>
              </a:ext>
            </a:extLst>
          </p:cNvPr>
          <p:cNvSpPr>
            <a:spLocks noGrp="1"/>
          </p:cNvSpPr>
          <p:nvPr>
            <p:ph type="body" sz="quarter" idx="26" hasCustomPrompt="1"/>
          </p:nvPr>
        </p:nvSpPr>
        <p:spPr>
          <a:xfrm>
            <a:off x="1573213" y="5603870"/>
            <a:ext cx="4413250" cy="457201"/>
          </a:xfrm>
        </p:spPr>
        <p:txBody>
          <a:bodyPr/>
          <a:lstStyle>
            <a:lvl1pPr marL="0" indent="0">
              <a:spcAft>
                <a:spcPts val="1200"/>
              </a:spcAft>
              <a:buFont typeface="Arial" panose="020B0604020202020204" pitchFamily="34" charset="0"/>
              <a:buChar char="​"/>
              <a:defRPr sz="2800" b="0">
                <a:solidFill>
                  <a:schemeClr val="bg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CA" noProof="0"/>
              <a:t>Click to add agenda</a:t>
            </a:r>
          </a:p>
          <a:p>
            <a:pPr lvl="1"/>
            <a:r>
              <a:rPr lang="en-CA" noProof="0"/>
              <a:t>Second level</a:t>
            </a:r>
          </a:p>
          <a:p>
            <a:pPr lvl="2"/>
            <a:r>
              <a:rPr lang="en-CA" noProof="0"/>
              <a:t>Third level</a:t>
            </a:r>
          </a:p>
          <a:p>
            <a:pPr lvl="3"/>
            <a:r>
              <a:rPr lang="en-CA" noProof="0"/>
              <a:t>Fourth level</a:t>
            </a:r>
          </a:p>
          <a:p>
            <a:pPr lvl="4"/>
            <a:r>
              <a:rPr lang="en-CA" noProof="0"/>
              <a:t>Fifth level</a:t>
            </a:r>
          </a:p>
          <a:p>
            <a:pPr lvl="5"/>
            <a:r>
              <a:rPr lang="en-CA" noProof="0"/>
              <a:t>6</a:t>
            </a:r>
          </a:p>
          <a:p>
            <a:pPr lvl="6"/>
            <a:r>
              <a:rPr lang="en-CA" noProof="0"/>
              <a:t>7</a:t>
            </a:r>
          </a:p>
          <a:p>
            <a:pPr lvl="7"/>
            <a:r>
              <a:rPr lang="en-CA" noProof="0"/>
              <a:t>8</a:t>
            </a:r>
          </a:p>
          <a:p>
            <a:pPr lvl="8"/>
            <a:r>
              <a:rPr lang="en-CA" noProof="0"/>
              <a:t>9</a:t>
            </a:r>
          </a:p>
        </p:txBody>
      </p:sp>
      <p:sp>
        <p:nvSpPr>
          <p:cNvPr id="22" name="Text Placeholder 12">
            <a:extLst>
              <a:ext uri="{FF2B5EF4-FFF2-40B4-BE49-F238E27FC236}">
                <a16:creationId xmlns:a16="http://schemas.microsoft.com/office/drawing/2014/main" id="{EBC2663A-9F2B-496F-BA87-FE61CF6E9F89}"/>
              </a:ext>
            </a:extLst>
          </p:cNvPr>
          <p:cNvSpPr>
            <a:spLocks noGrp="1"/>
          </p:cNvSpPr>
          <p:nvPr>
            <p:ph type="body" sz="quarter" idx="27" hasCustomPrompt="1"/>
          </p:nvPr>
        </p:nvSpPr>
        <p:spPr>
          <a:xfrm>
            <a:off x="647700" y="5603870"/>
            <a:ext cx="520700" cy="457200"/>
          </a:xfrm>
        </p:spPr>
        <p:txBody>
          <a:bodyPr/>
          <a:lstStyle>
            <a:lvl1pPr marL="0" indent="0">
              <a:spcAft>
                <a:spcPts val="1200"/>
              </a:spcAft>
              <a:buFont typeface="Arial" panose="020B0604020202020204" pitchFamily="34" charset="0"/>
              <a:buChar char="​"/>
              <a:defRPr sz="2800" b="0">
                <a:solidFill>
                  <a:schemeClr val="bg1"/>
                </a:solidFill>
                <a:latin typeface="+mj-lt"/>
              </a:defRPr>
            </a:lvl1pPr>
            <a:lvl2pPr marL="1588" indent="-3175">
              <a:spcBef>
                <a:spcPts val="1200"/>
              </a:spcBef>
              <a:spcAft>
                <a:spcPts val="1200"/>
              </a:spcAft>
              <a:buFont typeface="Arial" panose="020B0604020202020204" pitchFamily="34" charset="0"/>
              <a:buChar char="​"/>
              <a:defRPr sz="2800">
                <a:solidFill>
                  <a:schemeClr val="accent3"/>
                </a:solidFill>
                <a:latin typeface="+mj-lt"/>
              </a:defRPr>
            </a:lvl2pPr>
            <a:lvl3pPr marL="0" indent="0">
              <a:spcBef>
                <a:spcPts val="1200"/>
              </a:spcBef>
              <a:spcAft>
                <a:spcPts val="1200"/>
              </a:spcAft>
              <a:buFont typeface="Arial" panose="020B0604020202020204" pitchFamily="34" charset="0"/>
              <a:buChar char="​"/>
              <a:defRPr sz="2800">
                <a:solidFill>
                  <a:schemeClr val="bg1"/>
                </a:solidFill>
                <a:latin typeface="+mj-lt"/>
              </a:defRPr>
            </a:lvl3pPr>
          </a:lstStyle>
          <a:p>
            <a:pPr lvl="0"/>
            <a:r>
              <a:rPr lang="en-CA" noProof="0"/>
              <a:t>01</a:t>
            </a:r>
          </a:p>
          <a:p>
            <a:pPr lvl="1"/>
            <a:r>
              <a:rPr lang="en-CA" noProof="0"/>
              <a:t>02</a:t>
            </a:r>
          </a:p>
          <a:p>
            <a:pPr lvl="2"/>
            <a:r>
              <a:rPr lang="en-CA" noProof="0"/>
              <a:t>03</a:t>
            </a:r>
          </a:p>
        </p:txBody>
      </p:sp>
    </p:spTree>
    <p:extLst>
      <p:ext uri="{BB962C8B-B14F-4D97-AF65-F5344CB8AC3E}">
        <p14:creationId xmlns:p14="http://schemas.microsoft.com/office/powerpoint/2010/main" val="5639239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Agenda B">
    <p:bg>
      <p:bgPr>
        <a:solidFill>
          <a:schemeClr val="accent1"/>
        </a:solidFill>
        <a:effectLst/>
      </p:bgPr>
    </p:bg>
    <p:spTree>
      <p:nvGrpSpPr>
        <p:cNvPr id="1" name=""/>
        <p:cNvGrpSpPr/>
        <p:nvPr/>
      </p:nvGrpSpPr>
      <p:grpSpPr>
        <a:xfrm>
          <a:off x="0" y="0"/>
          <a:ext cx="0" cy="0"/>
          <a:chOff x="0" y="0"/>
          <a:chExt cx="0" cy="0"/>
        </a:xfrm>
      </p:grpSpPr>
      <p:sp>
        <p:nvSpPr>
          <p:cNvPr id="6" name="Picture Placeholder 5" descr="{&quot;templafy&quot;:{&quot;id&quot;:&quot;7fdd33ea-0e2a-47a1-9ee5-6960db5bdad9&quot;}}">
            <a:extLst>
              <a:ext uri="{FF2B5EF4-FFF2-40B4-BE49-F238E27FC236}">
                <a16:creationId xmlns:a16="http://schemas.microsoft.com/office/drawing/2014/main" id="{D8934501-497F-3FEE-A65C-FD94DE76A1F3}"/>
              </a:ext>
            </a:extLst>
          </p:cNvPr>
          <p:cNvSpPr>
            <a:spLocks noGrp="1"/>
          </p:cNvSpPr>
          <p:nvPr>
            <p:ph type="pic" sz="quarter" idx="18" hasCustomPrompt="1"/>
          </p:nvPr>
        </p:nvSpPr>
        <p:spPr>
          <a:xfrm>
            <a:off x="0" y="0"/>
            <a:ext cx="12192000" cy="6858000"/>
          </a:xfrm>
          <a:custGeom>
            <a:avLst/>
            <a:gdLst>
              <a:gd name="connsiteX0" fmla="*/ 0 w 12192000"/>
              <a:gd name="connsiteY0" fmla="*/ 0 h 6858000"/>
              <a:gd name="connsiteX1" fmla="*/ 1238400 w 12192000"/>
              <a:gd name="connsiteY1" fmla="*/ 0 h 6858000"/>
              <a:gd name="connsiteX2" fmla="*/ 1238400 w 12192000"/>
              <a:gd name="connsiteY2" fmla="*/ 5980670 h 6858000"/>
              <a:gd name="connsiteX3" fmla="*/ 5700714 w 12192000"/>
              <a:gd name="connsiteY3" fmla="*/ 5980670 h 6858000"/>
              <a:gd name="connsiteX4" fmla="*/ 5700714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0" y="0"/>
                </a:moveTo>
                <a:lnTo>
                  <a:pt x="1238400" y="0"/>
                </a:lnTo>
                <a:lnTo>
                  <a:pt x="1238400" y="5980670"/>
                </a:lnTo>
                <a:lnTo>
                  <a:pt x="5700714" y="5980670"/>
                </a:lnTo>
                <a:lnTo>
                  <a:pt x="5700714" y="0"/>
                </a:lnTo>
                <a:lnTo>
                  <a:pt x="12192000" y="0"/>
                </a:lnTo>
                <a:lnTo>
                  <a:pt x="12192000" y="6858000"/>
                </a:lnTo>
                <a:lnTo>
                  <a:pt x="0" y="6858000"/>
                </a:lnTo>
                <a:close/>
              </a:path>
            </a:pathLst>
          </a:custGeom>
          <a:solidFill>
            <a:schemeClr val="bg2"/>
          </a:solidFill>
        </p:spPr>
        <p:txBody>
          <a:bodyPr wrap="square" lIns="5400000" rIns="0" bIns="720000" anchor="ctr">
            <a:noAutofit/>
          </a:bodyPr>
          <a:lstStyle>
            <a:lvl1pPr marL="0" indent="0" algn="ctr">
              <a:buNone/>
              <a:defRPr>
                <a:solidFill>
                  <a:schemeClr val="bg1"/>
                </a:solidFill>
              </a:defRPr>
            </a:lvl1pPr>
          </a:lstStyle>
          <a:p>
            <a:br>
              <a:rPr lang="en-CA" noProof="0"/>
            </a:br>
            <a:r>
              <a:rPr lang="en-CA" noProof="0"/>
              <a:t>Click here and add image from Templafy</a:t>
            </a:r>
          </a:p>
        </p:txBody>
      </p:sp>
      <p:sp>
        <p:nvSpPr>
          <p:cNvPr id="9" name="Footer Placeholder 8">
            <a:extLst>
              <a:ext uri="{FF2B5EF4-FFF2-40B4-BE49-F238E27FC236}">
                <a16:creationId xmlns:a16="http://schemas.microsoft.com/office/drawing/2014/main" id="{83F1B49C-8EDD-4326-AD14-38D7B2C7AC1E}"/>
              </a:ext>
            </a:extLst>
          </p:cNvPr>
          <p:cNvSpPr>
            <a:spLocks noGrp="1"/>
          </p:cNvSpPr>
          <p:nvPr>
            <p:ph type="ftr" sz="quarter" idx="15"/>
          </p:nvPr>
        </p:nvSpPr>
        <p:spPr/>
        <p:txBody>
          <a:bodyPr/>
          <a:lstStyle>
            <a:lvl1pPr>
              <a:defRPr>
                <a:solidFill>
                  <a:schemeClr val="bg1"/>
                </a:solidFill>
              </a:defRPr>
            </a:lvl1pPr>
          </a:lstStyle>
          <a:p>
            <a:r>
              <a:rPr lang="en-CA" noProof="0"/>
              <a:t>Colliers</a:t>
            </a:r>
          </a:p>
        </p:txBody>
      </p:sp>
      <p:sp>
        <p:nvSpPr>
          <p:cNvPr id="10" name="Slide Number Placeholder 9">
            <a:extLst>
              <a:ext uri="{FF2B5EF4-FFF2-40B4-BE49-F238E27FC236}">
                <a16:creationId xmlns:a16="http://schemas.microsoft.com/office/drawing/2014/main" id="{7286CBCF-60EB-488A-9348-A7967F11649E}"/>
              </a:ext>
            </a:extLst>
          </p:cNvPr>
          <p:cNvSpPr>
            <a:spLocks noGrp="1"/>
          </p:cNvSpPr>
          <p:nvPr>
            <p:ph type="sldNum" sz="quarter" idx="16"/>
          </p:nvPr>
        </p:nvSpPr>
        <p:spPr/>
        <p:txBody>
          <a:bodyPr/>
          <a:lstStyle>
            <a:lvl1pPr>
              <a:defRPr>
                <a:solidFill>
                  <a:schemeClr val="bg1"/>
                </a:solidFill>
              </a:defRPr>
            </a:lvl1pPr>
          </a:lstStyle>
          <a:p>
            <a:fld id="{23AA811B-2EBD-4900-905E-5BE206449611}" type="slidenum">
              <a:rPr lang="en-CA" noProof="0" smtClean="0"/>
              <a:pPr/>
              <a:t>‹#›</a:t>
            </a:fld>
            <a:endParaRPr lang="en-CA" noProof="0"/>
          </a:p>
        </p:txBody>
      </p:sp>
      <p:sp>
        <p:nvSpPr>
          <p:cNvPr id="12" name="Text Placeholder 17">
            <a:extLst>
              <a:ext uri="{FF2B5EF4-FFF2-40B4-BE49-F238E27FC236}">
                <a16:creationId xmlns:a16="http://schemas.microsoft.com/office/drawing/2014/main" id="{257B7025-86C6-444C-9F53-BBB79D6E7226}"/>
              </a:ext>
            </a:extLst>
          </p:cNvPr>
          <p:cNvSpPr>
            <a:spLocks noGrp="1"/>
          </p:cNvSpPr>
          <p:nvPr>
            <p:ph type="body" sz="quarter" idx="19"/>
          </p:nvPr>
        </p:nvSpPr>
        <p:spPr>
          <a:xfrm>
            <a:off x="11119238" y="274014"/>
            <a:ext cx="10800" cy="126000"/>
          </a:xfrm>
          <a:solidFill>
            <a:schemeClr val="bg1"/>
          </a:solidFill>
        </p:spPr>
        <p:txBody>
          <a:bodyPr/>
          <a:lstStyle>
            <a:lvl1pPr marL="0" indent="0">
              <a:buNone/>
              <a:defRPr sz="100">
                <a:noFill/>
              </a:defRPr>
            </a:lvl1pPr>
          </a:lstStyle>
          <a:p>
            <a:pPr lvl="0"/>
            <a:r>
              <a:rPr lang="en-CA" noProof="0"/>
              <a:t>Click to edit Master text styles</a:t>
            </a:r>
          </a:p>
        </p:txBody>
      </p:sp>
      <p:sp>
        <p:nvSpPr>
          <p:cNvPr id="7" name="Title 1" descr="{&quot;templafy&quot;:{&quot;id&quot;:&quot;de391b38-5caa-4cfe-97d7-74fe48b35e18&quot;}}">
            <a:extLst>
              <a:ext uri="{FF2B5EF4-FFF2-40B4-BE49-F238E27FC236}">
                <a16:creationId xmlns:a16="http://schemas.microsoft.com/office/drawing/2014/main" id="{724BC036-E23C-ED1B-6E4E-9F844AE57FF5}"/>
              </a:ext>
            </a:extLst>
          </p:cNvPr>
          <p:cNvSpPr>
            <a:spLocks noGrp="1"/>
          </p:cNvSpPr>
          <p:nvPr>
            <p:ph type="title" hasCustomPrompt="1"/>
          </p:nvPr>
        </p:nvSpPr>
        <p:spPr>
          <a:xfrm>
            <a:off x="1577157" y="686839"/>
            <a:ext cx="3770809" cy="953137"/>
          </a:xfrm>
          <a:noFill/>
        </p:spPr>
        <p:txBody>
          <a:bodyPr lIns="360000" tIns="251999" rIns="360000" bIns="108000" anchor="ctr"/>
          <a:lstStyle>
            <a:lvl1pPr algn="l">
              <a:defRPr sz="1400" b="0" spc="300">
                <a:solidFill>
                  <a:schemeClr val="bg1"/>
                </a:solidFill>
                <a:latin typeface="+mn-lt"/>
              </a:defRPr>
            </a:lvl1pPr>
          </a:lstStyle>
          <a:p>
            <a:r>
              <a:rPr lang="en-CA" noProof="0"/>
              <a:t>Click to add agenda</a:t>
            </a:r>
          </a:p>
        </p:txBody>
      </p:sp>
      <p:cxnSp>
        <p:nvCxnSpPr>
          <p:cNvPr id="8" name="Straight Connector 7">
            <a:extLst>
              <a:ext uri="{FF2B5EF4-FFF2-40B4-BE49-F238E27FC236}">
                <a16:creationId xmlns:a16="http://schemas.microsoft.com/office/drawing/2014/main" id="{DBAB6735-0F73-258A-884F-3ED72F446654}"/>
              </a:ext>
            </a:extLst>
          </p:cNvPr>
          <p:cNvCxnSpPr>
            <a:cxnSpLocks/>
          </p:cNvCxnSpPr>
          <p:nvPr userDrawn="1"/>
        </p:nvCxnSpPr>
        <p:spPr>
          <a:xfrm>
            <a:off x="1950365" y="1507133"/>
            <a:ext cx="266319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Text Placeholder 2" descr="{&quot;templafy&quot;:{&quot;id&quot;:&quot;2e8cecb4-9da0-41b8-b1bb-cbb4ad7c6ba2&quot;}}">
            <a:extLst>
              <a:ext uri="{FF2B5EF4-FFF2-40B4-BE49-F238E27FC236}">
                <a16:creationId xmlns:a16="http://schemas.microsoft.com/office/drawing/2014/main" id="{1BC150D6-CED9-82A6-F90B-F6E4123486FD}"/>
              </a:ext>
            </a:extLst>
          </p:cNvPr>
          <p:cNvSpPr>
            <a:spLocks noGrp="1"/>
          </p:cNvSpPr>
          <p:nvPr>
            <p:ph type="body" sz="quarter" idx="13" hasCustomPrompt="1"/>
          </p:nvPr>
        </p:nvSpPr>
        <p:spPr>
          <a:xfrm>
            <a:off x="2469766" y="2035030"/>
            <a:ext cx="2589344" cy="291786"/>
          </a:xfrm>
        </p:spPr>
        <p:txBody>
          <a:bodyPr/>
          <a:lstStyle>
            <a:lvl1pPr marL="0" indent="0" algn="l">
              <a:spcAft>
                <a:spcPts val="1200"/>
              </a:spcAft>
              <a:buFont typeface="Arial" panose="020B0604020202020204" pitchFamily="34" charset="0"/>
              <a:buNone/>
              <a:defRPr sz="2000" b="0">
                <a:solidFill>
                  <a:schemeClr val="bg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CA" noProof="0"/>
              <a:t>Translations.Clicktoaddagendatabforhighlight</a:t>
            </a:r>
          </a:p>
        </p:txBody>
      </p:sp>
      <p:sp>
        <p:nvSpPr>
          <p:cNvPr id="24" name="Text Placeholder 12">
            <a:extLst>
              <a:ext uri="{FF2B5EF4-FFF2-40B4-BE49-F238E27FC236}">
                <a16:creationId xmlns:a16="http://schemas.microsoft.com/office/drawing/2014/main" id="{0390DA05-5090-039B-4834-654BE68E4BF3}"/>
              </a:ext>
            </a:extLst>
          </p:cNvPr>
          <p:cNvSpPr>
            <a:spLocks noGrp="1"/>
          </p:cNvSpPr>
          <p:nvPr>
            <p:ph type="body" sz="quarter" idx="17" hasCustomPrompt="1"/>
          </p:nvPr>
        </p:nvSpPr>
        <p:spPr>
          <a:xfrm>
            <a:off x="1916217" y="2035030"/>
            <a:ext cx="553549" cy="291786"/>
          </a:xfrm>
        </p:spPr>
        <p:txBody>
          <a:bodyPr/>
          <a:lstStyle>
            <a:lvl1pPr marL="0" indent="0" algn="l">
              <a:spcAft>
                <a:spcPts val="1200"/>
              </a:spcAft>
              <a:buFont typeface="Arial" panose="020B0604020202020204" pitchFamily="34" charset="0"/>
              <a:buChar char="​"/>
              <a:defRPr lang="en-US" sz="2000" b="1" kern="1200" dirty="0">
                <a:solidFill>
                  <a:schemeClr val="bg1">
                    <a:alpha val="80000"/>
                  </a:schemeClr>
                </a:solidFill>
                <a:latin typeface="+mn-lt"/>
                <a:ea typeface="+mn-ea"/>
                <a:cs typeface="+mn-cs"/>
              </a:defRPr>
            </a:lvl1pPr>
            <a:lvl2pPr marL="1588" indent="-3175" algn="ctr">
              <a:spcBef>
                <a:spcPts val="1200"/>
              </a:spcBef>
              <a:spcAft>
                <a:spcPts val="1200"/>
              </a:spcAft>
              <a:buFont typeface="Arial" panose="020B0604020202020204" pitchFamily="34" charset="0"/>
              <a:buChar char="​"/>
              <a:defRPr sz="2800">
                <a:solidFill>
                  <a:schemeClr val="accent3"/>
                </a:solidFill>
                <a:latin typeface="+mj-lt"/>
              </a:defRPr>
            </a:lvl2pPr>
            <a:lvl3pPr marL="0" indent="0" algn="ctr">
              <a:spcBef>
                <a:spcPts val="1200"/>
              </a:spcBef>
              <a:spcAft>
                <a:spcPts val="1200"/>
              </a:spcAft>
              <a:buFont typeface="Arial" panose="020B0604020202020204" pitchFamily="34" charset="0"/>
              <a:buChar char="​"/>
              <a:defRPr sz="2800">
                <a:solidFill>
                  <a:schemeClr val="bg1"/>
                </a:solidFill>
                <a:latin typeface="+mj-lt"/>
              </a:defRPr>
            </a:lvl3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CA" noProof="0"/>
              <a:t>01</a:t>
            </a:r>
          </a:p>
        </p:txBody>
      </p:sp>
      <p:sp>
        <p:nvSpPr>
          <p:cNvPr id="25" name="Text Placeholder 2" descr="{&quot;templafy&quot;:{&quot;id&quot;:&quot;24392e75-87a3-43a1-aab4-133cc99b2b81&quot;}}">
            <a:extLst>
              <a:ext uri="{FF2B5EF4-FFF2-40B4-BE49-F238E27FC236}">
                <a16:creationId xmlns:a16="http://schemas.microsoft.com/office/drawing/2014/main" id="{C19A3751-E42F-7952-1ED9-19257FED68D6}"/>
              </a:ext>
            </a:extLst>
          </p:cNvPr>
          <p:cNvSpPr>
            <a:spLocks noGrp="1"/>
          </p:cNvSpPr>
          <p:nvPr>
            <p:ph type="body" sz="quarter" idx="20" hasCustomPrompt="1"/>
          </p:nvPr>
        </p:nvSpPr>
        <p:spPr>
          <a:xfrm>
            <a:off x="2469766" y="2603066"/>
            <a:ext cx="2589344" cy="291786"/>
          </a:xfrm>
        </p:spPr>
        <p:txBody>
          <a:bodyPr/>
          <a:lstStyle>
            <a:lvl1pPr marL="0" indent="0" algn="l">
              <a:spcAft>
                <a:spcPts val="1200"/>
              </a:spcAft>
              <a:buFont typeface="Arial" panose="020B0604020202020204" pitchFamily="34" charset="0"/>
              <a:buNone/>
              <a:defRPr sz="2000" b="0">
                <a:solidFill>
                  <a:schemeClr val="bg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CA" noProof="0"/>
              <a:t>Translations.Clicktoaddagendatabforhighlight</a:t>
            </a:r>
          </a:p>
        </p:txBody>
      </p:sp>
      <p:sp>
        <p:nvSpPr>
          <p:cNvPr id="26" name="Text Placeholder 12">
            <a:extLst>
              <a:ext uri="{FF2B5EF4-FFF2-40B4-BE49-F238E27FC236}">
                <a16:creationId xmlns:a16="http://schemas.microsoft.com/office/drawing/2014/main" id="{21946D92-1FBF-0D18-7D75-EF2FCF4698C8}"/>
              </a:ext>
            </a:extLst>
          </p:cNvPr>
          <p:cNvSpPr>
            <a:spLocks noGrp="1"/>
          </p:cNvSpPr>
          <p:nvPr>
            <p:ph type="body" sz="quarter" idx="21" hasCustomPrompt="1"/>
          </p:nvPr>
        </p:nvSpPr>
        <p:spPr>
          <a:xfrm>
            <a:off x="1916217" y="2603066"/>
            <a:ext cx="553549" cy="291786"/>
          </a:xfrm>
        </p:spPr>
        <p:txBody>
          <a:bodyPr/>
          <a:lstStyle>
            <a:lvl1pPr marL="0" indent="0" algn="l">
              <a:spcAft>
                <a:spcPts val="1200"/>
              </a:spcAft>
              <a:buFont typeface="Arial" panose="020B0604020202020204" pitchFamily="34" charset="0"/>
              <a:buChar char="​"/>
              <a:defRPr lang="en-US" sz="2000" b="1" kern="1200" dirty="0">
                <a:solidFill>
                  <a:schemeClr val="bg1">
                    <a:alpha val="80000"/>
                  </a:schemeClr>
                </a:solidFill>
                <a:latin typeface="+mn-lt"/>
                <a:ea typeface="+mn-ea"/>
                <a:cs typeface="+mn-cs"/>
              </a:defRPr>
            </a:lvl1pPr>
            <a:lvl2pPr marL="1588" indent="-3175" algn="ctr">
              <a:spcBef>
                <a:spcPts val="1200"/>
              </a:spcBef>
              <a:spcAft>
                <a:spcPts val="1200"/>
              </a:spcAft>
              <a:buFont typeface="Arial" panose="020B0604020202020204" pitchFamily="34" charset="0"/>
              <a:buChar char="​"/>
              <a:defRPr sz="2800">
                <a:solidFill>
                  <a:schemeClr val="accent3"/>
                </a:solidFill>
                <a:latin typeface="+mj-lt"/>
              </a:defRPr>
            </a:lvl2pPr>
            <a:lvl3pPr marL="0" indent="0" algn="ctr">
              <a:spcBef>
                <a:spcPts val="1200"/>
              </a:spcBef>
              <a:spcAft>
                <a:spcPts val="1200"/>
              </a:spcAft>
              <a:buFont typeface="Arial" panose="020B0604020202020204" pitchFamily="34" charset="0"/>
              <a:buChar char="​"/>
              <a:defRPr sz="2800">
                <a:solidFill>
                  <a:schemeClr val="bg1"/>
                </a:solidFill>
                <a:latin typeface="+mj-lt"/>
              </a:defRPr>
            </a:lvl3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CA" noProof="0"/>
              <a:t>01</a:t>
            </a:r>
          </a:p>
        </p:txBody>
      </p:sp>
      <p:sp>
        <p:nvSpPr>
          <p:cNvPr id="27" name="Text Placeholder 2" descr="{&quot;templafy&quot;:{&quot;id&quot;:&quot;a470bc24-a9ad-4ad8-b386-70602a989f8b&quot;}}">
            <a:extLst>
              <a:ext uri="{FF2B5EF4-FFF2-40B4-BE49-F238E27FC236}">
                <a16:creationId xmlns:a16="http://schemas.microsoft.com/office/drawing/2014/main" id="{AA073A8C-A5D6-D88C-B750-447634C162CC}"/>
              </a:ext>
            </a:extLst>
          </p:cNvPr>
          <p:cNvSpPr>
            <a:spLocks noGrp="1"/>
          </p:cNvSpPr>
          <p:nvPr>
            <p:ph type="body" sz="quarter" idx="22" hasCustomPrompt="1"/>
          </p:nvPr>
        </p:nvSpPr>
        <p:spPr>
          <a:xfrm>
            <a:off x="2469766" y="3171102"/>
            <a:ext cx="2589344" cy="291786"/>
          </a:xfrm>
        </p:spPr>
        <p:txBody>
          <a:bodyPr/>
          <a:lstStyle>
            <a:lvl1pPr marL="0" indent="0" algn="l">
              <a:spcAft>
                <a:spcPts val="1200"/>
              </a:spcAft>
              <a:buFont typeface="Arial" panose="020B0604020202020204" pitchFamily="34" charset="0"/>
              <a:buNone/>
              <a:defRPr sz="2000" b="0">
                <a:solidFill>
                  <a:schemeClr val="bg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CA" noProof="0"/>
              <a:t>Translations.Clicktoaddagendatabforhighlight</a:t>
            </a:r>
          </a:p>
        </p:txBody>
      </p:sp>
      <p:sp>
        <p:nvSpPr>
          <p:cNvPr id="28" name="Text Placeholder 12">
            <a:extLst>
              <a:ext uri="{FF2B5EF4-FFF2-40B4-BE49-F238E27FC236}">
                <a16:creationId xmlns:a16="http://schemas.microsoft.com/office/drawing/2014/main" id="{9EF45400-A98E-DFA6-22CA-71C6A3D66897}"/>
              </a:ext>
            </a:extLst>
          </p:cNvPr>
          <p:cNvSpPr>
            <a:spLocks noGrp="1"/>
          </p:cNvSpPr>
          <p:nvPr>
            <p:ph type="body" sz="quarter" idx="23" hasCustomPrompt="1"/>
          </p:nvPr>
        </p:nvSpPr>
        <p:spPr>
          <a:xfrm>
            <a:off x="1916217" y="3171102"/>
            <a:ext cx="553549" cy="291786"/>
          </a:xfrm>
        </p:spPr>
        <p:txBody>
          <a:bodyPr/>
          <a:lstStyle>
            <a:lvl1pPr marL="0" indent="0" algn="l">
              <a:spcAft>
                <a:spcPts val="1200"/>
              </a:spcAft>
              <a:buFont typeface="Arial" panose="020B0604020202020204" pitchFamily="34" charset="0"/>
              <a:buChar char="​"/>
              <a:defRPr lang="en-US" sz="2000" b="1" kern="1200" dirty="0">
                <a:solidFill>
                  <a:schemeClr val="bg1">
                    <a:alpha val="80000"/>
                  </a:schemeClr>
                </a:solidFill>
                <a:latin typeface="+mn-lt"/>
                <a:ea typeface="+mn-ea"/>
                <a:cs typeface="+mn-cs"/>
              </a:defRPr>
            </a:lvl1pPr>
            <a:lvl2pPr marL="1588" indent="-3175" algn="ctr">
              <a:spcBef>
                <a:spcPts val="1200"/>
              </a:spcBef>
              <a:spcAft>
                <a:spcPts val="1200"/>
              </a:spcAft>
              <a:buFont typeface="Arial" panose="020B0604020202020204" pitchFamily="34" charset="0"/>
              <a:buChar char="​"/>
              <a:defRPr sz="2800">
                <a:solidFill>
                  <a:schemeClr val="accent3"/>
                </a:solidFill>
                <a:latin typeface="+mj-lt"/>
              </a:defRPr>
            </a:lvl2pPr>
            <a:lvl3pPr marL="0" indent="0" algn="ctr">
              <a:spcBef>
                <a:spcPts val="1200"/>
              </a:spcBef>
              <a:spcAft>
                <a:spcPts val="1200"/>
              </a:spcAft>
              <a:buFont typeface="Arial" panose="020B0604020202020204" pitchFamily="34" charset="0"/>
              <a:buChar char="​"/>
              <a:defRPr sz="2800">
                <a:solidFill>
                  <a:schemeClr val="bg1"/>
                </a:solidFill>
                <a:latin typeface="+mj-lt"/>
              </a:defRPr>
            </a:lvl3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CA" noProof="0"/>
              <a:t>01</a:t>
            </a:r>
          </a:p>
        </p:txBody>
      </p:sp>
      <p:sp>
        <p:nvSpPr>
          <p:cNvPr id="29" name="Text Placeholder 2" descr="{&quot;templafy&quot;:{&quot;id&quot;:&quot;7e497d88-f076-477c-adcf-f56d8284b66b&quot;}}">
            <a:extLst>
              <a:ext uri="{FF2B5EF4-FFF2-40B4-BE49-F238E27FC236}">
                <a16:creationId xmlns:a16="http://schemas.microsoft.com/office/drawing/2014/main" id="{39C83961-BBC6-191F-FC2E-74682837E0CB}"/>
              </a:ext>
            </a:extLst>
          </p:cNvPr>
          <p:cNvSpPr>
            <a:spLocks noGrp="1"/>
          </p:cNvSpPr>
          <p:nvPr>
            <p:ph type="body" sz="quarter" idx="24" hasCustomPrompt="1"/>
          </p:nvPr>
        </p:nvSpPr>
        <p:spPr>
          <a:xfrm>
            <a:off x="2469766" y="3739138"/>
            <a:ext cx="2589344" cy="291786"/>
          </a:xfrm>
        </p:spPr>
        <p:txBody>
          <a:bodyPr/>
          <a:lstStyle>
            <a:lvl1pPr marL="0" indent="0" algn="l">
              <a:spcAft>
                <a:spcPts val="1200"/>
              </a:spcAft>
              <a:buFont typeface="Arial" panose="020B0604020202020204" pitchFamily="34" charset="0"/>
              <a:buNone/>
              <a:defRPr sz="2000" b="0">
                <a:solidFill>
                  <a:schemeClr val="bg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CA" noProof="0"/>
              <a:t>Translations.Clicktoaddagendatabforhighlight</a:t>
            </a:r>
          </a:p>
        </p:txBody>
      </p:sp>
      <p:sp>
        <p:nvSpPr>
          <p:cNvPr id="30" name="Text Placeholder 12">
            <a:extLst>
              <a:ext uri="{FF2B5EF4-FFF2-40B4-BE49-F238E27FC236}">
                <a16:creationId xmlns:a16="http://schemas.microsoft.com/office/drawing/2014/main" id="{49F1AC64-80F9-9522-09FA-E75E945895C5}"/>
              </a:ext>
            </a:extLst>
          </p:cNvPr>
          <p:cNvSpPr>
            <a:spLocks noGrp="1"/>
          </p:cNvSpPr>
          <p:nvPr>
            <p:ph type="body" sz="quarter" idx="25" hasCustomPrompt="1"/>
          </p:nvPr>
        </p:nvSpPr>
        <p:spPr>
          <a:xfrm>
            <a:off x="1916217" y="3739138"/>
            <a:ext cx="553549" cy="291786"/>
          </a:xfrm>
        </p:spPr>
        <p:txBody>
          <a:bodyPr/>
          <a:lstStyle>
            <a:lvl1pPr marL="0" indent="0" algn="l">
              <a:spcAft>
                <a:spcPts val="1200"/>
              </a:spcAft>
              <a:buFont typeface="Arial" panose="020B0604020202020204" pitchFamily="34" charset="0"/>
              <a:buChar char="​"/>
              <a:defRPr lang="en-US" sz="2000" b="1" kern="1200" dirty="0">
                <a:solidFill>
                  <a:schemeClr val="bg1">
                    <a:alpha val="80000"/>
                  </a:schemeClr>
                </a:solidFill>
                <a:latin typeface="+mn-lt"/>
                <a:ea typeface="+mn-ea"/>
                <a:cs typeface="+mn-cs"/>
              </a:defRPr>
            </a:lvl1pPr>
            <a:lvl2pPr marL="1588" indent="-3175" algn="ctr">
              <a:spcBef>
                <a:spcPts val="1200"/>
              </a:spcBef>
              <a:spcAft>
                <a:spcPts val="1200"/>
              </a:spcAft>
              <a:buFont typeface="Arial" panose="020B0604020202020204" pitchFamily="34" charset="0"/>
              <a:buChar char="​"/>
              <a:defRPr sz="2800">
                <a:solidFill>
                  <a:schemeClr val="accent3"/>
                </a:solidFill>
                <a:latin typeface="+mj-lt"/>
              </a:defRPr>
            </a:lvl2pPr>
            <a:lvl3pPr marL="0" indent="0" algn="ctr">
              <a:spcBef>
                <a:spcPts val="1200"/>
              </a:spcBef>
              <a:spcAft>
                <a:spcPts val="1200"/>
              </a:spcAft>
              <a:buFont typeface="Arial" panose="020B0604020202020204" pitchFamily="34" charset="0"/>
              <a:buChar char="​"/>
              <a:defRPr sz="2800">
                <a:solidFill>
                  <a:schemeClr val="bg1"/>
                </a:solidFill>
                <a:latin typeface="+mj-lt"/>
              </a:defRPr>
            </a:lvl3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CA" noProof="0"/>
              <a:t>01</a:t>
            </a:r>
          </a:p>
        </p:txBody>
      </p:sp>
      <p:sp>
        <p:nvSpPr>
          <p:cNvPr id="31" name="Text Placeholder 2" descr="{&quot;templafy&quot;:{&quot;id&quot;:&quot;cd8272cd-9035-43c3-9e61-936b4fa9b504&quot;}}">
            <a:extLst>
              <a:ext uri="{FF2B5EF4-FFF2-40B4-BE49-F238E27FC236}">
                <a16:creationId xmlns:a16="http://schemas.microsoft.com/office/drawing/2014/main" id="{2DEA3614-9A15-B45B-F084-288410AACA43}"/>
              </a:ext>
            </a:extLst>
          </p:cNvPr>
          <p:cNvSpPr>
            <a:spLocks noGrp="1"/>
          </p:cNvSpPr>
          <p:nvPr>
            <p:ph type="body" sz="quarter" idx="26" hasCustomPrompt="1"/>
          </p:nvPr>
        </p:nvSpPr>
        <p:spPr>
          <a:xfrm>
            <a:off x="2469766" y="4307174"/>
            <a:ext cx="2589344" cy="291786"/>
          </a:xfrm>
        </p:spPr>
        <p:txBody>
          <a:bodyPr/>
          <a:lstStyle>
            <a:lvl1pPr marL="0" indent="0" algn="l">
              <a:spcAft>
                <a:spcPts val="1200"/>
              </a:spcAft>
              <a:buFont typeface="Arial" panose="020B0604020202020204" pitchFamily="34" charset="0"/>
              <a:buNone/>
              <a:defRPr sz="2000" b="0">
                <a:solidFill>
                  <a:schemeClr val="bg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CA" noProof="0"/>
              <a:t>Translations.Clicktoaddagendatabforhighlight</a:t>
            </a:r>
          </a:p>
        </p:txBody>
      </p:sp>
      <p:sp>
        <p:nvSpPr>
          <p:cNvPr id="32" name="Text Placeholder 12">
            <a:extLst>
              <a:ext uri="{FF2B5EF4-FFF2-40B4-BE49-F238E27FC236}">
                <a16:creationId xmlns:a16="http://schemas.microsoft.com/office/drawing/2014/main" id="{F787335F-C9D7-F8F3-2843-CFCA56F52213}"/>
              </a:ext>
            </a:extLst>
          </p:cNvPr>
          <p:cNvSpPr>
            <a:spLocks noGrp="1"/>
          </p:cNvSpPr>
          <p:nvPr>
            <p:ph type="body" sz="quarter" idx="27" hasCustomPrompt="1"/>
          </p:nvPr>
        </p:nvSpPr>
        <p:spPr>
          <a:xfrm>
            <a:off x="1916217" y="4307174"/>
            <a:ext cx="553549" cy="291786"/>
          </a:xfrm>
        </p:spPr>
        <p:txBody>
          <a:bodyPr/>
          <a:lstStyle>
            <a:lvl1pPr marL="0" indent="0" algn="l">
              <a:spcAft>
                <a:spcPts val="1200"/>
              </a:spcAft>
              <a:buFont typeface="Arial" panose="020B0604020202020204" pitchFamily="34" charset="0"/>
              <a:buChar char="​"/>
              <a:defRPr lang="en-US" sz="2000" b="1" kern="1200" dirty="0">
                <a:solidFill>
                  <a:schemeClr val="bg1">
                    <a:alpha val="80000"/>
                  </a:schemeClr>
                </a:solidFill>
                <a:latin typeface="+mn-lt"/>
                <a:ea typeface="+mn-ea"/>
                <a:cs typeface="+mn-cs"/>
              </a:defRPr>
            </a:lvl1pPr>
            <a:lvl2pPr marL="1588" indent="-3175" algn="ctr">
              <a:spcBef>
                <a:spcPts val="1200"/>
              </a:spcBef>
              <a:spcAft>
                <a:spcPts val="1200"/>
              </a:spcAft>
              <a:buFont typeface="Arial" panose="020B0604020202020204" pitchFamily="34" charset="0"/>
              <a:buChar char="​"/>
              <a:defRPr sz="2800">
                <a:solidFill>
                  <a:schemeClr val="accent3"/>
                </a:solidFill>
                <a:latin typeface="+mj-lt"/>
              </a:defRPr>
            </a:lvl2pPr>
            <a:lvl3pPr marL="0" indent="0" algn="ctr">
              <a:spcBef>
                <a:spcPts val="1200"/>
              </a:spcBef>
              <a:spcAft>
                <a:spcPts val="1200"/>
              </a:spcAft>
              <a:buFont typeface="Arial" panose="020B0604020202020204" pitchFamily="34" charset="0"/>
              <a:buChar char="​"/>
              <a:defRPr sz="2800">
                <a:solidFill>
                  <a:schemeClr val="bg1"/>
                </a:solidFill>
                <a:latin typeface="+mj-lt"/>
              </a:defRPr>
            </a:lvl3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CA" noProof="0"/>
              <a:t>01</a:t>
            </a:r>
          </a:p>
        </p:txBody>
      </p:sp>
      <p:sp>
        <p:nvSpPr>
          <p:cNvPr id="33" name="Text Placeholder 2" descr="{&quot;templafy&quot;:{&quot;id&quot;:&quot;346759ab-76af-463c-8f45-c284790b767a&quot;}}">
            <a:extLst>
              <a:ext uri="{FF2B5EF4-FFF2-40B4-BE49-F238E27FC236}">
                <a16:creationId xmlns:a16="http://schemas.microsoft.com/office/drawing/2014/main" id="{3E2781BE-D1AB-5CC5-7776-40083CFD0A82}"/>
              </a:ext>
            </a:extLst>
          </p:cNvPr>
          <p:cNvSpPr>
            <a:spLocks noGrp="1"/>
          </p:cNvSpPr>
          <p:nvPr>
            <p:ph type="body" sz="quarter" idx="28" hasCustomPrompt="1"/>
          </p:nvPr>
        </p:nvSpPr>
        <p:spPr>
          <a:xfrm>
            <a:off x="2469766" y="4875210"/>
            <a:ext cx="2589344" cy="291786"/>
          </a:xfrm>
        </p:spPr>
        <p:txBody>
          <a:bodyPr/>
          <a:lstStyle>
            <a:lvl1pPr marL="0" indent="0" algn="l">
              <a:spcAft>
                <a:spcPts val="1200"/>
              </a:spcAft>
              <a:buFont typeface="Arial" panose="020B0604020202020204" pitchFamily="34" charset="0"/>
              <a:buNone/>
              <a:defRPr sz="2000" b="0">
                <a:solidFill>
                  <a:schemeClr val="bg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CA" noProof="0"/>
              <a:t>Translations.Clicktoaddagendatabforhighlight</a:t>
            </a:r>
          </a:p>
        </p:txBody>
      </p:sp>
      <p:sp>
        <p:nvSpPr>
          <p:cNvPr id="34" name="Text Placeholder 12">
            <a:extLst>
              <a:ext uri="{FF2B5EF4-FFF2-40B4-BE49-F238E27FC236}">
                <a16:creationId xmlns:a16="http://schemas.microsoft.com/office/drawing/2014/main" id="{DA36F4B9-0A19-FDA2-7EF3-2D3A44617086}"/>
              </a:ext>
            </a:extLst>
          </p:cNvPr>
          <p:cNvSpPr>
            <a:spLocks noGrp="1"/>
          </p:cNvSpPr>
          <p:nvPr>
            <p:ph type="body" sz="quarter" idx="29" hasCustomPrompt="1"/>
          </p:nvPr>
        </p:nvSpPr>
        <p:spPr>
          <a:xfrm>
            <a:off x="1916217" y="4875210"/>
            <a:ext cx="553549" cy="291786"/>
          </a:xfrm>
        </p:spPr>
        <p:txBody>
          <a:bodyPr/>
          <a:lstStyle>
            <a:lvl1pPr marL="0" indent="0" algn="l">
              <a:spcAft>
                <a:spcPts val="1200"/>
              </a:spcAft>
              <a:buFont typeface="Arial" panose="020B0604020202020204" pitchFamily="34" charset="0"/>
              <a:buChar char="​"/>
              <a:defRPr lang="en-US" sz="2000" b="1" kern="1200" dirty="0">
                <a:solidFill>
                  <a:schemeClr val="bg1">
                    <a:alpha val="80000"/>
                  </a:schemeClr>
                </a:solidFill>
                <a:latin typeface="+mn-lt"/>
                <a:ea typeface="+mn-ea"/>
                <a:cs typeface="+mn-cs"/>
              </a:defRPr>
            </a:lvl1pPr>
            <a:lvl2pPr marL="1588" indent="-3175" algn="ctr">
              <a:spcBef>
                <a:spcPts val="1200"/>
              </a:spcBef>
              <a:spcAft>
                <a:spcPts val="1200"/>
              </a:spcAft>
              <a:buFont typeface="Arial" panose="020B0604020202020204" pitchFamily="34" charset="0"/>
              <a:buChar char="​"/>
              <a:defRPr sz="2800">
                <a:solidFill>
                  <a:schemeClr val="accent3"/>
                </a:solidFill>
                <a:latin typeface="+mj-lt"/>
              </a:defRPr>
            </a:lvl2pPr>
            <a:lvl3pPr marL="0" indent="0" algn="ctr">
              <a:spcBef>
                <a:spcPts val="1200"/>
              </a:spcBef>
              <a:spcAft>
                <a:spcPts val="1200"/>
              </a:spcAft>
              <a:buFont typeface="Arial" panose="020B0604020202020204" pitchFamily="34" charset="0"/>
              <a:buChar char="​"/>
              <a:defRPr sz="2800">
                <a:solidFill>
                  <a:schemeClr val="bg1"/>
                </a:solidFill>
                <a:latin typeface="+mj-lt"/>
              </a:defRPr>
            </a:lvl3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CA" noProof="0"/>
              <a:t>01</a:t>
            </a:r>
          </a:p>
        </p:txBody>
      </p:sp>
    </p:spTree>
    <p:extLst>
      <p:ext uri="{BB962C8B-B14F-4D97-AF65-F5344CB8AC3E}">
        <p14:creationId xmlns:p14="http://schemas.microsoft.com/office/powerpoint/2010/main" val="1937317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C">
    <p:bg>
      <p:bgPr>
        <a:solidFill>
          <a:schemeClr val="accent1"/>
        </a:solidFill>
        <a:effectLst/>
      </p:bgPr>
    </p:bg>
    <p:spTree>
      <p:nvGrpSpPr>
        <p:cNvPr id="1" name=""/>
        <p:cNvGrpSpPr/>
        <p:nvPr/>
      </p:nvGrpSpPr>
      <p:grpSpPr>
        <a:xfrm>
          <a:off x="0" y="0"/>
          <a:ext cx="0" cy="0"/>
          <a:chOff x="0" y="0"/>
          <a:chExt cx="0" cy="0"/>
        </a:xfrm>
      </p:grpSpPr>
      <p:sp>
        <p:nvSpPr>
          <p:cNvPr id="4" name="Picture Placeholder 3" descr="{&quot;templafy&quot;:{&quot;id&quot;:&quot;58ea64f0-99a4-4f91-8261-b1ff767792a1&quot;}}">
            <a:extLst>
              <a:ext uri="{FF2B5EF4-FFF2-40B4-BE49-F238E27FC236}">
                <a16:creationId xmlns:a16="http://schemas.microsoft.com/office/drawing/2014/main" id="{1122B038-DA79-4F73-A1EF-00D31025F885}"/>
              </a:ext>
            </a:extLst>
          </p:cNvPr>
          <p:cNvSpPr>
            <a:spLocks noGrp="1"/>
          </p:cNvSpPr>
          <p:nvPr>
            <p:ph type="pic" sz="quarter" idx="18" hasCustomPrompt="1"/>
          </p:nvPr>
        </p:nvSpPr>
        <p:spPr>
          <a:xfrm>
            <a:off x="0" y="0"/>
            <a:ext cx="12192000" cy="3428999"/>
          </a:xfrm>
          <a:solidFill>
            <a:schemeClr val="bg2"/>
          </a:solidFill>
        </p:spPr>
        <p:txBody>
          <a:bodyPr bIns="720000" anchor="ctr"/>
          <a:lstStyle>
            <a:lvl1pPr marL="0" indent="0" algn="ctr">
              <a:buNone/>
              <a:defRPr>
                <a:solidFill>
                  <a:schemeClr val="bg1"/>
                </a:solidFill>
              </a:defRPr>
            </a:lvl1pPr>
          </a:lstStyle>
          <a:p>
            <a:r>
              <a:rPr lang="en-US" noProof="0"/>
              <a:t>Click here and add image from Templafy</a:t>
            </a:r>
          </a:p>
        </p:txBody>
      </p:sp>
      <p:sp>
        <p:nvSpPr>
          <p:cNvPr id="2" name="Title 1" descr="{&quot;templafy&quot;:{&quot;id&quot;:&quot;8b8fd509-7e42-4df8-ac54-1709f7ef532f&quot;}}"/>
          <p:cNvSpPr>
            <a:spLocks noGrp="1"/>
          </p:cNvSpPr>
          <p:nvPr>
            <p:ph type="title" hasCustomPrompt="1"/>
          </p:nvPr>
        </p:nvSpPr>
        <p:spPr>
          <a:xfrm>
            <a:off x="3889375" y="2906724"/>
            <a:ext cx="4413250" cy="953137"/>
          </a:xfrm>
          <a:solidFill>
            <a:schemeClr val="bg1"/>
          </a:solidFill>
        </p:spPr>
        <p:txBody>
          <a:bodyPr lIns="360000" tIns="251999" rIns="360000" bIns="108000" anchor="ctr"/>
          <a:lstStyle>
            <a:lvl1pPr algn="ctr">
              <a:defRPr sz="2800">
                <a:solidFill>
                  <a:schemeClr val="accent1"/>
                </a:solidFill>
              </a:defRPr>
            </a:lvl1pPr>
          </a:lstStyle>
          <a:p>
            <a:r>
              <a:rPr lang="en-US" noProof="0"/>
              <a:t>Click to add agenda</a:t>
            </a:r>
          </a:p>
        </p:txBody>
      </p:sp>
      <p:sp>
        <p:nvSpPr>
          <p:cNvPr id="9" name="Footer Placeholder 8">
            <a:extLst>
              <a:ext uri="{FF2B5EF4-FFF2-40B4-BE49-F238E27FC236}">
                <a16:creationId xmlns:a16="http://schemas.microsoft.com/office/drawing/2014/main" id="{83F1B49C-8EDD-4326-AD14-38D7B2C7AC1E}"/>
              </a:ext>
            </a:extLst>
          </p:cNvPr>
          <p:cNvSpPr>
            <a:spLocks noGrp="1"/>
          </p:cNvSpPr>
          <p:nvPr>
            <p:ph type="ftr" sz="quarter" idx="15"/>
          </p:nvPr>
        </p:nvSpPr>
        <p:spPr/>
        <p:txBody>
          <a:bodyPr/>
          <a:lstStyle>
            <a:lvl1pPr>
              <a:defRPr>
                <a:solidFill>
                  <a:schemeClr val="bg1"/>
                </a:solidFill>
              </a:defRPr>
            </a:lvl1pPr>
          </a:lstStyle>
          <a:p>
            <a:r>
              <a:rPr lang="en-US" noProof="0"/>
              <a:t>Colliers</a:t>
            </a:r>
          </a:p>
        </p:txBody>
      </p:sp>
      <p:sp>
        <p:nvSpPr>
          <p:cNvPr id="10" name="Slide Number Placeholder 9">
            <a:extLst>
              <a:ext uri="{FF2B5EF4-FFF2-40B4-BE49-F238E27FC236}">
                <a16:creationId xmlns:a16="http://schemas.microsoft.com/office/drawing/2014/main" id="{7286CBCF-60EB-488A-9348-A7967F11649E}"/>
              </a:ext>
            </a:extLst>
          </p:cNvPr>
          <p:cNvSpPr>
            <a:spLocks noGrp="1"/>
          </p:cNvSpPr>
          <p:nvPr>
            <p:ph type="sldNum" sz="quarter" idx="16"/>
          </p:nvPr>
        </p:nvSpPr>
        <p:spPr/>
        <p:txBody>
          <a:bodyPr/>
          <a:lstStyle>
            <a:lvl1pPr>
              <a:defRPr>
                <a:solidFill>
                  <a:schemeClr val="bg1"/>
                </a:solidFill>
              </a:defRPr>
            </a:lvl1pPr>
          </a:lstStyle>
          <a:p>
            <a:fld id="{23AA811B-2EBD-4900-905E-5BE206449611}" type="slidenum">
              <a:rPr lang="en-US" noProof="0" smtClean="0"/>
              <a:pPr/>
              <a:t>‹#›</a:t>
            </a:fld>
            <a:endParaRPr lang="en-US" noProof="0"/>
          </a:p>
        </p:txBody>
      </p:sp>
      <p:sp>
        <p:nvSpPr>
          <p:cNvPr id="12" name="Text Placeholder 17">
            <a:extLst>
              <a:ext uri="{FF2B5EF4-FFF2-40B4-BE49-F238E27FC236}">
                <a16:creationId xmlns:a16="http://schemas.microsoft.com/office/drawing/2014/main" id="{257B7025-86C6-444C-9F53-BBB79D6E7226}"/>
              </a:ext>
            </a:extLst>
          </p:cNvPr>
          <p:cNvSpPr>
            <a:spLocks noGrp="1"/>
          </p:cNvSpPr>
          <p:nvPr>
            <p:ph type="body" sz="quarter" idx="19"/>
          </p:nvPr>
        </p:nvSpPr>
        <p:spPr>
          <a:xfrm>
            <a:off x="11119238" y="274014"/>
            <a:ext cx="10800" cy="126000"/>
          </a:xfrm>
          <a:solidFill>
            <a:schemeClr val="bg1"/>
          </a:solidFill>
        </p:spPr>
        <p:txBody>
          <a:bodyPr/>
          <a:lstStyle>
            <a:lvl1pPr marL="0" indent="0">
              <a:buNone/>
              <a:defRPr sz="100">
                <a:noFill/>
              </a:defRPr>
            </a:lvl1pPr>
          </a:lstStyle>
          <a:p>
            <a:pPr lvl="0"/>
            <a:r>
              <a:rPr lang="en-US" noProof="0"/>
              <a:t>Click to edit Master text styles</a:t>
            </a:r>
          </a:p>
        </p:txBody>
      </p:sp>
      <p:sp>
        <p:nvSpPr>
          <p:cNvPr id="11" name="Text Placeholder 2" descr="{&quot;templafy&quot;:{&quot;id&quot;:&quot;88f604ec-5e3c-415b-9c2f-46082162a132&quot;}}">
            <a:extLst>
              <a:ext uri="{FF2B5EF4-FFF2-40B4-BE49-F238E27FC236}">
                <a16:creationId xmlns:a16="http://schemas.microsoft.com/office/drawing/2014/main" id="{D700400D-3693-47D5-B719-23F8141C0902}"/>
              </a:ext>
            </a:extLst>
          </p:cNvPr>
          <p:cNvSpPr>
            <a:spLocks noGrp="1"/>
          </p:cNvSpPr>
          <p:nvPr>
            <p:ph type="body" sz="quarter" idx="13" hasCustomPrompt="1"/>
          </p:nvPr>
        </p:nvSpPr>
        <p:spPr>
          <a:xfrm>
            <a:off x="1023608" y="5302830"/>
            <a:ext cx="2045413" cy="738891"/>
          </a:xfrm>
        </p:spPr>
        <p:txBody>
          <a:bodyPr/>
          <a:lstStyle>
            <a:lvl1pPr marL="0" indent="0" algn="ctr">
              <a:spcAft>
                <a:spcPts val="1200"/>
              </a:spcAft>
              <a:buFont typeface="Arial" panose="020B0604020202020204" pitchFamily="34" charset="0"/>
              <a:buNone/>
              <a:defRPr sz="2000" b="0">
                <a:solidFill>
                  <a:schemeClr val="bg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US" noProof="0"/>
              <a:t>Translations.Clicktoaddagendatabforhighlight</a:t>
            </a:r>
          </a:p>
        </p:txBody>
      </p:sp>
      <p:sp>
        <p:nvSpPr>
          <p:cNvPr id="14" name="Text Placeholder 12">
            <a:extLst>
              <a:ext uri="{FF2B5EF4-FFF2-40B4-BE49-F238E27FC236}">
                <a16:creationId xmlns:a16="http://schemas.microsoft.com/office/drawing/2014/main" id="{4D18CD4B-F59D-4EB6-B091-552FA51E7443}"/>
              </a:ext>
            </a:extLst>
          </p:cNvPr>
          <p:cNvSpPr>
            <a:spLocks noGrp="1"/>
          </p:cNvSpPr>
          <p:nvPr>
            <p:ph type="body" sz="quarter" idx="17" hasCustomPrompt="1"/>
          </p:nvPr>
        </p:nvSpPr>
        <p:spPr>
          <a:xfrm>
            <a:off x="1785966" y="4761673"/>
            <a:ext cx="520700" cy="457200"/>
          </a:xfrm>
        </p:spPr>
        <p:txBody>
          <a:bodyPr/>
          <a:lstStyle>
            <a:lvl1pPr marL="0" indent="0" algn="ctr">
              <a:spcAft>
                <a:spcPts val="1200"/>
              </a:spcAft>
              <a:buFont typeface="Arial" panose="020B0604020202020204" pitchFamily="34" charset="0"/>
              <a:buChar char="​"/>
              <a:defRPr sz="1600" b="1">
                <a:solidFill>
                  <a:schemeClr val="accent3"/>
                </a:solidFill>
                <a:latin typeface="+mn-lt"/>
              </a:defRPr>
            </a:lvl1pPr>
            <a:lvl2pPr marL="1588" indent="-3175" algn="ctr">
              <a:spcBef>
                <a:spcPts val="1200"/>
              </a:spcBef>
              <a:spcAft>
                <a:spcPts val="1200"/>
              </a:spcAft>
              <a:buFont typeface="Arial" panose="020B0604020202020204" pitchFamily="34" charset="0"/>
              <a:buChar char="​"/>
              <a:defRPr sz="2800">
                <a:solidFill>
                  <a:schemeClr val="accent3"/>
                </a:solidFill>
                <a:latin typeface="+mj-lt"/>
              </a:defRPr>
            </a:lvl2pPr>
            <a:lvl3pPr marL="0" indent="0" algn="ctr">
              <a:spcBef>
                <a:spcPts val="1200"/>
              </a:spcBef>
              <a:spcAft>
                <a:spcPts val="1200"/>
              </a:spcAft>
              <a:buFont typeface="Arial" panose="020B0604020202020204" pitchFamily="34" charset="0"/>
              <a:buChar char="​"/>
              <a:defRPr sz="2800">
                <a:solidFill>
                  <a:schemeClr val="bg1"/>
                </a:solidFill>
                <a:latin typeface="+mj-lt"/>
              </a:defRPr>
            </a:lvl3pPr>
          </a:lstStyle>
          <a:p>
            <a:pPr lvl="0"/>
            <a:r>
              <a:rPr lang="en-US" noProof="0"/>
              <a:t>01</a:t>
            </a:r>
          </a:p>
        </p:txBody>
      </p:sp>
      <p:sp>
        <p:nvSpPr>
          <p:cNvPr id="28" name="Text Placeholder 2" descr="{&quot;templafy&quot;:{&quot;id&quot;:&quot;32101eab-a078-496b-b520-2576ef706836&quot;}}">
            <a:extLst>
              <a:ext uri="{FF2B5EF4-FFF2-40B4-BE49-F238E27FC236}">
                <a16:creationId xmlns:a16="http://schemas.microsoft.com/office/drawing/2014/main" id="{2E8C0D4A-169A-4E00-2E71-92D5E7F62F2E}"/>
              </a:ext>
            </a:extLst>
          </p:cNvPr>
          <p:cNvSpPr>
            <a:spLocks noGrp="1"/>
          </p:cNvSpPr>
          <p:nvPr>
            <p:ph type="body" sz="quarter" idx="20" hasCustomPrompt="1"/>
          </p:nvPr>
        </p:nvSpPr>
        <p:spPr>
          <a:xfrm>
            <a:off x="3685943" y="5302830"/>
            <a:ext cx="2045413" cy="738891"/>
          </a:xfrm>
        </p:spPr>
        <p:txBody>
          <a:bodyPr/>
          <a:lstStyle>
            <a:lvl1pPr marL="0" indent="0" algn="ctr">
              <a:spcAft>
                <a:spcPts val="1200"/>
              </a:spcAft>
              <a:buFont typeface="Arial" panose="020B0604020202020204" pitchFamily="34" charset="0"/>
              <a:buNone/>
              <a:defRPr sz="2000" b="0">
                <a:solidFill>
                  <a:schemeClr val="bg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US" noProof="0"/>
              <a:t>Translations.Clicktoaddagendatabforhighlight</a:t>
            </a:r>
          </a:p>
        </p:txBody>
      </p:sp>
      <p:sp>
        <p:nvSpPr>
          <p:cNvPr id="29" name="Text Placeholder 12">
            <a:extLst>
              <a:ext uri="{FF2B5EF4-FFF2-40B4-BE49-F238E27FC236}">
                <a16:creationId xmlns:a16="http://schemas.microsoft.com/office/drawing/2014/main" id="{896CFFEB-D798-76C0-730F-4A10979CD996}"/>
              </a:ext>
            </a:extLst>
          </p:cNvPr>
          <p:cNvSpPr>
            <a:spLocks noGrp="1"/>
          </p:cNvSpPr>
          <p:nvPr>
            <p:ph type="body" sz="quarter" idx="21" hasCustomPrompt="1"/>
          </p:nvPr>
        </p:nvSpPr>
        <p:spPr>
          <a:xfrm>
            <a:off x="4448299" y="4761673"/>
            <a:ext cx="520700" cy="457200"/>
          </a:xfrm>
        </p:spPr>
        <p:txBody>
          <a:bodyPr/>
          <a:lstStyle>
            <a:lvl1pPr marL="0" indent="0" algn="ctr">
              <a:spcAft>
                <a:spcPts val="1200"/>
              </a:spcAft>
              <a:buFont typeface="Arial" panose="020B0604020202020204" pitchFamily="34" charset="0"/>
              <a:buChar char="​"/>
              <a:defRPr sz="1600" b="1">
                <a:solidFill>
                  <a:schemeClr val="accent3"/>
                </a:solidFill>
                <a:latin typeface="+mn-lt"/>
              </a:defRPr>
            </a:lvl1pPr>
            <a:lvl2pPr marL="1588" indent="-3175" algn="ctr">
              <a:spcBef>
                <a:spcPts val="1200"/>
              </a:spcBef>
              <a:spcAft>
                <a:spcPts val="1200"/>
              </a:spcAft>
              <a:buFont typeface="Arial" panose="020B0604020202020204" pitchFamily="34" charset="0"/>
              <a:buChar char="​"/>
              <a:defRPr sz="2800">
                <a:solidFill>
                  <a:schemeClr val="accent3"/>
                </a:solidFill>
                <a:latin typeface="+mj-lt"/>
              </a:defRPr>
            </a:lvl2pPr>
            <a:lvl3pPr marL="0" indent="0" algn="ctr">
              <a:spcBef>
                <a:spcPts val="1200"/>
              </a:spcBef>
              <a:spcAft>
                <a:spcPts val="1200"/>
              </a:spcAft>
              <a:buFont typeface="Arial" panose="020B0604020202020204" pitchFamily="34" charset="0"/>
              <a:buChar char="​"/>
              <a:defRPr sz="2800">
                <a:solidFill>
                  <a:schemeClr val="bg1"/>
                </a:solidFill>
                <a:latin typeface="+mj-lt"/>
              </a:defRPr>
            </a:lvl3pPr>
          </a:lstStyle>
          <a:p>
            <a:pPr lvl="0"/>
            <a:r>
              <a:rPr lang="en-US" noProof="0"/>
              <a:t>01</a:t>
            </a:r>
          </a:p>
        </p:txBody>
      </p:sp>
      <p:sp>
        <p:nvSpPr>
          <p:cNvPr id="31" name="Text Placeholder 2" descr="{&quot;templafy&quot;:{&quot;id&quot;:&quot;477aa4a3-f56e-4e20-9ace-51e2eb30925f&quot;}}">
            <a:extLst>
              <a:ext uri="{FF2B5EF4-FFF2-40B4-BE49-F238E27FC236}">
                <a16:creationId xmlns:a16="http://schemas.microsoft.com/office/drawing/2014/main" id="{1536AB39-F8BE-5512-5A79-8BD4321FEA8F}"/>
              </a:ext>
            </a:extLst>
          </p:cNvPr>
          <p:cNvSpPr>
            <a:spLocks noGrp="1"/>
          </p:cNvSpPr>
          <p:nvPr>
            <p:ph type="body" sz="quarter" idx="22" hasCustomPrompt="1"/>
          </p:nvPr>
        </p:nvSpPr>
        <p:spPr>
          <a:xfrm>
            <a:off x="6348278" y="5302830"/>
            <a:ext cx="2045413" cy="738891"/>
          </a:xfrm>
        </p:spPr>
        <p:txBody>
          <a:bodyPr/>
          <a:lstStyle>
            <a:lvl1pPr marL="0" indent="0" algn="ctr">
              <a:spcAft>
                <a:spcPts val="1200"/>
              </a:spcAft>
              <a:buFont typeface="Arial" panose="020B0604020202020204" pitchFamily="34" charset="0"/>
              <a:buNone/>
              <a:defRPr sz="2000" b="0">
                <a:solidFill>
                  <a:schemeClr val="bg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US" noProof="0"/>
              <a:t>Translations.Clicktoaddagendatabforhighlight</a:t>
            </a:r>
          </a:p>
        </p:txBody>
      </p:sp>
      <p:sp>
        <p:nvSpPr>
          <p:cNvPr id="32" name="Text Placeholder 12">
            <a:extLst>
              <a:ext uri="{FF2B5EF4-FFF2-40B4-BE49-F238E27FC236}">
                <a16:creationId xmlns:a16="http://schemas.microsoft.com/office/drawing/2014/main" id="{C714C584-9AD4-C6EB-2492-F21820700724}"/>
              </a:ext>
            </a:extLst>
          </p:cNvPr>
          <p:cNvSpPr>
            <a:spLocks noGrp="1"/>
          </p:cNvSpPr>
          <p:nvPr>
            <p:ph type="body" sz="quarter" idx="23" hasCustomPrompt="1"/>
          </p:nvPr>
        </p:nvSpPr>
        <p:spPr>
          <a:xfrm>
            <a:off x="7110634" y="4761673"/>
            <a:ext cx="520700" cy="457200"/>
          </a:xfrm>
        </p:spPr>
        <p:txBody>
          <a:bodyPr/>
          <a:lstStyle>
            <a:lvl1pPr marL="0" indent="0" algn="ctr">
              <a:spcAft>
                <a:spcPts val="1200"/>
              </a:spcAft>
              <a:buFont typeface="Arial" panose="020B0604020202020204" pitchFamily="34" charset="0"/>
              <a:buChar char="​"/>
              <a:defRPr sz="1600" b="1">
                <a:solidFill>
                  <a:schemeClr val="accent3"/>
                </a:solidFill>
                <a:latin typeface="+mn-lt"/>
              </a:defRPr>
            </a:lvl1pPr>
            <a:lvl2pPr marL="1588" indent="-3175" algn="ctr">
              <a:spcBef>
                <a:spcPts val="1200"/>
              </a:spcBef>
              <a:spcAft>
                <a:spcPts val="1200"/>
              </a:spcAft>
              <a:buFont typeface="Arial" panose="020B0604020202020204" pitchFamily="34" charset="0"/>
              <a:buChar char="​"/>
              <a:defRPr sz="2800">
                <a:solidFill>
                  <a:schemeClr val="accent3"/>
                </a:solidFill>
                <a:latin typeface="+mj-lt"/>
              </a:defRPr>
            </a:lvl2pPr>
            <a:lvl3pPr marL="0" indent="0" algn="ctr">
              <a:spcBef>
                <a:spcPts val="1200"/>
              </a:spcBef>
              <a:spcAft>
                <a:spcPts val="1200"/>
              </a:spcAft>
              <a:buFont typeface="Arial" panose="020B0604020202020204" pitchFamily="34" charset="0"/>
              <a:buChar char="​"/>
              <a:defRPr sz="2800">
                <a:solidFill>
                  <a:schemeClr val="bg1"/>
                </a:solidFill>
                <a:latin typeface="+mj-lt"/>
              </a:defRPr>
            </a:lvl3pPr>
          </a:lstStyle>
          <a:p>
            <a:pPr lvl="0"/>
            <a:r>
              <a:rPr lang="en-US" noProof="0"/>
              <a:t>01</a:t>
            </a:r>
          </a:p>
        </p:txBody>
      </p:sp>
      <p:cxnSp>
        <p:nvCxnSpPr>
          <p:cNvPr id="26" name="Straight Connector 25">
            <a:extLst>
              <a:ext uri="{FF2B5EF4-FFF2-40B4-BE49-F238E27FC236}">
                <a16:creationId xmlns:a16="http://schemas.microsoft.com/office/drawing/2014/main" id="{86396B45-351C-85B1-AB1C-FFBCEE9C8ABE}"/>
              </a:ext>
            </a:extLst>
          </p:cNvPr>
          <p:cNvCxnSpPr>
            <a:cxnSpLocks/>
          </p:cNvCxnSpPr>
          <p:nvPr userDrawn="1"/>
        </p:nvCxnSpPr>
        <p:spPr>
          <a:xfrm flipV="1">
            <a:off x="3377482" y="4618768"/>
            <a:ext cx="0" cy="1513264"/>
          </a:xfrm>
          <a:prstGeom prst="line">
            <a:avLst/>
          </a:prstGeom>
          <a:ln w="63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C5A91ED-B626-1BE5-C827-EE64EAEBCE4C}"/>
              </a:ext>
            </a:extLst>
          </p:cNvPr>
          <p:cNvCxnSpPr>
            <a:cxnSpLocks/>
          </p:cNvCxnSpPr>
          <p:nvPr userDrawn="1"/>
        </p:nvCxnSpPr>
        <p:spPr>
          <a:xfrm flipV="1">
            <a:off x="6039817" y="4618768"/>
            <a:ext cx="0" cy="1513264"/>
          </a:xfrm>
          <a:prstGeom prst="line">
            <a:avLst/>
          </a:prstGeom>
          <a:ln w="63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B03C25C-2E3B-ADC1-22E7-94D59FAE957B}"/>
              </a:ext>
            </a:extLst>
          </p:cNvPr>
          <p:cNvCxnSpPr>
            <a:cxnSpLocks/>
          </p:cNvCxnSpPr>
          <p:nvPr userDrawn="1"/>
        </p:nvCxnSpPr>
        <p:spPr>
          <a:xfrm flipV="1">
            <a:off x="8702152" y="4618768"/>
            <a:ext cx="0" cy="1513264"/>
          </a:xfrm>
          <a:prstGeom prst="line">
            <a:avLst/>
          </a:prstGeom>
          <a:ln w="63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34" name="Text Placeholder 2" descr="{&quot;templafy&quot;:{&quot;id&quot;:&quot;8bfb3c22-ac86-493d-9a6e-e6cf902c2747&quot;}}">
            <a:extLst>
              <a:ext uri="{FF2B5EF4-FFF2-40B4-BE49-F238E27FC236}">
                <a16:creationId xmlns:a16="http://schemas.microsoft.com/office/drawing/2014/main" id="{FD4C2339-CE7F-4802-5244-E766675F1DBC}"/>
              </a:ext>
            </a:extLst>
          </p:cNvPr>
          <p:cNvSpPr>
            <a:spLocks noGrp="1"/>
          </p:cNvSpPr>
          <p:nvPr>
            <p:ph type="body" sz="quarter" idx="24" hasCustomPrompt="1"/>
          </p:nvPr>
        </p:nvSpPr>
        <p:spPr>
          <a:xfrm>
            <a:off x="9010613" y="5302830"/>
            <a:ext cx="2045413" cy="738891"/>
          </a:xfrm>
        </p:spPr>
        <p:txBody>
          <a:bodyPr/>
          <a:lstStyle>
            <a:lvl1pPr marL="0" indent="0" algn="ctr">
              <a:spcAft>
                <a:spcPts val="1200"/>
              </a:spcAft>
              <a:buFont typeface="Arial" panose="020B0604020202020204" pitchFamily="34" charset="0"/>
              <a:buNone/>
              <a:defRPr sz="2000" b="0">
                <a:solidFill>
                  <a:schemeClr val="bg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US" noProof="0"/>
              <a:t>Translations.Clicktoaddagendatabforhighlight</a:t>
            </a:r>
          </a:p>
        </p:txBody>
      </p:sp>
      <p:sp>
        <p:nvSpPr>
          <p:cNvPr id="35" name="Text Placeholder 12">
            <a:extLst>
              <a:ext uri="{FF2B5EF4-FFF2-40B4-BE49-F238E27FC236}">
                <a16:creationId xmlns:a16="http://schemas.microsoft.com/office/drawing/2014/main" id="{3220787E-740E-F0A7-0BE2-E874483EDD92}"/>
              </a:ext>
            </a:extLst>
          </p:cNvPr>
          <p:cNvSpPr>
            <a:spLocks noGrp="1"/>
          </p:cNvSpPr>
          <p:nvPr>
            <p:ph type="body" sz="quarter" idx="25" hasCustomPrompt="1"/>
          </p:nvPr>
        </p:nvSpPr>
        <p:spPr>
          <a:xfrm>
            <a:off x="9772971" y="4761673"/>
            <a:ext cx="520700" cy="457200"/>
          </a:xfrm>
        </p:spPr>
        <p:txBody>
          <a:bodyPr/>
          <a:lstStyle>
            <a:lvl1pPr marL="0" indent="0" algn="ctr">
              <a:spcAft>
                <a:spcPts val="1200"/>
              </a:spcAft>
              <a:buFont typeface="Arial" panose="020B0604020202020204" pitchFamily="34" charset="0"/>
              <a:buChar char="​"/>
              <a:defRPr sz="1600" b="1">
                <a:solidFill>
                  <a:schemeClr val="accent3"/>
                </a:solidFill>
                <a:latin typeface="+mn-lt"/>
              </a:defRPr>
            </a:lvl1pPr>
            <a:lvl2pPr marL="1588" indent="-3175" algn="ctr">
              <a:spcBef>
                <a:spcPts val="1200"/>
              </a:spcBef>
              <a:spcAft>
                <a:spcPts val="1200"/>
              </a:spcAft>
              <a:buFont typeface="Arial" panose="020B0604020202020204" pitchFamily="34" charset="0"/>
              <a:buChar char="​"/>
              <a:defRPr sz="2800">
                <a:solidFill>
                  <a:schemeClr val="accent3"/>
                </a:solidFill>
                <a:latin typeface="+mj-lt"/>
              </a:defRPr>
            </a:lvl2pPr>
            <a:lvl3pPr marL="0" indent="0" algn="ctr">
              <a:spcBef>
                <a:spcPts val="1200"/>
              </a:spcBef>
              <a:spcAft>
                <a:spcPts val="1200"/>
              </a:spcAft>
              <a:buFont typeface="Arial" panose="020B0604020202020204" pitchFamily="34" charset="0"/>
              <a:buChar char="​"/>
              <a:defRPr sz="2800">
                <a:solidFill>
                  <a:schemeClr val="bg1"/>
                </a:solidFill>
                <a:latin typeface="+mj-lt"/>
              </a:defRPr>
            </a:lvl3pPr>
          </a:lstStyle>
          <a:p>
            <a:pPr lvl="0"/>
            <a:r>
              <a:rPr lang="en-US" noProof="0"/>
              <a:t>01</a:t>
            </a:r>
          </a:p>
        </p:txBody>
      </p:sp>
    </p:spTree>
    <p:extLst>
      <p:ext uri="{BB962C8B-B14F-4D97-AF65-F5344CB8AC3E}">
        <p14:creationId xmlns:p14="http://schemas.microsoft.com/office/powerpoint/2010/main" val="39393994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D">
    <p:bg>
      <p:bgPr>
        <a:solidFill>
          <a:schemeClr val="accent1"/>
        </a:solidFill>
        <a:effectLst/>
      </p:bgPr>
    </p:bg>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5A45DA65-D771-8956-FE9F-41B5A9F5923F}"/>
              </a:ext>
            </a:extLst>
          </p:cNvPr>
          <p:cNvSpPr/>
          <p:nvPr userDrawn="1"/>
        </p:nvSpPr>
        <p:spPr>
          <a:xfrm>
            <a:off x="0" y="5026755"/>
            <a:ext cx="12192000" cy="18312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noProof="0"/>
          </a:p>
        </p:txBody>
      </p:sp>
      <p:sp>
        <p:nvSpPr>
          <p:cNvPr id="9" name="Footer Placeholder 8">
            <a:extLst>
              <a:ext uri="{FF2B5EF4-FFF2-40B4-BE49-F238E27FC236}">
                <a16:creationId xmlns:a16="http://schemas.microsoft.com/office/drawing/2014/main" id="{83F1B49C-8EDD-4326-AD14-38D7B2C7AC1E}"/>
              </a:ext>
            </a:extLst>
          </p:cNvPr>
          <p:cNvSpPr>
            <a:spLocks noGrp="1"/>
          </p:cNvSpPr>
          <p:nvPr>
            <p:ph type="ftr" sz="quarter" idx="15"/>
          </p:nvPr>
        </p:nvSpPr>
        <p:spPr/>
        <p:txBody>
          <a:bodyPr/>
          <a:lstStyle>
            <a:lvl1pPr>
              <a:defRPr>
                <a:solidFill>
                  <a:schemeClr val="bg1"/>
                </a:solidFill>
              </a:defRPr>
            </a:lvl1pPr>
          </a:lstStyle>
          <a:p>
            <a:r>
              <a:rPr lang="en-CA" noProof="0"/>
              <a:t>Colliers</a:t>
            </a:r>
          </a:p>
        </p:txBody>
      </p:sp>
      <p:sp>
        <p:nvSpPr>
          <p:cNvPr id="10" name="Slide Number Placeholder 9">
            <a:extLst>
              <a:ext uri="{FF2B5EF4-FFF2-40B4-BE49-F238E27FC236}">
                <a16:creationId xmlns:a16="http://schemas.microsoft.com/office/drawing/2014/main" id="{7286CBCF-60EB-488A-9348-A7967F11649E}"/>
              </a:ext>
            </a:extLst>
          </p:cNvPr>
          <p:cNvSpPr>
            <a:spLocks noGrp="1"/>
          </p:cNvSpPr>
          <p:nvPr>
            <p:ph type="sldNum" sz="quarter" idx="16"/>
          </p:nvPr>
        </p:nvSpPr>
        <p:spPr/>
        <p:txBody>
          <a:bodyPr/>
          <a:lstStyle>
            <a:lvl1pPr>
              <a:defRPr>
                <a:solidFill>
                  <a:schemeClr val="bg1"/>
                </a:solidFill>
              </a:defRPr>
            </a:lvl1pPr>
          </a:lstStyle>
          <a:p>
            <a:fld id="{23AA811B-2EBD-4900-905E-5BE206449611}" type="slidenum">
              <a:rPr lang="en-CA" noProof="0" smtClean="0"/>
              <a:pPr/>
              <a:t>‹#›</a:t>
            </a:fld>
            <a:endParaRPr lang="en-CA" noProof="0"/>
          </a:p>
        </p:txBody>
      </p:sp>
      <p:sp>
        <p:nvSpPr>
          <p:cNvPr id="12" name="Text Placeholder 17">
            <a:extLst>
              <a:ext uri="{FF2B5EF4-FFF2-40B4-BE49-F238E27FC236}">
                <a16:creationId xmlns:a16="http://schemas.microsoft.com/office/drawing/2014/main" id="{257B7025-86C6-444C-9F53-BBB79D6E7226}"/>
              </a:ext>
            </a:extLst>
          </p:cNvPr>
          <p:cNvSpPr>
            <a:spLocks noGrp="1"/>
          </p:cNvSpPr>
          <p:nvPr>
            <p:ph type="body" sz="quarter" idx="19"/>
          </p:nvPr>
        </p:nvSpPr>
        <p:spPr>
          <a:xfrm>
            <a:off x="11119238" y="274014"/>
            <a:ext cx="10800" cy="126000"/>
          </a:xfrm>
          <a:solidFill>
            <a:schemeClr val="bg1"/>
          </a:solidFill>
        </p:spPr>
        <p:txBody>
          <a:bodyPr/>
          <a:lstStyle>
            <a:lvl1pPr marL="0" indent="0">
              <a:buNone/>
              <a:defRPr sz="100">
                <a:noFill/>
              </a:defRPr>
            </a:lvl1pPr>
          </a:lstStyle>
          <a:p>
            <a:pPr lvl="0"/>
            <a:r>
              <a:rPr lang="en-CA" noProof="0"/>
              <a:t>Click to edit Master text styles</a:t>
            </a:r>
          </a:p>
        </p:txBody>
      </p:sp>
      <p:sp>
        <p:nvSpPr>
          <p:cNvPr id="24" name="Rectangle 23">
            <a:extLst>
              <a:ext uri="{FF2B5EF4-FFF2-40B4-BE49-F238E27FC236}">
                <a16:creationId xmlns:a16="http://schemas.microsoft.com/office/drawing/2014/main" id="{F6DBCE0C-49BC-691D-99B7-EFC769150777}"/>
              </a:ext>
            </a:extLst>
          </p:cNvPr>
          <p:cNvSpPr/>
          <p:nvPr userDrawn="1"/>
        </p:nvSpPr>
        <p:spPr>
          <a:xfrm>
            <a:off x="811707" y="4048853"/>
            <a:ext cx="10568586" cy="2020171"/>
          </a:xfrm>
          <a:prstGeom prst="rect">
            <a:avLst/>
          </a:prstGeom>
          <a:solidFill>
            <a:srgbClr val="F5F5F7"/>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1800" noProof="0"/>
          </a:p>
        </p:txBody>
      </p:sp>
      <p:sp>
        <p:nvSpPr>
          <p:cNvPr id="25" name="Text Placeholder 2" descr="{&quot;templafy&quot;:{&quot;id&quot;:&quot;a7c15806-c5d1-47e6-a994-3fd031f51a41&quot;}}">
            <a:extLst>
              <a:ext uri="{FF2B5EF4-FFF2-40B4-BE49-F238E27FC236}">
                <a16:creationId xmlns:a16="http://schemas.microsoft.com/office/drawing/2014/main" id="{6EF25A8F-3D3B-1873-3381-5E845D7BF05D}"/>
              </a:ext>
            </a:extLst>
          </p:cNvPr>
          <p:cNvSpPr>
            <a:spLocks noGrp="1"/>
          </p:cNvSpPr>
          <p:nvPr>
            <p:ph type="body" sz="quarter" idx="24" hasCustomPrompt="1"/>
          </p:nvPr>
        </p:nvSpPr>
        <p:spPr>
          <a:xfrm>
            <a:off x="9377150" y="5026755"/>
            <a:ext cx="1603664" cy="626543"/>
          </a:xfrm>
        </p:spPr>
        <p:txBody>
          <a:bodyPr/>
          <a:lstStyle>
            <a:lvl1pPr marL="0" indent="0" algn="ctr">
              <a:spcAft>
                <a:spcPts val="1200"/>
              </a:spcAft>
              <a:buFont typeface="Arial" panose="020B0604020202020204" pitchFamily="34" charset="0"/>
              <a:buNone/>
              <a:defRPr sz="1800" b="0">
                <a:solidFill>
                  <a:schemeClr val="tx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CA" noProof="0"/>
              <a:t>Translations.Clicktoaddagendatabforhighlight</a:t>
            </a:r>
          </a:p>
        </p:txBody>
      </p:sp>
      <p:sp>
        <p:nvSpPr>
          <p:cNvPr id="27" name="Text Placeholder 12">
            <a:extLst>
              <a:ext uri="{FF2B5EF4-FFF2-40B4-BE49-F238E27FC236}">
                <a16:creationId xmlns:a16="http://schemas.microsoft.com/office/drawing/2014/main" id="{826FF389-06AA-0C03-8041-8F6322966870}"/>
              </a:ext>
            </a:extLst>
          </p:cNvPr>
          <p:cNvSpPr>
            <a:spLocks noGrp="1"/>
          </p:cNvSpPr>
          <p:nvPr>
            <p:ph type="body" sz="quarter" idx="25" hasCustomPrompt="1"/>
          </p:nvPr>
        </p:nvSpPr>
        <p:spPr>
          <a:xfrm>
            <a:off x="9921287" y="4485598"/>
            <a:ext cx="520700" cy="457200"/>
          </a:xfrm>
        </p:spPr>
        <p:txBody>
          <a:bodyPr/>
          <a:lstStyle>
            <a:lvl1pPr marL="0" indent="0" algn="ctr">
              <a:spcAft>
                <a:spcPts val="1200"/>
              </a:spcAft>
              <a:buFont typeface="Arial" panose="020B0604020202020204" pitchFamily="34" charset="0"/>
              <a:buChar char="​"/>
              <a:defRPr sz="2400" b="0" i="0">
                <a:solidFill>
                  <a:schemeClr val="accent1"/>
                </a:solidFill>
                <a:latin typeface="MerriweatherLight" pitchFamily="2" charset="77"/>
              </a:defRPr>
            </a:lvl1pPr>
            <a:lvl2pPr marL="1588" indent="-3175" algn="ctr">
              <a:spcBef>
                <a:spcPts val="1200"/>
              </a:spcBef>
              <a:spcAft>
                <a:spcPts val="1200"/>
              </a:spcAft>
              <a:buFont typeface="Arial" panose="020B0604020202020204" pitchFamily="34" charset="0"/>
              <a:buChar char="​"/>
              <a:defRPr sz="2800">
                <a:solidFill>
                  <a:schemeClr val="accent3"/>
                </a:solidFill>
                <a:latin typeface="+mj-lt"/>
              </a:defRPr>
            </a:lvl2pPr>
            <a:lvl3pPr marL="0" indent="0" algn="ctr">
              <a:spcBef>
                <a:spcPts val="1200"/>
              </a:spcBef>
              <a:spcAft>
                <a:spcPts val="1200"/>
              </a:spcAft>
              <a:buFont typeface="Arial" panose="020B0604020202020204" pitchFamily="34" charset="0"/>
              <a:buChar char="​"/>
              <a:defRPr sz="2800">
                <a:solidFill>
                  <a:schemeClr val="bg1"/>
                </a:solidFill>
                <a:latin typeface="+mj-lt"/>
              </a:defRPr>
            </a:lvl3pPr>
          </a:lstStyle>
          <a:p>
            <a:pPr lvl="0"/>
            <a:r>
              <a:rPr lang="en-CA" noProof="0"/>
              <a:t>1</a:t>
            </a:r>
          </a:p>
        </p:txBody>
      </p:sp>
      <p:cxnSp>
        <p:nvCxnSpPr>
          <p:cNvPr id="36" name="Straight Connector 35">
            <a:extLst>
              <a:ext uri="{FF2B5EF4-FFF2-40B4-BE49-F238E27FC236}">
                <a16:creationId xmlns:a16="http://schemas.microsoft.com/office/drawing/2014/main" id="{D21A9B0F-7596-921A-3A32-F30FC8E595C2}"/>
              </a:ext>
            </a:extLst>
          </p:cNvPr>
          <p:cNvCxnSpPr>
            <a:cxnSpLocks/>
          </p:cNvCxnSpPr>
          <p:nvPr userDrawn="1"/>
        </p:nvCxnSpPr>
        <p:spPr>
          <a:xfrm>
            <a:off x="2939170" y="4464578"/>
            <a:ext cx="0" cy="1188720"/>
          </a:xfrm>
          <a:prstGeom prst="line">
            <a:avLst/>
          </a:prstGeom>
          <a:ln w="12700">
            <a:solidFill>
              <a:srgbClr val="929294"/>
            </a:solidFill>
            <a:prstDash val="sysDas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8677053-9868-72E3-04E8-131B53484CB1}"/>
              </a:ext>
            </a:extLst>
          </p:cNvPr>
          <p:cNvCxnSpPr>
            <a:cxnSpLocks/>
          </p:cNvCxnSpPr>
          <p:nvPr userDrawn="1"/>
        </p:nvCxnSpPr>
        <p:spPr>
          <a:xfrm>
            <a:off x="5015868" y="4464578"/>
            <a:ext cx="0" cy="1188720"/>
          </a:xfrm>
          <a:prstGeom prst="line">
            <a:avLst/>
          </a:prstGeom>
          <a:ln w="12700">
            <a:solidFill>
              <a:srgbClr val="929294"/>
            </a:solidFill>
            <a:prstDash val="sysDash"/>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EBD5B5D-C579-AE8B-4983-2DA18ACA39D4}"/>
              </a:ext>
            </a:extLst>
          </p:cNvPr>
          <p:cNvCxnSpPr>
            <a:cxnSpLocks/>
          </p:cNvCxnSpPr>
          <p:nvPr userDrawn="1"/>
        </p:nvCxnSpPr>
        <p:spPr>
          <a:xfrm>
            <a:off x="7092566" y="4464578"/>
            <a:ext cx="0" cy="1188720"/>
          </a:xfrm>
          <a:prstGeom prst="line">
            <a:avLst/>
          </a:prstGeom>
          <a:ln w="12700">
            <a:solidFill>
              <a:srgbClr val="929294"/>
            </a:solidFill>
            <a:prstDash val="sysDash"/>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89094CD-599B-2552-787B-0956BF6B1903}"/>
              </a:ext>
            </a:extLst>
          </p:cNvPr>
          <p:cNvCxnSpPr>
            <a:cxnSpLocks/>
          </p:cNvCxnSpPr>
          <p:nvPr userDrawn="1"/>
        </p:nvCxnSpPr>
        <p:spPr>
          <a:xfrm>
            <a:off x="9169264" y="4464578"/>
            <a:ext cx="0" cy="1188720"/>
          </a:xfrm>
          <a:prstGeom prst="line">
            <a:avLst/>
          </a:prstGeom>
          <a:ln w="12700">
            <a:solidFill>
              <a:srgbClr val="929294"/>
            </a:solidFill>
            <a:prstDash val="sysDash"/>
          </a:ln>
        </p:spPr>
        <p:style>
          <a:lnRef idx="1">
            <a:schemeClr val="accent1"/>
          </a:lnRef>
          <a:fillRef idx="0">
            <a:schemeClr val="accent1"/>
          </a:fillRef>
          <a:effectRef idx="0">
            <a:schemeClr val="accent1"/>
          </a:effectRef>
          <a:fontRef idx="minor">
            <a:schemeClr val="tx1"/>
          </a:fontRef>
        </p:style>
      </p:cxnSp>
      <p:sp>
        <p:nvSpPr>
          <p:cNvPr id="40" name="Text Placeholder 2" descr="{&quot;templafy&quot;:{&quot;id&quot;:&quot;74c44aec-64a9-40e6-b04f-2b6ca831aad4&quot;}}">
            <a:extLst>
              <a:ext uri="{FF2B5EF4-FFF2-40B4-BE49-F238E27FC236}">
                <a16:creationId xmlns:a16="http://schemas.microsoft.com/office/drawing/2014/main" id="{9A9E4C3C-B918-CD84-078C-B84DB85F6D66}"/>
              </a:ext>
            </a:extLst>
          </p:cNvPr>
          <p:cNvSpPr>
            <a:spLocks noGrp="1"/>
          </p:cNvSpPr>
          <p:nvPr>
            <p:ph type="body" sz="quarter" idx="26" hasCustomPrompt="1"/>
          </p:nvPr>
        </p:nvSpPr>
        <p:spPr>
          <a:xfrm>
            <a:off x="7338143" y="5026755"/>
            <a:ext cx="1603664" cy="626543"/>
          </a:xfrm>
        </p:spPr>
        <p:txBody>
          <a:bodyPr/>
          <a:lstStyle>
            <a:lvl1pPr marL="0" indent="0" algn="ctr">
              <a:spcAft>
                <a:spcPts val="1200"/>
              </a:spcAft>
              <a:buFont typeface="Arial" panose="020B0604020202020204" pitchFamily="34" charset="0"/>
              <a:buNone/>
              <a:defRPr sz="1800" b="0">
                <a:solidFill>
                  <a:schemeClr val="tx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CA" noProof="0"/>
              <a:t>Translations.Clicktoaddagendatabforhighlight</a:t>
            </a:r>
          </a:p>
        </p:txBody>
      </p:sp>
      <p:sp>
        <p:nvSpPr>
          <p:cNvPr id="41" name="Text Placeholder 12">
            <a:extLst>
              <a:ext uri="{FF2B5EF4-FFF2-40B4-BE49-F238E27FC236}">
                <a16:creationId xmlns:a16="http://schemas.microsoft.com/office/drawing/2014/main" id="{A9079E6B-FD8E-A23C-904D-B11EE5840288}"/>
              </a:ext>
            </a:extLst>
          </p:cNvPr>
          <p:cNvSpPr>
            <a:spLocks noGrp="1"/>
          </p:cNvSpPr>
          <p:nvPr>
            <p:ph type="body" sz="quarter" idx="27" hasCustomPrompt="1"/>
          </p:nvPr>
        </p:nvSpPr>
        <p:spPr>
          <a:xfrm>
            <a:off x="7882280" y="4485598"/>
            <a:ext cx="520700" cy="457200"/>
          </a:xfrm>
        </p:spPr>
        <p:txBody>
          <a:bodyPr/>
          <a:lstStyle>
            <a:lvl1pPr marL="0" indent="0" algn="ctr">
              <a:spcAft>
                <a:spcPts val="1200"/>
              </a:spcAft>
              <a:buFont typeface="Arial" panose="020B0604020202020204" pitchFamily="34" charset="0"/>
              <a:buChar char="​"/>
              <a:defRPr sz="2400" b="0" i="0">
                <a:solidFill>
                  <a:schemeClr val="accent1"/>
                </a:solidFill>
                <a:latin typeface="MerriweatherLight" pitchFamily="2" charset="77"/>
              </a:defRPr>
            </a:lvl1pPr>
            <a:lvl2pPr marL="1588" indent="-3175" algn="ctr">
              <a:spcBef>
                <a:spcPts val="1200"/>
              </a:spcBef>
              <a:spcAft>
                <a:spcPts val="1200"/>
              </a:spcAft>
              <a:buFont typeface="Arial" panose="020B0604020202020204" pitchFamily="34" charset="0"/>
              <a:buChar char="​"/>
              <a:defRPr sz="2800">
                <a:solidFill>
                  <a:schemeClr val="accent3"/>
                </a:solidFill>
                <a:latin typeface="+mj-lt"/>
              </a:defRPr>
            </a:lvl2pPr>
            <a:lvl3pPr marL="0" indent="0" algn="ctr">
              <a:spcBef>
                <a:spcPts val="1200"/>
              </a:spcBef>
              <a:spcAft>
                <a:spcPts val="1200"/>
              </a:spcAft>
              <a:buFont typeface="Arial" panose="020B0604020202020204" pitchFamily="34" charset="0"/>
              <a:buChar char="​"/>
              <a:defRPr sz="2800">
                <a:solidFill>
                  <a:schemeClr val="bg1"/>
                </a:solidFill>
                <a:latin typeface="+mj-lt"/>
              </a:defRPr>
            </a:lvl3pPr>
          </a:lstStyle>
          <a:p>
            <a:pPr lvl="0"/>
            <a:r>
              <a:rPr lang="en-CA" noProof="0"/>
              <a:t>1</a:t>
            </a:r>
          </a:p>
        </p:txBody>
      </p:sp>
      <p:sp>
        <p:nvSpPr>
          <p:cNvPr id="42" name="Text Placeholder 2" descr="{&quot;templafy&quot;:{&quot;id&quot;:&quot;a75268fa-a7ad-4439-ac29-1d4363a98bd1&quot;}}">
            <a:extLst>
              <a:ext uri="{FF2B5EF4-FFF2-40B4-BE49-F238E27FC236}">
                <a16:creationId xmlns:a16="http://schemas.microsoft.com/office/drawing/2014/main" id="{31B6B58E-B01E-3371-4672-66C03505C805}"/>
              </a:ext>
            </a:extLst>
          </p:cNvPr>
          <p:cNvSpPr>
            <a:spLocks noGrp="1"/>
          </p:cNvSpPr>
          <p:nvPr>
            <p:ph type="body" sz="quarter" idx="28" hasCustomPrompt="1"/>
          </p:nvPr>
        </p:nvSpPr>
        <p:spPr>
          <a:xfrm>
            <a:off x="5257095" y="5026755"/>
            <a:ext cx="1603664" cy="626543"/>
          </a:xfrm>
        </p:spPr>
        <p:txBody>
          <a:bodyPr/>
          <a:lstStyle>
            <a:lvl1pPr marL="0" indent="0" algn="ctr">
              <a:spcAft>
                <a:spcPts val="1200"/>
              </a:spcAft>
              <a:buFont typeface="Arial" panose="020B0604020202020204" pitchFamily="34" charset="0"/>
              <a:buNone/>
              <a:defRPr sz="1800" b="0">
                <a:solidFill>
                  <a:schemeClr val="tx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CA" noProof="0"/>
              <a:t>Translations.Clicktoaddagendatabforhighlight</a:t>
            </a:r>
          </a:p>
        </p:txBody>
      </p:sp>
      <p:sp>
        <p:nvSpPr>
          <p:cNvPr id="43" name="Text Placeholder 12">
            <a:extLst>
              <a:ext uri="{FF2B5EF4-FFF2-40B4-BE49-F238E27FC236}">
                <a16:creationId xmlns:a16="http://schemas.microsoft.com/office/drawing/2014/main" id="{EF3DA045-3038-8A22-0FB0-2F0410EC2B9C}"/>
              </a:ext>
            </a:extLst>
          </p:cNvPr>
          <p:cNvSpPr>
            <a:spLocks noGrp="1"/>
          </p:cNvSpPr>
          <p:nvPr>
            <p:ph type="body" sz="quarter" idx="29" hasCustomPrompt="1"/>
          </p:nvPr>
        </p:nvSpPr>
        <p:spPr>
          <a:xfrm>
            <a:off x="5801232" y="4485598"/>
            <a:ext cx="520700" cy="457200"/>
          </a:xfrm>
        </p:spPr>
        <p:txBody>
          <a:bodyPr/>
          <a:lstStyle>
            <a:lvl1pPr marL="0" indent="0" algn="ctr">
              <a:spcAft>
                <a:spcPts val="1200"/>
              </a:spcAft>
              <a:buFont typeface="Arial" panose="020B0604020202020204" pitchFamily="34" charset="0"/>
              <a:buChar char="​"/>
              <a:defRPr sz="2400" b="0" i="0">
                <a:solidFill>
                  <a:schemeClr val="accent1"/>
                </a:solidFill>
                <a:latin typeface="MerriweatherLight" pitchFamily="2" charset="77"/>
              </a:defRPr>
            </a:lvl1pPr>
            <a:lvl2pPr marL="1588" indent="-3175" algn="ctr">
              <a:spcBef>
                <a:spcPts val="1200"/>
              </a:spcBef>
              <a:spcAft>
                <a:spcPts val="1200"/>
              </a:spcAft>
              <a:buFont typeface="Arial" panose="020B0604020202020204" pitchFamily="34" charset="0"/>
              <a:buChar char="​"/>
              <a:defRPr sz="2800">
                <a:solidFill>
                  <a:schemeClr val="accent3"/>
                </a:solidFill>
                <a:latin typeface="+mj-lt"/>
              </a:defRPr>
            </a:lvl2pPr>
            <a:lvl3pPr marL="0" indent="0" algn="ctr">
              <a:spcBef>
                <a:spcPts val="1200"/>
              </a:spcBef>
              <a:spcAft>
                <a:spcPts val="1200"/>
              </a:spcAft>
              <a:buFont typeface="Arial" panose="020B0604020202020204" pitchFamily="34" charset="0"/>
              <a:buChar char="​"/>
              <a:defRPr sz="2800">
                <a:solidFill>
                  <a:schemeClr val="bg1"/>
                </a:solidFill>
                <a:latin typeface="+mj-lt"/>
              </a:defRPr>
            </a:lvl3pPr>
          </a:lstStyle>
          <a:p>
            <a:pPr lvl="0"/>
            <a:r>
              <a:rPr lang="en-CA" noProof="0"/>
              <a:t>1</a:t>
            </a:r>
          </a:p>
        </p:txBody>
      </p:sp>
      <p:sp>
        <p:nvSpPr>
          <p:cNvPr id="44" name="Text Placeholder 2" descr="{&quot;templafy&quot;:{&quot;id&quot;:&quot;cb22a662-b80b-4f3f-8095-768da1b0f42a&quot;}}">
            <a:extLst>
              <a:ext uri="{FF2B5EF4-FFF2-40B4-BE49-F238E27FC236}">
                <a16:creationId xmlns:a16="http://schemas.microsoft.com/office/drawing/2014/main" id="{6E6EB06C-1D38-5975-D334-938C8CB1B4C5}"/>
              </a:ext>
            </a:extLst>
          </p:cNvPr>
          <p:cNvSpPr>
            <a:spLocks noGrp="1"/>
          </p:cNvSpPr>
          <p:nvPr>
            <p:ph type="body" sz="quarter" idx="30" hasCustomPrompt="1"/>
          </p:nvPr>
        </p:nvSpPr>
        <p:spPr>
          <a:xfrm>
            <a:off x="3176046" y="5026755"/>
            <a:ext cx="1603664" cy="626543"/>
          </a:xfrm>
        </p:spPr>
        <p:txBody>
          <a:bodyPr/>
          <a:lstStyle>
            <a:lvl1pPr marL="0" indent="0" algn="ctr">
              <a:spcAft>
                <a:spcPts val="1200"/>
              </a:spcAft>
              <a:buFont typeface="Arial" panose="020B0604020202020204" pitchFamily="34" charset="0"/>
              <a:buNone/>
              <a:defRPr sz="1800" b="0">
                <a:solidFill>
                  <a:schemeClr val="tx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CA" noProof="0"/>
              <a:t>Translations.Clicktoaddagendatabforhighlight</a:t>
            </a:r>
          </a:p>
        </p:txBody>
      </p:sp>
      <p:sp>
        <p:nvSpPr>
          <p:cNvPr id="45" name="Text Placeholder 12">
            <a:extLst>
              <a:ext uri="{FF2B5EF4-FFF2-40B4-BE49-F238E27FC236}">
                <a16:creationId xmlns:a16="http://schemas.microsoft.com/office/drawing/2014/main" id="{E27690FD-16F8-6FAF-2A9B-FCCF07C303B3}"/>
              </a:ext>
            </a:extLst>
          </p:cNvPr>
          <p:cNvSpPr>
            <a:spLocks noGrp="1"/>
          </p:cNvSpPr>
          <p:nvPr>
            <p:ph type="body" sz="quarter" idx="31" hasCustomPrompt="1"/>
          </p:nvPr>
        </p:nvSpPr>
        <p:spPr>
          <a:xfrm>
            <a:off x="3720183" y="4485598"/>
            <a:ext cx="520700" cy="457200"/>
          </a:xfrm>
        </p:spPr>
        <p:txBody>
          <a:bodyPr/>
          <a:lstStyle>
            <a:lvl1pPr marL="0" indent="0" algn="ctr">
              <a:spcAft>
                <a:spcPts val="1200"/>
              </a:spcAft>
              <a:buFont typeface="Arial" panose="020B0604020202020204" pitchFamily="34" charset="0"/>
              <a:buChar char="​"/>
              <a:defRPr sz="2400" b="0" i="0">
                <a:solidFill>
                  <a:schemeClr val="accent1"/>
                </a:solidFill>
                <a:latin typeface="MerriweatherLight" pitchFamily="2" charset="77"/>
              </a:defRPr>
            </a:lvl1pPr>
            <a:lvl2pPr marL="1588" indent="-3175" algn="ctr">
              <a:spcBef>
                <a:spcPts val="1200"/>
              </a:spcBef>
              <a:spcAft>
                <a:spcPts val="1200"/>
              </a:spcAft>
              <a:buFont typeface="Arial" panose="020B0604020202020204" pitchFamily="34" charset="0"/>
              <a:buChar char="​"/>
              <a:defRPr sz="2800">
                <a:solidFill>
                  <a:schemeClr val="accent3"/>
                </a:solidFill>
                <a:latin typeface="+mj-lt"/>
              </a:defRPr>
            </a:lvl2pPr>
            <a:lvl3pPr marL="0" indent="0" algn="ctr">
              <a:spcBef>
                <a:spcPts val="1200"/>
              </a:spcBef>
              <a:spcAft>
                <a:spcPts val="1200"/>
              </a:spcAft>
              <a:buFont typeface="Arial" panose="020B0604020202020204" pitchFamily="34" charset="0"/>
              <a:buChar char="​"/>
              <a:defRPr sz="2800">
                <a:solidFill>
                  <a:schemeClr val="bg1"/>
                </a:solidFill>
                <a:latin typeface="+mj-lt"/>
              </a:defRPr>
            </a:lvl3pPr>
          </a:lstStyle>
          <a:p>
            <a:pPr lvl="0"/>
            <a:r>
              <a:rPr lang="en-CA" noProof="0"/>
              <a:t>1</a:t>
            </a:r>
          </a:p>
        </p:txBody>
      </p:sp>
      <p:sp>
        <p:nvSpPr>
          <p:cNvPr id="46" name="Text Placeholder 2" descr="{&quot;templafy&quot;:{&quot;id&quot;:&quot;0a94a02b-2d75-4e1c-9bd7-31b56ffdcc42&quot;}}">
            <a:extLst>
              <a:ext uri="{FF2B5EF4-FFF2-40B4-BE49-F238E27FC236}">
                <a16:creationId xmlns:a16="http://schemas.microsoft.com/office/drawing/2014/main" id="{EA26EBBE-BC7F-AC92-35E2-1E61FCF683F4}"/>
              </a:ext>
            </a:extLst>
          </p:cNvPr>
          <p:cNvSpPr>
            <a:spLocks noGrp="1"/>
          </p:cNvSpPr>
          <p:nvPr>
            <p:ph type="body" sz="quarter" idx="32" hasCustomPrompt="1"/>
          </p:nvPr>
        </p:nvSpPr>
        <p:spPr>
          <a:xfrm>
            <a:off x="1137039" y="5026755"/>
            <a:ext cx="1603664" cy="626543"/>
          </a:xfrm>
        </p:spPr>
        <p:txBody>
          <a:bodyPr/>
          <a:lstStyle>
            <a:lvl1pPr marL="0" indent="0" algn="ctr">
              <a:spcAft>
                <a:spcPts val="1200"/>
              </a:spcAft>
              <a:buFont typeface="Arial" panose="020B0604020202020204" pitchFamily="34" charset="0"/>
              <a:buNone/>
              <a:defRPr sz="1800" b="0">
                <a:solidFill>
                  <a:schemeClr val="tx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CA" noProof="0"/>
              <a:t>Translations.Clicktoaddagendatabforhighlight</a:t>
            </a:r>
          </a:p>
        </p:txBody>
      </p:sp>
      <p:sp>
        <p:nvSpPr>
          <p:cNvPr id="47" name="Text Placeholder 12">
            <a:extLst>
              <a:ext uri="{FF2B5EF4-FFF2-40B4-BE49-F238E27FC236}">
                <a16:creationId xmlns:a16="http://schemas.microsoft.com/office/drawing/2014/main" id="{03B48311-4A0D-84D4-FA52-19003ECB63ED}"/>
              </a:ext>
            </a:extLst>
          </p:cNvPr>
          <p:cNvSpPr>
            <a:spLocks noGrp="1"/>
          </p:cNvSpPr>
          <p:nvPr>
            <p:ph type="body" sz="quarter" idx="33" hasCustomPrompt="1"/>
          </p:nvPr>
        </p:nvSpPr>
        <p:spPr>
          <a:xfrm>
            <a:off x="1681176" y="4485598"/>
            <a:ext cx="520700" cy="457200"/>
          </a:xfrm>
        </p:spPr>
        <p:txBody>
          <a:bodyPr/>
          <a:lstStyle>
            <a:lvl1pPr marL="0" indent="0" algn="ctr">
              <a:spcAft>
                <a:spcPts val="1200"/>
              </a:spcAft>
              <a:buFont typeface="Arial" panose="020B0604020202020204" pitchFamily="34" charset="0"/>
              <a:buChar char="​"/>
              <a:defRPr sz="2400" b="0" i="0">
                <a:solidFill>
                  <a:schemeClr val="accent1"/>
                </a:solidFill>
                <a:latin typeface="MerriweatherLight" pitchFamily="2" charset="77"/>
              </a:defRPr>
            </a:lvl1pPr>
            <a:lvl2pPr marL="1588" indent="-3175" algn="ctr">
              <a:spcBef>
                <a:spcPts val="1200"/>
              </a:spcBef>
              <a:spcAft>
                <a:spcPts val="1200"/>
              </a:spcAft>
              <a:buFont typeface="Arial" panose="020B0604020202020204" pitchFamily="34" charset="0"/>
              <a:buChar char="​"/>
              <a:defRPr sz="2800">
                <a:solidFill>
                  <a:schemeClr val="accent3"/>
                </a:solidFill>
                <a:latin typeface="+mj-lt"/>
              </a:defRPr>
            </a:lvl2pPr>
            <a:lvl3pPr marL="0" indent="0" algn="ctr">
              <a:spcBef>
                <a:spcPts val="1200"/>
              </a:spcBef>
              <a:spcAft>
                <a:spcPts val="1200"/>
              </a:spcAft>
              <a:buFont typeface="Arial" panose="020B0604020202020204" pitchFamily="34" charset="0"/>
              <a:buChar char="​"/>
              <a:defRPr sz="2800">
                <a:solidFill>
                  <a:schemeClr val="bg1"/>
                </a:solidFill>
                <a:latin typeface="+mj-lt"/>
              </a:defRPr>
            </a:lvl3pPr>
          </a:lstStyle>
          <a:p>
            <a:pPr lvl="0"/>
            <a:r>
              <a:rPr lang="en-CA" noProof="0"/>
              <a:t>1</a:t>
            </a:r>
          </a:p>
        </p:txBody>
      </p:sp>
      <p:sp>
        <p:nvSpPr>
          <p:cNvPr id="48" name="Title 1" descr="{&quot;templafy&quot;:{&quot;id&quot;:&quot;b15c1641-b939-4ad6-b49e-0cbff0dd125a&quot;}}">
            <a:extLst>
              <a:ext uri="{FF2B5EF4-FFF2-40B4-BE49-F238E27FC236}">
                <a16:creationId xmlns:a16="http://schemas.microsoft.com/office/drawing/2014/main" id="{BE61099C-8CDF-BA95-A2E4-7B63DD6200AC}"/>
              </a:ext>
            </a:extLst>
          </p:cNvPr>
          <p:cNvSpPr>
            <a:spLocks noGrp="1"/>
          </p:cNvSpPr>
          <p:nvPr>
            <p:ph type="title" hasCustomPrompt="1"/>
          </p:nvPr>
        </p:nvSpPr>
        <p:spPr>
          <a:xfrm>
            <a:off x="3228583" y="1791231"/>
            <a:ext cx="5734835" cy="953137"/>
          </a:xfrm>
          <a:noFill/>
        </p:spPr>
        <p:txBody>
          <a:bodyPr lIns="360000" tIns="251999" rIns="360000" bIns="108000" anchor="ctr"/>
          <a:lstStyle>
            <a:lvl1pPr algn="ctr">
              <a:defRPr sz="3600">
                <a:solidFill>
                  <a:schemeClr val="bg1"/>
                </a:solidFill>
              </a:defRPr>
            </a:lvl1pPr>
          </a:lstStyle>
          <a:p>
            <a:r>
              <a:rPr lang="en-CA" noProof="0"/>
              <a:t>Click to add agenda</a:t>
            </a:r>
          </a:p>
        </p:txBody>
      </p:sp>
    </p:spTree>
    <p:extLst>
      <p:ext uri="{BB962C8B-B14F-4D97-AF65-F5344CB8AC3E}">
        <p14:creationId xmlns:p14="http://schemas.microsoft.com/office/powerpoint/2010/main" val="20290547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E">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64EBE7A6-B567-41BB-8FC5-4D7E50C44BA8}"/>
              </a:ext>
            </a:extLst>
          </p:cNvPr>
          <p:cNvSpPr>
            <a:spLocks noGrp="1"/>
          </p:cNvSpPr>
          <p:nvPr>
            <p:ph type="ftr" sz="quarter" idx="11"/>
          </p:nvPr>
        </p:nvSpPr>
        <p:spPr/>
        <p:txBody>
          <a:bodyPr/>
          <a:lstStyle/>
          <a:p>
            <a:r>
              <a:rPr lang="en-CA" noProof="0"/>
              <a:t>Colliers</a:t>
            </a:r>
          </a:p>
        </p:txBody>
      </p:sp>
      <p:sp>
        <p:nvSpPr>
          <p:cNvPr id="9" name="Slide Number Placeholder 8">
            <a:extLst>
              <a:ext uri="{FF2B5EF4-FFF2-40B4-BE49-F238E27FC236}">
                <a16:creationId xmlns:a16="http://schemas.microsoft.com/office/drawing/2014/main" id="{F4B48C20-C4DC-46ED-A7E0-2854CD88A8CD}"/>
              </a:ext>
            </a:extLst>
          </p:cNvPr>
          <p:cNvSpPr>
            <a:spLocks noGrp="1"/>
          </p:cNvSpPr>
          <p:nvPr>
            <p:ph type="sldNum" sz="quarter" idx="12"/>
          </p:nvPr>
        </p:nvSpPr>
        <p:spPr/>
        <p:txBody>
          <a:bodyPr/>
          <a:lstStyle/>
          <a:p>
            <a:fld id="{23AA811B-2EBD-4900-905E-5BE206449611}" type="slidenum">
              <a:rPr lang="en-CA" noProof="0" smtClean="0"/>
              <a:pPr/>
              <a:t>‹#›</a:t>
            </a:fld>
            <a:endParaRPr lang="en-CA" noProof="0"/>
          </a:p>
        </p:txBody>
      </p:sp>
      <p:sp>
        <p:nvSpPr>
          <p:cNvPr id="4" name="Title 1" descr="{&quot;templafy&quot;:{&quot;id&quot;:&quot;73cee04c-a573-4ae8-8742-22650d87daa2&quot;}}">
            <a:extLst>
              <a:ext uri="{FF2B5EF4-FFF2-40B4-BE49-F238E27FC236}">
                <a16:creationId xmlns:a16="http://schemas.microsoft.com/office/drawing/2014/main" id="{5ED1672F-F751-BCC9-9035-BBBCC836869E}"/>
              </a:ext>
            </a:extLst>
          </p:cNvPr>
          <p:cNvSpPr>
            <a:spLocks noGrp="1"/>
          </p:cNvSpPr>
          <p:nvPr>
            <p:ph type="title" hasCustomPrompt="1"/>
          </p:nvPr>
        </p:nvSpPr>
        <p:spPr>
          <a:xfrm>
            <a:off x="650400" y="637412"/>
            <a:ext cx="3770809" cy="953137"/>
          </a:xfrm>
          <a:noFill/>
        </p:spPr>
        <p:txBody>
          <a:bodyPr lIns="360000" tIns="251999" rIns="360000" bIns="108000" anchor="ctr"/>
          <a:lstStyle>
            <a:lvl1pPr algn="l">
              <a:defRPr sz="1600" b="0" spc="300">
                <a:solidFill>
                  <a:schemeClr val="accent1"/>
                </a:solidFill>
                <a:latin typeface="+mn-lt"/>
              </a:defRPr>
            </a:lvl1pPr>
          </a:lstStyle>
          <a:p>
            <a:r>
              <a:rPr lang="en-CA" noProof="0"/>
              <a:t>Click to add agenda</a:t>
            </a:r>
          </a:p>
        </p:txBody>
      </p:sp>
      <p:sp>
        <p:nvSpPr>
          <p:cNvPr id="5" name="Text Placeholder 2" descr="{&quot;templafy&quot;:{&quot;id&quot;:&quot;6e6c3f9b-d825-4676-b7a6-b046823a8514&quot;}}">
            <a:extLst>
              <a:ext uri="{FF2B5EF4-FFF2-40B4-BE49-F238E27FC236}">
                <a16:creationId xmlns:a16="http://schemas.microsoft.com/office/drawing/2014/main" id="{C2CAF2F8-CE11-B1FF-9777-74A91A8B8E5A}"/>
              </a:ext>
            </a:extLst>
          </p:cNvPr>
          <p:cNvSpPr>
            <a:spLocks noGrp="1"/>
          </p:cNvSpPr>
          <p:nvPr>
            <p:ph type="body" sz="quarter" idx="13" hasCustomPrompt="1"/>
          </p:nvPr>
        </p:nvSpPr>
        <p:spPr>
          <a:xfrm>
            <a:off x="1023608" y="3001734"/>
            <a:ext cx="2045413" cy="738891"/>
          </a:xfrm>
        </p:spPr>
        <p:txBody>
          <a:bodyPr/>
          <a:lstStyle>
            <a:lvl1pPr marL="0" indent="0" algn="l">
              <a:spcAft>
                <a:spcPts val="1200"/>
              </a:spcAft>
              <a:buFont typeface="Arial" panose="020B0604020202020204" pitchFamily="34" charset="0"/>
              <a:buNone/>
              <a:defRPr sz="2000" b="0">
                <a:solidFill>
                  <a:schemeClr val="tx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CA" noProof="0"/>
              <a:t>Translations.Clicktoaddagendatabforhighlight</a:t>
            </a:r>
          </a:p>
        </p:txBody>
      </p:sp>
      <p:cxnSp>
        <p:nvCxnSpPr>
          <p:cNvPr id="6" name="Straight Connector 5">
            <a:extLst>
              <a:ext uri="{FF2B5EF4-FFF2-40B4-BE49-F238E27FC236}">
                <a16:creationId xmlns:a16="http://schemas.microsoft.com/office/drawing/2014/main" id="{54576090-7C56-A209-7D9F-C9750BF6F546}"/>
              </a:ext>
            </a:extLst>
          </p:cNvPr>
          <p:cNvCxnSpPr>
            <a:cxnSpLocks/>
          </p:cNvCxnSpPr>
          <p:nvPr userDrawn="1"/>
        </p:nvCxnSpPr>
        <p:spPr>
          <a:xfrm>
            <a:off x="1023608" y="1457706"/>
            <a:ext cx="10143592"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7" name="Text Placeholder 12">
            <a:extLst>
              <a:ext uri="{FF2B5EF4-FFF2-40B4-BE49-F238E27FC236}">
                <a16:creationId xmlns:a16="http://schemas.microsoft.com/office/drawing/2014/main" id="{87B43C79-9043-0B33-F612-7B7A75F1B14D}"/>
              </a:ext>
            </a:extLst>
          </p:cNvPr>
          <p:cNvSpPr>
            <a:spLocks noGrp="1"/>
          </p:cNvSpPr>
          <p:nvPr>
            <p:ph type="body" sz="quarter" idx="17" hasCustomPrompt="1"/>
          </p:nvPr>
        </p:nvSpPr>
        <p:spPr>
          <a:xfrm>
            <a:off x="1023608" y="2035029"/>
            <a:ext cx="792835" cy="846694"/>
          </a:xfrm>
        </p:spPr>
        <p:txBody>
          <a:bodyPr/>
          <a:lstStyle>
            <a:lvl1pPr marL="0" indent="0" algn="l">
              <a:spcAft>
                <a:spcPts val="1200"/>
              </a:spcAft>
              <a:buFont typeface="Arial" panose="020B0604020202020204" pitchFamily="34" charset="0"/>
              <a:buChar char="​"/>
              <a:defRPr sz="5400" b="0" i="1">
                <a:solidFill>
                  <a:schemeClr val="accent1"/>
                </a:solidFill>
                <a:latin typeface="MerriweatherLight" pitchFamily="2" charset="77"/>
              </a:defRPr>
            </a:lvl1pPr>
            <a:lvl2pPr marL="1588" indent="-3175" algn="ctr">
              <a:spcBef>
                <a:spcPts val="1200"/>
              </a:spcBef>
              <a:spcAft>
                <a:spcPts val="1200"/>
              </a:spcAft>
              <a:buFont typeface="Arial" panose="020B0604020202020204" pitchFamily="34" charset="0"/>
              <a:buChar char="​"/>
              <a:defRPr sz="2800">
                <a:solidFill>
                  <a:schemeClr val="accent3"/>
                </a:solidFill>
                <a:latin typeface="+mj-lt"/>
              </a:defRPr>
            </a:lvl2pPr>
            <a:lvl3pPr marL="0" indent="0" algn="ctr">
              <a:spcBef>
                <a:spcPts val="1200"/>
              </a:spcBef>
              <a:spcAft>
                <a:spcPts val="1200"/>
              </a:spcAft>
              <a:buFont typeface="Arial" panose="020B0604020202020204" pitchFamily="34" charset="0"/>
              <a:buChar char="​"/>
              <a:defRPr sz="2800">
                <a:solidFill>
                  <a:schemeClr val="bg1"/>
                </a:solidFill>
                <a:latin typeface="+mj-lt"/>
              </a:defRPr>
            </a:lvl3pPr>
          </a:lstStyle>
          <a:p>
            <a:pPr lvl="0"/>
            <a:r>
              <a:rPr lang="en-CA" noProof="0"/>
              <a:t>01</a:t>
            </a:r>
          </a:p>
        </p:txBody>
      </p:sp>
      <p:sp>
        <p:nvSpPr>
          <p:cNvPr id="10" name="Text Placeholder 2" descr="{&quot;templafy&quot;:{&quot;id&quot;:&quot;2fbba04d-48cc-4a9e-850f-a506da8752e4&quot;}}">
            <a:extLst>
              <a:ext uri="{FF2B5EF4-FFF2-40B4-BE49-F238E27FC236}">
                <a16:creationId xmlns:a16="http://schemas.microsoft.com/office/drawing/2014/main" id="{1EB2E261-28F0-056F-9EAE-730B3A3591D5}"/>
              </a:ext>
            </a:extLst>
          </p:cNvPr>
          <p:cNvSpPr>
            <a:spLocks noGrp="1"/>
          </p:cNvSpPr>
          <p:nvPr>
            <p:ph type="body" sz="quarter" idx="20" hasCustomPrompt="1"/>
          </p:nvPr>
        </p:nvSpPr>
        <p:spPr>
          <a:xfrm>
            <a:off x="3639122" y="3001734"/>
            <a:ext cx="2045413" cy="738891"/>
          </a:xfrm>
        </p:spPr>
        <p:txBody>
          <a:bodyPr/>
          <a:lstStyle>
            <a:lvl1pPr marL="0" indent="0" algn="l">
              <a:spcAft>
                <a:spcPts val="1200"/>
              </a:spcAft>
              <a:buFont typeface="Arial" panose="020B0604020202020204" pitchFamily="34" charset="0"/>
              <a:buNone/>
              <a:defRPr sz="2000" b="0">
                <a:solidFill>
                  <a:schemeClr val="tx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CA" noProof="0"/>
              <a:t>Translations.Clicktoaddagendatabforhighlight</a:t>
            </a:r>
          </a:p>
        </p:txBody>
      </p:sp>
      <p:sp>
        <p:nvSpPr>
          <p:cNvPr id="12" name="Text Placeholder 12">
            <a:extLst>
              <a:ext uri="{FF2B5EF4-FFF2-40B4-BE49-F238E27FC236}">
                <a16:creationId xmlns:a16="http://schemas.microsoft.com/office/drawing/2014/main" id="{6069B1B9-1BF1-F67E-51EC-D7C503EBB0D7}"/>
              </a:ext>
            </a:extLst>
          </p:cNvPr>
          <p:cNvSpPr>
            <a:spLocks noGrp="1"/>
          </p:cNvSpPr>
          <p:nvPr>
            <p:ph type="body" sz="quarter" idx="21" hasCustomPrompt="1"/>
          </p:nvPr>
        </p:nvSpPr>
        <p:spPr>
          <a:xfrm>
            <a:off x="3655597" y="2035029"/>
            <a:ext cx="792835" cy="846694"/>
          </a:xfrm>
        </p:spPr>
        <p:txBody>
          <a:bodyPr/>
          <a:lstStyle>
            <a:lvl1pPr marL="0" indent="0" algn="l">
              <a:spcAft>
                <a:spcPts val="1200"/>
              </a:spcAft>
              <a:buFont typeface="Arial" panose="020B0604020202020204" pitchFamily="34" charset="0"/>
              <a:buChar char="​"/>
              <a:defRPr sz="5400" b="0" i="1">
                <a:solidFill>
                  <a:schemeClr val="accent1"/>
                </a:solidFill>
                <a:latin typeface="MerriweatherLight" pitchFamily="2" charset="77"/>
              </a:defRPr>
            </a:lvl1pPr>
            <a:lvl2pPr marL="1588" indent="-3175" algn="ctr">
              <a:spcBef>
                <a:spcPts val="1200"/>
              </a:spcBef>
              <a:spcAft>
                <a:spcPts val="1200"/>
              </a:spcAft>
              <a:buFont typeface="Arial" panose="020B0604020202020204" pitchFamily="34" charset="0"/>
              <a:buChar char="​"/>
              <a:defRPr sz="2800">
                <a:solidFill>
                  <a:schemeClr val="accent3"/>
                </a:solidFill>
                <a:latin typeface="+mj-lt"/>
              </a:defRPr>
            </a:lvl2pPr>
            <a:lvl3pPr marL="0" indent="0" algn="ctr">
              <a:spcBef>
                <a:spcPts val="1200"/>
              </a:spcBef>
              <a:spcAft>
                <a:spcPts val="1200"/>
              </a:spcAft>
              <a:buFont typeface="Arial" panose="020B0604020202020204" pitchFamily="34" charset="0"/>
              <a:buChar char="​"/>
              <a:defRPr sz="2800">
                <a:solidFill>
                  <a:schemeClr val="bg1"/>
                </a:solidFill>
                <a:latin typeface="+mj-lt"/>
              </a:defRPr>
            </a:lvl3pPr>
          </a:lstStyle>
          <a:p>
            <a:pPr lvl="0"/>
            <a:r>
              <a:rPr lang="en-CA" noProof="0"/>
              <a:t>01</a:t>
            </a:r>
          </a:p>
        </p:txBody>
      </p:sp>
      <p:sp>
        <p:nvSpPr>
          <p:cNvPr id="13" name="Text Placeholder 2" descr="{&quot;templafy&quot;:{&quot;id&quot;:&quot;b10297ca-f553-4121-ba3b-4df087828c5b&quot;}}">
            <a:extLst>
              <a:ext uri="{FF2B5EF4-FFF2-40B4-BE49-F238E27FC236}">
                <a16:creationId xmlns:a16="http://schemas.microsoft.com/office/drawing/2014/main" id="{69038E60-36FF-FBEC-7A88-50CBE5662F8E}"/>
              </a:ext>
            </a:extLst>
          </p:cNvPr>
          <p:cNvSpPr>
            <a:spLocks noGrp="1"/>
          </p:cNvSpPr>
          <p:nvPr>
            <p:ph type="body" sz="quarter" idx="22" hasCustomPrompt="1"/>
          </p:nvPr>
        </p:nvSpPr>
        <p:spPr>
          <a:xfrm>
            <a:off x="6254636" y="3001734"/>
            <a:ext cx="2045413" cy="738891"/>
          </a:xfrm>
        </p:spPr>
        <p:txBody>
          <a:bodyPr/>
          <a:lstStyle>
            <a:lvl1pPr marL="0" indent="0" algn="l">
              <a:spcAft>
                <a:spcPts val="1200"/>
              </a:spcAft>
              <a:buFont typeface="Arial" panose="020B0604020202020204" pitchFamily="34" charset="0"/>
              <a:buNone/>
              <a:defRPr sz="2000" b="0">
                <a:solidFill>
                  <a:schemeClr val="tx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CA" noProof="0"/>
              <a:t>Translations.Clicktoaddagendatabforhighlight</a:t>
            </a:r>
          </a:p>
        </p:txBody>
      </p:sp>
      <p:sp>
        <p:nvSpPr>
          <p:cNvPr id="15" name="Text Placeholder 12">
            <a:extLst>
              <a:ext uri="{FF2B5EF4-FFF2-40B4-BE49-F238E27FC236}">
                <a16:creationId xmlns:a16="http://schemas.microsoft.com/office/drawing/2014/main" id="{53A717A7-B578-45E4-786F-4BA2FCFF8927}"/>
              </a:ext>
            </a:extLst>
          </p:cNvPr>
          <p:cNvSpPr>
            <a:spLocks noGrp="1"/>
          </p:cNvSpPr>
          <p:nvPr>
            <p:ph type="body" sz="quarter" idx="23" hasCustomPrompt="1"/>
          </p:nvPr>
        </p:nvSpPr>
        <p:spPr>
          <a:xfrm>
            <a:off x="6262873" y="2035029"/>
            <a:ext cx="792835" cy="846694"/>
          </a:xfrm>
        </p:spPr>
        <p:txBody>
          <a:bodyPr/>
          <a:lstStyle>
            <a:lvl1pPr marL="0" indent="0" algn="l">
              <a:spcAft>
                <a:spcPts val="1200"/>
              </a:spcAft>
              <a:buFont typeface="Arial" panose="020B0604020202020204" pitchFamily="34" charset="0"/>
              <a:buChar char="​"/>
              <a:defRPr sz="5400" b="0" i="1">
                <a:solidFill>
                  <a:schemeClr val="accent1"/>
                </a:solidFill>
                <a:latin typeface="MerriweatherLight" pitchFamily="2" charset="77"/>
              </a:defRPr>
            </a:lvl1pPr>
            <a:lvl2pPr marL="1588" indent="-3175" algn="ctr">
              <a:spcBef>
                <a:spcPts val="1200"/>
              </a:spcBef>
              <a:spcAft>
                <a:spcPts val="1200"/>
              </a:spcAft>
              <a:buFont typeface="Arial" panose="020B0604020202020204" pitchFamily="34" charset="0"/>
              <a:buChar char="​"/>
              <a:defRPr sz="2800">
                <a:solidFill>
                  <a:schemeClr val="accent3"/>
                </a:solidFill>
                <a:latin typeface="+mj-lt"/>
              </a:defRPr>
            </a:lvl2pPr>
            <a:lvl3pPr marL="0" indent="0" algn="ctr">
              <a:spcBef>
                <a:spcPts val="1200"/>
              </a:spcBef>
              <a:spcAft>
                <a:spcPts val="1200"/>
              </a:spcAft>
              <a:buFont typeface="Arial" panose="020B0604020202020204" pitchFamily="34" charset="0"/>
              <a:buChar char="​"/>
              <a:defRPr sz="2800">
                <a:solidFill>
                  <a:schemeClr val="bg1"/>
                </a:solidFill>
                <a:latin typeface="+mj-lt"/>
              </a:defRPr>
            </a:lvl3pPr>
          </a:lstStyle>
          <a:p>
            <a:pPr lvl="0"/>
            <a:r>
              <a:rPr lang="en-CA" noProof="0"/>
              <a:t>01</a:t>
            </a:r>
          </a:p>
        </p:txBody>
      </p:sp>
      <p:sp>
        <p:nvSpPr>
          <p:cNvPr id="16" name="Text Placeholder 2" descr="{&quot;templafy&quot;:{&quot;id&quot;:&quot;e1399b9d-e2b4-498f-b0b4-e131959a0b7b&quot;}}">
            <a:extLst>
              <a:ext uri="{FF2B5EF4-FFF2-40B4-BE49-F238E27FC236}">
                <a16:creationId xmlns:a16="http://schemas.microsoft.com/office/drawing/2014/main" id="{E8F17014-E8E6-0F21-EBE6-BC20C3DC5047}"/>
              </a:ext>
            </a:extLst>
          </p:cNvPr>
          <p:cNvSpPr>
            <a:spLocks noGrp="1"/>
          </p:cNvSpPr>
          <p:nvPr>
            <p:ph type="body" sz="quarter" idx="24" hasCustomPrompt="1"/>
          </p:nvPr>
        </p:nvSpPr>
        <p:spPr>
          <a:xfrm>
            <a:off x="8870149" y="3001734"/>
            <a:ext cx="2045413" cy="738891"/>
          </a:xfrm>
        </p:spPr>
        <p:txBody>
          <a:bodyPr/>
          <a:lstStyle>
            <a:lvl1pPr marL="0" indent="0" algn="l">
              <a:spcAft>
                <a:spcPts val="1200"/>
              </a:spcAft>
              <a:buFont typeface="Arial" panose="020B0604020202020204" pitchFamily="34" charset="0"/>
              <a:buNone/>
              <a:defRPr sz="2000" b="0">
                <a:solidFill>
                  <a:schemeClr val="tx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CA" noProof="0"/>
              <a:t>Translations.Clicktoaddagendatabforhighlight</a:t>
            </a:r>
          </a:p>
        </p:txBody>
      </p:sp>
      <p:sp>
        <p:nvSpPr>
          <p:cNvPr id="17" name="Text Placeholder 12">
            <a:extLst>
              <a:ext uri="{FF2B5EF4-FFF2-40B4-BE49-F238E27FC236}">
                <a16:creationId xmlns:a16="http://schemas.microsoft.com/office/drawing/2014/main" id="{7B903436-D597-9D62-D113-FBA77372E765}"/>
              </a:ext>
            </a:extLst>
          </p:cNvPr>
          <p:cNvSpPr>
            <a:spLocks noGrp="1"/>
          </p:cNvSpPr>
          <p:nvPr>
            <p:ph type="body" sz="quarter" idx="25" hasCustomPrompt="1"/>
          </p:nvPr>
        </p:nvSpPr>
        <p:spPr>
          <a:xfrm>
            <a:off x="8870149" y="2035029"/>
            <a:ext cx="792835" cy="846694"/>
          </a:xfrm>
        </p:spPr>
        <p:txBody>
          <a:bodyPr/>
          <a:lstStyle>
            <a:lvl1pPr marL="0" indent="0" algn="l">
              <a:spcAft>
                <a:spcPts val="1200"/>
              </a:spcAft>
              <a:buFont typeface="Arial" panose="020B0604020202020204" pitchFamily="34" charset="0"/>
              <a:buChar char="​"/>
              <a:defRPr sz="5400" b="0" i="1">
                <a:solidFill>
                  <a:schemeClr val="accent1"/>
                </a:solidFill>
                <a:latin typeface="MerriweatherLight" pitchFamily="2" charset="77"/>
              </a:defRPr>
            </a:lvl1pPr>
            <a:lvl2pPr marL="1588" indent="-3175" algn="ctr">
              <a:spcBef>
                <a:spcPts val="1200"/>
              </a:spcBef>
              <a:spcAft>
                <a:spcPts val="1200"/>
              </a:spcAft>
              <a:buFont typeface="Arial" panose="020B0604020202020204" pitchFamily="34" charset="0"/>
              <a:buChar char="​"/>
              <a:defRPr sz="2800">
                <a:solidFill>
                  <a:schemeClr val="accent3"/>
                </a:solidFill>
                <a:latin typeface="+mj-lt"/>
              </a:defRPr>
            </a:lvl2pPr>
            <a:lvl3pPr marL="0" indent="0" algn="ctr">
              <a:spcBef>
                <a:spcPts val="1200"/>
              </a:spcBef>
              <a:spcAft>
                <a:spcPts val="1200"/>
              </a:spcAft>
              <a:buFont typeface="Arial" panose="020B0604020202020204" pitchFamily="34" charset="0"/>
              <a:buChar char="​"/>
              <a:defRPr sz="2800">
                <a:solidFill>
                  <a:schemeClr val="bg1"/>
                </a:solidFill>
                <a:latin typeface="+mj-lt"/>
              </a:defRPr>
            </a:lvl3pPr>
          </a:lstStyle>
          <a:p>
            <a:pPr lvl="0"/>
            <a:r>
              <a:rPr lang="en-CA" noProof="0"/>
              <a:t>01</a:t>
            </a:r>
          </a:p>
        </p:txBody>
      </p:sp>
      <p:sp>
        <p:nvSpPr>
          <p:cNvPr id="18" name="Text Placeholder 2" descr="{&quot;templafy&quot;:{&quot;id&quot;:&quot;a57d1ff0-7118-4d8c-8e25-f56ef311d3c2&quot;}}">
            <a:extLst>
              <a:ext uri="{FF2B5EF4-FFF2-40B4-BE49-F238E27FC236}">
                <a16:creationId xmlns:a16="http://schemas.microsoft.com/office/drawing/2014/main" id="{DAE58380-5BF4-8B1C-9BA6-29BF787BDE1B}"/>
              </a:ext>
            </a:extLst>
          </p:cNvPr>
          <p:cNvSpPr>
            <a:spLocks noGrp="1"/>
          </p:cNvSpPr>
          <p:nvPr>
            <p:ph type="body" sz="quarter" idx="26" hasCustomPrompt="1"/>
          </p:nvPr>
        </p:nvSpPr>
        <p:spPr>
          <a:xfrm>
            <a:off x="1023608" y="5151810"/>
            <a:ext cx="2045413" cy="738891"/>
          </a:xfrm>
        </p:spPr>
        <p:txBody>
          <a:bodyPr/>
          <a:lstStyle>
            <a:lvl1pPr marL="0" indent="0" algn="l">
              <a:spcAft>
                <a:spcPts val="1200"/>
              </a:spcAft>
              <a:buFont typeface="Arial" panose="020B0604020202020204" pitchFamily="34" charset="0"/>
              <a:buNone/>
              <a:defRPr sz="2000" b="0">
                <a:solidFill>
                  <a:schemeClr val="tx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CA" noProof="0"/>
              <a:t>Translations.Clicktoaddagendatabforhighlight</a:t>
            </a:r>
          </a:p>
        </p:txBody>
      </p:sp>
      <p:sp>
        <p:nvSpPr>
          <p:cNvPr id="19" name="Text Placeholder 12">
            <a:extLst>
              <a:ext uri="{FF2B5EF4-FFF2-40B4-BE49-F238E27FC236}">
                <a16:creationId xmlns:a16="http://schemas.microsoft.com/office/drawing/2014/main" id="{F2E830B5-5D61-DE86-9D69-9E7BD32FDCF3}"/>
              </a:ext>
            </a:extLst>
          </p:cNvPr>
          <p:cNvSpPr>
            <a:spLocks noGrp="1"/>
          </p:cNvSpPr>
          <p:nvPr>
            <p:ph type="body" sz="quarter" idx="27" hasCustomPrompt="1"/>
          </p:nvPr>
        </p:nvSpPr>
        <p:spPr>
          <a:xfrm>
            <a:off x="1023608" y="4185105"/>
            <a:ext cx="792835" cy="846694"/>
          </a:xfrm>
        </p:spPr>
        <p:txBody>
          <a:bodyPr/>
          <a:lstStyle>
            <a:lvl1pPr marL="0" indent="0" algn="l">
              <a:spcAft>
                <a:spcPts val="1200"/>
              </a:spcAft>
              <a:buFont typeface="Arial" panose="020B0604020202020204" pitchFamily="34" charset="0"/>
              <a:buChar char="​"/>
              <a:defRPr sz="5400" b="0" i="1">
                <a:solidFill>
                  <a:schemeClr val="accent1"/>
                </a:solidFill>
                <a:latin typeface="MerriweatherLight" pitchFamily="2" charset="77"/>
              </a:defRPr>
            </a:lvl1pPr>
            <a:lvl2pPr marL="1588" indent="-3175" algn="ctr">
              <a:spcBef>
                <a:spcPts val="1200"/>
              </a:spcBef>
              <a:spcAft>
                <a:spcPts val="1200"/>
              </a:spcAft>
              <a:buFont typeface="Arial" panose="020B0604020202020204" pitchFamily="34" charset="0"/>
              <a:buChar char="​"/>
              <a:defRPr sz="2800">
                <a:solidFill>
                  <a:schemeClr val="accent3"/>
                </a:solidFill>
                <a:latin typeface="+mj-lt"/>
              </a:defRPr>
            </a:lvl2pPr>
            <a:lvl3pPr marL="0" indent="0" algn="ctr">
              <a:spcBef>
                <a:spcPts val="1200"/>
              </a:spcBef>
              <a:spcAft>
                <a:spcPts val="1200"/>
              </a:spcAft>
              <a:buFont typeface="Arial" panose="020B0604020202020204" pitchFamily="34" charset="0"/>
              <a:buChar char="​"/>
              <a:defRPr sz="2800">
                <a:solidFill>
                  <a:schemeClr val="bg1"/>
                </a:solidFill>
                <a:latin typeface="+mj-lt"/>
              </a:defRPr>
            </a:lvl3pPr>
          </a:lstStyle>
          <a:p>
            <a:pPr lvl="0"/>
            <a:r>
              <a:rPr lang="en-CA" noProof="0"/>
              <a:t>01</a:t>
            </a:r>
          </a:p>
        </p:txBody>
      </p:sp>
      <p:sp>
        <p:nvSpPr>
          <p:cNvPr id="20" name="Text Placeholder 2" descr="{&quot;templafy&quot;:{&quot;id&quot;:&quot;017a838c-1822-406c-99dd-b89dd01b8054&quot;}}">
            <a:extLst>
              <a:ext uri="{FF2B5EF4-FFF2-40B4-BE49-F238E27FC236}">
                <a16:creationId xmlns:a16="http://schemas.microsoft.com/office/drawing/2014/main" id="{FB67B99F-D835-4AA1-16CC-5A28867E0284}"/>
              </a:ext>
            </a:extLst>
          </p:cNvPr>
          <p:cNvSpPr>
            <a:spLocks noGrp="1"/>
          </p:cNvSpPr>
          <p:nvPr>
            <p:ph type="body" sz="quarter" idx="28" hasCustomPrompt="1"/>
          </p:nvPr>
        </p:nvSpPr>
        <p:spPr>
          <a:xfrm>
            <a:off x="3639122" y="5151810"/>
            <a:ext cx="2045413" cy="738891"/>
          </a:xfrm>
        </p:spPr>
        <p:txBody>
          <a:bodyPr/>
          <a:lstStyle>
            <a:lvl1pPr marL="0" indent="0" algn="l">
              <a:spcAft>
                <a:spcPts val="1200"/>
              </a:spcAft>
              <a:buFont typeface="Arial" panose="020B0604020202020204" pitchFamily="34" charset="0"/>
              <a:buNone/>
              <a:defRPr sz="2000" b="0">
                <a:solidFill>
                  <a:schemeClr val="tx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CA" noProof="0"/>
              <a:t>Translations.Clicktoaddagendatabforhighlight</a:t>
            </a:r>
          </a:p>
        </p:txBody>
      </p:sp>
      <p:sp>
        <p:nvSpPr>
          <p:cNvPr id="21" name="Text Placeholder 12">
            <a:extLst>
              <a:ext uri="{FF2B5EF4-FFF2-40B4-BE49-F238E27FC236}">
                <a16:creationId xmlns:a16="http://schemas.microsoft.com/office/drawing/2014/main" id="{758334C1-6FFD-7A40-9362-8AEB2B4E593F}"/>
              </a:ext>
            </a:extLst>
          </p:cNvPr>
          <p:cNvSpPr>
            <a:spLocks noGrp="1"/>
          </p:cNvSpPr>
          <p:nvPr>
            <p:ph type="body" sz="quarter" idx="29" hasCustomPrompt="1"/>
          </p:nvPr>
        </p:nvSpPr>
        <p:spPr>
          <a:xfrm>
            <a:off x="3655597" y="4185105"/>
            <a:ext cx="792835" cy="846694"/>
          </a:xfrm>
        </p:spPr>
        <p:txBody>
          <a:bodyPr/>
          <a:lstStyle>
            <a:lvl1pPr marL="0" indent="0" algn="l">
              <a:spcAft>
                <a:spcPts val="1200"/>
              </a:spcAft>
              <a:buFont typeface="Arial" panose="020B0604020202020204" pitchFamily="34" charset="0"/>
              <a:buChar char="​"/>
              <a:defRPr sz="5400" b="0" i="1">
                <a:solidFill>
                  <a:schemeClr val="accent1"/>
                </a:solidFill>
                <a:latin typeface="MerriweatherLight" pitchFamily="2" charset="77"/>
              </a:defRPr>
            </a:lvl1pPr>
            <a:lvl2pPr marL="1588" indent="-3175" algn="ctr">
              <a:spcBef>
                <a:spcPts val="1200"/>
              </a:spcBef>
              <a:spcAft>
                <a:spcPts val="1200"/>
              </a:spcAft>
              <a:buFont typeface="Arial" panose="020B0604020202020204" pitchFamily="34" charset="0"/>
              <a:buChar char="​"/>
              <a:defRPr sz="2800">
                <a:solidFill>
                  <a:schemeClr val="accent3"/>
                </a:solidFill>
                <a:latin typeface="+mj-lt"/>
              </a:defRPr>
            </a:lvl2pPr>
            <a:lvl3pPr marL="0" indent="0" algn="ctr">
              <a:spcBef>
                <a:spcPts val="1200"/>
              </a:spcBef>
              <a:spcAft>
                <a:spcPts val="1200"/>
              </a:spcAft>
              <a:buFont typeface="Arial" panose="020B0604020202020204" pitchFamily="34" charset="0"/>
              <a:buChar char="​"/>
              <a:defRPr sz="2800">
                <a:solidFill>
                  <a:schemeClr val="bg1"/>
                </a:solidFill>
                <a:latin typeface="+mj-lt"/>
              </a:defRPr>
            </a:lvl3pPr>
          </a:lstStyle>
          <a:p>
            <a:pPr lvl="0"/>
            <a:r>
              <a:rPr lang="en-CA" noProof="0"/>
              <a:t>01</a:t>
            </a:r>
          </a:p>
        </p:txBody>
      </p:sp>
      <p:sp>
        <p:nvSpPr>
          <p:cNvPr id="22" name="Text Placeholder 2" descr="{&quot;templafy&quot;:{&quot;id&quot;:&quot;8d9487c0-bf8b-41ad-8fd7-96d6d0d58e73&quot;}}">
            <a:extLst>
              <a:ext uri="{FF2B5EF4-FFF2-40B4-BE49-F238E27FC236}">
                <a16:creationId xmlns:a16="http://schemas.microsoft.com/office/drawing/2014/main" id="{F2ACA0FF-3AF3-A06B-2E7D-62502B2BE81D}"/>
              </a:ext>
            </a:extLst>
          </p:cNvPr>
          <p:cNvSpPr>
            <a:spLocks noGrp="1"/>
          </p:cNvSpPr>
          <p:nvPr>
            <p:ph type="body" sz="quarter" idx="30" hasCustomPrompt="1"/>
          </p:nvPr>
        </p:nvSpPr>
        <p:spPr>
          <a:xfrm>
            <a:off x="6254636" y="5151810"/>
            <a:ext cx="2045413" cy="738891"/>
          </a:xfrm>
        </p:spPr>
        <p:txBody>
          <a:bodyPr/>
          <a:lstStyle>
            <a:lvl1pPr marL="0" indent="0" algn="l">
              <a:spcAft>
                <a:spcPts val="1200"/>
              </a:spcAft>
              <a:buFont typeface="Arial" panose="020B0604020202020204" pitchFamily="34" charset="0"/>
              <a:buNone/>
              <a:defRPr sz="2000" b="0">
                <a:solidFill>
                  <a:schemeClr val="tx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CA" noProof="0"/>
              <a:t>Translations.Clicktoaddagendatabforhighlight</a:t>
            </a:r>
          </a:p>
        </p:txBody>
      </p:sp>
      <p:sp>
        <p:nvSpPr>
          <p:cNvPr id="23" name="Text Placeholder 12">
            <a:extLst>
              <a:ext uri="{FF2B5EF4-FFF2-40B4-BE49-F238E27FC236}">
                <a16:creationId xmlns:a16="http://schemas.microsoft.com/office/drawing/2014/main" id="{A6F9B104-0B36-B4C4-FC68-BF983A8DE4B6}"/>
              </a:ext>
            </a:extLst>
          </p:cNvPr>
          <p:cNvSpPr>
            <a:spLocks noGrp="1"/>
          </p:cNvSpPr>
          <p:nvPr>
            <p:ph type="body" sz="quarter" idx="31" hasCustomPrompt="1"/>
          </p:nvPr>
        </p:nvSpPr>
        <p:spPr>
          <a:xfrm>
            <a:off x="6262873" y="4185105"/>
            <a:ext cx="792835" cy="846694"/>
          </a:xfrm>
        </p:spPr>
        <p:txBody>
          <a:bodyPr/>
          <a:lstStyle>
            <a:lvl1pPr marL="0" indent="0" algn="l">
              <a:spcAft>
                <a:spcPts val="1200"/>
              </a:spcAft>
              <a:buFont typeface="Arial" panose="020B0604020202020204" pitchFamily="34" charset="0"/>
              <a:buChar char="​"/>
              <a:defRPr sz="5400" b="0" i="1">
                <a:solidFill>
                  <a:schemeClr val="accent1"/>
                </a:solidFill>
                <a:latin typeface="MerriweatherLight" pitchFamily="2" charset="77"/>
              </a:defRPr>
            </a:lvl1pPr>
            <a:lvl2pPr marL="1588" indent="-3175" algn="ctr">
              <a:spcBef>
                <a:spcPts val="1200"/>
              </a:spcBef>
              <a:spcAft>
                <a:spcPts val="1200"/>
              </a:spcAft>
              <a:buFont typeface="Arial" panose="020B0604020202020204" pitchFamily="34" charset="0"/>
              <a:buChar char="​"/>
              <a:defRPr sz="2800">
                <a:solidFill>
                  <a:schemeClr val="accent3"/>
                </a:solidFill>
                <a:latin typeface="+mj-lt"/>
              </a:defRPr>
            </a:lvl2pPr>
            <a:lvl3pPr marL="0" indent="0" algn="ctr">
              <a:spcBef>
                <a:spcPts val="1200"/>
              </a:spcBef>
              <a:spcAft>
                <a:spcPts val="1200"/>
              </a:spcAft>
              <a:buFont typeface="Arial" panose="020B0604020202020204" pitchFamily="34" charset="0"/>
              <a:buChar char="​"/>
              <a:defRPr sz="2800">
                <a:solidFill>
                  <a:schemeClr val="bg1"/>
                </a:solidFill>
                <a:latin typeface="+mj-lt"/>
              </a:defRPr>
            </a:lvl3pPr>
          </a:lstStyle>
          <a:p>
            <a:pPr lvl="0"/>
            <a:r>
              <a:rPr lang="en-CA" noProof="0"/>
              <a:t>01</a:t>
            </a:r>
          </a:p>
        </p:txBody>
      </p:sp>
      <p:sp>
        <p:nvSpPr>
          <p:cNvPr id="24" name="Text Placeholder 2" descr="{&quot;templafy&quot;:{&quot;id&quot;:&quot;9838dfeb-ab96-4ed9-bcf0-9e9b7947754d&quot;}}">
            <a:extLst>
              <a:ext uri="{FF2B5EF4-FFF2-40B4-BE49-F238E27FC236}">
                <a16:creationId xmlns:a16="http://schemas.microsoft.com/office/drawing/2014/main" id="{AC4320A3-F1A3-55C1-FF38-C1DE97B45705}"/>
              </a:ext>
            </a:extLst>
          </p:cNvPr>
          <p:cNvSpPr>
            <a:spLocks noGrp="1"/>
          </p:cNvSpPr>
          <p:nvPr>
            <p:ph type="body" sz="quarter" idx="32" hasCustomPrompt="1"/>
          </p:nvPr>
        </p:nvSpPr>
        <p:spPr>
          <a:xfrm>
            <a:off x="8870149" y="5151810"/>
            <a:ext cx="2045413" cy="738891"/>
          </a:xfrm>
        </p:spPr>
        <p:txBody>
          <a:bodyPr/>
          <a:lstStyle>
            <a:lvl1pPr marL="0" indent="0" algn="l">
              <a:spcAft>
                <a:spcPts val="1200"/>
              </a:spcAft>
              <a:buFont typeface="Arial" panose="020B0604020202020204" pitchFamily="34" charset="0"/>
              <a:buNone/>
              <a:defRPr sz="2000" b="0">
                <a:solidFill>
                  <a:schemeClr val="tx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CA" noProof="0"/>
              <a:t>Translations.Clicktoaddagendatabforhighlight</a:t>
            </a:r>
          </a:p>
        </p:txBody>
      </p:sp>
      <p:sp>
        <p:nvSpPr>
          <p:cNvPr id="25" name="Text Placeholder 12">
            <a:extLst>
              <a:ext uri="{FF2B5EF4-FFF2-40B4-BE49-F238E27FC236}">
                <a16:creationId xmlns:a16="http://schemas.microsoft.com/office/drawing/2014/main" id="{4A22323D-2759-9C89-C31C-987815B79FBC}"/>
              </a:ext>
            </a:extLst>
          </p:cNvPr>
          <p:cNvSpPr>
            <a:spLocks noGrp="1"/>
          </p:cNvSpPr>
          <p:nvPr>
            <p:ph type="body" sz="quarter" idx="33" hasCustomPrompt="1"/>
          </p:nvPr>
        </p:nvSpPr>
        <p:spPr>
          <a:xfrm>
            <a:off x="8870149" y="4185105"/>
            <a:ext cx="792835" cy="846694"/>
          </a:xfrm>
        </p:spPr>
        <p:txBody>
          <a:bodyPr/>
          <a:lstStyle>
            <a:lvl1pPr marL="0" indent="0" algn="l">
              <a:spcAft>
                <a:spcPts val="1200"/>
              </a:spcAft>
              <a:buFont typeface="Arial" panose="020B0604020202020204" pitchFamily="34" charset="0"/>
              <a:buChar char="​"/>
              <a:defRPr sz="5400" b="0" i="1">
                <a:solidFill>
                  <a:schemeClr val="accent1"/>
                </a:solidFill>
                <a:latin typeface="MerriweatherLight" pitchFamily="2" charset="77"/>
              </a:defRPr>
            </a:lvl1pPr>
            <a:lvl2pPr marL="1588" indent="-3175" algn="ctr">
              <a:spcBef>
                <a:spcPts val="1200"/>
              </a:spcBef>
              <a:spcAft>
                <a:spcPts val="1200"/>
              </a:spcAft>
              <a:buFont typeface="Arial" panose="020B0604020202020204" pitchFamily="34" charset="0"/>
              <a:buChar char="​"/>
              <a:defRPr sz="2800">
                <a:solidFill>
                  <a:schemeClr val="accent3"/>
                </a:solidFill>
                <a:latin typeface="+mj-lt"/>
              </a:defRPr>
            </a:lvl2pPr>
            <a:lvl3pPr marL="0" indent="0" algn="ctr">
              <a:spcBef>
                <a:spcPts val="1200"/>
              </a:spcBef>
              <a:spcAft>
                <a:spcPts val="1200"/>
              </a:spcAft>
              <a:buFont typeface="Arial" panose="020B0604020202020204" pitchFamily="34" charset="0"/>
              <a:buChar char="​"/>
              <a:defRPr sz="2800">
                <a:solidFill>
                  <a:schemeClr val="bg1"/>
                </a:solidFill>
                <a:latin typeface="+mj-lt"/>
              </a:defRPr>
            </a:lvl3pPr>
          </a:lstStyle>
          <a:p>
            <a:pPr lvl="0"/>
            <a:r>
              <a:rPr lang="en-CA" noProof="0"/>
              <a:t>01</a:t>
            </a:r>
          </a:p>
        </p:txBody>
      </p:sp>
    </p:spTree>
    <p:extLst>
      <p:ext uri="{BB962C8B-B14F-4D97-AF65-F5344CB8AC3E}">
        <p14:creationId xmlns:p14="http://schemas.microsoft.com/office/powerpoint/2010/main" val="13349608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reaker A">
    <p:spTree>
      <p:nvGrpSpPr>
        <p:cNvPr id="1" name=""/>
        <p:cNvGrpSpPr/>
        <p:nvPr/>
      </p:nvGrpSpPr>
      <p:grpSpPr>
        <a:xfrm>
          <a:off x="0" y="0"/>
          <a:ext cx="0" cy="0"/>
          <a:chOff x="0" y="0"/>
          <a:chExt cx="0" cy="0"/>
        </a:xfrm>
      </p:grpSpPr>
      <p:sp>
        <p:nvSpPr>
          <p:cNvPr id="12" name="Picture Placeholder 11" descr="{&quot;templafy&quot;:{&quot;id&quot;:&quot;a6fe266f-da3d-4484-a548-6620290b2b31&quot;}}">
            <a:extLst>
              <a:ext uri="{FF2B5EF4-FFF2-40B4-BE49-F238E27FC236}">
                <a16:creationId xmlns:a16="http://schemas.microsoft.com/office/drawing/2014/main" id="{316A2E3D-381D-4794-837F-77E3508BF7BB}"/>
              </a:ext>
            </a:extLst>
          </p:cNvPr>
          <p:cNvSpPr>
            <a:spLocks noGrp="1"/>
          </p:cNvSpPr>
          <p:nvPr>
            <p:ph type="pic" sz="quarter" idx="13" hasCustomPrompt="1"/>
          </p:nvPr>
        </p:nvSpPr>
        <p:spPr>
          <a:xfrm>
            <a:off x="0" y="0"/>
            <a:ext cx="12192000" cy="6858000"/>
          </a:xfrm>
          <a:solidFill>
            <a:schemeClr val="bg2"/>
          </a:solidFill>
        </p:spPr>
        <p:txBody>
          <a:bodyPr lIns="0" tIns="0" bIns="720000" anchor="ctr"/>
          <a:lstStyle>
            <a:lvl1pPr marL="0" marR="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a:solidFill>
                  <a:schemeClr val="bg1"/>
                </a:solidFill>
              </a:defRPr>
            </a:lvl1pPr>
          </a:lstStyle>
          <a:p>
            <a:pPr marL="0" marR="0" lvl="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a:pPr>
            <a:r>
              <a:rPr lang="en-CA" noProof="0"/>
              <a:t>Click here and add image from Templafy</a:t>
            </a:r>
          </a:p>
        </p:txBody>
      </p:sp>
      <p:sp>
        <p:nvSpPr>
          <p:cNvPr id="2" name="Title 1" descr="{&quot;templafy&quot;:{&quot;id&quot;:&quot;fc2709f3-f5bb-4947-a544-8360af948f4e&quot;}}"/>
          <p:cNvSpPr>
            <a:spLocks noGrp="1"/>
          </p:cNvSpPr>
          <p:nvPr>
            <p:ph type="ctrTitle" hasCustomPrompt="1"/>
          </p:nvPr>
        </p:nvSpPr>
        <p:spPr>
          <a:xfrm>
            <a:off x="0" y="4266000"/>
            <a:ext cx="5986800" cy="1292400"/>
          </a:xfrm>
          <a:solidFill>
            <a:schemeClr val="bg1">
              <a:alpha val="95000"/>
            </a:schemeClr>
          </a:solidFill>
        </p:spPr>
        <p:txBody>
          <a:bodyPr lIns="648000" tIns="144000" rIns="144000" bIns="216000" anchor="b"/>
          <a:lstStyle>
            <a:lvl1pPr algn="l">
              <a:defRPr sz="4400">
                <a:solidFill>
                  <a:schemeClr val="accent1"/>
                </a:solidFill>
              </a:defRPr>
            </a:lvl1pPr>
          </a:lstStyle>
          <a:p>
            <a:r>
              <a:rPr lang="en-CA" noProof="0"/>
              <a:t>Click to add title</a:t>
            </a:r>
          </a:p>
        </p:txBody>
      </p:sp>
      <p:sp>
        <p:nvSpPr>
          <p:cNvPr id="15" name="Text Placeholder 14" descr="{&quot;templafy&quot;:{&quot;id&quot;:&quot;ef06883d-d9c8-410d-953c-187ad64fe574&quot;}}">
            <a:extLst>
              <a:ext uri="{FF2B5EF4-FFF2-40B4-BE49-F238E27FC236}">
                <a16:creationId xmlns:a16="http://schemas.microsoft.com/office/drawing/2014/main" id="{25C68F50-FCCF-405F-AEDF-6043594B6AAF}"/>
              </a:ext>
            </a:extLst>
          </p:cNvPr>
          <p:cNvSpPr>
            <a:spLocks noGrp="1"/>
          </p:cNvSpPr>
          <p:nvPr>
            <p:ph type="body" sz="quarter" idx="14" hasCustomPrompt="1"/>
          </p:nvPr>
        </p:nvSpPr>
        <p:spPr>
          <a:xfrm>
            <a:off x="0" y="3837600"/>
            <a:ext cx="2282825" cy="648000"/>
          </a:xfrm>
          <a:solidFill>
            <a:schemeClr val="accent1">
              <a:alpha val="95000"/>
            </a:schemeClr>
          </a:solidFill>
        </p:spPr>
        <p:txBody>
          <a:bodyPr lIns="648000" anchor="ctr"/>
          <a:lstStyle>
            <a:lvl1pPr marL="0" indent="0">
              <a:spcBef>
                <a:spcPts val="0"/>
              </a:spcBef>
              <a:spcAft>
                <a:spcPts val="0"/>
              </a:spcAft>
              <a:buNone/>
              <a:defRPr sz="2800">
                <a:solidFill>
                  <a:schemeClr val="bg1"/>
                </a:solidFill>
                <a:latin typeface="+mj-lt"/>
              </a:defRPr>
            </a:lvl1pPr>
          </a:lstStyle>
          <a:p>
            <a:pPr lvl="0"/>
            <a:r>
              <a:rPr lang="en-CA" noProof="0"/>
              <a:t>Add 01</a:t>
            </a:r>
          </a:p>
        </p:txBody>
      </p:sp>
      <p:sp>
        <p:nvSpPr>
          <p:cNvPr id="9" name="Footer Placeholder 8">
            <a:extLst>
              <a:ext uri="{FF2B5EF4-FFF2-40B4-BE49-F238E27FC236}">
                <a16:creationId xmlns:a16="http://schemas.microsoft.com/office/drawing/2014/main" id="{4B588E55-B015-4690-9557-AB6B13D669B1}"/>
              </a:ext>
            </a:extLst>
          </p:cNvPr>
          <p:cNvSpPr>
            <a:spLocks noGrp="1"/>
          </p:cNvSpPr>
          <p:nvPr>
            <p:ph type="ftr" sz="quarter" idx="11"/>
          </p:nvPr>
        </p:nvSpPr>
        <p:spPr/>
        <p:txBody>
          <a:bodyPr/>
          <a:lstStyle>
            <a:lvl1pPr>
              <a:defRPr>
                <a:solidFill>
                  <a:schemeClr val="bg1"/>
                </a:solidFill>
              </a:defRPr>
            </a:lvl1pPr>
          </a:lstStyle>
          <a:p>
            <a:r>
              <a:rPr lang="en-CA" noProof="0"/>
              <a:t>Colliers</a:t>
            </a:r>
          </a:p>
        </p:txBody>
      </p:sp>
      <p:sp>
        <p:nvSpPr>
          <p:cNvPr id="10" name="Slide Number Placeholder 9">
            <a:extLst>
              <a:ext uri="{FF2B5EF4-FFF2-40B4-BE49-F238E27FC236}">
                <a16:creationId xmlns:a16="http://schemas.microsoft.com/office/drawing/2014/main" id="{5CEA3045-B02B-4FCB-A6C4-5E06780D8376}"/>
              </a:ext>
            </a:extLst>
          </p:cNvPr>
          <p:cNvSpPr>
            <a:spLocks noGrp="1"/>
          </p:cNvSpPr>
          <p:nvPr>
            <p:ph type="sldNum" sz="quarter" idx="12"/>
          </p:nvPr>
        </p:nvSpPr>
        <p:spPr/>
        <p:txBody>
          <a:bodyPr/>
          <a:lstStyle>
            <a:lvl1pPr>
              <a:defRPr>
                <a:solidFill>
                  <a:schemeClr val="bg1"/>
                </a:solidFill>
              </a:defRPr>
            </a:lvl1pPr>
          </a:lstStyle>
          <a:p>
            <a:fld id="{23AA811B-2EBD-4900-905E-5BE206449611}" type="slidenum">
              <a:rPr lang="en-CA" noProof="0" smtClean="0"/>
              <a:pPr/>
              <a:t>‹#›</a:t>
            </a:fld>
            <a:endParaRPr lang="en-CA" noProof="0"/>
          </a:p>
        </p:txBody>
      </p:sp>
      <p:sp>
        <p:nvSpPr>
          <p:cNvPr id="18" name="Text Placeholder 17">
            <a:extLst>
              <a:ext uri="{FF2B5EF4-FFF2-40B4-BE49-F238E27FC236}">
                <a16:creationId xmlns:a16="http://schemas.microsoft.com/office/drawing/2014/main" id="{7784F74E-8E93-4629-AC06-D4D90AE2C84C}"/>
              </a:ext>
            </a:extLst>
          </p:cNvPr>
          <p:cNvSpPr>
            <a:spLocks noGrp="1"/>
          </p:cNvSpPr>
          <p:nvPr>
            <p:ph type="body" sz="quarter" idx="15"/>
          </p:nvPr>
        </p:nvSpPr>
        <p:spPr>
          <a:xfrm>
            <a:off x="11119238" y="274014"/>
            <a:ext cx="10800" cy="126000"/>
          </a:xfrm>
          <a:solidFill>
            <a:schemeClr val="bg1"/>
          </a:solidFill>
        </p:spPr>
        <p:txBody>
          <a:bodyPr/>
          <a:lstStyle>
            <a:lvl1pPr marL="0" indent="0">
              <a:buNone/>
              <a:defRPr sz="100">
                <a:noFill/>
              </a:defRPr>
            </a:lvl1pPr>
          </a:lstStyle>
          <a:p>
            <a:pPr lvl="0"/>
            <a:r>
              <a:rPr lang="en-CA" noProof="0"/>
              <a:t>Click to edit Master text styles</a:t>
            </a:r>
          </a:p>
        </p:txBody>
      </p:sp>
    </p:spTree>
    <p:extLst>
      <p:ext uri="{BB962C8B-B14F-4D97-AF65-F5344CB8AC3E}">
        <p14:creationId xmlns:p14="http://schemas.microsoft.com/office/powerpoint/2010/main" val="32807942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reaker B">
    <p:bg>
      <p:bgPr>
        <a:solidFill>
          <a:schemeClr val="accent1"/>
        </a:solidFill>
        <a:effectLst/>
      </p:bgPr>
    </p:bg>
    <p:spTree>
      <p:nvGrpSpPr>
        <p:cNvPr id="1" name=""/>
        <p:cNvGrpSpPr/>
        <p:nvPr/>
      </p:nvGrpSpPr>
      <p:grpSpPr>
        <a:xfrm>
          <a:off x="0" y="0"/>
          <a:ext cx="0" cy="0"/>
          <a:chOff x="0" y="0"/>
          <a:chExt cx="0" cy="0"/>
        </a:xfrm>
      </p:grpSpPr>
      <p:sp>
        <p:nvSpPr>
          <p:cNvPr id="2" name="Title 1" descr="{&quot;templafy&quot;:{&quot;id&quot;:&quot;4a1c149b-6505-40b4-91d6-2e9c6b3bfe0c&quot;}}"/>
          <p:cNvSpPr>
            <a:spLocks noGrp="1"/>
          </p:cNvSpPr>
          <p:nvPr>
            <p:ph type="ctrTitle" hasCustomPrompt="1"/>
          </p:nvPr>
        </p:nvSpPr>
        <p:spPr>
          <a:xfrm>
            <a:off x="0" y="4266000"/>
            <a:ext cx="5986800" cy="1292400"/>
          </a:xfrm>
          <a:solidFill>
            <a:schemeClr val="bg1">
              <a:alpha val="95000"/>
            </a:schemeClr>
          </a:solidFill>
        </p:spPr>
        <p:txBody>
          <a:bodyPr lIns="648000" tIns="144000" rIns="144000" bIns="216000" anchor="b"/>
          <a:lstStyle>
            <a:lvl1pPr algn="l">
              <a:defRPr sz="4400">
                <a:solidFill>
                  <a:schemeClr val="accent1"/>
                </a:solidFill>
              </a:defRPr>
            </a:lvl1pPr>
          </a:lstStyle>
          <a:p>
            <a:r>
              <a:rPr lang="en-CA" noProof="0"/>
              <a:t>Click to add title</a:t>
            </a:r>
          </a:p>
        </p:txBody>
      </p:sp>
      <p:sp>
        <p:nvSpPr>
          <p:cNvPr id="15" name="Text Placeholder 14" descr="{&quot;templafy&quot;:{&quot;id&quot;:&quot;d66500f2-6445-4f98-b901-81562fc39bc3&quot;}}">
            <a:extLst>
              <a:ext uri="{FF2B5EF4-FFF2-40B4-BE49-F238E27FC236}">
                <a16:creationId xmlns:a16="http://schemas.microsoft.com/office/drawing/2014/main" id="{25C68F50-FCCF-405F-AEDF-6043594B6AAF}"/>
              </a:ext>
            </a:extLst>
          </p:cNvPr>
          <p:cNvSpPr>
            <a:spLocks noGrp="1"/>
          </p:cNvSpPr>
          <p:nvPr>
            <p:ph type="body" sz="quarter" idx="14" hasCustomPrompt="1"/>
          </p:nvPr>
        </p:nvSpPr>
        <p:spPr>
          <a:xfrm>
            <a:off x="0" y="3837600"/>
            <a:ext cx="2282825" cy="648000"/>
          </a:xfrm>
          <a:solidFill>
            <a:schemeClr val="accent3">
              <a:alpha val="95000"/>
            </a:schemeClr>
          </a:solidFill>
        </p:spPr>
        <p:txBody>
          <a:bodyPr lIns="648000" anchor="ctr"/>
          <a:lstStyle>
            <a:lvl1pPr marL="0" indent="0">
              <a:spcBef>
                <a:spcPts val="0"/>
              </a:spcBef>
              <a:spcAft>
                <a:spcPts val="0"/>
              </a:spcAft>
              <a:buNone/>
              <a:defRPr sz="2800">
                <a:solidFill>
                  <a:schemeClr val="tx2"/>
                </a:solidFill>
                <a:latin typeface="+mj-lt"/>
              </a:defRPr>
            </a:lvl1pPr>
          </a:lstStyle>
          <a:p>
            <a:pPr lvl="0"/>
            <a:r>
              <a:rPr lang="en-CA" noProof="0"/>
              <a:t>Add 01</a:t>
            </a:r>
          </a:p>
        </p:txBody>
      </p:sp>
      <p:sp>
        <p:nvSpPr>
          <p:cNvPr id="9" name="Footer Placeholder 8">
            <a:extLst>
              <a:ext uri="{FF2B5EF4-FFF2-40B4-BE49-F238E27FC236}">
                <a16:creationId xmlns:a16="http://schemas.microsoft.com/office/drawing/2014/main" id="{4B588E55-B015-4690-9557-AB6B13D669B1}"/>
              </a:ext>
            </a:extLst>
          </p:cNvPr>
          <p:cNvSpPr>
            <a:spLocks noGrp="1"/>
          </p:cNvSpPr>
          <p:nvPr>
            <p:ph type="ftr" sz="quarter" idx="11"/>
          </p:nvPr>
        </p:nvSpPr>
        <p:spPr/>
        <p:txBody>
          <a:bodyPr/>
          <a:lstStyle>
            <a:lvl1pPr>
              <a:defRPr>
                <a:solidFill>
                  <a:schemeClr val="bg1"/>
                </a:solidFill>
              </a:defRPr>
            </a:lvl1pPr>
          </a:lstStyle>
          <a:p>
            <a:r>
              <a:rPr lang="en-CA" noProof="0"/>
              <a:t>Colliers</a:t>
            </a:r>
          </a:p>
        </p:txBody>
      </p:sp>
      <p:sp>
        <p:nvSpPr>
          <p:cNvPr id="10" name="Slide Number Placeholder 9">
            <a:extLst>
              <a:ext uri="{FF2B5EF4-FFF2-40B4-BE49-F238E27FC236}">
                <a16:creationId xmlns:a16="http://schemas.microsoft.com/office/drawing/2014/main" id="{5CEA3045-B02B-4FCB-A6C4-5E06780D8376}"/>
              </a:ext>
            </a:extLst>
          </p:cNvPr>
          <p:cNvSpPr>
            <a:spLocks noGrp="1"/>
          </p:cNvSpPr>
          <p:nvPr>
            <p:ph type="sldNum" sz="quarter" idx="12"/>
          </p:nvPr>
        </p:nvSpPr>
        <p:spPr/>
        <p:txBody>
          <a:bodyPr/>
          <a:lstStyle>
            <a:lvl1pPr>
              <a:defRPr>
                <a:solidFill>
                  <a:schemeClr val="bg1"/>
                </a:solidFill>
              </a:defRPr>
            </a:lvl1pPr>
          </a:lstStyle>
          <a:p>
            <a:fld id="{23AA811B-2EBD-4900-905E-5BE206449611}" type="slidenum">
              <a:rPr lang="en-CA" noProof="0" smtClean="0"/>
              <a:pPr/>
              <a:t>‹#›</a:t>
            </a:fld>
            <a:endParaRPr lang="en-CA" noProof="0"/>
          </a:p>
        </p:txBody>
      </p:sp>
      <p:cxnSp>
        <p:nvCxnSpPr>
          <p:cNvPr id="11" name="Straight Connector 10">
            <a:extLst>
              <a:ext uri="{FF2B5EF4-FFF2-40B4-BE49-F238E27FC236}">
                <a16:creationId xmlns:a16="http://schemas.microsoft.com/office/drawing/2014/main" id="{E4833C63-54B4-45EB-8D7A-EE7EB966CB8E}"/>
              </a:ext>
            </a:extLst>
          </p:cNvPr>
          <p:cNvCxnSpPr/>
          <p:nvPr userDrawn="1"/>
        </p:nvCxnSpPr>
        <p:spPr>
          <a:xfrm>
            <a:off x="11124763" y="274014"/>
            <a:ext cx="0" cy="125517"/>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00652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A">
    <p:spTree>
      <p:nvGrpSpPr>
        <p:cNvPr id="1" name=""/>
        <p:cNvGrpSpPr/>
        <p:nvPr/>
      </p:nvGrpSpPr>
      <p:grpSpPr>
        <a:xfrm>
          <a:off x="0" y="0"/>
          <a:ext cx="0" cy="0"/>
          <a:chOff x="0" y="0"/>
          <a:chExt cx="0" cy="0"/>
        </a:xfrm>
      </p:grpSpPr>
      <p:sp>
        <p:nvSpPr>
          <p:cNvPr id="11" name="Text Placeholder 10" descr="{&quot;templafy&quot;:{&quot;id&quot;:&quot;b1621ca4-16fd-4740-ad60-54178d52b8f1&quot;}}">
            <a:extLst>
              <a:ext uri="{FF2B5EF4-FFF2-40B4-BE49-F238E27FC236}">
                <a16:creationId xmlns:a16="http://schemas.microsoft.com/office/drawing/2014/main" id="{5CD8FAEA-9859-4AF5-90CE-712350B0DB51}"/>
              </a:ext>
            </a:extLst>
          </p:cNvPr>
          <p:cNvSpPr>
            <a:spLocks noGrp="1"/>
          </p:cNvSpPr>
          <p:nvPr>
            <p:ph type="body" sz="quarter" idx="13" hasCustomPrompt="1"/>
          </p:nvPr>
        </p:nvSpPr>
        <p:spPr>
          <a:xfrm>
            <a:off x="647525" y="669600"/>
            <a:ext cx="10893425" cy="392400"/>
          </a:xfrm>
        </p:spPr>
        <p:txBody>
          <a:bodyPr/>
          <a:lstStyle>
            <a:lvl1pPr marL="0" indent="0">
              <a:buNone/>
              <a:defRPr sz="1400" spc="300">
                <a:solidFill>
                  <a:schemeClr val="accent5"/>
                </a:solidFill>
                <a:latin typeface="+mn-lt"/>
              </a:defRPr>
            </a:lvl1pPr>
          </a:lstStyle>
          <a:p>
            <a:pPr lvl="0"/>
            <a:r>
              <a:rPr lang="en-CA" noProof="0"/>
              <a:t>Click to add header</a:t>
            </a:r>
          </a:p>
        </p:txBody>
      </p:sp>
      <p:sp>
        <p:nvSpPr>
          <p:cNvPr id="2" name="Title 1" descr="{&quot;templafy&quot;:{&quot;id&quot;:&quot;65ba1703-3f1c-41ae-bccb-a3f81fe5d994&quot;}}"/>
          <p:cNvSpPr>
            <a:spLocks noGrp="1"/>
          </p:cNvSpPr>
          <p:nvPr>
            <p:ph type="title" hasCustomPrompt="1"/>
          </p:nvPr>
        </p:nvSpPr>
        <p:spPr/>
        <p:txBody>
          <a:bodyPr/>
          <a:lstStyle>
            <a:lvl1pPr>
              <a:defRPr>
                <a:solidFill>
                  <a:schemeClr val="accent1"/>
                </a:solidFill>
              </a:defRPr>
            </a:lvl1pPr>
          </a:lstStyle>
          <a:p>
            <a:r>
              <a:rPr lang="en-CA" noProof="0"/>
              <a:t>Click to add title</a:t>
            </a:r>
          </a:p>
        </p:txBody>
      </p:sp>
      <p:sp>
        <p:nvSpPr>
          <p:cNvPr id="3" name="Content Placeholder 2" descr="{&quot;templafy&quot;:{&quot;id&quot;:&quot;b9650b5f-e9a2-4880-a745-74f81abef0d8&quot;}}"/>
          <p:cNvSpPr>
            <a:spLocks noGrp="1"/>
          </p:cNvSpPr>
          <p:nvPr>
            <p:ph idx="1" hasCustomPrompt="1"/>
          </p:nvPr>
        </p:nvSpPr>
        <p:spPr/>
        <p:txBody>
          <a:bodyPr/>
          <a:lstStyle>
            <a:lvl1pPr>
              <a:defRPr/>
            </a:lvl1pPr>
          </a:lstStyle>
          <a:p>
            <a:pPr lvl="0"/>
            <a:r>
              <a:rPr lang="en-CA" noProof="0"/>
              <a:t>Click to add text</a:t>
            </a:r>
          </a:p>
        </p:txBody>
      </p:sp>
      <p:sp>
        <p:nvSpPr>
          <p:cNvPr id="14" name="Text Placeholder 13" descr="{&quot;templafy&quot;:{&quot;id&quot;:&quot;6696b3a7-e6fb-45b1-96b1-990c7fb83504&quot;}}">
            <a:extLst>
              <a:ext uri="{FF2B5EF4-FFF2-40B4-BE49-F238E27FC236}">
                <a16:creationId xmlns:a16="http://schemas.microsoft.com/office/drawing/2014/main" id="{CD24C3BD-6B68-455D-8BAB-E59F02BA3355}"/>
              </a:ext>
            </a:extLst>
          </p:cNvPr>
          <p:cNvSpPr>
            <a:spLocks noGrp="1"/>
          </p:cNvSpPr>
          <p:nvPr>
            <p:ph type="body" sz="quarter" idx="14" hasCustomPrompt="1"/>
          </p:nvPr>
        </p:nvSpPr>
        <p:spPr>
          <a:xfrm>
            <a:off x="648000" y="6408000"/>
            <a:ext cx="6267600" cy="244800"/>
          </a:xfrm>
        </p:spPr>
        <p:txBody>
          <a:bodyPr/>
          <a:lstStyle>
            <a:lvl1pPr marL="0" indent="0">
              <a:buNone/>
              <a:defRPr sz="800" i="1">
                <a:solidFill>
                  <a:schemeClr val="tx2"/>
                </a:solidFill>
                <a:latin typeface="+mj-lt"/>
              </a:defRPr>
            </a:lvl1pPr>
          </a:lstStyle>
          <a:p>
            <a:pPr lvl="0"/>
            <a:r>
              <a:rPr lang="en-CA" noProof="0"/>
              <a:t>Click to add text</a:t>
            </a:r>
          </a:p>
        </p:txBody>
      </p:sp>
      <p:sp>
        <p:nvSpPr>
          <p:cNvPr id="8" name="Footer Placeholder 7">
            <a:extLst>
              <a:ext uri="{FF2B5EF4-FFF2-40B4-BE49-F238E27FC236}">
                <a16:creationId xmlns:a16="http://schemas.microsoft.com/office/drawing/2014/main" id="{64EBE7A6-B567-41BB-8FC5-4D7E50C44BA8}"/>
              </a:ext>
            </a:extLst>
          </p:cNvPr>
          <p:cNvSpPr>
            <a:spLocks noGrp="1"/>
          </p:cNvSpPr>
          <p:nvPr>
            <p:ph type="ftr" sz="quarter" idx="11"/>
          </p:nvPr>
        </p:nvSpPr>
        <p:spPr/>
        <p:txBody>
          <a:bodyPr/>
          <a:lstStyle/>
          <a:p>
            <a:r>
              <a:rPr lang="en-CA" noProof="0"/>
              <a:t>Colliers</a:t>
            </a:r>
          </a:p>
        </p:txBody>
      </p:sp>
      <p:sp>
        <p:nvSpPr>
          <p:cNvPr id="9" name="Slide Number Placeholder 8">
            <a:extLst>
              <a:ext uri="{FF2B5EF4-FFF2-40B4-BE49-F238E27FC236}">
                <a16:creationId xmlns:a16="http://schemas.microsoft.com/office/drawing/2014/main" id="{F4B48C20-C4DC-46ED-A7E0-2854CD88A8CD}"/>
              </a:ext>
            </a:extLst>
          </p:cNvPr>
          <p:cNvSpPr>
            <a:spLocks noGrp="1"/>
          </p:cNvSpPr>
          <p:nvPr>
            <p:ph type="sldNum" sz="quarter" idx="12"/>
          </p:nvPr>
        </p:nvSpPr>
        <p:spPr/>
        <p:txBody>
          <a:bodyPr/>
          <a:lstStyle/>
          <a:p>
            <a:fld id="{23AA811B-2EBD-4900-905E-5BE206449611}" type="slidenum">
              <a:rPr lang="en-CA" noProof="0" smtClean="0"/>
              <a:pPr/>
              <a:t>‹#›</a:t>
            </a:fld>
            <a:endParaRPr lang="en-CA" noProof="0"/>
          </a:p>
        </p:txBody>
      </p:sp>
    </p:spTree>
    <p:extLst>
      <p:ext uri="{BB962C8B-B14F-4D97-AF65-F5344CB8AC3E}">
        <p14:creationId xmlns:p14="http://schemas.microsoft.com/office/powerpoint/2010/main" val="4074300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A Negative">
    <p:bg>
      <p:bgPr>
        <a:solidFill>
          <a:schemeClr val="tx2"/>
        </a:solidFill>
        <a:effectLst/>
      </p:bgPr>
    </p:bg>
    <p:spTree>
      <p:nvGrpSpPr>
        <p:cNvPr id="1" name=""/>
        <p:cNvGrpSpPr/>
        <p:nvPr/>
      </p:nvGrpSpPr>
      <p:grpSpPr>
        <a:xfrm>
          <a:off x="0" y="0"/>
          <a:ext cx="0" cy="0"/>
          <a:chOff x="0" y="0"/>
          <a:chExt cx="0" cy="0"/>
        </a:xfrm>
      </p:grpSpPr>
      <p:sp>
        <p:nvSpPr>
          <p:cNvPr id="2" name="Title 1" descr="{&quot;templafy&quot;:{&quot;id&quot;:&quot;cb54de39-5be4-46d4-b59c-d43f99c6a3c6&quot;}}"/>
          <p:cNvSpPr>
            <a:spLocks noGrp="1"/>
          </p:cNvSpPr>
          <p:nvPr>
            <p:ph type="title" hasCustomPrompt="1"/>
          </p:nvPr>
        </p:nvSpPr>
        <p:spPr/>
        <p:txBody>
          <a:bodyPr/>
          <a:lstStyle>
            <a:lvl1pPr>
              <a:defRPr>
                <a:solidFill>
                  <a:schemeClr val="tx1"/>
                </a:solidFill>
              </a:defRPr>
            </a:lvl1pPr>
          </a:lstStyle>
          <a:p>
            <a:r>
              <a:rPr lang="en-CA" noProof="0"/>
              <a:t>Click to add title</a:t>
            </a:r>
          </a:p>
        </p:txBody>
      </p:sp>
      <p:sp>
        <p:nvSpPr>
          <p:cNvPr id="3" name="Content Placeholder 2" descr="{&quot;templafy&quot;:{&quot;id&quot;:&quot;d3d877a3-5805-480e-b457-c939d105ea97&quot;}}"/>
          <p:cNvSpPr>
            <a:spLocks noGrp="1"/>
          </p:cNvSpPr>
          <p:nvPr>
            <p:ph idx="1" hasCustomPrompt="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7pPr>
              <a:defRPr>
                <a:solidFill>
                  <a:schemeClr val="accent3"/>
                </a:solidFill>
              </a:defRPr>
            </a:lvl7pPr>
            <a:lvl9pPr>
              <a:defRPr>
                <a:solidFill>
                  <a:schemeClr val="accent3"/>
                </a:solidFill>
              </a:defRPr>
            </a:lvl9pPr>
          </a:lstStyle>
          <a:p>
            <a:pPr lvl="0"/>
            <a:r>
              <a:rPr lang="en-CA" noProof="0"/>
              <a:t>Click to add text</a:t>
            </a:r>
          </a:p>
        </p:txBody>
      </p:sp>
      <p:sp>
        <p:nvSpPr>
          <p:cNvPr id="14" name="Text Placeholder 13" descr="{&quot;templafy&quot;:{&quot;id&quot;:&quot;b5db57f7-25fe-406f-a570-4efb0a811e0d&quot;}}">
            <a:extLst>
              <a:ext uri="{FF2B5EF4-FFF2-40B4-BE49-F238E27FC236}">
                <a16:creationId xmlns:a16="http://schemas.microsoft.com/office/drawing/2014/main" id="{CD24C3BD-6B68-455D-8BAB-E59F02BA3355}"/>
              </a:ext>
            </a:extLst>
          </p:cNvPr>
          <p:cNvSpPr>
            <a:spLocks noGrp="1"/>
          </p:cNvSpPr>
          <p:nvPr>
            <p:ph type="body" sz="quarter" idx="14" hasCustomPrompt="1"/>
          </p:nvPr>
        </p:nvSpPr>
        <p:spPr>
          <a:xfrm>
            <a:off x="648000" y="6408000"/>
            <a:ext cx="6267600" cy="244800"/>
          </a:xfrm>
        </p:spPr>
        <p:txBody>
          <a:bodyPr/>
          <a:lstStyle>
            <a:lvl1pPr marL="0" indent="0">
              <a:buNone/>
              <a:defRPr sz="800" i="1">
                <a:solidFill>
                  <a:schemeClr val="tx1"/>
                </a:solidFill>
                <a:latin typeface="+mj-lt"/>
              </a:defRPr>
            </a:lvl1pPr>
          </a:lstStyle>
          <a:p>
            <a:pPr lvl="0"/>
            <a:r>
              <a:rPr lang="en-CA" noProof="0"/>
              <a:t>Click to add text</a:t>
            </a:r>
          </a:p>
        </p:txBody>
      </p:sp>
      <p:sp>
        <p:nvSpPr>
          <p:cNvPr id="8" name="Footer Placeholder 7">
            <a:extLst>
              <a:ext uri="{FF2B5EF4-FFF2-40B4-BE49-F238E27FC236}">
                <a16:creationId xmlns:a16="http://schemas.microsoft.com/office/drawing/2014/main" id="{64EBE7A6-B567-41BB-8FC5-4D7E50C44BA8}"/>
              </a:ext>
            </a:extLst>
          </p:cNvPr>
          <p:cNvSpPr>
            <a:spLocks noGrp="1"/>
          </p:cNvSpPr>
          <p:nvPr>
            <p:ph type="ftr" sz="quarter" idx="11"/>
          </p:nvPr>
        </p:nvSpPr>
        <p:spPr/>
        <p:txBody>
          <a:bodyPr/>
          <a:lstStyle>
            <a:lvl1pPr>
              <a:defRPr>
                <a:solidFill>
                  <a:schemeClr val="tx1"/>
                </a:solidFill>
              </a:defRPr>
            </a:lvl1pPr>
          </a:lstStyle>
          <a:p>
            <a:r>
              <a:rPr lang="en-CA" noProof="0"/>
              <a:t>Colliers</a:t>
            </a:r>
          </a:p>
        </p:txBody>
      </p:sp>
      <p:sp>
        <p:nvSpPr>
          <p:cNvPr id="9" name="Slide Number Placeholder 8">
            <a:extLst>
              <a:ext uri="{FF2B5EF4-FFF2-40B4-BE49-F238E27FC236}">
                <a16:creationId xmlns:a16="http://schemas.microsoft.com/office/drawing/2014/main" id="{F4B48C20-C4DC-46ED-A7E0-2854CD88A8CD}"/>
              </a:ext>
            </a:extLst>
          </p:cNvPr>
          <p:cNvSpPr>
            <a:spLocks noGrp="1"/>
          </p:cNvSpPr>
          <p:nvPr>
            <p:ph type="sldNum" sz="quarter" idx="12"/>
          </p:nvPr>
        </p:nvSpPr>
        <p:spPr/>
        <p:txBody>
          <a:bodyPr/>
          <a:lstStyle>
            <a:lvl1pPr>
              <a:defRPr>
                <a:solidFill>
                  <a:schemeClr val="tx1"/>
                </a:solidFill>
              </a:defRPr>
            </a:lvl1pPr>
          </a:lstStyle>
          <a:p>
            <a:fld id="{23AA811B-2EBD-4900-905E-5BE206449611}" type="slidenum">
              <a:rPr lang="en-CA" noProof="0" smtClean="0"/>
              <a:pPr/>
              <a:t>‹#›</a:t>
            </a:fld>
            <a:endParaRPr lang="en-CA" noProof="0"/>
          </a:p>
        </p:txBody>
      </p:sp>
      <p:cxnSp>
        <p:nvCxnSpPr>
          <p:cNvPr id="10" name="Straight Connector 9">
            <a:extLst>
              <a:ext uri="{FF2B5EF4-FFF2-40B4-BE49-F238E27FC236}">
                <a16:creationId xmlns:a16="http://schemas.microsoft.com/office/drawing/2014/main" id="{C3157DD5-F1F7-4633-B8ED-02F06F859D3A}"/>
              </a:ext>
            </a:extLst>
          </p:cNvPr>
          <p:cNvCxnSpPr/>
          <p:nvPr userDrawn="1"/>
        </p:nvCxnSpPr>
        <p:spPr>
          <a:xfrm>
            <a:off x="11124763" y="274014"/>
            <a:ext cx="0" cy="12551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 Placeholder 10" descr="{&quot;templafy&quot;:{&quot;id&quot;:&quot;005fe744-723f-439a-8140-bb629d42d86c&quot;}}">
            <a:extLst>
              <a:ext uri="{FF2B5EF4-FFF2-40B4-BE49-F238E27FC236}">
                <a16:creationId xmlns:a16="http://schemas.microsoft.com/office/drawing/2014/main" id="{39E92019-0519-F15F-A842-0BC7CC9F205B}"/>
              </a:ext>
            </a:extLst>
          </p:cNvPr>
          <p:cNvSpPr>
            <a:spLocks noGrp="1"/>
          </p:cNvSpPr>
          <p:nvPr>
            <p:ph type="body" sz="quarter" idx="13" hasCustomPrompt="1"/>
          </p:nvPr>
        </p:nvSpPr>
        <p:spPr>
          <a:xfrm>
            <a:off x="647525" y="669600"/>
            <a:ext cx="10893425" cy="392400"/>
          </a:xfrm>
        </p:spPr>
        <p:txBody>
          <a:bodyPr/>
          <a:lstStyle>
            <a:lvl1pPr marL="0" indent="0">
              <a:buNone/>
              <a:defRPr sz="1400" spc="300">
                <a:solidFill>
                  <a:schemeClr val="accent3"/>
                </a:solidFill>
                <a:latin typeface="+mn-lt"/>
              </a:defRPr>
            </a:lvl1pPr>
          </a:lstStyle>
          <a:p>
            <a:pPr lvl="0"/>
            <a:r>
              <a:rPr lang="en-CA" noProof="0"/>
              <a:t>Click to add header</a:t>
            </a:r>
          </a:p>
        </p:txBody>
      </p:sp>
    </p:spTree>
    <p:extLst>
      <p:ext uri="{BB962C8B-B14F-4D97-AF65-F5344CB8AC3E}">
        <p14:creationId xmlns:p14="http://schemas.microsoft.com/office/powerpoint/2010/main" val="1762979136"/>
      </p:ext>
    </p:extLst>
  </p:cSld>
  <p:clrMapOvr>
    <a:overrideClrMapping bg1="dk1" tx1="lt1" bg2="accent1" tx2="accent1" accent1="lt2"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B">
    <p:spTree>
      <p:nvGrpSpPr>
        <p:cNvPr id="1" name=""/>
        <p:cNvGrpSpPr/>
        <p:nvPr/>
      </p:nvGrpSpPr>
      <p:grpSpPr>
        <a:xfrm>
          <a:off x="0" y="0"/>
          <a:ext cx="0" cy="0"/>
          <a:chOff x="0" y="0"/>
          <a:chExt cx="0" cy="0"/>
        </a:xfrm>
      </p:grpSpPr>
      <p:sp>
        <p:nvSpPr>
          <p:cNvPr id="2" name="Title 1" descr="{&quot;templafy&quot;:{&quot;id&quot;:&quot;47a88886-d520-4b80-ba6e-84bde19efd8e&quot;}}"/>
          <p:cNvSpPr>
            <a:spLocks noGrp="1"/>
          </p:cNvSpPr>
          <p:nvPr>
            <p:ph type="title" hasCustomPrompt="1"/>
          </p:nvPr>
        </p:nvSpPr>
        <p:spPr/>
        <p:txBody>
          <a:bodyPr/>
          <a:lstStyle>
            <a:lvl1pPr>
              <a:defRPr>
                <a:solidFill>
                  <a:schemeClr val="accent1"/>
                </a:solidFill>
              </a:defRPr>
            </a:lvl1pPr>
          </a:lstStyle>
          <a:p>
            <a:r>
              <a:rPr lang="en-CA" noProof="0"/>
              <a:t>Click to add title</a:t>
            </a:r>
          </a:p>
        </p:txBody>
      </p:sp>
      <p:sp>
        <p:nvSpPr>
          <p:cNvPr id="3" name="Content Placeholder 2" descr="{&quot;templafy&quot;:{&quot;id&quot;:&quot;adf4323e-88ca-4781-916a-5f47daa72c8e&quot;}}"/>
          <p:cNvSpPr>
            <a:spLocks noGrp="1"/>
          </p:cNvSpPr>
          <p:nvPr>
            <p:ph idx="1" hasCustomPrompt="1"/>
          </p:nvPr>
        </p:nvSpPr>
        <p:spPr>
          <a:xfrm>
            <a:off x="648000" y="2044800"/>
            <a:ext cx="6267600" cy="4161600"/>
          </a:xfrm>
        </p:spPr>
        <p:txBody>
          <a:bodyPr/>
          <a:lstStyle>
            <a:lvl1pPr>
              <a:defRPr/>
            </a:lvl1pPr>
          </a:lstStyle>
          <a:p>
            <a:pPr lvl="0"/>
            <a:r>
              <a:rPr lang="en-CA" noProof="0"/>
              <a:t>Click to add text</a:t>
            </a:r>
          </a:p>
        </p:txBody>
      </p:sp>
      <p:sp>
        <p:nvSpPr>
          <p:cNvPr id="14" name="Text Placeholder 13" descr="{&quot;templafy&quot;:{&quot;id&quot;:&quot;a89170c1-ec6d-4c95-8dc5-ac5f434abfc4&quot;}}">
            <a:extLst>
              <a:ext uri="{FF2B5EF4-FFF2-40B4-BE49-F238E27FC236}">
                <a16:creationId xmlns:a16="http://schemas.microsoft.com/office/drawing/2014/main" id="{CD24C3BD-6B68-455D-8BAB-E59F02BA3355}"/>
              </a:ext>
            </a:extLst>
          </p:cNvPr>
          <p:cNvSpPr>
            <a:spLocks noGrp="1"/>
          </p:cNvSpPr>
          <p:nvPr>
            <p:ph type="body" sz="quarter" idx="14" hasCustomPrompt="1"/>
          </p:nvPr>
        </p:nvSpPr>
        <p:spPr>
          <a:xfrm>
            <a:off x="648000" y="6408000"/>
            <a:ext cx="6267600" cy="244800"/>
          </a:xfrm>
        </p:spPr>
        <p:txBody>
          <a:bodyPr/>
          <a:lstStyle>
            <a:lvl1pPr marL="0" indent="0">
              <a:buNone/>
              <a:defRPr sz="800" i="1">
                <a:solidFill>
                  <a:schemeClr val="tx2"/>
                </a:solidFill>
                <a:latin typeface="+mj-lt"/>
              </a:defRPr>
            </a:lvl1pPr>
          </a:lstStyle>
          <a:p>
            <a:pPr lvl="0"/>
            <a:r>
              <a:rPr lang="en-CA" noProof="0"/>
              <a:t>Click to add text</a:t>
            </a:r>
          </a:p>
        </p:txBody>
      </p:sp>
      <p:sp>
        <p:nvSpPr>
          <p:cNvPr id="8" name="Footer Placeholder 7">
            <a:extLst>
              <a:ext uri="{FF2B5EF4-FFF2-40B4-BE49-F238E27FC236}">
                <a16:creationId xmlns:a16="http://schemas.microsoft.com/office/drawing/2014/main" id="{64EBE7A6-B567-41BB-8FC5-4D7E50C44BA8}"/>
              </a:ext>
            </a:extLst>
          </p:cNvPr>
          <p:cNvSpPr>
            <a:spLocks noGrp="1"/>
          </p:cNvSpPr>
          <p:nvPr>
            <p:ph type="ftr" sz="quarter" idx="11"/>
          </p:nvPr>
        </p:nvSpPr>
        <p:spPr/>
        <p:txBody>
          <a:bodyPr/>
          <a:lstStyle/>
          <a:p>
            <a:r>
              <a:rPr lang="en-CA" noProof="0"/>
              <a:t>Colliers</a:t>
            </a:r>
          </a:p>
        </p:txBody>
      </p:sp>
      <p:sp>
        <p:nvSpPr>
          <p:cNvPr id="9" name="Slide Number Placeholder 8">
            <a:extLst>
              <a:ext uri="{FF2B5EF4-FFF2-40B4-BE49-F238E27FC236}">
                <a16:creationId xmlns:a16="http://schemas.microsoft.com/office/drawing/2014/main" id="{F4B48C20-C4DC-46ED-A7E0-2854CD88A8CD}"/>
              </a:ext>
            </a:extLst>
          </p:cNvPr>
          <p:cNvSpPr>
            <a:spLocks noGrp="1"/>
          </p:cNvSpPr>
          <p:nvPr>
            <p:ph type="sldNum" sz="quarter" idx="12"/>
          </p:nvPr>
        </p:nvSpPr>
        <p:spPr/>
        <p:txBody>
          <a:bodyPr/>
          <a:lstStyle/>
          <a:p>
            <a:fld id="{23AA811B-2EBD-4900-905E-5BE206449611}" type="slidenum">
              <a:rPr lang="en-CA" noProof="0" smtClean="0"/>
              <a:pPr/>
              <a:t>‹#›</a:t>
            </a:fld>
            <a:endParaRPr lang="en-CA" noProof="0"/>
          </a:p>
        </p:txBody>
      </p:sp>
      <p:sp>
        <p:nvSpPr>
          <p:cNvPr id="5" name="Content Placeholder 4" descr="{&quot;templafy&quot;:{&quot;id&quot;:&quot;4ae87415-b4c0-4210-89ed-b65579b14685&quot;}}">
            <a:extLst>
              <a:ext uri="{FF2B5EF4-FFF2-40B4-BE49-F238E27FC236}">
                <a16:creationId xmlns:a16="http://schemas.microsoft.com/office/drawing/2014/main" id="{DD9AB3A2-4DAB-4225-9E04-C68302BDBFE1}"/>
              </a:ext>
            </a:extLst>
          </p:cNvPr>
          <p:cNvSpPr>
            <a:spLocks noGrp="1"/>
          </p:cNvSpPr>
          <p:nvPr>
            <p:ph sz="quarter" idx="15" hasCustomPrompt="1"/>
          </p:nvPr>
        </p:nvSpPr>
        <p:spPr>
          <a:xfrm>
            <a:off x="7129463" y="2046288"/>
            <a:ext cx="4413250" cy="4162425"/>
          </a:xfrm>
        </p:spPr>
        <p:txBody>
          <a:bodyPr/>
          <a:lstStyle>
            <a:lvl1pPr>
              <a:defRPr/>
            </a:lvl1pPr>
          </a:lstStyle>
          <a:p>
            <a:pPr lvl="0"/>
            <a:r>
              <a:rPr lang="en-CA" noProof="0"/>
              <a:t>Click to add text</a:t>
            </a:r>
          </a:p>
        </p:txBody>
      </p:sp>
      <p:sp>
        <p:nvSpPr>
          <p:cNvPr id="4" name="Text Placeholder 10" descr="{&quot;templafy&quot;:{&quot;id&quot;:&quot;4c75f05c-f4a4-437d-ba26-cc478d80a572&quot;}}">
            <a:extLst>
              <a:ext uri="{FF2B5EF4-FFF2-40B4-BE49-F238E27FC236}">
                <a16:creationId xmlns:a16="http://schemas.microsoft.com/office/drawing/2014/main" id="{7046B99C-4E01-8028-F575-4225792D0CB0}"/>
              </a:ext>
            </a:extLst>
          </p:cNvPr>
          <p:cNvSpPr>
            <a:spLocks noGrp="1"/>
          </p:cNvSpPr>
          <p:nvPr>
            <p:ph type="body" sz="quarter" idx="13" hasCustomPrompt="1"/>
          </p:nvPr>
        </p:nvSpPr>
        <p:spPr>
          <a:xfrm>
            <a:off x="647525" y="669600"/>
            <a:ext cx="10893425" cy="392400"/>
          </a:xfrm>
        </p:spPr>
        <p:txBody>
          <a:bodyPr/>
          <a:lstStyle>
            <a:lvl1pPr marL="0" indent="0">
              <a:buNone/>
              <a:defRPr sz="1400" spc="300">
                <a:solidFill>
                  <a:schemeClr val="accent5"/>
                </a:solidFill>
                <a:latin typeface="+mn-lt"/>
              </a:defRPr>
            </a:lvl1pPr>
          </a:lstStyle>
          <a:p>
            <a:pPr lvl="0"/>
            <a:r>
              <a:rPr lang="en-CA" noProof="0"/>
              <a:t>Click to add header</a:t>
            </a:r>
          </a:p>
        </p:txBody>
      </p:sp>
    </p:spTree>
    <p:extLst>
      <p:ext uri="{BB962C8B-B14F-4D97-AF65-F5344CB8AC3E}">
        <p14:creationId xmlns:p14="http://schemas.microsoft.com/office/powerpoint/2010/main" val="8703910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B Negative">
    <p:bg>
      <p:bgPr>
        <a:solidFill>
          <a:schemeClr val="tx2"/>
        </a:solidFill>
        <a:effectLst/>
      </p:bgPr>
    </p:bg>
    <p:spTree>
      <p:nvGrpSpPr>
        <p:cNvPr id="1" name=""/>
        <p:cNvGrpSpPr/>
        <p:nvPr/>
      </p:nvGrpSpPr>
      <p:grpSpPr>
        <a:xfrm>
          <a:off x="0" y="0"/>
          <a:ext cx="0" cy="0"/>
          <a:chOff x="0" y="0"/>
          <a:chExt cx="0" cy="0"/>
        </a:xfrm>
      </p:grpSpPr>
      <p:sp>
        <p:nvSpPr>
          <p:cNvPr id="2" name="Title 1" descr="{&quot;templafy&quot;:{&quot;id&quot;:&quot;f2258c5f-aad0-47f9-8804-666e13e293a0&quot;}}"/>
          <p:cNvSpPr>
            <a:spLocks noGrp="1"/>
          </p:cNvSpPr>
          <p:nvPr>
            <p:ph type="title" hasCustomPrompt="1"/>
          </p:nvPr>
        </p:nvSpPr>
        <p:spPr/>
        <p:txBody>
          <a:bodyPr/>
          <a:lstStyle>
            <a:lvl1pPr>
              <a:defRPr>
                <a:solidFill>
                  <a:schemeClr val="tx1"/>
                </a:solidFill>
              </a:defRPr>
            </a:lvl1pPr>
          </a:lstStyle>
          <a:p>
            <a:r>
              <a:rPr lang="en-CA" noProof="0"/>
              <a:t>Click to add title</a:t>
            </a:r>
          </a:p>
        </p:txBody>
      </p:sp>
      <p:sp>
        <p:nvSpPr>
          <p:cNvPr id="3" name="Content Placeholder 2" descr="{&quot;templafy&quot;:{&quot;id&quot;:&quot;a73f366a-4d8d-4932-9046-02865a3e67c3&quot;}}"/>
          <p:cNvSpPr>
            <a:spLocks noGrp="1"/>
          </p:cNvSpPr>
          <p:nvPr>
            <p:ph idx="1" hasCustomPrompt="1"/>
          </p:nvPr>
        </p:nvSpPr>
        <p:spPr>
          <a:xfrm>
            <a:off x="648000" y="2044800"/>
            <a:ext cx="6267600" cy="41616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7pPr>
              <a:defRPr>
                <a:solidFill>
                  <a:schemeClr val="accent3"/>
                </a:solidFill>
              </a:defRPr>
            </a:lvl7pPr>
            <a:lvl9pPr>
              <a:defRPr>
                <a:solidFill>
                  <a:schemeClr val="accent3"/>
                </a:solidFill>
              </a:defRPr>
            </a:lvl9pPr>
          </a:lstStyle>
          <a:p>
            <a:pPr lvl="0"/>
            <a:r>
              <a:rPr lang="en-CA" noProof="0"/>
              <a:t>Click to add text</a:t>
            </a:r>
          </a:p>
        </p:txBody>
      </p:sp>
      <p:sp>
        <p:nvSpPr>
          <p:cNvPr id="14" name="Text Placeholder 13" descr="{&quot;templafy&quot;:{&quot;id&quot;:&quot;b1414423-9611-4b90-8bf8-fdf554abed71&quot;}}">
            <a:extLst>
              <a:ext uri="{FF2B5EF4-FFF2-40B4-BE49-F238E27FC236}">
                <a16:creationId xmlns:a16="http://schemas.microsoft.com/office/drawing/2014/main" id="{CD24C3BD-6B68-455D-8BAB-E59F02BA3355}"/>
              </a:ext>
            </a:extLst>
          </p:cNvPr>
          <p:cNvSpPr>
            <a:spLocks noGrp="1"/>
          </p:cNvSpPr>
          <p:nvPr>
            <p:ph type="body" sz="quarter" idx="14" hasCustomPrompt="1"/>
          </p:nvPr>
        </p:nvSpPr>
        <p:spPr>
          <a:xfrm>
            <a:off x="648000" y="6408000"/>
            <a:ext cx="6267600" cy="244800"/>
          </a:xfrm>
        </p:spPr>
        <p:txBody>
          <a:bodyPr/>
          <a:lstStyle>
            <a:lvl1pPr marL="0" indent="0">
              <a:buNone/>
              <a:defRPr sz="800" i="1">
                <a:solidFill>
                  <a:schemeClr val="tx1"/>
                </a:solidFill>
                <a:latin typeface="+mj-lt"/>
              </a:defRPr>
            </a:lvl1pPr>
          </a:lstStyle>
          <a:p>
            <a:pPr lvl="0"/>
            <a:r>
              <a:rPr lang="en-CA" noProof="0"/>
              <a:t>Click to add text</a:t>
            </a:r>
          </a:p>
        </p:txBody>
      </p:sp>
      <p:sp>
        <p:nvSpPr>
          <p:cNvPr id="8" name="Footer Placeholder 7">
            <a:extLst>
              <a:ext uri="{FF2B5EF4-FFF2-40B4-BE49-F238E27FC236}">
                <a16:creationId xmlns:a16="http://schemas.microsoft.com/office/drawing/2014/main" id="{64EBE7A6-B567-41BB-8FC5-4D7E50C44BA8}"/>
              </a:ext>
            </a:extLst>
          </p:cNvPr>
          <p:cNvSpPr>
            <a:spLocks noGrp="1"/>
          </p:cNvSpPr>
          <p:nvPr>
            <p:ph type="ftr" sz="quarter" idx="11"/>
          </p:nvPr>
        </p:nvSpPr>
        <p:spPr/>
        <p:txBody>
          <a:bodyPr/>
          <a:lstStyle>
            <a:lvl1pPr>
              <a:defRPr>
                <a:solidFill>
                  <a:schemeClr val="tx1"/>
                </a:solidFill>
              </a:defRPr>
            </a:lvl1pPr>
          </a:lstStyle>
          <a:p>
            <a:r>
              <a:rPr lang="en-CA" noProof="0"/>
              <a:t>Colliers</a:t>
            </a:r>
          </a:p>
        </p:txBody>
      </p:sp>
      <p:sp>
        <p:nvSpPr>
          <p:cNvPr id="9" name="Slide Number Placeholder 8">
            <a:extLst>
              <a:ext uri="{FF2B5EF4-FFF2-40B4-BE49-F238E27FC236}">
                <a16:creationId xmlns:a16="http://schemas.microsoft.com/office/drawing/2014/main" id="{F4B48C20-C4DC-46ED-A7E0-2854CD88A8CD}"/>
              </a:ext>
            </a:extLst>
          </p:cNvPr>
          <p:cNvSpPr>
            <a:spLocks noGrp="1"/>
          </p:cNvSpPr>
          <p:nvPr>
            <p:ph type="sldNum" sz="quarter" idx="12"/>
          </p:nvPr>
        </p:nvSpPr>
        <p:spPr/>
        <p:txBody>
          <a:bodyPr/>
          <a:lstStyle>
            <a:lvl1pPr>
              <a:defRPr>
                <a:solidFill>
                  <a:schemeClr val="tx1"/>
                </a:solidFill>
              </a:defRPr>
            </a:lvl1pPr>
          </a:lstStyle>
          <a:p>
            <a:fld id="{23AA811B-2EBD-4900-905E-5BE206449611}" type="slidenum">
              <a:rPr lang="en-CA" noProof="0" smtClean="0"/>
              <a:pPr/>
              <a:t>‹#›</a:t>
            </a:fld>
            <a:endParaRPr lang="en-CA" noProof="0"/>
          </a:p>
        </p:txBody>
      </p:sp>
      <p:sp>
        <p:nvSpPr>
          <p:cNvPr id="5" name="Content Placeholder 4" descr="{&quot;templafy&quot;:{&quot;id&quot;:&quot;3fc2ebd7-90bc-4898-9d77-290bbe58b319&quot;}}">
            <a:extLst>
              <a:ext uri="{FF2B5EF4-FFF2-40B4-BE49-F238E27FC236}">
                <a16:creationId xmlns:a16="http://schemas.microsoft.com/office/drawing/2014/main" id="{DD9AB3A2-4DAB-4225-9E04-C68302BDBFE1}"/>
              </a:ext>
            </a:extLst>
          </p:cNvPr>
          <p:cNvSpPr>
            <a:spLocks noGrp="1"/>
          </p:cNvSpPr>
          <p:nvPr>
            <p:ph sz="quarter" idx="15" hasCustomPrompt="1"/>
          </p:nvPr>
        </p:nvSpPr>
        <p:spPr>
          <a:xfrm>
            <a:off x="7129463" y="2046288"/>
            <a:ext cx="4413250" cy="416242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7pPr>
              <a:defRPr>
                <a:solidFill>
                  <a:schemeClr val="accent3"/>
                </a:solidFill>
              </a:defRPr>
            </a:lvl7pPr>
            <a:lvl9pPr>
              <a:defRPr>
                <a:solidFill>
                  <a:schemeClr val="accent3"/>
                </a:solidFill>
              </a:defRPr>
            </a:lvl9pPr>
          </a:lstStyle>
          <a:p>
            <a:pPr lvl="0"/>
            <a:r>
              <a:rPr lang="en-CA" noProof="0"/>
              <a:t>Click to add text</a:t>
            </a:r>
          </a:p>
        </p:txBody>
      </p:sp>
      <p:cxnSp>
        <p:nvCxnSpPr>
          <p:cNvPr id="10" name="Straight Connector 9">
            <a:extLst>
              <a:ext uri="{FF2B5EF4-FFF2-40B4-BE49-F238E27FC236}">
                <a16:creationId xmlns:a16="http://schemas.microsoft.com/office/drawing/2014/main" id="{0038BA6A-37B6-4569-A9D9-C40169CA408E}"/>
              </a:ext>
            </a:extLst>
          </p:cNvPr>
          <p:cNvCxnSpPr/>
          <p:nvPr userDrawn="1"/>
        </p:nvCxnSpPr>
        <p:spPr>
          <a:xfrm>
            <a:off x="11124763" y="274014"/>
            <a:ext cx="0" cy="12551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10" descr="{&quot;templafy&quot;:{&quot;id&quot;:&quot;2bd8c5d1-547d-4478-8a41-8d4cc5313c8a&quot;}}">
            <a:extLst>
              <a:ext uri="{FF2B5EF4-FFF2-40B4-BE49-F238E27FC236}">
                <a16:creationId xmlns:a16="http://schemas.microsoft.com/office/drawing/2014/main" id="{AAC3E594-6C8B-EA45-9053-FB52D46E0CCA}"/>
              </a:ext>
            </a:extLst>
          </p:cNvPr>
          <p:cNvSpPr>
            <a:spLocks noGrp="1"/>
          </p:cNvSpPr>
          <p:nvPr>
            <p:ph type="body" sz="quarter" idx="13" hasCustomPrompt="1"/>
          </p:nvPr>
        </p:nvSpPr>
        <p:spPr>
          <a:xfrm>
            <a:off x="647525" y="669600"/>
            <a:ext cx="10893425" cy="392400"/>
          </a:xfrm>
        </p:spPr>
        <p:txBody>
          <a:bodyPr/>
          <a:lstStyle>
            <a:lvl1pPr marL="0" indent="0">
              <a:buNone/>
              <a:defRPr sz="1400" spc="300">
                <a:solidFill>
                  <a:schemeClr val="accent3"/>
                </a:solidFill>
                <a:latin typeface="+mn-lt"/>
              </a:defRPr>
            </a:lvl1pPr>
          </a:lstStyle>
          <a:p>
            <a:pPr lvl="0"/>
            <a:r>
              <a:rPr lang="en-CA" noProof="0"/>
              <a:t>Click to add header</a:t>
            </a:r>
          </a:p>
        </p:txBody>
      </p:sp>
    </p:spTree>
    <p:extLst>
      <p:ext uri="{BB962C8B-B14F-4D97-AF65-F5344CB8AC3E}">
        <p14:creationId xmlns:p14="http://schemas.microsoft.com/office/powerpoint/2010/main" val="551572360"/>
      </p:ext>
    </p:extLst>
  </p:cSld>
  <p:clrMapOvr>
    <a:overrideClrMapping bg1="dk1" tx1="lt1" bg2="accent1" tx2="accent1" accent1="lt2"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C">
    <p:spTree>
      <p:nvGrpSpPr>
        <p:cNvPr id="1" name=""/>
        <p:cNvGrpSpPr/>
        <p:nvPr/>
      </p:nvGrpSpPr>
      <p:grpSpPr>
        <a:xfrm>
          <a:off x="0" y="0"/>
          <a:ext cx="0" cy="0"/>
          <a:chOff x="0" y="0"/>
          <a:chExt cx="0" cy="0"/>
        </a:xfrm>
      </p:grpSpPr>
      <p:sp>
        <p:nvSpPr>
          <p:cNvPr id="2" name="Title 1" descr="{&quot;templafy&quot;:{&quot;id&quot;:&quot;a66c8456-6249-4894-8789-f397d7e7c119&quot;}}"/>
          <p:cNvSpPr>
            <a:spLocks noGrp="1"/>
          </p:cNvSpPr>
          <p:nvPr>
            <p:ph type="title" hasCustomPrompt="1"/>
          </p:nvPr>
        </p:nvSpPr>
        <p:spPr/>
        <p:txBody>
          <a:bodyPr/>
          <a:lstStyle>
            <a:lvl1pPr>
              <a:defRPr>
                <a:solidFill>
                  <a:schemeClr val="accent1"/>
                </a:solidFill>
              </a:defRPr>
            </a:lvl1pPr>
          </a:lstStyle>
          <a:p>
            <a:r>
              <a:rPr lang="en-CA" noProof="0"/>
              <a:t>Click to add title</a:t>
            </a:r>
          </a:p>
        </p:txBody>
      </p:sp>
      <p:sp>
        <p:nvSpPr>
          <p:cNvPr id="3" name="Content Placeholder 2" descr="{&quot;templafy&quot;:{&quot;id&quot;:&quot;2abae5c7-afd5-41c9-8826-69762e6cfd2b&quot;}}"/>
          <p:cNvSpPr>
            <a:spLocks noGrp="1"/>
          </p:cNvSpPr>
          <p:nvPr>
            <p:ph idx="1" hasCustomPrompt="1"/>
          </p:nvPr>
        </p:nvSpPr>
        <p:spPr>
          <a:xfrm>
            <a:off x="648000" y="2044800"/>
            <a:ext cx="3488400" cy="4161600"/>
          </a:xfrm>
        </p:spPr>
        <p:txBody>
          <a:bodyPr/>
          <a:lstStyle>
            <a:lvl1pPr>
              <a:defRPr/>
            </a:lvl1pPr>
          </a:lstStyle>
          <a:p>
            <a:pPr lvl="0"/>
            <a:r>
              <a:rPr lang="en-CA" noProof="0"/>
              <a:t>Click to add text</a:t>
            </a:r>
          </a:p>
        </p:txBody>
      </p:sp>
      <p:sp>
        <p:nvSpPr>
          <p:cNvPr id="14" name="Text Placeholder 13" descr="{&quot;templafy&quot;:{&quot;id&quot;:&quot;5e837052-41a1-40be-a841-78abb505458e&quot;}}">
            <a:extLst>
              <a:ext uri="{FF2B5EF4-FFF2-40B4-BE49-F238E27FC236}">
                <a16:creationId xmlns:a16="http://schemas.microsoft.com/office/drawing/2014/main" id="{CD24C3BD-6B68-455D-8BAB-E59F02BA3355}"/>
              </a:ext>
            </a:extLst>
          </p:cNvPr>
          <p:cNvSpPr>
            <a:spLocks noGrp="1"/>
          </p:cNvSpPr>
          <p:nvPr>
            <p:ph type="body" sz="quarter" idx="14" hasCustomPrompt="1"/>
          </p:nvPr>
        </p:nvSpPr>
        <p:spPr>
          <a:xfrm>
            <a:off x="648000" y="6408000"/>
            <a:ext cx="6267600" cy="244800"/>
          </a:xfrm>
        </p:spPr>
        <p:txBody>
          <a:bodyPr/>
          <a:lstStyle>
            <a:lvl1pPr marL="0" indent="0">
              <a:buNone/>
              <a:defRPr sz="800" i="1">
                <a:solidFill>
                  <a:schemeClr val="tx2"/>
                </a:solidFill>
                <a:latin typeface="+mj-lt"/>
              </a:defRPr>
            </a:lvl1pPr>
          </a:lstStyle>
          <a:p>
            <a:pPr lvl="0"/>
            <a:r>
              <a:rPr lang="en-CA" noProof="0"/>
              <a:t>Click to add text</a:t>
            </a:r>
          </a:p>
        </p:txBody>
      </p:sp>
      <p:sp>
        <p:nvSpPr>
          <p:cNvPr id="8" name="Footer Placeholder 7">
            <a:extLst>
              <a:ext uri="{FF2B5EF4-FFF2-40B4-BE49-F238E27FC236}">
                <a16:creationId xmlns:a16="http://schemas.microsoft.com/office/drawing/2014/main" id="{64EBE7A6-B567-41BB-8FC5-4D7E50C44BA8}"/>
              </a:ext>
            </a:extLst>
          </p:cNvPr>
          <p:cNvSpPr>
            <a:spLocks noGrp="1"/>
          </p:cNvSpPr>
          <p:nvPr>
            <p:ph type="ftr" sz="quarter" idx="11"/>
          </p:nvPr>
        </p:nvSpPr>
        <p:spPr/>
        <p:txBody>
          <a:bodyPr/>
          <a:lstStyle/>
          <a:p>
            <a:r>
              <a:rPr lang="en-CA" noProof="0"/>
              <a:t>Colliers</a:t>
            </a:r>
          </a:p>
        </p:txBody>
      </p:sp>
      <p:sp>
        <p:nvSpPr>
          <p:cNvPr id="9" name="Slide Number Placeholder 8">
            <a:extLst>
              <a:ext uri="{FF2B5EF4-FFF2-40B4-BE49-F238E27FC236}">
                <a16:creationId xmlns:a16="http://schemas.microsoft.com/office/drawing/2014/main" id="{F4B48C20-C4DC-46ED-A7E0-2854CD88A8CD}"/>
              </a:ext>
            </a:extLst>
          </p:cNvPr>
          <p:cNvSpPr>
            <a:spLocks noGrp="1"/>
          </p:cNvSpPr>
          <p:nvPr>
            <p:ph type="sldNum" sz="quarter" idx="12"/>
          </p:nvPr>
        </p:nvSpPr>
        <p:spPr/>
        <p:txBody>
          <a:bodyPr/>
          <a:lstStyle/>
          <a:p>
            <a:fld id="{23AA811B-2EBD-4900-905E-5BE206449611}" type="slidenum">
              <a:rPr lang="en-CA" noProof="0" smtClean="0"/>
              <a:pPr/>
              <a:t>‹#›</a:t>
            </a:fld>
            <a:endParaRPr lang="en-CA" noProof="0"/>
          </a:p>
        </p:txBody>
      </p:sp>
      <p:sp>
        <p:nvSpPr>
          <p:cNvPr id="5" name="Content Placeholder 4" descr="{&quot;templafy&quot;:{&quot;id&quot;:&quot;fa92811c-057b-4344-a139-b20bb9e065e4&quot;}}">
            <a:extLst>
              <a:ext uri="{FF2B5EF4-FFF2-40B4-BE49-F238E27FC236}">
                <a16:creationId xmlns:a16="http://schemas.microsoft.com/office/drawing/2014/main" id="{DD9AB3A2-4DAB-4225-9E04-C68302BDBFE1}"/>
              </a:ext>
            </a:extLst>
          </p:cNvPr>
          <p:cNvSpPr>
            <a:spLocks noGrp="1"/>
          </p:cNvSpPr>
          <p:nvPr>
            <p:ph sz="quarter" idx="15" hasCustomPrompt="1"/>
          </p:nvPr>
        </p:nvSpPr>
        <p:spPr>
          <a:xfrm>
            <a:off x="5276850" y="2046288"/>
            <a:ext cx="6265863" cy="4162425"/>
          </a:xfrm>
        </p:spPr>
        <p:txBody>
          <a:bodyPr/>
          <a:lstStyle>
            <a:lvl1pPr>
              <a:defRPr/>
            </a:lvl1pPr>
          </a:lstStyle>
          <a:p>
            <a:pPr lvl="0"/>
            <a:r>
              <a:rPr lang="en-CA" noProof="0"/>
              <a:t>Click to add text</a:t>
            </a:r>
          </a:p>
        </p:txBody>
      </p:sp>
      <p:sp>
        <p:nvSpPr>
          <p:cNvPr id="4" name="Text Placeholder 10" descr="{&quot;templafy&quot;:{&quot;id&quot;:&quot;23cf4cd7-77df-4c63-a9fd-35d2643ccf9d&quot;}}">
            <a:extLst>
              <a:ext uri="{FF2B5EF4-FFF2-40B4-BE49-F238E27FC236}">
                <a16:creationId xmlns:a16="http://schemas.microsoft.com/office/drawing/2014/main" id="{63729058-E21A-D717-2AAD-82FDE8CF93B4}"/>
              </a:ext>
            </a:extLst>
          </p:cNvPr>
          <p:cNvSpPr>
            <a:spLocks noGrp="1"/>
          </p:cNvSpPr>
          <p:nvPr>
            <p:ph type="body" sz="quarter" idx="13" hasCustomPrompt="1"/>
          </p:nvPr>
        </p:nvSpPr>
        <p:spPr>
          <a:xfrm>
            <a:off x="647525" y="669600"/>
            <a:ext cx="10893425" cy="392400"/>
          </a:xfrm>
        </p:spPr>
        <p:txBody>
          <a:bodyPr/>
          <a:lstStyle>
            <a:lvl1pPr marL="0" indent="0">
              <a:buNone/>
              <a:defRPr sz="1400" spc="300">
                <a:solidFill>
                  <a:schemeClr val="accent5"/>
                </a:solidFill>
                <a:latin typeface="+mn-lt"/>
              </a:defRPr>
            </a:lvl1pPr>
          </a:lstStyle>
          <a:p>
            <a:pPr lvl="0"/>
            <a:r>
              <a:rPr lang="en-CA" noProof="0"/>
              <a:t>Click to add header</a:t>
            </a:r>
          </a:p>
        </p:txBody>
      </p:sp>
    </p:spTree>
    <p:extLst>
      <p:ext uri="{BB962C8B-B14F-4D97-AF65-F5344CB8AC3E}">
        <p14:creationId xmlns:p14="http://schemas.microsoft.com/office/powerpoint/2010/main" val="3939290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C Negative">
    <p:bg>
      <p:bgPr>
        <a:solidFill>
          <a:schemeClr val="tx2"/>
        </a:solidFill>
        <a:effectLst/>
      </p:bgPr>
    </p:bg>
    <p:spTree>
      <p:nvGrpSpPr>
        <p:cNvPr id="1" name=""/>
        <p:cNvGrpSpPr/>
        <p:nvPr/>
      </p:nvGrpSpPr>
      <p:grpSpPr>
        <a:xfrm>
          <a:off x="0" y="0"/>
          <a:ext cx="0" cy="0"/>
          <a:chOff x="0" y="0"/>
          <a:chExt cx="0" cy="0"/>
        </a:xfrm>
      </p:grpSpPr>
      <p:sp>
        <p:nvSpPr>
          <p:cNvPr id="2" name="Title 1" descr="{&quot;templafy&quot;:{&quot;id&quot;:&quot;ee329cf5-e9d3-44a2-8d37-e49dbbb195e7&quot;}}"/>
          <p:cNvSpPr>
            <a:spLocks noGrp="1"/>
          </p:cNvSpPr>
          <p:nvPr>
            <p:ph type="title" hasCustomPrompt="1"/>
          </p:nvPr>
        </p:nvSpPr>
        <p:spPr/>
        <p:txBody>
          <a:bodyPr/>
          <a:lstStyle>
            <a:lvl1pPr>
              <a:defRPr>
                <a:solidFill>
                  <a:schemeClr val="tx1"/>
                </a:solidFill>
              </a:defRPr>
            </a:lvl1pPr>
          </a:lstStyle>
          <a:p>
            <a:r>
              <a:rPr lang="en-CA" noProof="0"/>
              <a:t>Click to add title</a:t>
            </a:r>
          </a:p>
        </p:txBody>
      </p:sp>
      <p:sp>
        <p:nvSpPr>
          <p:cNvPr id="3" name="Content Placeholder 2" descr="{&quot;templafy&quot;:{&quot;id&quot;:&quot;40560c6b-c2ac-4501-8cdf-eff5bf0dcf16&quot;}}"/>
          <p:cNvSpPr>
            <a:spLocks noGrp="1"/>
          </p:cNvSpPr>
          <p:nvPr>
            <p:ph idx="1" hasCustomPrompt="1"/>
          </p:nvPr>
        </p:nvSpPr>
        <p:spPr>
          <a:xfrm>
            <a:off x="648000" y="2044800"/>
            <a:ext cx="3488400" cy="41616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7pPr>
              <a:defRPr>
                <a:solidFill>
                  <a:schemeClr val="accent3"/>
                </a:solidFill>
              </a:defRPr>
            </a:lvl7pPr>
            <a:lvl9pPr>
              <a:defRPr>
                <a:solidFill>
                  <a:schemeClr val="accent3"/>
                </a:solidFill>
              </a:defRPr>
            </a:lvl9pPr>
          </a:lstStyle>
          <a:p>
            <a:pPr lvl="0"/>
            <a:r>
              <a:rPr lang="en-CA" noProof="0"/>
              <a:t>Click to add text</a:t>
            </a:r>
          </a:p>
        </p:txBody>
      </p:sp>
      <p:sp>
        <p:nvSpPr>
          <p:cNvPr id="14" name="Text Placeholder 13" descr="{&quot;templafy&quot;:{&quot;id&quot;:&quot;cd466a84-20c5-400f-a2fc-fa7d2db85888&quot;}}">
            <a:extLst>
              <a:ext uri="{FF2B5EF4-FFF2-40B4-BE49-F238E27FC236}">
                <a16:creationId xmlns:a16="http://schemas.microsoft.com/office/drawing/2014/main" id="{CD24C3BD-6B68-455D-8BAB-E59F02BA3355}"/>
              </a:ext>
            </a:extLst>
          </p:cNvPr>
          <p:cNvSpPr>
            <a:spLocks noGrp="1"/>
          </p:cNvSpPr>
          <p:nvPr>
            <p:ph type="body" sz="quarter" idx="14" hasCustomPrompt="1"/>
          </p:nvPr>
        </p:nvSpPr>
        <p:spPr>
          <a:xfrm>
            <a:off x="648000" y="6408000"/>
            <a:ext cx="6267600" cy="244800"/>
          </a:xfrm>
        </p:spPr>
        <p:txBody>
          <a:bodyPr/>
          <a:lstStyle>
            <a:lvl1pPr marL="0" indent="0">
              <a:buNone/>
              <a:defRPr sz="800" i="1">
                <a:solidFill>
                  <a:schemeClr val="tx1"/>
                </a:solidFill>
                <a:latin typeface="+mj-lt"/>
              </a:defRPr>
            </a:lvl1pPr>
          </a:lstStyle>
          <a:p>
            <a:pPr lvl="0"/>
            <a:r>
              <a:rPr lang="en-CA" noProof="0"/>
              <a:t>Click to add text</a:t>
            </a:r>
          </a:p>
        </p:txBody>
      </p:sp>
      <p:sp>
        <p:nvSpPr>
          <p:cNvPr id="8" name="Footer Placeholder 7">
            <a:extLst>
              <a:ext uri="{FF2B5EF4-FFF2-40B4-BE49-F238E27FC236}">
                <a16:creationId xmlns:a16="http://schemas.microsoft.com/office/drawing/2014/main" id="{64EBE7A6-B567-41BB-8FC5-4D7E50C44BA8}"/>
              </a:ext>
            </a:extLst>
          </p:cNvPr>
          <p:cNvSpPr>
            <a:spLocks noGrp="1"/>
          </p:cNvSpPr>
          <p:nvPr>
            <p:ph type="ftr" sz="quarter" idx="11"/>
          </p:nvPr>
        </p:nvSpPr>
        <p:spPr/>
        <p:txBody>
          <a:bodyPr/>
          <a:lstStyle>
            <a:lvl1pPr>
              <a:defRPr>
                <a:solidFill>
                  <a:schemeClr val="tx1"/>
                </a:solidFill>
              </a:defRPr>
            </a:lvl1pPr>
          </a:lstStyle>
          <a:p>
            <a:r>
              <a:rPr lang="en-CA" noProof="0"/>
              <a:t>Colliers</a:t>
            </a:r>
          </a:p>
        </p:txBody>
      </p:sp>
      <p:sp>
        <p:nvSpPr>
          <p:cNvPr id="9" name="Slide Number Placeholder 8">
            <a:extLst>
              <a:ext uri="{FF2B5EF4-FFF2-40B4-BE49-F238E27FC236}">
                <a16:creationId xmlns:a16="http://schemas.microsoft.com/office/drawing/2014/main" id="{F4B48C20-C4DC-46ED-A7E0-2854CD88A8CD}"/>
              </a:ext>
            </a:extLst>
          </p:cNvPr>
          <p:cNvSpPr>
            <a:spLocks noGrp="1"/>
          </p:cNvSpPr>
          <p:nvPr>
            <p:ph type="sldNum" sz="quarter" idx="12"/>
          </p:nvPr>
        </p:nvSpPr>
        <p:spPr/>
        <p:txBody>
          <a:bodyPr/>
          <a:lstStyle>
            <a:lvl1pPr>
              <a:defRPr>
                <a:solidFill>
                  <a:schemeClr val="tx1"/>
                </a:solidFill>
              </a:defRPr>
            </a:lvl1pPr>
          </a:lstStyle>
          <a:p>
            <a:fld id="{23AA811B-2EBD-4900-905E-5BE206449611}" type="slidenum">
              <a:rPr lang="en-CA" noProof="0" smtClean="0"/>
              <a:pPr/>
              <a:t>‹#›</a:t>
            </a:fld>
            <a:endParaRPr lang="en-CA" noProof="0"/>
          </a:p>
        </p:txBody>
      </p:sp>
      <p:sp>
        <p:nvSpPr>
          <p:cNvPr id="5" name="Content Placeholder 4" descr="{&quot;templafy&quot;:{&quot;id&quot;:&quot;06b2898f-fe21-4a3b-818f-02cc8aa35b77&quot;}}">
            <a:extLst>
              <a:ext uri="{FF2B5EF4-FFF2-40B4-BE49-F238E27FC236}">
                <a16:creationId xmlns:a16="http://schemas.microsoft.com/office/drawing/2014/main" id="{DD9AB3A2-4DAB-4225-9E04-C68302BDBFE1}"/>
              </a:ext>
            </a:extLst>
          </p:cNvPr>
          <p:cNvSpPr>
            <a:spLocks noGrp="1"/>
          </p:cNvSpPr>
          <p:nvPr>
            <p:ph sz="quarter" idx="15" hasCustomPrompt="1"/>
          </p:nvPr>
        </p:nvSpPr>
        <p:spPr>
          <a:xfrm>
            <a:off x="5276850" y="2046288"/>
            <a:ext cx="6265863" cy="416242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7pPr>
              <a:defRPr>
                <a:solidFill>
                  <a:schemeClr val="accent3"/>
                </a:solidFill>
              </a:defRPr>
            </a:lvl7pPr>
            <a:lvl9pPr>
              <a:defRPr>
                <a:solidFill>
                  <a:schemeClr val="accent3"/>
                </a:solidFill>
              </a:defRPr>
            </a:lvl9pPr>
          </a:lstStyle>
          <a:p>
            <a:pPr lvl="0"/>
            <a:r>
              <a:rPr lang="en-CA" noProof="0"/>
              <a:t>Click to add text</a:t>
            </a:r>
          </a:p>
        </p:txBody>
      </p:sp>
      <p:cxnSp>
        <p:nvCxnSpPr>
          <p:cNvPr id="10" name="Straight Connector 9">
            <a:extLst>
              <a:ext uri="{FF2B5EF4-FFF2-40B4-BE49-F238E27FC236}">
                <a16:creationId xmlns:a16="http://schemas.microsoft.com/office/drawing/2014/main" id="{792ECD9F-BC02-4C8A-839F-9AC4F4BD0167}"/>
              </a:ext>
            </a:extLst>
          </p:cNvPr>
          <p:cNvCxnSpPr/>
          <p:nvPr userDrawn="1"/>
        </p:nvCxnSpPr>
        <p:spPr>
          <a:xfrm>
            <a:off x="11124763" y="274014"/>
            <a:ext cx="0" cy="12551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10" descr="{&quot;templafy&quot;:{&quot;id&quot;:&quot;dc2ecf52-1a1f-4057-a4d7-8ea5c94851c4&quot;}}">
            <a:extLst>
              <a:ext uri="{FF2B5EF4-FFF2-40B4-BE49-F238E27FC236}">
                <a16:creationId xmlns:a16="http://schemas.microsoft.com/office/drawing/2014/main" id="{787F32AE-7206-8331-C9BA-CC8DD124C502}"/>
              </a:ext>
            </a:extLst>
          </p:cNvPr>
          <p:cNvSpPr>
            <a:spLocks noGrp="1"/>
          </p:cNvSpPr>
          <p:nvPr>
            <p:ph type="body" sz="quarter" idx="13" hasCustomPrompt="1"/>
          </p:nvPr>
        </p:nvSpPr>
        <p:spPr>
          <a:xfrm>
            <a:off x="647525" y="669600"/>
            <a:ext cx="10893425" cy="392400"/>
          </a:xfrm>
        </p:spPr>
        <p:txBody>
          <a:bodyPr/>
          <a:lstStyle>
            <a:lvl1pPr marL="0" indent="0">
              <a:buNone/>
              <a:defRPr sz="1400" spc="300">
                <a:solidFill>
                  <a:schemeClr val="accent3"/>
                </a:solidFill>
                <a:latin typeface="+mn-lt"/>
              </a:defRPr>
            </a:lvl1pPr>
          </a:lstStyle>
          <a:p>
            <a:pPr lvl="0"/>
            <a:r>
              <a:rPr lang="en-CA" noProof="0"/>
              <a:t>Click to add header</a:t>
            </a:r>
          </a:p>
        </p:txBody>
      </p:sp>
    </p:spTree>
    <p:extLst>
      <p:ext uri="{BB962C8B-B14F-4D97-AF65-F5344CB8AC3E}">
        <p14:creationId xmlns:p14="http://schemas.microsoft.com/office/powerpoint/2010/main" val="1190724241"/>
      </p:ext>
    </p:extLst>
  </p:cSld>
  <p:clrMapOvr>
    <a:overrideClrMapping bg1="dk1" tx1="lt1" bg2="accent1" tx2="accent1" accent1="lt2"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and image A">
    <p:spTree>
      <p:nvGrpSpPr>
        <p:cNvPr id="1" name=""/>
        <p:cNvGrpSpPr/>
        <p:nvPr/>
      </p:nvGrpSpPr>
      <p:grpSpPr>
        <a:xfrm>
          <a:off x="0" y="0"/>
          <a:ext cx="0" cy="0"/>
          <a:chOff x="0" y="0"/>
          <a:chExt cx="0" cy="0"/>
        </a:xfrm>
      </p:grpSpPr>
      <p:sp>
        <p:nvSpPr>
          <p:cNvPr id="6" name="Picture Placeholder 5" descr="{&quot;templafy&quot;:{&quot;id&quot;:&quot;3459ed0c-3400-4682-bb79-991b27a8ab27&quot;}}">
            <a:extLst>
              <a:ext uri="{FF2B5EF4-FFF2-40B4-BE49-F238E27FC236}">
                <a16:creationId xmlns:a16="http://schemas.microsoft.com/office/drawing/2014/main" id="{10ABF3D8-B17A-48A6-B75D-E2CFABE31CDB}"/>
              </a:ext>
            </a:extLst>
          </p:cNvPr>
          <p:cNvSpPr>
            <a:spLocks noGrp="1"/>
          </p:cNvSpPr>
          <p:nvPr>
            <p:ph type="pic" sz="quarter" idx="16" hasCustomPrompt="1"/>
          </p:nvPr>
        </p:nvSpPr>
        <p:spPr>
          <a:xfrm>
            <a:off x="6203950" y="0"/>
            <a:ext cx="5988050" cy="6858000"/>
          </a:xfrm>
        </p:spPr>
        <p:txBody>
          <a:bodyPr bIns="720000" anchor="ctr"/>
          <a:lstStyle>
            <a:lvl1pPr marL="0" marR="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a:solidFill>
                  <a:schemeClr val="tx2"/>
                </a:solidFill>
              </a:defRPr>
            </a:lvl1pPr>
          </a:lstStyle>
          <a:p>
            <a:pPr marL="0" marR="0" lvl="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a:pPr>
            <a:r>
              <a:rPr lang="en-CA" noProof="0"/>
              <a:t>Click here and add image from Templafy</a:t>
            </a:r>
          </a:p>
        </p:txBody>
      </p:sp>
      <p:sp>
        <p:nvSpPr>
          <p:cNvPr id="2" name="Title 1" descr="{&quot;templafy&quot;:{&quot;id&quot;:&quot;638ca0e6-1c1a-4e7f-b29c-93c847294afc&quot;}}"/>
          <p:cNvSpPr>
            <a:spLocks noGrp="1"/>
          </p:cNvSpPr>
          <p:nvPr>
            <p:ph type="title" hasCustomPrompt="1"/>
          </p:nvPr>
        </p:nvSpPr>
        <p:spPr>
          <a:xfrm>
            <a:off x="648000" y="1062000"/>
            <a:ext cx="5338463" cy="835200"/>
          </a:xfrm>
        </p:spPr>
        <p:txBody>
          <a:bodyPr/>
          <a:lstStyle>
            <a:lvl1pPr>
              <a:defRPr>
                <a:solidFill>
                  <a:schemeClr val="accent1"/>
                </a:solidFill>
              </a:defRPr>
            </a:lvl1pPr>
          </a:lstStyle>
          <a:p>
            <a:r>
              <a:rPr lang="en-CA" noProof="0"/>
              <a:t>Click to add title</a:t>
            </a:r>
          </a:p>
        </p:txBody>
      </p:sp>
      <p:sp>
        <p:nvSpPr>
          <p:cNvPr id="3" name="Content Placeholder 2" descr="{&quot;templafy&quot;:{&quot;id&quot;:&quot;ea20e96a-6366-4b11-bd55-7fc058e7fd47&quot;}}"/>
          <p:cNvSpPr>
            <a:spLocks noGrp="1"/>
          </p:cNvSpPr>
          <p:nvPr>
            <p:ph idx="1" hasCustomPrompt="1"/>
          </p:nvPr>
        </p:nvSpPr>
        <p:spPr>
          <a:xfrm>
            <a:off x="648000" y="2044800"/>
            <a:ext cx="4413600" cy="4161600"/>
          </a:xfrm>
        </p:spPr>
        <p:txBody>
          <a:bodyPr/>
          <a:lstStyle>
            <a:lvl1pPr>
              <a:defRPr/>
            </a:lvl1pPr>
          </a:lstStyle>
          <a:p>
            <a:pPr lvl="0"/>
            <a:r>
              <a:rPr lang="en-CA" noProof="0"/>
              <a:t>Click to add text</a:t>
            </a:r>
          </a:p>
        </p:txBody>
      </p:sp>
      <p:sp>
        <p:nvSpPr>
          <p:cNvPr id="14" name="Text Placeholder 13" descr="{&quot;templafy&quot;:{&quot;id&quot;:&quot;bd081f99-3558-471e-b01b-13b54e57c0b7&quot;}}">
            <a:extLst>
              <a:ext uri="{FF2B5EF4-FFF2-40B4-BE49-F238E27FC236}">
                <a16:creationId xmlns:a16="http://schemas.microsoft.com/office/drawing/2014/main" id="{CD24C3BD-6B68-455D-8BAB-E59F02BA3355}"/>
              </a:ext>
            </a:extLst>
          </p:cNvPr>
          <p:cNvSpPr>
            <a:spLocks noGrp="1"/>
          </p:cNvSpPr>
          <p:nvPr>
            <p:ph type="body" sz="quarter" idx="14" hasCustomPrompt="1"/>
          </p:nvPr>
        </p:nvSpPr>
        <p:spPr>
          <a:xfrm>
            <a:off x="648000" y="6408000"/>
            <a:ext cx="6267600" cy="244800"/>
          </a:xfrm>
        </p:spPr>
        <p:txBody>
          <a:bodyPr/>
          <a:lstStyle>
            <a:lvl1pPr marL="0" indent="0">
              <a:buNone/>
              <a:defRPr sz="800" i="1">
                <a:solidFill>
                  <a:schemeClr val="tx2"/>
                </a:solidFill>
                <a:latin typeface="+mj-lt"/>
              </a:defRPr>
            </a:lvl1pPr>
          </a:lstStyle>
          <a:p>
            <a:pPr lvl="0"/>
            <a:r>
              <a:rPr lang="en-CA" noProof="0"/>
              <a:t>Click to add text</a:t>
            </a:r>
          </a:p>
        </p:txBody>
      </p:sp>
      <p:sp>
        <p:nvSpPr>
          <p:cNvPr id="10" name="Text Placeholder 9" descr="{&quot;templafy&quot;:{&quot;id&quot;:&quot;383d4963-aa9b-45e5-8488-934be5ceb25f&quot;}}">
            <a:extLst>
              <a:ext uri="{FF2B5EF4-FFF2-40B4-BE49-F238E27FC236}">
                <a16:creationId xmlns:a16="http://schemas.microsoft.com/office/drawing/2014/main" id="{6C7EFB78-A8A0-425B-909A-78358980B831}"/>
              </a:ext>
            </a:extLst>
          </p:cNvPr>
          <p:cNvSpPr>
            <a:spLocks noGrp="1"/>
          </p:cNvSpPr>
          <p:nvPr>
            <p:ph type="body" sz="quarter" idx="17"/>
          </p:nvPr>
        </p:nvSpPr>
        <p:spPr>
          <a:xfrm>
            <a:off x="5986462" y="4251600"/>
            <a:ext cx="6206400" cy="1954800"/>
          </a:xfrm>
          <a:solidFill>
            <a:srgbClr val="1C54F3"/>
          </a:solidFill>
        </p:spPr>
        <p:txBody>
          <a:bodyPr lIns="432000" tIns="396000" rIns="648000" bIns="360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CA" noProof="0"/>
              <a:t>Click to add text</a:t>
            </a:r>
          </a:p>
        </p:txBody>
      </p:sp>
      <p:sp>
        <p:nvSpPr>
          <p:cNvPr id="8" name="Footer Placeholder 7">
            <a:extLst>
              <a:ext uri="{FF2B5EF4-FFF2-40B4-BE49-F238E27FC236}">
                <a16:creationId xmlns:a16="http://schemas.microsoft.com/office/drawing/2014/main" id="{64EBE7A6-B567-41BB-8FC5-4D7E50C44BA8}"/>
              </a:ext>
            </a:extLst>
          </p:cNvPr>
          <p:cNvSpPr>
            <a:spLocks noGrp="1"/>
          </p:cNvSpPr>
          <p:nvPr>
            <p:ph type="ftr" sz="quarter" idx="11"/>
          </p:nvPr>
        </p:nvSpPr>
        <p:spPr/>
        <p:txBody>
          <a:bodyPr/>
          <a:lstStyle/>
          <a:p>
            <a:r>
              <a:rPr lang="en-CA" noProof="0"/>
              <a:t>Colliers</a:t>
            </a:r>
          </a:p>
        </p:txBody>
      </p:sp>
      <p:sp>
        <p:nvSpPr>
          <p:cNvPr id="9" name="Slide Number Placeholder 8">
            <a:extLst>
              <a:ext uri="{FF2B5EF4-FFF2-40B4-BE49-F238E27FC236}">
                <a16:creationId xmlns:a16="http://schemas.microsoft.com/office/drawing/2014/main" id="{F4B48C20-C4DC-46ED-A7E0-2854CD88A8CD}"/>
              </a:ext>
            </a:extLst>
          </p:cNvPr>
          <p:cNvSpPr>
            <a:spLocks noGrp="1"/>
          </p:cNvSpPr>
          <p:nvPr>
            <p:ph type="sldNum" sz="quarter" idx="12"/>
          </p:nvPr>
        </p:nvSpPr>
        <p:spPr/>
        <p:txBody>
          <a:bodyPr/>
          <a:lstStyle/>
          <a:p>
            <a:fld id="{23AA811B-2EBD-4900-905E-5BE206449611}" type="slidenum">
              <a:rPr lang="en-CA" noProof="0" smtClean="0"/>
              <a:pPr/>
              <a:t>‹#›</a:t>
            </a:fld>
            <a:endParaRPr lang="en-CA" noProof="0"/>
          </a:p>
        </p:txBody>
      </p:sp>
      <p:sp>
        <p:nvSpPr>
          <p:cNvPr id="4" name="Text Placeholder 10" descr="{&quot;templafy&quot;:{&quot;id&quot;:&quot;378f1f44-4190-4469-ac9b-0a334105e159&quot;}}">
            <a:extLst>
              <a:ext uri="{FF2B5EF4-FFF2-40B4-BE49-F238E27FC236}">
                <a16:creationId xmlns:a16="http://schemas.microsoft.com/office/drawing/2014/main" id="{CF768D87-86A5-808E-3DB8-9F1263A6A104}"/>
              </a:ext>
            </a:extLst>
          </p:cNvPr>
          <p:cNvSpPr>
            <a:spLocks noGrp="1"/>
          </p:cNvSpPr>
          <p:nvPr>
            <p:ph type="body" sz="quarter" idx="13" hasCustomPrompt="1"/>
          </p:nvPr>
        </p:nvSpPr>
        <p:spPr>
          <a:xfrm>
            <a:off x="647525" y="669600"/>
            <a:ext cx="5338463" cy="392400"/>
          </a:xfrm>
        </p:spPr>
        <p:txBody>
          <a:bodyPr/>
          <a:lstStyle>
            <a:lvl1pPr marL="0" indent="0">
              <a:buNone/>
              <a:defRPr sz="1400" spc="300">
                <a:solidFill>
                  <a:schemeClr val="accent5"/>
                </a:solidFill>
                <a:latin typeface="+mn-lt"/>
              </a:defRPr>
            </a:lvl1pPr>
          </a:lstStyle>
          <a:p>
            <a:pPr lvl="0"/>
            <a:r>
              <a:rPr lang="en-CA" noProof="0"/>
              <a:t>Click to add header</a:t>
            </a:r>
          </a:p>
        </p:txBody>
      </p:sp>
    </p:spTree>
    <p:extLst>
      <p:ext uri="{BB962C8B-B14F-4D97-AF65-F5344CB8AC3E}">
        <p14:creationId xmlns:p14="http://schemas.microsoft.com/office/powerpoint/2010/main" val="27552235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and image B">
    <p:spTree>
      <p:nvGrpSpPr>
        <p:cNvPr id="1" name=""/>
        <p:cNvGrpSpPr/>
        <p:nvPr/>
      </p:nvGrpSpPr>
      <p:grpSpPr>
        <a:xfrm>
          <a:off x="0" y="0"/>
          <a:ext cx="0" cy="0"/>
          <a:chOff x="0" y="0"/>
          <a:chExt cx="0" cy="0"/>
        </a:xfrm>
      </p:grpSpPr>
      <p:sp>
        <p:nvSpPr>
          <p:cNvPr id="6" name="Picture Placeholder 5" descr="{&quot;templafy&quot;:{&quot;id&quot;:&quot;cbbf8f86-b7f8-4bf8-ba7f-74117dc116d7&quot;}}">
            <a:extLst>
              <a:ext uri="{FF2B5EF4-FFF2-40B4-BE49-F238E27FC236}">
                <a16:creationId xmlns:a16="http://schemas.microsoft.com/office/drawing/2014/main" id="{10ABF3D8-B17A-48A6-B75D-E2CFABE31CDB}"/>
              </a:ext>
            </a:extLst>
          </p:cNvPr>
          <p:cNvSpPr>
            <a:spLocks noGrp="1"/>
          </p:cNvSpPr>
          <p:nvPr>
            <p:ph type="pic" sz="quarter" idx="16" hasCustomPrompt="1"/>
          </p:nvPr>
        </p:nvSpPr>
        <p:spPr>
          <a:xfrm>
            <a:off x="8055600" y="0"/>
            <a:ext cx="4136400" cy="6858000"/>
          </a:xfrm>
        </p:spPr>
        <p:txBody>
          <a:bodyPr bIns="720000" anchor="ctr"/>
          <a:lstStyle>
            <a:lvl1pPr marL="0" marR="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a:solidFill>
                  <a:schemeClr val="tx2"/>
                </a:solidFill>
              </a:defRPr>
            </a:lvl1pPr>
          </a:lstStyle>
          <a:p>
            <a:pPr marL="0" marR="0" lvl="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a:pPr>
            <a:r>
              <a:rPr lang="en-CA" noProof="0"/>
              <a:t>Click here and add image from Templafy</a:t>
            </a:r>
          </a:p>
        </p:txBody>
      </p:sp>
      <p:sp>
        <p:nvSpPr>
          <p:cNvPr id="2" name="Title 1" descr="{&quot;templafy&quot;:{&quot;id&quot;:&quot;92fcfe13-a209-4a90-b9b7-fd30104be892&quot;}}"/>
          <p:cNvSpPr>
            <a:spLocks noGrp="1"/>
          </p:cNvSpPr>
          <p:nvPr>
            <p:ph type="title" hasCustomPrompt="1"/>
          </p:nvPr>
        </p:nvSpPr>
        <p:spPr>
          <a:xfrm>
            <a:off x="647999" y="1062000"/>
            <a:ext cx="6264000" cy="835200"/>
          </a:xfrm>
        </p:spPr>
        <p:txBody>
          <a:bodyPr/>
          <a:lstStyle>
            <a:lvl1pPr>
              <a:defRPr>
                <a:solidFill>
                  <a:schemeClr val="accent1"/>
                </a:solidFill>
              </a:defRPr>
            </a:lvl1pPr>
          </a:lstStyle>
          <a:p>
            <a:r>
              <a:rPr lang="en-CA" noProof="0"/>
              <a:t>Click to add title</a:t>
            </a:r>
          </a:p>
        </p:txBody>
      </p:sp>
      <p:sp>
        <p:nvSpPr>
          <p:cNvPr id="3" name="Content Placeholder 2" descr="{&quot;templafy&quot;:{&quot;id&quot;:&quot;06588181-1c36-4f02-95ab-59e3d75910b3&quot;}}"/>
          <p:cNvSpPr>
            <a:spLocks noGrp="1"/>
          </p:cNvSpPr>
          <p:nvPr>
            <p:ph idx="1" hasCustomPrompt="1"/>
          </p:nvPr>
        </p:nvSpPr>
        <p:spPr>
          <a:xfrm>
            <a:off x="648000" y="2044800"/>
            <a:ext cx="6264000" cy="4161600"/>
          </a:xfrm>
        </p:spPr>
        <p:txBody>
          <a:bodyPr/>
          <a:lstStyle>
            <a:lvl1pPr>
              <a:defRPr/>
            </a:lvl1pPr>
          </a:lstStyle>
          <a:p>
            <a:pPr lvl="0"/>
            <a:r>
              <a:rPr lang="en-CA" noProof="0"/>
              <a:t>Click to add text</a:t>
            </a:r>
          </a:p>
        </p:txBody>
      </p:sp>
      <p:sp>
        <p:nvSpPr>
          <p:cNvPr id="14" name="Text Placeholder 13" descr="{&quot;templafy&quot;:{&quot;id&quot;:&quot;8bf1de4a-aca4-4ef4-97e3-6def1f7a1e12&quot;}}">
            <a:extLst>
              <a:ext uri="{FF2B5EF4-FFF2-40B4-BE49-F238E27FC236}">
                <a16:creationId xmlns:a16="http://schemas.microsoft.com/office/drawing/2014/main" id="{CD24C3BD-6B68-455D-8BAB-E59F02BA3355}"/>
              </a:ext>
            </a:extLst>
          </p:cNvPr>
          <p:cNvSpPr>
            <a:spLocks noGrp="1"/>
          </p:cNvSpPr>
          <p:nvPr>
            <p:ph type="body" sz="quarter" idx="14" hasCustomPrompt="1"/>
          </p:nvPr>
        </p:nvSpPr>
        <p:spPr>
          <a:xfrm>
            <a:off x="648000" y="6408000"/>
            <a:ext cx="6267600" cy="244800"/>
          </a:xfrm>
        </p:spPr>
        <p:txBody>
          <a:bodyPr/>
          <a:lstStyle>
            <a:lvl1pPr marL="0" indent="0">
              <a:buNone/>
              <a:defRPr sz="800" i="1">
                <a:solidFill>
                  <a:schemeClr val="tx2"/>
                </a:solidFill>
                <a:latin typeface="+mj-lt"/>
              </a:defRPr>
            </a:lvl1pPr>
          </a:lstStyle>
          <a:p>
            <a:pPr lvl="0"/>
            <a:r>
              <a:rPr lang="en-CA" noProof="0"/>
              <a:t>Click to add text</a:t>
            </a:r>
          </a:p>
        </p:txBody>
      </p:sp>
      <p:sp>
        <p:nvSpPr>
          <p:cNvPr id="12" name="Text Placeholder 9" descr="{&quot;templafy&quot;:{&quot;id&quot;:&quot;49981d53-7895-48b5-a351-03d9c5cb0169&quot;}}">
            <a:extLst>
              <a:ext uri="{FF2B5EF4-FFF2-40B4-BE49-F238E27FC236}">
                <a16:creationId xmlns:a16="http://schemas.microsoft.com/office/drawing/2014/main" id="{3A346A15-371C-41B0-A096-79CCC3E99BE4}"/>
              </a:ext>
            </a:extLst>
          </p:cNvPr>
          <p:cNvSpPr>
            <a:spLocks noGrp="1"/>
          </p:cNvSpPr>
          <p:nvPr>
            <p:ph type="body" sz="quarter" idx="17"/>
          </p:nvPr>
        </p:nvSpPr>
        <p:spPr>
          <a:xfrm>
            <a:off x="7839074" y="4251600"/>
            <a:ext cx="4352926" cy="1954800"/>
          </a:xfrm>
          <a:solidFill>
            <a:srgbClr val="1C54F3"/>
          </a:solidFill>
        </p:spPr>
        <p:txBody>
          <a:bodyPr lIns="432000" tIns="396000" rIns="648000" bIns="360000" anchor="ctr"/>
          <a:lstStyle>
            <a:lvl1pPr algn="l">
              <a:defRPr>
                <a:solidFill>
                  <a:schemeClr val="bg1"/>
                </a:solidFill>
              </a:defRPr>
            </a:lvl1pPr>
            <a:lvl2pPr algn="l">
              <a:defRPr>
                <a:solidFill>
                  <a:schemeClr val="bg1"/>
                </a:solidFill>
              </a:defRPr>
            </a:lvl2pPr>
            <a:lvl3pPr algn="l">
              <a:defRPr>
                <a:solidFill>
                  <a:schemeClr val="bg1"/>
                </a:solidFill>
              </a:defRPr>
            </a:lvl3pPr>
            <a:lvl4pPr algn="l">
              <a:defRPr>
                <a:solidFill>
                  <a:schemeClr val="bg1"/>
                </a:solidFill>
              </a:defRPr>
            </a:lvl4pPr>
            <a:lvl5pPr algn="l">
              <a:defRPr>
                <a:solidFill>
                  <a:schemeClr val="bg1"/>
                </a:solidFill>
              </a:defRPr>
            </a:lvl5pPr>
          </a:lstStyle>
          <a:p>
            <a:pPr lvl="0"/>
            <a:r>
              <a:rPr lang="en-CA" noProof="0"/>
              <a:t>Click to add text</a:t>
            </a:r>
          </a:p>
        </p:txBody>
      </p:sp>
      <p:sp>
        <p:nvSpPr>
          <p:cNvPr id="8" name="Footer Placeholder 7">
            <a:extLst>
              <a:ext uri="{FF2B5EF4-FFF2-40B4-BE49-F238E27FC236}">
                <a16:creationId xmlns:a16="http://schemas.microsoft.com/office/drawing/2014/main" id="{64EBE7A6-B567-41BB-8FC5-4D7E50C44BA8}"/>
              </a:ext>
            </a:extLst>
          </p:cNvPr>
          <p:cNvSpPr>
            <a:spLocks noGrp="1"/>
          </p:cNvSpPr>
          <p:nvPr>
            <p:ph type="ftr" sz="quarter" idx="11"/>
          </p:nvPr>
        </p:nvSpPr>
        <p:spPr/>
        <p:txBody>
          <a:bodyPr/>
          <a:lstStyle/>
          <a:p>
            <a:r>
              <a:rPr lang="en-CA" noProof="0"/>
              <a:t>Colliers</a:t>
            </a:r>
          </a:p>
        </p:txBody>
      </p:sp>
      <p:sp>
        <p:nvSpPr>
          <p:cNvPr id="9" name="Slide Number Placeholder 8">
            <a:extLst>
              <a:ext uri="{FF2B5EF4-FFF2-40B4-BE49-F238E27FC236}">
                <a16:creationId xmlns:a16="http://schemas.microsoft.com/office/drawing/2014/main" id="{F4B48C20-C4DC-46ED-A7E0-2854CD88A8CD}"/>
              </a:ext>
            </a:extLst>
          </p:cNvPr>
          <p:cNvSpPr>
            <a:spLocks noGrp="1"/>
          </p:cNvSpPr>
          <p:nvPr>
            <p:ph type="sldNum" sz="quarter" idx="12"/>
          </p:nvPr>
        </p:nvSpPr>
        <p:spPr/>
        <p:txBody>
          <a:bodyPr/>
          <a:lstStyle/>
          <a:p>
            <a:fld id="{23AA811B-2EBD-4900-905E-5BE206449611}" type="slidenum">
              <a:rPr lang="en-CA" noProof="0" smtClean="0"/>
              <a:pPr/>
              <a:t>‹#›</a:t>
            </a:fld>
            <a:endParaRPr lang="en-CA" noProof="0"/>
          </a:p>
        </p:txBody>
      </p:sp>
      <p:sp>
        <p:nvSpPr>
          <p:cNvPr id="4" name="Text Placeholder 10" descr="{&quot;templafy&quot;:{&quot;id&quot;:&quot;b335494a-5708-4422-b6de-dd66ef5aff19&quot;}}">
            <a:extLst>
              <a:ext uri="{FF2B5EF4-FFF2-40B4-BE49-F238E27FC236}">
                <a16:creationId xmlns:a16="http://schemas.microsoft.com/office/drawing/2014/main" id="{A3AB0BCC-06CC-A902-57FE-CB7734106362}"/>
              </a:ext>
            </a:extLst>
          </p:cNvPr>
          <p:cNvSpPr>
            <a:spLocks noGrp="1"/>
          </p:cNvSpPr>
          <p:nvPr>
            <p:ph type="body" sz="quarter" idx="13" hasCustomPrompt="1"/>
          </p:nvPr>
        </p:nvSpPr>
        <p:spPr>
          <a:xfrm>
            <a:off x="647525" y="669600"/>
            <a:ext cx="6264000" cy="392400"/>
          </a:xfrm>
        </p:spPr>
        <p:txBody>
          <a:bodyPr/>
          <a:lstStyle>
            <a:lvl1pPr marL="0" indent="0">
              <a:buNone/>
              <a:defRPr sz="1400" spc="300">
                <a:solidFill>
                  <a:schemeClr val="accent5"/>
                </a:solidFill>
                <a:latin typeface="+mn-lt"/>
              </a:defRPr>
            </a:lvl1pPr>
          </a:lstStyle>
          <a:p>
            <a:pPr lvl="0"/>
            <a:r>
              <a:rPr lang="en-CA" noProof="0"/>
              <a:t>Click to add header</a:t>
            </a:r>
          </a:p>
        </p:txBody>
      </p:sp>
    </p:spTree>
    <p:extLst>
      <p:ext uri="{BB962C8B-B14F-4D97-AF65-F5344CB8AC3E}">
        <p14:creationId xmlns:p14="http://schemas.microsoft.com/office/powerpoint/2010/main" val="24079631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and image C">
    <p:spTree>
      <p:nvGrpSpPr>
        <p:cNvPr id="1" name=""/>
        <p:cNvGrpSpPr/>
        <p:nvPr/>
      </p:nvGrpSpPr>
      <p:grpSpPr>
        <a:xfrm>
          <a:off x="0" y="0"/>
          <a:ext cx="0" cy="0"/>
          <a:chOff x="0" y="0"/>
          <a:chExt cx="0" cy="0"/>
        </a:xfrm>
      </p:grpSpPr>
      <p:sp>
        <p:nvSpPr>
          <p:cNvPr id="6" name="Picture Placeholder 5" descr="{&quot;templafy&quot;:{&quot;id&quot;:&quot;5f06a6da-b565-4d68-8d42-5d26fd1146af&quot;}}">
            <a:extLst>
              <a:ext uri="{FF2B5EF4-FFF2-40B4-BE49-F238E27FC236}">
                <a16:creationId xmlns:a16="http://schemas.microsoft.com/office/drawing/2014/main" id="{10ABF3D8-B17A-48A6-B75D-E2CFABE31CDB}"/>
              </a:ext>
            </a:extLst>
          </p:cNvPr>
          <p:cNvSpPr>
            <a:spLocks noGrp="1"/>
          </p:cNvSpPr>
          <p:nvPr>
            <p:ph type="pic" sz="quarter" idx="16" hasCustomPrompt="1"/>
          </p:nvPr>
        </p:nvSpPr>
        <p:spPr>
          <a:xfrm>
            <a:off x="0" y="0"/>
            <a:ext cx="5061600" cy="6858000"/>
          </a:xfrm>
        </p:spPr>
        <p:txBody>
          <a:bodyPr bIns="720000" anchor="ctr"/>
          <a:lstStyle>
            <a:lvl1pPr marL="0" marR="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a:solidFill>
                  <a:schemeClr val="tx2"/>
                </a:solidFill>
              </a:defRPr>
            </a:lvl1pPr>
          </a:lstStyle>
          <a:p>
            <a:pPr marL="0" marR="0" lvl="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a:pPr>
            <a:r>
              <a:rPr lang="en-CA" noProof="0"/>
              <a:t>Click here and add image from Templafy</a:t>
            </a:r>
          </a:p>
        </p:txBody>
      </p:sp>
      <p:sp>
        <p:nvSpPr>
          <p:cNvPr id="2" name="Title 1" descr="{&quot;templafy&quot;:{&quot;id&quot;:&quot;063e30ec-0808-41e8-bfbb-5ff10d0696fa&quot;}}"/>
          <p:cNvSpPr>
            <a:spLocks noGrp="1"/>
          </p:cNvSpPr>
          <p:nvPr>
            <p:ph type="title" hasCustomPrompt="1"/>
          </p:nvPr>
        </p:nvSpPr>
        <p:spPr>
          <a:xfrm>
            <a:off x="6202799" y="1062000"/>
            <a:ext cx="5338800" cy="835200"/>
          </a:xfrm>
        </p:spPr>
        <p:txBody>
          <a:bodyPr/>
          <a:lstStyle>
            <a:lvl1pPr>
              <a:defRPr>
                <a:solidFill>
                  <a:schemeClr val="accent1"/>
                </a:solidFill>
              </a:defRPr>
            </a:lvl1pPr>
          </a:lstStyle>
          <a:p>
            <a:r>
              <a:rPr lang="en-CA" noProof="0"/>
              <a:t>Click to add title</a:t>
            </a:r>
          </a:p>
        </p:txBody>
      </p:sp>
      <p:sp>
        <p:nvSpPr>
          <p:cNvPr id="3" name="Content Placeholder 2" descr="{&quot;templafy&quot;:{&quot;id&quot;:&quot;793978b2-3cfc-4977-8876-5a4538f49a90&quot;}}"/>
          <p:cNvSpPr>
            <a:spLocks noGrp="1"/>
          </p:cNvSpPr>
          <p:nvPr>
            <p:ph idx="1" hasCustomPrompt="1"/>
          </p:nvPr>
        </p:nvSpPr>
        <p:spPr>
          <a:xfrm>
            <a:off x="6202800" y="2044800"/>
            <a:ext cx="5338800" cy="4161600"/>
          </a:xfrm>
        </p:spPr>
        <p:txBody>
          <a:bodyPr/>
          <a:lstStyle>
            <a:lvl1pPr>
              <a:defRPr/>
            </a:lvl1pPr>
          </a:lstStyle>
          <a:p>
            <a:pPr lvl="0"/>
            <a:r>
              <a:rPr lang="en-CA" noProof="0"/>
              <a:t>Click to add text</a:t>
            </a:r>
          </a:p>
        </p:txBody>
      </p:sp>
      <p:sp>
        <p:nvSpPr>
          <p:cNvPr id="14" name="Text Placeholder 13" descr="{&quot;templafy&quot;:{&quot;id&quot;:&quot;6da4af68-0c8b-47b2-ba95-83e0b5d303f5&quot;}}">
            <a:extLst>
              <a:ext uri="{FF2B5EF4-FFF2-40B4-BE49-F238E27FC236}">
                <a16:creationId xmlns:a16="http://schemas.microsoft.com/office/drawing/2014/main" id="{CD24C3BD-6B68-455D-8BAB-E59F02BA3355}"/>
              </a:ext>
            </a:extLst>
          </p:cNvPr>
          <p:cNvSpPr>
            <a:spLocks noGrp="1"/>
          </p:cNvSpPr>
          <p:nvPr>
            <p:ph type="body" sz="quarter" idx="14" hasCustomPrompt="1"/>
          </p:nvPr>
        </p:nvSpPr>
        <p:spPr>
          <a:xfrm>
            <a:off x="648000" y="6408000"/>
            <a:ext cx="3487438" cy="244800"/>
          </a:xfrm>
        </p:spPr>
        <p:txBody>
          <a:bodyPr/>
          <a:lstStyle>
            <a:lvl1pPr marL="0" indent="0">
              <a:buNone/>
              <a:defRPr sz="800" i="1">
                <a:solidFill>
                  <a:schemeClr val="tx2"/>
                </a:solidFill>
                <a:latin typeface="+mj-lt"/>
              </a:defRPr>
            </a:lvl1pPr>
          </a:lstStyle>
          <a:p>
            <a:pPr lvl="0"/>
            <a:r>
              <a:rPr lang="en-CA" noProof="0"/>
              <a:t>Click to add text</a:t>
            </a:r>
          </a:p>
        </p:txBody>
      </p:sp>
      <p:sp>
        <p:nvSpPr>
          <p:cNvPr id="8" name="Footer Placeholder 7">
            <a:extLst>
              <a:ext uri="{FF2B5EF4-FFF2-40B4-BE49-F238E27FC236}">
                <a16:creationId xmlns:a16="http://schemas.microsoft.com/office/drawing/2014/main" id="{64EBE7A6-B567-41BB-8FC5-4D7E50C44BA8}"/>
              </a:ext>
            </a:extLst>
          </p:cNvPr>
          <p:cNvSpPr>
            <a:spLocks noGrp="1"/>
          </p:cNvSpPr>
          <p:nvPr>
            <p:ph type="ftr" sz="quarter" idx="11"/>
          </p:nvPr>
        </p:nvSpPr>
        <p:spPr/>
        <p:txBody>
          <a:bodyPr/>
          <a:lstStyle/>
          <a:p>
            <a:r>
              <a:rPr lang="en-CA" noProof="0"/>
              <a:t>Colliers</a:t>
            </a:r>
          </a:p>
        </p:txBody>
      </p:sp>
      <p:sp>
        <p:nvSpPr>
          <p:cNvPr id="9" name="Slide Number Placeholder 8">
            <a:extLst>
              <a:ext uri="{FF2B5EF4-FFF2-40B4-BE49-F238E27FC236}">
                <a16:creationId xmlns:a16="http://schemas.microsoft.com/office/drawing/2014/main" id="{F4B48C20-C4DC-46ED-A7E0-2854CD88A8CD}"/>
              </a:ext>
            </a:extLst>
          </p:cNvPr>
          <p:cNvSpPr>
            <a:spLocks noGrp="1"/>
          </p:cNvSpPr>
          <p:nvPr>
            <p:ph type="sldNum" sz="quarter" idx="12"/>
          </p:nvPr>
        </p:nvSpPr>
        <p:spPr/>
        <p:txBody>
          <a:bodyPr/>
          <a:lstStyle/>
          <a:p>
            <a:fld id="{23AA811B-2EBD-4900-905E-5BE206449611}" type="slidenum">
              <a:rPr lang="en-CA" noProof="0" smtClean="0"/>
              <a:pPr/>
              <a:t>‹#›</a:t>
            </a:fld>
            <a:endParaRPr lang="en-CA" noProof="0"/>
          </a:p>
        </p:txBody>
      </p:sp>
      <p:sp>
        <p:nvSpPr>
          <p:cNvPr id="5" name="Content Placeholder 4" descr="{&quot;templafy&quot;:{&quot;id&quot;:&quot;32881405-7651-4883-86c0-aadf794b362e&quot;}}">
            <a:extLst>
              <a:ext uri="{FF2B5EF4-FFF2-40B4-BE49-F238E27FC236}">
                <a16:creationId xmlns:a16="http://schemas.microsoft.com/office/drawing/2014/main" id="{DD9AB3A2-4DAB-4225-9E04-C68302BDBFE1}"/>
              </a:ext>
            </a:extLst>
          </p:cNvPr>
          <p:cNvSpPr>
            <a:spLocks noGrp="1"/>
          </p:cNvSpPr>
          <p:nvPr>
            <p:ph sz="quarter" idx="15" hasCustomPrompt="1"/>
          </p:nvPr>
        </p:nvSpPr>
        <p:spPr>
          <a:xfrm>
            <a:off x="0" y="658800"/>
            <a:ext cx="5277600" cy="1962000"/>
          </a:xfrm>
          <a:solidFill>
            <a:srgbClr val="1C54F3"/>
          </a:solidFill>
        </p:spPr>
        <p:txBody>
          <a:bodyPr lIns="432000" tIns="396000" rIns="648000" bIns="360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CA" noProof="0"/>
              <a:t>Click to add text</a:t>
            </a:r>
          </a:p>
        </p:txBody>
      </p:sp>
      <p:sp>
        <p:nvSpPr>
          <p:cNvPr id="4" name="Text Placeholder 10" descr="{&quot;templafy&quot;:{&quot;id&quot;:&quot;72c0c5cf-6fc4-423c-ab10-55f3d69bbe5e&quot;}}">
            <a:extLst>
              <a:ext uri="{FF2B5EF4-FFF2-40B4-BE49-F238E27FC236}">
                <a16:creationId xmlns:a16="http://schemas.microsoft.com/office/drawing/2014/main" id="{B13578B4-3C69-9BC8-F3F1-CEE5FE4828E6}"/>
              </a:ext>
            </a:extLst>
          </p:cNvPr>
          <p:cNvSpPr>
            <a:spLocks noGrp="1"/>
          </p:cNvSpPr>
          <p:nvPr>
            <p:ph type="body" sz="quarter" idx="13" hasCustomPrompt="1"/>
          </p:nvPr>
        </p:nvSpPr>
        <p:spPr>
          <a:xfrm>
            <a:off x="6203136" y="669600"/>
            <a:ext cx="5338463" cy="392400"/>
          </a:xfrm>
        </p:spPr>
        <p:txBody>
          <a:bodyPr/>
          <a:lstStyle>
            <a:lvl1pPr marL="0" indent="0">
              <a:buNone/>
              <a:defRPr sz="1400" spc="300">
                <a:solidFill>
                  <a:schemeClr val="accent5"/>
                </a:solidFill>
                <a:latin typeface="+mn-lt"/>
              </a:defRPr>
            </a:lvl1pPr>
          </a:lstStyle>
          <a:p>
            <a:pPr lvl="0"/>
            <a:r>
              <a:rPr lang="en-CA" noProof="0"/>
              <a:t>Click to add header</a:t>
            </a:r>
          </a:p>
        </p:txBody>
      </p:sp>
    </p:spTree>
    <p:extLst>
      <p:ext uri="{BB962C8B-B14F-4D97-AF65-F5344CB8AC3E}">
        <p14:creationId xmlns:p14="http://schemas.microsoft.com/office/powerpoint/2010/main" val="35895351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and image D">
    <p:spTree>
      <p:nvGrpSpPr>
        <p:cNvPr id="1" name=""/>
        <p:cNvGrpSpPr/>
        <p:nvPr/>
      </p:nvGrpSpPr>
      <p:grpSpPr>
        <a:xfrm>
          <a:off x="0" y="0"/>
          <a:ext cx="0" cy="0"/>
          <a:chOff x="0" y="0"/>
          <a:chExt cx="0" cy="0"/>
        </a:xfrm>
      </p:grpSpPr>
      <p:sp>
        <p:nvSpPr>
          <p:cNvPr id="6" name="Picture Placeholder 5" descr="{&quot;templafy&quot;:{&quot;id&quot;:&quot;5e3c0250-0a18-4880-8366-84734dd611f0&quot;}}">
            <a:extLst>
              <a:ext uri="{FF2B5EF4-FFF2-40B4-BE49-F238E27FC236}">
                <a16:creationId xmlns:a16="http://schemas.microsoft.com/office/drawing/2014/main" id="{10ABF3D8-B17A-48A6-B75D-E2CFABE31CDB}"/>
              </a:ext>
            </a:extLst>
          </p:cNvPr>
          <p:cNvSpPr>
            <a:spLocks noGrp="1"/>
          </p:cNvSpPr>
          <p:nvPr>
            <p:ph type="pic" sz="quarter" idx="16" hasCustomPrompt="1"/>
          </p:nvPr>
        </p:nvSpPr>
        <p:spPr>
          <a:xfrm>
            <a:off x="0" y="0"/>
            <a:ext cx="5990400" cy="6858000"/>
          </a:xfrm>
        </p:spPr>
        <p:txBody>
          <a:bodyPr bIns="720000" anchor="ctr"/>
          <a:lstStyle>
            <a:lvl1pPr marL="0" marR="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a:solidFill>
                  <a:schemeClr val="tx2"/>
                </a:solidFill>
              </a:defRPr>
            </a:lvl1pPr>
          </a:lstStyle>
          <a:p>
            <a:pPr marL="0" marR="0" lvl="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a:pPr>
            <a:r>
              <a:rPr lang="en-CA" noProof="0"/>
              <a:t>Click here and add image from Templafy</a:t>
            </a:r>
          </a:p>
        </p:txBody>
      </p:sp>
      <p:sp>
        <p:nvSpPr>
          <p:cNvPr id="2" name="Title 1" descr="{&quot;templafy&quot;:{&quot;id&quot;:&quot;e40128ab-ff65-47f4-8081-e74f84686f9c&quot;}}"/>
          <p:cNvSpPr>
            <a:spLocks noGrp="1"/>
          </p:cNvSpPr>
          <p:nvPr>
            <p:ph type="title" hasCustomPrompt="1"/>
          </p:nvPr>
        </p:nvSpPr>
        <p:spPr>
          <a:xfrm>
            <a:off x="7128000" y="1062000"/>
            <a:ext cx="4413600" cy="835200"/>
          </a:xfrm>
        </p:spPr>
        <p:txBody>
          <a:bodyPr/>
          <a:lstStyle>
            <a:lvl1pPr>
              <a:defRPr>
                <a:solidFill>
                  <a:schemeClr val="accent1"/>
                </a:solidFill>
              </a:defRPr>
            </a:lvl1pPr>
          </a:lstStyle>
          <a:p>
            <a:r>
              <a:rPr lang="en-CA" noProof="0"/>
              <a:t>Click to add title</a:t>
            </a:r>
          </a:p>
        </p:txBody>
      </p:sp>
      <p:sp>
        <p:nvSpPr>
          <p:cNvPr id="3" name="Content Placeholder 2" descr="{&quot;templafy&quot;:{&quot;id&quot;:&quot;8aa3d6da-723b-4775-aec0-dc622e3598c7&quot;}}"/>
          <p:cNvSpPr>
            <a:spLocks noGrp="1"/>
          </p:cNvSpPr>
          <p:nvPr>
            <p:ph idx="1" hasCustomPrompt="1"/>
          </p:nvPr>
        </p:nvSpPr>
        <p:spPr>
          <a:xfrm>
            <a:off x="7128000" y="2044800"/>
            <a:ext cx="4413600" cy="4161600"/>
          </a:xfrm>
        </p:spPr>
        <p:txBody>
          <a:bodyPr/>
          <a:lstStyle>
            <a:lvl1pPr>
              <a:defRPr/>
            </a:lvl1pPr>
          </a:lstStyle>
          <a:p>
            <a:pPr lvl="0"/>
            <a:r>
              <a:rPr lang="en-CA" noProof="0"/>
              <a:t>Click to add text</a:t>
            </a:r>
          </a:p>
        </p:txBody>
      </p:sp>
      <p:sp>
        <p:nvSpPr>
          <p:cNvPr id="14" name="Text Placeholder 13" descr="{&quot;templafy&quot;:{&quot;id&quot;:&quot;abd9e21e-12a5-43a8-b188-fcbbd883f295&quot;}}">
            <a:extLst>
              <a:ext uri="{FF2B5EF4-FFF2-40B4-BE49-F238E27FC236}">
                <a16:creationId xmlns:a16="http://schemas.microsoft.com/office/drawing/2014/main" id="{CD24C3BD-6B68-455D-8BAB-E59F02BA3355}"/>
              </a:ext>
            </a:extLst>
          </p:cNvPr>
          <p:cNvSpPr>
            <a:spLocks noGrp="1"/>
          </p:cNvSpPr>
          <p:nvPr>
            <p:ph type="body" sz="quarter" idx="14" hasCustomPrompt="1"/>
          </p:nvPr>
        </p:nvSpPr>
        <p:spPr>
          <a:xfrm>
            <a:off x="648000" y="6408000"/>
            <a:ext cx="3487438" cy="244800"/>
          </a:xfrm>
        </p:spPr>
        <p:txBody>
          <a:bodyPr/>
          <a:lstStyle>
            <a:lvl1pPr marL="0" indent="0">
              <a:buNone/>
              <a:defRPr sz="800" i="1">
                <a:solidFill>
                  <a:schemeClr val="tx2"/>
                </a:solidFill>
                <a:latin typeface="+mj-lt"/>
              </a:defRPr>
            </a:lvl1pPr>
          </a:lstStyle>
          <a:p>
            <a:pPr lvl="0"/>
            <a:r>
              <a:rPr lang="en-CA" noProof="0"/>
              <a:t>Click to add text</a:t>
            </a:r>
          </a:p>
        </p:txBody>
      </p:sp>
      <p:sp>
        <p:nvSpPr>
          <p:cNvPr id="8" name="Footer Placeholder 7">
            <a:extLst>
              <a:ext uri="{FF2B5EF4-FFF2-40B4-BE49-F238E27FC236}">
                <a16:creationId xmlns:a16="http://schemas.microsoft.com/office/drawing/2014/main" id="{64EBE7A6-B567-41BB-8FC5-4D7E50C44BA8}"/>
              </a:ext>
            </a:extLst>
          </p:cNvPr>
          <p:cNvSpPr>
            <a:spLocks noGrp="1"/>
          </p:cNvSpPr>
          <p:nvPr>
            <p:ph type="ftr" sz="quarter" idx="11"/>
          </p:nvPr>
        </p:nvSpPr>
        <p:spPr/>
        <p:txBody>
          <a:bodyPr/>
          <a:lstStyle/>
          <a:p>
            <a:r>
              <a:rPr lang="en-CA" noProof="0"/>
              <a:t>Colliers</a:t>
            </a:r>
          </a:p>
        </p:txBody>
      </p:sp>
      <p:sp>
        <p:nvSpPr>
          <p:cNvPr id="9" name="Slide Number Placeholder 8">
            <a:extLst>
              <a:ext uri="{FF2B5EF4-FFF2-40B4-BE49-F238E27FC236}">
                <a16:creationId xmlns:a16="http://schemas.microsoft.com/office/drawing/2014/main" id="{F4B48C20-C4DC-46ED-A7E0-2854CD88A8CD}"/>
              </a:ext>
            </a:extLst>
          </p:cNvPr>
          <p:cNvSpPr>
            <a:spLocks noGrp="1"/>
          </p:cNvSpPr>
          <p:nvPr>
            <p:ph type="sldNum" sz="quarter" idx="12"/>
          </p:nvPr>
        </p:nvSpPr>
        <p:spPr>
          <a:xfrm>
            <a:off x="11167200" y="248400"/>
            <a:ext cx="374400" cy="180000"/>
          </a:xfrm>
        </p:spPr>
        <p:txBody>
          <a:bodyPr/>
          <a:lstStyle/>
          <a:p>
            <a:fld id="{23AA811B-2EBD-4900-905E-5BE206449611}" type="slidenum">
              <a:rPr lang="en-CA" noProof="0" smtClean="0"/>
              <a:pPr/>
              <a:t>‹#›</a:t>
            </a:fld>
            <a:endParaRPr lang="en-CA" noProof="0"/>
          </a:p>
        </p:txBody>
      </p:sp>
      <p:sp>
        <p:nvSpPr>
          <p:cNvPr id="5" name="Content Placeholder 4" descr="{&quot;templafy&quot;:{&quot;id&quot;:&quot;1b429bfe-b409-401e-8a39-c9cc39834cb2&quot;}}">
            <a:extLst>
              <a:ext uri="{FF2B5EF4-FFF2-40B4-BE49-F238E27FC236}">
                <a16:creationId xmlns:a16="http://schemas.microsoft.com/office/drawing/2014/main" id="{DD9AB3A2-4DAB-4225-9E04-C68302BDBFE1}"/>
              </a:ext>
            </a:extLst>
          </p:cNvPr>
          <p:cNvSpPr>
            <a:spLocks noGrp="1"/>
          </p:cNvSpPr>
          <p:nvPr>
            <p:ph sz="quarter" idx="15" hasCustomPrompt="1"/>
          </p:nvPr>
        </p:nvSpPr>
        <p:spPr>
          <a:xfrm>
            <a:off x="0" y="658800"/>
            <a:ext cx="6202800" cy="1962000"/>
          </a:xfrm>
          <a:solidFill>
            <a:srgbClr val="1C54F3"/>
          </a:solidFill>
        </p:spPr>
        <p:txBody>
          <a:bodyPr lIns="432000" tIns="396000" rIns="648000" bIns="360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CA" noProof="0"/>
              <a:t>Click to add text</a:t>
            </a:r>
          </a:p>
        </p:txBody>
      </p:sp>
      <p:sp>
        <p:nvSpPr>
          <p:cNvPr id="4" name="Text Placeholder 10" descr="{&quot;templafy&quot;:{&quot;id&quot;:&quot;af9687d7-0493-4b63-af68-6af262470cab&quot;}}">
            <a:extLst>
              <a:ext uri="{FF2B5EF4-FFF2-40B4-BE49-F238E27FC236}">
                <a16:creationId xmlns:a16="http://schemas.microsoft.com/office/drawing/2014/main" id="{1178C311-7959-C15D-7735-C3AB836F4133}"/>
              </a:ext>
            </a:extLst>
          </p:cNvPr>
          <p:cNvSpPr>
            <a:spLocks noGrp="1"/>
          </p:cNvSpPr>
          <p:nvPr>
            <p:ph type="body" sz="quarter" idx="13" hasCustomPrompt="1"/>
          </p:nvPr>
        </p:nvSpPr>
        <p:spPr>
          <a:xfrm>
            <a:off x="7127999" y="669600"/>
            <a:ext cx="4413600" cy="392400"/>
          </a:xfrm>
        </p:spPr>
        <p:txBody>
          <a:bodyPr/>
          <a:lstStyle>
            <a:lvl1pPr marL="0" indent="0">
              <a:buNone/>
              <a:defRPr sz="1400" spc="300">
                <a:solidFill>
                  <a:schemeClr val="accent5"/>
                </a:solidFill>
                <a:latin typeface="+mn-lt"/>
              </a:defRPr>
            </a:lvl1pPr>
          </a:lstStyle>
          <a:p>
            <a:pPr lvl="0"/>
            <a:r>
              <a:rPr lang="en-CA" noProof="0"/>
              <a:t>Click to add header</a:t>
            </a:r>
          </a:p>
        </p:txBody>
      </p:sp>
    </p:spTree>
    <p:extLst>
      <p:ext uri="{BB962C8B-B14F-4D97-AF65-F5344CB8AC3E}">
        <p14:creationId xmlns:p14="http://schemas.microsoft.com/office/powerpoint/2010/main" val="5088396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Content (no sub)">
    <p:spTree>
      <p:nvGrpSpPr>
        <p:cNvPr id="1" name=""/>
        <p:cNvGrpSpPr/>
        <p:nvPr/>
      </p:nvGrpSpPr>
      <p:grpSpPr>
        <a:xfrm>
          <a:off x="0" y="0"/>
          <a:ext cx="0" cy="0"/>
          <a:chOff x="0" y="0"/>
          <a:chExt cx="0" cy="0"/>
        </a:xfrm>
      </p:grpSpPr>
      <p:sp>
        <p:nvSpPr>
          <p:cNvPr id="2" name="Title 1" descr="{&quot;templafy&quot;:{&quot;id&quot;:&quot;7fbca560-4230-4265-b547-b711bcf08cd2&quot;}}"/>
          <p:cNvSpPr>
            <a:spLocks noGrp="1"/>
          </p:cNvSpPr>
          <p:nvPr>
            <p:ph type="title" hasCustomPrompt="1"/>
          </p:nvPr>
        </p:nvSpPr>
        <p:spPr/>
        <p:txBody>
          <a:bodyPr/>
          <a:lstStyle>
            <a:lvl1pPr>
              <a:defRPr>
                <a:solidFill>
                  <a:schemeClr val="accent1"/>
                </a:solidFill>
              </a:defRPr>
            </a:lvl1pPr>
          </a:lstStyle>
          <a:p>
            <a:r>
              <a:rPr lang="en-CA" noProof="0"/>
              <a:t>Click to add title</a:t>
            </a:r>
          </a:p>
        </p:txBody>
      </p:sp>
      <p:sp>
        <p:nvSpPr>
          <p:cNvPr id="3" name="Content Placeholder 2" descr="{&quot;templafy&quot;:{&quot;id&quot;:&quot;da964f6a-b0db-4878-8465-4cdf1e779942&quot;}}"/>
          <p:cNvSpPr>
            <a:spLocks noGrp="1"/>
          </p:cNvSpPr>
          <p:nvPr>
            <p:ph idx="1" hasCustomPrompt="1"/>
          </p:nvPr>
        </p:nvSpPr>
        <p:spPr/>
        <p:txBody>
          <a:bodyPr/>
          <a:lstStyle>
            <a:lvl1pPr>
              <a:defRPr/>
            </a:lvl1pPr>
          </a:lstStyle>
          <a:p>
            <a:pPr lvl="0"/>
            <a:r>
              <a:rPr lang="en-CA" noProof="0"/>
              <a:t>Click to add text</a:t>
            </a:r>
          </a:p>
        </p:txBody>
      </p:sp>
      <p:sp>
        <p:nvSpPr>
          <p:cNvPr id="14" name="Text Placeholder 13" descr="{&quot;templafy&quot;:{&quot;id&quot;:&quot;8b49fdbe-9acc-48cc-96f7-0cb2629b9371&quot;}}">
            <a:extLst>
              <a:ext uri="{FF2B5EF4-FFF2-40B4-BE49-F238E27FC236}">
                <a16:creationId xmlns:a16="http://schemas.microsoft.com/office/drawing/2014/main" id="{CD24C3BD-6B68-455D-8BAB-E59F02BA3355}"/>
              </a:ext>
            </a:extLst>
          </p:cNvPr>
          <p:cNvSpPr>
            <a:spLocks noGrp="1"/>
          </p:cNvSpPr>
          <p:nvPr>
            <p:ph type="body" sz="quarter" idx="14" hasCustomPrompt="1"/>
          </p:nvPr>
        </p:nvSpPr>
        <p:spPr>
          <a:xfrm>
            <a:off x="648000" y="6408000"/>
            <a:ext cx="6267600" cy="244800"/>
          </a:xfrm>
        </p:spPr>
        <p:txBody>
          <a:bodyPr/>
          <a:lstStyle>
            <a:lvl1pPr marL="0" indent="0">
              <a:buNone/>
              <a:defRPr sz="800" i="1">
                <a:solidFill>
                  <a:schemeClr val="tx2"/>
                </a:solidFill>
                <a:latin typeface="+mj-lt"/>
              </a:defRPr>
            </a:lvl1pPr>
          </a:lstStyle>
          <a:p>
            <a:pPr lvl="0"/>
            <a:r>
              <a:rPr lang="en-CA" noProof="0"/>
              <a:t>Click to add text</a:t>
            </a:r>
          </a:p>
        </p:txBody>
      </p:sp>
      <p:sp>
        <p:nvSpPr>
          <p:cNvPr id="8" name="Footer Placeholder 7">
            <a:extLst>
              <a:ext uri="{FF2B5EF4-FFF2-40B4-BE49-F238E27FC236}">
                <a16:creationId xmlns:a16="http://schemas.microsoft.com/office/drawing/2014/main" id="{64EBE7A6-B567-41BB-8FC5-4D7E50C44BA8}"/>
              </a:ext>
            </a:extLst>
          </p:cNvPr>
          <p:cNvSpPr>
            <a:spLocks noGrp="1"/>
          </p:cNvSpPr>
          <p:nvPr>
            <p:ph type="ftr" sz="quarter" idx="11"/>
          </p:nvPr>
        </p:nvSpPr>
        <p:spPr/>
        <p:txBody>
          <a:bodyPr/>
          <a:lstStyle/>
          <a:p>
            <a:r>
              <a:rPr lang="en-CA" noProof="0"/>
              <a:t>Colliers</a:t>
            </a:r>
          </a:p>
        </p:txBody>
      </p:sp>
      <p:sp>
        <p:nvSpPr>
          <p:cNvPr id="9" name="Slide Number Placeholder 8">
            <a:extLst>
              <a:ext uri="{FF2B5EF4-FFF2-40B4-BE49-F238E27FC236}">
                <a16:creationId xmlns:a16="http://schemas.microsoft.com/office/drawing/2014/main" id="{F4B48C20-C4DC-46ED-A7E0-2854CD88A8CD}"/>
              </a:ext>
            </a:extLst>
          </p:cNvPr>
          <p:cNvSpPr>
            <a:spLocks noGrp="1"/>
          </p:cNvSpPr>
          <p:nvPr>
            <p:ph type="sldNum" sz="quarter" idx="12"/>
          </p:nvPr>
        </p:nvSpPr>
        <p:spPr/>
        <p:txBody>
          <a:bodyPr/>
          <a:lstStyle/>
          <a:p>
            <a:fld id="{23AA811B-2EBD-4900-905E-5BE206449611}" type="slidenum">
              <a:rPr lang="en-CA" noProof="0" smtClean="0"/>
              <a:pPr/>
              <a:t>‹#›</a:t>
            </a:fld>
            <a:endParaRPr lang="en-CA" noProof="0"/>
          </a:p>
        </p:txBody>
      </p:sp>
    </p:spTree>
    <p:extLst>
      <p:ext uri="{BB962C8B-B14F-4D97-AF65-F5344CB8AC3E}">
        <p14:creationId xmlns:p14="http://schemas.microsoft.com/office/powerpoint/2010/main" val="42014274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descr="{&quot;templafy&quot;:{&quot;id&quot;:&quot;7d4f2a0e-4774-40a6-b62a-5e6a1047622e&quot;}}"/>
          <p:cNvSpPr>
            <a:spLocks noGrp="1"/>
          </p:cNvSpPr>
          <p:nvPr>
            <p:ph type="title" hasCustomPrompt="1"/>
          </p:nvPr>
        </p:nvSpPr>
        <p:spPr/>
        <p:txBody>
          <a:bodyPr/>
          <a:lstStyle>
            <a:lvl1pPr>
              <a:defRPr>
                <a:solidFill>
                  <a:schemeClr val="accent1"/>
                </a:solidFill>
              </a:defRPr>
            </a:lvl1pPr>
          </a:lstStyle>
          <a:p>
            <a:r>
              <a:rPr lang="en-CA" noProof="0"/>
              <a:t>Click to add title</a:t>
            </a:r>
          </a:p>
        </p:txBody>
      </p:sp>
      <p:sp>
        <p:nvSpPr>
          <p:cNvPr id="7" name="Footer Placeholder 6">
            <a:extLst>
              <a:ext uri="{FF2B5EF4-FFF2-40B4-BE49-F238E27FC236}">
                <a16:creationId xmlns:a16="http://schemas.microsoft.com/office/drawing/2014/main" id="{79E05B47-2799-4F24-BE0A-4FE972C0E03E}"/>
              </a:ext>
            </a:extLst>
          </p:cNvPr>
          <p:cNvSpPr>
            <a:spLocks noGrp="1"/>
          </p:cNvSpPr>
          <p:nvPr>
            <p:ph type="ftr" sz="quarter" idx="11"/>
          </p:nvPr>
        </p:nvSpPr>
        <p:spPr/>
        <p:txBody>
          <a:bodyPr/>
          <a:lstStyle/>
          <a:p>
            <a:r>
              <a:rPr lang="en-CA" noProof="0"/>
              <a:t>Colliers</a:t>
            </a:r>
          </a:p>
        </p:txBody>
      </p:sp>
      <p:sp>
        <p:nvSpPr>
          <p:cNvPr id="8" name="Slide Number Placeholder 7">
            <a:extLst>
              <a:ext uri="{FF2B5EF4-FFF2-40B4-BE49-F238E27FC236}">
                <a16:creationId xmlns:a16="http://schemas.microsoft.com/office/drawing/2014/main" id="{41F7DC19-0DD8-4930-A227-ED70FE4E49D3}"/>
              </a:ext>
            </a:extLst>
          </p:cNvPr>
          <p:cNvSpPr>
            <a:spLocks noGrp="1"/>
          </p:cNvSpPr>
          <p:nvPr>
            <p:ph type="sldNum" sz="quarter" idx="12"/>
          </p:nvPr>
        </p:nvSpPr>
        <p:spPr/>
        <p:txBody>
          <a:bodyPr/>
          <a:lstStyle/>
          <a:p>
            <a:fld id="{23AA811B-2EBD-4900-905E-5BE206449611}" type="slidenum">
              <a:rPr lang="en-CA" noProof="0" smtClean="0"/>
              <a:pPr/>
              <a:t>‹#›</a:t>
            </a:fld>
            <a:endParaRPr lang="en-CA" noProof="0"/>
          </a:p>
        </p:txBody>
      </p:sp>
    </p:spTree>
    <p:extLst>
      <p:ext uri="{BB962C8B-B14F-4D97-AF65-F5344CB8AC3E}">
        <p14:creationId xmlns:p14="http://schemas.microsoft.com/office/powerpoint/2010/main" val="18841950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0BD0A6F2-33B9-468B-8C33-5C911B4BB8BE}"/>
              </a:ext>
            </a:extLst>
          </p:cNvPr>
          <p:cNvSpPr>
            <a:spLocks noGrp="1"/>
          </p:cNvSpPr>
          <p:nvPr>
            <p:ph type="ftr" sz="quarter" idx="11"/>
          </p:nvPr>
        </p:nvSpPr>
        <p:spPr/>
        <p:txBody>
          <a:bodyPr/>
          <a:lstStyle/>
          <a:p>
            <a:r>
              <a:rPr lang="en-CA" noProof="0"/>
              <a:t>Colliers</a:t>
            </a:r>
          </a:p>
        </p:txBody>
      </p:sp>
      <p:sp>
        <p:nvSpPr>
          <p:cNvPr id="7" name="Slide Number Placeholder 6">
            <a:extLst>
              <a:ext uri="{FF2B5EF4-FFF2-40B4-BE49-F238E27FC236}">
                <a16:creationId xmlns:a16="http://schemas.microsoft.com/office/drawing/2014/main" id="{6B2FDCF0-F248-4239-8E0C-3CE19B47CBD3}"/>
              </a:ext>
            </a:extLst>
          </p:cNvPr>
          <p:cNvSpPr>
            <a:spLocks noGrp="1"/>
          </p:cNvSpPr>
          <p:nvPr>
            <p:ph type="sldNum" sz="quarter" idx="12"/>
          </p:nvPr>
        </p:nvSpPr>
        <p:spPr/>
        <p:txBody>
          <a:bodyPr/>
          <a:lstStyle/>
          <a:p>
            <a:fld id="{23AA811B-2EBD-4900-905E-5BE206449611}" type="slidenum">
              <a:rPr lang="en-CA" noProof="0" smtClean="0"/>
              <a:pPr/>
              <a:t>‹#›</a:t>
            </a:fld>
            <a:endParaRPr lang="en-CA" noProof="0"/>
          </a:p>
        </p:txBody>
      </p:sp>
    </p:spTree>
    <p:extLst>
      <p:ext uri="{BB962C8B-B14F-4D97-AF65-F5344CB8AC3E}">
        <p14:creationId xmlns:p14="http://schemas.microsoft.com/office/powerpoint/2010/main" val="40220507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Quote A">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8C45125-9950-48C5-BE2B-5A54D7E1387B}"/>
              </a:ext>
            </a:extLst>
          </p:cNvPr>
          <p:cNvSpPr txBox="1"/>
          <p:nvPr userDrawn="1"/>
        </p:nvSpPr>
        <p:spPr>
          <a:xfrm>
            <a:off x="647700" y="89982"/>
            <a:ext cx="3868254" cy="3062377"/>
          </a:xfrm>
          <a:prstGeom prst="rect">
            <a:avLst/>
          </a:prstGeom>
          <a:noFill/>
        </p:spPr>
        <p:txBody>
          <a:bodyPr wrap="square" lIns="0" tIns="0" rIns="0" bIns="0" rtlCol="0">
            <a:spAutoFit/>
          </a:bodyPr>
          <a:lstStyle/>
          <a:p>
            <a:r>
              <a:rPr lang="en-CA" sz="19900" noProof="0">
                <a:solidFill>
                  <a:schemeClr val="accent1"/>
                </a:solidFill>
              </a:rPr>
              <a:t>“</a:t>
            </a:r>
          </a:p>
        </p:txBody>
      </p:sp>
      <p:sp>
        <p:nvSpPr>
          <p:cNvPr id="2" name="Title 1" descr="{&quot;templafy&quot;:{&quot;id&quot;:&quot;b33cb07d-3c13-43f7-81cd-b55b873709b8&quot;}}"/>
          <p:cNvSpPr>
            <a:spLocks noGrp="1"/>
          </p:cNvSpPr>
          <p:nvPr>
            <p:ph type="title" hasCustomPrompt="1"/>
          </p:nvPr>
        </p:nvSpPr>
        <p:spPr>
          <a:xfrm>
            <a:off x="648000" y="1576800"/>
            <a:ext cx="9039600" cy="2847600"/>
          </a:xfrm>
        </p:spPr>
        <p:txBody>
          <a:bodyPr/>
          <a:lstStyle>
            <a:lvl1pPr>
              <a:defRPr>
                <a:solidFill>
                  <a:schemeClr val="tx1"/>
                </a:solidFill>
              </a:defRPr>
            </a:lvl1pPr>
          </a:lstStyle>
          <a:p>
            <a:r>
              <a:rPr lang="en-CA" noProof="0"/>
              <a:t>Click to add quote</a:t>
            </a:r>
          </a:p>
        </p:txBody>
      </p:sp>
      <p:sp>
        <p:nvSpPr>
          <p:cNvPr id="8" name="Footer Placeholder 7">
            <a:extLst>
              <a:ext uri="{FF2B5EF4-FFF2-40B4-BE49-F238E27FC236}">
                <a16:creationId xmlns:a16="http://schemas.microsoft.com/office/drawing/2014/main" id="{64EBE7A6-B567-41BB-8FC5-4D7E50C44BA8}"/>
              </a:ext>
            </a:extLst>
          </p:cNvPr>
          <p:cNvSpPr>
            <a:spLocks noGrp="1"/>
          </p:cNvSpPr>
          <p:nvPr>
            <p:ph type="ftr" sz="quarter" idx="11"/>
          </p:nvPr>
        </p:nvSpPr>
        <p:spPr/>
        <p:txBody>
          <a:bodyPr/>
          <a:lstStyle>
            <a:lvl1pPr>
              <a:defRPr>
                <a:solidFill>
                  <a:schemeClr val="tx2"/>
                </a:solidFill>
              </a:defRPr>
            </a:lvl1pPr>
          </a:lstStyle>
          <a:p>
            <a:r>
              <a:rPr lang="en-CA" noProof="0"/>
              <a:t>Colliers</a:t>
            </a:r>
          </a:p>
        </p:txBody>
      </p:sp>
      <p:sp>
        <p:nvSpPr>
          <p:cNvPr id="9" name="Slide Number Placeholder 8">
            <a:extLst>
              <a:ext uri="{FF2B5EF4-FFF2-40B4-BE49-F238E27FC236}">
                <a16:creationId xmlns:a16="http://schemas.microsoft.com/office/drawing/2014/main" id="{F4B48C20-C4DC-46ED-A7E0-2854CD88A8CD}"/>
              </a:ext>
            </a:extLst>
          </p:cNvPr>
          <p:cNvSpPr>
            <a:spLocks noGrp="1"/>
          </p:cNvSpPr>
          <p:nvPr>
            <p:ph type="sldNum" sz="quarter" idx="12"/>
          </p:nvPr>
        </p:nvSpPr>
        <p:spPr/>
        <p:txBody>
          <a:bodyPr/>
          <a:lstStyle>
            <a:lvl1pPr>
              <a:defRPr>
                <a:solidFill>
                  <a:schemeClr val="tx2"/>
                </a:solidFill>
              </a:defRPr>
            </a:lvl1pPr>
          </a:lstStyle>
          <a:p>
            <a:fld id="{23AA811B-2EBD-4900-905E-5BE206449611}" type="slidenum">
              <a:rPr lang="en-CA" noProof="0" smtClean="0"/>
              <a:pPr/>
              <a:t>‹#›</a:t>
            </a:fld>
            <a:endParaRPr lang="en-CA" noProof="0"/>
          </a:p>
        </p:txBody>
      </p:sp>
      <p:sp>
        <p:nvSpPr>
          <p:cNvPr id="5" name="Text Placeholder 4" descr="{&quot;templafy&quot;:{&quot;id&quot;:&quot;4bc196a2-0b3a-426c-8600-c77f5a6c763b&quot;}}">
            <a:extLst>
              <a:ext uri="{FF2B5EF4-FFF2-40B4-BE49-F238E27FC236}">
                <a16:creationId xmlns:a16="http://schemas.microsoft.com/office/drawing/2014/main" id="{B77F94BD-6275-4D89-81F8-9C249242B260}"/>
              </a:ext>
            </a:extLst>
          </p:cNvPr>
          <p:cNvSpPr>
            <a:spLocks noGrp="1"/>
          </p:cNvSpPr>
          <p:nvPr>
            <p:ph type="body" sz="quarter" idx="15" hasCustomPrompt="1"/>
          </p:nvPr>
        </p:nvSpPr>
        <p:spPr>
          <a:xfrm>
            <a:off x="0" y="4910400"/>
            <a:ext cx="5781600" cy="648000"/>
          </a:xfrm>
          <a:solidFill>
            <a:schemeClr val="accent1"/>
          </a:solidFill>
        </p:spPr>
        <p:txBody>
          <a:bodyPr vert="horz" lIns="648000" tIns="0" rIns="0" bIns="0" rtlCol="0" anchor="ctr">
            <a:noAutofit/>
          </a:bodyPr>
          <a:lstStyle>
            <a:lvl1pPr marL="0" indent="0">
              <a:buFont typeface="Arial" panose="020B0604020202020204" pitchFamily="34" charset="0"/>
              <a:buChar char="​"/>
              <a:defRPr lang="en-US" sz="2800" dirty="0" smtClean="0">
                <a:solidFill>
                  <a:schemeClr val="bg1"/>
                </a:solidFill>
                <a:latin typeface="+mj-lt"/>
              </a:defRPr>
            </a:lvl1pPr>
            <a:lvl2pPr marL="216000" indent="0">
              <a:buNone/>
              <a:defRPr lang="en-US" dirty="0" smtClean="0">
                <a:solidFill>
                  <a:schemeClr val="tx2"/>
                </a:solidFill>
              </a:defRPr>
            </a:lvl2pPr>
            <a:lvl3pPr>
              <a:defRPr lang="en-US" dirty="0" smtClean="0">
                <a:solidFill>
                  <a:schemeClr val="tx2"/>
                </a:solidFill>
              </a:defRPr>
            </a:lvl3pPr>
            <a:lvl4pPr>
              <a:defRPr lang="en-US" dirty="0" smtClean="0"/>
            </a:lvl4pPr>
            <a:lvl5pPr>
              <a:defRPr lang="en-GB" dirty="0">
                <a:solidFill>
                  <a:schemeClr val="tx2"/>
                </a:solidFill>
              </a:defRPr>
            </a:lvl5pPr>
          </a:lstStyle>
          <a:p>
            <a:pPr marL="216000" lvl="0" indent="-216000"/>
            <a:r>
              <a:rPr lang="en-CA" noProof="0"/>
              <a:t>Click to add name</a:t>
            </a:r>
          </a:p>
        </p:txBody>
      </p:sp>
    </p:spTree>
    <p:extLst>
      <p:ext uri="{BB962C8B-B14F-4D97-AF65-F5344CB8AC3E}">
        <p14:creationId xmlns:p14="http://schemas.microsoft.com/office/powerpoint/2010/main" val="25351566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Quote Negative">
    <p:bg>
      <p:bgPr>
        <a:solidFill>
          <a:schemeClr val="accent1"/>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8C45125-9950-48C5-BE2B-5A54D7E1387B}"/>
              </a:ext>
            </a:extLst>
          </p:cNvPr>
          <p:cNvSpPr txBox="1"/>
          <p:nvPr userDrawn="1"/>
        </p:nvSpPr>
        <p:spPr>
          <a:xfrm>
            <a:off x="647700" y="89982"/>
            <a:ext cx="3868254" cy="3062377"/>
          </a:xfrm>
          <a:prstGeom prst="rect">
            <a:avLst/>
          </a:prstGeom>
          <a:noFill/>
        </p:spPr>
        <p:txBody>
          <a:bodyPr wrap="square" lIns="0" tIns="0" rIns="0" bIns="0" rtlCol="0">
            <a:spAutoFit/>
          </a:bodyPr>
          <a:lstStyle/>
          <a:p>
            <a:r>
              <a:rPr lang="en-CA" sz="19900" noProof="0">
                <a:solidFill>
                  <a:schemeClr val="bg1"/>
                </a:solidFill>
              </a:rPr>
              <a:t>“</a:t>
            </a:r>
          </a:p>
        </p:txBody>
      </p:sp>
      <p:sp>
        <p:nvSpPr>
          <p:cNvPr id="2" name="Title 1" descr="{&quot;templafy&quot;:{&quot;id&quot;:&quot;939beb61-5bd6-4580-8a30-2261fc8b2c6a&quot;}}"/>
          <p:cNvSpPr>
            <a:spLocks noGrp="1"/>
          </p:cNvSpPr>
          <p:nvPr>
            <p:ph type="title" hasCustomPrompt="1"/>
          </p:nvPr>
        </p:nvSpPr>
        <p:spPr>
          <a:xfrm>
            <a:off x="648000" y="1576800"/>
            <a:ext cx="9039600" cy="2847600"/>
          </a:xfrm>
        </p:spPr>
        <p:txBody>
          <a:bodyPr/>
          <a:lstStyle>
            <a:lvl1pPr>
              <a:defRPr>
                <a:solidFill>
                  <a:schemeClr val="bg1"/>
                </a:solidFill>
              </a:defRPr>
            </a:lvl1pPr>
          </a:lstStyle>
          <a:p>
            <a:r>
              <a:rPr lang="en-CA" noProof="0"/>
              <a:t>Click to add quote</a:t>
            </a:r>
          </a:p>
        </p:txBody>
      </p:sp>
      <p:sp>
        <p:nvSpPr>
          <p:cNvPr id="8" name="Footer Placeholder 7">
            <a:extLst>
              <a:ext uri="{FF2B5EF4-FFF2-40B4-BE49-F238E27FC236}">
                <a16:creationId xmlns:a16="http://schemas.microsoft.com/office/drawing/2014/main" id="{64EBE7A6-B567-41BB-8FC5-4D7E50C44BA8}"/>
              </a:ext>
            </a:extLst>
          </p:cNvPr>
          <p:cNvSpPr>
            <a:spLocks noGrp="1"/>
          </p:cNvSpPr>
          <p:nvPr>
            <p:ph type="ftr" sz="quarter" idx="11"/>
          </p:nvPr>
        </p:nvSpPr>
        <p:spPr/>
        <p:txBody>
          <a:bodyPr/>
          <a:lstStyle>
            <a:lvl1pPr>
              <a:defRPr>
                <a:solidFill>
                  <a:schemeClr val="bg1"/>
                </a:solidFill>
              </a:defRPr>
            </a:lvl1pPr>
          </a:lstStyle>
          <a:p>
            <a:r>
              <a:rPr lang="en-CA" noProof="0"/>
              <a:t>Colliers</a:t>
            </a:r>
          </a:p>
        </p:txBody>
      </p:sp>
      <p:sp>
        <p:nvSpPr>
          <p:cNvPr id="9" name="Slide Number Placeholder 8">
            <a:extLst>
              <a:ext uri="{FF2B5EF4-FFF2-40B4-BE49-F238E27FC236}">
                <a16:creationId xmlns:a16="http://schemas.microsoft.com/office/drawing/2014/main" id="{F4B48C20-C4DC-46ED-A7E0-2854CD88A8CD}"/>
              </a:ext>
            </a:extLst>
          </p:cNvPr>
          <p:cNvSpPr>
            <a:spLocks noGrp="1"/>
          </p:cNvSpPr>
          <p:nvPr>
            <p:ph type="sldNum" sz="quarter" idx="12"/>
          </p:nvPr>
        </p:nvSpPr>
        <p:spPr/>
        <p:txBody>
          <a:bodyPr/>
          <a:lstStyle>
            <a:lvl1pPr>
              <a:defRPr>
                <a:solidFill>
                  <a:schemeClr val="bg1"/>
                </a:solidFill>
              </a:defRPr>
            </a:lvl1pPr>
          </a:lstStyle>
          <a:p>
            <a:fld id="{23AA811B-2EBD-4900-905E-5BE206449611}" type="slidenum">
              <a:rPr lang="en-CA" noProof="0" smtClean="0"/>
              <a:pPr/>
              <a:t>‹#›</a:t>
            </a:fld>
            <a:endParaRPr lang="en-CA" noProof="0"/>
          </a:p>
        </p:txBody>
      </p:sp>
      <p:sp>
        <p:nvSpPr>
          <p:cNvPr id="5" name="Text Placeholder 4" descr="{&quot;templafy&quot;:{&quot;id&quot;:&quot;163ecf32-efe9-4d0f-86cb-529ad1b173b1&quot;}}">
            <a:extLst>
              <a:ext uri="{FF2B5EF4-FFF2-40B4-BE49-F238E27FC236}">
                <a16:creationId xmlns:a16="http://schemas.microsoft.com/office/drawing/2014/main" id="{B77F94BD-6275-4D89-81F8-9C249242B260}"/>
              </a:ext>
            </a:extLst>
          </p:cNvPr>
          <p:cNvSpPr>
            <a:spLocks noGrp="1"/>
          </p:cNvSpPr>
          <p:nvPr>
            <p:ph type="body" sz="quarter" idx="15" hasCustomPrompt="1"/>
          </p:nvPr>
        </p:nvSpPr>
        <p:spPr>
          <a:xfrm>
            <a:off x="0" y="4910400"/>
            <a:ext cx="5781600" cy="648000"/>
          </a:xfrm>
          <a:solidFill>
            <a:schemeClr val="accent3"/>
          </a:solidFill>
        </p:spPr>
        <p:txBody>
          <a:bodyPr vert="horz" lIns="648000" tIns="0" rIns="0" bIns="0" rtlCol="0" anchor="ctr">
            <a:noAutofit/>
          </a:bodyPr>
          <a:lstStyle>
            <a:lvl1pPr marL="0" indent="0">
              <a:buFont typeface="Arial" panose="020B0604020202020204" pitchFamily="34" charset="0"/>
              <a:buChar char="​"/>
              <a:defRPr lang="en-US" sz="2800" dirty="0" smtClean="0">
                <a:solidFill>
                  <a:schemeClr val="tx2"/>
                </a:solidFill>
                <a:latin typeface="+mj-lt"/>
              </a:defRPr>
            </a:lvl1pPr>
            <a:lvl2pPr marL="216000" indent="0">
              <a:buNone/>
              <a:defRPr lang="en-US" dirty="0" smtClean="0">
                <a:solidFill>
                  <a:schemeClr val="tx2"/>
                </a:solidFill>
              </a:defRPr>
            </a:lvl2pPr>
            <a:lvl3pPr>
              <a:defRPr lang="en-US" dirty="0" smtClean="0">
                <a:solidFill>
                  <a:schemeClr val="tx2"/>
                </a:solidFill>
              </a:defRPr>
            </a:lvl3pPr>
            <a:lvl4pPr>
              <a:defRPr lang="en-US" dirty="0" smtClean="0"/>
            </a:lvl4pPr>
            <a:lvl5pPr>
              <a:defRPr lang="en-GB" dirty="0">
                <a:solidFill>
                  <a:schemeClr val="tx2"/>
                </a:solidFill>
              </a:defRPr>
            </a:lvl5pPr>
          </a:lstStyle>
          <a:p>
            <a:pPr marL="216000" lvl="0" indent="-216000"/>
            <a:r>
              <a:rPr lang="en-CA" noProof="0"/>
              <a:t>Click to add name</a:t>
            </a:r>
          </a:p>
        </p:txBody>
      </p:sp>
      <p:cxnSp>
        <p:nvCxnSpPr>
          <p:cNvPr id="12" name="Straight Connector 11">
            <a:extLst>
              <a:ext uri="{FF2B5EF4-FFF2-40B4-BE49-F238E27FC236}">
                <a16:creationId xmlns:a16="http://schemas.microsoft.com/office/drawing/2014/main" id="{DD0E7878-9FDC-49B7-8852-D4754F87880A}"/>
              </a:ext>
            </a:extLst>
          </p:cNvPr>
          <p:cNvCxnSpPr/>
          <p:nvPr userDrawn="1"/>
        </p:nvCxnSpPr>
        <p:spPr>
          <a:xfrm>
            <a:off x="11124763" y="274014"/>
            <a:ext cx="0" cy="125517"/>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44232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Quote B">
    <p:spTree>
      <p:nvGrpSpPr>
        <p:cNvPr id="1" name=""/>
        <p:cNvGrpSpPr/>
        <p:nvPr/>
      </p:nvGrpSpPr>
      <p:grpSpPr>
        <a:xfrm>
          <a:off x="0" y="0"/>
          <a:ext cx="0" cy="0"/>
          <a:chOff x="0" y="0"/>
          <a:chExt cx="0" cy="0"/>
        </a:xfrm>
      </p:grpSpPr>
      <p:sp>
        <p:nvSpPr>
          <p:cNvPr id="2" name="Title 1" descr="{&quot;templafy&quot;:{&quot;id&quot;:&quot;56849ed8-52a0-41a3-9f8d-077e9dc73d63&quot;}}"/>
          <p:cNvSpPr>
            <a:spLocks noGrp="1"/>
          </p:cNvSpPr>
          <p:nvPr>
            <p:ph type="title" hasCustomPrompt="1"/>
          </p:nvPr>
        </p:nvSpPr>
        <p:spPr>
          <a:xfrm>
            <a:off x="717700" y="1693647"/>
            <a:ext cx="9048600" cy="2995263"/>
          </a:xfrm>
        </p:spPr>
        <p:txBody>
          <a:bodyPr anchor="ctr"/>
          <a:lstStyle>
            <a:lvl1pPr>
              <a:lnSpc>
                <a:spcPct val="100000"/>
              </a:lnSpc>
              <a:defRPr>
                <a:solidFill>
                  <a:schemeClr val="tx2"/>
                </a:solidFill>
              </a:defRPr>
            </a:lvl1pPr>
          </a:lstStyle>
          <a:p>
            <a:r>
              <a:rPr lang="en-CA" noProof="0"/>
              <a:t>Click to add quote</a:t>
            </a:r>
          </a:p>
        </p:txBody>
      </p:sp>
      <p:sp>
        <p:nvSpPr>
          <p:cNvPr id="8" name="Footer Placeholder 7">
            <a:extLst>
              <a:ext uri="{FF2B5EF4-FFF2-40B4-BE49-F238E27FC236}">
                <a16:creationId xmlns:a16="http://schemas.microsoft.com/office/drawing/2014/main" id="{64EBE7A6-B567-41BB-8FC5-4D7E50C44BA8}"/>
              </a:ext>
            </a:extLst>
          </p:cNvPr>
          <p:cNvSpPr>
            <a:spLocks noGrp="1"/>
          </p:cNvSpPr>
          <p:nvPr>
            <p:ph type="ftr" sz="quarter" idx="11"/>
          </p:nvPr>
        </p:nvSpPr>
        <p:spPr/>
        <p:txBody>
          <a:bodyPr/>
          <a:lstStyle>
            <a:lvl1pPr>
              <a:defRPr>
                <a:solidFill>
                  <a:schemeClr val="tx2"/>
                </a:solidFill>
              </a:defRPr>
            </a:lvl1pPr>
          </a:lstStyle>
          <a:p>
            <a:r>
              <a:rPr lang="en-CA" noProof="0"/>
              <a:t>Colliers</a:t>
            </a:r>
          </a:p>
        </p:txBody>
      </p:sp>
      <p:sp>
        <p:nvSpPr>
          <p:cNvPr id="9" name="Slide Number Placeholder 8">
            <a:extLst>
              <a:ext uri="{FF2B5EF4-FFF2-40B4-BE49-F238E27FC236}">
                <a16:creationId xmlns:a16="http://schemas.microsoft.com/office/drawing/2014/main" id="{F4B48C20-C4DC-46ED-A7E0-2854CD88A8CD}"/>
              </a:ext>
            </a:extLst>
          </p:cNvPr>
          <p:cNvSpPr>
            <a:spLocks noGrp="1"/>
          </p:cNvSpPr>
          <p:nvPr>
            <p:ph type="sldNum" sz="quarter" idx="12"/>
          </p:nvPr>
        </p:nvSpPr>
        <p:spPr/>
        <p:txBody>
          <a:bodyPr/>
          <a:lstStyle>
            <a:lvl1pPr>
              <a:defRPr>
                <a:solidFill>
                  <a:schemeClr val="tx2"/>
                </a:solidFill>
              </a:defRPr>
            </a:lvl1pPr>
          </a:lstStyle>
          <a:p>
            <a:fld id="{23AA811B-2EBD-4900-905E-5BE206449611}" type="slidenum">
              <a:rPr lang="en-CA" noProof="0" smtClean="0"/>
              <a:pPr/>
              <a:t>‹#›</a:t>
            </a:fld>
            <a:endParaRPr lang="en-CA" noProof="0"/>
          </a:p>
        </p:txBody>
      </p:sp>
      <p:sp>
        <p:nvSpPr>
          <p:cNvPr id="5" name="Text Placeholder 4" descr="{&quot;templafy&quot;:{&quot;id&quot;:&quot;57bb1e4a-df11-4ee8-878c-bc84ebe9a592&quot;}}">
            <a:extLst>
              <a:ext uri="{FF2B5EF4-FFF2-40B4-BE49-F238E27FC236}">
                <a16:creationId xmlns:a16="http://schemas.microsoft.com/office/drawing/2014/main" id="{B77F94BD-6275-4D89-81F8-9C249242B260}"/>
              </a:ext>
            </a:extLst>
          </p:cNvPr>
          <p:cNvSpPr>
            <a:spLocks noGrp="1"/>
          </p:cNvSpPr>
          <p:nvPr>
            <p:ph type="body" sz="quarter" idx="15" hasCustomPrompt="1"/>
          </p:nvPr>
        </p:nvSpPr>
        <p:spPr>
          <a:xfrm>
            <a:off x="1041400" y="5559706"/>
            <a:ext cx="4508500" cy="648000"/>
          </a:xfrm>
          <a:noFill/>
        </p:spPr>
        <p:txBody>
          <a:bodyPr vert="horz" lIns="0" tIns="0" rIns="0" bIns="0" rtlCol="0" anchor="ctr">
            <a:noAutofit/>
          </a:bodyPr>
          <a:lstStyle>
            <a:lvl1pPr marL="0" indent="0">
              <a:buFont typeface="Arial" panose="020B0604020202020204" pitchFamily="34" charset="0"/>
              <a:buChar char="​"/>
              <a:defRPr lang="en-US" sz="2000" dirty="0" smtClean="0">
                <a:solidFill>
                  <a:schemeClr val="tx2"/>
                </a:solidFill>
                <a:latin typeface="+mj-lt"/>
              </a:defRPr>
            </a:lvl1pPr>
            <a:lvl2pPr marL="216000" indent="0">
              <a:buNone/>
              <a:defRPr lang="en-US" dirty="0" smtClean="0">
                <a:solidFill>
                  <a:schemeClr val="tx2"/>
                </a:solidFill>
              </a:defRPr>
            </a:lvl2pPr>
            <a:lvl3pPr>
              <a:defRPr lang="en-US" dirty="0" smtClean="0">
                <a:solidFill>
                  <a:schemeClr val="tx2"/>
                </a:solidFill>
              </a:defRPr>
            </a:lvl3pPr>
            <a:lvl4pPr>
              <a:defRPr lang="en-US" dirty="0" smtClean="0"/>
            </a:lvl4pPr>
            <a:lvl5pPr>
              <a:defRPr lang="en-GB" dirty="0">
                <a:solidFill>
                  <a:schemeClr val="tx2"/>
                </a:solidFill>
              </a:defRPr>
            </a:lvl5pPr>
          </a:lstStyle>
          <a:p>
            <a:pPr marL="216000" lvl="0" indent="-216000"/>
            <a:r>
              <a:rPr lang="en-CA" noProof="0"/>
              <a:t>Click to add name</a:t>
            </a:r>
          </a:p>
        </p:txBody>
      </p:sp>
      <p:cxnSp>
        <p:nvCxnSpPr>
          <p:cNvPr id="4" name="Straight Connector 3">
            <a:extLst>
              <a:ext uri="{FF2B5EF4-FFF2-40B4-BE49-F238E27FC236}">
                <a16:creationId xmlns:a16="http://schemas.microsoft.com/office/drawing/2014/main" id="{B97D9B37-6798-476C-19F7-6F7C9950D5DD}"/>
              </a:ext>
            </a:extLst>
          </p:cNvPr>
          <p:cNvCxnSpPr>
            <a:cxnSpLocks/>
          </p:cNvCxnSpPr>
          <p:nvPr userDrawn="1"/>
        </p:nvCxnSpPr>
        <p:spPr>
          <a:xfrm>
            <a:off x="717700" y="5181315"/>
            <a:ext cx="62292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1E859C3-8A7F-3763-DC2A-AFC68401F3BD}"/>
              </a:ext>
            </a:extLst>
          </p:cNvPr>
          <p:cNvSpPr txBox="1"/>
          <p:nvPr userDrawn="1"/>
        </p:nvSpPr>
        <p:spPr>
          <a:xfrm>
            <a:off x="717700" y="5729817"/>
            <a:ext cx="323700" cy="307777"/>
          </a:xfrm>
          <a:prstGeom prst="rect">
            <a:avLst/>
          </a:prstGeom>
          <a:noFill/>
        </p:spPr>
        <p:txBody>
          <a:bodyPr wrap="square" lIns="0" tIns="0" rIns="0" bIns="0" rtlCol="0">
            <a:spAutoFit/>
          </a:bodyPr>
          <a:lstStyle/>
          <a:p>
            <a:r>
              <a:rPr lang="en-CA" sz="2000" noProof="0">
                <a:solidFill>
                  <a:schemeClr val="accent1"/>
                </a:solidFill>
              </a:rPr>
              <a:t>-</a:t>
            </a:r>
          </a:p>
        </p:txBody>
      </p:sp>
      <p:grpSp>
        <p:nvGrpSpPr>
          <p:cNvPr id="10" name="Group 9">
            <a:extLst>
              <a:ext uri="{FF2B5EF4-FFF2-40B4-BE49-F238E27FC236}">
                <a16:creationId xmlns:a16="http://schemas.microsoft.com/office/drawing/2014/main" id="{05ED8C1B-A7BB-0F6C-F663-D65EE01F054B}"/>
              </a:ext>
            </a:extLst>
          </p:cNvPr>
          <p:cNvGrpSpPr/>
          <p:nvPr userDrawn="1"/>
        </p:nvGrpSpPr>
        <p:grpSpPr>
          <a:xfrm rot="10800000">
            <a:off x="7954000" y="3437066"/>
            <a:ext cx="2076300" cy="1731548"/>
            <a:chOff x="4083050" y="1847850"/>
            <a:chExt cx="3796483" cy="3166109"/>
          </a:xfrm>
          <a:solidFill>
            <a:schemeClr val="tx2">
              <a:alpha val="6405"/>
            </a:schemeClr>
          </a:solidFill>
        </p:grpSpPr>
        <p:sp>
          <p:nvSpPr>
            <p:cNvPr id="13" name="Freeform 12">
              <a:extLst>
                <a:ext uri="{FF2B5EF4-FFF2-40B4-BE49-F238E27FC236}">
                  <a16:creationId xmlns:a16="http://schemas.microsoft.com/office/drawing/2014/main" id="{60425043-8AE4-13F9-6FB3-E3BA18177BEA}"/>
                </a:ext>
              </a:extLst>
            </p:cNvPr>
            <p:cNvSpPr/>
            <p:nvPr/>
          </p:nvSpPr>
          <p:spPr>
            <a:xfrm>
              <a:off x="6173046" y="1847850"/>
              <a:ext cx="1706487" cy="3166109"/>
            </a:xfrm>
            <a:custGeom>
              <a:avLst/>
              <a:gdLst>
                <a:gd name="connsiteX0" fmla="*/ 1457128 w 1706486"/>
                <a:gd name="connsiteY0" fmla="*/ 0 h 3166109"/>
                <a:gd name="connsiteX1" fmla="*/ 0 w 1706486"/>
                <a:gd name="connsiteY1" fmla="*/ 2099310 h 3166109"/>
                <a:gd name="connsiteX2" fmla="*/ 900355 w 1706486"/>
                <a:gd name="connsiteY2" fmla="*/ 3166110 h 3166109"/>
                <a:gd name="connsiteX3" fmla="*/ 1706487 w 1706486"/>
                <a:gd name="connsiteY3" fmla="*/ 2395538 h 3166109"/>
                <a:gd name="connsiteX4" fmla="*/ 1173507 w 1706486"/>
                <a:gd name="connsiteY4" fmla="*/ 1707833 h 3166109"/>
                <a:gd name="connsiteX5" fmla="*/ 794711 w 1706486"/>
                <a:gd name="connsiteY5" fmla="*/ 1423035 h 3166109"/>
                <a:gd name="connsiteX6" fmla="*/ 1695066 w 1706486"/>
                <a:gd name="connsiteY6" fmla="*/ 284798 h 3166109"/>
                <a:gd name="connsiteX7" fmla="*/ 1457128 w 1706486"/>
                <a:gd name="connsiteY7" fmla="*/ 0 h 3166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6486" h="3166109">
                  <a:moveTo>
                    <a:pt x="1457128" y="0"/>
                  </a:moveTo>
                  <a:cubicBezTo>
                    <a:pt x="545352" y="426720"/>
                    <a:pt x="0" y="1221105"/>
                    <a:pt x="0" y="2099310"/>
                  </a:cubicBezTo>
                  <a:cubicBezTo>
                    <a:pt x="0" y="2715578"/>
                    <a:pt x="378796" y="3166110"/>
                    <a:pt x="900355" y="3166110"/>
                  </a:cubicBezTo>
                  <a:cubicBezTo>
                    <a:pt x="1350532" y="3166110"/>
                    <a:pt x="1706487" y="2833688"/>
                    <a:pt x="1706487" y="2395538"/>
                  </a:cubicBezTo>
                  <a:cubicBezTo>
                    <a:pt x="1706487" y="2063115"/>
                    <a:pt x="1493295" y="1790700"/>
                    <a:pt x="1173507" y="1707833"/>
                  </a:cubicBezTo>
                  <a:cubicBezTo>
                    <a:pt x="806132" y="1624965"/>
                    <a:pt x="794711" y="1612583"/>
                    <a:pt x="794711" y="1423035"/>
                  </a:cubicBezTo>
                  <a:cubicBezTo>
                    <a:pt x="794711" y="1007745"/>
                    <a:pt x="1103078" y="616268"/>
                    <a:pt x="1695066" y="284798"/>
                  </a:cubicBezTo>
                  <a:lnTo>
                    <a:pt x="1457128" y="0"/>
                  </a:lnTo>
                  <a:close/>
                </a:path>
              </a:pathLst>
            </a:custGeom>
            <a:grpFill/>
            <a:ln w="9502" cap="flat">
              <a:noFill/>
              <a:prstDash val="solid"/>
              <a:miter/>
            </a:ln>
          </p:spPr>
          <p:txBody>
            <a:bodyPr rtlCol="0" anchor="ctr"/>
            <a:lstStyle/>
            <a:p>
              <a:endParaRPr lang="en-CA" noProof="0"/>
            </a:p>
          </p:txBody>
        </p:sp>
        <p:sp>
          <p:nvSpPr>
            <p:cNvPr id="14" name="Freeform 13">
              <a:extLst>
                <a:ext uri="{FF2B5EF4-FFF2-40B4-BE49-F238E27FC236}">
                  <a16:creationId xmlns:a16="http://schemas.microsoft.com/office/drawing/2014/main" id="{74C07EFF-B85C-8032-FE24-45A60893150B}"/>
                </a:ext>
              </a:extLst>
            </p:cNvPr>
            <p:cNvSpPr/>
            <p:nvPr/>
          </p:nvSpPr>
          <p:spPr>
            <a:xfrm>
              <a:off x="4083050" y="1847850"/>
              <a:ext cx="1706486" cy="3166109"/>
            </a:xfrm>
            <a:custGeom>
              <a:avLst/>
              <a:gdLst>
                <a:gd name="connsiteX0" fmla="*/ 1457128 w 1706486"/>
                <a:gd name="connsiteY0" fmla="*/ 0 h 3166109"/>
                <a:gd name="connsiteX1" fmla="*/ 0 w 1706486"/>
                <a:gd name="connsiteY1" fmla="*/ 2099310 h 3166109"/>
                <a:gd name="connsiteX2" fmla="*/ 900355 w 1706486"/>
                <a:gd name="connsiteY2" fmla="*/ 3166110 h 3166109"/>
                <a:gd name="connsiteX3" fmla="*/ 1706487 w 1706486"/>
                <a:gd name="connsiteY3" fmla="*/ 2395538 h 3166109"/>
                <a:gd name="connsiteX4" fmla="*/ 1173507 w 1706486"/>
                <a:gd name="connsiteY4" fmla="*/ 1707833 h 3166109"/>
                <a:gd name="connsiteX5" fmla="*/ 794711 w 1706486"/>
                <a:gd name="connsiteY5" fmla="*/ 1423035 h 3166109"/>
                <a:gd name="connsiteX6" fmla="*/ 1695066 w 1706486"/>
                <a:gd name="connsiteY6" fmla="*/ 284798 h 3166109"/>
                <a:gd name="connsiteX7" fmla="*/ 1457128 w 1706486"/>
                <a:gd name="connsiteY7" fmla="*/ 0 h 3166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6486" h="3166109">
                  <a:moveTo>
                    <a:pt x="1457128" y="0"/>
                  </a:moveTo>
                  <a:cubicBezTo>
                    <a:pt x="545352" y="426720"/>
                    <a:pt x="0" y="1221105"/>
                    <a:pt x="0" y="2099310"/>
                  </a:cubicBezTo>
                  <a:cubicBezTo>
                    <a:pt x="0" y="2715578"/>
                    <a:pt x="378796" y="3166110"/>
                    <a:pt x="900355" y="3166110"/>
                  </a:cubicBezTo>
                  <a:cubicBezTo>
                    <a:pt x="1350532" y="3166110"/>
                    <a:pt x="1706487" y="2833688"/>
                    <a:pt x="1706487" y="2395538"/>
                  </a:cubicBezTo>
                  <a:cubicBezTo>
                    <a:pt x="1706487" y="2063115"/>
                    <a:pt x="1493295" y="1790700"/>
                    <a:pt x="1173507" y="1707833"/>
                  </a:cubicBezTo>
                  <a:cubicBezTo>
                    <a:pt x="806132" y="1624965"/>
                    <a:pt x="794711" y="1612583"/>
                    <a:pt x="794711" y="1423035"/>
                  </a:cubicBezTo>
                  <a:cubicBezTo>
                    <a:pt x="794711" y="1007745"/>
                    <a:pt x="1103078" y="616268"/>
                    <a:pt x="1695066" y="284798"/>
                  </a:cubicBezTo>
                  <a:lnTo>
                    <a:pt x="1457128" y="0"/>
                  </a:lnTo>
                  <a:close/>
                </a:path>
              </a:pathLst>
            </a:custGeom>
            <a:grpFill/>
            <a:ln w="9502" cap="flat">
              <a:noFill/>
              <a:prstDash val="solid"/>
              <a:miter/>
            </a:ln>
          </p:spPr>
          <p:txBody>
            <a:bodyPr rtlCol="0" anchor="ctr"/>
            <a:lstStyle/>
            <a:p>
              <a:endParaRPr lang="en-CA" noProof="0"/>
            </a:p>
          </p:txBody>
        </p:sp>
      </p:grpSp>
      <p:grpSp>
        <p:nvGrpSpPr>
          <p:cNvPr id="16" name="Group 15">
            <a:extLst>
              <a:ext uri="{FF2B5EF4-FFF2-40B4-BE49-F238E27FC236}">
                <a16:creationId xmlns:a16="http://schemas.microsoft.com/office/drawing/2014/main" id="{23F05E6E-D0AB-DC56-5B1E-7C4D608E8FA4}"/>
              </a:ext>
            </a:extLst>
          </p:cNvPr>
          <p:cNvGrpSpPr/>
          <p:nvPr userDrawn="1"/>
        </p:nvGrpSpPr>
        <p:grpSpPr>
          <a:xfrm>
            <a:off x="514500" y="1059558"/>
            <a:ext cx="2076300" cy="1731548"/>
            <a:chOff x="4083050" y="1847850"/>
            <a:chExt cx="3796483" cy="3166109"/>
          </a:xfrm>
          <a:solidFill>
            <a:schemeClr val="tx2">
              <a:alpha val="6405"/>
            </a:schemeClr>
          </a:solidFill>
        </p:grpSpPr>
        <p:sp>
          <p:nvSpPr>
            <p:cNvPr id="17" name="Freeform 16">
              <a:extLst>
                <a:ext uri="{FF2B5EF4-FFF2-40B4-BE49-F238E27FC236}">
                  <a16:creationId xmlns:a16="http://schemas.microsoft.com/office/drawing/2014/main" id="{59612DA8-BB91-9656-4B95-5C842B4E8887}"/>
                </a:ext>
              </a:extLst>
            </p:cNvPr>
            <p:cNvSpPr/>
            <p:nvPr/>
          </p:nvSpPr>
          <p:spPr>
            <a:xfrm>
              <a:off x="6173046" y="1847850"/>
              <a:ext cx="1706487" cy="3166109"/>
            </a:xfrm>
            <a:custGeom>
              <a:avLst/>
              <a:gdLst>
                <a:gd name="connsiteX0" fmla="*/ 1457128 w 1706486"/>
                <a:gd name="connsiteY0" fmla="*/ 0 h 3166109"/>
                <a:gd name="connsiteX1" fmla="*/ 0 w 1706486"/>
                <a:gd name="connsiteY1" fmla="*/ 2099310 h 3166109"/>
                <a:gd name="connsiteX2" fmla="*/ 900355 w 1706486"/>
                <a:gd name="connsiteY2" fmla="*/ 3166110 h 3166109"/>
                <a:gd name="connsiteX3" fmla="*/ 1706487 w 1706486"/>
                <a:gd name="connsiteY3" fmla="*/ 2395538 h 3166109"/>
                <a:gd name="connsiteX4" fmla="*/ 1173507 w 1706486"/>
                <a:gd name="connsiteY4" fmla="*/ 1707833 h 3166109"/>
                <a:gd name="connsiteX5" fmla="*/ 794711 w 1706486"/>
                <a:gd name="connsiteY5" fmla="*/ 1423035 h 3166109"/>
                <a:gd name="connsiteX6" fmla="*/ 1695066 w 1706486"/>
                <a:gd name="connsiteY6" fmla="*/ 284798 h 3166109"/>
                <a:gd name="connsiteX7" fmla="*/ 1457128 w 1706486"/>
                <a:gd name="connsiteY7" fmla="*/ 0 h 3166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6486" h="3166109">
                  <a:moveTo>
                    <a:pt x="1457128" y="0"/>
                  </a:moveTo>
                  <a:cubicBezTo>
                    <a:pt x="545352" y="426720"/>
                    <a:pt x="0" y="1221105"/>
                    <a:pt x="0" y="2099310"/>
                  </a:cubicBezTo>
                  <a:cubicBezTo>
                    <a:pt x="0" y="2715578"/>
                    <a:pt x="378796" y="3166110"/>
                    <a:pt x="900355" y="3166110"/>
                  </a:cubicBezTo>
                  <a:cubicBezTo>
                    <a:pt x="1350532" y="3166110"/>
                    <a:pt x="1706487" y="2833688"/>
                    <a:pt x="1706487" y="2395538"/>
                  </a:cubicBezTo>
                  <a:cubicBezTo>
                    <a:pt x="1706487" y="2063115"/>
                    <a:pt x="1493295" y="1790700"/>
                    <a:pt x="1173507" y="1707833"/>
                  </a:cubicBezTo>
                  <a:cubicBezTo>
                    <a:pt x="806132" y="1624965"/>
                    <a:pt x="794711" y="1612583"/>
                    <a:pt x="794711" y="1423035"/>
                  </a:cubicBezTo>
                  <a:cubicBezTo>
                    <a:pt x="794711" y="1007745"/>
                    <a:pt x="1103078" y="616268"/>
                    <a:pt x="1695066" y="284798"/>
                  </a:cubicBezTo>
                  <a:lnTo>
                    <a:pt x="1457128" y="0"/>
                  </a:lnTo>
                  <a:close/>
                </a:path>
              </a:pathLst>
            </a:custGeom>
            <a:grpFill/>
            <a:ln w="9502" cap="flat">
              <a:noFill/>
              <a:prstDash val="solid"/>
              <a:miter/>
            </a:ln>
          </p:spPr>
          <p:txBody>
            <a:bodyPr rtlCol="0" anchor="ctr"/>
            <a:lstStyle/>
            <a:p>
              <a:endParaRPr lang="en-CA" noProof="0"/>
            </a:p>
          </p:txBody>
        </p:sp>
        <p:sp>
          <p:nvSpPr>
            <p:cNvPr id="18" name="Freeform 17">
              <a:extLst>
                <a:ext uri="{FF2B5EF4-FFF2-40B4-BE49-F238E27FC236}">
                  <a16:creationId xmlns:a16="http://schemas.microsoft.com/office/drawing/2014/main" id="{7345DFC9-810A-141B-A802-DFDBD9436C6A}"/>
                </a:ext>
              </a:extLst>
            </p:cNvPr>
            <p:cNvSpPr/>
            <p:nvPr/>
          </p:nvSpPr>
          <p:spPr>
            <a:xfrm>
              <a:off x="4083050" y="1847850"/>
              <a:ext cx="1706486" cy="3166109"/>
            </a:xfrm>
            <a:custGeom>
              <a:avLst/>
              <a:gdLst>
                <a:gd name="connsiteX0" fmla="*/ 1457128 w 1706486"/>
                <a:gd name="connsiteY0" fmla="*/ 0 h 3166109"/>
                <a:gd name="connsiteX1" fmla="*/ 0 w 1706486"/>
                <a:gd name="connsiteY1" fmla="*/ 2099310 h 3166109"/>
                <a:gd name="connsiteX2" fmla="*/ 900355 w 1706486"/>
                <a:gd name="connsiteY2" fmla="*/ 3166110 h 3166109"/>
                <a:gd name="connsiteX3" fmla="*/ 1706487 w 1706486"/>
                <a:gd name="connsiteY3" fmla="*/ 2395538 h 3166109"/>
                <a:gd name="connsiteX4" fmla="*/ 1173507 w 1706486"/>
                <a:gd name="connsiteY4" fmla="*/ 1707833 h 3166109"/>
                <a:gd name="connsiteX5" fmla="*/ 794711 w 1706486"/>
                <a:gd name="connsiteY5" fmla="*/ 1423035 h 3166109"/>
                <a:gd name="connsiteX6" fmla="*/ 1695066 w 1706486"/>
                <a:gd name="connsiteY6" fmla="*/ 284798 h 3166109"/>
                <a:gd name="connsiteX7" fmla="*/ 1457128 w 1706486"/>
                <a:gd name="connsiteY7" fmla="*/ 0 h 3166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6486" h="3166109">
                  <a:moveTo>
                    <a:pt x="1457128" y="0"/>
                  </a:moveTo>
                  <a:cubicBezTo>
                    <a:pt x="545352" y="426720"/>
                    <a:pt x="0" y="1221105"/>
                    <a:pt x="0" y="2099310"/>
                  </a:cubicBezTo>
                  <a:cubicBezTo>
                    <a:pt x="0" y="2715578"/>
                    <a:pt x="378796" y="3166110"/>
                    <a:pt x="900355" y="3166110"/>
                  </a:cubicBezTo>
                  <a:cubicBezTo>
                    <a:pt x="1350532" y="3166110"/>
                    <a:pt x="1706487" y="2833688"/>
                    <a:pt x="1706487" y="2395538"/>
                  </a:cubicBezTo>
                  <a:cubicBezTo>
                    <a:pt x="1706487" y="2063115"/>
                    <a:pt x="1493295" y="1790700"/>
                    <a:pt x="1173507" y="1707833"/>
                  </a:cubicBezTo>
                  <a:cubicBezTo>
                    <a:pt x="806132" y="1624965"/>
                    <a:pt x="794711" y="1612583"/>
                    <a:pt x="794711" y="1423035"/>
                  </a:cubicBezTo>
                  <a:cubicBezTo>
                    <a:pt x="794711" y="1007745"/>
                    <a:pt x="1103078" y="616268"/>
                    <a:pt x="1695066" y="284798"/>
                  </a:cubicBezTo>
                  <a:lnTo>
                    <a:pt x="1457128" y="0"/>
                  </a:lnTo>
                  <a:close/>
                </a:path>
              </a:pathLst>
            </a:custGeom>
            <a:grpFill/>
            <a:ln w="9502" cap="flat">
              <a:noFill/>
              <a:prstDash val="solid"/>
              <a:miter/>
            </a:ln>
          </p:spPr>
          <p:txBody>
            <a:bodyPr rtlCol="0" anchor="ctr"/>
            <a:lstStyle/>
            <a:p>
              <a:endParaRPr lang="en-CA" noProof="0"/>
            </a:p>
          </p:txBody>
        </p:sp>
      </p:grpSp>
    </p:spTree>
    <p:extLst>
      <p:ext uri="{BB962C8B-B14F-4D97-AF65-F5344CB8AC3E}">
        <p14:creationId xmlns:p14="http://schemas.microsoft.com/office/powerpoint/2010/main" val="324663801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C Negative">
    <p:bg>
      <p:bgPr>
        <a:solidFill>
          <a:schemeClr val="bg1">
            <a:alpha val="0"/>
          </a:schemeClr>
        </a:solidFill>
        <a:effectLst/>
      </p:bgPr>
    </p:bg>
    <p:spTree>
      <p:nvGrpSpPr>
        <p:cNvPr id="1" name=""/>
        <p:cNvGrpSpPr/>
        <p:nvPr/>
      </p:nvGrpSpPr>
      <p:grpSpPr>
        <a:xfrm>
          <a:off x="0" y="0"/>
          <a:ext cx="0" cy="0"/>
          <a:chOff x="0" y="0"/>
          <a:chExt cx="0" cy="0"/>
        </a:xfrm>
      </p:grpSpPr>
      <p:sp>
        <p:nvSpPr>
          <p:cNvPr id="20" name="Picture Placeholder 10" descr="{&quot;templafy&quot;:{&quot;id&quot;:&quot;49b6bdd9-e9bf-40aa-8034-b6c5c900c642&quot;}}">
            <a:extLst>
              <a:ext uri="{FF2B5EF4-FFF2-40B4-BE49-F238E27FC236}">
                <a16:creationId xmlns:a16="http://schemas.microsoft.com/office/drawing/2014/main" id="{E02989E5-A20B-4518-A570-D2C3A65B2F79}"/>
              </a:ext>
            </a:extLst>
          </p:cNvPr>
          <p:cNvSpPr>
            <a:spLocks noGrp="1"/>
          </p:cNvSpPr>
          <p:nvPr>
            <p:ph type="pic" sz="quarter" idx="13" hasCustomPrompt="1"/>
          </p:nvPr>
        </p:nvSpPr>
        <p:spPr>
          <a:xfrm>
            <a:off x="2" y="0"/>
            <a:ext cx="12193199" cy="6861600"/>
          </a:xfrm>
          <a:custGeom>
            <a:avLst/>
            <a:gdLst>
              <a:gd name="connsiteX0" fmla="*/ 11860224 w 12193199"/>
              <a:gd name="connsiteY0" fmla="*/ 5768019 h 6861600"/>
              <a:gd name="connsiteX1" fmla="*/ 11860224 w 12193199"/>
              <a:gd name="connsiteY1" fmla="*/ 6526743 h 6861600"/>
              <a:gd name="connsiteX2" fmla="*/ 11583393 w 12193199"/>
              <a:gd name="connsiteY2" fmla="*/ 6526743 h 6861600"/>
              <a:gd name="connsiteX3" fmla="*/ 11583393 w 12193199"/>
              <a:gd name="connsiteY3" fmla="*/ 6541143 h 6861600"/>
              <a:gd name="connsiteX4" fmla="*/ 11860224 w 12193199"/>
              <a:gd name="connsiteY4" fmla="*/ 6541143 h 6861600"/>
              <a:gd name="connsiteX5" fmla="*/ 11860224 w 12193199"/>
              <a:gd name="connsiteY5" fmla="*/ 6542019 h 6861600"/>
              <a:gd name="connsiteX6" fmla="*/ 11874624 w 12193199"/>
              <a:gd name="connsiteY6" fmla="*/ 6542019 h 6861600"/>
              <a:gd name="connsiteX7" fmla="*/ 11874624 w 12193199"/>
              <a:gd name="connsiteY7" fmla="*/ 5768019 h 6861600"/>
              <a:gd name="connsiteX8" fmla="*/ 6206398 w 12193199"/>
              <a:gd name="connsiteY8" fmla="*/ 2246400 h 6861600"/>
              <a:gd name="connsiteX9" fmla="*/ 6206398 w 12193199"/>
              <a:gd name="connsiteY9" fmla="*/ 5342400 h 6861600"/>
              <a:gd name="connsiteX10" fmla="*/ 6411598 w 12193199"/>
              <a:gd name="connsiteY10" fmla="*/ 5342400 h 6861600"/>
              <a:gd name="connsiteX11" fmla="*/ 6411598 w 12193199"/>
              <a:gd name="connsiteY11" fmla="*/ 5556637 h 6861600"/>
              <a:gd name="connsiteX12" fmla="*/ 12193198 w 12193199"/>
              <a:gd name="connsiteY12" fmla="*/ 5556637 h 6861600"/>
              <a:gd name="connsiteX13" fmla="*/ 12193198 w 12193199"/>
              <a:gd name="connsiteY13" fmla="*/ 5342400 h 6861600"/>
              <a:gd name="connsiteX14" fmla="*/ 12193198 w 12193199"/>
              <a:gd name="connsiteY14" fmla="*/ 4266000 h 6861600"/>
              <a:gd name="connsiteX15" fmla="*/ 12193198 w 12193199"/>
              <a:gd name="connsiteY15" fmla="*/ 2246400 h 6861600"/>
              <a:gd name="connsiteX16" fmla="*/ 376999 w 12193199"/>
              <a:gd name="connsiteY16" fmla="*/ 311072 h 6861600"/>
              <a:gd name="connsiteX17" fmla="*/ 301430 w 12193199"/>
              <a:gd name="connsiteY17" fmla="*/ 386641 h 6861600"/>
              <a:gd name="connsiteX18" fmla="*/ 301430 w 12193199"/>
              <a:gd name="connsiteY18" fmla="*/ 960386 h 6861600"/>
              <a:gd name="connsiteX19" fmla="*/ 376999 w 12193199"/>
              <a:gd name="connsiteY19" fmla="*/ 1035955 h 6861600"/>
              <a:gd name="connsiteX20" fmla="*/ 1497644 w 12193199"/>
              <a:gd name="connsiteY20" fmla="*/ 1035955 h 6861600"/>
              <a:gd name="connsiteX21" fmla="*/ 1573213 w 12193199"/>
              <a:gd name="connsiteY21" fmla="*/ 960386 h 6861600"/>
              <a:gd name="connsiteX22" fmla="*/ 1573213 w 12193199"/>
              <a:gd name="connsiteY22" fmla="*/ 386641 h 6861600"/>
              <a:gd name="connsiteX23" fmla="*/ 1497644 w 12193199"/>
              <a:gd name="connsiteY23" fmla="*/ 311072 h 6861600"/>
              <a:gd name="connsiteX24" fmla="*/ 0 w 12193199"/>
              <a:gd name="connsiteY24" fmla="*/ 0 h 6861600"/>
              <a:gd name="connsiteX25" fmla="*/ 11867253 w 12193199"/>
              <a:gd name="connsiteY25" fmla="*/ 0 h 6861600"/>
              <a:gd name="connsiteX26" fmla="*/ 11867253 w 12193199"/>
              <a:gd name="connsiteY26" fmla="*/ 2037600 h 6861600"/>
              <a:gd name="connsiteX27" fmla="*/ 11881653 w 12193199"/>
              <a:gd name="connsiteY27" fmla="*/ 2037600 h 6861600"/>
              <a:gd name="connsiteX28" fmla="*/ 11881653 w 12193199"/>
              <a:gd name="connsiteY28" fmla="*/ 0 h 6861600"/>
              <a:gd name="connsiteX29" fmla="*/ 12193199 w 12193199"/>
              <a:gd name="connsiteY29" fmla="*/ 0 h 6861600"/>
              <a:gd name="connsiteX30" fmla="*/ 12193199 w 12193199"/>
              <a:gd name="connsiteY30" fmla="*/ 6861600 h 6861600"/>
              <a:gd name="connsiteX31" fmla="*/ 0 w 12193199"/>
              <a:gd name="connsiteY31" fmla="*/ 6861600 h 6861600"/>
              <a:gd name="connsiteX32" fmla="*/ 0 w 12193199"/>
              <a:gd name="connsiteY32" fmla="*/ 6541143 h 6861600"/>
              <a:gd name="connsiteX33" fmla="*/ 9709196 w 12193199"/>
              <a:gd name="connsiteY33" fmla="*/ 6541143 h 6861600"/>
              <a:gd name="connsiteX34" fmla="*/ 9709196 w 12193199"/>
              <a:gd name="connsiteY34" fmla="*/ 6526743 h 6861600"/>
              <a:gd name="connsiteX35" fmla="*/ 0 w 12193199"/>
              <a:gd name="connsiteY35" fmla="*/ 6526743 h 686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2193199" h="6861600">
                <a:moveTo>
                  <a:pt x="11860224" y="5768019"/>
                </a:moveTo>
                <a:lnTo>
                  <a:pt x="11860224" y="6526743"/>
                </a:lnTo>
                <a:lnTo>
                  <a:pt x="11583393" y="6526743"/>
                </a:lnTo>
                <a:lnTo>
                  <a:pt x="11583393" y="6541143"/>
                </a:lnTo>
                <a:lnTo>
                  <a:pt x="11860224" y="6541143"/>
                </a:lnTo>
                <a:lnTo>
                  <a:pt x="11860224" y="6542019"/>
                </a:lnTo>
                <a:lnTo>
                  <a:pt x="11874624" y="6542019"/>
                </a:lnTo>
                <a:lnTo>
                  <a:pt x="11874624" y="5768019"/>
                </a:lnTo>
                <a:close/>
                <a:moveTo>
                  <a:pt x="6206398" y="2246400"/>
                </a:moveTo>
                <a:lnTo>
                  <a:pt x="6206398" y="5342400"/>
                </a:lnTo>
                <a:lnTo>
                  <a:pt x="6411598" y="5342400"/>
                </a:lnTo>
                <a:lnTo>
                  <a:pt x="6411598" y="5556637"/>
                </a:lnTo>
                <a:lnTo>
                  <a:pt x="12193198" y="5556637"/>
                </a:lnTo>
                <a:lnTo>
                  <a:pt x="12193198" y="5342400"/>
                </a:lnTo>
                <a:lnTo>
                  <a:pt x="12193198" y="4266000"/>
                </a:lnTo>
                <a:lnTo>
                  <a:pt x="12193198" y="2246400"/>
                </a:lnTo>
                <a:close/>
                <a:moveTo>
                  <a:pt x="376999" y="311072"/>
                </a:moveTo>
                <a:cubicBezTo>
                  <a:pt x="335263" y="311072"/>
                  <a:pt x="301430" y="344905"/>
                  <a:pt x="301430" y="386641"/>
                </a:cubicBezTo>
                <a:lnTo>
                  <a:pt x="301430" y="960386"/>
                </a:lnTo>
                <a:cubicBezTo>
                  <a:pt x="301430" y="1002122"/>
                  <a:pt x="335263" y="1035955"/>
                  <a:pt x="376999" y="1035955"/>
                </a:cubicBezTo>
                <a:lnTo>
                  <a:pt x="1497644" y="1035955"/>
                </a:lnTo>
                <a:cubicBezTo>
                  <a:pt x="1539380" y="1035955"/>
                  <a:pt x="1573213" y="1002122"/>
                  <a:pt x="1573213" y="960386"/>
                </a:cubicBezTo>
                <a:lnTo>
                  <a:pt x="1573213" y="386641"/>
                </a:lnTo>
                <a:cubicBezTo>
                  <a:pt x="1573213" y="344905"/>
                  <a:pt x="1539380" y="311072"/>
                  <a:pt x="1497644" y="311072"/>
                </a:cubicBezTo>
                <a:close/>
                <a:moveTo>
                  <a:pt x="0" y="0"/>
                </a:moveTo>
                <a:lnTo>
                  <a:pt x="11867253" y="0"/>
                </a:lnTo>
                <a:lnTo>
                  <a:pt x="11867253" y="2037600"/>
                </a:lnTo>
                <a:lnTo>
                  <a:pt x="11881653" y="2037600"/>
                </a:lnTo>
                <a:lnTo>
                  <a:pt x="11881653" y="0"/>
                </a:lnTo>
                <a:lnTo>
                  <a:pt x="12193199" y="0"/>
                </a:lnTo>
                <a:lnTo>
                  <a:pt x="12193199" y="6861600"/>
                </a:lnTo>
                <a:lnTo>
                  <a:pt x="0" y="6861600"/>
                </a:lnTo>
                <a:lnTo>
                  <a:pt x="0" y="6541143"/>
                </a:lnTo>
                <a:lnTo>
                  <a:pt x="9709196" y="6541143"/>
                </a:lnTo>
                <a:lnTo>
                  <a:pt x="9709196" y="6526743"/>
                </a:lnTo>
                <a:lnTo>
                  <a:pt x="0" y="6526743"/>
                </a:lnTo>
                <a:close/>
              </a:path>
            </a:pathLst>
          </a:custGeom>
          <a:solidFill>
            <a:schemeClr val="accent1"/>
          </a:solidFill>
        </p:spPr>
        <p:txBody>
          <a:bodyPr wrap="square" tIns="648000" bIns="0" anchor="t" anchorCtr="0">
            <a:noAutofit/>
          </a:bodyPr>
          <a:lstStyle>
            <a:lvl1pPr marL="0" marR="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sz="1600">
                <a:solidFill>
                  <a:schemeClr val="tx2"/>
                </a:solidFill>
              </a:defRPr>
            </a:lvl1pPr>
          </a:lstStyle>
          <a:p>
            <a:pPr marL="0" marR="0" lvl="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a:pPr>
            <a:r>
              <a:rPr lang="en-CA" noProof="0"/>
              <a:t>Click here and add image from Templafy</a:t>
            </a:r>
          </a:p>
        </p:txBody>
      </p:sp>
      <p:sp>
        <p:nvSpPr>
          <p:cNvPr id="8" name="Footer Placeholder 7">
            <a:extLst>
              <a:ext uri="{FF2B5EF4-FFF2-40B4-BE49-F238E27FC236}">
                <a16:creationId xmlns:a16="http://schemas.microsoft.com/office/drawing/2014/main" id="{64EBE7A6-B567-41BB-8FC5-4D7E50C44BA8}"/>
              </a:ext>
            </a:extLst>
          </p:cNvPr>
          <p:cNvSpPr>
            <a:spLocks noGrp="1"/>
          </p:cNvSpPr>
          <p:nvPr>
            <p:ph type="ftr" sz="quarter" idx="11"/>
          </p:nvPr>
        </p:nvSpPr>
        <p:spPr/>
        <p:txBody>
          <a:bodyPr/>
          <a:lstStyle>
            <a:lvl1pPr>
              <a:defRPr>
                <a:solidFill>
                  <a:schemeClr val="tx1"/>
                </a:solidFill>
              </a:defRPr>
            </a:lvl1pPr>
          </a:lstStyle>
          <a:p>
            <a:r>
              <a:rPr lang="en-CA" noProof="0"/>
              <a:t>Colliers</a:t>
            </a:r>
          </a:p>
        </p:txBody>
      </p:sp>
      <p:sp>
        <p:nvSpPr>
          <p:cNvPr id="9" name="Slide Number Placeholder 8">
            <a:extLst>
              <a:ext uri="{FF2B5EF4-FFF2-40B4-BE49-F238E27FC236}">
                <a16:creationId xmlns:a16="http://schemas.microsoft.com/office/drawing/2014/main" id="{F4B48C20-C4DC-46ED-A7E0-2854CD88A8CD}"/>
              </a:ext>
            </a:extLst>
          </p:cNvPr>
          <p:cNvSpPr>
            <a:spLocks noGrp="1"/>
          </p:cNvSpPr>
          <p:nvPr>
            <p:ph type="sldNum" sz="quarter" idx="12"/>
          </p:nvPr>
        </p:nvSpPr>
        <p:spPr/>
        <p:txBody>
          <a:bodyPr/>
          <a:lstStyle>
            <a:lvl1pPr>
              <a:defRPr>
                <a:solidFill>
                  <a:schemeClr val="tx1"/>
                </a:solidFill>
              </a:defRPr>
            </a:lvl1pPr>
          </a:lstStyle>
          <a:p>
            <a:fld id="{23AA811B-2EBD-4900-905E-5BE206449611}" type="slidenum">
              <a:rPr lang="en-CA" noProof="0" smtClean="0"/>
              <a:pPr/>
              <a:t>‹#›</a:t>
            </a:fld>
            <a:endParaRPr lang="en-CA" noProof="0"/>
          </a:p>
        </p:txBody>
      </p:sp>
      <p:cxnSp>
        <p:nvCxnSpPr>
          <p:cNvPr id="10" name="Straight Connector 9">
            <a:extLst>
              <a:ext uri="{FF2B5EF4-FFF2-40B4-BE49-F238E27FC236}">
                <a16:creationId xmlns:a16="http://schemas.microsoft.com/office/drawing/2014/main" id="{792ECD9F-BC02-4C8A-839F-9AC4F4BD0167}"/>
              </a:ext>
            </a:extLst>
          </p:cNvPr>
          <p:cNvCxnSpPr/>
          <p:nvPr userDrawn="1"/>
        </p:nvCxnSpPr>
        <p:spPr>
          <a:xfrm>
            <a:off x="11124763" y="274014"/>
            <a:ext cx="0" cy="12551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 Placeholder 28">
            <a:extLst>
              <a:ext uri="{FF2B5EF4-FFF2-40B4-BE49-F238E27FC236}">
                <a16:creationId xmlns:a16="http://schemas.microsoft.com/office/drawing/2014/main" id="{DFD2EEFB-793B-451F-8877-3E8E71B6903D}"/>
              </a:ext>
            </a:extLst>
          </p:cNvPr>
          <p:cNvSpPr>
            <a:spLocks noGrp="1"/>
          </p:cNvSpPr>
          <p:nvPr>
            <p:ph type="body" sz="quarter" idx="14"/>
          </p:nvPr>
        </p:nvSpPr>
        <p:spPr>
          <a:xfrm>
            <a:off x="9708425" y="6367604"/>
            <a:ext cx="1848208" cy="362211"/>
          </a:xfrm>
          <a:blipFill>
            <a:blip>
              <a:extLst>
                <a:ext uri="{96DAC541-7B7A-43D3-8B79-37D633B846F1}">
                  <asvg:svgBlip xmlns:asvg="http://schemas.microsoft.com/office/drawing/2016/SVG/main" r:embed="rId2"/>
                </a:ext>
              </a:extLst>
            </a:blip>
            <a:stretch>
              <a:fillRect/>
            </a:stretch>
          </a:blipFill>
        </p:spPr>
        <p:txBody>
          <a:bodyPr/>
          <a:lstStyle>
            <a:lvl1pPr marL="0" indent="0">
              <a:buNone/>
              <a:defRPr sz="100">
                <a:noFill/>
              </a:defRPr>
            </a:lvl1pPr>
          </a:lstStyle>
          <a:p>
            <a:pPr lvl="0"/>
            <a:r>
              <a:rPr lang="en-CA" noProof="0"/>
              <a:t>Click to edit Master text styles</a:t>
            </a:r>
          </a:p>
        </p:txBody>
      </p:sp>
      <p:pic>
        <p:nvPicPr>
          <p:cNvPr id="13" name="Picture 12" descr="A close up of a sign&#10;&#10;Description automatically generated">
            <a:extLst>
              <a:ext uri="{FF2B5EF4-FFF2-40B4-BE49-F238E27FC236}">
                <a16:creationId xmlns:a16="http://schemas.microsoft.com/office/drawing/2014/main" id="{9D5BC5C8-6D09-4570-97BE-22E1C6FDC8D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01430" y="311072"/>
            <a:ext cx="1271783" cy="724884"/>
          </a:xfrm>
          <a:prstGeom prst="rect">
            <a:avLst/>
          </a:prstGeom>
        </p:spPr>
      </p:pic>
      <p:sp>
        <p:nvSpPr>
          <p:cNvPr id="15" name="Content Placeholder 2" descr="{&quot;templafy&quot;:{&quot;id&quot;:&quot;c58092b9-497b-440d-ae43-063d4cd6d4d3&quot;}}">
            <a:extLst>
              <a:ext uri="{FF2B5EF4-FFF2-40B4-BE49-F238E27FC236}">
                <a16:creationId xmlns:a16="http://schemas.microsoft.com/office/drawing/2014/main" id="{E00471B0-86D5-4EE2-B299-40435BAA4FBE}"/>
              </a:ext>
            </a:extLst>
          </p:cNvPr>
          <p:cNvSpPr>
            <a:spLocks noGrp="1"/>
          </p:cNvSpPr>
          <p:nvPr>
            <p:ph idx="1" hasCustomPrompt="1"/>
          </p:nvPr>
        </p:nvSpPr>
        <p:spPr>
          <a:xfrm>
            <a:off x="6821663" y="4642143"/>
            <a:ext cx="4413600" cy="202827"/>
          </a:xfrm>
        </p:spPr>
        <p:txBody>
          <a:bodyPr/>
          <a:lstStyle>
            <a:lvl1pPr marL="0" indent="0">
              <a:buNone/>
              <a:defRPr>
                <a:solidFill>
                  <a:schemeClr val="bg1"/>
                </a:solidFill>
              </a:defRPr>
            </a:lvl1pPr>
          </a:lstStyle>
          <a:p>
            <a:pPr lvl="0"/>
            <a:r>
              <a:rPr lang="en-CA" noProof="0"/>
              <a:t>Firstname Lastname</a:t>
            </a:r>
          </a:p>
        </p:txBody>
      </p:sp>
      <p:sp>
        <p:nvSpPr>
          <p:cNvPr id="16" name="Rectangle 15">
            <a:extLst>
              <a:ext uri="{FF2B5EF4-FFF2-40B4-BE49-F238E27FC236}">
                <a16:creationId xmlns:a16="http://schemas.microsoft.com/office/drawing/2014/main" id="{BB7BDE0D-20ED-4125-9615-FF47854DBE27}"/>
              </a:ext>
            </a:extLst>
          </p:cNvPr>
          <p:cNvSpPr/>
          <p:nvPr userDrawn="1"/>
        </p:nvSpPr>
        <p:spPr>
          <a:xfrm>
            <a:off x="6202800" y="2247626"/>
            <a:ext cx="214933" cy="3096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noProof="0"/>
          </a:p>
        </p:txBody>
      </p:sp>
      <p:sp>
        <p:nvSpPr>
          <p:cNvPr id="17" name="Title 1" descr="{&quot;templafy&quot;:{&quot;id&quot;:&quot;475fd09d-2564-47fd-b5a9-48e481655de8&quot;}}">
            <a:extLst>
              <a:ext uri="{FF2B5EF4-FFF2-40B4-BE49-F238E27FC236}">
                <a16:creationId xmlns:a16="http://schemas.microsoft.com/office/drawing/2014/main" id="{65BAB7C8-E936-4B2B-AD69-0FAEB9040719}"/>
              </a:ext>
            </a:extLst>
          </p:cNvPr>
          <p:cNvSpPr txBox="1">
            <a:spLocks/>
          </p:cNvSpPr>
          <p:nvPr userDrawn="1"/>
        </p:nvSpPr>
        <p:spPr>
          <a:xfrm>
            <a:off x="6204001" y="2247627"/>
            <a:ext cx="5987999" cy="2024580"/>
          </a:xfrm>
          <a:prstGeom prst="rect">
            <a:avLst/>
          </a:prstGeom>
          <a:solidFill>
            <a:schemeClr val="bg2"/>
          </a:solidFill>
        </p:spPr>
        <p:txBody>
          <a:bodyPr vert="horz" lIns="548640" tIns="457200" rIns="0" bIns="0" rtlCol="0" anchor="t" anchorCtr="0">
            <a:noAutofit/>
          </a:bodyPr>
          <a:lstStyle>
            <a:lvl1pPr algn="l" defTabSz="914400" rtl="0" eaLnBrk="1" latinLnBrk="0" hangingPunct="1">
              <a:lnSpc>
                <a:spcPct val="83000"/>
              </a:lnSpc>
              <a:spcBef>
                <a:spcPct val="0"/>
              </a:spcBef>
              <a:buNone/>
              <a:defRPr sz="4400" kern="1200">
                <a:solidFill>
                  <a:schemeClr val="tx1"/>
                </a:solidFill>
                <a:latin typeface="+mj-lt"/>
                <a:ea typeface="+mj-ea"/>
                <a:cs typeface="+mj-cs"/>
              </a:defRPr>
            </a:lvl1pPr>
          </a:lstStyle>
          <a:p>
            <a:r>
              <a:rPr lang="en-CA" noProof="0">
                <a:solidFill>
                  <a:schemeClr val="tx1"/>
                </a:solidFill>
              </a:rPr>
              <a:t>Click to add title</a:t>
            </a:r>
          </a:p>
        </p:txBody>
      </p:sp>
      <p:sp>
        <p:nvSpPr>
          <p:cNvPr id="18" name="Content Placeholder 2" descr="{&quot;templafy&quot;:{&quot;id&quot;:&quot;4a39dcba-8eac-4ce5-9c5d-8842d6bc3987&quot;}}">
            <a:extLst>
              <a:ext uri="{FF2B5EF4-FFF2-40B4-BE49-F238E27FC236}">
                <a16:creationId xmlns:a16="http://schemas.microsoft.com/office/drawing/2014/main" id="{234D9244-72E1-4872-8ECD-366512186079}"/>
              </a:ext>
            </a:extLst>
          </p:cNvPr>
          <p:cNvSpPr>
            <a:spLocks noGrp="1"/>
          </p:cNvSpPr>
          <p:nvPr>
            <p:ph idx="18" hasCustomPrompt="1"/>
          </p:nvPr>
        </p:nvSpPr>
        <p:spPr>
          <a:xfrm>
            <a:off x="6821663" y="4975582"/>
            <a:ext cx="4413600" cy="202827"/>
          </a:xfrm>
        </p:spPr>
        <p:txBody>
          <a:bodyPr/>
          <a:lstStyle>
            <a:lvl1pPr marL="0" indent="0">
              <a:buNone/>
              <a:defRPr>
                <a:solidFill>
                  <a:schemeClr val="bg1"/>
                </a:solidFill>
              </a:defRPr>
            </a:lvl1pPr>
          </a:lstStyle>
          <a:p>
            <a:pPr lvl="0"/>
            <a:r>
              <a:rPr lang="en-CA" noProof="0"/>
              <a:t>Contact information</a:t>
            </a:r>
          </a:p>
        </p:txBody>
      </p:sp>
    </p:spTree>
    <p:extLst>
      <p:ext uri="{BB962C8B-B14F-4D97-AF65-F5344CB8AC3E}">
        <p14:creationId xmlns:p14="http://schemas.microsoft.com/office/powerpoint/2010/main" val="3425389804"/>
      </p:ext>
    </p:extLst>
  </p:cSld>
  <p:clrMapOvr>
    <a:overrideClrMapping bg1="dk1" tx1="lt1" bg2="accent1" tx2="accent1" accent1="lt2"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End B">
    <p:bg>
      <p:bgPr>
        <a:solidFill>
          <a:schemeClr val="accent1"/>
        </a:solidFill>
        <a:effectLst/>
      </p:bgPr>
    </p:bg>
    <p:spTree>
      <p:nvGrpSpPr>
        <p:cNvPr id="1" name=""/>
        <p:cNvGrpSpPr/>
        <p:nvPr/>
      </p:nvGrpSpPr>
      <p:grpSpPr>
        <a:xfrm>
          <a:off x="0" y="0"/>
          <a:ext cx="0" cy="0"/>
          <a:chOff x="0" y="0"/>
          <a:chExt cx="0" cy="0"/>
        </a:xfrm>
      </p:grpSpPr>
      <p:sp>
        <p:nvSpPr>
          <p:cNvPr id="9" name="Footer Placeholder 8">
            <a:extLst>
              <a:ext uri="{FF2B5EF4-FFF2-40B4-BE49-F238E27FC236}">
                <a16:creationId xmlns:a16="http://schemas.microsoft.com/office/drawing/2014/main" id="{B450E4BA-AB0E-4E89-9112-52FFD31600AB}"/>
              </a:ext>
            </a:extLst>
          </p:cNvPr>
          <p:cNvSpPr>
            <a:spLocks noGrp="1"/>
          </p:cNvSpPr>
          <p:nvPr>
            <p:ph type="ftr" sz="quarter" idx="16"/>
          </p:nvPr>
        </p:nvSpPr>
        <p:spPr/>
        <p:txBody>
          <a:bodyPr/>
          <a:lstStyle>
            <a:lvl1pPr>
              <a:defRPr>
                <a:solidFill>
                  <a:schemeClr val="bg1"/>
                </a:solidFill>
              </a:defRPr>
            </a:lvl1pPr>
          </a:lstStyle>
          <a:p>
            <a:r>
              <a:rPr lang="en-CA" noProof="0"/>
              <a:t>Colliers</a:t>
            </a:r>
          </a:p>
        </p:txBody>
      </p:sp>
      <p:sp>
        <p:nvSpPr>
          <p:cNvPr id="10" name="Slide Number Placeholder 9">
            <a:extLst>
              <a:ext uri="{FF2B5EF4-FFF2-40B4-BE49-F238E27FC236}">
                <a16:creationId xmlns:a16="http://schemas.microsoft.com/office/drawing/2014/main" id="{0DB949FF-9683-4C07-B8ED-57EEBCDAAF3F}"/>
              </a:ext>
            </a:extLst>
          </p:cNvPr>
          <p:cNvSpPr>
            <a:spLocks noGrp="1"/>
          </p:cNvSpPr>
          <p:nvPr>
            <p:ph type="sldNum" sz="quarter" idx="17"/>
          </p:nvPr>
        </p:nvSpPr>
        <p:spPr/>
        <p:txBody>
          <a:bodyPr/>
          <a:lstStyle>
            <a:lvl1pPr>
              <a:defRPr>
                <a:solidFill>
                  <a:schemeClr val="bg1"/>
                </a:solidFill>
              </a:defRPr>
            </a:lvl1pPr>
          </a:lstStyle>
          <a:p>
            <a:fld id="{23AA811B-2EBD-4900-905E-5BE206449611}" type="slidenum">
              <a:rPr lang="en-CA" noProof="0" smtClean="0"/>
              <a:pPr/>
              <a:t>‹#›</a:t>
            </a:fld>
            <a:endParaRPr lang="en-CA" noProof="0"/>
          </a:p>
        </p:txBody>
      </p:sp>
      <p:pic>
        <p:nvPicPr>
          <p:cNvPr id="24" name="Picture 23" descr="A close up of a sign&#10;&#10;Description automatically generated">
            <a:extLst>
              <a:ext uri="{FF2B5EF4-FFF2-40B4-BE49-F238E27FC236}">
                <a16:creationId xmlns:a16="http://schemas.microsoft.com/office/drawing/2014/main" id="{117E38B7-0ACF-416C-BBB7-3F5AD32B9E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01430" y="311072"/>
            <a:ext cx="1271783" cy="724884"/>
          </a:xfrm>
          <a:prstGeom prst="rect">
            <a:avLst/>
          </a:prstGeom>
        </p:spPr>
      </p:pic>
      <p:cxnSp>
        <p:nvCxnSpPr>
          <p:cNvPr id="12" name="Straight Connector 11">
            <a:extLst>
              <a:ext uri="{FF2B5EF4-FFF2-40B4-BE49-F238E27FC236}">
                <a16:creationId xmlns:a16="http://schemas.microsoft.com/office/drawing/2014/main" id="{22A2939A-00A0-4C21-9393-DADBB5BAC7BF}"/>
              </a:ext>
            </a:extLst>
          </p:cNvPr>
          <p:cNvCxnSpPr/>
          <p:nvPr userDrawn="1"/>
        </p:nvCxnSpPr>
        <p:spPr>
          <a:xfrm>
            <a:off x="11124763" y="274014"/>
            <a:ext cx="0" cy="125517"/>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18A1C3A-8ED6-490F-A84D-1746F472289A}"/>
              </a:ext>
            </a:extLst>
          </p:cNvPr>
          <p:cNvCxnSpPr>
            <a:cxnSpLocks/>
          </p:cNvCxnSpPr>
          <p:nvPr userDrawn="1"/>
        </p:nvCxnSpPr>
        <p:spPr>
          <a:xfrm flipH="1">
            <a:off x="0" y="6538762"/>
            <a:ext cx="969169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18AE996-741F-42C6-B12A-16D74EE52D44}"/>
              </a:ext>
            </a:extLst>
          </p:cNvPr>
          <p:cNvCxnSpPr>
            <a:cxnSpLocks/>
          </p:cNvCxnSpPr>
          <p:nvPr userDrawn="1"/>
        </p:nvCxnSpPr>
        <p:spPr>
          <a:xfrm flipH="1">
            <a:off x="11577512" y="6534000"/>
            <a:ext cx="288996"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4AE0577-D8AA-4F8B-9F4B-0389680206C9}"/>
              </a:ext>
            </a:extLst>
          </p:cNvPr>
          <p:cNvCxnSpPr>
            <a:cxnSpLocks/>
          </p:cNvCxnSpPr>
          <p:nvPr userDrawn="1"/>
        </p:nvCxnSpPr>
        <p:spPr>
          <a:xfrm>
            <a:off x="11868952" y="0"/>
            <a:ext cx="0" cy="654137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5" name="Graphic 24">
            <a:extLst>
              <a:ext uri="{FF2B5EF4-FFF2-40B4-BE49-F238E27FC236}">
                <a16:creationId xmlns:a16="http://schemas.microsoft.com/office/drawing/2014/main" id="{5A65BBB4-30E9-4145-8860-C95F9F56AE4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691690" y="6364993"/>
            <a:ext cx="1871297" cy="372397"/>
          </a:xfrm>
          <a:prstGeom prst="rect">
            <a:avLst/>
          </a:prstGeom>
        </p:spPr>
      </p:pic>
    </p:spTree>
    <p:extLst>
      <p:ext uri="{BB962C8B-B14F-4D97-AF65-F5344CB8AC3E}">
        <p14:creationId xmlns:p14="http://schemas.microsoft.com/office/powerpoint/2010/main" val="71959040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End C">
    <p:bg>
      <p:bgPr>
        <a:solidFill>
          <a:schemeClr val="accent1"/>
        </a:solidFill>
        <a:effectLst/>
      </p:bgPr>
    </p:bg>
    <p:spTree>
      <p:nvGrpSpPr>
        <p:cNvPr id="1" name=""/>
        <p:cNvGrpSpPr/>
        <p:nvPr/>
      </p:nvGrpSpPr>
      <p:grpSpPr>
        <a:xfrm>
          <a:off x="0" y="0"/>
          <a:ext cx="0" cy="0"/>
          <a:chOff x="0" y="0"/>
          <a:chExt cx="0" cy="0"/>
        </a:xfrm>
      </p:grpSpPr>
      <p:pic>
        <p:nvPicPr>
          <p:cNvPr id="24" name="Picture 23" descr="A close up of a sign&#10;&#10;Description automatically generated">
            <a:extLst>
              <a:ext uri="{FF2B5EF4-FFF2-40B4-BE49-F238E27FC236}">
                <a16:creationId xmlns:a16="http://schemas.microsoft.com/office/drawing/2014/main" id="{117E38B7-0ACF-416C-BBB7-3F5AD32B9E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33890" y="2994617"/>
            <a:ext cx="1524220" cy="868767"/>
          </a:xfrm>
          <a:prstGeom prst="rect">
            <a:avLst/>
          </a:prstGeom>
        </p:spPr>
      </p:pic>
      <p:cxnSp>
        <p:nvCxnSpPr>
          <p:cNvPr id="14" name="Straight Connector 13">
            <a:extLst>
              <a:ext uri="{FF2B5EF4-FFF2-40B4-BE49-F238E27FC236}">
                <a16:creationId xmlns:a16="http://schemas.microsoft.com/office/drawing/2014/main" id="{318A1C3A-8ED6-490F-A84D-1746F472289A}"/>
              </a:ext>
            </a:extLst>
          </p:cNvPr>
          <p:cNvCxnSpPr>
            <a:cxnSpLocks/>
          </p:cNvCxnSpPr>
          <p:nvPr userDrawn="1"/>
        </p:nvCxnSpPr>
        <p:spPr>
          <a:xfrm flipH="1">
            <a:off x="301451" y="6538762"/>
            <a:ext cx="4872133"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18AE996-741F-42C6-B12A-16D74EE52D44}"/>
              </a:ext>
            </a:extLst>
          </p:cNvPr>
          <p:cNvCxnSpPr>
            <a:cxnSpLocks/>
          </p:cNvCxnSpPr>
          <p:nvPr userDrawn="1"/>
        </p:nvCxnSpPr>
        <p:spPr>
          <a:xfrm flipH="1">
            <a:off x="7043738" y="6534000"/>
            <a:ext cx="482277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4AE0577-D8AA-4F8B-9F4B-0389680206C9}"/>
              </a:ext>
            </a:extLst>
          </p:cNvPr>
          <p:cNvCxnSpPr>
            <a:cxnSpLocks/>
          </p:cNvCxnSpPr>
          <p:nvPr userDrawn="1"/>
        </p:nvCxnSpPr>
        <p:spPr>
          <a:xfrm>
            <a:off x="11868952" y="308060"/>
            <a:ext cx="0" cy="623331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1ECA7DC6-4640-3BB2-548E-B8EB672AA8FF}"/>
              </a:ext>
            </a:extLst>
          </p:cNvPr>
          <p:cNvCxnSpPr>
            <a:cxnSpLocks/>
          </p:cNvCxnSpPr>
          <p:nvPr userDrawn="1"/>
        </p:nvCxnSpPr>
        <p:spPr>
          <a:xfrm>
            <a:off x="311312" y="308060"/>
            <a:ext cx="0" cy="623331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741F6EB7-6DB2-A708-A36D-176D208769B7}"/>
              </a:ext>
            </a:extLst>
          </p:cNvPr>
          <p:cNvCxnSpPr>
            <a:cxnSpLocks/>
          </p:cNvCxnSpPr>
          <p:nvPr userDrawn="1"/>
        </p:nvCxnSpPr>
        <p:spPr>
          <a:xfrm flipH="1">
            <a:off x="301451" y="310491"/>
            <a:ext cx="1157596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9" name="Graphic 18">
            <a:extLst>
              <a:ext uri="{FF2B5EF4-FFF2-40B4-BE49-F238E27FC236}">
                <a16:creationId xmlns:a16="http://schemas.microsoft.com/office/drawing/2014/main" id="{B15B1639-EB90-491C-9630-737D58D5AF7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60352" y="6364993"/>
            <a:ext cx="1871297" cy="372397"/>
          </a:xfrm>
          <a:prstGeom prst="rect">
            <a:avLst/>
          </a:prstGeom>
        </p:spPr>
      </p:pic>
    </p:spTree>
    <p:extLst>
      <p:ext uri="{BB962C8B-B14F-4D97-AF65-F5344CB8AC3E}">
        <p14:creationId xmlns:p14="http://schemas.microsoft.com/office/powerpoint/2010/main" val="161159637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End D">
    <p:bg>
      <p:bgPr>
        <a:solidFill>
          <a:schemeClr val="accent1"/>
        </a:solidFill>
        <a:effectLst/>
      </p:bgPr>
    </p:bg>
    <p:spTree>
      <p:nvGrpSpPr>
        <p:cNvPr id="1" name=""/>
        <p:cNvGrpSpPr/>
        <p:nvPr/>
      </p:nvGrpSpPr>
      <p:grpSpPr>
        <a:xfrm>
          <a:off x="0" y="0"/>
          <a:ext cx="0" cy="0"/>
          <a:chOff x="0" y="0"/>
          <a:chExt cx="0" cy="0"/>
        </a:xfrm>
      </p:grpSpPr>
      <p:pic>
        <p:nvPicPr>
          <p:cNvPr id="24" name="Picture 23" descr="A close up of a sign&#10;&#10;Description automatically generated">
            <a:extLst>
              <a:ext uri="{FF2B5EF4-FFF2-40B4-BE49-F238E27FC236}">
                <a16:creationId xmlns:a16="http://schemas.microsoft.com/office/drawing/2014/main" id="{117E38B7-0ACF-416C-BBB7-3F5AD32B9E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33890" y="2247476"/>
            <a:ext cx="1524220" cy="868767"/>
          </a:xfrm>
          <a:prstGeom prst="rect">
            <a:avLst/>
          </a:prstGeom>
        </p:spPr>
      </p:pic>
      <p:cxnSp>
        <p:nvCxnSpPr>
          <p:cNvPr id="14" name="Straight Connector 13">
            <a:extLst>
              <a:ext uri="{FF2B5EF4-FFF2-40B4-BE49-F238E27FC236}">
                <a16:creationId xmlns:a16="http://schemas.microsoft.com/office/drawing/2014/main" id="{318A1C3A-8ED6-490F-A84D-1746F472289A}"/>
              </a:ext>
            </a:extLst>
          </p:cNvPr>
          <p:cNvCxnSpPr>
            <a:cxnSpLocks/>
          </p:cNvCxnSpPr>
          <p:nvPr userDrawn="1"/>
        </p:nvCxnSpPr>
        <p:spPr>
          <a:xfrm flipH="1">
            <a:off x="301451" y="6538762"/>
            <a:ext cx="4872133"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18AE996-741F-42C6-B12A-16D74EE52D44}"/>
              </a:ext>
            </a:extLst>
          </p:cNvPr>
          <p:cNvCxnSpPr>
            <a:cxnSpLocks/>
          </p:cNvCxnSpPr>
          <p:nvPr userDrawn="1"/>
        </p:nvCxnSpPr>
        <p:spPr>
          <a:xfrm flipH="1">
            <a:off x="7043738" y="6534000"/>
            <a:ext cx="482277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4AE0577-D8AA-4F8B-9F4B-0389680206C9}"/>
              </a:ext>
            </a:extLst>
          </p:cNvPr>
          <p:cNvCxnSpPr>
            <a:cxnSpLocks/>
          </p:cNvCxnSpPr>
          <p:nvPr userDrawn="1"/>
        </p:nvCxnSpPr>
        <p:spPr>
          <a:xfrm>
            <a:off x="11868952" y="308060"/>
            <a:ext cx="0" cy="623331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1ECA7DC6-4640-3BB2-548E-B8EB672AA8FF}"/>
              </a:ext>
            </a:extLst>
          </p:cNvPr>
          <p:cNvCxnSpPr>
            <a:cxnSpLocks/>
          </p:cNvCxnSpPr>
          <p:nvPr userDrawn="1"/>
        </p:nvCxnSpPr>
        <p:spPr>
          <a:xfrm>
            <a:off x="311312" y="308060"/>
            <a:ext cx="0" cy="623331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741F6EB7-6DB2-A708-A36D-176D208769B7}"/>
              </a:ext>
            </a:extLst>
          </p:cNvPr>
          <p:cNvCxnSpPr>
            <a:cxnSpLocks/>
          </p:cNvCxnSpPr>
          <p:nvPr userDrawn="1"/>
        </p:nvCxnSpPr>
        <p:spPr>
          <a:xfrm flipH="1">
            <a:off x="301451" y="310491"/>
            <a:ext cx="1157596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9" name="Graphic 18">
            <a:extLst>
              <a:ext uri="{FF2B5EF4-FFF2-40B4-BE49-F238E27FC236}">
                <a16:creationId xmlns:a16="http://schemas.microsoft.com/office/drawing/2014/main" id="{B15B1639-EB90-491C-9630-737D58D5AF7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60352" y="6364993"/>
            <a:ext cx="1871297" cy="372397"/>
          </a:xfrm>
          <a:prstGeom prst="rect">
            <a:avLst/>
          </a:prstGeom>
        </p:spPr>
      </p:pic>
      <p:sp>
        <p:nvSpPr>
          <p:cNvPr id="2" name="Content Placeholder 2" descr="{&quot;templafy&quot;:{&quot;id&quot;:&quot;1f168926-53f9-4e5a-88c3-cafec310d0cc&quot;}}">
            <a:extLst>
              <a:ext uri="{FF2B5EF4-FFF2-40B4-BE49-F238E27FC236}">
                <a16:creationId xmlns:a16="http://schemas.microsoft.com/office/drawing/2014/main" id="{48336C84-AE00-57DC-7D4F-2CEDB683F38D}"/>
              </a:ext>
            </a:extLst>
          </p:cNvPr>
          <p:cNvSpPr>
            <a:spLocks noGrp="1"/>
          </p:cNvSpPr>
          <p:nvPr>
            <p:ph idx="1" hasCustomPrompt="1"/>
          </p:nvPr>
        </p:nvSpPr>
        <p:spPr>
          <a:xfrm>
            <a:off x="2180169" y="4176140"/>
            <a:ext cx="2471094" cy="655358"/>
          </a:xfrm>
        </p:spPr>
        <p:txBody>
          <a:bodyPr/>
          <a:lstStyle>
            <a:lvl1pPr marL="0" indent="0" algn="ctr">
              <a:buNone/>
              <a:defRPr>
                <a:solidFill>
                  <a:schemeClr val="bg1"/>
                </a:solidFill>
              </a:defRPr>
            </a:lvl1pPr>
            <a:lvl2pPr marL="216000" indent="0">
              <a:buNone/>
              <a:defRPr>
                <a:solidFill>
                  <a:schemeClr val="bg1"/>
                </a:solidFill>
              </a:defRPr>
            </a:lvl2pPr>
            <a:lvl3pPr marL="432000" indent="0">
              <a:buNone/>
              <a:defRPr>
                <a:solidFill>
                  <a:schemeClr val="bg1"/>
                </a:solidFill>
              </a:defRPr>
            </a:lvl3pPr>
            <a:lvl4pPr>
              <a:buNone/>
              <a:defRPr>
                <a:solidFill>
                  <a:schemeClr val="bg1"/>
                </a:solidFill>
              </a:defRPr>
            </a:lvl4pPr>
            <a:lvl5pPr>
              <a:buNone/>
              <a:defRPr>
                <a:solidFill>
                  <a:schemeClr val="bg1"/>
                </a:solidFill>
              </a:defRPr>
            </a:lvl5pPr>
          </a:lstStyle>
          <a:p>
            <a:pPr lvl="0"/>
            <a:r>
              <a:rPr lang="en-CA" noProof="0"/>
              <a:t>Click to add text</a:t>
            </a:r>
          </a:p>
        </p:txBody>
      </p:sp>
      <p:sp>
        <p:nvSpPr>
          <p:cNvPr id="4" name="Content Placeholder 2" descr="{&quot;templafy&quot;:{&quot;id&quot;:&quot;4fc7c7ba-ec4c-4fae-9320-4451b443ca10&quot;}}">
            <a:extLst>
              <a:ext uri="{FF2B5EF4-FFF2-40B4-BE49-F238E27FC236}">
                <a16:creationId xmlns:a16="http://schemas.microsoft.com/office/drawing/2014/main" id="{5FFB0CC3-6189-6BB6-1B6C-612779A7C20F}"/>
              </a:ext>
            </a:extLst>
          </p:cNvPr>
          <p:cNvSpPr>
            <a:spLocks noGrp="1"/>
          </p:cNvSpPr>
          <p:nvPr>
            <p:ph idx="19" hasCustomPrompt="1"/>
          </p:nvPr>
        </p:nvSpPr>
        <p:spPr>
          <a:xfrm>
            <a:off x="4854358" y="4176140"/>
            <a:ext cx="2471094" cy="655358"/>
          </a:xfrm>
        </p:spPr>
        <p:txBody>
          <a:bodyPr/>
          <a:lstStyle>
            <a:lvl1pPr marL="0" indent="0" algn="ctr">
              <a:buNone/>
              <a:defRPr>
                <a:solidFill>
                  <a:schemeClr val="bg1"/>
                </a:solidFill>
              </a:defRPr>
            </a:lvl1pPr>
            <a:lvl2pPr marL="216000" indent="0">
              <a:buNone/>
              <a:defRPr>
                <a:solidFill>
                  <a:schemeClr val="bg1"/>
                </a:solidFill>
              </a:defRPr>
            </a:lvl2pPr>
            <a:lvl3pPr marL="432000" indent="0">
              <a:buNone/>
              <a:defRPr>
                <a:solidFill>
                  <a:schemeClr val="bg1"/>
                </a:solidFill>
              </a:defRPr>
            </a:lvl3pPr>
            <a:lvl4pPr>
              <a:buNone/>
              <a:defRPr>
                <a:solidFill>
                  <a:schemeClr val="bg1"/>
                </a:solidFill>
              </a:defRPr>
            </a:lvl4pPr>
            <a:lvl5pPr>
              <a:buNone/>
              <a:defRPr>
                <a:solidFill>
                  <a:schemeClr val="bg1"/>
                </a:solidFill>
              </a:defRPr>
            </a:lvl5pPr>
          </a:lstStyle>
          <a:p>
            <a:pPr lvl="0"/>
            <a:r>
              <a:rPr lang="en-CA" noProof="0"/>
              <a:t>Click to add text</a:t>
            </a:r>
          </a:p>
        </p:txBody>
      </p:sp>
      <p:sp>
        <p:nvSpPr>
          <p:cNvPr id="6" name="Content Placeholder 2" descr="{&quot;templafy&quot;:{&quot;id&quot;:&quot;edf2068e-d38c-4d48-8e6c-a3489af3ae1b&quot;}}">
            <a:extLst>
              <a:ext uri="{FF2B5EF4-FFF2-40B4-BE49-F238E27FC236}">
                <a16:creationId xmlns:a16="http://schemas.microsoft.com/office/drawing/2014/main" id="{6DEE2856-6160-AB7F-3920-5D6B092FC0E6}"/>
              </a:ext>
            </a:extLst>
          </p:cNvPr>
          <p:cNvSpPr>
            <a:spLocks noGrp="1"/>
          </p:cNvSpPr>
          <p:nvPr>
            <p:ph idx="20" hasCustomPrompt="1"/>
          </p:nvPr>
        </p:nvSpPr>
        <p:spPr>
          <a:xfrm>
            <a:off x="7528547" y="4176140"/>
            <a:ext cx="2471094" cy="655358"/>
          </a:xfrm>
        </p:spPr>
        <p:txBody>
          <a:bodyPr/>
          <a:lstStyle>
            <a:lvl1pPr marL="0" indent="0" algn="ctr">
              <a:buNone/>
              <a:defRPr>
                <a:solidFill>
                  <a:schemeClr val="bg1"/>
                </a:solidFill>
              </a:defRPr>
            </a:lvl1pPr>
            <a:lvl2pPr marL="216000" indent="0">
              <a:buNone/>
              <a:defRPr>
                <a:solidFill>
                  <a:schemeClr val="bg1"/>
                </a:solidFill>
              </a:defRPr>
            </a:lvl2pPr>
            <a:lvl3pPr marL="432000" indent="0">
              <a:buNone/>
              <a:defRPr>
                <a:solidFill>
                  <a:schemeClr val="bg1"/>
                </a:solidFill>
              </a:defRPr>
            </a:lvl3pPr>
            <a:lvl4pPr>
              <a:buNone/>
              <a:defRPr>
                <a:solidFill>
                  <a:schemeClr val="bg1"/>
                </a:solidFill>
              </a:defRPr>
            </a:lvl4pPr>
            <a:lvl5pPr>
              <a:buNone/>
              <a:defRPr>
                <a:solidFill>
                  <a:schemeClr val="bg1"/>
                </a:solidFill>
              </a:defRPr>
            </a:lvl5pPr>
          </a:lstStyle>
          <a:p>
            <a:pPr lvl="0"/>
            <a:r>
              <a:rPr lang="en-CA" noProof="0"/>
              <a:t>Click to add text</a:t>
            </a:r>
          </a:p>
        </p:txBody>
      </p:sp>
    </p:spTree>
    <p:extLst>
      <p:ext uri="{BB962C8B-B14F-4D97-AF65-F5344CB8AC3E}">
        <p14:creationId xmlns:p14="http://schemas.microsoft.com/office/powerpoint/2010/main" val="101042939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User guide ">
    <p:spTree>
      <p:nvGrpSpPr>
        <p:cNvPr id="1" name=""/>
        <p:cNvGrpSpPr/>
        <p:nvPr/>
      </p:nvGrpSpPr>
      <p:grpSpPr>
        <a:xfrm>
          <a:off x="0" y="0"/>
          <a:ext cx="0" cy="0"/>
          <a:chOff x="0" y="0"/>
          <a:chExt cx="0" cy="0"/>
        </a:xfrm>
      </p:grpSpPr>
      <p:sp>
        <p:nvSpPr>
          <p:cNvPr id="23" name="Text Box 3">
            <a:extLst>
              <a:ext uri="{FF2B5EF4-FFF2-40B4-BE49-F238E27FC236}">
                <a16:creationId xmlns:a16="http://schemas.microsoft.com/office/drawing/2014/main" id="{19798472-DC87-414E-BC4E-CFAF99EF0ED7}"/>
              </a:ext>
            </a:extLst>
          </p:cNvPr>
          <p:cNvSpPr txBox="1">
            <a:spLocks noChangeArrowheads="1"/>
          </p:cNvSpPr>
          <p:nvPr userDrawn="1"/>
        </p:nvSpPr>
        <p:spPr bwMode="auto">
          <a:xfrm>
            <a:off x="4467579" y="1608016"/>
            <a:ext cx="2786833" cy="4001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1200"/>
              </a:spcBef>
              <a:spcAft>
                <a:spcPts val="600"/>
              </a:spcAft>
              <a:buClrTx/>
              <a:buSzTx/>
              <a:buFontTx/>
              <a:buNone/>
              <a:tabLst/>
              <a:defRPr/>
            </a:pPr>
            <a:r>
              <a:rPr lang="en-CA" sz="1600">
                <a:latin typeface="Arial" panose="020B0604020202020204" pitchFamily="34" charset="0"/>
                <a:cs typeface="Arial" panose="020B0604020202020204" pitchFamily="34" charset="0"/>
              </a:rPr>
              <a:t>PICTURES</a:t>
            </a:r>
            <a:br>
              <a:rPr lang="en-CA" sz="900">
                <a:latin typeface="Arial" panose="020B0604020202020204" pitchFamily="34" charset="0"/>
                <a:cs typeface="Arial" panose="020B0604020202020204" pitchFamily="34" charset="0"/>
              </a:rPr>
            </a:br>
            <a:r>
              <a:rPr lang="en-CA" sz="900" b="1" noProof="1">
                <a:solidFill>
                  <a:schemeClr val="tx1"/>
                </a:solidFill>
                <a:latin typeface="Arial" panose="020B0604020202020204" pitchFamily="34" charset="0"/>
                <a:cs typeface="Arial" panose="020B0604020202020204" pitchFamily="34" charset="0"/>
              </a:rPr>
              <a:t>Insert corporate picture from Templafy</a:t>
            </a:r>
            <a:endParaRPr lang="en-CA" altLang="da-DK" sz="900" b="0" noProof="1">
              <a:solidFill>
                <a:schemeClr val="tx1"/>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CA" altLang="da-DK" sz="900" b="1" noProof="1">
                <a:solidFill>
                  <a:schemeClr val="tx1"/>
                </a:solidFill>
                <a:latin typeface="Arial" panose="020B0604020202020204" pitchFamily="34" charset="0"/>
                <a:cs typeface="Arial" panose="020B0604020202020204" pitchFamily="34" charset="0"/>
              </a:rPr>
              <a:t>1.</a:t>
            </a:r>
            <a:r>
              <a:rPr lang="en-CA" altLang="da-DK" sz="900" b="0" noProof="1">
                <a:solidFill>
                  <a:schemeClr val="tx1"/>
                </a:solidFill>
                <a:latin typeface="Arial" panose="020B0604020202020204" pitchFamily="34" charset="0"/>
                <a:cs typeface="Arial" panose="020B0604020202020204" pitchFamily="34" charset="0"/>
              </a:rPr>
              <a:t> Click the blue </a:t>
            </a:r>
            <a:r>
              <a:rPr lang="en-CA" altLang="da-DK" sz="900" b="1" baseline="0" noProof="1">
                <a:solidFill>
                  <a:schemeClr val="tx1"/>
                </a:solidFill>
                <a:latin typeface="Arial" panose="020B0604020202020204" pitchFamily="34" charset="0"/>
                <a:cs typeface="Arial" panose="020B0604020202020204" pitchFamily="34" charset="0"/>
              </a:rPr>
              <a:t>Templafy </a:t>
            </a:r>
            <a:r>
              <a:rPr lang="en-CA" altLang="da-DK" sz="900" b="0" baseline="0" noProof="1">
                <a:solidFill>
                  <a:schemeClr val="tx1"/>
                </a:solidFill>
                <a:latin typeface="Arial" panose="020B0604020202020204" pitchFamily="34" charset="0"/>
                <a:cs typeface="Arial" panose="020B0604020202020204" pitchFamily="34" charset="0"/>
              </a:rPr>
              <a:t>button</a:t>
            </a:r>
          </a:p>
          <a:p>
            <a:pPr marL="0" marR="0" lvl="0" indent="0" algn="l" defTabSz="914400" rtl="0" eaLnBrk="1" fontAlgn="auto" latinLnBrk="0" hangingPunct="1">
              <a:lnSpc>
                <a:spcPct val="100000"/>
              </a:lnSpc>
              <a:spcBef>
                <a:spcPts val="0"/>
              </a:spcBef>
              <a:spcAft>
                <a:spcPts val="600"/>
              </a:spcAft>
              <a:buClrTx/>
              <a:buSzTx/>
              <a:buFontTx/>
              <a:buNone/>
              <a:tabLst/>
              <a:defRPr/>
            </a:pPr>
            <a:r>
              <a:rPr lang="en-CA" altLang="da-DK" sz="900" b="1" baseline="0" noProof="1">
                <a:solidFill>
                  <a:schemeClr val="tx1"/>
                </a:solidFill>
                <a:latin typeface="Arial" panose="020B0604020202020204" pitchFamily="34" charset="0"/>
                <a:cs typeface="Arial" panose="020B0604020202020204" pitchFamily="34" charset="0"/>
              </a:rPr>
              <a:t>2. </a:t>
            </a:r>
            <a:r>
              <a:rPr lang="en-CA" altLang="da-DK" sz="900" b="0" baseline="0" noProof="1">
                <a:solidFill>
                  <a:schemeClr val="tx1"/>
                </a:solidFill>
                <a:latin typeface="Arial" panose="020B0604020202020204" pitchFamily="34" charset="0"/>
                <a:cs typeface="Arial" panose="020B0604020202020204" pitchFamily="34" charset="0"/>
              </a:rPr>
              <a:t>In the dropdown, click </a:t>
            </a:r>
            <a:r>
              <a:rPr lang="en-CA" altLang="da-DK" sz="900" b="1" baseline="0" noProof="1">
                <a:solidFill>
                  <a:schemeClr val="tx1"/>
                </a:solidFill>
                <a:latin typeface="Arial" panose="020B0604020202020204" pitchFamily="34" charset="0"/>
                <a:cs typeface="Arial" panose="020B0604020202020204" pitchFamily="34" charset="0"/>
              </a:rPr>
              <a:t>Images</a:t>
            </a:r>
            <a:r>
              <a:rPr lang="en-CA" altLang="da-DK" sz="900" b="0" baseline="0" noProof="1">
                <a:solidFill>
                  <a:schemeClr val="tx1"/>
                </a:solidFill>
                <a:latin typeface="Arial" panose="020B0604020202020204" pitchFamily="34" charset="0"/>
                <a:cs typeface="Arial" panose="020B0604020202020204" pitchFamily="34" charset="0"/>
              </a:rPr>
              <a:t>, </a:t>
            </a:r>
            <a:br>
              <a:rPr lang="en-CA" altLang="da-DK" sz="900" b="0" baseline="0" noProof="1">
                <a:solidFill>
                  <a:schemeClr val="tx1"/>
                </a:solidFill>
                <a:latin typeface="Arial" panose="020B0604020202020204" pitchFamily="34" charset="0"/>
                <a:cs typeface="Arial" panose="020B0604020202020204" pitchFamily="34" charset="0"/>
              </a:rPr>
            </a:br>
            <a:r>
              <a:rPr lang="en-CA" altLang="da-DK" sz="900" b="0" baseline="0" noProof="1">
                <a:solidFill>
                  <a:schemeClr val="tx1"/>
                </a:solidFill>
                <a:latin typeface="Arial" panose="020B0604020202020204" pitchFamily="34" charset="0"/>
                <a:cs typeface="Arial" panose="020B0604020202020204" pitchFamily="34" charset="0"/>
              </a:rPr>
              <a:t>or click the </a:t>
            </a:r>
            <a:r>
              <a:rPr lang="en-CA" altLang="da-DK" sz="900" b="1" baseline="0" noProof="1">
                <a:solidFill>
                  <a:schemeClr val="tx1"/>
                </a:solidFill>
                <a:latin typeface="Arial" panose="020B0604020202020204" pitchFamily="34" charset="0"/>
                <a:cs typeface="Arial" panose="020B0604020202020204" pitchFamily="34" charset="0"/>
              </a:rPr>
              <a:t>Images </a:t>
            </a:r>
            <a:r>
              <a:rPr lang="en-CA" altLang="da-DK" sz="900" b="0" i="0" baseline="0" noProof="1">
                <a:solidFill>
                  <a:schemeClr val="tx1"/>
                </a:solidFill>
                <a:latin typeface="Arial" panose="020B0604020202020204" pitchFamily="34" charset="0"/>
                <a:cs typeface="Arial" panose="020B0604020202020204" pitchFamily="34" charset="0"/>
              </a:rPr>
              <a:t>button</a:t>
            </a:r>
            <a:r>
              <a:rPr lang="en-CA" altLang="da-DK" sz="900" b="0" baseline="0" noProof="1">
                <a:solidFill>
                  <a:schemeClr val="tx1"/>
                </a:solidFill>
                <a:latin typeface="Arial" panose="020B0604020202020204" pitchFamily="34" charset="0"/>
                <a:cs typeface="Arial" panose="020B0604020202020204" pitchFamily="34" charset="0"/>
              </a:rPr>
              <a:t> in the Templafy pane on the right side of the screen</a:t>
            </a:r>
            <a:endParaRPr lang="en-CA" altLang="da-DK" sz="900" noProof="1">
              <a:solidFill>
                <a:schemeClr val="tx1"/>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endParaRPr lang="en-CA" altLang="da-DK" sz="900" b="0" baseline="0" noProof="1">
              <a:solidFill>
                <a:schemeClr val="tx1"/>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CA" altLang="da-DK" sz="900" b="1" baseline="0" noProof="1">
                <a:solidFill>
                  <a:schemeClr val="tx1"/>
                </a:solidFill>
                <a:latin typeface="Arial" panose="020B0604020202020204" pitchFamily="34" charset="0"/>
                <a:cs typeface="Arial" panose="020B0604020202020204" pitchFamily="34" charset="0"/>
              </a:rPr>
              <a:t>Insert picture</a:t>
            </a:r>
          </a:p>
          <a:p>
            <a:pPr eaLnBrk="1" hangingPunct="1">
              <a:spcAft>
                <a:spcPts val="600"/>
              </a:spcAft>
              <a:defRPr/>
            </a:pPr>
            <a:r>
              <a:rPr lang="en-CA" altLang="da-DK" sz="900" b="0" noProof="1">
                <a:solidFill>
                  <a:schemeClr val="tx1"/>
                </a:solidFill>
                <a:latin typeface="Arial" panose="020B0604020202020204" pitchFamily="34" charset="0"/>
                <a:cs typeface="Arial" panose="020B0604020202020204" pitchFamily="34" charset="0"/>
              </a:rPr>
              <a:t>On slides with pictureplaceholder, click on the icon and choose </a:t>
            </a:r>
            <a:r>
              <a:rPr lang="en-CA" altLang="da-DK" sz="900" b="1" noProof="1">
                <a:solidFill>
                  <a:schemeClr val="tx1"/>
                </a:solidFill>
                <a:latin typeface="Arial" panose="020B0604020202020204" pitchFamily="34" charset="0"/>
                <a:cs typeface="Arial" panose="020B0604020202020204" pitchFamily="34" charset="0"/>
              </a:rPr>
              <a:t>Insert</a:t>
            </a:r>
          </a:p>
          <a:p>
            <a:pPr eaLnBrk="1" hangingPunct="1">
              <a:spcBef>
                <a:spcPts val="1200"/>
              </a:spcBef>
              <a:spcAft>
                <a:spcPts val="600"/>
              </a:spcAft>
              <a:defRPr/>
            </a:pPr>
            <a:r>
              <a:rPr lang="en-CA" sz="900" b="1" noProof="1">
                <a:solidFill>
                  <a:schemeClr val="tx1"/>
                </a:solidFill>
                <a:latin typeface="Arial" panose="020B0604020202020204" pitchFamily="34" charset="0"/>
                <a:cs typeface="Arial" panose="020B0604020202020204" pitchFamily="34" charset="0"/>
              </a:rPr>
              <a:t>Crop picture</a:t>
            </a:r>
          </a:p>
          <a:p>
            <a:pPr eaLnBrk="1" hangingPunct="1">
              <a:spcAft>
                <a:spcPts val="600"/>
              </a:spcAft>
              <a:defRPr/>
            </a:pPr>
            <a:r>
              <a:rPr lang="en-CA" altLang="da-DK" sz="900" b="1" noProof="1">
                <a:solidFill>
                  <a:schemeClr val="tx1"/>
                </a:solidFill>
                <a:latin typeface="Arial" panose="020B0604020202020204" pitchFamily="34" charset="0"/>
                <a:cs typeface="Arial" panose="020B0604020202020204" pitchFamily="34" charset="0"/>
              </a:rPr>
              <a:t>1. </a:t>
            </a:r>
            <a:r>
              <a:rPr lang="en-CA" altLang="da-DK" sz="900" b="0" noProof="1">
                <a:solidFill>
                  <a:schemeClr val="tx1"/>
                </a:solidFill>
                <a:latin typeface="Arial" panose="020B0604020202020204" pitchFamily="34" charset="0"/>
                <a:cs typeface="Arial" panose="020B0604020202020204" pitchFamily="34" charset="0"/>
              </a:rPr>
              <a:t>Click </a:t>
            </a:r>
            <a:r>
              <a:rPr lang="en-CA" altLang="da-DK" sz="900" b="1" noProof="1">
                <a:solidFill>
                  <a:schemeClr val="tx1"/>
                </a:solidFill>
                <a:latin typeface="Arial" panose="020B0604020202020204" pitchFamily="34" charset="0"/>
                <a:cs typeface="Arial" panose="020B0604020202020204" pitchFamily="34" charset="0"/>
              </a:rPr>
              <a:t>Crop</a:t>
            </a:r>
            <a:r>
              <a:rPr lang="en-CA" altLang="da-DK" sz="900" b="0" noProof="1">
                <a:solidFill>
                  <a:schemeClr val="tx1"/>
                </a:solidFill>
                <a:latin typeface="Arial" panose="020B0604020202020204" pitchFamily="34" charset="0"/>
                <a:cs typeface="Arial" panose="020B0604020202020204" pitchFamily="34" charset="0"/>
              </a:rPr>
              <a:t> to change size or </a:t>
            </a:r>
            <a:br>
              <a:rPr lang="en-CA" altLang="da-DK" sz="900" b="0" noProof="1">
                <a:solidFill>
                  <a:schemeClr val="tx1"/>
                </a:solidFill>
                <a:latin typeface="Arial" panose="020B0604020202020204" pitchFamily="34" charset="0"/>
                <a:cs typeface="Arial" panose="020B0604020202020204" pitchFamily="34" charset="0"/>
              </a:rPr>
            </a:br>
            <a:r>
              <a:rPr lang="en-CA" altLang="da-DK" sz="900" b="0" noProof="1">
                <a:solidFill>
                  <a:schemeClr val="tx1"/>
                </a:solidFill>
                <a:latin typeface="Arial" panose="020B0604020202020204" pitchFamily="34" charset="0"/>
                <a:cs typeface="Arial" panose="020B0604020202020204" pitchFamily="34" charset="0"/>
              </a:rPr>
              <a:t>focus of the picture</a:t>
            </a:r>
          </a:p>
          <a:p>
            <a:pPr eaLnBrk="1" hangingPunct="1">
              <a:spcAft>
                <a:spcPts val="600"/>
              </a:spcAft>
              <a:defRPr/>
            </a:pPr>
            <a:r>
              <a:rPr lang="en-CA" altLang="da-DK" sz="900" b="1" noProof="1">
                <a:solidFill>
                  <a:schemeClr val="tx1"/>
                </a:solidFill>
                <a:latin typeface="Arial" panose="020B0604020202020204" pitchFamily="34" charset="0"/>
                <a:cs typeface="Arial" panose="020B0604020202020204" pitchFamily="34" charset="0"/>
              </a:rPr>
              <a:t>2. </a:t>
            </a:r>
            <a:r>
              <a:rPr lang="en-CA" altLang="da-DK" sz="900" b="0" noProof="1">
                <a:solidFill>
                  <a:schemeClr val="tx1"/>
                </a:solidFill>
                <a:latin typeface="Arial" panose="020B0604020202020204" pitchFamily="34" charset="0"/>
                <a:cs typeface="Arial" panose="020B0604020202020204" pitchFamily="34" charset="0"/>
              </a:rPr>
              <a:t>If you want to scale the picture, </a:t>
            </a:r>
            <a:br>
              <a:rPr lang="en-CA" altLang="da-DK" sz="900" b="0" noProof="1">
                <a:solidFill>
                  <a:schemeClr val="tx1"/>
                </a:solidFill>
                <a:latin typeface="Arial" panose="020B0604020202020204" pitchFamily="34" charset="0"/>
                <a:cs typeface="Arial" panose="020B0604020202020204" pitchFamily="34" charset="0"/>
              </a:rPr>
            </a:br>
            <a:r>
              <a:rPr lang="en-CA" altLang="da-DK" sz="900" b="0" noProof="1">
                <a:solidFill>
                  <a:schemeClr val="tx1"/>
                </a:solidFill>
                <a:latin typeface="Arial" panose="020B0604020202020204" pitchFamily="34" charset="0"/>
                <a:cs typeface="Arial" panose="020B0604020202020204" pitchFamily="34" charset="0"/>
              </a:rPr>
              <a:t>hold </a:t>
            </a:r>
            <a:r>
              <a:rPr lang="en-CA" altLang="da-DK" sz="900" b="1" noProof="1">
                <a:solidFill>
                  <a:schemeClr val="tx1"/>
                </a:solidFill>
                <a:latin typeface="Arial" panose="020B0604020202020204" pitchFamily="34" charset="0"/>
                <a:cs typeface="Arial" panose="020B0604020202020204" pitchFamily="34" charset="0"/>
              </a:rPr>
              <a:t>SHIFT</a:t>
            </a:r>
            <a:r>
              <a:rPr lang="en-CA" altLang="da-DK" sz="900" b="0" noProof="1">
                <a:solidFill>
                  <a:schemeClr val="tx1"/>
                </a:solidFill>
                <a:latin typeface="Arial" panose="020B0604020202020204" pitchFamily="34" charset="0"/>
                <a:cs typeface="Arial" panose="020B0604020202020204" pitchFamily="34" charset="0"/>
              </a:rPr>
              <a:t>-key down while </a:t>
            </a:r>
            <a:br>
              <a:rPr lang="en-CA" altLang="da-DK" sz="900" b="0" noProof="1">
                <a:solidFill>
                  <a:schemeClr val="tx1"/>
                </a:solidFill>
                <a:latin typeface="Arial" panose="020B0604020202020204" pitchFamily="34" charset="0"/>
                <a:cs typeface="Arial" panose="020B0604020202020204" pitchFamily="34" charset="0"/>
              </a:rPr>
            </a:br>
            <a:r>
              <a:rPr lang="en-CA" altLang="da-DK" sz="900" b="0" noProof="1">
                <a:solidFill>
                  <a:schemeClr val="tx1"/>
                </a:solidFill>
                <a:latin typeface="Arial" panose="020B0604020202020204" pitchFamily="34" charset="0"/>
                <a:cs typeface="Arial" panose="020B0604020202020204" pitchFamily="34" charset="0"/>
              </a:rPr>
              <a:t>dragging the corners of the picture</a:t>
            </a:r>
            <a:br>
              <a:rPr lang="en-CA" altLang="da-DK" sz="900" b="0" noProof="1">
                <a:solidFill>
                  <a:schemeClr val="tx1"/>
                </a:solidFill>
                <a:latin typeface="Arial" panose="020B0604020202020204" pitchFamily="34" charset="0"/>
                <a:cs typeface="Arial" panose="020B0604020202020204" pitchFamily="34" charset="0"/>
              </a:rPr>
            </a:br>
            <a:endParaRPr lang="en-CA" altLang="da-DK" sz="900" b="0" noProof="1">
              <a:solidFill>
                <a:schemeClr val="tx1"/>
              </a:solidFill>
              <a:latin typeface="Arial" panose="020B0604020202020204" pitchFamily="34" charset="0"/>
              <a:cs typeface="Arial" panose="020B0604020202020204" pitchFamily="34" charset="0"/>
            </a:endParaRPr>
          </a:p>
          <a:p>
            <a:pPr eaLnBrk="1" hangingPunct="1">
              <a:spcAft>
                <a:spcPts val="600"/>
              </a:spcAft>
              <a:defRPr/>
            </a:pPr>
            <a:r>
              <a:rPr lang="en-CA" altLang="da-DK" sz="900" b="1" noProof="1">
                <a:solidFill>
                  <a:schemeClr val="tx1"/>
                </a:solidFill>
                <a:latin typeface="Arial" panose="020B0604020202020204" pitchFamily="34" charset="0"/>
                <a:cs typeface="Arial" panose="020B0604020202020204" pitchFamily="34" charset="0"/>
              </a:rPr>
              <a:t>HINT: </a:t>
            </a:r>
            <a:r>
              <a:rPr lang="en-CA" altLang="da-DK" sz="900" b="0" noProof="1">
                <a:solidFill>
                  <a:schemeClr val="tx1"/>
                </a:solidFill>
                <a:latin typeface="Arial" panose="020B0604020202020204" pitchFamily="34" charset="0"/>
                <a:cs typeface="Arial" panose="020B0604020202020204" pitchFamily="34" charset="0"/>
              </a:rPr>
              <a:t>If you delete the picture and </a:t>
            </a:r>
            <a:br>
              <a:rPr lang="en-CA" altLang="da-DK" sz="900" b="0" noProof="1">
                <a:solidFill>
                  <a:schemeClr val="tx1"/>
                </a:solidFill>
                <a:latin typeface="Arial" panose="020B0604020202020204" pitchFamily="34" charset="0"/>
                <a:cs typeface="Arial" panose="020B0604020202020204" pitchFamily="34" charset="0"/>
              </a:rPr>
            </a:br>
            <a:r>
              <a:rPr lang="en-CA" altLang="da-DK" sz="900" b="0" noProof="1">
                <a:solidFill>
                  <a:schemeClr val="tx1"/>
                </a:solidFill>
                <a:latin typeface="Arial" panose="020B0604020202020204" pitchFamily="34" charset="0"/>
                <a:cs typeface="Arial" panose="020B0604020202020204" pitchFamily="34" charset="0"/>
              </a:rPr>
              <a:t>insert a new one, the picture may </a:t>
            </a:r>
            <a:br>
              <a:rPr lang="en-CA" altLang="da-DK" sz="900" b="0" noProof="1">
                <a:solidFill>
                  <a:schemeClr val="tx1"/>
                </a:solidFill>
                <a:latin typeface="Arial" panose="020B0604020202020204" pitchFamily="34" charset="0"/>
                <a:cs typeface="Arial" panose="020B0604020202020204" pitchFamily="34" charset="0"/>
              </a:rPr>
            </a:br>
            <a:r>
              <a:rPr lang="en-CA" altLang="da-DK" sz="900" b="0" noProof="1">
                <a:solidFill>
                  <a:schemeClr val="tx1"/>
                </a:solidFill>
                <a:latin typeface="Arial" panose="020B0604020202020204" pitchFamily="34" charset="0"/>
                <a:cs typeface="Arial" panose="020B0604020202020204" pitchFamily="34" charset="0"/>
              </a:rPr>
              <a:t>lie in front of the text or graphic.</a:t>
            </a:r>
            <a:br>
              <a:rPr lang="en-CA" altLang="da-DK" sz="900" b="0" noProof="1">
                <a:solidFill>
                  <a:schemeClr val="tx1"/>
                </a:solidFill>
                <a:latin typeface="Arial" panose="020B0604020202020204" pitchFamily="34" charset="0"/>
                <a:cs typeface="Arial" panose="020B0604020202020204" pitchFamily="34" charset="0"/>
              </a:rPr>
            </a:br>
            <a:r>
              <a:rPr lang="en-CA" altLang="da-DK" sz="900" b="0" noProof="1">
                <a:solidFill>
                  <a:schemeClr val="tx1"/>
                </a:solidFill>
                <a:latin typeface="Arial" panose="020B0604020202020204" pitchFamily="34" charset="0"/>
                <a:cs typeface="Arial" panose="020B0604020202020204" pitchFamily="34" charset="0"/>
              </a:rPr>
              <a:t>If this happens, select the picture, </a:t>
            </a:r>
            <a:br>
              <a:rPr lang="en-CA" altLang="da-DK" sz="900" b="0" noProof="1">
                <a:solidFill>
                  <a:schemeClr val="tx1"/>
                </a:solidFill>
                <a:latin typeface="Arial" panose="020B0604020202020204" pitchFamily="34" charset="0"/>
                <a:cs typeface="Arial" panose="020B0604020202020204" pitchFamily="34" charset="0"/>
              </a:rPr>
            </a:br>
            <a:r>
              <a:rPr lang="en-CA" altLang="da-DK" sz="900" b="0" noProof="1">
                <a:solidFill>
                  <a:schemeClr val="tx1"/>
                </a:solidFill>
                <a:latin typeface="Arial" panose="020B0604020202020204" pitchFamily="34" charset="0"/>
                <a:cs typeface="Arial" panose="020B0604020202020204" pitchFamily="34" charset="0"/>
              </a:rPr>
              <a:t>right-click and choose </a:t>
            </a:r>
            <a:r>
              <a:rPr lang="en-CA" altLang="da-DK" sz="900" b="1" noProof="1">
                <a:solidFill>
                  <a:schemeClr val="tx1"/>
                </a:solidFill>
                <a:latin typeface="Arial" panose="020B0604020202020204" pitchFamily="34" charset="0"/>
                <a:cs typeface="Arial" panose="020B0604020202020204" pitchFamily="34" charset="0"/>
              </a:rPr>
              <a:t>Send to Back</a:t>
            </a:r>
          </a:p>
        </p:txBody>
      </p:sp>
      <p:grpSp>
        <p:nvGrpSpPr>
          <p:cNvPr id="26" name="Gruppe 25">
            <a:extLst>
              <a:ext uri="{FF2B5EF4-FFF2-40B4-BE49-F238E27FC236}">
                <a16:creationId xmlns:a16="http://schemas.microsoft.com/office/drawing/2014/main" id="{1E29220A-15A7-4D74-97D3-C35C0B6650BA}"/>
              </a:ext>
            </a:extLst>
          </p:cNvPr>
          <p:cNvGrpSpPr/>
          <p:nvPr userDrawn="1"/>
        </p:nvGrpSpPr>
        <p:grpSpPr>
          <a:xfrm>
            <a:off x="7254412" y="1876097"/>
            <a:ext cx="676669" cy="997704"/>
            <a:chOff x="6442771" y="2574072"/>
            <a:chExt cx="676669" cy="997704"/>
          </a:xfrm>
        </p:grpSpPr>
        <p:pic>
          <p:nvPicPr>
            <p:cNvPr id="27" name="Billede 26">
              <a:extLst>
                <a:ext uri="{FF2B5EF4-FFF2-40B4-BE49-F238E27FC236}">
                  <a16:creationId xmlns:a16="http://schemas.microsoft.com/office/drawing/2014/main" id="{3A5D5234-21E3-4579-AE5E-A650C0CF9FBA}"/>
                </a:ext>
              </a:extLst>
            </p:cNvPr>
            <p:cNvPicPr>
              <a:picLocks noChangeAspect="1"/>
            </p:cNvPicPr>
            <p:nvPr userDrawn="1"/>
          </p:nvPicPr>
          <p:blipFill>
            <a:blip r:embed="rId2"/>
            <a:stretch>
              <a:fillRect/>
            </a:stretch>
          </p:blipFill>
          <p:spPr>
            <a:xfrm>
              <a:off x="6442771" y="2574072"/>
              <a:ext cx="305786" cy="365851"/>
            </a:xfrm>
            <a:prstGeom prst="rect">
              <a:avLst/>
            </a:prstGeom>
          </p:spPr>
        </p:pic>
        <p:pic>
          <p:nvPicPr>
            <p:cNvPr id="38" name="Billede 37">
              <a:extLst>
                <a:ext uri="{FF2B5EF4-FFF2-40B4-BE49-F238E27FC236}">
                  <a16:creationId xmlns:a16="http://schemas.microsoft.com/office/drawing/2014/main" id="{C18E748C-FC83-400F-9C35-D988C1228010}"/>
                </a:ext>
              </a:extLst>
            </p:cNvPr>
            <p:cNvPicPr>
              <a:picLocks noChangeAspect="1"/>
            </p:cNvPicPr>
            <p:nvPr userDrawn="1"/>
          </p:nvPicPr>
          <p:blipFill rotWithShape="1">
            <a:blip r:embed="rId3"/>
            <a:srcRect l="1432" t="16308" r="2422" b="1509"/>
            <a:stretch/>
          </p:blipFill>
          <p:spPr>
            <a:xfrm>
              <a:off x="6444587" y="2943287"/>
              <a:ext cx="674853" cy="628489"/>
            </a:xfrm>
            <a:prstGeom prst="rect">
              <a:avLst/>
            </a:prstGeom>
            <a:ln w="3175">
              <a:solidFill>
                <a:schemeClr val="bg1">
                  <a:lumMod val="95000"/>
                </a:schemeClr>
              </a:solidFill>
            </a:ln>
          </p:spPr>
        </p:pic>
      </p:grpSp>
      <p:sp>
        <p:nvSpPr>
          <p:cNvPr id="42" name="Text Box 2">
            <a:extLst>
              <a:ext uri="{FF2B5EF4-FFF2-40B4-BE49-F238E27FC236}">
                <a16:creationId xmlns:a16="http://schemas.microsoft.com/office/drawing/2014/main" id="{00AD0EBC-0A41-4B26-9D79-79E0C00BBA85}"/>
              </a:ext>
            </a:extLst>
          </p:cNvPr>
          <p:cNvSpPr txBox="1">
            <a:spLocks noChangeArrowheads="1"/>
          </p:cNvSpPr>
          <p:nvPr userDrawn="1"/>
        </p:nvSpPr>
        <p:spPr bwMode="auto">
          <a:xfrm>
            <a:off x="539752" y="1613646"/>
            <a:ext cx="2280360"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CA" sz="1600">
                <a:latin typeface="Arial" panose="020B0604020202020204" pitchFamily="34" charset="0"/>
                <a:cs typeface="Arial" panose="020B0604020202020204" pitchFamily="34" charset="0"/>
              </a:rPr>
              <a:t>TEXT STYLES</a:t>
            </a:r>
            <a:endParaRPr lang="en-CA" altLang="da-DK" sz="1600" b="0" noProof="1">
              <a:solidFill>
                <a:schemeClr val="tx1"/>
              </a:solidFill>
              <a:latin typeface="Arial" panose="020B0604020202020204" pitchFamily="34" charset="0"/>
              <a:cs typeface="Arial" panose="020B0604020202020204" pitchFamily="34" charset="0"/>
            </a:endParaRPr>
          </a:p>
          <a:p>
            <a:pPr eaLnBrk="1" hangingPunct="1">
              <a:spcAft>
                <a:spcPts val="600"/>
              </a:spcAft>
              <a:defRPr/>
            </a:pPr>
            <a:r>
              <a:rPr lang="en-CA" altLang="da-DK" sz="900" b="0" noProof="1">
                <a:solidFill>
                  <a:schemeClr val="tx1"/>
                </a:solidFill>
                <a:latin typeface="Arial" panose="020B0604020202020204" pitchFamily="34" charset="0"/>
                <a:cs typeface="Arial" panose="020B0604020202020204" pitchFamily="34" charset="0"/>
              </a:rPr>
              <a:t>Use the </a:t>
            </a:r>
            <a:r>
              <a:rPr lang="en-CA" altLang="da-DK" sz="900" b="1" noProof="1">
                <a:solidFill>
                  <a:schemeClr val="tx1"/>
                </a:solidFill>
                <a:latin typeface="Arial" panose="020B0604020202020204" pitchFamily="34" charset="0"/>
                <a:cs typeface="Arial" panose="020B0604020202020204" pitchFamily="34" charset="0"/>
              </a:rPr>
              <a:t>TAB</a:t>
            </a:r>
            <a:r>
              <a:rPr lang="en-CA" altLang="da-DK" sz="900" b="0" noProof="1">
                <a:solidFill>
                  <a:schemeClr val="tx1"/>
                </a:solidFill>
                <a:latin typeface="Arial" panose="020B0604020202020204" pitchFamily="34" charset="0"/>
                <a:cs typeface="Arial" panose="020B0604020202020204" pitchFamily="34" charset="0"/>
              </a:rPr>
              <a:t>-key</a:t>
            </a:r>
            <a:r>
              <a:rPr lang="en-CA" altLang="da-DK" sz="900" b="0" baseline="0" noProof="1">
                <a:solidFill>
                  <a:schemeClr val="tx1"/>
                </a:solidFill>
                <a:latin typeface="Arial" panose="020B0604020202020204" pitchFamily="34" charset="0"/>
                <a:cs typeface="Arial" panose="020B0604020202020204" pitchFamily="34" charset="0"/>
              </a:rPr>
              <a:t> to jump through levels. Click </a:t>
            </a:r>
            <a:r>
              <a:rPr lang="en-CA" altLang="da-DK" sz="900" b="1" baseline="0" noProof="1">
                <a:solidFill>
                  <a:schemeClr val="tx1"/>
                </a:solidFill>
                <a:latin typeface="Arial" panose="020B0604020202020204" pitchFamily="34" charset="0"/>
                <a:cs typeface="Arial" panose="020B0604020202020204" pitchFamily="34" charset="0"/>
              </a:rPr>
              <a:t>ENTER</a:t>
            </a:r>
            <a:r>
              <a:rPr lang="en-CA" altLang="da-DK" sz="900" b="0" baseline="0" noProof="1">
                <a:solidFill>
                  <a:schemeClr val="tx1"/>
                </a:solidFill>
                <a:latin typeface="Arial" panose="020B0604020202020204" pitchFamily="34" charset="0"/>
                <a:cs typeface="Arial" panose="020B0604020202020204" pitchFamily="34" charset="0"/>
              </a:rPr>
              <a:t>, then </a:t>
            </a:r>
            <a:r>
              <a:rPr lang="en-CA" altLang="da-DK" sz="900" b="1" baseline="0" noProof="1">
                <a:solidFill>
                  <a:schemeClr val="tx1"/>
                </a:solidFill>
                <a:latin typeface="Arial" panose="020B0604020202020204" pitchFamily="34" charset="0"/>
                <a:cs typeface="Arial" panose="020B0604020202020204" pitchFamily="34" charset="0"/>
              </a:rPr>
              <a:t>TAB</a:t>
            </a:r>
            <a:r>
              <a:rPr lang="en-CA" altLang="da-DK" sz="900" b="0" baseline="0" noProof="1">
                <a:solidFill>
                  <a:schemeClr val="tx1"/>
                </a:solidFill>
                <a:latin typeface="Arial" panose="020B0604020202020204" pitchFamily="34" charset="0"/>
                <a:cs typeface="Arial" panose="020B0604020202020204" pitchFamily="34" charset="0"/>
              </a:rPr>
              <a:t> to switch from one level to the next level</a:t>
            </a:r>
          </a:p>
          <a:p>
            <a:pPr eaLnBrk="1" hangingPunct="1">
              <a:spcAft>
                <a:spcPts val="600"/>
              </a:spcAft>
              <a:defRPr/>
            </a:pPr>
            <a:r>
              <a:rPr lang="en-CA" altLang="da-DK" sz="900" b="0" baseline="0" noProof="1">
                <a:solidFill>
                  <a:schemeClr val="tx1"/>
                </a:solidFill>
                <a:latin typeface="Arial" panose="020B0604020202020204" pitchFamily="34" charset="0"/>
                <a:cs typeface="Arial" panose="020B0604020202020204" pitchFamily="34" charset="0"/>
              </a:rPr>
              <a:t>To go back in levels use </a:t>
            </a:r>
            <a:r>
              <a:rPr lang="en-CA" altLang="da-DK" sz="900" b="1" baseline="0" noProof="1">
                <a:solidFill>
                  <a:schemeClr val="tx1"/>
                </a:solidFill>
                <a:latin typeface="Arial" panose="020B0604020202020204" pitchFamily="34" charset="0"/>
                <a:cs typeface="Arial" panose="020B0604020202020204" pitchFamily="34" charset="0"/>
              </a:rPr>
              <a:t>SHIFT-TAB</a:t>
            </a:r>
            <a:endParaRPr lang="en-CA" sz="900" b="1" noProof="1">
              <a:solidFill>
                <a:schemeClr val="tx1"/>
              </a:solidFill>
              <a:latin typeface="Arial" panose="020B0604020202020204" pitchFamily="34" charset="0"/>
              <a:cs typeface="Arial" panose="020B0604020202020204" pitchFamily="34" charset="0"/>
            </a:endParaRPr>
          </a:p>
          <a:p>
            <a:pPr eaLnBrk="1" hangingPunct="1">
              <a:spcAft>
                <a:spcPts val="600"/>
              </a:spcAft>
              <a:defRPr/>
            </a:pPr>
            <a:r>
              <a:rPr lang="en-CA" sz="900" noProof="1">
                <a:solidFill>
                  <a:schemeClr val="tx1"/>
                </a:solidFill>
                <a:latin typeface="Arial" panose="020B0604020202020204" pitchFamily="34" charset="0"/>
                <a:cs typeface="Arial" panose="020B0604020202020204" pitchFamily="34" charset="0"/>
              </a:rPr>
              <a:t>Alternatively, </a:t>
            </a:r>
            <a:r>
              <a:rPr lang="en-CA" sz="900" b="1" noProof="1">
                <a:solidFill>
                  <a:schemeClr val="tx1"/>
                </a:solidFill>
                <a:latin typeface="Arial" panose="020B0604020202020204" pitchFamily="34" charset="0"/>
                <a:cs typeface="Arial" panose="020B0604020202020204" pitchFamily="34" charset="0"/>
              </a:rPr>
              <a:t>Increase</a:t>
            </a:r>
            <a:r>
              <a:rPr lang="en-CA" sz="900" baseline="0" noProof="1">
                <a:solidFill>
                  <a:schemeClr val="tx1"/>
                </a:solidFill>
                <a:latin typeface="Arial" panose="020B0604020202020204" pitchFamily="34" charset="0"/>
                <a:cs typeface="Arial" panose="020B0604020202020204" pitchFamily="34" charset="0"/>
              </a:rPr>
              <a:t> and </a:t>
            </a:r>
            <a:r>
              <a:rPr lang="en-CA" sz="900" b="1" baseline="0" noProof="1">
                <a:solidFill>
                  <a:schemeClr val="tx1"/>
                </a:solidFill>
                <a:latin typeface="Arial" panose="020B0604020202020204" pitchFamily="34" charset="0"/>
                <a:cs typeface="Arial" panose="020B0604020202020204" pitchFamily="34" charset="0"/>
              </a:rPr>
              <a:t>Decrease</a:t>
            </a:r>
            <a:br>
              <a:rPr lang="en-CA" sz="900" b="1" baseline="0" noProof="1">
                <a:solidFill>
                  <a:schemeClr val="tx1"/>
                </a:solidFill>
                <a:latin typeface="Arial" panose="020B0604020202020204" pitchFamily="34" charset="0"/>
                <a:cs typeface="Arial" panose="020B0604020202020204" pitchFamily="34" charset="0"/>
              </a:rPr>
            </a:br>
            <a:r>
              <a:rPr lang="en-CA" sz="900" baseline="0" noProof="1">
                <a:solidFill>
                  <a:schemeClr val="tx1"/>
                </a:solidFill>
                <a:latin typeface="Arial" panose="020B0604020202020204" pitchFamily="34" charset="0"/>
                <a:cs typeface="Arial" panose="020B0604020202020204" pitchFamily="34" charset="0"/>
              </a:rPr>
              <a:t>list level can be used</a:t>
            </a:r>
          </a:p>
          <a:p>
            <a:pPr eaLnBrk="1" hangingPunct="1">
              <a:spcAft>
                <a:spcPts val="600"/>
              </a:spcAft>
              <a:defRPr/>
            </a:pPr>
            <a:endParaRPr lang="en-CA" sz="900" baseline="0" noProof="1">
              <a:solidFill>
                <a:schemeClr val="tx1"/>
              </a:solidFill>
              <a:latin typeface="Arial" panose="020B0604020202020204" pitchFamily="34" charset="0"/>
              <a:cs typeface="Arial" panose="020B0604020202020204" pitchFamily="34" charset="0"/>
            </a:endParaRPr>
          </a:p>
          <a:p>
            <a:pPr eaLnBrk="1" hangingPunct="1">
              <a:spcAft>
                <a:spcPts val="600"/>
              </a:spcAft>
              <a:defRPr/>
            </a:pPr>
            <a:r>
              <a:rPr lang="en-CA" altLang="da-DK" sz="900" b="1" noProof="1">
                <a:solidFill>
                  <a:schemeClr val="tx1"/>
                </a:solidFill>
                <a:latin typeface="Arial" panose="020B0604020202020204" pitchFamily="34" charset="0"/>
                <a:cs typeface="Arial" panose="020B0604020202020204" pitchFamily="34" charset="0"/>
              </a:rPr>
              <a:t>HINT: </a:t>
            </a:r>
            <a:r>
              <a:rPr lang="en-CA" sz="900" b="1" noProof="1">
                <a:solidFill>
                  <a:schemeClr val="tx1"/>
                </a:solidFill>
                <a:latin typeface="Arial" panose="020B0604020202020204" pitchFamily="34" charset="0"/>
                <a:cs typeface="Arial" panose="020B0604020202020204" pitchFamily="34" charset="0"/>
              </a:rPr>
              <a:t>Use bullet button</a:t>
            </a:r>
          </a:p>
          <a:p>
            <a:pPr marL="0" marR="0" lvl="0" indent="0" algn="l" defTabSz="914400" rtl="0" eaLnBrk="1" fontAlgn="auto" latinLnBrk="0" hangingPunct="1">
              <a:lnSpc>
                <a:spcPct val="100000"/>
              </a:lnSpc>
              <a:spcBef>
                <a:spcPts val="0"/>
              </a:spcBef>
              <a:spcAft>
                <a:spcPts val="600"/>
              </a:spcAft>
              <a:buClrTx/>
              <a:buSzTx/>
              <a:buFontTx/>
              <a:buNone/>
              <a:tabLst/>
              <a:defRPr/>
            </a:pPr>
            <a:r>
              <a:rPr lang="en-CA" altLang="da-DK" sz="900" b="0" noProof="1">
                <a:solidFill>
                  <a:schemeClr val="tx1"/>
                </a:solidFill>
                <a:latin typeface="Arial" panose="020B0604020202020204" pitchFamily="34" charset="0"/>
                <a:cs typeface="Arial" panose="020B0604020202020204" pitchFamily="34" charset="0"/>
              </a:rPr>
              <a:t>Delete bullet for regular text.</a:t>
            </a:r>
            <a:br>
              <a:rPr lang="en-CA" altLang="da-DK" sz="900" b="0" noProof="1">
                <a:solidFill>
                  <a:schemeClr val="tx1"/>
                </a:solidFill>
                <a:latin typeface="Arial" panose="020B0604020202020204" pitchFamily="34" charset="0"/>
                <a:cs typeface="Arial" panose="020B0604020202020204" pitchFamily="34" charset="0"/>
              </a:rPr>
            </a:br>
            <a:r>
              <a:rPr lang="en-CA" altLang="da-DK" sz="900" b="0" noProof="1">
                <a:solidFill>
                  <a:schemeClr val="tx1"/>
                </a:solidFill>
                <a:latin typeface="Arial" panose="020B0604020202020204" pitchFamily="34" charset="0"/>
                <a:cs typeface="Arial" panose="020B0604020202020204" pitchFamily="34" charset="0"/>
              </a:rPr>
              <a:t>Click on the bullet button to reaply the correct bullet again</a:t>
            </a:r>
          </a:p>
          <a:p>
            <a:pPr marL="0" marR="0" lvl="0" indent="0" algn="l" defTabSz="914400" rtl="0" eaLnBrk="1" fontAlgn="auto" latinLnBrk="0" hangingPunct="1">
              <a:lnSpc>
                <a:spcPct val="100000"/>
              </a:lnSpc>
              <a:spcBef>
                <a:spcPts val="0"/>
              </a:spcBef>
              <a:spcAft>
                <a:spcPts val="600"/>
              </a:spcAft>
              <a:buClrTx/>
              <a:buSzTx/>
              <a:buFontTx/>
              <a:buNone/>
              <a:tabLst/>
              <a:defRPr/>
            </a:pPr>
            <a:br>
              <a:rPr lang="en-CA" altLang="da-DK" sz="900" b="0" noProof="1">
                <a:solidFill>
                  <a:schemeClr val="tx1"/>
                </a:solidFill>
                <a:latin typeface="Arial" panose="020B0604020202020204" pitchFamily="34" charset="0"/>
                <a:cs typeface="Arial" panose="020B0604020202020204" pitchFamily="34" charset="0"/>
              </a:rPr>
            </a:br>
            <a:r>
              <a:rPr lang="en-CA" sz="1600">
                <a:latin typeface="Arial" panose="020B0604020202020204" pitchFamily="34" charset="0"/>
                <a:cs typeface="Arial" panose="020B0604020202020204" pitchFamily="34" charset="0"/>
              </a:rPr>
              <a:t>SLIDES &amp; LAYOUTS</a:t>
            </a:r>
            <a:br>
              <a:rPr lang="en-CA" altLang="da-DK" sz="900" b="1" noProof="1">
                <a:solidFill>
                  <a:schemeClr val="tx1"/>
                </a:solidFill>
                <a:latin typeface="Arial" panose="020B0604020202020204" pitchFamily="34" charset="0"/>
                <a:cs typeface="Arial" panose="020B0604020202020204" pitchFamily="34" charset="0"/>
              </a:rPr>
            </a:br>
            <a:br>
              <a:rPr lang="en-CA" altLang="da-DK" sz="900" b="1" noProof="1">
                <a:solidFill>
                  <a:schemeClr val="tx1"/>
                </a:solidFill>
                <a:latin typeface="Arial" panose="020B0604020202020204" pitchFamily="34" charset="0"/>
                <a:cs typeface="Arial" panose="020B0604020202020204" pitchFamily="34" charset="0"/>
              </a:rPr>
            </a:br>
            <a:r>
              <a:rPr lang="en-CA" altLang="da-DK" sz="900" b="0" noProof="1">
                <a:solidFill>
                  <a:schemeClr val="tx1"/>
                </a:solidFill>
                <a:latin typeface="Arial" panose="020B0604020202020204" pitchFamily="34" charset="0"/>
                <a:cs typeface="Arial" panose="020B0604020202020204" pitchFamily="34" charset="0"/>
              </a:rPr>
              <a:t>Click on the menu </a:t>
            </a:r>
            <a:r>
              <a:rPr lang="en-CA" altLang="da-DK" sz="900" b="1" noProof="1">
                <a:solidFill>
                  <a:schemeClr val="tx1"/>
                </a:solidFill>
                <a:latin typeface="Arial" panose="020B0604020202020204" pitchFamily="34" charset="0"/>
                <a:cs typeface="Arial" panose="020B0604020202020204" pitchFamily="34" charset="0"/>
              </a:rPr>
              <a:t>New Slide </a:t>
            </a:r>
            <a:r>
              <a:rPr lang="en-CA" altLang="da-DK" sz="900" b="0" noProof="1">
                <a:solidFill>
                  <a:schemeClr val="tx1"/>
                </a:solidFill>
                <a:latin typeface="Arial" panose="020B0604020202020204" pitchFamily="34" charset="0"/>
                <a:cs typeface="Arial" panose="020B0604020202020204" pitchFamily="34" charset="0"/>
              </a:rPr>
              <a:t>in the </a:t>
            </a:r>
            <a:r>
              <a:rPr lang="en-CA" altLang="da-DK" sz="900" b="1" noProof="1">
                <a:solidFill>
                  <a:schemeClr val="tx1"/>
                </a:solidFill>
                <a:latin typeface="Arial" panose="020B0604020202020204" pitchFamily="34" charset="0"/>
                <a:cs typeface="Arial" panose="020B0604020202020204" pitchFamily="34" charset="0"/>
              </a:rPr>
              <a:t>Home</a:t>
            </a:r>
            <a:r>
              <a:rPr lang="en-CA" altLang="da-DK" sz="900" b="0" noProof="1">
                <a:solidFill>
                  <a:schemeClr val="tx1"/>
                </a:solidFill>
                <a:latin typeface="Arial" panose="020B0604020202020204" pitchFamily="34" charset="0"/>
                <a:cs typeface="Arial" panose="020B0604020202020204" pitchFamily="34" charset="0"/>
              </a:rPr>
              <a:t> tab to insert a new slide</a:t>
            </a:r>
            <a:br>
              <a:rPr lang="en-CA" altLang="da-DK" sz="900" b="0" noProof="1">
                <a:solidFill>
                  <a:schemeClr val="tx1"/>
                </a:solidFill>
                <a:latin typeface="Arial" panose="020B0604020202020204" pitchFamily="34" charset="0"/>
                <a:cs typeface="Arial" panose="020B0604020202020204" pitchFamily="34" charset="0"/>
              </a:rPr>
            </a:br>
            <a:br>
              <a:rPr lang="en-CA" altLang="da-DK" sz="900" b="0" noProof="1">
                <a:solidFill>
                  <a:schemeClr val="tx1"/>
                </a:solidFill>
                <a:latin typeface="Arial" panose="020B0604020202020204" pitchFamily="34" charset="0"/>
                <a:cs typeface="Arial" panose="020B0604020202020204" pitchFamily="34" charset="0"/>
              </a:rPr>
            </a:br>
            <a:r>
              <a:rPr lang="en-CA" altLang="da-DK" sz="900" b="1" noProof="1">
                <a:solidFill>
                  <a:schemeClr val="tx1"/>
                </a:solidFill>
                <a:latin typeface="Arial" panose="020B0604020202020204" pitchFamily="34" charset="0"/>
                <a:cs typeface="Arial" panose="020B0604020202020204" pitchFamily="34" charset="0"/>
              </a:rPr>
              <a:t>Change layout</a:t>
            </a:r>
          </a:p>
          <a:p>
            <a:pPr marL="0" marR="0" lvl="0" indent="0" algn="l" defTabSz="914400" rtl="0" eaLnBrk="1" fontAlgn="auto" latinLnBrk="0" hangingPunct="1">
              <a:lnSpc>
                <a:spcPct val="100000"/>
              </a:lnSpc>
              <a:spcBef>
                <a:spcPts val="0"/>
              </a:spcBef>
              <a:spcAft>
                <a:spcPts val="600"/>
              </a:spcAft>
              <a:buClrTx/>
              <a:buSzTx/>
              <a:buFontTx/>
              <a:buNone/>
              <a:tabLst/>
              <a:defRPr/>
            </a:pPr>
            <a:r>
              <a:rPr lang="en-CA" sz="900">
                <a:solidFill>
                  <a:srgbClr val="000000"/>
                </a:solidFill>
                <a:latin typeface="Arial" panose="020B0604020202020204" pitchFamily="34" charset="0"/>
                <a:ea typeface="Times New Roman" panose="02020603050405020304" pitchFamily="18" charset="0"/>
                <a:cs typeface="Arial" panose="020B0604020202020204" pitchFamily="34" charset="0"/>
              </a:rPr>
              <a:t>Click on the arrow next to </a:t>
            </a:r>
            <a:r>
              <a:rPr lang="en-CA" sz="900" b="1">
                <a:solidFill>
                  <a:srgbClr val="000000"/>
                </a:solidFill>
                <a:latin typeface="Arial" panose="020B0604020202020204" pitchFamily="34" charset="0"/>
                <a:ea typeface="Times New Roman" panose="02020603050405020304" pitchFamily="18" charset="0"/>
                <a:cs typeface="Arial" panose="020B0604020202020204" pitchFamily="34" charset="0"/>
              </a:rPr>
              <a:t>Layout</a:t>
            </a:r>
            <a:br>
              <a:rPr lang="en-CA" sz="900" b="1">
                <a:solidFill>
                  <a:srgbClr val="000000"/>
                </a:solidFill>
                <a:latin typeface="Arial" panose="020B0604020202020204" pitchFamily="34" charset="0"/>
                <a:ea typeface="Times New Roman" panose="02020603050405020304" pitchFamily="18" charset="0"/>
                <a:cs typeface="Arial" panose="020B0604020202020204" pitchFamily="34" charset="0"/>
              </a:rPr>
            </a:br>
            <a:r>
              <a:rPr lang="en-CA" sz="900">
                <a:solidFill>
                  <a:srgbClr val="000000"/>
                </a:solidFill>
                <a:latin typeface="Arial" panose="020B0604020202020204" pitchFamily="34" charset="0"/>
                <a:ea typeface="Times New Roman" panose="02020603050405020304" pitchFamily="18" charset="0"/>
                <a:cs typeface="Arial" panose="020B0604020202020204" pitchFamily="34" charset="0"/>
              </a:rPr>
              <a:t>to view a dropdown menu of possible slide layouts</a:t>
            </a:r>
            <a:br>
              <a:rPr lang="en-CA" altLang="da-DK" sz="900" b="0" baseline="0" noProof="1">
                <a:solidFill>
                  <a:schemeClr val="tx1"/>
                </a:solidFill>
                <a:latin typeface="Arial" panose="020B0604020202020204" pitchFamily="34" charset="0"/>
                <a:cs typeface="Arial" panose="020B0604020202020204" pitchFamily="34" charset="0"/>
              </a:rPr>
            </a:br>
            <a:br>
              <a:rPr lang="en-CA" altLang="da-DK" sz="900" b="0" baseline="0" noProof="1">
                <a:solidFill>
                  <a:schemeClr val="tx1"/>
                </a:solidFill>
                <a:latin typeface="Arial" panose="020B0604020202020204" pitchFamily="34" charset="0"/>
                <a:cs typeface="Arial" panose="020B0604020202020204" pitchFamily="34" charset="0"/>
              </a:rPr>
            </a:br>
            <a:r>
              <a:rPr lang="en-CA" sz="900" b="1" noProof="1">
                <a:solidFill>
                  <a:schemeClr val="tx1"/>
                </a:solidFill>
                <a:latin typeface="Arial" panose="020B0604020202020204" pitchFamily="34" charset="0"/>
                <a:cs typeface="Arial" panose="020B0604020202020204" pitchFamily="34" charset="0"/>
              </a:rPr>
              <a:t>Reset slide</a:t>
            </a:r>
          </a:p>
          <a:p>
            <a:pPr marL="0" marR="0" indent="0" algn="l" defTabSz="914400" rtl="0" eaLnBrk="1" fontAlgn="auto" latinLnBrk="0" hangingPunct="1">
              <a:lnSpc>
                <a:spcPct val="100000"/>
              </a:lnSpc>
              <a:spcBef>
                <a:spcPts val="0"/>
              </a:spcBef>
              <a:spcAft>
                <a:spcPts val="600"/>
              </a:spcAft>
              <a:buClrTx/>
              <a:buSzTx/>
              <a:buFont typeface="+mj-lt"/>
              <a:buNone/>
              <a:tabLst/>
              <a:defRPr/>
            </a:pPr>
            <a:r>
              <a:rPr lang="en-CA" altLang="da-DK" sz="900" noProof="1">
                <a:solidFill>
                  <a:schemeClr val="tx1"/>
                </a:solidFill>
                <a:latin typeface="Arial" panose="020B0604020202020204" pitchFamily="34" charset="0"/>
                <a:cs typeface="Arial" panose="020B0604020202020204" pitchFamily="34" charset="0"/>
              </a:rPr>
              <a:t>Click the </a:t>
            </a:r>
            <a:r>
              <a:rPr lang="en-CA" altLang="da-DK" sz="900" b="1" baseline="0" noProof="1">
                <a:solidFill>
                  <a:schemeClr val="tx1"/>
                </a:solidFill>
                <a:latin typeface="Arial" panose="020B0604020202020204" pitchFamily="34" charset="0"/>
                <a:cs typeface="Arial" panose="020B0604020202020204" pitchFamily="34" charset="0"/>
              </a:rPr>
              <a:t>Reset </a:t>
            </a:r>
            <a:r>
              <a:rPr lang="en-CA" altLang="da-DK" sz="900" noProof="1">
                <a:solidFill>
                  <a:schemeClr val="tx1"/>
                </a:solidFill>
                <a:latin typeface="Arial" panose="020B0604020202020204" pitchFamily="34" charset="0"/>
                <a:cs typeface="Arial" panose="020B0604020202020204" pitchFamily="34" charset="0"/>
              </a:rPr>
              <a:t>menu to reset position, size</a:t>
            </a:r>
            <a:r>
              <a:rPr lang="en-CA" altLang="da-DK" sz="900" baseline="0" noProof="1">
                <a:solidFill>
                  <a:schemeClr val="tx1"/>
                </a:solidFill>
                <a:latin typeface="Arial" panose="020B0604020202020204" pitchFamily="34" charset="0"/>
                <a:cs typeface="Arial" panose="020B0604020202020204" pitchFamily="34" charset="0"/>
              </a:rPr>
              <a:t> and formatting of the </a:t>
            </a:r>
            <a:br>
              <a:rPr lang="en-CA" altLang="da-DK" sz="900" baseline="0" noProof="1">
                <a:solidFill>
                  <a:schemeClr val="tx1"/>
                </a:solidFill>
                <a:latin typeface="Arial" panose="020B0604020202020204" pitchFamily="34" charset="0"/>
                <a:cs typeface="Arial" panose="020B0604020202020204" pitchFamily="34" charset="0"/>
              </a:rPr>
            </a:br>
            <a:r>
              <a:rPr lang="en-CA" altLang="da-DK" sz="900" baseline="0" noProof="1">
                <a:solidFill>
                  <a:schemeClr val="tx1"/>
                </a:solidFill>
                <a:latin typeface="Arial" panose="020B0604020202020204" pitchFamily="34" charset="0"/>
                <a:cs typeface="Arial" panose="020B0604020202020204" pitchFamily="34" charset="0"/>
              </a:rPr>
              <a:t>slide placeholders to their default settings</a:t>
            </a:r>
            <a:endParaRPr lang="en-CA" altLang="da-DK" sz="900" noProof="1">
              <a:solidFill>
                <a:schemeClr val="tx1"/>
              </a:solidFill>
              <a:latin typeface="Arial" panose="020B0604020202020204" pitchFamily="34" charset="0"/>
              <a:cs typeface="Arial" panose="020B0604020202020204" pitchFamily="34" charset="0"/>
            </a:endParaRPr>
          </a:p>
          <a:p>
            <a:pPr eaLnBrk="1" hangingPunct="1">
              <a:spcAft>
                <a:spcPts val="600"/>
              </a:spcAft>
              <a:defRPr/>
            </a:pPr>
            <a:endParaRPr lang="en-CA" altLang="da-DK" sz="900" b="0" noProof="1">
              <a:solidFill>
                <a:schemeClr val="tx1"/>
              </a:solidFill>
              <a:latin typeface="Arial" panose="020B0604020202020204" pitchFamily="34" charset="0"/>
              <a:cs typeface="Arial" panose="020B0604020202020204" pitchFamily="34" charset="0"/>
            </a:endParaRPr>
          </a:p>
        </p:txBody>
      </p:sp>
      <p:pic>
        <p:nvPicPr>
          <p:cNvPr id="43" name="Picture 2">
            <a:extLst>
              <a:ext uri="{FF2B5EF4-FFF2-40B4-BE49-F238E27FC236}">
                <a16:creationId xmlns:a16="http://schemas.microsoft.com/office/drawing/2014/main" id="{7082C8DC-C092-4676-B834-847B1F285858}"/>
              </a:ext>
            </a:extLst>
          </p:cNvPr>
          <p:cNvPicPr>
            <a:picLocks noChangeAspect="1"/>
          </p:cNvPicPr>
          <p:nvPr userDrawn="1"/>
        </p:nvPicPr>
        <p:blipFill>
          <a:blip r:embed="rId4"/>
          <a:stretch>
            <a:fillRect/>
          </a:stretch>
        </p:blipFill>
        <p:spPr>
          <a:xfrm>
            <a:off x="2859631" y="3322850"/>
            <a:ext cx="257143" cy="285714"/>
          </a:xfrm>
          <a:prstGeom prst="rect">
            <a:avLst/>
          </a:prstGeom>
        </p:spPr>
      </p:pic>
      <p:pic>
        <p:nvPicPr>
          <p:cNvPr id="46" name="Picture 29">
            <a:extLst>
              <a:ext uri="{FF2B5EF4-FFF2-40B4-BE49-F238E27FC236}">
                <a16:creationId xmlns:a16="http://schemas.microsoft.com/office/drawing/2014/main" id="{6B35B93D-CCEE-48AF-A769-8729CC05BE8A}"/>
              </a:ext>
            </a:extLst>
          </p:cNvPr>
          <p:cNvPicPr>
            <a:picLocks noChangeAspect="1"/>
          </p:cNvPicPr>
          <p:nvPr userDrawn="1"/>
        </p:nvPicPr>
        <p:blipFill>
          <a:blip r:embed="rId5"/>
          <a:stretch>
            <a:fillRect/>
          </a:stretch>
        </p:blipFill>
        <p:spPr>
          <a:xfrm>
            <a:off x="2860172" y="2599667"/>
            <a:ext cx="457143" cy="257143"/>
          </a:xfrm>
          <a:prstGeom prst="rect">
            <a:avLst/>
          </a:prstGeom>
        </p:spPr>
      </p:pic>
      <p:pic>
        <p:nvPicPr>
          <p:cNvPr id="51" name="Picture 33">
            <a:extLst>
              <a:ext uri="{FF2B5EF4-FFF2-40B4-BE49-F238E27FC236}">
                <a16:creationId xmlns:a16="http://schemas.microsoft.com/office/drawing/2014/main" id="{939F9DAB-8633-4819-950D-F5E391BF7718}"/>
              </a:ext>
            </a:extLst>
          </p:cNvPr>
          <p:cNvPicPr>
            <a:picLocks noChangeAspect="1"/>
          </p:cNvPicPr>
          <p:nvPr userDrawn="1"/>
        </p:nvPicPr>
        <p:blipFill rotWithShape="1">
          <a:blip r:embed="rId6"/>
          <a:srcRect l="3901" t="45142" r="62601" b="9046"/>
          <a:stretch/>
        </p:blipFill>
        <p:spPr>
          <a:xfrm>
            <a:off x="7254412" y="3118826"/>
            <a:ext cx="341204" cy="321707"/>
          </a:xfrm>
          <a:prstGeom prst="rect">
            <a:avLst/>
          </a:prstGeom>
        </p:spPr>
      </p:pic>
      <p:pic>
        <p:nvPicPr>
          <p:cNvPr id="55" name="Picture 16">
            <a:extLst>
              <a:ext uri="{FF2B5EF4-FFF2-40B4-BE49-F238E27FC236}">
                <a16:creationId xmlns:a16="http://schemas.microsoft.com/office/drawing/2014/main" id="{A13B127D-1BE4-4C8F-96F6-59C8D10D8F4E}"/>
              </a:ext>
            </a:extLst>
          </p:cNvPr>
          <p:cNvPicPr>
            <a:picLocks noChangeAspect="1"/>
          </p:cNvPicPr>
          <p:nvPr userDrawn="1"/>
        </p:nvPicPr>
        <p:blipFill>
          <a:blip r:embed="rId7"/>
          <a:stretch>
            <a:fillRect/>
          </a:stretch>
        </p:blipFill>
        <p:spPr>
          <a:xfrm>
            <a:off x="2866053" y="4313402"/>
            <a:ext cx="328881" cy="505501"/>
          </a:xfrm>
          <a:prstGeom prst="rect">
            <a:avLst/>
          </a:prstGeom>
        </p:spPr>
      </p:pic>
      <p:pic>
        <p:nvPicPr>
          <p:cNvPr id="56" name="Picture 20">
            <a:extLst>
              <a:ext uri="{FF2B5EF4-FFF2-40B4-BE49-F238E27FC236}">
                <a16:creationId xmlns:a16="http://schemas.microsoft.com/office/drawing/2014/main" id="{5730DD9A-26F6-4C14-AE7D-221D2B3F38DD}"/>
              </a:ext>
            </a:extLst>
          </p:cNvPr>
          <p:cNvPicPr>
            <a:picLocks noChangeAspect="1"/>
          </p:cNvPicPr>
          <p:nvPr userDrawn="1"/>
        </p:nvPicPr>
        <p:blipFill>
          <a:blip r:embed="rId8"/>
          <a:stretch>
            <a:fillRect/>
          </a:stretch>
        </p:blipFill>
        <p:spPr>
          <a:xfrm>
            <a:off x="2866053" y="5641555"/>
            <a:ext cx="538465" cy="172841"/>
          </a:xfrm>
          <a:prstGeom prst="rect">
            <a:avLst/>
          </a:prstGeom>
        </p:spPr>
      </p:pic>
      <p:pic>
        <p:nvPicPr>
          <p:cNvPr id="57" name="Picture 19">
            <a:extLst>
              <a:ext uri="{FF2B5EF4-FFF2-40B4-BE49-F238E27FC236}">
                <a16:creationId xmlns:a16="http://schemas.microsoft.com/office/drawing/2014/main" id="{E210FBD4-B8B9-4AFA-9670-2FEBAA1CF374}"/>
              </a:ext>
            </a:extLst>
          </p:cNvPr>
          <p:cNvPicPr>
            <a:picLocks noChangeAspect="1"/>
          </p:cNvPicPr>
          <p:nvPr userDrawn="1"/>
        </p:nvPicPr>
        <p:blipFill>
          <a:blip r:embed="rId9"/>
          <a:stretch>
            <a:fillRect/>
          </a:stretch>
        </p:blipFill>
        <p:spPr>
          <a:xfrm>
            <a:off x="7310433" y="3928566"/>
            <a:ext cx="313788" cy="543900"/>
          </a:xfrm>
          <a:prstGeom prst="rect">
            <a:avLst/>
          </a:prstGeom>
        </p:spPr>
      </p:pic>
      <p:sp>
        <p:nvSpPr>
          <p:cNvPr id="61" name="Text Box 4">
            <a:extLst>
              <a:ext uri="{FF2B5EF4-FFF2-40B4-BE49-F238E27FC236}">
                <a16:creationId xmlns:a16="http://schemas.microsoft.com/office/drawing/2014/main" id="{DD6A81B7-1FEE-46CF-A623-23E99CFEAFBC}"/>
              </a:ext>
            </a:extLst>
          </p:cNvPr>
          <p:cNvSpPr txBox="1">
            <a:spLocks noChangeArrowheads="1"/>
          </p:cNvSpPr>
          <p:nvPr userDrawn="1"/>
        </p:nvSpPr>
        <p:spPr bwMode="auto">
          <a:xfrm>
            <a:off x="8729773" y="1608016"/>
            <a:ext cx="2358243" cy="390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CA" sz="1600">
                <a:latin typeface="Arial" panose="020B0604020202020204" pitchFamily="34" charset="0"/>
                <a:cs typeface="Arial" panose="020B0604020202020204" pitchFamily="34" charset="0"/>
              </a:rPr>
              <a:t>HEADER &amp; FOOTER</a:t>
            </a:r>
          </a:p>
          <a:p>
            <a:pPr eaLnBrk="1" hangingPunct="1">
              <a:spcAft>
                <a:spcPts val="600"/>
              </a:spcAft>
              <a:defRPr/>
            </a:pPr>
            <a:r>
              <a:rPr lang="en-CA" altLang="da-DK" sz="900" b="0" noProof="1">
                <a:solidFill>
                  <a:schemeClr val="tx1"/>
                </a:solidFill>
                <a:latin typeface="Arial" panose="020B0604020202020204" pitchFamily="34" charset="0"/>
                <a:cs typeface="Arial" panose="020B0604020202020204" pitchFamily="34" charset="0"/>
              </a:rPr>
              <a:t>Do this at the very end to apply the changes on all slides</a:t>
            </a:r>
          </a:p>
          <a:p>
            <a:pPr eaLnBrk="1" hangingPunct="1">
              <a:spcAft>
                <a:spcPts val="600"/>
              </a:spcAft>
              <a:defRPr/>
            </a:pPr>
            <a:r>
              <a:rPr lang="en-CA" altLang="da-DK" sz="900" b="0" noProof="1">
                <a:solidFill>
                  <a:schemeClr val="tx1"/>
                </a:solidFill>
                <a:latin typeface="Arial" panose="020B0604020202020204" pitchFamily="34" charset="0"/>
                <a:cs typeface="Arial" panose="020B0604020202020204" pitchFamily="34" charset="0"/>
              </a:rPr>
              <a:t>Click on </a:t>
            </a:r>
            <a:r>
              <a:rPr lang="en-CA" altLang="da-DK" sz="900" b="1" noProof="1">
                <a:solidFill>
                  <a:schemeClr val="tx1"/>
                </a:solidFill>
                <a:latin typeface="Arial" panose="020B0604020202020204" pitchFamily="34" charset="0"/>
                <a:cs typeface="Arial" panose="020B0604020202020204" pitchFamily="34" charset="0"/>
              </a:rPr>
              <a:t>Header and Footer </a:t>
            </a:r>
            <a:r>
              <a:rPr lang="en-CA" altLang="da-DK" sz="900" b="0" noProof="1">
                <a:solidFill>
                  <a:schemeClr val="tx1"/>
                </a:solidFill>
                <a:latin typeface="Arial" panose="020B0604020202020204" pitchFamily="34" charset="0"/>
                <a:cs typeface="Arial" panose="020B0604020202020204" pitchFamily="34" charset="0"/>
              </a:rPr>
              <a:t>in the </a:t>
            </a:r>
            <a:r>
              <a:rPr lang="en-CA" altLang="da-DK" sz="900" b="1" noProof="1">
                <a:solidFill>
                  <a:schemeClr val="tx1"/>
                </a:solidFill>
                <a:latin typeface="Arial" panose="020B0604020202020204" pitchFamily="34" charset="0"/>
                <a:cs typeface="Arial" panose="020B0604020202020204" pitchFamily="34" charset="0"/>
              </a:rPr>
              <a:t>Insert</a:t>
            </a:r>
            <a:r>
              <a:rPr lang="en-CA" altLang="da-DK" sz="900" b="0" noProof="1">
                <a:solidFill>
                  <a:schemeClr val="tx1"/>
                </a:solidFill>
                <a:latin typeface="Arial" panose="020B0604020202020204" pitchFamily="34" charset="0"/>
                <a:cs typeface="Arial" panose="020B0604020202020204" pitchFamily="34" charset="0"/>
              </a:rPr>
              <a:t> tab (write the desired text)</a:t>
            </a:r>
          </a:p>
          <a:p>
            <a:pPr eaLnBrk="1" hangingPunct="1">
              <a:spcAft>
                <a:spcPts val="600"/>
              </a:spcAft>
              <a:defRPr/>
            </a:pPr>
            <a:r>
              <a:rPr lang="en-CA" altLang="da-DK" sz="900" b="0" noProof="1">
                <a:solidFill>
                  <a:schemeClr val="tx1"/>
                </a:solidFill>
                <a:latin typeface="Arial" panose="020B0604020202020204" pitchFamily="34" charset="0"/>
                <a:cs typeface="Arial" panose="020B0604020202020204" pitchFamily="34" charset="0"/>
              </a:rPr>
              <a:t>Click </a:t>
            </a:r>
            <a:r>
              <a:rPr lang="en-CA" altLang="da-DK" sz="900" b="1" noProof="1">
                <a:solidFill>
                  <a:schemeClr val="tx1"/>
                </a:solidFill>
                <a:latin typeface="Arial" panose="020B0604020202020204" pitchFamily="34" charset="0"/>
                <a:cs typeface="Arial" panose="020B0604020202020204" pitchFamily="34" charset="0"/>
              </a:rPr>
              <a:t>Apply to All </a:t>
            </a:r>
            <a:r>
              <a:rPr lang="en-CA" altLang="da-DK" sz="900" b="0" noProof="1">
                <a:solidFill>
                  <a:schemeClr val="tx1"/>
                </a:solidFill>
                <a:latin typeface="Arial" panose="020B0604020202020204" pitchFamily="34" charset="0"/>
                <a:cs typeface="Arial" panose="020B0604020202020204" pitchFamily="34" charset="0"/>
              </a:rPr>
              <a:t>or </a:t>
            </a:r>
            <a:r>
              <a:rPr lang="en-CA" altLang="da-DK" sz="900" b="1" noProof="1">
                <a:solidFill>
                  <a:schemeClr val="tx1"/>
                </a:solidFill>
                <a:latin typeface="Arial" panose="020B0604020202020204" pitchFamily="34" charset="0"/>
                <a:cs typeface="Arial" panose="020B0604020202020204" pitchFamily="34" charset="0"/>
              </a:rPr>
              <a:t>Apply</a:t>
            </a:r>
            <a:r>
              <a:rPr lang="en-CA" altLang="da-DK" sz="900" b="0" noProof="1">
                <a:solidFill>
                  <a:schemeClr val="tx1"/>
                </a:solidFill>
                <a:latin typeface="Arial" panose="020B0604020202020204" pitchFamily="34" charset="0"/>
                <a:cs typeface="Arial" panose="020B0604020202020204" pitchFamily="34" charset="0"/>
              </a:rPr>
              <a:t> if only used on one slide</a:t>
            </a:r>
          </a:p>
          <a:p>
            <a:pPr marL="0" marR="0" lvl="0" indent="0" algn="l" defTabSz="914400" rtl="0" eaLnBrk="1" fontAlgn="auto" latinLnBrk="0" hangingPunct="1">
              <a:lnSpc>
                <a:spcPct val="100000"/>
              </a:lnSpc>
              <a:spcBef>
                <a:spcPts val="1200"/>
              </a:spcBef>
              <a:spcAft>
                <a:spcPts val="600"/>
              </a:spcAft>
              <a:buClrTx/>
              <a:buSzTx/>
              <a:buFontTx/>
              <a:buNone/>
              <a:tabLst/>
              <a:defRPr/>
            </a:pPr>
            <a:r>
              <a:rPr lang="en-CA" sz="1600">
                <a:latin typeface="Arial" panose="020B0604020202020204" pitchFamily="34" charset="0"/>
                <a:cs typeface="Arial" panose="020B0604020202020204" pitchFamily="34" charset="0"/>
              </a:rPr>
              <a:t>GRIDLINES</a:t>
            </a:r>
            <a:endParaRPr lang="en-CA" sz="1600" b="1" noProof="1">
              <a:solidFill>
                <a:schemeClr val="tx1"/>
              </a:solidFill>
              <a:latin typeface="Arial" panose="020B0604020202020204" pitchFamily="34" charset="0"/>
              <a:cs typeface="Arial" panose="020B0604020202020204" pitchFamily="34" charset="0"/>
            </a:endParaRPr>
          </a:p>
          <a:p>
            <a:pPr eaLnBrk="1" hangingPunct="1">
              <a:spcAft>
                <a:spcPts val="600"/>
              </a:spcAft>
              <a:defRPr/>
            </a:pPr>
            <a:r>
              <a:rPr lang="en-CA" altLang="da-DK" sz="900" b="0" noProof="1">
                <a:solidFill>
                  <a:schemeClr val="tx1"/>
                </a:solidFill>
                <a:latin typeface="Arial" panose="020B0604020202020204" pitchFamily="34" charset="0"/>
                <a:cs typeface="Arial" panose="020B0604020202020204" pitchFamily="34" charset="0"/>
              </a:rPr>
              <a:t>Click the </a:t>
            </a:r>
            <a:r>
              <a:rPr lang="en-CA" altLang="da-DK" sz="900" b="1" noProof="1">
                <a:solidFill>
                  <a:schemeClr val="tx1"/>
                </a:solidFill>
                <a:latin typeface="Arial" panose="020B0604020202020204" pitchFamily="34" charset="0"/>
                <a:cs typeface="Arial" panose="020B0604020202020204" pitchFamily="34" charset="0"/>
              </a:rPr>
              <a:t>View</a:t>
            </a:r>
            <a:r>
              <a:rPr lang="en-CA" altLang="da-DK" sz="900" b="0" noProof="1">
                <a:solidFill>
                  <a:schemeClr val="tx1"/>
                </a:solidFill>
                <a:latin typeface="Arial" panose="020B0604020202020204" pitchFamily="34" charset="0"/>
                <a:cs typeface="Arial" panose="020B0604020202020204" pitchFamily="34" charset="0"/>
              </a:rPr>
              <a:t> tab and set tick mark next to </a:t>
            </a:r>
            <a:r>
              <a:rPr lang="en-CA" altLang="da-DK" sz="900" b="1" noProof="1">
                <a:solidFill>
                  <a:schemeClr val="tx1"/>
                </a:solidFill>
                <a:latin typeface="Arial" panose="020B0604020202020204" pitchFamily="34" charset="0"/>
                <a:cs typeface="Arial" panose="020B0604020202020204" pitchFamily="34" charset="0"/>
              </a:rPr>
              <a:t>Guides</a:t>
            </a:r>
            <a:endParaRPr lang="en-CA" altLang="da-DK" sz="900" b="0" noProof="1">
              <a:solidFill>
                <a:schemeClr val="tx1"/>
              </a:solidFill>
              <a:latin typeface="Arial" panose="020B0604020202020204" pitchFamily="34" charset="0"/>
              <a:cs typeface="Arial" panose="020B0604020202020204" pitchFamily="34" charset="0"/>
            </a:endParaRPr>
          </a:p>
          <a:p>
            <a:pPr eaLnBrk="1" hangingPunct="1">
              <a:spcAft>
                <a:spcPts val="600"/>
              </a:spcAft>
              <a:defRPr/>
            </a:pPr>
            <a:r>
              <a:rPr lang="en-CA" altLang="da-DK" sz="900" b="1" noProof="1">
                <a:solidFill>
                  <a:schemeClr val="tx1"/>
                </a:solidFill>
                <a:latin typeface="Arial" panose="020B0604020202020204" pitchFamily="34" charset="0"/>
                <a:cs typeface="Arial" panose="020B0604020202020204" pitchFamily="34" charset="0"/>
              </a:rPr>
              <a:t>HINT: Alt + F9 </a:t>
            </a:r>
            <a:r>
              <a:rPr lang="en-CA" altLang="da-DK" sz="900" b="0" noProof="1">
                <a:solidFill>
                  <a:schemeClr val="tx1"/>
                </a:solidFill>
                <a:latin typeface="Arial" panose="020B0604020202020204" pitchFamily="34" charset="0"/>
                <a:cs typeface="Arial" panose="020B0604020202020204" pitchFamily="34" charset="0"/>
              </a:rPr>
              <a:t>for quick view of guides</a:t>
            </a:r>
          </a:p>
          <a:p>
            <a:pPr eaLnBrk="1" hangingPunct="1">
              <a:spcAft>
                <a:spcPts val="600"/>
              </a:spcAft>
              <a:defRPr/>
            </a:pPr>
            <a:endParaRPr lang="en-CA" altLang="da-DK" sz="900" b="0" noProof="1">
              <a:solidFill>
                <a:schemeClr val="tx1"/>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CA" sz="1600">
                <a:latin typeface="Arial" panose="020B0604020202020204" pitchFamily="34" charset="0"/>
                <a:cs typeface="Arial" panose="020B0604020202020204" pitchFamily="34" charset="0"/>
              </a:rPr>
              <a:t>SLIDES &amp; SLIDE ELEMENTS</a:t>
            </a:r>
          </a:p>
          <a:p>
            <a:pPr marL="0" marR="0" lvl="0" indent="0" algn="l" defTabSz="914400" rtl="0" eaLnBrk="1" fontAlgn="auto" latinLnBrk="0" hangingPunct="1">
              <a:lnSpc>
                <a:spcPct val="100000"/>
              </a:lnSpc>
              <a:spcBef>
                <a:spcPts val="0"/>
              </a:spcBef>
              <a:spcAft>
                <a:spcPts val="600"/>
              </a:spcAft>
              <a:buClrTx/>
              <a:buSzTx/>
              <a:buFontTx/>
              <a:buNone/>
              <a:tabLst/>
              <a:defRPr/>
            </a:pPr>
            <a:r>
              <a:rPr lang="en-CA" altLang="da-DK" sz="900" b="0" noProof="1">
                <a:solidFill>
                  <a:schemeClr val="tx1"/>
                </a:solidFill>
                <a:latin typeface="Arial" panose="020B0604020202020204" pitchFamily="34" charset="0"/>
                <a:cs typeface="Arial" panose="020B0604020202020204" pitchFamily="34" charset="0"/>
              </a:rPr>
              <a:t>Insert predefined slides and elements from the Templafy button. Choose </a:t>
            </a:r>
            <a:r>
              <a:rPr lang="en-CA" altLang="da-DK" sz="900" b="1" noProof="1">
                <a:solidFill>
                  <a:schemeClr val="tx1"/>
                </a:solidFill>
                <a:latin typeface="Arial" panose="020B0604020202020204" pitchFamily="34" charset="0"/>
                <a:cs typeface="Arial" panose="020B0604020202020204" pitchFamily="34" charset="0"/>
              </a:rPr>
              <a:t>Slides</a:t>
            </a:r>
            <a:r>
              <a:rPr lang="en-CA" altLang="da-DK" sz="900" b="0" noProof="1">
                <a:solidFill>
                  <a:schemeClr val="tx1"/>
                </a:solidFill>
                <a:latin typeface="Arial" panose="020B0604020202020204" pitchFamily="34" charset="0"/>
                <a:cs typeface="Arial" panose="020B0604020202020204" pitchFamily="34" charset="0"/>
              </a:rPr>
              <a:t> and </a:t>
            </a:r>
            <a:r>
              <a:rPr lang="en-CA" altLang="da-DK" sz="900" b="1" noProof="1">
                <a:solidFill>
                  <a:schemeClr val="tx1"/>
                </a:solidFill>
                <a:latin typeface="Arial" panose="020B0604020202020204" pitchFamily="34" charset="0"/>
                <a:cs typeface="Arial" panose="020B0604020202020204" pitchFamily="34" charset="0"/>
              </a:rPr>
              <a:t>Slide elements </a:t>
            </a:r>
            <a:r>
              <a:rPr lang="en-CA" altLang="da-DK" sz="900" b="0" noProof="1">
                <a:solidFill>
                  <a:schemeClr val="tx1"/>
                </a:solidFill>
                <a:latin typeface="Arial" panose="020B0604020202020204" pitchFamily="34" charset="0"/>
                <a:cs typeface="Arial" panose="020B0604020202020204" pitchFamily="34" charset="0"/>
              </a:rPr>
              <a:t>from the dropdown menu or from the buttons in the Templafy pane on the right side of the screen</a:t>
            </a:r>
            <a:endParaRPr lang="en-CA" altLang="da-DK" sz="900" b="1" noProof="1">
              <a:solidFill>
                <a:schemeClr val="tx1"/>
              </a:solidFill>
              <a:latin typeface="Arial" panose="020B0604020202020204" pitchFamily="34" charset="0"/>
              <a:cs typeface="Arial" panose="020B0604020202020204" pitchFamily="34" charset="0"/>
            </a:endParaRPr>
          </a:p>
        </p:txBody>
      </p:sp>
      <p:sp>
        <p:nvSpPr>
          <p:cNvPr id="65" name="Fast overskrift">
            <a:extLst>
              <a:ext uri="{FF2B5EF4-FFF2-40B4-BE49-F238E27FC236}">
                <a16:creationId xmlns:a16="http://schemas.microsoft.com/office/drawing/2014/main" id="{09C05D50-8477-4113-8B72-9C373B0FF9F9}"/>
              </a:ext>
            </a:extLst>
          </p:cNvPr>
          <p:cNvSpPr txBox="1"/>
          <p:nvPr userDrawn="1"/>
        </p:nvSpPr>
        <p:spPr>
          <a:xfrm>
            <a:off x="539752" y="448713"/>
            <a:ext cx="11109321" cy="650171"/>
          </a:xfrm>
          <a:prstGeom prst="rect">
            <a:avLst/>
          </a:prstGeom>
          <a:noFill/>
        </p:spPr>
        <p:txBody>
          <a:bodyPr wrap="square" lIns="0" tIns="0" rIns="0" bIns="0" rtlCol="0" anchor="t" anchorCtr="0">
            <a:noAutofit/>
          </a:bodyPr>
          <a:lstStyle/>
          <a:p>
            <a:r>
              <a:rPr lang="en-CA" sz="3200" b="0" noProof="1">
                <a:solidFill>
                  <a:schemeClr val="tx1"/>
                </a:solidFill>
                <a:latin typeface="Arial" panose="020B0604020202020204" pitchFamily="34" charset="0"/>
                <a:cs typeface="Arial" panose="020B0604020202020204" pitchFamily="34" charset="0"/>
              </a:rPr>
              <a:t>TIPS &amp; TRICKS - YOUR USER GUIDE</a:t>
            </a:r>
          </a:p>
        </p:txBody>
      </p:sp>
      <p:pic>
        <p:nvPicPr>
          <p:cNvPr id="66" name="Picture 2" descr="C:\Users\MAV~1.SKA\AppData\Local\Temp\SNAGHTMLe48c1e.PNG">
            <a:extLst>
              <a:ext uri="{FF2B5EF4-FFF2-40B4-BE49-F238E27FC236}">
                <a16:creationId xmlns:a16="http://schemas.microsoft.com/office/drawing/2014/main" id="{DAC63350-5850-40BB-87A2-CE01481E0527}"/>
              </a:ext>
            </a:extLst>
          </p:cNvPr>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11266198" y="4635849"/>
            <a:ext cx="650850" cy="973828"/>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id="{6D83AD9C-98AE-450E-B202-15860002D528}"/>
              </a:ext>
            </a:extLst>
          </p:cNvPr>
          <p:cNvPicPr>
            <a:picLocks noChangeAspect="1"/>
          </p:cNvPicPr>
          <p:nvPr userDrawn="1"/>
        </p:nvPicPr>
        <p:blipFill>
          <a:blip r:embed="rId11"/>
          <a:stretch>
            <a:fillRect/>
          </a:stretch>
        </p:blipFill>
        <p:spPr>
          <a:xfrm>
            <a:off x="2866052" y="5077014"/>
            <a:ext cx="475428" cy="176762"/>
          </a:xfrm>
          <a:prstGeom prst="rect">
            <a:avLst/>
          </a:prstGeom>
        </p:spPr>
      </p:pic>
    </p:spTree>
    <p:extLst>
      <p:ext uri="{BB962C8B-B14F-4D97-AF65-F5344CB8AC3E}">
        <p14:creationId xmlns:p14="http://schemas.microsoft.com/office/powerpoint/2010/main" val="427179881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gt;Do not use layouts after this &gt;">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124504-36FD-4753-851D-5B7D02D4A2D1}"/>
              </a:ext>
            </a:extLst>
          </p:cNvPr>
          <p:cNvSpPr/>
          <p:nvPr userDrawn="1"/>
        </p:nvSpPr>
        <p:spPr>
          <a:xfrm>
            <a:off x="0" y="247036"/>
            <a:ext cx="12192000" cy="6858000"/>
          </a:xfrm>
          <a:prstGeom prst="rect">
            <a:avLst/>
          </a:prstGeom>
          <a:solidFill>
            <a:schemeClr val="tx1"/>
          </a:solid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CA" sz="1400" noProof="0">
              <a:solidFill>
                <a:schemeClr val="tx1"/>
              </a:solidFill>
            </a:endParaRPr>
          </a:p>
        </p:txBody>
      </p:sp>
      <p:sp>
        <p:nvSpPr>
          <p:cNvPr id="5" name="Do not use"/>
          <p:cNvSpPr txBox="1"/>
          <p:nvPr userDrawn="1"/>
        </p:nvSpPr>
        <p:spPr>
          <a:xfrm>
            <a:off x="430213" y="656823"/>
            <a:ext cx="11356977" cy="2893100"/>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en-CA" sz="4400" b="0" noProof="0">
                <a:solidFill>
                  <a:schemeClr val="bg1"/>
                </a:solidFill>
              </a:rPr>
              <a:t>If you see any </a:t>
            </a:r>
            <a:r>
              <a:rPr lang="en-CA" sz="4400" b="1" i="1" noProof="0">
                <a:solidFill>
                  <a:schemeClr val="bg1"/>
                </a:solidFill>
              </a:rPr>
              <a:t>layouts after this </a:t>
            </a:r>
            <a:r>
              <a:rPr lang="en-CA" sz="4400" b="0" i="0" noProof="0">
                <a:solidFill>
                  <a:schemeClr val="bg1"/>
                </a:solidFill>
              </a:rPr>
              <a:t>one</a:t>
            </a:r>
            <a:r>
              <a:rPr lang="en-CA" sz="4400" b="1" i="1" noProof="0">
                <a:solidFill>
                  <a:schemeClr val="bg1"/>
                </a:solidFill>
              </a:rPr>
              <a:t>,</a:t>
            </a:r>
            <a:br>
              <a:rPr lang="en-CA" sz="4400" b="0" i="0" noProof="0">
                <a:solidFill>
                  <a:schemeClr val="bg1"/>
                </a:solidFill>
              </a:rPr>
            </a:br>
            <a:r>
              <a:rPr lang="en-CA" sz="4400" b="0" noProof="0">
                <a:solidFill>
                  <a:schemeClr val="bg1"/>
                </a:solidFill>
              </a:rPr>
              <a:t>do not use them. These layouts </a:t>
            </a:r>
            <a:r>
              <a:rPr lang="en-CA" sz="4400" b="1" i="1" u="none" noProof="0">
                <a:solidFill>
                  <a:schemeClr val="bg1"/>
                </a:solidFill>
              </a:rPr>
              <a:t>are not </a:t>
            </a:r>
            <a:r>
              <a:rPr lang="en-CA" sz="4400" b="0" noProof="0">
                <a:solidFill>
                  <a:schemeClr val="bg1"/>
                </a:solidFill>
              </a:rPr>
              <a:t>part of our corporate template.</a:t>
            </a:r>
            <a:br>
              <a:rPr lang="en-CA" sz="2800" b="0" noProof="0">
                <a:solidFill>
                  <a:schemeClr val="bg1"/>
                </a:solidFill>
              </a:rPr>
            </a:br>
            <a:br>
              <a:rPr lang="en-CA" sz="2800" b="0" noProof="0">
                <a:solidFill>
                  <a:schemeClr val="bg1"/>
                </a:solidFill>
              </a:rPr>
            </a:br>
            <a:endParaRPr lang="en-CA" sz="2800" b="0" noProof="0">
              <a:solidFill>
                <a:schemeClr val="bg1"/>
              </a:solidFill>
            </a:endParaRPr>
          </a:p>
        </p:txBody>
      </p:sp>
      <p:grpSp>
        <p:nvGrpSpPr>
          <p:cNvPr id="4" name="Group 3">
            <a:extLst>
              <a:ext uri="{FF2B5EF4-FFF2-40B4-BE49-F238E27FC236}">
                <a16:creationId xmlns:a16="http://schemas.microsoft.com/office/drawing/2014/main" id="{2BEB5E5A-DA85-4D5B-80B9-F94482F55D76}"/>
              </a:ext>
            </a:extLst>
          </p:cNvPr>
          <p:cNvGrpSpPr/>
          <p:nvPr userDrawn="1"/>
        </p:nvGrpSpPr>
        <p:grpSpPr>
          <a:xfrm rot="8100000">
            <a:off x="10404874" y="3325226"/>
            <a:ext cx="1036788" cy="1036788"/>
            <a:chOff x="6096000" y="4963130"/>
            <a:chExt cx="1456719" cy="1456719"/>
          </a:xfrm>
          <a:solidFill>
            <a:schemeClr val="bg1"/>
          </a:solidFill>
        </p:grpSpPr>
        <p:sp>
          <p:nvSpPr>
            <p:cNvPr id="3" name="Rectangle 2">
              <a:extLst>
                <a:ext uri="{FF2B5EF4-FFF2-40B4-BE49-F238E27FC236}">
                  <a16:creationId xmlns:a16="http://schemas.microsoft.com/office/drawing/2014/main" id="{C823227E-A862-4A7F-BC20-0D107430AB2C}"/>
                </a:ext>
              </a:extLst>
            </p:cNvPr>
            <p:cNvSpPr/>
            <p:nvPr userDrawn="1"/>
          </p:nvSpPr>
          <p:spPr>
            <a:xfrm rot="5400000">
              <a:off x="5534135" y="5524995"/>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CA" sz="1400" noProof="0">
                <a:solidFill>
                  <a:schemeClr val="tx1"/>
                </a:solidFill>
              </a:endParaRPr>
            </a:p>
          </p:txBody>
        </p:sp>
        <p:sp>
          <p:nvSpPr>
            <p:cNvPr id="6" name="Rectangle 5">
              <a:extLst>
                <a:ext uri="{FF2B5EF4-FFF2-40B4-BE49-F238E27FC236}">
                  <a16:creationId xmlns:a16="http://schemas.microsoft.com/office/drawing/2014/main" id="{08501AE6-6504-4184-9443-E89AFACF769D}"/>
                </a:ext>
              </a:extLst>
            </p:cNvPr>
            <p:cNvSpPr/>
            <p:nvPr userDrawn="1"/>
          </p:nvSpPr>
          <p:spPr>
            <a:xfrm rot="10800000">
              <a:off x="6096000" y="4963130"/>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CA" sz="1400" noProof="0">
                <a:solidFill>
                  <a:schemeClr val="tx1"/>
                </a:solidFill>
              </a:endParaRPr>
            </a:p>
          </p:txBody>
        </p:sp>
      </p:grpSp>
      <p:sp>
        <p:nvSpPr>
          <p:cNvPr id="12" name="Rectangle 11">
            <a:extLst>
              <a:ext uri="{FF2B5EF4-FFF2-40B4-BE49-F238E27FC236}">
                <a16:creationId xmlns:a16="http://schemas.microsoft.com/office/drawing/2014/main" id="{67CEE09B-6EE1-4BF2-85A3-DE69E91BC4C6}"/>
              </a:ext>
            </a:extLst>
          </p:cNvPr>
          <p:cNvSpPr/>
          <p:nvPr userDrawn="1"/>
        </p:nvSpPr>
        <p:spPr>
          <a:xfrm>
            <a:off x="430213" y="2588374"/>
            <a:ext cx="10152346" cy="2215991"/>
          </a:xfrm>
          <a:prstGeom prst="rect">
            <a:avLst/>
          </a:prstGeom>
        </p:spPr>
        <p:txBody>
          <a:bodyPr wrap="square">
            <a:spAutoFit/>
          </a:bodyPr>
          <a:lstStyle/>
          <a:p>
            <a:pPr algn="ctr"/>
            <a:r>
              <a:rPr lang="en-CA" sz="13800" b="1" i="1" noProof="0">
                <a:solidFill>
                  <a:schemeClr val="bg1"/>
                </a:solidFill>
              </a:rPr>
              <a:t>Do not use </a:t>
            </a:r>
            <a:endParaRPr lang="en-CA" sz="2400" b="1" i="1" noProof="0"/>
          </a:p>
        </p:txBody>
      </p:sp>
      <p:sp>
        <p:nvSpPr>
          <p:cNvPr id="16" name="Do not use">
            <a:extLst>
              <a:ext uri="{FF2B5EF4-FFF2-40B4-BE49-F238E27FC236}">
                <a16:creationId xmlns:a16="http://schemas.microsoft.com/office/drawing/2014/main" id="{A8FA78FA-4D94-4717-B7C6-6F86378D6B01}"/>
              </a:ext>
            </a:extLst>
          </p:cNvPr>
          <p:cNvSpPr txBox="1"/>
          <p:nvPr userDrawn="1"/>
        </p:nvSpPr>
        <p:spPr>
          <a:xfrm>
            <a:off x="430214" y="5186455"/>
            <a:ext cx="11356974" cy="969496"/>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en-CA" sz="2000" b="0" noProof="0">
                <a:solidFill>
                  <a:schemeClr val="bg1"/>
                </a:solidFill>
              </a:rPr>
              <a:t>Due to PowerPoint’s standard Copy/Paste functionality extra undesirable layouts can appear.</a:t>
            </a:r>
          </a:p>
          <a:p>
            <a:pPr marL="0" marR="0" indent="0" algn="ctr" fontAlgn="auto">
              <a:lnSpc>
                <a:spcPct val="100000"/>
              </a:lnSpc>
              <a:spcBef>
                <a:spcPts val="600"/>
              </a:spcBef>
              <a:spcAft>
                <a:spcPts val="0"/>
              </a:spcAft>
              <a:buClr>
                <a:srgbClr val="003755"/>
              </a:buClr>
              <a:buSzTx/>
              <a:buFontTx/>
              <a:buNone/>
              <a:tabLst/>
            </a:pPr>
            <a:r>
              <a:rPr lang="en-CA" sz="2000" b="0" noProof="0">
                <a:solidFill>
                  <a:schemeClr val="bg1"/>
                </a:solidFill>
              </a:rPr>
              <a:t>Also notice: Layouts after this might contain potential confidential information.</a:t>
            </a:r>
            <a:br>
              <a:rPr lang="en-CA" sz="1800" b="0" noProof="0">
                <a:solidFill>
                  <a:schemeClr val="bg1"/>
                </a:solidFill>
              </a:rPr>
            </a:br>
            <a:endParaRPr lang="en-CA" sz="1800" b="0" noProof="0">
              <a:solidFill>
                <a:schemeClr val="bg1"/>
              </a:solidFill>
            </a:endParaRPr>
          </a:p>
        </p:txBody>
      </p:sp>
    </p:spTree>
    <p:extLst>
      <p:ext uri="{BB962C8B-B14F-4D97-AF65-F5344CB8AC3E}">
        <p14:creationId xmlns:p14="http://schemas.microsoft.com/office/powerpoint/2010/main" val="344805165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C80E2-9D92-4898-93CB-DD89899942A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20D1A54B-0B48-4683-A681-830AF924F3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57F09E37-B324-4112-BD3B-365721F1AC85}"/>
              </a:ext>
            </a:extLst>
          </p:cNvPr>
          <p:cNvSpPr>
            <a:spLocks noGrp="1"/>
          </p:cNvSpPr>
          <p:nvPr>
            <p:ph type="dt" sz="half" idx="10"/>
          </p:nvPr>
        </p:nvSpPr>
        <p:spPr/>
        <p:txBody>
          <a:bodyPr/>
          <a:lstStyle/>
          <a:p>
            <a:endParaRPr lang="en-AU"/>
          </a:p>
        </p:txBody>
      </p:sp>
      <p:sp>
        <p:nvSpPr>
          <p:cNvPr id="5" name="Footer Placeholder 4">
            <a:extLst>
              <a:ext uri="{FF2B5EF4-FFF2-40B4-BE49-F238E27FC236}">
                <a16:creationId xmlns:a16="http://schemas.microsoft.com/office/drawing/2014/main" id="{1B1CE0FC-122C-4EE7-B4EE-B53BB196124A}"/>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57E617A5-5E08-43AF-99E2-E3D60AC4C769}"/>
              </a:ext>
            </a:extLst>
          </p:cNvPr>
          <p:cNvSpPr>
            <a:spLocks noGrp="1"/>
          </p:cNvSpPr>
          <p:nvPr>
            <p:ph type="sldNum" sz="quarter" idx="12"/>
          </p:nvPr>
        </p:nvSpPr>
        <p:spPr/>
        <p:txBody>
          <a:bodyPr/>
          <a:lstStyle/>
          <a:p>
            <a:fld id="{A4F04AB1-CD10-48C5-9D91-15FB4D5DE743}" type="slidenum">
              <a:rPr lang="en-AU" smtClean="0"/>
              <a:t>‹#›</a:t>
            </a:fld>
            <a:endParaRPr lang="en-AU"/>
          </a:p>
        </p:txBody>
      </p:sp>
    </p:spTree>
    <p:extLst>
      <p:ext uri="{BB962C8B-B14F-4D97-AF65-F5344CB8AC3E}">
        <p14:creationId xmlns:p14="http://schemas.microsoft.com/office/powerpoint/2010/main" val="397651617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_Title and Content A">
    <p:spTree>
      <p:nvGrpSpPr>
        <p:cNvPr id="1" name=""/>
        <p:cNvGrpSpPr/>
        <p:nvPr/>
      </p:nvGrpSpPr>
      <p:grpSpPr>
        <a:xfrm>
          <a:off x="0" y="0"/>
          <a:ext cx="0" cy="0"/>
          <a:chOff x="0" y="0"/>
          <a:chExt cx="0" cy="0"/>
        </a:xfrm>
      </p:grpSpPr>
      <p:sp>
        <p:nvSpPr>
          <p:cNvPr id="11" name="Text Placeholder 10" descr="{&quot;templafy&quot;:{&quot;id&quot;:&quot;9e305b47-c1b0-4816-bd0c-5c2151be14ab&quot;}}">
            <a:extLst>
              <a:ext uri="{FF2B5EF4-FFF2-40B4-BE49-F238E27FC236}">
                <a16:creationId xmlns:a16="http://schemas.microsoft.com/office/drawing/2014/main" id="{5CD8FAEA-9859-4AF5-90CE-712350B0DB51}"/>
              </a:ext>
            </a:extLst>
          </p:cNvPr>
          <p:cNvSpPr>
            <a:spLocks noGrp="1"/>
          </p:cNvSpPr>
          <p:nvPr>
            <p:ph type="body" sz="quarter" idx="13" hasCustomPrompt="1"/>
          </p:nvPr>
        </p:nvSpPr>
        <p:spPr>
          <a:xfrm>
            <a:off x="647525" y="669600"/>
            <a:ext cx="10893425" cy="392400"/>
          </a:xfrm>
        </p:spPr>
        <p:txBody>
          <a:bodyPr/>
          <a:lstStyle>
            <a:lvl1pPr marL="0" indent="0">
              <a:buNone/>
              <a:defRPr sz="1400" spc="300">
                <a:solidFill>
                  <a:schemeClr val="accent5"/>
                </a:solidFill>
                <a:latin typeface="+mn-lt"/>
              </a:defRPr>
            </a:lvl1pPr>
          </a:lstStyle>
          <a:p>
            <a:pPr lvl="0"/>
            <a:r>
              <a:rPr lang="en-US"/>
              <a:t>Click to add header</a:t>
            </a:r>
          </a:p>
        </p:txBody>
      </p:sp>
      <p:sp>
        <p:nvSpPr>
          <p:cNvPr id="2" name="Title 1" descr="{&quot;templafy&quot;:{&quot;id&quot;:&quot;16a793db-deaf-4e5e-a257-a92262c6dbb8&quot;}}"/>
          <p:cNvSpPr>
            <a:spLocks noGrp="1"/>
          </p:cNvSpPr>
          <p:nvPr>
            <p:ph type="title" hasCustomPrompt="1"/>
          </p:nvPr>
        </p:nvSpPr>
        <p:spPr/>
        <p:txBody>
          <a:bodyPr/>
          <a:lstStyle>
            <a:lvl1pPr>
              <a:defRPr>
                <a:solidFill>
                  <a:schemeClr val="accent1"/>
                </a:solidFill>
              </a:defRPr>
            </a:lvl1pPr>
          </a:lstStyle>
          <a:p>
            <a:r>
              <a:rPr lang="en-US" noProof="0"/>
              <a:t>Click to add title</a:t>
            </a:r>
            <a:endParaRPr lang="en-US"/>
          </a:p>
        </p:txBody>
      </p:sp>
      <p:sp>
        <p:nvSpPr>
          <p:cNvPr id="3" name="Content Placeholder 2" descr="{&quot;templafy&quot;:{&quot;id&quot;:&quot;6ff0761b-defc-47e7-b6de-c43d31a1486d&quot;}}"/>
          <p:cNvSpPr>
            <a:spLocks noGrp="1"/>
          </p:cNvSpPr>
          <p:nvPr>
            <p:ph idx="1" hasCustomPrompt="1"/>
          </p:nvPr>
        </p:nvSpPr>
        <p:spPr/>
        <p:txBody>
          <a:bodyPr/>
          <a:lstStyle>
            <a:lvl1pPr>
              <a:defRPr/>
            </a:lvl1pPr>
          </a:lstStyle>
          <a:p>
            <a:pPr lvl="0"/>
            <a:r>
              <a:rPr lang="en-US" noProof="0"/>
              <a:t>Click to add text</a:t>
            </a:r>
            <a:endParaRPr lang="en-US"/>
          </a:p>
        </p:txBody>
      </p:sp>
      <p:sp>
        <p:nvSpPr>
          <p:cNvPr id="14" name="Text Placeholder 13" descr="{&quot;templafy&quot;:{&quot;id&quot;:&quot;df9cd2a7-1bd7-4b7e-a701-df85accfd0ea&quot;}}">
            <a:extLst>
              <a:ext uri="{FF2B5EF4-FFF2-40B4-BE49-F238E27FC236}">
                <a16:creationId xmlns:a16="http://schemas.microsoft.com/office/drawing/2014/main" id="{CD24C3BD-6B68-455D-8BAB-E59F02BA3355}"/>
              </a:ext>
            </a:extLst>
          </p:cNvPr>
          <p:cNvSpPr>
            <a:spLocks noGrp="1"/>
          </p:cNvSpPr>
          <p:nvPr>
            <p:ph type="body" sz="quarter" idx="14" hasCustomPrompt="1"/>
          </p:nvPr>
        </p:nvSpPr>
        <p:spPr>
          <a:xfrm>
            <a:off x="648000" y="6408000"/>
            <a:ext cx="6267600" cy="244800"/>
          </a:xfrm>
        </p:spPr>
        <p:txBody>
          <a:bodyPr/>
          <a:lstStyle>
            <a:lvl1pPr marL="0" indent="0">
              <a:buNone/>
              <a:defRPr sz="800" i="1">
                <a:solidFill>
                  <a:schemeClr val="tx2"/>
                </a:solidFill>
                <a:latin typeface="+mj-lt"/>
              </a:defRPr>
            </a:lvl1pPr>
          </a:lstStyle>
          <a:p>
            <a:pPr lvl="0"/>
            <a:r>
              <a:rPr lang="en-US"/>
              <a:t>Click to add text</a:t>
            </a:r>
          </a:p>
        </p:txBody>
      </p:sp>
      <p:sp>
        <p:nvSpPr>
          <p:cNvPr id="8" name="Footer Placeholder 7">
            <a:extLst>
              <a:ext uri="{FF2B5EF4-FFF2-40B4-BE49-F238E27FC236}">
                <a16:creationId xmlns:a16="http://schemas.microsoft.com/office/drawing/2014/main" id="{64EBE7A6-B567-41BB-8FC5-4D7E50C44BA8}"/>
              </a:ext>
            </a:extLst>
          </p:cNvPr>
          <p:cNvSpPr>
            <a:spLocks noGrp="1"/>
          </p:cNvSpPr>
          <p:nvPr>
            <p:ph type="ftr" sz="quarter" idx="11"/>
          </p:nvPr>
        </p:nvSpPr>
        <p:spPr/>
        <p:txBody>
          <a:bodyPr/>
          <a:lstStyle/>
          <a:p>
            <a:r>
              <a:rPr lang="en-US"/>
              <a:t>Colliers</a:t>
            </a:r>
          </a:p>
        </p:txBody>
      </p:sp>
      <p:sp>
        <p:nvSpPr>
          <p:cNvPr id="9" name="Slide Number Placeholder 8">
            <a:extLst>
              <a:ext uri="{FF2B5EF4-FFF2-40B4-BE49-F238E27FC236}">
                <a16:creationId xmlns:a16="http://schemas.microsoft.com/office/drawing/2014/main" id="{F4B48C20-C4DC-46ED-A7E0-2854CD88A8CD}"/>
              </a:ext>
            </a:extLst>
          </p:cNvPr>
          <p:cNvSpPr>
            <a:spLocks noGrp="1"/>
          </p:cNvSpPr>
          <p:nvPr>
            <p:ph type="sldNum" sz="quarter" idx="12"/>
          </p:nvPr>
        </p:nvSpPr>
        <p:spPr/>
        <p:txBody>
          <a:bodyPr/>
          <a:lstStyle/>
          <a:p>
            <a:fld id="{23AA811B-2EBD-4900-905E-5BE206449611}" type="slidenum">
              <a:rPr lang="en-US" smtClean="0"/>
              <a:pPr/>
              <a:t>‹#›</a:t>
            </a:fld>
            <a:endParaRPr lang="en-US"/>
          </a:p>
        </p:txBody>
      </p:sp>
    </p:spTree>
    <p:extLst>
      <p:ext uri="{BB962C8B-B14F-4D97-AF65-F5344CB8AC3E}">
        <p14:creationId xmlns:p14="http://schemas.microsoft.com/office/powerpoint/2010/main" val="86479443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userDrawn="1">
  <p:cSld name="2_Blank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219DFD-9CEC-B246-99CC-D7670FEB5A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8245372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ags" Target="../tags/tag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ags" Target="../tags/tag4.xml"/><Relationship Id="rId47" Type="http://schemas.openxmlformats.org/officeDocument/2006/relationships/tags" Target="../tags/tag9.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ags" Target="../tags/tag2.xml"/><Relationship Id="rId45" Type="http://schemas.openxmlformats.org/officeDocument/2006/relationships/tags" Target="../tags/tag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ags" Target="../tags/tag6.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ags" Target="../tags/tag5.xml"/><Relationship Id="rId48" Type="http://schemas.openxmlformats.org/officeDocument/2006/relationships/tags" Target="../tags/tag10.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46" Type="http://schemas.openxmlformats.org/officeDocument/2006/relationships/tags" Target="../tags/tag8.xml"/><Relationship Id="rId20" Type="http://schemas.openxmlformats.org/officeDocument/2006/relationships/slideLayout" Target="../slideLayouts/slideLayout20.xml"/><Relationship Id="rId41"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8000" y="2044800"/>
            <a:ext cx="10893600" cy="4161600"/>
          </a:xfrm>
          <a:prstGeom prst="rect">
            <a:avLst/>
          </a:prstGeom>
        </p:spPr>
        <p:txBody>
          <a:bodyPr vert="horz" lIns="0" tIns="0" rIns="0" bIns="0" rtlCol="0">
            <a:noAutofit/>
          </a:bodyPr>
          <a:lstStyle/>
          <a:p>
            <a:pPr lvl="0"/>
            <a:r>
              <a:rPr lang="en-CA" noProof="0"/>
              <a:t>Level 1</a:t>
            </a:r>
          </a:p>
          <a:p>
            <a:pPr lvl="1"/>
            <a:r>
              <a:rPr lang="en-CA" noProof="0"/>
              <a:t>Level 2</a:t>
            </a:r>
          </a:p>
          <a:p>
            <a:pPr lvl="2"/>
            <a:r>
              <a:rPr lang="en-CA" noProof="0"/>
              <a:t>Level 3</a:t>
            </a:r>
          </a:p>
          <a:p>
            <a:pPr lvl="3"/>
            <a:r>
              <a:rPr lang="en-CA" noProof="0"/>
              <a:t>Level 4, Header</a:t>
            </a:r>
          </a:p>
          <a:p>
            <a:pPr lvl="4"/>
            <a:r>
              <a:rPr lang="en-CA" noProof="0"/>
              <a:t>Level 5, Body</a:t>
            </a:r>
          </a:p>
          <a:p>
            <a:pPr lvl="5"/>
            <a:r>
              <a:rPr lang="en-CA" noProof="0"/>
              <a:t>Level 6</a:t>
            </a:r>
          </a:p>
          <a:p>
            <a:pPr lvl="6"/>
            <a:r>
              <a:rPr lang="en-CA" noProof="0"/>
              <a:t>Level 7, Small Header</a:t>
            </a:r>
          </a:p>
          <a:p>
            <a:pPr lvl="7"/>
            <a:r>
              <a:rPr lang="en-CA" noProof="0"/>
              <a:t>LEVEL 8, SMALL HEADER</a:t>
            </a:r>
          </a:p>
          <a:p>
            <a:pPr lvl="7"/>
            <a:endParaRPr lang="en-CA" noProof="0"/>
          </a:p>
          <a:p>
            <a:pPr lvl="8"/>
            <a:r>
              <a:rPr lang="en-CA" noProof="0"/>
              <a:t>Level 9, Infographic</a:t>
            </a:r>
          </a:p>
        </p:txBody>
      </p:sp>
      <p:sp>
        <p:nvSpPr>
          <p:cNvPr id="7" name="Title Placeholder 6">
            <a:extLst>
              <a:ext uri="{FF2B5EF4-FFF2-40B4-BE49-F238E27FC236}">
                <a16:creationId xmlns:a16="http://schemas.microsoft.com/office/drawing/2014/main" id="{C9392247-CE23-49BB-A39E-64C7575BE478}"/>
              </a:ext>
            </a:extLst>
          </p:cNvPr>
          <p:cNvSpPr>
            <a:spLocks noGrp="1"/>
          </p:cNvSpPr>
          <p:nvPr>
            <p:ph type="title"/>
          </p:nvPr>
        </p:nvSpPr>
        <p:spPr>
          <a:xfrm>
            <a:off x="627680" y="1062000"/>
            <a:ext cx="10893600" cy="835200"/>
          </a:xfrm>
          <a:prstGeom prst="rect">
            <a:avLst/>
          </a:prstGeom>
        </p:spPr>
        <p:txBody>
          <a:bodyPr vert="horz" lIns="0" tIns="0" rIns="0" bIns="0" rtlCol="0" anchor="t" anchorCtr="0">
            <a:noAutofit/>
          </a:bodyPr>
          <a:lstStyle/>
          <a:p>
            <a:r>
              <a:rPr lang="en-CA" noProof="0"/>
              <a:t>Click to edit Master title style</a:t>
            </a:r>
          </a:p>
        </p:txBody>
      </p:sp>
      <p:sp>
        <p:nvSpPr>
          <p:cNvPr id="8" name="Footer Placeholder 7">
            <a:extLst>
              <a:ext uri="{FF2B5EF4-FFF2-40B4-BE49-F238E27FC236}">
                <a16:creationId xmlns:a16="http://schemas.microsoft.com/office/drawing/2014/main" id="{69460BDC-2796-43E8-A075-B3BFBC3B28E3}"/>
              </a:ext>
            </a:extLst>
          </p:cNvPr>
          <p:cNvSpPr>
            <a:spLocks noGrp="1"/>
          </p:cNvSpPr>
          <p:nvPr>
            <p:ph type="ftr" sz="quarter" idx="3"/>
          </p:nvPr>
        </p:nvSpPr>
        <p:spPr>
          <a:xfrm>
            <a:off x="6202800" y="248400"/>
            <a:ext cx="4636800" cy="180000"/>
          </a:xfrm>
          <a:prstGeom prst="rect">
            <a:avLst/>
          </a:prstGeom>
        </p:spPr>
        <p:txBody>
          <a:bodyPr vert="horz" lIns="0" tIns="0" rIns="0" bIns="0" rtlCol="0" anchor="ctr"/>
          <a:lstStyle>
            <a:lvl1pPr algn="r">
              <a:defRPr sz="1050" b="1">
                <a:solidFill>
                  <a:schemeClr val="tx2"/>
                </a:solidFill>
              </a:defRPr>
            </a:lvl1pPr>
          </a:lstStyle>
          <a:p>
            <a:r>
              <a:rPr lang="en-CA" noProof="0"/>
              <a:t>Colliers</a:t>
            </a:r>
          </a:p>
        </p:txBody>
      </p:sp>
      <p:sp>
        <p:nvSpPr>
          <p:cNvPr id="9" name="Slide Number Placeholder 8">
            <a:extLst>
              <a:ext uri="{FF2B5EF4-FFF2-40B4-BE49-F238E27FC236}">
                <a16:creationId xmlns:a16="http://schemas.microsoft.com/office/drawing/2014/main" id="{5942516E-ED5A-4F68-B285-E8D0CC42F948}"/>
              </a:ext>
            </a:extLst>
          </p:cNvPr>
          <p:cNvSpPr>
            <a:spLocks noGrp="1"/>
          </p:cNvSpPr>
          <p:nvPr>
            <p:ph type="sldNum" sz="quarter" idx="4"/>
          </p:nvPr>
        </p:nvSpPr>
        <p:spPr>
          <a:xfrm>
            <a:off x="11167200" y="248400"/>
            <a:ext cx="374400" cy="180000"/>
          </a:xfrm>
          <a:prstGeom prst="rect">
            <a:avLst/>
          </a:prstGeom>
        </p:spPr>
        <p:txBody>
          <a:bodyPr vert="horz" lIns="0" tIns="0" rIns="0" bIns="0" rtlCol="0" anchor="ctr"/>
          <a:lstStyle>
            <a:lvl1pPr algn="r">
              <a:defRPr sz="1050">
                <a:solidFill>
                  <a:schemeClr val="tx2"/>
                </a:solidFill>
              </a:defRPr>
            </a:lvl1pPr>
          </a:lstStyle>
          <a:p>
            <a:fld id="{23AA811B-2EBD-4900-905E-5BE206449611}" type="slidenum">
              <a:rPr lang="en-CA" noProof="0" smtClean="0"/>
              <a:pPr/>
              <a:t>‹#›</a:t>
            </a:fld>
            <a:endParaRPr lang="en-CA" noProof="0"/>
          </a:p>
        </p:txBody>
      </p:sp>
      <p:cxnSp>
        <p:nvCxnSpPr>
          <p:cNvPr id="10" name="Straight Connector 9">
            <a:extLst>
              <a:ext uri="{FF2B5EF4-FFF2-40B4-BE49-F238E27FC236}">
                <a16:creationId xmlns:a16="http://schemas.microsoft.com/office/drawing/2014/main" id="{54A0F400-E6B0-46DD-A55F-1A65108DA379}"/>
              </a:ext>
            </a:extLst>
          </p:cNvPr>
          <p:cNvCxnSpPr/>
          <p:nvPr userDrawn="1"/>
        </p:nvCxnSpPr>
        <p:spPr>
          <a:xfrm>
            <a:off x="11124763" y="274014"/>
            <a:ext cx="0" cy="125517"/>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Rectangle 3" hidden="1">
            <a:extLst>
              <a:ext uri="{FF2B5EF4-FFF2-40B4-BE49-F238E27FC236}">
                <a16:creationId xmlns:a16="http://schemas.microsoft.com/office/drawing/2014/main" id="{48481018-5A2B-4092-B1D6-9A5FDD8E0EFF}"/>
              </a:ext>
            </a:extLst>
          </p:cNvPr>
          <p:cNvSpPr/>
          <p:nvPr userDrawn="1">
            <p:custDataLst>
              <p:tags r:id="rId39"/>
            </p:custDataLst>
          </p:nvPr>
        </p:nvSpPr>
        <p:spPr>
          <a:xfrm>
            <a:off x="648000" y="648000"/>
            <a:ext cx="10896000" cy="1246964"/>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5" name="Rectangle 4" hidden="1">
            <a:extLst>
              <a:ext uri="{FF2B5EF4-FFF2-40B4-BE49-F238E27FC236}">
                <a16:creationId xmlns:a16="http://schemas.microsoft.com/office/drawing/2014/main" id="{E71856E2-F020-49FF-A54D-049EB30BEDAB}"/>
              </a:ext>
            </a:extLst>
          </p:cNvPr>
          <p:cNvSpPr/>
          <p:nvPr userDrawn="1">
            <p:custDataLst>
              <p:tags r:id="rId40"/>
            </p:custDataLst>
          </p:nvPr>
        </p:nvSpPr>
        <p:spPr>
          <a:xfrm>
            <a:off x="648000" y="2044699"/>
            <a:ext cx="710000" cy="4165301"/>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6" name="Rectangle 5" hidden="1">
            <a:extLst>
              <a:ext uri="{FF2B5EF4-FFF2-40B4-BE49-F238E27FC236}">
                <a16:creationId xmlns:a16="http://schemas.microsoft.com/office/drawing/2014/main" id="{830E4EAE-C9B8-4A85-82D0-DDC95712D1B3}"/>
              </a:ext>
            </a:extLst>
          </p:cNvPr>
          <p:cNvSpPr/>
          <p:nvPr userDrawn="1">
            <p:custDataLst>
              <p:tags r:id="rId41"/>
            </p:custDataLst>
          </p:nvPr>
        </p:nvSpPr>
        <p:spPr>
          <a:xfrm>
            <a:off x="1574000" y="2044698"/>
            <a:ext cx="710000" cy="4165301"/>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11" name="Rectangle 10" hidden="1">
            <a:extLst>
              <a:ext uri="{FF2B5EF4-FFF2-40B4-BE49-F238E27FC236}">
                <a16:creationId xmlns:a16="http://schemas.microsoft.com/office/drawing/2014/main" id="{1A083474-478F-42C6-8180-CFB3495AD762}"/>
              </a:ext>
            </a:extLst>
          </p:cNvPr>
          <p:cNvSpPr/>
          <p:nvPr userDrawn="1">
            <p:custDataLst>
              <p:tags r:id="rId42"/>
            </p:custDataLst>
          </p:nvPr>
        </p:nvSpPr>
        <p:spPr>
          <a:xfrm>
            <a:off x="2500000" y="2044698"/>
            <a:ext cx="710000" cy="4165301"/>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12" name="Rectangle 11" hidden="1">
            <a:extLst>
              <a:ext uri="{FF2B5EF4-FFF2-40B4-BE49-F238E27FC236}">
                <a16:creationId xmlns:a16="http://schemas.microsoft.com/office/drawing/2014/main" id="{61E88A6D-11DA-46CC-83E3-D577ED0A94AE}"/>
              </a:ext>
            </a:extLst>
          </p:cNvPr>
          <p:cNvSpPr/>
          <p:nvPr userDrawn="1">
            <p:custDataLst>
              <p:tags r:id="rId43"/>
            </p:custDataLst>
          </p:nvPr>
        </p:nvSpPr>
        <p:spPr>
          <a:xfrm>
            <a:off x="3426000" y="2046422"/>
            <a:ext cx="710000" cy="4163578"/>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13" name="Rectangle 12" hidden="1">
            <a:extLst>
              <a:ext uri="{FF2B5EF4-FFF2-40B4-BE49-F238E27FC236}">
                <a16:creationId xmlns:a16="http://schemas.microsoft.com/office/drawing/2014/main" id="{0EDC2FD0-CA18-4DB9-A51F-8FAA5B48F255}"/>
              </a:ext>
            </a:extLst>
          </p:cNvPr>
          <p:cNvSpPr/>
          <p:nvPr userDrawn="1">
            <p:custDataLst>
              <p:tags r:id="rId44"/>
            </p:custDataLst>
          </p:nvPr>
        </p:nvSpPr>
        <p:spPr>
          <a:xfrm>
            <a:off x="4352000" y="2046422"/>
            <a:ext cx="710000" cy="4163578"/>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15" name="Rectangle 14" hidden="1">
            <a:extLst>
              <a:ext uri="{FF2B5EF4-FFF2-40B4-BE49-F238E27FC236}">
                <a16:creationId xmlns:a16="http://schemas.microsoft.com/office/drawing/2014/main" id="{EFC664E2-0D4D-48CF-BE80-BE1F32C218F8}"/>
              </a:ext>
            </a:extLst>
          </p:cNvPr>
          <p:cNvSpPr/>
          <p:nvPr userDrawn="1">
            <p:custDataLst>
              <p:tags r:id="rId45"/>
            </p:custDataLst>
          </p:nvPr>
        </p:nvSpPr>
        <p:spPr>
          <a:xfrm>
            <a:off x="6204002" y="2044698"/>
            <a:ext cx="710000" cy="4165301"/>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16" name="Rectangle 15" hidden="1">
            <a:extLst>
              <a:ext uri="{FF2B5EF4-FFF2-40B4-BE49-F238E27FC236}">
                <a16:creationId xmlns:a16="http://schemas.microsoft.com/office/drawing/2014/main" id="{2D72954E-870D-4FF9-93C1-B4A3E0E8F3D9}"/>
              </a:ext>
            </a:extLst>
          </p:cNvPr>
          <p:cNvSpPr/>
          <p:nvPr userDrawn="1">
            <p:custDataLst>
              <p:tags r:id="rId46"/>
            </p:custDataLst>
          </p:nvPr>
        </p:nvSpPr>
        <p:spPr>
          <a:xfrm>
            <a:off x="7130002" y="2046422"/>
            <a:ext cx="710000" cy="4163578"/>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17" name="Rectangle 16" hidden="1">
            <a:extLst>
              <a:ext uri="{FF2B5EF4-FFF2-40B4-BE49-F238E27FC236}">
                <a16:creationId xmlns:a16="http://schemas.microsoft.com/office/drawing/2014/main" id="{49A5D3DB-7DE4-4E3A-8096-6272FAE8D355}"/>
              </a:ext>
            </a:extLst>
          </p:cNvPr>
          <p:cNvSpPr/>
          <p:nvPr userDrawn="1">
            <p:custDataLst>
              <p:tags r:id="rId47"/>
            </p:custDataLst>
          </p:nvPr>
        </p:nvSpPr>
        <p:spPr>
          <a:xfrm>
            <a:off x="8056002" y="2044698"/>
            <a:ext cx="710000" cy="4165301"/>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18" name="Rectangle 17" hidden="1">
            <a:extLst>
              <a:ext uri="{FF2B5EF4-FFF2-40B4-BE49-F238E27FC236}">
                <a16:creationId xmlns:a16="http://schemas.microsoft.com/office/drawing/2014/main" id="{1416A425-33B4-4430-A431-9ACE70E88B95}"/>
              </a:ext>
            </a:extLst>
          </p:cNvPr>
          <p:cNvSpPr/>
          <p:nvPr userDrawn="1">
            <p:custDataLst>
              <p:tags r:id="rId48"/>
            </p:custDataLst>
          </p:nvPr>
        </p:nvSpPr>
        <p:spPr>
          <a:xfrm>
            <a:off x="8982002" y="2044698"/>
            <a:ext cx="710000" cy="4165301"/>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Tree>
    <p:extLst>
      <p:ext uri="{BB962C8B-B14F-4D97-AF65-F5344CB8AC3E}">
        <p14:creationId xmlns:p14="http://schemas.microsoft.com/office/powerpoint/2010/main" val="2912756892"/>
      </p:ext>
    </p:extLst>
  </p:cSld>
  <p:clrMap bg1="lt1" tx1="dk1" bg2="lt2" tx2="dk2" accent1="accent1" accent2="accent2" accent3="accent3" accent4="accent4" accent5="accent5" accent6="accent6" hlink="hlink" folHlink="folHlink"/>
  <p:sldLayoutIdLst>
    <p:sldLayoutId id="2147483785" r:id="rId1"/>
    <p:sldLayoutId id="2147483787" r:id="rId2"/>
    <p:sldLayoutId id="2147483789" r:id="rId3"/>
    <p:sldLayoutId id="2147483790" r:id="rId4"/>
    <p:sldLayoutId id="2147483791" r:id="rId5"/>
    <p:sldLayoutId id="2147483792" r:id="rId6"/>
    <p:sldLayoutId id="2147483794" r:id="rId7"/>
    <p:sldLayoutId id="2147483795" r:id="rId8"/>
    <p:sldLayoutId id="2147483797" r:id="rId9"/>
    <p:sldLayoutId id="2147483799" r:id="rId10"/>
    <p:sldLayoutId id="2147483800" r:id="rId11"/>
    <p:sldLayoutId id="2147483801" r:id="rId12"/>
    <p:sldLayoutId id="2147483803" r:id="rId13"/>
    <p:sldLayoutId id="2147483804" r:id="rId14"/>
    <p:sldLayoutId id="2147483806" r:id="rId15"/>
    <p:sldLayoutId id="2147483807" r:id="rId16"/>
    <p:sldLayoutId id="2147483808" r:id="rId17"/>
    <p:sldLayoutId id="2147483809" r:id="rId18"/>
    <p:sldLayoutId id="2147483810" r:id="rId19"/>
    <p:sldLayoutId id="2147483811" r:id="rId20"/>
    <p:sldLayoutId id="2147483812" r:id="rId21"/>
    <p:sldLayoutId id="2147483813" r:id="rId22"/>
    <p:sldLayoutId id="2147483814" r:id="rId23"/>
    <p:sldLayoutId id="2147483815" r:id="rId24"/>
    <p:sldLayoutId id="2147483816" r:id="rId25"/>
    <p:sldLayoutId id="2147483817" r:id="rId26"/>
    <p:sldLayoutId id="2147483818" r:id="rId27"/>
    <p:sldLayoutId id="2147483819" r:id="rId28"/>
    <p:sldLayoutId id="2147483821" r:id="rId29"/>
    <p:sldLayoutId id="2147483822" r:id="rId30"/>
    <p:sldLayoutId id="2147483824" r:id="rId31"/>
    <p:sldLayoutId id="2147483826" r:id="rId32"/>
    <p:sldLayoutId id="2147483828" r:id="rId33"/>
    <p:sldLayoutId id="2147483829" r:id="rId34"/>
    <p:sldLayoutId id="2147483830" r:id="rId35"/>
    <p:sldLayoutId id="2147483831" r:id="rId36"/>
    <p:sldLayoutId id="2147483832" r:id="rId37"/>
  </p:sldLayoutIdLst>
  <p:hf hdr="0"/>
  <p:txStyles>
    <p:titleStyle>
      <a:lvl1pPr algn="l" defTabSz="914400" rtl="0" eaLnBrk="1" latinLnBrk="0" hangingPunct="1">
        <a:lnSpc>
          <a:spcPct val="83000"/>
        </a:lnSpc>
        <a:spcBef>
          <a:spcPct val="0"/>
        </a:spcBef>
        <a:buNone/>
        <a:defRPr sz="3600" kern="1200">
          <a:solidFill>
            <a:schemeClr val="accent1"/>
          </a:solidFill>
          <a:latin typeface="+mj-lt"/>
          <a:ea typeface="+mj-ea"/>
          <a:cs typeface="+mj-cs"/>
        </a:defRPr>
      </a:lvl1pPr>
    </p:titleStyle>
    <p:bodyStyle>
      <a:lvl1pPr marL="0" indent="0" algn="l" defTabSz="914400" rtl="0" eaLnBrk="1" latinLnBrk="0" hangingPunct="1">
        <a:lnSpc>
          <a:spcPct val="100000"/>
        </a:lnSpc>
        <a:spcBef>
          <a:spcPts val="300"/>
        </a:spcBef>
        <a:spcAft>
          <a:spcPts val="600"/>
        </a:spcAft>
        <a:buFontTx/>
        <a:buNone/>
        <a:defRPr sz="12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2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2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16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2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8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8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None/>
        <a:defRPr sz="1000" kern="1200" spc="300">
          <a:solidFill>
            <a:schemeClr val="accent3"/>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3600" kern="1200" baseline="0">
          <a:solidFill>
            <a:schemeClr val="tx2"/>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08">
          <p15:clr>
            <a:srgbClr val="F26B43"/>
          </p15:clr>
        </p15:guide>
        <p15:guide id="2" pos="7271">
          <p15:clr>
            <a:srgbClr val="F26B43"/>
          </p15:clr>
        </p15:guide>
        <p15:guide id="3" orient="horz" pos="408">
          <p15:clr>
            <a:srgbClr val="F26B43"/>
          </p15:clr>
        </p15:guide>
        <p15:guide id="4" orient="horz" pos="1193">
          <p15:clr>
            <a:srgbClr val="F26B43"/>
          </p15:clr>
        </p15:guide>
        <p15:guide id="5" pos="855">
          <p15:clr>
            <a:srgbClr val="F26B43"/>
          </p15:clr>
        </p15:guide>
        <p15:guide id="6" orient="horz" pos="1287">
          <p15:clr>
            <a:srgbClr val="F26B43"/>
          </p15:clr>
        </p15:guide>
        <p15:guide id="7" orient="horz" pos="3911">
          <p15:clr>
            <a:srgbClr val="F26B43"/>
          </p15:clr>
        </p15:guide>
        <p15:guide id="8" pos="991">
          <p15:clr>
            <a:srgbClr val="F26B43"/>
          </p15:clr>
        </p15:guide>
        <p15:guide id="9" pos="1438">
          <p15:clr>
            <a:srgbClr val="F26B43"/>
          </p15:clr>
        </p15:guide>
        <p15:guide id="10" pos="1574">
          <p15:clr>
            <a:srgbClr val="F26B43"/>
          </p15:clr>
        </p15:guide>
        <p15:guide id="11" pos="2022">
          <p15:clr>
            <a:srgbClr val="F26B43"/>
          </p15:clr>
        </p15:guide>
        <p15:guide id="12" pos="2158">
          <p15:clr>
            <a:srgbClr val="F26B43"/>
          </p15:clr>
        </p15:guide>
        <p15:guide id="13" pos="2605">
          <p15:clr>
            <a:srgbClr val="F26B43"/>
          </p15:clr>
        </p15:guide>
        <p15:guide id="15" pos="2741">
          <p15:clr>
            <a:srgbClr val="F26B43"/>
          </p15:clr>
        </p15:guide>
        <p15:guide id="16" pos="3188">
          <p15:clr>
            <a:srgbClr val="F26B43"/>
          </p15:clr>
        </p15:guide>
        <p15:guide id="17" pos="3324">
          <p15:clr>
            <a:srgbClr val="F26B43"/>
          </p15:clr>
        </p15:guide>
        <p15:guide id="18" pos="3771">
          <p15:clr>
            <a:srgbClr val="F26B43"/>
          </p15:clr>
        </p15:guide>
        <p15:guide id="19" pos="3908">
          <p15:clr>
            <a:srgbClr val="F26B43"/>
          </p15:clr>
        </p15:guide>
        <p15:guide id="20" pos="4355">
          <p15:clr>
            <a:srgbClr val="F26B43"/>
          </p15:clr>
        </p15:guide>
        <p15:guide id="21" pos="4491">
          <p15:clr>
            <a:srgbClr val="F26B43"/>
          </p15:clr>
        </p15:guide>
        <p15:guide id="22" pos="4938">
          <p15:clr>
            <a:srgbClr val="F26B43"/>
          </p15:clr>
        </p15:guide>
        <p15:guide id="23" pos="5074">
          <p15:clr>
            <a:srgbClr val="F26B43"/>
          </p15:clr>
        </p15:guide>
        <p15:guide id="24" pos="5521">
          <p15:clr>
            <a:srgbClr val="F26B43"/>
          </p15:clr>
        </p15:guide>
        <p15:guide id="25" pos="5657">
          <p15:clr>
            <a:srgbClr val="F26B43"/>
          </p15:clr>
        </p15:guide>
        <p15:guide id="26" pos="6105">
          <p15:clr>
            <a:srgbClr val="F26B43"/>
          </p15:clr>
        </p15:guide>
        <p15:guide id="27" pos="6241">
          <p15:clr>
            <a:srgbClr val="F26B43"/>
          </p15:clr>
        </p15:guide>
        <p15:guide id="28" pos="6688">
          <p15:clr>
            <a:srgbClr val="F26B43"/>
          </p15:clr>
        </p15:guide>
        <p15:guide id="29" pos="682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customXml" Target="../../customXml/item7.xml"/><Relationship Id="rId1" Type="http://schemas.openxmlformats.org/officeDocument/2006/relationships/customXml" Target="../../customXml/item6.xml"/><Relationship Id="rId5" Type="http://schemas.openxmlformats.org/officeDocument/2006/relationships/image" Target="../media/image16.jpeg"/><Relationship Id="rId4" Type="http://schemas.openxmlformats.org/officeDocument/2006/relationships/image" Target="../media/image15.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customXml" Target="../../customXml/item9.xml"/><Relationship Id="rId1" Type="http://schemas.openxmlformats.org/officeDocument/2006/relationships/customXml" Target="../../customXml/item8.xml"/><Relationship Id="rId6" Type="http://schemas.openxmlformats.org/officeDocument/2006/relationships/image" Target="../media/image16.jpeg"/><Relationship Id="rId5" Type="http://schemas.openxmlformats.org/officeDocument/2006/relationships/image" Target="../media/image15.png"/><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customXml" Target="../../customXml/item11.xml"/><Relationship Id="rId1" Type="http://schemas.openxmlformats.org/officeDocument/2006/relationships/customXml" Target="../../customXml/item10.xml"/><Relationship Id="rId6" Type="http://schemas.openxmlformats.org/officeDocument/2006/relationships/image" Target="../media/image16.jpeg"/><Relationship Id="rId5" Type="http://schemas.openxmlformats.org/officeDocument/2006/relationships/image" Target="../media/image15.png"/><Relationship Id="rId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customXml" Target="../../customXml/item13.xml"/><Relationship Id="rId1" Type="http://schemas.openxmlformats.org/officeDocument/2006/relationships/customXml" Target="../../customXml/item1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customXml" Target="../../customXml/item15.xml"/><Relationship Id="rId1" Type="http://schemas.openxmlformats.org/officeDocument/2006/relationships/customXml" Target="../../customXml/item14.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customXml" Target="../../customXml/item17.xml"/><Relationship Id="rId1" Type="http://schemas.openxmlformats.org/officeDocument/2006/relationships/customXml" Target="../../customXml/item16.xml"/><Relationship Id="rId5" Type="http://schemas.openxmlformats.org/officeDocument/2006/relationships/image" Target="../media/image17.jpeg"/><Relationship Id="rId4"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slideLayout" Target="../slideLayouts/slideLayout25.xml"/><Relationship Id="rId7" Type="http://schemas.openxmlformats.org/officeDocument/2006/relationships/image" Target="../media/image20.svg"/><Relationship Id="rId2" Type="http://schemas.openxmlformats.org/officeDocument/2006/relationships/customXml" Target="../../customXml/item19.xml"/><Relationship Id="rId1" Type="http://schemas.openxmlformats.org/officeDocument/2006/relationships/customXml" Target="../../customXml/item18.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slideLayout" Target="../slideLayouts/slideLayout13.xml"/><Relationship Id="rId7" Type="http://schemas.openxmlformats.org/officeDocument/2006/relationships/image" Target="../media/image20.svg"/><Relationship Id="rId2" Type="http://schemas.openxmlformats.org/officeDocument/2006/relationships/customXml" Target="../../customXml/item21.xml"/><Relationship Id="rId1" Type="http://schemas.openxmlformats.org/officeDocument/2006/relationships/customXml" Target="../../customXml/item20.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customXml" Target="../../customXml/item23.xml"/><Relationship Id="rId1" Type="http://schemas.openxmlformats.org/officeDocument/2006/relationships/customXml" Target="../../customXml/item22.xml"/><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customXml" Target="../../customXml/item25.xml"/><Relationship Id="rId1" Type="http://schemas.openxmlformats.org/officeDocument/2006/relationships/customXml" Target="../../customXml/item24.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customXml" Target="../../customXml/item27.xml"/><Relationship Id="rId1" Type="http://schemas.openxmlformats.org/officeDocument/2006/relationships/customXml" Target="../../customXml/item26.xml"/></Relationships>
</file>

<file path=ppt/slides/_rels/slide12.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slideLayout" Target="../slideLayouts/slideLayout13.xml"/><Relationship Id="rId7" Type="http://schemas.openxmlformats.org/officeDocument/2006/relationships/image" Target="../media/image25.svg"/><Relationship Id="rId2" Type="http://schemas.openxmlformats.org/officeDocument/2006/relationships/customXml" Target="../../customXml/item29.xml"/><Relationship Id="rId1" Type="http://schemas.openxmlformats.org/officeDocument/2006/relationships/customXml" Target="../../customXml/item28.xml"/><Relationship Id="rId6" Type="http://schemas.openxmlformats.org/officeDocument/2006/relationships/image" Target="../media/image24.svg"/><Relationship Id="rId5" Type="http://schemas.openxmlformats.org/officeDocument/2006/relationships/image" Target="../media/image23.svg"/><Relationship Id="rId10" Type="http://schemas.openxmlformats.org/officeDocument/2006/relationships/image" Target="../media/image28.svg"/><Relationship Id="rId4" Type="http://schemas.openxmlformats.org/officeDocument/2006/relationships/notesSlide" Target="../notesSlides/notesSlide6.xml"/><Relationship Id="rId9" Type="http://schemas.openxmlformats.org/officeDocument/2006/relationships/image" Target="../media/image27.svg"/></Relationships>
</file>

<file path=ppt/slides/_rels/slide13.xml.rels><?xml version="1.0" encoding="UTF-8" standalone="yes"?>
<Relationships xmlns="http://schemas.openxmlformats.org/package/2006/relationships"><Relationship Id="rId8" Type="http://schemas.openxmlformats.org/officeDocument/2006/relationships/image" Target="../media/image32.svg"/><Relationship Id="rId13" Type="http://schemas.openxmlformats.org/officeDocument/2006/relationships/image" Target="../media/image37.svg"/><Relationship Id="rId3" Type="http://schemas.openxmlformats.org/officeDocument/2006/relationships/slideLayout" Target="../slideLayouts/slideLayout13.xml"/><Relationship Id="rId7" Type="http://schemas.openxmlformats.org/officeDocument/2006/relationships/image" Target="../media/image31.svg"/><Relationship Id="rId12" Type="http://schemas.openxmlformats.org/officeDocument/2006/relationships/image" Target="../media/image36.svg"/><Relationship Id="rId2" Type="http://schemas.openxmlformats.org/officeDocument/2006/relationships/customXml" Target="../../customXml/item31.xml"/><Relationship Id="rId1" Type="http://schemas.openxmlformats.org/officeDocument/2006/relationships/customXml" Target="../../customXml/item30.xml"/><Relationship Id="rId6" Type="http://schemas.openxmlformats.org/officeDocument/2006/relationships/image" Target="../media/image30.svg"/><Relationship Id="rId11" Type="http://schemas.openxmlformats.org/officeDocument/2006/relationships/image" Target="../media/image35.svg"/><Relationship Id="rId5" Type="http://schemas.openxmlformats.org/officeDocument/2006/relationships/image" Target="../media/image29.svg"/><Relationship Id="rId10" Type="http://schemas.openxmlformats.org/officeDocument/2006/relationships/image" Target="../media/image34.svg"/><Relationship Id="rId4" Type="http://schemas.openxmlformats.org/officeDocument/2006/relationships/notesSlide" Target="../notesSlides/notesSlide7.xml"/><Relationship Id="rId9" Type="http://schemas.openxmlformats.org/officeDocument/2006/relationships/image" Target="../media/image33.svg"/><Relationship Id="rId14" Type="http://schemas.openxmlformats.org/officeDocument/2006/relationships/image" Target="../media/image38.sv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customXml" Target="../../customXml/item33.xml"/><Relationship Id="rId1" Type="http://schemas.openxmlformats.org/officeDocument/2006/relationships/customXml" Target="../../customXml/item3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customXml" Target="../../customXml/item35.xml"/><Relationship Id="rId1" Type="http://schemas.openxmlformats.org/officeDocument/2006/relationships/customXml" Target="../../customXml/item34.xml"/><Relationship Id="rId6" Type="http://schemas.openxmlformats.org/officeDocument/2006/relationships/image" Target="../media/image2.png"/><Relationship Id="rId5" Type="http://schemas.openxmlformats.org/officeDocument/2006/relationships/image" Target="../media/image39.svg"/><Relationship Id="rId4" Type="http://schemas.openxmlformats.org/officeDocument/2006/relationships/notesSlide" Target="../notesSlides/notesSlide8.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customXml" Target="../../customXml/item37.xml"/><Relationship Id="rId1" Type="http://schemas.openxmlformats.org/officeDocument/2006/relationships/customXml" Target="../../customXml/item36.xml"/><Relationship Id="rId6" Type="http://schemas.openxmlformats.org/officeDocument/2006/relationships/image" Target="../media/image40.png"/><Relationship Id="rId5" Type="http://schemas.openxmlformats.org/officeDocument/2006/relationships/chart" Target="../charts/chart1.xml"/><Relationship Id="rId4" Type="http://schemas.openxmlformats.org/officeDocument/2006/relationships/notesSlide" Target="../notesSlides/notesSlide9.xml"/></Relationships>
</file>

<file path=ppt/slides/_rels/slide17.xml.rels><?xml version="1.0" encoding="UTF-8" standalone="yes"?>
<Relationships xmlns="http://schemas.openxmlformats.org/package/2006/relationships"><Relationship Id="rId8" Type="http://schemas.openxmlformats.org/officeDocument/2006/relationships/image" Target="../media/image44.svg"/><Relationship Id="rId13" Type="http://schemas.openxmlformats.org/officeDocument/2006/relationships/image" Target="../media/image49.svg"/><Relationship Id="rId3" Type="http://schemas.openxmlformats.org/officeDocument/2006/relationships/slideLayout" Target="../slideLayouts/slideLayout36.xml"/><Relationship Id="rId7" Type="http://schemas.openxmlformats.org/officeDocument/2006/relationships/image" Target="../media/image43.svg"/><Relationship Id="rId12" Type="http://schemas.openxmlformats.org/officeDocument/2006/relationships/image" Target="../media/image48.svg"/><Relationship Id="rId2" Type="http://schemas.openxmlformats.org/officeDocument/2006/relationships/customXml" Target="../../customXml/item39.xml"/><Relationship Id="rId16" Type="http://schemas.openxmlformats.org/officeDocument/2006/relationships/image" Target="../media/image40.png"/><Relationship Id="rId1" Type="http://schemas.openxmlformats.org/officeDocument/2006/relationships/customXml" Target="../../customXml/item38.xml"/><Relationship Id="rId6" Type="http://schemas.openxmlformats.org/officeDocument/2006/relationships/image" Target="../media/image42.svg"/><Relationship Id="rId11" Type="http://schemas.openxmlformats.org/officeDocument/2006/relationships/image" Target="../media/image47.svg"/><Relationship Id="rId5" Type="http://schemas.openxmlformats.org/officeDocument/2006/relationships/image" Target="../media/image41.svg"/><Relationship Id="rId15" Type="http://schemas.openxmlformats.org/officeDocument/2006/relationships/image" Target="../media/image51.svg"/><Relationship Id="rId10" Type="http://schemas.openxmlformats.org/officeDocument/2006/relationships/image" Target="../media/image46.svg"/><Relationship Id="rId4" Type="http://schemas.openxmlformats.org/officeDocument/2006/relationships/notesSlide" Target="../notesSlides/notesSlide10.xml"/><Relationship Id="rId9" Type="http://schemas.openxmlformats.org/officeDocument/2006/relationships/image" Target="../media/image45.svg"/><Relationship Id="rId14" Type="http://schemas.openxmlformats.org/officeDocument/2006/relationships/image" Target="../media/image50.sv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6.xml"/><Relationship Id="rId2" Type="http://schemas.openxmlformats.org/officeDocument/2006/relationships/customXml" Target="../../customXml/item41.xml"/><Relationship Id="rId1" Type="http://schemas.openxmlformats.org/officeDocument/2006/relationships/customXml" Target="../../customXml/item40.xml"/><Relationship Id="rId6" Type="http://schemas.openxmlformats.org/officeDocument/2006/relationships/chart" Target="../charts/chart2.xml"/><Relationship Id="rId5" Type="http://schemas.openxmlformats.org/officeDocument/2006/relationships/image" Target="../media/image40.png"/><Relationship Id="rId4"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slideLayout" Target="../slideLayouts/slideLayout13.xml"/><Relationship Id="rId7" Type="http://schemas.openxmlformats.org/officeDocument/2006/relationships/image" Target="../media/image53.svg"/><Relationship Id="rId2" Type="http://schemas.openxmlformats.org/officeDocument/2006/relationships/customXml" Target="../../customXml/item43.xml"/><Relationship Id="rId1" Type="http://schemas.openxmlformats.org/officeDocument/2006/relationships/customXml" Target="../../customXml/item42.xml"/><Relationship Id="rId6" Type="http://schemas.openxmlformats.org/officeDocument/2006/relationships/image" Target="../media/image52.svg"/><Relationship Id="rId5" Type="http://schemas.openxmlformats.org/officeDocument/2006/relationships/chart" Target="../charts/chart3.xml"/><Relationship Id="rId4" Type="http://schemas.openxmlformats.org/officeDocument/2006/relationships/notesSlide" Target="../notesSlides/notesSlide12.xml"/><Relationship Id="rId9" Type="http://schemas.openxmlformats.org/officeDocument/2006/relationships/image" Target="../media/image55.sv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customXml" Target="../../customXml/item45.xml"/><Relationship Id="rId1" Type="http://schemas.openxmlformats.org/officeDocument/2006/relationships/customXml" Target="../../customXml/item44.xml"/><Relationship Id="rId5" Type="http://schemas.openxmlformats.org/officeDocument/2006/relationships/image" Target="../media/image16.jpe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8" Type="http://schemas.openxmlformats.org/officeDocument/2006/relationships/image" Target="../media/image60.svg"/><Relationship Id="rId3" Type="http://schemas.openxmlformats.org/officeDocument/2006/relationships/slideLayout" Target="../slideLayouts/slideLayout13.xml"/><Relationship Id="rId7" Type="http://schemas.openxmlformats.org/officeDocument/2006/relationships/image" Target="../media/image59.svg"/><Relationship Id="rId2" Type="http://schemas.openxmlformats.org/officeDocument/2006/relationships/customXml" Target="../../customXml/item47.xml"/><Relationship Id="rId1" Type="http://schemas.openxmlformats.org/officeDocument/2006/relationships/customXml" Target="../../customXml/item46.xml"/><Relationship Id="rId6" Type="http://schemas.openxmlformats.org/officeDocument/2006/relationships/image" Target="../media/image58.svg"/><Relationship Id="rId5" Type="http://schemas.openxmlformats.org/officeDocument/2006/relationships/image" Target="../media/image57.svg"/><Relationship Id="rId4" Type="http://schemas.openxmlformats.org/officeDocument/2006/relationships/image" Target="../media/image56.svg"/></Relationships>
</file>

<file path=ppt/slides/_rels/slide22.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customXml" Target="../../customXml/item49.xml"/><Relationship Id="rId1" Type="http://schemas.openxmlformats.org/officeDocument/2006/relationships/customXml" Target="../../customXml/item48.xml"/><Relationship Id="rId5" Type="http://schemas.openxmlformats.org/officeDocument/2006/relationships/notesSlide" Target="../notesSlides/notesSlide13.xml"/><Relationship Id="rId4"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8" Type="http://schemas.openxmlformats.org/officeDocument/2006/relationships/image" Target="../media/image62.svg"/><Relationship Id="rId3" Type="http://schemas.openxmlformats.org/officeDocument/2006/relationships/tags" Target="../tags/tag12.xml"/><Relationship Id="rId7" Type="http://schemas.openxmlformats.org/officeDocument/2006/relationships/image" Target="../media/image61.svg"/><Relationship Id="rId2" Type="http://schemas.openxmlformats.org/officeDocument/2006/relationships/customXml" Target="../../customXml/item51.xml"/><Relationship Id="rId1" Type="http://schemas.openxmlformats.org/officeDocument/2006/relationships/customXml" Target="../../customXml/item50.xml"/><Relationship Id="rId6" Type="http://schemas.openxmlformats.org/officeDocument/2006/relationships/chart" Target="../charts/chart4.xml"/><Relationship Id="rId5" Type="http://schemas.openxmlformats.org/officeDocument/2006/relationships/notesSlide" Target="../notesSlides/notesSlide14.xml"/><Relationship Id="rId10" Type="http://schemas.openxmlformats.org/officeDocument/2006/relationships/image" Target="../media/image64.svg"/><Relationship Id="rId4" Type="http://schemas.openxmlformats.org/officeDocument/2006/relationships/slideLayout" Target="../slideLayouts/slideLayout13.xml"/><Relationship Id="rId9" Type="http://schemas.openxmlformats.org/officeDocument/2006/relationships/image" Target="../media/image63.sv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customXml" Target="../../customXml/item53.xml"/><Relationship Id="rId1" Type="http://schemas.openxmlformats.org/officeDocument/2006/relationships/customXml" Target="../../customXml/item52.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customXml" Target="../../customXml/item55.xml"/><Relationship Id="rId1" Type="http://schemas.openxmlformats.org/officeDocument/2006/relationships/customXml" Target="../../customXml/item54.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customXml" Target="../../customXml/item57.xml"/><Relationship Id="rId1" Type="http://schemas.openxmlformats.org/officeDocument/2006/relationships/customXml" Target="../../customXml/item56.xml"/><Relationship Id="rId6" Type="http://schemas.openxmlformats.org/officeDocument/2006/relationships/image" Target="../media/image66.jpeg"/><Relationship Id="rId5" Type="http://schemas.openxmlformats.org/officeDocument/2006/relationships/image" Target="../media/image65.jpeg"/><Relationship Id="rId4" Type="http://schemas.openxmlformats.org/officeDocument/2006/relationships/notesSlide" Target="../notesSlides/notesSlide15.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customXml" Target="../../customXml/item59.xml"/><Relationship Id="rId1" Type="http://schemas.openxmlformats.org/officeDocument/2006/relationships/customXml" Target="../../customXml/item58.xml"/><Relationship Id="rId5" Type="http://schemas.openxmlformats.org/officeDocument/2006/relationships/image" Target="../media/image66.jpeg"/><Relationship Id="rId4" Type="http://schemas.openxmlformats.org/officeDocument/2006/relationships/image" Target="../media/image65.jpeg"/></Relationships>
</file>

<file path=ppt/slides/_rels/slide28.xml.rels><?xml version="1.0" encoding="UTF-8" standalone="yes"?>
<Relationships xmlns="http://schemas.openxmlformats.org/package/2006/relationships"><Relationship Id="rId3" Type="http://schemas.openxmlformats.org/officeDocument/2006/relationships/tags" Target="../tags/tag13.xml"/><Relationship Id="rId2" Type="http://schemas.openxmlformats.org/officeDocument/2006/relationships/customXml" Target="../../customXml/item61.xml"/><Relationship Id="rId1" Type="http://schemas.openxmlformats.org/officeDocument/2006/relationships/customXml" Target="../../customXml/item60.xml"/><Relationship Id="rId5" Type="http://schemas.openxmlformats.org/officeDocument/2006/relationships/image" Target="../media/image40.png"/><Relationship Id="rId4" Type="http://schemas.openxmlformats.org/officeDocument/2006/relationships/slideLayout" Target="../slideLayouts/slideLayout36.xml"/></Relationships>
</file>

<file path=ppt/slides/_rels/slide29.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customXml" Target="../../customXml/item63.xml"/><Relationship Id="rId1" Type="http://schemas.openxmlformats.org/officeDocument/2006/relationships/customXml" Target="../../customXml/item62.xml"/><Relationship Id="rId5" Type="http://schemas.openxmlformats.org/officeDocument/2006/relationships/image" Target="../media/image40.png"/><Relationship Id="rId4" Type="http://schemas.openxmlformats.org/officeDocument/2006/relationships/slideLayout" Target="../slideLayouts/slideLayout36.xml"/></Relationships>
</file>

<file path=ppt/slides/_rels/slide30.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customXml" Target="../../customXml/item65.xml"/><Relationship Id="rId1" Type="http://schemas.openxmlformats.org/officeDocument/2006/relationships/customXml" Target="../../customXml/item64.xml"/><Relationship Id="rId6" Type="http://schemas.openxmlformats.org/officeDocument/2006/relationships/image" Target="../media/image16.jpeg"/><Relationship Id="rId5" Type="http://schemas.openxmlformats.org/officeDocument/2006/relationships/notesSlide" Target="../notesSlides/notesSlide16.xml"/><Relationship Id="rId4" Type="http://schemas.openxmlformats.org/officeDocument/2006/relationships/slideLayout" Target="../slideLayouts/slideLayout21.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customXml" Target="../../customXml/item67.xml"/><Relationship Id="rId1" Type="http://schemas.openxmlformats.org/officeDocument/2006/relationships/customXml" Target="../../customXml/item66.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customXml" Target="../../customXml/item69.xml"/><Relationship Id="rId1" Type="http://schemas.openxmlformats.org/officeDocument/2006/relationships/customXml" Target="../../customXml/item68.xml"/></Relationships>
</file>

<file path=ppt/slides/_rels/slide33.xml.rels><?xml version="1.0" encoding="UTF-8" standalone="yes"?>
<Relationships xmlns="http://schemas.openxmlformats.org/package/2006/relationships"><Relationship Id="rId8" Type="http://schemas.openxmlformats.org/officeDocument/2006/relationships/image" Target="../media/image68.svg"/><Relationship Id="rId3" Type="http://schemas.openxmlformats.org/officeDocument/2006/relationships/slideLayout" Target="../slideLayouts/slideLayout13.xml"/><Relationship Id="rId7" Type="http://schemas.openxmlformats.org/officeDocument/2006/relationships/image" Target="../media/image67.svg"/><Relationship Id="rId2" Type="http://schemas.openxmlformats.org/officeDocument/2006/relationships/customXml" Target="../../customXml/item71.xml"/><Relationship Id="rId1" Type="http://schemas.openxmlformats.org/officeDocument/2006/relationships/customXml" Target="../../customXml/item70.xml"/><Relationship Id="rId6" Type="http://schemas.openxmlformats.org/officeDocument/2006/relationships/chart" Target="../charts/chart6.xml"/><Relationship Id="rId5" Type="http://schemas.openxmlformats.org/officeDocument/2006/relationships/chart" Target="../charts/chart5.xml"/><Relationship Id="rId4" Type="http://schemas.openxmlformats.org/officeDocument/2006/relationships/notesSlide" Target="../notesSlides/notesSlide17.xml"/><Relationship Id="rId9" Type="http://schemas.openxmlformats.org/officeDocument/2006/relationships/image" Target="../media/image69.sv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3.xml"/><Relationship Id="rId7" Type="http://schemas.openxmlformats.org/officeDocument/2006/relationships/image" Target="../media/image70.svg"/><Relationship Id="rId2" Type="http://schemas.openxmlformats.org/officeDocument/2006/relationships/customXml" Target="../../customXml/item73.xml"/><Relationship Id="rId1" Type="http://schemas.openxmlformats.org/officeDocument/2006/relationships/customXml" Target="../../customXml/item72.xml"/><Relationship Id="rId6" Type="http://schemas.openxmlformats.org/officeDocument/2006/relationships/chart" Target="../charts/chart8.xml"/><Relationship Id="rId5" Type="http://schemas.openxmlformats.org/officeDocument/2006/relationships/chart" Target="../charts/chart7.xml"/><Relationship Id="rId4" Type="http://schemas.openxmlformats.org/officeDocument/2006/relationships/notesSlide" Target="../notesSlides/notesSlide18.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customXml" Target="../../customXml/item75.xml"/><Relationship Id="rId1" Type="http://schemas.openxmlformats.org/officeDocument/2006/relationships/customXml" Target="../../customXml/item74.xml"/><Relationship Id="rId4" Type="http://schemas.openxmlformats.org/officeDocument/2006/relationships/notesSlide" Target="../notesSlides/notesSlide19.xml"/></Relationships>
</file>

<file path=ppt/slides/_rels/slide36.xml.rels><?xml version="1.0" encoding="UTF-8" standalone="yes"?>
<Relationships xmlns="http://schemas.openxmlformats.org/package/2006/relationships"><Relationship Id="rId8" Type="http://schemas.openxmlformats.org/officeDocument/2006/relationships/image" Target="../media/image68.svg"/><Relationship Id="rId3" Type="http://schemas.openxmlformats.org/officeDocument/2006/relationships/slideLayout" Target="../slideLayouts/slideLayout13.xml"/><Relationship Id="rId7" Type="http://schemas.openxmlformats.org/officeDocument/2006/relationships/image" Target="../media/image67.svg"/><Relationship Id="rId2" Type="http://schemas.openxmlformats.org/officeDocument/2006/relationships/customXml" Target="../../customXml/item77.xml"/><Relationship Id="rId1" Type="http://schemas.openxmlformats.org/officeDocument/2006/relationships/customXml" Target="../../customXml/item76.xml"/><Relationship Id="rId6" Type="http://schemas.openxmlformats.org/officeDocument/2006/relationships/chart" Target="../charts/chart10.xml"/><Relationship Id="rId5" Type="http://schemas.openxmlformats.org/officeDocument/2006/relationships/chart" Target="../charts/chart9.xml"/><Relationship Id="rId4" Type="http://schemas.openxmlformats.org/officeDocument/2006/relationships/notesSlide" Target="../notesSlides/notesSlide20.xml"/><Relationship Id="rId9" Type="http://schemas.openxmlformats.org/officeDocument/2006/relationships/image" Target="../media/image69.sv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customXml" Target="../../customXml/item79.xml"/><Relationship Id="rId1" Type="http://schemas.openxmlformats.org/officeDocument/2006/relationships/customXml" Target="../../customXml/item78.xml"/><Relationship Id="rId6" Type="http://schemas.openxmlformats.org/officeDocument/2006/relationships/image" Target="../media/image72.jpeg"/><Relationship Id="rId5" Type="http://schemas.openxmlformats.org/officeDocument/2006/relationships/image" Target="../media/image71.png"/><Relationship Id="rId4" Type="http://schemas.openxmlformats.org/officeDocument/2006/relationships/notesSlide" Target="../notesSlides/notesSlide21.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customXml" Target="../../customXml/item81.xml"/><Relationship Id="rId1" Type="http://schemas.openxmlformats.org/officeDocument/2006/relationships/customXml" Target="../../customXml/item80.xml"/><Relationship Id="rId4" Type="http://schemas.openxmlformats.org/officeDocument/2006/relationships/image" Target="../media/image16.jpe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customXml" Target="../../customXml/item83.xml"/><Relationship Id="rId1" Type="http://schemas.openxmlformats.org/officeDocument/2006/relationships/customXml" Target="../../customXml/item82.xml"/><Relationship Id="rId6" Type="http://schemas.openxmlformats.org/officeDocument/2006/relationships/image" Target="../media/image72.jpeg"/><Relationship Id="rId5" Type="http://schemas.openxmlformats.org/officeDocument/2006/relationships/image" Target="../media/image71.png"/><Relationship Id="rId4" Type="http://schemas.openxmlformats.org/officeDocument/2006/relationships/notesSlide" Target="../notesSlides/notesSlide22.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customXml" Target="../../customXml/item85.xml"/><Relationship Id="rId1" Type="http://schemas.openxmlformats.org/officeDocument/2006/relationships/customXml" Target="../../customXml/item84.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customXml" Target="../../customXml/item87.xml"/><Relationship Id="rId1" Type="http://schemas.openxmlformats.org/officeDocument/2006/relationships/customXml" Target="../../customXml/item86.xml"/></Relationships>
</file>

<file path=ppt/slides/_rels/slide42.xml.rels><?xml version="1.0" encoding="UTF-8" standalone="yes"?>
<Relationships xmlns="http://schemas.openxmlformats.org/package/2006/relationships"><Relationship Id="rId8" Type="http://schemas.openxmlformats.org/officeDocument/2006/relationships/image" Target="../media/image76.svg"/><Relationship Id="rId3" Type="http://schemas.openxmlformats.org/officeDocument/2006/relationships/slideLayout" Target="../slideLayouts/slideLayout37.xml"/><Relationship Id="rId7" Type="http://schemas.openxmlformats.org/officeDocument/2006/relationships/image" Target="../media/image75.svg"/><Relationship Id="rId2" Type="http://schemas.openxmlformats.org/officeDocument/2006/relationships/customXml" Target="../../customXml/item89.xml"/><Relationship Id="rId1" Type="http://schemas.openxmlformats.org/officeDocument/2006/relationships/customXml" Target="../../customXml/item88.xml"/><Relationship Id="rId6" Type="http://schemas.openxmlformats.org/officeDocument/2006/relationships/image" Target="../media/image74.svg"/><Relationship Id="rId5" Type="http://schemas.openxmlformats.org/officeDocument/2006/relationships/image" Target="../media/image73.svg"/><Relationship Id="rId10" Type="http://schemas.openxmlformats.org/officeDocument/2006/relationships/image" Target="../media/image78.svg"/><Relationship Id="rId4" Type="http://schemas.openxmlformats.org/officeDocument/2006/relationships/notesSlide" Target="../notesSlides/notesSlide23.xml"/><Relationship Id="rId9" Type="http://schemas.openxmlformats.org/officeDocument/2006/relationships/image" Target="../media/image77.svg"/></Relationships>
</file>

<file path=ppt/slides/_rels/slide43.xml.rels><?xml version="1.0" encoding="UTF-8" standalone="yes"?>
<Relationships xmlns="http://schemas.openxmlformats.org/package/2006/relationships"><Relationship Id="rId8" Type="http://schemas.openxmlformats.org/officeDocument/2006/relationships/image" Target="../media/image81.svg"/><Relationship Id="rId3" Type="http://schemas.openxmlformats.org/officeDocument/2006/relationships/tags" Target="../tags/tag16.xml"/><Relationship Id="rId7" Type="http://schemas.openxmlformats.org/officeDocument/2006/relationships/image" Target="../media/image80.svg"/><Relationship Id="rId12" Type="http://schemas.openxmlformats.org/officeDocument/2006/relationships/image" Target="../media/image85.svg"/><Relationship Id="rId2" Type="http://schemas.openxmlformats.org/officeDocument/2006/relationships/customXml" Target="../../customXml/item91.xml"/><Relationship Id="rId1" Type="http://schemas.openxmlformats.org/officeDocument/2006/relationships/customXml" Target="../../customXml/item90.xml"/><Relationship Id="rId6" Type="http://schemas.openxmlformats.org/officeDocument/2006/relationships/image" Target="../media/image79.png"/><Relationship Id="rId11" Type="http://schemas.openxmlformats.org/officeDocument/2006/relationships/image" Target="../media/image84.svg"/><Relationship Id="rId5" Type="http://schemas.openxmlformats.org/officeDocument/2006/relationships/notesSlide" Target="../notesSlides/notesSlide24.xml"/><Relationship Id="rId10" Type="http://schemas.openxmlformats.org/officeDocument/2006/relationships/image" Target="../media/image83.svg"/><Relationship Id="rId4" Type="http://schemas.openxmlformats.org/officeDocument/2006/relationships/slideLayout" Target="../slideLayouts/slideLayout21.xml"/><Relationship Id="rId9" Type="http://schemas.openxmlformats.org/officeDocument/2006/relationships/image" Target="../media/image82.svg"/></Relationships>
</file>

<file path=ppt/slides/_rels/slide44.xml.rels><?xml version="1.0" encoding="UTF-8" standalone="yes"?>
<Relationships xmlns="http://schemas.openxmlformats.org/package/2006/relationships"><Relationship Id="rId8" Type="http://schemas.openxmlformats.org/officeDocument/2006/relationships/image" Target="../media/image89.svg"/><Relationship Id="rId3" Type="http://schemas.openxmlformats.org/officeDocument/2006/relationships/slideLayout" Target="../slideLayouts/slideLayout36.xml"/><Relationship Id="rId7" Type="http://schemas.openxmlformats.org/officeDocument/2006/relationships/image" Target="../media/image88.svg"/><Relationship Id="rId2" Type="http://schemas.openxmlformats.org/officeDocument/2006/relationships/customXml" Target="../../customXml/item93.xml"/><Relationship Id="rId1" Type="http://schemas.openxmlformats.org/officeDocument/2006/relationships/customXml" Target="../../customXml/item92.xml"/><Relationship Id="rId6" Type="http://schemas.openxmlformats.org/officeDocument/2006/relationships/image" Target="../media/image87.svg"/><Relationship Id="rId5" Type="http://schemas.openxmlformats.org/officeDocument/2006/relationships/image" Target="../media/image86.png"/><Relationship Id="rId4" Type="http://schemas.openxmlformats.org/officeDocument/2006/relationships/notesSlide" Target="../notesSlides/notesSlide25.xml"/><Relationship Id="rId9" Type="http://schemas.openxmlformats.org/officeDocument/2006/relationships/image" Target="../media/image90.sv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36.xml"/><Relationship Id="rId2" Type="http://schemas.openxmlformats.org/officeDocument/2006/relationships/customXml" Target="../../customXml/item95.xml"/><Relationship Id="rId1" Type="http://schemas.openxmlformats.org/officeDocument/2006/relationships/customXml" Target="../../customXml/item94.xml"/><Relationship Id="rId4" Type="http://schemas.openxmlformats.org/officeDocument/2006/relationships/image" Target="../media/image91.png"/></Relationships>
</file>

<file path=ppt/slides/_rels/slide46.xml.rels><?xml version="1.0" encoding="UTF-8" standalone="yes"?>
<Relationships xmlns="http://schemas.openxmlformats.org/package/2006/relationships"><Relationship Id="rId8" Type="http://schemas.openxmlformats.org/officeDocument/2006/relationships/image" Target="../media/image96.svg"/><Relationship Id="rId13" Type="http://schemas.openxmlformats.org/officeDocument/2006/relationships/image" Target="../media/image101.svg"/><Relationship Id="rId3" Type="http://schemas.openxmlformats.org/officeDocument/2006/relationships/slideLayout" Target="../slideLayouts/slideLayout36.xml"/><Relationship Id="rId7" Type="http://schemas.openxmlformats.org/officeDocument/2006/relationships/image" Target="../media/image95.svg"/><Relationship Id="rId12" Type="http://schemas.openxmlformats.org/officeDocument/2006/relationships/image" Target="../media/image100.svg"/><Relationship Id="rId2" Type="http://schemas.openxmlformats.org/officeDocument/2006/relationships/customXml" Target="../../customXml/item97.xml"/><Relationship Id="rId1" Type="http://schemas.openxmlformats.org/officeDocument/2006/relationships/customXml" Target="../../customXml/item96.xml"/><Relationship Id="rId6" Type="http://schemas.openxmlformats.org/officeDocument/2006/relationships/image" Target="../media/image94.svg"/><Relationship Id="rId11" Type="http://schemas.openxmlformats.org/officeDocument/2006/relationships/image" Target="../media/image99.svg"/><Relationship Id="rId5" Type="http://schemas.openxmlformats.org/officeDocument/2006/relationships/image" Target="../media/image93.svg"/><Relationship Id="rId10" Type="http://schemas.openxmlformats.org/officeDocument/2006/relationships/image" Target="../media/image98.svg"/><Relationship Id="rId4" Type="http://schemas.openxmlformats.org/officeDocument/2006/relationships/image" Target="../media/image92.svg"/><Relationship Id="rId9" Type="http://schemas.openxmlformats.org/officeDocument/2006/relationships/image" Target="../media/image97.sv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customXml" Target="../../customXml/item99.xml"/><Relationship Id="rId1" Type="http://schemas.openxmlformats.org/officeDocument/2006/relationships/customXml" Target="../../customXml/item98.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customXml" Target="../../customXml/item101.xml"/><Relationship Id="rId1" Type="http://schemas.openxmlformats.org/officeDocument/2006/relationships/customXml" Target="../../customXml/item100.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13.xml"/><Relationship Id="rId7" Type="http://schemas.openxmlformats.org/officeDocument/2006/relationships/image" Target="../media/image105.svg"/><Relationship Id="rId2" Type="http://schemas.openxmlformats.org/officeDocument/2006/relationships/customXml" Target="../../customXml/item103.xml"/><Relationship Id="rId1" Type="http://schemas.openxmlformats.org/officeDocument/2006/relationships/customXml" Target="../../customXml/item102.xml"/><Relationship Id="rId6" Type="http://schemas.openxmlformats.org/officeDocument/2006/relationships/image" Target="../media/image104.svg"/><Relationship Id="rId5" Type="http://schemas.openxmlformats.org/officeDocument/2006/relationships/image" Target="../media/image103.svg"/><Relationship Id="rId4" Type="http://schemas.openxmlformats.org/officeDocument/2006/relationships/image" Target="../media/image102.sv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customXml" Target="../../customXml/item105.xml"/><Relationship Id="rId1" Type="http://schemas.openxmlformats.org/officeDocument/2006/relationships/customXml" Target="../../customXml/item104.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customXml" Target="../../customXml/item107.xml"/><Relationship Id="rId1" Type="http://schemas.openxmlformats.org/officeDocument/2006/relationships/customXml" Target="../../customXml/item106.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customXml" Target="../../customXml/item109.xml"/><Relationship Id="rId1" Type="http://schemas.openxmlformats.org/officeDocument/2006/relationships/customXml" Target="../../customXml/item108.xml"/><Relationship Id="rId4" Type="http://schemas.openxmlformats.org/officeDocument/2006/relationships/image" Target="../media/image106.png"/></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36.xml"/><Relationship Id="rId2" Type="http://schemas.openxmlformats.org/officeDocument/2006/relationships/customXml" Target="../../customXml/item111.xml"/><Relationship Id="rId1" Type="http://schemas.openxmlformats.org/officeDocument/2006/relationships/customXml" Target="../../customXml/item110.xml"/><Relationship Id="rId4" Type="http://schemas.openxmlformats.org/officeDocument/2006/relationships/notesSlide" Target="../notesSlides/notesSlide26.xml"/></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customXml" Target="../../customXml/item113.xml"/><Relationship Id="rId1" Type="http://schemas.openxmlformats.org/officeDocument/2006/relationships/customXml" Target="../../customXml/item112.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customXml" Target="../../customXml/item115.xml"/><Relationship Id="rId1" Type="http://schemas.openxmlformats.org/officeDocument/2006/relationships/customXml" Target="../../customXml/item114.xm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customXml" Target="../../customXml/item117.xml"/><Relationship Id="rId1" Type="http://schemas.openxmlformats.org/officeDocument/2006/relationships/customXml" Target="../../customXml/item116.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customXml" Target="../../customXml/item119.xml"/><Relationship Id="rId1" Type="http://schemas.openxmlformats.org/officeDocument/2006/relationships/customXml" Target="../../customXml/item118.xml"/></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customXml" Target="../../customXml/item121.xml"/><Relationship Id="rId1" Type="http://schemas.openxmlformats.org/officeDocument/2006/relationships/customXml" Target="../../customXml/item120.xml"/><Relationship Id="rId5" Type="http://schemas.openxmlformats.org/officeDocument/2006/relationships/image" Target="../media/image108.png"/><Relationship Id="rId4" Type="http://schemas.openxmlformats.org/officeDocument/2006/relationships/image" Target="../media/image107.emf"/></Relationships>
</file>

<file path=ppt/slides/_rels/slide59.xml.rels><?xml version="1.0" encoding="UTF-8" standalone="yes"?>
<Relationships xmlns="http://schemas.openxmlformats.org/package/2006/relationships"><Relationship Id="rId8" Type="http://schemas.openxmlformats.org/officeDocument/2006/relationships/image" Target="../media/image111.svg"/><Relationship Id="rId3" Type="http://schemas.openxmlformats.org/officeDocument/2006/relationships/tags" Target="../tags/tag17.xml"/><Relationship Id="rId7" Type="http://schemas.openxmlformats.org/officeDocument/2006/relationships/image" Target="../media/image110.svg"/><Relationship Id="rId2" Type="http://schemas.openxmlformats.org/officeDocument/2006/relationships/customXml" Target="../../customXml/item123.xml"/><Relationship Id="rId1" Type="http://schemas.openxmlformats.org/officeDocument/2006/relationships/customXml" Target="../../customXml/item122.xml"/><Relationship Id="rId6" Type="http://schemas.openxmlformats.org/officeDocument/2006/relationships/image" Target="../media/image109.png"/><Relationship Id="rId5" Type="http://schemas.openxmlformats.org/officeDocument/2006/relationships/notesSlide" Target="../notesSlides/notesSlide27.xml"/><Relationship Id="rId4" Type="http://schemas.openxmlformats.org/officeDocument/2006/relationships/slideLayout" Target="../slideLayouts/slideLayout20.xml"/><Relationship Id="rId9" Type="http://schemas.openxmlformats.org/officeDocument/2006/relationships/image" Target="../media/image112.svg"/></Relationships>
</file>

<file path=ppt/slides/_rels/slide60.xml.rels><?xml version="1.0" encoding="UTF-8" standalone="yes"?>
<Relationships xmlns="http://schemas.openxmlformats.org/package/2006/relationships"><Relationship Id="rId8" Type="http://schemas.openxmlformats.org/officeDocument/2006/relationships/image" Target="../media/image115.png"/><Relationship Id="rId13" Type="http://schemas.openxmlformats.org/officeDocument/2006/relationships/image" Target="../media/image120.png"/><Relationship Id="rId18" Type="http://schemas.openxmlformats.org/officeDocument/2006/relationships/image" Target="../media/image125.png"/><Relationship Id="rId26" Type="http://schemas.openxmlformats.org/officeDocument/2006/relationships/image" Target="../media/image133.png"/><Relationship Id="rId3" Type="http://schemas.openxmlformats.org/officeDocument/2006/relationships/tags" Target="../tags/tag18.xml"/><Relationship Id="rId21" Type="http://schemas.openxmlformats.org/officeDocument/2006/relationships/image" Target="../media/image128.png"/><Relationship Id="rId7" Type="http://schemas.openxmlformats.org/officeDocument/2006/relationships/image" Target="../media/image114.png"/><Relationship Id="rId12" Type="http://schemas.openxmlformats.org/officeDocument/2006/relationships/image" Target="../media/image119.png"/><Relationship Id="rId17" Type="http://schemas.openxmlformats.org/officeDocument/2006/relationships/image" Target="../media/image124.png"/><Relationship Id="rId25" Type="http://schemas.openxmlformats.org/officeDocument/2006/relationships/image" Target="../media/image132.png"/><Relationship Id="rId2" Type="http://schemas.openxmlformats.org/officeDocument/2006/relationships/customXml" Target="../../customXml/item125.xml"/><Relationship Id="rId16" Type="http://schemas.openxmlformats.org/officeDocument/2006/relationships/image" Target="../media/image123.png"/><Relationship Id="rId20" Type="http://schemas.openxmlformats.org/officeDocument/2006/relationships/image" Target="../media/image127.png"/><Relationship Id="rId29" Type="http://schemas.openxmlformats.org/officeDocument/2006/relationships/image" Target="../media/image136.png"/><Relationship Id="rId1" Type="http://schemas.openxmlformats.org/officeDocument/2006/relationships/customXml" Target="../../customXml/item124.xml"/><Relationship Id="rId6" Type="http://schemas.openxmlformats.org/officeDocument/2006/relationships/image" Target="../media/image113.png"/><Relationship Id="rId11" Type="http://schemas.openxmlformats.org/officeDocument/2006/relationships/image" Target="../media/image118.png"/><Relationship Id="rId24" Type="http://schemas.openxmlformats.org/officeDocument/2006/relationships/image" Target="../media/image131.png"/><Relationship Id="rId5" Type="http://schemas.openxmlformats.org/officeDocument/2006/relationships/notesSlide" Target="../notesSlides/notesSlide28.xml"/><Relationship Id="rId15" Type="http://schemas.openxmlformats.org/officeDocument/2006/relationships/image" Target="../media/image122.png"/><Relationship Id="rId23" Type="http://schemas.openxmlformats.org/officeDocument/2006/relationships/image" Target="../media/image130.png"/><Relationship Id="rId28" Type="http://schemas.openxmlformats.org/officeDocument/2006/relationships/image" Target="../media/image135.png"/><Relationship Id="rId10" Type="http://schemas.openxmlformats.org/officeDocument/2006/relationships/image" Target="../media/image117.png"/><Relationship Id="rId19" Type="http://schemas.openxmlformats.org/officeDocument/2006/relationships/image" Target="../media/image126.png"/><Relationship Id="rId4" Type="http://schemas.openxmlformats.org/officeDocument/2006/relationships/slideLayout" Target="../slideLayouts/slideLayout20.xml"/><Relationship Id="rId9" Type="http://schemas.openxmlformats.org/officeDocument/2006/relationships/image" Target="../media/image116.png"/><Relationship Id="rId14" Type="http://schemas.openxmlformats.org/officeDocument/2006/relationships/image" Target="../media/image121.png"/><Relationship Id="rId22" Type="http://schemas.openxmlformats.org/officeDocument/2006/relationships/image" Target="../media/image129.png"/><Relationship Id="rId27" Type="http://schemas.openxmlformats.org/officeDocument/2006/relationships/image" Target="../media/image134.png"/></Relationships>
</file>

<file path=ppt/slides/_rels/slide61.xml.rels><?xml version="1.0" encoding="UTF-8" standalone="yes"?>
<Relationships xmlns="http://schemas.openxmlformats.org/package/2006/relationships"><Relationship Id="rId8" Type="http://schemas.openxmlformats.org/officeDocument/2006/relationships/image" Target="../media/image140.png"/><Relationship Id="rId3" Type="http://schemas.openxmlformats.org/officeDocument/2006/relationships/slideLayout" Target="../slideLayouts/slideLayout13.xml"/><Relationship Id="rId7" Type="http://schemas.openxmlformats.org/officeDocument/2006/relationships/image" Target="../media/image139.png"/><Relationship Id="rId2" Type="http://schemas.openxmlformats.org/officeDocument/2006/relationships/customXml" Target="../../customXml/item127.xml"/><Relationship Id="rId1" Type="http://schemas.openxmlformats.org/officeDocument/2006/relationships/customXml" Target="../../customXml/item126.xml"/><Relationship Id="rId6" Type="http://schemas.openxmlformats.org/officeDocument/2006/relationships/image" Target="../media/image138.png"/><Relationship Id="rId11" Type="http://schemas.openxmlformats.org/officeDocument/2006/relationships/image" Target="../media/image143.png"/><Relationship Id="rId5" Type="http://schemas.openxmlformats.org/officeDocument/2006/relationships/image" Target="../media/image137.png"/><Relationship Id="rId10" Type="http://schemas.openxmlformats.org/officeDocument/2006/relationships/image" Target="../media/image142.png"/><Relationship Id="rId4" Type="http://schemas.openxmlformats.org/officeDocument/2006/relationships/notesSlide" Target="../notesSlides/notesSlide29.xml"/><Relationship Id="rId9" Type="http://schemas.openxmlformats.org/officeDocument/2006/relationships/image" Target="../media/image141.png"/></Relationships>
</file>

<file path=ppt/slides/_rels/slide62.xml.rels><?xml version="1.0" encoding="UTF-8" standalone="yes"?>
<Relationships xmlns="http://schemas.openxmlformats.org/package/2006/relationships"><Relationship Id="rId8" Type="http://schemas.openxmlformats.org/officeDocument/2006/relationships/image" Target="../media/image116.png"/><Relationship Id="rId13" Type="http://schemas.openxmlformats.org/officeDocument/2006/relationships/image" Target="../media/image121.png"/><Relationship Id="rId18" Type="http://schemas.openxmlformats.org/officeDocument/2006/relationships/image" Target="../media/image126.png"/><Relationship Id="rId3" Type="http://schemas.openxmlformats.org/officeDocument/2006/relationships/slideLayout" Target="../slideLayouts/slideLayout13.xml"/><Relationship Id="rId21" Type="http://schemas.openxmlformats.org/officeDocument/2006/relationships/image" Target="../media/image129.png"/><Relationship Id="rId7" Type="http://schemas.openxmlformats.org/officeDocument/2006/relationships/image" Target="../media/image115.png"/><Relationship Id="rId12" Type="http://schemas.openxmlformats.org/officeDocument/2006/relationships/image" Target="../media/image120.png"/><Relationship Id="rId17" Type="http://schemas.openxmlformats.org/officeDocument/2006/relationships/image" Target="../media/image125.png"/><Relationship Id="rId2" Type="http://schemas.openxmlformats.org/officeDocument/2006/relationships/customXml" Target="../../customXml/item129.xml"/><Relationship Id="rId16" Type="http://schemas.openxmlformats.org/officeDocument/2006/relationships/image" Target="../media/image124.png"/><Relationship Id="rId20" Type="http://schemas.openxmlformats.org/officeDocument/2006/relationships/image" Target="../media/image128.png"/><Relationship Id="rId1" Type="http://schemas.openxmlformats.org/officeDocument/2006/relationships/customXml" Target="../../customXml/item128.xml"/><Relationship Id="rId6" Type="http://schemas.openxmlformats.org/officeDocument/2006/relationships/image" Target="../media/image114.png"/><Relationship Id="rId11" Type="http://schemas.openxmlformats.org/officeDocument/2006/relationships/image" Target="../media/image119.png"/><Relationship Id="rId24" Type="http://schemas.openxmlformats.org/officeDocument/2006/relationships/image" Target="../media/image132.png"/><Relationship Id="rId5" Type="http://schemas.openxmlformats.org/officeDocument/2006/relationships/image" Target="../media/image113.png"/><Relationship Id="rId15" Type="http://schemas.openxmlformats.org/officeDocument/2006/relationships/image" Target="../media/image123.png"/><Relationship Id="rId23" Type="http://schemas.openxmlformats.org/officeDocument/2006/relationships/image" Target="../media/image131.png"/><Relationship Id="rId10" Type="http://schemas.openxmlformats.org/officeDocument/2006/relationships/image" Target="../media/image118.png"/><Relationship Id="rId19" Type="http://schemas.openxmlformats.org/officeDocument/2006/relationships/image" Target="../media/image127.png"/><Relationship Id="rId4" Type="http://schemas.openxmlformats.org/officeDocument/2006/relationships/notesSlide" Target="../notesSlides/notesSlide30.xml"/><Relationship Id="rId9" Type="http://schemas.openxmlformats.org/officeDocument/2006/relationships/image" Target="../media/image117.png"/><Relationship Id="rId14" Type="http://schemas.openxmlformats.org/officeDocument/2006/relationships/image" Target="../media/image122.png"/><Relationship Id="rId22" Type="http://schemas.openxmlformats.org/officeDocument/2006/relationships/image" Target="../media/image130.png"/></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36.xml"/><Relationship Id="rId2" Type="http://schemas.openxmlformats.org/officeDocument/2006/relationships/customXml" Target="../../customXml/item131.xml"/><Relationship Id="rId1" Type="http://schemas.openxmlformats.org/officeDocument/2006/relationships/customXml" Target="../../customXml/item130.xml"/><Relationship Id="rId5" Type="http://schemas.openxmlformats.org/officeDocument/2006/relationships/image" Target="../media/image144.png"/><Relationship Id="rId4" Type="http://schemas.openxmlformats.org/officeDocument/2006/relationships/notesSlide" Target="../notesSlides/notesSlide31.xml"/></Relationships>
</file>

<file path=ppt/slides/_rels/slide64.xml.rels><?xml version="1.0" encoding="UTF-8" standalone="yes"?>
<Relationships xmlns="http://schemas.openxmlformats.org/package/2006/relationships"><Relationship Id="rId3" Type="http://schemas.openxmlformats.org/officeDocument/2006/relationships/tags" Target="../tags/tag19.xml"/><Relationship Id="rId7" Type="http://schemas.openxmlformats.org/officeDocument/2006/relationships/image" Target="../media/image146.png"/><Relationship Id="rId2" Type="http://schemas.openxmlformats.org/officeDocument/2006/relationships/customXml" Target="../../customXml/item133.xml"/><Relationship Id="rId1" Type="http://schemas.openxmlformats.org/officeDocument/2006/relationships/customXml" Target="../../customXml/item132.xml"/><Relationship Id="rId6" Type="http://schemas.openxmlformats.org/officeDocument/2006/relationships/image" Target="../media/image145.png"/><Relationship Id="rId5" Type="http://schemas.openxmlformats.org/officeDocument/2006/relationships/notesSlide" Target="../notesSlides/notesSlide32.xml"/><Relationship Id="rId4" Type="http://schemas.openxmlformats.org/officeDocument/2006/relationships/slideLayout" Target="../slideLayouts/slideLayout19.xml"/></Relationships>
</file>

<file path=ppt/slides/_rels/slide65.xml.rels><?xml version="1.0" encoding="UTF-8" standalone="yes"?>
<Relationships xmlns="http://schemas.openxmlformats.org/package/2006/relationships"><Relationship Id="rId8" Type="http://schemas.openxmlformats.org/officeDocument/2006/relationships/image" Target="../media/image150.svg"/><Relationship Id="rId3" Type="http://schemas.openxmlformats.org/officeDocument/2006/relationships/slideLayout" Target="../slideLayouts/slideLayout36.xml"/><Relationship Id="rId7" Type="http://schemas.openxmlformats.org/officeDocument/2006/relationships/image" Target="../media/image149.png"/><Relationship Id="rId2" Type="http://schemas.openxmlformats.org/officeDocument/2006/relationships/customXml" Target="../../customXml/item135.xml"/><Relationship Id="rId1" Type="http://schemas.openxmlformats.org/officeDocument/2006/relationships/customXml" Target="../../customXml/item134.xml"/><Relationship Id="rId6" Type="http://schemas.openxmlformats.org/officeDocument/2006/relationships/image" Target="../media/image148.png"/><Relationship Id="rId5" Type="http://schemas.openxmlformats.org/officeDocument/2006/relationships/image" Target="../media/image147.png"/><Relationship Id="rId10" Type="http://schemas.openxmlformats.org/officeDocument/2006/relationships/image" Target="../media/image152.svg"/><Relationship Id="rId4" Type="http://schemas.openxmlformats.org/officeDocument/2006/relationships/notesSlide" Target="../notesSlides/notesSlide33.xml"/><Relationship Id="rId9" Type="http://schemas.openxmlformats.org/officeDocument/2006/relationships/image" Target="../media/image151.svg"/></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customXml" Target="../../customXml/item137.xml"/><Relationship Id="rId1" Type="http://schemas.openxmlformats.org/officeDocument/2006/relationships/customXml" Target="../../customXml/item136.xml"/></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customXml" Target="../../customXml/item139.xml"/><Relationship Id="rId1" Type="http://schemas.openxmlformats.org/officeDocument/2006/relationships/customXml" Target="../../customXml/item138.xml"/></Relationships>
</file>

<file path=ppt/slides/_rels/slide68.xml.rels><?xml version="1.0" encoding="UTF-8" standalone="yes"?>
<Relationships xmlns="http://schemas.openxmlformats.org/package/2006/relationships"><Relationship Id="rId8" Type="http://schemas.openxmlformats.org/officeDocument/2006/relationships/image" Target="../media/image156.svg"/><Relationship Id="rId3" Type="http://schemas.openxmlformats.org/officeDocument/2006/relationships/slideLayout" Target="../slideLayouts/slideLayout36.xml"/><Relationship Id="rId7" Type="http://schemas.openxmlformats.org/officeDocument/2006/relationships/image" Target="../media/image56.svg"/><Relationship Id="rId2" Type="http://schemas.openxmlformats.org/officeDocument/2006/relationships/customXml" Target="../../customXml/item141.xml"/><Relationship Id="rId1" Type="http://schemas.openxmlformats.org/officeDocument/2006/relationships/customXml" Target="../../customXml/item140.xml"/><Relationship Id="rId6" Type="http://schemas.openxmlformats.org/officeDocument/2006/relationships/image" Target="../media/image155.svg"/><Relationship Id="rId5" Type="http://schemas.openxmlformats.org/officeDocument/2006/relationships/image" Target="../media/image154.svg"/><Relationship Id="rId4" Type="http://schemas.openxmlformats.org/officeDocument/2006/relationships/image" Target="../media/image153.svg"/><Relationship Id="rId9" Type="http://schemas.openxmlformats.org/officeDocument/2006/relationships/image" Target="../media/image157.svg"/></Relationships>
</file>

<file path=ppt/slides/_rels/slide69.xml.rels><?xml version="1.0" encoding="UTF-8" standalone="yes"?>
<Relationships xmlns="http://schemas.openxmlformats.org/package/2006/relationships"><Relationship Id="rId8" Type="http://schemas.openxmlformats.org/officeDocument/2006/relationships/image" Target="../media/image162.svg"/><Relationship Id="rId13" Type="http://schemas.openxmlformats.org/officeDocument/2006/relationships/image" Target="../media/image167.svg"/><Relationship Id="rId3" Type="http://schemas.openxmlformats.org/officeDocument/2006/relationships/slideLayout" Target="../slideLayouts/slideLayout36.xml"/><Relationship Id="rId7" Type="http://schemas.openxmlformats.org/officeDocument/2006/relationships/image" Target="../media/image161.svg"/><Relationship Id="rId12" Type="http://schemas.openxmlformats.org/officeDocument/2006/relationships/image" Target="../media/image166.svg"/><Relationship Id="rId2" Type="http://schemas.openxmlformats.org/officeDocument/2006/relationships/customXml" Target="../../customXml/item143.xml"/><Relationship Id="rId1" Type="http://schemas.openxmlformats.org/officeDocument/2006/relationships/customXml" Target="../../customXml/item142.xml"/><Relationship Id="rId6" Type="http://schemas.openxmlformats.org/officeDocument/2006/relationships/image" Target="../media/image160.svg"/><Relationship Id="rId11" Type="http://schemas.openxmlformats.org/officeDocument/2006/relationships/image" Target="../media/image165.svg"/><Relationship Id="rId5" Type="http://schemas.openxmlformats.org/officeDocument/2006/relationships/image" Target="../media/image159.svg"/><Relationship Id="rId10" Type="http://schemas.openxmlformats.org/officeDocument/2006/relationships/image" Target="../media/image164.svg"/><Relationship Id="rId4" Type="http://schemas.openxmlformats.org/officeDocument/2006/relationships/image" Target="../media/image158.svg"/><Relationship Id="rId9" Type="http://schemas.openxmlformats.org/officeDocument/2006/relationships/image" Target="../media/image163.svg"/></Relationships>
</file>

<file path=ppt/slides/_rels/slide70.xml.rels><?xml version="1.0" encoding="UTF-8" standalone="yes"?>
<Relationships xmlns="http://schemas.openxmlformats.org/package/2006/relationships"><Relationship Id="rId8" Type="http://schemas.openxmlformats.org/officeDocument/2006/relationships/image" Target="../media/image172.svg"/><Relationship Id="rId3" Type="http://schemas.openxmlformats.org/officeDocument/2006/relationships/slideLayout" Target="../slideLayouts/slideLayout36.xml"/><Relationship Id="rId7" Type="http://schemas.openxmlformats.org/officeDocument/2006/relationships/image" Target="../media/image171.svg"/><Relationship Id="rId2" Type="http://schemas.openxmlformats.org/officeDocument/2006/relationships/customXml" Target="../../customXml/item145.xml"/><Relationship Id="rId1" Type="http://schemas.openxmlformats.org/officeDocument/2006/relationships/customXml" Target="../../customXml/item144.xml"/><Relationship Id="rId6" Type="http://schemas.openxmlformats.org/officeDocument/2006/relationships/image" Target="../media/image170.svg"/><Relationship Id="rId5" Type="http://schemas.openxmlformats.org/officeDocument/2006/relationships/image" Target="../media/image169.svg"/><Relationship Id="rId4" Type="http://schemas.openxmlformats.org/officeDocument/2006/relationships/image" Target="../media/image168.svg"/><Relationship Id="rId9" Type="http://schemas.openxmlformats.org/officeDocument/2006/relationships/image" Target="../media/image173.svg"/></Relationships>
</file>

<file path=ppt/slides/_rels/slide71.xml.rels><?xml version="1.0" encoding="UTF-8" standalone="yes"?>
<Relationships xmlns="http://schemas.openxmlformats.org/package/2006/relationships"><Relationship Id="rId8" Type="http://schemas.openxmlformats.org/officeDocument/2006/relationships/image" Target="../media/image178.svg"/><Relationship Id="rId3" Type="http://schemas.openxmlformats.org/officeDocument/2006/relationships/slideLayout" Target="../slideLayouts/slideLayout36.xml"/><Relationship Id="rId7" Type="http://schemas.openxmlformats.org/officeDocument/2006/relationships/image" Target="../media/image177.svg"/><Relationship Id="rId2" Type="http://schemas.openxmlformats.org/officeDocument/2006/relationships/customXml" Target="../../customXml/item147.xml"/><Relationship Id="rId1" Type="http://schemas.openxmlformats.org/officeDocument/2006/relationships/customXml" Target="../../customXml/item146.xml"/><Relationship Id="rId6" Type="http://schemas.openxmlformats.org/officeDocument/2006/relationships/image" Target="../media/image176.svg"/><Relationship Id="rId5" Type="http://schemas.openxmlformats.org/officeDocument/2006/relationships/image" Target="../media/image175.svg"/><Relationship Id="rId4" Type="http://schemas.openxmlformats.org/officeDocument/2006/relationships/image" Target="../media/image174.emf"/></Relationships>
</file>

<file path=ppt/slides/_rels/slide72.xml.rels><?xml version="1.0" encoding="UTF-8" standalone="yes"?>
<Relationships xmlns="http://schemas.openxmlformats.org/package/2006/relationships"><Relationship Id="rId8" Type="http://schemas.openxmlformats.org/officeDocument/2006/relationships/image" Target="../media/image182.svg"/><Relationship Id="rId3" Type="http://schemas.openxmlformats.org/officeDocument/2006/relationships/slideLayout" Target="../slideLayouts/slideLayout36.xml"/><Relationship Id="rId7" Type="http://schemas.openxmlformats.org/officeDocument/2006/relationships/image" Target="../media/image181.svg"/><Relationship Id="rId2" Type="http://schemas.openxmlformats.org/officeDocument/2006/relationships/customXml" Target="../../customXml/item149.xml"/><Relationship Id="rId1" Type="http://schemas.openxmlformats.org/officeDocument/2006/relationships/customXml" Target="../../customXml/item148.xml"/><Relationship Id="rId6" Type="http://schemas.openxmlformats.org/officeDocument/2006/relationships/image" Target="../media/image180.svg"/><Relationship Id="rId5" Type="http://schemas.openxmlformats.org/officeDocument/2006/relationships/image" Target="../media/image179.jpeg"/><Relationship Id="rId4" Type="http://schemas.openxmlformats.org/officeDocument/2006/relationships/notesSlide" Target="../notesSlides/notesSlide34.xml"/><Relationship Id="rId9" Type="http://schemas.openxmlformats.org/officeDocument/2006/relationships/image" Target="../media/image183.svg"/></Relationships>
</file>

<file path=ppt/slides/_rels/slide73.xml.rels><?xml version="1.0" encoding="UTF-8" standalone="yes"?>
<Relationships xmlns="http://schemas.openxmlformats.org/package/2006/relationships"><Relationship Id="rId8" Type="http://schemas.openxmlformats.org/officeDocument/2006/relationships/image" Target="../media/image187.svg"/><Relationship Id="rId3" Type="http://schemas.openxmlformats.org/officeDocument/2006/relationships/slideLayout" Target="../slideLayouts/slideLayout36.xml"/><Relationship Id="rId7" Type="http://schemas.openxmlformats.org/officeDocument/2006/relationships/image" Target="../media/image186.svg"/><Relationship Id="rId2" Type="http://schemas.openxmlformats.org/officeDocument/2006/relationships/customXml" Target="../../customXml/item151.xml"/><Relationship Id="rId1" Type="http://schemas.openxmlformats.org/officeDocument/2006/relationships/customXml" Target="../../customXml/item150.xml"/><Relationship Id="rId6" Type="http://schemas.openxmlformats.org/officeDocument/2006/relationships/image" Target="../media/image185.svg"/><Relationship Id="rId5" Type="http://schemas.openxmlformats.org/officeDocument/2006/relationships/image" Target="../media/image184.svg"/><Relationship Id="rId4" Type="http://schemas.openxmlformats.org/officeDocument/2006/relationships/notesSlide" Target="../notesSlides/notesSlide35.xml"/></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customXml" Target="../../customXml/item153.xml"/><Relationship Id="rId1" Type="http://schemas.openxmlformats.org/officeDocument/2006/relationships/customXml" Target="../../customXml/item152.xml"/></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customXml" Target="../../customXml/item155.xml"/><Relationship Id="rId1" Type="http://schemas.openxmlformats.org/officeDocument/2006/relationships/customXml" Target="../../customXml/item154.xml"/></Relationships>
</file>

<file path=ppt/slides/_rels/slide76.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image" Target="../media/image191.svg"/><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image" Target="../media/image190.png"/><Relationship Id="rId2" Type="http://schemas.openxmlformats.org/officeDocument/2006/relationships/customXml" Target="../../customXml/item157.xml"/><Relationship Id="rId1" Type="http://schemas.openxmlformats.org/officeDocument/2006/relationships/customXml" Target="../../customXml/item156.xml"/><Relationship Id="rId6" Type="http://schemas.openxmlformats.org/officeDocument/2006/relationships/tags" Target="../tags/tag23.xml"/><Relationship Id="rId11" Type="http://schemas.openxmlformats.org/officeDocument/2006/relationships/image" Target="../media/image189.png"/><Relationship Id="rId5" Type="http://schemas.openxmlformats.org/officeDocument/2006/relationships/tags" Target="../tags/tag22.xml"/><Relationship Id="rId15" Type="http://schemas.openxmlformats.org/officeDocument/2006/relationships/image" Target="../media/image193.png"/><Relationship Id="rId10" Type="http://schemas.openxmlformats.org/officeDocument/2006/relationships/image" Target="../media/image188.png"/><Relationship Id="rId4" Type="http://schemas.openxmlformats.org/officeDocument/2006/relationships/tags" Target="../tags/tag21.xml"/><Relationship Id="rId9" Type="http://schemas.openxmlformats.org/officeDocument/2006/relationships/notesSlide" Target="../notesSlides/notesSlide36.xml"/><Relationship Id="rId14" Type="http://schemas.openxmlformats.org/officeDocument/2006/relationships/image" Target="../media/image192.png"/></Relationships>
</file>

<file path=ppt/slides/_rels/slide77.xml.rels><?xml version="1.0" encoding="UTF-8" standalone="yes"?>
<Relationships xmlns="http://schemas.openxmlformats.org/package/2006/relationships"><Relationship Id="rId8" Type="http://schemas.openxmlformats.org/officeDocument/2006/relationships/image" Target="../media/image196.svg"/><Relationship Id="rId3" Type="http://schemas.openxmlformats.org/officeDocument/2006/relationships/tags" Target="../tags/tag25.xml"/><Relationship Id="rId7" Type="http://schemas.openxmlformats.org/officeDocument/2006/relationships/image" Target="../media/image195.svg"/><Relationship Id="rId2" Type="http://schemas.openxmlformats.org/officeDocument/2006/relationships/customXml" Target="../../customXml/item159.xml"/><Relationship Id="rId1" Type="http://schemas.openxmlformats.org/officeDocument/2006/relationships/customXml" Target="../../customXml/item158.xml"/><Relationship Id="rId6" Type="http://schemas.openxmlformats.org/officeDocument/2006/relationships/image" Target="../media/image194.png"/><Relationship Id="rId11" Type="http://schemas.openxmlformats.org/officeDocument/2006/relationships/image" Target="../media/image199.svg"/><Relationship Id="rId5" Type="http://schemas.openxmlformats.org/officeDocument/2006/relationships/notesSlide" Target="../notesSlides/notesSlide37.xml"/><Relationship Id="rId10" Type="http://schemas.openxmlformats.org/officeDocument/2006/relationships/image" Target="../media/image198.svg"/><Relationship Id="rId4" Type="http://schemas.openxmlformats.org/officeDocument/2006/relationships/slideLayout" Target="../slideLayouts/slideLayout36.xml"/><Relationship Id="rId9" Type="http://schemas.openxmlformats.org/officeDocument/2006/relationships/image" Target="../media/image197.svg"/></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36.xml"/><Relationship Id="rId2" Type="http://schemas.openxmlformats.org/officeDocument/2006/relationships/customXml" Target="../../customXml/item161.xml"/><Relationship Id="rId1" Type="http://schemas.openxmlformats.org/officeDocument/2006/relationships/customXml" Target="../../customXml/item160.xml"/><Relationship Id="rId4"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Picture Placeholder 11">
            <a:extLst>
              <a:ext uri="{FF2B5EF4-FFF2-40B4-BE49-F238E27FC236}">
                <a16:creationId xmlns:a16="http://schemas.microsoft.com/office/drawing/2014/main" id="{BF69A721-EEBC-8A21-DFB6-83794C6724BE}"/>
              </a:ext>
            </a:extLst>
          </p:cNvPr>
          <p:cNvSpPr txBox="1">
            <a:spLocks/>
          </p:cNvSpPr>
          <p:nvPr/>
        </p:nvSpPr>
        <p:spPr>
          <a:xfrm>
            <a:off x="0" y="0"/>
            <a:ext cx="12192000" cy="4896091"/>
          </a:xfrm>
          <a:prstGeom prst="rect">
            <a:avLst/>
          </a:prstGeom>
          <a:solidFill>
            <a:schemeClr val="bg2"/>
          </a:solidFill>
        </p:spPr>
        <p:txBody>
          <a:bodyPr lIns="0" tIns="0" bIns="720000" anchor="ctr"/>
          <a:lstStyle>
            <a:lvl1pPr marL="0" marR="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sz="1600" kern="1200">
                <a:solidFill>
                  <a:schemeClr val="bg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a:defRPr/>
            </a:pPr>
            <a:r>
              <a:rPr lang="en-CA"/>
              <a:t>Click here and add image from Templafy</a:t>
            </a:r>
          </a:p>
        </p:txBody>
      </p:sp>
      <p:pic>
        <p:nvPicPr>
          <p:cNvPr id="6" name="Picture 5" descr="Logo&#10;&#10;Description automatically generated">
            <a:extLst>
              <a:ext uri="{FF2B5EF4-FFF2-40B4-BE49-F238E27FC236}">
                <a16:creationId xmlns:a16="http://schemas.microsoft.com/office/drawing/2014/main" id="{87897CB4-9965-1861-AD92-E7F6C04CF23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764588" y="5503883"/>
            <a:ext cx="1136791" cy="647942"/>
          </a:xfrm>
          <a:prstGeom prst="rect">
            <a:avLst/>
          </a:prstGeom>
        </p:spPr>
      </p:pic>
      <p:pic>
        <p:nvPicPr>
          <p:cNvPr id="13" name="Picture 12" descr="Logo&#10;&#10;Description automatically generated">
            <a:extLst>
              <a:ext uri="{FF2B5EF4-FFF2-40B4-BE49-F238E27FC236}">
                <a16:creationId xmlns:a16="http://schemas.microsoft.com/office/drawing/2014/main" id="{ACDDA247-9A49-146E-B275-9563750BE48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451940" y="5525149"/>
            <a:ext cx="1002437" cy="604800"/>
          </a:xfrm>
          <a:prstGeom prst="rect">
            <a:avLst/>
          </a:prstGeom>
          <a:solidFill>
            <a:schemeClr val="bg2"/>
          </a:solidFill>
          <a:ln>
            <a:noFill/>
          </a:ln>
        </p:spPr>
      </p:pic>
      <p:cxnSp>
        <p:nvCxnSpPr>
          <p:cNvPr id="14" name="Straight Arrow Connector 13">
            <a:extLst>
              <a:ext uri="{FF2B5EF4-FFF2-40B4-BE49-F238E27FC236}">
                <a16:creationId xmlns:a16="http://schemas.microsoft.com/office/drawing/2014/main" id="{6B220D7B-C691-27EB-57E0-299C7891803B}"/>
              </a:ext>
            </a:extLst>
          </p:cNvPr>
          <p:cNvCxnSpPr>
            <a:cxnSpLocks/>
          </p:cNvCxnSpPr>
          <p:nvPr/>
        </p:nvCxnSpPr>
        <p:spPr>
          <a:xfrm>
            <a:off x="10170247" y="5503883"/>
            <a:ext cx="0" cy="607552"/>
          </a:xfrm>
          <a:prstGeom prst="straightConnector1">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0E868DF8-48EC-7B9E-2911-A2F86E60712D}"/>
              </a:ext>
            </a:extLst>
          </p:cNvPr>
          <p:cNvSpPr/>
          <p:nvPr/>
        </p:nvSpPr>
        <p:spPr>
          <a:xfrm flipV="1">
            <a:off x="1" y="1496887"/>
            <a:ext cx="6608854" cy="3676991"/>
          </a:xfrm>
          <a:prstGeom prst="rect">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a:p>
        </p:txBody>
      </p:sp>
      <p:sp>
        <p:nvSpPr>
          <p:cNvPr id="21" name="Rectangle 20">
            <a:extLst>
              <a:ext uri="{FF2B5EF4-FFF2-40B4-BE49-F238E27FC236}">
                <a16:creationId xmlns:a16="http://schemas.microsoft.com/office/drawing/2014/main" id="{47CADCFD-347C-9E71-412A-F2A36C30C7CE}"/>
              </a:ext>
            </a:extLst>
          </p:cNvPr>
          <p:cNvSpPr/>
          <p:nvPr/>
        </p:nvSpPr>
        <p:spPr>
          <a:xfrm>
            <a:off x="10023292" y="6644592"/>
            <a:ext cx="1776127" cy="92333"/>
          </a:xfrm>
          <a:prstGeom prst="rect">
            <a:avLst/>
          </a:prstGeom>
        </p:spPr>
        <p:txBody>
          <a:bodyPr wrap="none" lIns="0" tIns="0" rIns="0" bIns="0">
            <a:spAutoFit/>
          </a:bodyPr>
          <a:lstStyle/>
          <a:p>
            <a:pPr algn="r"/>
            <a:r>
              <a:rPr lang="en-CA" sz="600" i="1" u="none" strike="noStrike" baseline="0">
                <a:solidFill>
                  <a:schemeClr val="tx1">
                    <a:lumMod val="60000"/>
                    <a:lumOff val="40000"/>
                  </a:schemeClr>
                </a:solidFill>
                <a:latin typeface="Open Sans" panose="020B0606030504020204" pitchFamily="34" charset="0"/>
                <a:ea typeface="Open Sans" panose="020B0606030504020204" pitchFamily="34" charset="0"/>
                <a:cs typeface="Open Sans" panose="020B0606030504020204" pitchFamily="34" charset="0"/>
              </a:rPr>
              <a:t>Insert legal name as per local legislation (if required)</a:t>
            </a:r>
            <a:endParaRPr lang="en-CA" sz="600" i="1">
              <a:solidFill>
                <a:schemeClr val="tx1">
                  <a:lumMod val="60000"/>
                  <a:lumOff val="4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2" name="Title 26">
            <a:extLst>
              <a:ext uri="{FF2B5EF4-FFF2-40B4-BE49-F238E27FC236}">
                <a16:creationId xmlns:a16="http://schemas.microsoft.com/office/drawing/2014/main" id="{7104948E-6535-B6C9-C273-84C56DCE2C75}"/>
              </a:ext>
            </a:extLst>
          </p:cNvPr>
          <p:cNvSpPr txBox="1">
            <a:spLocks/>
          </p:cNvSpPr>
          <p:nvPr/>
        </p:nvSpPr>
        <p:spPr>
          <a:xfrm>
            <a:off x="636923" y="2225495"/>
            <a:ext cx="5349540" cy="2166032"/>
          </a:xfrm>
          <a:prstGeom prst="rect">
            <a:avLst/>
          </a:prstGeom>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nSpc>
                <a:spcPct val="90000"/>
              </a:lnSpc>
            </a:pPr>
            <a:r>
              <a:rPr lang="en-CA" sz="4800">
                <a:solidFill>
                  <a:schemeClr val="bg1"/>
                </a:solidFill>
                <a:ea typeface="Open Sans Light"/>
                <a:cs typeface="Open Sans Light"/>
              </a:rPr>
              <a:t>Tenant Advisory Services </a:t>
            </a:r>
            <a:r>
              <a:rPr lang="en-CA" sz="4800">
                <a:solidFill>
                  <a:schemeClr val="bg1"/>
                </a:solidFill>
                <a:latin typeface="Open Sans SemiBold" panose="020B0706030804020204" pitchFamily="34" charset="0"/>
                <a:ea typeface="Open Sans SemiBold" panose="020B0706030804020204" pitchFamily="34" charset="0"/>
                <a:cs typeface="Open Sans SemiBold" panose="020B0706030804020204" pitchFamily="34" charset="0"/>
              </a:rPr>
              <a:t>Offering </a:t>
            </a:r>
            <a:br>
              <a:rPr lang="en-CA" sz="4800">
                <a:solidFill>
                  <a:schemeClr val="bg1"/>
                </a:solidFill>
                <a:latin typeface="Open Sans SemiBold" panose="020B0706030804020204" pitchFamily="34" charset="0"/>
                <a:ea typeface="Open Sans SemiBold" panose="020B0706030804020204" pitchFamily="34" charset="0"/>
                <a:cs typeface="Open Sans SemiBold" panose="020B0706030804020204" pitchFamily="34" charset="0"/>
              </a:rPr>
            </a:br>
            <a:r>
              <a:rPr lang="en-CA" sz="4800">
                <a:solidFill>
                  <a:schemeClr val="bg1"/>
                </a:solidFill>
                <a:latin typeface="Open Sans SemiBold" panose="020B0706030804020204" pitchFamily="34" charset="0"/>
                <a:ea typeface="Open Sans SemiBold" panose="020B0706030804020204" pitchFamily="34" charset="0"/>
                <a:cs typeface="Open Sans SemiBold" panose="020B0706030804020204" pitchFamily="34" charset="0"/>
              </a:rPr>
              <a:t>&amp; Capabilities</a:t>
            </a:r>
          </a:p>
        </p:txBody>
      </p:sp>
      <p:sp>
        <p:nvSpPr>
          <p:cNvPr id="23" name="Rectangle 22">
            <a:extLst>
              <a:ext uri="{FF2B5EF4-FFF2-40B4-BE49-F238E27FC236}">
                <a16:creationId xmlns:a16="http://schemas.microsoft.com/office/drawing/2014/main" id="{EF8C2F8D-4B8F-E996-6135-00AB706632F2}"/>
              </a:ext>
            </a:extLst>
          </p:cNvPr>
          <p:cNvSpPr/>
          <p:nvPr/>
        </p:nvSpPr>
        <p:spPr>
          <a:xfrm flipV="1">
            <a:off x="-6349" y="1301458"/>
            <a:ext cx="3432173" cy="409566"/>
          </a:xfrm>
          <a:prstGeom prst="rect">
            <a:avLst/>
          </a:prstGeom>
          <a:solidFill>
            <a:schemeClr val="accent3">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a:p>
        </p:txBody>
      </p:sp>
      <p:sp>
        <p:nvSpPr>
          <p:cNvPr id="25" name="Title 26">
            <a:extLst>
              <a:ext uri="{FF2B5EF4-FFF2-40B4-BE49-F238E27FC236}">
                <a16:creationId xmlns:a16="http://schemas.microsoft.com/office/drawing/2014/main" id="{C4F2C11A-A93B-4DAE-8E02-EC545B8FD3DE}"/>
              </a:ext>
            </a:extLst>
          </p:cNvPr>
          <p:cNvSpPr txBox="1">
            <a:spLocks/>
          </p:cNvSpPr>
          <p:nvPr/>
        </p:nvSpPr>
        <p:spPr>
          <a:xfrm>
            <a:off x="-21023" y="1444807"/>
            <a:ext cx="3446848" cy="266213"/>
          </a:xfrm>
          <a:prstGeom prst="rect">
            <a:avLst/>
          </a:prstGeom>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gn="ctr"/>
            <a:r>
              <a:rPr lang="en-CA" sz="1200">
                <a:latin typeface="Open Sans" panose="020B0606030504020204" pitchFamily="34" charset="0"/>
                <a:ea typeface="Open Sans" panose="020B0606030504020204" pitchFamily="34" charset="0"/>
                <a:cs typeface="Open Sans" panose="020B0606030504020204" pitchFamily="34" charset="0"/>
              </a:rPr>
              <a:t>[ Date Goes Here ]</a:t>
            </a:r>
          </a:p>
        </p:txBody>
      </p:sp>
      <p:grpSp>
        <p:nvGrpSpPr>
          <p:cNvPr id="57" name="Group 56">
            <a:extLst>
              <a:ext uri="{FF2B5EF4-FFF2-40B4-BE49-F238E27FC236}">
                <a16:creationId xmlns:a16="http://schemas.microsoft.com/office/drawing/2014/main" id="{0134DB9D-5746-2C95-4E94-A5763AC13751}"/>
              </a:ext>
            </a:extLst>
          </p:cNvPr>
          <p:cNvGrpSpPr/>
          <p:nvPr/>
        </p:nvGrpSpPr>
        <p:grpSpPr>
          <a:xfrm>
            <a:off x="366350" y="361879"/>
            <a:ext cx="11462192" cy="4324972"/>
            <a:chOff x="366350" y="361879"/>
            <a:chExt cx="11462192" cy="4324972"/>
          </a:xfrm>
        </p:grpSpPr>
        <p:cxnSp>
          <p:nvCxnSpPr>
            <p:cNvPr id="47" name="Straight Connector 46">
              <a:extLst>
                <a:ext uri="{FF2B5EF4-FFF2-40B4-BE49-F238E27FC236}">
                  <a16:creationId xmlns:a16="http://schemas.microsoft.com/office/drawing/2014/main" id="{4635C64D-EA61-8488-9EF6-148D4B081430}"/>
                </a:ext>
              </a:extLst>
            </p:cNvPr>
            <p:cNvCxnSpPr>
              <a:cxnSpLocks/>
            </p:cNvCxnSpPr>
            <p:nvPr/>
          </p:nvCxnSpPr>
          <p:spPr>
            <a:xfrm>
              <a:off x="367021" y="368229"/>
              <a:ext cx="0" cy="75184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1A98EB7-A683-44A7-06A3-C0BD999CD82A}"/>
                </a:ext>
              </a:extLst>
            </p:cNvPr>
            <p:cNvCxnSpPr>
              <a:cxnSpLocks/>
            </p:cNvCxnSpPr>
            <p:nvPr/>
          </p:nvCxnSpPr>
          <p:spPr>
            <a:xfrm>
              <a:off x="366350" y="368229"/>
              <a:ext cx="1146219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B16995DA-257E-36D2-3036-32F866FF246F}"/>
                </a:ext>
              </a:extLst>
            </p:cNvPr>
            <p:cNvCxnSpPr>
              <a:cxnSpLocks/>
            </p:cNvCxnSpPr>
            <p:nvPr/>
          </p:nvCxnSpPr>
          <p:spPr>
            <a:xfrm>
              <a:off x="11822192" y="361879"/>
              <a:ext cx="0" cy="432497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7" name="Group 36">
            <a:extLst>
              <a:ext uri="{FF2B5EF4-FFF2-40B4-BE49-F238E27FC236}">
                <a16:creationId xmlns:a16="http://schemas.microsoft.com/office/drawing/2014/main" id="{694533FB-3367-6869-89CF-2E7102B84D7C}"/>
              </a:ext>
            </a:extLst>
          </p:cNvPr>
          <p:cNvGrpSpPr/>
          <p:nvPr/>
        </p:nvGrpSpPr>
        <p:grpSpPr>
          <a:xfrm>
            <a:off x="366350" y="5094091"/>
            <a:ext cx="11455842" cy="1456285"/>
            <a:chOff x="366350" y="5094091"/>
            <a:chExt cx="11455842" cy="1456285"/>
          </a:xfrm>
        </p:grpSpPr>
        <p:sp>
          <p:nvSpPr>
            <p:cNvPr id="38" name="Text Placeholder 12">
              <a:extLst>
                <a:ext uri="{FF2B5EF4-FFF2-40B4-BE49-F238E27FC236}">
                  <a16:creationId xmlns:a16="http://schemas.microsoft.com/office/drawing/2014/main" id="{095A059A-0C11-07B8-F956-83FE82B1C4D7}"/>
                </a:ext>
              </a:extLst>
            </p:cNvPr>
            <p:cNvSpPr txBox="1">
              <a:spLocks/>
            </p:cNvSpPr>
            <p:nvPr/>
          </p:nvSpPr>
          <p:spPr>
            <a:xfrm>
              <a:off x="572232" y="6417153"/>
              <a:ext cx="1256928" cy="133223"/>
            </a:xfrm>
            <a:prstGeom prst="rect">
              <a:avLst/>
            </a:prstGeom>
          </p:spPr>
          <p:txBody>
            <a:bodyPr vert="horz" lIns="0" tIns="0" rIns="0" bIns="0" rtlCol="0">
              <a:noAutofit/>
            </a:bodyPr>
            <a:lstStyle>
              <a:lvl1pPr marL="244793" indent="-244793" algn="l" defTabSz="1036290" rtl="0" eaLnBrk="1" latinLnBrk="0" hangingPunct="1">
                <a:lnSpc>
                  <a:spcPct val="100000"/>
                </a:lnSpc>
                <a:spcBef>
                  <a:spcPts val="340"/>
                </a:spcBef>
                <a:spcAft>
                  <a:spcPts val="680"/>
                </a:spcAft>
                <a:buFont typeface="Arial" panose="020B0604020202020204" pitchFamily="34" charset="0"/>
                <a:buChar char="•"/>
                <a:defRPr sz="1400" kern="1200">
                  <a:solidFill>
                    <a:schemeClr val="tx1"/>
                  </a:solidFill>
                  <a:latin typeface="+mn-lt"/>
                  <a:ea typeface="+mn-ea"/>
                  <a:cs typeface="+mn-cs"/>
                </a:defRPr>
              </a:lvl1pPr>
              <a:lvl2pPr marL="489586" indent="-244793" algn="l" defTabSz="1036290" rtl="0" eaLnBrk="1" latinLnBrk="0" hangingPunct="1">
                <a:lnSpc>
                  <a:spcPct val="100000"/>
                </a:lnSpc>
                <a:spcBef>
                  <a:spcPts val="340"/>
                </a:spcBef>
                <a:spcAft>
                  <a:spcPts val="680"/>
                </a:spcAft>
                <a:buFont typeface="Arial" panose="020B0604020202020204" pitchFamily="34" charset="0"/>
                <a:buChar char="•"/>
                <a:defRPr sz="1400" kern="1200">
                  <a:solidFill>
                    <a:schemeClr val="tx1"/>
                  </a:solidFill>
                  <a:latin typeface="+mn-lt"/>
                  <a:ea typeface="+mn-ea"/>
                  <a:cs typeface="+mn-cs"/>
                </a:defRPr>
              </a:lvl2pPr>
              <a:lvl3pPr marL="734378" indent="-244793" algn="l" defTabSz="1036290" rtl="0" eaLnBrk="1" latinLnBrk="0" hangingPunct="1">
                <a:lnSpc>
                  <a:spcPct val="100000"/>
                </a:lnSpc>
                <a:spcBef>
                  <a:spcPts val="340"/>
                </a:spcBef>
                <a:spcAft>
                  <a:spcPts val="680"/>
                </a:spcAft>
                <a:buFont typeface="Arial" panose="020B0604020202020204" pitchFamily="34" charset="0"/>
                <a:buChar char="•"/>
                <a:defRPr sz="1400" kern="1200">
                  <a:solidFill>
                    <a:schemeClr val="tx1"/>
                  </a:solidFill>
                  <a:latin typeface="+mn-lt"/>
                  <a:ea typeface="+mn-ea"/>
                  <a:cs typeface="+mn-cs"/>
                </a:defRPr>
              </a:lvl3pPr>
              <a:lvl4pPr marL="0" indent="0" algn="l" defTabSz="1036290" rtl="0" eaLnBrk="1" latinLnBrk="0" hangingPunct="1">
                <a:lnSpc>
                  <a:spcPct val="100000"/>
                </a:lnSpc>
                <a:spcBef>
                  <a:spcPts val="340"/>
                </a:spcBef>
                <a:spcAft>
                  <a:spcPts val="680"/>
                </a:spcAft>
                <a:buFont typeface="Arial" panose="020B0604020202020204" pitchFamily="34" charset="0"/>
                <a:buChar char="​"/>
                <a:defRPr sz="1600" b="1" kern="1200">
                  <a:solidFill>
                    <a:schemeClr val="tx2"/>
                  </a:solidFill>
                  <a:latin typeface="+mn-lt"/>
                  <a:ea typeface="+mn-ea"/>
                  <a:cs typeface="+mn-cs"/>
                </a:defRPr>
              </a:lvl4pPr>
              <a:lvl5pPr marL="0" indent="0" algn="l" defTabSz="1036290" rtl="0" eaLnBrk="1" latinLnBrk="0" hangingPunct="1">
                <a:lnSpc>
                  <a:spcPct val="100000"/>
                </a:lnSpc>
                <a:spcBef>
                  <a:spcPts val="340"/>
                </a:spcBef>
                <a:spcAft>
                  <a:spcPts val="680"/>
                </a:spcAft>
                <a:buFont typeface="Arial" panose="020B0604020202020204" pitchFamily="34" charset="0"/>
                <a:buChar char="​"/>
                <a:tabLst/>
                <a:defRPr sz="1400" kern="1200">
                  <a:solidFill>
                    <a:schemeClr val="tx1"/>
                  </a:solidFill>
                  <a:latin typeface="+mn-lt"/>
                  <a:ea typeface="+mn-ea"/>
                  <a:cs typeface="+mn-cs"/>
                </a:defRPr>
              </a:lvl5pPr>
              <a:lvl6pPr marL="122396" indent="-122396" algn="l" defTabSz="1036290" rtl="0" eaLnBrk="1" latinLnBrk="0" hangingPunct="1">
                <a:lnSpc>
                  <a:spcPct val="100000"/>
                </a:lnSpc>
                <a:spcBef>
                  <a:spcPts val="0"/>
                </a:spcBef>
                <a:spcAft>
                  <a:spcPts val="680"/>
                </a:spcAft>
                <a:buFont typeface="Arial" panose="020B0604020202020204" pitchFamily="34" charset="0"/>
                <a:buChar char="•"/>
                <a:defRPr sz="1000" kern="1200">
                  <a:solidFill>
                    <a:schemeClr val="tx1"/>
                  </a:solidFill>
                  <a:latin typeface="+mn-lt"/>
                  <a:ea typeface="+mn-ea"/>
                  <a:cs typeface="+mn-cs"/>
                </a:defRPr>
              </a:lvl6pPr>
              <a:lvl7pPr marL="0" indent="0" algn="l" defTabSz="1036290" rtl="0" eaLnBrk="1" latinLnBrk="0" hangingPunct="1">
                <a:lnSpc>
                  <a:spcPct val="100000"/>
                </a:lnSpc>
                <a:spcBef>
                  <a:spcPts val="340"/>
                </a:spcBef>
                <a:spcAft>
                  <a:spcPts val="68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1036290" rtl="0" eaLnBrk="1" latinLnBrk="0" hangingPunct="1">
                <a:lnSpc>
                  <a:spcPct val="100000"/>
                </a:lnSpc>
                <a:spcBef>
                  <a:spcPts val="340"/>
                </a:spcBef>
                <a:spcAft>
                  <a:spcPts val="680"/>
                </a:spcAft>
                <a:buFont typeface="Arial" panose="020B0604020202020204" pitchFamily="34" charset="0"/>
                <a:buChar char="​"/>
                <a:defRPr sz="1000" kern="1200">
                  <a:solidFill>
                    <a:schemeClr val="tx1"/>
                  </a:solidFill>
                  <a:latin typeface="+mn-lt"/>
                  <a:ea typeface="+mn-ea"/>
                  <a:cs typeface="+mn-cs"/>
                </a:defRPr>
              </a:lvl8pPr>
              <a:lvl9pPr marL="0" indent="0" algn="l" defTabSz="1036290" rtl="0" eaLnBrk="1" latinLnBrk="0" hangingPunct="1">
                <a:lnSpc>
                  <a:spcPct val="90000"/>
                </a:lnSpc>
                <a:spcBef>
                  <a:spcPts val="2720"/>
                </a:spcBef>
                <a:spcAft>
                  <a:spcPts val="1360"/>
                </a:spcAft>
                <a:buFont typeface="Arial" panose="020B0604020202020204" pitchFamily="34" charset="0"/>
                <a:buChar char="​"/>
                <a:defRPr sz="4000" kern="1200" baseline="0">
                  <a:solidFill>
                    <a:schemeClr val="tx2"/>
                  </a:solidFill>
                  <a:latin typeface="+mj-lt"/>
                  <a:ea typeface="+mn-ea"/>
                  <a:cs typeface="+mn-cs"/>
                </a:defRPr>
              </a:lvl9pPr>
            </a:lstStyle>
            <a:p>
              <a:pPr marL="0" indent="0" algn="ctr">
                <a:buFont typeface="Arial" panose="020B0604020202020204" pitchFamily="34" charset="0"/>
                <a:buNone/>
              </a:pPr>
              <a:r>
                <a:rPr lang="en-CA" sz="900">
                  <a:solidFill>
                    <a:schemeClr val="tx2"/>
                  </a:solidFill>
                </a:rPr>
                <a:t>Accelerating success.</a:t>
              </a:r>
            </a:p>
          </p:txBody>
        </p:sp>
        <p:grpSp>
          <p:nvGrpSpPr>
            <p:cNvPr id="39" name="Group 38">
              <a:extLst>
                <a:ext uri="{FF2B5EF4-FFF2-40B4-BE49-F238E27FC236}">
                  <a16:creationId xmlns:a16="http://schemas.microsoft.com/office/drawing/2014/main" id="{CA04D647-6B21-3357-B8DD-2F2FCDE9AF5D}"/>
                </a:ext>
              </a:extLst>
            </p:cNvPr>
            <p:cNvGrpSpPr/>
            <p:nvPr/>
          </p:nvGrpSpPr>
          <p:grpSpPr>
            <a:xfrm>
              <a:off x="366350" y="5094091"/>
              <a:ext cx="11455842" cy="1403909"/>
              <a:chOff x="366350" y="5094091"/>
              <a:chExt cx="11455842" cy="1403909"/>
            </a:xfrm>
          </p:grpSpPr>
          <p:cxnSp>
            <p:nvCxnSpPr>
              <p:cNvPr id="40" name="Straight Connector 39">
                <a:extLst>
                  <a:ext uri="{FF2B5EF4-FFF2-40B4-BE49-F238E27FC236}">
                    <a16:creationId xmlns:a16="http://schemas.microsoft.com/office/drawing/2014/main" id="{C9AA5D9E-7CFD-83B1-3E7F-96405968CD1F}"/>
                  </a:ext>
                </a:extLst>
              </p:cNvPr>
              <p:cNvCxnSpPr>
                <a:cxnSpLocks/>
                <a:stCxn id="38" idx="3"/>
              </p:cNvCxnSpPr>
              <p:nvPr/>
            </p:nvCxnSpPr>
            <p:spPr>
              <a:xfrm>
                <a:off x="1829160" y="6483765"/>
                <a:ext cx="9993032" cy="6506"/>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nvGrpSpPr>
              <p:cNvPr id="41" name="Group 40">
                <a:extLst>
                  <a:ext uri="{FF2B5EF4-FFF2-40B4-BE49-F238E27FC236}">
                    <a16:creationId xmlns:a16="http://schemas.microsoft.com/office/drawing/2014/main" id="{050138B3-CC77-F1FE-18A3-8A492E4217CE}"/>
                  </a:ext>
                </a:extLst>
              </p:cNvPr>
              <p:cNvGrpSpPr/>
              <p:nvPr/>
            </p:nvGrpSpPr>
            <p:grpSpPr>
              <a:xfrm>
                <a:off x="366350" y="5361610"/>
                <a:ext cx="206141" cy="1134609"/>
                <a:chOff x="366350" y="5361610"/>
                <a:chExt cx="206141" cy="1134609"/>
              </a:xfrm>
            </p:grpSpPr>
            <p:cxnSp>
              <p:nvCxnSpPr>
                <p:cNvPr id="43" name="Straight Connector 42">
                  <a:extLst>
                    <a:ext uri="{FF2B5EF4-FFF2-40B4-BE49-F238E27FC236}">
                      <a16:creationId xmlns:a16="http://schemas.microsoft.com/office/drawing/2014/main" id="{2A23749D-AB32-B29B-04C1-2E158BE9E0C5}"/>
                    </a:ext>
                  </a:extLst>
                </p:cNvPr>
                <p:cNvCxnSpPr>
                  <a:cxnSpLocks/>
                </p:cNvCxnSpPr>
                <p:nvPr/>
              </p:nvCxnSpPr>
              <p:spPr>
                <a:xfrm>
                  <a:off x="366350" y="6490271"/>
                  <a:ext cx="206141"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F5BC22C5-1EC7-6F09-7ECD-0F1E58E6D034}"/>
                    </a:ext>
                  </a:extLst>
                </p:cNvPr>
                <p:cNvCxnSpPr>
                  <a:cxnSpLocks/>
                </p:cNvCxnSpPr>
                <p:nvPr/>
              </p:nvCxnSpPr>
              <p:spPr>
                <a:xfrm>
                  <a:off x="367021" y="5361610"/>
                  <a:ext cx="0" cy="1134609"/>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cxnSp>
            <p:nvCxnSpPr>
              <p:cNvPr id="42" name="Straight Connector 41">
                <a:extLst>
                  <a:ext uri="{FF2B5EF4-FFF2-40B4-BE49-F238E27FC236}">
                    <a16:creationId xmlns:a16="http://schemas.microsoft.com/office/drawing/2014/main" id="{3189EF5E-67D3-B2BF-047F-BC7067561459}"/>
                  </a:ext>
                </a:extLst>
              </p:cNvPr>
              <p:cNvCxnSpPr>
                <a:cxnSpLocks/>
              </p:cNvCxnSpPr>
              <p:nvPr/>
            </p:nvCxnSpPr>
            <p:spPr>
              <a:xfrm>
                <a:off x="11822192" y="5094091"/>
                <a:ext cx="0" cy="1403909"/>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grpSp>
      <p:sp>
        <p:nvSpPr>
          <p:cNvPr id="2" name="Rectangle 1">
            <a:extLst>
              <a:ext uri="{FF2B5EF4-FFF2-40B4-BE49-F238E27FC236}">
                <a16:creationId xmlns:a16="http://schemas.microsoft.com/office/drawing/2014/main" id="{2AF3ABDE-8B74-4608-767E-849B83D92900}"/>
              </a:ext>
            </a:extLst>
          </p:cNvPr>
          <p:cNvSpPr/>
          <p:nvPr/>
        </p:nvSpPr>
        <p:spPr>
          <a:xfrm>
            <a:off x="647700" y="5430715"/>
            <a:ext cx="1990565" cy="781034"/>
          </a:xfrm>
          <a:prstGeom prst="rect">
            <a:avLst/>
          </a:prstGeom>
        </p:spPr>
        <p:txBody>
          <a:bodyPr wrap="square" lIns="0" tIns="0" rIns="0" bIns="108000">
            <a:spAutoFit/>
          </a:bodyPr>
          <a:lstStyle/>
          <a:p>
            <a:pPr>
              <a:spcBef>
                <a:spcPts val="1200"/>
              </a:spcBef>
              <a:spcAft>
                <a:spcPts val="800"/>
              </a:spcAft>
            </a:pPr>
            <a:r>
              <a:rPr lang="en-CA" sz="1000" b="1" err="1">
                <a:solidFill>
                  <a:schemeClr val="accent5"/>
                </a:solidFill>
                <a:latin typeface="Open Sans" panose="020B0606030504020204" pitchFamily="34" charset="0"/>
                <a:ea typeface="Open Sans" panose="020B0606030504020204" pitchFamily="34" charset="0"/>
                <a:cs typeface="Open Sans" panose="020B0606030504020204" pitchFamily="34" charset="0"/>
              </a:rPr>
              <a:t>Firstname</a:t>
            </a:r>
            <a:r>
              <a:rPr lang="en-CA" sz="1000" b="1">
                <a:solidFill>
                  <a:schemeClr val="accent5"/>
                </a:solidFill>
                <a:latin typeface="Open Sans" panose="020B0606030504020204" pitchFamily="34" charset="0"/>
                <a:ea typeface="Open Sans" panose="020B0606030504020204" pitchFamily="34" charset="0"/>
                <a:cs typeface="Open Sans" panose="020B0606030504020204" pitchFamily="34" charset="0"/>
              </a:rPr>
              <a:t> </a:t>
            </a:r>
            <a:r>
              <a:rPr lang="en-CA" sz="1000" b="1" err="1">
                <a:solidFill>
                  <a:schemeClr val="accent5"/>
                </a:solidFill>
                <a:latin typeface="Open Sans" panose="020B0606030504020204" pitchFamily="34" charset="0"/>
                <a:ea typeface="Open Sans" panose="020B0606030504020204" pitchFamily="34" charset="0"/>
                <a:cs typeface="Open Sans" panose="020B0606030504020204" pitchFamily="34" charset="0"/>
              </a:rPr>
              <a:t>Lastname</a:t>
            </a:r>
            <a:endParaRPr lang="en-CA" sz="1000" b="1">
              <a:solidFill>
                <a:schemeClr val="accent5"/>
              </a:solidFill>
              <a:latin typeface="Open Sans" panose="020B0606030504020204" pitchFamily="34" charset="0"/>
              <a:ea typeface="Open Sans" panose="020B0606030504020204" pitchFamily="34" charset="0"/>
              <a:cs typeface="Open Sans" panose="020B0606030504020204" pitchFamily="34" charset="0"/>
            </a:endParaRPr>
          </a:p>
          <a:p>
            <a:r>
              <a:rPr lang="en-CA" sz="900">
                <a:solidFill>
                  <a:schemeClr val="accent5"/>
                </a:solidFill>
                <a:ea typeface="+mj-ea"/>
                <a:cs typeface="+mj-cs"/>
              </a:rPr>
              <a:t>Sales Representative</a:t>
            </a:r>
            <a:br>
              <a:rPr lang="en-CA" sz="900">
                <a:solidFill>
                  <a:schemeClr val="accent5"/>
                </a:solidFill>
                <a:ea typeface="+mj-ea"/>
                <a:cs typeface="+mj-cs"/>
              </a:rPr>
            </a:br>
            <a:r>
              <a:rPr lang="en-CA" sz="900">
                <a:solidFill>
                  <a:schemeClr val="accent5"/>
                </a:solidFill>
                <a:ea typeface="+mj-ea"/>
                <a:cs typeface="+mj-cs"/>
              </a:rPr>
              <a:t>+1 000 000 0000</a:t>
            </a:r>
          </a:p>
          <a:p>
            <a:r>
              <a:rPr lang="en-CA" sz="900">
                <a:solidFill>
                  <a:schemeClr val="accent5"/>
                </a:solidFill>
                <a:ea typeface="+mj-ea"/>
                <a:cs typeface="+mj-cs"/>
              </a:rPr>
              <a:t>firstname.lastname@colliers.com</a:t>
            </a:r>
          </a:p>
        </p:txBody>
      </p:sp>
      <p:sp>
        <p:nvSpPr>
          <p:cNvPr id="3" name="Rectangle 2">
            <a:extLst>
              <a:ext uri="{FF2B5EF4-FFF2-40B4-BE49-F238E27FC236}">
                <a16:creationId xmlns:a16="http://schemas.microsoft.com/office/drawing/2014/main" id="{CA5E210F-FAD8-827D-0442-222ABEDE5F8D}"/>
              </a:ext>
            </a:extLst>
          </p:cNvPr>
          <p:cNvSpPr/>
          <p:nvPr/>
        </p:nvSpPr>
        <p:spPr>
          <a:xfrm>
            <a:off x="2860390" y="5432644"/>
            <a:ext cx="1990565" cy="781034"/>
          </a:xfrm>
          <a:prstGeom prst="rect">
            <a:avLst/>
          </a:prstGeom>
        </p:spPr>
        <p:txBody>
          <a:bodyPr wrap="square" lIns="0" tIns="0" rIns="0" bIns="108000">
            <a:spAutoFit/>
          </a:bodyPr>
          <a:lstStyle/>
          <a:p>
            <a:pPr>
              <a:spcBef>
                <a:spcPts val="1200"/>
              </a:spcBef>
              <a:spcAft>
                <a:spcPts val="800"/>
              </a:spcAft>
            </a:pPr>
            <a:r>
              <a:rPr lang="en-CA" sz="1000" b="1">
                <a:solidFill>
                  <a:schemeClr val="accent5"/>
                </a:solidFill>
                <a:latin typeface="Open Sans" panose="020B0606030504020204" pitchFamily="34" charset="0"/>
                <a:ea typeface="Open Sans" panose="020B0606030504020204" pitchFamily="34" charset="0"/>
                <a:cs typeface="Open Sans" panose="020B0606030504020204" pitchFamily="34" charset="0"/>
              </a:rPr>
              <a:t>Firstname Lastname</a:t>
            </a:r>
          </a:p>
          <a:p>
            <a:r>
              <a:rPr lang="en-CA" sz="900">
                <a:solidFill>
                  <a:schemeClr val="accent5"/>
                </a:solidFill>
                <a:ea typeface="+mj-ea"/>
                <a:cs typeface="+mj-cs"/>
              </a:rPr>
              <a:t>Sales Representative</a:t>
            </a:r>
            <a:br>
              <a:rPr lang="en-CA" sz="900">
                <a:solidFill>
                  <a:schemeClr val="accent5"/>
                </a:solidFill>
                <a:ea typeface="+mj-ea"/>
                <a:cs typeface="+mj-cs"/>
              </a:rPr>
            </a:br>
            <a:r>
              <a:rPr lang="en-CA" sz="900">
                <a:solidFill>
                  <a:schemeClr val="accent5"/>
                </a:solidFill>
                <a:ea typeface="+mj-ea"/>
                <a:cs typeface="+mj-cs"/>
              </a:rPr>
              <a:t>+1 000 000 0000</a:t>
            </a:r>
          </a:p>
          <a:p>
            <a:r>
              <a:rPr lang="en-CA" sz="900">
                <a:solidFill>
                  <a:schemeClr val="accent5"/>
                </a:solidFill>
                <a:ea typeface="+mj-ea"/>
                <a:cs typeface="+mj-cs"/>
              </a:rPr>
              <a:t>firstname.lastname@colliers.com</a:t>
            </a:r>
          </a:p>
        </p:txBody>
      </p:sp>
      <p:sp>
        <p:nvSpPr>
          <p:cNvPr id="4" name="Rectangle 3">
            <a:extLst>
              <a:ext uri="{FF2B5EF4-FFF2-40B4-BE49-F238E27FC236}">
                <a16:creationId xmlns:a16="http://schemas.microsoft.com/office/drawing/2014/main" id="{71D8F6E8-B408-2023-6EED-4214BB2648E7}"/>
              </a:ext>
            </a:extLst>
          </p:cNvPr>
          <p:cNvSpPr/>
          <p:nvPr/>
        </p:nvSpPr>
        <p:spPr>
          <a:xfrm>
            <a:off x="5071583" y="5434572"/>
            <a:ext cx="1990565" cy="781034"/>
          </a:xfrm>
          <a:prstGeom prst="rect">
            <a:avLst/>
          </a:prstGeom>
        </p:spPr>
        <p:txBody>
          <a:bodyPr wrap="square" lIns="0" tIns="0" rIns="0" bIns="108000">
            <a:spAutoFit/>
          </a:bodyPr>
          <a:lstStyle/>
          <a:p>
            <a:pPr>
              <a:spcBef>
                <a:spcPts val="1200"/>
              </a:spcBef>
              <a:spcAft>
                <a:spcPts val="800"/>
              </a:spcAft>
            </a:pPr>
            <a:r>
              <a:rPr lang="en-CA" sz="1000" b="1">
                <a:solidFill>
                  <a:schemeClr val="accent5"/>
                </a:solidFill>
                <a:latin typeface="Open Sans" panose="020B0606030504020204" pitchFamily="34" charset="0"/>
                <a:ea typeface="Open Sans" panose="020B0606030504020204" pitchFamily="34" charset="0"/>
                <a:cs typeface="Open Sans" panose="020B0606030504020204" pitchFamily="34" charset="0"/>
              </a:rPr>
              <a:t>Firstname Lastname</a:t>
            </a:r>
          </a:p>
          <a:p>
            <a:r>
              <a:rPr lang="en-CA" sz="900">
                <a:solidFill>
                  <a:schemeClr val="accent5"/>
                </a:solidFill>
                <a:ea typeface="+mj-ea"/>
                <a:cs typeface="+mj-cs"/>
              </a:rPr>
              <a:t>Sales Representative</a:t>
            </a:r>
            <a:br>
              <a:rPr lang="en-CA" sz="900">
                <a:solidFill>
                  <a:schemeClr val="accent5"/>
                </a:solidFill>
                <a:ea typeface="+mj-ea"/>
                <a:cs typeface="+mj-cs"/>
              </a:rPr>
            </a:br>
            <a:r>
              <a:rPr lang="en-CA" sz="900">
                <a:solidFill>
                  <a:schemeClr val="accent5"/>
                </a:solidFill>
                <a:ea typeface="+mj-ea"/>
                <a:cs typeface="+mj-cs"/>
              </a:rPr>
              <a:t>+1 000 000 0000</a:t>
            </a:r>
          </a:p>
          <a:p>
            <a:r>
              <a:rPr lang="en-CA" sz="900">
                <a:solidFill>
                  <a:schemeClr val="accent5"/>
                </a:solidFill>
                <a:ea typeface="+mj-ea"/>
                <a:cs typeface="+mj-cs"/>
              </a:rPr>
              <a:t>firstname.lastname@colliers.com</a:t>
            </a:r>
          </a:p>
        </p:txBody>
      </p:sp>
    </p:spTree>
    <p:custDataLst>
      <p:custData r:id="rId1"/>
      <p:custData r:id="rId2"/>
    </p:custDataLst>
    <p:extLst>
      <p:ext uri="{BB962C8B-B14F-4D97-AF65-F5344CB8AC3E}">
        <p14:creationId xmlns:p14="http://schemas.microsoft.com/office/powerpoint/2010/main" val="17208379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Picture Placeholder 11">
            <a:extLst>
              <a:ext uri="{FF2B5EF4-FFF2-40B4-BE49-F238E27FC236}">
                <a16:creationId xmlns:a16="http://schemas.microsoft.com/office/drawing/2014/main" id="{BF69A721-EEBC-8A21-DFB6-83794C6724BE}"/>
              </a:ext>
            </a:extLst>
          </p:cNvPr>
          <p:cNvSpPr txBox="1">
            <a:spLocks/>
          </p:cNvSpPr>
          <p:nvPr/>
        </p:nvSpPr>
        <p:spPr>
          <a:xfrm>
            <a:off x="0" y="0"/>
            <a:ext cx="12192000" cy="4896091"/>
          </a:xfrm>
          <a:prstGeom prst="rect">
            <a:avLst/>
          </a:prstGeom>
          <a:solidFill>
            <a:schemeClr val="bg2"/>
          </a:solidFill>
        </p:spPr>
        <p:txBody>
          <a:bodyPr lIns="0" tIns="0" bIns="720000" anchor="ctr"/>
          <a:lstStyle>
            <a:lvl1pPr marL="0" marR="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sz="1600" kern="1200">
                <a:solidFill>
                  <a:schemeClr val="bg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a:defRPr/>
            </a:pPr>
            <a:r>
              <a:rPr lang="en-CA"/>
              <a:t>Click here and add image from Templafy</a:t>
            </a:r>
          </a:p>
        </p:txBody>
      </p:sp>
      <p:pic>
        <p:nvPicPr>
          <p:cNvPr id="6" name="Picture 5" descr="Logo&#10;&#10;Description automatically generated">
            <a:extLst>
              <a:ext uri="{FF2B5EF4-FFF2-40B4-BE49-F238E27FC236}">
                <a16:creationId xmlns:a16="http://schemas.microsoft.com/office/drawing/2014/main" id="{87897CB4-9965-1861-AD92-E7F6C04CF23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764588" y="5503883"/>
            <a:ext cx="1136791" cy="647942"/>
          </a:xfrm>
          <a:prstGeom prst="rect">
            <a:avLst/>
          </a:prstGeom>
        </p:spPr>
      </p:pic>
      <p:pic>
        <p:nvPicPr>
          <p:cNvPr id="13" name="Picture 12" descr="Logo&#10;&#10;Description automatically generated">
            <a:extLst>
              <a:ext uri="{FF2B5EF4-FFF2-40B4-BE49-F238E27FC236}">
                <a16:creationId xmlns:a16="http://schemas.microsoft.com/office/drawing/2014/main" id="{ACDDA247-9A49-146E-B275-9563750BE481}"/>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0451940" y="5525149"/>
            <a:ext cx="1002437" cy="604800"/>
          </a:xfrm>
          <a:prstGeom prst="rect">
            <a:avLst/>
          </a:prstGeom>
          <a:solidFill>
            <a:schemeClr val="bg2"/>
          </a:solidFill>
          <a:ln>
            <a:noFill/>
          </a:ln>
        </p:spPr>
      </p:pic>
      <p:cxnSp>
        <p:nvCxnSpPr>
          <p:cNvPr id="14" name="Straight Arrow Connector 13">
            <a:extLst>
              <a:ext uri="{FF2B5EF4-FFF2-40B4-BE49-F238E27FC236}">
                <a16:creationId xmlns:a16="http://schemas.microsoft.com/office/drawing/2014/main" id="{6B220D7B-C691-27EB-57E0-299C7891803B}"/>
              </a:ext>
            </a:extLst>
          </p:cNvPr>
          <p:cNvCxnSpPr>
            <a:cxnSpLocks/>
          </p:cNvCxnSpPr>
          <p:nvPr/>
        </p:nvCxnSpPr>
        <p:spPr>
          <a:xfrm>
            <a:off x="10170247" y="5503883"/>
            <a:ext cx="0" cy="607552"/>
          </a:xfrm>
          <a:prstGeom prst="straightConnector1">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0E868DF8-48EC-7B9E-2911-A2F86E60712D}"/>
              </a:ext>
            </a:extLst>
          </p:cNvPr>
          <p:cNvSpPr/>
          <p:nvPr/>
        </p:nvSpPr>
        <p:spPr>
          <a:xfrm flipV="1">
            <a:off x="0" y="2480137"/>
            <a:ext cx="5585459" cy="2693745"/>
          </a:xfrm>
          <a:prstGeom prst="rect">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a:p>
        </p:txBody>
      </p:sp>
      <p:sp>
        <p:nvSpPr>
          <p:cNvPr id="21" name="Rectangle 20">
            <a:extLst>
              <a:ext uri="{FF2B5EF4-FFF2-40B4-BE49-F238E27FC236}">
                <a16:creationId xmlns:a16="http://schemas.microsoft.com/office/drawing/2014/main" id="{47CADCFD-347C-9E71-412A-F2A36C30C7CE}"/>
              </a:ext>
            </a:extLst>
          </p:cNvPr>
          <p:cNvSpPr/>
          <p:nvPr/>
        </p:nvSpPr>
        <p:spPr>
          <a:xfrm>
            <a:off x="10023292" y="6644592"/>
            <a:ext cx="1776127" cy="92333"/>
          </a:xfrm>
          <a:prstGeom prst="rect">
            <a:avLst/>
          </a:prstGeom>
        </p:spPr>
        <p:txBody>
          <a:bodyPr wrap="none" lIns="0" tIns="0" rIns="0" bIns="0">
            <a:spAutoFit/>
          </a:bodyPr>
          <a:lstStyle/>
          <a:p>
            <a:pPr algn="r"/>
            <a:r>
              <a:rPr lang="en-CA" sz="600" i="1" u="none" strike="noStrike" baseline="0">
                <a:solidFill>
                  <a:schemeClr val="tx1">
                    <a:lumMod val="60000"/>
                    <a:lumOff val="40000"/>
                  </a:schemeClr>
                </a:solidFill>
                <a:latin typeface="Open Sans" panose="020B0606030504020204" pitchFamily="34" charset="0"/>
                <a:ea typeface="Open Sans" panose="020B0606030504020204" pitchFamily="34" charset="0"/>
                <a:cs typeface="Open Sans" panose="020B0606030504020204" pitchFamily="34" charset="0"/>
              </a:rPr>
              <a:t>Insert legal name as per local legislation (if required)</a:t>
            </a:r>
            <a:endParaRPr lang="en-CA" sz="600" i="1">
              <a:solidFill>
                <a:schemeClr val="tx1">
                  <a:lumMod val="60000"/>
                  <a:lumOff val="4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2" name="Title 26">
            <a:extLst>
              <a:ext uri="{FF2B5EF4-FFF2-40B4-BE49-F238E27FC236}">
                <a16:creationId xmlns:a16="http://schemas.microsoft.com/office/drawing/2014/main" id="{7104948E-6535-B6C9-C273-84C56DCE2C75}"/>
              </a:ext>
            </a:extLst>
          </p:cNvPr>
          <p:cNvSpPr txBox="1">
            <a:spLocks/>
          </p:cNvSpPr>
          <p:nvPr/>
        </p:nvSpPr>
        <p:spPr>
          <a:xfrm>
            <a:off x="636924" y="3383449"/>
            <a:ext cx="4738944" cy="1044000"/>
          </a:xfrm>
          <a:prstGeom prst="rect">
            <a:avLst/>
          </a:prstGeom>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r>
              <a:rPr lang="en-CA" sz="4000">
                <a:solidFill>
                  <a:schemeClr val="bg1"/>
                </a:solidFill>
                <a:ea typeface="Open Sans Light"/>
                <a:cs typeface="Open Sans Light"/>
              </a:rPr>
              <a:t>It’s not just a space. </a:t>
            </a:r>
            <a:r>
              <a:rPr lang="en-CA" sz="4000" b="1">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rPr>
              <a:t>It’s your business.</a:t>
            </a:r>
          </a:p>
        </p:txBody>
      </p:sp>
      <p:sp>
        <p:nvSpPr>
          <p:cNvPr id="23" name="Rectangle 22">
            <a:extLst>
              <a:ext uri="{FF2B5EF4-FFF2-40B4-BE49-F238E27FC236}">
                <a16:creationId xmlns:a16="http://schemas.microsoft.com/office/drawing/2014/main" id="{EF8C2F8D-4B8F-E996-6135-00AB706632F2}"/>
              </a:ext>
            </a:extLst>
          </p:cNvPr>
          <p:cNvSpPr/>
          <p:nvPr/>
        </p:nvSpPr>
        <p:spPr>
          <a:xfrm flipV="1">
            <a:off x="658210" y="2252612"/>
            <a:ext cx="2406536" cy="409566"/>
          </a:xfrm>
          <a:prstGeom prst="rect">
            <a:avLst/>
          </a:pr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a:solidFill>
                <a:schemeClr val="bg1"/>
              </a:solidFill>
            </a:endParaRPr>
          </a:p>
        </p:txBody>
      </p:sp>
      <p:sp>
        <p:nvSpPr>
          <p:cNvPr id="25" name="Title 26">
            <a:extLst>
              <a:ext uri="{FF2B5EF4-FFF2-40B4-BE49-F238E27FC236}">
                <a16:creationId xmlns:a16="http://schemas.microsoft.com/office/drawing/2014/main" id="{C4F2C11A-A93B-4DAE-8E02-EC545B8FD3DE}"/>
              </a:ext>
            </a:extLst>
          </p:cNvPr>
          <p:cNvSpPr txBox="1">
            <a:spLocks/>
          </p:cNvSpPr>
          <p:nvPr/>
        </p:nvSpPr>
        <p:spPr>
          <a:xfrm>
            <a:off x="781121" y="2407291"/>
            <a:ext cx="2080008" cy="266218"/>
          </a:xfrm>
          <a:prstGeom prst="rect">
            <a:avLst/>
          </a:prstGeom>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gn="ctr"/>
            <a:r>
              <a:rPr lang="en-CA" sz="1200">
                <a:solidFill>
                  <a:schemeClr val="bg1"/>
                </a:solidFill>
                <a:latin typeface="Open Sans" panose="020B0606030504020204" pitchFamily="34" charset="0"/>
                <a:ea typeface="Open Sans" panose="020B0606030504020204" pitchFamily="34" charset="0"/>
                <a:cs typeface="Open Sans" panose="020B0606030504020204" pitchFamily="34" charset="0"/>
              </a:rPr>
              <a:t>Real Estate Advisory Services</a:t>
            </a:r>
          </a:p>
        </p:txBody>
      </p:sp>
      <p:sp>
        <p:nvSpPr>
          <p:cNvPr id="27" name="Rectangle 26">
            <a:extLst>
              <a:ext uri="{FF2B5EF4-FFF2-40B4-BE49-F238E27FC236}">
                <a16:creationId xmlns:a16="http://schemas.microsoft.com/office/drawing/2014/main" id="{460690F5-05BF-A01B-A15E-DF904B0C28C2}"/>
              </a:ext>
            </a:extLst>
          </p:cNvPr>
          <p:cNvSpPr/>
          <p:nvPr/>
        </p:nvSpPr>
        <p:spPr>
          <a:xfrm>
            <a:off x="647700" y="5395211"/>
            <a:ext cx="1990565" cy="834894"/>
          </a:xfrm>
          <a:prstGeom prst="rect">
            <a:avLst/>
          </a:prstGeom>
        </p:spPr>
        <p:txBody>
          <a:bodyPr wrap="square" lIns="0" tIns="0" rIns="0" bIns="108000">
            <a:spAutoFit/>
          </a:bodyPr>
          <a:lstStyle/>
          <a:p>
            <a:pPr>
              <a:spcBef>
                <a:spcPts val="1200"/>
              </a:spcBef>
              <a:spcAft>
                <a:spcPts val="800"/>
              </a:spcAft>
            </a:pPr>
            <a:r>
              <a:rPr lang="en-CA" sz="1050" b="1">
                <a:latin typeface="Open Sans" panose="020B0606030504020204" pitchFamily="34" charset="0"/>
                <a:ea typeface="Open Sans" panose="020B0606030504020204" pitchFamily="34" charset="0"/>
                <a:cs typeface="Open Sans" panose="020B0606030504020204" pitchFamily="34" charset="0"/>
              </a:rPr>
              <a:t>Firstname Lastname</a:t>
            </a:r>
          </a:p>
          <a:p>
            <a:r>
              <a:rPr lang="en-CA" sz="1000">
                <a:ea typeface="+mj-ea"/>
                <a:cs typeface="+mj-cs"/>
              </a:rPr>
              <a:t>Sales Representative</a:t>
            </a:r>
            <a:br>
              <a:rPr lang="en-CA" sz="1000">
                <a:ea typeface="+mj-ea"/>
                <a:cs typeface="+mj-cs"/>
              </a:rPr>
            </a:br>
            <a:r>
              <a:rPr lang="en-CA" sz="1000">
                <a:ea typeface="+mj-ea"/>
                <a:cs typeface="+mj-cs"/>
              </a:rPr>
              <a:t>+1 000 000 0000</a:t>
            </a:r>
          </a:p>
          <a:p>
            <a:r>
              <a:rPr lang="en-CA" sz="1000">
                <a:ea typeface="+mj-ea"/>
                <a:cs typeface="+mj-cs"/>
              </a:rPr>
              <a:t>firstname.lastname@colliers.com</a:t>
            </a:r>
          </a:p>
        </p:txBody>
      </p:sp>
      <p:sp>
        <p:nvSpPr>
          <p:cNvPr id="29" name="Rectangle 28">
            <a:extLst>
              <a:ext uri="{FF2B5EF4-FFF2-40B4-BE49-F238E27FC236}">
                <a16:creationId xmlns:a16="http://schemas.microsoft.com/office/drawing/2014/main" id="{4D3B4278-5F21-EA6B-BED4-814BF8C44BF1}"/>
              </a:ext>
            </a:extLst>
          </p:cNvPr>
          <p:cNvSpPr/>
          <p:nvPr/>
        </p:nvSpPr>
        <p:spPr>
          <a:xfrm>
            <a:off x="2888151" y="5397140"/>
            <a:ext cx="1990565" cy="834894"/>
          </a:xfrm>
          <a:prstGeom prst="rect">
            <a:avLst/>
          </a:prstGeom>
        </p:spPr>
        <p:txBody>
          <a:bodyPr wrap="square" lIns="0" tIns="0" rIns="0" bIns="108000">
            <a:spAutoFit/>
          </a:bodyPr>
          <a:lstStyle/>
          <a:p>
            <a:pPr>
              <a:spcBef>
                <a:spcPts val="1200"/>
              </a:spcBef>
              <a:spcAft>
                <a:spcPts val="800"/>
              </a:spcAft>
            </a:pPr>
            <a:r>
              <a:rPr lang="en-CA" sz="1050" b="1">
                <a:latin typeface="Open Sans" panose="020B0606030504020204" pitchFamily="34" charset="0"/>
                <a:ea typeface="Open Sans" panose="020B0606030504020204" pitchFamily="34" charset="0"/>
                <a:cs typeface="Open Sans" panose="020B0606030504020204" pitchFamily="34" charset="0"/>
              </a:rPr>
              <a:t>Firstname Lastname</a:t>
            </a:r>
          </a:p>
          <a:p>
            <a:r>
              <a:rPr lang="en-CA" sz="1000">
                <a:ea typeface="+mj-ea"/>
                <a:cs typeface="+mj-cs"/>
              </a:rPr>
              <a:t>Sales Representative</a:t>
            </a:r>
            <a:br>
              <a:rPr lang="en-CA" sz="1000">
                <a:ea typeface="+mj-ea"/>
                <a:cs typeface="+mj-cs"/>
              </a:rPr>
            </a:br>
            <a:r>
              <a:rPr lang="en-CA" sz="1000">
                <a:ea typeface="+mj-ea"/>
                <a:cs typeface="+mj-cs"/>
              </a:rPr>
              <a:t>+1 000 000 0000</a:t>
            </a:r>
          </a:p>
          <a:p>
            <a:r>
              <a:rPr lang="en-CA" sz="1000">
                <a:ea typeface="+mj-ea"/>
                <a:cs typeface="+mj-cs"/>
              </a:rPr>
              <a:t>firstname.lastname@colliers.com</a:t>
            </a:r>
          </a:p>
        </p:txBody>
      </p:sp>
      <p:sp>
        <p:nvSpPr>
          <p:cNvPr id="30" name="Rectangle 29">
            <a:extLst>
              <a:ext uri="{FF2B5EF4-FFF2-40B4-BE49-F238E27FC236}">
                <a16:creationId xmlns:a16="http://schemas.microsoft.com/office/drawing/2014/main" id="{420BD292-04C6-7F28-2E00-D551524BC217}"/>
              </a:ext>
            </a:extLst>
          </p:cNvPr>
          <p:cNvSpPr/>
          <p:nvPr/>
        </p:nvSpPr>
        <p:spPr>
          <a:xfrm>
            <a:off x="5128601" y="5399068"/>
            <a:ext cx="1990565" cy="834894"/>
          </a:xfrm>
          <a:prstGeom prst="rect">
            <a:avLst/>
          </a:prstGeom>
        </p:spPr>
        <p:txBody>
          <a:bodyPr wrap="square" lIns="0" tIns="0" rIns="0" bIns="108000">
            <a:spAutoFit/>
          </a:bodyPr>
          <a:lstStyle/>
          <a:p>
            <a:pPr>
              <a:spcBef>
                <a:spcPts val="1200"/>
              </a:spcBef>
              <a:spcAft>
                <a:spcPts val="800"/>
              </a:spcAft>
            </a:pPr>
            <a:r>
              <a:rPr lang="en-CA" sz="1050" b="1">
                <a:latin typeface="Open Sans" panose="020B0606030504020204" pitchFamily="34" charset="0"/>
                <a:ea typeface="Open Sans" panose="020B0606030504020204" pitchFamily="34" charset="0"/>
                <a:cs typeface="Open Sans" panose="020B0606030504020204" pitchFamily="34" charset="0"/>
              </a:rPr>
              <a:t>Firstname Lastname</a:t>
            </a:r>
          </a:p>
          <a:p>
            <a:r>
              <a:rPr lang="en-CA" sz="1000">
                <a:ea typeface="+mj-ea"/>
                <a:cs typeface="+mj-cs"/>
              </a:rPr>
              <a:t>Sales Representative</a:t>
            </a:r>
            <a:br>
              <a:rPr lang="en-CA" sz="1000">
                <a:ea typeface="+mj-ea"/>
                <a:cs typeface="+mj-cs"/>
              </a:rPr>
            </a:br>
            <a:r>
              <a:rPr lang="en-CA" sz="1000">
                <a:ea typeface="+mj-ea"/>
                <a:cs typeface="+mj-cs"/>
              </a:rPr>
              <a:t>+1 000 000 0000</a:t>
            </a:r>
          </a:p>
          <a:p>
            <a:r>
              <a:rPr lang="en-CA" sz="1000">
                <a:ea typeface="+mj-ea"/>
                <a:cs typeface="+mj-cs"/>
              </a:rPr>
              <a:t>firstname.lastname@colliers.com</a:t>
            </a:r>
          </a:p>
        </p:txBody>
      </p:sp>
      <p:grpSp>
        <p:nvGrpSpPr>
          <p:cNvPr id="7" name="Group 6">
            <a:extLst>
              <a:ext uri="{FF2B5EF4-FFF2-40B4-BE49-F238E27FC236}">
                <a16:creationId xmlns:a16="http://schemas.microsoft.com/office/drawing/2014/main" id="{2D133908-4125-0673-D052-72ACEF43E1A2}"/>
              </a:ext>
            </a:extLst>
          </p:cNvPr>
          <p:cNvGrpSpPr/>
          <p:nvPr/>
        </p:nvGrpSpPr>
        <p:grpSpPr>
          <a:xfrm>
            <a:off x="366350" y="5094091"/>
            <a:ext cx="11455842" cy="1456285"/>
            <a:chOff x="366350" y="5094091"/>
            <a:chExt cx="11455842" cy="1456285"/>
          </a:xfrm>
        </p:grpSpPr>
        <p:sp>
          <p:nvSpPr>
            <p:cNvPr id="31" name="Text Placeholder 12">
              <a:extLst>
                <a:ext uri="{FF2B5EF4-FFF2-40B4-BE49-F238E27FC236}">
                  <a16:creationId xmlns:a16="http://schemas.microsoft.com/office/drawing/2014/main" id="{617FE43F-44E2-E1C8-82C7-F6B6D1DFBC3A}"/>
                </a:ext>
              </a:extLst>
            </p:cNvPr>
            <p:cNvSpPr txBox="1">
              <a:spLocks/>
            </p:cNvSpPr>
            <p:nvPr/>
          </p:nvSpPr>
          <p:spPr>
            <a:xfrm>
              <a:off x="572232" y="6417153"/>
              <a:ext cx="1256928" cy="133223"/>
            </a:xfrm>
            <a:prstGeom prst="rect">
              <a:avLst/>
            </a:prstGeom>
            <a:ln>
              <a:noFill/>
            </a:ln>
          </p:spPr>
          <p:txBody>
            <a:bodyPr vert="horz" lIns="0" tIns="0" rIns="0" bIns="0" rtlCol="0">
              <a:noAutofit/>
            </a:bodyPr>
            <a:lstStyle>
              <a:lvl1pPr marL="244793" indent="-244793" algn="l" defTabSz="1036290" rtl="0" eaLnBrk="1" latinLnBrk="0" hangingPunct="1">
                <a:lnSpc>
                  <a:spcPct val="100000"/>
                </a:lnSpc>
                <a:spcBef>
                  <a:spcPts val="340"/>
                </a:spcBef>
                <a:spcAft>
                  <a:spcPts val="680"/>
                </a:spcAft>
                <a:buFont typeface="Arial" panose="020B0604020202020204" pitchFamily="34" charset="0"/>
                <a:buChar char="•"/>
                <a:defRPr sz="1400" kern="1200">
                  <a:solidFill>
                    <a:schemeClr val="tx1"/>
                  </a:solidFill>
                  <a:latin typeface="+mn-lt"/>
                  <a:ea typeface="+mn-ea"/>
                  <a:cs typeface="+mn-cs"/>
                </a:defRPr>
              </a:lvl1pPr>
              <a:lvl2pPr marL="489586" indent="-244793" algn="l" defTabSz="1036290" rtl="0" eaLnBrk="1" latinLnBrk="0" hangingPunct="1">
                <a:lnSpc>
                  <a:spcPct val="100000"/>
                </a:lnSpc>
                <a:spcBef>
                  <a:spcPts val="340"/>
                </a:spcBef>
                <a:spcAft>
                  <a:spcPts val="680"/>
                </a:spcAft>
                <a:buFont typeface="Arial" panose="020B0604020202020204" pitchFamily="34" charset="0"/>
                <a:buChar char="•"/>
                <a:defRPr sz="1400" kern="1200">
                  <a:solidFill>
                    <a:schemeClr val="tx1"/>
                  </a:solidFill>
                  <a:latin typeface="+mn-lt"/>
                  <a:ea typeface="+mn-ea"/>
                  <a:cs typeface="+mn-cs"/>
                </a:defRPr>
              </a:lvl2pPr>
              <a:lvl3pPr marL="734378" indent="-244793" algn="l" defTabSz="1036290" rtl="0" eaLnBrk="1" latinLnBrk="0" hangingPunct="1">
                <a:lnSpc>
                  <a:spcPct val="100000"/>
                </a:lnSpc>
                <a:spcBef>
                  <a:spcPts val="340"/>
                </a:spcBef>
                <a:spcAft>
                  <a:spcPts val="680"/>
                </a:spcAft>
                <a:buFont typeface="Arial" panose="020B0604020202020204" pitchFamily="34" charset="0"/>
                <a:buChar char="•"/>
                <a:defRPr sz="1400" kern="1200">
                  <a:solidFill>
                    <a:schemeClr val="tx1"/>
                  </a:solidFill>
                  <a:latin typeface="+mn-lt"/>
                  <a:ea typeface="+mn-ea"/>
                  <a:cs typeface="+mn-cs"/>
                </a:defRPr>
              </a:lvl3pPr>
              <a:lvl4pPr marL="0" indent="0" algn="l" defTabSz="1036290" rtl="0" eaLnBrk="1" latinLnBrk="0" hangingPunct="1">
                <a:lnSpc>
                  <a:spcPct val="100000"/>
                </a:lnSpc>
                <a:spcBef>
                  <a:spcPts val="340"/>
                </a:spcBef>
                <a:spcAft>
                  <a:spcPts val="680"/>
                </a:spcAft>
                <a:buFont typeface="Arial" panose="020B0604020202020204" pitchFamily="34" charset="0"/>
                <a:buChar char="​"/>
                <a:defRPr sz="1600" b="1" kern="1200">
                  <a:solidFill>
                    <a:schemeClr val="tx2"/>
                  </a:solidFill>
                  <a:latin typeface="+mn-lt"/>
                  <a:ea typeface="+mn-ea"/>
                  <a:cs typeface="+mn-cs"/>
                </a:defRPr>
              </a:lvl4pPr>
              <a:lvl5pPr marL="0" indent="0" algn="l" defTabSz="1036290" rtl="0" eaLnBrk="1" latinLnBrk="0" hangingPunct="1">
                <a:lnSpc>
                  <a:spcPct val="100000"/>
                </a:lnSpc>
                <a:spcBef>
                  <a:spcPts val="340"/>
                </a:spcBef>
                <a:spcAft>
                  <a:spcPts val="680"/>
                </a:spcAft>
                <a:buFont typeface="Arial" panose="020B0604020202020204" pitchFamily="34" charset="0"/>
                <a:buChar char="​"/>
                <a:tabLst/>
                <a:defRPr sz="1400" kern="1200">
                  <a:solidFill>
                    <a:schemeClr val="tx1"/>
                  </a:solidFill>
                  <a:latin typeface="+mn-lt"/>
                  <a:ea typeface="+mn-ea"/>
                  <a:cs typeface="+mn-cs"/>
                </a:defRPr>
              </a:lvl5pPr>
              <a:lvl6pPr marL="122396" indent="-122396" algn="l" defTabSz="1036290" rtl="0" eaLnBrk="1" latinLnBrk="0" hangingPunct="1">
                <a:lnSpc>
                  <a:spcPct val="100000"/>
                </a:lnSpc>
                <a:spcBef>
                  <a:spcPts val="0"/>
                </a:spcBef>
                <a:spcAft>
                  <a:spcPts val="680"/>
                </a:spcAft>
                <a:buFont typeface="Arial" panose="020B0604020202020204" pitchFamily="34" charset="0"/>
                <a:buChar char="•"/>
                <a:defRPr sz="1000" kern="1200">
                  <a:solidFill>
                    <a:schemeClr val="tx1"/>
                  </a:solidFill>
                  <a:latin typeface="+mn-lt"/>
                  <a:ea typeface="+mn-ea"/>
                  <a:cs typeface="+mn-cs"/>
                </a:defRPr>
              </a:lvl6pPr>
              <a:lvl7pPr marL="0" indent="0" algn="l" defTabSz="1036290" rtl="0" eaLnBrk="1" latinLnBrk="0" hangingPunct="1">
                <a:lnSpc>
                  <a:spcPct val="100000"/>
                </a:lnSpc>
                <a:spcBef>
                  <a:spcPts val="340"/>
                </a:spcBef>
                <a:spcAft>
                  <a:spcPts val="68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1036290" rtl="0" eaLnBrk="1" latinLnBrk="0" hangingPunct="1">
                <a:lnSpc>
                  <a:spcPct val="100000"/>
                </a:lnSpc>
                <a:spcBef>
                  <a:spcPts val="340"/>
                </a:spcBef>
                <a:spcAft>
                  <a:spcPts val="680"/>
                </a:spcAft>
                <a:buFont typeface="Arial" panose="020B0604020202020204" pitchFamily="34" charset="0"/>
                <a:buChar char="​"/>
                <a:defRPr sz="1000" kern="1200">
                  <a:solidFill>
                    <a:schemeClr val="tx1"/>
                  </a:solidFill>
                  <a:latin typeface="+mn-lt"/>
                  <a:ea typeface="+mn-ea"/>
                  <a:cs typeface="+mn-cs"/>
                </a:defRPr>
              </a:lvl8pPr>
              <a:lvl9pPr marL="0" indent="0" algn="l" defTabSz="1036290" rtl="0" eaLnBrk="1" latinLnBrk="0" hangingPunct="1">
                <a:lnSpc>
                  <a:spcPct val="90000"/>
                </a:lnSpc>
                <a:spcBef>
                  <a:spcPts val="2720"/>
                </a:spcBef>
                <a:spcAft>
                  <a:spcPts val="1360"/>
                </a:spcAft>
                <a:buFont typeface="Arial" panose="020B0604020202020204" pitchFamily="34" charset="0"/>
                <a:buChar char="​"/>
                <a:defRPr sz="4000" kern="1200" baseline="0">
                  <a:solidFill>
                    <a:schemeClr val="tx2"/>
                  </a:solidFill>
                  <a:latin typeface="+mj-lt"/>
                  <a:ea typeface="+mn-ea"/>
                  <a:cs typeface="+mn-cs"/>
                </a:defRPr>
              </a:lvl9pPr>
            </a:lstStyle>
            <a:p>
              <a:pPr marL="0" indent="0" algn="ctr">
                <a:buFont typeface="Arial" panose="020B0604020202020204" pitchFamily="34" charset="0"/>
                <a:buNone/>
              </a:pPr>
              <a:r>
                <a:rPr lang="en-CA" sz="900">
                  <a:solidFill>
                    <a:schemeClr val="accent5"/>
                  </a:solidFill>
                </a:rPr>
                <a:t>Accelerating success.</a:t>
              </a:r>
            </a:p>
          </p:txBody>
        </p:sp>
        <p:grpSp>
          <p:nvGrpSpPr>
            <p:cNvPr id="56" name="Group 55">
              <a:extLst>
                <a:ext uri="{FF2B5EF4-FFF2-40B4-BE49-F238E27FC236}">
                  <a16:creationId xmlns:a16="http://schemas.microsoft.com/office/drawing/2014/main" id="{432CF94A-AE8E-5E7C-F11D-37A608E20B12}"/>
                </a:ext>
              </a:extLst>
            </p:cNvPr>
            <p:cNvGrpSpPr/>
            <p:nvPr/>
          </p:nvGrpSpPr>
          <p:grpSpPr>
            <a:xfrm>
              <a:off x="366350" y="5094091"/>
              <a:ext cx="11455842" cy="1403909"/>
              <a:chOff x="366350" y="5094091"/>
              <a:chExt cx="11455842" cy="1403909"/>
            </a:xfrm>
          </p:grpSpPr>
          <p:cxnSp>
            <p:nvCxnSpPr>
              <p:cNvPr id="33" name="Straight Connector 32">
                <a:extLst>
                  <a:ext uri="{FF2B5EF4-FFF2-40B4-BE49-F238E27FC236}">
                    <a16:creationId xmlns:a16="http://schemas.microsoft.com/office/drawing/2014/main" id="{B65379F7-9A97-EC70-3744-B44C28F8D051}"/>
                  </a:ext>
                </a:extLst>
              </p:cNvPr>
              <p:cNvCxnSpPr>
                <a:cxnSpLocks/>
                <a:stCxn id="31" idx="3"/>
              </p:cNvCxnSpPr>
              <p:nvPr/>
            </p:nvCxnSpPr>
            <p:spPr>
              <a:xfrm>
                <a:off x="1829160" y="6483765"/>
                <a:ext cx="9993032" cy="6506"/>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55" name="Group 54">
                <a:extLst>
                  <a:ext uri="{FF2B5EF4-FFF2-40B4-BE49-F238E27FC236}">
                    <a16:creationId xmlns:a16="http://schemas.microsoft.com/office/drawing/2014/main" id="{005C04EB-A38A-5D5A-D84A-2B5D38CF6810}"/>
                  </a:ext>
                </a:extLst>
              </p:cNvPr>
              <p:cNvGrpSpPr/>
              <p:nvPr/>
            </p:nvGrpSpPr>
            <p:grpSpPr>
              <a:xfrm>
                <a:off x="366350" y="5361610"/>
                <a:ext cx="206141" cy="1134609"/>
                <a:chOff x="366350" y="5361610"/>
                <a:chExt cx="206141" cy="1134609"/>
              </a:xfrm>
            </p:grpSpPr>
            <p:cxnSp>
              <p:nvCxnSpPr>
                <p:cNvPr id="32" name="Straight Connector 31">
                  <a:extLst>
                    <a:ext uri="{FF2B5EF4-FFF2-40B4-BE49-F238E27FC236}">
                      <a16:creationId xmlns:a16="http://schemas.microsoft.com/office/drawing/2014/main" id="{BE3F8A02-1A52-09B1-CA2E-C4AD5C0EB0C5}"/>
                    </a:ext>
                  </a:extLst>
                </p:cNvPr>
                <p:cNvCxnSpPr>
                  <a:cxnSpLocks/>
                </p:cNvCxnSpPr>
                <p:nvPr/>
              </p:nvCxnSpPr>
              <p:spPr>
                <a:xfrm>
                  <a:off x="366350" y="6490271"/>
                  <a:ext cx="206141"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DCDDCD1-A2DA-A5F2-B852-7B1528808689}"/>
                    </a:ext>
                  </a:extLst>
                </p:cNvPr>
                <p:cNvCxnSpPr>
                  <a:cxnSpLocks/>
                </p:cNvCxnSpPr>
                <p:nvPr/>
              </p:nvCxnSpPr>
              <p:spPr>
                <a:xfrm>
                  <a:off x="367021" y="5361610"/>
                  <a:ext cx="0" cy="1134609"/>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grpSp>
          <p:cxnSp>
            <p:nvCxnSpPr>
              <p:cNvPr id="35" name="Straight Connector 34">
                <a:extLst>
                  <a:ext uri="{FF2B5EF4-FFF2-40B4-BE49-F238E27FC236}">
                    <a16:creationId xmlns:a16="http://schemas.microsoft.com/office/drawing/2014/main" id="{3475B4B0-87F8-3B3A-242D-7AA480134289}"/>
                  </a:ext>
                </a:extLst>
              </p:cNvPr>
              <p:cNvCxnSpPr>
                <a:cxnSpLocks/>
              </p:cNvCxnSpPr>
              <p:nvPr/>
            </p:nvCxnSpPr>
            <p:spPr>
              <a:xfrm>
                <a:off x="11822192" y="5094091"/>
                <a:ext cx="0" cy="1403909"/>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grpSp>
      </p:grpSp>
      <p:grpSp>
        <p:nvGrpSpPr>
          <p:cNvPr id="57" name="Group 56">
            <a:extLst>
              <a:ext uri="{FF2B5EF4-FFF2-40B4-BE49-F238E27FC236}">
                <a16:creationId xmlns:a16="http://schemas.microsoft.com/office/drawing/2014/main" id="{0134DB9D-5746-2C95-4E94-A5763AC13751}"/>
              </a:ext>
            </a:extLst>
          </p:cNvPr>
          <p:cNvGrpSpPr/>
          <p:nvPr/>
        </p:nvGrpSpPr>
        <p:grpSpPr>
          <a:xfrm>
            <a:off x="366350" y="361879"/>
            <a:ext cx="11462192" cy="4324972"/>
            <a:chOff x="366350" y="361879"/>
            <a:chExt cx="11462192" cy="4324972"/>
          </a:xfrm>
        </p:grpSpPr>
        <p:cxnSp>
          <p:nvCxnSpPr>
            <p:cNvPr id="47" name="Straight Connector 46">
              <a:extLst>
                <a:ext uri="{FF2B5EF4-FFF2-40B4-BE49-F238E27FC236}">
                  <a16:creationId xmlns:a16="http://schemas.microsoft.com/office/drawing/2014/main" id="{4635C64D-EA61-8488-9EF6-148D4B081430}"/>
                </a:ext>
              </a:extLst>
            </p:cNvPr>
            <p:cNvCxnSpPr>
              <a:cxnSpLocks/>
            </p:cNvCxnSpPr>
            <p:nvPr/>
          </p:nvCxnSpPr>
          <p:spPr>
            <a:xfrm>
              <a:off x="367021" y="368229"/>
              <a:ext cx="0" cy="189855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1A98EB7-A683-44A7-06A3-C0BD999CD82A}"/>
                </a:ext>
              </a:extLst>
            </p:cNvPr>
            <p:cNvCxnSpPr>
              <a:cxnSpLocks/>
            </p:cNvCxnSpPr>
            <p:nvPr/>
          </p:nvCxnSpPr>
          <p:spPr>
            <a:xfrm>
              <a:off x="366350" y="368229"/>
              <a:ext cx="1146219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B16995DA-257E-36D2-3036-32F866FF246F}"/>
                </a:ext>
              </a:extLst>
            </p:cNvPr>
            <p:cNvCxnSpPr>
              <a:cxnSpLocks/>
            </p:cNvCxnSpPr>
            <p:nvPr/>
          </p:nvCxnSpPr>
          <p:spPr>
            <a:xfrm>
              <a:off x="11822192" y="361879"/>
              <a:ext cx="0" cy="432497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Tree>
    <p:custDataLst>
      <p:custData r:id="rId1"/>
      <p:custData r:id="rId2"/>
    </p:custDataLst>
    <p:extLst>
      <p:ext uri="{BB962C8B-B14F-4D97-AF65-F5344CB8AC3E}">
        <p14:creationId xmlns:p14="http://schemas.microsoft.com/office/powerpoint/2010/main" val="33621860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Picture Placeholder 11">
            <a:extLst>
              <a:ext uri="{FF2B5EF4-FFF2-40B4-BE49-F238E27FC236}">
                <a16:creationId xmlns:a16="http://schemas.microsoft.com/office/drawing/2014/main" id="{BF69A721-EEBC-8A21-DFB6-83794C6724BE}"/>
              </a:ext>
            </a:extLst>
          </p:cNvPr>
          <p:cNvSpPr txBox="1">
            <a:spLocks/>
          </p:cNvSpPr>
          <p:nvPr/>
        </p:nvSpPr>
        <p:spPr>
          <a:xfrm>
            <a:off x="0" y="0"/>
            <a:ext cx="12192000" cy="6858000"/>
          </a:xfrm>
          <a:prstGeom prst="rect">
            <a:avLst/>
          </a:prstGeom>
          <a:solidFill>
            <a:schemeClr val="bg2"/>
          </a:solidFill>
        </p:spPr>
        <p:txBody>
          <a:bodyPr lIns="0" tIns="0" bIns="720000" anchor="ctr"/>
          <a:lstStyle>
            <a:lvl1pPr marL="0" marR="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sz="1600" kern="1200">
                <a:solidFill>
                  <a:schemeClr val="bg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a:defRPr/>
            </a:pPr>
            <a:r>
              <a:rPr lang="en-CA"/>
              <a:t>Click here and add image from Templafy</a:t>
            </a:r>
          </a:p>
        </p:txBody>
      </p:sp>
      <p:sp>
        <p:nvSpPr>
          <p:cNvPr id="28" name="Rectangle 27">
            <a:extLst>
              <a:ext uri="{FF2B5EF4-FFF2-40B4-BE49-F238E27FC236}">
                <a16:creationId xmlns:a16="http://schemas.microsoft.com/office/drawing/2014/main" id="{3C220FF7-2F9B-6752-A7A7-6B33D1A3E9C1}"/>
              </a:ext>
            </a:extLst>
          </p:cNvPr>
          <p:cNvSpPr/>
          <p:nvPr/>
        </p:nvSpPr>
        <p:spPr>
          <a:xfrm flipV="1">
            <a:off x="0" y="0"/>
            <a:ext cx="12192000" cy="6858000"/>
          </a:xfrm>
          <a:prstGeom prst="rect">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a:solidFill>
                <a:schemeClr val="accent5"/>
              </a:solidFill>
            </a:endParaRPr>
          </a:p>
        </p:txBody>
      </p:sp>
      <p:sp>
        <p:nvSpPr>
          <p:cNvPr id="20" name="Rectangle 19">
            <a:extLst>
              <a:ext uri="{FF2B5EF4-FFF2-40B4-BE49-F238E27FC236}">
                <a16:creationId xmlns:a16="http://schemas.microsoft.com/office/drawing/2014/main" id="{0E868DF8-48EC-7B9E-2911-A2F86E60712D}"/>
              </a:ext>
            </a:extLst>
          </p:cNvPr>
          <p:cNvSpPr/>
          <p:nvPr/>
        </p:nvSpPr>
        <p:spPr>
          <a:xfrm flipV="1">
            <a:off x="0" y="1640859"/>
            <a:ext cx="5585459" cy="2366813"/>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a:p>
        </p:txBody>
      </p:sp>
      <p:sp>
        <p:nvSpPr>
          <p:cNvPr id="21" name="Rectangle 20">
            <a:extLst>
              <a:ext uri="{FF2B5EF4-FFF2-40B4-BE49-F238E27FC236}">
                <a16:creationId xmlns:a16="http://schemas.microsoft.com/office/drawing/2014/main" id="{47CADCFD-347C-9E71-412A-F2A36C30C7CE}"/>
              </a:ext>
            </a:extLst>
          </p:cNvPr>
          <p:cNvSpPr/>
          <p:nvPr/>
        </p:nvSpPr>
        <p:spPr>
          <a:xfrm>
            <a:off x="366350" y="6644592"/>
            <a:ext cx="1776127" cy="92333"/>
          </a:xfrm>
          <a:prstGeom prst="rect">
            <a:avLst/>
          </a:prstGeom>
        </p:spPr>
        <p:txBody>
          <a:bodyPr wrap="none" lIns="0" tIns="0" rIns="0" bIns="0">
            <a:spAutoFit/>
          </a:bodyPr>
          <a:lstStyle/>
          <a:p>
            <a:r>
              <a:rPr lang="en-CA" sz="600" i="1" u="none" strike="noStrike" baseline="0">
                <a:solidFill>
                  <a:schemeClr val="bg1"/>
                </a:solidFill>
                <a:latin typeface="Open Sans" panose="020B0606030504020204" pitchFamily="34" charset="0"/>
                <a:ea typeface="Open Sans" panose="020B0606030504020204" pitchFamily="34" charset="0"/>
                <a:cs typeface="Open Sans" panose="020B0606030504020204" pitchFamily="34" charset="0"/>
              </a:rPr>
              <a:t>Insert legal name as per local legislation (if required)</a:t>
            </a:r>
            <a:endParaRPr lang="en-CA" sz="600" i="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2" name="Title 26">
            <a:extLst>
              <a:ext uri="{FF2B5EF4-FFF2-40B4-BE49-F238E27FC236}">
                <a16:creationId xmlns:a16="http://schemas.microsoft.com/office/drawing/2014/main" id="{7104948E-6535-B6C9-C273-84C56DCE2C75}"/>
              </a:ext>
            </a:extLst>
          </p:cNvPr>
          <p:cNvSpPr txBox="1">
            <a:spLocks/>
          </p:cNvSpPr>
          <p:nvPr/>
        </p:nvSpPr>
        <p:spPr>
          <a:xfrm>
            <a:off x="647556" y="2302265"/>
            <a:ext cx="4526609" cy="1044000"/>
          </a:xfrm>
          <a:prstGeom prst="rect">
            <a:avLst/>
          </a:prstGeom>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nSpc>
                <a:spcPct val="90000"/>
              </a:lnSpc>
            </a:pPr>
            <a:r>
              <a:rPr lang="en-CA">
                <a:ea typeface="Open Sans Light"/>
                <a:cs typeface="Open Sans Light"/>
              </a:rPr>
              <a:t>Real Estate Advisory </a:t>
            </a:r>
            <a:r>
              <a:rPr lang="en-CA" b="1">
                <a:latin typeface="Open Sans Semibold" panose="020B0606030504020204" pitchFamily="34" charset="0"/>
                <a:ea typeface="Open Sans Semibold" panose="020B0606030504020204" pitchFamily="34" charset="0"/>
                <a:cs typeface="Open Sans Semibold" panose="020B0606030504020204" pitchFamily="34" charset="0"/>
              </a:rPr>
              <a:t>Services</a:t>
            </a:r>
          </a:p>
        </p:txBody>
      </p:sp>
      <p:sp>
        <p:nvSpPr>
          <p:cNvPr id="23" name="Rectangle 22">
            <a:extLst>
              <a:ext uri="{FF2B5EF4-FFF2-40B4-BE49-F238E27FC236}">
                <a16:creationId xmlns:a16="http://schemas.microsoft.com/office/drawing/2014/main" id="{EF8C2F8D-4B8F-E996-6135-00AB706632F2}"/>
              </a:ext>
            </a:extLst>
          </p:cNvPr>
          <p:cNvSpPr/>
          <p:nvPr/>
        </p:nvSpPr>
        <p:spPr>
          <a:xfrm flipV="1">
            <a:off x="658210" y="1423968"/>
            <a:ext cx="3009232" cy="409566"/>
          </a:xfrm>
          <a:prstGeom prst="rect">
            <a:avLst/>
          </a:pr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a:solidFill>
                <a:schemeClr val="bg1"/>
              </a:solidFill>
            </a:endParaRPr>
          </a:p>
        </p:txBody>
      </p:sp>
      <p:sp>
        <p:nvSpPr>
          <p:cNvPr id="25" name="Title 26">
            <a:extLst>
              <a:ext uri="{FF2B5EF4-FFF2-40B4-BE49-F238E27FC236}">
                <a16:creationId xmlns:a16="http://schemas.microsoft.com/office/drawing/2014/main" id="{C4F2C11A-A93B-4DAE-8E02-EC545B8FD3DE}"/>
              </a:ext>
            </a:extLst>
          </p:cNvPr>
          <p:cNvSpPr txBox="1">
            <a:spLocks/>
          </p:cNvSpPr>
          <p:nvPr/>
        </p:nvSpPr>
        <p:spPr>
          <a:xfrm>
            <a:off x="938828" y="1567317"/>
            <a:ext cx="3707802" cy="266218"/>
          </a:xfrm>
          <a:prstGeom prst="rect">
            <a:avLst/>
          </a:prstGeom>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r>
              <a:rPr lang="en-CA" sz="1200">
                <a:solidFill>
                  <a:schemeClr val="bg1"/>
                </a:solidFill>
                <a:latin typeface="Open Sans" panose="020B0606030504020204" pitchFamily="34" charset="0"/>
                <a:ea typeface="Open Sans" panose="020B0606030504020204" pitchFamily="34" charset="0"/>
                <a:cs typeface="Open Sans" panose="020B0606030504020204" pitchFamily="34" charset="0"/>
              </a:rPr>
              <a:t>Comprehensive Tenant Advisory</a:t>
            </a:r>
          </a:p>
        </p:txBody>
      </p:sp>
      <p:sp>
        <p:nvSpPr>
          <p:cNvPr id="27" name="Rectangle 26">
            <a:extLst>
              <a:ext uri="{FF2B5EF4-FFF2-40B4-BE49-F238E27FC236}">
                <a16:creationId xmlns:a16="http://schemas.microsoft.com/office/drawing/2014/main" id="{460690F5-05BF-A01B-A15E-DF904B0C28C2}"/>
              </a:ext>
            </a:extLst>
          </p:cNvPr>
          <p:cNvSpPr/>
          <p:nvPr/>
        </p:nvSpPr>
        <p:spPr>
          <a:xfrm>
            <a:off x="647700" y="4378456"/>
            <a:ext cx="1990565" cy="781034"/>
          </a:xfrm>
          <a:prstGeom prst="rect">
            <a:avLst/>
          </a:prstGeom>
        </p:spPr>
        <p:txBody>
          <a:bodyPr wrap="square" lIns="0" tIns="0" rIns="0" bIns="108000">
            <a:spAutoFit/>
          </a:bodyPr>
          <a:lstStyle/>
          <a:p>
            <a:pPr>
              <a:spcBef>
                <a:spcPts val="1200"/>
              </a:spcBef>
              <a:spcAft>
                <a:spcPts val="800"/>
              </a:spcAft>
            </a:pPr>
            <a:r>
              <a:rPr lang="en-CA" sz="1000" b="1">
                <a:solidFill>
                  <a:schemeClr val="bg1"/>
                </a:solidFill>
                <a:latin typeface="Open Sans" panose="020B0606030504020204" pitchFamily="34" charset="0"/>
                <a:ea typeface="Open Sans" panose="020B0606030504020204" pitchFamily="34" charset="0"/>
                <a:cs typeface="Open Sans" panose="020B0606030504020204" pitchFamily="34" charset="0"/>
              </a:rPr>
              <a:t>Firstname Lastname</a:t>
            </a:r>
          </a:p>
          <a:p>
            <a:r>
              <a:rPr lang="en-CA" sz="900">
                <a:solidFill>
                  <a:schemeClr val="bg1"/>
                </a:solidFill>
                <a:ea typeface="+mj-ea"/>
                <a:cs typeface="+mj-cs"/>
              </a:rPr>
              <a:t>Sales Representative</a:t>
            </a:r>
            <a:br>
              <a:rPr lang="en-CA" sz="900">
                <a:solidFill>
                  <a:schemeClr val="bg1"/>
                </a:solidFill>
                <a:ea typeface="+mj-ea"/>
                <a:cs typeface="+mj-cs"/>
              </a:rPr>
            </a:br>
            <a:r>
              <a:rPr lang="en-CA" sz="900">
                <a:solidFill>
                  <a:schemeClr val="bg1"/>
                </a:solidFill>
                <a:ea typeface="+mj-ea"/>
                <a:cs typeface="+mj-cs"/>
              </a:rPr>
              <a:t>+1 000 000 0000</a:t>
            </a:r>
          </a:p>
          <a:p>
            <a:r>
              <a:rPr lang="en-CA" sz="900">
                <a:solidFill>
                  <a:schemeClr val="bg1"/>
                </a:solidFill>
                <a:ea typeface="+mj-ea"/>
                <a:cs typeface="+mj-cs"/>
              </a:rPr>
              <a:t>firstname.lastname@colliers.com</a:t>
            </a:r>
          </a:p>
        </p:txBody>
      </p:sp>
      <p:sp>
        <p:nvSpPr>
          <p:cNvPr id="29" name="Rectangle 28">
            <a:extLst>
              <a:ext uri="{FF2B5EF4-FFF2-40B4-BE49-F238E27FC236}">
                <a16:creationId xmlns:a16="http://schemas.microsoft.com/office/drawing/2014/main" id="{4D3B4278-5F21-EA6B-BED4-814BF8C44BF1}"/>
              </a:ext>
            </a:extLst>
          </p:cNvPr>
          <p:cNvSpPr/>
          <p:nvPr/>
        </p:nvSpPr>
        <p:spPr>
          <a:xfrm>
            <a:off x="2860390" y="4380385"/>
            <a:ext cx="1990565" cy="781034"/>
          </a:xfrm>
          <a:prstGeom prst="rect">
            <a:avLst/>
          </a:prstGeom>
        </p:spPr>
        <p:txBody>
          <a:bodyPr wrap="square" lIns="0" tIns="0" rIns="0" bIns="108000">
            <a:spAutoFit/>
          </a:bodyPr>
          <a:lstStyle/>
          <a:p>
            <a:pPr>
              <a:spcBef>
                <a:spcPts val="1200"/>
              </a:spcBef>
              <a:spcAft>
                <a:spcPts val="800"/>
              </a:spcAft>
            </a:pPr>
            <a:r>
              <a:rPr lang="en-CA" sz="1000" b="1">
                <a:solidFill>
                  <a:schemeClr val="bg1"/>
                </a:solidFill>
                <a:latin typeface="Open Sans" panose="020B0606030504020204" pitchFamily="34" charset="0"/>
                <a:ea typeface="Open Sans" panose="020B0606030504020204" pitchFamily="34" charset="0"/>
                <a:cs typeface="Open Sans" panose="020B0606030504020204" pitchFamily="34" charset="0"/>
              </a:rPr>
              <a:t>Firstname Lastname</a:t>
            </a:r>
          </a:p>
          <a:p>
            <a:r>
              <a:rPr lang="en-CA" sz="900">
                <a:solidFill>
                  <a:schemeClr val="bg1"/>
                </a:solidFill>
                <a:ea typeface="+mj-ea"/>
                <a:cs typeface="+mj-cs"/>
              </a:rPr>
              <a:t>Sales Representative</a:t>
            </a:r>
            <a:br>
              <a:rPr lang="en-CA" sz="900">
                <a:solidFill>
                  <a:schemeClr val="bg1"/>
                </a:solidFill>
                <a:ea typeface="+mj-ea"/>
                <a:cs typeface="+mj-cs"/>
              </a:rPr>
            </a:br>
            <a:r>
              <a:rPr lang="en-CA" sz="900">
                <a:solidFill>
                  <a:schemeClr val="bg1"/>
                </a:solidFill>
                <a:ea typeface="+mj-ea"/>
                <a:cs typeface="+mj-cs"/>
              </a:rPr>
              <a:t>+1 000 000 0000</a:t>
            </a:r>
          </a:p>
          <a:p>
            <a:r>
              <a:rPr lang="en-CA" sz="900">
                <a:solidFill>
                  <a:schemeClr val="bg1"/>
                </a:solidFill>
                <a:ea typeface="+mj-ea"/>
                <a:cs typeface="+mj-cs"/>
              </a:rPr>
              <a:t>firstname.lastname@colliers.com</a:t>
            </a:r>
          </a:p>
        </p:txBody>
      </p:sp>
      <p:sp>
        <p:nvSpPr>
          <p:cNvPr id="30" name="Rectangle 29">
            <a:extLst>
              <a:ext uri="{FF2B5EF4-FFF2-40B4-BE49-F238E27FC236}">
                <a16:creationId xmlns:a16="http://schemas.microsoft.com/office/drawing/2014/main" id="{420BD292-04C6-7F28-2E00-D551524BC217}"/>
              </a:ext>
            </a:extLst>
          </p:cNvPr>
          <p:cNvSpPr/>
          <p:nvPr/>
        </p:nvSpPr>
        <p:spPr>
          <a:xfrm>
            <a:off x="5071583" y="4382313"/>
            <a:ext cx="1990565" cy="781034"/>
          </a:xfrm>
          <a:prstGeom prst="rect">
            <a:avLst/>
          </a:prstGeom>
        </p:spPr>
        <p:txBody>
          <a:bodyPr wrap="square" lIns="0" tIns="0" rIns="0" bIns="108000">
            <a:spAutoFit/>
          </a:bodyPr>
          <a:lstStyle/>
          <a:p>
            <a:pPr>
              <a:spcBef>
                <a:spcPts val="1200"/>
              </a:spcBef>
              <a:spcAft>
                <a:spcPts val="800"/>
              </a:spcAft>
            </a:pPr>
            <a:r>
              <a:rPr lang="en-CA" sz="1000" b="1">
                <a:solidFill>
                  <a:schemeClr val="bg1"/>
                </a:solidFill>
                <a:latin typeface="Open Sans" panose="020B0606030504020204" pitchFamily="34" charset="0"/>
                <a:ea typeface="Open Sans" panose="020B0606030504020204" pitchFamily="34" charset="0"/>
                <a:cs typeface="Open Sans" panose="020B0606030504020204" pitchFamily="34" charset="0"/>
              </a:rPr>
              <a:t>Firstname Lastname</a:t>
            </a:r>
          </a:p>
          <a:p>
            <a:r>
              <a:rPr lang="en-CA" sz="900">
                <a:solidFill>
                  <a:schemeClr val="bg1"/>
                </a:solidFill>
                <a:ea typeface="+mj-ea"/>
                <a:cs typeface="+mj-cs"/>
              </a:rPr>
              <a:t>Sales Representative</a:t>
            </a:r>
            <a:br>
              <a:rPr lang="en-CA" sz="900">
                <a:solidFill>
                  <a:schemeClr val="bg1"/>
                </a:solidFill>
                <a:ea typeface="+mj-ea"/>
                <a:cs typeface="+mj-cs"/>
              </a:rPr>
            </a:br>
            <a:r>
              <a:rPr lang="en-CA" sz="900">
                <a:solidFill>
                  <a:schemeClr val="bg1"/>
                </a:solidFill>
                <a:ea typeface="+mj-ea"/>
                <a:cs typeface="+mj-cs"/>
              </a:rPr>
              <a:t>+1 000 000 0000</a:t>
            </a:r>
          </a:p>
          <a:p>
            <a:r>
              <a:rPr lang="en-CA" sz="900">
                <a:solidFill>
                  <a:schemeClr val="bg1"/>
                </a:solidFill>
                <a:ea typeface="+mj-ea"/>
                <a:cs typeface="+mj-cs"/>
              </a:rPr>
              <a:t>firstname.lastname@colliers.com</a:t>
            </a:r>
          </a:p>
        </p:txBody>
      </p:sp>
      <p:grpSp>
        <p:nvGrpSpPr>
          <p:cNvPr id="57" name="Group 56">
            <a:extLst>
              <a:ext uri="{FF2B5EF4-FFF2-40B4-BE49-F238E27FC236}">
                <a16:creationId xmlns:a16="http://schemas.microsoft.com/office/drawing/2014/main" id="{0134DB9D-5746-2C95-4E94-A5763AC13751}"/>
              </a:ext>
            </a:extLst>
          </p:cNvPr>
          <p:cNvGrpSpPr/>
          <p:nvPr/>
        </p:nvGrpSpPr>
        <p:grpSpPr>
          <a:xfrm>
            <a:off x="366350" y="361879"/>
            <a:ext cx="11462192" cy="6128392"/>
            <a:chOff x="366350" y="361879"/>
            <a:chExt cx="11462192" cy="6128392"/>
          </a:xfrm>
        </p:grpSpPr>
        <p:cxnSp>
          <p:nvCxnSpPr>
            <p:cNvPr id="47" name="Straight Connector 46">
              <a:extLst>
                <a:ext uri="{FF2B5EF4-FFF2-40B4-BE49-F238E27FC236}">
                  <a16:creationId xmlns:a16="http://schemas.microsoft.com/office/drawing/2014/main" id="{4635C64D-EA61-8488-9EF6-148D4B081430}"/>
                </a:ext>
              </a:extLst>
            </p:cNvPr>
            <p:cNvCxnSpPr>
              <a:cxnSpLocks/>
            </p:cNvCxnSpPr>
            <p:nvPr/>
          </p:nvCxnSpPr>
          <p:spPr>
            <a:xfrm flipH="1">
              <a:off x="366350" y="368229"/>
              <a:ext cx="671" cy="109731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1A98EB7-A683-44A7-06A3-C0BD999CD82A}"/>
                </a:ext>
              </a:extLst>
            </p:cNvPr>
            <p:cNvCxnSpPr>
              <a:cxnSpLocks/>
            </p:cNvCxnSpPr>
            <p:nvPr/>
          </p:nvCxnSpPr>
          <p:spPr>
            <a:xfrm>
              <a:off x="366350" y="368229"/>
              <a:ext cx="1146219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B16995DA-257E-36D2-3036-32F866FF246F}"/>
                </a:ext>
              </a:extLst>
            </p:cNvPr>
            <p:cNvCxnSpPr>
              <a:cxnSpLocks/>
            </p:cNvCxnSpPr>
            <p:nvPr/>
          </p:nvCxnSpPr>
          <p:spPr>
            <a:xfrm>
              <a:off x="11822192" y="361879"/>
              <a:ext cx="0" cy="612839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37" name="Text Placeholder 12">
            <a:extLst>
              <a:ext uri="{FF2B5EF4-FFF2-40B4-BE49-F238E27FC236}">
                <a16:creationId xmlns:a16="http://schemas.microsoft.com/office/drawing/2014/main" id="{BA1A7E65-6C67-BB2F-3AD5-53C2896B073C}"/>
              </a:ext>
            </a:extLst>
          </p:cNvPr>
          <p:cNvSpPr txBox="1">
            <a:spLocks/>
          </p:cNvSpPr>
          <p:nvPr/>
        </p:nvSpPr>
        <p:spPr>
          <a:xfrm>
            <a:off x="10197559" y="6417153"/>
            <a:ext cx="1256928" cy="133223"/>
          </a:xfrm>
          <a:prstGeom prst="rect">
            <a:avLst/>
          </a:prstGeom>
        </p:spPr>
        <p:txBody>
          <a:bodyPr vert="horz" lIns="0" tIns="0" rIns="0" bIns="0" rtlCol="0">
            <a:noAutofit/>
          </a:bodyPr>
          <a:lstStyle>
            <a:lvl1pPr marL="244793" indent="-244793" algn="l" defTabSz="1036290" rtl="0" eaLnBrk="1" latinLnBrk="0" hangingPunct="1">
              <a:lnSpc>
                <a:spcPct val="100000"/>
              </a:lnSpc>
              <a:spcBef>
                <a:spcPts val="340"/>
              </a:spcBef>
              <a:spcAft>
                <a:spcPts val="680"/>
              </a:spcAft>
              <a:buFont typeface="Arial" panose="020B0604020202020204" pitchFamily="34" charset="0"/>
              <a:buChar char="•"/>
              <a:defRPr sz="1400" kern="1200">
                <a:solidFill>
                  <a:schemeClr val="tx1"/>
                </a:solidFill>
                <a:latin typeface="+mn-lt"/>
                <a:ea typeface="+mn-ea"/>
                <a:cs typeface="+mn-cs"/>
              </a:defRPr>
            </a:lvl1pPr>
            <a:lvl2pPr marL="489586" indent="-244793" algn="l" defTabSz="1036290" rtl="0" eaLnBrk="1" latinLnBrk="0" hangingPunct="1">
              <a:lnSpc>
                <a:spcPct val="100000"/>
              </a:lnSpc>
              <a:spcBef>
                <a:spcPts val="340"/>
              </a:spcBef>
              <a:spcAft>
                <a:spcPts val="680"/>
              </a:spcAft>
              <a:buFont typeface="Arial" panose="020B0604020202020204" pitchFamily="34" charset="0"/>
              <a:buChar char="•"/>
              <a:defRPr sz="1400" kern="1200">
                <a:solidFill>
                  <a:schemeClr val="tx1"/>
                </a:solidFill>
                <a:latin typeface="+mn-lt"/>
                <a:ea typeface="+mn-ea"/>
                <a:cs typeface="+mn-cs"/>
              </a:defRPr>
            </a:lvl2pPr>
            <a:lvl3pPr marL="734378" indent="-244793" algn="l" defTabSz="1036290" rtl="0" eaLnBrk="1" latinLnBrk="0" hangingPunct="1">
              <a:lnSpc>
                <a:spcPct val="100000"/>
              </a:lnSpc>
              <a:spcBef>
                <a:spcPts val="340"/>
              </a:spcBef>
              <a:spcAft>
                <a:spcPts val="680"/>
              </a:spcAft>
              <a:buFont typeface="Arial" panose="020B0604020202020204" pitchFamily="34" charset="0"/>
              <a:buChar char="•"/>
              <a:defRPr sz="1400" kern="1200">
                <a:solidFill>
                  <a:schemeClr val="tx1"/>
                </a:solidFill>
                <a:latin typeface="+mn-lt"/>
                <a:ea typeface="+mn-ea"/>
                <a:cs typeface="+mn-cs"/>
              </a:defRPr>
            </a:lvl3pPr>
            <a:lvl4pPr marL="0" indent="0" algn="l" defTabSz="1036290" rtl="0" eaLnBrk="1" latinLnBrk="0" hangingPunct="1">
              <a:lnSpc>
                <a:spcPct val="100000"/>
              </a:lnSpc>
              <a:spcBef>
                <a:spcPts val="340"/>
              </a:spcBef>
              <a:spcAft>
                <a:spcPts val="680"/>
              </a:spcAft>
              <a:buFont typeface="Arial" panose="020B0604020202020204" pitchFamily="34" charset="0"/>
              <a:buChar char="​"/>
              <a:defRPr sz="1600" b="1" kern="1200">
                <a:solidFill>
                  <a:schemeClr val="tx2"/>
                </a:solidFill>
                <a:latin typeface="+mn-lt"/>
                <a:ea typeface="+mn-ea"/>
                <a:cs typeface="+mn-cs"/>
              </a:defRPr>
            </a:lvl4pPr>
            <a:lvl5pPr marL="0" indent="0" algn="l" defTabSz="1036290" rtl="0" eaLnBrk="1" latinLnBrk="0" hangingPunct="1">
              <a:lnSpc>
                <a:spcPct val="100000"/>
              </a:lnSpc>
              <a:spcBef>
                <a:spcPts val="340"/>
              </a:spcBef>
              <a:spcAft>
                <a:spcPts val="680"/>
              </a:spcAft>
              <a:buFont typeface="Arial" panose="020B0604020202020204" pitchFamily="34" charset="0"/>
              <a:buChar char="​"/>
              <a:tabLst/>
              <a:defRPr sz="1400" kern="1200">
                <a:solidFill>
                  <a:schemeClr val="tx1"/>
                </a:solidFill>
                <a:latin typeface="+mn-lt"/>
                <a:ea typeface="+mn-ea"/>
                <a:cs typeface="+mn-cs"/>
              </a:defRPr>
            </a:lvl5pPr>
            <a:lvl6pPr marL="122396" indent="-122396" algn="l" defTabSz="1036290" rtl="0" eaLnBrk="1" latinLnBrk="0" hangingPunct="1">
              <a:lnSpc>
                <a:spcPct val="100000"/>
              </a:lnSpc>
              <a:spcBef>
                <a:spcPts val="0"/>
              </a:spcBef>
              <a:spcAft>
                <a:spcPts val="680"/>
              </a:spcAft>
              <a:buFont typeface="Arial" panose="020B0604020202020204" pitchFamily="34" charset="0"/>
              <a:buChar char="•"/>
              <a:defRPr sz="1000" kern="1200">
                <a:solidFill>
                  <a:schemeClr val="tx1"/>
                </a:solidFill>
                <a:latin typeface="+mn-lt"/>
                <a:ea typeface="+mn-ea"/>
                <a:cs typeface="+mn-cs"/>
              </a:defRPr>
            </a:lvl6pPr>
            <a:lvl7pPr marL="0" indent="0" algn="l" defTabSz="1036290" rtl="0" eaLnBrk="1" latinLnBrk="0" hangingPunct="1">
              <a:lnSpc>
                <a:spcPct val="100000"/>
              </a:lnSpc>
              <a:spcBef>
                <a:spcPts val="340"/>
              </a:spcBef>
              <a:spcAft>
                <a:spcPts val="68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1036290" rtl="0" eaLnBrk="1" latinLnBrk="0" hangingPunct="1">
              <a:lnSpc>
                <a:spcPct val="100000"/>
              </a:lnSpc>
              <a:spcBef>
                <a:spcPts val="340"/>
              </a:spcBef>
              <a:spcAft>
                <a:spcPts val="680"/>
              </a:spcAft>
              <a:buFont typeface="Arial" panose="020B0604020202020204" pitchFamily="34" charset="0"/>
              <a:buChar char="​"/>
              <a:defRPr sz="1000" kern="1200">
                <a:solidFill>
                  <a:schemeClr val="tx1"/>
                </a:solidFill>
                <a:latin typeface="+mn-lt"/>
                <a:ea typeface="+mn-ea"/>
                <a:cs typeface="+mn-cs"/>
              </a:defRPr>
            </a:lvl8pPr>
            <a:lvl9pPr marL="0" indent="0" algn="l" defTabSz="1036290" rtl="0" eaLnBrk="1" latinLnBrk="0" hangingPunct="1">
              <a:lnSpc>
                <a:spcPct val="90000"/>
              </a:lnSpc>
              <a:spcBef>
                <a:spcPts val="2720"/>
              </a:spcBef>
              <a:spcAft>
                <a:spcPts val="1360"/>
              </a:spcAft>
              <a:buFont typeface="Arial" panose="020B0604020202020204" pitchFamily="34" charset="0"/>
              <a:buChar char="​"/>
              <a:defRPr sz="4000" kern="1200" baseline="0">
                <a:solidFill>
                  <a:schemeClr val="tx2"/>
                </a:solidFill>
                <a:latin typeface="+mj-lt"/>
                <a:ea typeface="+mn-ea"/>
                <a:cs typeface="+mn-cs"/>
              </a:defRPr>
            </a:lvl9pPr>
          </a:lstStyle>
          <a:p>
            <a:pPr marL="0" indent="0" algn="ctr">
              <a:buFont typeface="Arial" panose="020B0604020202020204" pitchFamily="34" charset="0"/>
              <a:buNone/>
            </a:pPr>
            <a:r>
              <a:rPr lang="en-CA" sz="900">
                <a:solidFill>
                  <a:schemeClr val="bg1"/>
                </a:solidFill>
              </a:rPr>
              <a:t>Accelerating success.</a:t>
            </a:r>
          </a:p>
        </p:txBody>
      </p:sp>
      <p:cxnSp>
        <p:nvCxnSpPr>
          <p:cNvPr id="38" name="Straight Connector 37">
            <a:extLst>
              <a:ext uri="{FF2B5EF4-FFF2-40B4-BE49-F238E27FC236}">
                <a16:creationId xmlns:a16="http://schemas.microsoft.com/office/drawing/2014/main" id="{7607A0E2-D2DF-1572-78E1-8D955CE4E611}"/>
              </a:ext>
            </a:extLst>
          </p:cNvPr>
          <p:cNvCxnSpPr>
            <a:cxnSpLocks/>
          </p:cNvCxnSpPr>
          <p:nvPr/>
        </p:nvCxnSpPr>
        <p:spPr>
          <a:xfrm>
            <a:off x="11461898" y="6483765"/>
            <a:ext cx="36664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5BC55F46-D691-6367-BCF4-A7C230734007}"/>
              </a:ext>
            </a:extLst>
          </p:cNvPr>
          <p:cNvGrpSpPr/>
          <p:nvPr/>
        </p:nvGrpSpPr>
        <p:grpSpPr>
          <a:xfrm>
            <a:off x="366350" y="4198305"/>
            <a:ext cx="9813193" cy="2297914"/>
            <a:chOff x="366350" y="4198305"/>
            <a:chExt cx="9813193" cy="2297914"/>
          </a:xfrm>
        </p:grpSpPr>
        <p:cxnSp>
          <p:nvCxnSpPr>
            <p:cNvPr id="40" name="Straight Connector 39">
              <a:extLst>
                <a:ext uri="{FF2B5EF4-FFF2-40B4-BE49-F238E27FC236}">
                  <a16:creationId xmlns:a16="http://schemas.microsoft.com/office/drawing/2014/main" id="{C30FA78D-DCE7-5C6C-FF70-D8282446245B}"/>
                </a:ext>
              </a:extLst>
            </p:cNvPr>
            <p:cNvCxnSpPr>
              <a:cxnSpLocks/>
            </p:cNvCxnSpPr>
            <p:nvPr/>
          </p:nvCxnSpPr>
          <p:spPr>
            <a:xfrm>
              <a:off x="366350" y="6490271"/>
              <a:ext cx="9813193"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54688DF6-8E82-1232-09CD-A5721AE98674}"/>
                </a:ext>
              </a:extLst>
            </p:cNvPr>
            <p:cNvCxnSpPr>
              <a:cxnSpLocks/>
            </p:cNvCxnSpPr>
            <p:nvPr/>
          </p:nvCxnSpPr>
          <p:spPr>
            <a:xfrm>
              <a:off x="367021" y="4198305"/>
              <a:ext cx="0" cy="229791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48" name="Picture 47" descr="Logo&#10;&#10;Description automatically generated">
            <a:extLst>
              <a:ext uri="{FF2B5EF4-FFF2-40B4-BE49-F238E27FC236}">
                <a16:creationId xmlns:a16="http://schemas.microsoft.com/office/drawing/2014/main" id="{A0BD80E4-FABF-03F6-F0F8-ED533B3EB47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58210" y="5550204"/>
            <a:ext cx="1136791" cy="647942"/>
          </a:xfrm>
          <a:prstGeom prst="rect">
            <a:avLst/>
          </a:prstGeom>
        </p:spPr>
      </p:pic>
      <p:pic>
        <p:nvPicPr>
          <p:cNvPr id="49" name="Picture 48" descr="Logo&#10;&#10;Description automatically generated">
            <a:extLst>
              <a:ext uri="{FF2B5EF4-FFF2-40B4-BE49-F238E27FC236}">
                <a16:creationId xmlns:a16="http://schemas.microsoft.com/office/drawing/2014/main" id="{325BA1E1-083A-828A-D20C-5E92165B5B5A}"/>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345562" y="5571470"/>
            <a:ext cx="1002437" cy="604800"/>
          </a:xfrm>
          <a:prstGeom prst="rect">
            <a:avLst/>
          </a:prstGeom>
          <a:solidFill>
            <a:schemeClr val="bg2"/>
          </a:solidFill>
          <a:ln>
            <a:noFill/>
          </a:ln>
        </p:spPr>
      </p:pic>
      <p:cxnSp>
        <p:nvCxnSpPr>
          <p:cNvPr id="51" name="Straight Arrow Connector 50">
            <a:extLst>
              <a:ext uri="{FF2B5EF4-FFF2-40B4-BE49-F238E27FC236}">
                <a16:creationId xmlns:a16="http://schemas.microsoft.com/office/drawing/2014/main" id="{EA085B03-1238-8EF4-4373-CE4A802E1856}"/>
              </a:ext>
            </a:extLst>
          </p:cNvPr>
          <p:cNvCxnSpPr>
            <a:cxnSpLocks/>
          </p:cNvCxnSpPr>
          <p:nvPr/>
        </p:nvCxnSpPr>
        <p:spPr>
          <a:xfrm>
            <a:off x="2063869" y="5550204"/>
            <a:ext cx="0" cy="607552"/>
          </a:xfrm>
          <a:prstGeom prst="straightConnector1">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sp>
        <p:nvSpPr>
          <p:cNvPr id="36" name="Rectangle: Rounded Corners 1">
            <a:extLst>
              <a:ext uri="{FF2B5EF4-FFF2-40B4-BE49-F238E27FC236}">
                <a16:creationId xmlns:a16="http://schemas.microsoft.com/office/drawing/2014/main" id="{B8121D48-5636-B3BC-90E2-444F823BA6DB}"/>
              </a:ext>
            </a:extLst>
          </p:cNvPr>
          <p:cNvSpPr/>
          <p:nvPr/>
        </p:nvSpPr>
        <p:spPr>
          <a:xfrm>
            <a:off x="12515244" y="207516"/>
            <a:ext cx="2208247" cy="2842470"/>
          </a:xfrm>
          <a:prstGeom prst="roundRect">
            <a:avLst/>
          </a:prstGeom>
          <a:solidFill>
            <a:srgbClr val="FF00FF">
              <a:alpha val="10000"/>
            </a:srgbClr>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1050">
                <a:solidFill>
                  <a:schemeClr val="tx1"/>
                </a:solidFill>
              </a:rPr>
              <a:t>Full size image option, </a:t>
            </a:r>
            <a:br>
              <a:rPr lang="en-US" sz="1050">
                <a:solidFill>
                  <a:schemeClr val="tx1"/>
                </a:solidFill>
              </a:rPr>
            </a:br>
            <a:r>
              <a:rPr lang="en-US" sz="1050">
                <a:solidFill>
                  <a:schemeClr val="tx1"/>
                </a:solidFill>
              </a:rPr>
              <a:t>dark blue overlay 95%.</a:t>
            </a:r>
          </a:p>
          <a:p>
            <a:pPr algn="ctr"/>
            <a:endParaRPr lang="en-US" sz="1050">
              <a:solidFill>
                <a:schemeClr val="tx1"/>
              </a:solidFill>
            </a:endParaRPr>
          </a:p>
          <a:p>
            <a:pPr algn="ctr"/>
            <a:r>
              <a:rPr lang="en-US" sz="1050" b="1">
                <a:solidFill>
                  <a:schemeClr val="tx1"/>
                </a:solidFill>
              </a:rPr>
              <a:t>Background image required.</a:t>
            </a:r>
          </a:p>
          <a:p>
            <a:pPr algn="ctr"/>
            <a:endParaRPr lang="en-US" sz="1050">
              <a:solidFill>
                <a:schemeClr val="tx1"/>
              </a:solidFill>
            </a:endParaRPr>
          </a:p>
          <a:p>
            <a:pPr algn="ctr"/>
            <a:r>
              <a:rPr lang="en-US" sz="1050">
                <a:solidFill>
                  <a:schemeClr val="tx1"/>
                </a:solidFill>
              </a:rPr>
              <a:t>Image can be changed by </a:t>
            </a:r>
            <a:br>
              <a:rPr lang="en-US" sz="1050">
                <a:solidFill>
                  <a:schemeClr val="tx1"/>
                </a:solidFill>
              </a:rPr>
            </a:br>
            <a:r>
              <a:rPr lang="en-US" sz="1050">
                <a:solidFill>
                  <a:schemeClr val="tx1"/>
                </a:solidFill>
              </a:rPr>
              <a:t>moving blue background and fill image placeholder with image from Templafy or your computer files. Reposition blue background when done.</a:t>
            </a:r>
          </a:p>
        </p:txBody>
      </p:sp>
    </p:spTree>
    <p:custDataLst>
      <p:custData r:id="rId1"/>
      <p:custData r:id="rId2"/>
    </p:custDataLst>
    <p:extLst>
      <p:ext uri="{BB962C8B-B14F-4D97-AF65-F5344CB8AC3E}">
        <p14:creationId xmlns:p14="http://schemas.microsoft.com/office/powerpoint/2010/main" val="18358627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Picture Placeholder 11">
            <a:extLst>
              <a:ext uri="{FF2B5EF4-FFF2-40B4-BE49-F238E27FC236}">
                <a16:creationId xmlns:a16="http://schemas.microsoft.com/office/drawing/2014/main" id="{A08C789B-0741-AFCC-7A8C-26869A972BE2}"/>
              </a:ext>
            </a:extLst>
          </p:cNvPr>
          <p:cNvSpPr txBox="1">
            <a:spLocks/>
          </p:cNvSpPr>
          <p:nvPr/>
        </p:nvSpPr>
        <p:spPr>
          <a:xfrm>
            <a:off x="-6349" y="0"/>
            <a:ext cx="12192000" cy="6858000"/>
          </a:xfrm>
          <a:prstGeom prst="rect">
            <a:avLst/>
          </a:prstGeom>
          <a:solidFill>
            <a:schemeClr val="bg2"/>
          </a:solidFill>
        </p:spPr>
        <p:txBody>
          <a:bodyPr lIns="0" tIns="0" bIns="720000" anchor="ctr"/>
          <a:lstStyle>
            <a:lvl1pPr marL="0" marR="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sz="1600" kern="1200">
                <a:solidFill>
                  <a:schemeClr val="bg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a:defRPr/>
            </a:pPr>
            <a:r>
              <a:rPr lang="en-US"/>
              <a:t>Click here and add image from </a:t>
            </a:r>
            <a:r>
              <a:rPr lang="en-US" err="1"/>
              <a:t>Templafy</a:t>
            </a:r>
            <a:endParaRPr lang="en-US"/>
          </a:p>
        </p:txBody>
      </p:sp>
      <p:sp>
        <p:nvSpPr>
          <p:cNvPr id="7" name="Rectangle 6">
            <a:extLst>
              <a:ext uri="{FF2B5EF4-FFF2-40B4-BE49-F238E27FC236}">
                <a16:creationId xmlns:a16="http://schemas.microsoft.com/office/drawing/2014/main" id="{B5CC494A-E200-90BB-3476-3BBA4C085E37}"/>
              </a:ext>
            </a:extLst>
          </p:cNvPr>
          <p:cNvSpPr/>
          <p:nvPr/>
        </p:nvSpPr>
        <p:spPr>
          <a:xfrm flipV="1">
            <a:off x="0" y="325419"/>
            <a:ext cx="3811711" cy="5883294"/>
          </a:xfrm>
          <a:prstGeom prst="rect">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noProof="0" err="1">
              <a:solidFill>
                <a:schemeClr val="accent3"/>
              </a:solidFill>
            </a:endParaRPr>
          </a:p>
        </p:txBody>
      </p:sp>
      <p:sp>
        <p:nvSpPr>
          <p:cNvPr id="4" name="Title 26">
            <a:extLst>
              <a:ext uri="{FF2B5EF4-FFF2-40B4-BE49-F238E27FC236}">
                <a16:creationId xmlns:a16="http://schemas.microsoft.com/office/drawing/2014/main" id="{5D3818A0-9CF4-1262-B3C9-123346332AF0}"/>
              </a:ext>
            </a:extLst>
          </p:cNvPr>
          <p:cNvSpPr txBox="1">
            <a:spLocks/>
          </p:cNvSpPr>
          <p:nvPr/>
        </p:nvSpPr>
        <p:spPr>
          <a:xfrm>
            <a:off x="647700" y="940064"/>
            <a:ext cx="2573001" cy="1103050"/>
          </a:xfrm>
          <a:prstGeom prst="rect">
            <a:avLst/>
          </a:prstGeom>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nSpc>
                <a:spcPct val="90000"/>
              </a:lnSpc>
            </a:pPr>
            <a:r>
              <a:rPr lang="da-DK" sz="4000" err="1">
                <a:solidFill>
                  <a:schemeClr val="accent3"/>
                </a:solidFill>
                <a:ea typeface="Open Sans Light"/>
                <a:cs typeface="Open Sans Light"/>
              </a:rPr>
              <a:t>Table</a:t>
            </a:r>
            <a:r>
              <a:rPr lang="da-DK" sz="4000">
                <a:solidFill>
                  <a:schemeClr val="accent3"/>
                </a:solidFill>
                <a:ea typeface="Open Sans Light"/>
                <a:cs typeface="Open Sans Light"/>
              </a:rPr>
              <a:t> of</a:t>
            </a:r>
            <a:endParaRPr lang="en-US" sz="4000" b="1">
              <a:solidFill>
                <a:schemeClr val="accent3"/>
              </a:solidFill>
              <a:ea typeface="Open Sans Light"/>
              <a:cs typeface="Open Sans Light"/>
            </a:endParaRPr>
          </a:p>
          <a:p>
            <a:pPr>
              <a:lnSpc>
                <a:spcPct val="90000"/>
              </a:lnSpc>
            </a:pPr>
            <a:r>
              <a:rPr lang="da-DK" sz="4000" b="1">
                <a:solidFill>
                  <a:schemeClr val="accent3"/>
                </a:solidFill>
                <a:latin typeface="Open Sans Semibold" panose="020B0606030504020204" pitchFamily="34" charset="0"/>
                <a:ea typeface="Open Sans Semibold" panose="020B0606030504020204" pitchFamily="34" charset="0"/>
                <a:cs typeface="Open Sans Semibold" panose="020B0606030504020204" pitchFamily="34" charset="0"/>
              </a:rPr>
              <a:t>Contents</a:t>
            </a:r>
            <a:endParaRPr lang="en-US" sz="4000" b="1">
              <a:solidFill>
                <a:schemeClr val="accent3"/>
              </a:solidFill>
              <a:latin typeface="Open Sans Semibold" panose="020B0606030504020204" pitchFamily="34" charset="0"/>
              <a:ea typeface="Open Sans Semibold" panose="020B0606030504020204" pitchFamily="34" charset="0"/>
              <a:cs typeface="Open Sans Semibold" panose="020B0606030504020204" pitchFamily="34" charset="0"/>
            </a:endParaRPr>
          </a:p>
        </p:txBody>
      </p:sp>
      <p:sp>
        <p:nvSpPr>
          <p:cNvPr id="5" name="Content Placeholder 3">
            <a:extLst>
              <a:ext uri="{FF2B5EF4-FFF2-40B4-BE49-F238E27FC236}">
                <a16:creationId xmlns:a16="http://schemas.microsoft.com/office/drawing/2014/main" id="{FC31E6A5-A6F0-292F-3A15-DDC5A3D630F7}"/>
              </a:ext>
            </a:extLst>
          </p:cNvPr>
          <p:cNvSpPr txBox="1">
            <a:spLocks/>
          </p:cNvSpPr>
          <p:nvPr/>
        </p:nvSpPr>
        <p:spPr>
          <a:xfrm>
            <a:off x="650744" y="2526653"/>
            <a:ext cx="2569957" cy="3433238"/>
          </a:xfrm>
          <a:prstGeom prst="rect">
            <a:avLst/>
          </a:prstGeom>
        </p:spPr>
        <p:txBody>
          <a:bodyPr vert="horz" lIns="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lnSpc>
                <a:spcPct val="140000"/>
              </a:lnSpc>
              <a:spcBef>
                <a:spcPts val="600"/>
              </a:spcBef>
              <a:spcAft>
                <a:spcPts val="300"/>
              </a:spcAft>
              <a:buNone/>
            </a:pPr>
            <a:r>
              <a:rPr lang="en-US" sz="1400">
                <a:solidFill>
                  <a:schemeClr val="bg1"/>
                </a:solidFill>
                <a:ea typeface="Open Sans Semibold" panose="020B0606030504020204" pitchFamily="34" charset="0"/>
                <a:cs typeface="Open Sans Semibold" panose="020B0606030504020204" pitchFamily="34" charset="0"/>
              </a:rPr>
              <a:t>Introduction</a:t>
            </a:r>
          </a:p>
          <a:p>
            <a:pPr marL="0" indent="0">
              <a:lnSpc>
                <a:spcPct val="140000"/>
              </a:lnSpc>
              <a:spcBef>
                <a:spcPts val="600"/>
              </a:spcBef>
              <a:spcAft>
                <a:spcPts val="300"/>
              </a:spcAft>
              <a:buNone/>
            </a:pPr>
            <a:r>
              <a:rPr lang="en-US" sz="1400">
                <a:solidFill>
                  <a:schemeClr val="bg1"/>
                </a:solidFill>
                <a:ea typeface="Open Sans Semibold" panose="020B0606030504020204" pitchFamily="34" charset="0"/>
                <a:cs typeface="Open Sans Semibold" panose="020B0606030504020204" pitchFamily="34" charset="0"/>
              </a:rPr>
              <a:t>Our Team</a:t>
            </a:r>
          </a:p>
          <a:p>
            <a:pPr marL="0" indent="0">
              <a:lnSpc>
                <a:spcPct val="140000"/>
              </a:lnSpc>
              <a:spcBef>
                <a:spcPts val="600"/>
              </a:spcBef>
              <a:spcAft>
                <a:spcPts val="300"/>
              </a:spcAft>
              <a:buNone/>
            </a:pPr>
            <a:r>
              <a:rPr lang="en-US" sz="1400">
                <a:solidFill>
                  <a:schemeClr val="bg1"/>
                </a:solidFill>
                <a:ea typeface="Open Sans Semibold" panose="020B0606030504020204" pitchFamily="34" charset="0"/>
                <a:cs typeface="Open Sans Semibold" panose="020B0606030504020204" pitchFamily="34" charset="0"/>
              </a:rPr>
              <a:t>Marketing Overview</a:t>
            </a:r>
          </a:p>
          <a:p>
            <a:pPr marL="0" indent="0">
              <a:lnSpc>
                <a:spcPct val="140000"/>
              </a:lnSpc>
              <a:spcBef>
                <a:spcPts val="600"/>
              </a:spcBef>
              <a:spcAft>
                <a:spcPts val="300"/>
              </a:spcAft>
              <a:buNone/>
            </a:pPr>
            <a:r>
              <a:rPr lang="en-US" sz="1400">
                <a:solidFill>
                  <a:schemeClr val="bg1"/>
                </a:solidFill>
                <a:ea typeface="Open Sans Semibold" panose="020B0606030504020204" pitchFamily="34" charset="0"/>
                <a:cs typeface="Open Sans Semibold" panose="020B0606030504020204" pitchFamily="34" charset="0"/>
              </a:rPr>
              <a:t>Workplace Trends</a:t>
            </a:r>
          </a:p>
          <a:p>
            <a:pPr marL="0" indent="0">
              <a:lnSpc>
                <a:spcPct val="140000"/>
              </a:lnSpc>
              <a:spcBef>
                <a:spcPts val="600"/>
              </a:spcBef>
              <a:spcAft>
                <a:spcPts val="300"/>
              </a:spcAft>
              <a:buNone/>
            </a:pPr>
            <a:r>
              <a:rPr lang="en-US" sz="1400">
                <a:solidFill>
                  <a:schemeClr val="bg1"/>
                </a:solidFill>
                <a:ea typeface="Open Sans Semibold" panose="020B0606030504020204" pitchFamily="34" charset="0"/>
                <a:cs typeface="Open Sans Semibold" panose="020B0606030504020204" pitchFamily="34" charset="0"/>
              </a:rPr>
              <a:t>Our Strategy</a:t>
            </a:r>
          </a:p>
          <a:p>
            <a:pPr marL="0" indent="0">
              <a:lnSpc>
                <a:spcPct val="140000"/>
              </a:lnSpc>
              <a:spcBef>
                <a:spcPts val="600"/>
              </a:spcBef>
              <a:spcAft>
                <a:spcPts val="300"/>
              </a:spcAft>
              <a:buNone/>
            </a:pPr>
            <a:r>
              <a:rPr lang="en-US" sz="1400">
                <a:solidFill>
                  <a:schemeClr val="bg1"/>
                </a:solidFill>
                <a:ea typeface="Open Sans Semibold" panose="020B0606030504020204" pitchFamily="34" charset="0"/>
                <a:cs typeface="Open Sans Semibold" panose="020B0606030504020204" pitchFamily="34" charset="0"/>
              </a:rPr>
              <a:t>Tools and Technology</a:t>
            </a:r>
          </a:p>
          <a:p>
            <a:pPr marL="0" indent="0">
              <a:lnSpc>
                <a:spcPct val="140000"/>
              </a:lnSpc>
              <a:spcBef>
                <a:spcPts val="600"/>
              </a:spcBef>
              <a:spcAft>
                <a:spcPts val="300"/>
              </a:spcAft>
              <a:buNone/>
            </a:pPr>
            <a:r>
              <a:rPr lang="en-US" sz="1400">
                <a:solidFill>
                  <a:schemeClr val="bg1"/>
                </a:solidFill>
                <a:ea typeface="Open Sans Semibold" panose="020B0606030504020204" pitchFamily="34" charset="0"/>
                <a:cs typeface="Open Sans Semibold" panose="020B0606030504020204" pitchFamily="34" charset="0"/>
              </a:rPr>
              <a:t>Our Differentiators</a:t>
            </a:r>
          </a:p>
          <a:p>
            <a:pPr marL="0" indent="0">
              <a:lnSpc>
                <a:spcPct val="140000"/>
              </a:lnSpc>
              <a:spcBef>
                <a:spcPts val="600"/>
              </a:spcBef>
              <a:spcAft>
                <a:spcPts val="300"/>
              </a:spcAft>
              <a:buNone/>
            </a:pPr>
            <a:r>
              <a:rPr lang="en-US" sz="1400">
                <a:solidFill>
                  <a:schemeClr val="bg1"/>
                </a:solidFill>
                <a:ea typeface="Open Sans Semibold" panose="020B0606030504020204" pitchFamily="34" charset="0"/>
                <a:cs typeface="Open Sans Semibold" panose="020B0606030504020204" pitchFamily="34" charset="0"/>
              </a:rPr>
              <a:t>Value-Add Services</a:t>
            </a:r>
          </a:p>
        </p:txBody>
      </p:sp>
      <p:sp>
        <p:nvSpPr>
          <p:cNvPr id="6" name="Content Placeholder 3">
            <a:extLst>
              <a:ext uri="{FF2B5EF4-FFF2-40B4-BE49-F238E27FC236}">
                <a16:creationId xmlns:a16="http://schemas.microsoft.com/office/drawing/2014/main" id="{EB86CDBB-6A9A-B4A0-625B-35E0AEF9DF7B}"/>
              </a:ext>
            </a:extLst>
          </p:cNvPr>
          <p:cNvSpPr txBox="1">
            <a:spLocks/>
          </p:cNvSpPr>
          <p:nvPr/>
        </p:nvSpPr>
        <p:spPr>
          <a:xfrm>
            <a:off x="3209925" y="2526653"/>
            <a:ext cx="215900" cy="3433238"/>
          </a:xfrm>
          <a:prstGeom prst="rect">
            <a:avLst/>
          </a:prstGeom>
        </p:spPr>
        <p:txBody>
          <a:bodyPr vert="horz" lIns="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lgn="r">
              <a:lnSpc>
                <a:spcPct val="140000"/>
              </a:lnSpc>
              <a:spcBef>
                <a:spcPts val="600"/>
              </a:spcBef>
              <a:spcAft>
                <a:spcPts val="300"/>
              </a:spcAft>
              <a:buNone/>
            </a:pPr>
            <a:r>
              <a:rPr lang="en-US" sz="1400">
                <a:solidFill>
                  <a:schemeClr val="bg1"/>
                </a:solidFill>
                <a:ea typeface="Open Sans Light" panose="020B0306030504020204" pitchFamily="34" charset="0"/>
                <a:cs typeface="Open Sans Light" panose="020B0306030504020204" pitchFamily="34" charset="0"/>
              </a:rPr>
              <a:t>01</a:t>
            </a:r>
          </a:p>
          <a:p>
            <a:pPr marL="0" indent="0" algn="r">
              <a:lnSpc>
                <a:spcPct val="140000"/>
              </a:lnSpc>
              <a:spcBef>
                <a:spcPts val="600"/>
              </a:spcBef>
              <a:spcAft>
                <a:spcPts val="300"/>
              </a:spcAft>
              <a:buNone/>
            </a:pPr>
            <a:r>
              <a:rPr lang="en-US" sz="1400">
                <a:solidFill>
                  <a:schemeClr val="bg1"/>
                </a:solidFill>
                <a:ea typeface="Open Sans Light" panose="020B0306030504020204" pitchFamily="34" charset="0"/>
                <a:cs typeface="Open Sans Light" panose="020B0306030504020204" pitchFamily="34" charset="0"/>
              </a:rPr>
              <a:t>01</a:t>
            </a:r>
          </a:p>
          <a:p>
            <a:pPr marL="0" indent="0" algn="r">
              <a:lnSpc>
                <a:spcPct val="140000"/>
              </a:lnSpc>
              <a:spcBef>
                <a:spcPts val="600"/>
              </a:spcBef>
              <a:spcAft>
                <a:spcPts val="300"/>
              </a:spcAft>
              <a:buNone/>
            </a:pPr>
            <a:r>
              <a:rPr lang="en-US" sz="1400">
                <a:solidFill>
                  <a:schemeClr val="bg1"/>
                </a:solidFill>
                <a:ea typeface="Open Sans Light" panose="020B0306030504020204" pitchFamily="34" charset="0"/>
                <a:cs typeface="Open Sans Light" panose="020B0306030504020204" pitchFamily="34" charset="0"/>
              </a:rPr>
              <a:t>01</a:t>
            </a:r>
          </a:p>
          <a:p>
            <a:pPr marL="0" indent="0" algn="r">
              <a:lnSpc>
                <a:spcPct val="140000"/>
              </a:lnSpc>
              <a:spcBef>
                <a:spcPts val="600"/>
              </a:spcBef>
              <a:spcAft>
                <a:spcPts val="300"/>
              </a:spcAft>
              <a:buNone/>
            </a:pPr>
            <a:r>
              <a:rPr lang="en-US" sz="1400">
                <a:solidFill>
                  <a:schemeClr val="bg1"/>
                </a:solidFill>
                <a:ea typeface="Open Sans Light" panose="020B0306030504020204" pitchFamily="34" charset="0"/>
                <a:cs typeface="Open Sans Light" panose="020B0306030504020204" pitchFamily="34" charset="0"/>
              </a:rPr>
              <a:t>01</a:t>
            </a:r>
          </a:p>
          <a:p>
            <a:pPr marL="0" indent="0" algn="r">
              <a:lnSpc>
                <a:spcPct val="140000"/>
              </a:lnSpc>
              <a:spcBef>
                <a:spcPts val="600"/>
              </a:spcBef>
              <a:spcAft>
                <a:spcPts val="300"/>
              </a:spcAft>
              <a:buNone/>
            </a:pPr>
            <a:r>
              <a:rPr lang="en-US" sz="1400">
                <a:solidFill>
                  <a:schemeClr val="bg1"/>
                </a:solidFill>
                <a:ea typeface="Open Sans Light" panose="020B0306030504020204" pitchFamily="34" charset="0"/>
                <a:cs typeface="Open Sans Light" panose="020B0306030504020204" pitchFamily="34" charset="0"/>
              </a:rPr>
              <a:t>01</a:t>
            </a:r>
          </a:p>
          <a:p>
            <a:pPr marL="0" indent="0" algn="r">
              <a:lnSpc>
                <a:spcPct val="140000"/>
              </a:lnSpc>
              <a:spcBef>
                <a:spcPts val="600"/>
              </a:spcBef>
              <a:spcAft>
                <a:spcPts val="300"/>
              </a:spcAft>
              <a:buNone/>
            </a:pPr>
            <a:r>
              <a:rPr lang="en-US" sz="1400">
                <a:solidFill>
                  <a:schemeClr val="bg1"/>
                </a:solidFill>
                <a:ea typeface="Open Sans Light" panose="020B0306030504020204" pitchFamily="34" charset="0"/>
                <a:cs typeface="Open Sans Light" panose="020B0306030504020204" pitchFamily="34" charset="0"/>
              </a:rPr>
              <a:t>01</a:t>
            </a:r>
          </a:p>
          <a:p>
            <a:pPr marL="0" indent="0" algn="r">
              <a:lnSpc>
                <a:spcPct val="140000"/>
              </a:lnSpc>
              <a:spcBef>
                <a:spcPts val="600"/>
              </a:spcBef>
              <a:spcAft>
                <a:spcPts val="300"/>
              </a:spcAft>
              <a:buNone/>
            </a:pPr>
            <a:r>
              <a:rPr lang="en-US" sz="1400">
                <a:solidFill>
                  <a:schemeClr val="bg1"/>
                </a:solidFill>
                <a:ea typeface="Open Sans Light" panose="020B0306030504020204" pitchFamily="34" charset="0"/>
                <a:cs typeface="Open Sans Light" panose="020B0306030504020204" pitchFamily="34" charset="0"/>
              </a:rPr>
              <a:t>01</a:t>
            </a:r>
          </a:p>
          <a:p>
            <a:pPr marL="0" indent="0" algn="r">
              <a:lnSpc>
                <a:spcPct val="140000"/>
              </a:lnSpc>
              <a:spcBef>
                <a:spcPts val="600"/>
              </a:spcBef>
              <a:spcAft>
                <a:spcPts val="300"/>
              </a:spcAft>
              <a:buNone/>
            </a:pPr>
            <a:r>
              <a:rPr lang="en-US" sz="1400">
                <a:solidFill>
                  <a:schemeClr val="bg1"/>
                </a:solidFill>
                <a:ea typeface="Open Sans Light" panose="020B0306030504020204" pitchFamily="34" charset="0"/>
                <a:cs typeface="Open Sans Light" panose="020B0306030504020204" pitchFamily="34" charset="0"/>
              </a:rPr>
              <a:t>01</a:t>
            </a:r>
          </a:p>
        </p:txBody>
      </p:sp>
    </p:spTree>
    <p:custDataLst>
      <p:custData r:id="rId1"/>
      <p:custData r:id="rId2"/>
    </p:custDataLst>
    <p:extLst>
      <p:ext uri="{BB962C8B-B14F-4D97-AF65-F5344CB8AC3E}">
        <p14:creationId xmlns:p14="http://schemas.microsoft.com/office/powerpoint/2010/main" val="36293049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ABE8943-FE40-1E2F-7565-0E1D371F7EB0}"/>
              </a:ext>
            </a:extLst>
          </p:cNvPr>
          <p:cNvSpPr>
            <a:spLocks noGrp="1"/>
          </p:cNvSpPr>
          <p:nvPr>
            <p:ph type="pic" sz="quarter" idx="18"/>
          </p:nvPr>
        </p:nvSpPr>
        <p:spPr/>
        <p:txBody>
          <a:bodyPr/>
          <a:lstStyle/>
          <a:p>
            <a:endParaRPr lang="en-CA"/>
          </a:p>
        </p:txBody>
      </p:sp>
      <p:sp>
        <p:nvSpPr>
          <p:cNvPr id="3" name="Title 2">
            <a:extLst>
              <a:ext uri="{FF2B5EF4-FFF2-40B4-BE49-F238E27FC236}">
                <a16:creationId xmlns:a16="http://schemas.microsoft.com/office/drawing/2014/main" id="{4B67E8D7-7399-72BE-B885-793A1510D450}"/>
              </a:ext>
            </a:extLst>
          </p:cNvPr>
          <p:cNvSpPr>
            <a:spLocks noGrp="1"/>
          </p:cNvSpPr>
          <p:nvPr>
            <p:ph type="title"/>
          </p:nvPr>
        </p:nvSpPr>
        <p:spPr/>
        <p:txBody>
          <a:bodyPr anchor="ctr" anchorCtr="0"/>
          <a:lstStyle/>
          <a:p>
            <a:r>
              <a:rPr lang="en-US"/>
              <a:t>Table of</a:t>
            </a:r>
            <a:r>
              <a:rPr lang="en-US" b="1">
                <a:latin typeface="Open Sans Semibold" panose="020B0606030504020204" pitchFamily="34" charset="0"/>
                <a:ea typeface="Open Sans Semibold" panose="020B0606030504020204" pitchFamily="34" charset="0"/>
                <a:cs typeface="Open Sans Semibold" panose="020B0606030504020204" pitchFamily="34" charset="0"/>
              </a:rPr>
              <a:t> Contents</a:t>
            </a:r>
          </a:p>
        </p:txBody>
      </p:sp>
      <p:sp>
        <p:nvSpPr>
          <p:cNvPr id="4" name="Footer Placeholder 3">
            <a:extLst>
              <a:ext uri="{FF2B5EF4-FFF2-40B4-BE49-F238E27FC236}">
                <a16:creationId xmlns:a16="http://schemas.microsoft.com/office/drawing/2014/main" id="{9167D99D-C5A8-4349-5652-74956E38A26B}"/>
              </a:ext>
            </a:extLst>
          </p:cNvPr>
          <p:cNvSpPr>
            <a:spLocks noGrp="1"/>
          </p:cNvSpPr>
          <p:nvPr>
            <p:ph type="ftr" sz="quarter" idx="15"/>
          </p:nvPr>
        </p:nvSpPr>
        <p:spPr/>
        <p:txBody>
          <a:bodyPr/>
          <a:lstStyle/>
          <a:p>
            <a:r>
              <a:rPr lang="en-US"/>
              <a:t>Colliers</a:t>
            </a:r>
          </a:p>
        </p:txBody>
      </p:sp>
      <p:sp>
        <p:nvSpPr>
          <p:cNvPr id="5" name="Slide Number Placeholder 4">
            <a:extLst>
              <a:ext uri="{FF2B5EF4-FFF2-40B4-BE49-F238E27FC236}">
                <a16:creationId xmlns:a16="http://schemas.microsoft.com/office/drawing/2014/main" id="{254BEDF0-8AD8-C67F-314E-19FE0661A676}"/>
              </a:ext>
            </a:extLst>
          </p:cNvPr>
          <p:cNvSpPr>
            <a:spLocks noGrp="1"/>
          </p:cNvSpPr>
          <p:nvPr>
            <p:ph type="sldNum" sz="quarter" idx="16"/>
          </p:nvPr>
        </p:nvSpPr>
        <p:spPr/>
        <p:txBody>
          <a:bodyPr/>
          <a:lstStyle/>
          <a:p>
            <a:fld id="{23AA811B-2EBD-4900-905E-5BE206449611}" type="slidenum">
              <a:rPr lang="en-US"/>
              <a:pPr/>
              <a:t>5</a:t>
            </a:fld>
            <a:endParaRPr lang="en-US"/>
          </a:p>
        </p:txBody>
      </p:sp>
      <p:sp>
        <p:nvSpPr>
          <p:cNvPr id="6" name="Text Placeholder 5">
            <a:extLst>
              <a:ext uri="{FF2B5EF4-FFF2-40B4-BE49-F238E27FC236}">
                <a16:creationId xmlns:a16="http://schemas.microsoft.com/office/drawing/2014/main" id="{4E3B2A13-DABB-33DA-08C7-AF5D2A1505CB}"/>
              </a:ext>
            </a:extLst>
          </p:cNvPr>
          <p:cNvSpPr>
            <a:spLocks noGrp="1"/>
          </p:cNvSpPr>
          <p:nvPr>
            <p:ph type="body" sz="quarter" idx="19"/>
          </p:nvPr>
        </p:nvSpPr>
        <p:spPr/>
        <p:txBody>
          <a:bodyPr/>
          <a:lstStyle/>
          <a:p>
            <a:endParaRPr lang="en-US"/>
          </a:p>
        </p:txBody>
      </p:sp>
      <p:sp>
        <p:nvSpPr>
          <p:cNvPr id="7" name="Text Placeholder 6">
            <a:extLst>
              <a:ext uri="{FF2B5EF4-FFF2-40B4-BE49-F238E27FC236}">
                <a16:creationId xmlns:a16="http://schemas.microsoft.com/office/drawing/2014/main" id="{3853C4B9-69BA-248F-4E6E-8EAD79BEEF9B}"/>
              </a:ext>
            </a:extLst>
          </p:cNvPr>
          <p:cNvSpPr>
            <a:spLocks noGrp="1"/>
          </p:cNvSpPr>
          <p:nvPr>
            <p:ph type="body" sz="quarter" idx="13"/>
          </p:nvPr>
        </p:nvSpPr>
        <p:spPr/>
        <p:txBody>
          <a:bodyPr/>
          <a:lstStyle/>
          <a:p>
            <a:r>
              <a:rPr lang="en-US" sz="2400"/>
              <a:t>Introduction</a:t>
            </a:r>
          </a:p>
        </p:txBody>
      </p:sp>
      <p:sp>
        <p:nvSpPr>
          <p:cNvPr id="8" name="Text Placeholder 7">
            <a:extLst>
              <a:ext uri="{FF2B5EF4-FFF2-40B4-BE49-F238E27FC236}">
                <a16:creationId xmlns:a16="http://schemas.microsoft.com/office/drawing/2014/main" id="{0BD78C85-9729-1B0B-351C-DDD32B931F9F}"/>
              </a:ext>
            </a:extLst>
          </p:cNvPr>
          <p:cNvSpPr>
            <a:spLocks noGrp="1"/>
          </p:cNvSpPr>
          <p:nvPr>
            <p:ph type="body" sz="quarter" idx="17"/>
          </p:nvPr>
        </p:nvSpPr>
        <p:spPr/>
        <p:txBody>
          <a:bodyPr/>
          <a:lstStyle/>
          <a:p>
            <a:r>
              <a:rPr lang="en-US" sz="2400"/>
              <a:t>01</a:t>
            </a:r>
          </a:p>
        </p:txBody>
      </p:sp>
      <p:sp>
        <p:nvSpPr>
          <p:cNvPr id="9" name="Text Placeholder 8">
            <a:extLst>
              <a:ext uri="{FF2B5EF4-FFF2-40B4-BE49-F238E27FC236}">
                <a16:creationId xmlns:a16="http://schemas.microsoft.com/office/drawing/2014/main" id="{B7C1E616-B36C-A132-F10F-E9DCEB4A9194}"/>
              </a:ext>
            </a:extLst>
          </p:cNvPr>
          <p:cNvSpPr>
            <a:spLocks noGrp="1"/>
          </p:cNvSpPr>
          <p:nvPr>
            <p:ph type="body" sz="quarter" idx="20"/>
          </p:nvPr>
        </p:nvSpPr>
        <p:spPr>
          <a:xfrm>
            <a:off x="1573213" y="2832052"/>
            <a:ext cx="4413250" cy="457201"/>
          </a:xfrm>
        </p:spPr>
        <p:txBody>
          <a:bodyPr/>
          <a:lstStyle/>
          <a:p>
            <a:r>
              <a:rPr lang="en-US" sz="2400"/>
              <a:t>Our Team</a:t>
            </a:r>
          </a:p>
        </p:txBody>
      </p:sp>
      <p:sp>
        <p:nvSpPr>
          <p:cNvPr id="10" name="Text Placeholder 9">
            <a:extLst>
              <a:ext uri="{FF2B5EF4-FFF2-40B4-BE49-F238E27FC236}">
                <a16:creationId xmlns:a16="http://schemas.microsoft.com/office/drawing/2014/main" id="{E654E0B5-AFBE-2DC8-408D-9ED64094B03E}"/>
              </a:ext>
            </a:extLst>
          </p:cNvPr>
          <p:cNvSpPr>
            <a:spLocks noGrp="1"/>
          </p:cNvSpPr>
          <p:nvPr>
            <p:ph type="body" sz="quarter" idx="21"/>
          </p:nvPr>
        </p:nvSpPr>
        <p:spPr>
          <a:xfrm>
            <a:off x="647700" y="2832053"/>
            <a:ext cx="520700" cy="457200"/>
          </a:xfrm>
        </p:spPr>
        <p:txBody>
          <a:bodyPr/>
          <a:lstStyle/>
          <a:p>
            <a:r>
              <a:rPr lang="en-US" sz="2400"/>
              <a:t>02</a:t>
            </a:r>
          </a:p>
        </p:txBody>
      </p:sp>
      <p:sp>
        <p:nvSpPr>
          <p:cNvPr id="11" name="Text Placeholder 10">
            <a:extLst>
              <a:ext uri="{FF2B5EF4-FFF2-40B4-BE49-F238E27FC236}">
                <a16:creationId xmlns:a16="http://schemas.microsoft.com/office/drawing/2014/main" id="{0D4380BB-7DEC-78DE-D78B-0444E7437DB9}"/>
              </a:ext>
            </a:extLst>
          </p:cNvPr>
          <p:cNvSpPr>
            <a:spLocks noGrp="1"/>
          </p:cNvSpPr>
          <p:nvPr>
            <p:ph type="body" sz="quarter" idx="22"/>
          </p:nvPr>
        </p:nvSpPr>
        <p:spPr>
          <a:xfrm>
            <a:off x="1573213" y="3327305"/>
            <a:ext cx="4413250" cy="457201"/>
          </a:xfrm>
        </p:spPr>
        <p:txBody>
          <a:bodyPr/>
          <a:lstStyle/>
          <a:p>
            <a:r>
              <a:rPr lang="en-US" sz="2400"/>
              <a:t>Marketing Overview</a:t>
            </a:r>
          </a:p>
        </p:txBody>
      </p:sp>
      <p:sp>
        <p:nvSpPr>
          <p:cNvPr id="12" name="Text Placeholder 11">
            <a:extLst>
              <a:ext uri="{FF2B5EF4-FFF2-40B4-BE49-F238E27FC236}">
                <a16:creationId xmlns:a16="http://schemas.microsoft.com/office/drawing/2014/main" id="{9BC921C2-1FF9-5783-A301-8C23C094B17B}"/>
              </a:ext>
            </a:extLst>
          </p:cNvPr>
          <p:cNvSpPr>
            <a:spLocks noGrp="1"/>
          </p:cNvSpPr>
          <p:nvPr>
            <p:ph type="body" sz="quarter" idx="23"/>
          </p:nvPr>
        </p:nvSpPr>
        <p:spPr>
          <a:xfrm>
            <a:off x="647700" y="3327306"/>
            <a:ext cx="520700" cy="457200"/>
          </a:xfrm>
        </p:spPr>
        <p:txBody>
          <a:bodyPr/>
          <a:lstStyle/>
          <a:p>
            <a:r>
              <a:rPr lang="en-US" sz="2400"/>
              <a:t>03</a:t>
            </a:r>
          </a:p>
        </p:txBody>
      </p:sp>
      <p:sp>
        <p:nvSpPr>
          <p:cNvPr id="13" name="Text Placeholder 12">
            <a:extLst>
              <a:ext uri="{FF2B5EF4-FFF2-40B4-BE49-F238E27FC236}">
                <a16:creationId xmlns:a16="http://schemas.microsoft.com/office/drawing/2014/main" id="{2107E158-DD41-456B-5F49-A72C2E0711CF}"/>
              </a:ext>
            </a:extLst>
          </p:cNvPr>
          <p:cNvSpPr>
            <a:spLocks noGrp="1"/>
          </p:cNvSpPr>
          <p:nvPr>
            <p:ph type="body" sz="quarter" idx="24"/>
          </p:nvPr>
        </p:nvSpPr>
        <p:spPr>
          <a:xfrm>
            <a:off x="1573213" y="3822558"/>
            <a:ext cx="4413250" cy="457201"/>
          </a:xfrm>
        </p:spPr>
        <p:txBody>
          <a:bodyPr/>
          <a:lstStyle/>
          <a:p>
            <a:r>
              <a:rPr lang="en-US" sz="2400"/>
              <a:t>Workplace Trends</a:t>
            </a:r>
          </a:p>
        </p:txBody>
      </p:sp>
      <p:sp>
        <p:nvSpPr>
          <p:cNvPr id="14" name="Text Placeholder 13">
            <a:extLst>
              <a:ext uri="{FF2B5EF4-FFF2-40B4-BE49-F238E27FC236}">
                <a16:creationId xmlns:a16="http://schemas.microsoft.com/office/drawing/2014/main" id="{82FE825D-8FA3-EFF2-96B4-4CB929866799}"/>
              </a:ext>
            </a:extLst>
          </p:cNvPr>
          <p:cNvSpPr>
            <a:spLocks noGrp="1"/>
          </p:cNvSpPr>
          <p:nvPr>
            <p:ph type="body" sz="quarter" idx="25"/>
          </p:nvPr>
        </p:nvSpPr>
        <p:spPr>
          <a:xfrm>
            <a:off x="647700" y="3822559"/>
            <a:ext cx="520700" cy="457200"/>
          </a:xfrm>
        </p:spPr>
        <p:txBody>
          <a:bodyPr/>
          <a:lstStyle/>
          <a:p>
            <a:r>
              <a:rPr lang="en-US" sz="2400"/>
              <a:t>04</a:t>
            </a:r>
          </a:p>
        </p:txBody>
      </p:sp>
      <p:sp>
        <p:nvSpPr>
          <p:cNvPr id="15" name="Text Placeholder 14">
            <a:extLst>
              <a:ext uri="{FF2B5EF4-FFF2-40B4-BE49-F238E27FC236}">
                <a16:creationId xmlns:a16="http://schemas.microsoft.com/office/drawing/2014/main" id="{C2458531-11CF-EDAF-82C0-FCA791EE1605}"/>
              </a:ext>
            </a:extLst>
          </p:cNvPr>
          <p:cNvSpPr>
            <a:spLocks noGrp="1"/>
          </p:cNvSpPr>
          <p:nvPr>
            <p:ph type="body" sz="quarter" idx="26"/>
          </p:nvPr>
        </p:nvSpPr>
        <p:spPr>
          <a:xfrm>
            <a:off x="1573213" y="4317811"/>
            <a:ext cx="4413250" cy="457201"/>
          </a:xfrm>
        </p:spPr>
        <p:txBody>
          <a:bodyPr/>
          <a:lstStyle/>
          <a:p>
            <a:r>
              <a:rPr lang="en-US" sz="2400"/>
              <a:t>Our Strategy</a:t>
            </a:r>
          </a:p>
        </p:txBody>
      </p:sp>
      <p:sp>
        <p:nvSpPr>
          <p:cNvPr id="16" name="Text Placeholder 15">
            <a:extLst>
              <a:ext uri="{FF2B5EF4-FFF2-40B4-BE49-F238E27FC236}">
                <a16:creationId xmlns:a16="http://schemas.microsoft.com/office/drawing/2014/main" id="{E0E436D5-17C5-5AFB-589D-0DAA9B758F3B}"/>
              </a:ext>
            </a:extLst>
          </p:cNvPr>
          <p:cNvSpPr>
            <a:spLocks noGrp="1"/>
          </p:cNvSpPr>
          <p:nvPr>
            <p:ph type="body" sz="quarter" idx="27"/>
          </p:nvPr>
        </p:nvSpPr>
        <p:spPr>
          <a:xfrm>
            <a:off x="647700" y="4317812"/>
            <a:ext cx="520700" cy="457200"/>
          </a:xfrm>
        </p:spPr>
        <p:txBody>
          <a:bodyPr/>
          <a:lstStyle/>
          <a:p>
            <a:r>
              <a:rPr lang="en-US" sz="2400"/>
              <a:t>05</a:t>
            </a:r>
          </a:p>
        </p:txBody>
      </p:sp>
      <p:sp>
        <p:nvSpPr>
          <p:cNvPr id="17" name="Text Placeholder 14">
            <a:extLst>
              <a:ext uri="{FF2B5EF4-FFF2-40B4-BE49-F238E27FC236}">
                <a16:creationId xmlns:a16="http://schemas.microsoft.com/office/drawing/2014/main" id="{6B172410-B3E0-C07F-908F-E187C78BCF44}"/>
              </a:ext>
            </a:extLst>
          </p:cNvPr>
          <p:cNvSpPr txBox="1">
            <a:spLocks/>
          </p:cNvSpPr>
          <p:nvPr/>
        </p:nvSpPr>
        <p:spPr>
          <a:xfrm>
            <a:off x="1573213" y="4813064"/>
            <a:ext cx="4413250" cy="457201"/>
          </a:xfrm>
          <a:prstGeom prst="rect">
            <a:avLst/>
          </a:prstGeom>
        </p:spPr>
        <p:txBody>
          <a:bodyPr vert="horz" lIns="0" tIns="0" rIns="0" bIns="0" rtlCol="0">
            <a:no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Char char="​"/>
              <a:defRPr sz="2800" b="0" kern="1200">
                <a:solidFill>
                  <a:schemeClr val="bg1"/>
                </a:solidFill>
                <a:latin typeface="+mj-lt"/>
                <a:ea typeface="+mn-ea"/>
                <a:cs typeface="+mn-cs"/>
              </a:defRPr>
            </a:lvl1pPr>
            <a:lvl2pPr marL="0" indent="0" algn="l" defTabSz="914400" rtl="0" eaLnBrk="1" latinLnBrk="0" hangingPunct="1">
              <a:lnSpc>
                <a:spcPct val="100000"/>
              </a:lnSpc>
              <a:spcBef>
                <a:spcPts val="300"/>
              </a:spcBef>
              <a:spcAft>
                <a:spcPts val="1200"/>
              </a:spcAft>
              <a:buFont typeface="Arial" panose="020B0604020202020204" pitchFamily="34" charset="0"/>
              <a:buChar char="​"/>
              <a:defRPr sz="2800" b="0" kern="1200">
                <a:solidFill>
                  <a:schemeClr val="accent3"/>
                </a:solidFill>
                <a:latin typeface="+mj-lt"/>
                <a:ea typeface="+mn-ea"/>
                <a:cs typeface="+mn-cs"/>
              </a:defRPr>
            </a:lvl2pPr>
            <a:lvl3pPr marL="0" indent="0" algn="l" defTabSz="914400" rtl="0" eaLnBrk="1" latinLnBrk="0" hangingPunct="1">
              <a:lnSpc>
                <a:spcPct val="100000"/>
              </a:lnSpc>
              <a:spcBef>
                <a:spcPts val="300"/>
              </a:spcBef>
              <a:spcAft>
                <a:spcPts val="1200"/>
              </a:spcAft>
              <a:buFont typeface="Arial" panose="020B0604020202020204" pitchFamily="34" charset="0"/>
              <a:buChar char="​"/>
              <a:defRPr sz="2800" b="0" kern="1200">
                <a:solidFill>
                  <a:schemeClr val="bg1"/>
                </a:solidFill>
                <a:latin typeface="+mj-lt"/>
                <a:ea typeface="+mn-ea"/>
                <a:cs typeface="+mn-cs"/>
              </a:defRPr>
            </a:lvl3pPr>
            <a:lvl4pPr marL="0" indent="0" algn="l" defTabSz="914400" rtl="0" eaLnBrk="1" latinLnBrk="0" hangingPunct="1">
              <a:lnSpc>
                <a:spcPct val="100000"/>
              </a:lnSpc>
              <a:spcBef>
                <a:spcPts val="300"/>
              </a:spcBef>
              <a:spcAft>
                <a:spcPts val="1200"/>
              </a:spcAft>
              <a:buFont typeface="Arial" panose="020B0604020202020204" pitchFamily="34" charset="0"/>
              <a:buChar char="​"/>
              <a:defRPr sz="2800" b="0" kern="1200">
                <a:solidFill>
                  <a:schemeClr val="accent3"/>
                </a:solidFill>
                <a:latin typeface="+mj-lt"/>
                <a:ea typeface="+mn-ea"/>
                <a:cs typeface="+mn-cs"/>
              </a:defRPr>
            </a:lvl4pPr>
            <a:lvl5pPr marL="0" indent="0" algn="l" defTabSz="914400" rtl="0" eaLnBrk="1" latinLnBrk="0" hangingPunct="1">
              <a:lnSpc>
                <a:spcPct val="100000"/>
              </a:lnSpc>
              <a:spcBef>
                <a:spcPts val="300"/>
              </a:spcBef>
              <a:spcAft>
                <a:spcPts val="1200"/>
              </a:spcAft>
              <a:buFont typeface="Arial" panose="020B0604020202020204" pitchFamily="34" charset="0"/>
              <a:buChar char="​"/>
              <a:tabLst/>
              <a:defRPr sz="2800" b="0" kern="1200">
                <a:solidFill>
                  <a:schemeClr val="bg1"/>
                </a:solidFill>
                <a:latin typeface="+mj-lt"/>
                <a:ea typeface="+mn-ea"/>
                <a:cs typeface="+mn-cs"/>
              </a:defRPr>
            </a:lvl5pPr>
            <a:lvl6pPr marL="0" indent="0" algn="l" defTabSz="914400" rtl="0" eaLnBrk="1" latinLnBrk="0" hangingPunct="1">
              <a:lnSpc>
                <a:spcPct val="100000"/>
              </a:lnSpc>
              <a:spcBef>
                <a:spcPts val="300"/>
              </a:spcBef>
              <a:spcAft>
                <a:spcPts val="1200"/>
              </a:spcAft>
              <a:buFont typeface="Arial" panose="020B0604020202020204" pitchFamily="34" charset="0"/>
              <a:buChar char="​"/>
              <a:defRPr sz="2800" b="0" kern="1200">
                <a:solidFill>
                  <a:schemeClr val="accent3"/>
                </a:solidFill>
                <a:latin typeface="+mj-lt"/>
                <a:ea typeface="+mn-ea"/>
                <a:cs typeface="+mn-cs"/>
              </a:defRPr>
            </a:lvl6pPr>
            <a:lvl7pPr marL="0" indent="0" algn="l" defTabSz="914400" rtl="0" eaLnBrk="1" latinLnBrk="0" hangingPunct="1">
              <a:lnSpc>
                <a:spcPct val="100000"/>
              </a:lnSpc>
              <a:spcBef>
                <a:spcPts val="300"/>
              </a:spcBef>
              <a:spcAft>
                <a:spcPts val="1200"/>
              </a:spcAft>
              <a:buFont typeface="Arial" panose="020B0604020202020204" pitchFamily="34" charset="0"/>
              <a:buChar char="​"/>
              <a:defRPr sz="2800" b="0" kern="1200" baseline="0">
                <a:solidFill>
                  <a:schemeClr val="bg1"/>
                </a:solidFill>
                <a:latin typeface="+mj-lt"/>
                <a:ea typeface="+mn-ea"/>
                <a:cs typeface="+mn-cs"/>
              </a:defRPr>
            </a:lvl7pPr>
            <a:lvl8pPr marL="0" indent="0" algn="l" defTabSz="914400" rtl="0" eaLnBrk="1" latinLnBrk="0" hangingPunct="1">
              <a:lnSpc>
                <a:spcPct val="100000"/>
              </a:lnSpc>
              <a:spcBef>
                <a:spcPts val="300"/>
              </a:spcBef>
              <a:spcAft>
                <a:spcPts val="1200"/>
              </a:spcAft>
              <a:buFont typeface="Arial" panose="020B0604020202020204" pitchFamily="34" charset="0"/>
              <a:buChar char="​"/>
              <a:defRPr sz="2800" b="0" kern="1200" spc="300">
                <a:solidFill>
                  <a:schemeClr val="accent3"/>
                </a:solidFill>
                <a:latin typeface="+mj-lt"/>
                <a:ea typeface="+mn-ea"/>
                <a:cs typeface="+mn-cs"/>
              </a:defRPr>
            </a:lvl8pPr>
            <a:lvl9pPr marL="0" indent="0" algn="l" defTabSz="914400" rtl="0" eaLnBrk="1" latinLnBrk="0" hangingPunct="1">
              <a:lnSpc>
                <a:spcPct val="90000"/>
              </a:lnSpc>
              <a:spcBef>
                <a:spcPts val="300"/>
              </a:spcBef>
              <a:spcAft>
                <a:spcPts val="1200"/>
              </a:spcAft>
              <a:buFont typeface="Arial" panose="020B0604020202020204" pitchFamily="34" charset="0"/>
              <a:buChar char="​"/>
              <a:defRPr sz="2800" b="0" kern="1200" baseline="0">
                <a:solidFill>
                  <a:schemeClr val="bg1"/>
                </a:solidFill>
                <a:latin typeface="+mj-lt"/>
                <a:ea typeface="+mn-ea"/>
                <a:cs typeface="+mn-cs"/>
              </a:defRPr>
            </a:lvl9pPr>
          </a:lstStyle>
          <a:p>
            <a:r>
              <a:rPr lang="en-US" sz="2400"/>
              <a:t>Tools and Technology</a:t>
            </a:r>
          </a:p>
        </p:txBody>
      </p:sp>
      <p:sp>
        <p:nvSpPr>
          <p:cNvPr id="18" name="Text Placeholder 15">
            <a:extLst>
              <a:ext uri="{FF2B5EF4-FFF2-40B4-BE49-F238E27FC236}">
                <a16:creationId xmlns:a16="http://schemas.microsoft.com/office/drawing/2014/main" id="{4ABA11EA-93C2-F89B-A433-37791B3E24C9}"/>
              </a:ext>
            </a:extLst>
          </p:cNvPr>
          <p:cNvSpPr txBox="1">
            <a:spLocks/>
          </p:cNvSpPr>
          <p:nvPr/>
        </p:nvSpPr>
        <p:spPr>
          <a:xfrm>
            <a:off x="647700" y="4813065"/>
            <a:ext cx="520700" cy="457200"/>
          </a:xfrm>
          <a:prstGeom prst="rect">
            <a:avLst/>
          </a:prstGeom>
        </p:spPr>
        <p:txBody>
          <a:bodyPr vert="horz" lIns="0" tIns="0" rIns="0" bIns="0" rtlCol="0">
            <a:no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Char char="​"/>
              <a:defRPr sz="2800" b="0" kern="1200">
                <a:solidFill>
                  <a:schemeClr val="bg1"/>
                </a:solidFill>
                <a:latin typeface="+mj-lt"/>
                <a:ea typeface="+mn-ea"/>
                <a:cs typeface="+mn-cs"/>
              </a:defRPr>
            </a:lvl1pPr>
            <a:lvl2pPr marL="1588" indent="-3175" algn="l" defTabSz="914400" rtl="0" eaLnBrk="1" latinLnBrk="0" hangingPunct="1">
              <a:lnSpc>
                <a:spcPct val="100000"/>
              </a:lnSpc>
              <a:spcBef>
                <a:spcPts val="1200"/>
              </a:spcBef>
              <a:spcAft>
                <a:spcPts val="1200"/>
              </a:spcAft>
              <a:buFont typeface="Arial" panose="020B0604020202020204" pitchFamily="34" charset="0"/>
              <a:buChar char="​"/>
              <a:defRPr sz="2800" kern="1200">
                <a:solidFill>
                  <a:schemeClr val="accent3"/>
                </a:solidFill>
                <a:latin typeface="+mj-lt"/>
                <a:ea typeface="+mn-ea"/>
                <a:cs typeface="+mn-cs"/>
              </a:defRPr>
            </a:lvl2pPr>
            <a:lvl3pPr marL="0" indent="0" algn="l" defTabSz="914400" rtl="0" eaLnBrk="1" latinLnBrk="0" hangingPunct="1">
              <a:lnSpc>
                <a:spcPct val="100000"/>
              </a:lnSpc>
              <a:spcBef>
                <a:spcPts val="1200"/>
              </a:spcBef>
              <a:spcAft>
                <a:spcPts val="1200"/>
              </a:spcAft>
              <a:buFont typeface="Arial" panose="020B0604020202020204" pitchFamily="34" charset="0"/>
              <a:buChar char="​"/>
              <a:defRPr sz="2800" kern="1200">
                <a:solidFill>
                  <a:schemeClr val="bg1"/>
                </a:solidFill>
                <a:latin typeface="+mj-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None/>
              <a:defRPr sz="1400" kern="1200" spc="300">
                <a:solidFill>
                  <a:schemeClr val="accent3"/>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r>
              <a:rPr lang="en-US" sz="2400"/>
              <a:t>06</a:t>
            </a:r>
          </a:p>
        </p:txBody>
      </p:sp>
      <p:sp>
        <p:nvSpPr>
          <p:cNvPr id="19" name="Text Placeholder 14">
            <a:extLst>
              <a:ext uri="{FF2B5EF4-FFF2-40B4-BE49-F238E27FC236}">
                <a16:creationId xmlns:a16="http://schemas.microsoft.com/office/drawing/2014/main" id="{F567F534-D8E1-3CEC-C8E1-CE08C47A5243}"/>
              </a:ext>
            </a:extLst>
          </p:cNvPr>
          <p:cNvSpPr txBox="1">
            <a:spLocks/>
          </p:cNvSpPr>
          <p:nvPr/>
        </p:nvSpPr>
        <p:spPr>
          <a:xfrm>
            <a:off x="1573213" y="5308317"/>
            <a:ext cx="4413250" cy="457201"/>
          </a:xfrm>
          <a:prstGeom prst="rect">
            <a:avLst/>
          </a:prstGeom>
        </p:spPr>
        <p:txBody>
          <a:bodyPr vert="horz" lIns="0" tIns="0" rIns="0" bIns="0" rtlCol="0">
            <a:no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Char char="​"/>
              <a:defRPr sz="2800" b="0" kern="1200">
                <a:solidFill>
                  <a:schemeClr val="bg1"/>
                </a:solidFill>
                <a:latin typeface="+mj-lt"/>
                <a:ea typeface="+mn-ea"/>
                <a:cs typeface="+mn-cs"/>
              </a:defRPr>
            </a:lvl1pPr>
            <a:lvl2pPr marL="0" indent="0" algn="l" defTabSz="914400" rtl="0" eaLnBrk="1" latinLnBrk="0" hangingPunct="1">
              <a:lnSpc>
                <a:spcPct val="100000"/>
              </a:lnSpc>
              <a:spcBef>
                <a:spcPts val="300"/>
              </a:spcBef>
              <a:spcAft>
                <a:spcPts val="1200"/>
              </a:spcAft>
              <a:buFont typeface="Arial" panose="020B0604020202020204" pitchFamily="34" charset="0"/>
              <a:buChar char="​"/>
              <a:defRPr sz="2800" b="0" kern="1200">
                <a:solidFill>
                  <a:schemeClr val="accent3"/>
                </a:solidFill>
                <a:latin typeface="+mj-lt"/>
                <a:ea typeface="+mn-ea"/>
                <a:cs typeface="+mn-cs"/>
              </a:defRPr>
            </a:lvl2pPr>
            <a:lvl3pPr marL="0" indent="0" algn="l" defTabSz="914400" rtl="0" eaLnBrk="1" latinLnBrk="0" hangingPunct="1">
              <a:lnSpc>
                <a:spcPct val="100000"/>
              </a:lnSpc>
              <a:spcBef>
                <a:spcPts val="300"/>
              </a:spcBef>
              <a:spcAft>
                <a:spcPts val="1200"/>
              </a:spcAft>
              <a:buFont typeface="Arial" panose="020B0604020202020204" pitchFamily="34" charset="0"/>
              <a:buChar char="​"/>
              <a:defRPr sz="2800" b="0" kern="1200">
                <a:solidFill>
                  <a:schemeClr val="bg1"/>
                </a:solidFill>
                <a:latin typeface="+mj-lt"/>
                <a:ea typeface="+mn-ea"/>
                <a:cs typeface="+mn-cs"/>
              </a:defRPr>
            </a:lvl3pPr>
            <a:lvl4pPr marL="0" indent="0" algn="l" defTabSz="914400" rtl="0" eaLnBrk="1" latinLnBrk="0" hangingPunct="1">
              <a:lnSpc>
                <a:spcPct val="100000"/>
              </a:lnSpc>
              <a:spcBef>
                <a:spcPts val="300"/>
              </a:spcBef>
              <a:spcAft>
                <a:spcPts val="1200"/>
              </a:spcAft>
              <a:buFont typeface="Arial" panose="020B0604020202020204" pitchFamily="34" charset="0"/>
              <a:buChar char="​"/>
              <a:defRPr sz="2800" b="0" kern="1200">
                <a:solidFill>
                  <a:schemeClr val="accent3"/>
                </a:solidFill>
                <a:latin typeface="+mj-lt"/>
                <a:ea typeface="+mn-ea"/>
                <a:cs typeface="+mn-cs"/>
              </a:defRPr>
            </a:lvl4pPr>
            <a:lvl5pPr marL="0" indent="0" algn="l" defTabSz="914400" rtl="0" eaLnBrk="1" latinLnBrk="0" hangingPunct="1">
              <a:lnSpc>
                <a:spcPct val="100000"/>
              </a:lnSpc>
              <a:spcBef>
                <a:spcPts val="300"/>
              </a:spcBef>
              <a:spcAft>
                <a:spcPts val="1200"/>
              </a:spcAft>
              <a:buFont typeface="Arial" panose="020B0604020202020204" pitchFamily="34" charset="0"/>
              <a:buChar char="​"/>
              <a:tabLst/>
              <a:defRPr sz="2800" b="0" kern="1200">
                <a:solidFill>
                  <a:schemeClr val="bg1"/>
                </a:solidFill>
                <a:latin typeface="+mj-lt"/>
                <a:ea typeface="+mn-ea"/>
                <a:cs typeface="+mn-cs"/>
              </a:defRPr>
            </a:lvl5pPr>
            <a:lvl6pPr marL="0" indent="0" algn="l" defTabSz="914400" rtl="0" eaLnBrk="1" latinLnBrk="0" hangingPunct="1">
              <a:lnSpc>
                <a:spcPct val="100000"/>
              </a:lnSpc>
              <a:spcBef>
                <a:spcPts val="300"/>
              </a:spcBef>
              <a:spcAft>
                <a:spcPts val="1200"/>
              </a:spcAft>
              <a:buFont typeface="Arial" panose="020B0604020202020204" pitchFamily="34" charset="0"/>
              <a:buChar char="​"/>
              <a:defRPr sz="2800" b="0" kern="1200">
                <a:solidFill>
                  <a:schemeClr val="accent3"/>
                </a:solidFill>
                <a:latin typeface="+mj-lt"/>
                <a:ea typeface="+mn-ea"/>
                <a:cs typeface="+mn-cs"/>
              </a:defRPr>
            </a:lvl6pPr>
            <a:lvl7pPr marL="0" indent="0" algn="l" defTabSz="914400" rtl="0" eaLnBrk="1" latinLnBrk="0" hangingPunct="1">
              <a:lnSpc>
                <a:spcPct val="100000"/>
              </a:lnSpc>
              <a:spcBef>
                <a:spcPts val="300"/>
              </a:spcBef>
              <a:spcAft>
                <a:spcPts val="1200"/>
              </a:spcAft>
              <a:buFont typeface="Arial" panose="020B0604020202020204" pitchFamily="34" charset="0"/>
              <a:buChar char="​"/>
              <a:defRPr sz="2800" b="0" kern="1200" baseline="0">
                <a:solidFill>
                  <a:schemeClr val="bg1"/>
                </a:solidFill>
                <a:latin typeface="+mj-lt"/>
                <a:ea typeface="+mn-ea"/>
                <a:cs typeface="+mn-cs"/>
              </a:defRPr>
            </a:lvl7pPr>
            <a:lvl8pPr marL="0" indent="0" algn="l" defTabSz="914400" rtl="0" eaLnBrk="1" latinLnBrk="0" hangingPunct="1">
              <a:lnSpc>
                <a:spcPct val="100000"/>
              </a:lnSpc>
              <a:spcBef>
                <a:spcPts val="300"/>
              </a:spcBef>
              <a:spcAft>
                <a:spcPts val="1200"/>
              </a:spcAft>
              <a:buFont typeface="Arial" panose="020B0604020202020204" pitchFamily="34" charset="0"/>
              <a:buChar char="​"/>
              <a:defRPr sz="2800" b="0" kern="1200" spc="300">
                <a:solidFill>
                  <a:schemeClr val="accent3"/>
                </a:solidFill>
                <a:latin typeface="+mj-lt"/>
                <a:ea typeface="+mn-ea"/>
                <a:cs typeface="+mn-cs"/>
              </a:defRPr>
            </a:lvl8pPr>
            <a:lvl9pPr marL="0" indent="0" algn="l" defTabSz="914400" rtl="0" eaLnBrk="1" latinLnBrk="0" hangingPunct="1">
              <a:lnSpc>
                <a:spcPct val="90000"/>
              </a:lnSpc>
              <a:spcBef>
                <a:spcPts val="300"/>
              </a:spcBef>
              <a:spcAft>
                <a:spcPts val="1200"/>
              </a:spcAft>
              <a:buFont typeface="Arial" panose="020B0604020202020204" pitchFamily="34" charset="0"/>
              <a:buChar char="​"/>
              <a:defRPr sz="2800" b="0" kern="1200" baseline="0">
                <a:solidFill>
                  <a:schemeClr val="bg1"/>
                </a:solidFill>
                <a:latin typeface="+mj-lt"/>
                <a:ea typeface="+mn-ea"/>
                <a:cs typeface="+mn-cs"/>
              </a:defRPr>
            </a:lvl9pPr>
          </a:lstStyle>
          <a:p>
            <a:r>
              <a:rPr lang="en-US" sz="2400"/>
              <a:t>Our Differentiator</a:t>
            </a:r>
          </a:p>
        </p:txBody>
      </p:sp>
      <p:sp>
        <p:nvSpPr>
          <p:cNvPr id="20" name="Text Placeholder 15">
            <a:extLst>
              <a:ext uri="{FF2B5EF4-FFF2-40B4-BE49-F238E27FC236}">
                <a16:creationId xmlns:a16="http://schemas.microsoft.com/office/drawing/2014/main" id="{459C4EFB-AC92-1EB2-9FA1-FE4131A24AC4}"/>
              </a:ext>
            </a:extLst>
          </p:cNvPr>
          <p:cNvSpPr txBox="1">
            <a:spLocks/>
          </p:cNvSpPr>
          <p:nvPr/>
        </p:nvSpPr>
        <p:spPr>
          <a:xfrm>
            <a:off x="647700" y="5308318"/>
            <a:ext cx="520700" cy="457200"/>
          </a:xfrm>
          <a:prstGeom prst="rect">
            <a:avLst/>
          </a:prstGeom>
        </p:spPr>
        <p:txBody>
          <a:bodyPr vert="horz" lIns="0" tIns="0" rIns="0" bIns="0" rtlCol="0">
            <a:no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Char char="​"/>
              <a:defRPr sz="2800" b="0" kern="1200">
                <a:solidFill>
                  <a:schemeClr val="bg1"/>
                </a:solidFill>
                <a:latin typeface="+mj-lt"/>
                <a:ea typeface="+mn-ea"/>
                <a:cs typeface="+mn-cs"/>
              </a:defRPr>
            </a:lvl1pPr>
            <a:lvl2pPr marL="1588" indent="-3175" algn="l" defTabSz="914400" rtl="0" eaLnBrk="1" latinLnBrk="0" hangingPunct="1">
              <a:lnSpc>
                <a:spcPct val="100000"/>
              </a:lnSpc>
              <a:spcBef>
                <a:spcPts val="1200"/>
              </a:spcBef>
              <a:spcAft>
                <a:spcPts val="1200"/>
              </a:spcAft>
              <a:buFont typeface="Arial" panose="020B0604020202020204" pitchFamily="34" charset="0"/>
              <a:buChar char="​"/>
              <a:defRPr sz="2800" kern="1200">
                <a:solidFill>
                  <a:schemeClr val="accent3"/>
                </a:solidFill>
                <a:latin typeface="+mj-lt"/>
                <a:ea typeface="+mn-ea"/>
                <a:cs typeface="+mn-cs"/>
              </a:defRPr>
            </a:lvl2pPr>
            <a:lvl3pPr marL="0" indent="0" algn="l" defTabSz="914400" rtl="0" eaLnBrk="1" latinLnBrk="0" hangingPunct="1">
              <a:lnSpc>
                <a:spcPct val="100000"/>
              </a:lnSpc>
              <a:spcBef>
                <a:spcPts val="1200"/>
              </a:spcBef>
              <a:spcAft>
                <a:spcPts val="1200"/>
              </a:spcAft>
              <a:buFont typeface="Arial" panose="020B0604020202020204" pitchFamily="34" charset="0"/>
              <a:buChar char="​"/>
              <a:defRPr sz="2800" kern="1200">
                <a:solidFill>
                  <a:schemeClr val="bg1"/>
                </a:solidFill>
                <a:latin typeface="+mj-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None/>
              <a:defRPr sz="1400" kern="1200" spc="300">
                <a:solidFill>
                  <a:schemeClr val="accent3"/>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r>
              <a:rPr lang="en-US" sz="2400"/>
              <a:t>07</a:t>
            </a:r>
          </a:p>
        </p:txBody>
      </p:sp>
      <p:sp>
        <p:nvSpPr>
          <p:cNvPr id="21" name="Text Placeholder 14">
            <a:extLst>
              <a:ext uri="{FF2B5EF4-FFF2-40B4-BE49-F238E27FC236}">
                <a16:creationId xmlns:a16="http://schemas.microsoft.com/office/drawing/2014/main" id="{A0E353D5-626E-1A52-2F3C-437171E81ED5}"/>
              </a:ext>
            </a:extLst>
          </p:cNvPr>
          <p:cNvSpPr txBox="1">
            <a:spLocks/>
          </p:cNvSpPr>
          <p:nvPr/>
        </p:nvSpPr>
        <p:spPr>
          <a:xfrm>
            <a:off x="1573213" y="5803573"/>
            <a:ext cx="4413250" cy="457201"/>
          </a:xfrm>
          <a:prstGeom prst="rect">
            <a:avLst/>
          </a:prstGeom>
        </p:spPr>
        <p:txBody>
          <a:bodyPr vert="horz" lIns="0" tIns="0" rIns="0" bIns="0" rtlCol="0">
            <a:no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Char char="​"/>
              <a:defRPr sz="2800" b="0" kern="1200">
                <a:solidFill>
                  <a:schemeClr val="bg1"/>
                </a:solidFill>
                <a:latin typeface="+mj-lt"/>
                <a:ea typeface="+mn-ea"/>
                <a:cs typeface="+mn-cs"/>
              </a:defRPr>
            </a:lvl1pPr>
            <a:lvl2pPr marL="0" indent="0" algn="l" defTabSz="914400" rtl="0" eaLnBrk="1" latinLnBrk="0" hangingPunct="1">
              <a:lnSpc>
                <a:spcPct val="100000"/>
              </a:lnSpc>
              <a:spcBef>
                <a:spcPts val="300"/>
              </a:spcBef>
              <a:spcAft>
                <a:spcPts val="1200"/>
              </a:spcAft>
              <a:buFont typeface="Arial" panose="020B0604020202020204" pitchFamily="34" charset="0"/>
              <a:buChar char="​"/>
              <a:defRPr sz="2800" b="0" kern="1200">
                <a:solidFill>
                  <a:schemeClr val="accent3"/>
                </a:solidFill>
                <a:latin typeface="+mj-lt"/>
                <a:ea typeface="+mn-ea"/>
                <a:cs typeface="+mn-cs"/>
              </a:defRPr>
            </a:lvl2pPr>
            <a:lvl3pPr marL="0" indent="0" algn="l" defTabSz="914400" rtl="0" eaLnBrk="1" latinLnBrk="0" hangingPunct="1">
              <a:lnSpc>
                <a:spcPct val="100000"/>
              </a:lnSpc>
              <a:spcBef>
                <a:spcPts val="300"/>
              </a:spcBef>
              <a:spcAft>
                <a:spcPts val="1200"/>
              </a:spcAft>
              <a:buFont typeface="Arial" panose="020B0604020202020204" pitchFamily="34" charset="0"/>
              <a:buChar char="​"/>
              <a:defRPr sz="2800" b="0" kern="1200">
                <a:solidFill>
                  <a:schemeClr val="bg1"/>
                </a:solidFill>
                <a:latin typeface="+mj-lt"/>
                <a:ea typeface="+mn-ea"/>
                <a:cs typeface="+mn-cs"/>
              </a:defRPr>
            </a:lvl3pPr>
            <a:lvl4pPr marL="0" indent="0" algn="l" defTabSz="914400" rtl="0" eaLnBrk="1" latinLnBrk="0" hangingPunct="1">
              <a:lnSpc>
                <a:spcPct val="100000"/>
              </a:lnSpc>
              <a:spcBef>
                <a:spcPts val="300"/>
              </a:spcBef>
              <a:spcAft>
                <a:spcPts val="1200"/>
              </a:spcAft>
              <a:buFont typeface="Arial" panose="020B0604020202020204" pitchFamily="34" charset="0"/>
              <a:buChar char="​"/>
              <a:defRPr sz="2800" b="0" kern="1200">
                <a:solidFill>
                  <a:schemeClr val="accent3"/>
                </a:solidFill>
                <a:latin typeface="+mj-lt"/>
                <a:ea typeface="+mn-ea"/>
                <a:cs typeface="+mn-cs"/>
              </a:defRPr>
            </a:lvl4pPr>
            <a:lvl5pPr marL="0" indent="0" algn="l" defTabSz="914400" rtl="0" eaLnBrk="1" latinLnBrk="0" hangingPunct="1">
              <a:lnSpc>
                <a:spcPct val="100000"/>
              </a:lnSpc>
              <a:spcBef>
                <a:spcPts val="300"/>
              </a:spcBef>
              <a:spcAft>
                <a:spcPts val="1200"/>
              </a:spcAft>
              <a:buFont typeface="Arial" panose="020B0604020202020204" pitchFamily="34" charset="0"/>
              <a:buChar char="​"/>
              <a:tabLst/>
              <a:defRPr sz="2800" b="0" kern="1200">
                <a:solidFill>
                  <a:schemeClr val="bg1"/>
                </a:solidFill>
                <a:latin typeface="+mj-lt"/>
                <a:ea typeface="+mn-ea"/>
                <a:cs typeface="+mn-cs"/>
              </a:defRPr>
            </a:lvl5pPr>
            <a:lvl6pPr marL="0" indent="0" algn="l" defTabSz="914400" rtl="0" eaLnBrk="1" latinLnBrk="0" hangingPunct="1">
              <a:lnSpc>
                <a:spcPct val="100000"/>
              </a:lnSpc>
              <a:spcBef>
                <a:spcPts val="300"/>
              </a:spcBef>
              <a:spcAft>
                <a:spcPts val="1200"/>
              </a:spcAft>
              <a:buFont typeface="Arial" panose="020B0604020202020204" pitchFamily="34" charset="0"/>
              <a:buChar char="​"/>
              <a:defRPr sz="2800" b="0" kern="1200">
                <a:solidFill>
                  <a:schemeClr val="accent3"/>
                </a:solidFill>
                <a:latin typeface="+mj-lt"/>
                <a:ea typeface="+mn-ea"/>
                <a:cs typeface="+mn-cs"/>
              </a:defRPr>
            </a:lvl6pPr>
            <a:lvl7pPr marL="0" indent="0" algn="l" defTabSz="914400" rtl="0" eaLnBrk="1" latinLnBrk="0" hangingPunct="1">
              <a:lnSpc>
                <a:spcPct val="100000"/>
              </a:lnSpc>
              <a:spcBef>
                <a:spcPts val="300"/>
              </a:spcBef>
              <a:spcAft>
                <a:spcPts val="1200"/>
              </a:spcAft>
              <a:buFont typeface="Arial" panose="020B0604020202020204" pitchFamily="34" charset="0"/>
              <a:buChar char="​"/>
              <a:defRPr sz="2800" b="0" kern="1200" baseline="0">
                <a:solidFill>
                  <a:schemeClr val="bg1"/>
                </a:solidFill>
                <a:latin typeface="+mj-lt"/>
                <a:ea typeface="+mn-ea"/>
                <a:cs typeface="+mn-cs"/>
              </a:defRPr>
            </a:lvl7pPr>
            <a:lvl8pPr marL="0" indent="0" algn="l" defTabSz="914400" rtl="0" eaLnBrk="1" latinLnBrk="0" hangingPunct="1">
              <a:lnSpc>
                <a:spcPct val="100000"/>
              </a:lnSpc>
              <a:spcBef>
                <a:spcPts val="300"/>
              </a:spcBef>
              <a:spcAft>
                <a:spcPts val="1200"/>
              </a:spcAft>
              <a:buFont typeface="Arial" panose="020B0604020202020204" pitchFamily="34" charset="0"/>
              <a:buChar char="​"/>
              <a:defRPr sz="2800" b="0" kern="1200" spc="300">
                <a:solidFill>
                  <a:schemeClr val="accent3"/>
                </a:solidFill>
                <a:latin typeface="+mj-lt"/>
                <a:ea typeface="+mn-ea"/>
                <a:cs typeface="+mn-cs"/>
              </a:defRPr>
            </a:lvl8pPr>
            <a:lvl9pPr marL="0" indent="0" algn="l" defTabSz="914400" rtl="0" eaLnBrk="1" latinLnBrk="0" hangingPunct="1">
              <a:lnSpc>
                <a:spcPct val="90000"/>
              </a:lnSpc>
              <a:spcBef>
                <a:spcPts val="300"/>
              </a:spcBef>
              <a:spcAft>
                <a:spcPts val="1200"/>
              </a:spcAft>
              <a:buFont typeface="Arial" panose="020B0604020202020204" pitchFamily="34" charset="0"/>
              <a:buChar char="​"/>
              <a:defRPr sz="2800" b="0" kern="1200" baseline="0">
                <a:solidFill>
                  <a:schemeClr val="bg1"/>
                </a:solidFill>
                <a:latin typeface="+mj-lt"/>
                <a:ea typeface="+mn-ea"/>
                <a:cs typeface="+mn-cs"/>
              </a:defRPr>
            </a:lvl9pPr>
          </a:lstStyle>
          <a:p>
            <a:r>
              <a:rPr lang="en-US" sz="2400"/>
              <a:t>Value-Add Services</a:t>
            </a:r>
          </a:p>
        </p:txBody>
      </p:sp>
      <p:sp>
        <p:nvSpPr>
          <p:cNvPr id="22" name="Text Placeholder 15">
            <a:extLst>
              <a:ext uri="{FF2B5EF4-FFF2-40B4-BE49-F238E27FC236}">
                <a16:creationId xmlns:a16="http://schemas.microsoft.com/office/drawing/2014/main" id="{AE329B3D-4CAC-0090-5B77-F5845C8C3A20}"/>
              </a:ext>
            </a:extLst>
          </p:cNvPr>
          <p:cNvSpPr txBox="1">
            <a:spLocks/>
          </p:cNvSpPr>
          <p:nvPr/>
        </p:nvSpPr>
        <p:spPr>
          <a:xfrm>
            <a:off x="647700" y="5803573"/>
            <a:ext cx="520700" cy="457200"/>
          </a:xfrm>
          <a:prstGeom prst="rect">
            <a:avLst/>
          </a:prstGeom>
        </p:spPr>
        <p:txBody>
          <a:bodyPr vert="horz" lIns="0" tIns="0" rIns="0" bIns="0" rtlCol="0">
            <a:no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Char char="​"/>
              <a:defRPr sz="2800" b="0" kern="1200">
                <a:solidFill>
                  <a:schemeClr val="bg1"/>
                </a:solidFill>
                <a:latin typeface="+mj-lt"/>
                <a:ea typeface="+mn-ea"/>
                <a:cs typeface="+mn-cs"/>
              </a:defRPr>
            </a:lvl1pPr>
            <a:lvl2pPr marL="1588" indent="-3175" algn="l" defTabSz="914400" rtl="0" eaLnBrk="1" latinLnBrk="0" hangingPunct="1">
              <a:lnSpc>
                <a:spcPct val="100000"/>
              </a:lnSpc>
              <a:spcBef>
                <a:spcPts val="1200"/>
              </a:spcBef>
              <a:spcAft>
                <a:spcPts val="1200"/>
              </a:spcAft>
              <a:buFont typeface="Arial" panose="020B0604020202020204" pitchFamily="34" charset="0"/>
              <a:buChar char="​"/>
              <a:defRPr sz="2800" kern="1200">
                <a:solidFill>
                  <a:schemeClr val="accent3"/>
                </a:solidFill>
                <a:latin typeface="+mj-lt"/>
                <a:ea typeface="+mn-ea"/>
                <a:cs typeface="+mn-cs"/>
              </a:defRPr>
            </a:lvl2pPr>
            <a:lvl3pPr marL="0" indent="0" algn="l" defTabSz="914400" rtl="0" eaLnBrk="1" latinLnBrk="0" hangingPunct="1">
              <a:lnSpc>
                <a:spcPct val="100000"/>
              </a:lnSpc>
              <a:spcBef>
                <a:spcPts val="1200"/>
              </a:spcBef>
              <a:spcAft>
                <a:spcPts val="1200"/>
              </a:spcAft>
              <a:buFont typeface="Arial" panose="020B0604020202020204" pitchFamily="34" charset="0"/>
              <a:buChar char="​"/>
              <a:defRPr sz="2800" kern="1200">
                <a:solidFill>
                  <a:schemeClr val="bg1"/>
                </a:solidFill>
                <a:latin typeface="+mj-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None/>
              <a:defRPr sz="1400" kern="1200" spc="300">
                <a:solidFill>
                  <a:schemeClr val="accent3"/>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r>
              <a:rPr lang="en-US" sz="2400"/>
              <a:t>08</a:t>
            </a:r>
          </a:p>
        </p:txBody>
      </p:sp>
    </p:spTree>
    <p:custDataLst>
      <p:custData r:id="rId1"/>
      <p:custData r:id="rId2"/>
    </p:custDataLst>
    <p:extLst>
      <p:ext uri="{BB962C8B-B14F-4D97-AF65-F5344CB8AC3E}">
        <p14:creationId xmlns:p14="http://schemas.microsoft.com/office/powerpoint/2010/main" val="15910743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6109F4F-C29A-93C3-4E83-F14E8C5418B2}"/>
              </a:ext>
            </a:extLst>
          </p:cNvPr>
          <p:cNvSpPr/>
          <p:nvPr/>
        </p:nvSpPr>
        <p:spPr>
          <a:xfrm>
            <a:off x="0" y="0"/>
            <a:ext cx="12192000" cy="6858000"/>
          </a:xfrm>
          <a:prstGeom prst="rect">
            <a:avLst/>
          </a:prstGeom>
          <a:solidFill>
            <a:srgbClr val="E5E8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AU" sz="2000" noProof="0" err="1"/>
          </a:p>
        </p:txBody>
      </p:sp>
      <p:graphicFrame>
        <p:nvGraphicFramePr>
          <p:cNvPr id="11" name="Table 10">
            <a:extLst>
              <a:ext uri="{FF2B5EF4-FFF2-40B4-BE49-F238E27FC236}">
                <a16:creationId xmlns:a16="http://schemas.microsoft.com/office/drawing/2014/main" id="{EAD05164-E95B-4994-735C-354C5D6F8ED7}"/>
              </a:ext>
            </a:extLst>
          </p:cNvPr>
          <p:cNvGraphicFramePr>
            <a:graphicFrameLocks noGrp="1"/>
          </p:cNvGraphicFramePr>
          <p:nvPr/>
        </p:nvGraphicFramePr>
        <p:xfrm>
          <a:off x="5429250" y="1214437"/>
          <a:ext cx="5572125" cy="4243392"/>
        </p:xfrm>
        <a:graphic>
          <a:graphicData uri="http://schemas.openxmlformats.org/drawingml/2006/table">
            <a:tbl>
              <a:tblPr firstRow="1" bandRow="1">
                <a:tableStyleId>{5C22544A-7EE6-4342-B048-85BDC9FD1C3A}</a:tableStyleId>
              </a:tblPr>
              <a:tblGrid>
                <a:gridCol w="5033239">
                  <a:extLst>
                    <a:ext uri="{9D8B030D-6E8A-4147-A177-3AD203B41FA5}">
                      <a16:colId xmlns:a16="http://schemas.microsoft.com/office/drawing/2014/main" val="1165149865"/>
                    </a:ext>
                  </a:extLst>
                </a:gridCol>
                <a:gridCol w="538886">
                  <a:extLst>
                    <a:ext uri="{9D8B030D-6E8A-4147-A177-3AD203B41FA5}">
                      <a16:colId xmlns:a16="http://schemas.microsoft.com/office/drawing/2014/main" val="2417596151"/>
                    </a:ext>
                  </a:extLst>
                </a:gridCol>
              </a:tblGrid>
              <a:tr h="471488">
                <a:tc>
                  <a:txBody>
                    <a:bodyPr/>
                    <a:lstStyle/>
                    <a:p>
                      <a:pPr marL="0" algn="l" defTabSz="914400" rtl="0" eaLnBrk="1" latinLnBrk="0" hangingPunct="1"/>
                      <a:r>
                        <a:rPr lang="en-AU" sz="1600" b="0" kern="1200">
                          <a:solidFill>
                            <a:srgbClr val="25408F"/>
                          </a:solidFill>
                          <a:latin typeface="Open Sans Light" panose="020B0306030504020204" pitchFamily="34" charset="0"/>
                          <a:ea typeface="Open Sans Light" panose="020B0306030504020204" pitchFamily="34" charset="0"/>
                          <a:cs typeface="Open Sans Light" panose="020B0306030504020204" pitchFamily="34" charset="0"/>
                        </a:rPr>
                        <a:t>Introduction</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AU" sz="1600" b="0">
                          <a:solidFill>
                            <a:srgbClr val="25408F"/>
                          </a:solidFill>
                          <a:latin typeface="Open Sans Regular" panose="020B0606030504020204" pitchFamily="34" charset="0"/>
                          <a:ea typeface="Open Sans Regular" panose="020B0606030504020204" pitchFamily="34" charset="0"/>
                          <a:cs typeface="Open Sans Regular" panose="020B0606030504020204" pitchFamily="34" charset="0"/>
                        </a:rPr>
                        <a:t>1</a:t>
                      </a:r>
                      <a:endParaRPr lang="en-AU" sz="1600" b="0">
                        <a:solidFill>
                          <a:srgbClr val="25408F"/>
                        </a:solidFill>
                        <a:latin typeface="Open Sans Light" panose="020B0306030504020204" pitchFamily="34" charset="0"/>
                        <a:ea typeface="Open Sans Light" panose="020B0306030504020204" pitchFamily="34" charset="0"/>
                        <a:cs typeface="Open Sans Light" panose="020B0306030504020204"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11367844"/>
                  </a:ext>
                </a:extLst>
              </a:tr>
              <a:tr h="471488">
                <a:tc>
                  <a:txBody>
                    <a:bodyPr/>
                    <a:lstStyle/>
                    <a:p>
                      <a:pPr marL="0" algn="l" defTabSz="914400" rtl="0" eaLnBrk="1" latinLnBrk="0" hangingPunct="1"/>
                      <a:r>
                        <a:rPr lang="en-AU" sz="1600" b="0" kern="1200">
                          <a:solidFill>
                            <a:srgbClr val="25408F"/>
                          </a:solidFill>
                          <a:latin typeface="Open Sans Light" panose="020B0306030504020204" pitchFamily="34" charset="0"/>
                          <a:ea typeface="Open Sans Light" panose="020B0306030504020204" pitchFamily="34" charset="0"/>
                          <a:cs typeface="Open Sans Light" panose="020B0306030504020204" pitchFamily="34" charset="0"/>
                        </a:rPr>
                        <a:t>Our Team</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AU" sz="1600" b="0">
                          <a:solidFill>
                            <a:srgbClr val="25408F"/>
                          </a:solidFill>
                          <a:latin typeface="Open Sans Regular" panose="020B0606030504020204" pitchFamily="34" charset="0"/>
                          <a:ea typeface="Open Sans Regular" panose="020B0606030504020204" pitchFamily="34" charset="0"/>
                          <a:cs typeface="Open Sans Regular" panose="020B0606030504020204" pitchFamily="34" charset="0"/>
                        </a:rPr>
                        <a:t>1</a:t>
                      </a:r>
                      <a:endParaRPr lang="en-AU" sz="1800" b="0">
                        <a:solidFill>
                          <a:srgbClr val="25408F"/>
                        </a:solidFill>
                        <a:latin typeface="Open Sans Regular" panose="020B0606030504020204" pitchFamily="34" charset="0"/>
                        <a:ea typeface="Open Sans Regular" panose="020B0606030504020204" pitchFamily="34" charset="0"/>
                        <a:cs typeface="Open Sans Regular" panose="020B0606030504020204" pitchFamily="34"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84529489"/>
                  </a:ext>
                </a:extLst>
              </a:tr>
              <a:tr h="471488">
                <a:tc>
                  <a:txBody>
                    <a:bodyPr/>
                    <a:lstStyle/>
                    <a:p>
                      <a:pPr marL="0" algn="l" defTabSz="914400" rtl="0" eaLnBrk="1" latinLnBrk="0" hangingPunct="1"/>
                      <a:r>
                        <a:rPr lang="en-AU" sz="1600" b="0" kern="1200">
                          <a:solidFill>
                            <a:srgbClr val="25408F"/>
                          </a:solidFill>
                          <a:latin typeface="Open Sans Light" panose="020B0306030504020204" pitchFamily="34" charset="0"/>
                          <a:ea typeface="Open Sans Light" panose="020B0306030504020204" pitchFamily="34" charset="0"/>
                          <a:cs typeface="Open Sans Light" panose="020B0306030504020204" pitchFamily="34" charset="0"/>
                        </a:rPr>
                        <a:t>Market Overview</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a:ln>
                            <a:noFill/>
                          </a:ln>
                          <a:solidFill>
                            <a:srgbClr val="25408F"/>
                          </a:solidFill>
                          <a:effectLst/>
                          <a:uLnTx/>
                          <a:uFillTx/>
                          <a:latin typeface="Open Sans Regular" panose="020B0606030504020204" pitchFamily="34" charset="0"/>
                          <a:ea typeface="Open Sans Regular" panose="020B0606030504020204" pitchFamily="34" charset="0"/>
                          <a:cs typeface="Open Sans Regular" panose="020B0606030504020204" pitchFamily="34" charset="0"/>
                        </a:rPr>
                        <a:t>1</a:t>
                      </a:r>
                      <a:endParaRPr kumimoji="0" lang="en-AU" sz="1800" b="0" i="0" u="none" strike="noStrike" kern="1200" cap="none" spc="0" normalizeH="0" baseline="0" noProof="0">
                        <a:ln>
                          <a:noFill/>
                        </a:ln>
                        <a:solidFill>
                          <a:srgbClr val="25408F"/>
                        </a:solidFill>
                        <a:effectLst/>
                        <a:uLnTx/>
                        <a:uFillTx/>
                        <a:latin typeface="Open Sans Regular" panose="020B0606030504020204" pitchFamily="34" charset="0"/>
                        <a:ea typeface="Open Sans Regular" panose="020B0606030504020204" pitchFamily="34" charset="0"/>
                        <a:cs typeface="Open Sans Regular" panose="020B0606030504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15246193"/>
                  </a:ext>
                </a:extLst>
              </a:tr>
              <a:tr h="471488">
                <a:tc>
                  <a:txBody>
                    <a:bodyPr/>
                    <a:lstStyle/>
                    <a:p>
                      <a:pPr marL="0" algn="l" defTabSz="914400" rtl="0" eaLnBrk="1" latinLnBrk="0" hangingPunct="1"/>
                      <a:r>
                        <a:rPr lang="en-AU" sz="1600" b="0" kern="1200">
                          <a:solidFill>
                            <a:srgbClr val="25408F"/>
                          </a:solidFill>
                          <a:latin typeface="Open Sans Light" panose="020B0306030504020204" pitchFamily="34" charset="0"/>
                          <a:ea typeface="Open Sans Light" panose="020B0306030504020204" pitchFamily="34" charset="0"/>
                          <a:cs typeface="Open Sans Light" panose="020B0306030504020204" pitchFamily="34" charset="0"/>
                        </a:rPr>
                        <a:t>Workplace Trends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a:ln>
                            <a:noFill/>
                          </a:ln>
                          <a:solidFill>
                            <a:srgbClr val="25408F"/>
                          </a:solidFill>
                          <a:effectLst/>
                          <a:uLnTx/>
                          <a:uFillTx/>
                          <a:latin typeface="Open Sans Regular" panose="020B0606030504020204" pitchFamily="34" charset="0"/>
                          <a:ea typeface="Open Sans Regular" panose="020B0606030504020204" pitchFamily="34" charset="0"/>
                          <a:cs typeface="Open Sans Regular" panose="020B0606030504020204" pitchFamily="34" charset="0"/>
                        </a:rPr>
                        <a:t>1</a:t>
                      </a:r>
                      <a:endParaRPr lang="en-AU" sz="1600" b="0">
                        <a:solidFill>
                          <a:srgbClr val="25408F"/>
                        </a:solidFill>
                        <a:latin typeface="Open Sans Light" panose="020B0306030504020204" pitchFamily="34" charset="0"/>
                        <a:ea typeface="Open Sans Light" panose="020B0306030504020204" pitchFamily="34" charset="0"/>
                        <a:cs typeface="Open Sans Light" panose="020B0306030504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5029189"/>
                  </a:ext>
                </a:extLst>
              </a:tr>
              <a:tr h="471488">
                <a:tc>
                  <a:txBody>
                    <a:bodyPr/>
                    <a:lstStyle/>
                    <a:p>
                      <a:pPr marL="0" algn="l" defTabSz="914400" rtl="0" eaLnBrk="1" latinLnBrk="0" hangingPunct="1"/>
                      <a:r>
                        <a:rPr lang="en-AU" sz="1600" b="0" kern="1200">
                          <a:solidFill>
                            <a:srgbClr val="25408F"/>
                          </a:solidFill>
                          <a:latin typeface="Open Sans Light" panose="020B0306030504020204" pitchFamily="34" charset="0"/>
                          <a:ea typeface="Open Sans Light" panose="020B0306030504020204" pitchFamily="34" charset="0"/>
                          <a:cs typeface="Open Sans Light" panose="020B0306030504020204" pitchFamily="34" charset="0"/>
                        </a:rPr>
                        <a:t>Our Strategy</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AU" sz="1600" b="0">
                          <a:solidFill>
                            <a:srgbClr val="25408F"/>
                          </a:solidFill>
                          <a:latin typeface="Open Sans Regular" panose="020B0606030504020204" pitchFamily="34" charset="0"/>
                          <a:ea typeface="Open Sans Regular" panose="020B0606030504020204" pitchFamily="34" charset="0"/>
                          <a:cs typeface="Open Sans Regular" panose="020B0606030504020204" pitchFamily="34"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91453056"/>
                  </a:ext>
                </a:extLst>
              </a:tr>
              <a:tr h="471488">
                <a:tc>
                  <a:txBody>
                    <a:bodyPr/>
                    <a:lstStyle/>
                    <a:p>
                      <a:pPr marL="0" algn="l" defTabSz="914400" rtl="0" eaLnBrk="1" latinLnBrk="0" hangingPunct="1"/>
                      <a:r>
                        <a:rPr lang="en-AU" sz="1600" b="0" kern="1200">
                          <a:solidFill>
                            <a:srgbClr val="25408F"/>
                          </a:solidFill>
                          <a:latin typeface="Open Sans Light" panose="020B0306030504020204" pitchFamily="34" charset="0"/>
                          <a:ea typeface="Open Sans Light" panose="020B0306030504020204" pitchFamily="34" charset="0"/>
                          <a:cs typeface="Open Sans Light" panose="020B0306030504020204" pitchFamily="34" charset="0"/>
                        </a:rPr>
                        <a:t>Tools and Technology</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a:ln>
                            <a:noFill/>
                          </a:ln>
                          <a:solidFill>
                            <a:srgbClr val="25408F"/>
                          </a:solidFill>
                          <a:effectLst/>
                          <a:uLnTx/>
                          <a:uFillTx/>
                          <a:latin typeface="Open Sans Regular" panose="020B0606030504020204" pitchFamily="34" charset="0"/>
                          <a:ea typeface="Open Sans Regular" panose="020B0606030504020204" pitchFamily="34" charset="0"/>
                          <a:cs typeface="Open Sans Regular" panose="020B0606030504020204" pitchFamily="34" charset="0"/>
                        </a:rPr>
                        <a:t>1</a:t>
                      </a:r>
                      <a:endParaRPr kumimoji="0" lang="en-AU" sz="1800" b="0" i="0" u="none" strike="noStrike" kern="1200" cap="none" spc="0" normalizeH="0" baseline="0" noProof="0">
                        <a:ln>
                          <a:noFill/>
                        </a:ln>
                        <a:solidFill>
                          <a:srgbClr val="25408F"/>
                        </a:solidFill>
                        <a:effectLst/>
                        <a:uLnTx/>
                        <a:uFillTx/>
                        <a:latin typeface="Open Sans Regular" panose="020B0606030504020204" pitchFamily="34" charset="0"/>
                        <a:ea typeface="Open Sans Regular" panose="020B0606030504020204" pitchFamily="34" charset="0"/>
                        <a:cs typeface="Open Sans Regular" panose="020B0606030504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49822347"/>
                  </a:ext>
                </a:extLst>
              </a:tr>
              <a:tr h="471488">
                <a:tc>
                  <a:txBody>
                    <a:bodyPr/>
                    <a:lstStyle/>
                    <a:p>
                      <a:pPr marL="0" algn="l" defTabSz="914400" rtl="0" eaLnBrk="1" latinLnBrk="0" hangingPunct="1"/>
                      <a:r>
                        <a:rPr lang="en-AU" sz="1600" b="0" kern="1200">
                          <a:solidFill>
                            <a:srgbClr val="25408F"/>
                          </a:solidFill>
                          <a:latin typeface="Open Sans Light" panose="020B0306030504020204" pitchFamily="34" charset="0"/>
                          <a:ea typeface="Open Sans Light" panose="020B0306030504020204" pitchFamily="34" charset="0"/>
                          <a:cs typeface="Open Sans Light" panose="020B0306030504020204" pitchFamily="34" charset="0"/>
                        </a:rPr>
                        <a:t>Our Differentiators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AU" sz="1600" b="0">
                          <a:solidFill>
                            <a:srgbClr val="25408F"/>
                          </a:solidFill>
                          <a:latin typeface="Open Sans Regular" panose="020B0606030504020204" pitchFamily="34" charset="0"/>
                          <a:ea typeface="Open Sans Regular" panose="020B0606030504020204" pitchFamily="34" charset="0"/>
                          <a:cs typeface="Open Sans Regular" panose="020B0606030504020204" pitchFamily="34" charset="0"/>
                        </a:rPr>
                        <a:t>1</a:t>
                      </a:r>
                      <a:endParaRPr kumimoji="0" lang="en-AU" sz="1800" b="0" i="0" u="none" strike="noStrike" kern="1200" cap="none" spc="0" normalizeH="0" baseline="0" noProof="0">
                        <a:ln>
                          <a:noFill/>
                        </a:ln>
                        <a:solidFill>
                          <a:srgbClr val="25408F"/>
                        </a:solidFill>
                        <a:effectLst/>
                        <a:uLnTx/>
                        <a:uFillTx/>
                        <a:latin typeface="Open Sans Regular" panose="020B0606030504020204" pitchFamily="34" charset="0"/>
                        <a:ea typeface="Open Sans Regular" panose="020B0606030504020204" pitchFamily="34" charset="0"/>
                        <a:cs typeface="Open Sans Regular" panose="020B0606030504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85251903"/>
                  </a:ext>
                </a:extLst>
              </a:tr>
              <a:tr h="471488">
                <a:tc>
                  <a:txBody>
                    <a:bodyPr/>
                    <a:lstStyle/>
                    <a:p>
                      <a:pPr marL="0" algn="l" defTabSz="914400" rtl="0" eaLnBrk="1" latinLnBrk="0" hangingPunct="1"/>
                      <a:r>
                        <a:rPr lang="en-AU" sz="1600" b="0" kern="1200">
                          <a:solidFill>
                            <a:srgbClr val="25408F"/>
                          </a:solidFill>
                          <a:latin typeface="Open Sans Light" panose="020B0306030504020204" pitchFamily="34" charset="0"/>
                          <a:ea typeface="Open Sans Light" panose="020B0306030504020204" pitchFamily="34" charset="0"/>
                          <a:cs typeface="Open Sans Light" panose="020B0306030504020204" pitchFamily="34" charset="0"/>
                        </a:rPr>
                        <a:t>Value-Add Services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AU" sz="1600" b="0">
                          <a:solidFill>
                            <a:srgbClr val="25408F"/>
                          </a:solidFill>
                          <a:latin typeface="Open Sans Regular" panose="020B0606030504020204" pitchFamily="34" charset="0"/>
                          <a:ea typeface="Open Sans Regular" panose="020B0606030504020204" pitchFamily="34" charset="0"/>
                          <a:cs typeface="Open Sans Regular" panose="020B0606030504020204" pitchFamily="34" charset="0"/>
                        </a:rPr>
                        <a:t>1</a:t>
                      </a:r>
                      <a:endParaRPr lang="en-AU" sz="1800" b="0">
                        <a:solidFill>
                          <a:srgbClr val="25408F"/>
                        </a:solidFill>
                        <a:latin typeface="Open Sans Regular" panose="020B0606030504020204" pitchFamily="34" charset="0"/>
                        <a:ea typeface="Open Sans Regular" panose="020B0606030504020204" pitchFamily="34" charset="0"/>
                        <a:cs typeface="Open Sans Regular" panose="020B0606030504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52025436"/>
                  </a:ext>
                </a:extLst>
              </a:tr>
              <a:tr h="471488">
                <a:tc>
                  <a:txBody>
                    <a:bodyPr/>
                    <a:lstStyle/>
                    <a:p>
                      <a:pPr algn="l"/>
                      <a:r>
                        <a:rPr lang="en-AU" sz="1600" b="0">
                          <a:solidFill>
                            <a:srgbClr val="25408F"/>
                          </a:solidFill>
                          <a:latin typeface="Open Sans Light" panose="020B0306030504020204" pitchFamily="34" charset="0"/>
                          <a:ea typeface="Open Sans Light" panose="020B0306030504020204" pitchFamily="34" charset="0"/>
                          <a:cs typeface="Open Sans Light" panose="020B0306030504020204" pitchFamily="34" charset="0"/>
                        </a:rPr>
                        <a:t>Appendix</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a:ln>
                            <a:noFill/>
                          </a:ln>
                          <a:solidFill>
                            <a:srgbClr val="25408F"/>
                          </a:solidFill>
                          <a:effectLst/>
                          <a:uLnTx/>
                          <a:uFillTx/>
                          <a:latin typeface="Open Sans Regular" panose="020B0606030504020204" pitchFamily="34" charset="0"/>
                          <a:ea typeface="Open Sans Regular" panose="020B0606030504020204" pitchFamily="34" charset="0"/>
                          <a:cs typeface="Open Sans Regular" panose="020B0606030504020204" pitchFamily="34" charset="0"/>
                        </a:rPr>
                        <a:t>1</a:t>
                      </a:r>
                      <a:endParaRPr kumimoji="0" lang="en-AU" sz="1800" b="0" i="0" u="none" strike="noStrike" kern="1200" cap="none" spc="0" normalizeH="0" baseline="0" noProof="0">
                        <a:ln>
                          <a:noFill/>
                        </a:ln>
                        <a:solidFill>
                          <a:srgbClr val="25408F"/>
                        </a:solidFill>
                        <a:effectLst/>
                        <a:uLnTx/>
                        <a:uFillTx/>
                        <a:latin typeface="Open Sans Regular" panose="020B0606030504020204" pitchFamily="34" charset="0"/>
                        <a:ea typeface="Open Sans Regular" panose="020B0606030504020204" pitchFamily="34" charset="0"/>
                        <a:cs typeface="Open Sans Regular" panose="020B0606030504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17017346"/>
                  </a:ext>
                </a:extLst>
              </a:tr>
            </a:tbl>
          </a:graphicData>
        </a:graphic>
      </p:graphicFrame>
      <p:pic>
        <p:nvPicPr>
          <p:cNvPr id="18" name="Picture 17">
            <a:extLst>
              <a:ext uri="{FF2B5EF4-FFF2-40B4-BE49-F238E27FC236}">
                <a16:creationId xmlns:a16="http://schemas.microsoft.com/office/drawing/2014/main" id="{D70526CD-C2A0-6396-0DBE-68E44024068B}"/>
              </a:ext>
            </a:extLst>
          </p:cNvPr>
          <p:cNvPicPr>
            <a:picLocks noChangeAspect="1"/>
          </p:cNvPicPr>
          <p:nvPr/>
        </p:nvPicPr>
        <p:blipFill>
          <a:blip r:embed="rId5">
            <a:extLst>
              <a:ext uri="{28A0092B-C50C-407E-A947-70E740481C1C}">
                <a14:useLocalDpi xmlns:a14="http://schemas.microsoft.com/office/drawing/2010/main" val="0"/>
              </a:ext>
            </a:extLst>
          </a:blip>
          <a:srcRect l="12" r="12"/>
          <a:stretch/>
        </p:blipFill>
        <p:spPr>
          <a:xfrm>
            <a:off x="0" y="0"/>
            <a:ext cx="4576079" cy="6857467"/>
          </a:xfrm>
          <a:prstGeom prst="rect">
            <a:avLst/>
          </a:prstGeom>
        </p:spPr>
      </p:pic>
      <p:sp>
        <p:nvSpPr>
          <p:cNvPr id="2" name="Rectangle 3">
            <a:extLst>
              <a:ext uri="{FF2B5EF4-FFF2-40B4-BE49-F238E27FC236}">
                <a16:creationId xmlns:a16="http://schemas.microsoft.com/office/drawing/2014/main" id="{86D9EDB5-B0D7-E1F5-B93B-05BD4C2F8CE6}"/>
              </a:ext>
            </a:extLst>
          </p:cNvPr>
          <p:cNvSpPr/>
          <p:nvPr/>
        </p:nvSpPr>
        <p:spPr>
          <a:xfrm>
            <a:off x="4999057" y="619122"/>
            <a:ext cx="6573821" cy="5619756"/>
          </a:xfrm>
          <a:custGeom>
            <a:avLst/>
            <a:gdLst>
              <a:gd name="connsiteX0" fmla="*/ 0 w 10953756"/>
              <a:gd name="connsiteY0" fmla="*/ 0 h 5619756"/>
              <a:gd name="connsiteX1" fmla="*/ 10953756 w 10953756"/>
              <a:gd name="connsiteY1" fmla="*/ 0 h 5619756"/>
              <a:gd name="connsiteX2" fmla="*/ 10953756 w 10953756"/>
              <a:gd name="connsiteY2" fmla="*/ 5619756 h 5619756"/>
              <a:gd name="connsiteX3" fmla="*/ 0 w 10953756"/>
              <a:gd name="connsiteY3" fmla="*/ 5619756 h 5619756"/>
              <a:gd name="connsiteX4" fmla="*/ 0 w 10953756"/>
              <a:gd name="connsiteY4" fmla="*/ 0 h 5619756"/>
              <a:gd name="connsiteX0" fmla="*/ 0 w 10953756"/>
              <a:gd name="connsiteY0" fmla="*/ 0 h 5619756"/>
              <a:gd name="connsiteX1" fmla="*/ 10953756 w 10953756"/>
              <a:gd name="connsiteY1" fmla="*/ 0 h 5619756"/>
              <a:gd name="connsiteX2" fmla="*/ 10953756 w 10953756"/>
              <a:gd name="connsiteY2" fmla="*/ 5619756 h 5619756"/>
              <a:gd name="connsiteX3" fmla="*/ 0 w 10953756"/>
              <a:gd name="connsiteY3" fmla="*/ 5619756 h 5619756"/>
              <a:gd name="connsiteX4" fmla="*/ 91440 w 10953756"/>
              <a:gd name="connsiteY4" fmla="*/ 91440 h 5619756"/>
              <a:gd name="connsiteX0" fmla="*/ 0 w 10953756"/>
              <a:gd name="connsiteY0" fmla="*/ 0 h 5619756"/>
              <a:gd name="connsiteX1" fmla="*/ 10953756 w 10953756"/>
              <a:gd name="connsiteY1" fmla="*/ 0 h 5619756"/>
              <a:gd name="connsiteX2" fmla="*/ 10953756 w 10953756"/>
              <a:gd name="connsiteY2" fmla="*/ 5619756 h 5619756"/>
              <a:gd name="connsiteX3" fmla="*/ 0 w 10953756"/>
              <a:gd name="connsiteY3" fmla="*/ 5619756 h 5619756"/>
            </a:gdLst>
            <a:ahLst/>
            <a:cxnLst>
              <a:cxn ang="0">
                <a:pos x="connsiteX0" y="connsiteY0"/>
              </a:cxn>
              <a:cxn ang="0">
                <a:pos x="connsiteX1" y="connsiteY1"/>
              </a:cxn>
              <a:cxn ang="0">
                <a:pos x="connsiteX2" y="connsiteY2"/>
              </a:cxn>
              <a:cxn ang="0">
                <a:pos x="connsiteX3" y="connsiteY3"/>
              </a:cxn>
            </a:cxnLst>
            <a:rect l="l" t="t" r="r" b="b"/>
            <a:pathLst>
              <a:path w="10953756" h="5619756">
                <a:moveTo>
                  <a:pt x="0" y="0"/>
                </a:moveTo>
                <a:lnTo>
                  <a:pt x="10953756" y="0"/>
                </a:lnTo>
                <a:lnTo>
                  <a:pt x="10953756" y="5619756"/>
                </a:lnTo>
                <a:lnTo>
                  <a:pt x="0" y="5619756"/>
                </a:lnTo>
              </a:path>
            </a:pathLst>
          </a:cu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AU" sz="2000" noProof="0" err="1"/>
          </a:p>
        </p:txBody>
      </p:sp>
      <p:sp>
        <p:nvSpPr>
          <p:cNvPr id="3" name="Rectangle 3">
            <a:extLst>
              <a:ext uri="{FF2B5EF4-FFF2-40B4-BE49-F238E27FC236}">
                <a16:creationId xmlns:a16="http://schemas.microsoft.com/office/drawing/2014/main" id="{6A61440A-AF04-80BA-0E10-EB5B48C3C895}"/>
              </a:ext>
            </a:extLst>
          </p:cNvPr>
          <p:cNvSpPr/>
          <p:nvPr/>
        </p:nvSpPr>
        <p:spPr>
          <a:xfrm rot="10800000">
            <a:off x="616651" y="619120"/>
            <a:ext cx="3527381" cy="5619756"/>
          </a:xfrm>
          <a:custGeom>
            <a:avLst/>
            <a:gdLst>
              <a:gd name="connsiteX0" fmla="*/ 0 w 10953756"/>
              <a:gd name="connsiteY0" fmla="*/ 0 h 5619756"/>
              <a:gd name="connsiteX1" fmla="*/ 10953756 w 10953756"/>
              <a:gd name="connsiteY1" fmla="*/ 0 h 5619756"/>
              <a:gd name="connsiteX2" fmla="*/ 10953756 w 10953756"/>
              <a:gd name="connsiteY2" fmla="*/ 5619756 h 5619756"/>
              <a:gd name="connsiteX3" fmla="*/ 0 w 10953756"/>
              <a:gd name="connsiteY3" fmla="*/ 5619756 h 5619756"/>
              <a:gd name="connsiteX4" fmla="*/ 0 w 10953756"/>
              <a:gd name="connsiteY4" fmla="*/ 0 h 5619756"/>
              <a:gd name="connsiteX0" fmla="*/ 0 w 10953756"/>
              <a:gd name="connsiteY0" fmla="*/ 0 h 5619756"/>
              <a:gd name="connsiteX1" fmla="*/ 10953756 w 10953756"/>
              <a:gd name="connsiteY1" fmla="*/ 0 h 5619756"/>
              <a:gd name="connsiteX2" fmla="*/ 10953756 w 10953756"/>
              <a:gd name="connsiteY2" fmla="*/ 5619756 h 5619756"/>
              <a:gd name="connsiteX3" fmla="*/ 0 w 10953756"/>
              <a:gd name="connsiteY3" fmla="*/ 5619756 h 5619756"/>
              <a:gd name="connsiteX4" fmla="*/ 91440 w 10953756"/>
              <a:gd name="connsiteY4" fmla="*/ 91440 h 5619756"/>
              <a:gd name="connsiteX0" fmla="*/ 0 w 10953756"/>
              <a:gd name="connsiteY0" fmla="*/ 0 h 5619756"/>
              <a:gd name="connsiteX1" fmla="*/ 10953756 w 10953756"/>
              <a:gd name="connsiteY1" fmla="*/ 0 h 5619756"/>
              <a:gd name="connsiteX2" fmla="*/ 10953756 w 10953756"/>
              <a:gd name="connsiteY2" fmla="*/ 5619756 h 5619756"/>
              <a:gd name="connsiteX3" fmla="*/ 0 w 10953756"/>
              <a:gd name="connsiteY3" fmla="*/ 5619756 h 5619756"/>
            </a:gdLst>
            <a:ahLst/>
            <a:cxnLst>
              <a:cxn ang="0">
                <a:pos x="connsiteX0" y="connsiteY0"/>
              </a:cxn>
              <a:cxn ang="0">
                <a:pos x="connsiteX1" y="connsiteY1"/>
              </a:cxn>
              <a:cxn ang="0">
                <a:pos x="connsiteX2" y="connsiteY2"/>
              </a:cxn>
              <a:cxn ang="0">
                <a:pos x="connsiteX3" y="connsiteY3"/>
              </a:cxn>
            </a:cxnLst>
            <a:rect l="l" t="t" r="r" b="b"/>
            <a:pathLst>
              <a:path w="10953756" h="5619756">
                <a:moveTo>
                  <a:pt x="0" y="0"/>
                </a:moveTo>
                <a:lnTo>
                  <a:pt x="10953756" y="0"/>
                </a:lnTo>
                <a:lnTo>
                  <a:pt x="10953756" y="5619756"/>
                </a:lnTo>
                <a:lnTo>
                  <a:pt x="0" y="5619756"/>
                </a:lnTo>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AU" sz="2000" noProof="0" err="1"/>
          </a:p>
        </p:txBody>
      </p:sp>
    </p:spTree>
    <p:custDataLst>
      <p:custData r:id="rId1"/>
      <p:custData r:id="rId2"/>
    </p:custDataLst>
    <p:extLst>
      <p:ext uri="{BB962C8B-B14F-4D97-AF65-F5344CB8AC3E}">
        <p14:creationId xmlns:p14="http://schemas.microsoft.com/office/powerpoint/2010/main" val="9161166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0918597-41D7-113A-3C68-C981EB1B8D1D}"/>
              </a:ext>
            </a:extLst>
          </p:cNvPr>
          <p:cNvSpPr/>
          <p:nvPr/>
        </p:nvSpPr>
        <p:spPr>
          <a:xfrm>
            <a:off x="0" y="0"/>
            <a:ext cx="5472112" cy="6858000"/>
          </a:xfrm>
          <a:prstGeom prst="rect">
            <a:avLst/>
          </a:prstGeom>
          <a:solidFill>
            <a:srgbClr val="E5E8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noProof="0" err="1"/>
          </a:p>
        </p:txBody>
      </p:sp>
      <p:sp>
        <p:nvSpPr>
          <p:cNvPr id="28" name="Footer Placeholder 6">
            <a:extLst>
              <a:ext uri="{FF2B5EF4-FFF2-40B4-BE49-F238E27FC236}">
                <a16:creationId xmlns:a16="http://schemas.microsoft.com/office/drawing/2014/main" id="{FF340C54-C9A4-629B-8F4D-605128F414EF}"/>
              </a:ext>
            </a:extLst>
          </p:cNvPr>
          <p:cNvSpPr>
            <a:spLocks noGrp="1"/>
          </p:cNvSpPr>
          <p:nvPr>
            <p:ph type="ftr" sz="quarter" idx="11"/>
          </p:nvPr>
        </p:nvSpPr>
        <p:spPr/>
        <p:txBody>
          <a:bodyPr/>
          <a:lstStyle/>
          <a:p>
            <a:r>
              <a:rPr lang="en-CA"/>
              <a:t>Colliers</a:t>
            </a:r>
          </a:p>
        </p:txBody>
      </p:sp>
      <p:sp>
        <p:nvSpPr>
          <p:cNvPr id="29" name="Slide Number Placeholder 7">
            <a:extLst>
              <a:ext uri="{FF2B5EF4-FFF2-40B4-BE49-F238E27FC236}">
                <a16:creationId xmlns:a16="http://schemas.microsoft.com/office/drawing/2014/main" id="{0D1B0971-B239-01BC-C9F2-B79E1412DF37}"/>
              </a:ext>
            </a:extLst>
          </p:cNvPr>
          <p:cNvSpPr>
            <a:spLocks noGrp="1"/>
          </p:cNvSpPr>
          <p:nvPr>
            <p:ph type="sldNum" sz="quarter" idx="12"/>
          </p:nvPr>
        </p:nvSpPr>
        <p:spPr/>
        <p:txBody>
          <a:bodyPr/>
          <a:lstStyle/>
          <a:p>
            <a:fld id="{23AA811B-2EBD-4900-905E-5BE206449611}" type="slidenum">
              <a:rPr lang="en-CA"/>
              <a:pPr/>
              <a:t>7</a:t>
            </a:fld>
            <a:endParaRPr lang="en-CA"/>
          </a:p>
        </p:txBody>
      </p:sp>
      <p:sp>
        <p:nvSpPr>
          <p:cNvPr id="31" name="Rectangle 30">
            <a:extLst>
              <a:ext uri="{FF2B5EF4-FFF2-40B4-BE49-F238E27FC236}">
                <a16:creationId xmlns:a16="http://schemas.microsoft.com/office/drawing/2014/main" id="{090C2D94-1672-64FC-FA03-58B542028376}"/>
              </a:ext>
            </a:extLst>
          </p:cNvPr>
          <p:cNvSpPr/>
          <p:nvPr/>
        </p:nvSpPr>
        <p:spPr>
          <a:xfrm>
            <a:off x="0" y="5234177"/>
            <a:ext cx="5900738" cy="1238061"/>
          </a:xfrm>
          <a:prstGeom prst="rect">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a:p>
        </p:txBody>
      </p:sp>
      <p:sp>
        <p:nvSpPr>
          <p:cNvPr id="35" name="Content Placeholder 3">
            <a:extLst>
              <a:ext uri="{FF2B5EF4-FFF2-40B4-BE49-F238E27FC236}">
                <a16:creationId xmlns:a16="http://schemas.microsoft.com/office/drawing/2014/main" id="{68318BAB-A911-7AB2-B416-82F8F48EB7AC}"/>
              </a:ext>
            </a:extLst>
          </p:cNvPr>
          <p:cNvSpPr txBox="1">
            <a:spLocks/>
          </p:cNvSpPr>
          <p:nvPr/>
        </p:nvSpPr>
        <p:spPr>
          <a:xfrm>
            <a:off x="453600" y="5446172"/>
            <a:ext cx="4818488" cy="574548"/>
          </a:xfrm>
          <a:prstGeom prst="rect">
            <a:avLst/>
          </a:prstGeom>
        </p:spPr>
        <p:txBody>
          <a:bodyPr vert="horz" lIns="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marR="0" indent="0" algn="l" rtl="0">
              <a:buNone/>
            </a:pPr>
            <a:r>
              <a:rPr lang="en-US" sz="1400" b="0" i="0" u="none" strike="noStrike">
                <a:solidFill>
                  <a:schemeClr val="bg1"/>
                </a:solidFill>
                <a:latin typeface="Open Sans" panose="020B0606030504020204" pitchFamily="34" charset="0"/>
                <a:ea typeface="Open Sans" panose="020B0606030504020204" pitchFamily="34" charset="0"/>
                <a:cs typeface="Open Sans" panose="020B0606030504020204" pitchFamily="34" charset="0"/>
              </a:rPr>
              <a:t>Many real estate brokers can negotiate an office lease. But we believe only a small percentage can skillfully deliver the broad range of strategic and creative solutions that sophisticated businesses truly desire.</a:t>
            </a:r>
          </a:p>
        </p:txBody>
      </p:sp>
      <p:graphicFrame>
        <p:nvGraphicFramePr>
          <p:cNvPr id="6" name="Table 5">
            <a:extLst>
              <a:ext uri="{FF2B5EF4-FFF2-40B4-BE49-F238E27FC236}">
                <a16:creationId xmlns:a16="http://schemas.microsoft.com/office/drawing/2014/main" id="{DF9536A8-3B60-B0E9-611F-B6B564A2E398}"/>
              </a:ext>
            </a:extLst>
          </p:cNvPr>
          <p:cNvGraphicFramePr>
            <a:graphicFrameLocks noGrp="1"/>
          </p:cNvGraphicFramePr>
          <p:nvPr/>
        </p:nvGraphicFramePr>
        <p:xfrm>
          <a:off x="447334" y="1114022"/>
          <a:ext cx="4499804" cy="3678084"/>
        </p:xfrm>
        <a:graphic>
          <a:graphicData uri="http://schemas.openxmlformats.org/drawingml/2006/table">
            <a:tbl>
              <a:tblPr firstRow="1" bandRow="1">
                <a:tableStyleId>{5C22544A-7EE6-4342-B048-85BDC9FD1C3A}</a:tableStyleId>
              </a:tblPr>
              <a:tblGrid>
                <a:gridCol w="3876289">
                  <a:extLst>
                    <a:ext uri="{9D8B030D-6E8A-4147-A177-3AD203B41FA5}">
                      <a16:colId xmlns:a16="http://schemas.microsoft.com/office/drawing/2014/main" val="1165149865"/>
                    </a:ext>
                  </a:extLst>
                </a:gridCol>
                <a:gridCol w="623515">
                  <a:extLst>
                    <a:ext uri="{9D8B030D-6E8A-4147-A177-3AD203B41FA5}">
                      <a16:colId xmlns:a16="http://schemas.microsoft.com/office/drawing/2014/main" val="2417596151"/>
                    </a:ext>
                  </a:extLst>
                </a:gridCol>
              </a:tblGrid>
              <a:tr h="408676">
                <a:tc>
                  <a:txBody>
                    <a:bodyPr/>
                    <a:lstStyle/>
                    <a:p>
                      <a:pPr algn="l"/>
                      <a:r>
                        <a:rPr lang="en-AU" sz="1400" b="0">
                          <a:solidFill>
                            <a:srgbClr val="25408F"/>
                          </a:solidFill>
                          <a:latin typeface="+mn-lt"/>
                          <a:ea typeface="Open Sans Light" panose="020B0306030504020204" pitchFamily="34" charset="0"/>
                          <a:cs typeface="Open Sans Light" panose="020B0306030504020204" pitchFamily="34" charset="0"/>
                        </a:rPr>
                        <a:t>Introduction</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AU" sz="1400" b="0">
                          <a:solidFill>
                            <a:srgbClr val="25408F"/>
                          </a:solidFill>
                          <a:latin typeface="+mn-lt"/>
                          <a:ea typeface="Open Sans Regular" panose="020B0606030504020204" pitchFamily="34" charset="0"/>
                          <a:cs typeface="Open Sans Regular" panose="020B0606030504020204" pitchFamily="34" charset="0"/>
                        </a:rPr>
                        <a:t>1</a:t>
                      </a:r>
                      <a:endParaRPr lang="en-AU" sz="1400" b="0">
                        <a:solidFill>
                          <a:srgbClr val="25408F"/>
                        </a:solidFill>
                        <a:latin typeface="+mn-lt"/>
                        <a:ea typeface="Open Sans Light" panose="020B0306030504020204" pitchFamily="34" charset="0"/>
                        <a:cs typeface="Open Sans Light" panose="020B0306030504020204"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11367844"/>
                  </a:ext>
                </a:extLst>
              </a:tr>
              <a:tr h="408676">
                <a:tc>
                  <a:txBody>
                    <a:bodyPr/>
                    <a:lstStyle/>
                    <a:p>
                      <a:pPr algn="l"/>
                      <a:r>
                        <a:rPr lang="en-AU" sz="1400" b="0">
                          <a:solidFill>
                            <a:srgbClr val="25408F"/>
                          </a:solidFill>
                          <a:latin typeface="+mn-lt"/>
                          <a:ea typeface="Open Sans Light" panose="020B0306030504020204" pitchFamily="34" charset="0"/>
                          <a:cs typeface="Open Sans Light" panose="020B0306030504020204" pitchFamily="34" charset="0"/>
                        </a:rPr>
                        <a:t>Our Team</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AU" sz="1400" b="0">
                          <a:solidFill>
                            <a:srgbClr val="25408F"/>
                          </a:solidFill>
                          <a:latin typeface="+mn-lt"/>
                          <a:ea typeface="Open Sans Regular" panose="020B0606030504020204" pitchFamily="34" charset="0"/>
                          <a:cs typeface="Open Sans Regular" panose="020B0606030504020204" pitchFamily="34" charset="0"/>
                        </a:rPr>
                        <a:t>1</a:t>
                      </a:r>
                      <a:endParaRPr lang="en-AU" sz="1600" b="0">
                        <a:solidFill>
                          <a:srgbClr val="25408F"/>
                        </a:solidFill>
                        <a:latin typeface="+mn-lt"/>
                        <a:ea typeface="Open Sans Regular" panose="020B0606030504020204" pitchFamily="34" charset="0"/>
                        <a:cs typeface="Open Sans Regular" panose="020B0606030504020204" pitchFamily="34"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84529489"/>
                  </a:ext>
                </a:extLst>
              </a:tr>
              <a:tr h="408676">
                <a:tc>
                  <a:txBody>
                    <a:bodyPr/>
                    <a:lstStyle/>
                    <a:p>
                      <a:pPr algn="l"/>
                      <a:r>
                        <a:rPr lang="en-AU" sz="1400" b="0">
                          <a:solidFill>
                            <a:srgbClr val="25408F"/>
                          </a:solidFill>
                          <a:latin typeface="+mn-lt"/>
                          <a:ea typeface="Open Sans Light" panose="020B0306030504020204" pitchFamily="34" charset="0"/>
                          <a:cs typeface="Open Sans Light" panose="020B0306030504020204" pitchFamily="34" charset="0"/>
                        </a:rPr>
                        <a:t>Market Overview</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a:ln>
                            <a:noFill/>
                          </a:ln>
                          <a:solidFill>
                            <a:srgbClr val="25408F"/>
                          </a:solidFill>
                          <a:effectLst/>
                          <a:uLnTx/>
                          <a:uFillTx/>
                          <a:latin typeface="+mn-lt"/>
                          <a:ea typeface="Open Sans Regular" panose="020B0606030504020204" pitchFamily="34" charset="0"/>
                          <a:cs typeface="Open Sans Regular" panose="020B0606030504020204" pitchFamily="34" charset="0"/>
                        </a:rPr>
                        <a:t>1</a:t>
                      </a:r>
                      <a:endParaRPr kumimoji="0" lang="en-AU" sz="1600" b="0" i="0" u="none" strike="noStrike" kern="1200" cap="none" spc="0" normalizeH="0" baseline="0" noProof="0">
                        <a:ln>
                          <a:noFill/>
                        </a:ln>
                        <a:solidFill>
                          <a:srgbClr val="25408F"/>
                        </a:solidFill>
                        <a:effectLst/>
                        <a:uLnTx/>
                        <a:uFillTx/>
                        <a:latin typeface="+mn-lt"/>
                        <a:ea typeface="Open Sans Regular" panose="020B0606030504020204" pitchFamily="34" charset="0"/>
                        <a:cs typeface="Open Sans Regular" panose="020B0606030504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15246193"/>
                  </a:ext>
                </a:extLst>
              </a:tr>
              <a:tr h="408676">
                <a:tc>
                  <a:txBody>
                    <a:bodyPr/>
                    <a:lstStyle/>
                    <a:p>
                      <a:pPr algn="l"/>
                      <a:r>
                        <a:rPr lang="en-AU" sz="1400" b="0">
                          <a:solidFill>
                            <a:srgbClr val="25408F"/>
                          </a:solidFill>
                          <a:latin typeface="+mn-lt"/>
                          <a:ea typeface="Open Sans Light" panose="020B0306030504020204" pitchFamily="34" charset="0"/>
                          <a:cs typeface="Open Sans Light" panose="020B0306030504020204" pitchFamily="34" charset="0"/>
                        </a:rPr>
                        <a:t>Workplace Trends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a:ln>
                            <a:noFill/>
                          </a:ln>
                          <a:solidFill>
                            <a:srgbClr val="25408F"/>
                          </a:solidFill>
                          <a:effectLst/>
                          <a:uLnTx/>
                          <a:uFillTx/>
                          <a:latin typeface="+mn-lt"/>
                          <a:ea typeface="Open Sans Regular" panose="020B0606030504020204" pitchFamily="34" charset="0"/>
                          <a:cs typeface="Open Sans Regular" panose="020B0606030504020204" pitchFamily="34" charset="0"/>
                        </a:rPr>
                        <a:t>1</a:t>
                      </a:r>
                      <a:endParaRPr lang="en-AU" sz="1400" b="0">
                        <a:solidFill>
                          <a:srgbClr val="25408F"/>
                        </a:solidFill>
                        <a:latin typeface="+mn-lt"/>
                        <a:ea typeface="Open Sans Light" panose="020B0306030504020204" pitchFamily="34" charset="0"/>
                        <a:cs typeface="Open Sans Light" panose="020B0306030504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5029189"/>
                  </a:ext>
                </a:extLst>
              </a:tr>
              <a:tr h="408676">
                <a:tc>
                  <a:txBody>
                    <a:bodyPr/>
                    <a:lstStyle/>
                    <a:p>
                      <a:pPr algn="l"/>
                      <a:r>
                        <a:rPr lang="en-AU" sz="1400" b="0">
                          <a:solidFill>
                            <a:srgbClr val="25408F"/>
                          </a:solidFill>
                          <a:latin typeface="+mn-lt"/>
                          <a:ea typeface="Open Sans Light" panose="020B0306030504020204" pitchFamily="34" charset="0"/>
                          <a:cs typeface="Open Sans Light" panose="020B0306030504020204" pitchFamily="34" charset="0"/>
                        </a:rPr>
                        <a:t>Our Strategy</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AU" sz="1400" b="0">
                          <a:solidFill>
                            <a:srgbClr val="25408F"/>
                          </a:solidFill>
                          <a:latin typeface="+mn-lt"/>
                          <a:ea typeface="Open Sans Regular" panose="020B0606030504020204" pitchFamily="34" charset="0"/>
                          <a:cs typeface="Open Sans Regular" panose="020B0606030504020204" pitchFamily="34"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91453056"/>
                  </a:ext>
                </a:extLst>
              </a:tr>
              <a:tr h="408676">
                <a:tc>
                  <a:txBody>
                    <a:bodyPr/>
                    <a:lstStyle/>
                    <a:p>
                      <a:pPr algn="l"/>
                      <a:r>
                        <a:rPr lang="en-AU" sz="1400" b="0">
                          <a:solidFill>
                            <a:srgbClr val="25408F"/>
                          </a:solidFill>
                          <a:latin typeface="+mn-lt"/>
                          <a:ea typeface="Open Sans Light" panose="020B0306030504020204" pitchFamily="34" charset="0"/>
                          <a:cs typeface="Open Sans Light" panose="020B0306030504020204" pitchFamily="34" charset="0"/>
                        </a:rPr>
                        <a:t>Tools and Technology</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a:ln>
                            <a:noFill/>
                          </a:ln>
                          <a:solidFill>
                            <a:srgbClr val="25408F"/>
                          </a:solidFill>
                          <a:effectLst/>
                          <a:uLnTx/>
                          <a:uFillTx/>
                          <a:latin typeface="+mn-lt"/>
                          <a:ea typeface="Open Sans Regular" panose="020B0606030504020204" pitchFamily="34" charset="0"/>
                          <a:cs typeface="Open Sans Regular" panose="020B0606030504020204" pitchFamily="34" charset="0"/>
                        </a:rPr>
                        <a:t>1</a:t>
                      </a:r>
                      <a:endParaRPr kumimoji="0" lang="en-AU" sz="1600" b="0" i="0" u="none" strike="noStrike" kern="1200" cap="none" spc="0" normalizeH="0" baseline="0" noProof="0">
                        <a:ln>
                          <a:noFill/>
                        </a:ln>
                        <a:solidFill>
                          <a:srgbClr val="25408F"/>
                        </a:solidFill>
                        <a:effectLst/>
                        <a:uLnTx/>
                        <a:uFillTx/>
                        <a:latin typeface="+mn-lt"/>
                        <a:ea typeface="Open Sans Regular" panose="020B0606030504020204" pitchFamily="34" charset="0"/>
                        <a:cs typeface="Open Sans Regular" panose="020B0606030504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49822347"/>
                  </a:ext>
                </a:extLst>
              </a:tr>
              <a:tr h="408676">
                <a:tc>
                  <a:txBody>
                    <a:bodyPr/>
                    <a:lstStyle/>
                    <a:p>
                      <a:pPr algn="l"/>
                      <a:r>
                        <a:rPr lang="en-AU" sz="1400" b="0">
                          <a:solidFill>
                            <a:srgbClr val="25408F"/>
                          </a:solidFill>
                          <a:latin typeface="+mn-lt"/>
                          <a:ea typeface="Open Sans Light" panose="020B0306030504020204" pitchFamily="34" charset="0"/>
                          <a:cs typeface="Open Sans Light" panose="020B0306030504020204" pitchFamily="34" charset="0"/>
                        </a:rPr>
                        <a:t>Our Differentiators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AU" sz="1400" b="0">
                          <a:solidFill>
                            <a:srgbClr val="25408F"/>
                          </a:solidFill>
                          <a:latin typeface="+mn-lt"/>
                          <a:ea typeface="Open Sans Regular" panose="020B0606030504020204" pitchFamily="34" charset="0"/>
                          <a:cs typeface="Open Sans Regular" panose="020B0606030504020204" pitchFamily="34" charset="0"/>
                        </a:rPr>
                        <a:t>1</a:t>
                      </a:r>
                      <a:endParaRPr kumimoji="0" lang="en-AU" sz="1600" b="0" i="0" u="none" strike="noStrike" kern="1200" cap="none" spc="0" normalizeH="0" baseline="0" noProof="0">
                        <a:ln>
                          <a:noFill/>
                        </a:ln>
                        <a:solidFill>
                          <a:srgbClr val="25408F"/>
                        </a:solidFill>
                        <a:effectLst/>
                        <a:uLnTx/>
                        <a:uFillTx/>
                        <a:latin typeface="+mn-lt"/>
                        <a:ea typeface="Open Sans Regular" panose="020B0606030504020204" pitchFamily="34" charset="0"/>
                        <a:cs typeface="Open Sans Regular" panose="020B0606030504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85251903"/>
                  </a:ext>
                </a:extLst>
              </a:tr>
              <a:tr h="408676">
                <a:tc>
                  <a:txBody>
                    <a:bodyPr/>
                    <a:lstStyle/>
                    <a:p>
                      <a:pPr algn="l"/>
                      <a:r>
                        <a:rPr lang="en-AU" sz="1400" b="0">
                          <a:solidFill>
                            <a:srgbClr val="25408F"/>
                          </a:solidFill>
                          <a:latin typeface="+mn-lt"/>
                          <a:ea typeface="Open Sans Light" panose="020B0306030504020204" pitchFamily="34" charset="0"/>
                          <a:cs typeface="Open Sans Light" panose="020B0306030504020204" pitchFamily="34" charset="0"/>
                        </a:rPr>
                        <a:t>Value-Add Services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AU" sz="1400" b="0">
                          <a:solidFill>
                            <a:srgbClr val="25408F"/>
                          </a:solidFill>
                          <a:latin typeface="+mn-lt"/>
                          <a:ea typeface="Open Sans Regular" panose="020B0606030504020204" pitchFamily="34" charset="0"/>
                          <a:cs typeface="Open Sans Regular" panose="020B0606030504020204" pitchFamily="34" charset="0"/>
                        </a:rPr>
                        <a:t>1</a:t>
                      </a:r>
                      <a:endParaRPr lang="en-AU" sz="1600" b="0">
                        <a:solidFill>
                          <a:srgbClr val="25408F"/>
                        </a:solidFill>
                        <a:latin typeface="+mn-lt"/>
                        <a:ea typeface="Open Sans Regular" panose="020B0606030504020204" pitchFamily="34" charset="0"/>
                        <a:cs typeface="Open Sans Regular" panose="020B0606030504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52025436"/>
                  </a:ext>
                </a:extLst>
              </a:tr>
              <a:tr h="408676">
                <a:tc>
                  <a:txBody>
                    <a:bodyPr/>
                    <a:lstStyle/>
                    <a:p>
                      <a:pPr algn="l"/>
                      <a:r>
                        <a:rPr lang="en-AU" sz="1400" b="0">
                          <a:solidFill>
                            <a:srgbClr val="25408F"/>
                          </a:solidFill>
                          <a:latin typeface="+mn-lt"/>
                          <a:ea typeface="Open Sans Light" panose="020B0306030504020204" pitchFamily="34" charset="0"/>
                          <a:cs typeface="Open Sans Light" panose="020B0306030504020204" pitchFamily="34" charset="0"/>
                        </a:rPr>
                        <a:t>Appendix</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endParaRPr lang="en-AU" sz="1400" b="0">
                        <a:solidFill>
                          <a:srgbClr val="25408F"/>
                        </a:solidFill>
                        <a:latin typeface="+mn-lt"/>
                        <a:ea typeface="Open Sans Light" panose="020B0306030504020204" pitchFamily="34" charset="0"/>
                        <a:cs typeface="Open Sans Light" panose="020B0306030504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17017346"/>
                  </a:ext>
                </a:extLst>
              </a:tr>
            </a:tbl>
          </a:graphicData>
        </a:graphic>
      </p:graphicFrame>
      <p:sp>
        <p:nvSpPr>
          <p:cNvPr id="13" name="Title 16">
            <a:extLst>
              <a:ext uri="{FF2B5EF4-FFF2-40B4-BE49-F238E27FC236}">
                <a16:creationId xmlns:a16="http://schemas.microsoft.com/office/drawing/2014/main" id="{5447D306-B965-4CB0-C225-C276B251AC9D}"/>
              </a:ext>
            </a:extLst>
          </p:cNvPr>
          <p:cNvSpPr txBox="1">
            <a:spLocks/>
          </p:cNvSpPr>
          <p:nvPr/>
        </p:nvSpPr>
        <p:spPr>
          <a:xfrm>
            <a:off x="6348071" y="1041452"/>
            <a:ext cx="5193529" cy="835200"/>
          </a:xfrm>
          <a:prstGeom prst="rect">
            <a:avLst/>
          </a:prstGeom>
        </p:spPr>
        <p:txBody>
          <a:bodyPr/>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r>
              <a:rPr lang="en-CA" sz="3600">
                <a:solidFill>
                  <a:schemeClr val="accent1"/>
                </a:solidFill>
              </a:rPr>
              <a:t>Executive Summary</a:t>
            </a:r>
          </a:p>
        </p:txBody>
      </p:sp>
      <p:sp>
        <p:nvSpPr>
          <p:cNvPr id="14" name="Freeform: Shape 5">
            <a:extLst>
              <a:ext uri="{FF2B5EF4-FFF2-40B4-BE49-F238E27FC236}">
                <a16:creationId xmlns:a16="http://schemas.microsoft.com/office/drawing/2014/main" id="{E3312696-82AA-C3EA-FA58-4CD1D11D5CF5}"/>
              </a:ext>
            </a:extLst>
          </p:cNvPr>
          <p:cNvSpPr/>
          <p:nvPr/>
        </p:nvSpPr>
        <p:spPr>
          <a:xfrm>
            <a:off x="7018687" y="1858491"/>
            <a:ext cx="4522913" cy="1087886"/>
          </a:xfrm>
          <a:prstGeom prst="rect">
            <a:avLst/>
          </a:prstGeom>
          <a:no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80000" tIns="0" rIns="0" bIns="0" numCol="1" spcCol="1270" anchor="t" anchorCtr="0">
            <a:noAutofit/>
          </a:bodyPr>
          <a:lstStyle/>
          <a:p>
            <a:pPr defTabSz="533400">
              <a:lnSpc>
                <a:spcPts val="1800"/>
              </a:lnSpc>
              <a:spcBef>
                <a:spcPts val="400"/>
              </a:spcBef>
              <a:spcAft>
                <a:spcPct val="35000"/>
              </a:spcAft>
            </a:pPr>
            <a:r>
              <a:rPr lang="en-US" sz="1200" b="1" kern="1200">
                <a:solidFill>
                  <a:schemeClr val="accent5"/>
                </a:solidFill>
              </a:rPr>
              <a:t>Our Integrated Platform </a:t>
            </a:r>
          </a:p>
          <a:p>
            <a:pPr defTabSz="533400">
              <a:lnSpc>
                <a:spcPts val="1800"/>
              </a:lnSpc>
              <a:spcBef>
                <a:spcPts val="400"/>
              </a:spcBef>
              <a:spcAft>
                <a:spcPct val="35000"/>
              </a:spcAft>
            </a:pPr>
            <a:r>
              <a:rPr lang="en-US" sz="1200" b="0" i="0" u="none" strike="noStrike">
                <a:solidFill>
                  <a:schemeClr val="tx1"/>
                </a:solidFill>
              </a:rPr>
              <a:t>Colliers provides a full breadth of real estate advisory services to identify and drive bespoke solutions for your relocation or renewal needs. </a:t>
            </a:r>
          </a:p>
          <a:p>
            <a:pPr defTabSz="533400">
              <a:lnSpc>
                <a:spcPts val="1800"/>
              </a:lnSpc>
              <a:spcBef>
                <a:spcPts val="400"/>
              </a:spcBef>
              <a:spcAft>
                <a:spcPct val="35000"/>
              </a:spcAft>
            </a:pPr>
            <a:endParaRPr lang="en-US" sz="1200" kern="1200">
              <a:solidFill>
                <a:schemeClr val="tx1"/>
              </a:solidFill>
            </a:endParaRPr>
          </a:p>
        </p:txBody>
      </p:sp>
      <p:pic>
        <p:nvPicPr>
          <p:cNvPr id="15" name="Graphic 14">
            <a:extLst>
              <a:ext uri="{FF2B5EF4-FFF2-40B4-BE49-F238E27FC236}">
                <a16:creationId xmlns:a16="http://schemas.microsoft.com/office/drawing/2014/main" id="{E95EA103-D1A6-BF5A-00F7-CB284190430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282224" y="1864257"/>
            <a:ext cx="666318" cy="666318"/>
          </a:xfrm>
          <a:prstGeom prst="rect">
            <a:avLst/>
          </a:prstGeom>
        </p:spPr>
      </p:pic>
      <p:sp>
        <p:nvSpPr>
          <p:cNvPr id="16" name="Freeform: Shape 5">
            <a:extLst>
              <a:ext uri="{FF2B5EF4-FFF2-40B4-BE49-F238E27FC236}">
                <a16:creationId xmlns:a16="http://schemas.microsoft.com/office/drawing/2014/main" id="{23C232D8-EA4E-B926-A766-69372B49E1F3}"/>
              </a:ext>
            </a:extLst>
          </p:cNvPr>
          <p:cNvSpPr/>
          <p:nvPr/>
        </p:nvSpPr>
        <p:spPr>
          <a:xfrm>
            <a:off x="7005694" y="3126013"/>
            <a:ext cx="4522914" cy="785611"/>
          </a:xfrm>
          <a:prstGeom prst="rect">
            <a:avLst/>
          </a:prstGeom>
          <a:no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80000" tIns="0" rIns="0" bIns="0" numCol="1" spcCol="1270" anchor="t" anchorCtr="0">
            <a:noAutofit/>
          </a:bodyPr>
          <a:lstStyle/>
          <a:p>
            <a:pPr defTabSz="533400">
              <a:lnSpc>
                <a:spcPts val="1800"/>
              </a:lnSpc>
              <a:spcBef>
                <a:spcPts val="400"/>
              </a:spcBef>
              <a:spcAft>
                <a:spcPct val="35000"/>
              </a:spcAft>
            </a:pPr>
            <a:r>
              <a:rPr lang="en-US" sz="1200" b="1" kern="1200">
                <a:solidFill>
                  <a:schemeClr val="accent5"/>
                </a:solidFill>
              </a:rPr>
              <a:t>Discovering Your Workplace &amp; Real Estate Needs</a:t>
            </a:r>
          </a:p>
          <a:p>
            <a:pPr marR="0" algn="l" rtl="0">
              <a:lnSpc>
                <a:spcPts val="1800"/>
              </a:lnSpc>
              <a:spcBef>
                <a:spcPts val="400"/>
              </a:spcBef>
            </a:pPr>
            <a:r>
              <a:rPr lang="en-US" sz="1200" b="0" i="0" u="none" strike="noStrike">
                <a:solidFill>
                  <a:schemeClr val="tx1"/>
                </a:solidFill>
              </a:rPr>
              <a:t>Colliers will work closely with you to discover current and future workplace needs and align this to your overall business strategy by conducting a thorough needs analysis. </a:t>
            </a:r>
          </a:p>
        </p:txBody>
      </p:sp>
      <p:sp>
        <p:nvSpPr>
          <p:cNvPr id="17" name="Freeform: Shape 5">
            <a:extLst>
              <a:ext uri="{FF2B5EF4-FFF2-40B4-BE49-F238E27FC236}">
                <a16:creationId xmlns:a16="http://schemas.microsoft.com/office/drawing/2014/main" id="{C8A929A2-E69D-4D69-C199-C3246E487621}"/>
              </a:ext>
            </a:extLst>
          </p:cNvPr>
          <p:cNvSpPr/>
          <p:nvPr/>
        </p:nvSpPr>
        <p:spPr>
          <a:xfrm>
            <a:off x="6992699" y="4399301"/>
            <a:ext cx="4548901" cy="785611"/>
          </a:xfrm>
          <a:prstGeom prst="rect">
            <a:avLst/>
          </a:prstGeom>
          <a:no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80000" tIns="0" rIns="0" bIns="0" numCol="1" spcCol="1270" anchor="t" anchorCtr="0">
            <a:noAutofit/>
          </a:bodyPr>
          <a:lstStyle/>
          <a:p>
            <a:pPr marR="0" algn="l" rtl="0">
              <a:lnSpc>
                <a:spcPts val="1800"/>
              </a:lnSpc>
              <a:spcBef>
                <a:spcPts val="400"/>
              </a:spcBef>
            </a:pPr>
            <a:r>
              <a:rPr lang="en-US" sz="1200" b="1" i="0" u="none" strike="noStrike">
                <a:solidFill>
                  <a:schemeClr val="accent5"/>
                </a:solidFill>
              </a:rPr>
              <a:t>Surveying Your Options</a:t>
            </a:r>
          </a:p>
          <a:p>
            <a:pPr marR="0" algn="l" rtl="0">
              <a:lnSpc>
                <a:spcPts val="1800"/>
              </a:lnSpc>
              <a:spcBef>
                <a:spcPts val="400"/>
              </a:spcBef>
            </a:pPr>
            <a:r>
              <a:rPr lang="en-US" sz="1200" b="0" i="0" u="none" strike="noStrike">
                <a:solidFill>
                  <a:schemeClr val="tx1"/>
                </a:solidFill>
              </a:rPr>
              <a:t>Based upon agreed-upon criteria and learnings from a needs analysis, we will complete a comprehensive survey of office opportunities.</a:t>
            </a:r>
          </a:p>
        </p:txBody>
      </p:sp>
      <p:sp>
        <p:nvSpPr>
          <p:cNvPr id="18" name="Freeform: Shape 5">
            <a:extLst>
              <a:ext uri="{FF2B5EF4-FFF2-40B4-BE49-F238E27FC236}">
                <a16:creationId xmlns:a16="http://schemas.microsoft.com/office/drawing/2014/main" id="{A40773DB-B92A-B6B7-CB7F-62371C649520}"/>
              </a:ext>
            </a:extLst>
          </p:cNvPr>
          <p:cNvSpPr/>
          <p:nvPr/>
        </p:nvSpPr>
        <p:spPr>
          <a:xfrm>
            <a:off x="6992699" y="5554958"/>
            <a:ext cx="4548901" cy="785611"/>
          </a:xfrm>
          <a:prstGeom prst="rect">
            <a:avLst/>
          </a:prstGeom>
          <a:no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80000" tIns="0" rIns="0" bIns="0" numCol="1" spcCol="1270" anchor="t" anchorCtr="0">
            <a:noAutofit/>
          </a:bodyPr>
          <a:lstStyle/>
          <a:p>
            <a:pPr marR="0" algn="l" rtl="0">
              <a:lnSpc>
                <a:spcPts val="1800"/>
              </a:lnSpc>
              <a:spcBef>
                <a:spcPts val="400"/>
              </a:spcBef>
            </a:pPr>
            <a:r>
              <a:rPr lang="en-US" sz="1200" b="1" i="0" u="none" strike="noStrike">
                <a:solidFill>
                  <a:schemeClr val="accent5"/>
                </a:solidFill>
              </a:rPr>
              <a:t>Selecting Your Next Space</a:t>
            </a:r>
          </a:p>
          <a:p>
            <a:pPr marR="0" algn="l" rtl="0">
              <a:lnSpc>
                <a:spcPts val="1800"/>
              </a:lnSpc>
              <a:spcBef>
                <a:spcPts val="400"/>
              </a:spcBef>
            </a:pPr>
            <a:r>
              <a:rPr lang="en-US" sz="1200" b="0" i="0" u="none" strike="noStrike">
                <a:solidFill>
                  <a:schemeClr val="tx1"/>
                </a:solidFill>
              </a:rPr>
              <a:t>Colliers will make recommendations ranging from major strategies to minor technical details. </a:t>
            </a:r>
          </a:p>
        </p:txBody>
      </p:sp>
      <p:pic>
        <p:nvPicPr>
          <p:cNvPr id="19" name="Graphic 18">
            <a:extLst>
              <a:ext uri="{FF2B5EF4-FFF2-40B4-BE49-F238E27FC236}">
                <a16:creationId xmlns:a16="http://schemas.microsoft.com/office/drawing/2014/main" id="{2177DDC4-B572-9E39-B80F-9C37B550B09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01722" y="3051592"/>
            <a:ext cx="733442" cy="733442"/>
          </a:xfrm>
          <a:prstGeom prst="rect">
            <a:avLst/>
          </a:prstGeom>
        </p:spPr>
      </p:pic>
      <p:pic>
        <p:nvPicPr>
          <p:cNvPr id="20" name="Graphic 19">
            <a:extLst>
              <a:ext uri="{FF2B5EF4-FFF2-40B4-BE49-F238E27FC236}">
                <a16:creationId xmlns:a16="http://schemas.microsoft.com/office/drawing/2014/main" id="{FC8E6635-8B05-DAF2-0A96-4B7F9A24FF8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99533" y="4343331"/>
            <a:ext cx="733442" cy="733442"/>
          </a:xfrm>
          <a:prstGeom prst="rect">
            <a:avLst/>
          </a:prstGeom>
        </p:spPr>
      </p:pic>
      <p:pic>
        <p:nvPicPr>
          <p:cNvPr id="21" name="Graphic 20">
            <a:extLst>
              <a:ext uri="{FF2B5EF4-FFF2-40B4-BE49-F238E27FC236}">
                <a16:creationId xmlns:a16="http://schemas.microsoft.com/office/drawing/2014/main" id="{5BA3711E-03E1-A585-0E6B-4F05A70472B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335850" y="5520431"/>
            <a:ext cx="659825" cy="659825"/>
          </a:xfrm>
          <a:prstGeom prst="rect">
            <a:avLst/>
          </a:prstGeom>
        </p:spPr>
      </p:pic>
    </p:spTree>
    <p:custDataLst>
      <p:custData r:id="rId1"/>
      <p:custData r:id="rId2"/>
    </p:custDataLst>
    <p:extLst>
      <p:ext uri="{BB962C8B-B14F-4D97-AF65-F5344CB8AC3E}">
        <p14:creationId xmlns:p14="http://schemas.microsoft.com/office/powerpoint/2010/main" val="37013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Picture Placeholder 11">
            <a:extLst>
              <a:ext uri="{FF2B5EF4-FFF2-40B4-BE49-F238E27FC236}">
                <a16:creationId xmlns:a16="http://schemas.microsoft.com/office/drawing/2014/main" id="{376BB522-7D0A-2491-FC7B-F81E6391BC4B}"/>
              </a:ext>
            </a:extLst>
          </p:cNvPr>
          <p:cNvSpPr txBox="1">
            <a:spLocks/>
          </p:cNvSpPr>
          <p:nvPr/>
        </p:nvSpPr>
        <p:spPr>
          <a:xfrm>
            <a:off x="2956" y="0"/>
            <a:ext cx="4761402" cy="6858000"/>
          </a:xfrm>
          <a:prstGeom prst="rect">
            <a:avLst/>
          </a:prstGeom>
          <a:solidFill>
            <a:schemeClr val="bg2"/>
          </a:solidFill>
        </p:spPr>
        <p:txBody>
          <a:bodyPr lIns="0" tIns="0" bIns="0" anchor="b"/>
          <a:lstStyle>
            <a:lvl1pPr marL="0" marR="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sz="1600" kern="1200">
                <a:solidFill>
                  <a:schemeClr val="bg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a:defRPr/>
            </a:pPr>
            <a:endParaRPr lang="en-CA"/>
          </a:p>
          <a:p>
            <a:pPr>
              <a:defRPr/>
            </a:pPr>
            <a:r>
              <a:rPr lang="en-CA"/>
              <a:t>Click here and add image from Templafy</a:t>
            </a:r>
          </a:p>
          <a:p>
            <a:pPr>
              <a:defRPr/>
            </a:pPr>
            <a:endParaRPr lang="en-CA"/>
          </a:p>
        </p:txBody>
      </p:sp>
      <p:sp>
        <p:nvSpPr>
          <p:cNvPr id="19" name="Text Placeholder 18">
            <a:extLst>
              <a:ext uri="{FF2B5EF4-FFF2-40B4-BE49-F238E27FC236}">
                <a16:creationId xmlns:a16="http://schemas.microsoft.com/office/drawing/2014/main" id="{452A81B2-8C41-1D40-5234-3DBCA5F798C7}"/>
              </a:ext>
            </a:extLst>
          </p:cNvPr>
          <p:cNvSpPr>
            <a:spLocks noGrp="1"/>
          </p:cNvSpPr>
          <p:nvPr>
            <p:ph type="body" sz="quarter" idx="13"/>
          </p:nvPr>
        </p:nvSpPr>
        <p:spPr>
          <a:xfrm>
            <a:off x="5178874" y="669600"/>
            <a:ext cx="6362076" cy="392400"/>
          </a:xfrm>
        </p:spPr>
        <p:txBody>
          <a:bodyPr/>
          <a:lstStyle/>
          <a:p>
            <a:r>
              <a:rPr lang="en-CA" cap="all"/>
              <a:t> </a:t>
            </a:r>
          </a:p>
        </p:txBody>
      </p:sp>
      <p:sp>
        <p:nvSpPr>
          <p:cNvPr id="17" name="Title 16">
            <a:extLst>
              <a:ext uri="{FF2B5EF4-FFF2-40B4-BE49-F238E27FC236}">
                <a16:creationId xmlns:a16="http://schemas.microsoft.com/office/drawing/2014/main" id="{CDF44336-983E-C37A-7FC2-9E5F0CCE9113}"/>
              </a:ext>
            </a:extLst>
          </p:cNvPr>
          <p:cNvSpPr>
            <a:spLocks noGrp="1"/>
          </p:cNvSpPr>
          <p:nvPr>
            <p:ph type="title"/>
          </p:nvPr>
        </p:nvSpPr>
        <p:spPr>
          <a:xfrm>
            <a:off x="5179422" y="1062000"/>
            <a:ext cx="6362178" cy="835200"/>
          </a:xfrm>
        </p:spPr>
        <p:txBody>
          <a:bodyPr/>
          <a:lstStyle/>
          <a:p>
            <a:r>
              <a:rPr lang="en-CA"/>
              <a:t>Executive Summary</a:t>
            </a:r>
          </a:p>
        </p:txBody>
      </p:sp>
      <p:sp>
        <p:nvSpPr>
          <p:cNvPr id="20" name="Text Placeholder 19">
            <a:extLst>
              <a:ext uri="{FF2B5EF4-FFF2-40B4-BE49-F238E27FC236}">
                <a16:creationId xmlns:a16="http://schemas.microsoft.com/office/drawing/2014/main" id="{5BEE2712-80CC-2473-AC42-D19588979C5C}"/>
              </a:ext>
            </a:extLst>
          </p:cNvPr>
          <p:cNvSpPr>
            <a:spLocks noGrp="1"/>
          </p:cNvSpPr>
          <p:nvPr>
            <p:ph type="body" sz="quarter" idx="14"/>
          </p:nvPr>
        </p:nvSpPr>
        <p:spPr>
          <a:xfrm>
            <a:off x="5281461" y="6408000"/>
            <a:ext cx="6267600" cy="244800"/>
          </a:xfrm>
        </p:spPr>
        <p:txBody>
          <a:bodyPr/>
          <a:lstStyle/>
          <a:p>
            <a:endParaRPr lang="en-CA"/>
          </a:p>
        </p:txBody>
      </p:sp>
      <p:sp>
        <p:nvSpPr>
          <p:cNvPr id="28" name="Footer Placeholder 6">
            <a:extLst>
              <a:ext uri="{FF2B5EF4-FFF2-40B4-BE49-F238E27FC236}">
                <a16:creationId xmlns:a16="http://schemas.microsoft.com/office/drawing/2014/main" id="{FF340C54-C9A4-629B-8F4D-605128F414EF}"/>
              </a:ext>
            </a:extLst>
          </p:cNvPr>
          <p:cNvSpPr>
            <a:spLocks noGrp="1"/>
          </p:cNvSpPr>
          <p:nvPr>
            <p:ph type="ftr" sz="quarter" idx="11"/>
          </p:nvPr>
        </p:nvSpPr>
        <p:spPr>
          <a:xfrm>
            <a:off x="6202800" y="248400"/>
            <a:ext cx="4636800" cy="180000"/>
          </a:xfrm>
        </p:spPr>
        <p:txBody>
          <a:bodyPr/>
          <a:lstStyle/>
          <a:p>
            <a:r>
              <a:rPr lang="en-CA"/>
              <a:t>Colliers</a:t>
            </a:r>
          </a:p>
        </p:txBody>
      </p:sp>
      <p:sp>
        <p:nvSpPr>
          <p:cNvPr id="29" name="Slide Number Placeholder 7">
            <a:extLst>
              <a:ext uri="{FF2B5EF4-FFF2-40B4-BE49-F238E27FC236}">
                <a16:creationId xmlns:a16="http://schemas.microsoft.com/office/drawing/2014/main" id="{0D1B0971-B239-01BC-C9F2-B79E1412DF37}"/>
              </a:ext>
            </a:extLst>
          </p:cNvPr>
          <p:cNvSpPr>
            <a:spLocks noGrp="1"/>
          </p:cNvSpPr>
          <p:nvPr>
            <p:ph type="sldNum" sz="quarter" idx="12"/>
          </p:nvPr>
        </p:nvSpPr>
        <p:spPr>
          <a:xfrm>
            <a:off x="11167200" y="248400"/>
            <a:ext cx="374400" cy="180000"/>
          </a:xfrm>
        </p:spPr>
        <p:txBody>
          <a:bodyPr/>
          <a:lstStyle/>
          <a:p>
            <a:fld id="{23AA811B-2EBD-4900-905E-5BE206449611}" type="slidenum">
              <a:rPr lang="en-CA"/>
              <a:pPr/>
              <a:t>8</a:t>
            </a:fld>
            <a:endParaRPr lang="en-CA"/>
          </a:p>
        </p:txBody>
      </p:sp>
      <p:sp>
        <p:nvSpPr>
          <p:cNvPr id="31" name="Rectangle 30">
            <a:extLst>
              <a:ext uri="{FF2B5EF4-FFF2-40B4-BE49-F238E27FC236}">
                <a16:creationId xmlns:a16="http://schemas.microsoft.com/office/drawing/2014/main" id="{090C2D94-1672-64FC-FA03-58B542028376}"/>
              </a:ext>
            </a:extLst>
          </p:cNvPr>
          <p:cNvSpPr/>
          <p:nvPr/>
        </p:nvSpPr>
        <p:spPr>
          <a:xfrm>
            <a:off x="0" y="1666875"/>
            <a:ext cx="3543300" cy="2025099"/>
          </a:xfrm>
          <a:prstGeom prst="rect">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a:solidFill>
                <a:schemeClr val="accent5"/>
              </a:solidFill>
            </a:endParaRPr>
          </a:p>
        </p:txBody>
      </p:sp>
      <p:sp>
        <p:nvSpPr>
          <p:cNvPr id="35" name="Content Placeholder 3">
            <a:extLst>
              <a:ext uri="{FF2B5EF4-FFF2-40B4-BE49-F238E27FC236}">
                <a16:creationId xmlns:a16="http://schemas.microsoft.com/office/drawing/2014/main" id="{68318BAB-A911-7AB2-B416-82F8F48EB7AC}"/>
              </a:ext>
            </a:extLst>
          </p:cNvPr>
          <p:cNvSpPr txBox="1">
            <a:spLocks/>
          </p:cNvSpPr>
          <p:nvPr/>
        </p:nvSpPr>
        <p:spPr>
          <a:xfrm>
            <a:off x="342900" y="1909762"/>
            <a:ext cx="2857500" cy="1371600"/>
          </a:xfrm>
          <a:prstGeom prst="rect">
            <a:avLst/>
          </a:prstGeom>
        </p:spPr>
        <p:txBody>
          <a:bodyPr vert="horz" lIns="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marR="0" indent="0" algn="l" rtl="0">
              <a:buNone/>
            </a:pPr>
            <a:r>
              <a:rPr lang="en-US" sz="1400" b="0" i="0" u="none" strike="noStrike">
                <a:solidFill>
                  <a:schemeClr val="bg1"/>
                </a:solidFill>
              </a:rPr>
              <a:t>Many real estate brokers can negotiate an office lease. But we believe only a small percentage can skillfully deliver the broad range of strategic and creative solutions that sophisticated businesses truly desire.</a:t>
            </a:r>
          </a:p>
        </p:txBody>
      </p:sp>
      <p:sp>
        <p:nvSpPr>
          <p:cNvPr id="2" name="Freeform: Shape 5">
            <a:extLst>
              <a:ext uri="{FF2B5EF4-FFF2-40B4-BE49-F238E27FC236}">
                <a16:creationId xmlns:a16="http://schemas.microsoft.com/office/drawing/2014/main" id="{4FBE6EBC-5C47-2D02-B034-F95626C942D1}"/>
              </a:ext>
            </a:extLst>
          </p:cNvPr>
          <p:cNvSpPr/>
          <p:nvPr/>
        </p:nvSpPr>
        <p:spPr>
          <a:xfrm>
            <a:off x="5850038" y="1858491"/>
            <a:ext cx="5316437" cy="1087886"/>
          </a:xfrm>
          <a:prstGeom prst="rect">
            <a:avLst/>
          </a:prstGeom>
          <a:no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80000" tIns="0" rIns="0" bIns="0" numCol="1" spcCol="1270" anchor="t" anchorCtr="0">
            <a:noAutofit/>
          </a:bodyPr>
          <a:lstStyle/>
          <a:p>
            <a:pPr defTabSz="533400">
              <a:lnSpc>
                <a:spcPts val="1800"/>
              </a:lnSpc>
              <a:spcBef>
                <a:spcPts val="400"/>
              </a:spcBef>
              <a:spcAft>
                <a:spcPct val="35000"/>
              </a:spcAft>
            </a:pPr>
            <a:r>
              <a:rPr lang="en-US" sz="1200" b="1" kern="1200">
                <a:solidFill>
                  <a:schemeClr val="accent5"/>
                </a:solidFill>
              </a:rPr>
              <a:t>Our Integrated Platform </a:t>
            </a:r>
          </a:p>
          <a:p>
            <a:pPr defTabSz="533400">
              <a:lnSpc>
                <a:spcPts val="1800"/>
              </a:lnSpc>
              <a:spcBef>
                <a:spcPts val="400"/>
              </a:spcBef>
              <a:spcAft>
                <a:spcPct val="35000"/>
              </a:spcAft>
            </a:pPr>
            <a:r>
              <a:rPr lang="en-US" sz="1200" b="0" i="0" u="none" strike="noStrike">
                <a:solidFill>
                  <a:schemeClr val="tx1"/>
                </a:solidFill>
              </a:rPr>
              <a:t>Colliers provides a full breadth of real estate advisory services to identify and drive bespoke solutions for your relocation or renewal needs. </a:t>
            </a:r>
          </a:p>
          <a:p>
            <a:pPr defTabSz="533400">
              <a:lnSpc>
                <a:spcPts val="1800"/>
              </a:lnSpc>
              <a:spcBef>
                <a:spcPts val="400"/>
              </a:spcBef>
              <a:spcAft>
                <a:spcPct val="35000"/>
              </a:spcAft>
            </a:pPr>
            <a:endParaRPr lang="en-US" sz="1200" kern="1200">
              <a:solidFill>
                <a:schemeClr val="tx1"/>
              </a:solidFill>
            </a:endParaRPr>
          </a:p>
        </p:txBody>
      </p:sp>
      <p:pic>
        <p:nvPicPr>
          <p:cNvPr id="3" name="Graphic 2">
            <a:extLst>
              <a:ext uri="{FF2B5EF4-FFF2-40B4-BE49-F238E27FC236}">
                <a16:creationId xmlns:a16="http://schemas.microsoft.com/office/drawing/2014/main" id="{DA432388-EBD6-88E6-62C2-A69C8F33DD0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113575" y="1864257"/>
            <a:ext cx="666318" cy="666318"/>
          </a:xfrm>
          <a:prstGeom prst="rect">
            <a:avLst/>
          </a:prstGeom>
        </p:spPr>
      </p:pic>
      <p:sp>
        <p:nvSpPr>
          <p:cNvPr id="4" name="Freeform: Shape 5">
            <a:extLst>
              <a:ext uri="{FF2B5EF4-FFF2-40B4-BE49-F238E27FC236}">
                <a16:creationId xmlns:a16="http://schemas.microsoft.com/office/drawing/2014/main" id="{730F46C7-3BEE-87B5-5223-687143866507}"/>
              </a:ext>
            </a:extLst>
          </p:cNvPr>
          <p:cNvSpPr/>
          <p:nvPr/>
        </p:nvSpPr>
        <p:spPr>
          <a:xfrm>
            <a:off x="5837044" y="3048654"/>
            <a:ext cx="5578669" cy="785611"/>
          </a:xfrm>
          <a:prstGeom prst="rect">
            <a:avLst/>
          </a:prstGeom>
          <a:no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80000" tIns="0" rIns="0" bIns="0" numCol="1" spcCol="1270" anchor="t" anchorCtr="0">
            <a:noAutofit/>
          </a:bodyPr>
          <a:lstStyle/>
          <a:p>
            <a:pPr defTabSz="533400">
              <a:lnSpc>
                <a:spcPts val="1800"/>
              </a:lnSpc>
              <a:spcBef>
                <a:spcPts val="400"/>
              </a:spcBef>
              <a:spcAft>
                <a:spcPct val="35000"/>
              </a:spcAft>
            </a:pPr>
            <a:r>
              <a:rPr lang="en-US" sz="1200" b="1" kern="1200">
                <a:solidFill>
                  <a:schemeClr val="accent5"/>
                </a:solidFill>
              </a:rPr>
              <a:t>Discovering Your Workplace &amp; Real Estate Needs</a:t>
            </a:r>
          </a:p>
          <a:p>
            <a:pPr marR="0" algn="l" rtl="0">
              <a:lnSpc>
                <a:spcPts val="1800"/>
              </a:lnSpc>
              <a:spcBef>
                <a:spcPts val="400"/>
              </a:spcBef>
            </a:pPr>
            <a:r>
              <a:rPr lang="en-US" sz="1200" b="0" i="0" u="none" strike="noStrike">
                <a:solidFill>
                  <a:schemeClr val="tx1"/>
                </a:solidFill>
              </a:rPr>
              <a:t>Colliers will work closely with you to discover current and future workplace needs and align this to your overall business strategy by conducting a thorough needs analysis. </a:t>
            </a:r>
          </a:p>
        </p:txBody>
      </p:sp>
      <p:sp>
        <p:nvSpPr>
          <p:cNvPr id="8" name="Freeform: Shape 5">
            <a:extLst>
              <a:ext uri="{FF2B5EF4-FFF2-40B4-BE49-F238E27FC236}">
                <a16:creationId xmlns:a16="http://schemas.microsoft.com/office/drawing/2014/main" id="{6800F789-C9C3-1F69-9B22-0F6B860A3849}"/>
              </a:ext>
            </a:extLst>
          </p:cNvPr>
          <p:cNvSpPr/>
          <p:nvPr/>
        </p:nvSpPr>
        <p:spPr>
          <a:xfrm>
            <a:off x="5824050" y="4399301"/>
            <a:ext cx="5716900" cy="785611"/>
          </a:xfrm>
          <a:prstGeom prst="rect">
            <a:avLst/>
          </a:prstGeom>
          <a:no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80000" tIns="0" rIns="0" bIns="0" numCol="1" spcCol="1270" anchor="t" anchorCtr="0">
            <a:noAutofit/>
          </a:bodyPr>
          <a:lstStyle/>
          <a:p>
            <a:pPr marR="0" algn="l" rtl="0">
              <a:lnSpc>
                <a:spcPts val="1800"/>
              </a:lnSpc>
              <a:spcBef>
                <a:spcPts val="400"/>
              </a:spcBef>
            </a:pPr>
            <a:r>
              <a:rPr lang="en-US" sz="1200" b="1" i="0" u="none" strike="noStrike">
                <a:solidFill>
                  <a:schemeClr val="accent5"/>
                </a:solidFill>
              </a:rPr>
              <a:t>Surveying Your Options</a:t>
            </a:r>
          </a:p>
          <a:p>
            <a:pPr marR="0" algn="l" rtl="0">
              <a:lnSpc>
                <a:spcPts val="1800"/>
              </a:lnSpc>
              <a:spcBef>
                <a:spcPts val="400"/>
              </a:spcBef>
            </a:pPr>
            <a:r>
              <a:rPr lang="en-US" sz="1200" b="0" i="0" u="none" strike="noStrike">
                <a:solidFill>
                  <a:schemeClr val="tx1"/>
                </a:solidFill>
              </a:rPr>
              <a:t>Based upon agreed-upon criteria and learnings from a needs analysis, we will complete a comprehensive survey of office opportunities.</a:t>
            </a:r>
          </a:p>
        </p:txBody>
      </p:sp>
      <p:sp>
        <p:nvSpPr>
          <p:cNvPr id="11" name="Freeform: Shape 5">
            <a:extLst>
              <a:ext uri="{FF2B5EF4-FFF2-40B4-BE49-F238E27FC236}">
                <a16:creationId xmlns:a16="http://schemas.microsoft.com/office/drawing/2014/main" id="{EC16F0A4-CF1A-85DB-CF3D-99BAA32473C7}"/>
              </a:ext>
            </a:extLst>
          </p:cNvPr>
          <p:cNvSpPr/>
          <p:nvPr/>
        </p:nvSpPr>
        <p:spPr>
          <a:xfrm>
            <a:off x="5824050" y="5554958"/>
            <a:ext cx="5716900" cy="785611"/>
          </a:xfrm>
          <a:prstGeom prst="rect">
            <a:avLst/>
          </a:prstGeom>
          <a:no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80000" tIns="0" rIns="0" bIns="0" numCol="1" spcCol="1270" anchor="t" anchorCtr="0">
            <a:noAutofit/>
          </a:bodyPr>
          <a:lstStyle/>
          <a:p>
            <a:pPr marR="0" algn="l" rtl="0">
              <a:lnSpc>
                <a:spcPts val="1800"/>
              </a:lnSpc>
              <a:spcBef>
                <a:spcPts val="400"/>
              </a:spcBef>
            </a:pPr>
            <a:r>
              <a:rPr lang="en-US" sz="1200" b="1" i="0" u="none" strike="noStrike">
                <a:solidFill>
                  <a:schemeClr val="accent5"/>
                </a:solidFill>
              </a:rPr>
              <a:t>Selecting Your Next Space</a:t>
            </a:r>
          </a:p>
          <a:p>
            <a:pPr marR="0" algn="l" rtl="0">
              <a:lnSpc>
                <a:spcPts val="1800"/>
              </a:lnSpc>
              <a:spcBef>
                <a:spcPts val="400"/>
              </a:spcBef>
            </a:pPr>
            <a:r>
              <a:rPr lang="en-US" sz="1200" b="0" i="0" u="none" strike="noStrike">
                <a:solidFill>
                  <a:schemeClr val="tx1"/>
                </a:solidFill>
              </a:rPr>
              <a:t>Colliers will make recommendations ranging from major strategies to minor technical details. </a:t>
            </a:r>
          </a:p>
        </p:txBody>
      </p:sp>
      <p:pic>
        <p:nvPicPr>
          <p:cNvPr id="21" name="Graphic 20">
            <a:extLst>
              <a:ext uri="{FF2B5EF4-FFF2-40B4-BE49-F238E27FC236}">
                <a16:creationId xmlns:a16="http://schemas.microsoft.com/office/drawing/2014/main" id="{4FC12B23-6BFC-C0B1-FB60-CD26D57856E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133073" y="2974233"/>
            <a:ext cx="733442" cy="733442"/>
          </a:xfrm>
          <a:prstGeom prst="rect">
            <a:avLst/>
          </a:prstGeom>
        </p:spPr>
      </p:pic>
      <p:pic>
        <p:nvPicPr>
          <p:cNvPr id="22" name="Graphic 21">
            <a:extLst>
              <a:ext uri="{FF2B5EF4-FFF2-40B4-BE49-F238E27FC236}">
                <a16:creationId xmlns:a16="http://schemas.microsoft.com/office/drawing/2014/main" id="{03B85DA1-2F6F-9508-92BD-F5B02EB3334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130884" y="4343331"/>
            <a:ext cx="733442" cy="733442"/>
          </a:xfrm>
          <a:prstGeom prst="rect">
            <a:avLst/>
          </a:prstGeom>
        </p:spPr>
      </p:pic>
      <p:pic>
        <p:nvPicPr>
          <p:cNvPr id="23" name="Graphic 22">
            <a:extLst>
              <a:ext uri="{FF2B5EF4-FFF2-40B4-BE49-F238E27FC236}">
                <a16:creationId xmlns:a16="http://schemas.microsoft.com/office/drawing/2014/main" id="{F1CA588B-6AAB-AAD4-8DE5-44694058E22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167201" y="5520431"/>
            <a:ext cx="659825" cy="659825"/>
          </a:xfrm>
          <a:prstGeom prst="rect">
            <a:avLst/>
          </a:prstGeom>
        </p:spPr>
      </p:pic>
    </p:spTree>
    <p:custDataLst>
      <p:custData r:id="rId1"/>
      <p:custData r:id="rId2"/>
    </p:custDataLst>
    <p:extLst>
      <p:ext uri="{BB962C8B-B14F-4D97-AF65-F5344CB8AC3E}">
        <p14:creationId xmlns:p14="http://schemas.microsoft.com/office/powerpoint/2010/main" val="20844432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A0CC150F-47A7-4056-3D32-9035121BB690}"/>
              </a:ext>
            </a:extLst>
          </p:cNvPr>
          <p:cNvSpPr>
            <a:spLocks noGrp="1"/>
          </p:cNvSpPr>
          <p:nvPr>
            <p:ph type="ftr" sz="quarter" idx="11"/>
          </p:nvPr>
        </p:nvSpPr>
        <p:spPr/>
        <p:txBody>
          <a:bodyPr/>
          <a:lstStyle/>
          <a:p>
            <a:r>
              <a:rPr lang="en-CA"/>
              <a:t>Colliers</a:t>
            </a:r>
          </a:p>
        </p:txBody>
      </p:sp>
      <p:sp>
        <p:nvSpPr>
          <p:cNvPr id="8" name="Slide Number Placeholder 7">
            <a:extLst>
              <a:ext uri="{FF2B5EF4-FFF2-40B4-BE49-F238E27FC236}">
                <a16:creationId xmlns:a16="http://schemas.microsoft.com/office/drawing/2014/main" id="{37674843-1FE2-3607-AC8C-D69DB3B8A7AD}"/>
              </a:ext>
            </a:extLst>
          </p:cNvPr>
          <p:cNvSpPr>
            <a:spLocks noGrp="1"/>
          </p:cNvSpPr>
          <p:nvPr>
            <p:ph type="sldNum" sz="quarter" idx="12"/>
          </p:nvPr>
        </p:nvSpPr>
        <p:spPr/>
        <p:txBody>
          <a:bodyPr/>
          <a:lstStyle/>
          <a:p>
            <a:fld id="{23AA811B-2EBD-4900-905E-5BE206449611}" type="slidenum">
              <a:rPr lang="en-CA"/>
              <a:pPr/>
              <a:t>9</a:t>
            </a:fld>
            <a:endParaRPr lang="en-CA"/>
          </a:p>
        </p:txBody>
      </p:sp>
      <p:sp>
        <p:nvSpPr>
          <p:cNvPr id="20" name="Text Placeholder 28">
            <a:extLst>
              <a:ext uri="{FF2B5EF4-FFF2-40B4-BE49-F238E27FC236}">
                <a16:creationId xmlns:a16="http://schemas.microsoft.com/office/drawing/2014/main" id="{A25F2075-B2BB-E400-F42A-D3F8940087A5}"/>
              </a:ext>
            </a:extLst>
          </p:cNvPr>
          <p:cNvSpPr txBox="1">
            <a:spLocks/>
          </p:cNvSpPr>
          <p:nvPr/>
        </p:nvSpPr>
        <p:spPr>
          <a:xfrm>
            <a:off x="647700" y="2043113"/>
            <a:ext cx="2573001" cy="2154765"/>
          </a:xfrm>
          <a:prstGeom prst="rect">
            <a:avLst/>
          </a:prstGeom>
        </p:spPr>
        <p:txBody>
          <a:bodyPr vert="horz" lIns="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lnSpc>
                <a:spcPct val="120000"/>
              </a:lnSpc>
              <a:buNone/>
            </a:pPr>
            <a:r>
              <a:rPr lang="en-CA" sz="1400" err="1">
                <a:solidFill>
                  <a:schemeClr val="accent2"/>
                </a:solidFill>
                <a:latin typeface="MerriweatherLight" pitchFamily="2" charset="77"/>
                <a:ea typeface="+mn-lt"/>
                <a:cs typeface="+mn-lt"/>
              </a:rPr>
              <a:t>Otas</a:t>
            </a:r>
            <a:r>
              <a:rPr lang="en-CA" sz="1400">
                <a:solidFill>
                  <a:schemeClr val="accent2"/>
                </a:solidFill>
                <a:latin typeface="MerriweatherLight" pitchFamily="2" charset="77"/>
                <a:ea typeface="+mn-lt"/>
                <a:cs typeface="+mn-lt"/>
              </a:rPr>
              <a:t> </a:t>
            </a:r>
            <a:r>
              <a:rPr lang="en-CA" sz="1400" err="1">
                <a:solidFill>
                  <a:schemeClr val="accent2"/>
                </a:solidFill>
                <a:latin typeface="MerriweatherLight" pitchFamily="2" charset="77"/>
                <a:ea typeface="+mn-lt"/>
                <a:cs typeface="+mn-lt"/>
              </a:rPr>
              <a:t>doluptisquam</a:t>
            </a:r>
            <a:r>
              <a:rPr lang="en-CA" sz="1400">
                <a:solidFill>
                  <a:schemeClr val="accent2"/>
                </a:solidFill>
                <a:latin typeface="MerriweatherLight" pitchFamily="2" charset="77"/>
                <a:ea typeface="+mn-lt"/>
                <a:cs typeface="+mn-lt"/>
              </a:rPr>
              <a:t> </a:t>
            </a:r>
            <a:r>
              <a:rPr lang="en-CA" sz="1400" err="1">
                <a:solidFill>
                  <a:schemeClr val="accent2"/>
                </a:solidFill>
                <a:latin typeface="MerriweatherLight" pitchFamily="2" charset="77"/>
                <a:ea typeface="+mn-lt"/>
                <a:cs typeface="+mn-lt"/>
              </a:rPr>
              <a:t>rehene</a:t>
            </a:r>
            <a:r>
              <a:rPr lang="en-CA" sz="1400">
                <a:solidFill>
                  <a:schemeClr val="accent2"/>
                </a:solidFill>
                <a:latin typeface="MerriweatherLight" pitchFamily="2" charset="77"/>
                <a:ea typeface="+mn-lt"/>
                <a:cs typeface="+mn-lt"/>
              </a:rPr>
              <a:t> </a:t>
            </a:r>
            <a:r>
              <a:rPr lang="en-CA" sz="1400" err="1">
                <a:solidFill>
                  <a:schemeClr val="accent2"/>
                </a:solidFill>
                <a:latin typeface="MerriweatherLight" pitchFamily="2" charset="77"/>
                <a:ea typeface="+mn-lt"/>
                <a:cs typeface="+mn-lt"/>
              </a:rPr>
              <a:t>prepudipsunt</a:t>
            </a:r>
            <a:r>
              <a:rPr lang="en-CA" sz="1400">
                <a:solidFill>
                  <a:schemeClr val="accent2"/>
                </a:solidFill>
                <a:latin typeface="MerriweatherLight" pitchFamily="2" charset="77"/>
                <a:ea typeface="+mn-lt"/>
                <a:cs typeface="+mn-lt"/>
              </a:rPr>
              <a:t> </a:t>
            </a:r>
            <a:r>
              <a:rPr lang="en-CA" sz="1400" err="1">
                <a:solidFill>
                  <a:schemeClr val="accent2"/>
                </a:solidFill>
                <a:latin typeface="MerriweatherLight" pitchFamily="2" charset="77"/>
                <a:ea typeface="+mn-lt"/>
                <a:cs typeface="+mn-lt"/>
              </a:rPr>
              <a:t>erumet</a:t>
            </a:r>
            <a:r>
              <a:rPr lang="en-CA" sz="1400">
                <a:solidFill>
                  <a:schemeClr val="accent2"/>
                </a:solidFill>
                <a:latin typeface="MerriweatherLight" pitchFamily="2" charset="77"/>
                <a:ea typeface="+mn-lt"/>
                <a:cs typeface="+mn-lt"/>
              </a:rPr>
              <a:t> </a:t>
            </a:r>
            <a:r>
              <a:rPr lang="en-CA" sz="1400" err="1">
                <a:solidFill>
                  <a:schemeClr val="accent2"/>
                </a:solidFill>
                <a:latin typeface="MerriweatherLight" pitchFamily="2" charset="77"/>
                <a:ea typeface="+mn-lt"/>
                <a:cs typeface="+mn-lt"/>
              </a:rPr>
              <a:t>ut</a:t>
            </a:r>
            <a:r>
              <a:rPr lang="en-CA" sz="1400">
                <a:solidFill>
                  <a:schemeClr val="accent2"/>
                </a:solidFill>
                <a:latin typeface="MerriweatherLight" pitchFamily="2" charset="77"/>
                <a:ea typeface="+mn-lt"/>
                <a:cs typeface="+mn-lt"/>
              </a:rPr>
              <a:t> </a:t>
            </a:r>
            <a:r>
              <a:rPr lang="en-CA" sz="1400" err="1">
                <a:solidFill>
                  <a:schemeClr val="accent2"/>
                </a:solidFill>
                <a:latin typeface="MerriweatherLight" pitchFamily="2" charset="77"/>
                <a:ea typeface="+mn-lt"/>
                <a:cs typeface="+mn-lt"/>
              </a:rPr>
              <a:t>intibus</a:t>
            </a:r>
            <a:r>
              <a:rPr lang="en-CA" sz="1400">
                <a:solidFill>
                  <a:schemeClr val="accent2"/>
                </a:solidFill>
                <a:latin typeface="MerriweatherLight" pitchFamily="2" charset="77"/>
                <a:ea typeface="+mn-lt"/>
                <a:cs typeface="+mn-lt"/>
              </a:rPr>
              <a:t>, </a:t>
            </a:r>
            <a:r>
              <a:rPr lang="en-CA" sz="1400" err="1">
                <a:solidFill>
                  <a:schemeClr val="accent2"/>
                </a:solidFill>
                <a:latin typeface="MerriweatherLight" pitchFamily="2" charset="77"/>
                <a:ea typeface="+mn-lt"/>
                <a:cs typeface="+mn-lt"/>
              </a:rPr>
              <a:t>velesse</a:t>
            </a:r>
            <a:r>
              <a:rPr lang="en-CA" sz="1400">
                <a:solidFill>
                  <a:schemeClr val="accent2"/>
                </a:solidFill>
                <a:latin typeface="MerriweatherLight" pitchFamily="2" charset="77"/>
                <a:ea typeface="+mn-lt"/>
                <a:cs typeface="+mn-lt"/>
              </a:rPr>
              <a:t> </a:t>
            </a:r>
            <a:r>
              <a:rPr lang="en-CA" sz="1400" err="1">
                <a:solidFill>
                  <a:schemeClr val="accent2"/>
                </a:solidFill>
                <a:latin typeface="MerriweatherLight" pitchFamily="2" charset="77"/>
                <a:ea typeface="+mn-lt"/>
                <a:cs typeface="+mn-lt"/>
              </a:rPr>
              <a:t>accatqueiae</a:t>
            </a:r>
            <a:r>
              <a:rPr lang="en-CA" sz="1400">
                <a:solidFill>
                  <a:schemeClr val="accent2"/>
                </a:solidFill>
                <a:latin typeface="MerriweatherLight" pitchFamily="2" charset="77"/>
                <a:ea typeface="+mn-lt"/>
                <a:cs typeface="+mn-lt"/>
              </a:rPr>
              <a:t> vent </a:t>
            </a:r>
            <a:r>
              <a:rPr lang="en-CA" sz="1400" err="1">
                <a:solidFill>
                  <a:schemeClr val="accent2"/>
                </a:solidFill>
                <a:latin typeface="MerriweatherLight" pitchFamily="2" charset="77"/>
                <a:ea typeface="+mn-lt"/>
                <a:cs typeface="+mn-lt"/>
              </a:rPr>
              <a:t>volupis</a:t>
            </a:r>
            <a:r>
              <a:rPr lang="en-CA" sz="1400">
                <a:solidFill>
                  <a:schemeClr val="accent2"/>
                </a:solidFill>
                <a:latin typeface="MerriweatherLight" pitchFamily="2" charset="77"/>
                <a:ea typeface="+mn-lt"/>
                <a:cs typeface="+mn-lt"/>
              </a:rPr>
              <a:t> vit et </a:t>
            </a:r>
            <a:r>
              <a:rPr lang="en-CA" sz="1400" err="1">
                <a:solidFill>
                  <a:schemeClr val="accent2"/>
                </a:solidFill>
                <a:latin typeface="MerriweatherLight" pitchFamily="2" charset="77"/>
                <a:ea typeface="+mn-lt"/>
                <a:cs typeface="+mn-lt"/>
              </a:rPr>
              <a:t>aut</a:t>
            </a:r>
            <a:r>
              <a:rPr lang="en-CA" sz="1400">
                <a:solidFill>
                  <a:schemeClr val="accent2"/>
                </a:solidFill>
                <a:latin typeface="MerriweatherLight" pitchFamily="2" charset="77"/>
                <a:ea typeface="+mn-lt"/>
                <a:cs typeface="+mn-lt"/>
              </a:rPr>
              <a:t> </a:t>
            </a:r>
            <a:r>
              <a:rPr lang="en-CA" sz="1400" err="1">
                <a:solidFill>
                  <a:schemeClr val="accent2"/>
                </a:solidFill>
                <a:latin typeface="MerriweatherLight" pitchFamily="2" charset="77"/>
                <a:ea typeface="+mn-lt"/>
                <a:cs typeface="+mn-lt"/>
              </a:rPr>
              <a:t>lia</a:t>
            </a:r>
            <a:r>
              <a:rPr lang="en-CA" sz="1400">
                <a:solidFill>
                  <a:schemeClr val="accent2"/>
                </a:solidFill>
                <a:latin typeface="MerriweatherLight" pitchFamily="2" charset="77"/>
                <a:ea typeface="+mn-lt"/>
                <a:cs typeface="+mn-lt"/>
              </a:rPr>
              <a:t> </a:t>
            </a:r>
            <a:r>
              <a:rPr lang="en-CA" sz="1400" err="1">
                <a:solidFill>
                  <a:schemeClr val="accent2"/>
                </a:solidFill>
                <a:latin typeface="MerriweatherLight" pitchFamily="2" charset="77"/>
                <a:ea typeface="+mn-lt"/>
                <a:cs typeface="+mn-lt"/>
              </a:rPr>
              <a:t>dio</a:t>
            </a:r>
            <a:r>
              <a:rPr lang="en-CA" sz="1400">
                <a:solidFill>
                  <a:schemeClr val="accent2"/>
                </a:solidFill>
                <a:latin typeface="MerriweatherLight" pitchFamily="2" charset="77"/>
                <a:ea typeface="+mn-lt"/>
                <a:cs typeface="+mn-lt"/>
              </a:rPr>
              <a:t> </a:t>
            </a:r>
            <a:r>
              <a:rPr lang="en-CA" sz="1400" err="1">
                <a:solidFill>
                  <a:schemeClr val="accent2"/>
                </a:solidFill>
                <a:latin typeface="MerriweatherLight" pitchFamily="2" charset="77"/>
                <a:ea typeface="+mn-lt"/>
                <a:cs typeface="+mn-lt"/>
              </a:rPr>
              <a:t>tem</a:t>
            </a:r>
            <a:r>
              <a:rPr lang="en-CA" sz="1400">
                <a:solidFill>
                  <a:schemeClr val="accent2"/>
                </a:solidFill>
                <a:latin typeface="MerriweatherLight" pitchFamily="2" charset="77"/>
                <a:ea typeface="+mn-lt"/>
                <a:cs typeface="+mn-lt"/>
              </a:rPr>
              <a:t>. Nam </a:t>
            </a:r>
            <a:r>
              <a:rPr lang="en-CA" sz="1400" err="1">
                <a:solidFill>
                  <a:schemeClr val="accent2"/>
                </a:solidFill>
                <a:latin typeface="MerriweatherLight" pitchFamily="2" charset="77"/>
                <a:ea typeface="+mn-lt"/>
                <a:cs typeface="+mn-lt"/>
              </a:rPr>
              <a:t>everercime</a:t>
            </a:r>
            <a:r>
              <a:rPr lang="en-CA" sz="1400">
                <a:solidFill>
                  <a:schemeClr val="accent2"/>
                </a:solidFill>
                <a:latin typeface="MerriweatherLight" pitchFamily="2" charset="77"/>
                <a:ea typeface="+mn-lt"/>
                <a:cs typeface="+mn-lt"/>
              </a:rPr>
              <a:t> rerum </a:t>
            </a:r>
            <a:r>
              <a:rPr lang="en-CA" sz="1400" err="1">
                <a:solidFill>
                  <a:schemeClr val="accent2"/>
                </a:solidFill>
                <a:latin typeface="MerriweatherLight" pitchFamily="2" charset="77"/>
                <a:ea typeface="+mn-lt"/>
                <a:cs typeface="+mn-lt"/>
              </a:rPr>
              <a:t>facepe</a:t>
            </a:r>
            <a:r>
              <a:rPr lang="en-CA" sz="1400">
                <a:solidFill>
                  <a:schemeClr val="accent2"/>
                </a:solidFill>
                <a:latin typeface="MerriweatherLight" pitchFamily="2" charset="77"/>
                <a:ea typeface="+mn-lt"/>
                <a:cs typeface="+mn-lt"/>
              </a:rPr>
              <a:t> </a:t>
            </a:r>
            <a:r>
              <a:rPr lang="en-CA" sz="1400" err="1">
                <a:solidFill>
                  <a:schemeClr val="accent2"/>
                </a:solidFill>
                <a:latin typeface="MerriweatherLight" pitchFamily="2" charset="77"/>
                <a:ea typeface="+mn-lt"/>
                <a:cs typeface="+mn-lt"/>
              </a:rPr>
              <a:t>erum</a:t>
            </a:r>
            <a:r>
              <a:rPr lang="en-CA" sz="1400">
                <a:solidFill>
                  <a:schemeClr val="accent2"/>
                </a:solidFill>
                <a:latin typeface="MerriweatherLight" pitchFamily="2" charset="77"/>
                <a:ea typeface="+mn-lt"/>
                <a:cs typeface="+mn-lt"/>
              </a:rPr>
              <a:t> quo </a:t>
            </a:r>
            <a:r>
              <a:rPr lang="en-CA" sz="1400" err="1">
                <a:solidFill>
                  <a:schemeClr val="accent2"/>
                </a:solidFill>
                <a:latin typeface="MerriweatherLight" pitchFamily="2" charset="77"/>
                <a:ea typeface="+mn-lt"/>
                <a:cs typeface="+mn-lt"/>
              </a:rPr>
              <a:t>derum</a:t>
            </a:r>
            <a:r>
              <a:rPr lang="en-CA" sz="1400">
                <a:solidFill>
                  <a:schemeClr val="accent2"/>
                </a:solidFill>
                <a:latin typeface="MerriweatherLight" pitchFamily="2" charset="77"/>
                <a:ea typeface="+mn-lt"/>
                <a:cs typeface="+mn-lt"/>
              </a:rPr>
              <a:t> </a:t>
            </a:r>
            <a:r>
              <a:rPr lang="en-CA" sz="1400" err="1">
                <a:solidFill>
                  <a:schemeClr val="accent2"/>
                </a:solidFill>
                <a:latin typeface="MerriweatherLight" pitchFamily="2" charset="77"/>
                <a:ea typeface="+mn-lt"/>
                <a:cs typeface="+mn-lt"/>
              </a:rPr>
              <a:t>facepudae</a:t>
            </a:r>
            <a:r>
              <a:rPr lang="en-CA" sz="1400">
                <a:solidFill>
                  <a:schemeClr val="accent2"/>
                </a:solidFill>
                <a:latin typeface="MerriweatherLight" pitchFamily="2" charset="77"/>
                <a:ea typeface="+mn-lt"/>
                <a:cs typeface="+mn-lt"/>
              </a:rPr>
              <a:t> </a:t>
            </a:r>
            <a:r>
              <a:rPr lang="en-CA" sz="1400" err="1">
                <a:solidFill>
                  <a:schemeClr val="accent2"/>
                </a:solidFill>
                <a:latin typeface="MerriweatherLight" pitchFamily="2" charset="77"/>
                <a:ea typeface="+mn-lt"/>
                <a:cs typeface="+mn-lt"/>
              </a:rPr>
              <a:t>voluptas</a:t>
            </a:r>
            <a:r>
              <a:rPr lang="en-CA" sz="1400">
                <a:solidFill>
                  <a:schemeClr val="accent2"/>
                </a:solidFill>
                <a:latin typeface="MerriweatherLight" pitchFamily="2" charset="77"/>
                <a:ea typeface="+mn-lt"/>
                <a:cs typeface="+mn-lt"/>
              </a:rPr>
              <a:t> </a:t>
            </a:r>
            <a:r>
              <a:rPr lang="en-CA" sz="1400" err="1">
                <a:solidFill>
                  <a:schemeClr val="accent2"/>
                </a:solidFill>
                <a:latin typeface="MerriweatherLight" pitchFamily="2" charset="77"/>
                <a:ea typeface="+mn-lt"/>
                <a:cs typeface="+mn-lt"/>
              </a:rPr>
              <a:t>dolo</a:t>
            </a:r>
            <a:r>
              <a:rPr lang="en-CA" sz="1400">
                <a:solidFill>
                  <a:schemeClr val="accent2"/>
                </a:solidFill>
                <a:latin typeface="MerriweatherLight" pitchFamily="2" charset="77"/>
                <a:ea typeface="+mn-lt"/>
                <a:cs typeface="+mn-lt"/>
              </a:rPr>
              <a:t>.</a:t>
            </a:r>
            <a:endParaRPr lang="en-CA" sz="1400">
              <a:solidFill>
                <a:schemeClr val="accent2"/>
              </a:solidFill>
              <a:latin typeface="MerriweatherLight" pitchFamily="2" charset="77"/>
              <a:ea typeface="Open Sans"/>
              <a:cs typeface="Open Sans"/>
            </a:endParaRPr>
          </a:p>
        </p:txBody>
      </p:sp>
      <p:cxnSp>
        <p:nvCxnSpPr>
          <p:cNvPr id="22" name="Straight Arrow Connector 21">
            <a:extLst>
              <a:ext uri="{FF2B5EF4-FFF2-40B4-BE49-F238E27FC236}">
                <a16:creationId xmlns:a16="http://schemas.microsoft.com/office/drawing/2014/main" id="{24CF48D8-0779-9928-E9DF-22D07A42A363}"/>
              </a:ext>
            </a:extLst>
          </p:cNvPr>
          <p:cNvCxnSpPr>
            <a:cxnSpLocks/>
          </p:cNvCxnSpPr>
          <p:nvPr/>
        </p:nvCxnSpPr>
        <p:spPr>
          <a:xfrm>
            <a:off x="3711575" y="647700"/>
            <a:ext cx="0" cy="5561013"/>
          </a:xfrm>
          <a:prstGeom prst="straightConnector1">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sp>
        <p:nvSpPr>
          <p:cNvPr id="26" name="Content Placeholder 3">
            <a:extLst>
              <a:ext uri="{FF2B5EF4-FFF2-40B4-BE49-F238E27FC236}">
                <a16:creationId xmlns:a16="http://schemas.microsoft.com/office/drawing/2014/main" id="{515C85CB-E710-6265-F643-55F790A5A6B0}"/>
              </a:ext>
            </a:extLst>
          </p:cNvPr>
          <p:cNvSpPr txBox="1">
            <a:spLocks/>
          </p:cNvSpPr>
          <p:nvPr/>
        </p:nvSpPr>
        <p:spPr>
          <a:xfrm>
            <a:off x="4370665" y="647701"/>
            <a:ext cx="7172048" cy="4667170"/>
          </a:xfrm>
          <a:prstGeom prst="rect">
            <a:avLst/>
          </a:prstGeom>
        </p:spPr>
        <p:txBody>
          <a:bodyPr vert="horz" lIns="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spcBef>
                <a:spcPts val="0"/>
              </a:spcBef>
              <a:spcAft>
                <a:spcPts val="1000"/>
              </a:spcAft>
              <a:buNone/>
            </a:pPr>
            <a:r>
              <a:rPr lang="en-CA" sz="1050" b="1">
                <a:solidFill>
                  <a:schemeClr val="accent5"/>
                </a:solidFill>
                <a:ea typeface="+mn-lt"/>
                <a:cs typeface="+mn-lt"/>
              </a:rPr>
              <a:t>Positioning</a:t>
            </a:r>
            <a:endParaRPr lang="en-CA" sz="1050" b="1">
              <a:solidFill>
                <a:schemeClr val="accent5"/>
              </a:solidFill>
              <a:ea typeface="Open Sans"/>
              <a:cs typeface="Open Sans"/>
            </a:endParaRPr>
          </a:p>
          <a:p>
            <a:pPr marL="0" indent="0">
              <a:spcBef>
                <a:spcPts val="0"/>
              </a:spcBef>
              <a:spcAft>
                <a:spcPts val="1000"/>
              </a:spcAft>
              <a:buNone/>
            </a:pPr>
            <a:r>
              <a:rPr lang="en-CA" sz="1050">
                <a:ea typeface="+mn-lt"/>
                <a:cs typeface="+mn-lt"/>
              </a:rPr>
              <a:t>Write a paragraph about how you’re going to set the lease up for success. </a:t>
            </a:r>
            <a:r>
              <a:rPr lang="en-CA" sz="1050" err="1">
                <a:ea typeface="+mn-lt"/>
                <a:cs typeface="+mn-lt"/>
              </a:rPr>
              <a:t>Otas</a:t>
            </a:r>
            <a:r>
              <a:rPr lang="en-CA" sz="1050">
                <a:ea typeface="+mn-lt"/>
                <a:cs typeface="+mn-lt"/>
              </a:rPr>
              <a:t> </a:t>
            </a:r>
            <a:r>
              <a:rPr lang="en-CA" sz="1050" err="1">
                <a:ea typeface="+mn-lt"/>
                <a:cs typeface="+mn-lt"/>
              </a:rPr>
              <a:t>doluptisquam</a:t>
            </a:r>
            <a:r>
              <a:rPr lang="en-CA" sz="1050">
                <a:ea typeface="+mn-lt"/>
                <a:cs typeface="+mn-lt"/>
              </a:rPr>
              <a:t> </a:t>
            </a:r>
            <a:r>
              <a:rPr lang="en-CA" sz="1050" err="1">
                <a:ea typeface="+mn-lt"/>
                <a:cs typeface="+mn-lt"/>
              </a:rPr>
              <a:t>rehene</a:t>
            </a:r>
            <a:r>
              <a:rPr lang="en-CA" sz="1050">
                <a:ea typeface="+mn-lt"/>
                <a:cs typeface="+mn-lt"/>
              </a:rPr>
              <a:t> </a:t>
            </a:r>
            <a:r>
              <a:rPr lang="en-CA" sz="1050" err="1">
                <a:ea typeface="+mn-lt"/>
                <a:cs typeface="+mn-lt"/>
              </a:rPr>
              <a:t>prepudipsunt</a:t>
            </a:r>
            <a:r>
              <a:rPr lang="en-CA" sz="1050">
                <a:ea typeface="+mn-lt"/>
                <a:cs typeface="+mn-lt"/>
              </a:rPr>
              <a:t> </a:t>
            </a:r>
            <a:r>
              <a:rPr lang="en-CA" sz="1050" err="1">
                <a:ea typeface="+mn-lt"/>
                <a:cs typeface="+mn-lt"/>
              </a:rPr>
              <a:t>erumet</a:t>
            </a:r>
            <a:r>
              <a:rPr lang="en-CA" sz="1050">
                <a:ea typeface="+mn-lt"/>
                <a:cs typeface="+mn-lt"/>
              </a:rPr>
              <a:t> </a:t>
            </a:r>
            <a:r>
              <a:rPr lang="en-CA" sz="1050" err="1">
                <a:ea typeface="+mn-lt"/>
                <a:cs typeface="+mn-lt"/>
              </a:rPr>
              <a:t>ut</a:t>
            </a:r>
            <a:r>
              <a:rPr lang="en-CA" sz="1050">
                <a:ea typeface="+mn-lt"/>
                <a:cs typeface="+mn-lt"/>
              </a:rPr>
              <a:t> </a:t>
            </a:r>
            <a:r>
              <a:rPr lang="en-CA" sz="1050" err="1">
                <a:ea typeface="+mn-lt"/>
                <a:cs typeface="+mn-lt"/>
              </a:rPr>
              <a:t>intibus</a:t>
            </a:r>
            <a:r>
              <a:rPr lang="en-CA" sz="1050">
                <a:ea typeface="+mn-lt"/>
                <a:cs typeface="+mn-lt"/>
              </a:rPr>
              <a:t>, </a:t>
            </a:r>
            <a:r>
              <a:rPr lang="en-CA" sz="1050" err="1">
                <a:ea typeface="+mn-lt"/>
                <a:cs typeface="+mn-lt"/>
              </a:rPr>
              <a:t>velesse</a:t>
            </a:r>
            <a:r>
              <a:rPr lang="en-CA" sz="1050">
                <a:ea typeface="+mn-lt"/>
                <a:cs typeface="+mn-lt"/>
              </a:rPr>
              <a:t> </a:t>
            </a:r>
            <a:r>
              <a:rPr lang="en-CA" sz="1050" err="1">
                <a:ea typeface="+mn-lt"/>
                <a:cs typeface="+mn-lt"/>
              </a:rPr>
              <a:t>ntiatibus</a:t>
            </a:r>
            <a:r>
              <a:rPr lang="en-CA" sz="1050">
                <a:ea typeface="+mn-lt"/>
                <a:cs typeface="+mn-lt"/>
              </a:rPr>
              <a:t>, </a:t>
            </a:r>
            <a:r>
              <a:rPr lang="en-CA" sz="1050" err="1">
                <a:ea typeface="+mn-lt"/>
                <a:cs typeface="+mn-lt"/>
              </a:rPr>
              <a:t>occae</a:t>
            </a:r>
            <a:r>
              <a:rPr lang="en-CA" sz="1050">
                <a:ea typeface="+mn-lt"/>
                <a:cs typeface="+mn-lt"/>
              </a:rPr>
              <a:t> sus </a:t>
            </a:r>
            <a:r>
              <a:rPr lang="en-CA" sz="1050" err="1">
                <a:ea typeface="+mn-lt"/>
                <a:cs typeface="+mn-lt"/>
              </a:rPr>
              <a:t>quae</a:t>
            </a:r>
            <a:r>
              <a:rPr lang="en-CA" sz="1050">
                <a:ea typeface="+mn-lt"/>
                <a:cs typeface="+mn-lt"/>
              </a:rPr>
              <a:t> </a:t>
            </a:r>
            <a:r>
              <a:rPr lang="en-CA" sz="1050" err="1">
                <a:ea typeface="+mn-lt"/>
                <a:cs typeface="+mn-lt"/>
              </a:rPr>
              <a:t>samus</a:t>
            </a:r>
            <a:r>
              <a:rPr lang="en-CA" sz="1050">
                <a:ea typeface="+mn-lt"/>
                <a:cs typeface="+mn-lt"/>
              </a:rPr>
              <a:t> </a:t>
            </a:r>
            <a:r>
              <a:rPr lang="en-CA" sz="1050" err="1">
                <a:ea typeface="+mn-lt"/>
                <a:cs typeface="+mn-lt"/>
              </a:rPr>
              <a:t>audam</a:t>
            </a:r>
            <a:r>
              <a:rPr lang="en-CA" sz="1050">
                <a:ea typeface="+mn-lt"/>
                <a:cs typeface="+mn-lt"/>
              </a:rPr>
              <a:t> </a:t>
            </a:r>
            <a:r>
              <a:rPr lang="en-CA" sz="1050" err="1">
                <a:ea typeface="+mn-lt"/>
                <a:cs typeface="+mn-lt"/>
              </a:rPr>
              <a:t>debis</a:t>
            </a:r>
            <a:r>
              <a:rPr lang="en-CA" sz="1050">
                <a:ea typeface="+mn-lt"/>
                <a:cs typeface="+mn-lt"/>
              </a:rPr>
              <a:t> et </a:t>
            </a:r>
            <a:r>
              <a:rPr lang="en-CA" sz="1050" err="1">
                <a:ea typeface="+mn-lt"/>
                <a:cs typeface="+mn-lt"/>
              </a:rPr>
              <a:t>omnis</a:t>
            </a:r>
            <a:r>
              <a:rPr lang="en-CA" sz="1050">
                <a:ea typeface="+mn-lt"/>
                <a:cs typeface="+mn-lt"/>
              </a:rPr>
              <a:t>. Lorem ipsum dolor sit </a:t>
            </a:r>
            <a:r>
              <a:rPr lang="en-CA" sz="1050" err="1">
                <a:ea typeface="+mn-lt"/>
                <a:cs typeface="+mn-lt"/>
              </a:rPr>
              <a:t>amet</a:t>
            </a:r>
            <a:r>
              <a:rPr lang="en-CA" sz="1050">
                <a:ea typeface="+mn-lt"/>
                <a:cs typeface="+mn-lt"/>
              </a:rPr>
              <a:t>, </a:t>
            </a:r>
            <a:r>
              <a:rPr lang="en-CA" sz="1050" err="1">
                <a:ea typeface="+mn-lt"/>
                <a:cs typeface="+mn-lt"/>
              </a:rPr>
              <a:t>consectetur</a:t>
            </a:r>
            <a:r>
              <a:rPr lang="en-CA" sz="1050">
                <a:ea typeface="+mn-lt"/>
                <a:cs typeface="+mn-lt"/>
              </a:rPr>
              <a:t> </a:t>
            </a:r>
            <a:r>
              <a:rPr lang="en-CA" sz="1050" err="1">
                <a:ea typeface="+mn-lt"/>
                <a:cs typeface="+mn-lt"/>
              </a:rPr>
              <a:t>adipiscing</a:t>
            </a:r>
            <a:r>
              <a:rPr lang="en-CA" sz="1050">
                <a:ea typeface="+mn-lt"/>
                <a:cs typeface="+mn-lt"/>
              </a:rPr>
              <a:t> </a:t>
            </a:r>
            <a:r>
              <a:rPr lang="en-CA" sz="1050" err="1">
                <a:ea typeface="+mn-lt"/>
                <a:cs typeface="+mn-lt"/>
              </a:rPr>
              <a:t>elit</a:t>
            </a:r>
            <a:r>
              <a:rPr lang="en-CA" sz="1050">
                <a:ea typeface="+mn-lt"/>
                <a:cs typeface="+mn-lt"/>
              </a:rPr>
              <a:t>, sed do </a:t>
            </a:r>
            <a:r>
              <a:rPr lang="en-CA" sz="1050" err="1">
                <a:ea typeface="+mn-lt"/>
                <a:cs typeface="+mn-lt"/>
              </a:rPr>
              <a:t>eiusmod</a:t>
            </a:r>
            <a:r>
              <a:rPr lang="en-CA" sz="1050">
                <a:ea typeface="+mn-lt"/>
                <a:cs typeface="+mn-lt"/>
              </a:rPr>
              <a:t> </a:t>
            </a:r>
            <a:r>
              <a:rPr lang="en-CA" sz="1050" err="1">
                <a:ea typeface="+mn-lt"/>
                <a:cs typeface="+mn-lt"/>
              </a:rPr>
              <a:t>tempor</a:t>
            </a:r>
            <a:r>
              <a:rPr lang="en-CA" sz="1050">
                <a:ea typeface="+mn-lt"/>
                <a:cs typeface="+mn-lt"/>
              </a:rPr>
              <a:t> </a:t>
            </a:r>
            <a:r>
              <a:rPr lang="en-CA" sz="1050" err="1">
                <a:ea typeface="+mn-lt"/>
                <a:cs typeface="+mn-lt"/>
              </a:rPr>
              <a:t>incididunt</a:t>
            </a:r>
            <a:r>
              <a:rPr lang="en-CA" sz="1050">
                <a:ea typeface="+mn-lt"/>
                <a:cs typeface="+mn-lt"/>
              </a:rPr>
              <a:t> </a:t>
            </a:r>
            <a:r>
              <a:rPr lang="en-CA" sz="1050" err="1">
                <a:ea typeface="+mn-lt"/>
                <a:cs typeface="+mn-lt"/>
              </a:rPr>
              <a:t>ut</a:t>
            </a:r>
            <a:r>
              <a:rPr lang="en-CA" sz="1050">
                <a:ea typeface="+mn-lt"/>
                <a:cs typeface="+mn-lt"/>
              </a:rPr>
              <a:t> labore et dolore magna </a:t>
            </a:r>
            <a:r>
              <a:rPr lang="en-CA" sz="1050" err="1">
                <a:ea typeface="+mn-lt"/>
                <a:cs typeface="+mn-lt"/>
              </a:rPr>
              <a:t>aliqua</a:t>
            </a:r>
            <a:r>
              <a:rPr lang="en-CA" sz="1050">
                <a:ea typeface="+mn-lt"/>
                <a:cs typeface="+mn-lt"/>
              </a:rPr>
              <a:t>. </a:t>
            </a:r>
          </a:p>
          <a:p>
            <a:pPr marL="0" indent="0">
              <a:lnSpc>
                <a:spcPts val="1600"/>
              </a:lnSpc>
              <a:spcBef>
                <a:spcPts val="0"/>
              </a:spcBef>
              <a:spcAft>
                <a:spcPts val="0"/>
              </a:spcAft>
              <a:buNone/>
            </a:pPr>
            <a:r>
              <a:rPr lang="en-CA" sz="1050">
                <a:ea typeface="+mn-lt"/>
                <a:cs typeface="+mn-lt"/>
              </a:rPr>
              <a:t>• </a:t>
            </a:r>
            <a:r>
              <a:rPr lang="en-CA" sz="1050" err="1">
                <a:ea typeface="+mn-lt"/>
                <a:cs typeface="+mn-lt"/>
              </a:rPr>
              <a:t>Otas</a:t>
            </a:r>
            <a:r>
              <a:rPr lang="en-CA" sz="1050">
                <a:ea typeface="+mn-lt"/>
                <a:cs typeface="+mn-lt"/>
              </a:rPr>
              <a:t> </a:t>
            </a:r>
            <a:r>
              <a:rPr lang="en-CA" sz="1050" err="1">
                <a:ea typeface="+mn-lt"/>
                <a:cs typeface="+mn-lt"/>
              </a:rPr>
              <a:t>doluptisquam</a:t>
            </a:r>
            <a:r>
              <a:rPr lang="en-CA" sz="1050">
                <a:ea typeface="+mn-lt"/>
                <a:cs typeface="+mn-lt"/>
              </a:rPr>
              <a:t> </a:t>
            </a:r>
            <a:r>
              <a:rPr lang="en-CA" sz="1050" err="1">
                <a:ea typeface="+mn-lt"/>
                <a:cs typeface="+mn-lt"/>
              </a:rPr>
              <a:t>rehene</a:t>
            </a:r>
            <a:r>
              <a:rPr lang="en-CA" sz="1050">
                <a:ea typeface="+mn-lt"/>
                <a:cs typeface="+mn-lt"/>
              </a:rPr>
              <a:t> </a:t>
            </a:r>
            <a:r>
              <a:rPr lang="en-CA" sz="1050" err="1">
                <a:ea typeface="+mn-lt"/>
                <a:cs typeface="+mn-lt"/>
              </a:rPr>
              <a:t>prepudipsunt</a:t>
            </a:r>
            <a:r>
              <a:rPr lang="en-CA" sz="1050">
                <a:ea typeface="+mn-lt"/>
                <a:cs typeface="+mn-lt"/>
              </a:rPr>
              <a:t> </a:t>
            </a:r>
            <a:r>
              <a:rPr lang="en-CA" sz="1050" err="1">
                <a:ea typeface="+mn-lt"/>
                <a:cs typeface="+mn-lt"/>
              </a:rPr>
              <a:t>erumet</a:t>
            </a:r>
            <a:r>
              <a:rPr lang="en-CA" sz="1050">
                <a:ea typeface="+mn-lt"/>
                <a:cs typeface="+mn-lt"/>
              </a:rPr>
              <a:t> </a:t>
            </a:r>
            <a:r>
              <a:rPr lang="en-CA" sz="1050" err="1">
                <a:ea typeface="+mn-lt"/>
                <a:cs typeface="+mn-lt"/>
              </a:rPr>
              <a:t>ut</a:t>
            </a:r>
            <a:r>
              <a:rPr lang="en-CA" sz="1050">
                <a:ea typeface="+mn-lt"/>
                <a:cs typeface="+mn-lt"/>
              </a:rPr>
              <a:t> </a:t>
            </a:r>
            <a:r>
              <a:rPr lang="en-CA" sz="1050" err="1">
                <a:ea typeface="+mn-lt"/>
                <a:cs typeface="+mn-lt"/>
              </a:rPr>
              <a:t>intibus</a:t>
            </a:r>
            <a:r>
              <a:rPr lang="en-CA" sz="1050">
                <a:ea typeface="+mn-lt"/>
                <a:cs typeface="+mn-lt"/>
              </a:rPr>
              <a:t>. </a:t>
            </a:r>
          </a:p>
          <a:p>
            <a:pPr marL="0" indent="0">
              <a:lnSpc>
                <a:spcPts val="1600"/>
              </a:lnSpc>
              <a:spcBef>
                <a:spcPts val="0"/>
              </a:spcBef>
              <a:spcAft>
                <a:spcPts val="0"/>
              </a:spcAft>
              <a:buNone/>
            </a:pPr>
            <a:r>
              <a:rPr lang="en-CA" sz="1050">
                <a:ea typeface="+mn-lt"/>
                <a:cs typeface="+mn-lt"/>
              </a:rPr>
              <a:t>• </a:t>
            </a:r>
            <a:r>
              <a:rPr lang="en-CA" sz="1050" err="1">
                <a:ea typeface="+mn-lt"/>
                <a:cs typeface="+mn-lt"/>
              </a:rPr>
              <a:t>Velesse</a:t>
            </a:r>
            <a:r>
              <a:rPr lang="en-CA" sz="1050">
                <a:ea typeface="+mn-lt"/>
                <a:cs typeface="+mn-lt"/>
              </a:rPr>
              <a:t> </a:t>
            </a:r>
            <a:r>
              <a:rPr lang="en-CA" sz="1050" err="1">
                <a:ea typeface="+mn-lt"/>
                <a:cs typeface="+mn-lt"/>
              </a:rPr>
              <a:t>ntiatibus</a:t>
            </a:r>
            <a:r>
              <a:rPr lang="en-CA" sz="1050">
                <a:ea typeface="+mn-lt"/>
                <a:cs typeface="+mn-lt"/>
              </a:rPr>
              <a:t>, </a:t>
            </a:r>
            <a:r>
              <a:rPr lang="en-CA" sz="1050" err="1">
                <a:ea typeface="+mn-lt"/>
                <a:cs typeface="+mn-lt"/>
              </a:rPr>
              <a:t>occae</a:t>
            </a:r>
            <a:r>
              <a:rPr lang="en-CA" sz="1050">
                <a:ea typeface="+mn-lt"/>
                <a:cs typeface="+mn-lt"/>
              </a:rPr>
              <a:t> sus </a:t>
            </a:r>
            <a:r>
              <a:rPr lang="en-CA" sz="1050" err="1">
                <a:ea typeface="+mn-lt"/>
                <a:cs typeface="+mn-lt"/>
              </a:rPr>
              <a:t>quae</a:t>
            </a:r>
            <a:r>
              <a:rPr lang="en-CA" sz="1050">
                <a:ea typeface="+mn-lt"/>
                <a:cs typeface="+mn-lt"/>
              </a:rPr>
              <a:t> </a:t>
            </a:r>
            <a:r>
              <a:rPr lang="en-CA" sz="1050" err="1">
                <a:ea typeface="+mn-lt"/>
                <a:cs typeface="+mn-lt"/>
              </a:rPr>
              <a:t>samus</a:t>
            </a:r>
            <a:r>
              <a:rPr lang="en-CA" sz="1050">
                <a:ea typeface="+mn-lt"/>
                <a:cs typeface="+mn-lt"/>
              </a:rPr>
              <a:t>. </a:t>
            </a:r>
          </a:p>
          <a:p>
            <a:pPr marL="0" indent="0">
              <a:lnSpc>
                <a:spcPts val="1600"/>
              </a:lnSpc>
              <a:spcBef>
                <a:spcPts val="0"/>
              </a:spcBef>
              <a:spcAft>
                <a:spcPts val="0"/>
              </a:spcAft>
              <a:buNone/>
            </a:pPr>
            <a:r>
              <a:rPr lang="en-CA" sz="1050">
                <a:ea typeface="+mn-lt"/>
                <a:cs typeface="+mn-lt"/>
              </a:rPr>
              <a:t>• </a:t>
            </a:r>
            <a:r>
              <a:rPr lang="en-CA" sz="1050" err="1">
                <a:ea typeface="+mn-lt"/>
                <a:cs typeface="+mn-lt"/>
              </a:rPr>
              <a:t>Audam</a:t>
            </a:r>
            <a:r>
              <a:rPr lang="en-CA" sz="1050">
                <a:ea typeface="+mn-lt"/>
                <a:cs typeface="+mn-lt"/>
              </a:rPr>
              <a:t> </a:t>
            </a:r>
            <a:r>
              <a:rPr lang="en-CA" sz="1050" err="1">
                <a:ea typeface="+mn-lt"/>
                <a:cs typeface="+mn-lt"/>
              </a:rPr>
              <a:t>debis</a:t>
            </a:r>
            <a:r>
              <a:rPr lang="en-CA" sz="1050">
                <a:ea typeface="+mn-lt"/>
                <a:cs typeface="+mn-lt"/>
              </a:rPr>
              <a:t> et </a:t>
            </a:r>
            <a:r>
              <a:rPr lang="en-CA" sz="1050" err="1">
                <a:ea typeface="+mn-lt"/>
                <a:cs typeface="+mn-lt"/>
              </a:rPr>
              <a:t>omnis</a:t>
            </a:r>
            <a:r>
              <a:rPr lang="en-CA" sz="1050">
                <a:ea typeface="+mn-lt"/>
                <a:cs typeface="+mn-lt"/>
              </a:rPr>
              <a:t>. Lorem ipsum.</a:t>
            </a:r>
          </a:p>
          <a:p>
            <a:pPr marL="0" indent="0">
              <a:spcBef>
                <a:spcPts val="1500"/>
              </a:spcBef>
              <a:spcAft>
                <a:spcPts val="1000"/>
              </a:spcAft>
              <a:buNone/>
            </a:pPr>
            <a:r>
              <a:rPr lang="en-CA" sz="1050" b="1">
                <a:solidFill>
                  <a:schemeClr val="accent5"/>
                </a:solidFill>
                <a:ea typeface="+mn-lt"/>
                <a:cs typeface="+mn-lt"/>
              </a:rPr>
              <a:t>Benchmarks</a:t>
            </a:r>
            <a:endParaRPr lang="en-CA" sz="1050" b="1">
              <a:solidFill>
                <a:schemeClr val="accent5"/>
              </a:solidFill>
              <a:ea typeface="Open Sans"/>
              <a:cs typeface="Open Sans"/>
            </a:endParaRPr>
          </a:p>
          <a:p>
            <a:pPr marL="0" indent="0">
              <a:spcBef>
                <a:spcPts val="0"/>
              </a:spcBef>
              <a:spcAft>
                <a:spcPts val="1000"/>
              </a:spcAft>
              <a:buNone/>
            </a:pPr>
            <a:r>
              <a:rPr lang="en-CA" sz="1050">
                <a:ea typeface="+mn-lt"/>
                <a:cs typeface="+mn-lt"/>
              </a:rPr>
              <a:t>Write a paragraph about how you’re going to set the lease up for success. </a:t>
            </a:r>
            <a:r>
              <a:rPr lang="en-CA" sz="1050" err="1">
                <a:ea typeface="+mn-lt"/>
                <a:cs typeface="+mn-lt"/>
              </a:rPr>
              <a:t>Otas</a:t>
            </a:r>
            <a:r>
              <a:rPr lang="en-CA" sz="1050">
                <a:ea typeface="+mn-lt"/>
                <a:cs typeface="+mn-lt"/>
              </a:rPr>
              <a:t> </a:t>
            </a:r>
            <a:r>
              <a:rPr lang="en-CA" sz="1050" err="1">
                <a:ea typeface="+mn-lt"/>
                <a:cs typeface="+mn-lt"/>
              </a:rPr>
              <a:t>doluptisquam</a:t>
            </a:r>
            <a:r>
              <a:rPr lang="en-CA" sz="1050">
                <a:ea typeface="+mn-lt"/>
                <a:cs typeface="+mn-lt"/>
              </a:rPr>
              <a:t> </a:t>
            </a:r>
            <a:r>
              <a:rPr lang="en-CA" sz="1050" err="1">
                <a:ea typeface="+mn-lt"/>
                <a:cs typeface="+mn-lt"/>
              </a:rPr>
              <a:t>rehene</a:t>
            </a:r>
            <a:r>
              <a:rPr lang="en-CA" sz="1050">
                <a:ea typeface="+mn-lt"/>
                <a:cs typeface="+mn-lt"/>
              </a:rPr>
              <a:t> </a:t>
            </a:r>
            <a:r>
              <a:rPr lang="en-CA" sz="1050" err="1">
                <a:ea typeface="+mn-lt"/>
                <a:cs typeface="+mn-lt"/>
              </a:rPr>
              <a:t>prepudipsunt</a:t>
            </a:r>
            <a:r>
              <a:rPr lang="en-CA" sz="1050">
                <a:ea typeface="+mn-lt"/>
                <a:cs typeface="+mn-lt"/>
              </a:rPr>
              <a:t> </a:t>
            </a:r>
            <a:r>
              <a:rPr lang="en-CA" sz="1050" err="1">
                <a:ea typeface="+mn-lt"/>
                <a:cs typeface="+mn-lt"/>
              </a:rPr>
              <a:t>erumet</a:t>
            </a:r>
            <a:r>
              <a:rPr lang="en-CA" sz="1050">
                <a:ea typeface="+mn-lt"/>
                <a:cs typeface="+mn-lt"/>
              </a:rPr>
              <a:t> </a:t>
            </a:r>
            <a:r>
              <a:rPr lang="en-CA" sz="1050" err="1">
                <a:ea typeface="+mn-lt"/>
                <a:cs typeface="+mn-lt"/>
              </a:rPr>
              <a:t>ut</a:t>
            </a:r>
            <a:r>
              <a:rPr lang="en-CA" sz="1050">
                <a:ea typeface="+mn-lt"/>
                <a:cs typeface="+mn-lt"/>
              </a:rPr>
              <a:t> </a:t>
            </a:r>
            <a:r>
              <a:rPr lang="en-CA" sz="1050" err="1">
                <a:ea typeface="+mn-lt"/>
                <a:cs typeface="+mn-lt"/>
              </a:rPr>
              <a:t>intibus</a:t>
            </a:r>
            <a:r>
              <a:rPr lang="en-CA" sz="1050">
                <a:ea typeface="+mn-lt"/>
                <a:cs typeface="+mn-lt"/>
              </a:rPr>
              <a:t>, </a:t>
            </a:r>
            <a:r>
              <a:rPr lang="en-CA" sz="1050" err="1">
                <a:ea typeface="+mn-lt"/>
                <a:cs typeface="+mn-lt"/>
              </a:rPr>
              <a:t>velesse</a:t>
            </a:r>
            <a:r>
              <a:rPr lang="en-CA" sz="1050">
                <a:ea typeface="+mn-lt"/>
                <a:cs typeface="+mn-lt"/>
              </a:rPr>
              <a:t> </a:t>
            </a:r>
            <a:r>
              <a:rPr lang="en-CA" sz="1050" err="1">
                <a:ea typeface="+mn-lt"/>
                <a:cs typeface="+mn-lt"/>
              </a:rPr>
              <a:t>ntiatibus</a:t>
            </a:r>
            <a:r>
              <a:rPr lang="en-CA" sz="1050">
                <a:ea typeface="+mn-lt"/>
                <a:cs typeface="+mn-lt"/>
              </a:rPr>
              <a:t>, </a:t>
            </a:r>
            <a:r>
              <a:rPr lang="en-CA" sz="1050" err="1">
                <a:ea typeface="+mn-lt"/>
                <a:cs typeface="+mn-lt"/>
              </a:rPr>
              <a:t>occae</a:t>
            </a:r>
            <a:r>
              <a:rPr lang="en-CA" sz="1050">
                <a:ea typeface="+mn-lt"/>
                <a:cs typeface="+mn-lt"/>
              </a:rPr>
              <a:t> sus </a:t>
            </a:r>
            <a:r>
              <a:rPr lang="en-CA" sz="1050" err="1">
                <a:ea typeface="+mn-lt"/>
                <a:cs typeface="+mn-lt"/>
              </a:rPr>
              <a:t>quae</a:t>
            </a:r>
            <a:r>
              <a:rPr lang="en-CA" sz="1050">
                <a:ea typeface="+mn-lt"/>
                <a:cs typeface="+mn-lt"/>
              </a:rPr>
              <a:t> </a:t>
            </a:r>
            <a:r>
              <a:rPr lang="en-CA" sz="1050" err="1">
                <a:ea typeface="+mn-lt"/>
                <a:cs typeface="+mn-lt"/>
              </a:rPr>
              <a:t>samus</a:t>
            </a:r>
            <a:r>
              <a:rPr lang="en-CA" sz="1050">
                <a:ea typeface="+mn-lt"/>
                <a:cs typeface="+mn-lt"/>
              </a:rPr>
              <a:t> </a:t>
            </a:r>
            <a:r>
              <a:rPr lang="en-CA" sz="1050" err="1">
                <a:ea typeface="+mn-lt"/>
                <a:cs typeface="+mn-lt"/>
              </a:rPr>
              <a:t>audam</a:t>
            </a:r>
            <a:r>
              <a:rPr lang="en-CA" sz="1050">
                <a:ea typeface="+mn-lt"/>
                <a:cs typeface="+mn-lt"/>
              </a:rPr>
              <a:t> </a:t>
            </a:r>
            <a:r>
              <a:rPr lang="en-CA" sz="1050" err="1">
                <a:ea typeface="+mn-lt"/>
                <a:cs typeface="+mn-lt"/>
              </a:rPr>
              <a:t>debis</a:t>
            </a:r>
            <a:r>
              <a:rPr lang="en-CA" sz="1050">
                <a:ea typeface="+mn-lt"/>
                <a:cs typeface="+mn-lt"/>
              </a:rPr>
              <a:t> et </a:t>
            </a:r>
            <a:r>
              <a:rPr lang="en-CA" sz="1050" err="1">
                <a:ea typeface="+mn-lt"/>
                <a:cs typeface="+mn-lt"/>
              </a:rPr>
              <a:t>omnis</a:t>
            </a:r>
            <a:r>
              <a:rPr lang="en-CA" sz="1050">
                <a:ea typeface="+mn-lt"/>
                <a:cs typeface="+mn-lt"/>
              </a:rPr>
              <a:t>. Lorem ipsum dolor sit </a:t>
            </a:r>
            <a:r>
              <a:rPr lang="en-CA" sz="1050" err="1">
                <a:ea typeface="+mn-lt"/>
                <a:cs typeface="+mn-lt"/>
              </a:rPr>
              <a:t>amet</a:t>
            </a:r>
            <a:r>
              <a:rPr lang="en-CA" sz="1050">
                <a:ea typeface="+mn-lt"/>
                <a:cs typeface="+mn-lt"/>
              </a:rPr>
              <a:t>, </a:t>
            </a:r>
            <a:r>
              <a:rPr lang="en-CA" sz="1050" err="1">
                <a:ea typeface="+mn-lt"/>
                <a:cs typeface="+mn-lt"/>
              </a:rPr>
              <a:t>consectetur</a:t>
            </a:r>
            <a:r>
              <a:rPr lang="en-CA" sz="1050">
                <a:ea typeface="+mn-lt"/>
                <a:cs typeface="+mn-lt"/>
              </a:rPr>
              <a:t> </a:t>
            </a:r>
            <a:r>
              <a:rPr lang="en-CA" sz="1050" err="1">
                <a:ea typeface="+mn-lt"/>
                <a:cs typeface="+mn-lt"/>
              </a:rPr>
              <a:t>adipiscing</a:t>
            </a:r>
            <a:r>
              <a:rPr lang="en-CA" sz="1050">
                <a:ea typeface="+mn-lt"/>
                <a:cs typeface="+mn-lt"/>
              </a:rPr>
              <a:t> </a:t>
            </a:r>
            <a:r>
              <a:rPr lang="en-CA" sz="1050" err="1">
                <a:ea typeface="+mn-lt"/>
                <a:cs typeface="+mn-lt"/>
              </a:rPr>
              <a:t>elit</a:t>
            </a:r>
            <a:r>
              <a:rPr lang="en-CA" sz="1050">
                <a:ea typeface="+mn-lt"/>
                <a:cs typeface="+mn-lt"/>
              </a:rPr>
              <a:t>, sed do </a:t>
            </a:r>
            <a:r>
              <a:rPr lang="en-CA" sz="1050" err="1">
                <a:ea typeface="+mn-lt"/>
                <a:cs typeface="+mn-lt"/>
              </a:rPr>
              <a:t>eiusmod</a:t>
            </a:r>
            <a:r>
              <a:rPr lang="en-CA" sz="1050">
                <a:ea typeface="+mn-lt"/>
                <a:cs typeface="+mn-lt"/>
              </a:rPr>
              <a:t> </a:t>
            </a:r>
            <a:r>
              <a:rPr lang="en-CA" sz="1050" err="1">
                <a:ea typeface="+mn-lt"/>
                <a:cs typeface="+mn-lt"/>
              </a:rPr>
              <a:t>tempor</a:t>
            </a:r>
            <a:r>
              <a:rPr lang="en-CA" sz="1050">
                <a:ea typeface="+mn-lt"/>
                <a:cs typeface="+mn-lt"/>
              </a:rPr>
              <a:t> </a:t>
            </a:r>
            <a:r>
              <a:rPr lang="en-CA" sz="1050" err="1">
                <a:ea typeface="+mn-lt"/>
                <a:cs typeface="+mn-lt"/>
              </a:rPr>
              <a:t>incididunt</a:t>
            </a:r>
            <a:r>
              <a:rPr lang="en-CA" sz="1050">
                <a:ea typeface="+mn-lt"/>
                <a:cs typeface="+mn-lt"/>
              </a:rPr>
              <a:t> </a:t>
            </a:r>
            <a:r>
              <a:rPr lang="en-CA" sz="1050" err="1">
                <a:ea typeface="+mn-lt"/>
                <a:cs typeface="+mn-lt"/>
              </a:rPr>
              <a:t>ut</a:t>
            </a:r>
            <a:r>
              <a:rPr lang="en-CA" sz="1050">
                <a:ea typeface="+mn-lt"/>
                <a:cs typeface="+mn-lt"/>
              </a:rPr>
              <a:t> labore et dolore magna </a:t>
            </a:r>
            <a:r>
              <a:rPr lang="en-CA" sz="1050" err="1">
                <a:ea typeface="+mn-lt"/>
                <a:cs typeface="+mn-lt"/>
              </a:rPr>
              <a:t>aliqua</a:t>
            </a:r>
            <a:r>
              <a:rPr lang="en-CA" sz="1050">
                <a:ea typeface="+mn-lt"/>
                <a:cs typeface="+mn-lt"/>
              </a:rPr>
              <a:t>. </a:t>
            </a:r>
          </a:p>
          <a:p>
            <a:pPr marL="0" indent="0">
              <a:lnSpc>
                <a:spcPts val="1600"/>
              </a:lnSpc>
              <a:spcBef>
                <a:spcPts val="0"/>
              </a:spcBef>
              <a:spcAft>
                <a:spcPts val="0"/>
              </a:spcAft>
              <a:buNone/>
            </a:pPr>
            <a:r>
              <a:rPr lang="en-CA" sz="1050">
                <a:ea typeface="+mn-lt"/>
                <a:cs typeface="+mn-lt"/>
              </a:rPr>
              <a:t>• </a:t>
            </a:r>
            <a:r>
              <a:rPr lang="en-CA" sz="1050" err="1">
                <a:ea typeface="+mn-lt"/>
                <a:cs typeface="+mn-lt"/>
              </a:rPr>
              <a:t>Otas</a:t>
            </a:r>
            <a:r>
              <a:rPr lang="en-CA" sz="1050">
                <a:ea typeface="+mn-lt"/>
                <a:cs typeface="+mn-lt"/>
              </a:rPr>
              <a:t> </a:t>
            </a:r>
            <a:r>
              <a:rPr lang="en-CA" sz="1050" err="1">
                <a:ea typeface="+mn-lt"/>
                <a:cs typeface="+mn-lt"/>
              </a:rPr>
              <a:t>doluptisquam</a:t>
            </a:r>
            <a:r>
              <a:rPr lang="en-CA" sz="1050">
                <a:ea typeface="+mn-lt"/>
                <a:cs typeface="+mn-lt"/>
              </a:rPr>
              <a:t> </a:t>
            </a:r>
            <a:r>
              <a:rPr lang="en-CA" sz="1050" err="1">
                <a:ea typeface="+mn-lt"/>
                <a:cs typeface="+mn-lt"/>
              </a:rPr>
              <a:t>rehene</a:t>
            </a:r>
            <a:r>
              <a:rPr lang="en-CA" sz="1050">
                <a:ea typeface="+mn-lt"/>
                <a:cs typeface="+mn-lt"/>
              </a:rPr>
              <a:t> </a:t>
            </a:r>
            <a:r>
              <a:rPr lang="en-CA" sz="1050" err="1">
                <a:ea typeface="+mn-lt"/>
                <a:cs typeface="+mn-lt"/>
              </a:rPr>
              <a:t>prepudipsunt</a:t>
            </a:r>
            <a:r>
              <a:rPr lang="en-CA" sz="1050">
                <a:ea typeface="+mn-lt"/>
                <a:cs typeface="+mn-lt"/>
              </a:rPr>
              <a:t> </a:t>
            </a:r>
            <a:r>
              <a:rPr lang="en-CA" sz="1050" err="1">
                <a:ea typeface="+mn-lt"/>
                <a:cs typeface="+mn-lt"/>
              </a:rPr>
              <a:t>erumet</a:t>
            </a:r>
            <a:r>
              <a:rPr lang="en-CA" sz="1050">
                <a:ea typeface="+mn-lt"/>
                <a:cs typeface="+mn-lt"/>
              </a:rPr>
              <a:t> </a:t>
            </a:r>
            <a:r>
              <a:rPr lang="en-CA" sz="1050" err="1">
                <a:ea typeface="+mn-lt"/>
                <a:cs typeface="+mn-lt"/>
              </a:rPr>
              <a:t>ut</a:t>
            </a:r>
            <a:r>
              <a:rPr lang="en-CA" sz="1050">
                <a:ea typeface="+mn-lt"/>
                <a:cs typeface="+mn-lt"/>
              </a:rPr>
              <a:t> </a:t>
            </a:r>
            <a:r>
              <a:rPr lang="en-CA" sz="1050" err="1">
                <a:ea typeface="+mn-lt"/>
                <a:cs typeface="+mn-lt"/>
              </a:rPr>
              <a:t>intibus</a:t>
            </a:r>
            <a:r>
              <a:rPr lang="en-CA" sz="1050">
                <a:ea typeface="+mn-lt"/>
                <a:cs typeface="+mn-lt"/>
              </a:rPr>
              <a:t>. </a:t>
            </a:r>
          </a:p>
          <a:p>
            <a:pPr marL="0" indent="0">
              <a:lnSpc>
                <a:spcPts val="1600"/>
              </a:lnSpc>
              <a:spcBef>
                <a:spcPts val="0"/>
              </a:spcBef>
              <a:spcAft>
                <a:spcPts val="0"/>
              </a:spcAft>
              <a:buNone/>
            </a:pPr>
            <a:r>
              <a:rPr lang="en-CA" sz="1050">
                <a:ea typeface="+mn-lt"/>
                <a:cs typeface="+mn-lt"/>
              </a:rPr>
              <a:t>• </a:t>
            </a:r>
            <a:r>
              <a:rPr lang="en-CA" sz="1050" err="1">
                <a:ea typeface="+mn-lt"/>
                <a:cs typeface="+mn-lt"/>
              </a:rPr>
              <a:t>Velesse</a:t>
            </a:r>
            <a:r>
              <a:rPr lang="en-CA" sz="1050">
                <a:ea typeface="+mn-lt"/>
                <a:cs typeface="+mn-lt"/>
              </a:rPr>
              <a:t> </a:t>
            </a:r>
            <a:r>
              <a:rPr lang="en-CA" sz="1050" err="1">
                <a:ea typeface="+mn-lt"/>
                <a:cs typeface="+mn-lt"/>
              </a:rPr>
              <a:t>ntiatibus</a:t>
            </a:r>
            <a:r>
              <a:rPr lang="en-CA" sz="1050">
                <a:ea typeface="+mn-lt"/>
                <a:cs typeface="+mn-lt"/>
              </a:rPr>
              <a:t>, </a:t>
            </a:r>
            <a:r>
              <a:rPr lang="en-CA" sz="1050" err="1">
                <a:ea typeface="+mn-lt"/>
                <a:cs typeface="+mn-lt"/>
              </a:rPr>
              <a:t>occae</a:t>
            </a:r>
            <a:r>
              <a:rPr lang="en-CA" sz="1050">
                <a:ea typeface="+mn-lt"/>
                <a:cs typeface="+mn-lt"/>
              </a:rPr>
              <a:t> sus </a:t>
            </a:r>
            <a:r>
              <a:rPr lang="en-CA" sz="1050" err="1">
                <a:ea typeface="+mn-lt"/>
                <a:cs typeface="+mn-lt"/>
              </a:rPr>
              <a:t>quae</a:t>
            </a:r>
            <a:r>
              <a:rPr lang="en-CA" sz="1050">
                <a:ea typeface="+mn-lt"/>
                <a:cs typeface="+mn-lt"/>
              </a:rPr>
              <a:t> </a:t>
            </a:r>
            <a:r>
              <a:rPr lang="en-CA" sz="1050" err="1">
                <a:ea typeface="+mn-lt"/>
                <a:cs typeface="+mn-lt"/>
              </a:rPr>
              <a:t>samus</a:t>
            </a:r>
            <a:r>
              <a:rPr lang="en-CA" sz="1050">
                <a:ea typeface="+mn-lt"/>
                <a:cs typeface="+mn-lt"/>
              </a:rPr>
              <a:t>. </a:t>
            </a:r>
          </a:p>
          <a:p>
            <a:pPr marL="0" indent="0">
              <a:lnSpc>
                <a:spcPts val="1600"/>
              </a:lnSpc>
              <a:spcBef>
                <a:spcPts val="0"/>
              </a:spcBef>
              <a:spcAft>
                <a:spcPts val="0"/>
              </a:spcAft>
              <a:buNone/>
            </a:pPr>
            <a:r>
              <a:rPr lang="en-CA" sz="1050">
                <a:ea typeface="+mn-lt"/>
                <a:cs typeface="+mn-lt"/>
              </a:rPr>
              <a:t>• </a:t>
            </a:r>
            <a:r>
              <a:rPr lang="en-CA" sz="1050" err="1">
                <a:ea typeface="+mn-lt"/>
                <a:cs typeface="+mn-lt"/>
              </a:rPr>
              <a:t>Audam</a:t>
            </a:r>
            <a:r>
              <a:rPr lang="en-CA" sz="1050">
                <a:ea typeface="+mn-lt"/>
                <a:cs typeface="+mn-lt"/>
              </a:rPr>
              <a:t> </a:t>
            </a:r>
            <a:r>
              <a:rPr lang="en-CA" sz="1050" err="1">
                <a:ea typeface="+mn-lt"/>
                <a:cs typeface="+mn-lt"/>
              </a:rPr>
              <a:t>debis</a:t>
            </a:r>
            <a:r>
              <a:rPr lang="en-CA" sz="1050">
                <a:ea typeface="+mn-lt"/>
                <a:cs typeface="+mn-lt"/>
              </a:rPr>
              <a:t> et </a:t>
            </a:r>
            <a:r>
              <a:rPr lang="en-CA" sz="1050" err="1">
                <a:ea typeface="+mn-lt"/>
                <a:cs typeface="+mn-lt"/>
              </a:rPr>
              <a:t>omnis</a:t>
            </a:r>
            <a:r>
              <a:rPr lang="en-CA" sz="1050">
                <a:ea typeface="+mn-lt"/>
                <a:cs typeface="+mn-lt"/>
              </a:rPr>
              <a:t>. Lorem ipsum.</a:t>
            </a:r>
          </a:p>
          <a:p>
            <a:pPr marL="0" indent="0">
              <a:spcBef>
                <a:spcPts val="1500"/>
              </a:spcBef>
              <a:spcAft>
                <a:spcPts val="1000"/>
              </a:spcAft>
              <a:buNone/>
            </a:pPr>
            <a:r>
              <a:rPr lang="en-CA" sz="1050" b="1">
                <a:solidFill>
                  <a:schemeClr val="accent5"/>
                </a:solidFill>
                <a:ea typeface="Open Sans"/>
                <a:cs typeface="Open Sans"/>
              </a:rPr>
              <a:t>Tenant Pool</a:t>
            </a:r>
            <a:endParaRPr lang="en-CA" sz="1050">
              <a:solidFill>
                <a:schemeClr val="accent5"/>
              </a:solidFill>
              <a:ea typeface="Open Sans"/>
              <a:cs typeface="Open Sans"/>
            </a:endParaRPr>
          </a:p>
          <a:p>
            <a:pPr marL="0" indent="0">
              <a:spcBef>
                <a:spcPts val="0"/>
              </a:spcBef>
              <a:spcAft>
                <a:spcPts val="1000"/>
              </a:spcAft>
              <a:buNone/>
            </a:pPr>
            <a:r>
              <a:rPr lang="en-CA" sz="1050">
                <a:ea typeface="+mn-lt"/>
                <a:cs typeface="+mn-lt"/>
              </a:rPr>
              <a:t>Write a paragraph explaining which tenants you should be targeting and why. </a:t>
            </a:r>
            <a:r>
              <a:rPr lang="en-CA" sz="1050" err="1">
                <a:ea typeface="+mn-lt"/>
                <a:cs typeface="+mn-lt"/>
              </a:rPr>
              <a:t>Otas</a:t>
            </a:r>
            <a:r>
              <a:rPr lang="en-CA" sz="1050">
                <a:ea typeface="+mn-lt"/>
                <a:cs typeface="+mn-lt"/>
              </a:rPr>
              <a:t> </a:t>
            </a:r>
            <a:r>
              <a:rPr lang="en-CA" sz="1050" err="1">
                <a:ea typeface="+mn-lt"/>
                <a:cs typeface="+mn-lt"/>
              </a:rPr>
              <a:t>doluptisquam</a:t>
            </a:r>
            <a:r>
              <a:rPr lang="en-CA" sz="1050">
                <a:ea typeface="+mn-lt"/>
                <a:cs typeface="+mn-lt"/>
              </a:rPr>
              <a:t> </a:t>
            </a:r>
            <a:r>
              <a:rPr lang="en-CA" sz="1050" err="1">
                <a:ea typeface="+mn-lt"/>
                <a:cs typeface="+mn-lt"/>
              </a:rPr>
              <a:t>rehene</a:t>
            </a:r>
            <a:r>
              <a:rPr lang="en-CA" sz="1050">
                <a:ea typeface="+mn-lt"/>
                <a:cs typeface="+mn-lt"/>
              </a:rPr>
              <a:t> </a:t>
            </a:r>
            <a:r>
              <a:rPr lang="en-CA" sz="1050" err="1">
                <a:ea typeface="+mn-lt"/>
                <a:cs typeface="+mn-lt"/>
              </a:rPr>
              <a:t>prepudips</a:t>
            </a:r>
            <a:r>
              <a:rPr lang="en-CA" sz="1050">
                <a:ea typeface="+mn-lt"/>
                <a:cs typeface="+mn-lt"/>
              </a:rPr>
              <a:t> nus, </a:t>
            </a:r>
            <a:r>
              <a:rPr lang="en-CA" sz="1050" err="1">
                <a:ea typeface="+mn-lt"/>
                <a:cs typeface="+mn-lt"/>
              </a:rPr>
              <a:t>si</a:t>
            </a:r>
            <a:r>
              <a:rPr lang="en-CA" sz="1050">
                <a:ea typeface="+mn-lt"/>
                <a:cs typeface="+mn-lt"/>
              </a:rPr>
              <a:t> </a:t>
            </a:r>
            <a:r>
              <a:rPr lang="en-CA" sz="1050" err="1">
                <a:ea typeface="+mn-lt"/>
                <a:cs typeface="+mn-lt"/>
              </a:rPr>
              <a:t>comnis</a:t>
            </a:r>
            <a:r>
              <a:rPr lang="en-CA" sz="1050">
                <a:ea typeface="+mn-lt"/>
                <a:cs typeface="+mn-lt"/>
              </a:rPr>
              <a:t> </a:t>
            </a:r>
            <a:r>
              <a:rPr lang="en-CA" sz="1050" err="1">
                <a:ea typeface="+mn-lt"/>
                <a:cs typeface="+mn-lt"/>
              </a:rPr>
              <a:t>volorro</a:t>
            </a:r>
            <a:r>
              <a:rPr lang="en-CA" sz="1050">
                <a:ea typeface="+mn-lt"/>
                <a:cs typeface="+mn-lt"/>
              </a:rPr>
              <a:t> ex </a:t>
            </a:r>
            <a:r>
              <a:rPr lang="en-CA" sz="1050" err="1">
                <a:ea typeface="+mn-lt"/>
                <a:cs typeface="+mn-lt"/>
              </a:rPr>
              <a:t>escium</a:t>
            </a:r>
            <a:r>
              <a:rPr lang="en-CA" sz="1050">
                <a:ea typeface="+mn-lt"/>
                <a:cs typeface="+mn-lt"/>
              </a:rPr>
              <a:t>, es rem sit, </a:t>
            </a:r>
            <a:r>
              <a:rPr lang="en-CA" sz="1050" err="1">
                <a:ea typeface="+mn-lt"/>
                <a:cs typeface="+mn-lt"/>
              </a:rPr>
              <a:t>ateceaquo</a:t>
            </a:r>
            <a:r>
              <a:rPr lang="en-CA" sz="1050">
                <a:ea typeface="+mn-lt"/>
                <a:cs typeface="+mn-lt"/>
              </a:rPr>
              <a:t> que </a:t>
            </a:r>
            <a:r>
              <a:rPr lang="en-CA" sz="1050" err="1">
                <a:ea typeface="+mn-lt"/>
                <a:cs typeface="+mn-lt"/>
              </a:rPr>
              <a:t>nulparum</a:t>
            </a:r>
            <a:r>
              <a:rPr lang="en-CA" sz="1050">
                <a:ea typeface="+mn-lt"/>
                <a:cs typeface="+mn-lt"/>
              </a:rPr>
              <a:t> </a:t>
            </a:r>
            <a:r>
              <a:rPr lang="en-CA" sz="1050" err="1">
                <a:ea typeface="+mn-lt"/>
                <a:cs typeface="+mn-lt"/>
              </a:rPr>
              <a:t>estincius</a:t>
            </a:r>
            <a:r>
              <a:rPr lang="en-CA" sz="1050">
                <a:ea typeface="+mn-lt"/>
                <a:cs typeface="+mn-lt"/>
              </a:rPr>
              <a:t>, sit, </a:t>
            </a:r>
            <a:r>
              <a:rPr lang="en-CA" sz="1050" err="1">
                <a:ea typeface="+mn-lt"/>
                <a:cs typeface="+mn-lt"/>
              </a:rPr>
              <a:t>volupta</a:t>
            </a:r>
            <a:r>
              <a:rPr lang="en-CA" sz="1050">
                <a:ea typeface="+mn-lt"/>
                <a:cs typeface="+mn-lt"/>
              </a:rPr>
              <a:t>.</a:t>
            </a:r>
          </a:p>
          <a:p>
            <a:pPr marL="0" indent="0">
              <a:spcBef>
                <a:spcPts val="1500"/>
              </a:spcBef>
              <a:spcAft>
                <a:spcPts val="1500"/>
              </a:spcAft>
              <a:buNone/>
            </a:pPr>
            <a:r>
              <a:rPr lang="en-CA" sz="1050">
                <a:ea typeface="+mn-lt"/>
                <a:cs typeface="+mn-lt"/>
              </a:rPr>
              <a:t>Sincerely,</a:t>
            </a:r>
          </a:p>
          <a:p>
            <a:pPr marL="0" indent="0">
              <a:spcBef>
                <a:spcPts val="600"/>
              </a:spcBef>
              <a:spcAft>
                <a:spcPts val="1000"/>
              </a:spcAft>
              <a:buNone/>
            </a:pPr>
            <a:endParaRPr lang="en-CA" sz="1050">
              <a:ea typeface="Open Sans"/>
              <a:cs typeface="Open Sans"/>
            </a:endParaRPr>
          </a:p>
          <a:p>
            <a:pPr marL="0" indent="0">
              <a:spcBef>
                <a:spcPts val="600"/>
              </a:spcBef>
              <a:spcAft>
                <a:spcPts val="1000"/>
              </a:spcAft>
              <a:buNone/>
            </a:pPr>
            <a:endParaRPr lang="en-CA" sz="1050">
              <a:ea typeface="Open Sans"/>
              <a:cs typeface="Open Sans"/>
            </a:endParaRPr>
          </a:p>
        </p:txBody>
      </p:sp>
      <p:sp>
        <p:nvSpPr>
          <p:cNvPr id="32" name="Content Placeholder 3">
            <a:extLst>
              <a:ext uri="{FF2B5EF4-FFF2-40B4-BE49-F238E27FC236}">
                <a16:creationId xmlns:a16="http://schemas.microsoft.com/office/drawing/2014/main" id="{E3643CD5-3434-BFCC-3038-3482A8EC4997}"/>
              </a:ext>
            </a:extLst>
          </p:cNvPr>
          <p:cNvSpPr txBox="1">
            <a:spLocks/>
          </p:cNvSpPr>
          <p:nvPr/>
        </p:nvSpPr>
        <p:spPr>
          <a:xfrm>
            <a:off x="4370666" y="5312816"/>
            <a:ext cx="1615797" cy="936003"/>
          </a:xfrm>
          <a:prstGeom prst="rect">
            <a:avLst/>
          </a:prstGeom>
        </p:spPr>
        <p:txBody>
          <a:bodyPr vert="horz" lIns="0" tIns="0" rIns="0" bIns="0" rtlCol="0" anchor="b">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lnSpc>
                <a:spcPct val="120000"/>
              </a:lnSpc>
              <a:buNone/>
            </a:pPr>
            <a:r>
              <a:rPr lang="en-CA" sz="1100" b="1">
                <a:ea typeface="Open Sans"/>
                <a:cs typeface="Open Sans"/>
              </a:rPr>
              <a:t>Firstname Lastname</a:t>
            </a:r>
            <a:endParaRPr lang="en-CA" b="1">
              <a:ea typeface="Open Sans"/>
              <a:cs typeface="Open Sans"/>
            </a:endParaRPr>
          </a:p>
        </p:txBody>
      </p:sp>
      <p:pic>
        <p:nvPicPr>
          <p:cNvPr id="38" name="Picture 13">
            <a:extLst>
              <a:ext uri="{FF2B5EF4-FFF2-40B4-BE49-F238E27FC236}">
                <a16:creationId xmlns:a16="http://schemas.microsoft.com/office/drawing/2014/main" id="{8D617829-7A46-26E5-CE8C-99D822B92856}"/>
              </a:ext>
            </a:extLst>
          </p:cNvPr>
          <p:cNvPicPr>
            <a:picLocks noChangeAspect="1"/>
          </p:cNvPicPr>
          <p:nvPr/>
        </p:nvPicPr>
        <p:blipFill rotWithShape="1">
          <a:blip r:embed="rId4"/>
          <a:srcRect l="6840" r="-30688"/>
          <a:stretch/>
        </p:blipFill>
        <p:spPr>
          <a:xfrm>
            <a:off x="4370665" y="5244644"/>
            <a:ext cx="1615798" cy="794677"/>
          </a:xfrm>
          <a:prstGeom prst="rect">
            <a:avLst/>
          </a:prstGeom>
        </p:spPr>
      </p:pic>
      <p:sp>
        <p:nvSpPr>
          <p:cNvPr id="54" name="Content Placeholder 3">
            <a:extLst>
              <a:ext uri="{FF2B5EF4-FFF2-40B4-BE49-F238E27FC236}">
                <a16:creationId xmlns:a16="http://schemas.microsoft.com/office/drawing/2014/main" id="{C392FBAB-8705-E7DB-07BA-5DAC3F41B498}"/>
              </a:ext>
            </a:extLst>
          </p:cNvPr>
          <p:cNvSpPr txBox="1">
            <a:spLocks/>
          </p:cNvSpPr>
          <p:nvPr/>
        </p:nvSpPr>
        <p:spPr>
          <a:xfrm>
            <a:off x="650744" y="4518012"/>
            <a:ext cx="2569957" cy="1690702"/>
          </a:xfrm>
          <a:prstGeom prst="rect">
            <a:avLst/>
          </a:prstGeom>
        </p:spPr>
        <p:txBody>
          <a:bodyPr vert="horz" lIns="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lnSpc>
                <a:spcPct val="120000"/>
              </a:lnSpc>
              <a:buNone/>
            </a:pPr>
            <a:r>
              <a:rPr lang="en-CA" sz="1050" err="1">
                <a:ea typeface="+mn-lt"/>
                <a:cs typeface="+mn-lt"/>
              </a:rPr>
              <a:t>Aspisque</a:t>
            </a:r>
            <a:r>
              <a:rPr lang="en-CA" sz="1050">
                <a:ea typeface="+mn-lt"/>
                <a:cs typeface="+mn-lt"/>
              </a:rPr>
              <a:t> pores </a:t>
            </a:r>
            <a:r>
              <a:rPr lang="en-CA" sz="1050" err="1">
                <a:ea typeface="+mn-lt"/>
                <a:cs typeface="+mn-lt"/>
              </a:rPr>
              <a:t>aut</a:t>
            </a:r>
            <a:r>
              <a:rPr lang="en-CA" sz="1050">
                <a:ea typeface="+mn-lt"/>
                <a:cs typeface="+mn-lt"/>
              </a:rPr>
              <a:t> </a:t>
            </a:r>
            <a:r>
              <a:rPr lang="en-CA" sz="1050" err="1">
                <a:ea typeface="+mn-lt"/>
                <a:cs typeface="+mn-lt"/>
              </a:rPr>
              <a:t>quidesti</a:t>
            </a:r>
            <a:r>
              <a:rPr lang="en-CA" sz="1050">
                <a:ea typeface="+mn-lt"/>
                <a:cs typeface="+mn-lt"/>
              </a:rPr>
              <a:t> </a:t>
            </a:r>
            <a:r>
              <a:rPr lang="en-CA" sz="1050" err="1">
                <a:ea typeface="+mn-lt"/>
                <a:cs typeface="+mn-lt"/>
              </a:rPr>
              <a:t>saecate</a:t>
            </a:r>
            <a:r>
              <a:rPr lang="en-CA" sz="1050">
                <a:ea typeface="+mn-lt"/>
                <a:cs typeface="+mn-lt"/>
              </a:rPr>
              <a:t> et, </a:t>
            </a:r>
            <a:r>
              <a:rPr lang="en-CA" sz="1050" err="1">
                <a:ea typeface="+mn-lt"/>
                <a:cs typeface="+mn-lt"/>
              </a:rPr>
              <a:t>quias</a:t>
            </a:r>
            <a:r>
              <a:rPr lang="en-CA" sz="1050">
                <a:ea typeface="+mn-lt"/>
                <a:cs typeface="+mn-lt"/>
              </a:rPr>
              <a:t> </a:t>
            </a:r>
            <a:r>
              <a:rPr lang="en-CA" sz="1050" err="1">
                <a:ea typeface="+mn-lt"/>
                <a:cs typeface="+mn-lt"/>
              </a:rPr>
              <a:t>ventem</a:t>
            </a:r>
            <a:r>
              <a:rPr lang="en-CA" sz="1050">
                <a:ea typeface="+mn-lt"/>
                <a:cs typeface="+mn-lt"/>
              </a:rPr>
              <a:t> </a:t>
            </a:r>
            <a:r>
              <a:rPr lang="en-CA" sz="1050" err="1">
                <a:ea typeface="+mn-lt"/>
                <a:cs typeface="+mn-lt"/>
              </a:rPr>
              <a:t>fugiati</a:t>
            </a:r>
            <a:r>
              <a:rPr lang="en-CA" sz="1050">
                <a:ea typeface="+mn-lt"/>
                <a:cs typeface="+mn-lt"/>
              </a:rPr>
              <a:t> </a:t>
            </a:r>
            <a:r>
              <a:rPr lang="en-CA" sz="1050" err="1">
                <a:ea typeface="+mn-lt"/>
                <a:cs typeface="+mn-lt"/>
              </a:rPr>
              <a:t>orpore</a:t>
            </a:r>
            <a:r>
              <a:rPr lang="en-CA" sz="1050">
                <a:ea typeface="+mn-lt"/>
                <a:cs typeface="+mn-lt"/>
              </a:rPr>
              <a:t> </a:t>
            </a:r>
            <a:r>
              <a:rPr lang="en-CA" sz="1050" err="1">
                <a:ea typeface="+mn-lt"/>
                <a:cs typeface="+mn-lt"/>
              </a:rPr>
              <a:t>nosae</a:t>
            </a:r>
            <a:r>
              <a:rPr lang="en-CA" sz="1050">
                <a:ea typeface="+mn-lt"/>
                <a:cs typeface="+mn-lt"/>
              </a:rPr>
              <a:t> </a:t>
            </a:r>
            <a:r>
              <a:rPr lang="en-CA" sz="1050" err="1">
                <a:ea typeface="+mn-lt"/>
                <a:cs typeface="+mn-lt"/>
              </a:rPr>
              <a:t>moluptis</a:t>
            </a:r>
            <a:r>
              <a:rPr lang="en-CA" sz="1050">
                <a:ea typeface="+mn-lt"/>
                <a:cs typeface="+mn-lt"/>
              </a:rPr>
              <a:t> </a:t>
            </a:r>
            <a:r>
              <a:rPr lang="en-CA" sz="1050" err="1">
                <a:ea typeface="+mn-lt"/>
                <a:cs typeface="+mn-lt"/>
              </a:rPr>
              <a:t>ut</a:t>
            </a:r>
            <a:r>
              <a:rPr lang="en-CA" sz="1050">
                <a:ea typeface="+mn-lt"/>
                <a:cs typeface="+mn-lt"/>
              </a:rPr>
              <a:t> quat et et </a:t>
            </a:r>
            <a:r>
              <a:rPr lang="en-CA" sz="1050" err="1">
                <a:ea typeface="+mn-lt"/>
                <a:cs typeface="+mn-lt"/>
              </a:rPr>
              <a:t>quibusam</a:t>
            </a:r>
            <a:r>
              <a:rPr lang="en-CA" sz="1050">
                <a:ea typeface="+mn-lt"/>
                <a:cs typeface="+mn-lt"/>
              </a:rPr>
              <a:t> que </a:t>
            </a:r>
            <a:r>
              <a:rPr lang="en-CA" sz="1050" err="1">
                <a:ea typeface="+mn-lt"/>
                <a:cs typeface="+mn-lt"/>
              </a:rPr>
              <a:t>liquia</a:t>
            </a:r>
            <a:r>
              <a:rPr lang="en-CA" sz="1050">
                <a:ea typeface="+mn-lt"/>
                <a:cs typeface="+mn-lt"/>
              </a:rPr>
              <a:t> </a:t>
            </a:r>
            <a:r>
              <a:rPr lang="en-CA" sz="1050" err="1">
                <a:ea typeface="+mn-lt"/>
                <a:cs typeface="+mn-lt"/>
              </a:rPr>
              <a:t>dolorem</a:t>
            </a:r>
            <a:r>
              <a:rPr lang="en-CA" sz="1050">
                <a:ea typeface="+mn-lt"/>
                <a:cs typeface="+mn-lt"/>
              </a:rPr>
              <a:t> </a:t>
            </a:r>
            <a:r>
              <a:rPr lang="en-CA" sz="1050" err="1">
                <a:ea typeface="+mn-lt"/>
                <a:cs typeface="+mn-lt"/>
              </a:rPr>
              <a:t>quia</a:t>
            </a:r>
            <a:r>
              <a:rPr lang="en-CA" sz="1050">
                <a:ea typeface="+mn-lt"/>
                <a:cs typeface="+mn-lt"/>
              </a:rPr>
              <a:t> </a:t>
            </a:r>
            <a:r>
              <a:rPr lang="en-CA" sz="1050" err="1">
                <a:ea typeface="+mn-lt"/>
                <a:cs typeface="+mn-lt"/>
              </a:rPr>
              <a:t>quiae</a:t>
            </a:r>
            <a:r>
              <a:rPr lang="en-CA" sz="1050">
                <a:ea typeface="+mn-lt"/>
                <a:cs typeface="+mn-lt"/>
              </a:rPr>
              <a:t> </a:t>
            </a:r>
            <a:r>
              <a:rPr lang="en-CA" sz="1050" err="1">
                <a:ea typeface="+mn-lt"/>
                <a:cs typeface="+mn-lt"/>
              </a:rPr>
              <a:t>dendi</a:t>
            </a:r>
            <a:r>
              <a:rPr lang="en-CA" sz="1050">
                <a:ea typeface="+mn-lt"/>
                <a:cs typeface="+mn-lt"/>
              </a:rPr>
              <a:t> vel </a:t>
            </a:r>
            <a:r>
              <a:rPr lang="en-CA" sz="1050" err="1">
                <a:ea typeface="+mn-lt"/>
                <a:cs typeface="+mn-lt"/>
              </a:rPr>
              <a:t>ipsus</a:t>
            </a:r>
            <a:r>
              <a:rPr lang="en-CA" sz="1050">
                <a:ea typeface="+mn-lt"/>
                <a:cs typeface="+mn-lt"/>
              </a:rPr>
              <a:t>, </a:t>
            </a:r>
            <a:r>
              <a:rPr lang="en-CA" sz="1050" err="1">
                <a:ea typeface="+mn-lt"/>
                <a:cs typeface="+mn-lt"/>
              </a:rPr>
              <a:t>tet</a:t>
            </a:r>
            <a:r>
              <a:rPr lang="en-CA" sz="1050">
                <a:ea typeface="+mn-lt"/>
                <a:cs typeface="+mn-lt"/>
              </a:rPr>
              <a:t> </a:t>
            </a:r>
            <a:r>
              <a:rPr lang="en-CA" sz="1050" err="1">
                <a:ea typeface="+mn-lt"/>
                <a:cs typeface="+mn-lt"/>
              </a:rPr>
              <a:t>eum</a:t>
            </a:r>
            <a:r>
              <a:rPr lang="en-CA" sz="1050">
                <a:ea typeface="+mn-lt"/>
                <a:cs typeface="+mn-lt"/>
              </a:rPr>
              <a:t> in </a:t>
            </a:r>
            <a:r>
              <a:rPr lang="en-CA" sz="1050" err="1">
                <a:ea typeface="+mn-lt"/>
                <a:cs typeface="+mn-lt"/>
              </a:rPr>
              <a:t>niminvel</a:t>
            </a:r>
            <a:r>
              <a:rPr lang="en-CA" sz="1050">
                <a:ea typeface="+mn-lt"/>
                <a:cs typeface="+mn-lt"/>
              </a:rPr>
              <a:t> </a:t>
            </a:r>
            <a:r>
              <a:rPr lang="en-CA" sz="1050" err="1">
                <a:ea typeface="+mn-lt"/>
                <a:cs typeface="+mn-lt"/>
              </a:rPr>
              <a:t>molore</a:t>
            </a:r>
            <a:r>
              <a:rPr lang="en-CA" sz="1050">
                <a:ea typeface="+mn-lt"/>
                <a:cs typeface="+mn-lt"/>
              </a:rPr>
              <a:t> </a:t>
            </a:r>
            <a:r>
              <a:rPr lang="en-CA" sz="1050" err="1">
                <a:ea typeface="+mn-lt"/>
                <a:cs typeface="+mn-lt"/>
              </a:rPr>
              <a:t>aut</a:t>
            </a:r>
            <a:r>
              <a:rPr lang="en-CA" sz="1050">
                <a:ea typeface="+mn-lt"/>
                <a:cs typeface="+mn-lt"/>
              </a:rPr>
              <a:t> </a:t>
            </a:r>
            <a:r>
              <a:rPr lang="en-CA" sz="1050" err="1">
                <a:ea typeface="+mn-lt"/>
                <a:cs typeface="+mn-lt"/>
              </a:rPr>
              <a:t>ventem</a:t>
            </a:r>
            <a:r>
              <a:rPr lang="en-CA" sz="1050">
                <a:ea typeface="+mn-lt"/>
                <a:cs typeface="+mn-lt"/>
              </a:rPr>
              <a:t> </a:t>
            </a:r>
            <a:r>
              <a:rPr lang="en-CA" sz="1050" err="1">
                <a:ea typeface="+mn-lt"/>
                <a:cs typeface="+mn-lt"/>
              </a:rPr>
              <a:t>ratae</a:t>
            </a:r>
            <a:r>
              <a:rPr lang="en-CA" sz="1050">
                <a:ea typeface="+mn-lt"/>
                <a:cs typeface="+mn-lt"/>
              </a:rPr>
              <a:t> </a:t>
            </a:r>
            <a:r>
              <a:rPr lang="en-CA" sz="1050" err="1">
                <a:ea typeface="+mn-lt"/>
                <a:cs typeface="+mn-lt"/>
              </a:rPr>
              <a:t>volorit</a:t>
            </a:r>
            <a:r>
              <a:rPr lang="en-CA" sz="1050">
                <a:ea typeface="+mn-lt"/>
                <a:cs typeface="+mn-lt"/>
              </a:rPr>
              <a:t> rem. Nem. </a:t>
            </a:r>
            <a:r>
              <a:rPr lang="en-CA" sz="1050" err="1">
                <a:ea typeface="+mn-lt"/>
                <a:cs typeface="+mn-lt"/>
              </a:rPr>
              <a:t>Poria</a:t>
            </a:r>
            <a:r>
              <a:rPr lang="en-CA" sz="1050">
                <a:ea typeface="+mn-lt"/>
                <a:cs typeface="+mn-lt"/>
              </a:rPr>
              <a:t> </a:t>
            </a:r>
            <a:r>
              <a:rPr lang="en-CA" sz="1050" err="1">
                <a:ea typeface="+mn-lt"/>
                <a:cs typeface="+mn-lt"/>
              </a:rPr>
              <a:t>dolupta</a:t>
            </a:r>
            <a:r>
              <a:rPr lang="en-CA" sz="1050">
                <a:ea typeface="+mn-lt"/>
                <a:cs typeface="+mn-lt"/>
              </a:rPr>
              <a:t> at. Lorem ipsum dolor sit </a:t>
            </a:r>
            <a:r>
              <a:rPr lang="en-CA" sz="1050" err="1">
                <a:ea typeface="+mn-lt"/>
                <a:cs typeface="+mn-lt"/>
              </a:rPr>
              <a:t>amet</a:t>
            </a:r>
            <a:r>
              <a:rPr lang="en-CA" sz="1050">
                <a:ea typeface="+mn-lt"/>
                <a:cs typeface="+mn-lt"/>
              </a:rPr>
              <a:t>, </a:t>
            </a:r>
            <a:r>
              <a:rPr lang="en-CA" sz="1050" err="1">
                <a:ea typeface="+mn-lt"/>
                <a:cs typeface="+mn-lt"/>
              </a:rPr>
              <a:t>consectetur</a:t>
            </a:r>
            <a:r>
              <a:rPr lang="en-CA" sz="1050">
                <a:ea typeface="+mn-lt"/>
                <a:cs typeface="+mn-lt"/>
              </a:rPr>
              <a:t> </a:t>
            </a:r>
            <a:r>
              <a:rPr lang="en-CA" sz="1050" err="1">
                <a:ea typeface="+mn-lt"/>
                <a:cs typeface="+mn-lt"/>
              </a:rPr>
              <a:t>adipiscing</a:t>
            </a:r>
            <a:r>
              <a:rPr lang="en-CA" sz="1050">
                <a:ea typeface="+mn-lt"/>
                <a:cs typeface="+mn-lt"/>
              </a:rPr>
              <a:t> </a:t>
            </a:r>
            <a:r>
              <a:rPr lang="en-CA" sz="1050" err="1">
                <a:ea typeface="+mn-lt"/>
                <a:cs typeface="+mn-lt"/>
              </a:rPr>
              <a:t>elit</a:t>
            </a:r>
            <a:r>
              <a:rPr lang="en-CA" sz="1050">
                <a:ea typeface="+mn-lt"/>
                <a:cs typeface="+mn-lt"/>
              </a:rPr>
              <a:t>, sed do </a:t>
            </a:r>
            <a:r>
              <a:rPr lang="en-CA" sz="1050" err="1">
                <a:ea typeface="+mn-lt"/>
                <a:cs typeface="+mn-lt"/>
              </a:rPr>
              <a:t>eiusmod</a:t>
            </a:r>
            <a:r>
              <a:rPr lang="en-CA" sz="1050">
                <a:ea typeface="+mn-lt"/>
                <a:cs typeface="+mn-lt"/>
              </a:rPr>
              <a:t> </a:t>
            </a:r>
            <a:r>
              <a:rPr lang="en-CA" sz="1050" err="1">
                <a:ea typeface="+mn-lt"/>
                <a:cs typeface="+mn-lt"/>
              </a:rPr>
              <a:t>tempor</a:t>
            </a:r>
            <a:r>
              <a:rPr lang="en-CA" sz="1050">
                <a:ea typeface="+mn-lt"/>
                <a:cs typeface="+mn-lt"/>
              </a:rPr>
              <a:t> </a:t>
            </a:r>
            <a:r>
              <a:rPr lang="en-CA" sz="1050" err="1">
                <a:ea typeface="+mn-lt"/>
                <a:cs typeface="+mn-lt"/>
              </a:rPr>
              <a:t>incididunt</a:t>
            </a:r>
            <a:r>
              <a:rPr lang="en-CA" sz="1050">
                <a:ea typeface="+mn-lt"/>
                <a:cs typeface="+mn-lt"/>
              </a:rPr>
              <a:t>.</a:t>
            </a:r>
            <a:endParaRPr lang="en-CA" sz="1400"/>
          </a:p>
        </p:txBody>
      </p:sp>
      <p:sp>
        <p:nvSpPr>
          <p:cNvPr id="17" name="Title 26">
            <a:extLst>
              <a:ext uri="{FF2B5EF4-FFF2-40B4-BE49-F238E27FC236}">
                <a16:creationId xmlns:a16="http://schemas.microsoft.com/office/drawing/2014/main" id="{5235C7E3-1F1A-9104-E3B7-E9DA69300841}"/>
              </a:ext>
            </a:extLst>
          </p:cNvPr>
          <p:cNvSpPr txBox="1">
            <a:spLocks/>
          </p:cNvSpPr>
          <p:nvPr/>
        </p:nvSpPr>
        <p:spPr>
          <a:xfrm>
            <a:off x="647700" y="647700"/>
            <a:ext cx="2573001" cy="1256747"/>
          </a:xfrm>
          <a:prstGeom prst="rect">
            <a:avLst/>
          </a:prstGeom>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r>
              <a:rPr lang="en-CA" sz="3600">
                <a:solidFill>
                  <a:schemeClr val="accent1"/>
                </a:solidFill>
                <a:ea typeface="Open Sans Light"/>
                <a:cs typeface="Open Sans Light"/>
              </a:rPr>
              <a:t>Executive</a:t>
            </a:r>
            <a:endParaRPr lang="en-CA" sz="3600" b="1">
              <a:solidFill>
                <a:schemeClr val="accent1"/>
              </a:solidFill>
              <a:ea typeface="Open Sans Light"/>
              <a:cs typeface="Open Sans Light"/>
            </a:endParaRPr>
          </a:p>
          <a:p>
            <a:r>
              <a:rPr lang="en-CA" sz="3600" b="1">
                <a:solidFill>
                  <a:schemeClr val="accent1"/>
                </a:solidFill>
                <a:latin typeface="Open Sans Semibold" panose="020B0606030504020204" pitchFamily="34" charset="0"/>
                <a:ea typeface="Open Sans Semibold" panose="020B0606030504020204" pitchFamily="34" charset="0"/>
                <a:cs typeface="Open Sans Semibold" panose="020B0606030504020204" pitchFamily="34" charset="0"/>
              </a:rPr>
              <a:t>Summary</a:t>
            </a:r>
          </a:p>
        </p:txBody>
      </p:sp>
      <p:sp>
        <p:nvSpPr>
          <p:cNvPr id="21" name="Content Placeholder 3">
            <a:extLst>
              <a:ext uri="{FF2B5EF4-FFF2-40B4-BE49-F238E27FC236}">
                <a16:creationId xmlns:a16="http://schemas.microsoft.com/office/drawing/2014/main" id="{39CE129B-EFE9-616C-B82A-CC75E1473909}"/>
              </a:ext>
            </a:extLst>
          </p:cNvPr>
          <p:cNvSpPr txBox="1">
            <a:spLocks/>
          </p:cNvSpPr>
          <p:nvPr/>
        </p:nvSpPr>
        <p:spPr>
          <a:xfrm>
            <a:off x="6645553" y="5314871"/>
            <a:ext cx="1615797" cy="936003"/>
          </a:xfrm>
          <a:prstGeom prst="rect">
            <a:avLst/>
          </a:prstGeom>
        </p:spPr>
        <p:txBody>
          <a:bodyPr vert="horz" lIns="0" tIns="0" rIns="0" bIns="0" rtlCol="0" anchor="b">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lnSpc>
                <a:spcPct val="120000"/>
              </a:lnSpc>
              <a:buNone/>
            </a:pPr>
            <a:r>
              <a:rPr lang="en-CA" sz="1100" b="1">
                <a:ea typeface="Open Sans"/>
                <a:cs typeface="Open Sans"/>
              </a:rPr>
              <a:t>Firstname Lastname</a:t>
            </a:r>
            <a:endParaRPr lang="en-CA" b="1">
              <a:ea typeface="Open Sans"/>
              <a:cs typeface="Open Sans"/>
            </a:endParaRPr>
          </a:p>
        </p:txBody>
      </p:sp>
      <p:pic>
        <p:nvPicPr>
          <p:cNvPr id="23" name="Picture 13">
            <a:extLst>
              <a:ext uri="{FF2B5EF4-FFF2-40B4-BE49-F238E27FC236}">
                <a16:creationId xmlns:a16="http://schemas.microsoft.com/office/drawing/2014/main" id="{5A215EC2-777E-25A9-62F0-DE61ADC2E6D8}"/>
              </a:ext>
            </a:extLst>
          </p:cNvPr>
          <p:cNvPicPr>
            <a:picLocks noChangeAspect="1"/>
          </p:cNvPicPr>
          <p:nvPr/>
        </p:nvPicPr>
        <p:blipFill rotWithShape="1">
          <a:blip r:embed="rId4"/>
          <a:srcRect l="6840" r="-30688"/>
          <a:stretch/>
        </p:blipFill>
        <p:spPr>
          <a:xfrm>
            <a:off x="6645552" y="5246699"/>
            <a:ext cx="1615798" cy="794677"/>
          </a:xfrm>
          <a:prstGeom prst="rect">
            <a:avLst/>
          </a:prstGeom>
        </p:spPr>
      </p:pic>
      <p:sp>
        <p:nvSpPr>
          <p:cNvPr id="24" name="Content Placeholder 3">
            <a:extLst>
              <a:ext uri="{FF2B5EF4-FFF2-40B4-BE49-F238E27FC236}">
                <a16:creationId xmlns:a16="http://schemas.microsoft.com/office/drawing/2014/main" id="{FFA9B800-D201-49AE-4AAC-C192EB776C36}"/>
              </a:ext>
            </a:extLst>
          </p:cNvPr>
          <p:cNvSpPr txBox="1">
            <a:spLocks/>
          </p:cNvSpPr>
          <p:nvPr/>
        </p:nvSpPr>
        <p:spPr>
          <a:xfrm>
            <a:off x="9001403" y="5314871"/>
            <a:ext cx="1615797" cy="936003"/>
          </a:xfrm>
          <a:prstGeom prst="rect">
            <a:avLst/>
          </a:prstGeom>
        </p:spPr>
        <p:txBody>
          <a:bodyPr vert="horz" lIns="0" tIns="0" rIns="0" bIns="0" rtlCol="0" anchor="b">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lnSpc>
                <a:spcPct val="120000"/>
              </a:lnSpc>
              <a:buNone/>
            </a:pPr>
            <a:r>
              <a:rPr lang="en-CA" sz="1100" b="1" err="1">
                <a:ea typeface="Open Sans"/>
                <a:cs typeface="Open Sans"/>
              </a:rPr>
              <a:t>Firstname</a:t>
            </a:r>
            <a:r>
              <a:rPr lang="en-CA" sz="1100" b="1">
                <a:ea typeface="Open Sans"/>
                <a:cs typeface="Open Sans"/>
              </a:rPr>
              <a:t> </a:t>
            </a:r>
            <a:r>
              <a:rPr lang="en-CA" sz="1100" b="1" err="1">
                <a:ea typeface="Open Sans"/>
                <a:cs typeface="Open Sans"/>
              </a:rPr>
              <a:t>Lastname</a:t>
            </a:r>
            <a:endParaRPr lang="en-CA" b="1">
              <a:ea typeface="Open Sans"/>
              <a:cs typeface="Open Sans"/>
            </a:endParaRPr>
          </a:p>
        </p:txBody>
      </p:sp>
      <p:pic>
        <p:nvPicPr>
          <p:cNvPr id="25" name="Picture 13">
            <a:extLst>
              <a:ext uri="{FF2B5EF4-FFF2-40B4-BE49-F238E27FC236}">
                <a16:creationId xmlns:a16="http://schemas.microsoft.com/office/drawing/2014/main" id="{147EDCD6-545B-A2D4-4E22-065AAC6BD188}"/>
              </a:ext>
            </a:extLst>
          </p:cNvPr>
          <p:cNvPicPr>
            <a:picLocks noChangeAspect="1"/>
          </p:cNvPicPr>
          <p:nvPr/>
        </p:nvPicPr>
        <p:blipFill rotWithShape="1">
          <a:blip r:embed="rId4"/>
          <a:srcRect l="6840" r="-30688"/>
          <a:stretch/>
        </p:blipFill>
        <p:spPr>
          <a:xfrm>
            <a:off x="9001402" y="5246699"/>
            <a:ext cx="1615798" cy="794677"/>
          </a:xfrm>
          <a:prstGeom prst="rect">
            <a:avLst/>
          </a:prstGeom>
        </p:spPr>
      </p:pic>
    </p:spTree>
    <p:custDataLst>
      <p:custData r:id="rId1"/>
      <p:custData r:id="rId2"/>
    </p:custDataLst>
    <p:extLst>
      <p:ext uri="{BB962C8B-B14F-4D97-AF65-F5344CB8AC3E}">
        <p14:creationId xmlns:p14="http://schemas.microsoft.com/office/powerpoint/2010/main" val="7288184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0B28033-8F5D-75B5-D8F1-98287074387D}"/>
              </a:ext>
            </a:extLst>
          </p:cNvPr>
          <p:cNvSpPr>
            <a:spLocks noGrp="1"/>
          </p:cNvSpPr>
          <p:nvPr>
            <p:ph type="ftr" sz="quarter" idx="11"/>
          </p:nvPr>
        </p:nvSpPr>
        <p:spPr/>
        <p:txBody>
          <a:bodyPr/>
          <a:lstStyle/>
          <a:p>
            <a:r>
              <a:rPr lang="en-US"/>
              <a:t>Colliers</a:t>
            </a:r>
          </a:p>
        </p:txBody>
      </p:sp>
      <p:sp>
        <p:nvSpPr>
          <p:cNvPr id="3" name="Slide Number Placeholder 2">
            <a:extLst>
              <a:ext uri="{FF2B5EF4-FFF2-40B4-BE49-F238E27FC236}">
                <a16:creationId xmlns:a16="http://schemas.microsoft.com/office/drawing/2014/main" id="{CFDF1F58-4F09-DFE4-391A-C4DA1242CA22}"/>
              </a:ext>
            </a:extLst>
          </p:cNvPr>
          <p:cNvSpPr>
            <a:spLocks noGrp="1"/>
          </p:cNvSpPr>
          <p:nvPr>
            <p:ph type="sldNum" sz="quarter" idx="12"/>
          </p:nvPr>
        </p:nvSpPr>
        <p:spPr/>
        <p:txBody>
          <a:bodyPr/>
          <a:lstStyle/>
          <a:p>
            <a:fld id="{23AA811B-2EBD-4900-905E-5BE206449611}" type="slidenum">
              <a:rPr lang="en-US" smtClean="0"/>
              <a:pPr/>
              <a:t>10</a:t>
            </a:fld>
            <a:endParaRPr lang="en-US"/>
          </a:p>
        </p:txBody>
      </p:sp>
      <p:sp>
        <p:nvSpPr>
          <p:cNvPr id="4" name="Rectangle 3">
            <a:extLst>
              <a:ext uri="{FF2B5EF4-FFF2-40B4-BE49-F238E27FC236}">
                <a16:creationId xmlns:a16="http://schemas.microsoft.com/office/drawing/2014/main" id="{13623E07-6B3C-7C1D-C69C-7713F13DF486}"/>
              </a:ext>
            </a:extLst>
          </p:cNvPr>
          <p:cNvSpPr/>
          <p:nvPr/>
        </p:nvSpPr>
        <p:spPr>
          <a:xfrm flipV="1">
            <a:off x="0" y="0"/>
            <a:ext cx="12192000" cy="6858000"/>
          </a:xfrm>
          <a:prstGeom prst="rect">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noProof="0" err="1"/>
          </a:p>
        </p:txBody>
      </p:sp>
      <p:sp>
        <p:nvSpPr>
          <p:cNvPr id="5" name="Title 26">
            <a:extLst>
              <a:ext uri="{FF2B5EF4-FFF2-40B4-BE49-F238E27FC236}">
                <a16:creationId xmlns:a16="http://schemas.microsoft.com/office/drawing/2014/main" id="{B0A17467-FBC2-FA4A-BF1B-98388B2D681F}"/>
              </a:ext>
            </a:extLst>
          </p:cNvPr>
          <p:cNvSpPr txBox="1">
            <a:spLocks/>
          </p:cNvSpPr>
          <p:nvPr/>
        </p:nvSpPr>
        <p:spPr>
          <a:xfrm>
            <a:off x="4351338" y="2662590"/>
            <a:ext cx="3487738" cy="266218"/>
          </a:xfrm>
          <a:prstGeom prst="rect">
            <a:avLst/>
          </a:prstGeom>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gn="ctr"/>
            <a:r>
              <a:rPr lang="da-DK" sz="1400" b="1">
                <a:solidFill>
                  <a:schemeClr val="accent3"/>
                </a:solidFill>
                <a:latin typeface="Open Sans" panose="020B0606030504020204" pitchFamily="34" charset="0"/>
                <a:ea typeface="Open Sans" panose="020B0606030504020204" pitchFamily="34" charset="0"/>
                <a:cs typeface="Open Sans" panose="020B0606030504020204" pitchFamily="34" charset="0"/>
              </a:rPr>
              <a:t>Part 1</a:t>
            </a:r>
            <a:endParaRPr lang="en-US" sz="1400" b="1">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Title 26">
            <a:extLst>
              <a:ext uri="{FF2B5EF4-FFF2-40B4-BE49-F238E27FC236}">
                <a16:creationId xmlns:a16="http://schemas.microsoft.com/office/drawing/2014/main" id="{F7103798-A19D-28AF-8D54-259AF044DABB}"/>
              </a:ext>
            </a:extLst>
          </p:cNvPr>
          <p:cNvSpPr txBox="1">
            <a:spLocks/>
          </p:cNvSpPr>
          <p:nvPr/>
        </p:nvSpPr>
        <p:spPr>
          <a:xfrm>
            <a:off x="4351339" y="3152094"/>
            <a:ext cx="3487736" cy="1256747"/>
          </a:xfrm>
          <a:prstGeom prst="rect">
            <a:avLst/>
          </a:prstGeom>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gn="ctr">
              <a:lnSpc>
                <a:spcPct val="90000"/>
              </a:lnSpc>
            </a:pPr>
            <a:r>
              <a:rPr lang="en-CA" sz="4000">
                <a:solidFill>
                  <a:schemeClr val="bg1"/>
                </a:solidFill>
                <a:ea typeface="Open Sans Light"/>
                <a:cs typeface="Open Sans Light"/>
              </a:rPr>
              <a:t>Introduction</a:t>
            </a:r>
            <a:endParaRPr lang="en-US" sz="4000" b="1">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endParaRPr>
          </a:p>
        </p:txBody>
      </p:sp>
    </p:spTree>
    <p:custDataLst>
      <p:custData r:id="rId1"/>
      <p:custData r:id="rId2"/>
    </p:custDataLst>
    <p:extLst>
      <p:ext uri="{BB962C8B-B14F-4D97-AF65-F5344CB8AC3E}">
        <p14:creationId xmlns:p14="http://schemas.microsoft.com/office/powerpoint/2010/main" val="6765341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Picture Placeholder 11">
            <a:extLst>
              <a:ext uri="{FF2B5EF4-FFF2-40B4-BE49-F238E27FC236}">
                <a16:creationId xmlns:a16="http://schemas.microsoft.com/office/drawing/2014/main" id="{38B3960F-9F6C-AF90-EAF2-9BBAE6FC23B7}"/>
              </a:ext>
            </a:extLst>
          </p:cNvPr>
          <p:cNvSpPr txBox="1">
            <a:spLocks/>
          </p:cNvSpPr>
          <p:nvPr/>
        </p:nvSpPr>
        <p:spPr>
          <a:xfrm>
            <a:off x="0" y="0"/>
            <a:ext cx="7840662" cy="6858000"/>
          </a:xfrm>
          <a:prstGeom prst="rect">
            <a:avLst/>
          </a:prstGeom>
          <a:solidFill>
            <a:schemeClr val="bg2"/>
          </a:solidFill>
        </p:spPr>
        <p:txBody>
          <a:bodyPr lIns="0" tIns="0" bIns="720000" anchor="ctr"/>
          <a:lstStyle>
            <a:lvl1pPr marL="0" marR="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sz="1600" kern="1200">
                <a:solidFill>
                  <a:schemeClr val="bg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a:defRPr/>
            </a:pPr>
            <a:r>
              <a:rPr lang="en-CA"/>
              <a:t>Click here and add image from Templafy</a:t>
            </a:r>
          </a:p>
        </p:txBody>
      </p:sp>
      <p:sp>
        <p:nvSpPr>
          <p:cNvPr id="2" name="Footer Placeholder 1">
            <a:extLst>
              <a:ext uri="{FF2B5EF4-FFF2-40B4-BE49-F238E27FC236}">
                <a16:creationId xmlns:a16="http://schemas.microsoft.com/office/drawing/2014/main" id="{A06AB9ED-D151-014E-C448-DEF624CDED63}"/>
              </a:ext>
            </a:extLst>
          </p:cNvPr>
          <p:cNvSpPr>
            <a:spLocks noGrp="1"/>
          </p:cNvSpPr>
          <p:nvPr>
            <p:ph type="ftr" sz="quarter" idx="11"/>
          </p:nvPr>
        </p:nvSpPr>
        <p:spPr/>
        <p:txBody>
          <a:bodyPr/>
          <a:lstStyle/>
          <a:p>
            <a:r>
              <a:rPr lang="en-CA"/>
              <a:t>Colliers</a:t>
            </a:r>
          </a:p>
        </p:txBody>
      </p:sp>
      <p:sp>
        <p:nvSpPr>
          <p:cNvPr id="3" name="Slide Number Placeholder 2">
            <a:extLst>
              <a:ext uri="{FF2B5EF4-FFF2-40B4-BE49-F238E27FC236}">
                <a16:creationId xmlns:a16="http://schemas.microsoft.com/office/drawing/2014/main" id="{1E292D85-8E23-1F14-2ECF-707AFB67C0D1}"/>
              </a:ext>
            </a:extLst>
          </p:cNvPr>
          <p:cNvSpPr>
            <a:spLocks noGrp="1"/>
          </p:cNvSpPr>
          <p:nvPr>
            <p:ph type="sldNum" sz="quarter" idx="12"/>
          </p:nvPr>
        </p:nvSpPr>
        <p:spPr/>
        <p:txBody>
          <a:bodyPr/>
          <a:lstStyle/>
          <a:p>
            <a:fld id="{23AA811B-2EBD-4900-905E-5BE206449611}" type="slidenum">
              <a:rPr lang="en-CA" smtClean="0"/>
              <a:pPr/>
              <a:t>11</a:t>
            </a:fld>
            <a:endParaRPr lang="en-CA"/>
          </a:p>
        </p:txBody>
      </p:sp>
      <p:grpSp>
        <p:nvGrpSpPr>
          <p:cNvPr id="11" name="Group 10">
            <a:extLst>
              <a:ext uri="{FF2B5EF4-FFF2-40B4-BE49-F238E27FC236}">
                <a16:creationId xmlns:a16="http://schemas.microsoft.com/office/drawing/2014/main" id="{A1AC4A80-FB88-D110-114A-2BE17173154E}"/>
              </a:ext>
            </a:extLst>
          </p:cNvPr>
          <p:cNvGrpSpPr/>
          <p:nvPr/>
        </p:nvGrpSpPr>
        <p:grpSpPr>
          <a:xfrm>
            <a:off x="5554296" y="2054688"/>
            <a:ext cx="4436869" cy="2208218"/>
            <a:chOff x="3920053" y="2227054"/>
            <a:chExt cx="4436869" cy="2208218"/>
          </a:xfrm>
          <a:solidFill>
            <a:schemeClr val="tx1"/>
          </a:solidFill>
        </p:grpSpPr>
        <p:sp>
          <p:nvSpPr>
            <p:cNvPr id="7" name="Rectangle 6">
              <a:extLst>
                <a:ext uri="{FF2B5EF4-FFF2-40B4-BE49-F238E27FC236}">
                  <a16:creationId xmlns:a16="http://schemas.microsoft.com/office/drawing/2014/main" id="{8FB4E6B1-A910-2FC0-55D0-04EB1569E61D}"/>
                </a:ext>
              </a:extLst>
            </p:cNvPr>
            <p:cNvSpPr/>
            <p:nvPr/>
          </p:nvSpPr>
          <p:spPr>
            <a:xfrm flipV="1">
              <a:off x="3920053" y="2442255"/>
              <a:ext cx="4436869" cy="199301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a:p>
          </p:txBody>
        </p:sp>
        <p:sp>
          <p:nvSpPr>
            <p:cNvPr id="8" name="Title 26">
              <a:extLst>
                <a:ext uri="{FF2B5EF4-FFF2-40B4-BE49-F238E27FC236}">
                  <a16:creationId xmlns:a16="http://schemas.microsoft.com/office/drawing/2014/main" id="{9A5F5643-D03F-D646-41C6-F430FE1EEBA4}"/>
                </a:ext>
              </a:extLst>
            </p:cNvPr>
            <p:cNvSpPr txBox="1">
              <a:spLocks/>
            </p:cNvSpPr>
            <p:nvPr/>
          </p:nvSpPr>
          <p:spPr>
            <a:xfrm>
              <a:off x="4567610" y="2944340"/>
              <a:ext cx="3271465" cy="1044000"/>
            </a:xfrm>
            <a:prstGeom prst="rect">
              <a:avLst/>
            </a:prstGeom>
            <a:noFill/>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nSpc>
                  <a:spcPct val="90000"/>
                </a:lnSpc>
              </a:pPr>
              <a:r>
                <a:rPr lang="en-CA" sz="4000">
                  <a:solidFill>
                    <a:schemeClr val="bg1"/>
                  </a:solidFill>
                  <a:ea typeface="Open Sans Light"/>
                  <a:cs typeface="Open Sans Light"/>
                </a:rPr>
                <a:t>Introduction</a:t>
              </a:r>
              <a:endParaRPr lang="en-CA" sz="4000" b="1">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endParaRPr>
            </a:p>
          </p:txBody>
        </p:sp>
        <p:sp>
          <p:nvSpPr>
            <p:cNvPr id="9" name="Rectangle 8">
              <a:extLst>
                <a:ext uri="{FF2B5EF4-FFF2-40B4-BE49-F238E27FC236}">
                  <a16:creationId xmlns:a16="http://schemas.microsoft.com/office/drawing/2014/main" id="{CA465C92-AC48-8A68-7BE8-2CAEF1169C7A}"/>
                </a:ext>
              </a:extLst>
            </p:cNvPr>
            <p:cNvSpPr/>
            <p:nvPr/>
          </p:nvSpPr>
          <p:spPr>
            <a:xfrm flipV="1">
              <a:off x="4351338" y="2227054"/>
              <a:ext cx="892867" cy="4095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a:p>
          </p:txBody>
        </p:sp>
        <p:sp>
          <p:nvSpPr>
            <p:cNvPr id="10" name="Title 26">
              <a:extLst>
                <a:ext uri="{FF2B5EF4-FFF2-40B4-BE49-F238E27FC236}">
                  <a16:creationId xmlns:a16="http://schemas.microsoft.com/office/drawing/2014/main" id="{995A706E-04DB-9DB8-B249-32E3A43C4B69}"/>
                </a:ext>
              </a:extLst>
            </p:cNvPr>
            <p:cNvSpPr txBox="1">
              <a:spLocks/>
            </p:cNvSpPr>
            <p:nvPr/>
          </p:nvSpPr>
          <p:spPr>
            <a:xfrm>
              <a:off x="4567610" y="2370403"/>
              <a:ext cx="3707802" cy="266218"/>
            </a:xfrm>
            <a:prstGeom prst="rect">
              <a:avLst/>
            </a:prstGeom>
            <a:noFill/>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r>
                <a:rPr lang="en-CA" sz="1200" b="1">
                  <a:solidFill>
                    <a:schemeClr val="bg1"/>
                  </a:solidFill>
                  <a:latin typeface="Open Sans" panose="020B0606030504020204" pitchFamily="34" charset="0"/>
                  <a:ea typeface="Open Sans" panose="020B0606030504020204" pitchFamily="34" charset="0"/>
                  <a:cs typeface="Open Sans" panose="020B0606030504020204" pitchFamily="34" charset="0"/>
                </a:rPr>
                <a:t>Part 1</a:t>
              </a:r>
            </a:p>
          </p:txBody>
        </p:sp>
      </p:grpSp>
    </p:spTree>
    <p:custDataLst>
      <p:custData r:id="rId1"/>
      <p:custData r:id="rId2"/>
    </p:custDataLst>
    <p:extLst>
      <p:ext uri="{BB962C8B-B14F-4D97-AF65-F5344CB8AC3E}">
        <p14:creationId xmlns:p14="http://schemas.microsoft.com/office/powerpoint/2010/main" val="38185046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9F38C6E-DF8B-A6A3-8F48-6D42F905B536}"/>
              </a:ext>
            </a:extLst>
          </p:cNvPr>
          <p:cNvSpPr/>
          <p:nvPr/>
        </p:nvSpPr>
        <p:spPr>
          <a:xfrm>
            <a:off x="5515599" y="1897199"/>
            <a:ext cx="6676402" cy="3990709"/>
          </a:xfrm>
          <a:custGeom>
            <a:avLst/>
            <a:gdLst>
              <a:gd name="connsiteX0" fmla="*/ 0 w 6676402"/>
              <a:gd name="connsiteY0" fmla="*/ 0 h 3990709"/>
              <a:gd name="connsiteX1" fmla="*/ 6676402 w 6676402"/>
              <a:gd name="connsiteY1" fmla="*/ 0 h 3990709"/>
              <a:gd name="connsiteX2" fmla="*/ 6676402 w 6676402"/>
              <a:gd name="connsiteY2" fmla="*/ 3990709 h 3990709"/>
              <a:gd name="connsiteX3" fmla="*/ 0 w 6676402"/>
              <a:gd name="connsiteY3" fmla="*/ 3990709 h 3990709"/>
              <a:gd name="connsiteX4" fmla="*/ 0 w 6676402"/>
              <a:gd name="connsiteY4" fmla="*/ 0 h 3990709"/>
              <a:gd name="connsiteX0" fmla="*/ 5752 w 6682154"/>
              <a:gd name="connsiteY0" fmla="*/ 0 h 3990709"/>
              <a:gd name="connsiteX1" fmla="*/ 6682154 w 6682154"/>
              <a:gd name="connsiteY1" fmla="*/ 0 h 3990709"/>
              <a:gd name="connsiteX2" fmla="*/ 6682154 w 6682154"/>
              <a:gd name="connsiteY2" fmla="*/ 3990709 h 3990709"/>
              <a:gd name="connsiteX3" fmla="*/ 5752 w 6682154"/>
              <a:gd name="connsiteY3" fmla="*/ 3990709 h 3990709"/>
              <a:gd name="connsiteX4" fmla="*/ 0 w 6682154"/>
              <a:gd name="connsiteY4" fmla="*/ 1959693 h 3990709"/>
              <a:gd name="connsiteX5" fmla="*/ 5752 w 6682154"/>
              <a:gd name="connsiteY5" fmla="*/ 0 h 3990709"/>
              <a:gd name="connsiteX0" fmla="*/ 6 w 6676408"/>
              <a:gd name="connsiteY0" fmla="*/ 0 h 3990709"/>
              <a:gd name="connsiteX1" fmla="*/ 6676408 w 6676408"/>
              <a:gd name="connsiteY1" fmla="*/ 0 h 3990709"/>
              <a:gd name="connsiteX2" fmla="*/ 6676408 w 6676408"/>
              <a:gd name="connsiteY2" fmla="*/ 3990709 h 3990709"/>
              <a:gd name="connsiteX3" fmla="*/ 6 w 6676408"/>
              <a:gd name="connsiteY3" fmla="*/ 3990709 h 3990709"/>
              <a:gd name="connsiteX4" fmla="*/ 545239 w 6676408"/>
              <a:gd name="connsiteY4" fmla="*/ 1971417 h 3990709"/>
              <a:gd name="connsiteX5" fmla="*/ 6 w 6676408"/>
              <a:gd name="connsiteY5" fmla="*/ 0 h 3990709"/>
              <a:gd name="connsiteX0" fmla="*/ 6 w 6676408"/>
              <a:gd name="connsiteY0" fmla="*/ 0 h 3990709"/>
              <a:gd name="connsiteX1" fmla="*/ 6676408 w 6676408"/>
              <a:gd name="connsiteY1" fmla="*/ 0 h 3990709"/>
              <a:gd name="connsiteX2" fmla="*/ 6676408 w 6676408"/>
              <a:gd name="connsiteY2" fmla="*/ 3990709 h 3990709"/>
              <a:gd name="connsiteX3" fmla="*/ 6 w 6676408"/>
              <a:gd name="connsiteY3" fmla="*/ 3990709 h 3990709"/>
              <a:gd name="connsiteX4" fmla="*/ 545239 w 6676408"/>
              <a:gd name="connsiteY4" fmla="*/ 1971417 h 3990709"/>
              <a:gd name="connsiteX5" fmla="*/ 6 w 6676408"/>
              <a:gd name="connsiteY5" fmla="*/ 0 h 3990709"/>
              <a:gd name="connsiteX0" fmla="*/ 6 w 6676408"/>
              <a:gd name="connsiteY0" fmla="*/ 0 h 3990709"/>
              <a:gd name="connsiteX1" fmla="*/ 6676408 w 6676408"/>
              <a:gd name="connsiteY1" fmla="*/ 0 h 3990709"/>
              <a:gd name="connsiteX2" fmla="*/ 6676408 w 6676408"/>
              <a:gd name="connsiteY2" fmla="*/ 3990709 h 3990709"/>
              <a:gd name="connsiteX3" fmla="*/ 6 w 6676408"/>
              <a:gd name="connsiteY3" fmla="*/ 3990709 h 3990709"/>
              <a:gd name="connsiteX4" fmla="*/ 545239 w 6676408"/>
              <a:gd name="connsiteY4" fmla="*/ 1971417 h 3990709"/>
              <a:gd name="connsiteX5" fmla="*/ 6 w 6676408"/>
              <a:gd name="connsiteY5" fmla="*/ 0 h 3990709"/>
              <a:gd name="connsiteX0" fmla="*/ 5 w 6676407"/>
              <a:gd name="connsiteY0" fmla="*/ 0 h 3990709"/>
              <a:gd name="connsiteX1" fmla="*/ 6676407 w 6676407"/>
              <a:gd name="connsiteY1" fmla="*/ 0 h 3990709"/>
              <a:gd name="connsiteX2" fmla="*/ 6676407 w 6676407"/>
              <a:gd name="connsiteY2" fmla="*/ 3990709 h 3990709"/>
              <a:gd name="connsiteX3" fmla="*/ 5 w 6676407"/>
              <a:gd name="connsiteY3" fmla="*/ 3990709 h 3990709"/>
              <a:gd name="connsiteX4" fmla="*/ 581572 w 6676407"/>
              <a:gd name="connsiteY4" fmla="*/ 1977473 h 3990709"/>
              <a:gd name="connsiteX5" fmla="*/ 5 w 6676407"/>
              <a:gd name="connsiteY5" fmla="*/ 0 h 3990709"/>
              <a:gd name="connsiteX0" fmla="*/ 5 w 6676407"/>
              <a:gd name="connsiteY0" fmla="*/ 0 h 3990709"/>
              <a:gd name="connsiteX1" fmla="*/ 6676407 w 6676407"/>
              <a:gd name="connsiteY1" fmla="*/ 0 h 3990709"/>
              <a:gd name="connsiteX2" fmla="*/ 6676407 w 6676407"/>
              <a:gd name="connsiteY2" fmla="*/ 3990709 h 3990709"/>
              <a:gd name="connsiteX3" fmla="*/ 5 w 6676407"/>
              <a:gd name="connsiteY3" fmla="*/ 3990709 h 3990709"/>
              <a:gd name="connsiteX4" fmla="*/ 581572 w 6676407"/>
              <a:gd name="connsiteY4" fmla="*/ 1977473 h 3990709"/>
              <a:gd name="connsiteX5" fmla="*/ 5 w 6676407"/>
              <a:gd name="connsiteY5" fmla="*/ 0 h 3990709"/>
              <a:gd name="connsiteX0" fmla="*/ 5 w 6676407"/>
              <a:gd name="connsiteY0" fmla="*/ 0 h 3990709"/>
              <a:gd name="connsiteX1" fmla="*/ 6676407 w 6676407"/>
              <a:gd name="connsiteY1" fmla="*/ 0 h 3990709"/>
              <a:gd name="connsiteX2" fmla="*/ 6676407 w 6676407"/>
              <a:gd name="connsiteY2" fmla="*/ 3990709 h 3990709"/>
              <a:gd name="connsiteX3" fmla="*/ 5 w 6676407"/>
              <a:gd name="connsiteY3" fmla="*/ 3990709 h 3990709"/>
              <a:gd name="connsiteX4" fmla="*/ 581572 w 6676407"/>
              <a:gd name="connsiteY4" fmla="*/ 1977473 h 3990709"/>
              <a:gd name="connsiteX5" fmla="*/ 5 w 6676407"/>
              <a:gd name="connsiteY5" fmla="*/ 0 h 3990709"/>
              <a:gd name="connsiteX0" fmla="*/ 5 w 6676407"/>
              <a:gd name="connsiteY0" fmla="*/ 0 h 3990709"/>
              <a:gd name="connsiteX1" fmla="*/ 6676407 w 6676407"/>
              <a:gd name="connsiteY1" fmla="*/ 0 h 3990709"/>
              <a:gd name="connsiteX2" fmla="*/ 6676407 w 6676407"/>
              <a:gd name="connsiteY2" fmla="*/ 3990709 h 3990709"/>
              <a:gd name="connsiteX3" fmla="*/ 5 w 6676407"/>
              <a:gd name="connsiteY3" fmla="*/ 3990709 h 3990709"/>
              <a:gd name="connsiteX4" fmla="*/ 581572 w 6676407"/>
              <a:gd name="connsiteY4" fmla="*/ 1977473 h 3990709"/>
              <a:gd name="connsiteX5" fmla="*/ 5 w 6676407"/>
              <a:gd name="connsiteY5" fmla="*/ 0 h 3990709"/>
              <a:gd name="connsiteX0" fmla="*/ 0 w 6676402"/>
              <a:gd name="connsiteY0" fmla="*/ 0 h 3990709"/>
              <a:gd name="connsiteX1" fmla="*/ 6676402 w 6676402"/>
              <a:gd name="connsiteY1" fmla="*/ 0 h 3990709"/>
              <a:gd name="connsiteX2" fmla="*/ 6676402 w 6676402"/>
              <a:gd name="connsiteY2" fmla="*/ 3990709 h 3990709"/>
              <a:gd name="connsiteX3" fmla="*/ 0 w 6676402"/>
              <a:gd name="connsiteY3" fmla="*/ 3990709 h 3990709"/>
              <a:gd name="connsiteX4" fmla="*/ 581567 w 6676402"/>
              <a:gd name="connsiteY4" fmla="*/ 1977473 h 3990709"/>
              <a:gd name="connsiteX5" fmla="*/ 0 w 6676402"/>
              <a:gd name="connsiteY5" fmla="*/ 0 h 3990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676402" h="3990709">
                <a:moveTo>
                  <a:pt x="0" y="0"/>
                </a:moveTo>
                <a:lnTo>
                  <a:pt x="6676402" y="0"/>
                </a:lnTo>
                <a:lnTo>
                  <a:pt x="6676402" y="3990709"/>
                </a:lnTo>
                <a:lnTo>
                  <a:pt x="0" y="3990709"/>
                </a:lnTo>
                <a:lnTo>
                  <a:pt x="581567" y="1977473"/>
                </a:lnTo>
                <a:lnTo>
                  <a:pt x="0" y="0"/>
                </a:lnTo>
                <a:close/>
              </a:path>
            </a:pathLst>
          </a:custGeom>
          <a:solidFill>
            <a:srgbClr val="E5E8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noProof="0" err="1"/>
          </a:p>
        </p:txBody>
      </p:sp>
      <p:sp>
        <p:nvSpPr>
          <p:cNvPr id="4" name="Content Placeholder 3">
            <a:extLst>
              <a:ext uri="{FF2B5EF4-FFF2-40B4-BE49-F238E27FC236}">
                <a16:creationId xmlns:a16="http://schemas.microsoft.com/office/drawing/2014/main" id="{2C98E643-09E1-1F1F-AEAF-72ABB33969E9}"/>
              </a:ext>
            </a:extLst>
          </p:cNvPr>
          <p:cNvSpPr>
            <a:spLocks noGrp="1"/>
          </p:cNvSpPr>
          <p:nvPr>
            <p:ph idx="1"/>
          </p:nvPr>
        </p:nvSpPr>
        <p:spPr>
          <a:xfrm>
            <a:off x="648000" y="2044800"/>
            <a:ext cx="4173657" cy="4161600"/>
          </a:xfrm>
        </p:spPr>
        <p:txBody>
          <a:bodyPr/>
          <a:lstStyle/>
          <a:p>
            <a:r>
              <a:rPr lang="en-US">
                <a:solidFill>
                  <a:schemeClr val="accent2"/>
                </a:solidFill>
                <a:latin typeface="Merriweather" panose="02000000000000000000" pitchFamily="2" charset="77"/>
                <a:cs typeface="Merriweather" panose="02000000000000000000" pitchFamily="2" charset="77"/>
              </a:rPr>
              <a:t>Current Situation</a:t>
            </a:r>
          </a:p>
          <a:p>
            <a:pPr marL="922338">
              <a:spcBef>
                <a:spcPts val="1800"/>
              </a:spcBef>
            </a:pPr>
            <a:r>
              <a:rPr lang="en-US" sz="1200" b="1">
                <a:solidFill>
                  <a:schemeClr val="accent5"/>
                </a:solidFill>
                <a:latin typeface="Open Sans Semibold" panose="020B0606030504020204" pitchFamily="34" charset="0"/>
                <a:ea typeface="Open Sans Semibold" panose="020B0606030504020204" pitchFamily="34" charset="0"/>
                <a:cs typeface="Open Sans Semibold" panose="020B0606030504020204" pitchFamily="34" charset="0"/>
              </a:rPr>
              <a:t>Staff Count</a:t>
            </a:r>
          </a:p>
          <a:p>
            <a:pPr marL="922338">
              <a:spcAft>
                <a:spcPts val="300"/>
              </a:spcAft>
            </a:pPr>
            <a:r>
              <a:rPr lang="en-US" sz="1200"/>
              <a:t>Total Employees: XX</a:t>
            </a:r>
          </a:p>
          <a:p>
            <a:pPr marL="922338">
              <a:spcAft>
                <a:spcPts val="300"/>
              </a:spcAft>
            </a:pPr>
            <a:r>
              <a:rPr lang="en-US" sz="1200"/>
              <a:t>Department Breakdown: XX</a:t>
            </a:r>
          </a:p>
          <a:p>
            <a:pPr marL="922338">
              <a:spcBef>
                <a:spcPts val="1800"/>
              </a:spcBef>
            </a:pPr>
            <a:r>
              <a:rPr lang="en-US" sz="1200" b="1">
                <a:solidFill>
                  <a:schemeClr val="accent5"/>
                </a:solidFill>
                <a:latin typeface="Open Sans Semibold" panose="020B0606030504020204" pitchFamily="34" charset="0"/>
                <a:ea typeface="Open Sans Semibold" panose="020B0606030504020204" pitchFamily="34" charset="0"/>
                <a:cs typeface="Open Sans Semibold" panose="020B0606030504020204" pitchFamily="34" charset="0"/>
              </a:rPr>
              <a:t>Current Lease Terms</a:t>
            </a:r>
          </a:p>
          <a:p>
            <a:pPr marL="922338">
              <a:spcAft>
                <a:spcPts val="300"/>
              </a:spcAft>
            </a:pPr>
            <a:r>
              <a:rPr lang="en-US" sz="1200"/>
              <a:t>123 Street, City, PR</a:t>
            </a:r>
          </a:p>
          <a:p>
            <a:pPr marL="922338">
              <a:spcAft>
                <a:spcPts val="300"/>
              </a:spcAft>
            </a:pPr>
            <a:r>
              <a:rPr lang="en-US" sz="1200"/>
              <a:t>Floors/SF: XX</a:t>
            </a:r>
          </a:p>
          <a:p>
            <a:pPr marL="922338">
              <a:spcAft>
                <a:spcPts val="300"/>
              </a:spcAft>
            </a:pPr>
            <a:r>
              <a:rPr lang="en-US" sz="1200"/>
              <a:t>Expiry Date: XX</a:t>
            </a:r>
          </a:p>
          <a:p>
            <a:pPr marL="922338">
              <a:spcBef>
                <a:spcPts val="1800"/>
              </a:spcBef>
            </a:pPr>
            <a:r>
              <a:rPr lang="en-US" sz="1200" b="1">
                <a:solidFill>
                  <a:schemeClr val="accent5"/>
                </a:solidFill>
                <a:latin typeface="Open Sans Semibold" panose="020B0606030504020204" pitchFamily="34" charset="0"/>
                <a:ea typeface="Open Sans Semibold" panose="020B0606030504020204" pitchFamily="34" charset="0"/>
                <a:cs typeface="Open Sans Semibold" panose="020B0606030504020204" pitchFamily="34" charset="0"/>
              </a:rPr>
              <a:t>Office Space/Layout</a:t>
            </a:r>
          </a:p>
          <a:p>
            <a:pPr marL="922338">
              <a:spcAft>
                <a:spcPts val="300"/>
              </a:spcAft>
            </a:pPr>
            <a:r>
              <a:rPr lang="en-US" sz="1200"/>
              <a:t>Lorem ipsum layout consists of xx interior offices, interior workstations, meeting rooms and reception area</a:t>
            </a:r>
          </a:p>
        </p:txBody>
      </p:sp>
      <p:sp>
        <p:nvSpPr>
          <p:cNvPr id="2" name="Text Placeholder 1">
            <a:extLst>
              <a:ext uri="{FF2B5EF4-FFF2-40B4-BE49-F238E27FC236}">
                <a16:creationId xmlns:a16="http://schemas.microsoft.com/office/drawing/2014/main" id="{AA7606F7-E22E-43D1-9F59-E73CD6282899}"/>
              </a:ext>
            </a:extLst>
          </p:cNvPr>
          <p:cNvSpPr>
            <a:spLocks noGrp="1"/>
          </p:cNvSpPr>
          <p:nvPr>
            <p:ph type="body" sz="quarter" idx="13"/>
          </p:nvPr>
        </p:nvSpPr>
        <p:spPr/>
        <p:txBody>
          <a:bodyPr/>
          <a:lstStyle/>
          <a:p>
            <a:r>
              <a:rPr lang="en-US" cap="all"/>
              <a:t>Introduction</a:t>
            </a:r>
          </a:p>
        </p:txBody>
      </p:sp>
      <p:sp>
        <p:nvSpPr>
          <p:cNvPr id="3" name="Title 2">
            <a:extLst>
              <a:ext uri="{FF2B5EF4-FFF2-40B4-BE49-F238E27FC236}">
                <a16:creationId xmlns:a16="http://schemas.microsoft.com/office/drawing/2014/main" id="{1D9B33FE-724C-A654-E800-C288F3BEE207}"/>
              </a:ext>
            </a:extLst>
          </p:cNvPr>
          <p:cNvSpPr>
            <a:spLocks noGrp="1"/>
          </p:cNvSpPr>
          <p:nvPr>
            <p:ph type="title"/>
          </p:nvPr>
        </p:nvSpPr>
        <p:spPr/>
        <p:txBody>
          <a:bodyPr/>
          <a:lstStyle/>
          <a:p>
            <a:r>
              <a:rPr lang="en-US"/>
              <a:t>Our Understanding</a:t>
            </a:r>
          </a:p>
        </p:txBody>
      </p:sp>
      <p:sp>
        <p:nvSpPr>
          <p:cNvPr id="5" name="Text Placeholder 4">
            <a:extLst>
              <a:ext uri="{FF2B5EF4-FFF2-40B4-BE49-F238E27FC236}">
                <a16:creationId xmlns:a16="http://schemas.microsoft.com/office/drawing/2014/main" id="{53C09361-F6EB-7C68-62D0-BB02816981F4}"/>
              </a:ext>
            </a:extLst>
          </p:cNvPr>
          <p:cNvSpPr>
            <a:spLocks noGrp="1"/>
          </p:cNvSpPr>
          <p:nvPr>
            <p:ph type="body" sz="quarter" idx="14"/>
          </p:nvPr>
        </p:nvSpPr>
        <p:spPr/>
        <p:txBody>
          <a:bodyPr/>
          <a:lstStyle/>
          <a:p>
            <a:endParaRPr lang="en-US"/>
          </a:p>
        </p:txBody>
      </p:sp>
      <p:sp>
        <p:nvSpPr>
          <p:cNvPr id="6" name="Footer Placeholder 5">
            <a:extLst>
              <a:ext uri="{FF2B5EF4-FFF2-40B4-BE49-F238E27FC236}">
                <a16:creationId xmlns:a16="http://schemas.microsoft.com/office/drawing/2014/main" id="{7F82D506-B8D4-11F2-F7D5-6752BDC2AAE0}"/>
              </a:ext>
            </a:extLst>
          </p:cNvPr>
          <p:cNvSpPr>
            <a:spLocks noGrp="1"/>
          </p:cNvSpPr>
          <p:nvPr>
            <p:ph type="ftr" sz="quarter" idx="11"/>
          </p:nvPr>
        </p:nvSpPr>
        <p:spPr/>
        <p:txBody>
          <a:bodyPr/>
          <a:lstStyle/>
          <a:p>
            <a:r>
              <a:rPr lang="en-US"/>
              <a:t>Colliers</a:t>
            </a:r>
          </a:p>
        </p:txBody>
      </p:sp>
      <p:sp>
        <p:nvSpPr>
          <p:cNvPr id="7" name="Slide Number Placeholder 6">
            <a:extLst>
              <a:ext uri="{FF2B5EF4-FFF2-40B4-BE49-F238E27FC236}">
                <a16:creationId xmlns:a16="http://schemas.microsoft.com/office/drawing/2014/main" id="{B33ACD2F-6F11-6693-4545-844053695D7A}"/>
              </a:ext>
            </a:extLst>
          </p:cNvPr>
          <p:cNvSpPr>
            <a:spLocks noGrp="1"/>
          </p:cNvSpPr>
          <p:nvPr>
            <p:ph type="sldNum" sz="quarter" idx="12"/>
          </p:nvPr>
        </p:nvSpPr>
        <p:spPr/>
        <p:txBody>
          <a:bodyPr/>
          <a:lstStyle/>
          <a:p>
            <a:fld id="{23AA811B-2EBD-4900-905E-5BE206449611}" type="slidenum">
              <a:rPr lang="en-US" smtClean="0"/>
              <a:pPr/>
              <a:t>12</a:t>
            </a:fld>
            <a:endParaRPr lang="en-US"/>
          </a:p>
        </p:txBody>
      </p:sp>
      <p:pic>
        <p:nvPicPr>
          <p:cNvPr id="8" name="Graphic 7">
            <a:extLst>
              <a:ext uri="{FF2B5EF4-FFF2-40B4-BE49-F238E27FC236}">
                <a16:creationId xmlns:a16="http://schemas.microsoft.com/office/drawing/2014/main" id="{434EDDC8-2372-FD45-5415-9694FB25B52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12356" y="3573277"/>
            <a:ext cx="835200" cy="835200"/>
          </a:xfrm>
          <a:prstGeom prst="rect">
            <a:avLst/>
          </a:prstGeom>
        </p:spPr>
      </p:pic>
      <p:pic>
        <p:nvPicPr>
          <p:cNvPr id="10" name="Graphic 9">
            <a:extLst>
              <a:ext uri="{FF2B5EF4-FFF2-40B4-BE49-F238E27FC236}">
                <a16:creationId xmlns:a16="http://schemas.microsoft.com/office/drawing/2014/main" id="{B72E3763-46A2-10BD-8D29-96B7D49892C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9250" y="4781270"/>
            <a:ext cx="719792" cy="719792"/>
          </a:xfrm>
          <a:prstGeom prst="rect">
            <a:avLst/>
          </a:prstGeom>
        </p:spPr>
      </p:pic>
      <p:pic>
        <p:nvPicPr>
          <p:cNvPr id="11" name="Graphic 10">
            <a:extLst>
              <a:ext uri="{FF2B5EF4-FFF2-40B4-BE49-F238E27FC236}">
                <a16:creationId xmlns:a16="http://schemas.microsoft.com/office/drawing/2014/main" id="{E79488F0-6039-6C75-C3F7-C06A72A7CF2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12355" y="2440553"/>
            <a:ext cx="835201" cy="835201"/>
          </a:xfrm>
          <a:prstGeom prst="rect">
            <a:avLst/>
          </a:prstGeom>
        </p:spPr>
      </p:pic>
      <p:grpSp>
        <p:nvGrpSpPr>
          <p:cNvPr id="23" name="Group 22">
            <a:extLst>
              <a:ext uri="{FF2B5EF4-FFF2-40B4-BE49-F238E27FC236}">
                <a16:creationId xmlns:a16="http://schemas.microsoft.com/office/drawing/2014/main" id="{020D3CB6-61E4-27F8-732D-A036097C365E}"/>
              </a:ext>
            </a:extLst>
          </p:cNvPr>
          <p:cNvGrpSpPr/>
          <p:nvPr/>
        </p:nvGrpSpPr>
        <p:grpSpPr>
          <a:xfrm>
            <a:off x="5515598" y="1897198"/>
            <a:ext cx="843984" cy="3990711"/>
            <a:chOff x="11403106" y="3012141"/>
            <a:chExt cx="843984" cy="3598309"/>
          </a:xfrm>
        </p:grpSpPr>
        <p:cxnSp>
          <p:nvCxnSpPr>
            <p:cNvPr id="14" name="Straight Connector 13">
              <a:extLst>
                <a:ext uri="{FF2B5EF4-FFF2-40B4-BE49-F238E27FC236}">
                  <a16:creationId xmlns:a16="http://schemas.microsoft.com/office/drawing/2014/main" id="{3A12FACC-7843-5F80-82D1-CEC2B40ACAEF}"/>
                </a:ext>
              </a:extLst>
            </p:cNvPr>
            <p:cNvCxnSpPr>
              <a:cxnSpLocks/>
            </p:cNvCxnSpPr>
            <p:nvPr/>
          </p:nvCxnSpPr>
          <p:spPr>
            <a:xfrm>
              <a:off x="11403106" y="3012141"/>
              <a:ext cx="578223" cy="1801906"/>
            </a:xfrm>
            <a:prstGeom prst="line">
              <a:avLst/>
            </a:prstGeom>
            <a:ln w="12700">
              <a:solidFill>
                <a:schemeClr val="accent5"/>
              </a:solidFill>
            </a:ln>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2CDD8337-C71B-CE57-70D6-8C136E51E4B8}"/>
                </a:ext>
              </a:extLst>
            </p:cNvPr>
            <p:cNvCxnSpPr>
              <a:cxnSpLocks/>
            </p:cNvCxnSpPr>
            <p:nvPr/>
          </p:nvCxnSpPr>
          <p:spPr>
            <a:xfrm flipV="1">
              <a:off x="11403106" y="4808544"/>
              <a:ext cx="578223" cy="1801906"/>
            </a:xfrm>
            <a:prstGeom prst="line">
              <a:avLst/>
            </a:prstGeom>
            <a:ln w="12700">
              <a:solidFill>
                <a:schemeClr val="accent5"/>
              </a:solidFill>
            </a:ln>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4DE8C91B-EDAC-916E-5494-FE87A2A1E911}"/>
                </a:ext>
              </a:extLst>
            </p:cNvPr>
            <p:cNvCxnSpPr>
              <a:cxnSpLocks/>
            </p:cNvCxnSpPr>
            <p:nvPr/>
          </p:nvCxnSpPr>
          <p:spPr>
            <a:xfrm>
              <a:off x="11668867" y="3012141"/>
              <a:ext cx="578223" cy="1801906"/>
            </a:xfrm>
            <a:prstGeom prst="line">
              <a:avLst/>
            </a:prstGeom>
            <a:ln w="12700">
              <a:solidFill>
                <a:schemeClr val="accent5"/>
              </a:solidFill>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FCB156DB-50F8-B398-95D2-B51FC22BCAA8}"/>
                </a:ext>
              </a:extLst>
            </p:cNvPr>
            <p:cNvCxnSpPr>
              <a:cxnSpLocks/>
            </p:cNvCxnSpPr>
            <p:nvPr/>
          </p:nvCxnSpPr>
          <p:spPr>
            <a:xfrm flipV="1">
              <a:off x="11668867" y="4808544"/>
              <a:ext cx="578223" cy="1801906"/>
            </a:xfrm>
            <a:prstGeom prst="line">
              <a:avLst/>
            </a:prstGeom>
            <a:ln w="12700">
              <a:solidFill>
                <a:schemeClr val="accent5"/>
              </a:solidFill>
            </a:ln>
          </p:spPr>
          <p:style>
            <a:lnRef idx="1">
              <a:schemeClr val="dk1"/>
            </a:lnRef>
            <a:fillRef idx="0">
              <a:schemeClr val="dk1"/>
            </a:fillRef>
            <a:effectRef idx="0">
              <a:schemeClr val="dk1"/>
            </a:effectRef>
            <a:fontRef idx="minor">
              <a:schemeClr val="tx1"/>
            </a:fontRef>
          </p:style>
        </p:cxnSp>
      </p:grpSp>
      <p:sp>
        <p:nvSpPr>
          <p:cNvPr id="24" name="Content Placeholder 3">
            <a:extLst>
              <a:ext uri="{FF2B5EF4-FFF2-40B4-BE49-F238E27FC236}">
                <a16:creationId xmlns:a16="http://schemas.microsoft.com/office/drawing/2014/main" id="{B28A6775-6D3B-8774-A763-3C8ED6BDEFE5}"/>
              </a:ext>
            </a:extLst>
          </p:cNvPr>
          <p:cNvSpPr txBox="1">
            <a:spLocks/>
          </p:cNvSpPr>
          <p:nvPr/>
        </p:nvSpPr>
        <p:spPr>
          <a:xfrm>
            <a:off x="6955495" y="2044800"/>
            <a:ext cx="4091734" cy="4161600"/>
          </a:xfrm>
          <a:prstGeom prst="rect">
            <a:avLst/>
          </a:prstGeom>
        </p:spPr>
        <p:txBody>
          <a:bodyPr vert="horz" lIns="0" tIns="0" rIns="0" bIns="0" rtlCol="0">
            <a:noAutofit/>
          </a:bodyPr>
          <a:lstStyle>
            <a:lvl1pPr marL="0" indent="0" algn="l" defTabSz="914400" rtl="0" eaLnBrk="1" latinLnBrk="0" hangingPunct="1">
              <a:lnSpc>
                <a:spcPct val="100000"/>
              </a:lnSpc>
              <a:spcBef>
                <a:spcPts val="300"/>
              </a:spcBef>
              <a:spcAft>
                <a:spcPts val="600"/>
              </a:spcAft>
              <a:buFontTx/>
              <a:buNone/>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None/>
              <a:defRPr sz="1400" kern="1200" spc="300">
                <a:solidFill>
                  <a:schemeClr val="accent3"/>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r>
              <a:rPr lang="en-US">
                <a:solidFill>
                  <a:schemeClr val="accent2"/>
                </a:solidFill>
                <a:latin typeface="Merriweather" panose="02000000000000000000" pitchFamily="2" charset="77"/>
                <a:cs typeface="Merriweather" panose="02000000000000000000" pitchFamily="2" charset="77"/>
              </a:rPr>
              <a:t>Desired Reality</a:t>
            </a:r>
          </a:p>
          <a:p>
            <a:pPr marL="922338">
              <a:spcBef>
                <a:spcPts val="1800"/>
              </a:spcBef>
            </a:pPr>
            <a:r>
              <a:rPr lang="en-US" sz="1200" b="1">
                <a:solidFill>
                  <a:schemeClr val="accent5"/>
                </a:solidFill>
                <a:latin typeface="Open Sans Semibold" panose="020B0606030504020204" pitchFamily="34" charset="0"/>
                <a:ea typeface="Open Sans Semibold" panose="020B0606030504020204" pitchFamily="34" charset="0"/>
                <a:cs typeface="Open Sans Semibold" panose="020B0606030504020204" pitchFamily="34" charset="0"/>
              </a:rPr>
              <a:t>Relocation</a:t>
            </a:r>
          </a:p>
          <a:p>
            <a:pPr marL="922338"/>
            <a:r>
              <a:rPr lang="en-US" sz="1200"/>
              <a:t>What type of space, and in which location, will fit [ Client Name ] business and workplace needs?</a:t>
            </a:r>
          </a:p>
          <a:p>
            <a:pPr marL="922338">
              <a:spcBef>
                <a:spcPts val="1800"/>
              </a:spcBef>
            </a:pPr>
            <a:r>
              <a:rPr lang="en-US" sz="1200" b="1">
                <a:solidFill>
                  <a:schemeClr val="accent5"/>
                </a:solidFill>
                <a:latin typeface="Open Sans Semibold" panose="020B0606030504020204" pitchFamily="34" charset="0"/>
                <a:ea typeface="Open Sans Semibold" panose="020B0606030504020204" pitchFamily="34" charset="0"/>
                <a:cs typeface="Open Sans Semibold" panose="020B0606030504020204" pitchFamily="34" charset="0"/>
              </a:rPr>
              <a:t>Employees</a:t>
            </a:r>
          </a:p>
          <a:p>
            <a:pPr marL="922338"/>
            <a:r>
              <a:rPr lang="en-US" sz="1200"/>
              <a:t>How much space will effectively accommodate [ Client Name ] growth goals?</a:t>
            </a:r>
          </a:p>
          <a:p>
            <a:pPr marL="922338">
              <a:spcBef>
                <a:spcPts val="1800"/>
              </a:spcBef>
            </a:pPr>
            <a:r>
              <a:rPr lang="en-US" sz="1200" b="1">
                <a:solidFill>
                  <a:schemeClr val="accent5"/>
                </a:solidFill>
                <a:latin typeface="Open Sans Semibold" panose="020B0606030504020204" pitchFamily="34" charset="0"/>
                <a:ea typeface="Open Sans Semibold" panose="020B0606030504020204" pitchFamily="34" charset="0"/>
                <a:cs typeface="Open Sans Semibold" panose="020B0606030504020204" pitchFamily="34" charset="0"/>
              </a:rPr>
              <a:t>Design</a:t>
            </a:r>
          </a:p>
          <a:p>
            <a:pPr marL="922338"/>
            <a:r>
              <a:rPr lang="en-US" sz="1200"/>
              <a:t>How can the design and layout </a:t>
            </a:r>
            <a:br>
              <a:rPr lang="en-US" sz="1200"/>
            </a:br>
            <a:r>
              <a:rPr lang="en-US" sz="1200"/>
              <a:t>of [ Client Name ] space ensure that business operations run smoothly?</a:t>
            </a:r>
          </a:p>
        </p:txBody>
      </p:sp>
      <p:pic>
        <p:nvPicPr>
          <p:cNvPr id="25" name="Graphic 24">
            <a:extLst>
              <a:ext uri="{FF2B5EF4-FFF2-40B4-BE49-F238E27FC236}">
                <a16:creationId xmlns:a16="http://schemas.microsoft.com/office/drawing/2014/main" id="{D269E3E9-B1EC-9693-5D6B-74E172BAA4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968648" y="4646164"/>
            <a:ext cx="681584" cy="681584"/>
          </a:xfrm>
          <a:prstGeom prst="rect">
            <a:avLst/>
          </a:prstGeom>
        </p:spPr>
      </p:pic>
      <p:pic>
        <p:nvPicPr>
          <p:cNvPr id="26" name="Graphic 25">
            <a:extLst>
              <a:ext uri="{FF2B5EF4-FFF2-40B4-BE49-F238E27FC236}">
                <a16:creationId xmlns:a16="http://schemas.microsoft.com/office/drawing/2014/main" id="{2FA0737F-BBB6-F562-01A5-8C07120C860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968648" y="3614825"/>
            <a:ext cx="681584" cy="681584"/>
          </a:xfrm>
          <a:prstGeom prst="rect">
            <a:avLst/>
          </a:prstGeom>
        </p:spPr>
      </p:pic>
      <p:pic>
        <p:nvPicPr>
          <p:cNvPr id="27" name="Graphic 26">
            <a:extLst>
              <a:ext uri="{FF2B5EF4-FFF2-40B4-BE49-F238E27FC236}">
                <a16:creationId xmlns:a16="http://schemas.microsoft.com/office/drawing/2014/main" id="{3DB26958-4B37-583B-FEE3-DBCC1C81ED1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972674" y="2487445"/>
            <a:ext cx="681585" cy="681585"/>
          </a:xfrm>
          <a:prstGeom prst="rect">
            <a:avLst/>
          </a:prstGeom>
        </p:spPr>
      </p:pic>
    </p:spTree>
    <p:custDataLst>
      <p:custData r:id="rId1"/>
      <p:custData r:id="rId2"/>
    </p:custDataLst>
    <p:extLst>
      <p:ext uri="{BB962C8B-B14F-4D97-AF65-F5344CB8AC3E}">
        <p14:creationId xmlns:p14="http://schemas.microsoft.com/office/powerpoint/2010/main" val="30821235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1C53FE28-DFF9-7031-D145-2FD737E929DB}"/>
              </a:ext>
            </a:extLst>
          </p:cNvPr>
          <p:cNvSpPr/>
          <p:nvPr/>
        </p:nvSpPr>
        <p:spPr>
          <a:xfrm>
            <a:off x="661006" y="4466708"/>
            <a:ext cx="2091841" cy="2134189"/>
          </a:xfrm>
          <a:prstGeom prst="rect">
            <a:avLst/>
          </a:prstGeom>
          <a:solidFill>
            <a:srgbClr val="E5E8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39" name="Rectangle 38">
            <a:extLst>
              <a:ext uri="{FF2B5EF4-FFF2-40B4-BE49-F238E27FC236}">
                <a16:creationId xmlns:a16="http://schemas.microsoft.com/office/drawing/2014/main" id="{CAED6347-78C0-EBDD-FA2F-8E08BFB9EE0A}"/>
              </a:ext>
            </a:extLst>
          </p:cNvPr>
          <p:cNvSpPr/>
          <p:nvPr/>
        </p:nvSpPr>
        <p:spPr>
          <a:xfrm>
            <a:off x="4938420" y="4475411"/>
            <a:ext cx="2091841" cy="2134189"/>
          </a:xfrm>
          <a:prstGeom prst="rect">
            <a:avLst/>
          </a:prstGeom>
          <a:solidFill>
            <a:srgbClr val="E5E8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38" name="Rectangle 37">
            <a:extLst>
              <a:ext uri="{FF2B5EF4-FFF2-40B4-BE49-F238E27FC236}">
                <a16:creationId xmlns:a16="http://schemas.microsoft.com/office/drawing/2014/main" id="{DAA0C594-85D8-9D5C-085F-777A69E6EC06}"/>
              </a:ext>
            </a:extLst>
          </p:cNvPr>
          <p:cNvSpPr/>
          <p:nvPr/>
        </p:nvSpPr>
        <p:spPr>
          <a:xfrm>
            <a:off x="9383708" y="4475411"/>
            <a:ext cx="2091841" cy="2134189"/>
          </a:xfrm>
          <a:prstGeom prst="rect">
            <a:avLst/>
          </a:prstGeom>
          <a:solidFill>
            <a:srgbClr val="E5E8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37" name="Rectangle 36">
            <a:extLst>
              <a:ext uri="{FF2B5EF4-FFF2-40B4-BE49-F238E27FC236}">
                <a16:creationId xmlns:a16="http://schemas.microsoft.com/office/drawing/2014/main" id="{FF53C545-AF2F-5D36-A2B6-9E94ACF160CA}"/>
              </a:ext>
            </a:extLst>
          </p:cNvPr>
          <p:cNvSpPr/>
          <p:nvPr/>
        </p:nvSpPr>
        <p:spPr>
          <a:xfrm>
            <a:off x="7172966" y="2177005"/>
            <a:ext cx="2091841" cy="2134189"/>
          </a:xfrm>
          <a:prstGeom prst="rect">
            <a:avLst/>
          </a:prstGeom>
          <a:solidFill>
            <a:srgbClr val="E5E8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36" name="Rectangle 35">
            <a:extLst>
              <a:ext uri="{FF2B5EF4-FFF2-40B4-BE49-F238E27FC236}">
                <a16:creationId xmlns:a16="http://schemas.microsoft.com/office/drawing/2014/main" id="{3D830B86-CD2C-B520-CEE8-EC04669D068E}"/>
              </a:ext>
            </a:extLst>
          </p:cNvPr>
          <p:cNvSpPr/>
          <p:nvPr/>
        </p:nvSpPr>
        <p:spPr>
          <a:xfrm>
            <a:off x="2804984" y="2177005"/>
            <a:ext cx="2091841" cy="2134189"/>
          </a:xfrm>
          <a:prstGeom prst="rect">
            <a:avLst/>
          </a:prstGeom>
          <a:solidFill>
            <a:srgbClr val="E5E8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2" name="Text Placeholder 1">
            <a:extLst>
              <a:ext uri="{FF2B5EF4-FFF2-40B4-BE49-F238E27FC236}">
                <a16:creationId xmlns:a16="http://schemas.microsoft.com/office/drawing/2014/main" id="{AA7606F7-E22E-43D1-9F59-E73CD6282899}"/>
              </a:ext>
            </a:extLst>
          </p:cNvPr>
          <p:cNvSpPr>
            <a:spLocks noGrp="1"/>
          </p:cNvSpPr>
          <p:nvPr>
            <p:ph type="body" sz="quarter" idx="13"/>
          </p:nvPr>
        </p:nvSpPr>
        <p:spPr/>
        <p:txBody>
          <a:bodyPr/>
          <a:lstStyle/>
          <a:p>
            <a:r>
              <a:rPr lang="en-US" cap="all"/>
              <a:t>Introduction</a:t>
            </a:r>
          </a:p>
        </p:txBody>
      </p:sp>
      <p:sp>
        <p:nvSpPr>
          <p:cNvPr id="3" name="Title 2">
            <a:extLst>
              <a:ext uri="{FF2B5EF4-FFF2-40B4-BE49-F238E27FC236}">
                <a16:creationId xmlns:a16="http://schemas.microsoft.com/office/drawing/2014/main" id="{1D9B33FE-724C-A654-E800-C288F3BEE207}"/>
              </a:ext>
            </a:extLst>
          </p:cNvPr>
          <p:cNvSpPr>
            <a:spLocks noGrp="1"/>
          </p:cNvSpPr>
          <p:nvPr>
            <p:ph type="title"/>
          </p:nvPr>
        </p:nvSpPr>
        <p:spPr/>
        <p:txBody>
          <a:bodyPr/>
          <a:lstStyle/>
          <a:p>
            <a:r>
              <a:rPr lang="en-US"/>
              <a:t>Our Understanding of Your Requirements</a:t>
            </a:r>
          </a:p>
        </p:txBody>
      </p:sp>
      <p:sp>
        <p:nvSpPr>
          <p:cNvPr id="6" name="Footer Placeholder 5">
            <a:extLst>
              <a:ext uri="{FF2B5EF4-FFF2-40B4-BE49-F238E27FC236}">
                <a16:creationId xmlns:a16="http://schemas.microsoft.com/office/drawing/2014/main" id="{7F82D506-B8D4-11F2-F7D5-6752BDC2AAE0}"/>
              </a:ext>
            </a:extLst>
          </p:cNvPr>
          <p:cNvSpPr>
            <a:spLocks noGrp="1"/>
          </p:cNvSpPr>
          <p:nvPr>
            <p:ph type="ftr" sz="quarter" idx="11"/>
          </p:nvPr>
        </p:nvSpPr>
        <p:spPr/>
        <p:txBody>
          <a:bodyPr/>
          <a:lstStyle/>
          <a:p>
            <a:r>
              <a:rPr lang="en-US"/>
              <a:t>Colliers</a:t>
            </a:r>
          </a:p>
        </p:txBody>
      </p:sp>
      <p:sp>
        <p:nvSpPr>
          <p:cNvPr id="7" name="Slide Number Placeholder 6">
            <a:extLst>
              <a:ext uri="{FF2B5EF4-FFF2-40B4-BE49-F238E27FC236}">
                <a16:creationId xmlns:a16="http://schemas.microsoft.com/office/drawing/2014/main" id="{B33ACD2F-6F11-6693-4545-844053695D7A}"/>
              </a:ext>
            </a:extLst>
          </p:cNvPr>
          <p:cNvSpPr>
            <a:spLocks noGrp="1"/>
          </p:cNvSpPr>
          <p:nvPr>
            <p:ph type="sldNum" sz="quarter" idx="12"/>
          </p:nvPr>
        </p:nvSpPr>
        <p:spPr/>
        <p:txBody>
          <a:bodyPr/>
          <a:lstStyle/>
          <a:p>
            <a:fld id="{23AA811B-2EBD-4900-905E-5BE206449611}" type="slidenum">
              <a:rPr lang="en-US" smtClean="0"/>
              <a:pPr/>
              <a:t>13</a:t>
            </a:fld>
            <a:endParaRPr lang="en-US"/>
          </a:p>
        </p:txBody>
      </p:sp>
      <p:graphicFrame>
        <p:nvGraphicFramePr>
          <p:cNvPr id="15" name="Table 10">
            <a:extLst>
              <a:ext uri="{FF2B5EF4-FFF2-40B4-BE49-F238E27FC236}">
                <a16:creationId xmlns:a16="http://schemas.microsoft.com/office/drawing/2014/main" id="{E13EA9DE-A279-27E3-C2B5-408E8FD2B246}"/>
              </a:ext>
            </a:extLst>
          </p:cNvPr>
          <p:cNvGraphicFramePr>
            <a:graphicFrameLocks noGrp="1"/>
          </p:cNvGraphicFramePr>
          <p:nvPr/>
        </p:nvGraphicFramePr>
        <p:xfrm>
          <a:off x="657754" y="2764335"/>
          <a:ext cx="10883195" cy="1546860"/>
        </p:xfrm>
        <a:graphic>
          <a:graphicData uri="http://schemas.openxmlformats.org/drawingml/2006/table">
            <a:tbl>
              <a:tblPr firstRow="1" bandRow="1">
                <a:tableStyleId>{5C22544A-7EE6-4342-B048-85BDC9FD1C3A}</a:tableStyleId>
              </a:tblPr>
              <a:tblGrid>
                <a:gridCol w="2176639">
                  <a:extLst>
                    <a:ext uri="{9D8B030D-6E8A-4147-A177-3AD203B41FA5}">
                      <a16:colId xmlns:a16="http://schemas.microsoft.com/office/drawing/2014/main" val="2957009375"/>
                    </a:ext>
                  </a:extLst>
                </a:gridCol>
                <a:gridCol w="2176639">
                  <a:extLst>
                    <a:ext uri="{9D8B030D-6E8A-4147-A177-3AD203B41FA5}">
                      <a16:colId xmlns:a16="http://schemas.microsoft.com/office/drawing/2014/main" val="2908264305"/>
                    </a:ext>
                  </a:extLst>
                </a:gridCol>
                <a:gridCol w="2176639">
                  <a:extLst>
                    <a:ext uri="{9D8B030D-6E8A-4147-A177-3AD203B41FA5}">
                      <a16:colId xmlns:a16="http://schemas.microsoft.com/office/drawing/2014/main" val="577406066"/>
                    </a:ext>
                  </a:extLst>
                </a:gridCol>
                <a:gridCol w="2176639">
                  <a:extLst>
                    <a:ext uri="{9D8B030D-6E8A-4147-A177-3AD203B41FA5}">
                      <a16:colId xmlns:a16="http://schemas.microsoft.com/office/drawing/2014/main" val="2672444861"/>
                    </a:ext>
                  </a:extLst>
                </a:gridCol>
                <a:gridCol w="2176639">
                  <a:extLst>
                    <a:ext uri="{9D8B030D-6E8A-4147-A177-3AD203B41FA5}">
                      <a16:colId xmlns:a16="http://schemas.microsoft.com/office/drawing/2014/main" val="3477310888"/>
                    </a:ext>
                  </a:extLst>
                </a:gridCol>
              </a:tblGrid>
              <a:tr h="370840">
                <a:tc>
                  <a:txBody>
                    <a:bodyPr/>
                    <a:lstStyle/>
                    <a:p>
                      <a:pPr>
                        <a:spcAft>
                          <a:spcPts val="600"/>
                        </a:spcAft>
                      </a:pPr>
                      <a:r>
                        <a:rPr lang="en-AU" sz="1050" b="1">
                          <a:solidFill>
                            <a:schemeClr val="accent5"/>
                          </a:solidFill>
                          <a:latin typeface="+mn-lt"/>
                        </a:rPr>
                        <a:t>Location</a:t>
                      </a:r>
                    </a:p>
                    <a:p>
                      <a:pPr>
                        <a:spcAft>
                          <a:spcPts val="600"/>
                        </a:spcAft>
                      </a:pPr>
                      <a:r>
                        <a:rPr lang="en-AU" sz="950" b="0">
                          <a:solidFill>
                            <a:schemeClr val="accent6"/>
                          </a:solidFill>
                          <a:latin typeface="+mn-lt"/>
                        </a:rPr>
                        <a:t>[ Client’s preferred location ]</a:t>
                      </a:r>
                    </a:p>
                    <a:p>
                      <a:pPr>
                        <a:spcAft>
                          <a:spcPts val="600"/>
                        </a:spcAft>
                      </a:pPr>
                      <a:r>
                        <a:rPr lang="en-AU" sz="950" b="0">
                          <a:solidFill>
                            <a:schemeClr val="accent6"/>
                          </a:solidFill>
                          <a:latin typeface="+mn-lt"/>
                        </a:rPr>
                        <a:t>We note there is a strong preference to reduce travel time for staff and provide better access to amenity (including grab and go options for lunch)</a:t>
                      </a:r>
                    </a:p>
                  </a:txBody>
                  <a:tcPr marL="144000" marR="144000"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AU" sz="1050" b="1" kern="1200" noProof="0">
                          <a:solidFill>
                            <a:schemeClr val="accent5"/>
                          </a:solidFill>
                          <a:latin typeface="+mn-lt"/>
                          <a:ea typeface="+mn-ea"/>
                          <a:cs typeface="+mn-cs"/>
                        </a:rPr>
                        <a:t>Ideal Size</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950" b="0" i="0" u="none" strike="noStrike" kern="1200" cap="none" spc="0" normalizeH="0" baseline="0" noProof="0">
                          <a:ln>
                            <a:noFill/>
                          </a:ln>
                          <a:solidFill>
                            <a:schemeClr val="accent6"/>
                          </a:solidFill>
                          <a:effectLst/>
                          <a:uLnTx/>
                          <a:uFillTx/>
                          <a:latin typeface="+mn-lt"/>
                          <a:ea typeface="+mn-ea"/>
                          <a:cs typeface="+mn-cs"/>
                        </a:rPr>
                        <a:t>[ Client’s ideal size SF ]</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950" b="0" i="0" u="none" strike="noStrike" kern="1200" cap="none" spc="0" normalizeH="0" baseline="0" noProof="0">
                          <a:ln>
                            <a:noFill/>
                          </a:ln>
                          <a:solidFill>
                            <a:schemeClr val="accent6"/>
                          </a:solidFill>
                          <a:effectLst/>
                          <a:uLnTx/>
                          <a:uFillTx/>
                          <a:latin typeface="+mn-lt"/>
                          <a:ea typeface="+mn-ea"/>
                          <a:cs typeface="+mn-cs"/>
                        </a:rPr>
                        <a:t>Preference to be located over one floor to provide better connection and collaboration amongst teams</a:t>
                      </a:r>
                    </a:p>
                  </a:txBody>
                  <a:tcPr marL="144000" marR="144000"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AU" sz="1050" b="1" kern="1200" noProof="0">
                          <a:solidFill>
                            <a:schemeClr val="accent5"/>
                          </a:solidFill>
                          <a:latin typeface="+mn-lt"/>
                          <a:ea typeface="+mn-ea"/>
                          <a:cs typeface="+mn-cs"/>
                        </a:rPr>
                        <a:t>Building Class</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950" b="0" i="0" u="none" strike="noStrike" kern="1200" cap="none" spc="0" normalizeH="0" baseline="0" noProof="0">
                          <a:ln>
                            <a:noFill/>
                          </a:ln>
                          <a:solidFill>
                            <a:schemeClr val="accent6"/>
                          </a:solidFill>
                          <a:effectLst/>
                          <a:uLnTx/>
                          <a:uFillTx/>
                          <a:latin typeface="+mn-lt"/>
                          <a:ea typeface="+mn-ea"/>
                          <a:cs typeface="+mn-cs"/>
                        </a:rPr>
                        <a:t>[ Client’s minimum building class preference ]</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950" b="0" i="0" u="none" strike="noStrike" kern="1200" cap="none" spc="0" normalizeH="0" baseline="0" noProof="0">
                          <a:ln>
                            <a:noFill/>
                          </a:ln>
                          <a:solidFill>
                            <a:schemeClr val="accent6"/>
                          </a:solidFill>
                          <a:effectLst/>
                          <a:uLnTx/>
                          <a:uFillTx/>
                          <a:latin typeface="+mn-lt"/>
                          <a:ea typeface="+mn-ea"/>
                          <a:cs typeface="+mn-cs"/>
                        </a:rPr>
                        <a:t>Preference for buildings that provide a great arrival experience for both investors and employees and preserve the company. Buildings must also be LEED compliant.</a:t>
                      </a:r>
                    </a:p>
                  </a:txBody>
                  <a:tcPr marL="144000" marR="144000"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AU" sz="1050" b="1" kern="1200" noProof="0">
                          <a:solidFill>
                            <a:schemeClr val="accent5"/>
                          </a:solidFill>
                          <a:latin typeface="+mn-lt"/>
                          <a:ea typeface="+mn-ea"/>
                          <a:cs typeface="+mn-cs"/>
                        </a:rPr>
                        <a:t>Target Dates</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950" b="0" i="0" u="none" strike="noStrike" kern="1200" cap="none" spc="0" normalizeH="0" baseline="0" noProof="0">
                          <a:ln>
                            <a:noFill/>
                          </a:ln>
                          <a:solidFill>
                            <a:schemeClr val="accent6"/>
                          </a:solidFill>
                          <a:effectLst/>
                          <a:uLnTx/>
                          <a:uFillTx/>
                          <a:latin typeface="+mn-lt"/>
                          <a:ea typeface="+mn-ea"/>
                          <a:cs typeface="+mn-cs"/>
                        </a:rPr>
                        <a:t>Lease Commencement Date of </a:t>
                      </a:r>
                      <a:br>
                        <a:rPr kumimoji="0" lang="en-AU" sz="950" b="0" i="0" u="none" strike="noStrike" kern="1200" cap="none" spc="0" normalizeH="0" baseline="0" noProof="0">
                          <a:ln>
                            <a:noFill/>
                          </a:ln>
                          <a:solidFill>
                            <a:schemeClr val="accent6"/>
                          </a:solidFill>
                          <a:effectLst/>
                          <a:uLnTx/>
                          <a:uFillTx/>
                          <a:latin typeface="+mn-lt"/>
                          <a:ea typeface="+mn-ea"/>
                          <a:cs typeface="+mn-cs"/>
                        </a:rPr>
                      </a:br>
                      <a:r>
                        <a:rPr kumimoji="0" lang="en-AU" sz="950" b="0" i="0" u="none" strike="noStrike" kern="1200" cap="none" spc="0" normalizeH="0" baseline="0" noProof="0">
                          <a:ln>
                            <a:noFill/>
                          </a:ln>
                          <a:solidFill>
                            <a:schemeClr val="accent6"/>
                          </a:solidFill>
                          <a:effectLst/>
                          <a:uLnTx/>
                          <a:uFillTx/>
                          <a:latin typeface="+mn-lt"/>
                          <a:ea typeface="+mn-ea"/>
                          <a:cs typeface="+mn-cs"/>
                        </a:rPr>
                        <a:t>[ Date Here ]</a:t>
                      </a:r>
                      <a:br>
                        <a:rPr kumimoji="0" lang="en-AU" sz="950" b="0" i="0" u="none" strike="noStrike" kern="1200" cap="none" spc="0" normalizeH="0" baseline="0" noProof="0">
                          <a:ln>
                            <a:noFill/>
                          </a:ln>
                          <a:solidFill>
                            <a:schemeClr val="accent6"/>
                          </a:solidFill>
                          <a:effectLst/>
                          <a:uLnTx/>
                          <a:uFillTx/>
                          <a:latin typeface="+mn-lt"/>
                          <a:ea typeface="+mn-ea"/>
                          <a:cs typeface="+mn-cs"/>
                        </a:rPr>
                      </a:br>
                      <a:r>
                        <a:rPr kumimoji="0" lang="en-AU" sz="950" b="0" i="0" u="none" strike="noStrike" kern="1200" cap="none" spc="0" normalizeH="0" baseline="0" noProof="0">
                          <a:ln>
                            <a:noFill/>
                          </a:ln>
                          <a:solidFill>
                            <a:schemeClr val="accent6"/>
                          </a:solidFill>
                          <a:effectLst/>
                          <a:uLnTx/>
                          <a:uFillTx/>
                          <a:latin typeface="+mn-lt"/>
                          <a:ea typeface="+mn-ea"/>
                          <a:cs typeface="+mn-cs"/>
                        </a:rPr>
                        <a:t>with early access </a:t>
                      </a:r>
                      <a:r>
                        <a:rPr kumimoji="0" lang="en-AU" sz="950" b="0" i="0" u="none" strike="noStrike" kern="1200" cap="none" spc="0" normalizeH="0" baseline="0" noProof="0" err="1">
                          <a:ln>
                            <a:noFill/>
                          </a:ln>
                          <a:solidFill>
                            <a:schemeClr val="accent6"/>
                          </a:solidFill>
                          <a:effectLst/>
                          <a:uLnTx/>
                          <a:uFillTx/>
                          <a:latin typeface="+mn-lt"/>
                          <a:ea typeface="+mn-ea"/>
                          <a:cs typeface="+mn-cs"/>
                        </a:rPr>
                        <a:t>fitout</a:t>
                      </a:r>
                      <a:r>
                        <a:rPr kumimoji="0" lang="en-AU" sz="950" b="0" i="0" u="none" strike="noStrike" kern="1200" cap="none" spc="0" normalizeH="0" baseline="0" noProof="0">
                          <a:ln>
                            <a:noFill/>
                          </a:ln>
                          <a:solidFill>
                            <a:schemeClr val="accent6"/>
                          </a:solidFill>
                          <a:effectLst/>
                          <a:uLnTx/>
                          <a:uFillTx/>
                          <a:latin typeface="+mn-lt"/>
                          <a:ea typeface="+mn-ea"/>
                          <a:cs typeface="+mn-cs"/>
                        </a:rPr>
                        <a:t> and/or occupation (target 6 months prior to lease commencement)</a:t>
                      </a:r>
                    </a:p>
                  </a:txBody>
                  <a:tcPr marL="144000" marR="144000"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AU" sz="1050" b="1" kern="1200" noProof="0">
                          <a:solidFill>
                            <a:schemeClr val="accent5"/>
                          </a:solidFill>
                          <a:latin typeface="+mn-lt"/>
                          <a:ea typeface="+mn-ea"/>
                          <a:cs typeface="+mn-cs"/>
                        </a:rPr>
                        <a:t>Head Count</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950" b="0" i="0" u="none" strike="noStrike" kern="1200" cap="none" spc="0" normalizeH="0" baseline="0" noProof="0">
                          <a:ln>
                            <a:noFill/>
                          </a:ln>
                          <a:solidFill>
                            <a:schemeClr val="accent6"/>
                          </a:solidFill>
                          <a:effectLst/>
                          <a:uLnTx/>
                          <a:uFillTx/>
                          <a:latin typeface="+mn-lt"/>
                          <a:ea typeface="+mn-ea"/>
                          <a:cs typeface="+mn-cs"/>
                        </a:rPr>
                        <a:t>Current Headcount: XX staff</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950" b="0" i="0" u="none" strike="noStrike" kern="1200" cap="none" spc="0" normalizeH="0" baseline="0" noProof="0">
                          <a:ln>
                            <a:noFill/>
                          </a:ln>
                          <a:solidFill>
                            <a:schemeClr val="accent6"/>
                          </a:solidFill>
                          <a:effectLst/>
                          <a:uLnTx/>
                          <a:uFillTx/>
                          <a:latin typeface="+mn-lt"/>
                          <a:ea typeface="+mn-ea"/>
                          <a:cs typeface="+mn-cs"/>
                        </a:rPr>
                        <a:t>Future Headcount:</a:t>
                      </a:r>
                      <a:br>
                        <a:rPr kumimoji="0" lang="en-AU" sz="950" b="0" i="0" u="none" strike="noStrike" kern="1200" cap="none" spc="0" normalizeH="0" baseline="0" noProof="0">
                          <a:ln>
                            <a:noFill/>
                          </a:ln>
                          <a:solidFill>
                            <a:schemeClr val="accent6"/>
                          </a:solidFill>
                          <a:effectLst/>
                          <a:uLnTx/>
                          <a:uFillTx/>
                          <a:latin typeface="+mn-lt"/>
                          <a:ea typeface="+mn-ea"/>
                          <a:cs typeface="+mn-cs"/>
                        </a:rPr>
                      </a:br>
                      <a:r>
                        <a:rPr kumimoji="0" lang="en-AU" sz="950" b="0" i="0" u="none" strike="noStrike" kern="1200" cap="none" spc="0" normalizeH="0" baseline="0" noProof="0">
                          <a:ln>
                            <a:noFill/>
                          </a:ln>
                          <a:solidFill>
                            <a:schemeClr val="accent6"/>
                          </a:solidFill>
                          <a:effectLst/>
                          <a:uLnTx/>
                          <a:uFillTx/>
                          <a:latin typeface="+mn-lt"/>
                          <a:ea typeface="+mn-ea"/>
                          <a:cs typeface="+mn-cs"/>
                        </a:rPr>
                        <a:t>Approx. XXX+</a:t>
                      </a:r>
                      <a:br>
                        <a:rPr kumimoji="0" lang="en-AU" sz="950" b="0" i="0" u="none" strike="noStrike" kern="1200" cap="none" spc="0" normalizeH="0" baseline="0" noProof="0">
                          <a:ln>
                            <a:noFill/>
                          </a:ln>
                          <a:solidFill>
                            <a:schemeClr val="accent6"/>
                          </a:solidFill>
                          <a:effectLst/>
                          <a:uLnTx/>
                          <a:uFillTx/>
                          <a:latin typeface="+mn-lt"/>
                          <a:ea typeface="+mn-ea"/>
                          <a:cs typeface="+mn-cs"/>
                        </a:rPr>
                      </a:br>
                      <a:r>
                        <a:rPr kumimoji="0" lang="en-AU" sz="950" b="0" i="0" u="none" strike="noStrike" kern="1200" cap="none" spc="0" normalizeH="0" baseline="0" noProof="0">
                          <a:ln>
                            <a:noFill/>
                          </a:ln>
                          <a:solidFill>
                            <a:schemeClr val="accent6"/>
                          </a:solidFill>
                          <a:effectLst/>
                          <a:uLnTx/>
                          <a:uFillTx/>
                          <a:latin typeface="+mn-lt"/>
                          <a:ea typeface="+mn-ea"/>
                          <a:cs typeface="+mn-cs"/>
                        </a:rPr>
                        <a:t>(over the next 3 years)</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950" b="0" i="0" u="none" strike="noStrike" kern="1200" cap="none" spc="0" normalizeH="0" baseline="0" noProof="0">
                          <a:ln>
                            <a:noFill/>
                          </a:ln>
                          <a:solidFill>
                            <a:schemeClr val="accent6"/>
                          </a:solidFill>
                          <a:effectLst/>
                          <a:uLnTx/>
                          <a:uFillTx/>
                          <a:latin typeface="+mn-lt"/>
                          <a:ea typeface="+mn-ea"/>
                          <a:cs typeface="+mn-cs"/>
                        </a:rPr>
                        <a:t>We understand there is a desire to move to hybrid work therefore not every employee will require a fixed desk</a:t>
                      </a:r>
                    </a:p>
                  </a:txBody>
                  <a:tcPr marL="144000" marR="144000"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52519455"/>
                  </a:ext>
                </a:extLst>
              </a:tr>
            </a:tbl>
          </a:graphicData>
        </a:graphic>
      </p:graphicFrame>
      <p:graphicFrame>
        <p:nvGraphicFramePr>
          <p:cNvPr id="16" name="Table 10">
            <a:extLst>
              <a:ext uri="{FF2B5EF4-FFF2-40B4-BE49-F238E27FC236}">
                <a16:creationId xmlns:a16="http://schemas.microsoft.com/office/drawing/2014/main" id="{852F7D55-C2B6-784E-045E-59374C3D7C8D}"/>
              </a:ext>
            </a:extLst>
          </p:cNvPr>
          <p:cNvGraphicFramePr>
            <a:graphicFrameLocks noGrp="1"/>
          </p:cNvGraphicFramePr>
          <p:nvPr/>
        </p:nvGraphicFramePr>
        <p:xfrm>
          <a:off x="657753" y="5099369"/>
          <a:ext cx="10883195" cy="1104900"/>
        </p:xfrm>
        <a:graphic>
          <a:graphicData uri="http://schemas.openxmlformats.org/drawingml/2006/table">
            <a:tbl>
              <a:tblPr firstRow="1" bandRow="1">
                <a:tableStyleId>{5C22544A-7EE6-4342-B048-85BDC9FD1C3A}</a:tableStyleId>
              </a:tblPr>
              <a:tblGrid>
                <a:gridCol w="2176639">
                  <a:extLst>
                    <a:ext uri="{9D8B030D-6E8A-4147-A177-3AD203B41FA5}">
                      <a16:colId xmlns:a16="http://schemas.microsoft.com/office/drawing/2014/main" val="2957009375"/>
                    </a:ext>
                  </a:extLst>
                </a:gridCol>
                <a:gridCol w="2176639">
                  <a:extLst>
                    <a:ext uri="{9D8B030D-6E8A-4147-A177-3AD203B41FA5}">
                      <a16:colId xmlns:a16="http://schemas.microsoft.com/office/drawing/2014/main" val="2908264305"/>
                    </a:ext>
                  </a:extLst>
                </a:gridCol>
                <a:gridCol w="2176639">
                  <a:extLst>
                    <a:ext uri="{9D8B030D-6E8A-4147-A177-3AD203B41FA5}">
                      <a16:colId xmlns:a16="http://schemas.microsoft.com/office/drawing/2014/main" val="577406066"/>
                    </a:ext>
                  </a:extLst>
                </a:gridCol>
                <a:gridCol w="2176639">
                  <a:extLst>
                    <a:ext uri="{9D8B030D-6E8A-4147-A177-3AD203B41FA5}">
                      <a16:colId xmlns:a16="http://schemas.microsoft.com/office/drawing/2014/main" val="2672444861"/>
                    </a:ext>
                  </a:extLst>
                </a:gridCol>
                <a:gridCol w="2176639">
                  <a:extLst>
                    <a:ext uri="{9D8B030D-6E8A-4147-A177-3AD203B41FA5}">
                      <a16:colId xmlns:a16="http://schemas.microsoft.com/office/drawing/2014/main" val="3477310888"/>
                    </a:ext>
                  </a:extLst>
                </a:gridCol>
              </a:tblGrid>
              <a:tr h="370840">
                <a:tc>
                  <a:txBody>
                    <a:bodyPr/>
                    <a:lstStyle/>
                    <a:p>
                      <a:pPr marL="0" algn="l" defTabSz="914400" rtl="0" eaLnBrk="1" latinLnBrk="0" hangingPunct="1">
                        <a:spcAft>
                          <a:spcPts val="600"/>
                        </a:spcAft>
                      </a:pPr>
                      <a:r>
                        <a:rPr lang="en-AU" sz="1050" b="1" kern="1200">
                          <a:solidFill>
                            <a:schemeClr val="accent5"/>
                          </a:solidFill>
                          <a:latin typeface="+mn-lt"/>
                          <a:ea typeface="+mn-ea"/>
                          <a:cs typeface="+mn-cs"/>
                        </a:rPr>
                        <a:t>Ideal Fit Out</a:t>
                      </a:r>
                    </a:p>
                    <a:p>
                      <a:pPr>
                        <a:spcAft>
                          <a:spcPts val="600"/>
                        </a:spcAft>
                      </a:pPr>
                      <a:r>
                        <a:rPr lang="en-AU" sz="950" b="0">
                          <a:solidFill>
                            <a:schemeClr val="accent6"/>
                          </a:solidFill>
                          <a:latin typeface="+mn-lt"/>
                        </a:rPr>
                        <a:t>Open plan to cater for a minimum of XX workstations in a hybrid environment, boardroom (up to 20 pax), meeting rooms, quiet rooms, kitchen/breakout area and agile work zones.  </a:t>
                      </a:r>
                    </a:p>
                  </a:txBody>
                  <a:tcPr marL="144000" marR="144000"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AU" sz="1050" b="1" kern="1200" noProof="0">
                          <a:solidFill>
                            <a:schemeClr val="accent5"/>
                          </a:solidFill>
                          <a:latin typeface="+mn-lt"/>
                          <a:ea typeface="+mn-ea"/>
                          <a:cs typeface="+mn-cs"/>
                        </a:rPr>
                        <a:t>Parking</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950" b="0" i="0" u="none" strike="noStrike" kern="1200" cap="none" spc="0" normalizeH="0" baseline="0" noProof="0">
                          <a:ln>
                            <a:noFill/>
                          </a:ln>
                          <a:solidFill>
                            <a:schemeClr val="accent6"/>
                          </a:solidFill>
                          <a:effectLst/>
                          <a:uLnTx/>
                          <a:uFillTx/>
                          <a:latin typeface="+mn-lt"/>
                          <a:ea typeface="+mn-ea"/>
                          <a:cs typeface="+mn-cs"/>
                        </a:rPr>
                        <a:t>[ Client’s ideal parking ]</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950" b="0" i="0" u="none" strike="noStrike" kern="1200" cap="none" spc="0" normalizeH="0" baseline="0" noProof="0">
                          <a:ln>
                            <a:noFill/>
                          </a:ln>
                          <a:solidFill>
                            <a:schemeClr val="accent6"/>
                          </a:solidFill>
                          <a:effectLst/>
                          <a:uLnTx/>
                          <a:uFillTx/>
                          <a:latin typeface="+mn-lt"/>
                          <a:ea typeface="+mn-ea"/>
                          <a:cs typeface="+mn-cs"/>
                        </a:rPr>
                        <a:t>Access to EV parking is preferred.</a:t>
                      </a:r>
                    </a:p>
                  </a:txBody>
                  <a:tcPr marL="144000" marR="144000"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AU" sz="1050" b="1" kern="1200" noProof="0">
                          <a:solidFill>
                            <a:schemeClr val="accent5"/>
                          </a:solidFill>
                          <a:latin typeface="+mn-lt"/>
                          <a:ea typeface="+mn-ea"/>
                          <a:cs typeface="+mn-cs"/>
                        </a:rPr>
                        <a:t>Building Amenity</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950" b="0" i="0" u="none" strike="noStrike" kern="1200" cap="none" spc="0" normalizeH="0" baseline="0" noProof="0">
                          <a:ln>
                            <a:noFill/>
                          </a:ln>
                          <a:solidFill>
                            <a:schemeClr val="accent6"/>
                          </a:solidFill>
                          <a:effectLst/>
                          <a:uLnTx/>
                          <a:uFillTx/>
                          <a:latin typeface="+mn-lt"/>
                          <a:ea typeface="+mn-ea"/>
                          <a:cs typeface="+mn-cs"/>
                        </a:rPr>
                        <a:t>Overflow meeting space</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950" b="0" i="0" u="none" strike="noStrike" kern="1200" cap="none" spc="0" normalizeH="0" baseline="0" noProof="0">
                          <a:ln>
                            <a:noFill/>
                          </a:ln>
                          <a:solidFill>
                            <a:schemeClr val="accent6"/>
                          </a:solidFill>
                          <a:effectLst/>
                          <a:uLnTx/>
                          <a:uFillTx/>
                          <a:latin typeface="+mn-lt"/>
                          <a:ea typeface="+mn-ea"/>
                          <a:cs typeface="+mn-cs"/>
                        </a:rPr>
                        <a:t>End of trip facilities</a:t>
                      </a:r>
                    </a:p>
                  </a:txBody>
                  <a:tcPr marL="144000" marR="144000"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AU" sz="1050" b="1" kern="1200" noProof="0">
                          <a:solidFill>
                            <a:schemeClr val="accent5"/>
                          </a:solidFill>
                          <a:latin typeface="+mn-lt"/>
                          <a:ea typeface="+mn-ea"/>
                          <a:cs typeface="+mn-cs"/>
                        </a:rPr>
                        <a:t>Budget</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950" b="0" i="0" u="none" strike="noStrike" kern="1200" cap="none" spc="0" normalizeH="0" baseline="0" noProof="0">
                          <a:ln>
                            <a:noFill/>
                          </a:ln>
                          <a:solidFill>
                            <a:schemeClr val="accent6"/>
                          </a:solidFill>
                          <a:effectLst/>
                          <a:uLnTx/>
                          <a:uFillTx/>
                          <a:latin typeface="+mn-lt"/>
                          <a:ea typeface="+mn-ea"/>
                          <a:cs typeface="+mn-cs"/>
                        </a:rPr>
                        <a:t>In the event a new </a:t>
                      </a:r>
                      <a:r>
                        <a:rPr kumimoji="0" lang="en-AU" sz="950" b="0" i="0" u="none" strike="noStrike" kern="1200" cap="none" spc="0" normalizeH="0" baseline="0" noProof="0" err="1">
                          <a:ln>
                            <a:noFill/>
                          </a:ln>
                          <a:solidFill>
                            <a:schemeClr val="accent6"/>
                          </a:solidFill>
                          <a:effectLst/>
                          <a:uLnTx/>
                          <a:uFillTx/>
                          <a:latin typeface="+mn-lt"/>
                          <a:ea typeface="+mn-ea"/>
                          <a:cs typeface="+mn-cs"/>
                        </a:rPr>
                        <a:t>fitout</a:t>
                      </a:r>
                      <a:r>
                        <a:rPr kumimoji="0" lang="en-AU" sz="950" b="0" i="0" u="none" strike="noStrike" kern="1200" cap="none" spc="0" normalizeH="0" baseline="0" noProof="0">
                          <a:ln>
                            <a:noFill/>
                          </a:ln>
                          <a:solidFill>
                            <a:schemeClr val="accent6"/>
                          </a:solidFill>
                          <a:effectLst/>
                          <a:uLnTx/>
                          <a:uFillTx/>
                          <a:latin typeface="+mn-lt"/>
                          <a:ea typeface="+mn-ea"/>
                          <a:cs typeface="+mn-cs"/>
                        </a:rPr>
                        <a:t> is required, preference for cost to be covered by the incentive with any remaining amount used as rental abatement over the term of the lease</a:t>
                      </a:r>
                    </a:p>
                  </a:txBody>
                  <a:tcPr marL="144000" marR="144000"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AU" sz="1050" b="1" kern="1200" noProof="0">
                          <a:solidFill>
                            <a:schemeClr val="accent5"/>
                          </a:solidFill>
                          <a:latin typeface="+mn-lt"/>
                          <a:ea typeface="+mn-ea"/>
                          <a:cs typeface="+mn-cs"/>
                        </a:rPr>
                        <a:t>Other</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950" b="0" i="0" u="none" strike="noStrike" kern="1200" cap="none" spc="0" normalizeH="0" baseline="0" noProof="0">
                          <a:ln>
                            <a:noFill/>
                          </a:ln>
                          <a:solidFill>
                            <a:schemeClr val="accent6"/>
                          </a:solidFill>
                          <a:effectLst/>
                          <a:uLnTx/>
                          <a:uFillTx/>
                          <a:latin typeface="+mn-lt"/>
                          <a:ea typeface="+mn-ea"/>
                          <a:cs typeface="+mn-cs"/>
                        </a:rPr>
                        <a:t>Flexible clauses to include break rights to future proof new lease in the event of business growth or contraction.</a:t>
                      </a:r>
                    </a:p>
                  </a:txBody>
                  <a:tcPr marL="144000" marR="144000"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52519455"/>
                  </a:ext>
                </a:extLst>
              </a:tr>
            </a:tbl>
          </a:graphicData>
        </a:graphic>
      </p:graphicFrame>
      <p:pic>
        <p:nvPicPr>
          <p:cNvPr id="17" name="Graphic 16">
            <a:extLst>
              <a:ext uri="{FF2B5EF4-FFF2-40B4-BE49-F238E27FC236}">
                <a16:creationId xmlns:a16="http://schemas.microsoft.com/office/drawing/2014/main" id="{749560FB-8928-EB0E-C2AE-B93D1C68A5F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99531" y="2349796"/>
            <a:ext cx="324000" cy="324000"/>
          </a:xfrm>
          <a:prstGeom prst="rect">
            <a:avLst/>
          </a:prstGeom>
        </p:spPr>
      </p:pic>
      <p:pic>
        <p:nvPicPr>
          <p:cNvPr id="18" name="Graphic 17">
            <a:extLst>
              <a:ext uri="{FF2B5EF4-FFF2-40B4-BE49-F238E27FC236}">
                <a16:creationId xmlns:a16="http://schemas.microsoft.com/office/drawing/2014/main" id="{ABBEFBEE-1597-D8D2-0140-EC8F67B6A25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913071" y="2289600"/>
            <a:ext cx="381279" cy="396000"/>
          </a:xfrm>
          <a:prstGeom prst="rect">
            <a:avLst/>
          </a:prstGeom>
        </p:spPr>
      </p:pic>
      <p:pic>
        <p:nvPicPr>
          <p:cNvPr id="19" name="Graphic 18">
            <a:extLst>
              <a:ext uri="{FF2B5EF4-FFF2-40B4-BE49-F238E27FC236}">
                <a16:creationId xmlns:a16="http://schemas.microsoft.com/office/drawing/2014/main" id="{E346F679-B78A-30BC-879F-050B1DB5D0A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135608" y="2323500"/>
            <a:ext cx="360000" cy="360000"/>
          </a:xfrm>
          <a:prstGeom prst="rect">
            <a:avLst/>
          </a:prstGeom>
        </p:spPr>
      </p:pic>
      <p:pic>
        <p:nvPicPr>
          <p:cNvPr id="28" name="Graphic 27">
            <a:extLst>
              <a:ext uri="{FF2B5EF4-FFF2-40B4-BE49-F238E27FC236}">
                <a16:creationId xmlns:a16="http://schemas.microsoft.com/office/drawing/2014/main" id="{7FA844FA-8FF4-6746-4088-73EF79DCEA1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295176" y="2319457"/>
            <a:ext cx="360000" cy="360000"/>
          </a:xfrm>
          <a:prstGeom prst="rect">
            <a:avLst/>
          </a:prstGeom>
        </p:spPr>
      </p:pic>
      <p:pic>
        <p:nvPicPr>
          <p:cNvPr id="29" name="Graphic 28">
            <a:extLst>
              <a:ext uri="{FF2B5EF4-FFF2-40B4-BE49-F238E27FC236}">
                <a16:creationId xmlns:a16="http://schemas.microsoft.com/office/drawing/2014/main" id="{B24C1F2A-4AE9-51BD-6195-E57AE4BAA85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466106" y="2331796"/>
            <a:ext cx="360000" cy="360000"/>
          </a:xfrm>
          <a:prstGeom prst="rect">
            <a:avLst/>
          </a:prstGeom>
        </p:spPr>
      </p:pic>
      <p:pic>
        <p:nvPicPr>
          <p:cNvPr id="30" name="Graphic 29">
            <a:extLst>
              <a:ext uri="{FF2B5EF4-FFF2-40B4-BE49-F238E27FC236}">
                <a16:creationId xmlns:a16="http://schemas.microsoft.com/office/drawing/2014/main" id="{6EC746DF-80A3-B43D-0392-6F09F2971E1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93787" y="4630332"/>
            <a:ext cx="432000" cy="432000"/>
          </a:xfrm>
          <a:prstGeom prst="rect">
            <a:avLst/>
          </a:prstGeom>
        </p:spPr>
      </p:pic>
      <p:pic>
        <p:nvPicPr>
          <p:cNvPr id="31" name="Graphic 30">
            <a:extLst>
              <a:ext uri="{FF2B5EF4-FFF2-40B4-BE49-F238E27FC236}">
                <a16:creationId xmlns:a16="http://schemas.microsoft.com/office/drawing/2014/main" id="{846F9EA9-1D94-A099-B19F-15A9299ED2A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096410" y="4602429"/>
            <a:ext cx="447723" cy="447723"/>
          </a:xfrm>
          <a:prstGeom prst="rect">
            <a:avLst/>
          </a:prstGeom>
        </p:spPr>
      </p:pic>
      <p:pic>
        <p:nvPicPr>
          <p:cNvPr id="32" name="Graphic 31">
            <a:extLst>
              <a:ext uri="{FF2B5EF4-FFF2-40B4-BE49-F238E27FC236}">
                <a16:creationId xmlns:a16="http://schemas.microsoft.com/office/drawing/2014/main" id="{A8338085-9EDB-2E50-89BC-A2BCEAB2550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455412" y="4600810"/>
            <a:ext cx="447601" cy="447601"/>
          </a:xfrm>
          <a:prstGeom prst="rect">
            <a:avLst/>
          </a:prstGeom>
        </p:spPr>
      </p:pic>
      <p:pic>
        <p:nvPicPr>
          <p:cNvPr id="33" name="Graphic 32" descr="Taxi outline">
            <a:extLst>
              <a:ext uri="{FF2B5EF4-FFF2-40B4-BE49-F238E27FC236}">
                <a16:creationId xmlns:a16="http://schemas.microsoft.com/office/drawing/2014/main" id="{40C93857-F3EE-0DA2-C6FA-5F954FCD6C3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937330" y="4650882"/>
            <a:ext cx="396000" cy="396000"/>
          </a:xfrm>
          <a:prstGeom prst="rect">
            <a:avLst/>
          </a:prstGeom>
        </p:spPr>
      </p:pic>
      <p:pic>
        <p:nvPicPr>
          <p:cNvPr id="34" name="Graphic 33" descr="Dollar outline">
            <a:extLst>
              <a:ext uri="{FF2B5EF4-FFF2-40B4-BE49-F238E27FC236}">
                <a16:creationId xmlns:a16="http://schemas.microsoft.com/office/drawing/2014/main" id="{4A801119-7435-733D-FF66-A4F7F170EB1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215388" y="4664290"/>
            <a:ext cx="324000" cy="324000"/>
          </a:xfrm>
          <a:prstGeom prst="rect">
            <a:avLst/>
          </a:prstGeom>
        </p:spPr>
      </p:pic>
      <p:sp>
        <p:nvSpPr>
          <p:cNvPr id="35" name="Content Placeholder 3">
            <a:extLst>
              <a:ext uri="{FF2B5EF4-FFF2-40B4-BE49-F238E27FC236}">
                <a16:creationId xmlns:a16="http://schemas.microsoft.com/office/drawing/2014/main" id="{7CEC2E9E-4272-12FB-D0A1-A892C432B1F5}"/>
              </a:ext>
            </a:extLst>
          </p:cNvPr>
          <p:cNvSpPr>
            <a:spLocks noGrp="1"/>
          </p:cNvSpPr>
          <p:nvPr>
            <p:ph idx="1"/>
          </p:nvPr>
        </p:nvSpPr>
        <p:spPr>
          <a:xfrm>
            <a:off x="648000" y="1735882"/>
            <a:ext cx="10893600" cy="285609"/>
          </a:xfrm>
        </p:spPr>
        <p:txBody>
          <a:bodyPr/>
          <a:lstStyle/>
          <a:p>
            <a:r>
              <a:rPr lang="en-US" sz="1400">
                <a:solidFill>
                  <a:schemeClr val="accent2"/>
                </a:solidFill>
                <a:latin typeface="Merriweather" panose="02000000000000000000" pitchFamily="2" charset="77"/>
                <a:cs typeface="Merriweather" panose="02000000000000000000" pitchFamily="2" charset="77"/>
              </a:rPr>
              <a:t>We have summarized our understanding of your requirements below.</a:t>
            </a:r>
          </a:p>
        </p:txBody>
      </p:sp>
    </p:spTree>
    <p:custDataLst>
      <p:custData r:id="rId1"/>
      <p:custData r:id="rId2"/>
    </p:custDataLst>
    <p:extLst>
      <p:ext uri="{BB962C8B-B14F-4D97-AF65-F5344CB8AC3E}">
        <p14:creationId xmlns:p14="http://schemas.microsoft.com/office/powerpoint/2010/main" val="22307737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A9806F1-9AF1-4035-DB71-9A8E4F0D1BCF}"/>
              </a:ext>
            </a:extLst>
          </p:cNvPr>
          <p:cNvSpPr/>
          <p:nvPr/>
        </p:nvSpPr>
        <p:spPr>
          <a:xfrm>
            <a:off x="1" y="0"/>
            <a:ext cx="3594099" cy="6858000"/>
          </a:xfrm>
          <a:prstGeom prst="rect">
            <a:avLst/>
          </a:prstGeom>
          <a:solidFill>
            <a:srgbClr val="E5E8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noProof="0" err="1"/>
          </a:p>
        </p:txBody>
      </p:sp>
      <p:sp>
        <p:nvSpPr>
          <p:cNvPr id="12" name="Text Placeholder 12">
            <a:extLst>
              <a:ext uri="{FF2B5EF4-FFF2-40B4-BE49-F238E27FC236}">
                <a16:creationId xmlns:a16="http://schemas.microsoft.com/office/drawing/2014/main" id="{C220205C-B8B6-4D2A-9805-2A6702948307}"/>
              </a:ext>
            </a:extLst>
          </p:cNvPr>
          <p:cNvSpPr txBox="1">
            <a:spLocks/>
          </p:cNvSpPr>
          <p:nvPr/>
        </p:nvSpPr>
        <p:spPr>
          <a:xfrm>
            <a:off x="652003" y="2183813"/>
            <a:ext cx="2308912" cy="2776988"/>
          </a:xfrm>
          <a:prstGeom prst="rect">
            <a:avLst/>
          </a:prstGeom>
        </p:spPr>
        <p:txBody>
          <a:bodyPr vert="horz" lIns="0" tIns="0" rIns="0" bIns="0" rtlCol="0">
            <a:noAutofit/>
          </a:bodyPr>
          <a:lstStyle>
            <a:lvl1pPr marL="0" indent="0" algn="l" defTabSz="914400" rtl="0" eaLnBrk="1" latinLnBrk="0" hangingPunct="1">
              <a:lnSpc>
                <a:spcPct val="100000"/>
              </a:lnSpc>
              <a:spcBef>
                <a:spcPts val="300"/>
              </a:spcBef>
              <a:spcAft>
                <a:spcPts val="600"/>
              </a:spcAft>
              <a:buFont typeface="Arial" panose="020B0604020202020204" pitchFamily="34" charset="0"/>
              <a:buNone/>
              <a:defRPr sz="2400" kern="1200">
                <a:solidFill>
                  <a:schemeClr val="accent2"/>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a:lnSpc>
                <a:spcPct val="130000"/>
              </a:lnSpc>
            </a:pPr>
            <a:r>
              <a:rPr lang="en-US" sz="1200">
                <a:solidFill>
                  <a:schemeClr val="tx2"/>
                </a:solidFill>
              </a:rPr>
              <a:t>Call out text point lorem ipsum dolor sit </a:t>
            </a:r>
            <a:r>
              <a:rPr lang="en-US" sz="1200" err="1">
                <a:solidFill>
                  <a:schemeClr val="tx2"/>
                </a:solidFill>
              </a:rPr>
              <a:t>amet</a:t>
            </a:r>
            <a:r>
              <a:rPr lang="en-US" sz="1200">
                <a:solidFill>
                  <a:schemeClr val="tx2"/>
                </a:solidFill>
              </a:rPr>
              <a:t>, </a:t>
            </a:r>
            <a:r>
              <a:rPr lang="en-US" sz="1200" err="1">
                <a:solidFill>
                  <a:schemeClr val="tx2"/>
                </a:solidFill>
              </a:rPr>
              <a:t>consectetuer</a:t>
            </a:r>
            <a:r>
              <a:rPr lang="en-US" sz="1200">
                <a:solidFill>
                  <a:schemeClr val="tx2"/>
                </a:solidFill>
              </a:rPr>
              <a:t> </a:t>
            </a:r>
            <a:r>
              <a:rPr lang="en-US" sz="1200" err="1">
                <a:solidFill>
                  <a:schemeClr val="tx2"/>
                </a:solidFill>
              </a:rPr>
              <a:t>adipiscing</a:t>
            </a:r>
            <a:r>
              <a:rPr lang="en-US" sz="1200">
                <a:solidFill>
                  <a:schemeClr val="tx2"/>
                </a:solidFill>
              </a:rPr>
              <a:t> </a:t>
            </a:r>
            <a:r>
              <a:rPr lang="en-US" sz="1200" err="1">
                <a:solidFill>
                  <a:schemeClr val="tx2"/>
                </a:solidFill>
              </a:rPr>
              <a:t>elit</a:t>
            </a:r>
            <a:r>
              <a:rPr lang="en-US" sz="1200">
                <a:solidFill>
                  <a:schemeClr val="tx2"/>
                </a:solidFill>
              </a:rPr>
              <a:t> </a:t>
            </a:r>
            <a:r>
              <a:rPr lang="en-US" sz="1200" err="1">
                <a:solidFill>
                  <a:schemeClr val="tx2"/>
                </a:solidFill>
              </a:rPr>
              <a:t>portitor</a:t>
            </a:r>
            <a:r>
              <a:rPr lang="en-US" sz="1200">
                <a:solidFill>
                  <a:schemeClr val="tx2"/>
                </a:solidFill>
              </a:rPr>
              <a:t> </a:t>
            </a:r>
            <a:r>
              <a:rPr lang="en-US" sz="1200" err="1">
                <a:solidFill>
                  <a:schemeClr val="tx2"/>
                </a:solidFill>
              </a:rPr>
              <a:t>congue</a:t>
            </a:r>
            <a:r>
              <a:rPr lang="en-US" sz="1200">
                <a:solidFill>
                  <a:schemeClr val="tx2"/>
                </a:solidFill>
              </a:rPr>
              <a:t> </a:t>
            </a:r>
            <a:r>
              <a:rPr lang="en-US" sz="1200" err="1">
                <a:solidFill>
                  <a:schemeClr val="tx2"/>
                </a:solidFill>
              </a:rPr>
              <a:t>massa</a:t>
            </a:r>
            <a:r>
              <a:rPr lang="en-US" sz="1200">
                <a:solidFill>
                  <a:schemeClr val="tx2"/>
                </a:solidFill>
              </a:rPr>
              <a:t> </a:t>
            </a:r>
            <a:r>
              <a:rPr lang="en-US" sz="1200" err="1">
                <a:solidFill>
                  <a:schemeClr val="tx2"/>
                </a:solidFill>
              </a:rPr>
              <a:t>fusce</a:t>
            </a:r>
            <a:r>
              <a:rPr lang="en-US" sz="1200">
                <a:solidFill>
                  <a:schemeClr val="tx2"/>
                </a:solidFill>
              </a:rPr>
              <a:t> </a:t>
            </a:r>
            <a:r>
              <a:rPr lang="en-US" sz="1200" err="1">
                <a:solidFill>
                  <a:schemeClr val="tx2"/>
                </a:solidFill>
              </a:rPr>
              <a:t>psuere</a:t>
            </a:r>
            <a:r>
              <a:rPr lang="en-US" sz="1200">
                <a:solidFill>
                  <a:schemeClr val="tx2"/>
                </a:solidFill>
              </a:rPr>
              <a:t> magna. Maecenas </a:t>
            </a:r>
            <a:r>
              <a:rPr lang="en-US" sz="1200" err="1">
                <a:solidFill>
                  <a:schemeClr val="tx2"/>
                </a:solidFill>
              </a:rPr>
              <a:t>porttitor</a:t>
            </a:r>
            <a:r>
              <a:rPr lang="en-US" sz="1200">
                <a:solidFill>
                  <a:schemeClr val="tx2"/>
                </a:solidFill>
              </a:rPr>
              <a:t> </a:t>
            </a:r>
            <a:r>
              <a:rPr lang="en-US" sz="1200" err="1">
                <a:solidFill>
                  <a:schemeClr val="tx2"/>
                </a:solidFill>
              </a:rPr>
              <a:t>congue</a:t>
            </a:r>
            <a:r>
              <a:rPr lang="en-US" sz="1200">
                <a:solidFill>
                  <a:schemeClr val="tx2"/>
                </a:solidFill>
              </a:rPr>
              <a:t> </a:t>
            </a:r>
            <a:r>
              <a:rPr lang="en-US" sz="1200" err="1">
                <a:solidFill>
                  <a:schemeClr val="tx2"/>
                </a:solidFill>
              </a:rPr>
              <a:t>massa</a:t>
            </a:r>
            <a:r>
              <a:rPr lang="en-US" sz="1200">
                <a:solidFill>
                  <a:schemeClr val="tx2"/>
                </a:solidFill>
              </a:rPr>
              <a:t>. </a:t>
            </a:r>
            <a:r>
              <a:rPr lang="en-US" sz="1200" err="1">
                <a:solidFill>
                  <a:schemeClr val="tx2"/>
                </a:solidFill>
              </a:rPr>
              <a:t>Fusce</a:t>
            </a:r>
            <a:r>
              <a:rPr lang="en-US" sz="1200">
                <a:solidFill>
                  <a:schemeClr val="tx2"/>
                </a:solidFill>
              </a:rPr>
              <a:t> </a:t>
            </a:r>
            <a:r>
              <a:rPr lang="en-US" sz="1200" err="1">
                <a:solidFill>
                  <a:schemeClr val="tx2"/>
                </a:solidFill>
              </a:rPr>
              <a:t>posuere</a:t>
            </a:r>
            <a:r>
              <a:rPr lang="en-US" sz="1200">
                <a:solidFill>
                  <a:schemeClr val="tx2"/>
                </a:solidFill>
              </a:rPr>
              <a:t>, sed pulvinar </a:t>
            </a:r>
            <a:r>
              <a:rPr lang="en-US" sz="1200" err="1">
                <a:solidFill>
                  <a:schemeClr val="tx2"/>
                </a:solidFill>
              </a:rPr>
              <a:t>ultricies</a:t>
            </a:r>
            <a:r>
              <a:rPr lang="en-US" sz="1200">
                <a:solidFill>
                  <a:schemeClr val="tx2"/>
                </a:solidFill>
              </a:rPr>
              <a:t>, </a:t>
            </a:r>
            <a:r>
              <a:rPr lang="en-US" sz="1200" err="1">
                <a:solidFill>
                  <a:schemeClr val="tx2"/>
                </a:solidFill>
              </a:rPr>
              <a:t>purus</a:t>
            </a:r>
            <a:r>
              <a:rPr lang="en-US" sz="1200">
                <a:solidFill>
                  <a:schemeClr val="tx2"/>
                </a:solidFill>
              </a:rPr>
              <a:t> </a:t>
            </a:r>
            <a:r>
              <a:rPr lang="en-US" sz="1200" err="1">
                <a:solidFill>
                  <a:schemeClr val="tx2"/>
                </a:solidFill>
              </a:rPr>
              <a:t>lectus</a:t>
            </a:r>
            <a:r>
              <a:rPr lang="en-US" sz="1200">
                <a:solidFill>
                  <a:schemeClr val="tx2"/>
                </a:solidFill>
              </a:rPr>
              <a:t> </a:t>
            </a:r>
            <a:r>
              <a:rPr lang="en-US" sz="1200" err="1">
                <a:solidFill>
                  <a:schemeClr val="tx2"/>
                </a:solidFill>
              </a:rPr>
              <a:t>malesuada</a:t>
            </a:r>
            <a:r>
              <a:rPr lang="en-US" sz="1200">
                <a:solidFill>
                  <a:schemeClr val="tx2"/>
                </a:solidFill>
              </a:rPr>
              <a:t> libero, </a:t>
            </a:r>
            <a:r>
              <a:rPr lang="en-US" sz="1200" err="1">
                <a:solidFill>
                  <a:schemeClr val="tx2"/>
                </a:solidFill>
              </a:rPr>
              <a:t>amet</a:t>
            </a:r>
            <a:r>
              <a:rPr lang="en-US" sz="1200">
                <a:solidFill>
                  <a:schemeClr val="tx2"/>
                </a:solidFill>
              </a:rPr>
              <a:t> </a:t>
            </a:r>
            <a:r>
              <a:rPr lang="en-US" sz="1200" err="1">
                <a:solidFill>
                  <a:schemeClr val="tx2"/>
                </a:solidFill>
              </a:rPr>
              <a:t>commodo</a:t>
            </a:r>
            <a:r>
              <a:rPr lang="en-US" sz="1200">
                <a:solidFill>
                  <a:schemeClr val="tx2"/>
                </a:solidFill>
              </a:rPr>
              <a:t> magna eros </a:t>
            </a:r>
            <a:r>
              <a:rPr lang="en-US" sz="1200" err="1">
                <a:solidFill>
                  <a:schemeClr val="tx2"/>
                </a:solidFill>
              </a:rPr>
              <a:t>quis</a:t>
            </a:r>
            <a:r>
              <a:rPr lang="en-US" sz="1200">
                <a:solidFill>
                  <a:schemeClr val="tx2"/>
                </a:solidFill>
              </a:rPr>
              <a:t>.</a:t>
            </a:r>
          </a:p>
        </p:txBody>
      </p:sp>
      <p:sp>
        <p:nvSpPr>
          <p:cNvPr id="13" name="Freeform: Shape 17">
            <a:extLst>
              <a:ext uri="{FF2B5EF4-FFF2-40B4-BE49-F238E27FC236}">
                <a16:creationId xmlns:a16="http://schemas.microsoft.com/office/drawing/2014/main" id="{977E8F97-3915-5F01-5CF6-E008791E6AC0}"/>
              </a:ext>
            </a:extLst>
          </p:cNvPr>
          <p:cNvSpPr/>
          <p:nvPr/>
        </p:nvSpPr>
        <p:spPr>
          <a:xfrm>
            <a:off x="9217388" y="1893888"/>
            <a:ext cx="2581071" cy="466091"/>
          </a:xfrm>
          <a:custGeom>
            <a:avLst/>
            <a:gdLst>
              <a:gd name="connsiteX0" fmla="*/ 0 w 1889996"/>
              <a:gd name="connsiteY0" fmla="*/ 0 h 994721"/>
              <a:gd name="connsiteX1" fmla="*/ 1889996 w 1889996"/>
              <a:gd name="connsiteY1" fmla="*/ 0 h 994721"/>
              <a:gd name="connsiteX2" fmla="*/ 1889996 w 1889996"/>
              <a:gd name="connsiteY2" fmla="*/ 994721 h 994721"/>
              <a:gd name="connsiteX3" fmla="*/ 0 w 1889996"/>
              <a:gd name="connsiteY3" fmla="*/ 994721 h 994721"/>
              <a:gd name="connsiteX4" fmla="*/ 0 w 1889996"/>
              <a:gd name="connsiteY4" fmla="*/ 0 h 994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89996" h="994721">
                <a:moveTo>
                  <a:pt x="0" y="0"/>
                </a:moveTo>
                <a:lnTo>
                  <a:pt x="1889996" y="0"/>
                </a:lnTo>
                <a:lnTo>
                  <a:pt x="1889996" y="994721"/>
                </a:lnTo>
                <a:lnTo>
                  <a:pt x="0" y="994721"/>
                </a:lnTo>
                <a:lnTo>
                  <a:pt x="0" y="0"/>
                </a:lnTo>
                <a:close/>
              </a:path>
            </a:pathLst>
          </a:custGeom>
          <a:solidFill>
            <a:schemeClr val="accent2"/>
          </a:solidFill>
          <a:ln>
            <a:solidFill>
              <a:schemeClr val="accent2"/>
            </a:solidFill>
          </a:ln>
        </p:spPr>
        <p:style>
          <a:lnRef idx="2">
            <a:scrgbClr r="0" g="0" b="0"/>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8900" tIns="88900" rIns="88900" bIns="88900" numCol="1" spcCol="1270" anchor="ctr" anchorCtr="0">
            <a:noAutofit/>
          </a:bodyPr>
          <a:lstStyle/>
          <a:p>
            <a:pPr marL="0" lvl="0" indent="0" algn="ctr" defTabSz="1244600">
              <a:lnSpc>
                <a:spcPct val="90000"/>
              </a:lnSpc>
              <a:spcBef>
                <a:spcPct val="0"/>
              </a:spcBef>
              <a:spcAft>
                <a:spcPct val="35000"/>
              </a:spcAft>
              <a:buNone/>
            </a:pPr>
            <a:r>
              <a:rPr lang="en-US" sz="1000" b="1" kern="1200">
                <a:latin typeface="Open Sans Semibold" panose="020B0606030504020204" pitchFamily="34" charset="0"/>
                <a:ea typeface="Open Sans Semibold" panose="020B0606030504020204" pitchFamily="34" charset="0"/>
                <a:cs typeface="Open Sans Semibold" panose="020B0606030504020204" pitchFamily="34" charset="0"/>
              </a:rPr>
              <a:t>Future State</a:t>
            </a:r>
            <a:br>
              <a:rPr lang="en-US" sz="1000" b="1" kern="1200">
                <a:latin typeface="Open Sans Semibold" panose="020B0606030504020204" pitchFamily="34" charset="0"/>
                <a:ea typeface="Open Sans Semibold" panose="020B0606030504020204" pitchFamily="34" charset="0"/>
                <a:cs typeface="Open Sans Semibold" panose="020B0606030504020204" pitchFamily="34" charset="0"/>
              </a:rPr>
            </a:br>
            <a:r>
              <a:rPr lang="en-US" sz="1000" b="1" kern="1200">
                <a:latin typeface="Open Sans Semibold" panose="020B0606030504020204" pitchFamily="34" charset="0"/>
                <a:ea typeface="Open Sans Semibold" panose="020B0606030504020204" pitchFamily="34" charset="0"/>
                <a:cs typeface="Open Sans Semibold" panose="020B0606030504020204" pitchFamily="34" charset="0"/>
              </a:rPr>
              <a:t> (EXAMPLE)</a:t>
            </a:r>
          </a:p>
        </p:txBody>
      </p:sp>
      <p:sp>
        <p:nvSpPr>
          <p:cNvPr id="17" name="Freeform: Shape 17">
            <a:extLst>
              <a:ext uri="{FF2B5EF4-FFF2-40B4-BE49-F238E27FC236}">
                <a16:creationId xmlns:a16="http://schemas.microsoft.com/office/drawing/2014/main" id="{427717FE-C71C-3DBC-005D-891D9BA0AB43}"/>
              </a:ext>
            </a:extLst>
          </p:cNvPr>
          <p:cNvSpPr/>
          <p:nvPr/>
        </p:nvSpPr>
        <p:spPr>
          <a:xfrm>
            <a:off x="1778000" y="5524739"/>
            <a:ext cx="10236200" cy="466091"/>
          </a:xfrm>
          <a:custGeom>
            <a:avLst/>
            <a:gdLst>
              <a:gd name="connsiteX0" fmla="*/ 0 w 1889996"/>
              <a:gd name="connsiteY0" fmla="*/ 0 h 994721"/>
              <a:gd name="connsiteX1" fmla="*/ 1889996 w 1889996"/>
              <a:gd name="connsiteY1" fmla="*/ 0 h 994721"/>
              <a:gd name="connsiteX2" fmla="*/ 1889996 w 1889996"/>
              <a:gd name="connsiteY2" fmla="*/ 994721 h 994721"/>
              <a:gd name="connsiteX3" fmla="*/ 0 w 1889996"/>
              <a:gd name="connsiteY3" fmla="*/ 994721 h 994721"/>
              <a:gd name="connsiteX4" fmla="*/ 0 w 1889996"/>
              <a:gd name="connsiteY4" fmla="*/ 0 h 994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89996" h="994721">
                <a:moveTo>
                  <a:pt x="0" y="0"/>
                </a:moveTo>
                <a:lnTo>
                  <a:pt x="1889996" y="0"/>
                </a:lnTo>
                <a:lnTo>
                  <a:pt x="1889996" y="994721"/>
                </a:lnTo>
                <a:lnTo>
                  <a:pt x="0" y="994721"/>
                </a:lnTo>
                <a:lnTo>
                  <a:pt x="0" y="0"/>
                </a:lnTo>
                <a:close/>
              </a:path>
            </a:pathLst>
          </a:custGeom>
          <a:solidFill>
            <a:schemeClr val="accent5"/>
          </a:solidFill>
          <a:ln w="9525">
            <a:noFill/>
            <a:prstDash val="sysDash"/>
          </a:ln>
        </p:spPr>
        <p:style>
          <a:lnRef idx="2">
            <a:scrgbClr r="0" g="0" b="0"/>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51999" tIns="88900" rIns="88900" bIns="88900" numCol="1" spcCol="1270" anchor="ctr" anchorCtr="0">
            <a:noAutofit/>
          </a:bodyPr>
          <a:lstStyle/>
          <a:p>
            <a:pPr marL="0" lvl="0" indent="0" defTabSz="1244600">
              <a:lnSpc>
                <a:spcPct val="90000"/>
              </a:lnSpc>
              <a:spcBef>
                <a:spcPct val="0"/>
              </a:spcBef>
              <a:spcAft>
                <a:spcPct val="35000"/>
              </a:spcAft>
              <a:buNone/>
            </a:pPr>
            <a:r>
              <a:rPr lang="en-US" sz="1200" kern="1200">
                <a:solidFill>
                  <a:schemeClr val="bg1"/>
                </a:solidFill>
                <a:ea typeface="Open Sans Semibold" panose="020B0606030504020204" pitchFamily="34" charset="0"/>
                <a:cs typeface="Open Sans Semibold" panose="020B0606030504020204" pitchFamily="34" charset="0"/>
              </a:rPr>
              <a:t>Success Metrics</a:t>
            </a:r>
          </a:p>
        </p:txBody>
      </p:sp>
      <p:sp>
        <p:nvSpPr>
          <p:cNvPr id="18" name="Freeform: Shape 17">
            <a:extLst>
              <a:ext uri="{FF2B5EF4-FFF2-40B4-BE49-F238E27FC236}">
                <a16:creationId xmlns:a16="http://schemas.microsoft.com/office/drawing/2014/main" id="{005AC981-7A09-71B7-2B4B-CCA7F69C874D}"/>
              </a:ext>
            </a:extLst>
          </p:cNvPr>
          <p:cNvSpPr/>
          <p:nvPr/>
        </p:nvSpPr>
        <p:spPr>
          <a:xfrm>
            <a:off x="6357616" y="1893888"/>
            <a:ext cx="2717835" cy="466091"/>
          </a:xfrm>
          <a:custGeom>
            <a:avLst/>
            <a:gdLst>
              <a:gd name="connsiteX0" fmla="*/ 0 w 1889996"/>
              <a:gd name="connsiteY0" fmla="*/ 0 h 994721"/>
              <a:gd name="connsiteX1" fmla="*/ 1889996 w 1889996"/>
              <a:gd name="connsiteY1" fmla="*/ 0 h 994721"/>
              <a:gd name="connsiteX2" fmla="*/ 1889996 w 1889996"/>
              <a:gd name="connsiteY2" fmla="*/ 994721 h 994721"/>
              <a:gd name="connsiteX3" fmla="*/ 0 w 1889996"/>
              <a:gd name="connsiteY3" fmla="*/ 994721 h 994721"/>
              <a:gd name="connsiteX4" fmla="*/ 0 w 1889996"/>
              <a:gd name="connsiteY4" fmla="*/ 0 h 994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89996" h="994721">
                <a:moveTo>
                  <a:pt x="0" y="0"/>
                </a:moveTo>
                <a:lnTo>
                  <a:pt x="1889996" y="0"/>
                </a:lnTo>
                <a:lnTo>
                  <a:pt x="1889996" y="994721"/>
                </a:lnTo>
                <a:lnTo>
                  <a:pt x="0" y="994721"/>
                </a:lnTo>
                <a:lnTo>
                  <a:pt x="0" y="0"/>
                </a:lnTo>
                <a:close/>
              </a:path>
            </a:pathLst>
          </a:custGeom>
          <a:solidFill>
            <a:schemeClr val="accent1"/>
          </a:solidFill>
          <a:ln>
            <a:solidFill>
              <a:schemeClr val="accent1"/>
            </a:solidFill>
          </a:ln>
        </p:spPr>
        <p:style>
          <a:lnRef idx="2">
            <a:scrgbClr r="0" g="0" b="0"/>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8900" tIns="88900" rIns="88900" bIns="88900" numCol="1" spcCol="1270" anchor="ctr" anchorCtr="0">
            <a:noAutofit/>
          </a:bodyPr>
          <a:lstStyle/>
          <a:p>
            <a:pPr marL="0" lvl="0" indent="0" algn="ctr" defTabSz="1244600">
              <a:lnSpc>
                <a:spcPct val="90000"/>
              </a:lnSpc>
              <a:spcBef>
                <a:spcPct val="0"/>
              </a:spcBef>
              <a:spcAft>
                <a:spcPct val="35000"/>
              </a:spcAft>
              <a:buNone/>
            </a:pPr>
            <a:r>
              <a:rPr lang="en-US" sz="1000" b="1" kern="1200">
                <a:latin typeface="Open Sans Semibold" panose="020B0606030504020204" pitchFamily="34" charset="0"/>
                <a:ea typeface="Open Sans Semibold" panose="020B0606030504020204" pitchFamily="34" charset="0"/>
                <a:cs typeface="Open Sans Semibold" panose="020B0606030504020204" pitchFamily="34" charset="0"/>
              </a:rPr>
              <a:t>Our Solution</a:t>
            </a:r>
          </a:p>
        </p:txBody>
      </p:sp>
      <p:sp>
        <p:nvSpPr>
          <p:cNvPr id="19" name="Freeform: Shape 17">
            <a:extLst>
              <a:ext uri="{FF2B5EF4-FFF2-40B4-BE49-F238E27FC236}">
                <a16:creationId xmlns:a16="http://schemas.microsoft.com/office/drawing/2014/main" id="{45A7CF06-57B2-2718-9F99-028C308BA884}"/>
              </a:ext>
            </a:extLst>
          </p:cNvPr>
          <p:cNvSpPr/>
          <p:nvPr/>
        </p:nvSpPr>
        <p:spPr>
          <a:xfrm>
            <a:off x="4012587" y="1893888"/>
            <a:ext cx="2203092" cy="466091"/>
          </a:xfrm>
          <a:custGeom>
            <a:avLst/>
            <a:gdLst>
              <a:gd name="connsiteX0" fmla="*/ 0 w 1889996"/>
              <a:gd name="connsiteY0" fmla="*/ 0 h 994721"/>
              <a:gd name="connsiteX1" fmla="*/ 1889996 w 1889996"/>
              <a:gd name="connsiteY1" fmla="*/ 0 h 994721"/>
              <a:gd name="connsiteX2" fmla="*/ 1889996 w 1889996"/>
              <a:gd name="connsiteY2" fmla="*/ 994721 h 994721"/>
              <a:gd name="connsiteX3" fmla="*/ 0 w 1889996"/>
              <a:gd name="connsiteY3" fmla="*/ 994721 h 994721"/>
              <a:gd name="connsiteX4" fmla="*/ 0 w 1889996"/>
              <a:gd name="connsiteY4" fmla="*/ 0 h 994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89996" h="994721">
                <a:moveTo>
                  <a:pt x="0" y="0"/>
                </a:moveTo>
                <a:lnTo>
                  <a:pt x="1889996" y="0"/>
                </a:lnTo>
                <a:lnTo>
                  <a:pt x="1889996" y="994721"/>
                </a:lnTo>
                <a:lnTo>
                  <a:pt x="0" y="994721"/>
                </a:lnTo>
                <a:lnTo>
                  <a:pt x="0" y="0"/>
                </a:lnTo>
                <a:close/>
              </a:path>
            </a:pathLst>
          </a:custGeom>
          <a:solidFill>
            <a:schemeClr val="tx2"/>
          </a:solidFill>
          <a:ln>
            <a:solidFill>
              <a:schemeClr val="tx2"/>
            </a:solidFill>
          </a:ln>
        </p:spPr>
        <p:style>
          <a:lnRef idx="2">
            <a:scrgbClr r="0" g="0" b="0"/>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8900" tIns="88900" rIns="88900" bIns="88900" numCol="1" spcCol="1270" anchor="ctr" anchorCtr="0">
            <a:noAutofit/>
          </a:bodyPr>
          <a:lstStyle/>
          <a:p>
            <a:pPr marL="0" lvl="0" indent="0" algn="ctr" defTabSz="1244600">
              <a:lnSpc>
                <a:spcPct val="90000"/>
              </a:lnSpc>
              <a:spcBef>
                <a:spcPct val="0"/>
              </a:spcBef>
              <a:spcAft>
                <a:spcPct val="35000"/>
              </a:spcAft>
              <a:buNone/>
            </a:pPr>
            <a:r>
              <a:rPr lang="en-US" sz="1000" b="1" kern="1200">
                <a:latin typeface="Open Sans Semibold" panose="020B0606030504020204" pitchFamily="34" charset="0"/>
                <a:ea typeface="Open Sans Semibold" panose="020B0606030504020204" pitchFamily="34" charset="0"/>
                <a:cs typeface="Open Sans Semibold" panose="020B0606030504020204" pitchFamily="34" charset="0"/>
              </a:rPr>
              <a:t>Current State</a:t>
            </a:r>
          </a:p>
        </p:txBody>
      </p:sp>
      <p:sp>
        <p:nvSpPr>
          <p:cNvPr id="24" name="Content Placeholder 18">
            <a:extLst>
              <a:ext uri="{FF2B5EF4-FFF2-40B4-BE49-F238E27FC236}">
                <a16:creationId xmlns:a16="http://schemas.microsoft.com/office/drawing/2014/main" id="{DA6F46A8-F512-803D-3DD4-96A9E011BCBE}"/>
              </a:ext>
            </a:extLst>
          </p:cNvPr>
          <p:cNvSpPr txBox="1">
            <a:spLocks/>
          </p:cNvSpPr>
          <p:nvPr/>
        </p:nvSpPr>
        <p:spPr>
          <a:xfrm>
            <a:off x="4012587" y="2471365"/>
            <a:ext cx="2190213" cy="2680249"/>
          </a:xfrm>
          <a:prstGeom prst="rect">
            <a:avLst/>
          </a:prstGeom>
          <a:solidFill>
            <a:schemeClr val="bg1"/>
          </a:solidFill>
          <a:ln>
            <a:solidFill>
              <a:schemeClr val="tx2"/>
            </a:solidFill>
          </a:ln>
        </p:spPr>
        <p:txBody>
          <a:bodyPr lIns="91440" tIns="91440" rIns="91440" bIns="91440" numCol="1" spcCol="180000" anchor="t" anchorCtr="0"/>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228600" indent="-228600">
              <a:lnSpc>
                <a:spcPts val="1200"/>
              </a:lnSpc>
              <a:spcBef>
                <a:spcPts val="800"/>
              </a:spcBef>
              <a:spcAft>
                <a:spcPts val="0"/>
              </a:spcAft>
              <a:buFont typeface="+mj-lt"/>
              <a:buAutoNum type="arabicPeriod"/>
            </a:pPr>
            <a:r>
              <a:rPr lang="en-US" sz="1100"/>
              <a:t>Lorem ipsum dolor sit </a:t>
            </a:r>
            <a:r>
              <a:rPr lang="en-US" sz="1100" err="1"/>
              <a:t>amet</a:t>
            </a:r>
            <a:r>
              <a:rPr lang="en-US" sz="1100"/>
              <a:t>, </a:t>
            </a:r>
            <a:r>
              <a:rPr lang="en-US" sz="1100" err="1"/>
              <a:t>consectetuer</a:t>
            </a:r>
            <a:r>
              <a:rPr lang="en-US" sz="1100"/>
              <a:t>. </a:t>
            </a:r>
          </a:p>
          <a:p>
            <a:pPr marL="228600" indent="-228600">
              <a:lnSpc>
                <a:spcPts val="1200"/>
              </a:lnSpc>
              <a:spcBef>
                <a:spcPts val="800"/>
              </a:spcBef>
              <a:spcAft>
                <a:spcPts val="0"/>
              </a:spcAft>
              <a:buFont typeface="+mj-lt"/>
              <a:buAutoNum type="arabicPeriod"/>
            </a:pPr>
            <a:r>
              <a:rPr lang="en-US" sz="1100"/>
              <a:t>Lorem ipsum dolor sit </a:t>
            </a:r>
            <a:r>
              <a:rPr lang="en-US" sz="1100" err="1"/>
              <a:t>amet</a:t>
            </a:r>
            <a:r>
              <a:rPr lang="en-US" sz="1100"/>
              <a:t>, </a:t>
            </a:r>
            <a:r>
              <a:rPr lang="en-US" sz="1100" err="1"/>
              <a:t>consectetuer</a:t>
            </a:r>
            <a:r>
              <a:rPr lang="en-US" sz="1100"/>
              <a:t>. </a:t>
            </a:r>
          </a:p>
          <a:p>
            <a:pPr marL="228600" indent="-228600">
              <a:lnSpc>
                <a:spcPts val="1200"/>
              </a:lnSpc>
              <a:spcBef>
                <a:spcPts val="800"/>
              </a:spcBef>
              <a:spcAft>
                <a:spcPts val="0"/>
              </a:spcAft>
              <a:buFont typeface="+mj-lt"/>
              <a:buAutoNum type="arabicPeriod"/>
            </a:pPr>
            <a:r>
              <a:rPr lang="en-US" sz="1100"/>
              <a:t>Lorem ipsum dolor sit </a:t>
            </a:r>
            <a:r>
              <a:rPr lang="en-US" sz="1100" err="1"/>
              <a:t>amet</a:t>
            </a:r>
            <a:r>
              <a:rPr lang="en-US" sz="1100"/>
              <a:t>, </a:t>
            </a:r>
            <a:r>
              <a:rPr lang="en-US" sz="1100" err="1"/>
              <a:t>consectetuer</a:t>
            </a:r>
            <a:r>
              <a:rPr lang="en-US" sz="1100"/>
              <a:t>. </a:t>
            </a:r>
          </a:p>
          <a:p>
            <a:pPr marL="228600" indent="-228600">
              <a:lnSpc>
                <a:spcPts val="1200"/>
              </a:lnSpc>
              <a:spcBef>
                <a:spcPts val="800"/>
              </a:spcBef>
              <a:spcAft>
                <a:spcPts val="0"/>
              </a:spcAft>
              <a:buFont typeface="+mj-lt"/>
              <a:buAutoNum type="arabicPeriod"/>
            </a:pPr>
            <a:r>
              <a:rPr lang="en-US" sz="1100"/>
              <a:t>Lorem ipsum dolor sit </a:t>
            </a:r>
            <a:r>
              <a:rPr lang="en-US" sz="1100" err="1"/>
              <a:t>amet</a:t>
            </a:r>
            <a:r>
              <a:rPr lang="en-US" sz="1100"/>
              <a:t>, </a:t>
            </a:r>
            <a:r>
              <a:rPr lang="en-US" sz="1100" err="1"/>
              <a:t>consectetuer</a:t>
            </a:r>
            <a:r>
              <a:rPr lang="en-US" sz="1100"/>
              <a:t>. </a:t>
            </a:r>
          </a:p>
          <a:p>
            <a:pPr marL="228600" indent="-228600">
              <a:lnSpc>
                <a:spcPts val="1200"/>
              </a:lnSpc>
              <a:spcBef>
                <a:spcPts val="800"/>
              </a:spcBef>
              <a:spcAft>
                <a:spcPts val="0"/>
              </a:spcAft>
              <a:buFont typeface="+mj-lt"/>
              <a:buAutoNum type="arabicPeriod"/>
            </a:pPr>
            <a:r>
              <a:rPr lang="en-US" sz="1100"/>
              <a:t>Lorem ipsum dolor sit </a:t>
            </a:r>
            <a:r>
              <a:rPr lang="en-US" sz="1100" err="1"/>
              <a:t>amet</a:t>
            </a:r>
            <a:r>
              <a:rPr lang="en-US" sz="1100"/>
              <a:t>, </a:t>
            </a:r>
            <a:r>
              <a:rPr lang="en-US" sz="1100" err="1"/>
              <a:t>consectetuer</a:t>
            </a:r>
            <a:r>
              <a:rPr lang="en-US" sz="1100"/>
              <a:t>. </a:t>
            </a:r>
          </a:p>
          <a:p>
            <a:pPr marL="0" indent="0">
              <a:lnSpc>
                <a:spcPts val="1200"/>
              </a:lnSpc>
              <a:spcBef>
                <a:spcPts val="800"/>
              </a:spcBef>
              <a:spcAft>
                <a:spcPts val="0"/>
              </a:spcAft>
              <a:buNone/>
            </a:pPr>
            <a:endParaRPr lang="en-US" sz="1100"/>
          </a:p>
        </p:txBody>
      </p:sp>
      <p:sp>
        <p:nvSpPr>
          <p:cNvPr id="25" name="Content Placeholder 18">
            <a:extLst>
              <a:ext uri="{FF2B5EF4-FFF2-40B4-BE49-F238E27FC236}">
                <a16:creationId xmlns:a16="http://schemas.microsoft.com/office/drawing/2014/main" id="{D7DCCCE6-468D-BA2A-BE8C-A3477B5DDA85}"/>
              </a:ext>
            </a:extLst>
          </p:cNvPr>
          <p:cNvSpPr txBox="1">
            <a:spLocks/>
          </p:cNvSpPr>
          <p:nvPr/>
        </p:nvSpPr>
        <p:spPr>
          <a:xfrm>
            <a:off x="6345443" y="2471365"/>
            <a:ext cx="2717835" cy="2680249"/>
          </a:xfrm>
          <a:prstGeom prst="rect">
            <a:avLst/>
          </a:prstGeom>
          <a:solidFill>
            <a:schemeClr val="bg1"/>
          </a:solidFill>
          <a:ln>
            <a:solidFill>
              <a:schemeClr val="accent1"/>
            </a:solidFill>
          </a:ln>
        </p:spPr>
        <p:txBody>
          <a:bodyPr lIns="91440" tIns="91440" rIns="91440" bIns="91440" numCol="1" spcCol="180000" anchor="t" anchorCtr="0"/>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228600" indent="-228600">
              <a:lnSpc>
                <a:spcPts val="1200"/>
              </a:lnSpc>
              <a:spcBef>
                <a:spcPts val="800"/>
              </a:spcBef>
              <a:spcAft>
                <a:spcPts val="0"/>
              </a:spcAft>
              <a:buFont typeface="+mj-lt"/>
              <a:buAutoNum type="arabicPeriod"/>
            </a:pPr>
            <a:r>
              <a:rPr lang="en-US" sz="1100"/>
              <a:t>Lorem ipsum dolor sit </a:t>
            </a:r>
            <a:r>
              <a:rPr lang="en-US" sz="1100" err="1"/>
              <a:t>amet</a:t>
            </a:r>
            <a:r>
              <a:rPr lang="en-US" sz="1100"/>
              <a:t>, </a:t>
            </a:r>
            <a:r>
              <a:rPr lang="en-US" sz="1100" err="1"/>
              <a:t>consectetuer</a:t>
            </a:r>
            <a:r>
              <a:rPr lang="en-US" sz="1100"/>
              <a:t>. </a:t>
            </a:r>
          </a:p>
          <a:p>
            <a:pPr marL="228600" indent="-228600">
              <a:lnSpc>
                <a:spcPts val="1200"/>
              </a:lnSpc>
              <a:spcBef>
                <a:spcPts val="800"/>
              </a:spcBef>
              <a:spcAft>
                <a:spcPts val="0"/>
              </a:spcAft>
              <a:buFont typeface="+mj-lt"/>
              <a:buAutoNum type="arabicPeriod"/>
            </a:pPr>
            <a:r>
              <a:rPr lang="en-US" sz="1100"/>
              <a:t>Lorem ipsum dolor sit </a:t>
            </a:r>
            <a:r>
              <a:rPr lang="en-US" sz="1100" err="1"/>
              <a:t>amet</a:t>
            </a:r>
            <a:r>
              <a:rPr lang="en-US" sz="1100"/>
              <a:t>, </a:t>
            </a:r>
            <a:r>
              <a:rPr lang="en-US" sz="1100" err="1"/>
              <a:t>consectetuer</a:t>
            </a:r>
            <a:r>
              <a:rPr lang="en-US" sz="1100"/>
              <a:t>. </a:t>
            </a:r>
          </a:p>
          <a:p>
            <a:pPr marL="228600" indent="-228600">
              <a:lnSpc>
                <a:spcPts val="1200"/>
              </a:lnSpc>
              <a:spcBef>
                <a:spcPts val="800"/>
              </a:spcBef>
              <a:spcAft>
                <a:spcPts val="0"/>
              </a:spcAft>
              <a:buFont typeface="+mj-lt"/>
              <a:buAutoNum type="arabicPeriod"/>
            </a:pPr>
            <a:r>
              <a:rPr lang="en-US" sz="1100"/>
              <a:t>Lorem ipsum dolor sit </a:t>
            </a:r>
            <a:r>
              <a:rPr lang="en-US" sz="1100" err="1"/>
              <a:t>amet</a:t>
            </a:r>
            <a:r>
              <a:rPr lang="en-US" sz="1100"/>
              <a:t>, </a:t>
            </a:r>
            <a:r>
              <a:rPr lang="en-US" sz="1100" err="1"/>
              <a:t>consectetuer</a:t>
            </a:r>
            <a:r>
              <a:rPr lang="en-US" sz="1100"/>
              <a:t>. </a:t>
            </a:r>
          </a:p>
          <a:p>
            <a:pPr marL="228600" indent="-228600">
              <a:lnSpc>
                <a:spcPts val="1200"/>
              </a:lnSpc>
              <a:spcBef>
                <a:spcPts val="800"/>
              </a:spcBef>
              <a:spcAft>
                <a:spcPts val="0"/>
              </a:spcAft>
              <a:buFont typeface="+mj-lt"/>
              <a:buAutoNum type="arabicPeriod"/>
            </a:pPr>
            <a:r>
              <a:rPr lang="en-US" sz="1100"/>
              <a:t>Lorem ipsum dolor sit </a:t>
            </a:r>
            <a:r>
              <a:rPr lang="en-US" sz="1100" err="1"/>
              <a:t>amet</a:t>
            </a:r>
            <a:r>
              <a:rPr lang="en-US" sz="1100"/>
              <a:t>, </a:t>
            </a:r>
            <a:r>
              <a:rPr lang="en-US" sz="1100" err="1"/>
              <a:t>consectetuer</a:t>
            </a:r>
            <a:r>
              <a:rPr lang="en-US" sz="1100"/>
              <a:t>. </a:t>
            </a:r>
          </a:p>
          <a:p>
            <a:pPr marL="228600" indent="-228600">
              <a:lnSpc>
                <a:spcPts val="1200"/>
              </a:lnSpc>
              <a:spcBef>
                <a:spcPts val="800"/>
              </a:spcBef>
              <a:spcAft>
                <a:spcPts val="0"/>
              </a:spcAft>
              <a:buFont typeface="+mj-lt"/>
              <a:buAutoNum type="arabicPeriod"/>
            </a:pPr>
            <a:r>
              <a:rPr lang="en-US" sz="1100"/>
              <a:t>Lorem ipsum dolor sit </a:t>
            </a:r>
            <a:r>
              <a:rPr lang="en-US" sz="1100" err="1"/>
              <a:t>amet</a:t>
            </a:r>
            <a:r>
              <a:rPr lang="en-US" sz="1100"/>
              <a:t>, </a:t>
            </a:r>
            <a:r>
              <a:rPr lang="en-US" sz="1100" err="1"/>
              <a:t>consectetuer</a:t>
            </a:r>
            <a:r>
              <a:rPr lang="en-US" sz="1100"/>
              <a:t>. </a:t>
            </a:r>
          </a:p>
          <a:p>
            <a:pPr marL="0" indent="0">
              <a:lnSpc>
                <a:spcPts val="1200"/>
              </a:lnSpc>
              <a:spcBef>
                <a:spcPts val="800"/>
              </a:spcBef>
              <a:spcAft>
                <a:spcPts val="0"/>
              </a:spcAft>
              <a:buFont typeface="Arial" panose="020B0604020202020204" pitchFamily="34" charset="0"/>
              <a:buNone/>
            </a:pPr>
            <a:r>
              <a:rPr lang="en-US" sz="1100"/>
              <a:t> </a:t>
            </a:r>
          </a:p>
        </p:txBody>
      </p:sp>
      <p:sp>
        <p:nvSpPr>
          <p:cNvPr id="26" name="Content Placeholder 18">
            <a:extLst>
              <a:ext uri="{FF2B5EF4-FFF2-40B4-BE49-F238E27FC236}">
                <a16:creationId xmlns:a16="http://schemas.microsoft.com/office/drawing/2014/main" id="{444F9B0F-5BF0-C96F-F30D-3F1C85571E6F}"/>
              </a:ext>
            </a:extLst>
          </p:cNvPr>
          <p:cNvSpPr txBox="1">
            <a:spLocks/>
          </p:cNvSpPr>
          <p:nvPr/>
        </p:nvSpPr>
        <p:spPr>
          <a:xfrm>
            <a:off x="9205921" y="2471365"/>
            <a:ext cx="2581071" cy="2680249"/>
          </a:xfrm>
          <a:prstGeom prst="rect">
            <a:avLst/>
          </a:prstGeom>
          <a:solidFill>
            <a:schemeClr val="bg1"/>
          </a:solidFill>
          <a:ln>
            <a:solidFill>
              <a:schemeClr val="accent2"/>
            </a:solidFill>
          </a:ln>
        </p:spPr>
        <p:txBody>
          <a:bodyPr lIns="91440" tIns="91440" rIns="91440" bIns="91440" numCol="1" spcCol="180000" anchor="t" anchorCtr="0"/>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228600" indent="-228600">
              <a:lnSpc>
                <a:spcPts val="1200"/>
              </a:lnSpc>
              <a:spcBef>
                <a:spcPts val="800"/>
              </a:spcBef>
              <a:spcAft>
                <a:spcPts val="0"/>
              </a:spcAft>
              <a:buFont typeface="+mj-lt"/>
              <a:buAutoNum type="arabicPeriod"/>
            </a:pPr>
            <a:r>
              <a:rPr lang="en-US" sz="1100"/>
              <a:t>Target more efficient space size of approximately XX,XXX SF</a:t>
            </a:r>
          </a:p>
          <a:p>
            <a:pPr marL="228600" indent="-228600">
              <a:lnSpc>
                <a:spcPts val="1200"/>
              </a:lnSpc>
              <a:spcBef>
                <a:spcPts val="800"/>
              </a:spcBef>
              <a:spcAft>
                <a:spcPts val="0"/>
              </a:spcAft>
              <a:buFont typeface="+mj-lt"/>
              <a:buAutoNum type="arabicPeriod"/>
            </a:pPr>
            <a:r>
              <a:rPr lang="en-US" sz="1100"/>
              <a:t>Identify 30% savings</a:t>
            </a:r>
          </a:p>
          <a:p>
            <a:pPr marL="228600" indent="-228600">
              <a:lnSpc>
                <a:spcPts val="1200"/>
              </a:lnSpc>
              <a:spcBef>
                <a:spcPts val="800"/>
              </a:spcBef>
              <a:spcAft>
                <a:spcPts val="0"/>
              </a:spcAft>
              <a:buFont typeface="+mj-lt"/>
              <a:buAutoNum type="arabicPeriod"/>
            </a:pPr>
            <a:r>
              <a:rPr lang="en-US" sz="1100"/>
              <a:t>Access to desirable amenities and ease of access to transit</a:t>
            </a:r>
          </a:p>
          <a:p>
            <a:pPr marL="228600" indent="-228600">
              <a:lnSpc>
                <a:spcPts val="1200"/>
              </a:lnSpc>
              <a:spcBef>
                <a:spcPts val="800"/>
              </a:spcBef>
              <a:spcAft>
                <a:spcPts val="0"/>
              </a:spcAft>
              <a:buFont typeface="+mj-lt"/>
              <a:buAutoNum type="arabicPeriod"/>
            </a:pPr>
            <a:r>
              <a:rPr lang="en-US" sz="1100"/>
              <a:t>Larger floorplate building for enhanced optimization and collaboration between employees and departments</a:t>
            </a:r>
          </a:p>
          <a:p>
            <a:pPr marL="228600" indent="-228600">
              <a:lnSpc>
                <a:spcPts val="1200"/>
              </a:lnSpc>
              <a:spcBef>
                <a:spcPts val="800"/>
              </a:spcBef>
              <a:spcAft>
                <a:spcPts val="0"/>
              </a:spcAft>
              <a:buFont typeface="+mj-lt"/>
              <a:buAutoNum type="arabicPeriod"/>
            </a:pPr>
            <a:r>
              <a:rPr lang="en-US" sz="1100"/>
              <a:t>Bright, modern aesthetic</a:t>
            </a:r>
          </a:p>
          <a:p>
            <a:pPr marL="228600" indent="-228600">
              <a:lnSpc>
                <a:spcPts val="1200"/>
              </a:lnSpc>
              <a:spcBef>
                <a:spcPts val="800"/>
              </a:spcBef>
              <a:spcAft>
                <a:spcPts val="0"/>
              </a:spcAft>
              <a:buFont typeface="+mj-lt"/>
              <a:buAutoNum type="arabicPeriod"/>
            </a:pPr>
            <a:r>
              <a:rPr lang="en-US" sz="1100"/>
              <a:t>Meet company ESG targets and initiatives through workspace</a:t>
            </a:r>
          </a:p>
        </p:txBody>
      </p:sp>
      <p:sp>
        <p:nvSpPr>
          <p:cNvPr id="27" name="Content Placeholder 18">
            <a:extLst>
              <a:ext uri="{FF2B5EF4-FFF2-40B4-BE49-F238E27FC236}">
                <a16:creationId xmlns:a16="http://schemas.microsoft.com/office/drawing/2014/main" id="{5809D171-17FA-45A0-9737-2DEA9898ECE8}"/>
              </a:ext>
            </a:extLst>
          </p:cNvPr>
          <p:cNvSpPr txBox="1">
            <a:spLocks/>
          </p:cNvSpPr>
          <p:nvPr/>
        </p:nvSpPr>
        <p:spPr>
          <a:xfrm>
            <a:off x="4012587" y="5356814"/>
            <a:ext cx="7774405" cy="834158"/>
          </a:xfrm>
          <a:prstGeom prst="rect">
            <a:avLst/>
          </a:prstGeom>
          <a:solidFill>
            <a:srgbClr val="E5E8F2"/>
          </a:solidFill>
          <a:ln>
            <a:noFill/>
          </a:ln>
        </p:spPr>
        <p:txBody>
          <a:bodyPr lIns="180000" tIns="180000" rIns="180000" bIns="180000" numCol="1" spcCol="180000" anchor="ctr" anchorCtr="0"/>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lnSpc>
                <a:spcPct val="130000"/>
              </a:lnSpc>
              <a:buFont typeface="Arial" panose="020B0604020202020204" pitchFamily="34" charset="0"/>
              <a:buNone/>
            </a:pPr>
            <a:endParaRPr lang="en-US" sz="1000"/>
          </a:p>
        </p:txBody>
      </p:sp>
      <p:sp>
        <p:nvSpPr>
          <p:cNvPr id="8" name="Text Placeholder 7">
            <a:extLst>
              <a:ext uri="{FF2B5EF4-FFF2-40B4-BE49-F238E27FC236}">
                <a16:creationId xmlns:a16="http://schemas.microsoft.com/office/drawing/2014/main" id="{B47371F7-45A8-CE86-112A-2AA534EC6202}"/>
              </a:ext>
            </a:extLst>
          </p:cNvPr>
          <p:cNvSpPr>
            <a:spLocks noGrp="1"/>
          </p:cNvSpPr>
          <p:nvPr>
            <p:ph type="body" sz="quarter" idx="13"/>
          </p:nvPr>
        </p:nvSpPr>
        <p:spPr>
          <a:xfrm>
            <a:off x="647525" y="669600"/>
            <a:ext cx="2558371" cy="392400"/>
          </a:xfrm>
        </p:spPr>
        <p:txBody>
          <a:bodyPr/>
          <a:lstStyle/>
          <a:p>
            <a:r>
              <a:rPr lang="en-CA" sz="1200" cap="all"/>
              <a:t>Introduction</a:t>
            </a:r>
          </a:p>
        </p:txBody>
      </p:sp>
      <p:sp>
        <p:nvSpPr>
          <p:cNvPr id="3" name="Title 2">
            <a:extLst>
              <a:ext uri="{FF2B5EF4-FFF2-40B4-BE49-F238E27FC236}">
                <a16:creationId xmlns:a16="http://schemas.microsoft.com/office/drawing/2014/main" id="{8F57B101-D169-0229-18BA-F53E8FE7CAB8}"/>
              </a:ext>
            </a:extLst>
          </p:cNvPr>
          <p:cNvSpPr>
            <a:spLocks noGrp="1"/>
          </p:cNvSpPr>
          <p:nvPr>
            <p:ph type="title"/>
          </p:nvPr>
        </p:nvSpPr>
        <p:spPr>
          <a:xfrm>
            <a:off x="648001" y="1062000"/>
            <a:ext cx="2783568" cy="835200"/>
          </a:xfrm>
        </p:spPr>
        <p:txBody>
          <a:bodyPr/>
          <a:lstStyle/>
          <a:p>
            <a:r>
              <a:rPr lang="en-US" sz="3600"/>
              <a:t>Current vs. Desired State</a:t>
            </a:r>
          </a:p>
        </p:txBody>
      </p:sp>
      <p:sp>
        <p:nvSpPr>
          <p:cNvPr id="10" name="Text Placeholder 9">
            <a:extLst>
              <a:ext uri="{FF2B5EF4-FFF2-40B4-BE49-F238E27FC236}">
                <a16:creationId xmlns:a16="http://schemas.microsoft.com/office/drawing/2014/main" id="{7FB76112-9D09-EC46-83A3-9F03FB830711}"/>
              </a:ext>
            </a:extLst>
          </p:cNvPr>
          <p:cNvSpPr>
            <a:spLocks noGrp="1"/>
          </p:cNvSpPr>
          <p:nvPr>
            <p:ph type="body" sz="quarter" idx="14"/>
          </p:nvPr>
        </p:nvSpPr>
        <p:spPr/>
        <p:txBody>
          <a:bodyPr/>
          <a:lstStyle/>
          <a:p>
            <a:endParaRPr lang="en-CA"/>
          </a:p>
        </p:txBody>
      </p:sp>
      <p:sp>
        <p:nvSpPr>
          <p:cNvPr id="6" name="Footer Placeholder 5">
            <a:extLst>
              <a:ext uri="{FF2B5EF4-FFF2-40B4-BE49-F238E27FC236}">
                <a16:creationId xmlns:a16="http://schemas.microsoft.com/office/drawing/2014/main" id="{3C4AC651-0622-2EA0-A7E6-C8FE0DB38A92}"/>
              </a:ext>
            </a:extLst>
          </p:cNvPr>
          <p:cNvSpPr>
            <a:spLocks noGrp="1"/>
          </p:cNvSpPr>
          <p:nvPr>
            <p:ph type="ftr" sz="quarter" idx="11"/>
          </p:nvPr>
        </p:nvSpPr>
        <p:spPr/>
        <p:txBody>
          <a:bodyPr/>
          <a:lstStyle/>
          <a:p>
            <a:r>
              <a:rPr lang="en-US"/>
              <a:t>Colliers</a:t>
            </a:r>
          </a:p>
        </p:txBody>
      </p:sp>
      <p:sp>
        <p:nvSpPr>
          <p:cNvPr id="7" name="Slide Number Placeholder 6">
            <a:extLst>
              <a:ext uri="{FF2B5EF4-FFF2-40B4-BE49-F238E27FC236}">
                <a16:creationId xmlns:a16="http://schemas.microsoft.com/office/drawing/2014/main" id="{D2837A29-139E-F25E-D5E3-B2C1BB25A160}"/>
              </a:ext>
            </a:extLst>
          </p:cNvPr>
          <p:cNvSpPr>
            <a:spLocks noGrp="1"/>
          </p:cNvSpPr>
          <p:nvPr>
            <p:ph type="sldNum" sz="quarter" idx="12"/>
          </p:nvPr>
        </p:nvSpPr>
        <p:spPr/>
        <p:txBody>
          <a:bodyPr/>
          <a:lstStyle/>
          <a:p>
            <a:fld id="{23AA811B-2EBD-4900-905E-5BE206449611}" type="slidenum">
              <a:rPr lang="en-US" smtClean="0"/>
              <a:pPr/>
              <a:t>14</a:t>
            </a:fld>
            <a:endParaRPr lang="en-US"/>
          </a:p>
        </p:txBody>
      </p:sp>
      <p:sp>
        <p:nvSpPr>
          <p:cNvPr id="28" name="Content Placeholder 3">
            <a:extLst>
              <a:ext uri="{FF2B5EF4-FFF2-40B4-BE49-F238E27FC236}">
                <a16:creationId xmlns:a16="http://schemas.microsoft.com/office/drawing/2014/main" id="{78F24D9E-F69F-DF60-3C8C-B04AAB497B7E}"/>
              </a:ext>
            </a:extLst>
          </p:cNvPr>
          <p:cNvSpPr>
            <a:spLocks noGrp="1"/>
          </p:cNvSpPr>
          <p:nvPr>
            <p:ph idx="1"/>
          </p:nvPr>
        </p:nvSpPr>
        <p:spPr>
          <a:xfrm>
            <a:off x="4115971" y="5468200"/>
            <a:ext cx="2086829" cy="611386"/>
          </a:xfrm>
        </p:spPr>
        <p:txBody>
          <a:bodyPr anchor="ctr" anchorCtr="0"/>
          <a:lstStyle/>
          <a:p>
            <a:pPr algn="ctr">
              <a:spcBef>
                <a:spcPts val="900"/>
              </a:spcBef>
            </a:pPr>
            <a:r>
              <a:rPr lang="en-US" b="1">
                <a:solidFill>
                  <a:schemeClr val="accent5"/>
                </a:solidFill>
                <a:latin typeface="Open Sans Semibold" panose="020B0606030504020204" pitchFamily="34" charset="0"/>
                <a:ea typeface="Open Sans Semibold" panose="020B0606030504020204" pitchFamily="34" charset="0"/>
                <a:cs typeface="Open Sans Semibold" panose="020B0606030504020204" pitchFamily="34" charset="0"/>
              </a:rPr>
              <a:t>XXX</a:t>
            </a:r>
          </a:p>
          <a:p>
            <a:pPr algn="ctr"/>
            <a:r>
              <a:rPr lang="en-US" sz="1200">
                <a:solidFill>
                  <a:schemeClr val="accent5"/>
                </a:solidFill>
              </a:rPr>
              <a:t>XXXXXXXX</a:t>
            </a:r>
          </a:p>
        </p:txBody>
      </p:sp>
      <p:sp>
        <p:nvSpPr>
          <p:cNvPr id="29" name="Content Placeholder 3">
            <a:extLst>
              <a:ext uri="{FF2B5EF4-FFF2-40B4-BE49-F238E27FC236}">
                <a16:creationId xmlns:a16="http://schemas.microsoft.com/office/drawing/2014/main" id="{334D10A4-E213-BA27-9BFE-C0C22112A413}"/>
              </a:ext>
            </a:extLst>
          </p:cNvPr>
          <p:cNvSpPr txBox="1">
            <a:spLocks/>
          </p:cNvSpPr>
          <p:nvPr/>
        </p:nvSpPr>
        <p:spPr>
          <a:xfrm>
            <a:off x="6668671" y="5468200"/>
            <a:ext cx="2086829" cy="611386"/>
          </a:xfrm>
          <a:prstGeom prst="rect">
            <a:avLst/>
          </a:prstGeom>
        </p:spPr>
        <p:txBody>
          <a:bodyPr vert="horz" lIns="0" tIns="0" rIns="0" bIns="0" rtlCol="0" anchor="ctr" anchorCtr="0">
            <a:noAutofit/>
          </a:bodyPr>
          <a:lstStyle>
            <a:lvl1pPr marL="0" indent="0" algn="l" defTabSz="914400" rtl="0" eaLnBrk="1" latinLnBrk="0" hangingPunct="1">
              <a:lnSpc>
                <a:spcPct val="100000"/>
              </a:lnSpc>
              <a:spcBef>
                <a:spcPts val="300"/>
              </a:spcBef>
              <a:spcAft>
                <a:spcPts val="600"/>
              </a:spcAft>
              <a:buFontTx/>
              <a:buNone/>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None/>
              <a:defRPr sz="1400" kern="1200" spc="300">
                <a:solidFill>
                  <a:schemeClr val="accent3"/>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algn="ctr">
              <a:spcBef>
                <a:spcPts val="900"/>
              </a:spcBef>
            </a:pPr>
            <a:r>
              <a:rPr lang="en-US" b="1">
                <a:solidFill>
                  <a:schemeClr val="accent5"/>
                </a:solidFill>
                <a:latin typeface="Open Sans Semibold" panose="020B0606030504020204" pitchFamily="34" charset="0"/>
                <a:ea typeface="Open Sans Semibold" panose="020B0606030504020204" pitchFamily="34" charset="0"/>
                <a:cs typeface="Open Sans Semibold" panose="020B0606030504020204" pitchFamily="34" charset="0"/>
              </a:rPr>
              <a:t>XXX</a:t>
            </a:r>
          </a:p>
          <a:p>
            <a:pPr algn="ctr"/>
            <a:r>
              <a:rPr lang="en-US" sz="1200">
                <a:solidFill>
                  <a:schemeClr val="accent5"/>
                </a:solidFill>
              </a:rPr>
              <a:t>XXXXXXXX</a:t>
            </a:r>
          </a:p>
        </p:txBody>
      </p:sp>
      <p:sp>
        <p:nvSpPr>
          <p:cNvPr id="30" name="Content Placeholder 3">
            <a:extLst>
              <a:ext uri="{FF2B5EF4-FFF2-40B4-BE49-F238E27FC236}">
                <a16:creationId xmlns:a16="http://schemas.microsoft.com/office/drawing/2014/main" id="{38DCB2F4-F73E-9296-C002-5379B249B0DA}"/>
              </a:ext>
            </a:extLst>
          </p:cNvPr>
          <p:cNvSpPr txBox="1">
            <a:spLocks/>
          </p:cNvSpPr>
          <p:nvPr/>
        </p:nvSpPr>
        <p:spPr>
          <a:xfrm>
            <a:off x="9386471" y="5468200"/>
            <a:ext cx="2086829" cy="611386"/>
          </a:xfrm>
          <a:prstGeom prst="rect">
            <a:avLst/>
          </a:prstGeom>
        </p:spPr>
        <p:txBody>
          <a:bodyPr vert="horz" lIns="0" tIns="0" rIns="0" bIns="0" rtlCol="0" anchor="ctr" anchorCtr="0">
            <a:noAutofit/>
          </a:bodyPr>
          <a:lstStyle>
            <a:lvl1pPr marL="0" indent="0" algn="l" defTabSz="914400" rtl="0" eaLnBrk="1" latinLnBrk="0" hangingPunct="1">
              <a:lnSpc>
                <a:spcPct val="100000"/>
              </a:lnSpc>
              <a:spcBef>
                <a:spcPts val="300"/>
              </a:spcBef>
              <a:spcAft>
                <a:spcPts val="600"/>
              </a:spcAft>
              <a:buFontTx/>
              <a:buNone/>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None/>
              <a:defRPr sz="1400" kern="1200" spc="300">
                <a:solidFill>
                  <a:schemeClr val="accent3"/>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algn="ctr">
              <a:spcBef>
                <a:spcPts val="900"/>
              </a:spcBef>
            </a:pPr>
            <a:r>
              <a:rPr lang="en-US" b="1">
                <a:solidFill>
                  <a:schemeClr val="accent5"/>
                </a:solidFill>
                <a:latin typeface="Open Sans Semibold" panose="020B0606030504020204" pitchFamily="34" charset="0"/>
                <a:ea typeface="Open Sans Semibold" panose="020B0606030504020204" pitchFamily="34" charset="0"/>
                <a:cs typeface="Open Sans Semibold" panose="020B0606030504020204" pitchFamily="34" charset="0"/>
              </a:rPr>
              <a:t>XXX</a:t>
            </a:r>
          </a:p>
          <a:p>
            <a:pPr algn="ctr"/>
            <a:r>
              <a:rPr lang="en-US" sz="1200">
                <a:solidFill>
                  <a:schemeClr val="accent5"/>
                </a:solidFill>
              </a:rPr>
              <a:t>XXXXXXXX</a:t>
            </a:r>
          </a:p>
        </p:txBody>
      </p:sp>
    </p:spTree>
    <p:custDataLst>
      <p:custData r:id="rId1"/>
      <p:custData r:id="rId2"/>
    </p:custDataLst>
    <p:extLst>
      <p:ext uri="{BB962C8B-B14F-4D97-AF65-F5344CB8AC3E}">
        <p14:creationId xmlns:p14="http://schemas.microsoft.com/office/powerpoint/2010/main" val="27154609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121812F3-124B-6778-42DB-0BE08CCE6550}"/>
              </a:ext>
            </a:extLst>
          </p:cNvPr>
          <p:cNvSpPr>
            <a:spLocks noGrp="1"/>
          </p:cNvSpPr>
          <p:nvPr>
            <p:ph type="body" sz="quarter" idx="13"/>
          </p:nvPr>
        </p:nvSpPr>
        <p:spPr/>
        <p:txBody>
          <a:bodyPr/>
          <a:lstStyle/>
          <a:p>
            <a:r>
              <a:rPr lang="en-CA" cap="all"/>
              <a:t>Introduction</a:t>
            </a:r>
          </a:p>
        </p:txBody>
      </p:sp>
      <p:sp>
        <p:nvSpPr>
          <p:cNvPr id="15" name="Title 14">
            <a:extLst>
              <a:ext uri="{FF2B5EF4-FFF2-40B4-BE49-F238E27FC236}">
                <a16:creationId xmlns:a16="http://schemas.microsoft.com/office/drawing/2014/main" id="{E8D52672-FCBF-F6EF-CC3C-FDD8DE7786D1}"/>
              </a:ext>
            </a:extLst>
          </p:cNvPr>
          <p:cNvSpPr>
            <a:spLocks noGrp="1"/>
          </p:cNvSpPr>
          <p:nvPr>
            <p:ph type="title"/>
          </p:nvPr>
        </p:nvSpPr>
        <p:spPr/>
        <p:txBody>
          <a:bodyPr/>
          <a:lstStyle/>
          <a:p>
            <a:r>
              <a:rPr lang="en-US"/>
              <a:t>Your Objectives &amp; Our Solution</a:t>
            </a:r>
            <a:br>
              <a:rPr lang="en-US"/>
            </a:br>
            <a:endParaRPr lang="en-CA"/>
          </a:p>
        </p:txBody>
      </p:sp>
      <p:sp>
        <p:nvSpPr>
          <p:cNvPr id="6" name="Footer Placeholder 5">
            <a:extLst>
              <a:ext uri="{FF2B5EF4-FFF2-40B4-BE49-F238E27FC236}">
                <a16:creationId xmlns:a16="http://schemas.microsoft.com/office/drawing/2014/main" id="{7A57C154-7625-2BDA-3172-037375C96FF5}"/>
              </a:ext>
            </a:extLst>
          </p:cNvPr>
          <p:cNvSpPr>
            <a:spLocks noGrp="1"/>
          </p:cNvSpPr>
          <p:nvPr>
            <p:ph type="ftr" sz="quarter" idx="11"/>
          </p:nvPr>
        </p:nvSpPr>
        <p:spPr>
          <a:xfrm>
            <a:off x="6202800" y="248400"/>
            <a:ext cx="4636800" cy="180000"/>
          </a:xfrm>
        </p:spPr>
        <p:txBody>
          <a:bodyPr/>
          <a:lstStyle/>
          <a:p>
            <a:r>
              <a:rPr lang="en-US"/>
              <a:t>Colliers</a:t>
            </a:r>
          </a:p>
        </p:txBody>
      </p:sp>
      <p:sp>
        <p:nvSpPr>
          <p:cNvPr id="7" name="Slide Number Placeholder 6">
            <a:extLst>
              <a:ext uri="{FF2B5EF4-FFF2-40B4-BE49-F238E27FC236}">
                <a16:creationId xmlns:a16="http://schemas.microsoft.com/office/drawing/2014/main" id="{CD7A9551-1211-387F-4B0E-E83F596C6EDC}"/>
              </a:ext>
            </a:extLst>
          </p:cNvPr>
          <p:cNvSpPr>
            <a:spLocks noGrp="1"/>
          </p:cNvSpPr>
          <p:nvPr>
            <p:ph type="sldNum" sz="quarter" idx="12"/>
          </p:nvPr>
        </p:nvSpPr>
        <p:spPr>
          <a:xfrm>
            <a:off x="11167200" y="248400"/>
            <a:ext cx="374400" cy="180000"/>
          </a:xfrm>
        </p:spPr>
        <p:txBody>
          <a:bodyPr/>
          <a:lstStyle/>
          <a:p>
            <a:fld id="{23AA811B-2EBD-4900-905E-5BE206449611}" type="slidenum">
              <a:rPr lang="en-US" smtClean="0"/>
              <a:pPr/>
              <a:t>15</a:t>
            </a:fld>
            <a:endParaRPr lang="en-US"/>
          </a:p>
        </p:txBody>
      </p:sp>
      <p:sp>
        <p:nvSpPr>
          <p:cNvPr id="20" name="TextBox 44">
            <a:extLst>
              <a:ext uri="{FF2B5EF4-FFF2-40B4-BE49-F238E27FC236}">
                <a16:creationId xmlns:a16="http://schemas.microsoft.com/office/drawing/2014/main" id="{08D8C00B-1B35-9A14-ADB7-D49B41C676B5}"/>
              </a:ext>
            </a:extLst>
          </p:cNvPr>
          <p:cNvSpPr txBox="1">
            <a:spLocks noChangeArrowheads="1"/>
          </p:cNvSpPr>
          <p:nvPr/>
        </p:nvSpPr>
        <p:spPr bwMode="auto">
          <a:xfrm>
            <a:off x="647525" y="2591018"/>
            <a:ext cx="4803548" cy="3920188"/>
          </a:xfrm>
          <a:prstGeom prst="rect">
            <a:avLst/>
          </a:prstGeom>
          <a:solidFill>
            <a:srgbClr val="7B8BBD"/>
          </a:solidFill>
          <a:ln>
            <a:noFill/>
          </a:ln>
        </p:spPr>
        <p:txBody>
          <a:bodyPr wrap="square" lIns="274320" tIns="548640" rIns="274320" bIns="365760">
            <a:noAutofit/>
          </a:bodyPr>
          <a:lstStyle>
            <a:lvl1pPr>
              <a:defRPr sz="3600">
                <a:solidFill>
                  <a:schemeClr val="tx1"/>
                </a:solidFill>
                <a:latin typeface="Lato Light" panose="020F0302020204030204" pitchFamily="34" charset="0"/>
              </a:defRPr>
            </a:lvl1pPr>
            <a:lvl2pPr marL="742950" indent="-285750">
              <a:defRPr sz="3600">
                <a:solidFill>
                  <a:schemeClr val="tx1"/>
                </a:solidFill>
                <a:latin typeface="Lato Light" panose="020F0302020204030204" pitchFamily="34" charset="0"/>
              </a:defRPr>
            </a:lvl2pPr>
            <a:lvl3pPr marL="1143000" indent="-228600">
              <a:defRPr sz="3600">
                <a:solidFill>
                  <a:schemeClr val="tx1"/>
                </a:solidFill>
                <a:latin typeface="Lato Light" panose="020F0302020204030204" pitchFamily="34" charset="0"/>
              </a:defRPr>
            </a:lvl3pPr>
            <a:lvl4pPr marL="1600200" indent="-228600">
              <a:defRPr sz="3600">
                <a:solidFill>
                  <a:schemeClr val="tx1"/>
                </a:solidFill>
                <a:latin typeface="Lato Light" panose="020F0302020204030204" pitchFamily="34" charset="0"/>
              </a:defRPr>
            </a:lvl4pPr>
            <a:lvl5pPr marL="2057400" indent="-228600">
              <a:defRPr sz="3600">
                <a:solidFill>
                  <a:schemeClr val="tx1"/>
                </a:solidFill>
                <a:latin typeface="Lato Light" panose="020F0302020204030204" pitchFamily="34" charset="0"/>
              </a:defRPr>
            </a:lvl5pPr>
            <a:lvl6pPr marL="2514600" indent="-228600" defTabSz="1827213" fontAlgn="base">
              <a:spcBef>
                <a:spcPct val="0"/>
              </a:spcBef>
              <a:spcAft>
                <a:spcPct val="0"/>
              </a:spcAft>
              <a:defRPr sz="3600">
                <a:solidFill>
                  <a:schemeClr val="tx1"/>
                </a:solidFill>
                <a:latin typeface="Lato Light" panose="020F0302020204030204" pitchFamily="34" charset="0"/>
              </a:defRPr>
            </a:lvl6pPr>
            <a:lvl7pPr marL="2971800" indent="-228600" defTabSz="1827213" fontAlgn="base">
              <a:spcBef>
                <a:spcPct val="0"/>
              </a:spcBef>
              <a:spcAft>
                <a:spcPct val="0"/>
              </a:spcAft>
              <a:defRPr sz="3600">
                <a:solidFill>
                  <a:schemeClr val="tx1"/>
                </a:solidFill>
                <a:latin typeface="Lato Light" panose="020F0302020204030204" pitchFamily="34" charset="0"/>
              </a:defRPr>
            </a:lvl7pPr>
            <a:lvl8pPr marL="3429000" indent="-228600" defTabSz="1827213" fontAlgn="base">
              <a:spcBef>
                <a:spcPct val="0"/>
              </a:spcBef>
              <a:spcAft>
                <a:spcPct val="0"/>
              </a:spcAft>
              <a:defRPr sz="3600">
                <a:solidFill>
                  <a:schemeClr val="tx1"/>
                </a:solidFill>
                <a:latin typeface="Lato Light" panose="020F0302020204030204" pitchFamily="34" charset="0"/>
              </a:defRPr>
            </a:lvl8pPr>
            <a:lvl9pPr marL="3886200" indent="-228600" defTabSz="1827213" fontAlgn="base">
              <a:spcBef>
                <a:spcPct val="0"/>
              </a:spcBef>
              <a:spcAft>
                <a:spcPct val="0"/>
              </a:spcAft>
              <a:defRPr sz="3600">
                <a:solidFill>
                  <a:schemeClr val="tx1"/>
                </a:solidFill>
                <a:latin typeface="Lato Light" panose="020F0302020204030204" pitchFamily="34" charset="0"/>
              </a:defRPr>
            </a:lvl9pPr>
          </a:lstStyle>
          <a:p>
            <a:pPr algn="ctr">
              <a:lnSpc>
                <a:spcPts val="2000"/>
              </a:lnSpc>
              <a:spcBef>
                <a:spcPts val="600"/>
              </a:spcBef>
              <a:spcAft>
                <a:spcPts val="600"/>
              </a:spcAft>
            </a:pPr>
            <a:r>
              <a:rPr lang="en-US" sz="1600" b="1">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rPr>
              <a:t>Client Name Objectives</a:t>
            </a:r>
            <a:endParaRPr lang="en-US" altLang="en-US" sz="1600" b="1">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endParaRPr>
          </a:p>
          <a:p>
            <a:pPr marL="342900" indent="-342900">
              <a:lnSpc>
                <a:spcPts val="1800"/>
              </a:lnSpc>
              <a:spcBef>
                <a:spcPts val="300"/>
              </a:spcBef>
              <a:buFont typeface="+mj-lt"/>
              <a:buAutoNum type="arabicPeriod"/>
            </a:pPr>
            <a:r>
              <a:rPr lang="en-US" altLang="en-US" sz="1400">
                <a:solidFill>
                  <a:schemeClr val="bg1"/>
                </a:solidFill>
                <a:latin typeface="+mn-lt"/>
                <a:ea typeface="Montserrat Light" pitchFamily="2" charset="77"/>
                <a:cs typeface="Montserrat Light" pitchFamily="2" charset="77"/>
              </a:rPr>
              <a:t>Lorem ipsum dolor sit </a:t>
            </a:r>
            <a:r>
              <a:rPr lang="en-US" altLang="en-US" sz="1400" err="1">
                <a:solidFill>
                  <a:schemeClr val="bg1"/>
                </a:solidFill>
                <a:latin typeface="+mn-lt"/>
                <a:ea typeface="Montserrat Light" pitchFamily="2" charset="77"/>
                <a:cs typeface="Montserrat Light" pitchFamily="2" charset="77"/>
              </a:rPr>
              <a:t>amet</a:t>
            </a:r>
            <a:r>
              <a:rPr lang="en-US" altLang="en-US" sz="1400">
                <a:solidFill>
                  <a:schemeClr val="bg1"/>
                </a:solidFill>
                <a:latin typeface="+mn-lt"/>
                <a:ea typeface="Montserrat Light" pitchFamily="2" charset="77"/>
                <a:cs typeface="Montserrat Light" pitchFamily="2" charset="77"/>
              </a:rPr>
              <a:t>, </a:t>
            </a:r>
            <a:r>
              <a:rPr lang="en-US" altLang="en-US" sz="1400" err="1">
                <a:solidFill>
                  <a:schemeClr val="bg1"/>
                </a:solidFill>
                <a:latin typeface="+mn-lt"/>
                <a:ea typeface="Montserrat Light" pitchFamily="2" charset="77"/>
                <a:cs typeface="Montserrat Light" pitchFamily="2" charset="77"/>
              </a:rPr>
              <a:t>consectetur</a:t>
            </a:r>
            <a:r>
              <a:rPr lang="en-US" altLang="en-US" sz="1400">
                <a:solidFill>
                  <a:schemeClr val="bg1"/>
                </a:solidFill>
                <a:latin typeface="+mn-lt"/>
                <a:ea typeface="Montserrat Light" pitchFamily="2" charset="77"/>
                <a:cs typeface="Montserrat Light" pitchFamily="2" charset="77"/>
              </a:rPr>
              <a:t> </a:t>
            </a:r>
            <a:r>
              <a:rPr lang="en-US" altLang="en-US" sz="1400" err="1">
                <a:solidFill>
                  <a:schemeClr val="bg1"/>
                </a:solidFill>
                <a:latin typeface="+mn-lt"/>
                <a:ea typeface="Montserrat Light" pitchFamily="2" charset="77"/>
                <a:cs typeface="Montserrat Light" pitchFamily="2" charset="77"/>
              </a:rPr>
              <a:t>adipiscing</a:t>
            </a:r>
            <a:r>
              <a:rPr lang="en-US" altLang="en-US" sz="1400">
                <a:solidFill>
                  <a:schemeClr val="bg1"/>
                </a:solidFill>
                <a:latin typeface="+mn-lt"/>
                <a:ea typeface="Montserrat Light" pitchFamily="2" charset="77"/>
                <a:cs typeface="Montserrat Light" pitchFamily="2" charset="77"/>
              </a:rPr>
              <a:t> </a:t>
            </a:r>
            <a:r>
              <a:rPr lang="en-US" altLang="en-US" sz="1400" err="1">
                <a:solidFill>
                  <a:schemeClr val="bg1"/>
                </a:solidFill>
                <a:latin typeface="+mn-lt"/>
                <a:ea typeface="Montserrat Light" pitchFamily="2" charset="77"/>
                <a:cs typeface="Montserrat Light" pitchFamily="2" charset="77"/>
              </a:rPr>
              <a:t>elit</a:t>
            </a:r>
            <a:r>
              <a:rPr lang="en-US" altLang="en-US" sz="1400">
                <a:solidFill>
                  <a:schemeClr val="bg1"/>
                </a:solidFill>
                <a:latin typeface="+mn-lt"/>
                <a:ea typeface="Montserrat Light" pitchFamily="2" charset="77"/>
                <a:cs typeface="Montserrat Light" pitchFamily="2" charset="77"/>
              </a:rPr>
              <a:t>, sed do </a:t>
            </a:r>
            <a:r>
              <a:rPr lang="en-US" altLang="en-US" sz="1400" err="1">
                <a:solidFill>
                  <a:schemeClr val="bg1"/>
                </a:solidFill>
                <a:latin typeface="+mn-lt"/>
                <a:ea typeface="Montserrat Light" pitchFamily="2" charset="77"/>
                <a:cs typeface="Montserrat Light" pitchFamily="2" charset="77"/>
              </a:rPr>
              <a:t>eiusmod</a:t>
            </a:r>
            <a:r>
              <a:rPr lang="en-US" altLang="en-US" sz="1400">
                <a:solidFill>
                  <a:schemeClr val="bg1"/>
                </a:solidFill>
                <a:latin typeface="+mn-lt"/>
                <a:ea typeface="Montserrat Light" pitchFamily="2" charset="77"/>
                <a:cs typeface="Montserrat Light" pitchFamily="2" charset="77"/>
              </a:rPr>
              <a:t> </a:t>
            </a:r>
            <a:r>
              <a:rPr lang="en-US" altLang="en-US" sz="1400" err="1">
                <a:solidFill>
                  <a:schemeClr val="bg1"/>
                </a:solidFill>
                <a:latin typeface="+mn-lt"/>
                <a:ea typeface="Montserrat Light" pitchFamily="2" charset="77"/>
                <a:cs typeface="Montserrat Light" pitchFamily="2" charset="77"/>
              </a:rPr>
              <a:t>tempor</a:t>
            </a:r>
            <a:r>
              <a:rPr lang="en-US" altLang="en-US" sz="1400">
                <a:solidFill>
                  <a:schemeClr val="bg1"/>
                </a:solidFill>
                <a:latin typeface="+mn-lt"/>
                <a:ea typeface="Montserrat Light" pitchFamily="2" charset="77"/>
                <a:cs typeface="Montserrat Light" pitchFamily="2" charset="77"/>
              </a:rPr>
              <a:t> </a:t>
            </a:r>
            <a:r>
              <a:rPr lang="en-US" altLang="en-US" sz="1400" err="1">
                <a:solidFill>
                  <a:schemeClr val="bg1"/>
                </a:solidFill>
                <a:latin typeface="+mn-lt"/>
                <a:ea typeface="Montserrat Light" pitchFamily="2" charset="77"/>
                <a:cs typeface="Montserrat Light" pitchFamily="2" charset="77"/>
              </a:rPr>
              <a:t>incididunt</a:t>
            </a:r>
            <a:r>
              <a:rPr lang="en-US" altLang="en-US" sz="1400">
                <a:solidFill>
                  <a:schemeClr val="bg1"/>
                </a:solidFill>
                <a:latin typeface="+mn-lt"/>
                <a:ea typeface="Montserrat Light" pitchFamily="2" charset="77"/>
                <a:cs typeface="Montserrat Light" pitchFamily="2" charset="77"/>
              </a:rPr>
              <a:t> </a:t>
            </a:r>
            <a:r>
              <a:rPr lang="en-US" altLang="en-US" sz="1400" err="1">
                <a:solidFill>
                  <a:schemeClr val="bg1"/>
                </a:solidFill>
                <a:latin typeface="+mn-lt"/>
                <a:ea typeface="Montserrat Light" pitchFamily="2" charset="77"/>
                <a:cs typeface="Montserrat Light" pitchFamily="2" charset="77"/>
              </a:rPr>
              <a:t>ut</a:t>
            </a:r>
            <a:r>
              <a:rPr lang="en-US" altLang="en-US" sz="1400">
                <a:solidFill>
                  <a:schemeClr val="bg1"/>
                </a:solidFill>
                <a:latin typeface="+mn-lt"/>
                <a:ea typeface="Montserrat Light" pitchFamily="2" charset="77"/>
                <a:cs typeface="Montserrat Light" pitchFamily="2" charset="77"/>
              </a:rPr>
              <a:t> labore et dolore magna </a:t>
            </a:r>
            <a:r>
              <a:rPr lang="en-US" altLang="en-US" sz="1400" err="1">
                <a:solidFill>
                  <a:schemeClr val="bg1"/>
                </a:solidFill>
                <a:latin typeface="+mn-lt"/>
                <a:ea typeface="Montserrat Light" pitchFamily="2" charset="77"/>
                <a:cs typeface="Montserrat Light" pitchFamily="2" charset="77"/>
              </a:rPr>
              <a:t>aliqua</a:t>
            </a:r>
            <a:r>
              <a:rPr lang="en-US" altLang="en-US" sz="1400">
                <a:solidFill>
                  <a:schemeClr val="bg1"/>
                </a:solidFill>
                <a:latin typeface="+mn-lt"/>
                <a:ea typeface="Montserrat Light" pitchFamily="2" charset="77"/>
                <a:cs typeface="Montserrat Light" pitchFamily="2" charset="77"/>
              </a:rPr>
              <a:t>.</a:t>
            </a:r>
          </a:p>
          <a:p>
            <a:pPr marL="342900" indent="-342900">
              <a:lnSpc>
                <a:spcPts val="1800"/>
              </a:lnSpc>
              <a:spcBef>
                <a:spcPts val="300"/>
              </a:spcBef>
              <a:buFont typeface="+mj-lt"/>
              <a:buAutoNum type="arabicPeriod"/>
            </a:pPr>
            <a:r>
              <a:rPr lang="en-US" altLang="en-US" sz="1400">
                <a:solidFill>
                  <a:schemeClr val="bg1"/>
                </a:solidFill>
                <a:latin typeface="+mn-lt"/>
                <a:ea typeface="Montserrat Light" pitchFamily="2" charset="77"/>
                <a:cs typeface="Montserrat Light" pitchFamily="2" charset="77"/>
              </a:rPr>
              <a:t>Lorem ipsum dolor sit </a:t>
            </a:r>
            <a:r>
              <a:rPr lang="en-US" altLang="en-US" sz="1400" err="1">
                <a:solidFill>
                  <a:schemeClr val="bg1"/>
                </a:solidFill>
                <a:latin typeface="+mn-lt"/>
                <a:ea typeface="Montserrat Light" pitchFamily="2" charset="77"/>
                <a:cs typeface="Montserrat Light" pitchFamily="2" charset="77"/>
              </a:rPr>
              <a:t>amet</a:t>
            </a:r>
            <a:r>
              <a:rPr lang="en-US" altLang="en-US" sz="1400">
                <a:solidFill>
                  <a:schemeClr val="bg1"/>
                </a:solidFill>
                <a:latin typeface="+mn-lt"/>
                <a:ea typeface="Montserrat Light" pitchFamily="2" charset="77"/>
                <a:cs typeface="Montserrat Light" pitchFamily="2" charset="77"/>
              </a:rPr>
              <a:t>, </a:t>
            </a:r>
            <a:r>
              <a:rPr lang="en-US" altLang="en-US" sz="1400" err="1">
                <a:solidFill>
                  <a:schemeClr val="bg1"/>
                </a:solidFill>
                <a:latin typeface="+mn-lt"/>
                <a:ea typeface="Montserrat Light" pitchFamily="2" charset="77"/>
                <a:cs typeface="Montserrat Light" pitchFamily="2" charset="77"/>
              </a:rPr>
              <a:t>consectetur</a:t>
            </a:r>
            <a:r>
              <a:rPr lang="en-US" altLang="en-US" sz="1400">
                <a:solidFill>
                  <a:schemeClr val="bg1"/>
                </a:solidFill>
                <a:latin typeface="+mn-lt"/>
                <a:ea typeface="Montserrat Light" pitchFamily="2" charset="77"/>
                <a:cs typeface="Montserrat Light" pitchFamily="2" charset="77"/>
              </a:rPr>
              <a:t> </a:t>
            </a:r>
            <a:r>
              <a:rPr lang="en-US" altLang="en-US" sz="1400" err="1">
                <a:solidFill>
                  <a:schemeClr val="bg1"/>
                </a:solidFill>
                <a:latin typeface="+mn-lt"/>
                <a:ea typeface="Montserrat Light" pitchFamily="2" charset="77"/>
                <a:cs typeface="Montserrat Light" pitchFamily="2" charset="77"/>
              </a:rPr>
              <a:t>adipiscing</a:t>
            </a:r>
            <a:r>
              <a:rPr lang="en-US" altLang="en-US" sz="1400">
                <a:solidFill>
                  <a:schemeClr val="bg1"/>
                </a:solidFill>
                <a:latin typeface="+mn-lt"/>
                <a:ea typeface="Montserrat Light" pitchFamily="2" charset="77"/>
                <a:cs typeface="Montserrat Light" pitchFamily="2" charset="77"/>
              </a:rPr>
              <a:t> </a:t>
            </a:r>
            <a:r>
              <a:rPr lang="en-US" altLang="en-US" sz="1400" err="1">
                <a:solidFill>
                  <a:schemeClr val="bg1"/>
                </a:solidFill>
                <a:latin typeface="+mn-lt"/>
                <a:ea typeface="Montserrat Light" pitchFamily="2" charset="77"/>
                <a:cs typeface="Montserrat Light" pitchFamily="2" charset="77"/>
              </a:rPr>
              <a:t>elit</a:t>
            </a:r>
            <a:r>
              <a:rPr lang="en-US" altLang="en-US" sz="1400">
                <a:solidFill>
                  <a:schemeClr val="bg1"/>
                </a:solidFill>
                <a:latin typeface="+mn-lt"/>
                <a:ea typeface="Montserrat Light" pitchFamily="2" charset="77"/>
                <a:cs typeface="Montserrat Light" pitchFamily="2" charset="77"/>
              </a:rPr>
              <a:t>, sed do </a:t>
            </a:r>
            <a:r>
              <a:rPr lang="en-US" altLang="en-US" sz="1400" err="1">
                <a:solidFill>
                  <a:schemeClr val="bg1"/>
                </a:solidFill>
                <a:latin typeface="+mn-lt"/>
                <a:ea typeface="Montserrat Light" pitchFamily="2" charset="77"/>
                <a:cs typeface="Montserrat Light" pitchFamily="2" charset="77"/>
              </a:rPr>
              <a:t>eiusmod</a:t>
            </a:r>
            <a:r>
              <a:rPr lang="en-US" altLang="en-US" sz="1400">
                <a:solidFill>
                  <a:schemeClr val="bg1"/>
                </a:solidFill>
                <a:latin typeface="+mn-lt"/>
                <a:ea typeface="Montserrat Light" pitchFamily="2" charset="77"/>
                <a:cs typeface="Montserrat Light" pitchFamily="2" charset="77"/>
              </a:rPr>
              <a:t> </a:t>
            </a:r>
            <a:r>
              <a:rPr lang="en-US" altLang="en-US" sz="1400" err="1">
                <a:solidFill>
                  <a:schemeClr val="bg1"/>
                </a:solidFill>
                <a:latin typeface="+mn-lt"/>
                <a:ea typeface="Montserrat Light" pitchFamily="2" charset="77"/>
                <a:cs typeface="Montserrat Light" pitchFamily="2" charset="77"/>
              </a:rPr>
              <a:t>tempor</a:t>
            </a:r>
            <a:r>
              <a:rPr lang="en-US" altLang="en-US" sz="1400">
                <a:solidFill>
                  <a:schemeClr val="bg1"/>
                </a:solidFill>
                <a:latin typeface="+mn-lt"/>
                <a:ea typeface="Montserrat Light" pitchFamily="2" charset="77"/>
                <a:cs typeface="Montserrat Light" pitchFamily="2" charset="77"/>
              </a:rPr>
              <a:t> </a:t>
            </a:r>
            <a:r>
              <a:rPr lang="en-US" altLang="en-US" sz="1400" err="1">
                <a:solidFill>
                  <a:schemeClr val="bg1"/>
                </a:solidFill>
                <a:latin typeface="+mn-lt"/>
                <a:ea typeface="Montserrat Light" pitchFamily="2" charset="77"/>
                <a:cs typeface="Montserrat Light" pitchFamily="2" charset="77"/>
              </a:rPr>
              <a:t>incididunt</a:t>
            </a:r>
            <a:r>
              <a:rPr lang="en-US" altLang="en-US" sz="1400">
                <a:solidFill>
                  <a:schemeClr val="bg1"/>
                </a:solidFill>
                <a:latin typeface="+mn-lt"/>
                <a:ea typeface="Montserrat Light" pitchFamily="2" charset="77"/>
                <a:cs typeface="Montserrat Light" pitchFamily="2" charset="77"/>
              </a:rPr>
              <a:t> </a:t>
            </a:r>
            <a:r>
              <a:rPr lang="en-US" altLang="en-US" sz="1400" err="1">
                <a:solidFill>
                  <a:schemeClr val="bg1"/>
                </a:solidFill>
                <a:latin typeface="+mn-lt"/>
                <a:ea typeface="Montserrat Light" pitchFamily="2" charset="77"/>
                <a:cs typeface="Montserrat Light" pitchFamily="2" charset="77"/>
              </a:rPr>
              <a:t>ut</a:t>
            </a:r>
            <a:r>
              <a:rPr lang="en-US" altLang="en-US" sz="1400">
                <a:solidFill>
                  <a:schemeClr val="bg1"/>
                </a:solidFill>
                <a:latin typeface="+mn-lt"/>
                <a:ea typeface="Montserrat Light" pitchFamily="2" charset="77"/>
                <a:cs typeface="Montserrat Light" pitchFamily="2" charset="77"/>
              </a:rPr>
              <a:t> labore et dolore magna </a:t>
            </a:r>
            <a:r>
              <a:rPr lang="en-US" altLang="en-US" sz="1400" err="1">
                <a:solidFill>
                  <a:schemeClr val="bg1"/>
                </a:solidFill>
                <a:latin typeface="+mn-lt"/>
                <a:ea typeface="Montserrat Light" pitchFamily="2" charset="77"/>
                <a:cs typeface="Montserrat Light" pitchFamily="2" charset="77"/>
              </a:rPr>
              <a:t>aliqua</a:t>
            </a:r>
            <a:r>
              <a:rPr lang="en-US" altLang="en-US" sz="1400">
                <a:solidFill>
                  <a:schemeClr val="bg1"/>
                </a:solidFill>
                <a:latin typeface="+mn-lt"/>
                <a:ea typeface="Montserrat Light" pitchFamily="2" charset="77"/>
                <a:cs typeface="Montserrat Light" pitchFamily="2" charset="77"/>
              </a:rPr>
              <a:t>.</a:t>
            </a:r>
          </a:p>
          <a:p>
            <a:pPr marL="342900" indent="-342900">
              <a:lnSpc>
                <a:spcPts val="1800"/>
              </a:lnSpc>
              <a:spcBef>
                <a:spcPts val="300"/>
              </a:spcBef>
              <a:buFont typeface="+mj-lt"/>
              <a:buAutoNum type="arabicPeriod"/>
            </a:pPr>
            <a:r>
              <a:rPr lang="en-US" altLang="en-US" sz="1400">
                <a:solidFill>
                  <a:schemeClr val="bg1"/>
                </a:solidFill>
                <a:latin typeface="+mn-lt"/>
                <a:ea typeface="Montserrat Light" pitchFamily="2" charset="77"/>
                <a:cs typeface="Montserrat Light" pitchFamily="2" charset="77"/>
              </a:rPr>
              <a:t>Lorem ipsum dolor sit </a:t>
            </a:r>
            <a:r>
              <a:rPr lang="en-US" altLang="en-US" sz="1400" err="1">
                <a:solidFill>
                  <a:schemeClr val="bg1"/>
                </a:solidFill>
                <a:latin typeface="+mn-lt"/>
                <a:ea typeface="Montserrat Light" pitchFamily="2" charset="77"/>
                <a:cs typeface="Montserrat Light" pitchFamily="2" charset="77"/>
              </a:rPr>
              <a:t>amet</a:t>
            </a:r>
            <a:r>
              <a:rPr lang="en-US" altLang="en-US" sz="1400">
                <a:solidFill>
                  <a:schemeClr val="bg1"/>
                </a:solidFill>
                <a:latin typeface="+mn-lt"/>
                <a:ea typeface="Montserrat Light" pitchFamily="2" charset="77"/>
                <a:cs typeface="Montserrat Light" pitchFamily="2" charset="77"/>
              </a:rPr>
              <a:t>, </a:t>
            </a:r>
            <a:r>
              <a:rPr lang="en-US" altLang="en-US" sz="1400" err="1">
                <a:solidFill>
                  <a:schemeClr val="bg1"/>
                </a:solidFill>
                <a:latin typeface="+mn-lt"/>
                <a:ea typeface="Montserrat Light" pitchFamily="2" charset="77"/>
                <a:cs typeface="Montserrat Light" pitchFamily="2" charset="77"/>
              </a:rPr>
              <a:t>consectetur</a:t>
            </a:r>
            <a:r>
              <a:rPr lang="en-US" altLang="en-US" sz="1400">
                <a:solidFill>
                  <a:schemeClr val="bg1"/>
                </a:solidFill>
                <a:latin typeface="+mn-lt"/>
                <a:ea typeface="Montserrat Light" pitchFamily="2" charset="77"/>
                <a:cs typeface="Montserrat Light" pitchFamily="2" charset="77"/>
              </a:rPr>
              <a:t> </a:t>
            </a:r>
            <a:r>
              <a:rPr lang="en-US" altLang="en-US" sz="1400" err="1">
                <a:solidFill>
                  <a:schemeClr val="bg1"/>
                </a:solidFill>
                <a:latin typeface="+mn-lt"/>
                <a:ea typeface="Montserrat Light" pitchFamily="2" charset="77"/>
                <a:cs typeface="Montserrat Light" pitchFamily="2" charset="77"/>
              </a:rPr>
              <a:t>adipiscing</a:t>
            </a:r>
            <a:r>
              <a:rPr lang="en-US" altLang="en-US" sz="1400">
                <a:solidFill>
                  <a:schemeClr val="bg1"/>
                </a:solidFill>
                <a:latin typeface="+mn-lt"/>
                <a:ea typeface="Montserrat Light" pitchFamily="2" charset="77"/>
                <a:cs typeface="Montserrat Light" pitchFamily="2" charset="77"/>
              </a:rPr>
              <a:t> </a:t>
            </a:r>
            <a:r>
              <a:rPr lang="en-US" altLang="en-US" sz="1400" err="1">
                <a:solidFill>
                  <a:schemeClr val="bg1"/>
                </a:solidFill>
                <a:latin typeface="+mn-lt"/>
                <a:ea typeface="Montserrat Light" pitchFamily="2" charset="77"/>
                <a:cs typeface="Montserrat Light" pitchFamily="2" charset="77"/>
              </a:rPr>
              <a:t>elit</a:t>
            </a:r>
            <a:r>
              <a:rPr lang="en-US" altLang="en-US" sz="1400">
                <a:solidFill>
                  <a:schemeClr val="bg1"/>
                </a:solidFill>
                <a:latin typeface="+mn-lt"/>
                <a:ea typeface="Montserrat Light" pitchFamily="2" charset="77"/>
                <a:cs typeface="Montserrat Light" pitchFamily="2" charset="77"/>
              </a:rPr>
              <a:t>, sed do </a:t>
            </a:r>
            <a:r>
              <a:rPr lang="en-US" altLang="en-US" sz="1400" err="1">
                <a:solidFill>
                  <a:schemeClr val="bg1"/>
                </a:solidFill>
                <a:latin typeface="+mn-lt"/>
                <a:ea typeface="Montserrat Light" pitchFamily="2" charset="77"/>
                <a:cs typeface="Montserrat Light" pitchFamily="2" charset="77"/>
              </a:rPr>
              <a:t>eiusmod</a:t>
            </a:r>
            <a:r>
              <a:rPr lang="en-US" altLang="en-US" sz="1400">
                <a:solidFill>
                  <a:schemeClr val="bg1"/>
                </a:solidFill>
                <a:latin typeface="+mn-lt"/>
                <a:ea typeface="Montserrat Light" pitchFamily="2" charset="77"/>
                <a:cs typeface="Montserrat Light" pitchFamily="2" charset="77"/>
              </a:rPr>
              <a:t> </a:t>
            </a:r>
            <a:r>
              <a:rPr lang="en-US" altLang="en-US" sz="1400" err="1">
                <a:solidFill>
                  <a:schemeClr val="bg1"/>
                </a:solidFill>
                <a:latin typeface="+mn-lt"/>
                <a:ea typeface="Montserrat Light" pitchFamily="2" charset="77"/>
                <a:cs typeface="Montserrat Light" pitchFamily="2" charset="77"/>
              </a:rPr>
              <a:t>tempor</a:t>
            </a:r>
            <a:r>
              <a:rPr lang="en-US" altLang="en-US" sz="1400">
                <a:solidFill>
                  <a:schemeClr val="bg1"/>
                </a:solidFill>
                <a:latin typeface="+mn-lt"/>
                <a:ea typeface="Montserrat Light" pitchFamily="2" charset="77"/>
                <a:cs typeface="Montserrat Light" pitchFamily="2" charset="77"/>
              </a:rPr>
              <a:t> </a:t>
            </a:r>
            <a:r>
              <a:rPr lang="en-US" altLang="en-US" sz="1400" err="1">
                <a:solidFill>
                  <a:schemeClr val="bg1"/>
                </a:solidFill>
                <a:latin typeface="+mn-lt"/>
                <a:ea typeface="Montserrat Light" pitchFamily="2" charset="77"/>
                <a:cs typeface="Montserrat Light" pitchFamily="2" charset="77"/>
              </a:rPr>
              <a:t>incididunt</a:t>
            </a:r>
            <a:r>
              <a:rPr lang="en-US" altLang="en-US" sz="1400">
                <a:solidFill>
                  <a:schemeClr val="bg1"/>
                </a:solidFill>
                <a:latin typeface="+mn-lt"/>
                <a:ea typeface="Montserrat Light" pitchFamily="2" charset="77"/>
                <a:cs typeface="Montserrat Light" pitchFamily="2" charset="77"/>
              </a:rPr>
              <a:t> </a:t>
            </a:r>
            <a:r>
              <a:rPr lang="en-US" altLang="en-US" sz="1400" err="1">
                <a:solidFill>
                  <a:schemeClr val="bg1"/>
                </a:solidFill>
                <a:latin typeface="+mn-lt"/>
                <a:ea typeface="Montserrat Light" pitchFamily="2" charset="77"/>
                <a:cs typeface="Montserrat Light" pitchFamily="2" charset="77"/>
              </a:rPr>
              <a:t>ut</a:t>
            </a:r>
            <a:r>
              <a:rPr lang="en-US" altLang="en-US" sz="1400">
                <a:solidFill>
                  <a:schemeClr val="bg1"/>
                </a:solidFill>
                <a:latin typeface="+mn-lt"/>
                <a:ea typeface="Montserrat Light" pitchFamily="2" charset="77"/>
                <a:cs typeface="Montserrat Light" pitchFamily="2" charset="77"/>
              </a:rPr>
              <a:t> labore et dolore magna </a:t>
            </a:r>
            <a:r>
              <a:rPr lang="en-US" altLang="en-US" sz="1400" err="1">
                <a:solidFill>
                  <a:schemeClr val="bg1"/>
                </a:solidFill>
                <a:latin typeface="+mn-lt"/>
                <a:ea typeface="Montserrat Light" pitchFamily="2" charset="77"/>
                <a:cs typeface="Montserrat Light" pitchFamily="2" charset="77"/>
              </a:rPr>
              <a:t>aliqua</a:t>
            </a:r>
            <a:r>
              <a:rPr lang="en-US" altLang="en-US" sz="1400">
                <a:solidFill>
                  <a:schemeClr val="bg1"/>
                </a:solidFill>
                <a:latin typeface="+mn-lt"/>
                <a:ea typeface="Montserrat Light" pitchFamily="2" charset="77"/>
                <a:cs typeface="Montserrat Light" pitchFamily="2" charset="77"/>
              </a:rPr>
              <a:t>. </a:t>
            </a:r>
          </a:p>
        </p:txBody>
      </p:sp>
      <p:sp>
        <p:nvSpPr>
          <p:cNvPr id="21" name="Rectangle 20">
            <a:extLst>
              <a:ext uri="{FF2B5EF4-FFF2-40B4-BE49-F238E27FC236}">
                <a16:creationId xmlns:a16="http://schemas.microsoft.com/office/drawing/2014/main" id="{A010E702-DEF6-252E-78A9-C49A5B0641F9}"/>
              </a:ext>
            </a:extLst>
          </p:cNvPr>
          <p:cNvSpPr/>
          <p:nvPr/>
        </p:nvSpPr>
        <p:spPr>
          <a:xfrm>
            <a:off x="1959053" y="1897200"/>
            <a:ext cx="2180492" cy="1062000"/>
          </a:xfrm>
          <a:prstGeom prst="rect">
            <a:avLst/>
          </a:prstGeom>
          <a:solidFill>
            <a:schemeClr val="bg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CA" sz="2000" noProof="0">
                <a:solidFill>
                  <a:schemeClr val="bg2"/>
                </a:solidFill>
              </a:rPr>
              <a:t>Logo here</a:t>
            </a:r>
          </a:p>
        </p:txBody>
      </p:sp>
      <p:sp>
        <p:nvSpPr>
          <p:cNvPr id="22" name="TextBox 44">
            <a:extLst>
              <a:ext uri="{FF2B5EF4-FFF2-40B4-BE49-F238E27FC236}">
                <a16:creationId xmlns:a16="http://schemas.microsoft.com/office/drawing/2014/main" id="{1F1BB1E8-3A00-147C-B4E9-BA3138D54A05}"/>
              </a:ext>
            </a:extLst>
          </p:cNvPr>
          <p:cNvSpPr txBox="1">
            <a:spLocks noChangeArrowheads="1"/>
          </p:cNvSpPr>
          <p:nvPr/>
        </p:nvSpPr>
        <p:spPr bwMode="auto">
          <a:xfrm>
            <a:off x="6580404" y="2610212"/>
            <a:ext cx="4803548" cy="3920188"/>
          </a:xfrm>
          <a:prstGeom prst="rect">
            <a:avLst/>
          </a:prstGeom>
          <a:solidFill>
            <a:schemeClr val="bg1"/>
          </a:solidFill>
          <a:ln>
            <a:solidFill>
              <a:schemeClr val="accent5"/>
            </a:solidFill>
          </a:ln>
        </p:spPr>
        <p:txBody>
          <a:bodyPr wrap="square" lIns="182880" tIns="548640" rIns="914400" bIns="365760">
            <a:noAutofit/>
          </a:bodyPr>
          <a:lstStyle>
            <a:lvl1pPr>
              <a:defRPr sz="3600">
                <a:solidFill>
                  <a:schemeClr val="tx1"/>
                </a:solidFill>
                <a:latin typeface="Lato Light" panose="020F0302020204030204" pitchFamily="34" charset="0"/>
              </a:defRPr>
            </a:lvl1pPr>
            <a:lvl2pPr marL="742950" indent="-285750">
              <a:defRPr sz="3600">
                <a:solidFill>
                  <a:schemeClr val="tx1"/>
                </a:solidFill>
                <a:latin typeface="Lato Light" panose="020F0302020204030204" pitchFamily="34" charset="0"/>
              </a:defRPr>
            </a:lvl2pPr>
            <a:lvl3pPr marL="1143000" indent="-228600">
              <a:defRPr sz="3600">
                <a:solidFill>
                  <a:schemeClr val="tx1"/>
                </a:solidFill>
                <a:latin typeface="Lato Light" panose="020F0302020204030204" pitchFamily="34" charset="0"/>
              </a:defRPr>
            </a:lvl3pPr>
            <a:lvl4pPr marL="1600200" indent="-228600">
              <a:defRPr sz="3600">
                <a:solidFill>
                  <a:schemeClr val="tx1"/>
                </a:solidFill>
                <a:latin typeface="Lato Light" panose="020F0302020204030204" pitchFamily="34" charset="0"/>
              </a:defRPr>
            </a:lvl4pPr>
            <a:lvl5pPr marL="2057400" indent="-228600">
              <a:defRPr sz="3600">
                <a:solidFill>
                  <a:schemeClr val="tx1"/>
                </a:solidFill>
                <a:latin typeface="Lato Light" panose="020F0302020204030204" pitchFamily="34" charset="0"/>
              </a:defRPr>
            </a:lvl5pPr>
            <a:lvl6pPr marL="2514600" indent="-228600" defTabSz="1827213" fontAlgn="base">
              <a:spcBef>
                <a:spcPct val="0"/>
              </a:spcBef>
              <a:spcAft>
                <a:spcPct val="0"/>
              </a:spcAft>
              <a:defRPr sz="3600">
                <a:solidFill>
                  <a:schemeClr val="tx1"/>
                </a:solidFill>
                <a:latin typeface="Lato Light" panose="020F0302020204030204" pitchFamily="34" charset="0"/>
              </a:defRPr>
            </a:lvl6pPr>
            <a:lvl7pPr marL="2971800" indent="-228600" defTabSz="1827213" fontAlgn="base">
              <a:spcBef>
                <a:spcPct val="0"/>
              </a:spcBef>
              <a:spcAft>
                <a:spcPct val="0"/>
              </a:spcAft>
              <a:defRPr sz="3600">
                <a:solidFill>
                  <a:schemeClr val="tx1"/>
                </a:solidFill>
                <a:latin typeface="Lato Light" panose="020F0302020204030204" pitchFamily="34" charset="0"/>
              </a:defRPr>
            </a:lvl7pPr>
            <a:lvl8pPr marL="3429000" indent="-228600" defTabSz="1827213" fontAlgn="base">
              <a:spcBef>
                <a:spcPct val="0"/>
              </a:spcBef>
              <a:spcAft>
                <a:spcPct val="0"/>
              </a:spcAft>
              <a:defRPr sz="3600">
                <a:solidFill>
                  <a:schemeClr val="tx1"/>
                </a:solidFill>
                <a:latin typeface="Lato Light" panose="020F0302020204030204" pitchFamily="34" charset="0"/>
              </a:defRPr>
            </a:lvl8pPr>
            <a:lvl9pPr marL="3886200" indent="-228600" defTabSz="1827213" fontAlgn="base">
              <a:spcBef>
                <a:spcPct val="0"/>
              </a:spcBef>
              <a:spcAft>
                <a:spcPct val="0"/>
              </a:spcAft>
              <a:defRPr sz="3600">
                <a:solidFill>
                  <a:schemeClr val="tx1"/>
                </a:solidFill>
                <a:latin typeface="Lato Light" panose="020F0302020204030204" pitchFamily="34" charset="0"/>
              </a:defRPr>
            </a:lvl9pPr>
          </a:lstStyle>
          <a:p>
            <a:pPr algn="ctr">
              <a:lnSpc>
                <a:spcPts val="2000"/>
              </a:lnSpc>
              <a:spcBef>
                <a:spcPts val="600"/>
              </a:spcBef>
              <a:spcAft>
                <a:spcPts val="600"/>
              </a:spcAft>
            </a:pPr>
            <a:r>
              <a:rPr lang="en-US" sz="1600" b="1">
                <a:latin typeface="Open Sans Semibold" panose="020B0606030504020204" pitchFamily="34" charset="0"/>
                <a:ea typeface="Open Sans Semibold" panose="020B0606030504020204" pitchFamily="34" charset="0"/>
                <a:cs typeface="Open Sans Semibold" panose="020B0606030504020204" pitchFamily="34" charset="0"/>
              </a:rPr>
              <a:t>Our Proposed Triple-Play Solution</a:t>
            </a:r>
            <a:endParaRPr lang="en-US" altLang="en-US" sz="1600" b="1">
              <a:latin typeface="Open Sans Semibold" panose="020B0606030504020204" pitchFamily="34" charset="0"/>
              <a:ea typeface="Open Sans Semibold" panose="020B0606030504020204" pitchFamily="34" charset="0"/>
              <a:cs typeface="Open Sans Semibold" panose="020B0606030504020204" pitchFamily="34" charset="0"/>
            </a:endParaRPr>
          </a:p>
          <a:p>
            <a:pPr marL="292100" indent="-292100">
              <a:lnSpc>
                <a:spcPts val="1800"/>
              </a:lnSpc>
              <a:spcBef>
                <a:spcPts val="300"/>
              </a:spcBef>
              <a:buFont typeface="+mj-lt"/>
              <a:buAutoNum type="arabicPeriod"/>
            </a:pPr>
            <a:r>
              <a:rPr lang="en-US" altLang="en-US" sz="1400">
                <a:latin typeface="+mn-lt"/>
                <a:ea typeface="Montserrat Light" pitchFamily="2" charset="77"/>
                <a:cs typeface="Montserrat Light" pitchFamily="2" charset="77"/>
              </a:rPr>
              <a:t>Centralized team acting as SPOC and managing services and local brokers </a:t>
            </a:r>
            <a:br>
              <a:rPr lang="en-US" altLang="en-US" sz="1400">
                <a:latin typeface="+mn-lt"/>
                <a:ea typeface="Montserrat Light" pitchFamily="2" charset="77"/>
                <a:cs typeface="Montserrat Light" pitchFamily="2" charset="77"/>
              </a:rPr>
            </a:br>
            <a:r>
              <a:rPr lang="en-US" altLang="en-US" sz="1400">
                <a:latin typeface="+mn-lt"/>
                <a:ea typeface="Montserrat Light" pitchFamily="2" charset="77"/>
                <a:cs typeface="Montserrat Light" pitchFamily="2" charset="77"/>
              </a:rPr>
              <a:t>in selected markets</a:t>
            </a:r>
          </a:p>
          <a:p>
            <a:pPr marL="292100" indent="-292100">
              <a:lnSpc>
                <a:spcPts val="1800"/>
              </a:lnSpc>
              <a:spcBef>
                <a:spcPts val="300"/>
              </a:spcBef>
              <a:buFont typeface="+mj-lt"/>
              <a:buAutoNum type="arabicPeriod"/>
            </a:pPr>
            <a:r>
              <a:rPr lang="en-US" altLang="en-US" sz="1400">
                <a:latin typeface="+mn-lt"/>
                <a:ea typeface="Montserrat Light" pitchFamily="2" charset="77"/>
                <a:cs typeface="Montserrat Light" pitchFamily="2" charset="77"/>
              </a:rPr>
              <a:t>Proactively bringing insights and ideas </a:t>
            </a:r>
            <a:br>
              <a:rPr lang="en-US" altLang="en-US" sz="1400">
                <a:latin typeface="+mn-lt"/>
                <a:ea typeface="Montserrat Light" pitchFamily="2" charset="77"/>
                <a:cs typeface="Montserrat Light" pitchFamily="2" charset="77"/>
              </a:rPr>
            </a:br>
            <a:r>
              <a:rPr lang="en-US" altLang="en-US" sz="1400">
                <a:latin typeface="+mn-lt"/>
                <a:ea typeface="Montserrat Light" pitchFamily="2" charset="77"/>
                <a:cs typeface="Montserrat Light" pitchFamily="2" charset="77"/>
              </a:rPr>
              <a:t>to optimize space and identify opportunities early</a:t>
            </a:r>
          </a:p>
          <a:p>
            <a:pPr marL="292100" indent="-292100">
              <a:lnSpc>
                <a:spcPts val="1800"/>
              </a:lnSpc>
              <a:spcBef>
                <a:spcPts val="300"/>
              </a:spcBef>
              <a:buFont typeface="+mj-lt"/>
              <a:buAutoNum type="arabicPeriod"/>
            </a:pPr>
            <a:r>
              <a:rPr lang="en-US" altLang="en-US" sz="1400">
                <a:latin typeface="+mn-lt"/>
                <a:ea typeface="Montserrat Light" pitchFamily="2" charset="77"/>
                <a:cs typeface="Montserrat Light" pitchFamily="2" charset="77"/>
              </a:rPr>
              <a:t>Well managed network of best-in-class local brokers</a:t>
            </a:r>
          </a:p>
          <a:p>
            <a:pPr marL="292100" indent="-292100">
              <a:lnSpc>
                <a:spcPts val="1800"/>
              </a:lnSpc>
              <a:spcBef>
                <a:spcPts val="300"/>
              </a:spcBef>
              <a:buFont typeface="+mj-lt"/>
              <a:buAutoNum type="arabicPeriod"/>
            </a:pPr>
            <a:r>
              <a:rPr lang="en-US" altLang="en-US" sz="1400">
                <a:latin typeface="+mn-lt"/>
                <a:ea typeface="Montserrat Light" pitchFamily="2" charset="77"/>
                <a:cs typeface="Montserrat Light" pitchFamily="2" charset="77"/>
              </a:rPr>
              <a:t>Optional technology and lease administration services</a:t>
            </a:r>
          </a:p>
          <a:p>
            <a:pPr marL="292100" indent="-292100">
              <a:lnSpc>
                <a:spcPts val="1800"/>
              </a:lnSpc>
              <a:spcBef>
                <a:spcPts val="300"/>
              </a:spcBef>
              <a:buFont typeface="+mj-lt"/>
              <a:buAutoNum type="arabicPeriod"/>
            </a:pPr>
            <a:r>
              <a:rPr lang="en-US" altLang="en-US" sz="1400">
                <a:latin typeface="+mn-lt"/>
                <a:ea typeface="Montserrat Light" pitchFamily="2" charset="77"/>
                <a:cs typeface="Montserrat Light" pitchFamily="2" charset="77"/>
              </a:rPr>
              <a:t>Access to database and insights from our best-in-class Research team</a:t>
            </a:r>
          </a:p>
        </p:txBody>
      </p:sp>
      <p:pic>
        <p:nvPicPr>
          <p:cNvPr id="24" name="Graphic 23">
            <a:extLst>
              <a:ext uri="{FF2B5EF4-FFF2-40B4-BE49-F238E27FC236}">
                <a16:creationId xmlns:a16="http://schemas.microsoft.com/office/drawing/2014/main" id="{7161BD15-BCE8-7B1D-0326-2AA143C0417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417937" y="4098600"/>
            <a:ext cx="1149651" cy="1082307"/>
          </a:xfrm>
          <a:prstGeom prst="rect">
            <a:avLst/>
          </a:prstGeom>
        </p:spPr>
      </p:pic>
      <p:pic>
        <p:nvPicPr>
          <p:cNvPr id="25" name="Picture 24" descr="Logo&#10;&#10;Description automatically generated">
            <a:extLst>
              <a:ext uri="{FF2B5EF4-FFF2-40B4-BE49-F238E27FC236}">
                <a16:creationId xmlns:a16="http://schemas.microsoft.com/office/drawing/2014/main" id="{A3319A4F-B5AF-8DFE-2097-C494B9378D6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187940" y="2117932"/>
            <a:ext cx="1588476" cy="905391"/>
          </a:xfrm>
          <a:prstGeom prst="rect">
            <a:avLst/>
          </a:prstGeom>
        </p:spPr>
      </p:pic>
      <p:sp>
        <p:nvSpPr>
          <p:cNvPr id="26" name="Rectangle 25">
            <a:extLst>
              <a:ext uri="{FF2B5EF4-FFF2-40B4-BE49-F238E27FC236}">
                <a16:creationId xmlns:a16="http://schemas.microsoft.com/office/drawing/2014/main" id="{5DCDEB05-971D-8316-100A-1BF7532F777F}"/>
              </a:ext>
            </a:extLst>
          </p:cNvPr>
          <p:cNvSpPr/>
          <p:nvPr/>
        </p:nvSpPr>
        <p:spPr>
          <a:xfrm>
            <a:off x="10602006" y="2982317"/>
            <a:ext cx="1361738" cy="914400"/>
          </a:xfrm>
          <a:prstGeom prst="rect">
            <a:avLst/>
          </a:prstGeom>
          <a:solidFill>
            <a:schemeClr val="accent5"/>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8000" b="1" noProof="0">
                <a:solidFill>
                  <a:schemeClr val="bg1">
                    <a:alpha val="49962"/>
                  </a:schemeClr>
                </a:solidFill>
                <a:latin typeface="Open Sans Semibold" panose="020B0606030504020204" pitchFamily="34" charset="0"/>
                <a:ea typeface="Open Sans Semibold" panose="020B0606030504020204" pitchFamily="34" charset="0"/>
                <a:cs typeface="Open Sans Semibold" panose="020B0606030504020204" pitchFamily="34" charset="0"/>
              </a:rPr>
              <a:t>1</a:t>
            </a:r>
          </a:p>
        </p:txBody>
      </p:sp>
      <p:sp>
        <p:nvSpPr>
          <p:cNvPr id="27" name="TextBox 44">
            <a:extLst>
              <a:ext uri="{FF2B5EF4-FFF2-40B4-BE49-F238E27FC236}">
                <a16:creationId xmlns:a16="http://schemas.microsoft.com/office/drawing/2014/main" id="{5B35B102-6B4A-EE3D-674C-31287C95810F}"/>
              </a:ext>
            </a:extLst>
          </p:cNvPr>
          <p:cNvSpPr txBox="1">
            <a:spLocks noChangeArrowheads="1"/>
          </p:cNvSpPr>
          <p:nvPr/>
        </p:nvSpPr>
        <p:spPr bwMode="auto">
          <a:xfrm>
            <a:off x="10632141" y="3093603"/>
            <a:ext cx="1331603" cy="691828"/>
          </a:xfrm>
          <a:prstGeom prst="rect">
            <a:avLst/>
          </a:prstGeom>
          <a:noFill/>
          <a:ln>
            <a:noFill/>
          </a:ln>
        </p:spPr>
        <p:txBody>
          <a:bodyPr wrap="square" lIns="0" tIns="0" rIns="0" bIns="0" anchor="ctr" anchorCtr="0">
            <a:noAutofit/>
          </a:bodyPr>
          <a:lstStyle>
            <a:lvl1pPr>
              <a:defRPr sz="3600">
                <a:solidFill>
                  <a:schemeClr val="tx1"/>
                </a:solidFill>
                <a:latin typeface="Lato Light" panose="020F0302020204030204" pitchFamily="34" charset="0"/>
              </a:defRPr>
            </a:lvl1pPr>
            <a:lvl2pPr marL="742950" indent="-285750">
              <a:defRPr sz="3600">
                <a:solidFill>
                  <a:schemeClr val="tx1"/>
                </a:solidFill>
                <a:latin typeface="Lato Light" panose="020F0302020204030204" pitchFamily="34" charset="0"/>
              </a:defRPr>
            </a:lvl2pPr>
            <a:lvl3pPr marL="1143000" indent="-228600">
              <a:defRPr sz="3600">
                <a:solidFill>
                  <a:schemeClr val="tx1"/>
                </a:solidFill>
                <a:latin typeface="Lato Light" panose="020F0302020204030204" pitchFamily="34" charset="0"/>
              </a:defRPr>
            </a:lvl3pPr>
            <a:lvl4pPr marL="1600200" indent="-228600">
              <a:defRPr sz="3600">
                <a:solidFill>
                  <a:schemeClr val="tx1"/>
                </a:solidFill>
                <a:latin typeface="Lato Light" panose="020F0302020204030204" pitchFamily="34" charset="0"/>
              </a:defRPr>
            </a:lvl4pPr>
            <a:lvl5pPr marL="2057400" indent="-228600">
              <a:defRPr sz="3600">
                <a:solidFill>
                  <a:schemeClr val="tx1"/>
                </a:solidFill>
                <a:latin typeface="Lato Light" panose="020F0302020204030204" pitchFamily="34" charset="0"/>
              </a:defRPr>
            </a:lvl5pPr>
            <a:lvl6pPr marL="2514600" indent="-228600" defTabSz="1827213" fontAlgn="base">
              <a:spcBef>
                <a:spcPct val="0"/>
              </a:spcBef>
              <a:spcAft>
                <a:spcPct val="0"/>
              </a:spcAft>
              <a:defRPr sz="3600">
                <a:solidFill>
                  <a:schemeClr val="tx1"/>
                </a:solidFill>
                <a:latin typeface="Lato Light" panose="020F0302020204030204" pitchFamily="34" charset="0"/>
              </a:defRPr>
            </a:lvl6pPr>
            <a:lvl7pPr marL="2971800" indent="-228600" defTabSz="1827213" fontAlgn="base">
              <a:spcBef>
                <a:spcPct val="0"/>
              </a:spcBef>
              <a:spcAft>
                <a:spcPct val="0"/>
              </a:spcAft>
              <a:defRPr sz="3600">
                <a:solidFill>
                  <a:schemeClr val="tx1"/>
                </a:solidFill>
                <a:latin typeface="Lato Light" panose="020F0302020204030204" pitchFamily="34" charset="0"/>
              </a:defRPr>
            </a:lvl7pPr>
            <a:lvl8pPr marL="3429000" indent="-228600" defTabSz="1827213" fontAlgn="base">
              <a:spcBef>
                <a:spcPct val="0"/>
              </a:spcBef>
              <a:spcAft>
                <a:spcPct val="0"/>
              </a:spcAft>
              <a:defRPr sz="3600">
                <a:solidFill>
                  <a:schemeClr val="tx1"/>
                </a:solidFill>
                <a:latin typeface="Lato Light" panose="020F0302020204030204" pitchFamily="34" charset="0"/>
              </a:defRPr>
            </a:lvl8pPr>
            <a:lvl9pPr marL="3886200" indent="-228600" defTabSz="1827213" fontAlgn="base">
              <a:spcBef>
                <a:spcPct val="0"/>
              </a:spcBef>
              <a:spcAft>
                <a:spcPct val="0"/>
              </a:spcAft>
              <a:defRPr sz="3600">
                <a:solidFill>
                  <a:schemeClr val="tx1"/>
                </a:solidFill>
                <a:latin typeface="Lato Light" panose="020F0302020204030204" pitchFamily="34" charset="0"/>
              </a:defRPr>
            </a:lvl9pPr>
          </a:lstStyle>
          <a:p>
            <a:pPr algn="ctr">
              <a:lnSpc>
                <a:spcPts val="1800"/>
              </a:lnSpc>
              <a:spcBef>
                <a:spcPts val="300"/>
              </a:spcBef>
            </a:pPr>
            <a:r>
              <a:rPr lang="en-US" altLang="en-US" sz="1200">
                <a:solidFill>
                  <a:schemeClr val="bg1"/>
                </a:solidFill>
                <a:latin typeface="+mn-lt"/>
                <a:ea typeface="Montserrat Light" pitchFamily="2" charset="77"/>
                <a:cs typeface="Montserrat Light" pitchFamily="2" charset="77"/>
              </a:rPr>
              <a:t>Best-in-Class Brokerage</a:t>
            </a:r>
          </a:p>
        </p:txBody>
      </p:sp>
      <p:sp>
        <p:nvSpPr>
          <p:cNvPr id="29" name="Rectangle 28">
            <a:extLst>
              <a:ext uri="{FF2B5EF4-FFF2-40B4-BE49-F238E27FC236}">
                <a16:creationId xmlns:a16="http://schemas.microsoft.com/office/drawing/2014/main" id="{1D966D2C-1419-0D22-AD38-CA9636D006EB}"/>
              </a:ext>
            </a:extLst>
          </p:cNvPr>
          <p:cNvSpPr/>
          <p:nvPr/>
        </p:nvSpPr>
        <p:spPr>
          <a:xfrm>
            <a:off x="10602006" y="4114425"/>
            <a:ext cx="1361738" cy="914400"/>
          </a:xfrm>
          <a:prstGeom prst="rect">
            <a:avLst/>
          </a:prstGeom>
          <a:solidFill>
            <a:schemeClr val="accent5"/>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8000" b="1">
                <a:solidFill>
                  <a:schemeClr val="bg1">
                    <a:alpha val="49962"/>
                  </a:schemeClr>
                </a:solidFill>
                <a:latin typeface="Open Sans Semibold" panose="020B0606030504020204" pitchFamily="34" charset="0"/>
                <a:ea typeface="Open Sans Semibold" panose="020B0606030504020204" pitchFamily="34" charset="0"/>
                <a:cs typeface="Open Sans Semibold" panose="020B0606030504020204" pitchFamily="34" charset="0"/>
              </a:rPr>
              <a:t>2</a:t>
            </a:r>
          </a:p>
        </p:txBody>
      </p:sp>
      <p:sp>
        <p:nvSpPr>
          <p:cNvPr id="30" name="TextBox 44">
            <a:extLst>
              <a:ext uri="{FF2B5EF4-FFF2-40B4-BE49-F238E27FC236}">
                <a16:creationId xmlns:a16="http://schemas.microsoft.com/office/drawing/2014/main" id="{FA340D4F-FCC7-1C53-294E-CBC66DECEBA6}"/>
              </a:ext>
            </a:extLst>
          </p:cNvPr>
          <p:cNvSpPr txBox="1">
            <a:spLocks noChangeArrowheads="1"/>
          </p:cNvSpPr>
          <p:nvPr/>
        </p:nvSpPr>
        <p:spPr bwMode="auto">
          <a:xfrm>
            <a:off x="10632141" y="4225711"/>
            <a:ext cx="1331603" cy="691828"/>
          </a:xfrm>
          <a:prstGeom prst="rect">
            <a:avLst/>
          </a:prstGeom>
          <a:noFill/>
          <a:ln>
            <a:noFill/>
          </a:ln>
        </p:spPr>
        <p:txBody>
          <a:bodyPr wrap="square" lIns="0" tIns="0" rIns="0" bIns="0" anchor="ctr" anchorCtr="0">
            <a:noAutofit/>
          </a:bodyPr>
          <a:lstStyle>
            <a:lvl1pPr>
              <a:defRPr sz="3600">
                <a:solidFill>
                  <a:schemeClr val="tx1"/>
                </a:solidFill>
                <a:latin typeface="Lato Light" panose="020F0302020204030204" pitchFamily="34" charset="0"/>
              </a:defRPr>
            </a:lvl1pPr>
            <a:lvl2pPr marL="742950" indent="-285750">
              <a:defRPr sz="3600">
                <a:solidFill>
                  <a:schemeClr val="tx1"/>
                </a:solidFill>
                <a:latin typeface="Lato Light" panose="020F0302020204030204" pitchFamily="34" charset="0"/>
              </a:defRPr>
            </a:lvl2pPr>
            <a:lvl3pPr marL="1143000" indent="-228600">
              <a:defRPr sz="3600">
                <a:solidFill>
                  <a:schemeClr val="tx1"/>
                </a:solidFill>
                <a:latin typeface="Lato Light" panose="020F0302020204030204" pitchFamily="34" charset="0"/>
              </a:defRPr>
            </a:lvl3pPr>
            <a:lvl4pPr marL="1600200" indent="-228600">
              <a:defRPr sz="3600">
                <a:solidFill>
                  <a:schemeClr val="tx1"/>
                </a:solidFill>
                <a:latin typeface="Lato Light" panose="020F0302020204030204" pitchFamily="34" charset="0"/>
              </a:defRPr>
            </a:lvl4pPr>
            <a:lvl5pPr marL="2057400" indent="-228600">
              <a:defRPr sz="3600">
                <a:solidFill>
                  <a:schemeClr val="tx1"/>
                </a:solidFill>
                <a:latin typeface="Lato Light" panose="020F0302020204030204" pitchFamily="34" charset="0"/>
              </a:defRPr>
            </a:lvl5pPr>
            <a:lvl6pPr marL="2514600" indent="-228600" defTabSz="1827213" fontAlgn="base">
              <a:spcBef>
                <a:spcPct val="0"/>
              </a:spcBef>
              <a:spcAft>
                <a:spcPct val="0"/>
              </a:spcAft>
              <a:defRPr sz="3600">
                <a:solidFill>
                  <a:schemeClr val="tx1"/>
                </a:solidFill>
                <a:latin typeface="Lato Light" panose="020F0302020204030204" pitchFamily="34" charset="0"/>
              </a:defRPr>
            </a:lvl6pPr>
            <a:lvl7pPr marL="2971800" indent="-228600" defTabSz="1827213" fontAlgn="base">
              <a:spcBef>
                <a:spcPct val="0"/>
              </a:spcBef>
              <a:spcAft>
                <a:spcPct val="0"/>
              </a:spcAft>
              <a:defRPr sz="3600">
                <a:solidFill>
                  <a:schemeClr val="tx1"/>
                </a:solidFill>
                <a:latin typeface="Lato Light" panose="020F0302020204030204" pitchFamily="34" charset="0"/>
              </a:defRPr>
            </a:lvl7pPr>
            <a:lvl8pPr marL="3429000" indent="-228600" defTabSz="1827213" fontAlgn="base">
              <a:spcBef>
                <a:spcPct val="0"/>
              </a:spcBef>
              <a:spcAft>
                <a:spcPct val="0"/>
              </a:spcAft>
              <a:defRPr sz="3600">
                <a:solidFill>
                  <a:schemeClr val="tx1"/>
                </a:solidFill>
                <a:latin typeface="Lato Light" panose="020F0302020204030204" pitchFamily="34" charset="0"/>
              </a:defRPr>
            </a:lvl8pPr>
            <a:lvl9pPr marL="3886200" indent="-228600" defTabSz="1827213" fontAlgn="base">
              <a:spcBef>
                <a:spcPct val="0"/>
              </a:spcBef>
              <a:spcAft>
                <a:spcPct val="0"/>
              </a:spcAft>
              <a:defRPr sz="3600">
                <a:solidFill>
                  <a:schemeClr val="tx1"/>
                </a:solidFill>
                <a:latin typeface="Lato Light" panose="020F0302020204030204" pitchFamily="34" charset="0"/>
              </a:defRPr>
            </a:lvl9pPr>
          </a:lstStyle>
          <a:p>
            <a:pPr algn="ctr">
              <a:lnSpc>
                <a:spcPts val="1800"/>
              </a:lnSpc>
              <a:spcBef>
                <a:spcPts val="300"/>
              </a:spcBef>
            </a:pPr>
            <a:r>
              <a:rPr lang="en-US" altLang="en-US" sz="1200">
                <a:solidFill>
                  <a:schemeClr val="bg1"/>
                </a:solidFill>
                <a:latin typeface="+mn-lt"/>
                <a:ea typeface="Montserrat Light" pitchFamily="2" charset="77"/>
                <a:cs typeface="Montserrat Light" pitchFamily="2" charset="77"/>
              </a:rPr>
              <a:t>In-depth Market Knowledge</a:t>
            </a:r>
          </a:p>
        </p:txBody>
      </p:sp>
      <p:sp>
        <p:nvSpPr>
          <p:cNvPr id="31" name="Rectangle 30">
            <a:extLst>
              <a:ext uri="{FF2B5EF4-FFF2-40B4-BE49-F238E27FC236}">
                <a16:creationId xmlns:a16="http://schemas.microsoft.com/office/drawing/2014/main" id="{1404B876-7F1C-4A8F-65D9-97337618105F}"/>
              </a:ext>
            </a:extLst>
          </p:cNvPr>
          <p:cNvSpPr/>
          <p:nvPr/>
        </p:nvSpPr>
        <p:spPr>
          <a:xfrm>
            <a:off x="10602006" y="5274000"/>
            <a:ext cx="1361738" cy="914400"/>
          </a:xfrm>
          <a:prstGeom prst="rect">
            <a:avLst/>
          </a:prstGeom>
          <a:solidFill>
            <a:schemeClr val="accent5"/>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8000" b="1">
                <a:solidFill>
                  <a:schemeClr val="bg1">
                    <a:alpha val="49962"/>
                  </a:schemeClr>
                </a:solidFill>
                <a:latin typeface="Open Sans Semibold" panose="020B0606030504020204" pitchFamily="34" charset="0"/>
                <a:ea typeface="Open Sans Semibold" panose="020B0606030504020204" pitchFamily="34" charset="0"/>
                <a:cs typeface="Open Sans Semibold" panose="020B0606030504020204" pitchFamily="34" charset="0"/>
              </a:rPr>
              <a:t>3</a:t>
            </a:r>
          </a:p>
        </p:txBody>
      </p:sp>
      <p:sp>
        <p:nvSpPr>
          <p:cNvPr id="32" name="TextBox 44">
            <a:extLst>
              <a:ext uri="{FF2B5EF4-FFF2-40B4-BE49-F238E27FC236}">
                <a16:creationId xmlns:a16="http://schemas.microsoft.com/office/drawing/2014/main" id="{5261FC80-0BE7-1FF2-2118-4BC9FAE501FA}"/>
              </a:ext>
            </a:extLst>
          </p:cNvPr>
          <p:cNvSpPr txBox="1">
            <a:spLocks noChangeArrowheads="1"/>
          </p:cNvSpPr>
          <p:nvPr/>
        </p:nvSpPr>
        <p:spPr bwMode="auto">
          <a:xfrm>
            <a:off x="10632141" y="5385286"/>
            <a:ext cx="1331603" cy="691828"/>
          </a:xfrm>
          <a:prstGeom prst="rect">
            <a:avLst/>
          </a:prstGeom>
          <a:noFill/>
          <a:ln>
            <a:noFill/>
          </a:ln>
        </p:spPr>
        <p:txBody>
          <a:bodyPr wrap="square" lIns="0" tIns="0" rIns="0" bIns="0" anchor="ctr" anchorCtr="0">
            <a:noAutofit/>
          </a:bodyPr>
          <a:lstStyle>
            <a:lvl1pPr>
              <a:defRPr sz="3600">
                <a:solidFill>
                  <a:schemeClr val="tx1"/>
                </a:solidFill>
                <a:latin typeface="Lato Light" panose="020F0302020204030204" pitchFamily="34" charset="0"/>
              </a:defRPr>
            </a:lvl1pPr>
            <a:lvl2pPr marL="742950" indent="-285750">
              <a:defRPr sz="3600">
                <a:solidFill>
                  <a:schemeClr val="tx1"/>
                </a:solidFill>
                <a:latin typeface="Lato Light" panose="020F0302020204030204" pitchFamily="34" charset="0"/>
              </a:defRPr>
            </a:lvl2pPr>
            <a:lvl3pPr marL="1143000" indent="-228600">
              <a:defRPr sz="3600">
                <a:solidFill>
                  <a:schemeClr val="tx1"/>
                </a:solidFill>
                <a:latin typeface="Lato Light" panose="020F0302020204030204" pitchFamily="34" charset="0"/>
              </a:defRPr>
            </a:lvl3pPr>
            <a:lvl4pPr marL="1600200" indent="-228600">
              <a:defRPr sz="3600">
                <a:solidFill>
                  <a:schemeClr val="tx1"/>
                </a:solidFill>
                <a:latin typeface="Lato Light" panose="020F0302020204030204" pitchFamily="34" charset="0"/>
              </a:defRPr>
            </a:lvl4pPr>
            <a:lvl5pPr marL="2057400" indent="-228600">
              <a:defRPr sz="3600">
                <a:solidFill>
                  <a:schemeClr val="tx1"/>
                </a:solidFill>
                <a:latin typeface="Lato Light" panose="020F0302020204030204" pitchFamily="34" charset="0"/>
              </a:defRPr>
            </a:lvl5pPr>
            <a:lvl6pPr marL="2514600" indent="-228600" defTabSz="1827213" fontAlgn="base">
              <a:spcBef>
                <a:spcPct val="0"/>
              </a:spcBef>
              <a:spcAft>
                <a:spcPct val="0"/>
              </a:spcAft>
              <a:defRPr sz="3600">
                <a:solidFill>
                  <a:schemeClr val="tx1"/>
                </a:solidFill>
                <a:latin typeface="Lato Light" panose="020F0302020204030204" pitchFamily="34" charset="0"/>
              </a:defRPr>
            </a:lvl6pPr>
            <a:lvl7pPr marL="2971800" indent="-228600" defTabSz="1827213" fontAlgn="base">
              <a:spcBef>
                <a:spcPct val="0"/>
              </a:spcBef>
              <a:spcAft>
                <a:spcPct val="0"/>
              </a:spcAft>
              <a:defRPr sz="3600">
                <a:solidFill>
                  <a:schemeClr val="tx1"/>
                </a:solidFill>
                <a:latin typeface="Lato Light" panose="020F0302020204030204" pitchFamily="34" charset="0"/>
              </a:defRPr>
            </a:lvl7pPr>
            <a:lvl8pPr marL="3429000" indent="-228600" defTabSz="1827213" fontAlgn="base">
              <a:spcBef>
                <a:spcPct val="0"/>
              </a:spcBef>
              <a:spcAft>
                <a:spcPct val="0"/>
              </a:spcAft>
              <a:defRPr sz="3600">
                <a:solidFill>
                  <a:schemeClr val="tx1"/>
                </a:solidFill>
                <a:latin typeface="Lato Light" panose="020F0302020204030204" pitchFamily="34" charset="0"/>
              </a:defRPr>
            </a:lvl8pPr>
            <a:lvl9pPr marL="3886200" indent="-228600" defTabSz="1827213" fontAlgn="base">
              <a:spcBef>
                <a:spcPct val="0"/>
              </a:spcBef>
              <a:spcAft>
                <a:spcPct val="0"/>
              </a:spcAft>
              <a:defRPr sz="3600">
                <a:solidFill>
                  <a:schemeClr val="tx1"/>
                </a:solidFill>
                <a:latin typeface="Lato Light" panose="020F0302020204030204" pitchFamily="34" charset="0"/>
              </a:defRPr>
            </a:lvl9pPr>
          </a:lstStyle>
          <a:p>
            <a:pPr algn="ctr">
              <a:lnSpc>
                <a:spcPts val="1800"/>
              </a:lnSpc>
              <a:spcBef>
                <a:spcPts val="300"/>
              </a:spcBef>
            </a:pPr>
            <a:r>
              <a:rPr lang="en-US" altLang="en-US" sz="1200">
                <a:solidFill>
                  <a:schemeClr val="bg1"/>
                </a:solidFill>
                <a:latin typeface="+mn-lt"/>
                <a:ea typeface="Montserrat Light" pitchFamily="2" charset="77"/>
                <a:cs typeface="Montserrat Light" pitchFamily="2" charset="77"/>
              </a:rPr>
              <a:t>Technology </a:t>
            </a:r>
            <a:br>
              <a:rPr lang="en-US" altLang="en-US" sz="1200">
                <a:solidFill>
                  <a:schemeClr val="bg1"/>
                </a:solidFill>
                <a:latin typeface="+mn-lt"/>
                <a:ea typeface="Montserrat Light" pitchFamily="2" charset="77"/>
                <a:cs typeface="Montserrat Light" pitchFamily="2" charset="77"/>
              </a:rPr>
            </a:br>
            <a:r>
              <a:rPr lang="en-US" altLang="en-US" sz="1200">
                <a:solidFill>
                  <a:schemeClr val="bg1"/>
                </a:solidFill>
                <a:latin typeface="+mn-lt"/>
                <a:ea typeface="Montserrat Light" pitchFamily="2" charset="77"/>
                <a:cs typeface="Montserrat Light" pitchFamily="2" charset="77"/>
              </a:rPr>
              <a:t>and Reporting</a:t>
            </a:r>
          </a:p>
        </p:txBody>
      </p:sp>
    </p:spTree>
    <p:custDataLst>
      <p:custData r:id="rId1"/>
      <p:custData r:id="rId2"/>
    </p:custDataLst>
    <p:extLst>
      <p:ext uri="{BB962C8B-B14F-4D97-AF65-F5344CB8AC3E}">
        <p14:creationId xmlns:p14="http://schemas.microsoft.com/office/powerpoint/2010/main" val="37128247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8B9C63FA-A03F-218F-E7DA-522927E93EF2}"/>
              </a:ext>
            </a:extLst>
          </p:cNvPr>
          <p:cNvSpPr/>
          <p:nvPr/>
        </p:nvSpPr>
        <p:spPr>
          <a:xfrm>
            <a:off x="1" y="0"/>
            <a:ext cx="6038667" cy="6858000"/>
          </a:xfrm>
          <a:prstGeom prst="rect">
            <a:avLst/>
          </a:prstGeom>
          <a:solidFill>
            <a:srgbClr val="E5E8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noProof="0" err="1"/>
          </a:p>
        </p:txBody>
      </p:sp>
      <p:sp>
        <p:nvSpPr>
          <p:cNvPr id="2" name="Text Placeholder 1">
            <a:extLst>
              <a:ext uri="{FF2B5EF4-FFF2-40B4-BE49-F238E27FC236}">
                <a16:creationId xmlns:a16="http://schemas.microsoft.com/office/drawing/2014/main" id="{AA7606F7-E22E-43D1-9F59-E73CD6282899}"/>
              </a:ext>
            </a:extLst>
          </p:cNvPr>
          <p:cNvSpPr>
            <a:spLocks noGrp="1"/>
          </p:cNvSpPr>
          <p:nvPr>
            <p:ph type="body" sz="quarter" idx="13"/>
          </p:nvPr>
        </p:nvSpPr>
        <p:spPr/>
        <p:txBody>
          <a:bodyPr/>
          <a:lstStyle/>
          <a:p>
            <a:r>
              <a:rPr lang="en-US" cap="all"/>
              <a:t>Introduction</a:t>
            </a:r>
          </a:p>
        </p:txBody>
      </p:sp>
      <p:sp>
        <p:nvSpPr>
          <p:cNvPr id="3" name="Title 2">
            <a:extLst>
              <a:ext uri="{FF2B5EF4-FFF2-40B4-BE49-F238E27FC236}">
                <a16:creationId xmlns:a16="http://schemas.microsoft.com/office/drawing/2014/main" id="{1D9B33FE-724C-A654-E800-C288F3BEE207}"/>
              </a:ext>
            </a:extLst>
          </p:cNvPr>
          <p:cNvSpPr>
            <a:spLocks noGrp="1"/>
          </p:cNvSpPr>
          <p:nvPr>
            <p:ph type="title"/>
          </p:nvPr>
        </p:nvSpPr>
        <p:spPr>
          <a:xfrm>
            <a:off x="648001" y="1062000"/>
            <a:ext cx="3400018" cy="835200"/>
          </a:xfrm>
        </p:spPr>
        <p:txBody>
          <a:bodyPr/>
          <a:lstStyle/>
          <a:p>
            <a:r>
              <a:rPr lang="en-US"/>
              <a:t>Our Knowledge of the Landlord</a:t>
            </a:r>
          </a:p>
        </p:txBody>
      </p:sp>
      <p:sp>
        <p:nvSpPr>
          <p:cNvPr id="6" name="Footer Placeholder 5">
            <a:extLst>
              <a:ext uri="{FF2B5EF4-FFF2-40B4-BE49-F238E27FC236}">
                <a16:creationId xmlns:a16="http://schemas.microsoft.com/office/drawing/2014/main" id="{7F82D506-B8D4-11F2-F7D5-6752BDC2AAE0}"/>
              </a:ext>
            </a:extLst>
          </p:cNvPr>
          <p:cNvSpPr>
            <a:spLocks noGrp="1"/>
          </p:cNvSpPr>
          <p:nvPr>
            <p:ph type="ftr" sz="quarter" idx="11"/>
          </p:nvPr>
        </p:nvSpPr>
        <p:spPr/>
        <p:txBody>
          <a:bodyPr/>
          <a:lstStyle/>
          <a:p>
            <a:r>
              <a:rPr lang="en-US"/>
              <a:t>Colliers</a:t>
            </a:r>
          </a:p>
        </p:txBody>
      </p:sp>
      <p:sp>
        <p:nvSpPr>
          <p:cNvPr id="7" name="Slide Number Placeholder 6">
            <a:extLst>
              <a:ext uri="{FF2B5EF4-FFF2-40B4-BE49-F238E27FC236}">
                <a16:creationId xmlns:a16="http://schemas.microsoft.com/office/drawing/2014/main" id="{B33ACD2F-6F11-6693-4545-844053695D7A}"/>
              </a:ext>
            </a:extLst>
          </p:cNvPr>
          <p:cNvSpPr>
            <a:spLocks noGrp="1"/>
          </p:cNvSpPr>
          <p:nvPr>
            <p:ph type="sldNum" sz="quarter" idx="12"/>
          </p:nvPr>
        </p:nvSpPr>
        <p:spPr/>
        <p:txBody>
          <a:bodyPr/>
          <a:lstStyle/>
          <a:p>
            <a:fld id="{23AA811B-2EBD-4900-905E-5BE206449611}" type="slidenum">
              <a:rPr lang="en-US" smtClean="0"/>
              <a:pPr/>
              <a:t>16</a:t>
            </a:fld>
            <a:endParaRPr lang="en-US"/>
          </a:p>
        </p:txBody>
      </p:sp>
      <p:graphicFrame>
        <p:nvGraphicFramePr>
          <p:cNvPr id="17" name="Chart 16">
            <a:extLst>
              <a:ext uri="{FF2B5EF4-FFF2-40B4-BE49-F238E27FC236}">
                <a16:creationId xmlns:a16="http://schemas.microsoft.com/office/drawing/2014/main" id="{F48081BD-418D-53E3-750B-DE1F1E46F70E}"/>
              </a:ext>
            </a:extLst>
          </p:cNvPr>
          <p:cNvGraphicFramePr/>
          <p:nvPr/>
        </p:nvGraphicFramePr>
        <p:xfrm>
          <a:off x="7194588" y="896752"/>
          <a:ext cx="4510494" cy="3258389"/>
        </p:xfrm>
        <a:graphic>
          <a:graphicData uri="http://schemas.openxmlformats.org/drawingml/2006/chart">
            <c:chart xmlns:c="http://schemas.openxmlformats.org/drawingml/2006/chart" xmlns:r="http://schemas.openxmlformats.org/officeDocument/2006/relationships" r:id="rId5"/>
          </a:graphicData>
        </a:graphic>
      </p:graphicFrame>
      <p:sp>
        <p:nvSpPr>
          <p:cNvPr id="28" name="Content Placeholder 18">
            <a:extLst>
              <a:ext uri="{FF2B5EF4-FFF2-40B4-BE49-F238E27FC236}">
                <a16:creationId xmlns:a16="http://schemas.microsoft.com/office/drawing/2014/main" id="{CE3BEE75-F5BE-F313-0CE5-F11D743F4E00}"/>
              </a:ext>
            </a:extLst>
          </p:cNvPr>
          <p:cNvSpPr txBox="1">
            <a:spLocks/>
          </p:cNvSpPr>
          <p:nvPr/>
        </p:nvSpPr>
        <p:spPr>
          <a:xfrm>
            <a:off x="647525" y="2475704"/>
            <a:ext cx="4028980" cy="1679437"/>
          </a:xfrm>
          <a:prstGeom prst="rect">
            <a:avLst/>
          </a:prstGeom>
          <a:noFill/>
          <a:ln>
            <a:noFill/>
          </a:ln>
        </p:spPr>
        <p:txBody>
          <a:bodyPr lIns="91440" tIns="91440" rIns="91440" bIns="91440" numCol="1" spcCol="180000" anchor="t" anchorCtr="0"/>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spcBef>
                <a:spcPts val="800"/>
              </a:spcBef>
              <a:spcAft>
                <a:spcPts val="0"/>
              </a:spcAft>
              <a:buNone/>
            </a:pPr>
            <a:r>
              <a:rPr lang="en-US" sz="1200" b="1" kern="1200">
                <a:solidFill>
                  <a:schemeClr val="accent5"/>
                </a:solidFill>
                <a:latin typeface="Open Sans Semibold" panose="020B0606030504020204" pitchFamily="34" charset="0"/>
                <a:ea typeface="Open Sans Semibold" panose="020B0606030504020204" pitchFamily="34" charset="0"/>
                <a:cs typeface="Open Sans Semibold" panose="020B0606030504020204" pitchFamily="34" charset="0"/>
              </a:rPr>
              <a:t>Portfolio Analysis</a:t>
            </a:r>
          </a:p>
          <a:p>
            <a:pPr marL="0" indent="0">
              <a:spcBef>
                <a:spcPts val="800"/>
              </a:spcBef>
              <a:spcAft>
                <a:spcPts val="0"/>
              </a:spcAft>
              <a:buNone/>
            </a:pPr>
            <a:r>
              <a:rPr lang="en-US" sz="1200"/>
              <a:t>Write a few points about your knowledge of the Landlord and their portfolio here, how large is their portfolio, where is it located, what is their vulnerability, and so on. </a:t>
            </a:r>
          </a:p>
          <a:p>
            <a:pPr>
              <a:spcBef>
                <a:spcPts val="800"/>
              </a:spcBef>
              <a:spcAft>
                <a:spcPts val="0"/>
              </a:spcAft>
            </a:pPr>
            <a:r>
              <a:rPr lang="en-US" sz="1200"/>
              <a:t>Lorem ipsum dolor sit </a:t>
            </a:r>
            <a:r>
              <a:rPr lang="en-US" sz="1200" err="1"/>
              <a:t>amet</a:t>
            </a:r>
            <a:r>
              <a:rPr lang="en-US" sz="1200"/>
              <a:t>, </a:t>
            </a:r>
            <a:r>
              <a:rPr lang="en-US" sz="1200" err="1"/>
              <a:t>consectetuer</a:t>
            </a:r>
            <a:r>
              <a:rPr lang="en-US" sz="1200"/>
              <a:t>. </a:t>
            </a:r>
          </a:p>
          <a:p>
            <a:pPr>
              <a:spcBef>
                <a:spcPts val="800"/>
              </a:spcBef>
              <a:spcAft>
                <a:spcPts val="0"/>
              </a:spcAft>
            </a:pPr>
            <a:r>
              <a:rPr lang="en-US" sz="1200"/>
              <a:t>Lorem ipsum dolor sit </a:t>
            </a:r>
            <a:r>
              <a:rPr lang="en-US" sz="1200" err="1"/>
              <a:t>amet</a:t>
            </a:r>
            <a:r>
              <a:rPr lang="en-US" sz="1200"/>
              <a:t>, </a:t>
            </a:r>
            <a:r>
              <a:rPr lang="en-US" sz="1200" err="1"/>
              <a:t>consectetuer</a:t>
            </a:r>
            <a:r>
              <a:rPr lang="en-US" sz="1200"/>
              <a:t>. </a:t>
            </a:r>
          </a:p>
          <a:p>
            <a:pPr marL="0" indent="0">
              <a:lnSpc>
                <a:spcPts val="1200"/>
              </a:lnSpc>
              <a:spcBef>
                <a:spcPts val="800"/>
              </a:spcBef>
              <a:spcAft>
                <a:spcPts val="0"/>
              </a:spcAft>
              <a:buNone/>
            </a:pPr>
            <a:endParaRPr lang="en-US" sz="1100"/>
          </a:p>
        </p:txBody>
      </p:sp>
      <p:sp>
        <p:nvSpPr>
          <p:cNvPr id="29" name="Content Placeholder 18">
            <a:extLst>
              <a:ext uri="{FF2B5EF4-FFF2-40B4-BE49-F238E27FC236}">
                <a16:creationId xmlns:a16="http://schemas.microsoft.com/office/drawing/2014/main" id="{5DE4C904-449D-2F0F-5F63-7040BFDA4ABA}"/>
              </a:ext>
            </a:extLst>
          </p:cNvPr>
          <p:cNvSpPr txBox="1">
            <a:spLocks/>
          </p:cNvSpPr>
          <p:nvPr/>
        </p:nvSpPr>
        <p:spPr>
          <a:xfrm>
            <a:off x="645763" y="4508963"/>
            <a:ext cx="4028980" cy="1679437"/>
          </a:xfrm>
          <a:prstGeom prst="rect">
            <a:avLst/>
          </a:prstGeom>
          <a:noFill/>
          <a:ln>
            <a:noFill/>
          </a:ln>
        </p:spPr>
        <p:txBody>
          <a:bodyPr lIns="91440" tIns="91440" rIns="91440" bIns="91440" numCol="1" spcCol="180000" anchor="t" anchorCtr="0"/>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spcBef>
                <a:spcPts val="800"/>
              </a:spcBef>
              <a:spcAft>
                <a:spcPts val="0"/>
              </a:spcAft>
              <a:buNone/>
            </a:pPr>
            <a:r>
              <a:rPr lang="en-US" sz="1200" b="1" kern="1200">
                <a:solidFill>
                  <a:schemeClr val="accent5"/>
                </a:solidFill>
                <a:latin typeface="Open Sans Semibold" panose="020B0606030504020204" pitchFamily="34" charset="0"/>
                <a:ea typeface="Open Sans Semibold" panose="020B0606030504020204" pitchFamily="34" charset="0"/>
                <a:cs typeface="Open Sans Semibold" panose="020B0606030504020204" pitchFamily="34" charset="0"/>
              </a:rPr>
              <a:t>Relevance to [ Client ]</a:t>
            </a:r>
          </a:p>
          <a:p>
            <a:pPr marL="0" indent="0">
              <a:spcBef>
                <a:spcPts val="800"/>
              </a:spcBef>
              <a:spcAft>
                <a:spcPts val="0"/>
              </a:spcAft>
              <a:buNone/>
            </a:pPr>
            <a:r>
              <a:rPr lang="en-US" sz="1200"/>
              <a:t>Write a few points about how your knowledge </a:t>
            </a:r>
            <a:br>
              <a:rPr lang="en-US" sz="1200"/>
            </a:br>
            <a:r>
              <a:rPr lang="en-US" sz="1200"/>
              <a:t>of the Landlord can help your client be strategic during negotiations.</a:t>
            </a:r>
          </a:p>
          <a:p>
            <a:pPr>
              <a:spcBef>
                <a:spcPts val="800"/>
              </a:spcBef>
              <a:spcAft>
                <a:spcPts val="0"/>
              </a:spcAft>
            </a:pPr>
            <a:r>
              <a:rPr lang="en-US" sz="1200"/>
              <a:t>Lorem ipsum dolor sit </a:t>
            </a:r>
            <a:r>
              <a:rPr lang="en-US" sz="1200" err="1"/>
              <a:t>amet</a:t>
            </a:r>
            <a:r>
              <a:rPr lang="en-US" sz="1200"/>
              <a:t>, </a:t>
            </a:r>
            <a:r>
              <a:rPr lang="en-US" sz="1200" err="1"/>
              <a:t>consectetuer</a:t>
            </a:r>
            <a:r>
              <a:rPr lang="en-US" sz="1200"/>
              <a:t>. </a:t>
            </a:r>
          </a:p>
          <a:p>
            <a:pPr>
              <a:spcBef>
                <a:spcPts val="800"/>
              </a:spcBef>
              <a:spcAft>
                <a:spcPts val="0"/>
              </a:spcAft>
            </a:pPr>
            <a:r>
              <a:rPr lang="en-US" sz="1200"/>
              <a:t>Lorem ipsum dolor sit </a:t>
            </a:r>
            <a:r>
              <a:rPr lang="en-US" sz="1200" err="1"/>
              <a:t>amet</a:t>
            </a:r>
            <a:r>
              <a:rPr lang="en-US" sz="1200"/>
              <a:t>, </a:t>
            </a:r>
            <a:r>
              <a:rPr lang="en-US" sz="1200" err="1"/>
              <a:t>consectetuer</a:t>
            </a:r>
            <a:r>
              <a:rPr lang="en-US" sz="1200"/>
              <a:t>. </a:t>
            </a:r>
          </a:p>
          <a:p>
            <a:pPr marL="0" indent="0">
              <a:lnSpc>
                <a:spcPts val="1200"/>
              </a:lnSpc>
              <a:spcBef>
                <a:spcPts val="800"/>
              </a:spcBef>
              <a:spcAft>
                <a:spcPts val="0"/>
              </a:spcAft>
              <a:buNone/>
            </a:pPr>
            <a:endParaRPr lang="en-US" sz="1100"/>
          </a:p>
        </p:txBody>
      </p:sp>
      <p:sp>
        <p:nvSpPr>
          <p:cNvPr id="30" name="Content Placeholder 18">
            <a:extLst>
              <a:ext uri="{FF2B5EF4-FFF2-40B4-BE49-F238E27FC236}">
                <a16:creationId xmlns:a16="http://schemas.microsoft.com/office/drawing/2014/main" id="{B93ADC31-D440-ED8F-D237-9ADAC729B737}"/>
              </a:ext>
            </a:extLst>
          </p:cNvPr>
          <p:cNvSpPr txBox="1">
            <a:spLocks/>
          </p:cNvSpPr>
          <p:nvPr/>
        </p:nvSpPr>
        <p:spPr>
          <a:xfrm>
            <a:off x="7387220" y="4508963"/>
            <a:ext cx="4510495" cy="461828"/>
          </a:xfrm>
          <a:prstGeom prst="rect">
            <a:avLst/>
          </a:prstGeom>
          <a:solidFill>
            <a:schemeClr val="bg1"/>
          </a:solidFill>
          <a:ln>
            <a:noFill/>
          </a:ln>
        </p:spPr>
        <p:txBody>
          <a:bodyPr lIns="91440" tIns="91440" rIns="91440" bIns="91440" numCol="1" spcCol="180000" anchor="t" anchorCtr="0"/>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spcBef>
                <a:spcPts val="800"/>
              </a:spcBef>
              <a:spcAft>
                <a:spcPts val="0"/>
              </a:spcAft>
              <a:buNone/>
            </a:pPr>
            <a:r>
              <a:rPr lang="en-US" sz="1200" b="1" kern="1200">
                <a:solidFill>
                  <a:schemeClr val="accent5"/>
                </a:solidFill>
                <a:latin typeface="Open Sans Semibold" panose="020B0606030504020204" pitchFamily="34" charset="0"/>
                <a:ea typeface="Open Sans Semibold" panose="020B0606030504020204" pitchFamily="34" charset="0"/>
                <a:cs typeface="Open Sans Semibold" panose="020B0606030504020204" pitchFamily="34" charset="0"/>
              </a:rPr>
              <a:t>Our Experience with [ Landlord ]</a:t>
            </a:r>
          </a:p>
        </p:txBody>
      </p:sp>
      <p:pic>
        <p:nvPicPr>
          <p:cNvPr id="31" name="Picture 30">
            <a:extLst>
              <a:ext uri="{FF2B5EF4-FFF2-40B4-BE49-F238E27FC236}">
                <a16:creationId xmlns:a16="http://schemas.microsoft.com/office/drawing/2014/main" id="{48A884AC-74F3-685B-5900-4087A951C562}"/>
              </a:ext>
            </a:extLst>
          </p:cNvPr>
          <p:cNvPicPr>
            <a:picLocks noChangeAspect="1"/>
          </p:cNvPicPr>
          <p:nvPr/>
        </p:nvPicPr>
        <p:blipFill rotWithShape="1">
          <a:blip r:embed="rId6">
            <a:extLst>
              <a:ext uri="{28A0092B-C50C-407E-A947-70E740481C1C}">
                <a14:useLocalDpi xmlns:a14="http://schemas.microsoft.com/office/drawing/2010/main" val="0"/>
              </a:ext>
            </a:extLst>
          </a:blip>
          <a:srcRect l="23461" r="23461"/>
          <a:stretch/>
        </p:blipFill>
        <p:spPr>
          <a:xfrm>
            <a:off x="7507573" y="5006511"/>
            <a:ext cx="844585" cy="826062"/>
          </a:xfrm>
          <a:prstGeom prst="rect">
            <a:avLst/>
          </a:prstGeom>
        </p:spPr>
      </p:pic>
      <p:pic>
        <p:nvPicPr>
          <p:cNvPr id="32" name="Picture 31">
            <a:extLst>
              <a:ext uri="{FF2B5EF4-FFF2-40B4-BE49-F238E27FC236}">
                <a16:creationId xmlns:a16="http://schemas.microsoft.com/office/drawing/2014/main" id="{87FF3A14-3B67-D78F-25CE-E38D70A7F831}"/>
              </a:ext>
            </a:extLst>
          </p:cNvPr>
          <p:cNvPicPr>
            <a:picLocks noChangeAspect="1"/>
          </p:cNvPicPr>
          <p:nvPr/>
        </p:nvPicPr>
        <p:blipFill rotWithShape="1">
          <a:blip r:embed="rId6">
            <a:extLst>
              <a:ext uri="{28A0092B-C50C-407E-A947-70E740481C1C}">
                <a14:useLocalDpi xmlns:a14="http://schemas.microsoft.com/office/drawing/2010/main" val="0"/>
              </a:ext>
            </a:extLst>
          </a:blip>
          <a:srcRect l="23461" r="23461"/>
          <a:stretch/>
        </p:blipFill>
        <p:spPr>
          <a:xfrm>
            <a:off x="8561009" y="5006511"/>
            <a:ext cx="844585" cy="826062"/>
          </a:xfrm>
          <a:prstGeom prst="rect">
            <a:avLst/>
          </a:prstGeom>
        </p:spPr>
      </p:pic>
      <p:pic>
        <p:nvPicPr>
          <p:cNvPr id="33" name="Picture 32">
            <a:extLst>
              <a:ext uri="{FF2B5EF4-FFF2-40B4-BE49-F238E27FC236}">
                <a16:creationId xmlns:a16="http://schemas.microsoft.com/office/drawing/2014/main" id="{DCA562F0-1C93-CCF6-152B-8F9AD02D8920}"/>
              </a:ext>
            </a:extLst>
          </p:cNvPr>
          <p:cNvPicPr>
            <a:picLocks noChangeAspect="1"/>
          </p:cNvPicPr>
          <p:nvPr/>
        </p:nvPicPr>
        <p:blipFill rotWithShape="1">
          <a:blip r:embed="rId6">
            <a:extLst>
              <a:ext uri="{28A0092B-C50C-407E-A947-70E740481C1C}">
                <a14:useLocalDpi xmlns:a14="http://schemas.microsoft.com/office/drawing/2010/main" val="0"/>
              </a:ext>
            </a:extLst>
          </a:blip>
          <a:srcRect l="23461" r="23461"/>
          <a:stretch/>
        </p:blipFill>
        <p:spPr>
          <a:xfrm>
            <a:off x="9614445" y="5006511"/>
            <a:ext cx="844585" cy="826062"/>
          </a:xfrm>
          <a:prstGeom prst="rect">
            <a:avLst/>
          </a:prstGeom>
        </p:spPr>
      </p:pic>
      <p:pic>
        <p:nvPicPr>
          <p:cNvPr id="34" name="Picture 33">
            <a:extLst>
              <a:ext uri="{FF2B5EF4-FFF2-40B4-BE49-F238E27FC236}">
                <a16:creationId xmlns:a16="http://schemas.microsoft.com/office/drawing/2014/main" id="{B33DFD03-C46F-6960-49C4-3F3D66CE666C}"/>
              </a:ext>
            </a:extLst>
          </p:cNvPr>
          <p:cNvPicPr>
            <a:picLocks noChangeAspect="1"/>
          </p:cNvPicPr>
          <p:nvPr/>
        </p:nvPicPr>
        <p:blipFill rotWithShape="1">
          <a:blip r:embed="rId6">
            <a:extLst>
              <a:ext uri="{28A0092B-C50C-407E-A947-70E740481C1C}">
                <a14:useLocalDpi xmlns:a14="http://schemas.microsoft.com/office/drawing/2010/main" val="0"/>
              </a:ext>
            </a:extLst>
          </a:blip>
          <a:srcRect l="23461" r="23461"/>
          <a:stretch/>
        </p:blipFill>
        <p:spPr>
          <a:xfrm>
            <a:off x="10667881" y="5006511"/>
            <a:ext cx="844585" cy="826062"/>
          </a:xfrm>
          <a:prstGeom prst="rect">
            <a:avLst/>
          </a:prstGeom>
        </p:spPr>
      </p:pic>
    </p:spTree>
    <p:custDataLst>
      <p:custData r:id="rId1"/>
      <p:custData r:id="rId2"/>
    </p:custDataLst>
    <p:extLst>
      <p:ext uri="{BB962C8B-B14F-4D97-AF65-F5344CB8AC3E}">
        <p14:creationId xmlns:p14="http://schemas.microsoft.com/office/powerpoint/2010/main" val="8896777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9CC3172A-1BE9-F13E-F875-2B93EEE4A166}"/>
              </a:ext>
            </a:extLst>
          </p:cNvPr>
          <p:cNvSpPr/>
          <p:nvPr/>
        </p:nvSpPr>
        <p:spPr>
          <a:xfrm>
            <a:off x="1" y="4391181"/>
            <a:ext cx="6387159" cy="2162901"/>
          </a:xfrm>
          <a:prstGeom prst="rect">
            <a:avLst/>
          </a:prstGeom>
          <a:solidFill>
            <a:srgbClr val="E5E8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noProof="0" err="1"/>
          </a:p>
        </p:txBody>
      </p:sp>
      <p:grpSp>
        <p:nvGrpSpPr>
          <p:cNvPr id="2" name="Group 1">
            <a:extLst>
              <a:ext uri="{FF2B5EF4-FFF2-40B4-BE49-F238E27FC236}">
                <a16:creationId xmlns:a16="http://schemas.microsoft.com/office/drawing/2014/main" id="{8465081A-1103-D63F-6429-172551B6A0D0}"/>
              </a:ext>
            </a:extLst>
          </p:cNvPr>
          <p:cNvGrpSpPr/>
          <p:nvPr/>
        </p:nvGrpSpPr>
        <p:grpSpPr>
          <a:xfrm>
            <a:off x="6614959" y="828710"/>
            <a:ext cx="5063440" cy="5062750"/>
            <a:chOff x="2780687" y="113719"/>
            <a:chExt cx="6632218" cy="6631314"/>
          </a:xfrm>
        </p:grpSpPr>
        <p:sp>
          <p:nvSpPr>
            <p:cNvPr id="4" name="Freeform: Shape 6">
              <a:extLst>
                <a:ext uri="{FF2B5EF4-FFF2-40B4-BE49-F238E27FC236}">
                  <a16:creationId xmlns:a16="http://schemas.microsoft.com/office/drawing/2014/main" id="{F1EB312B-1E63-49EC-9819-A1DEB07EC29B}"/>
                </a:ext>
              </a:extLst>
            </p:cNvPr>
            <p:cNvSpPr/>
            <p:nvPr/>
          </p:nvSpPr>
          <p:spPr>
            <a:xfrm>
              <a:off x="3597020" y="380428"/>
              <a:ext cx="2065210" cy="2239708"/>
            </a:xfrm>
            <a:custGeom>
              <a:avLst/>
              <a:gdLst>
                <a:gd name="connsiteX0" fmla="*/ 1207770 w 2065210"/>
                <a:gd name="connsiteY0" fmla="*/ 0 h 2239708"/>
                <a:gd name="connsiteX1" fmla="*/ 0 w 2065210"/>
                <a:gd name="connsiteY1" fmla="*/ 879253 h 2239708"/>
                <a:gd name="connsiteX2" fmla="*/ 1565053 w 2065210"/>
                <a:gd name="connsiteY2" fmla="*/ 2239708 h 2239708"/>
                <a:gd name="connsiteX3" fmla="*/ 2065210 w 2065210"/>
                <a:gd name="connsiteY3" fmla="*/ 1891475 h 2239708"/>
              </a:gdLst>
              <a:ahLst/>
              <a:cxnLst>
                <a:cxn ang="0">
                  <a:pos x="connsiteX0" y="connsiteY0"/>
                </a:cxn>
                <a:cxn ang="0">
                  <a:pos x="connsiteX1" y="connsiteY1"/>
                </a:cxn>
                <a:cxn ang="0">
                  <a:pos x="connsiteX2" y="connsiteY2"/>
                </a:cxn>
                <a:cxn ang="0">
                  <a:pos x="connsiteX3" y="connsiteY3"/>
                </a:cxn>
              </a:cxnLst>
              <a:rect l="l" t="t" r="r" b="b"/>
              <a:pathLst>
                <a:path w="2065210" h="2239708">
                  <a:moveTo>
                    <a:pt x="1207770" y="0"/>
                  </a:moveTo>
                  <a:cubicBezTo>
                    <a:pt x="735044" y="193358"/>
                    <a:pt x="348806" y="477869"/>
                    <a:pt x="0" y="879253"/>
                  </a:cubicBezTo>
                  <a:lnTo>
                    <a:pt x="1565053" y="2239708"/>
                  </a:lnTo>
                  <a:cubicBezTo>
                    <a:pt x="1698974" y="2085308"/>
                    <a:pt x="1870424" y="1964531"/>
                    <a:pt x="2065210" y="1891475"/>
                  </a:cubicBezTo>
                </a:path>
              </a:pathLst>
            </a:custGeom>
            <a:noFill/>
            <a:ln w="15875" cap="flat">
              <a:solidFill>
                <a:schemeClr val="tx2"/>
              </a:solidFill>
              <a:prstDash val="solid"/>
              <a:miter/>
              <a:headEnd type="arrow" w="med" len="med"/>
              <a:tailEnd type="none" w="med" len="med"/>
            </a:ln>
          </p:spPr>
          <p:txBody>
            <a:bodyPr rtlCol="0" anchor="ctr"/>
            <a:lstStyle>
              <a:defPPr>
                <a:defRPr lang="en-US"/>
              </a:defPPr>
              <a:lvl1pPr marL="0" algn="l" defTabSz="1116535" rtl="0" eaLnBrk="1" latinLnBrk="0" hangingPunct="1">
                <a:defRPr sz="2198" kern="1200">
                  <a:solidFill>
                    <a:schemeClr val="tx1"/>
                  </a:solidFill>
                  <a:latin typeface="+mn-lt"/>
                  <a:ea typeface="+mn-ea"/>
                  <a:cs typeface="+mn-cs"/>
                </a:defRPr>
              </a:lvl1pPr>
              <a:lvl2pPr marL="558270" algn="l" defTabSz="1116535" rtl="0" eaLnBrk="1" latinLnBrk="0" hangingPunct="1">
                <a:defRPr sz="2198" kern="1200">
                  <a:solidFill>
                    <a:schemeClr val="tx1"/>
                  </a:solidFill>
                  <a:latin typeface="+mn-lt"/>
                  <a:ea typeface="+mn-ea"/>
                  <a:cs typeface="+mn-cs"/>
                </a:defRPr>
              </a:lvl2pPr>
              <a:lvl3pPr marL="1116535" algn="l" defTabSz="1116535" rtl="0" eaLnBrk="1" latinLnBrk="0" hangingPunct="1">
                <a:defRPr sz="2198" kern="1200">
                  <a:solidFill>
                    <a:schemeClr val="tx1"/>
                  </a:solidFill>
                  <a:latin typeface="+mn-lt"/>
                  <a:ea typeface="+mn-ea"/>
                  <a:cs typeface="+mn-cs"/>
                </a:defRPr>
              </a:lvl3pPr>
              <a:lvl4pPr marL="1674805" algn="l" defTabSz="1116535" rtl="0" eaLnBrk="1" latinLnBrk="0" hangingPunct="1">
                <a:defRPr sz="2198" kern="1200">
                  <a:solidFill>
                    <a:schemeClr val="tx1"/>
                  </a:solidFill>
                  <a:latin typeface="+mn-lt"/>
                  <a:ea typeface="+mn-ea"/>
                  <a:cs typeface="+mn-cs"/>
                </a:defRPr>
              </a:lvl4pPr>
              <a:lvl5pPr marL="2233072" algn="l" defTabSz="1116535" rtl="0" eaLnBrk="1" latinLnBrk="0" hangingPunct="1">
                <a:defRPr sz="2198" kern="1200">
                  <a:solidFill>
                    <a:schemeClr val="tx1"/>
                  </a:solidFill>
                  <a:latin typeface="+mn-lt"/>
                  <a:ea typeface="+mn-ea"/>
                  <a:cs typeface="+mn-cs"/>
                </a:defRPr>
              </a:lvl5pPr>
              <a:lvl6pPr marL="2791342" algn="l" defTabSz="1116535" rtl="0" eaLnBrk="1" latinLnBrk="0" hangingPunct="1">
                <a:defRPr sz="2198" kern="1200">
                  <a:solidFill>
                    <a:schemeClr val="tx1"/>
                  </a:solidFill>
                  <a:latin typeface="+mn-lt"/>
                  <a:ea typeface="+mn-ea"/>
                  <a:cs typeface="+mn-cs"/>
                </a:defRPr>
              </a:lvl6pPr>
              <a:lvl7pPr marL="3349607" algn="l" defTabSz="1116535" rtl="0" eaLnBrk="1" latinLnBrk="0" hangingPunct="1">
                <a:defRPr sz="2198" kern="1200">
                  <a:solidFill>
                    <a:schemeClr val="tx1"/>
                  </a:solidFill>
                  <a:latin typeface="+mn-lt"/>
                  <a:ea typeface="+mn-ea"/>
                  <a:cs typeface="+mn-cs"/>
                </a:defRPr>
              </a:lvl7pPr>
              <a:lvl8pPr marL="3907877" algn="l" defTabSz="1116535" rtl="0" eaLnBrk="1" latinLnBrk="0" hangingPunct="1">
                <a:defRPr sz="2198" kern="1200">
                  <a:solidFill>
                    <a:schemeClr val="tx1"/>
                  </a:solidFill>
                  <a:latin typeface="+mn-lt"/>
                  <a:ea typeface="+mn-ea"/>
                  <a:cs typeface="+mn-cs"/>
                </a:defRPr>
              </a:lvl8pPr>
              <a:lvl9pPr marL="4466145" algn="l" defTabSz="1116535" rtl="0" eaLnBrk="1" latinLnBrk="0" hangingPunct="1">
                <a:defRPr sz="2198" kern="1200">
                  <a:solidFill>
                    <a:schemeClr val="tx1"/>
                  </a:solidFill>
                  <a:latin typeface="+mn-lt"/>
                  <a:ea typeface="+mn-ea"/>
                  <a:cs typeface="+mn-cs"/>
                </a:defRPr>
              </a:lvl9pPr>
            </a:lstStyle>
            <a:p>
              <a:endParaRPr lang="en-CA" sz="3490"/>
            </a:p>
          </p:txBody>
        </p:sp>
        <p:sp>
          <p:nvSpPr>
            <p:cNvPr id="5" name="Freeform: Shape 7">
              <a:extLst>
                <a:ext uri="{FF2B5EF4-FFF2-40B4-BE49-F238E27FC236}">
                  <a16:creationId xmlns:a16="http://schemas.microsoft.com/office/drawing/2014/main" id="{AFDBD020-E240-936D-0268-ACD49E2823DF}"/>
                </a:ext>
              </a:extLst>
            </p:cNvPr>
            <p:cNvSpPr/>
            <p:nvPr/>
          </p:nvSpPr>
          <p:spPr>
            <a:xfrm>
              <a:off x="5183886" y="113719"/>
              <a:ext cx="1493520" cy="2127417"/>
            </a:xfrm>
            <a:custGeom>
              <a:avLst/>
              <a:gdLst>
                <a:gd name="connsiteX0" fmla="*/ 1493520 w 1493520"/>
                <a:gd name="connsiteY0" fmla="*/ 55730 h 2127417"/>
                <a:gd name="connsiteX1" fmla="*/ 0 w 1493520"/>
                <a:gd name="connsiteY1" fmla="*/ 134978 h 2127417"/>
                <a:gd name="connsiteX2" fmla="*/ 571309 w 1493520"/>
                <a:gd name="connsiteY2" fmla="*/ 2127417 h 2127417"/>
                <a:gd name="connsiteX3" fmla="*/ 912781 w 1493520"/>
                <a:gd name="connsiteY3" fmla="*/ 2079316 h 2127417"/>
                <a:gd name="connsiteX4" fmla="*/ 1182243 w 1493520"/>
                <a:gd name="connsiteY4" fmla="*/ 2108844 h 2127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3520" h="2127417">
                  <a:moveTo>
                    <a:pt x="1493520" y="55730"/>
                  </a:moveTo>
                  <a:cubicBezTo>
                    <a:pt x="991171" y="-39901"/>
                    <a:pt x="511778" y="-11802"/>
                    <a:pt x="0" y="134978"/>
                  </a:cubicBezTo>
                  <a:lnTo>
                    <a:pt x="571309" y="2127417"/>
                  </a:lnTo>
                  <a:cubicBezTo>
                    <a:pt x="679799" y="2096366"/>
                    <a:pt x="794290" y="2079316"/>
                    <a:pt x="912781" y="2079316"/>
                  </a:cubicBezTo>
                  <a:cubicBezTo>
                    <a:pt x="1005364" y="2079316"/>
                    <a:pt x="1095470" y="2089508"/>
                    <a:pt x="1182243" y="2108844"/>
                  </a:cubicBezTo>
                </a:path>
              </a:pathLst>
            </a:custGeom>
            <a:noFill/>
            <a:ln w="15875" cap="flat">
              <a:solidFill>
                <a:schemeClr val="tx2"/>
              </a:solidFill>
              <a:prstDash val="solid"/>
              <a:miter/>
              <a:headEnd type="arrow" w="med" len="med"/>
              <a:tailEnd type="none" w="med" len="med"/>
            </a:ln>
          </p:spPr>
          <p:txBody>
            <a:bodyPr rtlCol="0" anchor="ctr"/>
            <a:lstStyle>
              <a:defPPr>
                <a:defRPr lang="en-US"/>
              </a:defPPr>
              <a:lvl1pPr marL="0" algn="l" defTabSz="1116535" rtl="0" eaLnBrk="1" latinLnBrk="0" hangingPunct="1">
                <a:defRPr sz="2198" kern="1200">
                  <a:solidFill>
                    <a:schemeClr val="tx1"/>
                  </a:solidFill>
                  <a:latin typeface="+mn-lt"/>
                  <a:ea typeface="+mn-ea"/>
                  <a:cs typeface="+mn-cs"/>
                </a:defRPr>
              </a:lvl1pPr>
              <a:lvl2pPr marL="558270" algn="l" defTabSz="1116535" rtl="0" eaLnBrk="1" latinLnBrk="0" hangingPunct="1">
                <a:defRPr sz="2198" kern="1200">
                  <a:solidFill>
                    <a:schemeClr val="tx1"/>
                  </a:solidFill>
                  <a:latin typeface="+mn-lt"/>
                  <a:ea typeface="+mn-ea"/>
                  <a:cs typeface="+mn-cs"/>
                </a:defRPr>
              </a:lvl2pPr>
              <a:lvl3pPr marL="1116535" algn="l" defTabSz="1116535" rtl="0" eaLnBrk="1" latinLnBrk="0" hangingPunct="1">
                <a:defRPr sz="2198" kern="1200">
                  <a:solidFill>
                    <a:schemeClr val="tx1"/>
                  </a:solidFill>
                  <a:latin typeface="+mn-lt"/>
                  <a:ea typeface="+mn-ea"/>
                  <a:cs typeface="+mn-cs"/>
                </a:defRPr>
              </a:lvl3pPr>
              <a:lvl4pPr marL="1674805" algn="l" defTabSz="1116535" rtl="0" eaLnBrk="1" latinLnBrk="0" hangingPunct="1">
                <a:defRPr sz="2198" kern="1200">
                  <a:solidFill>
                    <a:schemeClr val="tx1"/>
                  </a:solidFill>
                  <a:latin typeface="+mn-lt"/>
                  <a:ea typeface="+mn-ea"/>
                  <a:cs typeface="+mn-cs"/>
                </a:defRPr>
              </a:lvl4pPr>
              <a:lvl5pPr marL="2233072" algn="l" defTabSz="1116535" rtl="0" eaLnBrk="1" latinLnBrk="0" hangingPunct="1">
                <a:defRPr sz="2198" kern="1200">
                  <a:solidFill>
                    <a:schemeClr val="tx1"/>
                  </a:solidFill>
                  <a:latin typeface="+mn-lt"/>
                  <a:ea typeface="+mn-ea"/>
                  <a:cs typeface="+mn-cs"/>
                </a:defRPr>
              </a:lvl5pPr>
              <a:lvl6pPr marL="2791342" algn="l" defTabSz="1116535" rtl="0" eaLnBrk="1" latinLnBrk="0" hangingPunct="1">
                <a:defRPr sz="2198" kern="1200">
                  <a:solidFill>
                    <a:schemeClr val="tx1"/>
                  </a:solidFill>
                  <a:latin typeface="+mn-lt"/>
                  <a:ea typeface="+mn-ea"/>
                  <a:cs typeface="+mn-cs"/>
                </a:defRPr>
              </a:lvl6pPr>
              <a:lvl7pPr marL="3349607" algn="l" defTabSz="1116535" rtl="0" eaLnBrk="1" latinLnBrk="0" hangingPunct="1">
                <a:defRPr sz="2198" kern="1200">
                  <a:solidFill>
                    <a:schemeClr val="tx1"/>
                  </a:solidFill>
                  <a:latin typeface="+mn-lt"/>
                  <a:ea typeface="+mn-ea"/>
                  <a:cs typeface="+mn-cs"/>
                </a:defRPr>
              </a:lvl7pPr>
              <a:lvl8pPr marL="3907877" algn="l" defTabSz="1116535" rtl="0" eaLnBrk="1" latinLnBrk="0" hangingPunct="1">
                <a:defRPr sz="2198" kern="1200">
                  <a:solidFill>
                    <a:schemeClr val="tx1"/>
                  </a:solidFill>
                  <a:latin typeface="+mn-lt"/>
                  <a:ea typeface="+mn-ea"/>
                  <a:cs typeface="+mn-cs"/>
                </a:defRPr>
              </a:lvl8pPr>
              <a:lvl9pPr marL="4466145" algn="l" defTabSz="1116535" rtl="0" eaLnBrk="1" latinLnBrk="0" hangingPunct="1">
                <a:defRPr sz="2198" kern="1200">
                  <a:solidFill>
                    <a:schemeClr val="tx1"/>
                  </a:solidFill>
                  <a:latin typeface="+mn-lt"/>
                  <a:ea typeface="+mn-ea"/>
                  <a:cs typeface="+mn-cs"/>
                </a:defRPr>
              </a:lvl9pPr>
            </a:lstStyle>
            <a:p>
              <a:endParaRPr lang="en-CA" sz="3490"/>
            </a:p>
          </p:txBody>
        </p:sp>
        <p:sp>
          <p:nvSpPr>
            <p:cNvPr id="6" name="Freeform: Shape 8">
              <a:extLst>
                <a:ext uri="{FF2B5EF4-FFF2-40B4-BE49-F238E27FC236}">
                  <a16:creationId xmlns:a16="http://schemas.microsoft.com/office/drawing/2014/main" id="{93C47DEC-C715-0C18-37B4-F365E5F481E7}"/>
                </a:ext>
              </a:extLst>
            </p:cNvPr>
            <p:cNvSpPr/>
            <p:nvPr/>
          </p:nvSpPr>
          <p:spPr>
            <a:xfrm>
              <a:off x="6459283" y="265176"/>
              <a:ext cx="1901665" cy="2299144"/>
            </a:xfrm>
            <a:custGeom>
              <a:avLst/>
              <a:gdLst>
                <a:gd name="connsiteX0" fmla="*/ 1901666 w 1901665"/>
                <a:gd name="connsiteY0" fmla="*/ 746855 h 2299144"/>
                <a:gd name="connsiteX1" fmla="*/ 605980 w 1901665"/>
                <a:gd name="connsiteY1" fmla="*/ 0 h 2299144"/>
                <a:gd name="connsiteX2" fmla="*/ 0 w 1901665"/>
                <a:gd name="connsiteY2" fmla="*/ 1982057 h 2299144"/>
                <a:gd name="connsiteX3" fmla="*/ 520636 w 1901665"/>
                <a:gd name="connsiteY3" fmla="*/ 2299145 h 2299144"/>
              </a:gdLst>
              <a:ahLst/>
              <a:cxnLst>
                <a:cxn ang="0">
                  <a:pos x="connsiteX0" y="connsiteY0"/>
                </a:cxn>
                <a:cxn ang="0">
                  <a:pos x="connsiteX1" y="connsiteY1"/>
                </a:cxn>
                <a:cxn ang="0">
                  <a:pos x="connsiteX2" y="connsiteY2"/>
                </a:cxn>
                <a:cxn ang="0">
                  <a:pos x="connsiteX3" y="connsiteY3"/>
                </a:cxn>
              </a:cxnLst>
              <a:rect l="l" t="t" r="r" b="b"/>
              <a:pathLst>
                <a:path w="1901665" h="2299144">
                  <a:moveTo>
                    <a:pt x="1901666" y="746855"/>
                  </a:moveTo>
                  <a:cubicBezTo>
                    <a:pt x="1532477" y="393097"/>
                    <a:pt x="1115092" y="155639"/>
                    <a:pt x="605980" y="0"/>
                  </a:cubicBezTo>
                  <a:lnTo>
                    <a:pt x="0" y="1982057"/>
                  </a:lnTo>
                  <a:cubicBezTo>
                    <a:pt x="199739" y="2043208"/>
                    <a:pt x="377952" y="2153603"/>
                    <a:pt x="520636" y="2299145"/>
                  </a:cubicBezTo>
                </a:path>
              </a:pathLst>
            </a:custGeom>
            <a:noFill/>
            <a:ln w="15875" cap="flat">
              <a:solidFill>
                <a:schemeClr val="tx2"/>
              </a:solidFill>
              <a:prstDash val="solid"/>
              <a:miter/>
              <a:headEnd type="arrow" w="med" len="med"/>
              <a:tailEnd type="none" w="med" len="med"/>
            </a:ln>
          </p:spPr>
          <p:txBody>
            <a:bodyPr rtlCol="0" anchor="ctr"/>
            <a:lstStyle>
              <a:defPPr>
                <a:defRPr lang="en-US"/>
              </a:defPPr>
              <a:lvl1pPr marL="0" algn="l" defTabSz="1116535" rtl="0" eaLnBrk="1" latinLnBrk="0" hangingPunct="1">
                <a:defRPr sz="2198" kern="1200">
                  <a:solidFill>
                    <a:schemeClr val="tx1"/>
                  </a:solidFill>
                  <a:latin typeface="+mn-lt"/>
                  <a:ea typeface="+mn-ea"/>
                  <a:cs typeface="+mn-cs"/>
                </a:defRPr>
              </a:lvl1pPr>
              <a:lvl2pPr marL="558270" algn="l" defTabSz="1116535" rtl="0" eaLnBrk="1" latinLnBrk="0" hangingPunct="1">
                <a:defRPr sz="2198" kern="1200">
                  <a:solidFill>
                    <a:schemeClr val="tx1"/>
                  </a:solidFill>
                  <a:latin typeface="+mn-lt"/>
                  <a:ea typeface="+mn-ea"/>
                  <a:cs typeface="+mn-cs"/>
                </a:defRPr>
              </a:lvl2pPr>
              <a:lvl3pPr marL="1116535" algn="l" defTabSz="1116535" rtl="0" eaLnBrk="1" latinLnBrk="0" hangingPunct="1">
                <a:defRPr sz="2198" kern="1200">
                  <a:solidFill>
                    <a:schemeClr val="tx1"/>
                  </a:solidFill>
                  <a:latin typeface="+mn-lt"/>
                  <a:ea typeface="+mn-ea"/>
                  <a:cs typeface="+mn-cs"/>
                </a:defRPr>
              </a:lvl3pPr>
              <a:lvl4pPr marL="1674805" algn="l" defTabSz="1116535" rtl="0" eaLnBrk="1" latinLnBrk="0" hangingPunct="1">
                <a:defRPr sz="2198" kern="1200">
                  <a:solidFill>
                    <a:schemeClr val="tx1"/>
                  </a:solidFill>
                  <a:latin typeface="+mn-lt"/>
                  <a:ea typeface="+mn-ea"/>
                  <a:cs typeface="+mn-cs"/>
                </a:defRPr>
              </a:lvl4pPr>
              <a:lvl5pPr marL="2233072" algn="l" defTabSz="1116535" rtl="0" eaLnBrk="1" latinLnBrk="0" hangingPunct="1">
                <a:defRPr sz="2198" kern="1200">
                  <a:solidFill>
                    <a:schemeClr val="tx1"/>
                  </a:solidFill>
                  <a:latin typeface="+mn-lt"/>
                  <a:ea typeface="+mn-ea"/>
                  <a:cs typeface="+mn-cs"/>
                </a:defRPr>
              </a:lvl5pPr>
              <a:lvl6pPr marL="2791342" algn="l" defTabSz="1116535" rtl="0" eaLnBrk="1" latinLnBrk="0" hangingPunct="1">
                <a:defRPr sz="2198" kern="1200">
                  <a:solidFill>
                    <a:schemeClr val="tx1"/>
                  </a:solidFill>
                  <a:latin typeface="+mn-lt"/>
                  <a:ea typeface="+mn-ea"/>
                  <a:cs typeface="+mn-cs"/>
                </a:defRPr>
              </a:lvl6pPr>
              <a:lvl7pPr marL="3349607" algn="l" defTabSz="1116535" rtl="0" eaLnBrk="1" latinLnBrk="0" hangingPunct="1">
                <a:defRPr sz="2198" kern="1200">
                  <a:solidFill>
                    <a:schemeClr val="tx1"/>
                  </a:solidFill>
                  <a:latin typeface="+mn-lt"/>
                  <a:ea typeface="+mn-ea"/>
                  <a:cs typeface="+mn-cs"/>
                </a:defRPr>
              </a:lvl7pPr>
              <a:lvl8pPr marL="3907877" algn="l" defTabSz="1116535" rtl="0" eaLnBrk="1" latinLnBrk="0" hangingPunct="1">
                <a:defRPr sz="2198" kern="1200">
                  <a:solidFill>
                    <a:schemeClr val="tx1"/>
                  </a:solidFill>
                  <a:latin typeface="+mn-lt"/>
                  <a:ea typeface="+mn-ea"/>
                  <a:cs typeface="+mn-cs"/>
                </a:defRPr>
              </a:lvl8pPr>
              <a:lvl9pPr marL="4466145" algn="l" defTabSz="1116535" rtl="0" eaLnBrk="1" latinLnBrk="0" hangingPunct="1">
                <a:defRPr sz="2198" kern="1200">
                  <a:solidFill>
                    <a:schemeClr val="tx1"/>
                  </a:solidFill>
                  <a:latin typeface="+mn-lt"/>
                  <a:ea typeface="+mn-ea"/>
                  <a:cs typeface="+mn-cs"/>
                </a:defRPr>
              </a:lvl9pPr>
            </a:lstStyle>
            <a:p>
              <a:endParaRPr lang="en-CA" sz="3490"/>
            </a:p>
          </p:txBody>
        </p:sp>
        <p:sp>
          <p:nvSpPr>
            <p:cNvPr id="8" name="Freeform: Shape 9">
              <a:extLst>
                <a:ext uri="{FF2B5EF4-FFF2-40B4-BE49-F238E27FC236}">
                  <a16:creationId xmlns:a16="http://schemas.microsoft.com/office/drawing/2014/main" id="{4F25CE0E-3602-E4E1-5A97-856475F39A11}"/>
                </a:ext>
              </a:extLst>
            </p:cNvPr>
            <p:cNvSpPr/>
            <p:nvPr/>
          </p:nvSpPr>
          <p:spPr>
            <a:xfrm>
              <a:off x="7045547" y="1303591"/>
              <a:ext cx="2256662" cy="1862328"/>
            </a:xfrm>
            <a:custGeom>
              <a:avLst/>
              <a:gdLst>
                <a:gd name="connsiteX0" fmla="*/ 2256663 w 2256662"/>
                <a:gd name="connsiteY0" fmla="*/ 1278922 h 1862328"/>
                <a:gd name="connsiteX1" fmla="*/ 1588675 w 2256662"/>
                <a:gd name="connsiteY1" fmla="*/ 0 h 1862328"/>
                <a:gd name="connsiteX2" fmla="*/ 0 w 2256662"/>
                <a:gd name="connsiteY2" fmla="*/ 1333024 h 1862328"/>
                <a:gd name="connsiteX3" fmla="*/ 259652 w 2256662"/>
                <a:gd name="connsiteY3" fmla="*/ 1862328 h 1862328"/>
              </a:gdLst>
              <a:ahLst/>
              <a:cxnLst>
                <a:cxn ang="0">
                  <a:pos x="connsiteX0" y="connsiteY0"/>
                </a:cxn>
                <a:cxn ang="0">
                  <a:pos x="connsiteX1" y="connsiteY1"/>
                </a:cxn>
                <a:cxn ang="0">
                  <a:pos x="connsiteX2" y="connsiteY2"/>
                </a:cxn>
                <a:cxn ang="0">
                  <a:pos x="connsiteX3" y="connsiteY3"/>
                </a:cxn>
              </a:cxnLst>
              <a:rect l="l" t="t" r="r" b="b"/>
              <a:pathLst>
                <a:path w="2256662" h="1862328">
                  <a:moveTo>
                    <a:pt x="2256663" y="1278922"/>
                  </a:moveTo>
                  <a:cubicBezTo>
                    <a:pt x="2138553" y="797147"/>
                    <a:pt x="1930336" y="407194"/>
                    <a:pt x="1588675" y="0"/>
                  </a:cubicBezTo>
                  <a:lnTo>
                    <a:pt x="0" y="1333024"/>
                  </a:lnTo>
                  <a:cubicBezTo>
                    <a:pt x="125825" y="1483328"/>
                    <a:pt x="216503" y="1663922"/>
                    <a:pt x="259652" y="1862328"/>
                  </a:cubicBezTo>
                </a:path>
              </a:pathLst>
            </a:custGeom>
            <a:noFill/>
            <a:ln w="15875" cap="flat">
              <a:solidFill>
                <a:schemeClr val="tx2"/>
              </a:solidFill>
              <a:prstDash val="solid"/>
              <a:miter/>
              <a:headEnd type="arrow" w="med" len="med"/>
              <a:tailEnd type="none" w="med" len="med"/>
            </a:ln>
          </p:spPr>
          <p:txBody>
            <a:bodyPr rtlCol="0" anchor="ctr"/>
            <a:lstStyle>
              <a:defPPr>
                <a:defRPr lang="en-US"/>
              </a:defPPr>
              <a:lvl1pPr marL="0" algn="l" defTabSz="1116535" rtl="0" eaLnBrk="1" latinLnBrk="0" hangingPunct="1">
                <a:defRPr sz="2198" kern="1200">
                  <a:solidFill>
                    <a:schemeClr val="tx1"/>
                  </a:solidFill>
                  <a:latin typeface="+mn-lt"/>
                  <a:ea typeface="+mn-ea"/>
                  <a:cs typeface="+mn-cs"/>
                </a:defRPr>
              </a:lvl1pPr>
              <a:lvl2pPr marL="558270" algn="l" defTabSz="1116535" rtl="0" eaLnBrk="1" latinLnBrk="0" hangingPunct="1">
                <a:defRPr sz="2198" kern="1200">
                  <a:solidFill>
                    <a:schemeClr val="tx1"/>
                  </a:solidFill>
                  <a:latin typeface="+mn-lt"/>
                  <a:ea typeface="+mn-ea"/>
                  <a:cs typeface="+mn-cs"/>
                </a:defRPr>
              </a:lvl2pPr>
              <a:lvl3pPr marL="1116535" algn="l" defTabSz="1116535" rtl="0" eaLnBrk="1" latinLnBrk="0" hangingPunct="1">
                <a:defRPr sz="2198" kern="1200">
                  <a:solidFill>
                    <a:schemeClr val="tx1"/>
                  </a:solidFill>
                  <a:latin typeface="+mn-lt"/>
                  <a:ea typeface="+mn-ea"/>
                  <a:cs typeface="+mn-cs"/>
                </a:defRPr>
              </a:lvl3pPr>
              <a:lvl4pPr marL="1674805" algn="l" defTabSz="1116535" rtl="0" eaLnBrk="1" latinLnBrk="0" hangingPunct="1">
                <a:defRPr sz="2198" kern="1200">
                  <a:solidFill>
                    <a:schemeClr val="tx1"/>
                  </a:solidFill>
                  <a:latin typeface="+mn-lt"/>
                  <a:ea typeface="+mn-ea"/>
                  <a:cs typeface="+mn-cs"/>
                </a:defRPr>
              </a:lvl4pPr>
              <a:lvl5pPr marL="2233072" algn="l" defTabSz="1116535" rtl="0" eaLnBrk="1" latinLnBrk="0" hangingPunct="1">
                <a:defRPr sz="2198" kern="1200">
                  <a:solidFill>
                    <a:schemeClr val="tx1"/>
                  </a:solidFill>
                  <a:latin typeface="+mn-lt"/>
                  <a:ea typeface="+mn-ea"/>
                  <a:cs typeface="+mn-cs"/>
                </a:defRPr>
              </a:lvl5pPr>
              <a:lvl6pPr marL="2791342" algn="l" defTabSz="1116535" rtl="0" eaLnBrk="1" latinLnBrk="0" hangingPunct="1">
                <a:defRPr sz="2198" kern="1200">
                  <a:solidFill>
                    <a:schemeClr val="tx1"/>
                  </a:solidFill>
                  <a:latin typeface="+mn-lt"/>
                  <a:ea typeface="+mn-ea"/>
                  <a:cs typeface="+mn-cs"/>
                </a:defRPr>
              </a:lvl6pPr>
              <a:lvl7pPr marL="3349607" algn="l" defTabSz="1116535" rtl="0" eaLnBrk="1" latinLnBrk="0" hangingPunct="1">
                <a:defRPr sz="2198" kern="1200">
                  <a:solidFill>
                    <a:schemeClr val="tx1"/>
                  </a:solidFill>
                  <a:latin typeface="+mn-lt"/>
                  <a:ea typeface="+mn-ea"/>
                  <a:cs typeface="+mn-cs"/>
                </a:defRPr>
              </a:lvl7pPr>
              <a:lvl8pPr marL="3907877" algn="l" defTabSz="1116535" rtl="0" eaLnBrk="1" latinLnBrk="0" hangingPunct="1">
                <a:defRPr sz="2198" kern="1200">
                  <a:solidFill>
                    <a:schemeClr val="tx1"/>
                  </a:solidFill>
                  <a:latin typeface="+mn-lt"/>
                  <a:ea typeface="+mn-ea"/>
                  <a:cs typeface="+mn-cs"/>
                </a:defRPr>
              </a:lvl8pPr>
              <a:lvl9pPr marL="4466145" algn="l" defTabSz="1116535" rtl="0" eaLnBrk="1" latinLnBrk="0" hangingPunct="1">
                <a:defRPr sz="2198" kern="1200">
                  <a:solidFill>
                    <a:schemeClr val="tx1"/>
                  </a:solidFill>
                  <a:latin typeface="+mn-lt"/>
                  <a:ea typeface="+mn-ea"/>
                  <a:cs typeface="+mn-cs"/>
                </a:defRPr>
              </a:lvl9pPr>
            </a:lstStyle>
            <a:p>
              <a:endParaRPr lang="en-CA" sz="3490"/>
            </a:p>
          </p:txBody>
        </p:sp>
        <p:sp>
          <p:nvSpPr>
            <p:cNvPr id="9" name="Freeform: Shape 10">
              <a:extLst>
                <a:ext uri="{FF2B5EF4-FFF2-40B4-BE49-F238E27FC236}">
                  <a16:creationId xmlns:a16="http://schemas.microsoft.com/office/drawing/2014/main" id="{BE26B543-13A5-B84A-0248-5FC06D99A958}"/>
                </a:ext>
              </a:extLst>
            </p:cNvPr>
            <p:cNvSpPr/>
            <p:nvPr/>
          </p:nvSpPr>
          <p:spPr>
            <a:xfrm>
              <a:off x="7254144" y="2971704"/>
              <a:ext cx="2158761" cy="1491900"/>
            </a:xfrm>
            <a:custGeom>
              <a:avLst/>
              <a:gdLst>
                <a:gd name="connsiteX0" fmla="*/ 1992725 w 2158761"/>
                <a:gd name="connsiteY0" fmla="*/ 1491901 h 1491900"/>
                <a:gd name="connsiteX1" fmla="*/ 2122742 w 2158761"/>
                <a:gd name="connsiteY1" fmla="*/ 0 h 1491900"/>
                <a:gd name="connsiteX2" fmla="*/ 67723 w 2158761"/>
                <a:gd name="connsiteY2" fmla="*/ 288798 h 1491900"/>
                <a:gd name="connsiteX3" fmla="*/ 79629 w 2158761"/>
                <a:gd name="connsiteY3" fmla="*/ 458438 h 1491900"/>
                <a:gd name="connsiteX4" fmla="*/ 0 w 2158761"/>
                <a:gd name="connsiteY4" fmla="*/ 895445 h 1491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8761" h="1491900">
                  <a:moveTo>
                    <a:pt x="1992725" y="1491901"/>
                  </a:moveTo>
                  <a:cubicBezTo>
                    <a:pt x="2157889" y="1007174"/>
                    <a:pt x="2196941" y="527876"/>
                    <a:pt x="2122742" y="0"/>
                  </a:cubicBezTo>
                  <a:lnTo>
                    <a:pt x="67723" y="288798"/>
                  </a:lnTo>
                  <a:cubicBezTo>
                    <a:pt x="75343" y="344329"/>
                    <a:pt x="79629" y="400907"/>
                    <a:pt x="79629" y="458438"/>
                  </a:cubicBezTo>
                  <a:cubicBezTo>
                    <a:pt x="79629" y="612267"/>
                    <a:pt x="51435" y="759524"/>
                    <a:pt x="0" y="895445"/>
                  </a:cubicBezTo>
                </a:path>
              </a:pathLst>
            </a:custGeom>
            <a:noFill/>
            <a:ln w="15875" cap="flat">
              <a:solidFill>
                <a:schemeClr val="tx2"/>
              </a:solidFill>
              <a:prstDash val="solid"/>
              <a:miter/>
              <a:headEnd type="arrow" w="med" len="med"/>
              <a:tailEnd type="none" w="med" len="med"/>
            </a:ln>
          </p:spPr>
          <p:txBody>
            <a:bodyPr rtlCol="0" anchor="ctr"/>
            <a:lstStyle>
              <a:defPPr>
                <a:defRPr lang="en-US"/>
              </a:defPPr>
              <a:lvl1pPr marL="0" algn="l" defTabSz="1116535" rtl="0" eaLnBrk="1" latinLnBrk="0" hangingPunct="1">
                <a:defRPr sz="2198" kern="1200">
                  <a:solidFill>
                    <a:schemeClr val="tx1"/>
                  </a:solidFill>
                  <a:latin typeface="+mn-lt"/>
                  <a:ea typeface="+mn-ea"/>
                  <a:cs typeface="+mn-cs"/>
                </a:defRPr>
              </a:lvl1pPr>
              <a:lvl2pPr marL="558270" algn="l" defTabSz="1116535" rtl="0" eaLnBrk="1" latinLnBrk="0" hangingPunct="1">
                <a:defRPr sz="2198" kern="1200">
                  <a:solidFill>
                    <a:schemeClr val="tx1"/>
                  </a:solidFill>
                  <a:latin typeface="+mn-lt"/>
                  <a:ea typeface="+mn-ea"/>
                  <a:cs typeface="+mn-cs"/>
                </a:defRPr>
              </a:lvl2pPr>
              <a:lvl3pPr marL="1116535" algn="l" defTabSz="1116535" rtl="0" eaLnBrk="1" latinLnBrk="0" hangingPunct="1">
                <a:defRPr sz="2198" kern="1200">
                  <a:solidFill>
                    <a:schemeClr val="tx1"/>
                  </a:solidFill>
                  <a:latin typeface="+mn-lt"/>
                  <a:ea typeface="+mn-ea"/>
                  <a:cs typeface="+mn-cs"/>
                </a:defRPr>
              </a:lvl3pPr>
              <a:lvl4pPr marL="1674805" algn="l" defTabSz="1116535" rtl="0" eaLnBrk="1" latinLnBrk="0" hangingPunct="1">
                <a:defRPr sz="2198" kern="1200">
                  <a:solidFill>
                    <a:schemeClr val="tx1"/>
                  </a:solidFill>
                  <a:latin typeface="+mn-lt"/>
                  <a:ea typeface="+mn-ea"/>
                  <a:cs typeface="+mn-cs"/>
                </a:defRPr>
              </a:lvl4pPr>
              <a:lvl5pPr marL="2233072" algn="l" defTabSz="1116535" rtl="0" eaLnBrk="1" latinLnBrk="0" hangingPunct="1">
                <a:defRPr sz="2198" kern="1200">
                  <a:solidFill>
                    <a:schemeClr val="tx1"/>
                  </a:solidFill>
                  <a:latin typeface="+mn-lt"/>
                  <a:ea typeface="+mn-ea"/>
                  <a:cs typeface="+mn-cs"/>
                </a:defRPr>
              </a:lvl5pPr>
              <a:lvl6pPr marL="2791342" algn="l" defTabSz="1116535" rtl="0" eaLnBrk="1" latinLnBrk="0" hangingPunct="1">
                <a:defRPr sz="2198" kern="1200">
                  <a:solidFill>
                    <a:schemeClr val="tx1"/>
                  </a:solidFill>
                  <a:latin typeface="+mn-lt"/>
                  <a:ea typeface="+mn-ea"/>
                  <a:cs typeface="+mn-cs"/>
                </a:defRPr>
              </a:lvl6pPr>
              <a:lvl7pPr marL="3349607" algn="l" defTabSz="1116535" rtl="0" eaLnBrk="1" latinLnBrk="0" hangingPunct="1">
                <a:defRPr sz="2198" kern="1200">
                  <a:solidFill>
                    <a:schemeClr val="tx1"/>
                  </a:solidFill>
                  <a:latin typeface="+mn-lt"/>
                  <a:ea typeface="+mn-ea"/>
                  <a:cs typeface="+mn-cs"/>
                </a:defRPr>
              </a:lvl7pPr>
              <a:lvl8pPr marL="3907877" algn="l" defTabSz="1116535" rtl="0" eaLnBrk="1" latinLnBrk="0" hangingPunct="1">
                <a:defRPr sz="2198" kern="1200">
                  <a:solidFill>
                    <a:schemeClr val="tx1"/>
                  </a:solidFill>
                  <a:latin typeface="+mn-lt"/>
                  <a:ea typeface="+mn-ea"/>
                  <a:cs typeface="+mn-cs"/>
                </a:defRPr>
              </a:lvl8pPr>
              <a:lvl9pPr marL="4466145" algn="l" defTabSz="1116535" rtl="0" eaLnBrk="1" latinLnBrk="0" hangingPunct="1">
                <a:defRPr sz="2198" kern="1200">
                  <a:solidFill>
                    <a:schemeClr val="tx1"/>
                  </a:solidFill>
                  <a:latin typeface="+mn-lt"/>
                  <a:ea typeface="+mn-ea"/>
                  <a:cs typeface="+mn-cs"/>
                </a:defRPr>
              </a:lvl9pPr>
            </a:lstStyle>
            <a:p>
              <a:endParaRPr lang="en-CA" sz="3490"/>
            </a:p>
          </p:txBody>
        </p:sp>
        <p:sp>
          <p:nvSpPr>
            <p:cNvPr id="11" name="Freeform: Shape 11">
              <a:extLst>
                <a:ext uri="{FF2B5EF4-FFF2-40B4-BE49-F238E27FC236}">
                  <a16:creationId xmlns:a16="http://schemas.microsoft.com/office/drawing/2014/main" id="{9AD3B0FF-F65A-1858-38FE-93AD05E648AE}"/>
                </a:ext>
              </a:extLst>
            </p:cNvPr>
            <p:cNvSpPr/>
            <p:nvPr/>
          </p:nvSpPr>
          <p:spPr>
            <a:xfrm>
              <a:off x="6833520" y="3954970"/>
              <a:ext cx="2265330" cy="2059019"/>
            </a:xfrm>
            <a:custGeom>
              <a:avLst/>
              <a:gdLst>
                <a:gd name="connsiteX0" fmla="*/ 1342358 w 2265330"/>
                <a:gd name="connsiteY0" fmla="*/ 2059019 h 2059019"/>
                <a:gd name="connsiteX1" fmla="*/ 2265331 w 2265330"/>
                <a:gd name="connsiteY1" fmla="*/ 877538 h 2059019"/>
                <a:gd name="connsiteX2" fmla="*/ 383477 w 2265330"/>
                <a:gd name="connsiteY2" fmla="*/ 0 h 2059019"/>
                <a:gd name="connsiteX3" fmla="*/ 0 w 2265330"/>
                <a:gd name="connsiteY3" fmla="*/ 468630 h 2059019"/>
              </a:gdLst>
              <a:ahLst/>
              <a:cxnLst>
                <a:cxn ang="0">
                  <a:pos x="connsiteX0" y="connsiteY0"/>
                </a:cxn>
                <a:cxn ang="0">
                  <a:pos x="connsiteX1" y="connsiteY1"/>
                </a:cxn>
                <a:cxn ang="0">
                  <a:pos x="connsiteX2" y="connsiteY2"/>
                </a:cxn>
                <a:cxn ang="0">
                  <a:pos x="connsiteX3" y="connsiteY3"/>
                </a:cxn>
              </a:cxnLst>
              <a:rect l="l" t="t" r="r" b="b"/>
              <a:pathLst>
                <a:path w="2265330" h="2059019">
                  <a:moveTo>
                    <a:pt x="1342358" y="2059019"/>
                  </a:moveTo>
                  <a:cubicBezTo>
                    <a:pt x="1745552" y="1742218"/>
                    <a:pt x="2039779" y="1361218"/>
                    <a:pt x="2265331" y="877538"/>
                  </a:cubicBezTo>
                  <a:lnTo>
                    <a:pt x="383477" y="0"/>
                  </a:lnTo>
                  <a:cubicBezTo>
                    <a:pt x="296037" y="186309"/>
                    <a:pt x="163544" y="347186"/>
                    <a:pt x="0" y="468630"/>
                  </a:cubicBezTo>
                </a:path>
              </a:pathLst>
            </a:custGeom>
            <a:noFill/>
            <a:ln w="15875" cap="flat">
              <a:solidFill>
                <a:schemeClr val="tx2"/>
              </a:solidFill>
              <a:prstDash val="solid"/>
              <a:miter/>
              <a:headEnd type="arrow" w="med" len="med"/>
              <a:tailEnd type="none" w="med" len="med"/>
            </a:ln>
          </p:spPr>
          <p:txBody>
            <a:bodyPr rtlCol="0" anchor="ctr"/>
            <a:lstStyle>
              <a:defPPr>
                <a:defRPr lang="en-US"/>
              </a:defPPr>
              <a:lvl1pPr marL="0" algn="l" defTabSz="1116535" rtl="0" eaLnBrk="1" latinLnBrk="0" hangingPunct="1">
                <a:defRPr sz="2198" kern="1200">
                  <a:solidFill>
                    <a:schemeClr val="tx1"/>
                  </a:solidFill>
                  <a:latin typeface="+mn-lt"/>
                  <a:ea typeface="+mn-ea"/>
                  <a:cs typeface="+mn-cs"/>
                </a:defRPr>
              </a:lvl1pPr>
              <a:lvl2pPr marL="558270" algn="l" defTabSz="1116535" rtl="0" eaLnBrk="1" latinLnBrk="0" hangingPunct="1">
                <a:defRPr sz="2198" kern="1200">
                  <a:solidFill>
                    <a:schemeClr val="tx1"/>
                  </a:solidFill>
                  <a:latin typeface="+mn-lt"/>
                  <a:ea typeface="+mn-ea"/>
                  <a:cs typeface="+mn-cs"/>
                </a:defRPr>
              </a:lvl2pPr>
              <a:lvl3pPr marL="1116535" algn="l" defTabSz="1116535" rtl="0" eaLnBrk="1" latinLnBrk="0" hangingPunct="1">
                <a:defRPr sz="2198" kern="1200">
                  <a:solidFill>
                    <a:schemeClr val="tx1"/>
                  </a:solidFill>
                  <a:latin typeface="+mn-lt"/>
                  <a:ea typeface="+mn-ea"/>
                  <a:cs typeface="+mn-cs"/>
                </a:defRPr>
              </a:lvl3pPr>
              <a:lvl4pPr marL="1674805" algn="l" defTabSz="1116535" rtl="0" eaLnBrk="1" latinLnBrk="0" hangingPunct="1">
                <a:defRPr sz="2198" kern="1200">
                  <a:solidFill>
                    <a:schemeClr val="tx1"/>
                  </a:solidFill>
                  <a:latin typeface="+mn-lt"/>
                  <a:ea typeface="+mn-ea"/>
                  <a:cs typeface="+mn-cs"/>
                </a:defRPr>
              </a:lvl4pPr>
              <a:lvl5pPr marL="2233072" algn="l" defTabSz="1116535" rtl="0" eaLnBrk="1" latinLnBrk="0" hangingPunct="1">
                <a:defRPr sz="2198" kern="1200">
                  <a:solidFill>
                    <a:schemeClr val="tx1"/>
                  </a:solidFill>
                  <a:latin typeface="+mn-lt"/>
                  <a:ea typeface="+mn-ea"/>
                  <a:cs typeface="+mn-cs"/>
                </a:defRPr>
              </a:lvl5pPr>
              <a:lvl6pPr marL="2791342" algn="l" defTabSz="1116535" rtl="0" eaLnBrk="1" latinLnBrk="0" hangingPunct="1">
                <a:defRPr sz="2198" kern="1200">
                  <a:solidFill>
                    <a:schemeClr val="tx1"/>
                  </a:solidFill>
                  <a:latin typeface="+mn-lt"/>
                  <a:ea typeface="+mn-ea"/>
                  <a:cs typeface="+mn-cs"/>
                </a:defRPr>
              </a:lvl6pPr>
              <a:lvl7pPr marL="3349607" algn="l" defTabSz="1116535" rtl="0" eaLnBrk="1" latinLnBrk="0" hangingPunct="1">
                <a:defRPr sz="2198" kern="1200">
                  <a:solidFill>
                    <a:schemeClr val="tx1"/>
                  </a:solidFill>
                  <a:latin typeface="+mn-lt"/>
                  <a:ea typeface="+mn-ea"/>
                  <a:cs typeface="+mn-cs"/>
                </a:defRPr>
              </a:lvl7pPr>
              <a:lvl8pPr marL="3907877" algn="l" defTabSz="1116535" rtl="0" eaLnBrk="1" latinLnBrk="0" hangingPunct="1">
                <a:defRPr sz="2198" kern="1200">
                  <a:solidFill>
                    <a:schemeClr val="tx1"/>
                  </a:solidFill>
                  <a:latin typeface="+mn-lt"/>
                  <a:ea typeface="+mn-ea"/>
                  <a:cs typeface="+mn-cs"/>
                </a:defRPr>
              </a:lvl8pPr>
              <a:lvl9pPr marL="4466145" algn="l" defTabSz="1116535" rtl="0" eaLnBrk="1" latinLnBrk="0" hangingPunct="1">
                <a:defRPr sz="2198" kern="1200">
                  <a:solidFill>
                    <a:schemeClr val="tx1"/>
                  </a:solidFill>
                  <a:latin typeface="+mn-lt"/>
                  <a:ea typeface="+mn-ea"/>
                  <a:cs typeface="+mn-cs"/>
                </a:defRPr>
              </a:lvl9pPr>
            </a:lstStyle>
            <a:p>
              <a:endParaRPr lang="en-CA" sz="3490"/>
            </a:p>
          </p:txBody>
        </p:sp>
        <p:sp>
          <p:nvSpPr>
            <p:cNvPr id="12" name="Freeform: Shape 12">
              <a:extLst>
                <a:ext uri="{FF2B5EF4-FFF2-40B4-BE49-F238E27FC236}">
                  <a16:creationId xmlns:a16="http://schemas.microsoft.com/office/drawing/2014/main" id="{ABBE737F-3760-319D-DF98-160DBAC51E35}"/>
                </a:ext>
              </a:extLst>
            </p:cNvPr>
            <p:cNvSpPr/>
            <p:nvPr/>
          </p:nvSpPr>
          <p:spPr>
            <a:xfrm>
              <a:off x="6194202" y="4479893"/>
              <a:ext cx="1657921" cy="2247138"/>
            </a:xfrm>
            <a:custGeom>
              <a:avLst/>
              <a:gdLst>
                <a:gd name="connsiteX0" fmla="*/ 280511 w 1657921"/>
                <a:gd name="connsiteY0" fmla="*/ 2247138 h 2247138"/>
                <a:gd name="connsiteX1" fmla="*/ 1657922 w 1657921"/>
                <a:gd name="connsiteY1" fmla="*/ 1761839 h 2247138"/>
                <a:gd name="connsiteX2" fmla="*/ 557022 w 1657921"/>
                <a:gd name="connsiteY2" fmla="*/ 0 h 2247138"/>
                <a:gd name="connsiteX3" fmla="*/ 0 w 1657921"/>
                <a:gd name="connsiteY3" fmla="*/ 183642 h 2247138"/>
              </a:gdLst>
              <a:ahLst/>
              <a:cxnLst>
                <a:cxn ang="0">
                  <a:pos x="connsiteX0" y="connsiteY0"/>
                </a:cxn>
                <a:cxn ang="0">
                  <a:pos x="connsiteX1" y="connsiteY1"/>
                </a:cxn>
                <a:cxn ang="0">
                  <a:pos x="connsiteX2" y="connsiteY2"/>
                </a:cxn>
                <a:cxn ang="0">
                  <a:pos x="connsiteX3" y="connsiteY3"/>
                </a:cxn>
              </a:cxnLst>
              <a:rect l="l" t="t" r="r" b="b"/>
              <a:pathLst>
                <a:path w="1657921" h="2247138">
                  <a:moveTo>
                    <a:pt x="280511" y="2247138"/>
                  </a:moveTo>
                  <a:cubicBezTo>
                    <a:pt x="781622" y="2199132"/>
                    <a:pt x="1201674" y="2046827"/>
                    <a:pt x="1657922" y="1761839"/>
                  </a:cubicBezTo>
                  <a:lnTo>
                    <a:pt x="557022" y="0"/>
                  </a:lnTo>
                  <a:cubicBezTo>
                    <a:pt x="393097" y="102489"/>
                    <a:pt x="203454" y="167735"/>
                    <a:pt x="0" y="183642"/>
                  </a:cubicBezTo>
                </a:path>
              </a:pathLst>
            </a:custGeom>
            <a:noFill/>
            <a:ln w="15875" cap="flat">
              <a:solidFill>
                <a:schemeClr val="tx2"/>
              </a:solidFill>
              <a:prstDash val="solid"/>
              <a:miter/>
              <a:headEnd type="arrow" w="med" len="med"/>
              <a:tailEnd type="none" w="med" len="med"/>
            </a:ln>
          </p:spPr>
          <p:txBody>
            <a:bodyPr rtlCol="0" anchor="ctr"/>
            <a:lstStyle>
              <a:defPPr>
                <a:defRPr lang="en-US"/>
              </a:defPPr>
              <a:lvl1pPr marL="0" algn="l" defTabSz="1116535" rtl="0" eaLnBrk="1" latinLnBrk="0" hangingPunct="1">
                <a:defRPr sz="2198" kern="1200">
                  <a:solidFill>
                    <a:schemeClr val="tx1"/>
                  </a:solidFill>
                  <a:latin typeface="+mn-lt"/>
                  <a:ea typeface="+mn-ea"/>
                  <a:cs typeface="+mn-cs"/>
                </a:defRPr>
              </a:lvl1pPr>
              <a:lvl2pPr marL="558270" algn="l" defTabSz="1116535" rtl="0" eaLnBrk="1" latinLnBrk="0" hangingPunct="1">
                <a:defRPr sz="2198" kern="1200">
                  <a:solidFill>
                    <a:schemeClr val="tx1"/>
                  </a:solidFill>
                  <a:latin typeface="+mn-lt"/>
                  <a:ea typeface="+mn-ea"/>
                  <a:cs typeface="+mn-cs"/>
                </a:defRPr>
              </a:lvl2pPr>
              <a:lvl3pPr marL="1116535" algn="l" defTabSz="1116535" rtl="0" eaLnBrk="1" latinLnBrk="0" hangingPunct="1">
                <a:defRPr sz="2198" kern="1200">
                  <a:solidFill>
                    <a:schemeClr val="tx1"/>
                  </a:solidFill>
                  <a:latin typeface="+mn-lt"/>
                  <a:ea typeface="+mn-ea"/>
                  <a:cs typeface="+mn-cs"/>
                </a:defRPr>
              </a:lvl3pPr>
              <a:lvl4pPr marL="1674805" algn="l" defTabSz="1116535" rtl="0" eaLnBrk="1" latinLnBrk="0" hangingPunct="1">
                <a:defRPr sz="2198" kern="1200">
                  <a:solidFill>
                    <a:schemeClr val="tx1"/>
                  </a:solidFill>
                  <a:latin typeface="+mn-lt"/>
                  <a:ea typeface="+mn-ea"/>
                  <a:cs typeface="+mn-cs"/>
                </a:defRPr>
              </a:lvl4pPr>
              <a:lvl5pPr marL="2233072" algn="l" defTabSz="1116535" rtl="0" eaLnBrk="1" latinLnBrk="0" hangingPunct="1">
                <a:defRPr sz="2198" kern="1200">
                  <a:solidFill>
                    <a:schemeClr val="tx1"/>
                  </a:solidFill>
                  <a:latin typeface="+mn-lt"/>
                  <a:ea typeface="+mn-ea"/>
                  <a:cs typeface="+mn-cs"/>
                </a:defRPr>
              </a:lvl5pPr>
              <a:lvl6pPr marL="2791342" algn="l" defTabSz="1116535" rtl="0" eaLnBrk="1" latinLnBrk="0" hangingPunct="1">
                <a:defRPr sz="2198" kern="1200">
                  <a:solidFill>
                    <a:schemeClr val="tx1"/>
                  </a:solidFill>
                  <a:latin typeface="+mn-lt"/>
                  <a:ea typeface="+mn-ea"/>
                  <a:cs typeface="+mn-cs"/>
                </a:defRPr>
              </a:lvl6pPr>
              <a:lvl7pPr marL="3349607" algn="l" defTabSz="1116535" rtl="0" eaLnBrk="1" latinLnBrk="0" hangingPunct="1">
                <a:defRPr sz="2198" kern="1200">
                  <a:solidFill>
                    <a:schemeClr val="tx1"/>
                  </a:solidFill>
                  <a:latin typeface="+mn-lt"/>
                  <a:ea typeface="+mn-ea"/>
                  <a:cs typeface="+mn-cs"/>
                </a:defRPr>
              </a:lvl7pPr>
              <a:lvl8pPr marL="3907877" algn="l" defTabSz="1116535" rtl="0" eaLnBrk="1" latinLnBrk="0" hangingPunct="1">
                <a:defRPr sz="2198" kern="1200">
                  <a:solidFill>
                    <a:schemeClr val="tx1"/>
                  </a:solidFill>
                  <a:latin typeface="+mn-lt"/>
                  <a:ea typeface="+mn-ea"/>
                  <a:cs typeface="+mn-cs"/>
                </a:defRPr>
              </a:lvl8pPr>
              <a:lvl9pPr marL="4466145" algn="l" defTabSz="1116535" rtl="0" eaLnBrk="1" latinLnBrk="0" hangingPunct="1">
                <a:defRPr sz="2198" kern="1200">
                  <a:solidFill>
                    <a:schemeClr val="tx1"/>
                  </a:solidFill>
                  <a:latin typeface="+mn-lt"/>
                  <a:ea typeface="+mn-ea"/>
                  <a:cs typeface="+mn-cs"/>
                </a:defRPr>
              </a:lvl9pPr>
            </a:lstStyle>
            <a:p>
              <a:endParaRPr lang="en-CA" sz="3490"/>
            </a:p>
          </p:txBody>
        </p:sp>
        <p:sp>
          <p:nvSpPr>
            <p:cNvPr id="14" name="Freeform: Shape 13">
              <a:extLst>
                <a:ext uri="{FF2B5EF4-FFF2-40B4-BE49-F238E27FC236}">
                  <a16:creationId xmlns:a16="http://schemas.microsoft.com/office/drawing/2014/main" id="{22093CC2-C478-C8E1-0354-D396D1E23FCA}"/>
                </a:ext>
              </a:extLst>
            </p:cNvPr>
            <p:cNvSpPr/>
            <p:nvPr/>
          </p:nvSpPr>
          <p:spPr>
            <a:xfrm>
              <a:off x="4634865" y="4518374"/>
              <a:ext cx="1461992" cy="2226659"/>
            </a:xfrm>
            <a:custGeom>
              <a:avLst/>
              <a:gdLst>
                <a:gd name="connsiteX0" fmla="*/ 0 w 1461992"/>
                <a:gd name="connsiteY0" fmla="*/ 1888903 h 2226659"/>
                <a:gd name="connsiteX1" fmla="*/ 1461992 w 1461992"/>
                <a:gd name="connsiteY1" fmla="*/ 2226660 h 2226659"/>
                <a:gd name="connsiteX2" fmla="*/ 1461992 w 1461992"/>
                <a:gd name="connsiteY2" fmla="*/ 148971 h 2226659"/>
                <a:gd name="connsiteX3" fmla="*/ 1461802 w 1461992"/>
                <a:gd name="connsiteY3" fmla="*/ 148971 h 2226659"/>
                <a:gd name="connsiteX4" fmla="*/ 873347 w 1461992"/>
                <a:gd name="connsiteY4" fmla="*/ 0 h 22266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1992" h="2226659">
                  <a:moveTo>
                    <a:pt x="0" y="1888903"/>
                  </a:moveTo>
                  <a:cubicBezTo>
                    <a:pt x="457867" y="2120837"/>
                    <a:pt x="927830" y="2226660"/>
                    <a:pt x="1461992" y="2226660"/>
                  </a:cubicBezTo>
                  <a:lnTo>
                    <a:pt x="1461992" y="148971"/>
                  </a:lnTo>
                  <a:lnTo>
                    <a:pt x="1461802" y="148971"/>
                  </a:lnTo>
                  <a:cubicBezTo>
                    <a:pt x="1248728" y="148971"/>
                    <a:pt x="1048322" y="94869"/>
                    <a:pt x="873347" y="0"/>
                  </a:cubicBezTo>
                </a:path>
              </a:pathLst>
            </a:custGeom>
            <a:noFill/>
            <a:ln w="15875" cap="flat">
              <a:solidFill>
                <a:schemeClr val="tx2"/>
              </a:solidFill>
              <a:prstDash val="solid"/>
              <a:miter/>
              <a:headEnd type="arrow" w="med" len="med"/>
              <a:tailEnd type="none" w="med" len="med"/>
            </a:ln>
          </p:spPr>
          <p:txBody>
            <a:bodyPr rtlCol="0" anchor="ctr"/>
            <a:lstStyle>
              <a:defPPr>
                <a:defRPr lang="en-US"/>
              </a:defPPr>
              <a:lvl1pPr marL="0" algn="l" defTabSz="1116535" rtl="0" eaLnBrk="1" latinLnBrk="0" hangingPunct="1">
                <a:defRPr sz="2198" kern="1200">
                  <a:solidFill>
                    <a:schemeClr val="tx1"/>
                  </a:solidFill>
                  <a:latin typeface="+mn-lt"/>
                  <a:ea typeface="+mn-ea"/>
                  <a:cs typeface="+mn-cs"/>
                </a:defRPr>
              </a:lvl1pPr>
              <a:lvl2pPr marL="558270" algn="l" defTabSz="1116535" rtl="0" eaLnBrk="1" latinLnBrk="0" hangingPunct="1">
                <a:defRPr sz="2198" kern="1200">
                  <a:solidFill>
                    <a:schemeClr val="tx1"/>
                  </a:solidFill>
                  <a:latin typeface="+mn-lt"/>
                  <a:ea typeface="+mn-ea"/>
                  <a:cs typeface="+mn-cs"/>
                </a:defRPr>
              </a:lvl2pPr>
              <a:lvl3pPr marL="1116535" algn="l" defTabSz="1116535" rtl="0" eaLnBrk="1" latinLnBrk="0" hangingPunct="1">
                <a:defRPr sz="2198" kern="1200">
                  <a:solidFill>
                    <a:schemeClr val="tx1"/>
                  </a:solidFill>
                  <a:latin typeface="+mn-lt"/>
                  <a:ea typeface="+mn-ea"/>
                  <a:cs typeface="+mn-cs"/>
                </a:defRPr>
              </a:lvl3pPr>
              <a:lvl4pPr marL="1674805" algn="l" defTabSz="1116535" rtl="0" eaLnBrk="1" latinLnBrk="0" hangingPunct="1">
                <a:defRPr sz="2198" kern="1200">
                  <a:solidFill>
                    <a:schemeClr val="tx1"/>
                  </a:solidFill>
                  <a:latin typeface="+mn-lt"/>
                  <a:ea typeface="+mn-ea"/>
                  <a:cs typeface="+mn-cs"/>
                </a:defRPr>
              </a:lvl4pPr>
              <a:lvl5pPr marL="2233072" algn="l" defTabSz="1116535" rtl="0" eaLnBrk="1" latinLnBrk="0" hangingPunct="1">
                <a:defRPr sz="2198" kern="1200">
                  <a:solidFill>
                    <a:schemeClr val="tx1"/>
                  </a:solidFill>
                  <a:latin typeface="+mn-lt"/>
                  <a:ea typeface="+mn-ea"/>
                  <a:cs typeface="+mn-cs"/>
                </a:defRPr>
              </a:lvl5pPr>
              <a:lvl6pPr marL="2791342" algn="l" defTabSz="1116535" rtl="0" eaLnBrk="1" latinLnBrk="0" hangingPunct="1">
                <a:defRPr sz="2198" kern="1200">
                  <a:solidFill>
                    <a:schemeClr val="tx1"/>
                  </a:solidFill>
                  <a:latin typeface="+mn-lt"/>
                  <a:ea typeface="+mn-ea"/>
                  <a:cs typeface="+mn-cs"/>
                </a:defRPr>
              </a:lvl6pPr>
              <a:lvl7pPr marL="3349607" algn="l" defTabSz="1116535" rtl="0" eaLnBrk="1" latinLnBrk="0" hangingPunct="1">
                <a:defRPr sz="2198" kern="1200">
                  <a:solidFill>
                    <a:schemeClr val="tx1"/>
                  </a:solidFill>
                  <a:latin typeface="+mn-lt"/>
                  <a:ea typeface="+mn-ea"/>
                  <a:cs typeface="+mn-cs"/>
                </a:defRPr>
              </a:lvl7pPr>
              <a:lvl8pPr marL="3907877" algn="l" defTabSz="1116535" rtl="0" eaLnBrk="1" latinLnBrk="0" hangingPunct="1">
                <a:defRPr sz="2198" kern="1200">
                  <a:solidFill>
                    <a:schemeClr val="tx1"/>
                  </a:solidFill>
                  <a:latin typeface="+mn-lt"/>
                  <a:ea typeface="+mn-ea"/>
                  <a:cs typeface="+mn-cs"/>
                </a:defRPr>
              </a:lvl8pPr>
              <a:lvl9pPr marL="4466145" algn="l" defTabSz="1116535" rtl="0" eaLnBrk="1" latinLnBrk="0" hangingPunct="1">
                <a:defRPr sz="2198" kern="1200">
                  <a:solidFill>
                    <a:schemeClr val="tx1"/>
                  </a:solidFill>
                  <a:latin typeface="+mn-lt"/>
                  <a:ea typeface="+mn-ea"/>
                  <a:cs typeface="+mn-cs"/>
                </a:defRPr>
              </a:lvl9pPr>
            </a:lstStyle>
            <a:p>
              <a:endParaRPr lang="en-CA" sz="3490"/>
            </a:p>
          </p:txBody>
        </p:sp>
        <p:sp>
          <p:nvSpPr>
            <p:cNvPr id="15" name="Freeform: Shape 14">
              <a:extLst>
                <a:ext uri="{FF2B5EF4-FFF2-40B4-BE49-F238E27FC236}">
                  <a16:creationId xmlns:a16="http://schemas.microsoft.com/office/drawing/2014/main" id="{AF2EB302-70C2-6EEF-6F6C-1764295257DA}"/>
                </a:ext>
              </a:extLst>
            </p:cNvPr>
            <p:cNvSpPr/>
            <p:nvPr/>
          </p:nvSpPr>
          <p:spPr>
            <a:xfrm>
              <a:off x="3252311" y="4022502"/>
              <a:ext cx="2171890" cy="2188083"/>
            </a:xfrm>
            <a:custGeom>
              <a:avLst/>
              <a:gdLst>
                <a:gd name="connsiteX0" fmla="*/ 0 w 2171890"/>
                <a:gd name="connsiteY0" fmla="*/ 1111377 h 2188083"/>
                <a:gd name="connsiteX1" fmla="*/ 1040511 w 2171890"/>
                <a:gd name="connsiteY1" fmla="*/ 2188083 h 2188083"/>
                <a:gd name="connsiteX2" fmla="*/ 2171891 w 2171890"/>
                <a:gd name="connsiteY2" fmla="*/ 445865 h 2188083"/>
                <a:gd name="connsiteX3" fmla="*/ 1758315 w 2171890"/>
                <a:gd name="connsiteY3" fmla="*/ 0 h 2188083"/>
              </a:gdLst>
              <a:ahLst/>
              <a:cxnLst>
                <a:cxn ang="0">
                  <a:pos x="connsiteX0" y="connsiteY0"/>
                </a:cxn>
                <a:cxn ang="0">
                  <a:pos x="connsiteX1" y="connsiteY1"/>
                </a:cxn>
                <a:cxn ang="0">
                  <a:pos x="connsiteX2" y="connsiteY2"/>
                </a:cxn>
                <a:cxn ang="0">
                  <a:pos x="connsiteX3" y="connsiteY3"/>
                </a:cxn>
              </a:cxnLst>
              <a:rect l="l" t="t" r="r" b="b"/>
              <a:pathLst>
                <a:path w="2171890" h="2188083">
                  <a:moveTo>
                    <a:pt x="0" y="1111377"/>
                  </a:moveTo>
                  <a:cubicBezTo>
                    <a:pt x="257461" y="1554004"/>
                    <a:pt x="593503" y="1897761"/>
                    <a:pt x="1040511" y="2188083"/>
                  </a:cubicBezTo>
                  <a:lnTo>
                    <a:pt x="2171891" y="445865"/>
                  </a:lnTo>
                  <a:cubicBezTo>
                    <a:pt x="1999679" y="334137"/>
                    <a:pt x="1857089" y="180785"/>
                    <a:pt x="1758315" y="0"/>
                  </a:cubicBezTo>
                </a:path>
              </a:pathLst>
            </a:custGeom>
            <a:noFill/>
            <a:ln w="15875" cap="flat">
              <a:solidFill>
                <a:schemeClr val="tx2"/>
              </a:solidFill>
              <a:prstDash val="solid"/>
              <a:miter/>
              <a:headEnd type="arrow" w="med" len="med"/>
              <a:tailEnd type="none" w="med" len="med"/>
            </a:ln>
          </p:spPr>
          <p:txBody>
            <a:bodyPr rtlCol="0" anchor="ctr"/>
            <a:lstStyle>
              <a:defPPr>
                <a:defRPr lang="en-US"/>
              </a:defPPr>
              <a:lvl1pPr marL="0" algn="l" defTabSz="1116535" rtl="0" eaLnBrk="1" latinLnBrk="0" hangingPunct="1">
                <a:defRPr sz="2198" kern="1200">
                  <a:solidFill>
                    <a:schemeClr val="tx1"/>
                  </a:solidFill>
                  <a:latin typeface="+mn-lt"/>
                  <a:ea typeface="+mn-ea"/>
                  <a:cs typeface="+mn-cs"/>
                </a:defRPr>
              </a:lvl1pPr>
              <a:lvl2pPr marL="558270" algn="l" defTabSz="1116535" rtl="0" eaLnBrk="1" latinLnBrk="0" hangingPunct="1">
                <a:defRPr sz="2198" kern="1200">
                  <a:solidFill>
                    <a:schemeClr val="tx1"/>
                  </a:solidFill>
                  <a:latin typeface="+mn-lt"/>
                  <a:ea typeface="+mn-ea"/>
                  <a:cs typeface="+mn-cs"/>
                </a:defRPr>
              </a:lvl2pPr>
              <a:lvl3pPr marL="1116535" algn="l" defTabSz="1116535" rtl="0" eaLnBrk="1" latinLnBrk="0" hangingPunct="1">
                <a:defRPr sz="2198" kern="1200">
                  <a:solidFill>
                    <a:schemeClr val="tx1"/>
                  </a:solidFill>
                  <a:latin typeface="+mn-lt"/>
                  <a:ea typeface="+mn-ea"/>
                  <a:cs typeface="+mn-cs"/>
                </a:defRPr>
              </a:lvl3pPr>
              <a:lvl4pPr marL="1674805" algn="l" defTabSz="1116535" rtl="0" eaLnBrk="1" latinLnBrk="0" hangingPunct="1">
                <a:defRPr sz="2198" kern="1200">
                  <a:solidFill>
                    <a:schemeClr val="tx1"/>
                  </a:solidFill>
                  <a:latin typeface="+mn-lt"/>
                  <a:ea typeface="+mn-ea"/>
                  <a:cs typeface="+mn-cs"/>
                </a:defRPr>
              </a:lvl4pPr>
              <a:lvl5pPr marL="2233072" algn="l" defTabSz="1116535" rtl="0" eaLnBrk="1" latinLnBrk="0" hangingPunct="1">
                <a:defRPr sz="2198" kern="1200">
                  <a:solidFill>
                    <a:schemeClr val="tx1"/>
                  </a:solidFill>
                  <a:latin typeface="+mn-lt"/>
                  <a:ea typeface="+mn-ea"/>
                  <a:cs typeface="+mn-cs"/>
                </a:defRPr>
              </a:lvl5pPr>
              <a:lvl6pPr marL="2791342" algn="l" defTabSz="1116535" rtl="0" eaLnBrk="1" latinLnBrk="0" hangingPunct="1">
                <a:defRPr sz="2198" kern="1200">
                  <a:solidFill>
                    <a:schemeClr val="tx1"/>
                  </a:solidFill>
                  <a:latin typeface="+mn-lt"/>
                  <a:ea typeface="+mn-ea"/>
                  <a:cs typeface="+mn-cs"/>
                </a:defRPr>
              </a:lvl6pPr>
              <a:lvl7pPr marL="3349607" algn="l" defTabSz="1116535" rtl="0" eaLnBrk="1" latinLnBrk="0" hangingPunct="1">
                <a:defRPr sz="2198" kern="1200">
                  <a:solidFill>
                    <a:schemeClr val="tx1"/>
                  </a:solidFill>
                  <a:latin typeface="+mn-lt"/>
                  <a:ea typeface="+mn-ea"/>
                  <a:cs typeface="+mn-cs"/>
                </a:defRPr>
              </a:lvl7pPr>
              <a:lvl8pPr marL="3907877" algn="l" defTabSz="1116535" rtl="0" eaLnBrk="1" latinLnBrk="0" hangingPunct="1">
                <a:defRPr sz="2198" kern="1200">
                  <a:solidFill>
                    <a:schemeClr val="tx1"/>
                  </a:solidFill>
                  <a:latin typeface="+mn-lt"/>
                  <a:ea typeface="+mn-ea"/>
                  <a:cs typeface="+mn-cs"/>
                </a:defRPr>
              </a:lvl8pPr>
              <a:lvl9pPr marL="4466145" algn="l" defTabSz="1116535" rtl="0" eaLnBrk="1" latinLnBrk="0" hangingPunct="1">
                <a:defRPr sz="2198" kern="1200">
                  <a:solidFill>
                    <a:schemeClr val="tx1"/>
                  </a:solidFill>
                  <a:latin typeface="+mn-lt"/>
                  <a:ea typeface="+mn-ea"/>
                  <a:cs typeface="+mn-cs"/>
                </a:defRPr>
              </a:lvl9pPr>
            </a:lstStyle>
            <a:p>
              <a:endParaRPr lang="en-CA" sz="3490"/>
            </a:p>
          </p:txBody>
        </p:sp>
        <p:sp>
          <p:nvSpPr>
            <p:cNvPr id="22" name="Freeform: Shape 15">
              <a:extLst>
                <a:ext uri="{FF2B5EF4-FFF2-40B4-BE49-F238E27FC236}">
                  <a16:creationId xmlns:a16="http://schemas.microsoft.com/office/drawing/2014/main" id="{E0ABF058-3C95-D513-02F2-6294313D43B0}"/>
                </a:ext>
              </a:extLst>
            </p:cNvPr>
            <p:cNvSpPr/>
            <p:nvPr/>
          </p:nvSpPr>
          <p:spPr>
            <a:xfrm>
              <a:off x="2780687" y="3308032"/>
              <a:ext cx="2186695" cy="1471898"/>
            </a:xfrm>
            <a:custGeom>
              <a:avLst/>
              <a:gdLst>
                <a:gd name="connsiteX0" fmla="*/ 4042 w 2186695"/>
                <a:gd name="connsiteY0" fmla="*/ 0 h 1471898"/>
                <a:gd name="connsiteX1" fmla="*/ 290173 w 2186695"/>
                <a:gd name="connsiteY1" fmla="*/ 1471898 h 1471898"/>
                <a:gd name="connsiteX2" fmla="*/ 2186696 w 2186695"/>
                <a:gd name="connsiteY2" fmla="*/ 627507 h 1471898"/>
                <a:gd name="connsiteX3" fmla="*/ 2078682 w 2186695"/>
                <a:gd name="connsiteY3" fmla="*/ 122111 h 1471898"/>
                <a:gd name="connsiteX4" fmla="*/ 2082397 w 2186695"/>
                <a:gd name="connsiteY4" fmla="*/ 26384 h 1471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6695" h="1471898">
                  <a:moveTo>
                    <a:pt x="4042" y="0"/>
                  </a:moveTo>
                  <a:cubicBezTo>
                    <a:pt x="-21390" y="512255"/>
                    <a:pt x="73098" y="984314"/>
                    <a:pt x="290173" y="1471898"/>
                  </a:cubicBezTo>
                  <a:lnTo>
                    <a:pt x="2186696" y="627507"/>
                  </a:lnTo>
                  <a:cubicBezTo>
                    <a:pt x="2117544" y="473202"/>
                    <a:pt x="2078682" y="302228"/>
                    <a:pt x="2078682" y="122111"/>
                  </a:cubicBezTo>
                  <a:cubicBezTo>
                    <a:pt x="2078682" y="89916"/>
                    <a:pt x="2079920" y="58008"/>
                    <a:pt x="2082397" y="26384"/>
                  </a:cubicBezTo>
                </a:path>
              </a:pathLst>
            </a:custGeom>
            <a:noFill/>
            <a:ln w="15875" cap="flat">
              <a:solidFill>
                <a:schemeClr val="tx2"/>
              </a:solidFill>
              <a:prstDash val="solid"/>
              <a:miter/>
              <a:headEnd type="arrow" w="med" len="med"/>
              <a:tailEnd type="none" w="med" len="med"/>
            </a:ln>
          </p:spPr>
          <p:txBody>
            <a:bodyPr rtlCol="0" anchor="ctr"/>
            <a:lstStyle>
              <a:defPPr>
                <a:defRPr lang="en-US"/>
              </a:defPPr>
              <a:lvl1pPr marL="0" algn="l" defTabSz="1116535" rtl="0" eaLnBrk="1" latinLnBrk="0" hangingPunct="1">
                <a:defRPr sz="2198" kern="1200">
                  <a:solidFill>
                    <a:schemeClr val="tx1"/>
                  </a:solidFill>
                  <a:latin typeface="+mn-lt"/>
                  <a:ea typeface="+mn-ea"/>
                  <a:cs typeface="+mn-cs"/>
                </a:defRPr>
              </a:lvl1pPr>
              <a:lvl2pPr marL="558270" algn="l" defTabSz="1116535" rtl="0" eaLnBrk="1" latinLnBrk="0" hangingPunct="1">
                <a:defRPr sz="2198" kern="1200">
                  <a:solidFill>
                    <a:schemeClr val="tx1"/>
                  </a:solidFill>
                  <a:latin typeface="+mn-lt"/>
                  <a:ea typeface="+mn-ea"/>
                  <a:cs typeface="+mn-cs"/>
                </a:defRPr>
              </a:lvl2pPr>
              <a:lvl3pPr marL="1116535" algn="l" defTabSz="1116535" rtl="0" eaLnBrk="1" latinLnBrk="0" hangingPunct="1">
                <a:defRPr sz="2198" kern="1200">
                  <a:solidFill>
                    <a:schemeClr val="tx1"/>
                  </a:solidFill>
                  <a:latin typeface="+mn-lt"/>
                  <a:ea typeface="+mn-ea"/>
                  <a:cs typeface="+mn-cs"/>
                </a:defRPr>
              </a:lvl3pPr>
              <a:lvl4pPr marL="1674805" algn="l" defTabSz="1116535" rtl="0" eaLnBrk="1" latinLnBrk="0" hangingPunct="1">
                <a:defRPr sz="2198" kern="1200">
                  <a:solidFill>
                    <a:schemeClr val="tx1"/>
                  </a:solidFill>
                  <a:latin typeface="+mn-lt"/>
                  <a:ea typeface="+mn-ea"/>
                  <a:cs typeface="+mn-cs"/>
                </a:defRPr>
              </a:lvl4pPr>
              <a:lvl5pPr marL="2233072" algn="l" defTabSz="1116535" rtl="0" eaLnBrk="1" latinLnBrk="0" hangingPunct="1">
                <a:defRPr sz="2198" kern="1200">
                  <a:solidFill>
                    <a:schemeClr val="tx1"/>
                  </a:solidFill>
                  <a:latin typeface="+mn-lt"/>
                  <a:ea typeface="+mn-ea"/>
                  <a:cs typeface="+mn-cs"/>
                </a:defRPr>
              </a:lvl5pPr>
              <a:lvl6pPr marL="2791342" algn="l" defTabSz="1116535" rtl="0" eaLnBrk="1" latinLnBrk="0" hangingPunct="1">
                <a:defRPr sz="2198" kern="1200">
                  <a:solidFill>
                    <a:schemeClr val="tx1"/>
                  </a:solidFill>
                  <a:latin typeface="+mn-lt"/>
                  <a:ea typeface="+mn-ea"/>
                  <a:cs typeface="+mn-cs"/>
                </a:defRPr>
              </a:lvl6pPr>
              <a:lvl7pPr marL="3349607" algn="l" defTabSz="1116535" rtl="0" eaLnBrk="1" latinLnBrk="0" hangingPunct="1">
                <a:defRPr sz="2198" kern="1200">
                  <a:solidFill>
                    <a:schemeClr val="tx1"/>
                  </a:solidFill>
                  <a:latin typeface="+mn-lt"/>
                  <a:ea typeface="+mn-ea"/>
                  <a:cs typeface="+mn-cs"/>
                </a:defRPr>
              </a:lvl7pPr>
              <a:lvl8pPr marL="3907877" algn="l" defTabSz="1116535" rtl="0" eaLnBrk="1" latinLnBrk="0" hangingPunct="1">
                <a:defRPr sz="2198" kern="1200">
                  <a:solidFill>
                    <a:schemeClr val="tx1"/>
                  </a:solidFill>
                  <a:latin typeface="+mn-lt"/>
                  <a:ea typeface="+mn-ea"/>
                  <a:cs typeface="+mn-cs"/>
                </a:defRPr>
              </a:lvl8pPr>
              <a:lvl9pPr marL="4466145" algn="l" defTabSz="1116535" rtl="0" eaLnBrk="1" latinLnBrk="0" hangingPunct="1">
                <a:defRPr sz="2198" kern="1200">
                  <a:solidFill>
                    <a:schemeClr val="tx1"/>
                  </a:solidFill>
                  <a:latin typeface="+mn-lt"/>
                  <a:ea typeface="+mn-ea"/>
                  <a:cs typeface="+mn-cs"/>
                </a:defRPr>
              </a:lvl9pPr>
            </a:lstStyle>
            <a:p>
              <a:endParaRPr lang="en-CA" sz="3490"/>
            </a:p>
          </p:txBody>
        </p:sp>
        <p:sp>
          <p:nvSpPr>
            <p:cNvPr id="23" name="Freeform: Shape 16">
              <a:extLst>
                <a:ext uri="{FF2B5EF4-FFF2-40B4-BE49-F238E27FC236}">
                  <a16:creationId xmlns:a16="http://schemas.microsoft.com/office/drawing/2014/main" id="{F783F86E-3633-489C-6028-72F1A3A42EDE}"/>
                </a:ext>
              </a:extLst>
            </p:cNvPr>
            <p:cNvSpPr/>
            <p:nvPr/>
          </p:nvSpPr>
          <p:spPr>
            <a:xfrm>
              <a:off x="2825305" y="1571529"/>
              <a:ext cx="2275903" cy="1667541"/>
            </a:xfrm>
            <a:custGeom>
              <a:avLst/>
              <a:gdLst>
                <a:gd name="connsiteX0" fmla="*/ 526828 w 2275903"/>
                <a:gd name="connsiteY0" fmla="*/ 0 h 1667541"/>
                <a:gd name="connsiteX1" fmla="*/ 0 w 2275903"/>
                <a:gd name="connsiteY1" fmla="*/ 1343025 h 1667541"/>
                <a:gd name="connsiteX2" fmla="*/ 2048923 w 2275903"/>
                <a:gd name="connsiteY2" fmla="*/ 1667542 h 1667541"/>
                <a:gd name="connsiteX3" fmla="*/ 2275904 w 2275903"/>
                <a:gd name="connsiteY3" fmla="*/ 1124521 h 1667541"/>
              </a:gdLst>
              <a:ahLst/>
              <a:cxnLst>
                <a:cxn ang="0">
                  <a:pos x="connsiteX0" y="connsiteY0"/>
                </a:cxn>
                <a:cxn ang="0">
                  <a:pos x="connsiteX1" y="connsiteY1"/>
                </a:cxn>
                <a:cxn ang="0">
                  <a:pos x="connsiteX2" y="connsiteY2"/>
                </a:cxn>
                <a:cxn ang="0">
                  <a:pos x="connsiteX3" y="connsiteY3"/>
                </a:cxn>
              </a:cxnLst>
              <a:rect l="l" t="t" r="r" b="b"/>
              <a:pathLst>
                <a:path w="2275903" h="1667541">
                  <a:moveTo>
                    <a:pt x="526828" y="0"/>
                  </a:moveTo>
                  <a:cubicBezTo>
                    <a:pt x="240887" y="405193"/>
                    <a:pt x="83153" y="818102"/>
                    <a:pt x="0" y="1343025"/>
                  </a:cubicBezTo>
                  <a:lnTo>
                    <a:pt x="2048923" y="1667542"/>
                  </a:lnTo>
                  <a:cubicBezTo>
                    <a:pt x="2080165" y="1466374"/>
                    <a:pt x="2159984" y="1281303"/>
                    <a:pt x="2275904" y="1124521"/>
                  </a:cubicBezTo>
                </a:path>
              </a:pathLst>
            </a:custGeom>
            <a:noFill/>
            <a:ln w="15875" cap="flat">
              <a:solidFill>
                <a:schemeClr val="tx2"/>
              </a:solidFill>
              <a:prstDash val="solid"/>
              <a:miter/>
              <a:headEnd type="arrow" w="med" len="med"/>
              <a:tailEnd type="none" w="med" len="med"/>
            </a:ln>
          </p:spPr>
          <p:txBody>
            <a:bodyPr rtlCol="0" anchor="ctr"/>
            <a:lstStyle>
              <a:defPPr>
                <a:defRPr lang="en-US"/>
              </a:defPPr>
              <a:lvl1pPr marL="0" algn="l" defTabSz="1116535" rtl="0" eaLnBrk="1" latinLnBrk="0" hangingPunct="1">
                <a:defRPr sz="2198" kern="1200">
                  <a:solidFill>
                    <a:schemeClr val="tx1"/>
                  </a:solidFill>
                  <a:latin typeface="+mn-lt"/>
                  <a:ea typeface="+mn-ea"/>
                  <a:cs typeface="+mn-cs"/>
                </a:defRPr>
              </a:lvl1pPr>
              <a:lvl2pPr marL="558270" algn="l" defTabSz="1116535" rtl="0" eaLnBrk="1" latinLnBrk="0" hangingPunct="1">
                <a:defRPr sz="2198" kern="1200">
                  <a:solidFill>
                    <a:schemeClr val="tx1"/>
                  </a:solidFill>
                  <a:latin typeface="+mn-lt"/>
                  <a:ea typeface="+mn-ea"/>
                  <a:cs typeface="+mn-cs"/>
                </a:defRPr>
              </a:lvl2pPr>
              <a:lvl3pPr marL="1116535" algn="l" defTabSz="1116535" rtl="0" eaLnBrk="1" latinLnBrk="0" hangingPunct="1">
                <a:defRPr sz="2198" kern="1200">
                  <a:solidFill>
                    <a:schemeClr val="tx1"/>
                  </a:solidFill>
                  <a:latin typeface="+mn-lt"/>
                  <a:ea typeface="+mn-ea"/>
                  <a:cs typeface="+mn-cs"/>
                </a:defRPr>
              </a:lvl3pPr>
              <a:lvl4pPr marL="1674805" algn="l" defTabSz="1116535" rtl="0" eaLnBrk="1" latinLnBrk="0" hangingPunct="1">
                <a:defRPr sz="2198" kern="1200">
                  <a:solidFill>
                    <a:schemeClr val="tx1"/>
                  </a:solidFill>
                  <a:latin typeface="+mn-lt"/>
                  <a:ea typeface="+mn-ea"/>
                  <a:cs typeface="+mn-cs"/>
                </a:defRPr>
              </a:lvl4pPr>
              <a:lvl5pPr marL="2233072" algn="l" defTabSz="1116535" rtl="0" eaLnBrk="1" latinLnBrk="0" hangingPunct="1">
                <a:defRPr sz="2198" kern="1200">
                  <a:solidFill>
                    <a:schemeClr val="tx1"/>
                  </a:solidFill>
                  <a:latin typeface="+mn-lt"/>
                  <a:ea typeface="+mn-ea"/>
                  <a:cs typeface="+mn-cs"/>
                </a:defRPr>
              </a:lvl5pPr>
              <a:lvl6pPr marL="2791342" algn="l" defTabSz="1116535" rtl="0" eaLnBrk="1" latinLnBrk="0" hangingPunct="1">
                <a:defRPr sz="2198" kern="1200">
                  <a:solidFill>
                    <a:schemeClr val="tx1"/>
                  </a:solidFill>
                  <a:latin typeface="+mn-lt"/>
                  <a:ea typeface="+mn-ea"/>
                  <a:cs typeface="+mn-cs"/>
                </a:defRPr>
              </a:lvl6pPr>
              <a:lvl7pPr marL="3349607" algn="l" defTabSz="1116535" rtl="0" eaLnBrk="1" latinLnBrk="0" hangingPunct="1">
                <a:defRPr sz="2198" kern="1200">
                  <a:solidFill>
                    <a:schemeClr val="tx1"/>
                  </a:solidFill>
                  <a:latin typeface="+mn-lt"/>
                  <a:ea typeface="+mn-ea"/>
                  <a:cs typeface="+mn-cs"/>
                </a:defRPr>
              </a:lvl7pPr>
              <a:lvl8pPr marL="3907877" algn="l" defTabSz="1116535" rtl="0" eaLnBrk="1" latinLnBrk="0" hangingPunct="1">
                <a:defRPr sz="2198" kern="1200">
                  <a:solidFill>
                    <a:schemeClr val="tx1"/>
                  </a:solidFill>
                  <a:latin typeface="+mn-lt"/>
                  <a:ea typeface="+mn-ea"/>
                  <a:cs typeface="+mn-cs"/>
                </a:defRPr>
              </a:lvl8pPr>
              <a:lvl9pPr marL="4466145" algn="l" defTabSz="1116535" rtl="0" eaLnBrk="1" latinLnBrk="0" hangingPunct="1">
                <a:defRPr sz="2198" kern="1200">
                  <a:solidFill>
                    <a:schemeClr val="tx1"/>
                  </a:solidFill>
                  <a:latin typeface="+mn-lt"/>
                  <a:ea typeface="+mn-ea"/>
                  <a:cs typeface="+mn-cs"/>
                </a:defRPr>
              </a:lvl9pPr>
            </a:lstStyle>
            <a:p>
              <a:endParaRPr lang="en-CA" sz="3490"/>
            </a:p>
          </p:txBody>
        </p:sp>
      </p:grpSp>
      <p:sp>
        <p:nvSpPr>
          <p:cNvPr id="25" name="Oval 24">
            <a:extLst>
              <a:ext uri="{FF2B5EF4-FFF2-40B4-BE49-F238E27FC236}">
                <a16:creationId xmlns:a16="http://schemas.microsoft.com/office/drawing/2014/main" id="{CDB079E2-D9B8-696C-F262-36059DDA8C10}"/>
              </a:ext>
            </a:extLst>
          </p:cNvPr>
          <p:cNvSpPr/>
          <p:nvPr/>
        </p:nvSpPr>
        <p:spPr>
          <a:xfrm>
            <a:off x="8282380" y="2492405"/>
            <a:ext cx="1739685" cy="173968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lang="en-CA" sz="1500">
                <a:solidFill>
                  <a:schemeClr val="bg1"/>
                </a:solidFill>
              </a:rPr>
              <a:t>Client Relationship Management</a:t>
            </a:r>
          </a:p>
        </p:txBody>
      </p:sp>
      <p:sp>
        <p:nvSpPr>
          <p:cNvPr id="26" name="TextBox 25">
            <a:extLst>
              <a:ext uri="{FF2B5EF4-FFF2-40B4-BE49-F238E27FC236}">
                <a16:creationId xmlns:a16="http://schemas.microsoft.com/office/drawing/2014/main" id="{EAF9FD06-7E3A-FE40-D983-FD75783E9073}"/>
              </a:ext>
            </a:extLst>
          </p:cNvPr>
          <p:cNvSpPr txBox="1"/>
          <p:nvPr/>
        </p:nvSpPr>
        <p:spPr>
          <a:xfrm>
            <a:off x="8607827" y="1013110"/>
            <a:ext cx="1075764" cy="615553"/>
          </a:xfrm>
          <a:prstGeom prst="rect">
            <a:avLst/>
          </a:prstGeom>
          <a:noFill/>
        </p:spPr>
        <p:txBody>
          <a:bodyPr wrap="square" lIns="0" tIns="0" rIns="0" bIns="0" rtlCol="0">
            <a:spAutoFit/>
          </a:bodyPr>
          <a:lstStyle/>
          <a:p>
            <a:pPr algn="ctr"/>
            <a:r>
              <a:rPr lang="en-CA" sz="1000" b="1">
                <a:solidFill>
                  <a:schemeClr val="accent6"/>
                </a:solidFill>
                <a:latin typeface="Open Sans Semibold" panose="020B0606030504020204" pitchFamily="34" charset="0"/>
                <a:ea typeface="Open Sans Semibold" panose="020B0606030504020204" pitchFamily="34" charset="0"/>
                <a:cs typeface="Open Sans Semibold" panose="020B0606030504020204" pitchFamily="34" charset="0"/>
              </a:rPr>
              <a:t>Location </a:t>
            </a:r>
            <a:br>
              <a:rPr lang="en-CA" sz="1000" b="1">
                <a:solidFill>
                  <a:schemeClr val="accent6"/>
                </a:solidFill>
                <a:latin typeface="Open Sans Semibold" panose="020B0606030504020204" pitchFamily="34" charset="0"/>
                <a:ea typeface="Open Sans Semibold" panose="020B0606030504020204" pitchFamily="34" charset="0"/>
                <a:cs typeface="Open Sans Semibold" panose="020B0606030504020204" pitchFamily="34" charset="0"/>
              </a:rPr>
            </a:br>
            <a:r>
              <a:rPr lang="en-CA" sz="1000" b="1">
                <a:solidFill>
                  <a:schemeClr val="accent6"/>
                </a:solidFill>
                <a:latin typeface="Open Sans Semibold" panose="020B0606030504020204" pitchFamily="34" charset="0"/>
                <a:ea typeface="Open Sans Semibold" panose="020B0606030504020204" pitchFamily="34" charset="0"/>
                <a:cs typeface="Open Sans Semibold" panose="020B0606030504020204" pitchFamily="34" charset="0"/>
              </a:rPr>
              <a:t>Strategy, Labour Analytics Incentives</a:t>
            </a:r>
          </a:p>
        </p:txBody>
      </p:sp>
      <p:sp>
        <p:nvSpPr>
          <p:cNvPr id="27" name="TextBox 26">
            <a:extLst>
              <a:ext uri="{FF2B5EF4-FFF2-40B4-BE49-F238E27FC236}">
                <a16:creationId xmlns:a16="http://schemas.microsoft.com/office/drawing/2014/main" id="{39B12FD0-3DF1-B2CE-08B6-C7BF34D6049D}"/>
              </a:ext>
            </a:extLst>
          </p:cNvPr>
          <p:cNvSpPr txBox="1"/>
          <p:nvPr/>
        </p:nvSpPr>
        <p:spPr>
          <a:xfrm>
            <a:off x="9671555" y="1460241"/>
            <a:ext cx="1075764" cy="307777"/>
          </a:xfrm>
          <a:prstGeom prst="rect">
            <a:avLst/>
          </a:prstGeom>
          <a:noFill/>
        </p:spPr>
        <p:txBody>
          <a:bodyPr wrap="square" lIns="0" tIns="0" rIns="0" bIns="0" rtlCol="0">
            <a:spAutoFit/>
          </a:bodyPr>
          <a:lstStyle/>
          <a:p>
            <a:pPr algn="ctr"/>
            <a:r>
              <a:rPr lang="en-CA" sz="1000" b="1">
                <a:solidFill>
                  <a:schemeClr val="accent6"/>
                </a:solidFill>
                <a:latin typeface="Open Sans Semibold" panose="020B0606030504020204" pitchFamily="34" charset="0"/>
                <a:ea typeface="Open Sans Semibold" panose="020B0606030504020204" pitchFamily="34" charset="0"/>
                <a:cs typeface="Open Sans Semibold" panose="020B0606030504020204" pitchFamily="34" charset="0"/>
              </a:rPr>
              <a:t>Portfolio</a:t>
            </a:r>
          </a:p>
          <a:p>
            <a:pPr algn="ctr"/>
            <a:r>
              <a:rPr lang="en-CA" sz="1000" b="1">
                <a:solidFill>
                  <a:schemeClr val="accent6"/>
                </a:solidFill>
                <a:latin typeface="Open Sans Semibold" panose="020B0606030504020204" pitchFamily="34" charset="0"/>
                <a:ea typeface="Open Sans Semibold" panose="020B0606030504020204" pitchFamily="34" charset="0"/>
                <a:cs typeface="Open Sans Semibold" panose="020B0606030504020204" pitchFamily="34" charset="0"/>
              </a:rPr>
              <a:t>Strategy</a:t>
            </a:r>
          </a:p>
        </p:txBody>
      </p:sp>
      <p:sp>
        <p:nvSpPr>
          <p:cNvPr id="28" name="TextBox 27">
            <a:extLst>
              <a:ext uri="{FF2B5EF4-FFF2-40B4-BE49-F238E27FC236}">
                <a16:creationId xmlns:a16="http://schemas.microsoft.com/office/drawing/2014/main" id="{F547D398-B92A-4320-5374-BB8BE5858CED}"/>
              </a:ext>
            </a:extLst>
          </p:cNvPr>
          <p:cNvSpPr txBox="1"/>
          <p:nvPr/>
        </p:nvSpPr>
        <p:spPr>
          <a:xfrm>
            <a:off x="10427629" y="2300074"/>
            <a:ext cx="1075764" cy="307777"/>
          </a:xfrm>
          <a:prstGeom prst="rect">
            <a:avLst/>
          </a:prstGeom>
          <a:noFill/>
        </p:spPr>
        <p:txBody>
          <a:bodyPr wrap="square" lIns="0" tIns="0" rIns="0" bIns="0" rtlCol="0">
            <a:spAutoFit/>
          </a:bodyPr>
          <a:lstStyle/>
          <a:p>
            <a:pPr algn="ctr"/>
            <a:r>
              <a:rPr lang="en-CA" sz="1000" b="1">
                <a:solidFill>
                  <a:schemeClr val="accent6"/>
                </a:solidFill>
                <a:latin typeface="Open Sans Semibold" panose="020B0606030504020204" pitchFamily="34" charset="0"/>
                <a:ea typeface="Open Sans Semibold" panose="020B0606030504020204" pitchFamily="34" charset="0"/>
                <a:cs typeface="Open Sans Semibold" panose="020B0606030504020204" pitchFamily="34" charset="0"/>
              </a:rPr>
              <a:t>Workplace</a:t>
            </a:r>
          </a:p>
          <a:p>
            <a:pPr algn="ctr"/>
            <a:r>
              <a:rPr lang="en-CA" sz="1000" b="1">
                <a:solidFill>
                  <a:schemeClr val="accent6"/>
                </a:solidFill>
                <a:latin typeface="Open Sans Semibold" panose="020B0606030504020204" pitchFamily="34" charset="0"/>
                <a:ea typeface="Open Sans Semibold" panose="020B0606030504020204" pitchFamily="34" charset="0"/>
                <a:cs typeface="Open Sans Semibold" panose="020B0606030504020204" pitchFamily="34" charset="0"/>
              </a:rPr>
              <a:t>Advisory</a:t>
            </a:r>
          </a:p>
        </p:txBody>
      </p:sp>
      <p:sp>
        <p:nvSpPr>
          <p:cNvPr id="29" name="TextBox 28">
            <a:extLst>
              <a:ext uri="{FF2B5EF4-FFF2-40B4-BE49-F238E27FC236}">
                <a16:creationId xmlns:a16="http://schemas.microsoft.com/office/drawing/2014/main" id="{1AE06F2A-2054-5000-EE9C-F76B129F2DD5}"/>
              </a:ext>
            </a:extLst>
          </p:cNvPr>
          <p:cNvSpPr txBox="1"/>
          <p:nvPr/>
        </p:nvSpPr>
        <p:spPr>
          <a:xfrm>
            <a:off x="10704826" y="3333249"/>
            <a:ext cx="1075764" cy="461665"/>
          </a:xfrm>
          <a:prstGeom prst="rect">
            <a:avLst/>
          </a:prstGeom>
          <a:noFill/>
        </p:spPr>
        <p:txBody>
          <a:bodyPr wrap="square" lIns="0" tIns="0" rIns="0" bIns="0" rtlCol="0">
            <a:spAutoFit/>
          </a:bodyPr>
          <a:lstStyle/>
          <a:p>
            <a:pPr algn="ctr"/>
            <a:r>
              <a:rPr lang="en-CA" sz="1000" b="1">
                <a:solidFill>
                  <a:schemeClr val="accent6"/>
                </a:solidFill>
                <a:latin typeface="Open Sans Semibold" panose="020B0606030504020204" pitchFamily="34" charset="0"/>
                <a:ea typeface="Open Sans Semibold" panose="020B0606030504020204" pitchFamily="34" charset="0"/>
                <a:cs typeface="Open Sans Semibold" panose="020B0606030504020204" pitchFamily="34" charset="0"/>
              </a:rPr>
              <a:t>Flexible </a:t>
            </a:r>
          </a:p>
          <a:p>
            <a:pPr algn="ctr"/>
            <a:r>
              <a:rPr lang="en-CA" sz="1000" b="1">
                <a:solidFill>
                  <a:schemeClr val="accent6"/>
                </a:solidFill>
                <a:latin typeface="Open Sans Semibold" panose="020B0606030504020204" pitchFamily="34" charset="0"/>
                <a:ea typeface="Open Sans Semibold" panose="020B0606030504020204" pitchFamily="34" charset="0"/>
                <a:cs typeface="Open Sans Semibold" panose="020B0606030504020204" pitchFamily="34" charset="0"/>
              </a:rPr>
              <a:t>Workspace</a:t>
            </a:r>
          </a:p>
          <a:p>
            <a:pPr algn="ctr"/>
            <a:r>
              <a:rPr lang="en-CA" sz="1000" b="1">
                <a:solidFill>
                  <a:schemeClr val="accent6"/>
                </a:solidFill>
                <a:latin typeface="Open Sans Semibold" panose="020B0606030504020204" pitchFamily="34" charset="0"/>
                <a:ea typeface="Open Sans Semibold" panose="020B0606030504020204" pitchFamily="34" charset="0"/>
                <a:cs typeface="Open Sans Semibold" panose="020B0606030504020204" pitchFamily="34" charset="0"/>
              </a:rPr>
              <a:t>Consulting</a:t>
            </a:r>
          </a:p>
        </p:txBody>
      </p:sp>
      <p:sp>
        <p:nvSpPr>
          <p:cNvPr id="30" name="TextBox 29">
            <a:extLst>
              <a:ext uri="{FF2B5EF4-FFF2-40B4-BE49-F238E27FC236}">
                <a16:creationId xmlns:a16="http://schemas.microsoft.com/office/drawing/2014/main" id="{6B1D59BA-F3D0-E280-698A-602C414A601B}"/>
              </a:ext>
            </a:extLst>
          </p:cNvPr>
          <p:cNvSpPr txBox="1"/>
          <p:nvPr/>
        </p:nvSpPr>
        <p:spPr>
          <a:xfrm>
            <a:off x="10222686" y="4431755"/>
            <a:ext cx="1075764" cy="461665"/>
          </a:xfrm>
          <a:prstGeom prst="rect">
            <a:avLst/>
          </a:prstGeom>
          <a:noFill/>
        </p:spPr>
        <p:txBody>
          <a:bodyPr wrap="square" lIns="0" tIns="0" rIns="0" bIns="0" rtlCol="0">
            <a:spAutoFit/>
          </a:bodyPr>
          <a:lstStyle/>
          <a:p>
            <a:pPr algn="ctr"/>
            <a:r>
              <a:rPr lang="en-CA" sz="1000" b="1">
                <a:solidFill>
                  <a:schemeClr val="accent6"/>
                </a:solidFill>
                <a:latin typeface="Open Sans Semibold" panose="020B0606030504020204" pitchFamily="34" charset="0"/>
                <a:ea typeface="Open Sans Semibold" panose="020B0606030504020204" pitchFamily="34" charset="0"/>
                <a:cs typeface="Open Sans Semibold" panose="020B0606030504020204" pitchFamily="34" charset="0"/>
              </a:rPr>
              <a:t>Corporate</a:t>
            </a:r>
          </a:p>
          <a:p>
            <a:pPr algn="ctr"/>
            <a:r>
              <a:rPr lang="en-CA" sz="1000" b="1">
                <a:solidFill>
                  <a:schemeClr val="accent6"/>
                </a:solidFill>
                <a:latin typeface="Open Sans Semibold" panose="020B0606030504020204" pitchFamily="34" charset="0"/>
                <a:ea typeface="Open Sans Semibold" panose="020B0606030504020204" pitchFamily="34" charset="0"/>
                <a:cs typeface="Open Sans Semibold" panose="020B0606030504020204" pitchFamily="34" charset="0"/>
              </a:rPr>
              <a:t>Capital</a:t>
            </a:r>
          </a:p>
          <a:p>
            <a:pPr algn="ctr"/>
            <a:r>
              <a:rPr lang="en-CA" sz="1000" b="1">
                <a:solidFill>
                  <a:schemeClr val="accent6"/>
                </a:solidFill>
                <a:latin typeface="Open Sans Semibold" panose="020B0606030504020204" pitchFamily="34" charset="0"/>
                <a:ea typeface="Open Sans Semibold" panose="020B0606030504020204" pitchFamily="34" charset="0"/>
                <a:cs typeface="Open Sans Semibold" panose="020B0606030504020204" pitchFamily="34" charset="0"/>
              </a:rPr>
              <a:t>Solutions</a:t>
            </a:r>
          </a:p>
        </p:txBody>
      </p:sp>
      <p:sp>
        <p:nvSpPr>
          <p:cNvPr id="31" name="TextBox 30">
            <a:extLst>
              <a:ext uri="{FF2B5EF4-FFF2-40B4-BE49-F238E27FC236}">
                <a16:creationId xmlns:a16="http://schemas.microsoft.com/office/drawing/2014/main" id="{C1996182-03CD-ACC7-0199-976E62DE9E63}"/>
              </a:ext>
            </a:extLst>
          </p:cNvPr>
          <p:cNvSpPr txBox="1"/>
          <p:nvPr/>
        </p:nvSpPr>
        <p:spPr>
          <a:xfrm>
            <a:off x="9250164" y="5290405"/>
            <a:ext cx="1075764" cy="307777"/>
          </a:xfrm>
          <a:prstGeom prst="rect">
            <a:avLst/>
          </a:prstGeom>
          <a:noFill/>
        </p:spPr>
        <p:txBody>
          <a:bodyPr wrap="square" lIns="0" tIns="0" rIns="0" bIns="0" rtlCol="0">
            <a:spAutoFit/>
          </a:bodyPr>
          <a:lstStyle/>
          <a:p>
            <a:pPr algn="ctr"/>
            <a:r>
              <a:rPr lang="en-CA" sz="1000" b="1">
                <a:solidFill>
                  <a:schemeClr val="accent6"/>
                </a:solidFill>
                <a:latin typeface="Open Sans Semibold" panose="020B0606030504020204" pitchFamily="34" charset="0"/>
                <a:ea typeface="Open Sans Semibold" panose="020B0606030504020204" pitchFamily="34" charset="0"/>
                <a:cs typeface="Open Sans Semibold" panose="020B0606030504020204" pitchFamily="34" charset="0"/>
              </a:rPr>
              <a:t>Supply Chain Solutions</a:t>
            </a:r>
          </a:p>
        </p:txBody>
      </p:sp>
      <p:sp>
        <p:nvSpPr>
          <p:cNvPr id="32" name="TextBox 31">
            <a:extLst>
              <a:ext uri="{FF2B5EF4-FFF2-40B4-BE49-F238E27FC236}">
                <a16:creationId xmlns:a16="http://schemas.microsoft.com/office/drawing/2014/main" id="{9C997E97-C908-590E-2FD2-4B54533EDDE6}"/>
              </a:ext>
            </a:extLst>
          </p:cNvPr>
          <p:cNvSpPr txBox="1"/>
          <p:nvPr/>
        </p:nvSpPr>
        <p:spPr>
          <a:xfrm>
            <a:off x="8069945" y="5290405"/>
            <a:ext cx="1075764" cy="307777"/>
          </a:xfrm>
          <a:prstGeom prst="rect">
            <a:avLst/>
          </a:prstGeom>
          <a:noFill/>
        </p:spPr>
        <p:txBody>
          <a:bodyPr wrap="square" lIns="0" tIns="0" rIns="0" bIns="0" rtlCol="0">
            <a:spAutoFit/>
          </a:bodyPr>
          <a:lstStyle/>
          <a:p>
            <a:pPr algn="ctr"/>
            <a:r>
              <a:rPr lang="en-CA" sz="1000" b="1">
                <a:solidFill>
                  <a:schemeClr val="accent6"/>
                </a:solidFill>
                <a:latin typeface="Open Sans Semibold" panose="020B0606030504020204" pitchFamily="34" charset="0"/>
                <a:ea typeface="Open Sans Semibold" panose="020B0606030504020204" pitchFamily="34" charset="0"/>
                <a:cs typeface="Open Sans Semibold" panose="020B0606030504020204" pitchFamily="34" charset="0"/>
              </a:rPr>
              <a:t>Technology</a:t>
            </a:r>
          </a:p>
          <a:p>
            <a:pPr algn="ctr"/>
            <a:r>
              <a:rPr lang="en-CA" sz="1000" b="1">
                <a:solidFill>
                  <a:schemeClr val="accent6"/>
                </a:solidFill>
                <a:latin typeface="Open Sans Semibold" panose="020B0606030504020204" pitchFamily="34" charset="0"/>
                <a:ea typeface="Open Sans Semibold" panose="020B0606030504020204" pitchFamily="34" charset="0"/>
                <a:cs typeface="Open Sans Semibold" panose="020B0606030504020204" pitchFamily="34" charset="0"/>
              </a:rPr>
              <a:t>Services</a:t>
            </a:r>
          </a:p>
        </p:txBody>
      </p:sp>
      <p:sp>
        <p:nvSpPr>
          <p:cNvPr id="33" name="TextBox 32">
            <a:extLst>
              <a:ext uri="{FF2B5EF4-FFF2-40B4-BE49-F238E27FC236}">
                <a16:creationId xmlns:a16="http://schemas.microsoft.com/office/drawing/2014/main" id="{D6CC5727-130B-A774-96F5-44C1820824A1}"/>
              </a:ext>
            </a:extLst>
          </p:cNvPr>
          <p:cNvSpPr txBox="1"/>
          <p:nvPr/>
        </p:nvSpPr>
        <p:spPr>
          <a:xfrm>
            <a:off x="7412345" y="1483115"/>
            <a:ext cx="1075764" cy="307777"/>
          </a:xfrm>
          <a:prstGeom prst="rect">
            <a:avLst/>
          </a:prstGeom>
          <a:noFill/>
        </p:spPr>
        <p:txBody>
          <a:bodyPr wrap="square" lIns="0" tIns="0" rIns="0" bIns="0" rtlCol="0">
            <a:spAutoFit/>
          </a:bodyPr>
          <a:lstStyle/>
          <a:p>
            <a:pPr algn="ctr"/>
            <a:r>
              <a:rPr lang="en-CA" sz="1000" b="1">
                <a:solidFill>
                  <a:schemeClr val="accent6"/>
                </a:solidFill>
                <a:latin typeface="Open Sans Semibold" panose="020B0606030504020204" pitchFamily="34" charset="0"/>
                <a:ea typeface="Open Sans Semibold" panose="020B0606030504020204" pitchFamily="34" charset="0"/>
                <a:cs typeface="Open Sans Semibold" panose="020B0606030504020204" pitchFamily="34" charset="0"/>
              </a:rPr>
              <a:t>Project</a:t>
            </a:r>
          </a:p>
          <a:p>
            <a:pPr algn="ctr"/>
            <a:r>
              <a:rPr lang="en-CA" sz="1000" b="1">
                <a:solidFill>
                  <a:schemeClr val="accent6"/>
                </a:solidFill>
                <a:latin typeface="Open Sans Semibold" panose="020B0606030504020204" pitchFamily="34" charset="0"/>
                <a:ea typeface="Open Sans Semibold" panose="020B0606030504020204" pitchFamily="34" charset="0"/>
                <a:cs typeface="Open Sans Semibold" panose="020B0606030504020204" pitchFamily="34" charset="0"/>
              </a:rPr>
              <a:t>Management</a:t>
            </a:r>
          </a:p>
        </p:txBody>
      </p:sp>
      <p:sp>
        <p:nvSpPr>
          <p:cNvPr id="34" name="TextBox 33">
            <a:extLst>
              <a:ext uri="{FF2B5EF4-FFF2-40B4-BE49-F238E27FC236}">
                <a16:creationId xmlns:a16="http://schemas.microsoft.com/office/drawing/2014/main" id="{94D99175-496E-9C12-E7DB-7BBCBB064FEE}"/>
              </a:ext>
            </a:extLst>
          </p:cNvPr>
          <p:cNvSpPr txBox="1"/>
          <p:nvPr/>
        </p:nvSpPr>
        <p:spPr>
          <a:xfrm>
            <a:off x="6758937" y="2409557"/>
            <a:ext cx="1075764" cy="307777"/>
          </a:xfrm>
          <a:prstGeom prst="rect">
            <a:avLst/>
          </a:prstGeom>
          <a:noFill/>
        </p:spPr>
        <p:txBody>
          <a:bodyPr wrap="square" lIns="0" tIns="0" rIns="0" bIns="0" rtlCol="0">
            <a:spAutoFit/>
          </a:bodyPr>
          <a:lstStyle/>
          <a:p>
            <a:pPr algn="ctr"/>
            <a:r>
              <a:rPr lang="en-CA" sz="1000" b="1">
                <a:solidFill>
                  <a:schemeClr val="accent6"/>
                </a:solidFill>
                <a:latin typeface="Open Sans Semibold" panose="020B0606030504020204" pitchFamily="34" charset="0"/>
                <a:ea typeface="Open Sans Semibold" panose="020B0606030504020204" pitchFamily="34" charset="0"/>
                <a:cs typeface="Open Sans Semibold" panose="020B0606030504020204" pitchFamily="34" charset="0"/>
              </a:rPr>
              <a:t>Transaction</a:t>
            </a:r>
          </a:p>
          <a:p>
            <a:pPr algn="ctr"/>
            <a:r>
              <a:rPr lang="en-CA" sz="1000" b="1">
                <a:solidFill>
                  <a:schemeClr val="accent6"/>
                </a:solidFill>
                <a:latin typeface="Open Sans Semibold" panose="020B0606030504020204" pitchFamily="34" charset="0"/>
                <a:ea typeface="Open Sans Semibold" panose="020B0606030504020204" pitchFamily="34" charset="0"/>
                <a:cs typeface="Open Sans Semibold" panose="020B0606030504020204" pitchFamily="34" charset="0"/>
              </a:rPr>
              <a:t>Management</a:t>
            </a:r>
          </a:p>
        </p:txBody>
      </p:sp>
      <p:sp>
        <p:nvSpPr>
          <p:cNvPr id="35" name="TextBox 34">
            <a:extLst>
              <a:ext uri="{FF2B5EF4-FFF2-40B4-BE49-F238E27FC236}">
                <a16:creationId xmlns:a16="http://schemas.microsoft.com/office/drawing/2014/main" id="{A17981E6-A320-4866-3061-F67BEA11FECD}"/>
              </a:ext>
            </a:extLst>
          </p:cNvPr>
          <p:cNvSpPr txBox="1"/>
          <p:nvPr/>
        </p:nvSpPr>
        <p:spPr>
          <a:xfrm>
            <a:off x="6664632" y="3569022"/>
            <a:ext cx="1075764" cy="307777"/>
          </a:xfrm>
          <a:prstGeom prst="rect">
            <a:avLst/>
          </a:prstGeom>
          <a:noFill/>
        </p:spPr>
        <p:txBody>
          <a:bodyPr wrap="square" lIns="0" tIns="0" rIns="0" bIns="0" rtlCol="0">
            <a:spAutoFit/>
          </a:bodyPr>
          <a:lstStyle/>
          <a:p>
            <a:pPr algn="ctr"/>
            <a:r>
              <a:rPr lang="en-CA" sz="1000" b="1">
                <a:solidFill>
                  <a:schemeClr val="accent6"/>
                </a:solidFill>
                <a:latin typeface="Open Sans Semibold" panose="020B0606030504020204" pitchFamily="34" charset="0"/>
                <a:ea typeface="Open Sans Semibold" panose="020B0606030504020204" pitchFamily="34" charset="0"/>
                <a:cs typeface="Open Sans Semibold" panose="020B0606030504020204" pitchFamily="34" charset="0"/>
              </a:rPr>
              <a:t>Lease</a:t>
            </a:r>
          </a:p>
          <a:p>
            <a:pPr algn="ctr"/>
            <a:r>
              <a:rPr lang="en-CA" sz="1000" b="1">
                <a:solidFill>
                  <a:schemeClr val="accent6"/>
                </a:solidFill>
                <a:latin typeface="Open Sans Semibold" panose="020B0606030504020204" pitchFamily="34" charset="0"/>
                <a:ea typeface="Open Sans Semibold" panose="020B0606030504020204" pitchFamily="34" charset="0"/>
                <a:cs typeface="Open Sans Semibold" panose="020B0606030504020204" pitchFamily="34" charset="0"/>
              </a:rPr>
              <a:t>Administration</a:t>
            </a:r>
          </a:p>
        </p:txBody>
      </p:sp>
      <p:sp>
        <p:nvSpPr>
          <p:cNvPr id="36" name="TextBox 35">
            <a:extLst>
              <a:ext uri="{FF2B5EF4-FFF2-40B4-BE49-F238E27FC236}">
                <a16:creationId xmlns:a16="http://schemas.microsoft.com/office/drawing/2014/main" id="{E9854005-FDA0-538C-5352-0BBB4AFA8C0C}"/>
              </a:ext>
            </a:extLst>
          </p:cNvPr>
          <p:cNvSpPr txBox="1"/>
          <p:nvPr/>
        </p:nvSpPr>
        <p:spPr>
          <a:xfrm>
            <a:off x="7135960" y="4518108"/>
            <a:ext cx="1075764" cy="461665"/>
          </a:xfrm>
          <a:prstGeom prst="rect">
            <a:avLst/>
          </a:prstGeom>
          <a:noFill/>
        </p:spPr>
        <p:txBody>
          <a:bodyPr wrap="square" lIns="0" tIns="0" rIns="0" bIns="0" rtlCol="0">
            <a:spAutoFit/>
          </a:bodyPr>
          <a:lstStyle/>
          <a:p>
            <a:pPr algn="ctr"/>
            <a:r>
              <a:rPr lang="en-CA" sz="1000" b="1">
                <a:solidFill>
                  <a:schemeClr val="accent6"/>
                </a:solidFill>
                <a:latin typeface="Open Sans Semibold" panose="020B0606030504020204" pitchFamily="34" charset="0"/>
                <a:ea typeface="Open Sans Semibold" panose="020B0606030504020204" pitchFamily="34" charset="0"/>
                <a:cs typeface="Open Sans Semibold" panose="020B0606030504020204" pitchFamily="34" charset="0"/>
              </a:rPr>
              <a:t>Colliers 360</a:t>
            </a:r>
          </a:p>
          <a:p>
            <a:pPr algn="ctr"/>
            <a:r>
              <a:rPr lang="en-CA" sz="1000" b="1">
                <a:solidFill>
                  <a:schemeClr val="accent6"/>
                </a:solidFill>
                <a:latin typeface="Open Sans Semibold" panose="020B0606030504020204" pitchFamily="34" charset="0"/>
                <a:ea typeface="Open Sans Semibold" panose="020B0606030504020204" pitchFamily="34" charset="0"/>
                <a:cs typeface="Open Sans Semibold" panose="020B0606030504020204" pitchFamily="34" charset="0"/>
              </a:rPr>
              <a:t>Dashboard &amp;</a:t>
            </a:r>
            <a:br>
              <a:rPr lang="en-CA" sz="1000" b="1">
                <a:solidFill>
                  <a:schemeClr val="accent6"/>
                </a:solidFill>
                <a:latin typeface="Open Sans Semibold" panose="020B0606030504020204" pitchFamily="34" charset="0"/>
                <a:ea typeface="Open Sans Semibold" panose="020B0606030504020204" pitchFamily="34" charset="0"/>
                <a:cs typeface="Open Sans Semibold" panose="020B0606030504020204" pitchFamily="34" charset="0"/>
              </a:rPr>
            </a:br>
            <a:r>
              <a:rPr lang="en-CA" sz="1000" b="1">
                <a:solidFill>
                  <a:schemeClr val="accent6"/>
                </a:solidFill>
                <a:latin typeface="Open Sans Semibold" panose="020B0606030504020204" pitchFamily="34" charset="0"/>
                <a:ea typeface="Open Sans Semibold" panose="020B0606030504020204" pitchFamily="34" charset="0"/>
                <a:cs typeface="Open Sans Semibold" panose="020B0606030504020204" pitchFamily="34" charset="0"/>
              </a:rPr>
              <a:t>Analytics</a:t>
            </a:r>
          </a:p>
        </p:txBody>
      </p:sp>
      <p:pic>
        <p:nvPicPr>
          <p:cNvPr id="37" name="Graphic 36">
            <a:extLst>
              <a:ext uri="{FF2B5EF4-FFF2-40B4-BE49-F238E27FC236}">
                <a16:creationId xmlns:a16="http://schemas.microsoft.com/office/drawing/2014/main" id="{B48FC0B4-2C94-219C-8E8C-0CBDD285E42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71656" y="3332030"/>
            <a:ext cx="523920" cy="523920"/>
          </a:xfrm>
          <a:prstGeom prst="rect">
            <a:avLst/>
          </a:prstGeom>
        </p:spPr>
      </p:pic>
      <p:pic>
        <p:nvPicPr>
          <p:cNvPr id="38" name="Graphic 37">
            <a:extLst>
              <a:ext uri="{FF2B5EF4-FFF2-40B4-BE49-F238E27FC236}">
                <a16:creationId xmlns:a16="http://schemas.microsoft.com/office/drawing/2014/main" id="{C8CD3EB6-29C4-E8C6-A60C-FC159098F51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894797" y="3982431"/>
            <a:ext cx="470541" cy="470541"/>
          </a:xfrm>
          <a:prstGeom prst="rect">
            <a:avLst/>
          </a:prstGeom>
        </p:spPr>
      </p:pic>
      <p:pic>
        <p:nvPicPr>
          <p:cNvPr id="39" name="Graphic 38">
            <a:extLst>
              <a:ext uri="{FF2B5EF4-FFF2-40B4-BE49-F238E27FC236}">
                <a16:creationId xmlns:a16="http://schemas.microsoft.com/office/drawing/2014/main" id="{D094C8AA-BF4B-D5B0-1DA0-99FEF2AFEAA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13271" y="2075792"/>
            <a:ext cx="485046" cy="485046"/>
          </a:xfrm>
          <a:prstGeom prst="rect">
            <a:avLst/>
          </a:prstGeom>
        </p:spPr>
      </p:pic>
      <p:pic>
        <p:nvPicPr>
          <p:cNvPr id="40" name="Graphic 39">
            <a:extLst>
              <a:ext uri="{FF2B5EF4-FFF2-40B4-BE49-F238E27FC236}">
                <a16:creationId xmlns:a16="http://schemas.microsoft.com/office/drawing/2014/main" id="{8338E26B-F598-8F28-2F54-C663352267F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007198" y="3956574"/>
            <a:ext cx="409052" cy="409052"/>
          </a:xfrm>
          <a:prstGeom prst="rect">
            <a:avLst/>
          </a:prstGeom>
        </p:spPr>
      </p:pic>
      <p:pic>
        <p:nvPicPr>
          <p:cNvPr id="41" name="Graphic 40">
            <a:extLst>
              <a:ext uri="{FF2B5EF4-FFF2-40B4-BE49-F238E27FC236}">
                <a16:creationId xmlns:a16="http://schemas.microsoft.com/office/drawing/2014/main" id="{3B9C4E95-61DD-3300-9934-5773CE0B73B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723308" y="2604484"/>
            <a:ext cx="516957" cy="516957"/>
          </a:xfrm>
          <a:prstGeom prst="rect">
            <a:avLst/>
          </a:prstGeom>
        </p:spPr>
      </p:pic>
      <p:pic>
        <p:nvPicPr>
          <p:cNvPr id="42" name="Graphic 41">
            <a:extLst>
              <a:ext uri="{FF2B5EF4-FFF2-40B4-BE49-F238E27FC236}">
                <a16:creationId xmlns:a16="http://schemas.microsoft.com/office/drawing/2014/main" id="{1D632FAF-8E5E-BA5A-624C-FBD0214F57F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897775" y="1901361"/>
            <a:ext cx="485046" cy="485046"/>
          </a:xfrm>
          <a:prstGeom prst="rect">
            <a:avLst/>
          </a:prstGeom>
        </p:spPr>
      </p:pic>
      <p:pic>
        <p:nvPicPr>
          <p:cNvPr id="43" name="Graphic 42">
            <a:extLst>
              <a:ext uri="{FF2B5EF4-FFF2-40B4-BE49-F238E27FC236}">
                <a16:creationId xmlns:a16="http://schemas.microsoft.com/office/drawing/2014/main" id="{8779B76D-8613-81E4-0241-862A45F73FE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629101" y="2161914"/>
            <a:ext cx="402618" cy="402618"/>
          </a:xfrm>
          <a:prstGeom prst="rect">
            <a:avLst/>
          </a:prstGeom>
        </p:spPr>
      </p:pic>
      <p:pic>
        <p:nvPicPr>
          <p:cNvPr id="44" name="Graphic 43">
            <a:extLst>
              <a:ext uri="{FF2B5EF4-FFF2-40B4-BE49-F238E27FC236}">
                <a16:creationId xmlns:a16="http://schemas.microsoft.com/office/drawing/2014/main" id="{2B00AAAD-2B04-3250-6173-1E550ACF2D6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243896" y="4326871"/>
            <a:ext cx="531313" cy="531313"/>
          </a:xfrm>
          <a:prstGeom prst="rect">
            <a:avLst/>
          </a:prstGeom>
        </p:spPr>
      </p:pic>
      <p:pic>
        <p:nvPicPr>
          <p:cNvPr id="45" name="Graphic 44">
            <a:extLst>
              <a:ext uri="{FF2B5EF4-FFF2-40B4-BE49-F238E27FC236}">
                <a16:creationId xmlns:a16="http://schemas.microsoft.com/office/drawing/2014/main" id="{B84CFA13-BC24-E9B5-0479-2E58C49B2A6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054007" y="2624297"/>
            <a:ext cx="452305" cy="452305"/>
          </a:xfrm>
          <a:prstGeom prst="rect">
            <a:avLst/>
          </a:prstGeom>
        </p:spPr>
      </p:pic>
      <p:pic>
        <p:nvPicPr>
          <p:cNvPr id="46" name="Graphic 45">
            <a:extLst>
              <a:ext uri="{FF2B5EF4-FFF2-40B4-BE49-F238E27FC236}">
                <a16:creationId xmlns:a16="http://schemas.microsoft.com/office/drawing/2014/main" id="{8B6EC86C-1E28-9F73-EB71-726E498BC97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0143568" y="3267444"/>
            <a:ext cx="443539" cy="443539"/>
          </a:xfrm>
          <a:prstGeom prst="rect">
            <a:avLst/>
          </a:prstGeom>
        </p:spPr>
      </p:pic>
      <p:pic>
        <p:nvPicPr>
          <p:cNvPr id="47" name="Graphic 46">
            <a:extLst>
              <a:ext uri="{FF2B5EF4-FFF2-40B4-BE49-F238E27FC236}">
                <a16:creationId xmlns:a16="http://schemas.microsoft.com/office/drawing/2014/main" id="{5A497127-3AD0-AB81-27B6-66011C7BF76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550281" y="4298891"/>
            <a:ext cx="487663" cy="487663"/>
          </a:xfrm>
          <a:prstGeom prst="rect">
            <a:avLst/>
          </a:prstGeom>
        </p:spPr>
      </p:pic>
      <p:sp>
        <p:nvSpPr>
          <p:cNvPr id="10" name="Text Placeholder 9">
            <a:extLst>
              <a:ext uri="{FF2B5EF4-FFF2-40B4-BE49-F238E27FC236}">
                <a16:creationId xmlns:a16="http://schemas.microsoft.com/office/drawing/2014/main" id="{87BF3735-0979-4D09-A53F-D3C6B97E6412}"/>
              </a:ext>
            </a:extLst>
          </p:cNvPr>
          <p:cNvSpPr>
            <a:spLocks noGrp="1"/>
          </p:cNvSpPr>
          <p:nvPr>
            <p:ph type="body" sz="quarter" idx="13"/>
          </p:nvPr>
        </p:nvSpPr>
        <p:spPr>
          <a:xfrm>
            <a:off x="647525" y="669600"/>
            <a:ext cx="10893425" cy="392400"/>
          </a:xfrm>
        </p:spPr>
        <p:txBody>
          <a:bodyPr vert="horz" lIns="0" tIns="0" rIns="0" bIns="0" rtlCol="0">
            <a:noAutofit/>
          </a:bodyPr>
          <a:lstStyle/>
          <a:p>
            <a:r>
              <a:rPr lang="en-CA"/>
              <a:t>INTRODUCTION</a:t>
            </a:r>
          </a:p>
        </p:txBody>
      </p:sp>
      <p:sp>
        <p:nvSpPr>
          <p:cNvPr id="13" name="Title 12">
            <a:extLst>
              <a:ext uri="{FF2B5EF4-FFF2-40B4-BE49-F238E27FC236}">
                <a16:creationId xmlns:a16="http://schemas.microsoft.com/office/drawing/2014/main" id="{90B0556C-710B-4B91-B1D2-A1A3E85FA243}"/>
              </a:ext>
            </a:extLst>
          </p:cNvPr>
          <p:cNvSpPr>
            <a:spLocks noGrp="1"/>
          </p:cNvSpPr>
          <p:nvPr>
            <p:ph type="title"/>
          </p:nvPr>
        </p:nvSpPr>
        <p:spPr>
          <a:xfrm>
            <a:off x="648000" y="1062000"/>
            <a:ext cx="5038793" cy="835200"/>
          </a:xfrm>
        </p:spPr>
        <p:txBody>
          <a:bodyPr/>
          <a:lstStyle/>
          <a:p>
            <a:r>
              <a:rPr lang="en-US"/>
              <a:t>Integrated services. </a:t>
            </a:r>
            <a:br>
              <a:rPr lang="en-US"/>
            </a:br>
            <a:r>
              <a:rPr lang="en-US"/>
              <a:t>Maximum benefits.</a:t>
            </a:r>
            <a:endParaRPr lang="en-CA"/>
          </a:p>
        </p:txBody>
      </p:sp>
      <p:sp>
        <p:nvSpPr>
          <p:cNvPr id="48" name="Content Placeholder 47">
            <a:extLst>
              <a:ext uri="{FF2B5EF4-FFF2-40B4-BE49-F238E27FC236}">
                <a16:creationId xmlns:a16="http://schemas.microsoft.com/office/drawing/2014/main" id="{62C042CD-37DF-ACE2-7C80-3659E18B74EF}"/>
              </a:ext>
            </a:extLst>
          </p:cNvPr>
          <p:cNvSpPr>
            <a:spLocks noGrp="1"/>
          </p:cNvSpPr>
          <p:nvPr>
            <p:ph idx="1"/>
          </p:nvPr>
        </p:nvSpPr>
        <p:spPr>
          <a:xfrm>
            <a:off x="648000" y="2409557"/>
            <a:ext cx="5038793" cy="1889334"/>
          </a:xfrm>
        </p:spPr>
        <p:txBody>
          <a:bodyPr/>
          <a:lstStyle/>
          <a:p>
            <a:pPr marL="285750" indent="-285750">
              <a:lnSpc>
                <a:spcPts val="1600"/>
              </a:lnSpc>
              <a:spcAft>
                <a:spcPts val="800"/>
              </a:spcAft>
              <a:buFont typeface="Arial" panose="020B0604020202020204" pitchFamily="34" charset="0"/>
              <a:buChar char="•"/>
            </a:pPr>
            <a:r>
              <a:rPr lang="en-CA" sz="1200"/>
              <a:t>Detailed consideration of your current and future business, real estate and workplace requirements</a:t>
            </a:r>
          </a:p>
          <a:p>
            <a:pPr marL="285750" indent="-285750">
              <a:lnSpc>
                <a:spcPts val="1600"/>
              </a:lnSpc>
              <a:spcAft>
                <a:spcPts val="800"/>
              </a:spcAft>
              <a:buFont typeface="Arial" panose="020B0604020202020204" pitchFamily="34" charset="0"/>
              <a:buChar char="•"/>
            </a:pPr>
            <a:r>
              <a:rPr lang="en-CA" sz="1200"/>
              <a:t>Access to opportunities and development of strategies that align with your desired outcomes</a:t>
            </a:r>
          </a:p>
          <a:p>
            <a:pPr marL="285750" indent="-285750">
              <a:lnSpc>
                <a:spcPts val="1600"/>
              </a:lnSpc>
              <a:spcAft>
                <a:spcPts val="800"/>
              </a:spcAft>
              <a:buFont typeface="Arial" panose="020B0604020202020204" pitchFamily="34" charset="0"/>
              <a:buChar char="•"/>
            </a:pPr>
            <a:r>
              <a:rPr lang="en-CA" sz="1200"/>
              <a:t>A smooth and efficient process for executing complete, customized solutions</a:t>
            </a:r>
          </a:p>
          <a:p>
            <a:pPr marL="285750" indent="-285750">
              <a:lnSpc>
                <a:spcPts val="1600"/>
              </a:lnSpc>
              <a:spcAft>
                <a:spcPts val="800"/>
              </a:spcAft>
              <a:buFont typeface="Arial" panose="020B0604020202020204" pitchFamily="34" charset="0"/>
              <a:buChar char="•"/>
            </a:pPr>
            <a:endParaRPr lang="en-CA" sz="1200"/>
          </a:p>
          <a:p>
            <a:pPr marL="285750" indent="-285750">
              <a:lnSpc>
                <a:spcPts val="1600"/>
              </a:lnSpc>
              <a:spcAft>
                <a:spcPts val="800"/>
              </a:spcAft>
              <a:buFont typeface="Arial" panose="020B0604020202020204" pitchFamily="34" charset="0"/>
              <a:buChar char="•"/>
            </a:pPr>
            <a:endParaRPr lang="en-CA" sz="1200"/>
          </a:p>
        </p:txBody>
      </p:sp>
      <p:sp>
        <p:nvSpPr>
          <p:cNvPr id="49" name="Text Placeholder 48">
            <a:extLst>
              <a:ext uri="{FF2B5EF4-FFF2-40B4-BE49-F238E27FC236}">
                <a16:creationId xmlns:a16="http://schemas.microsoft.com/office/drawing/2014/main" id="{B44A0664-9F8A-080A-FC70-FFA67CAD427D}"/>
              </a:ext>
            </a:extLst>
          </p:cNvPr>
          <p:cNvSpPr>
            <a:spLocks noGrp="1"/>
          </p:cNvSpPr>
          <p:nvPr>
            <p:ph type="body" sz="quarter" idx="14"/>
          </p:nvPr>
        </p:nvSpPr>
        <p:spPr/>
        <p:txBody>
          <a:bodyPr/>
          <a:lstStyle/>
          <a:p>
            <a:endParaRPr lang="en-CA"/>
          </a:p>
        </p:txBody>
      </p:sp>
      <p:sp>
        <p:nvSpPr>
          <p:cNvPr id="18" name="Footer Placeholder 5">
            <a:extLst>
              <a:ext uri="{FF2B5EF4-FFF2-40B4-BE49-F238E27FC236}">
                <a16:creationId xmlns:a16="http://schemas.microsoft.com/office/drawing/2014/main" id="{923B83EC-7041-D542-8293-C09E691D8958}"/>
              </a:ext>
            </a:extLst>
          </p:cNvPr>
          <p:cNvSpPr>
            <a:spLocks noGrp="1"/>
          </p:cNvSpPr>
          <p:nvPr>
            <p:ph type="ftr" sz="quarter" idx="11"/>
          </p:nvPr>
        </p:nvSpPr>
        <p:spPr>
          <a:xfrm>
            <a:off x="6202800" y="248400"/>
            <a:ext cx="4636800" cy="180000"/>
          </a:xfrm>
        </p:spPr>
        <p:txBody>
          <a:bodyPr/>
          <a:lstStyle/>
          <a:p>
            <a:r>
              <a:rPr lang="en-CA"/>
              <a:t>Colliers</a:t>
            </a:r>
          </a:p>
        </p:txBody>
      </p:sp>
      <p:sp>
        <p:nvSpPr>
          <p:cNvPr id="19" name="Slide Number Placeholder 6">
            <a:extLst>
              <a:ext uri="{FF2B5EF4-FFF2-40B4-BE49-F238E27FC236}">
                <a16:creationId xmlns:a16="http://schemas.microsoft.com/office/drawing/2014/main" id="{DE5E264D-BC4C-544A-B5AD-5F6791D12B93}"/>
              </a:ext>
            </a:extLst>
          </p:cNvPr>
          <p:cNvSpPr>
            <a:spLocks noGrp="1"/>
          </p:cNvSpPr>
          <p:nvPr>
            <p:ph type="sldNum" sz="quarter" idx="12"/>
          </p:nvPr>
        </p:nvSpPr>
        <p:spPr>
          <a:xfrm>
            <a:off x="11167200" y="248400"/>
            <a:ext cx="374400" cy="180000"/>
          </a:xfrm>
        </p:spPr>
        <p:txBody>
          <a:bodyPr/>
          <a:lstStyle/>
          <a:p>
            <a:fld id="{23AA811B-2EBD-4900-905E-5BE206449611}" type="slidenum">
              <a:rPr lang="en-CA"/>
              <a:pPr/>
              <a:t>17</a:t>
            </a:fld>
            <a:endParaRPr lang="en-CA"/>
          </a:p>
        </p:txBody>
      </p:sp>
      <p:cxnSp>
        <p:nvCxnSpPr>
          <p:cNvPr id="20" name="Straight Connector 19">
            <a:extLst>
              <a:ext uri="{FF2B5EF4-FFF2-40B4-BE49-F238E27FC236}">
                <a16:creationId xmlns:a16="http://schemas.microsoft.com/office/drawing/2014/main" id="{A543F1AF-4706-2847-9831-30484B724EEA}"/>
              </a:ext>
            </a:extLst>
          </p:cNvPr>
          <p:cNvCxnSpPr/>
          <p:nvPr/>
        </p:nvCxnSpPr>
        <p:spPr>
          <a:xfrm>
            <a:off x="11124763" y="274014"/>
            <a:ext cx="0" cy="125517"/>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50" name="Content Placeholder 47">
            <a:extLst>
              <a:ext uri="{FF2B5EF4-FFF2-40B4-BE49-F238E27FC236}">
                <a16:creationId xmlns:a16="http://schemas.microsoft.com/office/drawing/2014/main" id="{E8C48F5C-A189-DDE7-ECBA-C6785C802D5B}"/>
              </a:ext>
            </a:extLst>
          </p:cNvPr>
          <p:cNvSpPr txBox="1">
            <a:spLocks/>
          </p:cNvSpPr>
          <p:nvPr/>
        </p:nvSpPr>
        <p:spPr>
          <a:xfrm>
            <a:off x="1980594" y="4577873"/>
            <a:ext cx="4182785" cy="1830127"/>
          </a:xfrm>
          <a:prstGeom prst="rect">
            <a:avLst/>
          </a:prstGeom>
        </p:spPr>
        <p:txBody>
          <a:bodyPr vert="horz" lIns="0" tIns="0" rIns="0" bIns="0" rtlCol="0">
            <a:noAutofit/>
          </a:bodyPr>
          <a:lstStyle>
            <a:lvl1pPr marL="0" indent="0" algn="l" defTabSz="914400" rtl="0" eaLnBrk="1" latinLnBrk="0" hangingPunct="1">
              <a:lnSpc>
                <a:spcPct val="100000"/>
              </a:lnSpc>
              <a:spcBef>
                <a:spcPts val="300"/>
              </a:spcBef>
              <a:spcAft>
                <a:spcPts val="600"/>
              </a:spcAft>
              <a:buFontTx/>
              <a:buNone/>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None/>
              <a:defRPr sz="1400" kern="1200" spc="300">
                <a:solidFill>
                  <a:schemeClr val="accent3"/>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a:lnSpc>
                <a:spcPts val="2000"/>
              </a:lnSpc>
              <a:spcAft>
                <a:spcPts val="800"/>
              </a:spcAft>
            </a:pPr>
            <a:r>
              <a:rPr lang="en-CA" sz="1200" b="1">
                <a:solidFill>
                  <a:schemeClr val="accent5"/>
                </a:solidFill>
                <a:latin typeface="Open Sans Semibold" panose="020B0606030504020204" pitchFamily="34" charset="0"/>
                <a:ea typeface="Open Sans Semibold" panose="020B0606030504020204" pitchFamily="34" charset="0"/>
                <a:cs typeface="Open Sans Semibold" panose="020B0606030504020204" pitchFamily="34" charset="0"/>
              </a:rPr>
              <a:t>Our relationship with you is at the core of our business.</a:t>
            </a:r>
          </a:p>
          <a:p>
            <a:pPr>
              <a:lnSpc>
                <a:spcPts val="2000"/>
              </a:lnSpc>
              <a:spcAft>
                <a:spcPts val="800"/>
              </a:spcAft>
            </a:pPr>
            <a:r>
              <a:rPr lang="en-CA" sz="1200"/>
              <a:t>We leverage innovative technology and years of expertise to deliver superior service and ensure your real estate aligns with your business needs. With Colliers, so you </a:t>
            </a:r>
            <a:br>
              <a:rPr lang="en-CA" sz="1200"/>
            </a:br>
            <a:r>
              <a:rPr lang="en-CA" sz="1200"/>
              <a:t>can be confident in your next move or negotiation.</a:t>
            </a:r>
          </a:p>
          <a:p>
            <a:pPr>
              <a:lnSpc>
                <a:spcPts val="2000"/>
              </a:lnSpc>
              <a:spcAft>
                <a:spcPts val="800"/>
              </a:spcAft>
            </a:pPr>
            <a:endParaRPr lang="en-CA" sz="1400"/>
          </a:p>
        </p:txBody>
      </p:sp>
      <p:pic>
        <p:nvPicPr>
          <p:cNvPr id="52" name="Picture 51">
            <a:extLst>
              <a:ext uri="{FF2B5EF4-FFF2-40B4-BE49-F238E27FC236}">
                <a16:creationId xmlns:a16="http://schemas.microsoft.com/office/drawing/2014/main" id="{A185A1A0-C1BE-8442-E756-55A8757B8506}"/>
              </a:ext>
            </a:extLst>
          </p:cNvPr>
          <p:cNvPicPr>
            <a:picLocks noChangeAspect="1"/>
          </p:cNvPicPr>
          <p:nvPr/>
        </p:nvPicPr>
        <p:blipFill rotWithShape="1">
          <a:blip r:embed="rId16">
            <a:extLst>
              <a:ext uri="{28A0092B-C50C-407E-A947-70E740481C1C}">
                <a14:useLocalDpi xmlns:a14="http://schemas.microsoft.com/office/drawing/2010/main" val="0"/>
              </a:ext>
            </a:extLst>
          </a:blip>
          <a:srcRect l="23461" r="23461"/>
          <a:stretch/>
        </p:blipFill>
        <p:spPr>
          <a:xfrm>
            <a:off x="556262" y="4645654"/>
            <a:ext cx="1148935" cy="1123737"/>
          </a:xfrm>
          <a:prstGeom prst="rect">
            <a:avLst/>
          </a:prstGeom>
        </p:spPr>
      </p:pic>
    </p:spTree>
    <p:custDataLst>
      <p:custData r:id="rId1"/>
      <p:custData r:id="rId2"/>
    </p:custDataLst>
    <p:extLst>
      <p:ext uri="{BB962C8B-B14F-4D97-AF65-F5344CB8AC3E}">
        <p14:creationId xmlns:p14="http://schemas.microsoft.com/office/powerpoint/2010/main" val="31664519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87BF3735-0979-4D09-A53F-D3C6B97E6412}"/>
              </a:ext>
            </a:extLst>
          </p:cNvPr>
          <p:cNvSpPr>
            <a:spLocks noGrp="1"/>
          </p:cNvSpPr>
          <p:nvPr>
            <p:ph type="body" sz="quarter" idx="13"/>
          </p:nvPr>
        </p:nvSpPr>
        <p:spPr>
          <a:xfrm>
            <a:off x="647525" y="669600"/>
            <a:ext cx="10893425" cy="392400"/>
          </a:xfrm>
        </p:spPr>
        <p:txBody>
          <a:bodyPr vert="horz" lIns="0" tIns="0" rIns="0" bIns="0" rtlCol="0">
            <a:noAutofit/>
          </a:bodyPr>
          <a:lstStyle/>
          <a:p>
            <a:r>
              <a:rPr lang="en-CA"/>
              <a:t>INTRODUCTION</a:t>
            </a:r>
          </a:p>
        </p:txBody>
      </p:sp>
      <p:sp>
        <p:nvSpPr>
          <p:cNvPr id="13" name="Title 12">
            <a:extLst>
              <a:ext uri="{FF2B5EF4-FFF2-40B4-BE49-F238E27FC236}">
                <a16:creationId xmlns:a16="http://schemas.microsoft.com/office/drawing/2014/main" id="{90B0556C-710B-4B91-B1D2-A1A3E85FA243}"/>
              </a:ext>
            </a:extLst>
          </p:cNvPr>
          <p:cNvSpPr>
            <a:spLocks noGrp="1"/>
          </p:cNvSpPr>
          <p:nvPr>
            <p:ph type="title"/>
          </p:nvPr>
        </p:nvSpPr>
        <p:spPr>
          <a:xfrm>
            <a:off x="648000" y="1062000"/>
            <a:ext cx="10893600" cy="835200"/>
          </a:xfrm>
        </p:spPr>
        <p:txBody>
          <a:bodyPr/>
          <a:lstStyle/>
          <a:p>
            <a:r>
              <a:rPr lang="en-US"/>
              <a:t>Integrated services. </a:t>
            </a:r>
            <a:br>
              <a:rPr lang="en-US"/>
            </a:br>
            <a:r>
              <a:rPr lang="en-US"/>
              <a:t>Maximum benefits.</a:t>
            </a:r>
            <a:endParaRPr lang="en-CA"/>
          </a:p>
        </p:txBody>
      </p:sp>
      <p:sp>
        <p:nvSpPr>
          <p:cNvPr id="48" name="Content Placeholder 47">
            <a:extLst>
              <a:ext uri="{FF2B5EF4-FFF2-40B4-BE49-F238E27FC236}">
                <a16:creationId xmlns:a16="http://schemas.microsoft.com/office/drawing/2014/main" id="{62C042CD-37DF-ACE2-7C80-3659E18B74EF}"/>
              </a:ext>
            </a:extLst>
          </p:cNvPr>
          <p:cNvSpPr>
            <a:spLocks noGrp="1"/>
          </p:cNvSpPr>
          <p:nvPr>
            <p:ph idx="1"/>
          </p:nvPr>
        </p:nvSpPr>
        <p:spPr>
          <a:xfrm>
            <a:off x="648000" y="2409557"/>
            <a:ext cx="4724553" cy="1889334"/>
          </a:xfrm>
        </p:spPr>
        <p:txBody>
          <a:bodyPr/>
          <a:lstStyle/>
          <a:p>
            <a:pPr marL="285750" indent="-285750">
              <a:lnSpc>
                <a:spcPts val="2000"/>
              </a:lnSpc>
              <a:spcAft>
                <a:spcPts val="800"/>
              </a:spcAft>
              <a:buFont typeface="Arial" panose="020B0604020202020204" pitchFamily="34" charset="0"/>
              <a:buChar char="•"/>
            </a:pPr>
            <a:r>
              <a:rPr lang="en-CA" sz="1200"/>
              <a:t>Detailed consideration of your current and future business, real estate and workplace requirements</a:t>
            </a:r>
          </a:p>
          <a:p>
            <a:pPr marL="285750" indent="-285750">
              <a:lnSpc>
                <a:spcPts val="2000"/>
              </a:lnSpc>
              <a:spcAft>
                <a:spcPts val="800"/>
              </a:spcAft>
              <a:buFont typeface="Arial" panose="020B0604020202020204" pitchFamily="34" charset="0"/>
              <a:buChar char="•"/>
            </a:pPr>
            <a:r>
              <a:rPr lang="en-CA" sz="1200"/>
              <a:t>Access to opportunities and development of strategies that align with your desired outcomes</a:t>
            </a:r>
          </a:p>
          <a:p>
            <a:pPr marL="285750" indent="-285750">
              <a:lnSpc>
                <a:spcPts val="2000"/>
              </a:lnSpc>
              <a:spcAft>
                <a:spcPts val="800"/>
              </a:spcAft>
              <a:buFont typeface="Arial" panose="020B0604020202020204" pitchFamily="34" charset="0"/>
              <a:buChar char="•"/>
            </a:pPr>
            <a:r>
              <a:rPr lang="en-CA" sz="1200"/>
              <a:t>A smooth and efficient process for executing complete, customized solutions</a:t>
            </a:r>
          </a:p>
          <a:p>
            <a:pPr marL="285750" indent="-285750">
              <a:lnSpc>
                <a:spcPts val="2000"/>
              </a:lnSpc>
              <a:spcAft>
                <a:spcPts val="800"/>
              </a:spcAft>
              <a:buFont typeface="Arial" panose="020B0604020202020204" pitchFamily="34" charset="0"/>
              <a:buChar char="•"/>
            </a:pPr>
            <a:endParaRPr lang="en-CA" sz="1200"/>
          </a:p>
          <a:p>
            <a:pPr marL="285750" indent="-285750">
              <a:lnSpc>
                <a:spcPts val="2000"/>
              </a:lnSpc>
              <a:spcAft>
                <a:spcPts val="800"/>
              </a:spcAft>
              <a:buFont typeface="Arial" panose="020B0604020202020204" pitchFamily="34" charset="0"/>
              <a:buChar char="•"/>
            </a:pPr>
            <a:endParaRPr lang="en-CA" sz="1200"/>
          </a:p>
        </p:txBody>
      </p:sp>
      <p:sp>
        <p:nvSpPr>
          <p:cNvPr id="49" name="Text Placeholder 48">
            <a:extLst>
              <a:ext uri="{FF2B5EF4-FFF2-40B4-BE49-F238E27FC236}">
                <a16:creationId xmlns:a16="http://schemas.microsoft.com/office/drawing/2014/main" id="{B44A0664-9F8A-080A-FC70-FFA67CAD427D}"/>
              </a:ext>
            </a:extLst>
          </p:cNvPr>
          <p:cNvSpPr>
            <a:spLocks noGrp="1"/>
          </p:cNvSpPr>
          <p:nvPr>
            <p:ph type="body" sz="quarter" idx="14"/>
          </p:nvPr>
        </p:nvSpPr>
        <p:spPr/>
        <p:txBody>
          <a:bodyPr/>
          <a:lstStyle/>
          <a:p>
            <a:endParaRPr lang="en-CA"/>
          </a:p>
        </p:txBody>
      </p:sp>
      <p:sp>
        <p:nvSpPr>
          <p:cNvPr id="18" name="Footer Placeholder 5">
            <a:extLst>
              <a:ext uri="{FF2B5EF4-FFF2-40B4-BE49-F238E27FC236}">
                <a16:creationId xmlns:a16="http://schemas.microsoft.com/office/drawing/2014/main" id="{923B83EC-7041-D542-8293-C09E691D8958}"/>
              </a:ext>
            </a:extLst>
          </p:cNvPr>
          <p:cNvSpPr>
            <a:spLocks noGrp="1"/>
          </p:cNvSpPr>
          <p:nvPr>
            <p:ph type="ftr" sz="quarter" idx="11"/>
          </p:nvPr>
        </p:nvSpPr>
        <p:spPr>
          <a:xfrm>
            <a:off x="6202800" y="248400"/>
            <a:ext cx="4636800" cy="180000"/>
          </a:xfrm>
        </p:spPr>
        <p:txBody>
          <a:bodyPr/>
          <a:lstStyle/>
          <a:p>
            <a:r>
              <a:rPr lang="en-CA"/>
              <a:t>Colliers</a:t>
            </a:r>
          </a:p>
        </p:txBody>
      </p:sp>
      <p:sp>
        <p:nvSpPr>
          <p:cNvPr id="19" name="Slide Number Placeholder 6">
            <a:extLst>
              <a:ext uri="{FF2B5EF4-FFF2-40B4-BE49-F238E27FC236}">
                <a16:creationId xmlns:a16="http://schemas.microsoft.com/office/drawing/2014/main" id="{DE5E264D-BC4C-544A-B5AD-5F6791D12B93}"/>
              </a:ext>
            </a:extLst>
          </p:cNvPr>
          <p:cNvSpPr>
            <a:spLocks noGrp="1"/>
          </p:cNvSpPr>
          <p:nvPr>
            <p:ph type="sldNum" sz="quarter" idx="12"/>
          </p:nvPr>
        </p:nvSpPr>
        <p:spPr>
          <a:xfrm>
            <a:off x="11167200" y="248400"/>
            <a:ext cx="374400" cy="180000"/>
          </a:xfrm>
        </p:spPr>
        <p:txBody>
          <a:bodyPr/>
          <a:lstStyle/>
          <a:p>
            <a:fld id="{23AA811B-2EBD-4900-905E-5BE206449611}" type="slidenum">
              <a:rPr lang="en-CA"/>
              <a:pPr/>
              <a:t>18</a:t>
            </a:fld>
            <a:endParaRPr lang="en-CA"/>
          </a:p>
        </p:txBody>
      </p:sp>
      <p:cxnSp>
        <p:nvCxnSpPr>
          <p:cNvPr id="20" name="Straight Connector 19">
            <a:extLst>
              <a:ext uri="{FF2B5EF4-FFF2-40B4-BE49-F238E27FC236}">
                <a16:creationId xmlns:a16="http://schemas.microsoft.com/office/drawing/2014/main" id="{A543F1AF-4706-2847-9831-30484B724EEA}"/>
              </a:ext>
            </a:extLst>
          </p:cNvPr>
          <p:cNvCxnSpPr/>
          <p:nvPr/>
        </p:nvCxnSpPr>
        <p:spPr>
          <a:xfrm>
            <a:off x="11124763" y="274014"/>
            <a:ext cx="0" cy="125517"/>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50" name="Content Placeholder 47">
            <a:extLst>
              <a:ext uri="{FF2B5EF4-FFF2-40B4-BE49-F238E27FC236}">
                <a16:creationId xmlns:a16="http://schemas.microsoft.com/office/drawing/2014/main" id="{E8C48F5C-A189-DDE7-ECBA-C6785C802D5B}"/>
              </a:ext>
            </a:extLst>
          </p:cNvPr>
          <p:cNvSpPr txBox="1">
            <a:spLocks/>
          </p:cNvSpPr>
          <p:nvPr/>
        </p:nvSpPr>
        <p:spPr>
          <a:xfrm>
            <a:off x="1820903" y="4577874"/>
            <a:ext cx="3799195" cy="1486596"/>
          </a:xfrm>
          <a:prstGeom prst="rect">
            <a:avLst/>
          </a:prstGeom>
        </p:spPr>
        <p:txBody>
          <a:bodyPr vert="horz" lIns="0" tIns="0" rIns="0" bIns="0" rtlCol="0">
            <a:noAutofit/>
          </a:bodyPr>
          <a:lstStyle>
            <a:lvl1pPr marL="0" indent="0" algn="l" defTabSz="914400" rtl="0" eaLnBrk="1" latinLnBrk="0" hangingPunct="1">
              <a:lnSpc>
                <a:spcPct val="100000"/>
              </a:lnSpc>
              <a:spcBef>
                <a:spcPts val="300"/>
              </a:spcBef>
              <a:spcAft>
                <a:spcPts val="600"/>
              </a:spcAft>
              <a:buFontTx/>
              <a:buNone/>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None/>
              <a:defRPr sz="1400" kern="1200" spc="300">
                <a:solidFill>
                  <a:schemeClr val="accent3"/>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a:lnSpc>
                <a:spcPts val="1800"/>
              </a:lnSpc>
              <a:spcAft>
                <a:spcPts val="800"/>
              </a:spcAft>
            </a:pPr>
            <a:r>
              <a:rPr lang="en-CA" sz="1100" b="1">
                <a:solidFill>
                  <a:schemeClr val="accent5"/>
                </a:solidFill>
                <a:latin typeface="Open Sans Semibold" panose="020B0606030504020204" pitchFamily="34" charset="0"/>
                <a:ea typeface="Open Sans Semibold" panose="020B0606030504020204" pitchFamily="34" charset="0"/>
                <a:cs typeface="Open Sans Semibold" panose="020B0606030504020204" pitchFamily="34" charset="0"/>
              </a:rPr>
              <a:t>Our relationship with you is at the core of our business.</a:t>
            </a:r>
          </a:p>
          <a:p>
            <a:pPr>
              <a:lnSpc>
                <a:spcPts val="1800"/>
              </a:lnSpc>
              <a:spcAft>
                <a:spcPts val="800"/>
              </a:spcAft>
            </a:pPr>
            <a:r>
              <a:rPr lang="en-CA" sz="1100"/>
              <a:t>We leverage innovative technology and years of expertise to deliver superior service and ensure your real estate aligns with your business needs. With Colliers, so you can be confident in your next move or negotiation.</a:t>
            </a:r>
          </a:p>
        </p:txBody>
      </p:sp>
      <p:pic>
        <p:nvPicPr>
          <p:cNvPr id="52" name="Picture 51">
            <a:extLst>
              <a:ext uri="{FF2B5EF4-FFF2-40B4-BE49-F238E27FC236}">
                <a16:creationId xmlns:a16="http://schemas.microsoft.com/office/drawing/2014/main" id="{A185A1A0-C1BE-8442-E756-55A8757B8506}"/>
              </a:ext>
            </a:extLst>
          </p:cNvPr>
          <p:cNvPicPr>
            <a:picLocks noChangeAspect="1"/>
          </p:cNvPicPr>
          <p:nvPr/>
        </p:nvPicPr>
        <p:blipFill rotWithShape="1">
          <a:blip r:embed="rId5">
            <a:extLst>
              <a:ext uri="{28A0092B-C50C-407E-A947-70E740481C1C}">
                <a14:useLocalDpi xmlns:a14="http://schemas.microsoft.com/office/drawing/2010/main" val="0"/>
              </a:ext>
            </a:extLst>
          </a:blip>
          <a:srcRect l="26305" r="26305"/>
          <a:stretch/>
        </p:blipFill>
        <p:spPr>
          <a:xfrm>
            <a:off x="556262" y="4645654"/>
            <a:ext cx="1065075" cy="1123737"/>
          </a:xfrm>
          <a:prstGeom prst="rect">
            <a:avLst/>
          </a:prstGeom>
        </p:spPr>
      </p:pic>
      <p:grpSp>
        <p:nvGrpSpPr>
          <p:cNvPr id="3" name="Group 2">
            <a:extLst>
              <a:ext uri="{FF2B5EF4-FFF2-40B4-BE49-F238E27FC236}">
                <a16:creationId xmlns:a16="http://schemas.microsoft.com/office/drawing/2014/main" id="{04023639-AEBC-42D4-2DFE-920D97979915}"/>
              </a:ext>
            </a:extLst>
          </p:cNvPr>
          <p:cNvGrpSpPr>
            <a:grpSpLocks noChangeAspect="1"/>
          </p:cNvGrpSpPr>
          <p:nvPr/>
        </p:nvGrpSpPr>
        <p:grpSpPr>
          <a:xfrm>
            <a:off x="4461714" y="1168052"/>
            <a:ext cx="8412480" cy="4775858"/>
            <a:chOff x="1477232" y="775738"/>
            <a:chExt cx="9840484" cy="5586552"/>
          </a:xfrm>
        </p:grpSpPr>
        <p:grpSp>
          <p:nvGrpSpPr>
            <p:cNvPr id="7" name="Group 6">
              <a:extLst>
                <a:ext uri="{FF2B5EF4-FFF2-40B4-BE49-F238E27FC236}">
                  <a16:creationId xmlns:a16="http://schemas.microsoft.com/office/drawing/2014/main" id="{4CC91727-0F80-6CB4-D4D7-3BCF70FFA0B2}"/>
                </a:ext>
              </a:extLst>
            </p:cNvPr>
            <p:cNvGrpSpPr/>
            <p:nvPr/>
          </p:nvGrpSpPr>
          <p:grpSpPr>
            <a:xfrm>
              <a:off x="1477232" y="775738"/>
              <a:ext cx="9840484" cy="5586552"/>
              <a:chOff x="1934432" y="814107"/>
              <a:chExt cx="9840484" cy="5586552"/>
            </a:xfrm>
          </p:grpSpPr>
          <p:grpSp>
            <p:nvGrpSpPr>
              <p:cNvPr id="59" name="Group 58">
                <a:extLst>
                  <a:ext uri="{FF2B5EF4-FFF2-40B4-BE49-F238E27FC236}">
                    <a16:creationId xmlns:a16="http://schemas.microsoft.com/office/drawing/2014/main" id="{05B645C0-F5D6-CE44-BDE7-1657994C5C2F}"/>
                  </a:ext>
                </a:extLst>
              </p:cNvPr>
              <p:cNvGrpSpPr/>
              <p:nvPr/>
            </p:nvGrpSpPr>
            <p:grpSpPr>
              <a:xfrm>
                <a:off x="4501989" y="1307581"/>
                <a:ext cx="4644019" cy="4601299"/>
                <a:chOff x="4501989" y="1307581"/>
                <a:chExt cx="4644019" cy="4601299"/>
              </a:xfrm>
            </p:grpSpPr>
            <p:cxnSp>
              <p:nvCxnSpPr>
                <p:cNvPr id="111" name="Straight Connector 110">
                  <a:extLst>
                    <a:ext uri="{FF2B5EF4-FFF2-40B4-BE49-F238E27FC236}">
                      <a16:creationId xmlns:a16="http://schemas.microsoft.com/office/drawing/2014/main" id="{BD43D743-0B24-C87F-7E7B-44E01957AC16}"/>
                    </a:ext>
                  </a:extLst>
                </p:cNvPr>
                <p:cNvCxnSpPr/>
                <p:nvPr/>
              </p:nvCxnSpPr>
              <p:spPr>
                <a:xfrm>
                  <a:off x="4540231" y="2922325"/>
                  <a:ext cx="2281727" cy="651372"/>
                </a:xfrm>
                <a:prstGeom prst="line">
                  <a:avLst/>
                </a:prstGeom>
                <a:ln w="9525">
                  <a:solidFill>
                    <a:schemeClr val="accent1"/>
                  </a:solidFill>
                  <a:prstDash val="sysDot"/>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3076B41E-2095-8534-75EF-4DA978535C0C}"/>
                    </a:ext>
                  </a:extLst>
                </p:cNvPr>
                <p:cNvCxnSpPr>
                  <a:cxnSpLocks/>
                </p:cNvCxnSpPr>
                <p:nvPr/>
              </p:nvCxnSpPr>
              <p:spPr>
                <a:xfrm>
                  <a:off x="5050503" y="1972238"/>
                  <a:ext cx="1771455" cy="1613823"/>
                </a:xfrm>
                <a:prstGeom prst="line">
                  <a:avLst/>
                </a:prstGeom>
                <a:ln w="9525">
                  <a:solidFill>
                    <a:schemeClr val="accent1"/>
                  </a:solidFill>
                  <a:prstDash val="sysDot"/>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C5C78209-CF3D-1A39-5579-A15F63C6CDD5}"/>
                    </a:ext>
                  </a:extLst>
                </p:cNvPr>
                <p:cNvCxnSpPr>
                  <a:cxnSpLocks/>
                </p:cNvCxnSpPr>
                <p:nvPr/>
              </p:nvCxnSpPr>
              <p:spPr>
                <a:xfrm>
                  <a:off x="6065894" y="1338574"/>
                  <a:ext cx="747504" cy="2259469"/>
                </a:xfrm>
                <a:prstGeom prst="line">
                  <a:avLst/>
                </a:prstGeom>
                <a:ln w="9525">
                  <a:solidFill>
                    <a:schemeClr val="accent1"/>
                  </a:solidFill>
                  <a:prstDash val="sysDot"/>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7CFEB901-2204-6804-1776-92B5A0F1606C}"/>
                    </a:ext>
                  </a:extLst>
                </p:cNvPr>
                <p:cNvCxnSpPr>
                  <a:cxnSpLocks/>
                </p:cNvCxnSpPr>
                <p:nvPr/>
              </p:nvCxnSpPr>
              <p:spPr>
                <a:xfrm flipH="1">
                  <a:off x="6814091" y="1307581"/>
                  <a:ext cx="679169" cy="2277838"/>
                </a:xfrm>
                <a:prstGeom prst="line">
                  <a:avLst/>
                </a:prstGeom>
                <a:ln w="9525">
                  <a:solidFill>
                    <a:schemeClr val="accent1"/>
                  </a:solidFill>
                  <a:prstDash val="sysDot"/>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0C295A21-9497-2E92-502C-77F830786995}"/>
                    </a:ext>
                  </a:extLst>
                </p:cNvPr>
                <p:cNvCxnSpPr>
                  <a:cxnSpLocks/>
                </p:cNvCxnSpPr>
                <p:nvPr/>
              </p:nvCxnSpPr>
              <p:spPr>
                <a:xfrm flipH="1">
                  <a:off x="6825897" y="1934350"/>
                  <a:ext cx="1716687" cy="1655389"/>
                </a:xfrm>
                <a:prstGeom prst="line">
                  <a:avLst/>
                </a:prstGeom>
                <a:ln w="9525">
                  <a:solidFill>
                    <a:schemeClr val="accent1"/>
                  </a:solidFill>
                  <a:prstDash val="sysDot"/>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DE44852A-0929-E8BC-D165-EC8A679683FE}"/>
                    </a:ext>
                  </a:extLst>
                </p:cNvPr>
                <p:cNvCxnSpPr>
                  <a:cxnSpLocks/>
                </p:cNvCxnSpPr>
                <p:nvPr/>
              </p:nvCxnSpPr>
              <p:spPr>
                <a:xfrm flipH="1">
                  <a:off x="6817339" y="2932302"/>
                  <a:ext cx="2311086" cy="649895"/>
                </a:xfrm>
                <a:prstGeom prst="line">
                  <a:avLst/>
                </a:prstGeom>
                <a:ln w="9525">
                  <a:solidFill>
                    <a:schemeClr val="accent1"/>
                  </a:solidFill>
                  <a:prstDash val="sysDot"/>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918D3D79-2A54-C9DD-D1F4-A2933A39D5C5}"/>
                    </a:ext>
                  </a:extLst>
                </p:cNvPr>
                <p:cNvCxnSpPr>
                  <a:cxnSpLocks/>
                </p:cNvCxnSpPr>
                <p:nvPr/>
              </p:nvCxnSpPr>
              <p:spPr>
                <a:xfrm flipH="1" flipV="1">
                  <a:off x="6814449" y="3580793"/>
                  <a:ext cx="2331559" cy="621972"/>
                </a:xfrm>
                <a:prstGeom prst="line">
                  <a:avLst/>
                </a:prstGeom>
                <a:ln w="9525">
                  <a:solidFill>
                    <a:schemeClr val="accent1"/>
                  </a:solidFill>
                  <a:prstDash val="sysDot"/>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B6069D97-C606-BE56-EF2E-338AB6858354}"/>
                    </a:ext>
                  </a:extLst>
                </p:cNvPr>
                <p:cNvCxnSpPr>
                  <a:cxnSpLocks/>
                </p:cNvCxnSpPr>
                <p:nvPr/>
              </p:nvCxnSpPr>
              <p:spPr>
                <a:xfrm flipH="1" flipV="1">
                  <a:off x="6813399" y="3578374"/>
                  <a:ext cx="1736409" cy="1695412"/>
                </a:xfrm>
                <a:prstGeom prst="line">
                  <a:avLst/>
                </a:prstGeom>
                <a:ln w="9525">
                  <a:solidFill>
                    <a:schemeClr val="accent1"/>
                  </a:solidFill>
                  <a:prstDash val="sysDot"/>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FEA578B1-9517-F74C-0BFB-DDC557BC22F3}"/>
                    </a:ext>
                  </a:extLst>
                </p:cNvPr>
                <p:cNvCxnSpPr>
                  <a:cxnSpLocks/>
                </p:cNvCxnSpPr>
                <p:nvPr/>
              </p:nvCxnSpPr>
              <p:spPr>
                <a:xfrm flipH="1" flipV="1">
                  <a:off x="6813399" y="3560730"/>
                  <a:ext cx="652205" cy="2348150"/>
                </a:xfrm>
                <a:prstGeom prst="line">
                  <a:avLst/>
                </a:prstGeom>
                <a:ln w="9525">
                  <a:solidFill>
                    <a:schemeClr val="accent1"/>
                  </a:solidFill>
                  <a:prstDash val="sysDot"/>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C1668A29-5B4B-22D7-3A6C-1D19901D01D3}"/>
                    </a:ext>
                  </a:extLst>
                </p:cNvPr>
                <p:cNvCxnSpPr>
                  <a:cxnSpLocks/>
                </p:cNvCxnSpPr>
                <p:nvPr/>
              </p:nvCxnSpPr>
              <p:spPr>
                <a:xfrm flipV="1">
                  <a:off x="6143223" y="3568976"/>
                  <a:ext cx="675056" cy="2331194"/>
                </a:xfrm>
                <a:prstGeom prst="line">
                  <a:avLst/>
                </a:prstGeom>
                <a:ln w="9525">
                  <a:solidFill>
                    <a:schemeClr val="accent1"/>
                  </a:solidFill>
                  <a:prstDash val="sysDot"/>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A5D9FAFC-B7C1-FD2B-3EB4-83B9A1C50303}"/>
                    </a:ext>
                  </a:extLst>
                </p:cNvPr>
                <p:cNvCxnSpPr>
                  <a:cxnSpLocks/>
                </p:cNvCxnSpPr>
                <p:nvPr/>
              </p:nvCxnSpPr>
              <p:spPr>
                <a:xfrm flipV="1">
                  <a:off x="5126233" y="3596631"/>
                  <a:ext cx="1692046" cy="1756819"/>
                </a:xfrm>
                <a:prstGeom prst="line">
                  <a:avLst/>
                </a:prstGeom>
                <a:ln w="9525">
                  <a:solidFill>
                    <a:schemeClr val="accent1"/>
                  </a:solidFill>
                  <a:prstDash val="sysDot"/>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118246C5-0C55-8F79-9E4C-FBC6A0748CA7}"/>
                    </a:ext>
                  </a:extLst>
                </p:cNvPr>
                <p:cNvCxnSpPr>
                  <a:cxnSpLocks/>
                </p:cNvCxnSpPr>
                <p:nvPr/>
              </p:nvCxnSpPr>
              <p:spPr>
                <a:xfrm flipV="1">
                  <a:off x="4501989" y="3588708"/>
                  <a:ext cx="2329644" cy="639331"/>
                </a:xfrm>
                <a:prstGeom prst="line">
                  <a:avLst/>
                </a:prstGeom>
                <a:ln w="9525">
                  <a:solidFill>
                    <a:schemeClr val="accent1"/>
                  </a:solidFill>
                  <a:prstDash val="sysDot"/>
                </a:ln>
              </p:spPr>
              <p:style>
                <a:lnRef idx="1">
                  <a:schemeClr val="accent1"/>
                </a:lnRef>
                <a:fillRef idx="0">
                  <a:schemeClr val="accent1"/>
                </a:fillRef>
                <a:effectRef idx="0">
                  <a:schemeClr val="accent1"/>
                </a:effectRef>
                <a:fontRef idx="minor">
                  <a:schemeClr val="tx1"/>
                </a:fontRef>
              </p:style>
            </p:cxnSp>
          </p:grpSp>
          <p:sp>
            <p:nvSpPr>
              <p:cNvPr id="60" name="Freeform: Shape 18">
                <a:extLst>
                  <a:ext uri="{FF2B5EF4-FFF2-40B4-BE49-F238E27FC236}">
                    <a16:creationId xmlns:a16="http://schemas.microsoft.com/office/drawing/2014/main" id="{7C5AF4E6-F160-810C-93AC-1663DDB584BE}"/>
                  </a:ext>
                </a:extLst>
              </p:cNvPr>
              <p:cNvSpPr/>
              <p:nvPr/>
            </p:nvSpPr>
            <p:spPr>
              <a:xfrm>
                <a:off x="4981184" y="1742913"/>
                <a:ext cx="1848646" cy="1848646"/>
              </a:xfrm>
              <a:custGeom>
                <a:avLst/>
                <a:gdLst>
                  <a:gd name="connsiteX0" fmla="*/ 1848646 w 1848646"/>
                  <a:gd name="connsiteY0" fmla="*/ 0 h 1848646"/>
                  <a:gd name="connsiteX1" fmla="*/ 1848646 w 1848646"/>
                  <a:gd name="connsiteY1" fmla="*/ 1848646 h 1848646"/>
                  <a:gd name="connsiteX2" fmla="*/ 0 w 1848646"/>
                  <a:gd name="connsiteY2" fmla="*/ 1848646 h 1848646"/>
                  <a:gd name="connsiteX3" fmla="*/ 9338 w 1848646"/>
                  <a:gd name="connsiteY3" fmla="*/ 1663714 h 1848646"/>
                  <a:gd name="connsiteX4" fmla="*/ 1663714 w 1848646"/>
                  <a:gd name="connsiteY4" fmla="*/ 9338 h 1848646"/>
                  <a:gd name="connsiteX5" fmla="*/ 1848646 w 1848646"/>
                  <a:gd name="connsiteY5" fmla="*/ 0 h 1848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48646" h="1848646">
                    <a:moveTo>
                      <a:pt x="1848646" y="0"/>
                    </a:moveTo>
                    <a:lnTo>
                      <a:pt x="1848646" y="1848646"/>
                    </a:lnTo>
                    <a:lnTo>
                      <a:pt x="0" y="1848646"/>
                    </a:lnTo>
                    <a:lnTo>
                      <a:pt x="9338" y="1663714"/>
                    </a:lnTo>
                    <a:cubicBezTo>
                      <a:pt x="97926" y="791408"/>
                      <a:pt x="791408" y="97925"/>
                      <a:pt x="1663714" y="9338"/>
                    </a:cubicBezTo>
                    <a:lnTo>
                      <a:pt x="1848646" y="0"/>
                    </a:lnTo>
                    <a:close/>
                  </a:path>
                </a:pathLst>
              </a:custGeom>
              <a:gradFill>
                <a:gsLst>
                  <a:gs pos="0">
                    <a:schemeClr val="accent1">
                      <a:lumMod val="5000"/>
                      <a:lumOff val="95000"/>
                    </a:schemeClr>
                  </a:gs>
                  <a:gs pos="100000">
                    <a:schemeClr val="bg1">
                      <a:lumMod val="9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noAutofit/>
              </a:bodyPr>
              <a:lstStyle/>
              <a:p>
                <a:pPr algn="ctr"/>
                <a:endParaRPr lang="en-US" sz="2000" noProof="0"/>
              </a:p>
            </p:txBody>
          </p:sp>
          <p:sp>
            <p:nvSpPr>
              <p:cNvPr id="61" name="Freeform: Shape 19">
                <a:extLst>
                  <a:ext uri="{FF2B5EF4-FFF2-40B4-BE49-F238E27FC236}">
                    <a16:creationId xmlns:a16="http://schemas.microsoft.com/office/drawing/2014/main" id="{82BE5F98-3C7A-4B02-DEB7-0415116234AD}"/>
                  </a:ext>
                </a:extLst>
              </p:cNvPr>
              <p:cNvSpPr/>
              <p:nvPr/>
            </p:nvSpPr>
            <p:spPr>
              <a:xfrm>
                <a:off x="6838974" y="1742913"/>
                <a:ext cx="1848646" cy="1848646"/>
              </a:xfrm>
              <a:custGeom>
                <a:avLst/>
                <a:gdLst>
                  <a:gd name="connsiteX0" fmla="*/ 0 w 1848646"/>
                  <a:gd name="connsiteY0" fmla="*/ 0 h 1848646"/>
                  <a:gd name="connsiteX1" fmla="*/ 184932 w 1848646"/>
                  <a:gd name="connsiteY1" fmla="*/ 9338 h 1848646"/>
                  <a:gd name="connsiteX2" fmla="*/ 1839308 w 1848646"/>
                  <a:gd name="connsiteY2" fmla="*/ 1663714 h 1848646"/>
                  <a:gd name="connsiteX3" fmla="*/ 1848646 w 1848646"/>
                  <a:gd name="connsiteY3" fmla="*/ 1848646 h 1848646"/>
                  <a:gd name="connsiteX4" fmla="*/ 0 w 1848646"/>
                  <a:gd name="connsiteY4" fmla="*/ 1848646 h 1848646"/>
                  <a:gd name="connsiteX5" fmla="*/ 0 w 1848646"/>
                  <a:gd name="connsiteY5" fmla="*/ 0 h 1848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48646" h="1848646">
                    <a:moveTo>
                      <a:pt x="0" y="0"/>
                    </a:moveTo>
                    <a:lnTo>
                      <a:pt x="184932" y="9338"/>
                    </a:lnTo>
                    <a:cubicBezTo>
                      <a:pt x="1057238" y="97925"/>
                      <a:pt x="1750720" y="791408"/>
                      <a:pt x="1839308" y="1663714"/>
                    </a:cubicBezTo>
                    <a:lnTo>
                      <a:pt x="1848646" y="1848646"/>
                    </a:lnTo>
                    <a:lnTo>
                      <a:pt x="0" y="1848646"/>
                    </a:lnTo>
                    <a:lnTo>
                      <a:pt x="0" y="0"/>
                    </a:lnTo>
                    <a:close/>
                  </a:path>
                </a:pathLst>
              </a:custGeom>
              <a:gradFill>
                <a:gsLst>
                  <a:gs pos="0">
                    <a:schemeClr val="accent1">
                      <a:lumMod val="5000"/>
                      <a:lumOff val="95000"/>
                    </a:schemeClr>
                  </a:gs>
                  <a:gs pos="100000">
                    <a:schemeClr val="bg1">
                      <a:lumMod val="9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noAutofit/>
              </a:bodyPr>
              <a:lstStyle/>
              <a:p>
                <a:pPr algn="ctr"/>
                <a:endParaRPr lang="en-US" sz="2000"/>
              </a:p>
            </p:txBody>
          </p:sp>
          <p:sp>
            <p:nvSpPr>
              <p:cNvPr id="62" name="Freeform: Shape 20">
                <a:extLst>
                  <a:ext uri="{FF2B5EF4-FFF2-40B4-BE49-F238E27FC236}">
                    <a16:creationId xmlns:a16="http://schemas.microsoft.com/office/drawing/2014/main" id="{BBC291A4-54F1-D5A7-FF5D-662340B960BC}"/>
                  </a:ext>
                </a:extLst>
              </p:cNvPr>
              <p:cNvSpPr/>
              <p:nvPr/>
            </p:nvSpPr>
            <p:spPr>
              <a:xfrm>
                <a:off x="4981184" y="3600703"/>
                <a:ext cx="1848646" cy="1848646"/>
              </a:xfrm>
              <a:custGeom>
                <a:avLst/>
                <a:gdLst>
                  <a:gd name="connsiteX0" fmla="*/ 0 w 1848646"/>
                  <a:gd name="connsiteY0" fmla="*/ 0 h 1848646"/>
                  <a:gd name="connsiteX1" fmla="*/ 1848646 w 1848646"/>
                  <a:gd name="connsiteY1" fmla="*/ 0 h 1848646"/>
                  <a:gd name="connsiteX2" fmla="*/ 1848646 w 1848646"/>
                  <a:gd name="connsiteY2" fmla="*/ 1848646 h 1848646"/>
                  <a:gd name="connsiteX3" fmla="*/ 1663714 w 1848646"/>
                  <a:gd name="connsiteY3" fmla="*/ 1839308 h 1848646"/>
                  <a:gd name="connsiteX4" fmla="*/ 9338 w 1848646"/>
                  <a:gd name="connsiteY4" fmla="*/ 184932 h 1848646"/>
                  <a:gd name="connsiteX5" fmla="*/ 0 w 1848646"/>
                  <a:gd name="connsiteY5" fmla="*/ 0 h 1848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48646" h="1848646">
                    <a:moveTo>
                      <a:pt x="0" y="0"/>
                    </a:moveTo>
                    <a:lnTo>
                      <a:pt x="1848646" y="0"/>
                    </a:lnTo>
                    <a:lnTo>
                      <a:pt x="1848646" y="1848646"/>
                    </a:lnTo>
                    <a:lnTo>
                      <a:pt x="1663714" y="1839308"/>
                    </a:lnTo>
                    <a:cubicBezTo>
                      <a:pt x="791408" y="1750721"/>
                      <a:pt x="97926" y="1057238"/>
                      <a:pt x="9338" y="184932"/>
                    </a:cubicBezTo>
                    <a:lnTo>
                      <a:pt x="0" y="0"/>
                    </a:lnTo>
                    <a:close/>
                  </a:path>
                </a:pathLst>
              </a:custGeom>
              <a:gradFill>
                <a:gsLst>
                  <a:gs pos="0">
                    <a:schemeClr val="accent1">
                      <a:lumMod val="5000"/>
                      <a:lumOff val="95000"/>
                    </a:schemeClr>
                  </a:gs>
                  <a:gs pos="100000">
                    <a:schemeClr val="bg1">
                      <a:lumMod val="9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noAutofit/>
              </a:bodyPr>
              <a:lstStyle/>
              <a:p>
                <a:pPr algn="ctr"/>
                <a:endParaRPr lang="en-US" sz="2000"/>
              </a:p>
            </p:txBody>
          </p:sp>
          <p:sp>
            <p:nvSpPr>
              <p:cNvPr id="63" name="Freeform: Shape 59">
                <a:extLst>
                  <a:ext uri="{FF2B5EF4-FFF2-40B4-BE49-F238E27FC236}">
                    <a16:creationId xmlns:a16="http://schemas.microsoft.com/office/drawing/2014/main" id="{10A3124A-1BF8-58BF-7FEA-19986AE94EC7}"/>
                  </a:ext>
                </a:extLst>
              </p:cNvPr>
              <p:cNvSpPr/>
              <p:nvPr/>
            </p:nvSpPr>
            <p:spPr>
              <a:xfrm>
                <a:off x="6838974" y="3600703"/>
                <a:ext cx="1848646" cy="1848646"/>
              </a:xfrm>
              <a:custGeom>
                <a:avLst/>
                <a:gdLst>
                  <a:gd name="connsiteX0" fmla="*/ 0 w 1848646"/>
                  <a:gd name="connsiteY0" fmla="*/ 0 h 1848646"/>
                  <a:gd name="connsiteX1" fmla="*/ 1848646 w 1848646"/>
                  <a:gd name="connsiteY1" fmla="*/ 0 h 1848646"/>
                  <a:gd name="connsiteX2" fmla="*/ 1839308 w 1848646"/>
                  <a:gd name="connsiteY2" fmla="*/ 184932 h 1848646"/>
                  <a:gd name="connsiteX3" fmla="*/ 184932 w 1848646"/>
                  <a:gd name="connsiteY3" fmla="*/ 1839308 h 1848646"/>
                  <a:gd name="connsiteX4" fmla="*/ 0 w 1848646"/>
                  <a:gd name="connsiteY4" fmla="*/ 1848646 h 1848646"/>
                  <a:gd name="connsiteX5" fmla="*/ 0 w 1848646"/>
                  <a:gd name="connsiteY5" fmla="*/ 0 h 1848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48646" h="1848646">
                    <a:moveTo>
                      <a:pt x="0" y="0"/>
                    </a:moveTo>
                    <a:lnTo>
                      <a:pt x="1848646" y="0"/>
                    </a:lnTo>
                    <a:lnTo>
                      <a:pt x="1839308" y="184932"/>
                    </a:lnTo>
                    <a:cubicBezTo>
                      <a:pt x="1750720" y="1057238"/>
                      <a:pt x="1057238" y="1750721"/>
                      <a:pt x="184932" y="1839308"/>
                    </a:cubicBezTo>
                    <a:lnTo>
                      <a:pt x="0" y="1848646"/>
                    </a:lnTo>
                    <a:lnTo>
                      <a:pt x="0" y="0"/>
                    </a:lnTo>
                    <a:close/>
                  </a:path>
                </a:pathLst>
              </a:custGeom>
              <a:gradFill>
                <a:gsLst>
                  <a:gs pos="0">
                    <a:schemeClr val="accent1">
                      <a:lumMod val="5000"/>
                      <a:lumOff val="95000"/>
                    </a:schemeClr>
                  </a:gs>
                  <a:gs pos="100000">
                    <a:schemeClr val="bg1">
                      <a:lumMod val="9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noAutofit/>
              </a:bodyPr>
              <a:lstStyle/>
              <a:p>
                <a:pPr algn="ctr"/>
                <a:endParaRPr lang="en-US" sz="2000"/>
              </a:p>
            </p:txBody>
          </p:sp>
          <p:grpSp>
            <p:nvGrpSpPr>
              <p:cNvPr id="64" name="Group 63">
                <a:extLst>
                  <a:ext uri="{FF2B5EF4-FFF2-40B4-BE49-F238E27FC236}">
                    <a16:creationId xmlns:a16="http://schemas.microsoft.com/office/drawing/2014/main" id="{FFDE0014-C51C-A207-8942-B8B0934A2D86}"/>
                  </a:ext>
                </a:extLst>
              </p:cNvPr>
              <p:cNvGrpSpPr/>
              <p:nvPr/>
            </p:nvGrpSpPr>
            <p:grpSpPr>
              <a:xfrm>
                <a:off x="4411146" y="1172877"/>
                <a:ext cx="4846512" cy="4846509"/>
                <a:chOff x="4411146" y="1172877"/>
                <a:chExt cx="4846512" cy="4846509"/>
              </a:xfrm>
            </p:grpSpPr>
            <p:sp>
              <p:nvSpPr>
                <p:cNvPr id="87" name="Freeform: Shape 83">
                  <a:extLst>
                    <a:ext uri="{FF2B5EF4-FFF2-40B4-BE49-F238E27FC236}">
                      <a16:creationId xmlns:a16="http://schemas.microsoft.com/office/drawing/2014/main" id="{EAA5F1E9-1F14-08C5-33C3-7ADED65A8BA0}"/>
                    </a:ext>
                  </a:extLst>
                </p:cNvPr>
                <p:cNvSpPr/>
                <p:nvPr/>
              </p:nvSpPr>
              <p:spPr>
                <a:xfrm rot="9000000">
                  <a:off x="4411146" y="2557425"/>
                  <a:ext cx="1051201" cy="1045241"/>
                </a:xfrm>
                <a:custGeom>
                  <a:avLst/>
                  <a:gdLst>
                    <a:gd name="connsiteX0" fmla="*/ 177241 w 777390"/>
                    <a:gd name="connsiteY0" fmla="*/ 772983 h 772983"/>
                    <a:gd name="connsiteX1" fmla="*/ 0 w 777390"/>
                    <a:gd name="connsiteY1" fmla="*/ 465992 h 772983"/>
                    <a:gd name="connsiteX2" fmla="*/ 33216 w 777390"/>
                    <a:gd name="connsiteY2" fmla="*/ 447791 h 772983"/>
                    <a:gd name="connsiteX3" fmla="*/ 401556 w 777390"/>
                    <a:gd name="connsiteY3" fmla="*/ 106088 h 772983"/>
                    <a:gd name="connsiteX4" fmla="*/ 470163 w 777390"/>
                    <a:gd name="connsiteY4" fmla="*/ 0 h 772983"/>
                    <a:gd name="connsiteX5" fmla="*/ 777390 w 777390"/>
                    <a:gd name="connsiteY5" fmla="*/ 177377 h 772983"/>
                    <a:gd name="connsiteX6" fmla="*/ 689060 w 777390"/>
                    <a:gd name="connsiteY6" fmla="*/ 313962 h 772983"/>
                    <a:gd name="connsiteX7" fmla="*/ 218813 w 777390"/>
                    <a:gd name="connsiteY7" fmla="*/ 750203 h 772983"/>
                    <a:gd name="connsiteX8" fmla="*/ 177241 w 777390"/>
                    <a:gd name="connsiteY8" fmla="*/ 772983 h 772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7390" h="772983">
                      <a:moveTo>
                        <a:pt x="177241" y="772983"/>
                      </a:moveTo>
                      <a:lnTo>
                        <a:pt x="0" y="465992"/>
                      </a:lnTo>
                      <a:lnTo>
                        <a:pt x="33216" y="447791"/>
                      </a:lnTo>
                      <a:cubicBezTo>
                        <a:pt x="174270" y="361394"/>
                        <a:pt x="300181" y="246655"/>
                        <a:pt x="401556" y="106088"/>
                      </a:cubicBezTo>
                      <a:lnTo>
                        <a:pt x="470163" y="0"/>
                      </a:lnTo>
                      <a:lnTo>
                        <a:pt x="777390" y="177377"/>
                      </a:lnTo>
                      <a:lnTo>
                        <a:pt x="689060" y="313962"/>
                      </a:lnTo>
                      <a:cubicBezTo>
                        <a:pt x="559638" y="493419"/>
                        <a:pt x="398892" y="639903"/>
                        <a:pt x="218813" y="750203"/>
                      </a:cubicBezTo>
                      <a:lnTo>
                        <a:pt x="177241" y="772983"/>
                      </a:lnTo>
                      <a:close/>
                    </a:path>
                  </a:pathLst>
                </a:cu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noAutofit/>
                </a:bodyPr>
                <a:lstStyle/>
                <a:p>
                  <a:pPr algn="ctr"/>
                  <a:endParaRPr lang="en-US"/>
                </a:p>
              </p:txBody>
            </p:sp>
            <p:sp>
              <p:nvSpPr>
                <p:cNvPr id="88" name="Freeform: Shape 84">
                  <a:extLst>
                    <a:ext uri="{FF2B5EF4-FFF2-40B4-BE49-F238E27FC236}">
                      <a16:creationId xmlns:a16="http://schemas.microsoft.com/office/drawing/2014/main" id="{6105855F-C976-4AE6-8C53-BAF336B6541B}"/>
                    </a:ext>
                  </a:extLst>
                </p:cNvPr>
                <p:cNvSpPr/>
                <p:nvPr/>
              </p:nvSpPr>
              <p:spPr>
                <a:xfrm rot="9000000">
                  <a:off x="6710919" y="1410156"/>
                  <a:ext cx="250561" cy="421619"/>
                </a:xfrm>
                <a:custGeom>
                  <a:avLst/>
                  <a:gdLst>
                    <a:gd name="connsiteX0" fmla="*/ 3844 w 185296"/>
                    <a:gd name="connsiteY0" fmla="*/ 309712 h 311798"/>
                    <a:gd name="connsiteX1" fmla="*/ 0 w 185296"/>
                    <a:gd name="connsiteY1" fmla="*/ 307226 h 311798"/>
                    <a:gd name="connsiteX2" fmla="*/ 177377 w 185296"/>
                    <a:gd name="connsiteY2" fmla="*/ 0 h 311798"/>
                    <a:gd name="connsiteX3" fmla="*/ 181221 w 185296"/>
                    <a:gd name="connsiteY3" fmla="*/ 2485 h 311798"/>
                    <a:gd name="connsiteX4" fmla="*/ 185296 w 185296"/>
                    <a:gd name="connsiteY4" fmla="*/ 4571 h 311798"/>
                    <a:gd name="connsiteX5" fmla="*/ 7919 w 185296"/>
                    <a:gd name="connsiteY5" fmla="*/ 311798 h 311798"/>
                    <a:gd name="connsiteX6" fmla="*/ 3844 w 185296"/>
                    <a:gd name="connsiteY6" fmla="*/ 309712 h 311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296" h="311798">
                      <a:moveTo>
                        <a:pt x="3844" y="309712"/>
                      </a:moveTo>
                      <a:lnTo>
                        <a:pt x="0" y="307226"/>
                      </a:lnTo>
                      <a:lnTo>
                        <a:pt x="177377" y="0"/>
                      </a:lnTo>
                      <a:lnTo>
                        <a:pt x="181221" y="2485"/>
                      </a:lnTo>
                      <a:lnTo>
                        <a:pt x="185296" y="4571"/>
                      </a:lnTo>
                      <a:lnTo>
                        <a:pt x="7919" y="311798"/>
                      </a:lnTo>
                      <a:lnTo>
                        <a:pt x="3844" y="309712"/>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noAutofit/>
                </a:bodyPr>
                <a:lstStyle/>
                <a:p>
                  <a:pPr algn="ctr"/>
                  <a:endParaRPr lang="en-US"/>
                </a:p>
              </p:txBody>
            </p:sp>
            <p:sp>
              <p:nvSpPr>
                <p:cNvPr id="89" name="Freeform: Shape 85">
                  <a:extLst>
                    <a:ext uri="{FF2B5EF4-FFF2-40B4-BE49-F238E27FC236}">
                      <a16:creationId xmlns:a16="http://schemas.microsoft.com/office/drawing/2014/main" id="{8F3B3F55-2C66-6082-8ECD-4E1990F0AA5D}"/>
                    </a:ext>
                  </a:extLst>
                </p:cNvPr>
                <p:cNvSpPr/>
                <p:nvPr/>
              </p:nvSpPr>
              <p:spPr>
                <a:xfrm rot="9000000">
                  <a:off x="7603441" y="1756079"/>
                  <a:ext cx="421060" cy="250515"/>
                </a:xfrm>
                <a:custGeom>
                  <a:avLst/>
                  <a:gdLst>
                    <a:gd name="connsiteX0" fmla="*/ 4395 w 311385"/>
                    <a:gd name="connsiteY0" fmla="*/ 185262 h 185262"/>
                    <a:gd name="connsiteX1" fmla="*/ 0 w 311385"/>
                    <a:gd name="connsiteY1" fmla="*/ 177241 h 185262"/>
                    <a:gd name="connsiteX2" fmla="*/ 306989 w 311385"/>
                    <a:gd name="connsiteY2" fmla="*/ 0 h 185262"/>
                    <a:gd name="connsiteX3" fmla="*/ 311385 w 311385"/>
                    <a:gd name="connsiteY3" fmla="*/ 8021 h 185262"/>
                    <a:gd name="connsiteX4" fmla="*/ 4395 w 311385"/>
                    <a:gd name="connsiteY4" fmla="*/ 185262 h 1852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1385" h="185262">
                      <a:moveTo>
                        <a:pt x="4395" y="185262"/>
                      </a:moveTo>
                      <a:lnTo>
                        <a:pt x="0" y="177241"/>
                      </a:lnTo>
                      <a:lnTo>
                        <a:pt x="306989" y="0"/>
                      </a:lnTo>
                      <a:lnTo>
                        <a:pt x="311385" y="8021"/>
                      </a:lnTo>
                      <a:lnTo>
                        <a:pt x="4395" y="185262"/>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noAutofit/>
                </a:bodyPr>
                <a:lstStyle/>
                <a:p>
                  <a:pPr algn="ctr"/>
                  <a:endParaRPr lang="en-US"/>
                </a:p>
              </p:txBody>
            </p:sp>
            <p:sp>
              <p:nvSpPr>
                <p:cNvPr id="90" name="Freeform: Shape 86">
                  <a:extLst>
                    <a:ext uri="{FF2B5EF4-FFF2-40B4-BE49-F238E27FC236}">
                      <a16:creationId xmlns:a16="http://schemas.microsoft.com/office/drawing/2014/main" id="{B28155E0-3B20-4BE4-6A4D-E60DB4E2C7EE}"/>
                    </a:ext>
                  </a:extLst>
                </p:cNvPr>
                <p:cNvSpPr/>
                <p:nvPr/>
              </p:nvSpPr>
              <p:spPr>
                <a:xfrm rot="9000000">
                  <a:off x="5840880" y="1648433"/>
                  <a:ext cx="12365" cy="479613"/>
                </a:xfrm>
                <a:custGeom>
                  <a:avLst/>
                  <a:gdLst>
                    <a:gd name="connsiteX0" fmla="*/ 0 w 9144"/>
                    <a:gd name="connsiteY0" fmla="*/ 354686 h 354686"/>
                    <a:gd name="connsiteX1" fmla="*/ 0 w 9144"/>
                    <a:gd name="connsiteY1" fmla="*/ 204 h 354686"/>
                    <a:gd name="connsiteX2" fmla="*/ 9144 w 9144"/>
                    <a:gd name="connsiteY2" fmla="*/ 0 h 354686"/>
                    <a:gd name="connsiteX3" fmla="*/ 9144 w 9144"/>
                    <a:gd name="connsiteY3" fmla="*/ 354482 h 354686"/>
                    <a:gd name="connsiteX4" fmla="*/ 0 w 9144"/>
                    <a:gd name="connsiteY4" fmla="*/ 354686 h 3546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 h="354686">
                      <a:moveTo>
                        <a:pt x="0" y="354686"/>
                      </a:moveTo>
                      <a:lnTo>
                        <a:pt x="0" y="204"/>
                      </a:lnTo>
                      <a:lnTo>
                        <a:pt x="9144" y="0"/>
                      </a:lnTo>
                      <a:lnTo>
                        <a:pt x="9144" y="354482"/>
                      </a:lnTo>
                      <a:lnTo>
                        <a:pt x="0" y="354686"/>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noAutofit/>
                </a:bodyPr>
                <a:lstStyle/>
                <a:p>
                  <a:pPr algn="ctr"/>
                  <a:endParaRPr lang="en-US"/>
                </a:p>
              </p:txBody>
            </p:sp>
            <p:sp>
              <p:nvSpPr>
                <p:cNvPr id="91" name="Freeform: Shape 87">
                  <a:extLst>
                    <a:ext uri="{FF2B5EF4-FFF2-40B4-BE49-F238E27FC236}">
                      <a16:creationId xmlns:a16="http://schemas.microsoft.com/office/drawing/2014/main" id="{8EAAFFE6-986E-88DE-1F7B-4BD1F548510A}"/>
                    </a:ext>
                  </a:extLst>
                </p:cNvPr>
                <p:cNvSpPr/>
                <p:nvPr/>
              </p:nvSpPr>
              <p:spPr>
                <a:xfrm rot="9000000">
                  <a:off x="5008575" y="2388495"/>
                  <a:ext cx="250515" cy="421062"/>
                </a:xfrm>
                <a:custGeom>
                  <a:avLst/>
                  <a:gdLst>
                    <a:gd name="connsiteX0" fmla="*/ 177241 w 185262"/>
                    <a:gd name="connsiteY0" fmla="*/ 311386 h 311386"/>
                    <a:gd name="connsiteX1" fmla="*/ 0 w 185262"/>
                    <a:gd name="connsiteY1" fmla="*/ 4395 h 311386"/>
                    <a:gd name="connsiteX2" fmla="*/ 8021 w 185262"/>
                    <a:gd name="connsiteY2" fmla="*/ 0 h 311386"/>
                    <a:gd name="connsiteX3" fmla="*/ 185262 w 185262"/>
                    <a:gd name="connsiteY3" fmla="*/ 306991 h 311386"/>
                    <a:gd name="connsiteX4" fmla="*/ 177241 w 185262"/>
                    <a:gd name="connsiteY4" fmla="*/ 311386 h 311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262" h="311386">
                      <a:moveTo>
                        <a:pt x="177241" y="311386"/>
                      </a:moveTo>
                      <a:lnTo>
                        <a:pt x="0" y="4395"/>
                      </a:lnTo>
                      <a:lnTo>
                        <a:pt x="8021" y="0"/>
                      </a:lnTo>
                      <a:lnTo>
                        <a:pt x="185262" y="306991"/>
                      </a:lnTo>
                      <a:lnTo>
                        <a:pt x="177241" y="311386"/>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noAutofit/>
                </a:bodyPr>
                <a:lstStyle/>
                <a:p>
                  <a:pPr algn="ctr"/>
                  <a:endParaRPr lang="en-US"/>
                </a:p>
              </p:txBody>
            </p:sp>
            <p:sp>
              <p:nvSpPr>
                <p:cNvPr id="92" name="Freeform: Shape 88">
                  <a:extLst>
                    <a:ext uri="{FF2B5EF4-FFF2-40B4-BE49-F238E27FC236}">
                      <a16:creationId xmlns:a16="http://schemas.microsoft.com/office/drawing/2014/main" id="{5D3C99E2-DF28-4A0A-9BF3-64D01EDB4C2C}"/>
                    </a:ext>
                  </a:extLst>
                </p:cNvPr>
                <p:cNvSpPr/>
                <p:nvPr/>
              </p:nvSpPr>
              <p:spPr>
                <a:xfrm rot="9000000">
                  <a:off x="8304423" y="2602166"/>
                  <a:ext cx="479611" cy="12366"/>
                </a:xfrm>
                <a:custGeom>
                  <a:avLst/>
                  <a:gdLst>
                    <a:gd name="connsiteX0" fmla="*/ 205 w 354685"/>
                    <a:gd name="connsiteY0" fmla="*/ 9145 h 9145"/>
                    <a:gd name="connsiteX1" fmla="*/ 0 w 354685"/>
                    <a:gd name="connsiteY1" fmla="*/ 0 h 9145"/>
                    <a:gd name="connsiteX2" fmla="*/ 354481 w 354685"/>
                    <a:gd name="connsiteY2" fmla="*/ 0 h 9145"/>
                    <a:gd name="connsiteX3" fmla="*/ 354685 w 354685"/>
                    <a:gd name="connsiteY3" fmla="*/ 9145 h 9145"/>
                    <a:gd name="connsiteX4" fmla="*/ 205 w 354685"/>
                    <a:gd name="connsiteY4" fmla="*/ 9145 h 91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685" h="9145">
                      <a:moveTo>
                        <a:pt x="205" y="9145"/>
                      </a:moveTo>
                      <a:lnTo>
                        <a:pt x="0" y="0"/>
                      </a:lnTo>
                      <a:lnTo>
                        <a:pt x="354481" y="0"/>
                      </a:lnTo>
                      <a:lnTo>
                        <a:pt x="354685" y="9145"/>
                      </a:lnTo>
                      <a:lnTo>
                        <a:pt x="205" y="9145"/>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noAutofit/>
                </a:bodyPr>
                <a:lstStyle/>
                <a:p>
                  <a:pPr algn="ctr"/>
                  <a:endParaRPr lang="en-US"/>
                </a:p>
              </p:txBody>
            </p:sp>
            <p:sp>
              <p:nvSpPr>
                <p:cNvPr id="93" name="Freeform: Shape 89">
                  <a:extLst>
                    <a:ext uri="{FF2B5EF4-FFF2-40B4-BE49-F238E27FC236}">
                      <a16:creationId xmlns:a16="http://schemas.microsoft.com/office/drawing/2014/main" id="{244F7DD9-729A-26A3-AE5D-A203A0BF29D6}"/>
                    </a:ext>
                  </a:extLst>
                </p:cNvPr>
                <p:cNvSpPr/>
                <p:nvPr/>
              </p:nvSpPr>
              <p:spPr>
                <a:xfrm rot="9000000">
                  <a:off x="4651947" y="3468644"/>
                  <a:ext cx="421662" cy="250536"/>
                </a:xfrm>
                <a:custGeom>
                  <a:avLst/>
                  <a:gdLst>
                    <a:gd name="connsiteX0" fmla="*/ 307227 w 311830"/>
                    <a:gd name="connsiteY0" fmla="*/ 185278 h 185278"/>
                    <a:gd name="connsiteX1" fmla="*/ 0 w 311830"/>
                    <a:gd name="connsiteY1" fmla="*/ 7901 h 185278"/>
                    <a:gd name="connsiteX2" fmla="*/ 2678 w 311830"/>
                    <a:gd name="connsiteY2" fmla="*/ 3761 h 185278"/>
                    <a:gd name="connsiteX3" fmla="*/ 4603 w 311830"/>
                    <a:gd name="connsiteY3" fmla="*/ 0 h 185278"/>
                    <a:gd name="connsiteX4" fmla="*/ 311830 w 311830"/>
                    <a:gd name="connsiteY4" fmla="*/ 177377 h 185278"/>
                    <a:gd name="connsiteX5" fmla="*/ 309904 w 311830"/>
                    <a:gd name="connsiteY5" fmla="*/ 181139 h 185278"/>
                    <a:gd name="connsiteX6" fmla="*/ 307227 w 311830"/>
                    <a:gd name="connsiteY6" fmla="*/ 185278 h 185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1830" h="185278">
                      <a:moveTo>
                        <a:pt x="307227" y="185278"/>
                      </a:moveTo>
                      <a:lnTo>
                        <a:pt x="0" y="7901"/>
                      </a:lnTo>
                      <a:lnTo>
                        <a:pt x="2678" y="3761"/>
                      </a:lnTo>
                      <a:lnTo>
                        <a:pt x="4603" y="0"/>
                      </a:lnTo>
                      <a:lnTo>
                        <a:pt x="311830" y="177377"/>
                      </a:lnTo>
                      <a:lnTo>
                        <a:pt x="309904" y="181139"/>
                      </a:lnTo>
                      <a:lnTo>
                        <a:pt x="307227" y="185278"/>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noAutofit/>
                </a:bodyPr>
                <a:lstStyle/>
                <a:p>
                  <a:pPr algn="ctr"/>
                  <a:endParaRPr lang="en-US"/>
                </a:p>
              </p:txBody>
            </p:sp>
            <p:sp>
              <p:nvSpPr>
                <p:cNvPr id="94" name="Freeform: Shape 90">
                  <a:extLst>
                    <a:ext uri="{FF2B5EF4-FFF2-40B4-BE49-F238E27FC236}">
                      <a16:creationId xmlns:a16="http://schemas.microsoft.com/office/drawing/2014/main" id="{29A364AE-7F63-E7A4-9B70-2B6C44A76EDB}"/>
                    </a:ext>
                  </a:extLst>
                </p:cNvPr>
                <p:cNvSpPr/>
                <p:nvPr/>
              </p:nvSpPr>
              <p:spPr>
                <a:xfrm rot="9000000">
                  <a:off x="8598832" y="3468619"/>
                  <a:ext cx="421576" cy="250585"/>
                </a:xfrm>
                <a:custGeom>
                  <a:avLst/>
                  <a:gdLst>
                    <a:gd name="connsiteX0" fmla="*/ 307225 w 311766"/>
                    <a:gd name="connsiteY0" fmla="*/ 185314 h 185314"/>
                    <a:gd name="connsiteX1" fmla="*/ 0 w 311766"/>
                    <a:gd name="connsiteY1" fmla="*/ 7937 h 185314"/>
                    <a:gd name="connsiteX2" fmla="*/ 2246 w 311766"/>
                    <a:gd name="connsiteY2" fmla="*/ 3549 h 185314"/>
                    <a:gd name="connsiteX3" fmla="*/ 4541 w 311766"/>
                    <a:gd name="connsiteY3" fmla="*/ 0 h 185314"/>
                    <a:gd name="connsiteX4" fmla="*/ 311766 w 311766"/>
                    <a:gd name="connsiteY4" fmla="*/ 177377 h 185314"/>
                    <a:gd name="connsiteX5" fmla="*/ 309472 w 311766"/>
                    <a:gd name="connsiteY5" fmla="*/ 180925 h 185314"/>
                    <a:gd name="connsiteX6" fmla="*/ 307225 w 311766"/>
                    <a:gd name="connsiteY6" fmla="*/ 185314 h 185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1766" h="185314">
                      <a:moveTo>
                        <a:pt x="307225" y="185314"/>
                      </a:moveTo>
                      <a:lnTo>
                        <a:pt x="0" y="7937"/>
                      </a:lnTo>
                      <a:lnTo>
                        <a:pt x="2246" y="3549"/>
                      </a:lnTo>
                      <a:lnTo>
                        <a:pt x="4541" y="0"/>
                      </a:lnTo>
                      <a:lnTo>
                        <a:pt x="311766" y="177377"/>
                      </a:lnTo>
                      <a:lnTo>
                        <a:pt x="309472" y="180925"/>
                      </a:lnTo>
                      <a:lnTo>
                        <a:pt x="307225" y="185314"/>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noAutofit/>
                </a:bodyPr>
                <a:lstStyle/>
                <a:p>
                  <a:pPr algn="ctr"/>
                  <a:endParaRPr lang="en-US"/>
                </a:p>
              </p:txBody>
            </p:sp>
            <p:sp>
              <p:nvSpPr>
                <p:cNvPr id="95" name="Freeform: Shape 91">
                  <a:extLst>
                    <a:ext uri="{FF2B5EF4-FFF2-40B4-BE49-F238E27FC236}">
                      <a16:creationId xmlns:a16="http://schemas.microsoft.com/office/drawing/2014/main" id="{8CB5E686-2832-F23D-2FDB-DECB7B5DD9C0}"/>
                    </a:ext>
                  </a:extLst>
                </p:cNvPr>
                <p:cNvSpPr/>
                <p:nvPr/>
              </p:nvSpPr>
              <p:spPr>
                <a:xfrm rot="9000000">
                  <a:off x="8424551" y="4360711"/>
                  <a:ext cx="250515" cy="421059"/>
                </a:xfrm>
                <a:custGeom>
                  <a:avLst/>
                  <a:gdLst>
                    <a:gd name="connsiteX0" fmla="*/ 177241 w 185262"/>
                    <a:gd name="connsiteY0" fmla="*/ 311384 h 311384"/>
                    <a:gd name="connsiteX1" fmla="*/ 0 w 185262"/>
                    <a:gd name="connsiteY1" fmla="*/ 4395 h 311384"/>
                    <a:gd name="connsiteX2" fmla="*/ 8021 w 185262"/>
                    <a:gd name="connsiteY2" fmla="*/ 0 h 311384"/>
                    <a:gd name="connsiteX3" fmla="*/ 185262 w 185262"/>
                    <a:gd name="connsiteY3" fmla="*/ 306989 h 311384"/>
                    <a:gd name="connsiteX4" fmla="*/ 177241 w 185262"/>
                    <a:gd name="connsiteY4" fmla="*/ 311384 h 311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262" h="311384">
                      <a:moveTo>
                        <a:pt x="177241" y="311384"/>
                      </a:moveTo>
                      <a:lnTo>
                        <a:pt x="0" y="4395"/>
                      </a:lnTo>
                      <a:lnTo>
                        <a:pt x="8021" y="0"/>
                      </a:lnTo>
                      <a:lnTo>
                        <a:pt x="185262" y="306989"/>
                      </a:lnTo>
                      <a:lnTo>
                        <a:pt x="177241" y="311384"/>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noAutofit/>
                </a:bodyPr>
                <a:lstStyle/>
                <a:p>
                  <a:pPr algn="ctr"/>
                  <a:endParaRPr lang="en-US"/>
                </a:p>
              </p:txBody>
            </p:sp>
            <p:sp>
              <p:nvSpPr>
                <p:cNvPr id="96" name="Freeform: Shape 92">
                  <a:extLst>
                    <a:ext uri="{FF2B5EF4-FFF2-40B4-BE49-F238E27FC236}">
                      <a16:creationId xmlns:a16="http://schemas.microsoft.com/office/drawing/2014/main" id="{FEF1DDE9-7454-6E6E-461C-97EC1F071489}"/>
                    </a:ext>
                  </a:extLst>
                </p:cNvPr>
                <p:cNvSpPr/>
                <p:nvPr/>
              </p:nvSpPr>
              <p:spPr>
                <a:xfrm rot="9000000">
                  <a:off x="4888446" y="4574381"/>
                  <a:ext cx="479613" cy="12365"/>
                </a:xfrm>
                <a:custGeom>
                  <a:avLst/>
                  <a:gdLst>
                    <a:gd name="connsiteX0" fmla="*/ 205 w 354686"/>
                    <a:gd name="connsiteY0" fmla="*/ 9144 h 9144"/>
                    <a:gd name="connsiteX1" fmla="*/ 0 w 354686"/>
                    <a:gd name="connsiteY1" fmla="*/ 0 h 9144"/>
                    <a:gd name="connsiteX2" fmla="*/ 354482 w 354686"/>
                    <a:gd name="connsiteY2" fmla="*/ 0 h 9144"/>
                    <a:gd name="connsiteX3" fmla="*/ 354686 w 354686"/>
                    <a:gd name="connsiteY3" fmla="*/ 9144 h 9144"/>
                    <a:gd name="connsiteX4" fmla="*/ 205 w 354686"/>
                    <a:gd name="connsiteY4" fmla="*/ 9144 h 9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686" h="9144">
                      <a:moveTo>
                        <a:pt x="205" y="9144"/>
                      </a:moveTo>
                      <a:lnTo>
                        <a:pt x="0" y="0"/>
                      </a:lnTo>
                      <a:lnTo>
                        <a:pt x="354482" y="0"/>
                      </a:lnTo>
                      <a:lnTo>
                        <a:pt x="354686" y="9144"/>
                      </a:lnTo>
                      <a:lnTo>
                        <a:pt x="205" y="9144"/>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noAutofit/>
                </a:bodyPr>
                <a:lstStyle/>
                <a:p>
                  <a:pPr algn="ctr"/>
                  <a:endParaRPr lang="en-US"/>
                </a:p>
              </p:txBody>
            </p:sp>
            <p:sp>
              <p:nvSpPr>
                <p:cNvPr id="97" name="Freeform: Shape 93">
                  <a:extLst>
                    <a:ext uri="{FF2B5EF4-FFF2-40B4-BE49-F238E27FC236}">
                      <a16:creationId xmlns:a16="http://schemas.microsoft.com/office/drawing/2014/main" id="{469C0770-D02D-5D93-E2E5-F2B251FCDE52}"/>
                    </a:ext>
                  </a:extLst>
                </p:cNvPr>
                <p:cNvSpPr/>
                <p:nvPr/>
              </p:nvSpPr>
              <p:spPr>
                <a:xfrm rot="9000000">
                  <a:off x="5631228" y="5172055"/>
                  <a:ext cx="421060" cy="250515"/>
                </a:xfrm>
                <a:custGeom>
                  <a:avLst/>
                  <a:gdLst>
                    <a:gd name="connsiteX0" fmla="*/ 4396 w 311385"/>
                    <a:gd name="connsiteY0" fmla="*/ 185262 h 185262"/>
                    <a:gd name="connsiteX1" fmla="*/ 0 w 311385"/>
                    <a:gd name="connsiteY1" fmla="*/ 177240 h 185262"/>
                    <a:gd name="connsiteX2" fmla="*/ 306990 w 311385"/>
                    <a:gd name="connsiteY2" fmla="*/ 0 h 185262"/>
                    <a:gd name="connsiteX3" fmla="*/ 311385 w 311385"/>
                    <a:gd name="connsiteY3" fmla="*/ 8021 h 185262"/>
                    <a:gd name="connsiteX4" fmla="*/ 4396 w 311385"/>
                    <a:gd name="connsiteY4" fmla="*/ 185262 h 1852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1385" h="185262">
                      <a:moveTo>
                        <a:pt x="4396" y="185262"/>
                      </a:moveTo>
                      <a:lnTo>
                        <a:pt x="0" y="177240"/>
                      </a:lnTo>
                      <a:lnTo>
                        <a:pt x="306990" y="0"/>
                      </a:lnTo>
                      <a:lnTo>
                        <a:pt x="311385" y="8021"/>
                      </a:lnTo>
                      <a:lnTo>
                        <a:pt x="4396" y="185262"/>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noAutofit/>
                </a:bodyPr>
                <a:lstStyle/>
                <a:p>
                  <a:pPr algn="ctr"/>
                  <a:endParaRPr lang="en-US"/>
                </a:p>
              </p:txBody>
            </p:sp>
            <p:sp>
              <p:nvSpPr>
                <p:cNvPr id="98" name="Freeform: Shape 94">
                  <a:extLst>
                    <a:ext uri="{FF2B5EF4-FFF2-40B4-BE49-F238E27FC236}">
                      <a16:creationId xmlns:a16="http://schemas.microsoft.com/office/drawing/2014/main" id="{7EE703E1-88F6-E25C-4B9D-F83B57CD63FE}"/>
                    </a:ext>
                  </a:extLst>
                </p:cNvPr>
                <p:cNvSpPr/>
                <p:nvPr/>
              </p:nvSpPr>
              <p:spPr>
                <a:xfrm rot="9000000">
                  <a:off x="7813095" y="5064412"/>
                  <a:ext cx="12365" cy="479610"/>
                </a:xfrm>
                <a:custGeom>
                  <a:avLst/>
                  <a:gdLst>
                    <a:gd name="connsiteX0" fmla="*/ 0 w 9144"/>
                    <a:gd name="connsiteY0" fmla="*/ 354684 h 354684"/>
                    <a:gd name="connsiteX1" fmla="*/ 1 w 9144"/>
                    <a:gd name="connsiteY1" fmla="*/ 205 h 354684"/>
                    <a:gd name="connsiteX2" fmla="*/ 9144 w 9144"/>
                    <a:gd name="connsiteY2" fmla="*/ 0 h 354684"/>
                    <a:gd name="connsiteX3" fmla="*/ 9144 w 9144"/>
                    <a:gd name="connsiteY3" fmla="*/ 354480 h 354684"/>
                    <a:gd name="connsiteX4" fmla="*/ 0 w 9144"/>
                    <a:gd name="connsiteY4" fmla="*/ 354684 h 3546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 h="354684">
                      <a:moveTo>
                        <a:pt x="0" y="354684"/>
                      </a:moveTo>
                      <a:lnTo>
                        <a:pt x="1" y="205"/>
                      </a:lnTo>
                      <a:lnTo>
                        <a:pt x="9144" y="0"/>
                      </a:lnTo>
                      <a:lnTo>
                        <a:pt x="9144" y="354480"/>
                      </a:lnTo>
                      <a:lnTo>
                        <a:pt x="0" y="354684"/>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noAutofit/>
                </a:bodyPr>
                <a:lstStyle/>
                <a:p>
                  <a:pPr algn="ctr"/>
                  <a:endParaRPr lang="en-US"/>
                </a:p>
              </p:txBody>
            </p:sp>
            <p:sp>
              <p:nvSpPr>
                <p:cNvPr id="99" name="Freeform: Shape 95">
                  <a:extLst>
                    <a:ext uri="{FF2B5EF4-FFF2-40B4-BE49-F238E27FC236}">
                      <a16:creationId xmlns:a16="http://schemas.microsoft.com/office/drawing/2014/main" id="{CA538522-E647-6155-97D6-3A565C52E75F}"/>
                    </a:ext>
                  </a:extLst>
                </p:cNvPr>
                <p:cNvSpPr/>
                <p:nvPr/>
              </p:nvSpPr>
              <p:spPr>
                <a:xfrm rot="9000000">
                  <a:off x="6710919" y="5357002"/>
                  <a:ext cx="250559" cy="421617"/>
                </a:xfrm>
                <a:custGeom>
                  <a:avLst/>
                  <a:gdLst>
                    <a:gd name="connsiteX0" fmla="*/ 7918 w 185295"/>
                    <a:gd name="connsiteY0" fmla="*/ 311797 h 311797"/>
                    <a:gd name="connsiteX1" fmla="*/ 4074 w 185295"/>
                    <a:gd name="connsiteY1" fmla="*/ 309311 h 311797"/>
                    <a:gd name="connsiteX2" fmla="*/ 0 w 185295"/>
                    <a:gd name="connsiteY2" fmla="*/ 307225 h 311797"/>
                    <a:gd name="connsiteX3" fmla="*/ 177376 w 185295"/>
                    <a:gd name="connsiteY3" fmla="*/ 0 h 311797"/>
                    <a:gd name="connsiteX4" fmla="*/ 181451 w 185295"/>
                    <a:gd name="connsiteY4" fmla="*/ 2086 h 311797"/>
                    <a:gd name="connsiteX5" fmla="*/ 185295 w 185295"/>
                    <a:gd name="connsiteY5" fmla="*/ 4572 h 311797"/>
                    <a:gd name="connsiteX6" fmla="*/ 7918 w 185295"/>
                    <a:gd name="connsiteY6" fmla="*/ 311797 h 311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295" h="311797">
                      <a:moveTo>
                        <a:pt x="7918" y="311797"/>
                      </a:moveTo>
                      <a:lnTo>
                        <a:pt x="4074" y="309311"/>
                      </a:lnTo>
                      <a:lnTo>
                        <a:pt x="0" y="307225"/>
                      </a:lnTo>
                      <a:lnTo>
                        <a:pt x="177376" y="0"/>
                      </a:lnTo>
                      <a:lnTo>
                        <a:pt x="181451" y="2086"/>
                      </a:lnTo>
                      <a:lnTo>
                        <a:pt x="185295" y="4572"/>
                      </a:lnTo>
                      <a:lnTo>
                        <a:pt x="7918" y="311797"/>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noAutofit/>
                </a:bodyPr>
                <a:lstStyle/>
                <a:p>
                  <a:pPr algn="ctr"/>
                  <a:endParaRPr lang="en-US"/>
                </a:p>
              </p:txBody>
            </p:sp>
            <p:sp>
              <p:nvSpPr>
                <p:cNvPr id="100" name="Freeform: Shape 96">
                  <a:extLst>
                    <a:ext uri="{FF2B5EF4-FFF2-40B4-BE49-F238E27FC236}">
                      <a16:creationId xmlns:a16="http://schemas.microsoft.com/office/drawing/2014/main" id="{C6A02148-9BA7-3FC5-F1C5-FD58D67D6007}"/>
                    </a:ext>
                  </a:extLst>
                </p:cNvPr>
                <p:cNvSpPr/>
                <p:nvPr/>
              </p:nvSpPr>
              <p:spPr>
                <a:xfrm rot="9000000">
                  <a:off x="5835483" y="1354231"/>
                  <a:ext cx="1098644" cy="708805"/>
                </a:xfrm>
                <a:custGeom>
                  <a:avLst/>
                  <a:gdLst>
                    <a:gd name="connsiteX0" fmla="*/ 0 w 812476"/>
                    <a:gd name="connsiteY0" fmla="*/ 307227 h 524180"/>
                    <a:gd name="connsiteX1" fmla="*/ 177377 w 812476"/>
                    <a:gd name="connsiteY1" fmla="*/ 0 h 524180"/>
                    <a:gd name="connsiteX2" fmla="*/ 290150 w 812476"/>
                    <a:gd name="connsiteY2" fmla="*/ 57732 h 524180"/>
                    <a:gd name="connsiteX3" fmla="*/ 779993 w 812476"/>
                    <a:gd name="connsiteY3" fmla="*/ 169485 h 524180"/>
                    <a:gd name="connsiteX4" fmla="*/ 812476 w 812476"/>
                    <a:gd name="connsiteY4" fmla="*/ 168760 h 524180"/>
                    <a:gd name="connsiteX5" fmla="*/ 812476 w 812476"/>
                    <a:gd name="connsiteY5" fmla="*/ 523242 h 524180"/>
                    <a:gd name="connsiteX6" fmla="*/ 770468 w 812476"/>
                    <a:gd name="connsiteY6" fmla="*/ 524180 h 524180"/>
                    <a:gd name="connsiteX7" fmla="*/ 145101 w 812476"/>
                    <a:gd name="connsiteY7" fmla="*/ 381509 h 524180"/>
                    <a:gd name="connsiteX8" fmla="*/ 0 w 812476"/>
                    <a:gd name="connsiteY8" fmla="*/ 307227 h 524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2476" h="524180">
                      <a:moveTo>
                        <a:pt x="0" y="307227"/>
                      </a:moveTo>
                      <a:lnTo>
                        <a:pt x="177377" y="0"/>
                      </a:lnTo>
                      <a:lnTo>
                        <a:pt x="290150" y="57732"/>
                      </a:lnTo>
                      <a:cubicBezTo>
                        <a:pt x="448227" y="128779"/>
                        <a:pt x="614639" y="165191"/>
                        <a:pt x="779993" y="169485"/>
                      </a:cubicBezTo>
                      <a:lnTo>
                        <a:pt x="812476" y="168760"/>
                      </a:lnTo>
                      <a:lnTo>
                        <a:pt x="812476" y="523242"/>
                      </a:lnTo>
                      <a:lnTo>
                        <a:pt x="770468" y="524180"/>
                      </a:lnTo>
                      <a:cubicBezTo>
                        <a:pt x="559364" y="518698"/>
                        <a:pt x="346912" y="472212"/>
                        <a:pt x="145101" y="381509"/>
                      </a:cubicBezTo>
                      <a:lnTo>
                        <a:pt x="0" y="307227"/>
                      </a:lnTo>
                      <a:close/>
                    </a:path>
                  </a:pathLst>
                </a:custGeom>
                <a:solidFill>
                  <a:schemeClr val="accent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noAutofit/>
                </a:bodyPr>
                <a:lstStyle/>
                <a:p>
                  <a:pPr algn="ctr"/>
                  <a:endParaRPr lang="en-US"/>
                </a:p>
              </p:txBody>
            </p:sp>
            <p:sp>
              <p:nvSpPr>
                <p:cNvPr id="101" name="Freeform: Shape 97">
                  <a:extLst>
                    <a:ext uri="{FF2B5EF4-FFF2-40B4-BE49-F238E27FC236}">
                      <a16:creationId xmlns:a16="http://schemas.microsoft.com/office/drawing/2014/main" id="{210C42D3-D88F-D632-0D8A-C66D73AB4EDB}"/>
                    </a:ext>
                  </a:extLst>
                </p:cNvPr>
                <p:cNvSpPr/>
                <p:nvPr/>
              </p:nvSpPr>
              <p:spPr>
                <a:xfrm rot="9000000">
                  <a:off x="6823634" y="1172877"/>
                  <a:ext cx="1035750" cy="1033412"/>
                </a:xfrm>
                <a:custGeom>
                  <a:avLst/>
                  <a:gdLst>
                    <a:gd name="connsiteX0" fmla="*/ 588587 w 765964"/>
                    <a:gd name="connsiteY0" fmla="*/ 764235 h 764235"/>
                    <a:gd name="connsiteX1" fmla="*/ 451707 w 765964"/>
                    <a:gd name="connsiteY1" fmla="*/ 675715 h 764235"/>
                    <a:gd name="connsiteX2" fmla="*/ 15466 w 765964"/>
                    <a:gd name="connsiteY2" fmla="*/ 205467 h 764235"/>
                    <a:gd name="connsiteX3" fmla="*/ 0 w 765964"/>
                    <a:gd name="connsiteY3" fmla="*/ 177241 h 764235"/>
                    <a:gd name="connsiteX4" fmla="*/ 306990 w 765964"/>
                    <a:gd name="connsiteY4" fmla="*/ 0 h 764235"/>
                    <a:gd name="connsiteX5" fmla="*/ 317877 w 765964"/>
                    <a:gd name="connsiteY5" fmla="*/ 19869 h 764235"/>
                    <a:gd name="connsiteX6" fmla="*/ 659579 w 765964"/>
                    <a:gd name="connsiteY6" fmla="*/ 388209 h 764235"/>
                    <a:gd name="connsiteX7" fmla="*/ 765964 w 765964"/>
                    <a:gd name="connsiteY7" fmla="*/ 457009 h 764235"/>
                    <a:gd name="connsiteX8" fmla="*/ 588587 w 765964"/>
                    <a:gd name="connsiteY8" fmla="*/ 764235 h 764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5964" h="764235">
                      <a:moveTo>
                        <a:pt x="588587" y="764235"/>
                      </a:moveTo>
                      <a:lnTo>
                        <a:pt x="451707" y="675715"/>
                      </a:lnTo>
                      <a:cubicBezTo>
                        <a:pt x="272250" y="546293"/>
                        <a:pt x="125766" y="385547"/>
                        <a:pt x="15466" y="205467"/>
                      </a:cubicBezTo>
                      <a:lnTo>
                        <a:pt x="0" y="177241"/>
                      </a:lnTo>
                      <a:lnTo>
                        <a:pt x="306990" y="0"/>
                      </a:lnTo>
                      <a:lnTo>
                        <a:pt x="317877" y="19869"/>
                      </a:lnTo>
                      <a:cubicBezTo>
                        <a:pt x="404273" y="160924"/>
                        <a:pt x="519012" y="286834"/>
                        <a:pt x="659579" y="388209"/>
                      </a:cubicBezTo>
                      <a:lnTo>
                        <a:pt x="765964" y="457009"/>
                      </a:lnTo>
                      <a:lnTo>
                        <a:pt x="588587" y="764235"/>
                      </a:lnTo>
                      <a:close/>
                    </a:path>
                  </a:pathLst>
                </a:custGeom>
                <a:solidFill>
                  <a:schemeClr val="accent2">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noAutofit/>
                </a:bodyPr>
                <a:lstStyle/>
                <a:p>
                  <a:pPr algn="ctr"/>
                  <a:endParaRPr lang="en-US"/>
                </a:p>
              </p:txBody>
            </p:sp>
            <p:sp>
              <p:nvSpPr>
                <p:cNvPr id="102" name="Freeform: Shape 98">
                  <a:extLst>
                    <a:ext uri="{FF2B5EF4-FFF2-40B4-BE49-F238E27FC236}">
                      <a16:creationId xmlns:a16="http://schemas.microsoft.com/office/drawing/2014/main" id="{E2BF9834-A9D2-DFCF-764A-EA94B51345E1}"/>
                    </a:ext>
                  </a:extLst>
                </p:cNvPr>
                <p:cNvSpPr/>
                <p:nvPr/>
              </p:nvSpPr>
              <p:spPr>
                <a:xfrm rot="9000000">
                  <a:off x="7807567" y="1632404"/>
                  <a:ext cx="713030" cy="1102966"/>
                </a:xfrm>
                <a:custGeom>
                  <a:avLst/>
                  <a:gdLst>
                    <a:gd name="connsiteX0" fmla="*/ 220315 w 527304"/>
                    <a:gd name="connsiteY0" fmla="*/ 815672 h 815672"/>
                    <a:gd name="connsiteX1" fmla="*/ 164287 w 527304"/>
                    <a:gd name="connsiteY1" fmla="*/ 713422 h 815672"/>
                    <a:gd name="connsiteX2" fmla="*/ 2443 w 527304"/>
                    <a:gd name="connsiteY2" fmla="*/ 109414 h 815672"/>
                    <a:gd name="connsiteX3" fmla="*/ 0 w 527304"/>
                    <a:gd name="connsiteY3" fmla="*/ 0 h 815672"/>
                    <a:gd name="connsiteX4" fmla="*/ 354480 w 527304"/>
                    <a:gd name="connsiteY4" fmla="*/ 0 h 815672"/>
                    <a:gd name="connsiteX5" fmla="*/ 356372 w 527304"/>
                    <a:gd name="connsiteY5" fmla="*/ 84723 h 815672"/>
                    <a:gd name="connsiteX6" fmla="*/ 483142 w 527304"/>
                    <a:gd name="connsiteY6" fmla="*/ 557838 h 815672"/>
                    <a:gd name="connsiteX7" fmla="*/ 527304 w 527304"/>
                    <a:gd name="connsiteY7" fmla="*/ 638431 h 815672"/>
                    <a:gd name="connsiteX8" fmla="*/ 220315 w 527304"/>
                    <a:gd name="connsiteY8" fmla="*/ 815672 h 815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7304" h="815672">
                      <a:moveTo>
                        <a:pt x="220315" y="815672"/>
                      </a:moveTo>
                      <a:lnTo>
                        <a:pt x="164287" y="713422"/>
                      </a:lnTo>
                      <a:cubicBezTo>
                        <a:pt x="72279" y="524426"/>
                        <a:pt x="17261" y="319093"/>
                        <a:pt x="2443" y="109414"/>
                      </a:cubicBezTo>
                      <a:lnTo>
                        <a:pt x="0" y="0"/>
                      </a:lnTo>
                      <a:lnTo>
                        <a:pt x="354480" y="0"/>
                      </a:lnTo>
                      <a:lnTo>
                        <a:pt x="356372" y="84723"/>
                      </a:lnTo>
                      <a:cubicBezTo>
                        <a:pt x="367979" y="248963"/>
                        <a:pt x="411075" y="409799"/>
                        <a:pt x="483142" y="557838"/>
                      </a:cubicBezTo>
                      <a:lnTo>
                        <a:pt x="527304" y="638431"/>
                      </a:lnTo>
                      <a:lnTo>
                        <a:pt x="220315" y="815672"/>
                      </a:lnTo>
                      <a:close/>
                    </a:path>
                  </a:pathLst>
                </a:cu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noAutofit/>
                </a:bodyPr>
                <a:lstStyle/>
                <a:p>
                  <a:pPr algn="ctr"/>
                  <a:endParaRPr lang="en-US"/>
                </a:p>
              </p:txBody>
            </p:sp>
            <p:sp>
              <p:nvSpPr>
                <p:cNvPr id="103" name="Freeform: Shape 99">
                  <a:extLst>
                    <a:ext uri="{FF2B5EF4-FFF2-40B4-BE49-F238E27FC236}">
                      <a16:creationId xmlns:a16="http://schemas.microsoft.com/office/drawing/2014/main" id="{81843F63-AC1E-A500-1300-58F989B402FD}"/>
                    </a:ext>
                  </a:extLst>
                </p:cNvPr>
                <p:cNvSpPr/>
                <p:nvPr/>
              </p:nvSpPr>
              <p:spPr>
                <a:xfrm rot="9000000">
                  <a:off x="4888845" y="1907120"/>
                  <a:ext cx="1081297" cy="703063"/>
                </a:xfrm>
                <a:custGeom>
                  <a:avLst/>
                  <a:gdLst>
                    <a:gd name="connsiteX0" fmla="*/ 0 w 799647"/>
                    <a:gd name="connsiteY0" fmla="*/ 519933 h 519933"/>
                    <a:gd name="connsiteX1" fmla="*/ 0 w 799647"/>
                    <a:gd name="connsiteY1" fmla="*/ 165451 h 519933"/>
                    <a:gd name="connsiteX2" fmla="*/ 82045 w 799647"/>
                    <a:gd name="connsiteY2" fmla="*/ 163619 h 519933"/>
                    <a:gd name="connsiteX3" fmla="*/ 555160 w 799647"/>
                    <a:gd name="connsiteY3" fmla="*/ 36848 h 519933"/>
                    <a:gd name="connsiteX4" fmla="*/ 622406 w 799647"/>
                    <a:gd name="connsiteY4" fmla="*/ 0 h 519933"/>
                    <a:gd name="connsiteX5" fmla="*/ 799647 w 799647"/>
                    <a:gd name="connsiteY5" fmla="*/ 306991 h 519933"/>
                    <a:gd name="connsiteX6" fmla="*/ 710743 w 799647"/>
                    <a:gd name="connsiteY6" fmla="*/ 355706 h 519933"/>
                    <a:gd name="connsiteX7" fmla="*/ 106734 w 799647"/>
                    <a:gd name="connsiteY7" fmla="*/ 517549 h 519933"/>
                    <a:gd name="connsiteX8" fmla="*/ 0 w 799647"/>
                    <a:gd name="connsiteY8" fmla="*/ 519933 h 519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99647" h="519933">
                      <a:moveTo>
                        <a:pt x="0" y="519933"/>
                      </a:moveTo>
                      <a:lnTo>
                        <a:pt x="0" y="165451"/>
                      </a:lnTo>
                      <a:lnTo>
                        <a:pt x="82045" y="163619"/>
                      </a:lnTo>
                      <a:cubicBezTo>
                        <a:pt x="246285" y="152012"/>
                        <a:pt x="407120" y="108916"/>
                        <a:pt x="555160" y="36848"/>
                      </a:cubicBezTo>
                      <a:lnTo>
                        <a:pt x="622406" y="0"/>
                      </a:lnTo>
                      <a:lnTo>
                        <a:pt x="799647" y="306991"/>
                      </a:lnTo>
                      <a:lnTo>
                        <a:pt x="710743" y="355706"/>
                      </a:lnTo>
                      <a:cubicBezTo>
                        <a:pt x="521746" y="447713"/>
                        <a:pt x="316413" y="502731"/>
                        <a:pt x="106734" y="517549"/>
                      </a:cubicBezTo>
                      <a:lnTo>
                        <a:pt x="0" y="519933"/>
                      </a:lnTo>
                      <a:close/>
                    </a:path>
                  </a:pathLst>
                </a:cu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noAutofit/>
                </a:bodyPr>
                <a:lstStyle/>
                <a:p>
                  <a:pPr algn="ctr"/>
                  <a:endParaRPr lang="en-US"/>
                </a:p>
              </p:txBody>
            </p:sp>
            <p:sp>
              <p:nvSpPr>
                <p:cNvPr id="104" name="Freeform: Shape 100">
                  <a:extLst>
                    <a:ext uri="{FF2B5EF4-FFF2-40B4-BE49-F238E27FC236}">
                      <a16:creationId xmlns:a16="http://schemas.microsoft.com/office/drawing/2014/main" id="{0DBB7351-17CB-584C-9159-C5CFA94617A3}"/>
                    </a:ext>
                  </a:extLst>
                </p:cNvPr>
                <p:cNvSpPr/>
                <p:nvPr/>
              </p:nvSpPr>
              <p:spPr>
                <a:xfrm rot="9000000">
                  <a:off x="8368556" y="2597029"/>
                  <a:ext cx="708586" cy="1094597"/>
                </a:xfrm>
                <a:custGeom>
                  <a:avLst/>
                  <a:gdLst>
                    <a:gd name="connsiteX0" fmla="*/ 878 w 524018"/>
                    <a:gd name="connsiteY0" fmla="*/ 809483 h 809483"/>
                    <a:gd name="connsiteX1" fmla="*/ 0 w 524018"/>
                    <a:gd name="connsiteY1" fmla="*/ 770155 h 809483"/>
                    <a:gd name="connsiteX2" fmla="*/ 142672 w 524018"/>
                    <a:gd name="connsiteY2" fmla="*/ 144788 h 809483"/>
                    <a:gd name="connsiteX3" fmla="*/ 216793 w 524018"/>
                    <a:gd name="connsiteY3" fmla="*/ 0 h 809483"/>
                    <a:gd name="connsiteX4" fmla="*/ 524018 w 524018"/>
                    <a:gd name="connsiteY4" fmla="*/ 177377 h 809483"/>
                    <a:gd name="connsiteX5" fmla="*/ 466446 w 524018"/>
                    <a:gd name="connsiteY5" fmla="*/ 289836 h 809483"/>
                    <a:gd name="connsiteX6" fmla="*/ 354693 w 524018"/>
                    <a:gd name="connsiteY6" fmla="*/ 779680 h 809483"/>
                    <a:gd name="connsiteX7" fmla="*/ 355359 w 524018"/>
                    <a:gd name="connsiteY7" fmla="*/ 809483 h 809483"/>
                    <a:gd name="connsiteX8" fmla="*/ 878 w 524018"/>
                    <a:gd name="connsiteY8" fmla="*/ 809483 h 809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4018" h="809483">
                      <a:moveTo>
                        <a:pt x="878" y="809483"/>
                      </a:moveTo>
                      <a:lnTo>
                        <a:pt x="0" y="770155"/>
                      </a:lnTo>
                      <a:cubicBezTo>
                        <a:pt x="5482" y="559052"/>
                        <a:pt x="51969" y="346600"/>
                        <a:pt x="142672" y="144788"/>
                      </a:cubicBezTo>
                      <a:lnTo>
                        <a:pt x="216793" y="0"/>
                      </a:lnTo>
                      <a:lnTo>
                        <a:pt x="524018" y="177377"/>
                      </a:lnTo>
                      <a:lnTo>
                        <a:pt x="466446" y="289836"/>
                      </a:lnTo>
                      <a:cubicBezTo>
                        <a:pt x="395400" y="447913"/>
                        <a:pt x="358987" y="614325"/>
                        <a:pt x="354693" y="779680"/>
                      </a:cubicBezTo>
                      <a:lnTo>
                        <a:pt x="355359" y="809483"/>
                      </a:lnTo>
                      <a:lnTo>
                        <a:pt x="878" y="809483"/>
                      </a:lnTo>
                      <a:close/>
                    </a:path>
                  </a:pathLst>
                </a:custGeom>
                <a:solidFill>
                  <a:schemeClr val="accent1">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noAutofit/>
                </a:bodyPr>
                <a:lstStyle/>
                <a:p>
                  <a:pPr algn="ctr"/>
                  <a:endParaRPr lang="en-US"/>
                </a:p>
              </p:txBody>
            </p:sp>
            <p:sp>
              <p:nvSpPr>
                <p:cNvPr id="105" name="Freeform: Shape 101">
                  <a:extLst>
                    <a:ext uri="{FF2B5EF4-FFF2-40B4-BE49-F238E27FC236}">
                      <a16:creationId xmlns:a16="http://schemas.microsoft.com/office/drawing/2014/main" id="{9B6F8C5A-A244-4F77-EE3A-13E4ED10D9D2}"/>
                    </a:ext>
                  </a:extLst>
                </p:cNvPr>
                <p:cNvSpPr/>
                <p:nvPr/>
              </p:nvSpPr>
              <p:spPr>
                <a:xfrm rot="9000000">
                  <a:off x="4595054" y="3496240"/>
                  <a:ext cx="709022" cy="1095603"/>
                </a:xfrm>
                <a:custGeom>
                  <a:avLst/>
                  <a:gdLst>
                    <a:gd name="connsiteX0" fmla="*/ 307227 w 524340"/>
                    <a:gd name="connsiteY0" fmla="*/ 810227 h 810227"/>
                    <a:gd name="connsiteX1" fmla="*/ 0 w 524340"/>
                    <a:gd name="connsiteY1" fmla="*/ 632850 h 810227"/>
                    <a:gd name="connsiteX2" fmla="*/ 57893 w 524340"/>
                    <a:gd name="connsiteY2" fmla="*/ 519762 h 810227"/>
                    <a:gd name="connsiteX3" fmla="*/ 169646 w 524340"/>
                    <a:gd name="connsiteY3" fmla="*/ 29919 h 810227"/>
                    <a:gd name="connsiteX4" fmla="*/ 168978 w 524340"/>
                    <a:gd name="connsiteY4" fmla="*/ 0 h 810227"/>
                    <a:gd name="connsiteX5" fmla="*/ 523459 w 524340"/>
                    <a:gd name="connsiteY5" fmla="*/ 0 h 810227"/>
                    <a:gd name="connsiteX6" fmla="*/ 524340 w 524340"/>
                    <a:gd name="connsiteY6" fmla="*/ 39447 h 810227"/>
                    <a:gd name="connsiteX7" fmla="*/ 381668 w 524340"/>
                    <a:gd name="connsiteY7" fmla="*/ 664813 h 810227"/>
                    <a:gd name="connsiteX8" fmla="*/ 307227 w 524340"/>
                    <a:gd name="connsiteY8" fmla="*/ 810227 h 810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4340" h="810227">
                      <a:moveTo>
                        <a:pt x="307227" y="810227"/>
                      </a:moveTo>
                      <a:lnTo>
                        <a:pt x="0" y="632850"/>
                      </a:lnTo>
                      <a:lnTo>
                        <a:pt x="57893" y="519762"/>
                      </a:lnTo>
                      <a:cubicBezTo>
                        <a:pt x="128939" y="361686"/>
                        <a:pt x="165352" y="195274"/>
                        <a:pt x="169646" y="29919"/>
                      </a:cubicBezTo>
                      <a:lnTo>
                        <a:pt x="168978" y="0"/>
                      </a:lnTo>
                      <a:lnTo>
                        <a:pt x="523459" y="0"/>
                      </a:lnTo>
                      <a:lnTo>
                        <a:pt x="524340" y="39447"/>
                      </a:lnTo>
                      <a:cubicBezTo>
                        <a:pt x="518857" y="250550"/>
                        <a:pt x="472371" y="463002"/>
                        <a:pt x="381668" y="664813"/>
                      </a:cubicBezTo>
                      <a:lnTo>
                        <a:pt x="307227" y="810227"/>
                      </a:lnTo>
                      <a:close/>
                    </a:path>
                  </a:pathLst>
                </a:cu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noAutofit/>
                </a:bodyPr>
                <a:lstStyle/>
                <a:p>
                  <a:pPr algn="ctr"/>
                  <a:endParaRPr lang="en-US"/>
                </a:p>
              </p:txBody>
            </p:sp>
            <p:sp>
              <p:nvSpPr>
                <p:cNvPr id="106" name="Freeform: Shape 102">
                  <a:extLst>
                    <a:ext uri="{FF2B5EF4-FFF2-40B4-BE49-F238E27FC236}">
                      <a16:creationId xmlns:a16="http://schemas.microsoft.com/office/drawing/2014/main" id="{7696719F-A446-E588-F8AB-5FF72D75BDCC}"/>
                    </a:ext>
                  </a:extLst>
                </p:cNvPr>
                <p:cNvSpPr/>
                <p:nvPr/>
              </p:nvSpPr>
              <p:spPr>
                <a:xfrm rot="9000000">
                  <a:off x="8224931" y="3581185"/>
                  <a:ext cx="1032727" cy="1035632"/>
                </a:xfrm>
                <a:custGeom>
                  <a:avLst/>
                  <a:gdLst>
                    <a:gd name="connsiteX0" fmla="*/ 307225 w 763728"/>
                    <a:gd name="connsiteY0" fmla="*/ 765877 h 765877"/>
                    <a:gd name="connsiteX1" fmla="*/ 0 w 763728"/>
                    <a:gd name="connsiteY1" fmla="*/ 588500 h 765877"/>
                    <a:gd name="connsiteX2" fmla="*/ 88712 w 763728"/>
                    <a:gd name="connsiteY2" fmla="*/ 451325 h 765877"/>
                    <a:gd name="connsiteX3" fmla="*/ 558959 w 763728"/>
                    <a:gd name="connsiteY3" fmla="*/ 15085 h 765877"/>
                    <a:gd name="connsiteX4" fmla="*/ 586487 w 763728"/>
                    <a:gd name="connsiteY4" fmla="*/ 0 h 765877"/>
                    <a:gd name="connsiteX5" fmla="*/ 763728 w 763728"/>
                    <a:gd name="connsiteY5" fmla="*/ 306989 h 765877"/>
                    <a:gd name="connsiteX6" fmla="*/ 744555 w 763728"/>
                    <a:gd name="connsiteY6" fmla="*/ 317494 h 765877"/>
                    <a:gd name="connsiteX7" fmla="*/ 376215 w 763728"/>
                    <a:gd name="connsiteY7" fmla="*/ 659196 h 765877"/>
                    <a:gd name="connsiteX8" fmla="*/ 307225 w 763728"/>
                    <a:gd name="connsiteY8" fmla="*/ 765877 h 765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3728" h="765877">
                      <a:moveTo>
                        <a:pt x="307225" y="765877"/>
                      </a:moveTo>
                      <a:lnTo>
                        <a:pt x="0" y="588500"/>
                      </a:lnTo>
                      <a:lnTo>
                        <a:pt x="88712" y="451325"/>
                      </a:lnTo>
                      <a:cubicBezTo>
                        <a:pt x="218134" y="271869"/>
                        <a:pt x="378879" y="125384"/>
                        <a:pt x="558959" y="15085"/>
                      </a:cubicBezTo>
                      <a:lnTo>
                        <a:pt x="586487" y="0"/>
                      </a:lnTo>
                      <a:lnTo>
                        <a:pt x="763728" y="306989"/>
                      </a:lnTo>
                      <a:lnTo>
                        <a:pt x="744555" y="317494"/>
                      </a:lnTo>
                      <a:cubicBezTo>
                        <a:pt x="603501" y="403890"/>
                        <a:pt x="477591" y="518631"/>
                        <a:pt x="376215" y="659196"/>
                      </a:cubicBezTo>
                      <a:lnTo>
                        <a:pt x="307225" y="765877"/>
                      </a:lnTo>
                      <a:close/>
                    </a:path>
                  </a:pathLst>
                </a:custGeom>
                <a:solidFill>
                  <a:schemeClr val="accent1">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noAutofit/>
                </a:bodyPr>
                <a:lstStyle/>
                <a:p>
                  <a:pPr algn="ctr"/>
                  <a:endParaRPr lang="en-US"/>
                </a:p>
              </p:txBody>
            </p:sp>
            <p:sp>
              <p:nvSpPr>
                <p:cNvPr id="107" name="Freeform: Shape 103">
                  <a:extLst>
                    <a:ext uri="{FF2B5EF4-FFF2-40B4-BE49-F238E27FC236}">
                      <a16:creationId xmlns:a16="http://schemas.microsoft.com/office/drawing/2014/main" id="{DFFEF698-770A-F847-C393-AF6A140A1CAE}"/>
                    </a:ext>
                  </a:extLst>
                </p:cNvPr>
                <p:cNvSpPr/>
                <p:nvPr/>
              </p:nvSpPr>
              <p:spPr>
                <a:xfrm rot="9000000">
                  <a:off x="7691809" y="4565899"/>
                  <a:ext cx="1107377" cy="713623"/>
                </a:xfrm>
                <a:custGeom>
                  <a:avLst/>
                  <a:gdLst>
                    <a:gd name="connsiteX0" fmla="*/ 177241 w 818934"/>
                    <a:gd name="connsiteY0" fmla="*/ 527743 h 527743"/>
                    <a:gd name="connsiteX1" fmla="*/ 0 w 818934"/>
                    <a:gd name="connsiteY1" fmla="*/ 220754 h 527743"/>
                    <a:gd name="connsiteX2" fmla="*/ 102948 w 818934"/>
                    <a:gd name="connsiteY2" fmla="*/ 164344 h 527743"/>
                    <a:gd name="connsiteX3" fmla="*/ 706957 w 818934"/>
                    <a:gd name="connsiteY3" fmla="*/ 2500 h 527743"/>
                    <a:gd name="connsiteX4" fmla="*/ 818934 w 818934"/>
                    <a:gd name="connsiteY4" fmla="*/ 0 h 527743"/>
                    <a:gd name="connsiteX5" fmla="*/ 818933 w 818934"/>
                    <a:gd name="connsiteY5" fmla="*/ 354479 h 527743"/>
                    <a:gd name="connsiteX6" fmla="*/ 731645 w 818934"/>
                    <a:gd name="connsiteY6" fmla="*/ 356428 h 527743"/>
                    <a:gd name="connsiteX7" fmla="*/ 258531 w 818934"/>
                    <a:gd name="connsiteY7" fmla="*/ 483199 h 527743"/>
                    <a:gd name="connsiteX8" fmla="*/ 177241 w 818934"/>
                    <a:gd name="connsiteY8" fmla="*/ 527743 h 527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8934" h="527743">
                      <a:moveTo>
                        <a:pt x="177241" y="527743"/>
                      </a:moveTo>
                      <a:lnTo>
                        <a:pt x="0" y="220754"/>
                      </a:lnTo>
                      <a:lnTo>
                        <a:pt x="102948" y="164344"/>
                      </a:lnTo>
                      <a:cubicBezTo>
                        <a:pt x="291944" y="72337"/>
                        <a:pt x="497277" y="17318"/>
                        <a:pt x="706957" y="2500"/>
                      </a:cubicBezTo>
                      <a:lnTo>
                        <a:pt x="818934" y="0"/>
                      </a:lnTo>
                      <a:lnTo>
                        <a:pt x="818933" y="354479"/>
                      </a:lnTo>
                      <a:lnTo>
                        <a:pt x="731645" y="356428"/>
                      </a:lnTo>
                      <a:cubicBezTo>
                        <a:pt x="567406" y="368035"/>
                        <a:pt x="406570" y="411131"/>
                        <a:pt x="258531" y="483199"/>
                      </a:cubicBezTo>
                      <a:lnTo>
                        <a:pt x="177241" y="527743"/>
                      </a:lnTo>
                      <a:close/>
                    </a:path>
                  </a:pathLst>
                </a:cu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noAutofit/>
                </a:bodyPr>
                <a:lstStyle/>
                <a:p>
                  <a:pPr algn="ctr"/>
                  <a:endParaRPr lang="en-US"/>
                </a:p>
              </p:txBody>
            </p:sp>
            <p:sp>
              <p:nvSpPr>
                <p:cNvPr id="108" name="Freeform: Shape 104">
                  <a:extLst>
                    <a:ext uri="{FF2B5EF4-FFF2-40B4-BE49-F238E27FC236}">
                      <a16:creationId xmlns:a16="http://schemas.microsoft.com/office/drawing/2014/main" id="{E3C46D77-E8BE-136E-14BD-D89FE8B88244}"/>
                    </a:ext>
                  </a:extLst>
                </p:cNvPr>
                <p:cNvSpPr/>
                <p:nvPr/>
              </p:nvSpPr>
              <p:spPr>
                <a:xfrm rot="9000000">
                  <a:off x="5148194" y="4457040"/>
                  <a:ext cx="703655" cy="1085705"/>
                </a:xfrm>
                <a:custGeom>
                  <a:avLst/>
                  <a:gdLst>
                    <a:gd name="connsiteX0" fmla="*/ 165889 w 520371"/>
                    <a:gd name="connsiteY0" fmla="*/ 802907 h 802907"/>
                    <a:gd name="connsiteX1" fmla="*/ 164001 w 520371"/>
                    <a:gd name="connsiteY1" fmla="*/ 718299 h 802907"/>
                    <a:gd name="connsiteX2" fmla="*/ 37230 w 520371"/>
                    <a:gd name="connsiteY2" fmla="*/ 245184 h 802907"/>
                    <a:gd name="connsiteX3" fmla="*/ 0 w 520371"/>
                    <a:gd name="connsiteY3" fmla="*/ 177241 h 802907"/>
                    <a:gd name="connsiteX4" fmla="*/ 306989 w 520371"/>
                    <a:gd name="connsiteY4" fmla="*/ 0 h 802907"/>
                    <a:gd name="connsiteX5" fmla="*/ 356086 w 520371"/>
                    <a:gd name="connsiteY5" fmla="*/ 89602 h 802907"/>
                    <a:gd name="connsiteX6" fmla="*/ 517930 w 520371"/>
                    <a:gd name="connsiteY6" fmla="*/ 693611 h 802907"/>
                    <a:gd name="connsiteX7" fmla="*/ 520371 w 520371"/>
                    <a:gd name="connsiteY7" fmla="*/ 802907 h 802907"/>
                    <a:gd name="connsiteX8" fmla="*/ 165889 w 520371"/>
                    <a:gd name="connsiteY8" fmla="*/ 802907 h 802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0371" h="802907">
                      <a:moveTo>
                        <a:pt x="165889" y="802907"/>
                      </a:moveTo>
                      <a:lnTo>
                        <a:pt x="164001" y="718299"/>
                      </a:lnTo>
                      <a:cubicBezTo>
                        <a:pt x="152393" y="554059"/>
                        <a:pt x="109298" y="393224"/>
                        <a:pt x="37230" y="245184"/>
                      </a:cubicBezTo>
                      <a:lnTo>
                        <a:pt x="0" y="177241"/>
                      </a:lnTo>
                      <a:lnTo>
                        <a:pt x="306989" y="0"/>
                      </a:lnTo>
                      <a:lnTo>
                        <a:pt x="356086" y="89602"/>
                      </a:lnTo>
                      <a:cubicBezTo>
                        <a:pt x="448093" y="278599"/>
                        <a:pt x="503112" y="483932"/>
                        <a:pt x="517930" y="693611"/>
                      </a:cubicBezTo>
                      <a:lnTo>
                        <a:pt x="520371" y="802907"/>
                      </a:lnTo>
                      <a:lnTo>
                        <a:pt x="165889" y="802907"/>
                      </a:lnTo>
                      <a:close/>
                    </a:path>
                  </a:pathLst>
                </a:custGeom>
                <a:solidFill>
                  <a:schemeClr val="accent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noAutofit/>
                </a:bodyPr>
                <a:lstStyle/>
                <a:p>
                  <a:pPr algn="ctr"/>
                  <a:endParaRPr lang="en-US"/>
                </a:p>
              </p:txBody>
            </p:sp>
            <p:sp>
              <p:nvSpPr>
                <p:cNvPr id="109" name="Freeform: Shape 105">
                  <a:extLst>
                    <a:ext uri="{FF2B5EF4-FFF2-40B4-BE49-F238E27FC236}">
                      <a16:creationId xmlns:a16="http://schemas.microsoft.com/office/drawing/2014/main" id="{9C1B8AC0-94F1-C785-236E-1CB1D749B740}"/>
                    </a:ext>
                  </a:extLst>
                </p:cNvPr>
                <p:cNvSpPr/>
                <p:nvPr/>
              </p:nvSpPr>
              <p:spPr>
                <a:xfrm rot="9000000">
                  <a:off x="5799993" y="4968872"/>
                  <a:ext cx="1045122" cy="1050514"/>
                </a:xfrm>
                <a:custGeom>
                  <a:avLst/>
                  <a:gdLst>
                    <a:gd name="connsiteX0" fmla="*/ 465905 w 772895"/>
                    <a:gd name="connsiteY0" fmla="*/ 776882 h 776882"/>
                    <a:gd name="connsiteX1" fmla="*/ 448086 w 772895"/>
                    <a:gd name="connsiteY1" fmla="*/ 744364 h 776882"/>
                    <a:gd name="connsiteX2" fmla="*/ 106384 w 772895"/>
                    <a:gd name="connsiteY2" fmla="*/ 376023 h 776882"/>
                    <a:gd name="connsiteX3" fmla="*/ 0 w 772895"/>
                    <a:gd name="connsiteY3" fmla="*/ 307225 h 776882"/>
                    <a:gd name="connsiteX4" fmla="*/ 177377 w 772895"/>
                    <a:gd name="connsiteY4" fmla="*/ 0 h 776882"/>
                    <a:gd name="connsiteX5" fmla="*/ 314257 w 772895"/>
                    <a:gd name="connsiteY5" fmla="*/ 88521 h 776882"/>
                    <a:gd name="connsiteX6" fmla="*/ 750498 w 772895"/>
                    <a:gd name="connsiteY6" fmla="*/ 558768 h 776882"/>
                    <a:gd name="connsiteX7" fmla="*/ 772895 w 772895"/>
                    <a:gd name="connsiteY7" fmla="*/ 599642 h 776882"/>
                    <a:gd name="connsiteX8" fmla="*/ 465905 w 772895"/>
                    <a:gd name="connsiteY8" fmla="*/ 776882 h 776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2895" h="776882">
                      <a:moveTo>
                        <a:pt x="465905" y="776882"/>
                      </a:moveTo>
                      <a:lnTo>
                        <a:pt x="448086" y="744364"/>
                      </a:lnTo>
                      <a:cubicBezTo>
                        <a:pt x="361690" y="603309"/>
                        <a:pt x="246950" y="477399"/>
                        <a:pt x="106384" y="376023"/>
                      </a:cubicBezTo>
                      <a:lnTo>
                        <a:pt x="0" y="307225"/>
                      </a:lnTo>
                      <a:lnTo>
                        <a:pt x="177377" y="0"/>
                      </a:lnTo>
                      <a:lnTo>
                        <a:pt x="314257" y="88521"/>
                      </a:lnTo>
                      <a:cubicBezTo>
                        <a:pt x="493714" y="217943"/>
                        <a:pt x="640198" y="378689"/>
                        <a:pt x="750498" y="558768"/>
                      </a:cubicBezTo>
                      <a:lnTo>
                        <a:pt x="772895" y="599642"/>
                      </a:lnTo>
                      <a:lnTo>
                        <a:pt x="465905" y="776882"/>
                      </a:lnTo>
                      <a:close/>
                    </a:path>
                  </a:pathLst>
                </a:custGeom>
                <a:solidFill>
                  <a:schemeClr val="accent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noAutofit/>
                </a:bodyPr>
                <a:lstStyle/>
                <a:p>
                  <a:pPr algn="ctr"/>
                  <a:endParaRPr lang="en-US"/>
                </a:p>
              </p:txBody>
            </p:sp>
            <p:sp>
              <p:nvSpPr>
                <p:cNvPr id="110" name="Freeform: Shape 106">
                  <a:extLst>
                    <a:ext uri="{FF2B5EF4-FFF2-40B4-BE49-F238E27FC236}">
                      <a16:creationId xmlns:a16="http://schemas.microsoft.com/office/drawing/2014/main" id="{DDA3F4BC-F31C-F1E0-FA91-48F80F65E5F6}"/>
                    </a:ext>
                  </a:extLst>
                </p:cNvPr>
                <p:cNvSpPr/>
                <p:nvPr/>
              </p:nvSpPr>
              <p:spPr>
                <a:xfrm rot="9000000">
                  <a:off x="6738744" y="5127513"/>
                  <a:ext cx="1091556" cy="708803"/>
                </a:xfrm>
                <a:custGeom>
                  <a:avLst/>
                  <a:gdLst>
                    <a:gd name="connsiteX0" fmla="*/ 0 w 807234"/>
                    <a:gd name="connsiteY0" fmla="*/ 355301 h 524178"/>
                    <a:gd name="connsiteX1" fmla="*/ 0 w 807234"/>
                    <a:gd name="connsiteY1" fmla="*/ 821 h 524178"/>
                    <a:gd name="connsiteX2" fmla="*/ 36766 w 807234"/>
                    <a:gd name="connsiteY2" fmla="*/ 0 h 524178"/>
                    <a:gd name="connsiteX3" fmla="*/ 662133 w 807234"/>
                    <a:gd name="connsiteY3" fmla="*/ 142672 h 524178"/>
                    <a:gd name="connsiteX4" fmla="*/ 807234 w 807234"/>
                    <a:gd name="connsiteY4" fmla="*/ 216953 h 524178"/>
                    <a:gd name="connsiteX5" fmla="*/ 629858 w 807234"/>
                    <a:gd name="connsiteY5" fmla="*/ 524178 h 524178"/>
                    <a:gd name="connsiteX6" fmla="*/ 517083 w 807234"/>
                    <a:gd name="connsiteY6" fmla="*/ 466445 h 524178"/>
                    <a:gd name="connsiteX7" fmla="*/ 27240 w 807234"/>
                    <a:gd name="connsiteY7" fmla="*/ 354693 h 524178"/>
                    <a:gd name="connsiteX8" fmla="*/ 0 w 807234"/>
                    <a:gd name="connsiteY8" fmla="*/ 355301 h 524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7234" h="524178">
                      <a:moveTo>
                        <a:pt x="0" y="355301"/>
                      </a:moveTo>
                      <a:lnTo>
                        <a:pt x="0" y="821"/>
                      </a:lnTo>
                      <a:lnTo>
                        <a:pt x="36766" y="0"/>
                      </a:lnTo>
                      <a:cubicBezTo>
                        <a:pt x="247870" y="5483"/>
                        <a:pt x="460322" y="51969"/>
                        <a:pt x="662133" y="142672"/>
                      </a:cubicBezTo>
                      <a:lnTo>
                        <a:pt x="807234" y="216953"/>
                      </a:lnTo>
                      <a:lnTo>
                        <a:pt x="629858" y="524178"/>
                      </a:lnTo>
                      <a:lnTo>
                        <a:pt x="517083" y="466445"/>
                      </a:lnTo>
                      <a:cubicBezTo>
                        <a:pt x="359006" y="395399"/>
                        <a:pt x="192595" y="358987"/>
                        <a:pt x="27240" y="354693"/>
                      </a:cubicBezTo>
                      <a:lnTo>
                        <a:pt x="0" y="355301"/>
                      </a:lnTo>
                      <a:close/>
                    </a:path>
                  </a:pathLst>
                </a:custGeom>
                <a:solidFill>
                  <a:schemeClr val="tx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noAutofit/>
                </a:bodyPr>
                <a:lstStyle/>
                <a:p>
                  <a:pPr algn="ctr"/>
                  <a:endParaRPr lang="en-US"/>
                </a:p>
              </p:txBody>
            </p:sp>
          </p:grpSp>
          <p:sp>
            <p:nvSpPr>
              <p:cNvPr id="65" name="TextBox 64">
                <a:extLst>
                  <a:ext uri="{FF2B5EF4-FFF2-40B4-BE49-F238E27FC236}">
                    <a16:creationId xmlns:a16="http://schemas.microsoft.com/office/drawing/2014/main" id="{B958319F-705C-958A-1993-1181B6311A6C}"/>
                  </a:ext>
                </a:extLst>
              </p:cNvPr>
              <p:cNvSpPr txBox="1"/>
              <p:nvPr/>
            </p:nvSpPr>
            <p:spPr>
              <a:xfrm>
                <a:off x="7396009" y="814107"/>
                <a:ext cx="1516793" cy="338554"/>
              </a:xfrm>
              <a:prstGeom prst="rect">
                <a:avLst/>
              </a:prstGeom>
              <a:noFill/>
            </p:spPr>
            <p:txBody>
              <a:bodyPr wrap="square" lIns="0" tIns="0" rIns="0" bIns="0" rtlCol="0">
                <a:spAutoFit/>
              </a:bodyPr>
              <a:lstStyle/>
              <a:p>
                <a:r>
                  <a:rPr lang="en-US" sz="1100"/>
                  <a:t>Workplace </a:t>
                </a:r>
                <a:br>
                  <a:rPr lang="en-US" sz="1100"/>
                </a:br>
                <a:r>
                  <a:rPr lang="en-US" sz="1100"/>
                  <a:t>Strategy</a:t>
                </a:r>
              </a:p>
            </p:txBody>
          </p:sp>
          <p:sp>
            <p:nvSpPr>
              <p:cNvPr id="66" name="TextBox 65">
                <a:extLst>
                  <a:ext uri="{FF2B5EF4-FFF2-40B4-BE49-F238E27FC236}">
                    <a16:creationId xmlns:a16="http://schemas.microsoft.com/office/drawing/2014/main" id="{78D3FD43-7FE3-938A-DD67-DFB12D52DFBF}"/>
                  </a:ext>
                </a:extLst>
              </p:cNvPr>
              <p:cNvSpPr txBox="1"/>
              <p:nvPr/>
            </p:nvSpPr>
            <p:spPr>
              <a:xfrm>
                <a:off x="8780182" y="1493389"/>
                <a:ext cx="1465200" cy="338554"/>
              </a:xfrm>
              <a:prstGeom prst="rect">
                <a:avLst/>
              </a:prstGeom>
              <a:noFill/>
            </p:spPr>
            <p:txBody>
              <a:bodyPr wrap="square" lIns="0" tIns="0" rIns="0" bIns="0" rtlCol="0">
                <a:spAutoFit/>
              </a:bodyPr>
              <a:lstStyle/>
              <a:p>
                <a:r>
                  <a:rPr lang="en-US" sz="1100"/>
                  <a:t>Technology Consulting</a:t>
                </a:r>
              </a:p>
            </p:txBody>
          </p:sp>
          <p:sp>
            <p:nvSpPr>
              <p:cNvPr id="67" name="TextBox 66">
                <a:extLst>
                  <a:ext uri="{FF2B5EF4-FFF2-40B4-BE49-F238E27FC236}">
                    <a16:creationId xmlns:a16="http://schemas.microsoft.com/office/drawing/2014/main" id="{C412B930-44F5-2585-5AA0-0E517A23DA59}"/>
                  </a:ext>
                </a:extLst>
              </p:cNvPr>
              <p:cNvSpPr txBox="1"/>
              <p:nvPr/>
            </p:nvSpPr>
            <p:spPr>
              <a:xfrm>
                <a:off x="9374054" y="2570990"/>
                <a:ext cx="1692407" cy="338554"/>
              </a:xfrm>
              <a:prstGeom prst="rect">
                <a:avLst/>
              </a:prstGeom>
              <a:noFill/>
            </p:spPr>
            <p:txBody>
              <a:bodyPr wrap="square" lIns="0" tIns="0" rIns="0" bIns="0" rtlCol="0">
                <a:spAutoFit/>
              </a:bodyPr>
              <a:lstStyle/>
              <a:p>
                <a:r>
                  <a:rPr lang="en-US" sz="1100"/>
                  <a:t>Change </a:t>
                </a:r>
                <a:br>
                  <a:rPr lang="en-US" sz="1100"/>
                </a:br>
                <a:r>
                  <a:rPr lang="en-US" sz="1100"/>
                  <a:t>Management</a:t>
                </a:r>
              </a:p>
            </p:txBody>
          </p:sp>
          <p:sp>
            <p:nvSpPr>
              <p:cNvPr id="68" name="TextBox 67">
                <a:extLst>
                  <a:ext uri="{FF2B5EF4-FFF2-40B4-BE49-F238E27FC236}">
                    <a16:creationId xmlns:a16="http://schemas.microsoft.com/office/drawing/2014/main" id="{BE6668BA-DAC7-B2BD-18FF-26E66675ED99}"/>
                  </a:ext>
                </a:extLst>
              </p:cNvPr>
              <p:cNvSpPr txBox="1"/>
              <p:nvPr/>
            </p:nvSpPr>
            <p:spPr>
              <a:xfrm>
                <a:off x="9370249" y="4103915"/>
                <a:ext cx="2404667" cy="338554"/>
              </a:xfrm>
              <a:prstGeom prst="rect">
                <a:avLst/>
              </a:prstGeom>
              <a:noFill/>
            </p:spPr>
            <p:txBody>
              <a:bodyPr wrap="square" lIns="0" tIns="0" rIns="0" bIns="0" rtlCol="0">
                <a:spAutoFit/>
              </a:bodyPr>
              <a:lstStyle/>
              <a:p>
                <a:r>
                  <a:rPr lang="en-US" sz="1100"/>
                  <a:t>Tenant </a:t>
                </a:r>
                <a:br>
                  <a:rPr lang="en-US" sz="1100"/>
                </a:br>
                <a:r>
                  <a:rPr lang="en-US" sz="1100"/>
                  <a:t>Representation</a:t>
                </a:r>
              </a:p>
            </p:txBody>
          </p:sp>
          <p:sp>
            <p:nvSpPr>
              <p:cNvPr id="69" name="TextBox 68">
                <a:extLst>
                  <a:ext uri="{FF2B5EF4-FFF2-40B4-BE49-F238E27FC236}">
                    <a16:creationId xmlns:a16="http://schemas.microsoft.com/office/drawing/2014/main" id="{C75B9149-78FA-E76C-A749-629D84046B7D}"/>
                  </a:ext>
                </a:extLst>
              </p:cNvPr>
              <p:cNvSpPr txBox="1"/>
              <p:nvPr/>
            </p:nvSpPr>
            <p:spPr>
              <a:xfrm>
                <a:off x="8684167" y="5316694"/>
                <a:ext cx="2404667" cy="338554"/>
              </a:xfrm>
              <a:prstGeom prst="rect">
                <a:avLst/>
              </a:prstGeom>
              <a:noFill/>
            </p:spPr>
            <p:txBody>
              <a:bodyPr wrap="square" lIns="0" tIns="0" rIns="0" bIns="0" rtlCol="0">
                <a:spAutoFit/>
              </a:bodyPr>
              <a:lstStyle/>
              <a:p>
                <a:r>
                  <a:rPr lang="en-US" sz="1100"/>
                  <a:t>Leasing / </a:t>
                </a:r>
                <a:br>
                  <a:rPr lang="en-US" sz="1100"/>
                </a:br>
                <a:r>
                  <a:rPr lang="en-US" sz="1100"/>
                  <a:t>Acquisitions</a:t>
                </a:r>
              </a:p>
            </p:txBody>
          </p:sp>
          <p:sp>
            <p:nvSpPr>
              <p:cNvPr id="70" name="TextBox 69">
                <a:extLst>
                  <a:ext uri="{FF2B5EF4-FFF2-40B4-BE49-F238E27FC236}">
                    <a16:creationId xmlns:a16="http://schemas.microsoft.com/office/drawing/2014/main" id="{1941FFDC-0CA4-6A9C-7539-90DDD1A44F2A}"/>
                  </a:ext>
                </a:extLst>
              </p:cNvPr>
              <p:cNvSpPr txBox="1"/>
              <p:nvPr/>
            </p:nvSpPr>
            <p:spPr>
              <a:xfrm>
                <a:off x="7279998" y="6051967"/>
                <a:ext cx="2404667" cy="338554"/>
              </a:xfrm>
              <a:prstGeom prst="rect">
                <a:avLst/>
              </a:prstGeom>
              <a:noFill/>
            </p:spPr>
            <p:txBody>
              <a:bodyPr wrap="square" lIns="0" tIns="0" rIns="0" bIns="0" rtlCol="0">
                <a:spAutoFit/>
              </a:bodyPr>
              <a:lstStyle/>
              <a:p>
                <a:r>
                  <a:rPr lang="en-US" sz="1100"/>
                  <a:t>Transaction </a:t>
                </a:r>
                <a:br>
                  <a:rPr lang="en-US" sz="1100"/>
                </a:br>
                <a:r>
                  <a:rPr lang="en-US" sz="1100"/>
                  <a:t>Management</a:t>
                </a:r>
              </a:p>
            </p:txBody>
          </p:sp>
          <p:sp>
            <p:nvSpPr>
              <p:cNvPr id="71" name="TextBox 70">
                <a:extLst>
                  <a:ext uri="{FF2B5EF4-FFF2-40B4-BE49-F238E27FC236}">
                    <a16:creationId xmlns:a16="http://schemas.microsoft.com/office/drawing/2014/main" id="{479342BB-4EB1-C5E7-77BA-5EDB64FAC9DE}"/>
                  </a:ext>
                </a:extLst>
              </p:cNvPr>
              <p:cNvSpPr txBox="1"/>
              <p:nvPr/>
            </p:nvSpPr>
            <p:spPr>
              <a:xfrm>
                <a:off x="4767425" y="855820"/>
                <a:ext cx="1593257" cy="338554"/>
              </a:xfrm>
              <a:prstGeom prst="rect">
                <a:avLst/>
              </a:prstGeom>
              <a:noFill/>
            </p:spPr>
            <p:txBody>
              <a:bodyPr wrap="square" lIns="0" tIns="0" rIns="0" bIns="0" rtlCol="0">
                <a:spAutoFit/>
              </a:bodyPr>
              <a:lstStyle/>
              <a:p>
                <a:pPr algn="r"/>
                <a:r>
                  <a:rPr lang="en-US" sz="1100"/>
                  <a:t>Portfolio </a:t>
                </a:r>
                <a:br>
                  <a:rPr lang="en-US" sz="1100"/>
                </a:br>
                <a:r>
                  <a:rPr lang="en-US" sz="1100"/>
                  <a:t>Assessment</a:t>
                </a:r>
              </a:p>
            </p:txBody>
          </p:sp>
          <p:sp>
            <p:nvSpPr>
              <p:cNvPr id="72" name="TextBox 71">
                <a:extLst>
                  <a:ext uri="{FF2B5EF4-FFF2-40B4-BE49-F238E27FC236}">
                    <a16:creationId xmlns:a16="http://schemas.microsoft.com/office/drawing/2014/main" id="{2C29B02C-7884-D824-0770-2E447DABA33C}"/>
                  </a:ext>
                </a:extLst>
              </p:cNvPr>
              <p:cNvSpPr txBox="1"/>
              <p:nvPr/>
            </p:nvSpPr>
            <p:spPr>
              <a:xfrm>
                <a:off x="3289451" y="1537318"/>
                <a:ext cx="1656137" cy="338554"/>
              </a:xfrm>
              <a:prstGeom prst="rect">
                <a:avLst/>
              </a:prstGeom>
              <a:noFill/>
            </p:spPr>
            <p:txBody>
              <a:bodyPr wrap="square" lIns="0" tIns="0" rIns="0" bIns="0" rtlCol="0">
                <a:spAutoFit/>
              </a:bodyPr>
              <a:lstStyle/>
              <a:p>
                <a:pPr algn="r"/>
                <a:r>
                  <a:rPr lang="en-US" sz="1100"/>
                  <a:t>Workplace</a:t>
                </a:r>
                <a:br>
                  <a:rPr lang="en-US" sz="1100"/>
                </a:br>
                <a:r>
                  <a:rPr lang="en-US" sz="1100"/>
                  <a:t>Monitoring</a:t>
                </a:r>
              </a:p>
            </p:txBody>
          </p:sp>
          <p:sp>
            <p:nvSpPr>
              <p:cNvPr id="73" name="TextBox 72">
                <a:extLst>
                  <a:ext uri="{FF2B5EF4-FFF2-40B4-BE49-F238E27FC236}">
                    <a16:creationId xmlns:a16="http://schemas.microsoft.com/office/drawing/2014/main" id="{80EAFF94-0DD0-4E8E-934E-4D07138C68EB}"/>
                  </a:ext>
                </a:extLst>
              </p:cNvPr>
              <p:cNvSpPr txBox="1"/>
              <p:nvPr/>
            </p:nvSpPr>
            <p:spPr>
              <a:xfrm>
                <a:off x="1934432" y="2766251"/>
                <a:ext cx="2404667" cy="338554"/>
              </a:xfrm>
              <a:prstGeom prst="rect">
                <a:avLst/>
              </a:prstGeom>
              <a:noFill/>
            </p:spPr>
            <p:txBody>
              <a:bodyPr wrap="square" lIns="0" tIns="0" rIns="0" bIns="0" rtlCol="0">
                <a:spAutoFit/>
              </a:bodyPr>
              <a:lstStyle/>
              <a:p>
                <a:pPr algn="r"/>
                <a:r>
                  <a:rPr lang="en-US" sz="1100"/>
                  <a:t>Facility</a:t>
                </a:r>
                <a:br>
                  <a:rPr lang="en-US" sz="1100"/>
                </a:br>
                <a:r>
                  <a:rPr lang="en-US" sz="1100"/>
                  <a:t> Management</a:t>
                </a:r>
              </a:p>
            </p:txBody>
          </p:sp>
          <p:sp>
            <p:nvSpPr>
              <p:cNvPr id="74" name="TextBox 73">
                <a:extLst>
                  <a:ext uri="{FF2B5EF4-FFF2-40B4-BE49-F238E27FC236}">
                    <a16:creationId xmlns:a16="http://schemas.microsoft.com/office/drawing/2014/main" id="{E27B07E4-8B14-C583-DC7F-0A809A0E8864}"/>
                  </a:ext>
                </a:extLst>
              </p:cNvPr>
              <p:cNvSpPr txBox="1"/>
              <p:nvPr/>
            </p:nvSpPr>
            <p:spPr>
              <a:xfrm>
                <a:off x="2965678" y="4103100"/>
                <a:ext cx="1342798" cy="338554"/>
              </a:xfrm>
              <a:prstGeom prst="rect">
                <a:avLst/>
              </a:prstGeom>
              <a:noFill/>
            </p:spPr>
            <p:txBody>
              <a:bodyPr wrap="square" lIns="0" tIns="0" rIns="0" bIns="0" rtlCol="0">
                <a:spAutoFit/>
              </a:bodyPr>
              <a:lstStyle/>
              <a:p>
                <a:pPr algn="r"/>
                <a:r>
                  <a:rPr lang="en-US" sz="1100"/>
                  <a:t>Technology</a:t>
                </a:r>
                <a:br>
                  <a:rPr lang="en-US" sz="1100"/>
                </a:br>
                <a:r>
                  <a:rPr lang="en-US" sz="1100"/>
                  <a:t>Management</a:t>
                </a:r>
              </a:p>
            </p:txBody>
          </p:sp>
          <p:sp>
            <p:nvSpPr>
              <p:cNvPr id="75" name="TextBox 74">
                <a:extLst>
                  <a:ext uri="{FF2B5EF4-FFF2-40B4-BE49-F238E27FC236}">
                    <a16:creationId xmlns:a16="http://schemas.microsoft.com/office/drawing/2014/main" id="{438F2176-FCAF-169E-A7E2-E24CF26CADFD}"/>
                  </a:ext>
                </a:extLst>
              </p:cNvPr>
              <p:cNvSpPr txBox="1"/>
              <p:nvPr/>
            </p:nvSpPr>
            <p:spPr>
              <a:xfrm>
                <a:off x="2459971" y="5326434"/>
                <a:ext cx="2404667" cy="338554"/>
              </a:xfrm>
              <a:prstGeom prst="rect">
                <a:avLst/>
              </a:prstGeom>
              <a:noFill/>
            </p:spPr>
            <p:txBody>
              <a:bodyPr wrap="square" lIns="0" tIns="0" rIns="0" bIns="0" rtlCol="0">
                <a:spAutoFit/>
              </a:bodyPr>
              <a:lstStyle/>
              <a:p>
                <a:pPr algn="r"/>
                <a:r>
                  <a:rPr lang="en-US" sz="1100"/>
                  <a:t>Project </a:t>
                </a:r>
                <a:br>
                  <a:rPr lang="en-US" sz="1100"/>
                </a:br>
                <a:r>
                  <a:rPr lang="en-US" sz="1100"/>
                  <a:t>Management</a:t>
                </a:r>
              </a:p>
            </p:txBody>
          </p:sp>
          <p:sp>
            <p:nvSpPr>
              <p:cNvPr id="76" name="TextBox 75">
                <a:extLst>
                  <a:ext uri="{FF2B5EF4-FFF2-40B4-BE49-F238E27FC236}">
                    <a16:creationId xmlns:a16="http://schemas.microsoft.com/office/drawing/2014/main" id="{05B95480-2483-62AE-95BD-512C987A30AB}"/>
                  </a:ext>
                </a:extLst>
              </p:cNvPr>
              <p:cNvSpPr txBox="1"/>
              <p:nvPr/>
            </p:nvSpPr>
            <p:spPr>
              <a:xfrm>
                <a:off x="4945588" y="6062105"/>
                <a:ext cx="1268690" cy="338554"/>
              </a:xfrm>
              <a:prstGeom prst="rect">
                <a:avLst/>
              </a:prstGeom>
              <a:noFill/>
            </p:spPr>
            <p:txBody>
              <a:bodyPr wrap="square" lIns="0" tIns="0" rIns="0" bIns="0" rtlCol="0">
                <a:spAutoFit/>
              </a:bodyPr>
              <a:lstStyle/>
              <a:p>
                <a:pPr algn="r"/>
                <a:r>
                  <a:rPr lang="en-US" sz="1100"/>
                  <a:t>Design Management</a:t>
                </a:r>
              </a:p>
            </p:txBody>
          </p:sp>
          <p:sp>
            <p:nvSpPr>
              <p:cNvPr id="77" name="Oval 76">
                <a:extLst>
                  <a:ext uri="{FF2B5EF4-FFF2-40B4-BE49-F238E27FC236}">
                    <a16:creationId xmlns:a16="http://schemas.microsoft.com/office/drawing/2014/main" id="{7AFABB01-EB3A-59E4-93E7-DC2DF00096F1}"/>
                  </a:ext>
                </a:extLst>
              </p:cNvPr>
              <p:cNvSpPr/>
              <p:nvPr/>
            </p:nvSpPr>
            <p:spPr>
              <a:xfrm>
                <a:off x="6027528" y="2834874"/>
                <a:ext cx="1588861" cy="158886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a:p>
            </p:txBody>
          </p:sp>
          <p:sp>
            <p:nvSpPr>
              <p:cNvPr id="78" name="TextBox 77">
                <a:extLst>
                  <a:ext uri="{FF2B5EF4-FFF2-40B4-BE49-F238E27FC236}">
                    <a16:creationId xmlns:a16="http://schemas.microsoft.com/office/drawing/2014/main" id="{D038A99D-52A3-B1F9-3BD9-8F19DC912CD9}"/>
                  </a:ext>
                </a:extLst>
              </p:cNvPr>
              <p:cNvSpPr txBox="1"/>
              <p:nvPr/>
            </p:nvSpPr>
            <p:spPr>
              <a:xfrm rot="18823088">
                <a:off x="5422370" y="2092954"/>
                <a:ext cx="2800878" cy="2883041"/>
              </a:xfrm>
              <a:prstGeom prst="rect">
                <a:avLst/>
              </a:prstGeom>
              <a:noFill/>
            </p:spPr>
            <p:txBody>
              <a:bodyPr wrap="square" lIns="0" tIns="0" rIns="0" bIns="0" rtlCol="0">
                <a:prstTxWarp prst="textArchUp">
                  <a:avLst>
                    <a:gd name="adj" fmla="val 5504191"/>
                  </a:avLst>
                </a:prstTxWarp>
                <a:spAutoFit/>
              </a:bodyPr>
              <a:lstStyle/>
              <a:p>
                <a:pPr algn="ctr"/>
                <a:r>
                  <a:rPr lang="en-US" sz="1000">
                    <a:solidFill>
                      <a:schemeClr val="tx2"/>
                    </a:solidFill>
                    <a:latin typeface="Open Sans SemiBold" panose="020B0706030804020204" pitchFamily="34" charset="0"/>
                    <a:ea typeface="Open Sans SemiBold" panose="020B0706030804020204" pitchFamily="34" charset="0"/>
                    <a:cs typeface="Open Sans SemiBold" panose="020B0706030804020204" pitchFamily="34" charset="0"/>
                  </a:rPr>
                  <a:t>         Workplace Services</a:t>
                </a:r>
              </a:p>
            </p:txBody>
          </p:sp>
          <p:sp>
            <p:nvSpPr>
              <p:cNvPr id="79" name="TextBox 78">
                <a:extLst>
                  <a:ext uri="{FF2B5EF4-FFF2-40B4-BE49-F238E27FC236}">
                    <a16:creationId xmlns:a16="http://schemas.microsoft.com/office/drawing/2014/main" id="{06553DEA-7704-C193-43D4-5B240FFBD476}"/>
                  </a:ext>
                </a:extLst>
              </p:cNvPr>
              <p:cNvSpPr txBox="1"/>
              <p:nvPr/>
            </p:nvSpPr>
            <p:spPr>
              <a:xfrm rot="8152800">
                <a:off x="5468796" y="2186813"/>
                <a:ext cx="2800878" cy="2883041"/>
              </a:xfrm>
              <a:prstGeom prst="rect">
                <a:avLst/>
              </a:prstGeom>
              <a:noFill/>
            </p:spPr>
            <p:txBody>
              <a:bodyPr wrap="square" lIns="0" tIns="0" rIns="0" bIns="0" rtlCol="0">
                <a:prstTxWarp prst="textArchUp">
                  <a:avLst>
                    <a:gd name="adj" fmla="val 5504191"/>
                  </a:avLst>
                </a:prstTxWarp>
                <a:spAutoFit/>
              </a:bodyPr>
              <a:lstStyle/>
              <a:p>
                <a:pPr algn="ctr"/>
                <a:r>
                  <a:rPr lang="en-US" sz="1000">
                    <a:solidFill>
                      <a:schemeClr val="tx2"/>
                    </a:solidFill>
                    <a:latin typeface="Open Sans SemiBold" panose="020B0706030804020204" pitchFamily="34" charset="0"/>
                    <a:ea typeface="Open Sans SemiBold" panose="020B0706030804020204" pitchFamily="34" charset="0"/>
                    <a:cs typeface="Open Sans SemiBold" panose="020B0706030804020204" pitchFamily="34" charset="0"/>
                  </a:rPr>
                  <a:t>Transaction &amp; Advisory Services</a:t>
                </a:r>
              </a:p>
            </p:txBody>
          </p:sp>
          <p:sp>
            <p:nvSpPr>
              <p:cNvPr id="80" name="TextBox 79">
                <a:extLst>
                  <a:ext uri="{FF2B5EF4-FFF2-40B4-BE49-F238E27FC236}">
                    <a16:creationId xmlns:a16="http://schemas.microsoft.com/office/drawing/2014/main" id="{26A06BD2-BCA0-4EE0-A653-D7673ED6CAB8}"/>
                  </a:ext>
                </a:extLst>
              </p:cNvPr>
              <p:cNvSpPr txBox="1"/>
              <p:nvPr/>
            </p:nvSpPr>
            <p:spPr>
              <a:xfrm rot="2864703">
                <a:off x="5485888" y="2103747"/>
                <a:ext cx="2800878" cy="2883041"/>
              </a:xfrm>
              <a:prstGeom prst="rect">
                <a:avLst/>
              </a:prstGeom>
              <a:noFill/>
            </p:spPr>
            <p:txBody>
              <a:bodyPr wrap="square" lIns="0" tIns="0" rIns="0" bIns="0" rtlCol="0">
                <a:prstTxWarp prst="textArchUp">
                  <a:avLst>
                    <a:gd name="adj" fmla="val 5504191"/>
                  </a:avLst>
                </a:prstTxWarp>
                <a:spAutoFit/>
              </a:bodyPr>
              <a:lstStyle/>
              <a:p>
                <a:pPr algn="ctr"/>
                <a:r>
                  <a:rPr lang="en-US" sz="1000">
                    <a:solidFill>
                      <a:schemeClr val="tx2"/>
                    </a:solidFill>
                    <a:latin typeface="Open Sans SemiBold" panose="020B0706030804020204" pitchFamily="34" charset="0"/>
                    <a:ea typeface="Open Sans SemiBold" panose="020B0706030804020204" pitchFamily="34" charset="0"/>
                    <a:cs typeface="Open Sans SemiBold" panose="020B0706030804020204" pitchFamily="34" charset="0"/>
                  </a:rPr>
                  <a:t>Workplace Advisory</a:t>
                </a:r>
              </a:p>
            </p:txBody>
          </p:sp>
          <p:sp>
            <p:nvSpPr>
              <p:cNvPr id="81" name="TextBox 80">
                <a:extLst>
                  <a:ext uri="{FF2B5EF4-FFF2-40B4-BE49-F238E27FC236}">
                    <a16:creationId xmlns:a16="http://schemas.microsoft.com/office/drawing/2014/main" id="{6C57B924-A016-6ECD-CF38-631B50A93D2C}"/>
                  </a:ext>
                </a:extLst>
              </p:cNvPr>
              <p:cNvSpPr txBox="1"/>
              <p:nvPr/>
            </p:nvSpPr>
            <p:spPr>
              <a:xfrm rot="13547473">
                <a:off x="5396797" y="2204487"/>
                <a:ext cx="2800878" cy="2883041"/>
              </a:xfrm>
              <a:prstGeom prst="rect">
                <a:avLst/>
              </a:prstGeom>
              <a:noFill/>
            </p:spPr>
            <p:txBody>
              <a:bodyPr wrap="square" lIns="0" tIns="0" rIns="0" bIns="0" rtlCol="0">
                <a:prstTxWarp prst="textArchUp">
                  <a:avLst>
                    <a:gd name="adj" fmla="val 5504191"/>
                  </a:avLst>
                </a:prstTxWarp>
                <a:spAutoFit/>
              </a:bodyPr>
              <a:lstStyle/>
              <a:p>
                <a:pPr algn="ctr"/>
                <a:r>
                  <a:rPr lang="en-US" sz="1000">
                    <a:solidFill>
                      <a:schemeClr val="tx2"/>
                    </a:solidFill>
                    <a:latin typeface="Open Sans SemiBold" panose="020B0706030804020204" pitchFamily="34" charset="0"/>
                    <a:ea typeface="Open Sans SemiBold" panose="020B0706030804020204" pitchFamily="34" charset="0"/>
                    <a:cs typeface="Open Sans SemiBold" panose="020B0706030804020204" pitchFamily="34" charset="0"/>
                  </a:rPr>
                  <a:t>Project Services</a:t>
                </a:r>
              </a:p>
            </p:txBody>
          </p:sp>
          <p:sp>
            <p:nvSpPr>
              <p:cNvPr id="82" name="TextBox 81">
                <a:extLst>
                  <a:ext uri="{FF2B5EF4-FFF2-40B4-BE49-F238E27FC236}">
                    <a16:creationId xmlns:a16="http://schemas.microsoft.com/office/drawing/2014/main" id="{616A829C-1C2F-D876-8706-16041B39B76F}"/>
                  </a:ext>
                </a:extLst>
              </p:cNvPr>
              <p:cNvSpPr txBox="1"/>
              <p:nvPr/>
            </p:nvSpPr>
            <p:spPr>
              <a:xfrm>
                <a:off x="6181157" y="3448637"/>
                <a:ext cx="1347506" cy="369332"/>
              </a:xfrm>
              <a:prstGeom prst="rect">
                <a:avLst/>
              </a:prstGeom>
              <a:noFill/>
            </p:spPr>
            <p:txBody>
              <a:bodyPr wrap="square" lIns="0" tIns="0" rIns="0" bIns="0" rtlCol="0">
                <a:spAutoFit/>
              </a:bodyPr>
              <a:lstStyle/>
              <a:p>
                <a:pPr algn="ctr"/>
                <a:r>
                  <a:rPr lang="en-US" sz="1200">
                    <a:solidFill>
                      <a:schemeClr val="tx2"/>
                    </a:solidFill>
                    <a:latin typeface="Open Sans SemiBold" panose="020B0706030804020204" pitchFamily="34" charset="0"/>
                    <a:ea typeface="Open Sans SemiBold" panose="020B0706030804020204" pitchFamily="34" charset="0"/>
                    <a:cs typeface="Open Sans SemiBold" panose="020B0706030804020204" pitchFamily="34" charset="0"/>
                  </a:rPr>
                  <a:t>Occupier</a:t>
                </a:r>
                <a:br>
                  <a:rPr lang="en-US" sz="1200">
                    <a:solidFill>
                      <a:schemeClr val="tx2"/>
                    </a:solidFill>
                    <a:latin typeface="Open Sans SemiBold" panose="020B0706030804020204" pitchFamily="34" charset="0"/>
                    <a:ea typeface="Open Sans SemiBold" panose="020B0706030804020204" pitchFamily="34" charset="0"/>
                    <a:cs typeface="Open Sans SemiBold" panose="020B0706030804020204" pitchFamily="34" charset="0"/>
                  </a:rPr>
                </a:br>
                <a:r>
                  <a:rPr lang="en-US" sz="1200">
                    <a:solidFill>
                      <a:schemeClr val="tx2"/>
                    </a:solidFill>
                    <a:latin typeface="Open Sans SemiBold" panose="020B0706030804020204" pitchFamily="34" charset="0"/>
                    <a:ea typeface="Open Sans SemiBold" panose="020B0706030804020204" pitchFamily="34" charset="0"/>
                    <a:cs typeface="Open Sans SemiBold" panose="020B0706030804020204" pitchFamily="34" charset="0"/>
                  </a:rPr>
                  <a:t>Services</a:t>
                </a:r>
              </a:p>
            </p:txBody>
          </p:sp>
          <p:sp>
            <p:nvSpPr>
              <p:cNvPr id="83" name="Arc 82">
                <a:extLst>
                  <a:ext uri="{FF2B5EF4-FFF2-40B4-BE49-F238E27FC236}">
                    <a16:creationId xmlns:a16="http://schemas.microsoft.com/office/drawing/2014/main" id="{290AC3AF-EA2D-883E-CF5B-05E1F03648EC}"/>
                  </a:ext>
                </a:extLst>
              </p:cNvPr>
              <p:cNvSpPr/>
              <p:nvPr/>
            </p:nvSpPr>
            <p:spPr>
              <a:xfrm>
                <a:off x="5294685" y="1954096"/>
                <a:ext cx="3183282" cy="3183282"/>
              </a:xfrm>
              <a:prstGeom prst="arc">
                <a:avLst/>
              </a:prstGeom>
              <a:ln w="6350">
                <a:solidFill>
                  <a:srgbClr val="929294"/>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4" name="Arc 83">
                <a:extLst>
                  <a:ext uri="{FF2B5EF4-FFF2-40B4-BE49-F238E27FC236}">
                    <a16:creationId xmlns:a16="http://schemas.microsoft.com/office/drawing/2014/main" id="{260DB58B-F188-490E-CEC2-3A121905DEBC}"/>
                  </a:ext>
                </a:extLst>
              </p:cNvPr>
              <p:cNvSpPr/>
              <p:nvPr/>
            </p:nvSpPr>
            <p:spPr>
              <a:xfrm rot="5400000">
                <a:off x="5285600" y="2052352"/>
                <a:ext cx="3183282" cy="3183282"/>
              </a:xfrm>
              <a:prstGeom prst="arc">
                <a:avLst/>
              </a:prstGeom>
              <a:ln w="6350">
                <a:solidFill>
                  <a:srgbClr val="929294"/>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5" name="Arc 84">
                <a:extLst>
                  <a:ext uri="{FF2B5EF4-FFF2-40B4-BE49-F238E27FC236}">
                    <a16:creationId xmlns:a16="http://schemas.microsoft.com/office/drawing/2014/main" id="{B5B0639C-3A6D-EF8B-EA5A-84DD34D418B9}"/>
                  </a:ext>
                </a:extLst>
              </p:cNvPr>
              <p:cNvSpPr/>
              <p:nvPr/>
            </p:nvSpPr>
            <p:spPr>
              <a:xfrm rot="10800000">
                <a:off x="5207748" y="2050364"/>
                <a:ext cx="3183282" cy="3183282"/>
              </a:xfrm>
              <a:prstGeom prst="arc">
                <a:avLst/>
              </a:prstGeom>
              <a:ln w="6350">
                <a:solidFill>
                  <a:srgbClr val="929294"/>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6" name="Arc 85">
                <a:extLst>
                  <a:ext uri="{FF2B5EF4-FFF2-40B4-BE49-F238E27FC236}">
                    <a16:creationId xmlns:a16="http://schemas.microsoft.com/office/drawing/2014/main" id="{713548BF-89C1-3ED9-2E33-365A59129F0B}"/>
                  </a:ext>
                </a:extLst>
              </p:cNvPr>
              <p:cNvSpPr/>
              <p:nvPr/>
            </p:nvSpPr>
            <p:spPr>
              <a:xfrm rot="16200000">
                <a:off x="5199917" y="1949900"/>
                <a:ext cx="3183282" cy="3183282"/>
              </a:xfrm>
              <a:prstGeom prst="arc">
                <a:avLst/>
              </a:prstGeom>
              <a:ln w="6350">
                <a:solidFill>
                  <a:srgbClr val="929294"/>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27C64F5B-169D-423F-211B-56B9E996430F}"/>
                </a:ext>
              </a:extLst>
            </p:cNvPr>
            <p:cNvGrpSpPr/>
            <p:nvPr/>
          </p:nvGrpSpPr>
          <p:grpSpPr>
            <a:xfrm>
              <a:off x="4507622" y="2322816"/>
              <a:ext cx="3731133" cy="2487422"/>
              <a:chOff x="4507622" y="2322816"/>
              <a:chExt cx="3731133" cy="2487422"/>
            </a:xfrm>
          </p:grpSpPr>
          <p:graphicFrame>
            <p:nvGraphicFramePr>
              <p:cNvPr id="17" name="Chart 16">
                <a:extLst>
                  <a:ext uri="{FF2B5EF4-FFF2-40B4-BE49-F238E27FC236}">
                    <a16:creationId xmlns:a16="http://schemas.microsoft.com/office/drawing/2014/main" id="{223F236D-407C-EFBE-257B-3D1308C6DFBE}"/>
                  </a:ext>
                </a:extLst>
              </p:cNvPr>
              <p:cNvGraphicFramePr/>
              <p:nvPr/>
            </p:nvGraphicFramePr>
            <p:xfrm>
              <a:off x="4507622" y="2322816"/>
              <a:ext cx="3731133" cy="2487422"/>
            </p:xfrm>
            <a:graphic>
              <a:graphicData uri="http://schemas.openxmlformats.org/drawingml/2006/chart">
                <c:chart xmlns:c="http://schemas.openxmlformats.org/drawingml/2006/chart" xmlns:r="http://schemas.openxmlformats.org/officeDocument/2006/relationships" r:id="rId6"/>
              </a:graphicData>
            </a:graphic>
          </p:graphicFrame>
          <p:sp>
            <p:nvSpPr>
              <p:cNvPr id="21" name="Freeform: Shape 9">
                <a:extLst>
                  <a:ext uri="{FF2B5EF4-FFF2-40B4-BE49-F238E27FC236}">
                    <a16:creationId xmlns:a16="http://schemas.microsoft.com/office/drawing/2014/main" id="{877FA13C-C134-3B54-AAE0-668F980DAF54}"/>
                  </a:ext>
                </a:extLst>
              </p:cNvPr>
              <p:cNvSpPr/>
              <p:nvPr/>
            </p:nvSpPr>
            <p:spPr>
              <a:xfrm>
                <a:off x="5267541" y="2462157"/>
                <a:ext cx="2204099" cy="2204099"/>
              </a:xfrm>
              <a:custGeom>
                <a:avLst/>
                <a:gdLst>
                  <a:gd name="connsiteX0" fmla="*/ 1098146 w 2196290"/>
                  <a:gd name="connsiteY0" fmla="*/ 163953 h 2196290"/>
                  <a:gd name="connsiteX1" fmla="*/ 163953 w 2196290"/>
                  <a:gd name="connsiteY1" fmla="*/ 1098146 h 2196290"/>
                  <a:gd name="connsiteX2" fmla="*/ 1098146 w 2196290"/>
                  <a:gd name="connsiteY2" fmla="*/ 2032339 h 2196290"/>
                  <a:gd name="connsiteX3" fmla="*/ 2032339 w 2196290"/>
                  <a:gd name="connsiteY3" fmla="*/ 1098146 h 2196290"/>
                  <a:gd name="connsiteX4" fmla="*/ 1098146 w 2196290"/>
                  <a:gd name="connsiteY4" fmla="*/ 163953 h 2196290"/>
                  <a:gd name="connsiteX5" fmla="*/ 1098145 w 2196290"/>
                  <a:gd name="connsiteY5" fmla="*/ 0 h 2196290"/>
                  <a:gd name="connsiteX6" fmla="*/ 2196290 w 2196290"/>
                  <a:gd name="connsiteY6" fmla="*/ 1098145 h 2196290"/>
                  <a:gd name="connsiteX7" fmla="*/ 1098145 w 2196290"/>
                  <a:gd name="connsiteY7" fmla="*/ 2196290 h 2196290"/>
                  <a:gd name="connsiteX8" fmla="*/ 0 w 2196290"/>
                  <a:gd name="connsiteY8" fmla="*/ 1098145 h 2196290"/>
                  <a:gd name="connsiteX9" fmla="*/ 1098145 w 2196290"/>
                  <a:gd name="connsiteY9" fmla="*/ 0 h 2196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96290" h="2196290">
                    <a:moveTo>
                      <a:pt x="1098146" y="163953"/>
                    </a:moveTo>
                    <a:cubicBezTo>
                      <a:pt x="582205" y="163953"/>
                      <a:pt x="163953" y="582205"/>
                      <a:pt x="163953" y="1098146"/>
                    </a:cubicBezTo>
                    <a:cubicBezTo>
                      <a:pt x="163953" y="1614087"/>
                      <a:pt x="582205" y="2032339"/>
                      <a:pt x="1098146" y="2032339"/>
                    </a:cubicBezTo>
                    <a:cubicBezTo>
                      <a:pt x="1614087" y="2032339"/>
                      <a:pt x="2032339" y="1614087"/>
                      <a:pt x="2032339" y="1098146"/>
                    </a:cubicBezTo>
                    <a:cubicBezTo>
                      <a:pt x="2032339" y="582205"/>
                      <a:pt x="1614087" y="163953"/>
                      <a:pt x="1098146" y="163953"/>
                    </a:cubicBezTo>
                    <a:close/>
                    <a:moveTo>
                      <a:pt x="1098145" y="0"/>
                    </a:moveTo>
                    <a:cubicBezTo>
                      <a:pt x="1704634" y="0"/>
                      <a:pt x="2196290" y="491656"/>
                      <a:pt x="2196290" y="1098145"/>
                    </a:cubicBezTo>
                    <a:cubicBezTo>
                      <a:pt x="2196290" y="1704634"/>
                      <a:pt x="1704634" y="2196290"/>
                      <a:pt x="1098145" y="2196290"/>
                    </a:cubicBezTo>
                    <a:cubicBezTo>
                      <a:pt x="491656" y="2196290"/>
                      <a:pt x="0" y="1704634"/>
                      <a:pt x="0" y="1098145"/>
                    </a:cubicBezTo>
                    <a:cubicBezTo>
                      <a:pt x="0" y="491656"/>
                      <a:pt x="491656" y="0"/>
                      <a:pt x="1098145" y="0"/>
                    </a:cubicBezTo>
                    <a:close/>
                  </a:path>
                </a:pathLst>
              </a:custGeom>
              <a:solidFill>
                <a:schemeClr val="tx2"/>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noAutofit/>
              </a:bodyPr>
              <a:lstStyle/>
              <a:p>
                <a:pPr algn="ctr"/>
                <a:endParaRPr lang="en-US" sz="2000" noProof="0"/>
              </a:p>
            </p:txBody>
          </p:sp>
          <p:sp>
            <p:nvSpPr>
              <p:cNvPr id="24" name="TextBox 23">
                <a:extLst>
                  <a:ext uri="{FF2B5EF4-FFF2-40B4-BE49-F238E27FC236}">
                    <a16:creationId xmlns:a16="http://schemas.microsoft.com/office/drawing/2014/main" id="{10CCA676-845E-277B-6EE9-BEEB90C49432}"/>
                  </a:ext>
                </a:extLst>
              </p:cNvPr>
              <p:cNvSpPr txBox="1"/>
              <p:nvPr/>
            </p:nvSpPr>
            <p:spPr>
              <a:xfrm>
                <a:off x="5426266" y="3598526"/>
                <a:ext cx="794585" cy="200055"/>
              </a:xfrm>
              <a:prstGeom prst="rect">
                <a:avLst/>
              </a:prstGeom>
              <a:noFill/>
            </p:spPr>
            <p:txBody>
              <a:bodyPr wrap="square" lIns="0" tIns="0" rIns="0" bIns="0" rtlCol="0">
                <a:spAutoFit/>
              </a:bodyPr>
              <a:lstStyle/>
              <a:p>
                <a:pPr algn="ctr"/>
                <a:r>
                  <a:rPr lang="en-US" sz="650">
                    <a:solidFill>
                      <a:schemeClr val="tx2"/>
                    </a:solidFill>
                    <a:latin typeface="Open Sans SemiBold" panose="020B0706030804020204" pitchFamily="34" charset="0"/>
                    <a:ea typeface="Open Sans SemiBold" panose="020B0706030804020204" pitchFamily="34" charset="0"/>
                    <a:cs typeface="Open Sans SemiBold" panose="020B0706030804020204" pitchFamily="34" charset="0"/>
                  </a:rPr>
                  <a:t>Lease </a:t>
                </a:r>
                <a:br>
                  <a:rPr lang="en-US" sz="650">
                    <a:solidFill>
                      <a:schemeClr val="tx2"/>
                    </a:solidFill>
                    <a:latin typeface="Open Sans SemiBold" panose="020B0706030804020204" pitchFamily="34" charset="0"/>
                    <a:ea typeface="Open Sans SemiBold" panose="020B0706030804020204" pitchFamily="34" charset="0"/>
                    <a:cs typeface="Open Sans SemiBold" panose="020B0706030804020204" pitchFamily="34" charset="0"/>
                  </a:rPr>
                </a:br>
                <a:r>
                  <a:rPr lang="en-US" sz="650">
                    <a:solidFill>
                      <a:schemeClr val="tx2"/>
                    </a:solidFill>
                    <a:latin typeface="Open Sans SemiBold" panose="020B0706030804020204" pitchFamily="34" charset="0"/>
                    <a:ea typeface="Open Sans SemiBold" panose="020B0706030804020204" pitchFamily="34" charset="0"/>
                    <a:cs typeface="Open Sans SemiBold" panose="020B0706030804020204" pitchFamily="34" charset="0"/>
                  </a:rPr>
                  <a:t>Administration</a:t>
                </a:r>
              </a:p>
            </p:txBody>
          </p:sp>
          <p:sp>
            <p:nvSpPr>
              <p:cNvPr id="53" name="TextBox 52">
                <a:extLst>
                  <a:ext uri="{FF2B5EF4-FFF2-40B4-BE49-F238E27FC236}">
                    <a16:creationId xmlns:a16="http://schemas.microsoft.com/office/drawing/2014/main" id="{BA4FCBC8-E630-E3F2-F251-83E9A68A2155}"/>
                  </a:ext>
                </a:extLst>
              </p:cNvPr>
              <p:cNvSpPr txBox="1"/>
              <p:nvPr/>
            </p:nvSpPr>
            <p:spPr>
              <a:xfrm>
                <a:off x="6537086" y="3635124"/>
                <a:ext cx="794585" cy="200055"/>
              </a:xfrm>
              <a:prstGeom prst="rect">
                <a:avLst/>
              </a:prstGeom>
              <a:noFill/>
            </p:spPr>
            <p:txBody>
              <a:bodyPr wrap="square" lIns="0" tIns="0" rIns="0" bIns="0" rtlCol="0">
                <a:spAutoFit/>
              </a:bodyPr>
              <a:lstStyle/>
              <a:p>
                <a:pPr algn="ctr"/>
                <a:r>
                  <a:rPr lang="en-US" sz="650">
                    <a:solidFill>
                      <a:schemeClr val="tx2"/>
                    </a:solidFill>
                    <a:latin typeface="Open Sans SemiBold" panose="020B0706030804020204" pitchFamily="34" charset="0"/>
                    <a:ea typeface="Open Sans SemiBold" panose="020B0706030804020204" pitchFamily="34" charset="0"/>
                    <a:cs typeface="Open Sans SemiBold" panose="020B0706030804020204" pitchFamily="34" charset="0"/>
                  </a:rPr>
                  <a:t>Portfolio</a:t>
                </a:r>
                <a:br>
                  <a:rPr lang="en-US" sz="650">
                    <a:solidFill>
                      <a:schemeClr val="tx2"/>
                    </a:solidFill>
                    <a:latin typeface="Open Sans SemiBold" panose="020B0706030804020204" pitchFamily="34" charset="0"/>
                    <a:ea typeface="Open Sans SemiBold" panose="020B0706030804020204" pitchFamily="34" charset="0"/>
                    <a:cs typeface="Open Sans SemiBold" panose="020B0706030804020204" pitchFamily="34" charset="0"/>
                  </a:rPr>
                </a:br>
                <a:r>
                  <a:rPr lang="en-US" sz="650">
                    <a:solidFill>
                      <a:schemeClr val="tx2"/>
                    </a:solidFill>
                    <a:latin typeface="Open Sans SemiBold" panose="020B0706030804020204" pitchFamily="34" charset="0"/>
                    <a:ea typeface="Open Sans SemiBold" panose="020B0706030804020204" pitchFamily="34" charset="0"/>
                    <a:cs typeface="Open Sans SemiBold" panose="020B0706030804020204" pitchFamily="34" charset="0"/>
                  </a:rPr>
                  <a:t>Optimization</a:t>
                </a:r>
              </a:p>
            </p:txBody>
          </p:sp>
          <p:sp>
            <p:nvSpPr>
              <p:cNvPr id="54" name="TextBox 53">
                <a:extLst>
                  <a:ext uri="{FF2B5EF4-FFF2-40B4-BE49-F238E27FC236}">
                    <a16:creationId xmlns:a16="http://schemas.microsoft.com/office/drawing/2014/main" id="{3E68108D-CEF2-1CAB-2541-5DE64598DEDB}"/>
                  </a:ext>
                </a:extLst>
              </p:cNvPr>
              <p:cNvSpPr txBox="1"/>
              <p:nvPr/>
            </p:nvSpPr>
            <p:spPr>
              <a:xfrm>
                <a:off x="6391770" y="2971060"/>
                <a:ext cx="678088" cy="300082"/>
              </a:xfrm>
              <a:prstGeom prst="rect">
                <a:avLst/>
              </a:prstGeom>
              <a:noFill/>
            </p:spPr>
            <p:txBody>
              <a:bodyPr wrap="square" lIns="0" tIns="0" rIns="0" bIns="0" rtlCol="0">
                <a:spAutoFit/>
              </a:bodyPr>
              <a:lstStyle/>
              <a:p>
                <a:pPr algn="ctr"/>
                <a:r>
                  <a:rPr lang="en-US" sz="650">
                    <a:solidFill>
                      <a:schemeClr val="tx2"/>
                    </a:solidFill>
                    <a:latin typeface="Open Sans SemiBold" panose="020B0706030804020204" pitchFamily="34" charset="0"/>
                    <a:ea typeface="Open Sans SemiBold" panose="020B0706030804020204" pitchFamily="34" charset="0"/>
                    <a:cs typeface="Open Sans SemiBold" panose="020B0706030804020204" pitchFamily="34" charset="0"/>
                  </a:rPr>
                  <a:t>Corporate </a:t>
                </a:r>
                <a:br>
                  <a:rPr lang="en-US" sz="650">
                    <a:solidFill>
                      <a:schemeClr val="tx2"/>
                    </a:solidFill>
                    <a:latin typeface="Open Sans SemiBold" panose="020B0706030804020204" pitchFamily="34" charset="0"/>
                    <a:ea typeface="Open Sans SemiBold" panose="020B0706030804020204" pitchFamily="34" charset="0"/>
                    <a:cs typeface="Open Sans SemiBold" panose="020B0706030804020204" pitchFamily="34" charset="0"/>
                  </a:rPr>
                </a:br>
                <a:r>
                  <a:rPr lang="en-US" sz="650">
                    <a:solidFill>
                      <a:schemeClr val="tx2"/>
                    </a:solidFill>
                    <a:latin typeface="Open Sans SemiBold" panose="020B0706030804020204" pitchFamily="34" charset="0"/>
                    <a:ea typeface="Open Sans SemiBold" panose="020B0706030804020204" pitchFamily="34" charset="0"/>
                    <a:cs typeface="Open Sans SemiBold" panose="020B0706030804020204" pitchFamily="34" charset="0"/>
                  </a:rPr>
                  <a:t>Real Estate Strategy</a:t>
                </a:r>
              </a:p>
            </p:txBody>
          </p:sp>
          <p:sp>
            <p:nvSpPr>
              <p:cNvPr id="55" name="TextBox 54">
                <a:extLst>
                  <a:ext uri="{FF2B5EF4-FFF2-40B4-BE49-F238E27FC236}">
                    <a16:creationId xmlns:a16="http://schemas.microsoft.com/office/drawing/2014/main" id="{CA37779F-B800-E4CF-1F73-8701BACB8605}"/>
                  </a:ext>
                </a:extLst>
              </p:cNvPr>
              <p:cNvSpPr txBox="1"/>
              <p:nvPr/>
            </p:nvSpPr>
            <p:spPr>
              <a:xfrm>
                <a:off x="5618356" y="3050689"/>
                <a:ext cx="794585" cy="200055"/>
              </a:xfrm>
              <a:prstGeom prst="rect">
                <a:avLst/>
              </a:prstGeom>
              <a:noFill/>
            </p:spPr>
            <p:txBody>
              <a:bodyPr wrap="square" lIns="0" tIns="0" rIns="0" bIns="0" rtlCol="0">
                <a:spAutoFit/>
              </a:bodyPr>
              <a:lstStyle/>
              <a:p>
                <a:pPr algn="ctr"/>
                <a:r>
                  <a:rPr lang="en-US" sz="650">
                    <a:solidFill>
                      <a:schemeClr val="tx2"/>
                    </a:solidFill>
                    <a:latin typeface="Open Sans SemiBold" panose="020B0706030804020204" pitchFamily="34" charset="0"/>
                    <a:ea typeface="Open Sans SemiBold" panose="020B0706030804020204" pitchFamily="34" charset="0"/>
                    <a:cs typeface="Open Sans SemiBold" panose="020B0706030804020204" pitchFamily="34" charset="0"/>
                  </a:rPr>
                  <a:t>Leasing </a:t>
                </a:r>
                <a:br>
                  <a:rPr lang="en-US" sz="650">
                    <a:solidFill>
                      <a:schemeClr val="tx2"/>
                    </a:solidFill>
                    <a:latin typeface="Open Sans SemiBold" panose="020B0706030804020204" pitchFamily="34" charset="0"/>
                    <a:ea typeface="Open Sans SemiBold" panose="020B0706030804020204" pitchFamily="34" charset="0"/>
                    <a:cs typeface="Open Sans SemiBold" panose="020B0706030804020204" pitchFamily="34" charset="0"/>
                  </a:rPr>
                </a:br>
                <a:r>
                  <a:rPr lang="en-US" sz="650">
                    <a:solidFill>
                      <a:schemeClr val="tx2"/>
                    </a:solidFill>
                    <a:latin typeface="Open Sans SemiBold" panose="020B0706030804020204" pitchFamily="34" charset="0"/>
                    <a:ea typeface="Open Sans SemiBold" panose="020B0706030804020204" pitchFamily="34" charset="0"/>
                    <a:cs typeface="Open Sans SemiBold" panose="020B0706030804020204" pitchFamily="34" charset="0"/>
                  </a:rPr>
                  <a:t>Services</a:t>
                </a:r>
              </a:p>
            </p:txBody>
          </p:sp>
          <p:sp>
            <p:nvSpPr>
              <p:cNvPr id="56" name="TextBox 55">
                <a:extLst>
                  <a:ext uri="{FF2B5EF4-FFF2-40B4-BE49-F238E27FC236}">
                    <a16:creationId xmlns:a16="http://schemas.microsoft.com/office/drawing/2014/main" id="{77FBBCC8-DF6E-6EF9-955C-DD895CC572DD}"/>
                  </a:ext>
                </a:extLst>
              </p:cNvPr>
              <p:cNvSpPr txBox="1"/>
              <p:nvPr/>
            </p:nvSpPr>
            <p:spPr>
              <a:xfrm>
                <a:off x="6023220" y="4006536"/>
                <a:ext cx="706316" cy="300082"/>
              </a:xfrm>
              <a:prstGeom prst="rect">
                <a:avLst/>
              </a:prstGeom>
              <a:noFill/>
            </p:spPr>
            <p:txBody>
              <a:bodyPr wrap="square" lIns="0" tIns="0" rIns="0" bIns="0" rtlCol="0">
                <a:spAutoFit/>
              </a:bodyPr>
              <a:lstStyle/>
              <a:p>
                <a:pPr algn="ctr"/>
                <a:r>
                  <a:rPr lang="en-US" sz="650">
                    <a:solidFill>
                      <a:schemeClr val="tx2"/>
                    </a:solidFill>
                    <a:latin typeface="Open Sans SemiBold" panose="020B0706030804020204" pitchFamily="34" charset="0"/>
                    <a:ea typeface="Open Sans SemiBold" panose="020B0706030804020204" pitchFamily="34" charset="0"/>
                    <a:cs typeface="Open Sans SemiBold" panose="020B0706030804020204" pitchFamily="34" charset="0"/>
                  </a:rPr>
                  <a:t>Flexible </a:t>
                </a:r>
                <a:br>
                  <a:rPr lang="en-US" sz="650">
                    <a:solidFill>
                      <a:schemeClr val="tx2"/>
                    </a:solidFill>
                    <a:latin typeface="Open Sans SemiBold" panose="020B0706030804020204" pitchFamily="34" charset="0"/>
                    <a:ea typeface="Open Sans SemiBold" panose="020B0706030804020204" pitchFamily="34" charset="0"/>
                    <a:cs typeface="Open Sans SemiBold" panose="020B0706030804020204" pitchFamily="34" charset="0"/>
                  </a:rPr>
                </a:br>
                <a:r>
                  <a:rPr lang="en-US" sz="650">
                    <a:solidFill>
                      <a:schemeClr val="tx2"/>
                    </a:solidFill>
                    <a:latin typeface="Open Sans SemiBold" panose="020B0706030804020204" pitchFamily="34" charset="0"/>
                    <a:ea typeface="Open Sans SemiBold" panose="020B0706030804020204" pitchFamily="34" charset="0"/>
                    <a:cs typeface="Open Sans SemiBold" panose="020B0706030804020204" pitchFamily="34" charset="0"/>
                  </a:rPr>
                  <a:t>Workspace Services</a:t>
                </a:r>
              </a:p>
            </p:txBody>
          </p:sp>
          <p:sp>
            <p:nvSpPr>
              <p:cNvPr id="57" name="TextBox 56">
                <a:extLst>
                  <a:ext uri="{FF2B5EF4-FFF2-40B4-BE49-F238E27FC236}">
                    <a16:creationId xmlns:a16="http://schemas.microsoft.com/office/drawing/2014/main" id="{58436237-EF4F-F470-8CF5-7C8573971E42}"/>
                  </a:ext>
                </a:extLst>
              </p:cNvPr>
              <p:cNvSpPr txBox="1"/>
              <p:nvPr/>
            </p:nvSpPr>
            <p:spPr>
              <a:xfrm>
                <a:off x="5334102" y="2570433"/>
                <a:ext cx="2054412" cy="2016315"/>
              </a:xfrm>
              <a:prstGeom prst="rect">
                <a:avLst/>
              </a:prstGeom>
              <a:noFill/>
            </p:spPr>
            <p:txBody>
              <a:bodyPr wrap="square" lIns="0" tIns="0" rIns="0" bIns="0" rtlCol="0">
                <a:prstTxWarp prst="textArchUp">
                  <a:avLst>
                    <a:gd name="adj" fmla="val 14485305"/>
                  </a:avLst>
                </a:prstTxWarp>
                <a:spAutoFit/>
              </a:bodyPr>
              <a:lstStyle/>
              <a:p>
                <a:pPr algn="ctr"/>
                <a:r>
                  <a:rPr lang="en-US" sz="600">
                    <a:solidFill>
                      <a:schemeClr val="bg1"/>
                    </a:solidFill>
                    <a:latin typeface="Open Sans SemiBold" panose="020B0706030804020204" pitchFamily="34" charset="0"/>
                    <a:ea typeface="Open Sans SemiBold" panose="020B0706030804020204" pitchFamily="34" charset="0"/>
                    <a:cs typeface="Open Sans SemiBold" panose="020B0706030804020204" pitchFamily="34" charset="0"/>
                  </a:rPr>
                  <a:t>    CORPORATE SOLUTIONS</a:t>
                </a:r>
              </a:p>
            </p:txBody>
          </p:sp>
          <p:sp>
            <p:nvSpPr>
              <p:cNvPr id="58" name="TextBox 57">
                <a:extLst>
                  <a:ext uri="{FF2B5EF4-FFF2-40B4-BE49-F238E27FC236}">
                    <a16:creationId xmlns:a16="http://schemas.microsoft.com/office/drawing/2014/main" id="{D2EE56F2-6088-5C8E-7EC7-C03CC09566A6}"/>
                  </a:ext>
                </a:extLst>
              </p:cNvPr>
              <p:cNvSpPr txBox="1"/>
              <p:nvPr/>
            </p:nvSpPr>
            <p:spPr>
              <a:xfrm rot="10800000">
                <a:off x="5359846" y="2552145"/>
                <a:ext cx="2054412" cy="2016315"/>
              </a:xfrm>
              <a:prstGeom prst="rect">
                <a:avLst/>
              </a:prstGeom>
              <a:noFill/>
            </p:spPr>
            <p:txBody>
              <a:bodyPr wrap="square" lIns="0" tIns="0" rIns="0" bIns="0" rtlCol="0">
                <a:prstTxWarp prst="textArchUp">
                  <a:avLst>
                    <a:gd name="adj" fmla="val 13978849"/>
                  </a:avLst>
                </a:prstTxWarp>
                <a:spAutoFit/>
              </a:bodyPr>
              <a:lstStyle/>
              <a:p>
                <a:pPr algn="ctr"/>
                <a:r>
                  <a:rPr lang="en-US" sz="600">
                    <a:solidFill>
                      <a:schemeClr val="bg1"/>
                    </a:solidFill>
                    <a:latin typeface="Open Sans SemiBold" panose="020B0706030804020204" pitchFamily="34" charset="0"/>
                    <a:ea typeface="Open Sans SemiBold" panose="020B0706030804020204" pitchFamily="34" charset="0"/>
                    <a:cs typeface="Open Sans SemiBold" panose="020B0706030804020204" pitchFamily="34" charset="0"/>
                  </a:rPr>
                  <a:t>CORPORATE SOLUTIONS</a:t>
                </a:r>
              </a:p>
            </p:txBody>
          </p:sp>
        </p:grpSp>
      </p:grpSp>
    </p:spTree>
    <p:custDataLst>
      <p:custData r:id="rId1"/>
      <p:custData r:id="rId2"/>
    </p:custDataLst>
    <p:extLst>
      <p:ext uri="{BB962C8B-B14F-4D97-AF65-F5344CB8AC3E}">
        <p14:creationId xmlns:p14="http://schemas.microsoft.com/office/powerpoint/2010/main" val="40207829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1D544CE-4F88-9DC2-E285-2860E66200D5}"/>
              </a:ext>
            </a:extLst>
          </p:cNvPr>
          <p:cNvSpPr>
            <a:spLocks noGrp="1"/>
          </p:cNvSpPr>
          <p:nvPr>
            <p:ph type="body" sz="quarter" idx="13"/>
          </p:nvPr>
        </p:nvSpPr>
        <p:spPr>
          <a:xfrm>
            <a:off x="647525" y="669600"/>
            <a:ext cx="5374775" cy="392400"/>
          </a:xfrm>
        </p:spPr>
        <p:txBody>
          <a:bodyPr/>
          <a:lstStyle/>
          <a:p>
            <a:r>
              <a:rPr lang="en-CA"/>
              <a:t>INTRODUCTION</a:t>
            </a:r>
          </a:p>
        </p:txBody>
      </p:sp>
      <p:sp>
        <p:nvSpPr>
          <p:cNvPr id="2" name="Title 1">
            <a:extLst>
              <a:ext uri="{FF2B5EF4-FFF2-40B4-BE49-F238E27FC236}">
                <a16:creationId xmlns:a16="http://schemas.microsoft.com/office/drawing/2014/main" id="{7ED79A5E-1E0E-5555-2345-403A9D7BE117}"/>
              </a:ext>
            </a:extLst>
          </p:cNvPr>
          <p:cNvSpPr>
            <a:spLocks noGrp="1"/>
          </p:cNvSpPr>
          <p:nvPr>
            <p:ph type="title"/>
          </p:nvPr>
        </p:nvSpPr>
        <p:spPr>
          <a:xfrm>
            <a:off x="648000" y="1062000"/>
            <a:ext cx="5374861" cy="835200"/>
          </a:xfrm>
        </p:spPr>
        <p:txBody>
          <a:bodyPr/>
          <a:lstStyle/>
          <a:p>
            <a:r>
              <a:rPr lang="en-CA"/>
              <a:t>Integrated services, </a:t>
            </a:r>
            <a:br>
              <a:rPr lang="en-CA"/>
            </a:br>
            <a:r>
              <a:rPr lang="en-CA"/>
              <a:t>maximum benefits.</a:t>
            </a:r>
          </a:p>
        </p:txBody>
      </p:sp>
      <p:sp>
        <p:nvSpPr>
          <p:cNvPr id="58" name="Content Placeholder 17">
            <a:extLst>
              <a:ext uri="{FF2B5EF4-FFF2-40B4-BE49-F238E27FC236}">
                <a16:creationId xmlns:a16="http://schemas.microsoft.com/office/drawing/2014/main" id="{2A5BE82B-92ED-4E48-B81B-52C417A55E77}"/>
              </a:ext>
            </a:extLst>
          </p:cNvPr>
          <p:cNvSpPr>
            <a:spLocks noGrp="1"/>
          </p:cNvSpPr>
          <p:nvPr>
            <p:ph idx="1"/>
          </p:nvPr>
        </p:nvSpPr>
        <p:spPr>
          <a:xfrm>
            <a:off x="648001" y="2445314"/>
            <a:ext cx="4460937" cy="3761086"/>
          </a:xfrm>
        </p:spPr>
        <p:txBody>
          <a:bodyPr/>
          <a:lstStyle/>
          <a:p>
            <a:pPr>
              <a:lnSpc>
                <a:spcPts val="2400"/>
              </a:lnSpc>
              <a:spcAft>
                <a:spcPts val="1200"/>
              </a:spcAft>
            </a:pPr>
            <a:r>
              <a:rPr lang="en-CA" sz="1400">
                <a:latin typeface="Merriweather" panose="02000000000000000000" pitchFamily="2" charset="77"/>
                <a:cs typeface="Merriweather" panose="02000000000000000000" pitchFamily="2" charset="77"/>
              </a:rPr>
              <a:t>We engage our extended service lines and specialists ensure we provide the expertise you need when you need it.</a:t>
            </a:r>
            <a:r>
              <a:rPr lang="en-CA" sz="1400">
                <a:solidFill>
                  <a:schemeClr val="accent5"/>
                </a:solidFill>
                <a:latin typeface="Merriweather" panose="02000000000000000000" pitchFamily="2" charset="77"/>
                <a:cs typeface="Merriweather" panose="02000000000000000000" pitchFamily="2" charset="77"/>
              </a:rPr>
              <a: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CA" sz="1200" b="1" u="none" strike="noStrike" kern="1200" cap="none" normalizeH="0" noProof="0">
                <a:ln>
                  <a:noFill/>
                </a:ln>
                <a:solidFill>
                  <a:schemeClr val="accent5"/>
                </a:solidFill>
                <a:effectLst/>
                <a:uLnTx/>
                <a:uFillTx/>
                <a:latin typeface="Open Sans Semibold" panose="020B0606030504020204" pitchFamily="34" charset="0"/>
                <a:ea typeface="Open Sans Semibold" panose="020B0606030504020204" pitchFamily="34" charset="0"/>
                <a:cs typeface="Open Sans Semibold" panose="020B0606030504020204" pitchFamily="34" charset="0"/>
              </a:rPr>
              <a:t>Our Offering</a:t>
            </a:r>
          </a:p>
          <a:p>
            <a:pPr marL="171450" marR="0" lvl="0" indent="-171450" algn="l" defTabSz="914400" rtl="0" eaLnBrk="1" fontAlgn="auto" latinLnBrk="0" hangingPunct="1">
              <a:lnSpc>
                <a:spcPct val="150000"/>
              </a:lnSpc>
              <a:spcBef>
                <a:spcPts val="0"/>
              </a:spcBef>
              <a:spcAft>
                <a:spcPts val="0"/>
              </a:spcAft>
              <a:buClr>
                <a:schemeClr val="tx1"/>
              </a:buClr>
              <a:buSzTx/>
              <a:buFont typeface="Arial" panose="020B0604020202020204" pitchFamily="34" charset="0"/>
              <a:buChar char="•"/>
              <a:tabLst/>
              <a:defRPr/>
            </a:pPr>
            <a:r>
              <a:rPr kumimoji="0" lang="en-CA" sz="1200" b="0" i="0" u="none" strike="noStrike" kern="1200" cap="none" spc="0" normalizeH="0" baseline="0" noProof="0">
                <a:ln>
                  <a:noFill/>
                </a:ln>
                <a:effectLst/>
                <a:uLnTx/>
                <a:uFillTx/>
                <a:latin typeface="Open Sans"/>
                <a:ea typeface="Open Sans"/>
                <a:cs typeface="Open Sans"/>
              </a:rPr>
              <a:t>An integrated, client-focused solution program that brings together the various Colliers service lines to fulfill </a:t>
            </a:r>
            <a:r>
              <a:rPr lang="en-CA" sz="1200">
                <a:latin typeface="Open Sans"/>
                <a:ea typeface="Open Sans"/>
                <a:cs typeface="Open Sans"/>
              </a:rPr>
              <a:t>your</a:t>
            </a:r>
            <a:r>
              <a:rPr kumimoji="0" lang="en-CA" sz="1200" b="0" i="0" u="none" strike="noStrike" kern="1200" cap="none" spc="0" normalizeH="0" baseline="0" noProof="0">
                <a:ln>
                  <a:noFill/>
                </a:ln>
                <a:effectLst/>
                <a:uLnTx/>
                <a:uFillTx/>
                <a:latin typeface="Open Sans"/>
                <a:ea typeface="Open Sans"/>
                <a:cs typeface="Open Sans"/>
              </a:rPr>
              <a:t> mandates and requirements  </a:t>
            </a:r>
          </a:p>
          <a:p>
            <a:pPr marL="171450" marR="0" lvl="0" indent="-171450" algn="l" defTabSz="914400" rtl="0" eaLnBrk="1" fontAlgn="auto" latinLnBrk="0" hangingPunct="1">
              <a:lnSpc>
                <a:spcPct val="150000"/>
              </a:lnSpc>
              <a:spcBef>
                <a:spcPts val="0"/>
              </a:spcBef>
              <a:spcAft>
                <a:spcPts val="0"/>
              </a:spcAft>
              <a:buClr>
                <a:schemeClr val="tx1"/>
              </a:buClr>
              <a:buSzTx/>
              <a:buFont typeface="Arial" panose="020B0604020202020204" pitchFamily="34" charset="0"/>
              <a:buChar char="•"/>
              <a:tabLst/>
              <a:defRPr/>
            </a:pPr>
            <a:r>
              <a:rPr kumimoji="0" lang="en-CA" sz="1200" b="0" i="0" u="none" strike="noStrike" kern="1200" cap="none" spc="0" normalizeH="0" baseline="0" noProof="0">
                <a:ln>
                  <a:noFill/>
                </a:ln>
                <a:effectLst/>
                <a:uLnTx/>
                <a:uFillTx/>
                <a:latin typeface="Open Sans"/>
                <a:ea typeface="Open Sans"/>
                <a:cs typeface="Open Sans"/>
              </a:rPr>
              <a:t>A tactical plan and process for </a:t>
            </a:r>
            <a:r>
              <a:rPr lang="en-CA" sz="1200">
                <a:latin typeface="Open Sans"/>
                <a:ea typeface="Open Sans"/>
                <a:cs typeface="Open Sans"/>
              </a:rPr>
              <a:t>your </a:t>
            </a:r>
            <a:r>
              <a:rPr kumimoji="0" lang="en-CA" sz="1200" b="0" i="0" u="none" strike="noStrike" kern="1200" cap="none" spc="0" normalizeH="0" baseline="0" noProof="0">
                <a:ln>
                  <a:noFill/>
                </a:ln>
                <a:effectLst/>
                <a:uLnTx/>
                <a:uFillTx/>
                <a:latin typeface="Open Sans"/>
                <a:ea typeface="Open Sans"/>
                <a:cs typeface="Open Sans"/>
              </a:rPr>
              <a:t>business needs </a:t>
            </a:r>
          </a:p>
          <a:p>
            <a:pPr marL="171450" marR="0" lvl="0" indent="-171450" algn="l" defTabSz="914400" rtl="0" eaLnBrk="1" fontAlgn="auto" latinLnBrk="0" hangingPunct="1">
              <a:lnSpc>
                <a:spcPct val="150000"/>
              </a:lnSpc>
              <a:spcBef>
                <a:spcPts val="0"/>
              </a:spcBef>
              <a:spcAft>
                <a:spcPts val="0"/>
              </a:spcAft>
              <a:buClr>
                <a:schemeClr val="tx1"/>
              </a:buClr>
              <a:buSzTx/>
              <a:buFont typeface="Arial" panose="020B0604020202020204" pitchFamily="34" charset="0"/>
              <a:buChar char="•"/>
              <a:tabLst/>
              <a:defRPr/>
            </a:pPr>
            <a:r>
              <a:rPr kumimoji="0" lang="en-CA" sz="1200" b="0" i="0" u="none" strike="noStrike" kern="1200" cap="none" spc="0" normalizeH="0" baseline="0" noProof="0">
                <a:ln>
                  <a:noFill/>
                </a:ln>
                <a:effectLst/>
                <a:uLnTx/>
                <a:uFillTx/>
                <a:latin typeface="Open Sans"/>
                <a:ea typeface="Open Sans"/>
                <a:cs typeface="Open Sans"/>
              </a:rPr>
              <a:t>Formulation and development of a program and service offerings as it matures</a:t>
            </a:r>
          </a:p>
          <a:p>
            <a:pPr marL="171450" marR="0" lvl="0" indent="-171450" algn="l" defTabSz="914400" rtl="0" eaLnBrk="1" fontAlgn="auto" latinLnBrk="0" hangingPunct="1">
              <a:lnSpc>
                <a:spcPct val="150000"/>
              </a:lnSpc>
              <a:spcBef>
                <a:spcPts val="0"/>
              </a:spcBef>
              <a:spcAft>
                <a:spcPts val="0"/>
              </a:spcAft>
              <a:buClr>
                <a:schemeClr val="tx1"/>
              </a:buClr>
              <a:buSzTx/>
              <a:buFont typeface="Arial" panose="020B0604020202020204" pitchFamily="34" charset="0"/>
              <a:buChar char="•"/>
              <a:tabLst/>
              <a:defRPr/>
            </a:pPr>
            <a:r>
              <a:rPr kumimoji="0" lang="en-CA" sz="1200" b="0" i="0" u="none" strike="noStrike" kern="1200" cap="none" spc="0" normalizeH="0" baseline="0" noProof="0">
                <a:ln>
                  <a:noFill/>
                </a:ln>
                <a:effectLst/>
                <a:uLnTx/>
                <a:uFillTx/>
                <a:latin typeface="Open Sans"/>
                <a:ea typeface="Open Sans"/>
                <a:cs typeface="Open Sans"/>
              </a:rPr>
              <a:t>Standardized and customized documentation </a:t>
            </a:r>
            <a:br>
              <a:rPr kumimoji="0" lang="en-CA" sz="1200" b="0" i="0" u="none" strike="noStrike" kern="1200" cap="none" spc="0" normalizeH="0" baseline="0" noProof="0">
                <a:ln>
                  <a:noFill/>
                </a:ln>
                <a:effectLst/>
                <a:uLnTx/>
                <a:uFillTx/>
                <a:latin typeface="Open Sans"/>
                <a:ea typeface="Open Sans"/>
                <a:cs typeface="Open Sans"/>
              </a:rPr>
            </a:br>
            <a:r>
              <a:rPr kumimoji="0" lang="en-CA" sz="1200" b="0" i="0" u="none" strike="noStrike" kern="1200" cap="none" spc="0" normalizeH="0" baseline="0" noProof="0">
                <a:ln>
                  <a:noFill/>
                </a:ln>
                <a:effectLst/>
                <a:uLnTx/>
                <a:uFillTx/>
                <a:latin typeface="Open Sans"/>
                <a:ea typeface="Open Sans"/>
                <a:cs typeface="Open Sans"/>
              </a:rPr>
              <a:t>(RFPs, Offers, Surveys, etc.)</a:t>
            </a:r>
          </a:p>
          <a:p>
            <a:pPr>
              <a:lnSpc>
                <a:spcPts val="2300"/>
              </a:lnSpc>
              <a:spcAft>
                <a:spcPts val="1200"/>
              </a:spcAft>
            </a:pPr>
            <a:endParaRPr lang="en-CA" sz="1200"/>
          </a:p>
        </p:txBody>
      </p:sp>
      <p:sp>
        <p:nvSpPr>
          <p:cNvPr id="4" name="Text Placeholder 3">
            <a:extLst>
              <a:ext uri="{FF2B5EF4-FFF2-40B4-BE49-F238E27FC236}">
                <a16:creationId xmlns:a16="http://schemas.microsoft.com/office/drawing/2014/main" id="{94CE2B9E-3DD1-79AF-95CC-E37FFBF7A209}"/>
              </a:ext>
            </a:extLst>
          </p:cNvPr>
          <p:cNvSpPr>
            <a:spLocks noGrp="1"/>
          </p:cNvSpPr>
          <p:nvPr>
            <p:ph type="body" sz="quarter" idx="14"/>
          </p:nvPr>
        </p:nvSpPr>
        <p:spPr/>
        <p:txBody>
          <a:bodyPr/>
          <a:lstStyle/>
          <a:p>
            <a:r>
              <a:rPr lang="en-CA"/>
              <a:t> </a:t>
            </a:r>
          </a:p>
        </p:txBody>
      </p:sp>
      <p:sp>
        <p:nvSpPr>
          <p:cNvPr id="5" name="Footer Placeholder 4">
            <a:extLst>
              <a:ext uri="{FF2B5EF4-FFF2-40B4-BE49-F238E27FC236}">
                <a16:creationId xmlns:a16="http://schemas.microsoft.com/office/drawing/2014/main" id="{2998D3BB-8E5F-497B-90C3-615D424D78B2}"/>
              </a:ext>
            </a:extLst>
          </p:cNvPr>
          <p:cNvSpPr>
            <a:spLocks noGrp="1"/>
          </p:cNvSpPr>
          <p:nvPr>
            <p:ph type="ftr" sz="quarter" idx="11"/>
          </p:nvPr>
        </p:nvSpPr>
        <p:spPr/>
        <p:txBody>
          <a:bodyPr/>
          <a:lstStyle/>
          <a:p>
            <a:r>
              <a:rPr lang="en-CA"/>
              <a:t>Colliers</a:t>
            </a:r>
          </a:p>
        </p:txBody>
      </p:sp>
      <p:sp>
        <p:nvSpPr>
          <p:cNvPr id="6" name="Slide Number Placeholder 5">
            <a:extLst>
              <a:ext uri="{FF2B5EF4-FFF2-40B4-BE49-F238E27FC236}">
                <a16:creationId xmlns:a16="http://schemas.microsoft.com/office/drawing/2014/main" id="{827D257A-3F54-405D-9BEE-DE669DF9394E}"/>
              </a:ext>
            </a:extLst>
          </p:cNvPr>
          <p:cNvSpPr>
            <a:spLocks noGrp="1"/>
          </p:cNvSpPr>
          <p:nvPr>
            <p:ph type="sldNum" sz="quarter" idx="12"/>
          </p:nvPr>
        </p:nvSpPr>
        <p:spPr/>
        <p:txBody>
          <a:bodyPr/>
          <a:lstStyle/>
          <a:p>
            <a:fld id="{23AA811B-2EBD-4900-905E-5BE206449611}" type="slidenum">
              <a:rPr lang="en-CA"/>
              <a:pPr/>
              <a:t>19</a:t>
            </a:fld>
            <a:endParaRPr lang="en-CA"/>
          </a:p>
        </p:txBody>
      </p:sp>
      <p:grpSp>
        <p:nvGrpSpPr>
          <p:cNvPr id="7" name="Group 6">
            <a:extLst>
              <a:ext uri="{FF2B5EF4-FFF2-40B4-BE49-F238E27FC236}">
                <a16:creationId xmlns:a16="http://schemas.microsoft.com/office/drawing/2014/main" id="{AF92F80E-C325-C764-24E7-005205521061}"/>
              </a:ext>
            </a:extLst>
          </p:cNvPr>
          <p:cNvGrpSpPr>
            <a:grpSpLocks noChangeAspect="1"/>
          </p:cNvGrpSpPr>
          <p:nvPr/>
        </p:nvGrpSpPr>
        <p:grpSpPr>
          <a:xfrm>
            <a:off x="6055200" y="1579120"/>
            <a:ext cx="5486400" cy="4523353"/>
            <a:chOff x="6531475" y="1495995"/>
            <a:chExt cx="5020867" cy="4139538"/>
          </a:xfrm>
        </p:grpSpPr>
        <p:graphicFrame>
          <p:nvGraphicFramePr>
            <p:cNvPr id="17" name="Chart 16">
              <a:extLst>
                <a:ext uri="{FF2B5EF4-FFF2-40B4-BE49-F238E27FC236}">
                  <a16:creationId xmlns:a16="http://schemas.microsoft.com/office/drawing/2014/main" id="{378F1FDA-E75A-44B6-AF5A-18DBCCDC1B40}"/>
                </a:ext>
              </a:extLst>
            </p:cNvPr>
            <p:cNvGraphicFramePr/>
            <p:nvPr/>
          </p:nvGraphicFramePr>
          <p:xfrm>
            <a:off x="7604859" y="1963277"/>
            <a:ext cx="3050840" cy="3105803"/>
          </p:xfrm>
          <a:graphic>
            <a:graphicData uri="http://schemas.openxmlformats.org/drawingml/2006/chart">
              <c:chart xmlns:c="http://schemas.openxmlformats.org/drawingml/2006/chart" xmlns:r="http://schemas.openxmlformats.org/officeDocument/2006/relationships" r:id="rId5"/>
            </a:graphicData>
          </a:graphic>
        </p:graphicFrame>
        <p:sp>
          <p:nvSpPr>
            <p:cNvPr id="63" name="Oval 62">
              <a:extLst>
                <a:ext uri="{FF2B5EF4-FFF2-40B4-BE49-F238E27FC236}">
                  <a16:creationId xmlns:a16="http://schemas.microsoft.com/office/drawing/2014/main" id="{F3C195BE-3A44-44ED-9E8F-0870AF7AD136}"/>
                </a:ext>
              </a:extLst>
            </p:cNvPr>
            <p:cNvSpPr/>
            <p:nvPr/>
          </p:nvSpPr>
          <p:spPr>
            <a:xfrm>
              <a:off x="8440055" y="2825955"/>
              <a:ext cx="1380449" cy="1380447"/>
            </a:xfrm>
            <a:prstGeom prst="ellipse">
              <a:avLst/>
            </a:prstGeom>
            <a:solidFill>
              <a:srgbClr val="B0B9D7"/>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3200"/>
            </a:p>
          </p:txBody>
        </p:sp>
        <p:sp>
          <p:nvSpPr>
            <p:cNvPr id="62" name="TextBox 61">
              <a:extLst>
                <a:ext uri="{FF2B5EF4-FFF2-40B4-BE49-F238E27FC236}">
                  <a16:creationId xmlns:a16="http://schemas.microsoft.com/office/drawing/2014/main" id="{48C2119E-B563-4222-83CD-18D6A5EE25E1}"/>
                </a:ext>
              </a:extLst>
            </p:cNvPr>
            <p:cNvSpPr txBox="1"/>
            <p:nvPr/>
          </p:nvSpPr>
          <p:spPr>
            <a:xfrm>
              <a:off x="8645706" y="3211636"/>
              <a:ext cx="969147" cy="646331"/>
            </a:xfrm>
            <a:prstGeom prst="rect">
              <a:avLst/>
            </a:prstGeom>
            <a:noFill/>
          </p:spPr>
          <p:txBody>
            <a:bodyPr wrap="square" lIns="0" tIns="0" rIns="0" bIns="0" rtlCol="0">
              <a:spAutoFit/>
            </a:bodyPr>
            <a:lstStyle/>
            <a:p>
              <a:pPr algn="ctr"/>
              <a:r>
                <a:rPr lang="en-CA" sz="1400">
                  <a:solidFill>
                    <a:schemeClr val="accent4"/>
                  </a:solidFill>
                </a:rPr>
                <a:t>Colliers Integrated Platform</a:t>
              </a:r>
            </a:p>
          </p:txBody>
        </p:sp>
        <p:pic>
          <p:nvPicPr>
            <p:cNvPr id="19" name="Graphic 18">
              <a:extLst>
                <a:ext uri="{FF2B5EF4-FFF2-40B4-BE49-F238E27FC236}">
                  <a16:creationId xmlns:a16="http://schemas.microsoft.com/office/drawing/2014/main" id="{6FDD9B5A-CF19-49FB-8AE7-5F15F556DCA3}"/>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875572" y="3714030"/>
              <a:ext cx="379777" cy="379777"/>
            </a:xfrm>
            <a:prstGeom prst="rect">
              <a:avLst/>
            </a:prstGeom>
          </p:spPr>
        </p:pic>
        <p:pic>
          <p:nvPicPr>
            <p:cNvPr id="21" name="Graphic 20">
              <a:extLst>
                <a:ext uri="{FF2B5EF4-FFF2-40B4-BE49-F238E27FC236}">
                  <a16:creationId xmlns:a16="http://schemas.microsoft.com/office/drawing/2014/main" id="{30CF720D-AD6C-4BA7-93D9-C714DC4FD19F}"/>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9872562" y="2928840"/>
              <a:ext cx="424896" cy="424895"/>
            </a:xfrm>
            <a:prstGeom prst="rect">
              <a:avLst/>
            </a:prstGeom>
          </p:spPr>
        </p:pic>
        <p:pic>
          <p:nvPicPr>
            <p:cNvPr id="24" name="Graphic 23">
              <a:extLst>
                <a:ext uri="{FF2B5EF4-FFF2-40B4-BE49-F238E27FC236}">
                  <a16:creationId xmlns:a16="http://schemas.microsoft.com/office/drawing/2014/main" id="{8F70EB8B-2FDA-4C8B-ADD6-5EA3B5D66A65}"/>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9309647" y="4248327"/>
              <a:ext cx="424896" cy="424895"/>
            </a:xfrm>
            <a:prstGeom prst="rect">
              <a:avLst/>
            </a:prstGeom>
          </p:spPr>
        </p:pic>
        <p:grpSp>
          <p:nvGrpSpPr>
            <p:cNvPr id="25" name="Graphic 88">
              <a:extLst>
                <a:ext uri="{FF2B5EF4-FFF2-40B4-BE49-F238E27FC236}">
                  <a16:creationId xmlns:a16="http://schemas.microsoft.com/office/drawing/2014/main" id="{68916B95-F36D-453C-BDF3-57A1DD3C03AE}"/>
                </a:ext>
              </a:extLst>
            </p:cNvPr>
            <p:cNvGrpSpPr/>
            <p:nvPr/>
          </p:nvGrpSpPr>
          <p:grpSpPr>
            <a:xfrm>
              <a:off x="8558562" y="4321877"/>
              <a:ext cx="296577" cy="315912"/>
              <a:chOff x="4734726" y="4771208"/>
              <a:chExt cx="398907" cy="424909"/>
            </a:xfrm>
          </p:grpSpPr>
          <p:sp>
            <p:nvSpPr>
              <p:cNvPr id="37" name="Freeform: Shape 36">
                <a:extLst>
                  <a:ext uri="{FF2B5EF4-FFF2-40B4-BE49-F238E27FC236}">
                    <a16:creationId xmlns:a16="http://schemas.microsoft.com/office/drawing/2014/main" id="{F8CCC264-1BE6-4555-AE34-6577790CE5D4}"/>
                  </a:ext>
                </a:extLst>
              </p:cNvPr>
              <p:cNvSpPr/>
              <p:nvPr/>
            </p:nvSpPr>
            <p:spPr>
              <a:xfrm>
                <a:off x="4734726" y="4983406"/>
                <a:ext cx="173736" cy="5715"/>
              </a:xfrm>
              <a:custGeom>
                <a:avLst/>
                <a:gdLst>
                  <a:gd name="connsiteX0" fmla="*/ 173736 w 173736"/>
                  <a:gd name="connsiteY0" fmla="*/ 0 h 5715"/>
                  <a:gd name="connsiteX1" fmla="*/ 0 w 173736"/>
                  <a:gd name="connsiteY1" fmla="*/ 0 h 5715"/>
                </a:gdLst>
                <a:ahLst/>
                <a:cxnLst>
                  <a:cxn ang="0">
                    <a:pos x="connsiteX0" y="connsiteY0"/>
                  </a:cxn>
                  <a:cxn ang="0">
                    <a:pos x="connsiteX1" y="connsiteY1"/>
                  </a:cxn>
                </a:cxnLst>
                <a:rect l="l" t="t" r="r" b="b"/>
                <a:pathLst>
                  <a:path w="173736" h="5715">
                    <a:moveTo>
                      <a:pt x="173736" y="0"/>
                    </a:moveTo>
                    <a:lnTo>
                      <a:pt x="0" y="0"/>
                    </a:lnTo>
                  </a:path>
                </a:pathLst>
              </a:custGeom>
              <a:ln w="9525" cap="flat">
                <a:solidFill>
                  <a:schemeClr val="bg1"/>
                </a:solidFill>
                <a:prstDash val="solid"/>
                <a:miter/>
              </a:ln>
            </p:spPr>
            <p:txBody>
              <a:bodyPr rtlCol="0" anchor="ctr"/>
              <a:lstStyle/>
              <a:p>
                <a:endParaRPr lang="en-CA" sz="2800"/>
              </a:p>
            </p:txBody>
          </p:sp>
          <p:sp>
            <p:nvSpPr>
              <p:cNvPr id="38" name="Freeform: Shape 37">
                <a:extLst>
                  <a:ext uri="{FF2B5EF4-FFF2-40B4-BE49-F238E27FC236}">
                    <a16:creationId xmlns:a16="http://schemas.microsoft.com/office/drawing/2014/main" id="{7B3C43BD-5A4B-4403-B811-0FB504F0B90E}"/>
                  </a:ext>
                </a:extLst>
              </p:cNvPr>
              <p:cNvSpPr/>
              <p:nvPr/>
            </p:nvSpPr>
            <p:spPr>
              <a:xfrm>
                <a:off x="4824223" y="4899338"/>
                <a:ext cx="84239" cy="168078"/>
              </a:xfrm>
              <a:custGeom>
                <a:avLst/>
                <a:gdLst>
                  <a:gd name="connsiteX0" fmla="*/ 0 w 84239"/>
                  <a:gd name="connsiteY0" fmla="*/ 0 h 168078"/>
                  <a:gd name="connsiteX1" fmla="*/ 84239 w 84239"/>
                  <a:gd name="connsiteY1" fmla="*/ 84068 h 168078"/>
                  <a:gd name="connsiteX2" fmla="*/ 0 w 84239"/>
                  <a:gd name="connsiteY2" fmla="*/ 168078 h 168078"/>
                </a:gdLst>
                <a:ahLst/>
                <a:cxnLst>
                  <a:cxn ang="0">
                    <a:pos x="connsiteX0" y="connsiteY0"/>
                  </a:cxn>
                  <a:cxn ang="0">
                    <a:pos x="connsiteX1" y="connsiteY1"/>
                  </a:cxn>
                  <a:cxn ang="0">
                    <a:pos x="connsiteX2" y="connsiteY2"/>
                  </a:cxn>
                </a:cxnLst>
                <a:rect l="l" t="t" r="r" b="b"/>
                <a:pathLst>
                  <a:path w="84239" h="168078">
                    <a:moveTo>
                      <a:pt x="0" y="0"/>
                    </a:moveTo>
                    <a:lnTo>
                      <a:pt x="84239" y="84068"/>
                    </a:lnTo>
                    <a:lnTo>
                      <a:pt x="0" y="168078"/>
                    </a:lnTo>
                  </a:path>
                </a:pathLst>
              </a:custGeom>
              <a:noFill/>
              <a:ln w="9525" cap="flat">
                <a:solidFill>
                  <a:schemeClr val="bg1"/>
                </a:solidFill>
                <a:prstDash val="solid"/>
                <a:miter/>
              </a:ln>
            </p:spPr>
            <p:txBody>
              <a:bodyPr rtlCol="0" anchor="ctr"/>
              <a:lstStyle/>
              <a:p>
                <a:endParaRPr lang="en-CA" sz="2800"/>
              </a:p>
            </p:txBody>
          </p:sp>
          <p:sp>
            <p:nvSpPr>
              <p:cNvPr id="39" name="Freeform: Shape 38">
                <a:extLst>
                  <a:ext uri="{FF2B5EF4-FFF2-40B4-BE49-F238E27FC236}">
                    <a16:creationId xmlns:a16="http://schemas.microsoft.com/office/drawing/2014/main" id="{AB038449-562D-439C-9A8B-1FA1D7F65967}"/>
                  </a:ext>
                </a:extLst>
              </p:cNvPr>
              <p:cNvSpPr/>
              <p:nvPr/>
            </p:nvSpPr>
            <p:spPr>
              <a:xfrm>
                <a:off x="4857256" y="4771550"/>
                <a:ext cx="271748" cy="424567"/>
              </a:xfrm>
              <a:custGeom>
                <a:avLst/>
                <a:gdLst>
                  <a:gd name="connsiteX0" fmla="*/ 0 w 271748"/>
                  <a:gd name="connsiteY0" fmla="*/ 91440 h 424567"/>
                  <a:gd name="connsiteX1" fmla="*/ 0 w 271748"/>
                  <a:gd name="connsiteY1" fmla="*/ 0 h 424567"/>
                  <a:gd name="connsiteX2" fmla="*/ 271748 w 271748"/>
                  <a:gd name="connsiteY2" fmla="*/ 0 h 424567"/>
                  <a:gd name="connsiteX3" fmla="*/ 271748 w 271748"/>
                  <a:gd name="connsiteY3" fmla="*/ 424567 h 424567"/>
                  <a:gd name="connsiteX4" fmla="*/ 0 w 271748"/>
                  <a:gd name="connsiteY4" fmla="*/ 424567 h 424567"/>
                  <a:gd name="connsiteX5" fmla="*/ 0 w 271748"/>
                  <a:gd name="connsiteY5" fmla="*/ 333470 h 424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748" h="424567">
                    <a:moveTo>
                      <a:pt x="0" y="91440"/>
                    </a:moveTo>
                    <a:lnTo>
                      <a:pt x="0" y="0"/>
                    </a:lnTo>
                    <a:lnTo>
                      <a:pt x="271748" y="0"/>
                    </a:lnTo>
                    <a:lnTo>
                      <a:pt x="271748" y="424567"/>
                    </a:lnTo>
                    <a:lnTo>
                      <a:pt x="0" y="424567"/>
                    </a:lnTo>
                    <a:lnTo>
                      <a:pt x="0" y="333470"/>
                    </a:lnTo>
                  </a:path>
                </a:pathLst>
              </a:custGeom>
              <a:noFill/>
              <a:ln w="9525" cap="flat">
                <a:solidFill>
                  <a:schemeClr val="bg1"/>
                </a:solidFill>
                <a:prstDash val="solid"/>
                <a:miter/>
              </a:ln>
            </p:spPr>
            <p:txBody>
              <a:bodyPr rtlCol="0" anchor="ctr"/>
              <a:lstStyle/>
              <a:p>
                <a:endParaRPr lang="en-CA" sz="2800"/>
              </a:p>
            </p:txBody>
          </p:sp>
          <p:sp>
            <p:nvSpPr>
              <p:cNvPr id="40" name="Freeform: Shape 39">
                <a:extLst>
                  <a:ext uri="{FF2B5EF4-FFF2-40B4-BE49-F238E27FC236}">
                    <a16:creationId xmlns:a16="http://schemas.microsoft.com/office/drawing/2014/main" id="{12BECAFE-F7A9-4CD5-8BEE-19984DBD58A5}"/>
                  </a:ext>
                </a:extLst>
              </p:cNvPr>
              <p:cNvSpPr/>
              <p:nvPr/>
            </p:nvSpPr>
            <p:spPr>
              <a:xfrm>
                <a:off x="4988644" y="4771208"/>
                <a:ext cx="144989" cy="424338"/>
              </a:xfrm>
              <a:custGeom>
                <a:avLst/>
                <a:gdLst>
                  <a:gd name="connsiteX0" fmla="*/ 133560 w 144989"/>
                  <a:gd name="connsiteY0" fmla="*/ 17888 h 424338"/>
                  <a:gd name="connsiteX1" fmla="*/ 133560 w 144989"/>
                  <a:gd name="connsiteY1" fmla="*/ 406508 h 424338"/>
                  <a:gd name="connsiteX2" fmla="*/ 11430 w 144989"/>
                  <a:gd name="connsiteY2" fmla="*/ 349872 h 424338"/>
                  <a:gd name="connsiteX3" fmla="*/ 11430 w 144989"/>
                  <a:gd name="connsiteY3" fmla="*/ 74466 h 424338"/>
                  <a:gd name="connsiteX4" fmla="*/ 133560 w 144989"/>
                  <a:gd name="connsiteY4" fmla="*/ 17888 h 424338"/>
                  <a:gd name="connsiteX5" fmla="*/ 144990 w 144989"/>
                  <a:gd name="connsiteY5" fmla="*/ 0 h 424338"/>
                  <a:gd name="connsiteX6" fmla="*/ 0 w 144989"/>
                  <a:gd name="connsiteY6" fmla="*/ 67151 h 424338"/>
                  <a:gd name="connsiteX7" fmla="*/ 0 w 144989"/>
                  <a:gd name="connsiteY7" fmla="*/ 357188 h 424338"/>
                  <a:gd name="connsiteX8" fmla="*/ 144990 w 144989"/>
                  <a:gd name="connsiteY8" fmla="*/ 424339 h 424338"/>
                  <a:gd name="connsiteX9" fmla="*/ 144990 w 144989"/>
                  <a:gd name="connsiteY9" fmla="*/ 0 h 42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4989" h="424338">
                    <a:moveTo>
                      <a:pt x="133560" y="17888"/>
                    </a:moveTo>
                    <a:lnTo>
                      <a:pt x="133560" y="406508"/>
                    </a:lnTo>
                    <a:lnTo>
                      <a:pt x="11430" y="349872"/>
                    </a:lnTo>
                    <a:lnTo>
                      <a:pt x="11430" y="74466"/>
                    </a:lnTo>
                    <a:lnTo>
                      <a:pt x="133560" y="17888"/>
                    </a:lnTo>
                    <a:moveTo>
                      <a:pt x="144990" y="0"/>
                    </a:moveTo>
                    <a:lnTo>
                      <a:pt x="0" y="67151"/>
                    </a:lnTo>
                    <a:lnTo>
                      <a:pt x="0" y="357188"/>
                    </a:lnTo>
                    <a:lnTo>
                      <a:pt x="144990" y="424339"/>
                    </a:lnTo>
                    <a:lnTo>
                      <a:pt x="144990" y="0"/>
                    </a:lnTo>
                    <a:close/>
                  </a:path>
                </a:pathLst>
              </a:custGeom>
              <a:solidFill>
                <a:schemeClr val="tx1"/>
              </a:solidFill>
              <a:ln w="9525" cap="flat">
                <a:solidFill>
                  <a:schemeClr val="bg1"/>
                </a:solidFill>
                <a:prstDash val="solid"/>
                <a:miter/>
              </a:ln>
            </p:spPr>
            <p:txBody>
              <a:bodyPr rtlCol="0" anchor="ctr"/>
              <a:lstStyle/>
              <a:p>
                <a:endParaRPr lang="en-CA" sz="2800"/>
              </a:p>
            </p:txBody>
          </p:sp>
          <p:sp>
            <p:nvSpPr>
              <p:cNvPr id="41" name="Freeform: Shape 40">
                <a:extLst>
                  <a:ext uri="{FF2B5EF4-FFF2-40B4-BE49-F238E27FC236}">
                    <a16:creationId xmlns:a16="http://schemas.microsoft.com/office/drawing/2014/main" id="{0117D21D-0825-4D05-97DD-69F012CA8863}"/>
                  </a:ext>
                </a:extLst>
              </p:cNvPr>
              <p:cNvSpPr/>
              <p:nvPr/>
            </p:nvSpPr>
            <p:spPr>
              <a:xfrm>
                <a:off x="5020819" y="4973976"/>
                <a:ext cx="35890" cy="5715"/>
              </a:xfrm>
              <a:custGeom>
                <a:avLst/>
                <a:gdLst>
                  <a:gd name="connsiteX0" fmla="*/ 0 w 35890"/>
                  <a:gd name="connsiteY0" fmla="*/ 0 h 5715"/>
                  <a:gd name="connsiteX1" fmla="*/ 35890 w 35890"/>
                  <a:gd name="connsiteY1" fmla="*/ 0 h 5715"/>
                </a:gdLst>
                <a:ahLst/>
                <a:cxnLst>
                  <a:cxn ang="0">
                    <a:pos x="connsiteX0" y="connsiteY0"/>
                  </a:cxn>
                  <a:cxn ang="0">
                    <a:pos x="connsiteX1" y="connsiteY1"/>
                  </a:cxn>
                </a:cxnLst>
                <a:rect l="l" t="t" r="r" b="b"/>
                <a:pathLst>
                  <a:path w="35890" h="5715">
                    <a:moveTo>
                      <a:pt x="0" y="0"/>
                    </a:moveTo>
                    <a:lnTo>
                      <a:pt x="35890" y="0"/>
                    </a:lnTo>
                  </a:path>
                </a:pathLst>
              </a:custGeom>
              <a:ln w="9525" cap="flat">
                <a:solidFill>
                  <a:schemeClr val="bg1"/>
                </a:solidFill>
                <a:prstDash val="solid"/>
                <a:miter/>
              </a:ln>
            </p:spPr>
            <p:txBody>
              <a:bodyPr rtlCol="0" anchor="ctr"/>
              <a:lstStyle/>
              <a:p>
                <a:endParaRPr lang="en-CA" sz="2800"/>
              </a:p>
            </p:txBody>
          </p:sp>
        </p:grpSp>
        <p:pic>
          <p:nvPicPr>
            <p:cNvPr id="26" name="Graphic 25">
              <a:extLst>
                <a:ext uri="{FF2B5EF4-FFF2-40B4-BE49-F238E27FC236}">
                  <a16:creationId xmlns:a16="http://schemas.microsoft.com/office/drawing/2014/main" id="{FEBB2961-D657-41FF-B542-88866DC15F36}"/>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963101" y="2928841"/>
              <a:ext cx="424896" cy="424895"/>
            </a:xfrm>
            <a:prstGeom prst="rect">
              <a:avLst/>
            </a:prstGeom>
          </p:spPr>
        </p:pic>
        <p:sp>
          <p:nvSpPr>
            <p:cNvPr id="44" name="TextBox 43">
              <a:extLst>
                <a:ext uri="{FF2B5EF4-FFF2-40B4-BE49-F238E27FC236}">
                  <a16:creationId xmlns:a16="http://schemas.microsoft.com/office/drawing/2014/main" id="{A2E9F000-03A8-4BB0-8241-A92EB53C9E22}"/>
                </a:ext>
              </a:extLst>
            </p:cNvPr>
            <p:cNvSpPr txBox="1"/>
            <p:nvPr/>
          </p:nvSpPr>
          <p:spPr>
            <a:xfrm>
              <a:off x="9434626" y="1554611"/>
              <a:ext cx="1199797" cy="369332"/>
            </a:xfrm>
            <a:prstGeom prst="rect">
              <a:avLst/>
            </a:prstGeom>
            <a:noFill/>
          </p:spPr>
          <p:txBody>
            <a:bodyPr wrap="square" lIns="0" tIns="0" rIns="0" bIns="0" rtlCol="0">
              <a:spAutoFit/>
            </a:bodyPr>
            <a:lstStyle/>
            <a:p>
              <a:pPr algn="ctr"/>
              <a:r>
                <a:rPr lang="en-CA" sz="1200"/>
                <a:t>Sales &amp; Leasing Brokerage</a:t>
              </a:r>
            </a:p>
          </p:txBody>
        </p:sp>
        <p:sp>
          <p:nvSpPr>
            <p:cNvPr id="46" name="TextBox 45">
              <a:extLst>
                <a:ext uri="{FF2B5EF4-FFF2-40B4-BE49-F238E27FC236}">
                  <a16:creationId xmlns:a16="http://schemas.microsoft.com/office/drawing/2014/main" id="{A504EB8E-02EA-4EB5-A72D-621A724C5148}"/>
                </a:ext>
              </a:extLst>
            </p:cNvPr>
            <p:cNvSpPr txBox="1"/>
            <p:nvPr/>
          </p:nvSpPr>
          <p:spPr>
            <a:xfrm>
              <a:off x="10583195" y="2626851"/>
              <a:ext cx="969147" cy="369332"/>
            </a:xfrm>
            <a:prstGeom prst="rect">
              <a:avLst/>
            </a:prstGeom>
            <a:noFill/>
          </p:spPr>
          <p:txBody>
            <a:bodyPr wrap="square" lIns="0" tIns="0" rIns="0" bIns="0" rtlCol="0">
              <a:spAutoFit/>
            </a:bodyPr>
            <a:lstStyle/>
            <a:p>
              <a:pPr algn="ctr"/>
              <a:r>
                <a:rPr lang="en-CA" sz="1200"/>
                <a:t>Occupier</a:t>
              </a:r>
              <a:br>
                <a:rPr lang="en-CA" sz="1200"/>
              </a:br>
              <a:r>
                <a:rPr lang="en-CA" sz="1200"/>
                <a:t>Services</a:t>
              </a:r>
            </a:p>
          </p:txBody>
        </p:sp>
        <p:sp>
          <p:nvSpPr>
            <p:cNvPr id="47" name="TextBox 46">
              <a:extLst>
                <a:ext uri="{FF2B5EF4-FFF2-40B4-BE49-F238E27FC236}">
                  <a16:creationId xmlns:a16="http://schemas.microsoft.com/office/drawing/2014/main" id="{CCA949B2-8F87-4F27-846A-0C2BBB96E387}"/>
                </a:ext>
              </a:extLst>
            </p:cNvPr>
            <p:cNvSpPr txBox="1"/>
            <p:nvPr/>
          </p:nvSpPr>
          <p:spPr>
            <a:xfrm>
              <a:off x="6539042" y="2467836"/>
              <a:ext cx="969147" cy="553999"/>
            </a:xfrm>
            <a:prstGeom prst="rect">
              <a:avLst/>
            </a:prstGeom>
            <a:noFill/>
          </p:spPr>
          <p:txBody>
            <a:bodyPr wrap="square" lIns="0" tIns="0" rIns="0" bIns="0" rtlCol="0">
              <a:spAutoFit/>
            </a:bodyPr>
            <a:lstStyle/>
            <a:p>
              <a:pPr algn="ctr"/>
              <a:r>
                <a:rPr lang="en-CA" sz="1200"/>
                <a:t>Property Appraisal &amp; </a:t>
              </a:r>
              <a:br>
                <a:rPr lang="en-CA" sz="1200"/>
              </a:br>
              <a:r>
                <a:rPr lang="en-CA" sz="1200"/>
                <a:t>Tax Services</a:t>
              </a:r>
            </a:p>
          </p:txBody>
        </p:sp>
        <p:sp>
          <p:nvSpPr>
            <p:cNvPr id="48" name="TextBox 47">
              <a:extLst>
                <a:ext uri="{FF2B5EF4-FFF2-40B4-BE49-F238E27FC236}">
                  <a16:creationId xmlns:a16="http://schemas.microsoft.com/office/drawing/2014/main" id="{750885DA-859E-4C1C-AAC0-E1386042506B}"/>
                </a:ext>
              </a:extLst>
            </p:cNvPr>
            <p:cNvSpPr txBox="1"/>
            <p:nvPr/>
          </p:nvSpPr>
          <p:spPr>
            <a:xfrm>
              <a:off x="7454904" y="5081534"/>
              <a:ext cx="1439668" cy="553999"/>
            </a:xfrm>
            <a:prstGeom prst="rect">
              <a:avLst/>
            </a:prstGeom>
            <a:noFill/>
          </p:spPr>
          <p:txBody>
            <a:bodyPr wrap="square" lIns="0" tIns="0" rIns="0" bIns="0" rtlCol="0">
              <a:spAutoFit/>
            </a:bodyPr>
            <a:lstStyle/>
            <a:p>
              <a:pPr algn="ctr"/>
              <a:r>
                <a:rPr lang="en-CA" sz="1200"/>
                <a:t>Real Estate Management </a:t>
              </a:r>
              <a:br>
                <a:rPr lang="en-CA" sz="1200"/>
              </a:br>
              <a:r>
                <a:rPr lang="en-CA" sz="1200"/>
                <a:t>Services</a:t>
              </a:r>
            </a:p>
          </p:txBody>
        </p:sp>
        <p:sp>
          <p:nvSpPr>
            <p:cNvPr id="49" name="TextBox 48">
              <a:extLst>
                <a:ext uri="{FF2B5EF4-FFF2-40B4-BE49-F238E27FC236}">
                  <a16:creationId xmlns:a16="http://schemas.microsoft.com/office/drawing/2014/main" id="{E142B661-AD19-403E-BDE1-0D9DF0818C4C}"/>
                </a:ext>
              </a:extLst>
            </p:cNvPr>
            <p:cNvSpPr txBox="1"/>
            <p:nvPr/>
          </p:nvSpPr>
          <p:spPr>
            <a:xfrm>
              <a:off x="10535481" y="4078712"/>
              <a:ext cx="969147" cy="369332"/>
            </a:xfrm>
            <a:prstGeom prst="rect">
              <a:avLst/>
            </a:prstGeom>
            <a:noFill/>
          </p:spPr>
          <p:txBody>
            <a:bodyPr wrap="square" lIns="0" tIns="0" rIns="0" bIns="0" rtlCol="0">
              <a:spAutoFit/>
            </a:bodyPr>
            <a:lstStyle/>
            <a:p>
              <a:pPr algn="ctr"/>
              <a:r>
                <a:rPr lang="en-CA" sz="1200"/>
                <a:t>Capital Markets</a:t>
              </a:r>
            </a:p>
          </p:txBody>
        </p:sp>
        <p:sp>
          <p:nvSpPr>
            <p:cNvPr id="51" name="TextBox 50">
              <a:extLst>
                <a:ext uri="{FF2B5EF4-FFF2-40B4-BE49-F238E27FC236}">
                  <a16:creationId xmlns:a16="http://schemas.microsoft.com/office/drawing/2014/main" id="{2440F25C-4617-4531-834C-FA504F23A07E}"/>
                </a:ext>
              </a:extLst>
            </p:cNvPr>
            <p:cNvSpPr txBox="1"/>
            <p:nvPr/>
          </p:nvSpPr>
          <p:spPr>
            <a:xfrm>
              <a:off x="9754147" y="5093257"/>
              <a:ext cx="969147" cy="369332"/>
            </a:xfrm>
            <a:prstGeom prst="rect">
              <a:avLst/>
            </a:prstGeom>
            <a:noFill/>
          </p:spPr>
          <p:txBody>
            <a:bodyPr wrap="square" lIns="0" tIns="0" rIns="0" bIns="0" rtlCol="0">
              <a:spAutoFit/>
            </a:bodyPr>
            <a:lstStyle/>
            <a:p>
              <a:pPr algn="ctr"/>
              <a:r>
                <a:rPr lang="en-CA" sz="1200"/>
                <a:t>Project Leadership</a:t>
              </a:r>
            </a:p>
          </p:txBody>
        </p:sp>
        <p:grpSp>
          <p:nvGrpSpPr>
            <p:cNvPr id="55" name="Graphic 53">
              <a:extLst>
                <a:ext uri="{FF2B5EF4-FFF2-40B4-BE49-F238E27FC236}">
                  <a16:creationId xmlns:a16="http://schemas.microsoft.com/office/drawing/2014/main" id="{18EC6FB0-A417-6A48-9B2C-0110A3CB39D1}"/>
                </a:ext>
              </a:extLst>
            </p:cNvPr>
            <p:cNvGrpSpPr/>
            <p:nvPr/>
          </p:nvGrpSpPr>
          <p:grpSpPr>
            <a:xfrm>
              <a:off x="9360677" y="2385722"/>
              <a:ext cx="356548" cy="338379"/>
              <a:chOff x="5750242" y="3075622"/>
              <a:chExt cx="708296" cy="672204"/>
            </a:xfrm>
            <a:noFill/>
          </p:grpSpPr>
          <p:sp>
            <p:nvSpPr>
              <p:cNvPr id="56" name="Freeform 55">
                <a:extLst>
                  <a:ext uri="{FF2B5EF4-FFF2-40B4-BE49-F238E27FC236}">
                    <a16:creationId xmlns:a16="http://schemas.microsoft.com/office/drawing/2014/main" id="{23826939-F9D7-DC46-B346-7B76F8698866}"/>
                  </a:ext>
                </a:extLst>
              </p:cNvPr>
              <p:cNvSpPr/>
              <p:nvPr/>
            </p:nvSpPr>
            <p:spPr>
              <a:xfrm>
                <a:off x="5878830" y="3554614"/>
                <a:ext cx="393302" cy="138327"/>
              </a:xfrm>
              <a:custGeom>
                <a:avLst/>
                <a:gdLst>
                  <a:gd name="connsiteX0" fmla="*/ 0 w 393302"/>
                  <a:gd name="connsiteY0" fmla="*/ 2973 h 138327"/>
                  <a:gd name="connsiteX1" fmla="*/ 194310 w 393302"/>
                  <a:gd name="connsiteY1" fmla="*/ 8688 h 138327"/>
                  <a:gd name="connsiteX2" fmla="*/ 365760 w 393302"/>
                  <a:gd name="connsiteY2" fmla="*/ 60123 h 138327"/>
                  <a:gd name="connsiteX3" fmla="*/ 343853 w 393302"/>
                  <a:gd name="connsiteY3" fmla="*/ 136323 h 138327"/>
                  <a:gd name="connsiteX4" fmla="*/ 163830 w 393302"/>
                  <a:gd name="connsiteY4" fmla="*/ 82031 h 138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302" h="138327">
                    <a:moveTo>
                      <a:pt x="0" y="2973"/>
                    </a:moveTo>
                    <a:cubicBezTo>
                      <a:pt x="87630" y="-2742"/>
                      <a:pt x="166688" y="116"/>
                      <a:pt x="194310" y="8688"/>
                    </a:cubicBezTo>
                    <a:lnTo>
                      <a:pt x="365760" y="60123"/>
                    </a:lnTo>
                    <a:cubicBezTo>
                      <a:pt x="414337" y="75363"/>
                      <a:pt x="393383" y="151563"/>
                      <a:pt x="343853" y="136323"/>
                    </a:cubicBezTo>
                    <a:lnTo>
                      <a:pt x="163830" y="82031"/>
                    </a:lnTo>
                  </a:path>
                </a:pathLst>
              </a:custGeom>
              <a:noFill/>
              <a:ln w="9525" cap="flat">
                <a:solidFill>
                  <a:schemeClr val="bg1"/>
                </a:solidFill>
                <a:prstDash val="solid"/>
                <a:miter/>
              </a:ln>
            </p:spPr>
            <p:txBody>
              <a:bodyPr rtlCol="0" anchor="ctr"/>
              <a:lstStyle/>
              <a:p>
                <a:endParaRPr lang="en-CA" sz="2800"/>
              </a:p>
            </p:txBody>
          </p:sp>
          <p:sp>
            <p:nvSpPr>
              <p:cNvPr id="57" name="Freeform 56">
                <a:extLst>
                  <a:ext uri="{FF2B5EF4-FFF2-40B4-BE49-F238E27FC236}">
                    <a16:creationId xmlns:a16="http://schemas.microsoft.com/office/drawing/2014/main" id="{989161DC-C496-C646-9751-A25931A9FA7B}"/>
                  </a:ext>
                </a:extLst>
              </p:cNvPr>
              <p:cNvSpPr/>
              <p:nvPr/>
            </p:nvSpPr>
            <p:spPr>
              <a:xfrm>
                <a:off x="5875019" y="3574133"/>
                <a:ext cx="583519" cy="173693"/>
              </a:xfrm>
              <a:custGeom>
                <a:avLst/>
                <a:gdLst>
                  <a:gd name="connsiteX0" fmla="*/ 394335 w 583519"/>
                  <a:gd name="connsiteY0" fmla="*/ 66322 h 173693"/>
                  <a:gd name="connsiteX1" fmla="*/ 527685 w 583519"/>
                  <a:gd name="connsiteY1" fmla="*/ 4409 h 173693"/>
                  <a:gd name="connsiteX2" fmla="*/ 561023 w 583519"/>
                  <a:gd name="connsiteY2" fmla="*/ 75847 h 173693"/>
                  <a:gd name="connsiteX3" fmla="*/ 380047 w 583519"/>
                  <a:gd name="connsiteY3" fmla="*/ 159667 h 173693"/>
                  <a:gd name="connsiteX4" fmla="*/ 89535 w 583519"/>
                  <a:gd name="connsiteY4" fmla="*/ 127282 h 173693"/>
                  <a:gd name="connsiteX5" fmla="*/ 0 w 583519"/>
                  <a:gd name="connsiteY5" fmla="*/ 125377 h 173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3519" h="173693">
                    <a:moveTo>
                      <a:pt x="394335" y="66322"/>
                    </a:moveTo>
                    <a:lnTo>
                      <a:pt x="527685" y="4409"/>
                    </a:lnTo>
                    <a:cubicBezTo>
                      <a:pt x="576263" y="-18451"/>
                      <a:pt x="606743" y="53940"/>
                      <a:pt x="561023" y="75847"/>
                    </a:cubicBezTo>
                    <a:lnTo>
                      <a:pt x="380047" y="159667"/>
                    </a:lnTo>
                    <a:cubicBezTo>
                      <a:pt x="348615" y="173954"/>
                      <a:pt x="237173" y="193004"/>
                      <a:pt x="89535" y="127282"/>
                    </a:cubicBezTo>
                    <a:cubicBezTo>
                      <a:pt x="62865" y="115852"/>
                      <a:pt x="30480" y="120615"/>
                      <a:pt x="0" y="125377"/>
                    </a:cubicBezTo>
                  </a:path>
                </a:pathLst>
              </a:custGeom>
              <a:noFill/>
              <a:ln w="9525" cap="flat">
                <a:solidFill>
                  <a:schemeClr val="bg1"/>
                </a:solidFill>
                <a:prstDash val="solid"/>
                <a:miter/>
              </a:ln>
            </p:spPr>
            <p:txBody>
              <a:bodyPr rtlCol="0" anchor="ctr"/>
              <a:lstStyle/>
              <a:p>
                <a:endParaRPr lang="en-CA" sz="2800"/>
              </a:p>
            </p:txBody>
          </p:sp>
          <p:sp>
            <p:nvSpPr>
              <p:cNvPr id="59" name="Freeform 58">
                <a:extLst>
                  <a:ext uri="{FF2B5EF4-FFF2-40B4-BE49-F238E27FC236}">
                    <a16:creationId xmlns:a16="http://schemas.microsoft.com/office/drawing/2014/main" id="{1145A278-EA03-1F47-BD51-584320CB15DF}"/>
                  </a:ext>
                </a:extLst>
              </p:cNvPr>
              <p:cNvSpPr/>
              <p:nvPr/>
            </p:nvSpPr>
            <p:spPr>
              <a:xfrm>
                <a:off x="5750242" y="3525202"/>
                <a:ext cx="131445" cy="200025"/>
              </a:xfrm>
              <a:custGeom>
                <a:avLst/>
                <a:gdLst>
                  <a:gd name="connsiteX0" fmla="*/ 0 w 131445"/>
                  <a:gd name="connsiteY0" fmla="*/ 10478 h 200025"/>
                  <a:gd name="connsiteX1" fmla="*/ 0 w 131445"/>
                  <a:gd name="connsiteY1" fmla="*/ 0 h 200025"/>
                  <a:gd name="connsiteX2" fmla="*/ 131445 w 131445"/>
                  <a:gd name="connsiteY2" fmla="*/ 0 h 200025"/>
                  <a:gd name="connsiteX3" fmla="*/ 131445 w 131445"/>
                  <a:gd name="connsiteY3" fmla="*/ 200025 h 200025"/>
                  <a:gd name="connsiteX4" fmla="*/ 0 w 131445"/>
                  <a:gd name="connsiteY4" fmla="*/ 200025 h 200025"/>
                  <a:gd name="connsiteX5" fmla="*/ 0 w 131445"/>
                  <a:gd name="connsiteY5" fmla="*/ 114300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1445" h="200025">
                    <a:moveTo>
                      <a:pt x="0" y="10478"/>
                    </a:moveTo>
                    <a:lnTo>
                      <a:pt x="0" y="0"/>
                    </a:lnTo>
                    <a:lnTo>
                      <a:pt x="131445" y="0"/>
                    </a:lnTo>
                    <a:lnTo>
                      <a:pt x="131445" y="200025"/>
                    </a:lnTo>
                    <a:lnTo>
                      <a:pt x="0" y="200025"/>
                    </a:lnTo>
                    <a:lnTo>
                      <a:pt x="0" y="114300"/>
                    </a:lnTo>
                  </a:path>
                </a:pathLst>
              </a:custGeom>
              <a:noFill/>
              <a:ln w="9525" cap="flat">
                <a:solidFill>
                  <a:schemeClr val="bg1"/>
                </a:solidFill>
                <a:prstDash val="solid"/>
                <a:miter/>
              </a:ln>
            </p:spPr>
            <p:txBody>
              <a:bodyPr rtlCol="0" anchor="ctr"/>
              <a:lstStyle/>
              <a:p>
                <a:endParaRPr lang="en-CA" sz="2800"/>
              </a:p>
            </p:txBody>
          </p:sp>
          <p:sp>
            <p:nvSpPr>
              <p:cNvPr id="60" name="Freeform 59">
                <a:extLst>
                  <a:ext uri="{FF2B5EF4-FFF2-40B4-BE49-F238E27FC236}">
                    <a16:creationId xmlns:a16="http://schemas.microsoft.com/office/drawing/2014/main" id="{8AD60C84-060E-FC46-A797-82BDC323347C}"/>
                  </a:ext>
                </a:extLst>
              </p:cNvPr>
              <p:cNvSpPr/>
              <p:nvPr/>
            </p:nvSpPr>
            <p:spPr>
              <a:xfrm>
                <a:off x="5928359" y="3075622"/>
                <a:ext cx="325754" cy="347662"/>
              </a:xfrm>
              <a:custGeom>
                <a:avLst/>
                <a:gdLst>
                  <a:gd name="connsiteX0" fmla="*/ 78105 w 325754"/>
                  <a:gd name="connsiteY0" fmla="*/ 56197 h 347662"/>
                  <a:gd name="connsiteX1" fmla="*/ 78105 w 325754"/>
                  <a:gd name="connsiteY1" fmla="*/ 85725 h 347662"/>
                  <a:gd name="connsiteX2" fmla="*/ 48578 w 325754"/>
                  <a:gd name="connsiteY2" fmla="*/ 85725 h 347662"/>
                  <a:gd name="connsiteX3" fmla="*/ 48578 w 325754"/>
                  <a:gd name="connsiteY3" fmla="*/ 56197 h 347662"/>
                  <a:gd name="connsiteX4" fmla="*/ 78105 w 325754"/>
                  <a:gd name="connsiteY4" fmla="*/ 56197 h 347662"/>
                  <a:gd name="connsiteX5" fmla="*/ 265748 w 325754"/>
                  <a:gd name="connsiteY5" fmla="*/ 258128 h 347662"/>
                  <a:gd name="connsiteX6" fmla="*/ 260033 w 325754"/>
                  <a:gd name="connsiteY6" fmla="*/ 225742 h 347662"/>
                  <a:gd name="connsiteX7" fmla="*/ 218123 w 325754"/>
                  <a:gd name="connsiteY7" fmla="*/ 213360 h 347662"/>
                  <a:gd name="connsiteX8" fmla="*/ 209550 w 325754"/>
                  <a:gd name="connsiteY8" fmla="*/ 165735 h 347662"/>
                  <a:gd name="connsiteX9" fmla="*/ 167640 w 325754"/>
                  <a:gd name="connsiteY9" fmla="*/ 123825 h 347662"/>
                  <a:gd name="connsiteX10" fmla="*/ 149542 w 325754"/>
                  <a:gd name="connsiteY10" fmla="*/ 25718 h 347662"/>
                  <a:gd name="connsiteX11" fmla="*/ 25717 w 325754"/>
                  <a:gd name="connsiteY11" fmla="*/ 25718 h 347662"/>
                  <a:gd name="connsiteX12" fmla="*/ 25717 w 325754"/>
                  <a:gd name="connsiteY12" fmla="*/ 149543 h 347662"/>
                  <a:gd name="connsiteX13" fmla="*/ 117158 w 325754"/>
                  <a:gd name="connsiteY13" fmla="*/ 169545 h 347662"/>
                  <a:gd name="connsiteX14" fmla="*/ 295275 w 325754"/>
                  <a:gd name="connsiteY14" fmla="*/ 347663 h 347662"/>
                  <a:gd name="connsiteX15" fmla="*/ 325755 w 325754"/>
                  <a:gd name="connsiteY15" fmla="*/ 334328 h 347662"/>
                  <a:gd name="connsiteX16" fmla="*/ 323850 w 325754"/>
                  <a:gd name="connsiteY16" fmla="*/ 283845 h 34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5754" h="347662">
                    <a:moveTo>
                      <a:pt x="78105" y="56197"/>
                    </a:moveTo>
                    <a:cubicBezTo>
                      <a:pt x="85725" y="63818"/>
                      <a:pt x="85725" y="77153"/>
                      <a:pt x="78105" y="85725"/>
                    </a:cubicBezTo>
                    <a:cubicBezTo>
                      <a:pt x="70485" y="93345"/>
                      <a:pt x="57150" y="93345"/>
                      <a:pt x="48578" y="85725"/>
                    </a:cubicBezTo>
                    <a:cubicBezTo>
                      <a:pt x="40958" y="78105"/>
                      <a:pt x="40958" y="64770"/>
                      <a:pt x="48578" y="56197"/>
                    </a:cubicBezTo>
                    <a:cubicBezTo>
                      <a:pt x="57150" y="48578"/>
                      <a:pt x="69533" y="48578"/>
                      <a:pt x="78105" y="56197"/>
                    </a:cubicBezTo>
                    <a:close/>
                    <a:moveTo>
                      <a:pt x="265748" y="258128"/>
                    </a:moveTo>
                    <a:lnTo>
                      <a:pt x="260033" y="225742"/>
                    </a:lnTo>
                    <a:lnTo>
                      <a:pt x="218123" y="213360"/>
                    </a:lnTo>
                    <a:lnTo>
                      <a:pt x="209550" y="165735"/>
                    </a:lnTo>
                    <a:lnTo>
                      <a:pt x="167640" y="123825"/>
                    </a:lnTo>
                    <a:cubicBezTo>
                      <a:pt x="181928" y="91440"/>
                      <a:pt x="176213" y="52387"/>
                      <a:pt x="149542" y="25718"/>
                    </a:cubicBezTo>
                    <a:cubicBezTo>
                      <a:pt x="115253" y="-8573"/>
                      <a:pt x="60008" y="-8573"/>
                      <a:pt x="25717" y="25718"/>
                    </a:cubicBezTo>
                    <a:cubicBezTo>
                      <a:pt x="-8572" y="60008"/>
                      <a:pt x="-8572" y="115253"/>
                      <a:pt x="25717" y="149543"/>
                    </a:cubicBezTo>
                    <a:cubicBezTo>
                      <a:pt x="50483" y="174308"/>
                      <a:pt x="86678" y="180975"/>
                      <a:pt x="117158" y="169545"/>
                    </a:cubicBezTo>
                    <a:lnTo>
                      <a:pt x="295275" y="347663"/>
                    </a:lnTo>
                    <a:lnTo>
                      <a:pt x="325755" y="334328"/>
                    </a:lnTo>
                    <a:lnTo>
                      <a:pt x="323850" y="283845"/>
                    </a:lnTo>
                  </a:path>
                </a:pathLst>
              </a:custGeom>
              <a:noFill/>
              <a:ln w="9525" cap="flat">
                <a:solidFill>
                  <a:schemeClr val="bg1"/>
                </a:solidFill>
                <a:prstDash val="solid"/>
                <a:miter/>
              </a:ln>
            </p:spPr>
            <p:txBody>
              <a:bodyPr rtlCol="0" anchor="ctr"/>
              <a:lstStyle/>
              <a:p>
                <a:endParaRPr lang="en-CA" sz="2800"/>
              </a:p>
            </p:txBody>
          </p:sp>
        </p:grpSp>
        <p:sp>
          <p:nvSpPr>
            <p:cNvPr id="64" name="TextBox 63">
              <a:extLst>
                <a:ext uri="{FF2B5EF4-FFF2-40B4-BE49-F238E27FC236}">
                  <a16:creationId xmlns:a16="http://schemas.microsoft.com/office/drawing/2014/main" id="{DC0D4E0E-0571-2F42-8604-F5B5F255D4CC}"/>
                </a:ext>
              </a:extLst>
            </p:cNvPr>
            <p:cNvSpPr txBox="1"/>
            <p:nvPr/>
          </p:nvSpPr>
          <p:spPr>
            <a:xfrm>
              <a:off x="7825961" y="1495995"/>
              <a:ext cx="969147" cy="369332"/>
            </a:xfrm>
            <a:prstGeom prst="rect">
              <a:avLst/>
            </a:prstGeom>
            <a:noFill/>
          </p:spPr>
          <p:txBody>
            <a:bodyPr wrap="square" lIns="0" tIns="0" rIns="0" bIns="0" rtlCol="0">
              <a:spAutoFit/>
            </a:bodyPr>
            <a:lstStyle/>
            <a:p>
              <a:pPr algn="ctr"/>
              <a:r>
                <a:rPr lang="en-CA" sz="1200"/>
                <a:t>Strategy &amp; Consulting</a:t>
              </a:r>
            </a:p>
          </p:txBody>
        </p:sp>
        <p:sp>
          <p:nvSpPr>
            <p:cNvPr id="65" name="TextBox 64">
              <a:extLst>
                <a:ext uri="{FF2B5EF4-FFF2-40B4-BE49-F238E27FC236}">
                  <a16:creationId xmlns:a16="http://schemas.microsoft.com/office/drawing/2014/main" id="{430C3650-BBA9-9547-9DE3-2FA5A7EFC4A5}"/>
                </a:ext>
              </a:extLst>
            </p:cNvPr>
            <p:cNvSpPr txBox="1"/>
            <p:nvPr/>
          </p:nvSpPr>
          <p:spPr>
            <a:xfrm>
              <a:off x="6531475" y="4078711"/>
              <a:ext cx="969147" cy="553999"/>
            </a:xfrm>
            <a:prstGeom prst="rect">
              <a:avLst/>
            </a:prstGeom>
            <a:noFill/>
          </p:spPr>
          <p:txBody>
            <a:bodyPr wrap="square" lIns="0" tIns="0" rIns="0" bIns="0" rtlCol="0">
              <a:spAutoFit/>
            </a:bodyPr>
            <a:lstStyle/>
            <a:p>
              <a:pPr algn="ctr"/>
              <a:r>
                <a:rPr lang="en-CA" sz="1200"/>
                <a:t>Asset Advisory Services</a:t>
              </a:r>
            </a:p>
          </p:txBody>
        </p:sp>
        <p:grpSp>
          <p:nvGrpSpPr>
            <p:cNvPr id="72" name="Group 71">
              <a:extLst>
                <a:ext uri="{FF2B5EF4-FFF2-40B4-BE49-F238E27FC236}">
                  <a16:creationId xmlns:a16="http://schemas.microsoft.com/office/drawing/2014/main" id="{EA579F4C-497B-DA42-B9C0-9EFD92535AD0}"/>
                </a:ext>
              </a:extLst>
            </p:cNvPr>
            <p:cNvGrpSpPr/>
            <p:nvPr/>
          </p:nvGrpSpPr>
          <p:grpSpPr>
            <a:xfrm>
              <a:off x="7496401" y="4839023"/>
              <a:ext cx="1475116" cy="147533"/>
              <a:chOff x="8536744" y="4403714"/>
              <a:chExt cx="1475116" cy="134190"/>
            </a:xfrm>
          </p:grpSpPr>
          <p:cxnSp>
            <p:nvCxnSpPr>
              <p:cNvPr id="31" name="Straight Connector 30">
                <a:extLst>
                  <a:ext uri="{FF2B5EF4-FFF2-40B4-BE49-F238E27FC236}">
                    <a16:creationId xmlns:a16="http://schemas.microsoft.com/office/drawing/2014/main" id="{B3610DEF-DBAA-4AAA-9542-7B472C78C83F}"/>
                  </a:ext>
                </a:extLst>
              </p:cNvPr>
              <p:cNvCxnSpPr>
                <a:cxnSpLocks/>
              </p:cNvCxnSpPr>
              <p:nvPr/>
            </p:nvCxnSpPr>
            <p:spPr>
              <a:xfrm rot="2100000" flipH="1">
                <a:off x="8536744" y="4403714"/>
                <a:ext cx="0" cy="134190"/>
              </a:xfrm>
              <a:prstGeom prst="line">
                <a:avLst/>
              </a:prstGeom>
              <a:ln w="12700">
                <a:solidFill>
                  <a:schemeClr val="tx1">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141A43CD-68CE-A941-AA07-FD987002E61E}"/>
                  </a:ext>
                </a:extLst>
              </p:cNvPr>
              <p:cNvCxnSpPr>
                <a:cxnSpLocks/>
              </p:cNvCxnSpPr>
              <p:nvPr/>
            </p:nvCxnSpPr>
            <p:spPr>
              <a:xfrm rot="19500000">
                <a:off x="10011860" y="4403714"/>
                <a:ext cx="0" cy="134190"/>
              </a:xfrm>
              <a:prstGeom prst="line">
                <a:avLst/>
              </a:prstGeom>
              <a:ln w="12700">
                <a:solidFill>
                  <a:schemeClr val="tx1">
                    <a:alpha val="50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74" name="Group 73">
              <a:extLst>
                <a:ext uri="{FF2B5EF4-FFF2-40B4-BE49-F238E27FC236}">
                  <a16:creationId xmlns:a16="http://schemas.microsoft.com/office/drawing/2014/main" id="{4B1EFD1C-A402-3242-B559-49E8991CC61B}"/>
                </a:ext>
              </a:extLst>
            </p:cNvPr>
            <p:cNvGrpSpPr/>
            <p:nvPr/>
          </p:nvGrpSpPr>
          <p:grpSpPr>
            <a:xfrm>
              <a:off x="7558307" y="2928416"/>
              <a:ext cx="3141039" cy="0"/>
              <a:chOff x="7452551" y="2695722"/>
              <a:chExt cx="2856961" cy="0"/>
            </a:xfrm>
          </p:grpSpPr>
          <p:cxnSp>
            <p:nvCxnSpPr>
              <p:cNvPr id="36" name="Straight Connector 35">
                <a:extLst>
                  <a:ext uri="{FF2B5EF4-FFF2-40B4-BE49-F238E27FC236}">
                    <a16:creationId xmlns:a16="http://schemas.microsoft.com/office/drawing/2014/main" id="{84BE3B12-FA84-49B8-8C11-7B01CA20A93E}"/>
                  </a:ext>
                </a:extLst>
              </p:cNvPr>
              <p:cNvCxnSpPr>
                <a:cxnSpLocks/>
              </p:cNvCxnSpPr>
              <p:nvPr/>
            </p:nvCxnSpPr>
            <p:spPr>
              <a:xfrm rot="3900000" flipH="1">
                <a:off x="10242417" y="2628627"/>
                <a:ext cx="0" cy="134190"/>
              </a:xfrm>
              <a:prstGeom prst="line">
                <a:avLst/>
              </a:prstGeom>
              <a:ln w="12700">
                <a:solidFill>
                  <a:schemeClr val="tx1">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B4F1E648-D914-2D4D-A15F-66F5DF1C73BB}"/>
                  </a:ext>
                </a:extLst>
              </p:cNvPr>
              <p:cNvCxnSpPr>
                <a:cxnSpLocks/>
              </p:cNvCxnSpPr>
              <p:nvPr/>
            </p:nvCxnSpPr>
            <p:spPr>
              <a:xfrm rot="17700000">
                <a:off x="7519646" y="2628627"/>
                <a:ext cx="0" cy="134190"/>
              </a:xfrm>
              <a:prstGeom prst="line">
                <a:avLst/>
              </a:prstGeom>
              <a:ln w="12700">
                <a:solidFill>
                  <a:schemeClr val="tx1">
                    <a:alpha val="50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75" name="Group 74">
              <a:extLst>
                <a:ext uri="{FF2B5EF4-FFF2-40B4-BE49-F238E27FC236}">
                  <a16:creationId xmlns:a16="http://schemas.microsoft.com/office/drawing/2014/main" id="{C9DEA742-F654-4C43-8546-53373B380A5C}"/>
                </a:ext>
              </a:extLst>
            </p:cNvPr>
            <p:cNvGrpSpPr/>
            <p:nvPr/>
          </p:nvGrpSpPr>
          <p:grpSpPr>
            <a:xfrm>
              <a:off x="7674036" y="1976820"/>
              <a:ext cx="1136821" cy="147532"/>
              <a:chOff x="8349569" y="2039665"/>
              <a:chExt cx="1136821" cy="134189"/>
            </a:xfrm>
          </p:grpSpPr>
          <p:cxnSp>
            <p:nvCxnSpPr>
              <p:cNvPr id="33" name="Straight Connector 32">
                <a:extLst>
                  <a:ext uri="{FF2B5EF4-FFF2-40B4-BE49-F238E27FC236}">
                    <a16:creationId xmlns:a16="http://schemas.microsoft.com/office/drawing/2014/main" id="{40A70E4F-1F69-474F-96BD-E0544A486897}"/>
                  </a:ext>
                </a:extLst>
              </p:cNvPr>
              <p:cNvCxnSpPr>
                <a:cxnSpLocks/>
              </p:cNvCxnSpPr>
              <p:nvPr/>
            </p:nvCxnSpPr>
            <p:spPr>
              <a:xfrm rot="1500000" flipH="1">
                <a:off x="9486390" y="2039665"/>
                <a:ext cx="0" cy="134189"/>
              </a:xfrm>
              <a:prstGeom prst="line">
                <a:avLst/>
              </a:prstGeom>
              <a:ln w="12700">
                <a:solidFill>
                  <a:schemeClr val="tx1">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24609384-D0F8-B740-9C68-1579D4397DEA}"/>
                  </a:ext>
                </a:extLst>
              </p:cNvPr>
              <p:cNvCxnSpPr>
                <a:cxnSpLocks/>
              </p:cNvCxnSpPr>
              <p:nvPr/>
            </p:nvCxnSpPr>
            <p:spPr>
              <a:xfrm rot="19860000">
                <a:off x="8349569" y="2039665"/>
                <a:ext cx="0" cy="134189"/>
              </a:xfrm>
              <a:prstGeom prst="line">
                <a:avLst/>
              </a:prstGeom>
              <a:ln w="12700">
                <a:solidFill>
                  <a:schemeClr val="tx1">
                    <a:alpha val="50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78" name="Graphic 76">
              <a:extLst>
                <a:ext uri="{FF2B5EF4-FFF2-40B4-BE49-F238E27FC236}">
                  <a16:creationId xmlns:a16="http://schemas.microsoft.com/office/drawing/2014/main" id="{F172FD85-2D39-A946-AE01-AF94A9A1C271}"/>
                </a:ext>
              </a:extLst>
            </p:cNvPr>
            <p:cNvGrpSpPr/>
            <p:nvPr/>
          </p:nvGrpSpPr>
          <p:grpSpPr>
            <a:xfrm>
              <a:off x="8001427" y="3731781"/>
              <a:ext cx="321531" cy="320192"/>
              <a:chOff x="5781504" y="3065135"/>
              <a:chExt cx="710669" cy="707707"/>
            </a:xfrm>
            <a:noFill/>
          </p:grpSpPr>
          <p:sp>
            <p:nvSpPr>
              <p:cNvPr id="79" name="Freeform 78">
                <a:extLst>
                  <a:ext uri="{FF2B5EF4-FFF2-40B4-BE49-F238E27FC236}">
                    <a16:creationId xmlns:a16="http://schemas.microsoft.com/office/drawing/2014/main" id="{9DE73BE0-68C8-DE40-B777-A70EA1113B17}"/>
                  </a:ext>
                </a:extLst>
              </p:cNvPr>
              <p:cNvSpPr/>
              <p:nvPr/>
            </p:nvSpPr>
            <p:spPr>
              <a:xfrm>
                <a:off x="5781504" y="3257540"/>
                <a:ext cx="463018" cy="515302"/>
              </a:xfrm>
              <a:custGeom>
                <a:avLst/>
                <a:gdLst>
                  <a:gd name="connsiteX0" fmla="*/ 463018 w 463018"/>
                  <a:gd name="connsiteY0" fmla="*/ 515395 h 515302"/>
                  <a:gd name="connsiteX1" fmla="*/ 463018 w 463018"/>
                  <a:gd name="connsiteY1" fmla="*/ 484915 h 515302"/>
                  <a:gd name="connsiteX2" fmla="*/ 450636 w 463018"/>
                  <a:gd name="connsiteY2" fmla="*/ 465865 h 515302"/>
                  <a:gd name="connsiteX3" fmla="*/ 301093 w 463018"/>
                  <a:gd name="connsiteY3" fmla="*/ 357280 h 515302"/>
                  <a:gd name="connsiteX4" fmla="*/ 301093 w 463018"/>
                  <a:gd name="connsiteY4" fmla="*/ 327753 h 515302"/>
                  <a:gd name="connsiteX5" fmla="*/ 343003 w 463018"/>
                  <a:gd name="connsiteY5" fmla="*/ 247743 h 515302"/>
                  <a:gd name="connsiteX6" fmla="*/ 352528 w 463018"/>
                  <a:gd name="connsiteY6" fmla="*/ 180115 h 515302"/>
                  <a:gd name="connsiteX7" fmla="*/ 351576 w 463018"/>
                  <a:gd name="connsiteY7" fmla="*/ 179163 h 515302"/>
                  <a:gd name="connsiteX8" fmla="*/ 351576 w 463018"/>
                  <a:gd name="connsiteY8" fmla="*/ 113440 h 515302"/>
                  <a:gd name="connsiteX9" fmla="*/ 231561 w 463018"/>
                  <a:gd name="connsiteY9" fmla="*/ 93 h 515302"/>
                  <a:gd name="connsiteX10" fmla="*/ 111546 w 463018"/>
                  <a:gd name="connsiteY10" fmla="*/ 113440 h 515302"/>
                  <a:gd name="connsiteX11" fmla="*/ 111546 w 463018"/>
                  <a:gd name="connsiteY11" fmla="*/ 179163 h 515302"/>
                  <a:gd name="connsiteX12" fmla="*/ 119166 w 463018"/>
                  <a:gd name="connsiteY12" fmla="*/ 246790 h 515302"/>
                  <a:gd name="connsiteX13" fmla="*/ 120118 w 463018"/>
                  <a:gd name="connsiteY13" fmla="*/ 247743 h 515302"/>
                  <a:gd name="connsiteX14" fmla="*/ 162028 w 463018"/>
                  <a:gd name="connsiteY14" fmla="*/ 327753 h 515302"/>
                  <a:gd name="connsiteX15" fmla="*/ 162028 w 463018"/>
                  <a:gd name="connsiteY15" fmla="*/ 357280 h 515302"/>
                  <a:gd name="connsiteX16" fmla="*/ 12486 w 463018"/>
                  <a:gd name="connsiteY16" fmla="*/ 465865 h 515302"/>
                  <a:gd name="connsiteX17" fmla="*/ 103 w 463018"/>
                  <a:gd name="connsiteY17" fmla="*/ 484915 h 515302"/>
                  <a:gd name="connsiteX18" fmla="*/ 103 w 463018"/>
                  <a:gd name="connsiteY18" fmla="*/ 515395 h 515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63018" h="515302">
                    <a:moveTo>
                      <a:pt x="463018" y="515395"/>
                    </a:moveTo>
                    <a:lnTo>
                      <a:pt x="463018" y="484915"/>
                    </a:lnTo>
                    <a:cubicBezTo>
                      <a:pt x="463018" y="476343"/>
                      <a:pt x="458256" y="468723"/>
                      <a:pt x="450636" y="465865"/>
                    </a:cubicBezTo>
                    <a:cubicBezTo>
                      <a:pt x="360148" y="429670"/>
                      <a:pt x="309666" y="384903"/>
                      <a:pt x="301093" y="357280"/>
                    </a:cubicBezTo>
                    <a:lnTo>
                      <a:pt x="301093" y="327753"/>
                    </a:lnTo>
                    <a:cubicBezTo>
                      <a:pt x="321096" y="304893"/>
                      <a:pt x="336336" y="278223"/>
                      <a:pt x="343003" y="247743"/>
                    </a:cubicBezTo>
                    <a:cubicBezTo>
                      <a:pt x="363958" y="231550"/>
                      <a:pt x="368721" y="201070"/>
                      <a:pt x="352528" y="180115"/>
                    </a:cubicBezTo>
                    <a:cubicBezTo>
                      <a:pt x="352528" y="180115"/>
                      <a:pt x="351576" y="179163"/>
                      <a:pt x="351576" y="179163"/>
                    </a:cubicBezTo>
                    <a:lnTo>
                      <a:pt x="351576" y="113440"/>
                    </a:lnTo>
                    <a:cubicBezTo>
                      <a:pt x="351576" y="45813"/>
                      <a:pt x="315381" y="93"/>
                      <a:pt x="231561" y="93"/>
                    </a:cubicBezTo>
                    <a:cubicBezTo>
                      <a:pt x="150598" y="93"/>
                      <a:pt x="111546" y="45813"/>
                      <a:pt x="111546" y="113440"/>
                    </a:cubicBezTo>
                    <a:lnTo>
                      <a:pt x="111546" y="179163"/>
                    </a:lnTo>
                    <a:cubicBezTo>
                      <a:pt x="95353" y="200118"/>
                      <a:pt x="98211" y="230598"/>
                      <a:pt x="119166" y="246790"/>
                    </a:cubicBezTo>
                    <a:cubicBezTo>
                      <a:pt x="119166" y="246790"/>
                      <a:pt x="120118" y="247743"/>
                      <a:pt x="120118" y="247743"/>
                    </a:cubicBezTo>
                    <a:cubicBezTo>
                      <a:pt x="127738" y="277270"/>
                      <a:pt x="142026" y="304893"/>
                      <a:pt x="162028" y="327753"/>
                    </a:cubicBezTo>
                    <a:lnTo>
                      <a:pt x="162028" y="357280"/>
                    </a:lnTo>
                    <a:cubicBezTo>
                      <a:pt x="153456" y="384903"/>
                      <a:pt x="102973" y="429670"/>
                      <a:pt x="12486" y="465865"/>
                    </a:cubicBezTo>
                    <a:cubicBezTo>
                      <a:pt x="4866" y="468723"/>
                      <a:pt x="-849" y="477295"/>
                      <a:pt x="103" y="484915"/>
                    </a:cubicBezTo>
                    <a:lnTo>
                      <a:pt x="103" y="515395"/>
                    </a:lnTo>
                  </a:path>
                </a:pathLst>
              </a:custGeom>
              <a:noFill/>
              <a:ln w="9525" cap="flat">
                <a:solidFill>
                  <a:schemeClr val="bg1"/>
                </a:solidFill>
                <a:prstDash val="solid"/>
                <a:miter/>
              </a:ln>
            </p:spPr>
            <p:txBody>
              <a:bodyPr rtlCol="0" anchor="ctr"/>
              <a:lstStyle/>
              <a:p>
                <a:endParaRPr lang="en-CA" sz="2800"/>
              </a:p>
            </p:txBody>
          </p:sp>
          <p:sp>
            <p:nvSpPr>
              <p:cNvPr id="80" name="Freeform 79">
                <a:extLst>
                  <a:ext uri="{FF2B5EF4-FFF2-40B4-BE49-F238E27FC236}">
                    <a16:creationId xmlns:a16="http://schemas.microsoft.com/office/drawing/2014/main" id="{2D69F616-4F9D-DF4D-87EA-0E4017C889AB}"/>
                  </a:ext>
                </a:extLst>
              </p:cNvPr>
              <p:cNvSpPr/>
              <p:nvPr/>
            </p:nvSpPr>
            <p:spPr>
              <a:xfrm>
                <a:off x="6078788" y="3065135"/>
                <a:ext cx="413385" cy="372427"/>
              </a:xfrm>
              <a:custGeom>
                <a:avLst/>
                <a:gdLst>
                  <a:gd name="connsiteX0" fmla="*/ 131444 w 413385"/>
                  <a:gd name="connsiteY0" fmla="*/ 304893 h 372427"/>
                  <a:gd name="connsiteX1" fmla="*/ 168592 w 413385"/>
                  <a:gd name="connsiteY1" fmla="*/ 304893 h 372427"/>
                  <a:gd name="connsiteX2" fmla="*/ 168592 w 413385"/>
                  <a:gd name="connsiteY2" fmla="*/ 372520 h 372427"/>
                  <a:gd name="connsiteX3" fmla="*/ 241934 w 413385"/>
                  <a:gd name="connsiteY3" fmla="*/ 304893 h 372427"/>
                  <a:gd name="connsiteX4" fmla="*/ 413384 w 413385"/>
                  <a:gd name="connsiteY4" fmla="*/ 150588 h 372427"/>
                  <a:gd name="connsiteX5" fmla="*/ 276224 w 413385"/>
                  <a:gd name="connsiteY5" fmla="*/ 93 h 372427"/>
                  <a:gd name="connsiteX6" fmla="*/ 135254 w 413385"/>
                  <a:gd name="connsiteY6" fmla="*/ 93 h 372427"/>
                  <a:gd name="connsiteX7" fmla="*/ -1 w 413385"/>
                  <a:gd name="connsiteY7" fmla="*/ 123918 h 372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3385" h="372427">
                    <a:moveTo>
                      <a:pt x="131444" y="304893"/>
                    </a:moveTo>
                    <a:lnTo>
                      <a:pt x="168592" y="304893"/>
                    </a:lnTo>
                    <a:lnTo>
                      <a:pt x="168592" y="372520"/>
                    </a:lnTo>
                    <a:lnTo>
                      <a:pt x="241934" y="304893"/>
                    </a:lnTo>
                    <a:cubicBezTo>
                      <a:pt x="306704" y="292510"/>
                      <a:pt x="413384" y="223930"/>
                      <a:pt x="413384" y="150588"/>
                    </a:cubicBezTo>
                    <a:cubicBezTo>
                      <a:pt x="413384" y="67720"/>
                      <a:pt x="351472" y="93"/>
                      <a:pt x="276224" y="93"/>
                    </a:cubicBezTo>
                    <a:lnTo>
                      <a:pt x="135254" y="93"/>
                    </a:lnTo>
                    <a:cubicBezTo>
                      <a:pt x="67627" y="93"/>
                      <a:pt x="11429" y="53433"/>
                      <a:pt x="-1" y="123918"/>
                    </a:cubicBezTo>
                  </a:path>
                </a:pathLst>
              </a:custGeom>
              <a:noFill/>
              <a:ln w="9525" cap="flat">
                <a:solidFill>
                  <a:schemeClr val="bg1"/>
                </a:solidFill>
                <a:prstDash val="solid"/>
                <a:miter/>
              </a:ln>
            </p:spPr>
            <p:txBody>
              <a:bodyPr rtlCol="0" anchor="ctr"/>
              <a:lstStyle/>
              <a:p>
                <a:endParaRPr lang="en-CA" sz="2800"/>
              </a:p>
            </p:txBody>
          </p:sp>
          <p:sp>
            <p:nvSpPr>
              <p:cNvPr id="81" name="Freeform 80">
                <a:extLst>
                  <a:ext uri="{FF2B5EF4-FFF2-40B4-BE49-F238E27FC236}">
                    <a16:creationId xmlns:a16="http://schemas.microsoft.com/office/drawing/2014/main" id="{C815045A-F510-7848-BF0C-54A6DE5E9B6B}"/>
                  </a:ext>
                </a:extLst>
              </p:cNvPr>
              <p:cNvSpPr/>
              <p:nvPr/>
            </p:nvSpPr>
            <p:spPr>
              <a:xfrm>
                <a:off x="6187373" y="3185150"/>
                <a:ext cx="179069" cy="9525"/>
              </a:xfrm>
              <a:custGeom>
                <a:avLst/>
                <a:gdLst>
                  <a:gd name="connsiteX0" fmla="*/ -1 w 179069"/>
                  <a:gd name="connsiteY0" fmla="*/ 93 h 9525"/>
                  <a:gd name="connsiteX1" fmla="*/ 179069 w 179069"/>
                  <a:gd name="connsiteY1" fmla="*/ 93 h 9525"/>
                </a:gdLst>
                <a:ahLst/>
                <a:cxnLst>
                  <a:cxn ang="0">
                    <a:pos x="connsiteX0" y="connsiteY0"/>
                  </a:cxn>
                  <a:cxn ang="0">
                    <a:pos x="connsiteX1" y="connsiteY1"/>
                  </a:cxn>
                </a:cxnLst>
                <a:rect l="l" t="t" r="r" b="b"/>
                <a:pathLst>
                  <a:path w="179069" h="9525">
                    <a:moveTo>
                      <a:pt x="-1" y="93"/>
                    </a:moveTo>
                    <a:lnTo>
                      <a:pt x="179069" y="93"/>
                    </a:lnTo>
                  </a:path>
                </a:pathLst>
              </a:custGeom>
              <a:noFill/>
              <a:ln w="9525" cap="flat">
                <a:solidFill>
                  <a:schemeClr val="bg1"/>
                </a:solidFill>
                <a:prstDash val="solid"/>
                <a:miter/>
              </a:ln>
            </p:spPr>
            <p:txBody>
              <a:bodyPr rtlCol="0" anchor="ctr"/>
              <a:lstStyle/>
              <a:p>
                <a:endParaRPr lang="en-CA" sz="2800"/>
              </a:p>
            </p:txBody>
          </p:sp>
          <p:sp>
            <p:nvSpPr>
              <p:cNvPr id="82" name="Freeform 81">
                <a:extLst>
                  <a:ext uri="{FF2B5EF4-FFF2-40B4-BE49-F238E27FC236}">
                    <a16:creationId xmlns:a16="http://schemas.microsoft.com/office/drawing/2014/main" id="{65A8880E-4FB5-464B-8F05-94979840AF7F}"/>
                  </a:ext>
                </a:extLst>
              </p:cNvPr>
              <p:cNvSpPr/>
              <p:nvPr/>
            </p:nvSpPr>
            <p:spPr>
              <a:xfrm>
                <a:off x="6187373" y="3248967"/>
                <a:ext cx="89535" cy="9525"/>
              </a:xfrm>
              <a:custGeom>
                <a:avLst/>
                <a:gdLst>
                  <a:gd name="connsiteX0" fmla="*/ -1 w 89535"/>
                  <a:gd name="connsiteY0" fmla="*/ 93 h 9525"/>
                  <a:gd name="connsiteX1" fmla="*/ 89534 w 89535"/>
                  <a:gd name="connsiteY1" fmla="*/ 93 h 9525"/>
                </a:gdLst>
                <a:ahLst/>
                <a:cxnLst>
                  <a:cxn ang="0">
                    <a:pos x="connsiteX0" y="connsiteY0"/>
                  </a:cxn>
                  <a:cxn ang="0">
                    <a:pos x="connsiteX1" y="connsiteY1"/>
                  </a:cxn>
                </a:cxnLst>
                <a:rect l="l" t="t" r="r" b="b"/>
                <a:pathLst>
                  <a:path w="89535" h="9525">
                    <a:moveTo>
                      <a:pt x="-1" y="93"/>
                    </a:moveTo>
                    <a:lnTo>
                      <a:pt x="89534" y="93"/>
                    </a:lnTo>
                  </a:path>
                </a:pathLst>
              </a:custGeom>
              <a:noFill/>
              <a:ln w="9525" cap="flat">
                <a:solidFill>
                  <a:schemeClr val="bg1"/>
                </a:solidFill>
                <a:prstDash val="solid"/>
                <a:miter/>
              </a:ln>
            </p:spPr>
            <p:txBody>
              <a:bodyPr rtlCol="0" anchor="ctr"/>
              <a:lstStyle/>
              <a:p>
                <a:endParaRPr lang="en-CA" sz="2800"/>
              </a:p>
            </p:txBody>
          </p:sp>
        </p:grpSp>
        <p:grpSp>
          <p:nvGrpSpPr>
            <p:cNvPr id="85" name="Graphic 83">
              <a:extLst>
                <a:ext uri="{FF2B5EF4-FFF2-40B4-BE49-F238E27FC236}">
                  <a16:creationId xmlns:a16="http://schemas.microsoft.com/office/drawing/2014/main" id="{AA89C1C7-9DD9-1B44-8BC9-98B0BB907870}"/>
                </a:ext>
              </a:extLst>
            </p:cNvPr>
            <p:cNvGrpSpPr/>
            <p:nvPr/>
          </p:nvGrpSpPr>
          <p:grpSpPr>
            <a:xfrm>
              <a:off x="8567262" y="2422952"/>
              <a:ext cx="310799" cy="305955"/>
              <a:chOff x="5706999" y="3034379"/>
              <a:chExt cx="801147" cy="788669"/>
            </a:xfrm>
          </p:grpSpPr>
          <p:sp>
            <p:nvSpPr>
              <p:cNvPr id="86" name="Freeform 85">
                <a:extLst>
                  <a:ext uri="{FF2B5EF4-FFF2-40B4-BE49-F238E27FC236}">
                    <a16:creationId xmlns:a16="http://schemas.microsoft.com/office/drawing/2014/main" id="{C7920B6E-1E22-9E40-9B4C-0726A2E5D01B}"/>
                  </a:ext>
                </a:extLst>
              </p:cNvPr>
              <p:cNvSpPr/>
              <p:nvPr/>
            </p:nvSpPr>
            <p:spPr>
              <a:xfrm>
                <a:off x="5894831" y="3034379"/>
                <a:ext cx="262699" cy="262699"/>
              </a:xfrm>
              <a:custGeom>
                <a:avLst/>
                <a:gdLst>
                  <a:gd name="connsiteX0" fmla="*/ 262700 w 262699"/>
                  <a:gd name="connsiteY0" fmla="*/ 131350 h 262699"/>
                  <a:gd name="connsiteX1" fmla="*/ 131350 w 262699"/>
                  <a:gd name="connsiteY1" fmla="*/ 0 h 262699"/>
                  <a:gd name="connsiteX2" fmla="*/ 0 w 262699"/>
                  <a:gd name="connsiteY2" fmla="*/ 131350 h 262699"/>
                  <a:gd name="connsiteX3" fmla="*/ 131350 w 262699"/>
                  <a:gd name="connsiteY3" fmla="*/ 262700 h 262699"/>
                  <a:gd name="connsiteX4" fmla="*/ 131445 w 262699"/>
                  <a:gd name="connsiteY4" fmla="*/ 262700 h 262699"/>
                  <a:gd name="connsiteX5" fmla="*/ 224314 w 262699"/>
                  <a:gd name="connsiteY5" fmla="*/ 224600 h 262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2699" h="262699">
                    <a:moveTo>
                      <a:pt x="262700" y="131350"/>
                    </a:moveTo>
                    <a:cubicBezTo>
                      <a:pt x="262700" y="58807"/>
                      <a:pt x="203892" y="0"/>
                      <a:pt x="131350" y="0"/>
                    </a:cubicBezTo>
                    <a:cubicBezTo>
                      <a:pt x="58807" y="0"/>
                      <a:pt x="0" y="58807"/>
                      <a:pt x="0" y="131350"/>
                    </a:cubicBezTo>
                    <a:cubicBezTo>
                      <a:pt x="0" y="203892"/>
                      <a:pt x="58807" y="262700"/>
                      <a:pt x="131350" y="262700"/>
                    </a:cubicBezTo>
                    <a:cubicBezTo>
                      <a:pt x="131381" y="262700"/>
                      <a:pt x="131414" y="262700"/>
                      <a:pt x="131445" y="262700"/>
                    </a:cubicBezTo>
                    <a:cubicBezTo>
                      <a:pt x="166182" y="262580"/>
                      <a:pt x="199501" y="248911"/>
                      <a:pt x="224314" y="224600"/>
                    </a:cubicBezTo>
                  </a:path>
                </a:pathLst>
              </a:custGeom>
              <a:noFill/>
              <a:ln w="9525" cap="flat">
                <a:solidFill>
                  <a:schemeClr val="bg1"/>
                </a:solidFill>
                <a:prstDash val="solid"/>
                <a:miter/>
              </a:ln>
            </p:spPr>
            <p:txBody>
              <a:bodyPr rtlCol="0" anchor="ctr"/>
              <a:lstStyle/>
              <a:p>
                <a:endParaRPr lang="en-CA" sz="2800"/>
              </a:p>
            </p:txBody>
          </p:sp>
          <p:sp>
            <p:nvSpPr>
              <p:cNvPr id="87" name="Freeform 86">
                <a:extLst>
                  <a:ext uri="{FF2B5EF4-FFF2-40B4-BE49-F238E27FC236}">
                    <a16:creationId xmlns:a16="http://schemas.microsoft.com/office/drawing/2014/main" id="{4601215E-FDC6-494F-A113-953AF2181F20}"/>
                  </a:ext>
                </a:extLst>
              </p:cNvPr>
              <p:cNvSpPr/>
              <p:nvPr/>
            </p:nvSpPr>
            <p:spPr>
              <a:xfrm>
                <a:off x="5894831" y="3560349"/>
                <a:ext cx="262699" cy="262699"/>
              </a:xfrm>
              <a:custGeom>
                <a:avLst/>
                <a:gdLst>
                  <a:gd name="connsiteX0" fmla="*/ 262700 w 262699"/>
                  <a:gd name="connsiteY0" fmla="*/ 131350 h 262699"/>
                  <a:gd name="connsiteX1" fmla="*/ 131350 w 262699"/>
                  <a:gd name="connsiteY1" fmla="*/ 0 h 262699"/>
                  <a:gd name="connsiteX2" fmla="*/ 0 w 262699"/>
                  <a:gd name="connsiteY2" fmla="*/ 131350 h 262699"/>
                  <a:gd name="connsiteX3" fmla="*/ 131350 w 262699"/>
                  <a:gd name="connsiteY3" fmla="*/ 262700 h 262699"/>
                  <a:gd name="connsiteX4" fmla="*/ 131445 w 262699"/>
                  <a:gd name="connsiteY4" fmla="*/ 262700 h 262699"/>
                  <a:gd name="connsiteX5" fmla="*/ 224314 w 262699"/>
                  <a:gd name="connsiteY5" fmla="*/ 224600 h 262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2699" h="262699">
                    <a:moveTo>
                      <a:pt x="262700" y="131350"/>
                    </a:moveTo>
                    <a:cubicBezTo>
                      <a:pt x="262700" y="58807"/>
                      <a:pt x="203892" y="0"/>
                      <a:pt x="131350" y="0"/>
                    </a:cubicBezTo>
                    <a:cubicBezTo>
                      <a:pt x="58807" y="0"/>
                      <a:pt x="0" y="58807"/>
                      <a:pt x="0" y="131350"/>
                    </a:cubicBezTo>
                    <a:cubicBezTo>
                      <a:pt x="0" y="203892"/>
                      <a:pt x="58807" y="262700"/>
                      <a:pt x="131350" y="262700"/>
                    </a:cubicBezTo>
                    <a:cubicBezTo>
                      <a:pt x="131381" y="262700"/>
                      <a:pt x="131414" y="262700"/>
                      <a:pt x="131445" y="262700"/>
                    </a:cubicBezTo>
                    <a:cubicBezTo>
                      <a:pt x="166182" y="262580"/>
                      <a:pt x="199501" y="248911"/>
                      <a:pt x="224314" y="224600"/>
                    </a:cubicBezTo>
                  </a:path>
                </a:pathLst>
              </a:custGeom>
              <a:noFill/>
              <a:ln w="9525" cap="flat">
                <a:solidFill>
                  <a:schemeClr val="bg1"/>
                </a:solidFill>
                <a:prstDash val="solid"/>
                <a:miter/>
              </a:ln>
            </p:spPr>
            <p:txBody>
              <a:bodyPr rtlCol="0" anchor="ctr"/>
              <a:lstStyle/>
              <a:p>
                <a:endParaRPr lang="en-CA" sz="2800"/>
              </a:p>
            </p:txBody>
          </p:sp>
          <p:sp>
            <p:nvSpPr>
              <p:cNvPr id="88" name="Freeform 87">
                <a:extLst>
                  <a:ext uri="{FF2B5EF4-FFF2-40B4-BE49-F238E27FC236}">
                    <a16:creationId xmlns:a16="http://schemas.microsoft.com/office/drawing/2014/main" id="{E70B836A-E1CA-BC40-8531-8F32126297F5}"/>
                  </a:ext>
                </a:extLst>
              </p:cNvPr>
              <p:cNvSpPr/>
              <p:nvPr/>
            </p:nvSpPr>
            <p:spPr>
              <a:xfrm>
                <a:off x="6323933" y="3092005"/>
                <a:ext cx="184213" cy="629983"/>
              </a:xfrm>
              <a:custGeom>
                <a:avLst/>
                <a:gdLst>
                  <a:gd name="connsiteX0" fmla="*/ 17907 w 184213"/>
                  <a:gd name="connsiteY0" fmla="*/ 629984 h 629983"/>
                  <a:gd name="connsiteX1" fmla="*/ 184213 w 184213"/>
                  <a:gd name="connsiteY1" fmla="*/ 287560 h 629983"/>
                  <a:gd name="connsiteX2" fmla="*/ 0 w 184213"/>
                  <a:gd name="connsiteY2" fmla="*/ 0 h 629983"/>
                </a:gdLst>
                <a:ahLst/>
                <a:cxnLst>
                  <a:cxn ang="0">
                    <a:pos x="connsiteX0" y="connsiteY0"/>
                  </a:cxn>
                  <a:cxn ang="0">
                    <a:pos x="connsiteX1" y="connsiteY1"/>
                  </a:cxn>
                  <a:cxn ang="0">
                    <a:pos x="connsiteX2" y="connsiteY2"/>
                  </a:cxn>
                </a:cxnLst>
                <a:rect l="l" t="t" r="r" b="b"/>
                <a:pathLst>
                  <a:path w="184213" h="629983">
                    <a:moveTo>
                      <a:pt x="17907" y="629984"/>
                    </a:moveTo>
                    <a:cubicBezTo>
                      <a:pt x="17907" y="629984"/>
                      <a:pt x="184213" y="519874"/>
                      <a:pt x="184213" y="287560"/>
                    </a:cubicBezTo>
                    <a:cubicBezTo>
                      <a:pt x="184213" y="84582"/>
                      <a:pt x="57817" y="18574"/>
                      <a:pt x="0" y="0"/>
                    </a:cubicBezTo>
                  </a:path>
                </a:pathLst>
              </a:custGeom>
              <a:noFill/>
              <a:ln w="9525" cap="flat">
                <a:solidFill>
                  <a:schemeClr val="bg1"/>
                </a:solidFill>
                <a:prstDash val="solid"/>
                <a:miter/>
              </a:ln>
            </p:spPr>
            <p:txBody>
              <a:bodyPr rtlCol="0" anchor="ctr"/>
              <a:lstStyle/>
              <a:p>
                <a:endParaRPr lang="en-CA" sz="2800"/>
              </a:p>
            </p:txBody>
          </p:sp>
          <p:sp>
            <p:nvSpPr>
              <p:cNvPr id="89" name="Freeform 88">
                <a:extLst>
                  <a:ext uri="{FF2B5EF4-FFF2-40B4-BE49-F238E27FC236}">
                    <a16:creationId xmlns:a16="http://schemas.microsoft.com/office/drawing/2014/main" id="{926E867E-1E03-4647-9FDB-C20B4A274D45}"/>
                  </a:ext>
                </a:extLst>
              </p:cNvPr>
              <p:cNvSpPr/>
              <p:nvPr/>
            </p:nvSpPr>
            <p:spPr>
              <a:xfrm>
                <a:off x="6304025" y="3044094"/>
                <a:ext cx="113252" cy="145446"/>
              </a:xfrm>
              <a:custGeom>
                <a:avLst/>
                <a:gdLst>
                  <a:gd name="connsiteX0" fmla="*/ 106109 w 113252"/>
                  <a:gd name="connsiteY0" fmla="*/ 0 h 145446"/>
                  <a:gd name="connsiteX1" fmla="*/ 113252 w 113252"/>
                  <a:gd name="connsiteY1" fmla="*/ 17621 h 145446"/>
                  <a:gd name="connsiteX2" fmla="*/ 26099 w 113252"/>
                  <a:gd name="connsiteY2" fmla="*/ 52673 h 145446"/>
                  <a:gd name="connsiteX3" fmla="*/ 67342 w 113252"/>
                  <a:gd name="connsiteY3" fmla="*/ 137065 h 145446"/>
                  <a:gd name="connsiteX4" fmla="*/ 50197 w 113252"/>
                  <a:gd name="connsiteY4" fmla="*/ 145447 h 145446"/>
                  <a:gd name="connsiteX5" fmla="*/ 0 w 113252"/>
                  <a:gd name="connsiteY5" fmla="*/ 42577 h 145446"/>
                  <a:gd name="connsiteX6" fmla="*/ 106109 w 113252"/>
                  <a:gd name="connsiteY6" fmla="*/ 0 h 145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3252" h="145446">
                    <a:moveTo>
                      <a:pt x="106109" y="0"/>
                    </a:moveTo>
                    <a:lnTo>
                      <a:pt x="113252" y="17621"/>
                    </a:lnTo>
                    <a:lnTo>
                      <a:pt x="26099" y="52673"/>
                    </a:lnTo>
                    <a:lnTo>
                      <a:pt x="67342" y="137065"/>
                    </a:lnTo>
                    <a:lnTo>
                      <a:pt x="50197" y="145447"/>
                    </a:lnTo>
                    <a:lnTo>
                      <a:pt x="0" y="42577"/>
                    </a:lnTo>
                    <a:lnTo>
                      <a:pt x="106109" y="0"/>
                    </a:lnTo>
                    <a:close/>
                  </a:path>
                </a:pathLst>
              </a:custGeom>
              <a:solidFill>
                <a:srgbClr val="FFFFFF"/>
              </a:solidFill>
              <a:ln w="9525" cap="flat">
                <a:solidFill>
                  <a:schemeClr val="bg1"/>
                </a:solidFill>
                <a:prstDash val="solid"/>
                <a:miter/>
              </a:ln>
            </p:spPr>
            <p:txBody>
              <a:bodyPr rtlCol="0" anchor="ctr"/>
              <a:lstStyle/>
              <a:p>
                <a:endParaRPr lang="en-CA" sz="2800"/>
              </a:p>
            </p:txBody>
          </p:sp>
          <p:sp>
            <p:nvSpPr>
              <p:cNvPr id="90" name="Freeform 89">
                <a:extLst>
                  <a:ext uri="{FF2B5EF4-FFF2-40B4-BE49-F238E27FC236}">
                    <a16:creationId xmlns:a16="http://schemas.microsoft.com/office/drawing/2014/main" id="{648DD3AF-F36D-F044-BC2D-4C9062EE047E}"/>
                  </a:ext>
                </a:extLst>
              </p:cNvPr>
              <p:cNvSpPr/>
              <p:nvPr/>
            </p:nvSpPr>
            <p:spPr>
              <a:xfrm>
                <a:off x="5706999" y="3372421"/>
                <a:ext cx="150018" cy="150018"/>
              </a:xfrm>
              <a:custGeom>
                <a:avLst/>
                <a:gdLst>
                  <a:gd name="connsiteX0" fmla="*/ 150019 w 150018"/>
                  <a:gd name="connsiteY0" fmla="*/ 0 h 150018"/>
                  <a:gd name="connsiteX1" fmla="*/ 0 w 150018"/>
                  <a:gd name="connsiteY1" fmla="*/ 150019 h 150018"/>
                </a:gdLst>
                <a:ahLst/>
                <a:cxnLst>
                  <a:cxn ang="0">
                    <a:pos x="connsiteX0" y="connsiteY0"/>
                  </a:cxn>
                  <a:cxn ang="0">
                    <a:pos x="connsiteX1" y="connsiteY1"/>
                  </a:cxn>
                </a:cxnLst>
                <a:rect l="l" t="t" r="r" b="b"/>
                <a:pathLst>
                  <a:path w="150018" h="150018">
                    <a:moveTo>
                      <a:pt x="150019" y="0"/>
                    </a:moveTo>
                    <a:lnTo>
                      <a:pt x="0" y="150019"/>
                    </a:lnTo>
                  </a:path>
                </a:pathLst>
              </a:custGeom>
              <a:ln w="9525" cap="flat">
                <a:solidFill>
                  <a:schemeClr val="bg1"/>
                </a:solidFill>
                <a:prstDash val="solid"/>
                <a:miter/>
              </a:ln>
            </p:spPr>
            <p:txBody>
              <a:bodyPr rtlCol="0" anchor="ctr"/>
              <a:lstStyle/>
              <a:p>
                <a:endParaRPr lang="en-CA" sz="2800"/>
              </a:p>
            </p:txBody>
          </p:sp>
          <p:sp>
            <p:nvSpPr>
              <p:cNvPr id="91" name="Freeform 90">
                <a:extLst>
                  <a:ext uri="{FF2B5EF4-FFF2-40B4-BE49-F238E27FC236}">
                    <a16:creationId xmlns:a16="http://schemas.microsoft.com/office/drawing/2014/main" id="{5305F59B-62E5-1749-A083-9E93665AA4A6}"/>
                  </a:ext>
                </a:extLst>
              </p:cNvPr>
              <p:cNvSpPr/>
              <p:nvPr/>
            </p:nvSpPr>
            <p:spPr>
              <a:xfrm>
                <a:off x="5706999" y="3371754"/>
                <a:ext cx="150780" cy="150399"/>
              </a:xfrm>
              <a:custGeom>
                <a:avLst/>
                <a:gdLst>
                  <a:gd name="connsiteX0" fmla="*/ 0 w 150780"/>
                  <a:gd name="connsiteY0" fmla="*/ 0 h 150399"/>
                  <a:gd name="connsiteX1" fmla="*/ 150781 w 150780"/>
                  <a:gd name="connsiteY1" fmla="*/ 150400 h 150399"/>
                </a:gdLst>
                <a:ahLst/>
                <a:cxnLst>
                  <a:cxn ang="0">
                    <a:pos x="connsiteX0" y="connsiteY0"/>
                  </a:cxn>
                  <a:cxn ang="0">
                    <a:pos x="connsiteX1" y="connsiteY1"/>
                  </a:cxn>
                </a:cxnLst>
                <a:rect l="l" t="t" r="r" b="b"/>
                <a:pathLst>
                  <a:path w="150780" h="150399">
                    <a:moveTo>
                      <a:pt x="0" y="0"/>
                    </a:moveTo>
                    <a:lnTo>
                      <a:pt x="150781" y="150400"/>
                    </a:lnTo>
                  </a:path>
                </a:pathLst>
              </a:custGeom>
              <a:ln w="9525" cap="flat">
                <a:solidFill>
                  <a:schemeClr val="bg1"/>
                </a:solidFill>
                <a:prstDash val="solid"/>
                <a:miter/>
              </a:ln>
            </p:spPr>
            <p:txBody>
              <a:bodyPr rtlCol="0" anchor="ctr"/>
              <a:lstStyle/>
              <a:p>
                <a:endParaRPr lang="en-CA" sz="2800"/>
              </a:p>
            </p:txBody>
          </p:sp>
          <p:sp>
            <p:nvSpPr>
              <p:cNvPr id="92" name="Freeform 91">
                <a:extLst>
                  <a:ext uri="{FF2B5EF4-FFF2-40B4-BE49-F238E27FC236}">
                    <a16:creationId xmlns:a16="http://schemas.microsoft.com/office/drawing/2014/main" id="{FA186803-EE85-B046-A7DD-DEFF1F7264FF}"/>
                  </a:ext>
                </a:extLst>
              </p:cNvPr>
              <p:cNvSpPr/>
              <p:nvPr/>
            </p:nvSpPr>
            <p:spPr>
              <a:xfrm>
                <a:off x="6170580" y="3354800"/>
                <a:ext cx="150114" cy="150018"/>
              </a:xfrm>
              <a:custGeom>
                <a:avLst/>
                <a:gdLst>
                  <a:gd name="connsiteX0" fmla="*/ 150114 w 150114"/>
                  <a:gd name="connsiteY0" fmla="*/ 0 h 150018"/>
                  <a:gd name="connsiteX1" fmla="*/ 0 w 150114"/>
                  <a:gd name="connsiteY1" fmla="*/ 150019 h 150018"/>
                </a:gdLst>
                <a:ahLst/>
                <a:cxnLst>
                  <a:cxn ang="0">
                    <a:pos x="connsiteX0" y="connsiteY0"/>
                  </a:cxn>
                  <a:cxn ang="0">
                    <a:pos x="connsiteX1" y="connsiteY1"/>
                  </a:cxn>
                </a:cxnLst>
                <a:rect l="l" t="t" r="r" b="b"/>
                <a:pathLst>
                  <a:path w="150114" h="150018">
                    <a:moveTo>
                      <a:pt x="150114" y="0"/>
                    </a:moveTo>
                    <a:lnTo>
                      <a:pt x="0" y="150019"/>
                    </a:lnTo>
                  </a:path>
                </a:pathLst>
              </a:custGeom>
              <a:ln w="9525" cap="flat">
                <a:solidFill>
                  <a:schemeClr val="bg1"/>
                </a:solidFill>
                <a:prstDash val="solid"/>
                <a:miter/>
              </a:ln>
            </p:spPr>
            <p:txBody>
              <a:bodyPr rtlCol="0" anchor="ctr"/>
              <a:lstStyle/>
              <a:p>
                <a:endParaRPr lang="en-CA" sz="2800"/>
              </a:p>
            </p:txBody>
          </p:sp>
          <p:sp>
            <p:nvSpPr>
              <p:cNvPr id="93" name="Freeform 92">
                <a:extLst>
                  <a:ext uri="{FF2B5EF4-FFF2-40B4-BE49-F238E27FC236}">
                    <a16:creationId xmlns:a16="http://schemas.microsoft.com/office/drawing/2014/main" id="{5E84566E-497F-0349-9ACE-99E7D1526230}"/>
                  </a:ext>
                </a:extLst>
              </p:cNvPr>
              <p:cNvSpPr/>
              <p:nvPr/>
            </p:nvSpPr>
            <p:spPr>
              <a:xfrm>
                <a:off x="6170580" y="3354133"/>
                <a:ext cx="150780" cy="150399"/>
              </a:xfrm>
              <a:custGeom>
                <a:avLst/>
                <a:gdLst>
                  <a:gd name="connsiteX0" fmla="*/ 0 w 150780"/>
                  <a:gd name="connsiteY0" fmla="*/ 0 h 150399"/>
                  <a:gd name="connsiteX1" fmla="*/ 150781 w 150780"/>
                  <a:gd name="connsiteY1" fmla="*/ 150400 h 150399"/>
                </a:gdLst>
                <a:ahLst/>
                <a:cxnLst>
                  <a:cxn ang="0">
                    <a:pos x="connsiteX0" y="connsiteY0"/>
                  </a:cxn>
                  <a:cxn ang="0">
                    <a:pos x="connsiteX1" y="connsiteY1"/>
                  </a:cxn>
                </a:cxnLst>
                <a:rect l="l" t="t" r="r" b="b"/>
                <a:pathLst>
                  <a:path w="150780" h="150399">
                    <a:moveTo>
                      <a:pt x="0" y="0"/>
                    </a:moveTo>
                    <a:lnTo>
                      <a:pt x="150781" y="150400"/>
                    </a:lnTo>
                  </a:path>
                </a:pathLst>
              </a:custGeom>
              <a:ln w="9525" cap="flat">
                <a:solidFill>
                  <a:schemeClr val="bg1"/>
                </a:solidFill>
                <a:prstDash val="solid"/>
                <a:miter/>
              </a:ln>
            </p:spPr>
            <p:txBody>
              <a:bodyPr rtlCol="0" anchor="ctr"/>
              <a:lstStyle/>
              <a:p>
                <a:endParaRPr lang="en-CA" sz="2800"/>
              </a:p>
            </p:txBody>
          </p:sp>
        </p:grpSp>
        <p:grpSp>
          <p:nvGrpSpPr>
            <p:cNvPr id="76" name="Group 75">
              <a:extLst>
                <a:ext uri="{FF2B5EF4-FFF2-40B4-BE49-F238E27FC236}">
                  <a16:creationId xmlns:a16="http://schemas.microsoft.com/office/drawing/2014/main" id="{7A3C0E6E-5840-3F4E-8D1D-4B3EF05FBF75}"/>
                </a:ext>
              </a:extLst>
            </p:cNvPr>
            <p:cNvGrpSpPr/>
            <p:nvPr/>
          </p:nvGrpSpPr>
          <p:grpSpPr>
            <a:xfrm flipV="1">
              <a:off x="7558307" y="4129899"/>
              <a:ext cx="3141039" cy="0"/>
              <a:chOff x="7452551" y="2695722"/>
              <a:chExt cx="2856961" cy="0"/>
            </a:xfrm>
          </p:grpSpPr>
          <p:cxnSp>
            <p:nvCxnSpPr>
              <p:cNvPr id="77" name="Straight Connector 76">
                <a:extLst>
                  <a:ext uri="{FF2B5EF4-FFF2-40B4-BE49-F238E27FC236}">
                    <a16:creationId xmlns:a16="http://schemas.microsoft.com/office/drawing/2014/main" id="{113573D3-383C-7145-B3F3-FFFEACA0E4C9}"/>
                  </a:ext>
                </a:extLst>
              </p:cNvPr>
              <p:cNvCxnSpPr>
                <a:cxnSpLocks/>
              </p:cNvCxnSpPr>
              <p:nvPr/>
            </p:nvCxnSpPr>
            <p:spPr>
              <a:xfrm rot="3900000" flipH="1">
                <a:off x="10242417" y="2628627"/>
                <a:ext cx="0" cy="134190"/>
              </a:xfrm>
              <a:prstGeom prst="line">
                <a:avLst/>
              </a:prstGeom>
              <a:ln w="12700">
                <a:solidFill>
                  <a:schemeClr val="tx1">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CDECC6A7-8EE0-9F4D-A04E-75FE20ED2D64}"/>
                  </a:ext>
                </a:extLst>
              </p:cNvPr>
              <p:cNvCxnSpPr>
                <a:cxnSpLocks/>
              </p:cNvCxnSpPr>
              <p:nvPr/>
            </p:nvCxnSpPr>
            <p:spPr>
              <a:xfrm rot="17700000">
                <a:off x="7519646" y="2628627"/>
                <a:ext cx="0" cy="134190"/>
              </a:xfrm>
              <a:prstGeom prst="line">
                <a:avLst/>
              </a:prstGeom>
              <a:ln w="12700">
                <a:solidFill>
                  <a:schemeClr val="tx1">
                    <a:alpha val="50000"/>
                  </a:schemeClr>
                </a:solidFill>
                <a:prstDash val="sysDot"/>
              </a:ln>
            </p:spPr>
            <p:style>
              <a:lnRef idx="1">
                <a:schemeClr val="accent1"/>
              </a:lnRef>
              <a:fillRef idx="0">
                <a:schemeClr val="accent1"/>
              </a:fillRef>
              <a:effectRef idx="0">
                <a:schemeClr val="accent1"/>
              </a:effectRef>
              <a:fontRef idx="minor">
                <a:schemeClr val="tx1"/>
              </a:fontRef>
            </p:style>
          </p:cxnSp>
        </p:grpSp>
      </p:grpSp>
    </p:spTree>
    <p:custDataLst>
      <p:custData r:id="rId1"/>
      <p:custData r:id="rId2"/>
    </p:custDataLst>
    <p:extLst>
      <p:ext uri="{BB962C8B-B14F-4D97-AF65-F5344CB8AC3E}">
        <p14:creationId xmlns:p14="http://schemas.microsoft.com/office/powerpoint/2010/main" val="713521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F6163D5-8F93-152D-7184-491E99CC77E6}"/>
              </a:ext>
            </a:extLst>
          </p:cNvPr>
          <p:cNvSpPr/>
          <p:nvPr/>
        </p:nvSpPr>
        <p:spPr>
          <a:xfrm>
            <a:off x="1" y="2138766"/>
            <a:ext cx="12191999" cy="4719234"/>
          </a:xfrm>
          <a:prstGeom prst="rect">
            <a:avLst/>
          </a:prstGeom>
          <a:solidFill>
            <a:srgbClr val="E5E8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noProof="0" err="1"/>
          </a:p>
        </p:txBody>
      </p:sp>
      <p:sp>
        <p:nvSpPr>
          <p:cNvPr id="3" name="Title 2">
            <a:extLst>
              <a:ext uri="{FF2B5EF4-FFF2-40B4-BE49-F238E27FC236}">
                <a16:creationId xmlns:a16="http://schemas.microsoft.com/office/drawing/2014/main" id="{5E6C36B4-D93F-A388-E52E-3FAB621919DA}"/>
              </a:ext>
            </a:extLst>
          </p:cNvPr>
          <p:cNvSpPr>
            <a:spLocks noGrp="1"/>
          </p:cNvSpPr>
          <p:nvPr>
            <p:ph type="title"/>
          </p:nvPr>
        </p:nvSpPr>
        <p:spPr/>
        <p:txBody>
          <a:bodyPr/>
          <a:lstStyle/>
          <a:p>
            <a:r>
              <a:rPr lang="en-US"/>
              <a:t>Alignment</a:t>
            </a:r>
          </a:p>
        </p:txBody>
      </p:sp>
      <p:sp>
        <p:nvSpPr>
          <p:cNvPr id="6" name="Footer Placeholder 5">
            <a:extLst>
              <a:ext uri="{FF2B5EF4-FFF2-40B4-BE49-F238E27FC236}">
                <a16:creationId xmlns:a16="http://schemas.microsoft.com/office/drawing/2014/main" id="{8E73DCB6-94CA-E5EB-D4E3-F53175A54DCB}"/>
              </a:ext>
            </a:extLst>
          </p:cNvPr>
          <p:cNvSpPr>
            <a:spLocks noGrp="1"/>
          </p:cNvSpPr>
          <p:nvPr>
            <p:ph type="ftr" sz="quarter" idx="11"/>
          </p:nvPr>
        </p:nvSpPr>
        <p:spPr/>
        <p:txBody>
          <a:bodyPr/>
          <a:lstStyle/>
          <a:p>
            <a:r>
              <a:rPr lang="en-US"/>
              <a:t>Colliers</a:t>
            </a:r>
          </a:p>
        </p:txBody>
      </p:sp>
      <p:sp>
        <p:nvSpPr>
          <p:cNvPr id="7" name="Slide Number Placeholder 6">
            <a:extLst>
              <a:ext uri="{FF2B5EF4-FFF2-40B4-BE49-F238E27FC236}">
                <a16:creationId xmlns:a16="http://schemas.microsoft.com/office/drawing/2014/main" id="{7A71D15D-6B96-29CA-0248-7F559E08DEDC}"/>
              </a:ext>
            </a:extLst>
          </p:cNvPr>
          <p:cNvSpPr>
            <a:spLocks noGrp="1"/>
          </p:cNvSpPr>
          <p:nvPr>
            <p:ph type="sldNum" sz="quarter" idx="12"/>
          </p:nvPr>
        </p:nvSpPr>
        <p:spPr/>
        <p:txBody>
          <a:bodyPr/>
          <a:lstStyle/>
          <a:p>
            <a:fld id="{23AA811B-2EBD-4900-905E-5BE206449611}" type="slidenum">
              <a:rPr lang="en-US" smtClean="0"/>
              <a:pPr/>
              <a:t>20</a:t>
            </a:fld>
            <a:endParaRPr lang="en-US"/>
          </a:p>
        </p:txBody>
      </p:sp>
      <p:sp>
        <p:nvSpPr>
          <p:cNvPr id="8" name="Text Placeholder 2">
            <a:extLst>
              <a:ext uri="{FF2B5EF4-FFF2-40B4-BE49-F238E27FC236}">
                <a16:creationId xmlns:a16="http://schemas.microsoft.com/office/drawing/2014/main" id="{DCBA6741-8129-ADAC-6E5C-3CE49D58E685}"/>
              </a:ext>
            </a:extLst>
          </p:cNvPr>
          <p:cNvSpPr>
            <a:spLocks noGrp="1"/>
          </p:cNvSpPr>
          <p:nvPr>
            <p:ph type="body" sz="quarter" idx="13"/>
          </p:nvPr>
        </p:nvSpPr>
        <p:spPr>
          <a:xfrm>
            <a:off x="647525" y="669600"/>
            <a:ext cx="5374775" cy="392400"/>
          </a:xfrm>
        </p:spPr>
        <p:txBody>
          <a:bodyPr/>
          <a:lstStyle/>
          <a:p>
            <a:r>
              <a:rPr lang="en-CA"/>
              <a:t>INTRODUCTION</a:t>
            </a:r>
          </a:p>
        </p:txBody>
      </p:sp>
      <p:pic>
        <p:nvPicPr>
          <p:cNvPr id="10" name="Picture 9" descr="Logo&#10;&#10;Description automatically generated">
            <a:extLst>
              <a:ext uri="{FF2B5EF4-FFF2-40B4-BE49-F238E27FC236}">
                <a16:creationId xmlns:a16="http://schemas.microsoft.com/office/drawing/2014/main" id="{35E0D626-C25A-8FA0-A493-3AA5D60E402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768058" y="1881702"/>
            <a:ext cx="1136791" cy="647942"/>
          </a:xfrm>
          <a:prstGeom prst="rect">
            <a:avLst/>
          </a:prstGeom>
        </p:spPr>
      </p:pic>
      <p:pic>
        <p:nvPicPr>
          <p:cNvPr id="11" name="Picture 10" descr="Logo&#10;&#10;Description automatically generated">
            <a:extLst>
              <a:ext uri="{FF2B5EF4-FFF2-40B4-BE49-F238E27FC236}">
                <a16:creationId xmlns:a16="http://schemas.microsoft.com/office/drawing/2014/main" id="{2549E2F7-4F98-312A-B65E-16D2269201E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533091" y="1926000"/>
            <a:ext cx="1002437" cy="604800"/>
          </a:xfrm>
          <a:prstGeom prst="rect">
            <a:avLst/>
          </a:prstGeom>
          <a:solidFill>
            <a:schemeClr val="bg2"/>
          </a:solidFill>
          <a:ln>
            <a:noFill/>
          </a:ln>
        </p:spPr>
      </p:pic>
      <p:sp>
        <p:nvSpPr>
          <p:cNvPr id="12" name="TextBox 11">
            <a:extLst>
              <a:ext uri="{FF2B5EF4-FFF2-40B4-BE49-F238E27FC236}">
                <a16:creationId xmlns:a16="http://schemas.microsoft.com/office/drawing/2014/main" id="{9AB099E2-9FA7-32FD-5566-723A422D5B65}"/>
              </a:ext>
            </a:extLst>
          </p:cNvPr>
          <p:cNvSpPr txBox="1"/>
          <p:nvPr/>
        </p:nvSpPr>
        <p:spPr>
          <a:xfrm>
            <a:off x="6666967" y="2901021"/>
            <a:ext cx="4680465" cy="523220"/>
          </a:xfrm>
          <a:prstGeom prst="rect">
            <a:avLst/>
          </a:prstGeom>
          <a:noFill/>
        </p:spPr>
        <p:txBody>
          <a:bodyPr wrap="square" lIns="91440" tIns="45720" rIns="91440" bIns="45720" anchor="t">
            <a:spAutoFit/>
          </a:bodyPr>
          <a:lstStyle/>
          <a:p>
            <a:pPr marL="7620" marR="2540">
              <a:spcBef>
                <a:spcPts val="461"/>
              </a:spcBef>
            </a:pPr>
            <a:r>
              <a:rPr lang="en-US" sz="1400" b="1" spc="300">
                <a:solidFill>
                  <a:schemeClr val="accent2"/>
                </a:solidFill>
                <a:latin typeface="Open Sans Semibold" panose="020B0606030504020204" pitchFamily="34" charset="0"/>
                <a:ea typeface="Open Sans Semibold" panose="020B0606030504020204" pitchFamily="34" charset="0"/>
                <a:cs typeface="Open Sans Semibold" panose="020B0606030504020204" pitchFamily="34" charset="0"/>
              </a:rPr>
              <a:t>BE ENTERPRISING </a:t>
            </a:r>
            <a:br>
              <a:rPr lang="en-US" sz="1400" b="1" spc="300">
                <a:solidFill>
                  <a:schemeClr val="accent2"/>
                </a:solidFill>
                <a:latin typeface="Open Sans Semibold" panose="020B0606030504020204" pitchFamily="34" charset="0"/>
                <a:ea typeface="Open Sans Semibold" panose="020B0606030504020204" pitchFamily="34" charset="0"/>
                <a:cs typeface="Open Sans Semibold" panose="020B0606030504020204" pitchFamily="34" charset="0"/>
              </a:rPr>
            </a:br>
            <a:r>
              <a:rPr lang="en-US" sz="1400"/>
              <a:t>to exceed expectations</a:t>
            </a:r>
          </a:p>
        </p:txBody>
      </p:sp>
      <p:sp>
        <p:nvSpPr>
          <p:cNvPr id="13" name="TextBox 12">
            <a:extLst>
              <a:ext uri="{FF2B5EF4-FFF2-40B4-BE49-F238E27FC236}">
                <a16:creationId xmlns:a16="http://schemas.microsoft.com/office/drawing/2014/main" id="{541FCDC5-0549-B38F-30F7-C1BF39FE802E}"/>
              </a:ext>
            </a:extLst>
          </p:cNvPr>
          <p:cNvSpPr txBox="1"/>
          <p:nvPr/>
        </p:nvSpPr>
        <p:spPr>
          <a:xfrm>
            <a:off x="6666967" y="3645081"/>
            <a:ext cx="4680463" cy="523220"/>
          </a:xfrm>
          <a:prstGeom prst="rect">
            <a:avLst/>
          </a:prstGeom>
          <a:noFill/>
        </p:spPr>
        <p:txBody>
          <a:bodyPr wrap="square" lIns="91440" tIns="45720" rIns="91440" bIns="45720" anchor="t">
            <a:spAutoFit/>
          </a:bodyPr>
          <a:lstStyle/>
          <a:p>
            <a:pPr marL="7620" marR="2540">
              <a:spcBef>
                <a:spcPts val="461"/>
              </a:spcBef>
            </a:pPr>
            <a:r>
              <a:rPr lang="en-US" sz="1400" b="1" spc="300">
                <a:solidFill>
                  <a:schemeClr val="accent2"/>
                </a:solidFill>
                <a:latin typeface="Open Sans Semibold" panose="020B0606030504020204" pitchFamily="34" charset="0"/>
                <a:ea typeface="Open Sans Semibold" panose="020B0606030504020204" pitchFamily="34" charset="0"/>
                <a:cs typeface="Open Sans Semibold" panose="020B0606030504020204" pitchFamily="34" charset="0"/>
              </a:rPr>
              <a:t>COLLABORATE </a:t>
            </a:r>
            <a:br>
              <a:rPr lang="en-US" sz="1400" b="1" spc="300">
                <a:solidFill>
                  <a:schemeClr val="accent2"/>
                </a:solidFill>
                <a:latin typeface="Open Sans Semibold" panose="020B0606030504020204" pitchFamily="34" charset="0"/>
                <a:ea typeface="Open Sans Semibold" panose="020B0606030504020204" pitchFamily="34" charset="0"/>
                <a:cs typeface="Open Sans Semibold" panose="020B0606030504020204" pitchFamily="34" charset="0"/>
              </a:rPr>
            </a:br>
            <a:r>
              <a:rPr lang="en-US" sz="1400"/>
              <a:t>to drive exceptional results</a:t>
            </a:r>
          </a:p>
        </p:txBody>
      </p:sp>
      <p:sp>
        <p:nvSpPr>
          <p:cNvPr id="14" name="TextBox 13">
            <a:extLst>
              <a:ext uri="{FF2B5EF4-FFF2-40B4-BE49-F238E27FC236}">
                <a16:creationId xmlns:a16="http://schemas.microsoft.com/office/drawing/2014/main" id="{CBE42B15-2D2F-EB62-C6EF-6D71D1B8A2AF}"/>
              </a:ext>
            </a:extLst>
          </p:cNvPr>
          <p:cNvSpPr txBox="1"/>
          <p:nvPr/>
        </p:nvSpPr>
        <p:spPr>
          <a:xfrm>
            <a:off x="6666967" y="4389141"/>
            <a:ext cx="4680464" cy="523220"/>
          </a:xfrm>
          <a:prstGeom prst="rect">
            <a:avLst/>
          </a:prstGeom>
          <a:noFill/>
        </p:spPr>
        <p:txBody>
          <a:bodyPr wrap="square" lIns="91440" tIns="45720" rIns="91440" bIns="45720" anchor="t">
            <a:spAutoFit/>
          </a:bodyPr>
          <a:lstStyle/>
          <a:p>
            <a:pPr marL="7620" marR="2540">
              <a:spcBef>
                <a:spcPts val="461"/>
              </a:spcBef>
            </a:pPr>
            <a:r>
              <a:rPr lang="en-US" sz="1400" b="1" spc="300">
                <a:solidFill>
                  <a:schemeClr val="accent2"/>
                </a:solidFill>
                <a:latin typeface="Open Sans Semibold" panose="020B0606030504020204" pitchFamily="34" charset="0"/>
                <a:ea typeface="Open Sans Semibold" panose="020B0606030504020204" pitchFamily="34" charset="0"/>
                <a:cs typeface="Open Sans Semibold" panose="020B0606030504020204" pitchFamily="34" charset="0"/>
              </a:rPr>
              <a:t>INVEST IN RELATIONSHIPS </a:t>
            </a:r>
            <a:br>
              <a:rPr lang="en-US" sz="1400" b="1" spc="300">
                <a:solidFill>
                  <a:schemeClr val="accent2"/>
                </a:solidFill>
                <a:latin typeface="Open Sans Semibold" panose="020B0606030504020204" pitchFamily="34" charset="0"/>
                <a:ea typeface="Open Sans Semibold" panose="020B0606030504020204" pitchFamily="34" charset="0"/>
                <a:cs typeface="Open Sans Semibold" panose="020B0606030504020204" pitchFamily="34" charset="0"/>
              </a:rPr>
            </a:br>
            <a:r>
              <a:rPr lang="en-US" sz="1400"/>
              <a:t>to deliver enduring value </a:t>
            </a:r>
          </a:p>
        </p:txBody>
      </p:sp>
      <p:sp>
        <p:nvSpPr>
          <p:cNvPr id="15" name="TextBox 14">
            <a:extLst>
              <a:ext uri="{FF2B5EF4-FFF2-40B4-BE49-F238E27FC236}">
                <a16:creationId xmlns:a16="http://schemas.microsoft.com/office/drawing/2014/main" id="{53340954-52D9-411B-461F-56E77749E81F}"/>
              </a:ext>
            </a:extLst>
          </p:cNvPr>
          <p:cNvSpPr txBox="1"/>
          <p:nvPr/>
        </p:nvSpPr>
        <p:spPr>
          <a:xfrm>
            <a:off x="6666967" y="5877262"/>
            <a:ext cx="4405179" cy="523220"/>
          </a:xfrm>
          <a:prstGeom prst="rect">
            <a:avLst/>
          </a:prstGeom>
          <a:noFill/>
        </p:spPr>
        <p:txBody>
          <a:bodyPr wrap="square" lIns="91440" tIns="45720" rIns="91440" bIns="45720" anchor="t">
            <a:spAutoFit/>
          </a:bodyPr>
          <a:lstStyle/>
          <a:p>
            <a:pPr marL="7620" marR="2540">
              <a:spcBef>
                <a:spcPts val="461"/>
              </a:spcBef>
            </a:pPr>
            <a:r>
              <a:rPr lang="en-US" sz="1400" b="1" spc="300">
                <a:solidFill>
                  <a:schemeClr val="accent2"/>
                </a:solidFill>
                <a:latin typeface="Open Sans Semibold" panose="020B0606030504020204" pitchFamily="34" charset="0"/>
                <a:ea typeface="Open Sans Semibold" panose="020B0606030504020204" pitchFamily="34" charset="0"/>
                <a:cs typeface="Open Sans Semibold" panose="020B0606030504020204" pitchFamily="34" charset="0"/>
              </a:rPr>
              <a:t>DO WHAT’S RIGHT </a:t>
            </a:r>
            <a:br>
              <a:rPr lang="en-US" sz="1400" b="1" spc="300">
                <a:solidFill>
                  <a:schemeClr val="accent2"/>
                </a:solidFill>
                <a:latin typeface="Open Sans Semibold" panose="020B0606030504020204" pitchFamily="34" charset="0"/>
                <a:ea typeface="Open Sans Semibold" panose="020B0606030504020204" pitchFamily="34" charset="0"/>
                <a:cs typeface="Open Sans Semibold" panose="020B0606030504020204" pitchFamily="34" charset="0"/>
              </a:rPr>
            </a:br>
            <a:r>
              <a:rPr lang="en-US" sz="1400"/>
              <a:t>for our clients, people and communities</a:t>
            </a:r>
          </a:p>
        </p:txBody>
      </p:sp>
      <p:sp>
        <p:nvSpPr>
          <p:cNvPr id="16" name="TextBox 15">
            <a:extLst>
              <a:ext uri="{FF2B5EF4-FFF2-40B4-BE49-F238E27FC236}">
                <a16:creationId xmlns:a16="http://schemas.microsoft.com/office/drawing/2014/main" id="{46E5BEAE-6B82-47B9-9BCB-6865FFC65E25}"/>
              </a:ext>
            </a:extLst>
          </p:cNvPr>
          <p:cNvSpPr txBox="1"/>
          <p:nvPr/>
        </p:nvSpPr>
        <p:spPr>
          <a:xfrm>
            <a:off x="6666967" y="5133201"/>
            <a:ext cx="4874633" cy="523220"/>
          </a:xfrm>
          <a:prstGeom prst="rect">
            <a:avLst/>
          </a:prstGeom>
          <a:noFill/>
        </p:spPr>
        <p:txBody>
          <a:bodyPr wrap="square" lIns="91440" tIns="45720" rIns="91440" bIns="45720" anchor="t">
            <a:spAutoFit/>
          </a:bodyPr>
          <a:lstStyle/>
          <a:p>
            <a:pPr marL="7620" marR="2540">
              <a:spcBef>
                <a:spcPts val="461"/>
              </a:spcBef>
            </a:pPr>
            <a:r>
              <a:rPr lang="en-US" sz="1400" b="1" spc="300">
                <a:solidFill>
                  <a:schemeClr val="accent2"/>
                </a:solidFill>
                <a:latin typeface="Open Sans Semibold" panose="020B0606030504020204" pitchFamily="34" charset="0"/>
                <a:ea typeface="Open Sans Semibold" panose="020B0606030504020204" pitchFamily="34" charset="0"/>
                <a:cs typeface="Open Sans Semibold" panose="020B0606030504020204" pitchFamily="34" charset="0"/>
              </a:rPr>
              <a:t>BE EXPERTS </a:t>
            </a:r>
            <a:br>
              <a:rPr lang="en-US" sz="1400" b="1" spc="300">
                <a:solidFill>
                  <a:schemeClr val="accent2"/>
                </a:solidFill>
                <a:latin typeface="Open Sans Semibold" panose="020B0606030504020204" pitchFamily="34" charset="0"/>
                <a:ea typeface="Open Sans Semibold" panose="020B0606030504020204" pitchFamily="34" charset="0"/>
                <a:cs typeface="Open Sans Semibold" panose="020B0606030504020204" pitchFamily="34" charset="0"/>
              </a:rPr>
            </a:br>
            <a:r>
              <a:rPr lang="en-US" sz="1400"/>
              <a:t>to lead our industry into the future</a:t>
            </a:r>
          </a:p>
        </p:txBody>
      </p:sp>
      <p:cxnSp>
        <p:nvCxnSpPr>
          <p:cNvPr id="24" name="Straight Connector 23">
            <a:extLst>
              <a:ext uri="{FF2B5EF4-FFF2-40B4-BE49-F238E27FC236}">
                <a16:creationId xmlns:a16="http://schemas.microsoft.com/office/drawing/2014/main" id="{FE6B258C-214F-F423-E579-4C32B142B40B}"/>
              </a:ext>
            </a:extLst>
          </p:cNvPr>
          <p:cNvCxnSpPr>
            <a:cxnSpLocks/>
          </p:cNvCxnSpPr>
          <p:nvPr/>
        </p:nvCxnSpPr>
        <p:spPr>
          <a:xfrm>
            <a:off x="6101247" y="2498977"/>
            <a:ext cx="0" cy="3886325"/>
          </a:xfrm>
          <a:prstGeom prst="line">
            <a:avLst/>
          </a:prstGeom>
          <a:ln/>
        </p:spPr>
        <p:style>
          <a:lnRef idx="1">
            <a:schemeClr val="accent5"/>
          </a:lnRef>
          <a:fillRef idx="0">
            <a:schemeClr val="accent5"/>
          </a:fillRef>
          <a:effectRef idx="0">
            <a:schemeClr val="accent5"/>
          </a:effectRef>
          <a:fontRef idx="minor">
            <a:schemeClr val="tx1"/>
          </a:fontRef>
        </p:style>
      </p:cxnSp>
      <p:sp>
        <p:nvSpPr>
          <p:cNvPr id="26" name="TextBox 25">
            <a:extLst>
              <a:ext uri="{FF2B5EF4-FFF2-40B4-BE49-F238E27FC236}">
                <a16:creationId xmlns:a16="http://schemas.microsoft.com/office/drawing/2014/main" id="{3DB8FB11-FA45-B776-8A62-27D175572722}"/>
              </a:ext>
            </a:extLst>
          </p:cNvPr>
          <p:cNvSpPr txBox="1"/>
          <p:nvPr/>
        </p:nvSpPr>
        <p:spPr>
          <a:xfrm>
            <a:off x="913027" y="2901021"/>
            <a:ext cx="4680465" cy="523220"/>
          </a:xfrm>
          <a:prstGeom prst="rect">
            <a:avLst/>
          </a:prstGeom>
          <a:noFill/>
        </p:spPr>
        <p:txBody>
          <a:bodyPr wrap="square" lIns="91440" tIns="45720" rIns="91440" bIns="45720" anchor="t">
            <a:spAutoFit/>
          </a:bodyPr>
          <a:lstStyle/>
          <a:p>
            <a:pPr marL="7620" marR="2540" algn="r">
              <a:spcBef>
                <a:spcPts val="461"/>
              </a:spcBef>
            </a:pPr>
            <a:r>
              <a:rPr lang="en-US" sz="1400" b="1" spc="300">
                <a:solidFill>
                  <a:schemeClr val="accent2"/>
                </a:solidFill>
                <a:latin typeface="Open Sans Semibold" panose="020B0606030504020204" pitchFamily="34" charset="0"/>
                <a:ea typeface="Open Sans Semibold" panose="020B0606030504020204" pitchFamily="34" charset="0"/>
                <a:cs typeface="Open Sans Semibold" panose="020B0606030504020204" pitchFamily="34" charset="0"/>
              </a:rPr>
              <a:t>CLIENT VALUE</a:t>
            </a:r>
            <a:br>
              <a:rPr lang="en-US" sz="1400" b="1" spc="300">
                <a:solidFill>
                  <a:schemeClr val="accent2"/>
                </a:solidFill>
                <a:latin typeface="Open Sans Semibold" panose="020B0606030504020204" pitchFamily="34" charset="0"/>
                <a:ea typeface="Open Sans Semibold" panose="020B0606030504020204" pitchFamily="34" charset="0"/>
                <a:cs typeface="Open Sans Semibold" panose="020B0606030504020204" pitchFamily="34" charset="0"/>
              </a:rPr>
            </a:br>
            <a:r>
              <a:rPr lang="en-US" sz="1400"/>
              <a:t>goes here</a:t>
            </a:r>
          </a:p>
        </p:txBody>
      </p:sp>
      <p:sp>
        <p:nvSpPr>
          <p:cNvPr id="27" name="TextBox 26">
            <a:extLst>
              <a:ext uri="{FF2B5EF4-FFF2-40B4-BE49-F238E27FC236}">
                <a16:creationId xmlns:a16="http://schemas.microsoft.com/office/drawing/2014/main" id="{F31BC933-1825-181F-8A48-74DD5CBC7EAE}"/>
              </a:ext>
            </a:extLst>
          </p:cNvPr>
          <p:cNvSpPr txBox="1"/>
          <p:nvPr/>
        </p:nvSpPr>
        <p:spPr>
          <a:xfrm>
            <a:off x="913027" y="3645081"/>
            <a:ext cx="4680465" cy="523220"/>
          </a:xfrm>
          <a:prstGeom prst="rect">
            <a:avLst/>
          </a:prstGeom>
          <a:noFill/>
        </p:spPr>
        <p:txBody>
          <a:bodyPr wrap="square" lIns="91440" tIns="45720" rIns="91440" bIns="45720" anchor="t">
            <a:spAutoFit/>
          </a:bodyPr>
          <a:lstStyle/>
          <a:p>
            <a:pPr marL="7620" marR="2540" algn="r">
              <a:spcBef>
                <a:spcPts val="461"/>
              </a:spcBef>
            </a:pPr>
            <a:r>
              <a:rPr lang="en-US" sz="1400" b="1" spc="300">
                <a:solidFill>
                  <a:schemeClr val="accent2"/>
                </a:solidFill>
                <a:latin typeface="Open Sans Semibold" panose="020B0606030504020204" pitchFamily="34" charset="0"/>
                <a:ea typeface="Open Sans Semibold" panose="020B0606030504020204" pitchFamily="34" charset="0"/>
                <a:cs typeface="Open Sans Semibold" panose="020B0606030504020204" pitchFamily="34" charset="0"/>
              </a:rPr>
              <a:t>CLIENT VALUE</a:t>
            </a:r>
            <a:br>
              <a:rPr lang="en-US" sz="1400" b="1" spc="300">
                <a:solidFill>
                  <a:schemeClr val="accent2"/>
                </a:solidFill>
                <a:latin typeface="Open Sans Semibold" panose="020B0606030504020204" pitchFamily="34" charset="0"/>
                <a:ea typeface="Open Sans Semibold" panose="020B0606030504020204" pitchFamily="34" charset="0"/>
                <a:cs typeface="Open Sans Semibold" panose="020B0606030504020204" pitchFamily="34" charset="0"/>
              </a:rPr>
            </a:br>
            <a:r>
              <a:rPr lang="en-US" sz="1400"/>
              <a:t>goes here</a:t>
            </a:r>
          </a:p>
        </p:txBody>
      </p:sp>
      <p:sp>
        <p:nvSpPr>
          <p:cNvPr id="28" name="TextBox 27">
            <a:extLst>
              <a:ext uri="{FF2B5EF4-FFF2-40B4-BE49-F238E27FC236}">
                <a16:creationId xmlns:a16="http://schemas.microsoft.com/office/drawing/2014/main" id="{8D934407-9C8B-9E66-46A2-E8D806410D3B}"/>
              </a:ext>
            </a:extLst>
          </p:cNvPr>
          <p:cNvSpPr txBox="1"/>
          <p:nvPr/>
        </p:nvSpPr>
        <p:spPr>
          <a:xfrm>
            <a:off x="913026" y="4389141"/>
            <a:ext cx="4680465" cy="523220"/>
          </a:xfrm>
          <a:prstGeom prst="rect">
            <a:avLst/>
          </a:prstGeom>
          <a:noFill/>
        </p:spPr>
        <p:txBody>
          <a:bodyPr wrap="square" lIns="91440" tIns="45720" rIns="91440" bIns="45720" anchor="t">
            <a:spAutoFit/>
          </a:bodyPr>
          <a:lstStyle/>
          <a:p>
            <a:pPr marL="7620" marR="2540" algn="r">
              <a:spcBef>
                <a:spcPts val="461"/>
              </a:spcBef>
            </a:pPr>
            <a:r>
              <a:rPr lang="en-US" sz="1400" b="1" spc="300">
                <a:solidFill>
                  <a:schemeClr val="accent2"/>
                </a:solidFill>
                <a:latin typeface="Open Sans Semibold" panose="020B0606030504020204" pitchFamily="34" charset="0"/>
                <a:ea typeface="Open Sans Semibold" panose="020B0606030504020204" pitchFamily="34" charset="0"/>
                <a:cs typeface="Open Sans Semibold" panose="020B0606030504020204" pitchFamily="34" charset="0"/>
              </a:rPr>
              <a:t>CLIENT VALUE</a:t>
            </a:r>
            <a:br>
              <a:rPr lang="en-US" sz="1400" b="1" spc="300">
                <a:solidFill>
                  <a:schemeClr val="accent2"/>
                </a:solidFill>
                <a:latin typeface="Open Sans Semibold" panose="020B0606030504020204" pitchFamily="34" charset="0"/>
                <a:ea typeface="Open Sans Semibold" panose="020B0606030504020204" pitchFamily="34" charset="0"/>
                <a:cs typeface="Open Sans Semibold" panose="020B0606030504020204" pitchFamily="34" charset="0"/>
              </a:rPr>
            </a:br>
            <a:r>
              <a:rPr lang="en-US" sz="1400"/>
              <a:t>goes here</a:t>
            </a:r>
          </a:p>
        </p:txBody>
      </p:sp>
      <p:sp>
        <p:nvSpPr>
          <p:cNvPr id="29" name="TextBox 28">
            <a:extLst>
              <a:ext uri="{FF2B5EF4-FFF2-40B4-BE49-F238E27FC236}">
                <a16:creationId xmlns:a16="http://schemas.microsoft.com/office/drawing/2014/main" id="{B7804937-5FAE-8FBE-4186-6E71B11143C3}"/>
              </a:ext>
            </a:extLst>
          </p:cNvPr>
          <p:cNvSpPr txBox="1"/>
          <p:nvPr/>
        </p:nvSpPr>
        <p:spPr>
          <a:xfrm>
            <a:off x="913026" y="5133201"/>
            <a:ext cx="4680465" cy="523220"/>
          </a:xfrm>
          <a:prstGeom prst="rect">
            <a:avLst/>
          </a:prstGeom>
          <a:noFill/>
        </p:spPr>
        <p:txBody>
          <a:bodyPr wrap="square" lIns="91440" tIns="45720" rIns="91440" bIns="45720" anchor="t">
            <a:spAutoFit/>
          </a:bodyPr>
          <a:lstStyle/>
          <a:p>
            <a:pPr marL="7620" marR="2540" algn="r">
              <a:spcBef>
                <a:spcPts val="461"/>
              </a:spcBef>
            </a:pPr>
            <a:r>
              <a:rPr lang="en-US" sz="1400" b="1" spc="300">
                <a:solidFill>
                  <a:schemeClr val="accent2"/>
                </a:solidFill>
                <a:latin typeface="Open Sans Semibold" panose="020B0606030504020204" pitchFamily="34" charset="0"/>
                <a:ea typeface="Open Sans Semibold" panose="020B0606030504020204" pitchFamily="34" charset="0"/>
                <a:cs typeface="Open Sans Semibold" panose="020B0606030504020204" pitchFamily="34" charset="0"/>
              </a:rPr>
              <a:t>CLIENT VALUE</a:t>
            </a:r>
            <a:br>
              <a:rPr lang="en-US" sz="1400" b="1" spc="300">
                <a:solidFill>
                  <a:schemeClr val="accent2"/>
                </a:solidFill>
                <a:latin typeface="Open Sans Semibold" panose="020B0606030504020204" pitchFamily="34" charset="0"/>
                <a:ea typeface="Open Sans Semibold" panose="020B0606030504020204" pitchFamily="34" charset="0"/>
                <a:cs typeface="Open Sans Semibold" panose="020B0606030504020204" pitchFamily="34" charset="0"/>
              </a:rPr>
            </a:br>
            <a:r>
              <a:rPr lang="en-US" sz="1400"/>
              <a:t>goes here</a:t>
            </a:r>
          </a:p>
        </p:txBody>
      </p:sp>
      <p:sp>
        <p:nvSpPr>
          <p:cNvPr id="30" name="TextBox 29">
            <a:extLst>
              <a:ext uri="{FF2B5EF4-FFF2-40B4-BE49-F238E27FC236}">
                <a16:creationId xmlns:a16="http://schemas.microsoft.com/office/drawing/2014/main" id="{E18B0589-17ED-69F6-4E7A-AD0CBC7B32CF}"/>
              </a:ext>
            </a:extLst>
          </p:cNvPr>
          <p:cNvSpPr txBox="1"/>
          <p:nvPr/>
        </p:nvSpPr>
        <p:spPr>
          <a:xfrm>
            <a:off x="913026" y="5877262"/>
            <a:ext cx="4680465" cy="523220"/>
          </a:xfrm>
          <a:prstGeom prst="rect">
            <a:avLst/>
          </a:prstGeom>
          <a:noFill/>
        </p:spPr>
        <p:txBody>
          <a:bodyPr wrap="square" lIns="91440" tIns="45720" rIns="91440" bIns="45720" anchor="t">
            <a:spAutoFit/>
          </a:bodyPr>
          <a:lstStyle/>
          <a:p>
            <a:pPr marL="7620" marR="2540" algn="r">
              <a:spcBef>
                <a:spcPts val="461"/>
              </a:spcBef>
            </a:pPr>
            <a:r>
              <a:rPr lang="en-US" sz="1400" b="1" spc="300">
                <a:solidFill>
                  <a:schemeClr val="accent2"/>
                </a:solidFill>
                <a:latin typeface="Open Sans Semibold" panose="020B0606030504020204" pitchFamily="34" charset="0"/>
                <a:ea typeface="Open Sans Semibold" panose="020B0606030504020204" pitchFamily="34" charset="0"/>
                <a:cs typeface="Open Sans Semibold" panose="020B0606030504020204" pitchFamily="34" charset="0"/>
              </a:rPr>
              <a:t>CLIENT VALUE</a:t>
            </a:r>
            <a:br>
              <a:rPr lang="en-US" sz="1400" b="1" spc="300">
                <a:solidFill>
                  <a:schemeClr val="accent2"/>
                </a:solidFill>
                <a:latin typeface="Open Sans Semibold" panose="020B0606030504020204" pitchFamily="34" charset="0"/>
                <a:ea typeface="Open Sans Semibold" panose="020B0606030504020204" pitchFamily="34" charset="0"/>
                <a:cs typeface="Open Sans Semibold" panose="020B0606030504020204" pitchFamily="34" charset="0"/>
              </a:rPr>
            </a:br>
            <a:r>
              <a:rPr lang="en-US" sz="1400"/>
              <a:t>goes here</a:t>
            </a:r>
          </a:p>
        </p:txBody>
      </p:sp>
    </p:spTree>
    <p:custDataLst>
      <p:custData r:id="rId1"/>
      <p:custData r:id="rId2"/>
    </p:custDataLst>
    <p:extLst>
      <p:ext uri="{BB962C8B-B14F-4D97-AF65-F5344CB8AC3E}">
        <p14:creationId xmlns:p14="http://schemas.microsoft.com/office/powerpoint/2010/main" val="23744836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50519A2-D9FF-70CE-6CCD-BBA66752A518}"/>
              </a:ext>
            </a:extLst>
          </p:cNvPr>
          <p:cNvSpPr/>
          <p:nvPr/>
        </p:nvSpPr>
        <p:spPr>
          <a:xfrm>
            <a:off x="0" y="-7800"/>
            <a:ext cx="12192000" cy="30435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32" name="Rectangle 31">
            <a:extLst>
              <a:ext uri="{FF2B5EF4-FFF2-40B4-BE49-F238E27FC236}">
                <a16:creationId xmlns:a16="http://schemas.microsoft.com/office/drawing/2014/main" id="{C861236B-771D-77C7-D1E3-91CF6DBF4831}"/>
              </a:ext>
            </a:extLst>
          </p:cNvPr>
          <p:cNvSpPr/>
          <p:nvPr/>
        </p:nvSpPr>
        <p:spPr>
          <a:xfrm rot="16200000">
            <a:off x="-630190" y="3849335"/>
            <a:ext cx="4380617" cy="1636713"/>
          </a:xfrm>
          <a:prstGeom prst="rect">
            <a:avLst/>
          </a:prstGeom>
          <a:solidFill>
            <a:srgbClr val="E5E8F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217"/>
            <a:endParaRPr lang="en-US" sz="900">
              <a:latin typeface="Montserrat Light" charset="0"/>
            </a:endParaRPr>
          </a:p>
        </p:txBody>
      </p:sp>
      <p:sp>
        <p:nvSpPr>
          <p:cNvPr id="33" name="Rectangle 32">
            <a:extLst>
              <a:ext uri="{FF2B5EF4-FFF2-40B4-BE49-F238E27FC236}">
                <a16:creationId xmlns:a16="http://schemas.microsoft.com/office/drawing/2014/main" id="{82F6F64C-487D-00AD-5330-509DFAC54332}"/>
              </a:ext>
            </a:extLst>
          </p:cNvPr>
          <p:cNvSpPr/>
          <p:nvPr/>
        </p:nvSpPr>
        <p:spPr>
          <a:xfrm rot="16200000">
            <a:off x="1331958" y="3849335"/>
            <a:ext cx="4380617" cy="1636713"/>
          </a:xfrm>
          <a:prstGeom prst="rect">
            <a:avLst/>
          </a:prstGeom>
          <a:solidFill>
            <a:srgbClr val="E5E8F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217"/>
            <a:endParaRPr lang="en-US" sz="900">
              <a:latin typeface="Montserrat Light" charset="0"/>
            </a:endParaRPr>
          </a:p>
        </p:txBody>
      </p:sp>
      <p:sp>
        <p:nvSpPr>
          <p:cNvPr id="34" name="Rectangle 33">
            <a:extLst>
              <a:ext uri="{FF2B5EF4-FFF2-40B4-BE49-F238E27FC236}">
                <a16:creationId xmlns:a16="http://schemas.microsoft.com/office/drawing/2014/main" id="{32F1CD80-DA11-B338-F684-959837489563}"/>
              </a:ext>
            </a:extLst>
          </p:cNvPr>
          <p:cNvSpPr/>
          <p:nvPr/>
        </p:nvSpPr>
        <p:spPr>
          <a:xfrm rot="16200000">
            <a:off x="3823814" y="3000854"/>
            <a:ext cx="4719636" cy="2994656"/>
          </a:xfrm>
          <a:prstGeom prst="rect">
            <a:avLst/>
          </a:prstGeom>
          <a:solidFill>
            <a:srgbClr val="CAD1E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217"/>
            <a:endParaRPr lang="en-US" sz="900">
              <a:latin typeface="Montserrat Light" charset="0"/>
            </a:endParaRPr>
          </a:p>
        </p:txBody>
      </p:sp>
      <p:sp>
        <p:nvSpPr>
          <p:cNvPr id="35" name="Rectangle 34">
            <a:extLst>
              <a:ext uri="{FF2B5EF4-FFF2-40B4-BE49-F238E27FC236}">
                <a16:creationId xmlns:a16="http://schemas.microsoft.com/office/drawing/2014/main" id="{AF92B2BC-5449-F3C8-98D6-9208C0C32179}"/>
              </a:ext>
            </a:extLst>
          </p:cNvPr>
          <p:cNvSpPr/>
          <p:nvPr/>
        </p:nvSpPr>
        <p:spPr>
          <a:xfrm rot="16200000">
            <a:off x="6603651" y="3849336"/>
            <a:ext cx="4380614" cy="1636713"/>
          </a:xfrm>
          <a:prstGeom prst="rect">
            <a:avLst/>
          </a:prstGeom>
          <a:solidFill>
            <a:srgbClr val="E5E8F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217"/>
            <a:endParaRPr lang="en-US" sz="900">
              <a:latin typeface="Montserrat Light" charset="0"/>
            </a:endParaRPr>
          </a:p>
        </p:txBody>
      </p:sp>
      <p:sp>
        <p:nvSpPr>
          <p:cNvPr id="36" name="Rectangle 35">
            <a:extLst>
              <a:ext uri="{FF2B5EF4-FFF2-40B4-BE49-F238E27FC236}">
                <a16:creationId xmlns:a16="http://schemas.microsoft.com/office/drawing/2014/main" id="{8C4F39CC-B7E7-6685-7DB5-195F6570E2DD}"/>
              </a:ext>
            </a:extLst>
          </p:cNvPr>
          <p:cNvSpPr/>
          <p:nvPr/>
        </p:nvSpPr>
        <p:spPr>
          <a:xfrm rot="16200000">
            <a:off x="8565403" y="3849336"/>
            <a:ext cx="4380614" cy="1636713"/>
          </a:xfrm>
          <a:prstGeom prst="rect">
            <a:avLst/>
          </a:prstGeom>
          <a:solidFill>
            <a:srgbClr val="E5E8F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217"/>
            <a:endParaRPr lang="en-US" sz="900">
              <a:latin typeface="Montserrat Light" charset="0"/>
            </a:endParaRPr>
          </a:p>
        </p:txBody>
      </p:sp>
      <p:sp>
        <p:nvSpPr>
          <p:cNvPr id="12" name="Text Placeholder 11">
            <a:extLst>
              <a:ext uri="{FF2B5EF4-FFF2-40B4-BE49-F238E27FC236}">
                <a16:creationId xmlns:a16="http://schemas.microsoft.com/office/drawing/2014/main" id="{9E29877D-E687-D7EB-C0A1-311D491D3E3C}"/>
              </a:ext>
            </a:extLst>
          </p:cNvPr>
          <p:cNvSpPr>
            <a:spLocks noGrp="1"/>
          </p:cNvSpPr>
          <p:nvPr>
            <p:ph type="body" sz="quarter" idx="13"/>
          </p:nvPr>
        </p:nvSpPr>
        <p:spPr/>
        <p:txBody>
          <a:bodyPr/>
          <a:lstStyle/>
          <a:p>
            <a:r>
              <a:rPr lang="en-CA">
                <a:solidFill>
                  <a:schemeClr val="bg1"/>
                </a:solidFill>
              </a:rPr>
              <a:t>INTRODUCTION</a:t>
            </a:r>
          </a:p>
        </p:txBody>
      </p:sp>
      <p:sp>
        <p:nvSpPr>
          <p:cNvPr id="28" name="Title 27">
            <a:extLst>
              <a:ext uri="{FF2B5EF4-FFF2-40B4-BE49-F238E27FC236}">
                <a16:creationId xmlns:a16="http://schemas.microsoft.com/office/drawing/2014/main" id="{055E3F40-C785-B889-C523-0C477B6B2685}"/>
              </a:ext>
            </a:extLst>
          </p:cNvPr>
          <p:cNvSpPr>
            <a:spLocks noGrp="1"/>
          </p:cNvSpPr>
          <p:nvPr>
            <p:ph type="title"/>
          </p:nvPr>
        </p:nvSpPr>
        <p:spPr>
          <a:xfrm>
            <a:off x="648000" y="1062000"/>
            <a:ext cx="10893600" cy="835200"/>
          </a:xfrm>
        </p:spPr>
        <p:txBody>
          <a:bodyPr/>
          <a:lstStyle/>
          <a:p>
            <a:r>
              <a:rPr lang="en-US">
                <a:solidFill>
                  <a:schemeClr val="bg1"/>
                </a:solidFill>
              </a:rPr>
              <a:t>What We Provide</a:t>
            </a:r>
          </a:p>
        </p:txBody>
      </p:sp>
      <p:sp>
        <p:nvSpPr>
          <p:cNvPr id="6" name="Footer Placeholder 5">
            <a:extLst>
              <a:ext uri="{FF2B5EF4-FFF2-40B4-BE49-F238E27FC236}">
                <a16:creationId xmlns:a16="http://schemas.microsoft.com/office/drawing/2014/main" id="{E755498F-2324-627E-8F40-E97DE8366721}"/>
              </a:ext>
            </a:extLst>
          </p:cNvPr>
          <p:cNvSpPr>
            <a:spLocks noGrp="1"/>
          </p:cNvSpPr>
          <p:nvPr>
            <p:ph type="ftr" sz="quarter" idx="11"/>
          </p:nvPr>
        </p:nvSpPr>
        <p:spPr>
          <a:xfrm>
            <a:off x="6202800" y="248400"/>
            <a:ext cx="4636800" cy="180000"/>
          </a:xfrm>
        </p:spPr>
        <p:txBody>
          <a:bodyPr/>
          <a:lstStyle/>
          <a:p>
            <a:r>
              <a:rPr lang="en-US">
                <a:solidFill>
                  <a:schemeClr val="bg1"/>
                </a:solidFill>
              </a:rPr>
              <a:t>Colliers</a:t>
            </a:r>
          </a:p>
        </p:txBody>
      </p:sp>
      <p:sp>
        <p:nvSpPr>
          <p:cNvPr id="7" name="Slide Number Placeholder 6">
            <a:extLst>
              <a:ext uri="{FF2B5EF4-FFF2-40B4-BE49-F238E27FC236}">
                <a16:creationId xmlns:a16="http://schemas.microsoft.com/office/drawing/2014/main" id="{3EADC131-3DCE-5F09-9EDB-771D4048CA52}"/>
              </a:ext>
            </a:extLst>
          </p:cNvPr>
          <p:cNvSpPr>
            <a:spLocks noGrp="1"/>
          </p:cNvSpPr>
          <p:nvPr>
            <p:ph type="sldNum" sz="quarter" idx="12"/>
          </p:nvPr>
        </p:nvSpPr>
        <p:spPr>
          <a:xfrm>
            <a:off x="11167200" y="248400"/>
            <a:ext cx="374400" cy="180000"/>
          </a:xfrm>
        </p:spPr>
        <p:txBody>
          <a:bodyPr/>
          <a:lstStyle/>
          <a:p>
            <a:fld id="{23AA811B-2EBD-4900-905E-5BE206449611}" type="slidenum">
              <a:rPr lang="en-US">
                <a:solidFill>
                  <a:schemeClr val="bg1"/>
                </a:solidFill>
              </a:rPr>
              <a:pPr/>
              <a:t>21</a:t>
            </a:fld>
            <a:endParaRPr lang="en-US">
              <a:solidFill>
                <a:schemeClr val="bg1"/>
              </a:solidFill>
            </a:endParaRPr>
          </a:p>
        </p:txBody>
      </p:sp>
      <p:sp>
        <p:nvSpPr>
          <p:cNvPr id="14" name="TextBox 44">
            <a:extLst>
              <a:ext uri="{FF2B5EF4-FFF2-40B4-BE49-F238E27FC236}">
                <a16:creationId xmlns:a16="http://schemas.microsoft.com/office/drawing/2014/main" id="{D4E93DB7-83AB-2F18-A515-01620002357C}"/>
              </a:ext>
            </a:extLst>
          </p:cNvPr>
          <p:cNvSpPr txBox="1">
            <a:spLocks noChangeArrowheads="1"/>
          </p:cNvSpPr>
          <p:nvPr/>
        </p:nvSpPr>
        <p:spPr bwMode="auto">
          <a:xfrm>
            <a:off x="646511" y="3897252"/>
            <a:ext cx="1828007"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91440">
            <a:spAutoFit/>
          </a:bodyPr>
          <a:lstStyle>
            <a:defPPr>
              <a:defRPr lang="en-US"/>
            </a:defPPr>
            <a:lvl1pPr algn="ctr">
              <a:lnSpc>
                <a:spcPts val="1838"/>
              </a:lnSpc>
              <a:defRPr sz="1100">
                <a:solidFill>
                  <a:schemeClr val="bg1"/>
                </a:solidFill>
                <a:ea typeface="Montserrat Light" pitchFamily="2" charset="77"/>
                <a:cs typeface="Montserrat Light" pitchFamily="2" charset="77"/>
              </a:defRPr>
            </a:lvl1pPr>
            <a:lvl2pPr marL="742950" indent="-285750">
              <a:defRPr sz="3600">
                <a:latin typeface="Lato Light" panose="020F0302020204030204" pitchFamily="34" charset="0"/>
              </a:defRPr>
            </a:lvl2pPr>
            <a:lvl3pPr marL="1143000" indent="-228600">
              <a:defRPr sz="3600">
                <a:latin typeface="Lato Light" panose="020F0302020204030204" pitchFamily="34" charset="0"/>
              </a:defRPr>
            </a:lvl3pPr>
            <a:lvl4pPr marL="1600200" indent="-228600">
              <a:defRPr sz="3600">
                <a:latin typeface="Lato Light" panose="020F0302020204030204" pitchFamily="34" charset="0"/>
              </a:defRPr>
            </a:lvl4pPr>
            <a:lvl5pPr marL="2057400" indent="-228600">
              <a:defRPr sz="3600">
                <a:latin typeface="Lato Light" panose="020F0302020204030204" pitchFamily="34" charset="0"/>
              </a:defRPr>
            </a:lvl5pPr>
            <a:lvl6pPr marL="2514600" indent="-228600" defTabSz="1827213" fontAlgn="base">
              <a:spcBef>
                <a:spcPct val="0"/>
              </a:spcBef>
              <a:spcAft>
                <a:spcPct val="0"/>
              </a:spcAft>
              <a:defRPr sz="3600">
                <a:latin typeface="Lato Light" panose="020F0302020204030204" pitchFamily="34" charset="0"/>
              </a:defRPr>
            </a:lvl6pPr>
            <a:lvl7pPr marL="2971800" indent="-228600" defTabSz="1827213" fontAlgn="base">
              <a:spcBef>
                <a:spcPct val="0"/>
              </a:spcBef>
              <a:spcAft>
                <a:spcPct val="0"/>
              </a:spcAft>
              <a:defRPr sz="3600">
                <a:latin typeface="Lato Light" panose="020F0302020204030204" pitchFamily="34" charset="0"/>
              </a:defRPr>
            </a:lvl7pPr>
            <a:lvl8pPr marL="3429000" indent="-228600" defTabSz="1827213" fontAlgn="base">
              <a:spcBef>
                <a:spcPct val="0"/>
              </a:spcBef>
              <a:spcAft>
                <a:spcPct val="0"/>
              </a:spcAft>
              <a:defRPr sz="3600">
                <a:latin typeface="Lato Light" panose="020F0302020204030204" pitchFamily="34" charset="0"/>
              </a:defRPr>
            </a:lvl8pPr>
            <a:lvl9pPr marL="3886200" indent="-228600" defTabSz="1827213" fontAlgn="base">
              <a:spcBef>
                <a:spcPct val="0"/>
              </a:spcBef>
              <a:spcAft>
                <a:spcPct val="0"/>
              </a:spcAft>
              <a:defRPr sz="3600">
                <a:latin typeface="Lato Light" panose="020F0302020204030204" pitchFamily="34" charset="0"/>
              </a:defRPr>
            </a:lvl9pPr>
          </a:lstStyle>
          <a:p>
            <a:pPr>
              <a:lnSpc>
                <a:spcPct val="100000"/>
              </a:lnSpc>
              <a:spcAft>
                <a:spcPts val="600"/>
              </a:spcAft>
              <a:defRPr/>
            </a:pPr>
            <a:r>
              <a:rPr lang="en-US" sz="1400">
                <a:solidFill>
                  <a:schemeClr val="tx1"/>
                </a:solidFill>
                <a:ea typeface="+mn-ea"/>
                <a:cs typeface="+mn-cs"/>
              </a:rPr>
              <a:t>Long term alliance </a:t>
            </a:r>
            <a:br>
              <a:rPr lang="en-US" sz="1400">
                <a:solidFill>
                  <a:schemeClr val="tx1"/>
                </a:solidFill>
                <a:ea typeface="+mn-ea"/>
                <a:cs typeface="+mn-cs"/>
              </a:rPr>
            </a:br>
            <a:r>
              <a:rPr lang="en-US" sz="1400">
                <a:solidFill>
                  <a:schemeClr val="tx1"/>
                </a:solidFill>
                <a:ea typeface="+mn-ea"/>
                <a:cs typeface="+mn-cs"/>
              </a:rPr>
              <a:t>with a strategic broker</a:t>
            </a:r>
            <a:endParaRPr lang="en-US" altLang="en-US" sz="1400">
              <a:solidFill>
                <a:schemeClr val="tx1"/>
              </a:solidFill>
              <a:ea typeface="+mn-ea"/>
              <a:cs typeface="+mn-cs"/>
            </a:endParaRPr>
          </a:p>
        </p:txBody>
      </p:sp>
      <p:sp>
        <p:nvSpPr>
          <p:cNvPr id="24" name="TextBox 44">
            <a:extLst>
              <a:ext uri="{FF2B5EF4-FFF2-40B4-BE49-F238E27FC236}">
                <a16:creationId xmlns:a16="http://schemas.microsoft.com/office/drawing/2014/main" id="{49D191DF-BAC4-CC4A-AF99-49ABFC9E69AE}"/>
              </a:ext>
            </a:extLst>
          </p:cNvPr>
          <p:cNvSpPr txBox="1">
            <a:spLocks noChangeArrowheads="1"/>
          </p:cNvSpPr>
          <p:nvPr/>
        </p:nvSpPr>
        <p:spPr bwMode="auto">
          <a:xfrm>
            <a:off x="2608264" y="3897252"/>
            <a:ext cx="1828007" cy="1265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91440">
            <a:spAutoFit/>
          </a:bodyPr>
          <a:lstStyle>
            <a:lvl1pPr>
              <a:defRPr sz="3600">
                <a:solidFill>
                  <a:schemeClr val="tx1"/>
                </a:solidFill>
                <a:latin typeface="Lato Light" panose="020F0302020204030204" pitchFamily="34" charset="0"/>
              </a:defRPr>
            </a:lvl1pPr>
            <a:lvl2pPr marL="742950" indent="-285750">
              <a:defRPr sz="3600">
                <a:solidFill>
                  <a:schemeClr val="tx1"/>
                </a:solidFill>
                <a:latin typeface="Lato Light" panose="020F0302020204030204" pitchFamily="34" charset="0"/>
              </a:defRPr>
            </a:lvl2pPr>
            <a:lvl3pPr marL="1143000" indent="-228600">
              <a:defRPr sz="3600">
                <a:solidFill>
                  <a:schemeClr val="tx1"/>
                </a:solidFill>
                <a:latin typeface="Lato Light" panose="020F0302020204030204" pitchFamily="34" charset="0"/>
              </a:defRPr>
            </a:lvl3pPr>
            <a:lvl4pPr marL="1600200" indent="-228600">
              <a:defRPr sz="3600">
                <a:solidFill>
                  <a:schemeClr val="tx1"/>
                </a:solidFill>
                <a:latin typeface="Lato Light" panose="020F0302020204030204" pitchFamily="34" charset="0"/>
              </a:defRPr>
            </a:lvl4pPr>
            <a:lvl5pPr marL="2057400" indent="-228600">
              <a:defRPr sz="3600">
                <a:solidFill>
                  <a:schemeClr val="tx1"/>
                </a:solidFill>
                <a:latin typeface="Lato Light" panose="020F0302020204030204" pitchFamily="34" charset="0"/>
              </a:defRPr>
            </a:lvl5pPr>
            <a:lvl6pPr marL="2514600" indent="-228600" defTabSz="1827213" fontAlgn="base">
              <a:spcBef>
                <a:spcPct val="0"/>
              </a:spcBef>
              <a:spcAft>
                <a:spcPct val="0"/>
              </a:spcAft>
              <a:defRPr sz="3600">
                <a:solidFill>
                  <a:schemeClr val="tx1"/>
                </a:solidFill>
                <a:latin typeface="Lato Light" panose="020F0302020204030204" pitchFamily="34" charset="0"/>
              </a:defRPr>
            </a:lvl6pPr>
            <a:lvl7pPr marL="2971800" indent="-228600" defTabSz="1827213" fontAlgn="base">
              <a:spcBef>
                <a:spcPct val="0"/>
              </a:spcBef>
              <a:spcAft>
                <a:spcPct val="0"/>
              </a:spcAft>
              <a:defRPr sz="3600">
                <a:solidFill>
                  <a:schemeClr val="tx1"/>
                </a:solidFill>
                <a:latin typeface="Lato Light" panose="020F0302020204030204" pitchFamily="34" charset="0"/>
              </a:defRPr>
            </a:lvl7pPr>
            <a:lvl8pPr marL="3429000" indent="-228600" defTabSz="1827213" fontAlgn="base">
              <a:spcBef>
                <a:spcPct val="0"/>
              </a:spcBef>
              <a:spcAft>
                <a:spcPct val="0"/>
              </a:spcAft>
              <a:defRPr sz="3600">
                <a:solidFill>
                  <a:schemeClr val="tx1"/>
                </a:solidFill>
                <a:latin typeface="Lato Light" panose="020F0302020204030204" pitchFamily="34" charset="0"/>
              </a:defRPr>
            </a:lvl8pPr>
            <a:lvl9pPr marL="3886200" indent="-228600" defTabSz="1827213" fontAlgn="base">
              <a:spcBef>
                <a:spcPct val="0"/>
              </a:spcBef>
              <a:spcAft>
                <a:spcPct val="0"/>
              </a:spcAft>
              <a:defRPr sz="3600">
                <a:solidFill>
                  <a:schemeClr val="tx1"/>
                </a:solidFill>
                <a:latin typeface="Lato Light" panose="020F0302020204030204" pitchFamily="34" charset="0"/>
              </a:defRPr>
            </a:lvl9pPr>
          </a:lstStyle>
          <a:p>
            <a:pPr algn="ctr">
              <a:spcAft>
                <a:spcPts val="600"/>
              </a:spcAft>
              <a:defRPr/>
            </a:pPr>
            <a:r>
              <a:rPr lang="en-US" altLang="en-US" sz="1400">
                <a:latin typeface="+mn-lt"/>
              </a:rPr>
              <a:t>Comprehensive real estate services for all your needs</a:t>
            </a:r>
          </a:p>
          <a:p>
            <a:pPr algn="ctr">
              <a:lnSpc>
                <a:spcPts val="1838"/>
              </a:lnSpc>
            </a:pPr>
            <a:endParaRPr lang="en-US" altLang="en-US" sz="1400">
              <a:latin typeface="+mn-lt"/>
              <a:ea typeface="Montserrat Light" pitchFamily="2" charset="77"/>
              <a:cs typeface="Montserrat Light" pitchFamily="2" charset="77"/>
            </a:endParaRPr>
          </a:p>
          <a:p>
            <a:pPr algn="ctr">
              <a:lnSpc>
                <a:spcPts val="1838"/>
              </a:lnSpc>
            </a:pPr>
            <a:endParaRPr lang="en-US" altLang="en-US" sz="1400">
              <a:latin typeface="+mn-lt"/>
              <a:ea typeface="Montserrat Light" pitchFamily="2" charset="77"/>
              <a:cs typeface="Montserrat Light" pitchFamily="2" charset="77"/>
            </a:endParaRPr>
          </a:p>
        </p:txBody>
      </p:sp>
      <p:sp>
        <p:nvSpPr>
          <p:cNvPr id="25" name="TextBox 44">
            <a:extLst>
              <a:ext uri="{FF2B5EF4-FFF2-40B4-BE49-F238E27FC236}">
                <a16:creationId xmlns:a16="http://schemas.microsoft.com/office/drawing/2014/main" id="{0864603C-7ADC-2D58-BB7C-B758CAE33F9E}"/>
              </a:ext>
            </a:extLst>
          </p:cNvPr>
          <p:cNvSpPr txBox="1">
            <a:spLocks noChangeArrowheads="1"/>
          </p:cNvSpPr>
          <p:nvPr/>
        </p:nvSpPr>
        <p:spPr bwMode="auto">
          <a:xfrm>
            <a:off x="4887410" y="3897252"/>
            <a:ext cx="2592445" cy="2620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Ins="91440">
            <a:spAutoFit/>
          </a:bodyPr>
          <a:lstStyle>
            <a:lvl1pPr>
              <a:defRPr sz="3600">
                <a:solidFill>
                  <a:schemeClr val="tx1"/>
                </a:solidFill>
                <a:latin typeface="Lato Light" panose="020F0302020204030204" pitchFamily="34" charset="0"/>
              </a:defRPr>
            </a:lvl1pPr>
            <a:lvl2pPr marL="742950" indent="-285750">
              <a:defRPr sz="3600">
                <a:solidFill>
                  <a:schemeClr val="tx1"/>
                </a:solidFill>
                <a:latin typeface="Lato Light" panose="020F0302020204030204" pitchFamily="34" charset="0"/>
              </a:defRPr>
            </a:lvl2pPr>
            <a:lvl3pPr marL="1143000" indent="-228600">
              <a:defRPr sz="3600">
                <a:solidFill>
                  <a:schemeClr val="tx1"/>
                </a:solidFill>
                <a:latin typeface="Lato Light" panose="020F0302020204030204" pitchFamily="34" charset="0"/>
              </a:defRPr>
            </a:lvl3pPr>
            <a:lvl4pPr marL="1600200" indent="-228600">
              <a:defRPr sz="3600">
                <a:solidFill>
                  <a:schemeClr val="tx1"/>
                </a:solidFill>
                <a:latin typeface="Lato Light" panose="020F0302020204030204" pitchFamily="34" charset="0"/>
              </a:defRPr>
            </a:lvl4pPr>
            <a:lvl5pPr marL="2057400" indent="-228600">
              <a:defRPr sz="3600">
                <a:solidFill>
                  <a:schemeClr val="tx1"/>
                </a:solidFill>
                <a:latin typeface="Lato Light" panose="020F0302020204030204" pitchFamily="34" charset="0"/>
              </a:defRPr>
            </a:lvl5pPr>
            <a:lvl6pPr marL="2514600" indent="-228600" defTabSz="1827213" fontAlgn="base">
              <a:spcBef>
                <a:spcPct val="0"/>
              </a:spcBef>
              <a:spcAft>
                <a:spcPct val="0"/>
              </a:spcAft>
              <a:defRPr sz="3600">
                <a:solidFill>
                  <a:schemeClr val="tx1"/>
                </a:solidFill>
                <a:latin typeface="Lato Light" panose="020F0302020204030204" pitchFamily="34" charset="0"/>
              </a:defRPr>
            </a:lvl6pPr>
            <a:lvl7pPr marL="2971800" indent="-228600" defTabSz="1827213" fontAlgn="base">
              <a:spcBef>
                <a:spcPct val="0"/>
              </a:spcBef>
              <a:spcAft>
                <a:spcPct val="0"/>
              </a:spcAft>
              <a:defRPr sz="3600">
                <a:solidFill>
                  <a:schemeClr val="tx1"/>
                </a:solidFill>
                <a:latin typeface="Lato Light" panose="020F0302020204030204" pitchFamily="34" charset="0"/>
              </a:defRPr>
            </a:lvl7pPr>
            <a:lvl8pPr marL="3429000" indent="-228600" defTabSz="1827213" fontAlgn="base">
              <a:spcBef>
                <a:spcPct val="0"/>
              </a:spcBef>
              <a:spcAft>
                <a:spcPct val="0"/>
              </a:spcAft>
              <a:defRPr sz="3600">
                <a:solidFill>
                  <a:schemeClr val="tx1"/>
                </a:solidFill>
                <a:latin typeface="Lato Light" panose="020F0302020204030204" pitchFamily="34" charset="0"/>
              </a:defRPr>
            </a:lvl8pPr>
            <a:lvl9pPr marL="3886200" indent="-228600" defTabSz="1827213" fontAlgn="base">
              <a:spcBef>
                <a:spcPct val="0"/>
              </a:spcBef>
              <a:spcAft>
                <a:spcPct val="0"/>
              </a:spcAft>
              <a:defRPr sz="3600">
                <a:solidFill>
                  <a:schemeClr val="tx1"/>
                </a:solidFill>
                <a:latin typeface="Lato Light" panose="020F0302020204030204" pitchFamily="34" charset="0"/>
              </a:defRPr>
            </a:lvl9pPr>
          </a:lstStyle>
          <a:p>
            <a:pPr algn="ctr">
              <a:spcAft>
                <a:spcPts val="600"/>
              </a:spcAft>
              <a:defRPr/>
            </a:pPr>
            <a:r>
              <a:rPr lang="en-US" altLang="en-US" sz="1400">
                <a:latin typeface="+mn-lt"/>
              </a:rPr>
              <a:t>Demonstrated expertise, technology, resources and commitment to deliver exceptional outcomes </a:t>
            </a:r>
            <a:br>
              <a:rPr lang="en-US" altLang="en-US" sz="1400">
                <a:latin typeface="+mn-lt"/>
              </a:rPr>
            </a:br>
            <a:endParaRPr lang="en-US" altLang="en-US" sz="1400">
              <a:latin typeface="+mn-lt"/>
            </a:endParaRPr>
          </a:p>
          <a:p>
            <a:pPr algn="ctr">
              <a:spcAft>
                <a:spcPts val="600"/>
              </a:spcAft>
              <a:defRPr/>
            </a:pPr>
            <a:r>
              <a:rPr lang="en-US" altLang="en-US" sz="1400">
                <a:latin typeface="+mn-lt"/>
              </a:rPr>
              <a:t>We are exclusively Tenant Rep, experts in your industry, with similar footprints and </a:t>
            </a:r>
            <a:br>
              <a:rPr lang="en-US" altLang="en-US" sz="1400">
                <a:latin typeface="+mn-lt"/>
              </a:rPr>
            </a:br>
            <a:r>
              <a:rPr lang="en-US" altLang="en-US" sz="1400">
                <a:latin typeface="+mn-lt"/>
              </a:rPr>
              <a:t>geographic markets </a:t>
            </a:r>
          </a:p>
          <a:p>
            <a:pPr algn="ctr">
              <a:lnSpc>
                <a:spcPts val="1838"/>
              </a:lnSpc>
            </a:pPr>
            <a:endParaRPr lang="en-US" altLang="en-US" sz="1400">
              <a:latin typeface="+mn-lt"/>
              <a:ea typeface="Montserrat Light" pitchFamily="2" charset="77"/>
              <a:cs typeface="Montserrat Light" pitchFamily="2" charset="77"/>
            </a:endParaRPr>
          </a:p>
        </p:txBody>
      </p:sp>
      <p:sp>
        <p:nvSpPr>
          <p:cNvPr id="26" name="TextBox 44">
            <a:extLst>
              <a:ext uri="{FF2B5EF4-FFF2-40B4-BE49-F238E27FC236}">
                <a16:creationId xmlns:a16="http://schemas.microsoft.com/office/drawing/2014/main" id="{B6C9C4AF-3923-62D9-C3E8-AC0E53B393DA}"/>
              </a:ext>
            </a:extLst>
          </p:cNvPr>
          <p:cNvSpPr txBox="1">
            <a:spLocks noChangeArrowheads="1"/>
          </p:cNvSpPr>
          <p:nvPr/>
        </p:nvSpPr>
        <p:spPr bwMode="auto">
          <a:xfrm>
            <a:off x="7880348" y="3897252"/>
            <a:ext cx="182800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91440">
            <a:spAutoFit/>
          </a:bodyPr>
          <a:lstStyle>
            <a:lvl1pPr>
              <a:defRPr sz="3600">
                <a:solidFill>
                  <a:schemeClr val="tx1"/>
                </a:solidFill>
                <a:latin typeface="Lato Light" panose="020F0302020204030204" pitchFamily="34" charset="0"/>
              </a:defRPr>
            </a:lvl1pPr>
            <a:lvl2pPr marL="742950" indent="-285750">
              <a:defRPr sz="3600">
                <a:solidFill>
                  <a:schemeClr val="tx1"/>
                </a:solidFill>
                <a:latin typeface="Lato Light" panose="020F0302020204030204" pitchFamily="34" charset="0"/>
              </a:defRPr>
            </a:lvl2pPr>
            <a:lvl3pPr marL="1143000" indent="-228600">
              <a:defRPr sz="3600">
                <a:solidFill>
                  <a:schemeClr val="tx1"/>
                </a:solidFill>
                <a:latin typeface="Lato Light" panose="020F0302020204030204" pitchFamily="34" charset="0"/>
              </a:defRPr>
            </a:lvl3pPr>
            <a:lvl4pPr marL="1600200" indent="-228600">
              <a:defRPr sz="3600">
                <a:solidFill>
                  <a:schemeClr val="tx1"/>
                </a:solidFill>
                <a:latin typeface="Lato Light" panose="020F0302020204030204" pitchFamily="34" charset="0"/>
              </a:defRPr>
            </a:lvl4pPr>
            <a:lvl5pPr marL="2057400" indent="-228600">
              <a:defRPr sz="3600">
                <a:solidFill>
                  <a:schemeClr val="tx1"/>
                </a:solidFill>
                <a:latin typeface="Lato Light" panose="020F0302020204030204" pitchFamily="34" charset="0"/>
              </a:defRPr>
            </a:lvl5pPr>
            <a:lvl6pPr marL="2514600" indent="-228600" defTabSz="1827213" fontAlgn="base">
              <a:spcBef>
                <a:spcPct val="0"/>
              </a:spcBef>
              <a:spcAft>
                <a:spcPct val="0"/>
              </a:spcAft>
              <a:defRPr sz="3600">
                <a:solidFill>
                  <a:schemeClr val="tx1"/>
                </a:solidFill>
                <a:latin typeface="Lato Light" panose="020F0302020204030204" pitchFamily="34" charset="0"/>
              </a:defRPr>
            </a:lvl6pPr>
            <a:lvl7pPr marL="2971800" indent="-228600" defTabSz="1827213" fontAlgn="base">
              <a:spcBef>
                <a:spcPct val="0"/>
              </a:spcBef>
              <a:spcAft>
                <a:spcPct val="0"/>
              </a:spcAft>
              <a:defRPr sz="3600">
                <a:solidFill>
                  <a:schemeClr val="tx1"/>
                </a:solidFill>
                <a:latin typeface="Lato Light" panose="020F0302020204030204" pitchFamily="34" charset="0"/>
              </a:defRPr>
            </a:lvl7pPr>
            <a:lvl8pPr marL="3429000" indent="-228600" defTabSz="1827213" fontAlgn="base">
              <a:spcBef>
                <a:spcPct val="0"/>
              </a:spcBef>
              <a:spcAft>
                <a:spcPct val="0"/>
              </a:spcAft>
              <a:defRPr sz="3600">
                <a:solidFill>
                  <a:schemeClr val="tx1"/>
                </a:solidFill>
                <a:latin typeface="Lato Light" panose="020F0302020204030204" pitchFamily="34" charset="0"/>
              </a:defRPr>
            </a:lvl8pPr>
            <a:lvl9pPr marL="3886200" indent="-228600" defTabSz="1827213" fontAlgn="base">
              <a:spcBef>
                <a:spcPct val="0"/>
              </a:spcBef>
              <a:spcAft>
                <a:spcPct val="0"/>
              </a:spcAft>
              <a:defRPr sz="3600">
                <a:solidFill>
                  <a:schemeClr val="tx1"/>
                </a:solidFill>
                <a:latin typeface="Lato Light" panose="020F0302020204030204" pitchFamily="34" charset="0"/>
              </a:defRPr>
            </a:lvl9pPr>
          </a:lstStyle>
          <a:p>
            <a:pPr algn="ctr">
              <a:spcAft>
                <a:spcPts val="600"/>
              </a:spcAft>
              <a:defRPr/>
            </a:pPr>
            <a:r>
              <a:rPr lang="en-US" sz="1400">
                <a:latin typeface="+mn-lt"/>
              </a:rPr>
              <a:t>A proven </a:t>
            </a:r>
            <a:br>
              <a:rPr lang="en-US" sz="1400">
                <a:latin typeface="+mn-lt"/>
              </a:rPr>
            </a:br>
            <a:r>
              <a:rPr lang="en-US" sz="1400">
                <a:latin typeface="+mn-lt"/>
              </a:rPr>
              <a:t>track record</a:t>
            </a:r>
          </a:p>
        </p:txBody>
      </p:sp>
      <p:sp>
        <p:nvSpPr>
          <p:cNvPr id="27" name="TextBox 44">
            <a:extLst>
              <a:ext uri="{FF2B5EF4-FFF2-40B4-BE49-F238E27FC236}">
                <a16:creationId xmlns:a16="http://schemas.microsoft.com/office/drawing/2014/main" id="{ECCC1977-E1D0-E1D1-9ECC-7240FCCCE232}"/>
              </a:ext>
            </a:extLst>
          </p:cNvPr>
          <p:cNvSpPr txBox="1">
            <a:spLocks noChangeArrowheads="1"/>
          </p:cNvSpPr>
          <p:nvPr/>
        </p:nvSpPr>
        <p:spPr bwMode="auto">
          <a:xfrm>
            <a:off x="9937352" y="3897252"/>
            <a:ext cx="1518962"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Ins="91440">
            <a:spAutoFit/>
          </a:bodyPr>
          <a:lstStyle>
            <a:lvl1pPr>
              <a:defRPr sz="3600">
                <a:solidFill>
                  <a:schemeClr val="tx1"/>
                </a:solidFill>
                <a:latin typeface="Lato Light" panose="020F0302020204030204" pitchFamily="34" charset="0"/>
              </a:defRPr>
            </a:lvl1pPr>
            <a:lvl2pPr marL="742950" indent="-285750">
              <a:defRPr sz="3600">
                <a:solidFill>
                  <a:schemeClr val="tx1"/>
                </a:solidFill>
                <a:latin typeface="Lato Light" panose="020F0302020204030204" pitchFamily="34" charset="0"/>
              </a:defRPr>
            </a:lvl2pPr>
            <a:lvl3pPr marL="1143000" indent="-228600">
              <a:defRPr sz="3600">
                <a:solidFill>
                  <a:schemeClr val="tx1"/>
                </a:solidFill>
                <a:latin typeface="Lato Light" panose="020F0302020204030204" pitchFamily="34" charset="0"/>
              </a:defRPr>
            </a:lvl3pPr>
            <a:lvl4pPr marL="1600200" indent="-228600">
              <a:defRPr sz="3600">
                <a:solidFill>
                  <a:schemeClr val="tx1"/>
                </a:solidFill>
                <a:latin typeface="Lato Light" panose="020F0302020204030204" pitchFamily="34" charset="0"/>
              </a:defRPr>
            </a:lvl4pPr>
            <a:lvl5pPr marL="2057400" indent="-228600">
              <a:defRPr sz="3600">
                <a:solidFill>
                  <a:schemeClr val="tx1"/>
                </a:solidFill>
                <a:latin typeface="Lato Light" panose="020F0302020204030204" pitchFamily="34" charset="0"/>
              </a:defRPr>
            </a:lvl5pPr>
            <a:lvl6pPr marL="2514600" indent="-228600" defTabSz="1827213" fontAlgn="base">
              <a:spcBef>
                <a:spcPct val="0"/>
              </a:spcBef>
              <a:spcAft>
                <a:spcPct val="0"/>
              </a:spcAft>
              <a:defRPr sz="3600">
                <a:solidFill>
                  <a:schemeClr val="tx1"/>
                </a:solidFill>
                <a:latin typeface="Lato Light" panose="020F0302020204030204" pitchFamily="34" charset="0"/>
              </a:defRPr>
            </a:lvl6pPr>
            <a:lvl7pPr marL="2971800" indent="-228600" defTabSz="1827213" fontAlgn="base">
              <a:spcBef>
                <a:spcPct val="0"/>
              </a:spcBef>
              <a:spcAft>
                <a:spcPct val="0"/>
              </a:spcAft>
              <a:defRPr sz="3600">
                <a:solidFill>
                  <a:schemeClr val="tx1"/>
                </a:solidFill>
                <a:latin typeface="Lato Light" panose="020F0302020204030204" pitchFamily="34" charset="0"/>
              </a:defRPr>
            </a:lvl7pPr>
            <a:lvl8pPr marL="3429000" indent="-228600" defTabSz="1827213" fontAlgn="base">
              <a:spcBef>
                <a:spcPct val="0"/>
              </a:spcBef>
              <a:spcAft>
                <a:spcPct val="0"/>
              </a:spcAft>
              <a:defRPr sz="3600">
                <a:solidFill>
                  <a:schemeClr val="tx1"/>
                </a:solidFill>
                <a:latin typeface="Lato Light" panose="020F0302020204030204" pitchFamily="34" charset="0"/>
              </a:defRPr>
            </a:lvl8pPr>
            <a:lvl9pPr marL="3886200" indent="-228600" defTabSz="1827213" fontAlgn="base">
              <a:spcBef>
                <a:spcPct val="0"/>
              </a:spcBef>
              <a:spcAft>
                <a:spcPct val="0"/>
              </a:spcAft>
              <a:defRPr sz="3600">
                <a:solidFill>
                  <a:schemeClr val="tx1"/>
                </a:solidFill>
                <a:latin typeface="Lato Light" panose="020F0302020204030204" pitchFamily="34" charset="0"/>
              </a:defRPr>
            </a:lvl9pPr>
          </a:lstStyle>
          <a:p>
            <a:pPr marL="0" marR="0" lvl="0" indent="0" algn="ctr" defTabSz="914400" rtl="0" eaLnBrk="1" fontAlgn="auto" latinLnBrk="0" hangingPunct="1">
              <a:spcBef>
                <a:spcPts val="0"/>
              </a:spcBef>
              <a:spcAft>
                <a:spcPts val="600"/>
              </a:spcAft>
              <a:buClrTx/>
              <a:buSzTx/>
              <a:buFontTx/>
              <a:buNone/>
              <a:tabLst/>
              <a:defRPr/>
            </a:pPr>
            <a:r>
              <a:rPr lang="en-US" sz="1400">
                <a:latin typeface="+mn-lt"/>
              </a:rPr>
              <a:t>A willingness and ability to adapt to your needs and a fast paced environment</a:t>
            </a:r>
          </a:p>
        </p:txBody>
      </p:sp>
      <p:pic>
        <p:nvPicPr>
          <p:cNvPr id="31" name="Graphic 30">
            <a:extLst>
              <a:ext uri="{FF2B5EF4-FFF2-40B4-BE49-F238E27FC236}">
                <a16:creationId xmlns:a16="http://schemas.microsoft.com/office/drawing/2014/main" id="{11B91B99-0C51-C43D-2390-27A773F7574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207068" y="2665235"/>
            <a:ext cx="1097280" cy="1097280"/>
          </a:xfrm>
          <a:prstGeom prst="rect">
            <a:avLst/>
          </a:prstGeom>
        </p:spPr>
      </p:pic>
      <p:pic>
        <p:nvPicPr>
          <p:cNvPr id="37" name="Graphic 36">
            <a:extLst>
              <a:ext uri="{FF2B5EF4-FFF2-40B4-BE49-F238E27FC236}">
                <a16:creationId xmlns:a16="http://schemas.microsoft.com/office/drawing/2014/main" id="{4D581806-0AC7-8106-55A2-FD66E1233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34992" y="2631883"/>
            <a:ext cx="1097280" cy="972590"/>
          </a:xfrm>
          <a:prstGeom prst="rect">
            <a:avLst/>
          </a:prstGeom>
        </p:spPr>
      </p:pic>
      <p:pic>
        <p:nvPicPr>
          <p:cNvPr id="38" name="Graphic 37">
            <a:extLst>
              <a:ext uri="{FF2B5EF4-FFF2-40B4-BE49-F238E27FC236}">
                <a16:creationId xmlns:a16="http://schemas.microsoft.com/office/drawing/2014/main" id="{8AECBAD0-3C1B-17E9-F2A7-05CA23E7A8D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973627" y="2665235"/>
            <a:ext cx="1097280" cy="1097280"/>
          </a:xfrm>
          <a:prstGeom prst="rect">
            <a:avLst/>
          </a:prstGeom>
        </p:spPr>
      </p:pic>
      <p:pic>
        <p:nvPicPr>
          <p:cNvPr id="39" name="Graphic 38">
            <a:extLst>
              <a:ext uri="{FF2B5EF4-FFF2-40B4-BE49-F238E27FC236}">
                <a16:creationId xmlns:a16="http://schemas.microsoft.com/office/drawing/2014/main" id="{3876B12A-6EE7-8B5D-F314-8352AA7E763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45316" y="2665235"/>
            <a:ext cx="1097280" cy="1097280"/>
          </a:xfrm>
          <a:prstGeom prst="rect">
            <a:avLst/>
          </a:prstGeom>
        </p:spPr>
      </p:pic>
      <p:pic>
        <p:nvPicPr>
          <p:cNvPr id="40" name="Graphic 39">
            <a:extLst>
              <a:ext uri="{FF2B5EF4-FFF2-40B4-BE49-F238E27FC236}">
                <a16:creationId xmlns:a16="http://schemas.microsoft.com/office/drawing/2014/main" id="{5E31DC3D-AAB7-1206-FADE-4152E9442D0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1478" y="2665235"/>
            <a:ext cx="1097280" cy="1097280"/>
          </a:xfrm>
          <a:prstGeom prst="rect">
            <a:avLst/>
          </a:prstGeom>
        </p:spPr>
      </p:pic>
    </p:spTree>
    <p:custDataLst>
      <p:custData r:id="rId1"/>
      <p:custData r:id="rId2"/>
    </p:custDataLst>
    <p:extLst>
      <p:ext uri="{BB962C8B-B14F-4D97-AF65-F5344CB8AC3E}">
        <p14:creationId xmlns:p14="http://schemas.microsoft.com/office/powerpoint/2010/main" val="23843414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70E903C2-4D01-A133-4D2C-2AF4F689BC46}"/>
              </a:ext>
            </a:extLst>
          </p:cNvPr>
          <p:cNvSpPr>
            <a:spLocks noGrp="1"/>
          </p:cNvSpPr>
          <p:nvPr>
            <p:ph type="body" sz="quarter" idx="13"/>
          </p:nvPr>
        </p:nvSpPr>
        <p:spPr/>
        <p:txBody>
          <a:bodyPr/>
          <a:lstStyle/>
          <a:p>
            <a:r>
              <a:rPr lang="en-CA"/>
              <a:t>INTRODUCTION</a:t>
            </a:r>
          </a:p>
        </p:txBody>
      </p:sp>
      <p:sp>
        <p:nvSpPr>
          <p:cNvPr id="15" name="Title 14">
            <a:extLst>
              <a:ext uri="{FF2B5EF4-FFF2-40B4-BE49-F238E27FC236}">
                <a16:creationId xmlns:a16="http://schemas.microsoft.com/office/drawing/2014/main" id="{645314C6-316A-4AB4-AEE3-E17C97E08E91}"/>
              </a:ext>
            </a:extLst>
          </p:cNvPr>
          <p:cNvSpPr>
            <a:spLocks noGrp="1"/>
          </p:cNvSpPr>
          <p:nvPr>
            <p:ph type="title"/>
          </p:nvPr>
        </p:nvSpPr>
        <p:spPr/>
        <p:txBody>
          <a:bodyPr/>
          <a:lstStyle/>
          <a:p>
            <a:r>
              <a:rPr lang="en-US"/>
              <a:t>Our Holistic Approach is Our Differentiator</a:t>
            </a:r>
          </a:p>
        </p:txBody>
      </p:sp>
      <p:sp>
        <p:nvSpPr>
          <p:cNvPr id="7" name="Content Placeholder 6">
            <a:extLst>
              <a:ext uri="{FF2B5EF4-FFF2-40B4-BE49-F238E27FC236}">
                <a16:creationId xmlns:a16="http://schemas.microsoft.com/office/drawing/2014/main" id="{A4B94416-0D48-5432-10CD-C1C90FBC9A3F}"/>
              </a:ext>
            </a:extLst>
          </p:cNvPr>
          <p:cNvSpPr>
            <a:spLocks noGrp="1"/>
          </p:cNvSpPr>
          <p:nvPr>
            <p:ph idx="1"/>
          </p:nvPr>
        </p:nvSpPr>
        <p:spPr>
          <a:xfrm>
            <a:off x="648000" y="2044800"/>
            <a:ext cx="10893600" cy="272600"/>
          </a:xfrm>
        </p:spPr>
        <p:txBody>
          <a:bodyPr/>
          <a:lstStyle/>
          <a:p>
            <a:r>
              <a:rPr lang="en-CA"/>
              <a:t>We see this as a business challenge, not a facilities problem.</a:t>
            </a:r>
          </a:p>
        </p:txBody>
      </p:sp>
      <p:sp>
        <p:nvSpPr>
          <p:cNvPr id="8" name="Footer Placeholder 7">
            <a:extLst>
              <a:ext uri="{FF2B5EF4-FFF2-40B4-BE49-F238E27FC236}">
                <a16:creationId xmlns:a16="http://schemas.microsoft.com/office/drawing/2014/main" id="{F0E84BE4-7B17-4680-8B31-886C866F94F3}"/>
              </a:ext>
            </a:extLst>
          </p:cNvPr>
          <p:cNvSpPr>
            <a:spLocks noGrp="1"/>
          </p:cNvSpPr>
          <p:nvPr>
            <p:ph type="ftr" sz="quarter" idx="11"/>
          </p:nvPr>
        </p:nvSpPr>
        <p:spPr/>
        <p:txBody>
          <a:bodyPr/>
          <a:lstStyle/>
          <a:p>
            <a:r>
              <a:rPr lang="en-GB"/>
              <a:t>Colliers</a:t>
            </a:r>
          </a:p>
        </p:txBody>
      </p:sp>
      <p:sp>
        <p:nvSpPr>
          <p:cNvPr id="9" name="Slide Number Placeholder 8">
            <a:extLst>
              <a:ext uri="{FF2B5EF4-FFF2-40B4-BE49-F238E27FC236}">
                <a16:creationId xmlns:a16="http://schemas.microsoft.com/office/drawing/2014/main" id="{F575834B-EC96-425B-B83F-6A22D7D0EA09}"/>
              </a:ext>
            </a:extLst>
          </p:cNvPr>
          <p:cNvSpPr>
            <a:spLocks noGrp="1"/>
          </p:cNvSpPr>
          <p:nvPr>
            <p:ph type="sldNum" sz="quarter" idx="12"/>
          </p:nvPr>
        </p:nvSpPr>
        <p:spPr/>
        <p:txBody>
          <a:bodyPr/>
          <a:lstStyle/>
          <a:p>
            <a:fld id="{23AA811B-2EBD-4900-905E-5BE206449611}" type="slidenum">
              <a:rPr lang="en-GB"/>
              <a:pPr/>
              <a:t>22</a:t>
            </a:fld>
            <a:endParaRPr lang="en-GB"/>
          </a:p>
        </p:txBody>
      </p:sp>
      <p:sp>
        <p:nvSpPr>
          <p:cNvPr id="3" name="Freeform: Shape 2">
            <a:extLst>
              <a:ext uri="{FF2B5EF4-FFF2-40B4-BE49-F238E27FC236}">
                <a16:creationId xmlns:a16="http://schemas.microsoft.com/office/drawing/2014/main" id="{B30C4792-3CD8-45EA-956F-F6CB246743A9}"/>
              </a:ext>
            </a:extLst>
          </p:cNvPr>
          <p:cNvSpPr/>
          <p:nvPr/>
        </p:nvSpPr>
        <p:spPr>
          <a:xfrm>
            <a:off x="8545990" y="3037988"/>
            <a:ext cx="2020160" cy="851048"/>
          </a:xfrm>
          <a:custGeom>
            <a:avLst/>
            <a:gdLst>
              <a:gd name="connsiteX0" fmla="*/ 0 w 2020160"/>
              <a:gd name="connsiteY0" fmla="*/ 0 h 851048"/>
              <a:gd name="connsiteX1" fmla="*/ 2020160 w 2020160"/>
              <a:gd name="connsiteY1" fmla="*/ 0 h 851048"/>
              <a:gd name="connsiteX2" fmla="*/ 2020160 w 2020160"/>
              <a:gd name="connsiteY2" fmla="*/ 851048 h 851048"/>
              <a:gd name="connsiteX3" fmla="*/ 0 w 2020160"/>
              <a:gd name="connsiteY3" fmla="*/ 851048 h 851048"/>
              <a:gd name="connsiteX4" fmla="*/ 0 w 2020160"/>
              <a:gd name="connsiteY4" fmla="*/ 0 h 8510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0160" h="851048">
                <a:moveTo>
                  <a:pt x="0" y="0"/>
                </a:moveTo>
                <a:lnTo>
                  <a:pt x="2020160" y="0"/>
                </a:lnTo>
                <a:lnTo>
                  <a:pt x="2020160" y="851048"/>
                </a:lnTo>
                <a:lnTo>
                  <a:pt x="0" y="85104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lvl="0" indent="0" algn="l" defTabSz="533400">
              <a:lnSpc>
                <a:spcPct val="90000"/>
              </a:lnSpc>
              <a:spcBef>
                <a:spcPct val="0"/>
              </a:spcBef>
              <a:spcAft>
                <a:spcPts val="800"/>
              </a:spcAft>
              <a:buNone/>
            </a:pPr>
            <a:r>
              <a:rPr lang="en-US" sz="1200" b="1" kern="1200">
                <a:solidFill>
                  <a:schemeClr val="tx2"/>
                </a:solidFill>
                <a:latin typeface="Open Sans" panose="020B0606030504020204" pitchFamily="34" charset="0"/>
                <a:ea typeface="Open Sans" panose="020B0606030504020204" pitchFamily="34" charset="0"/>
                <a:cs typeface="Open Sans" panose="020B0606030504020204" pitchFamily="34" charset="0"/>
              </a:rPr>
              <a:t>People, Values &amp; Culture</a:t>
            </a:r>
          </a:p>
          <a:p>
            <a:pPr marL="0" lvl="0" indent="0" algn="l" defTabSz="533400">
              <a:lnSpc>
                <a:spcPct val="90000"/>
              </a:lnSpc>
              <a:spcBef>
                <a:spcPct val="0"/>
              </a:spcBef>
              <a:spcAft>
                <a:spcPct val="35000"/>
              </a:spcAft>
              <a:buNone/>
            </a:pPr>
            <a:r>
              <a:rPr lang="en-US" sz="1200" kern="1200">
                <a:solidFill>
                  <a:schemeClr val="tx1"/>
                </a:solidFill>
                <a:latin typeface="Open Sans" panose="020B0606030504020204" pitchFamily="34" charset="0"/>
                <a:ea typeface="Open Sans" panose="020B0606030504020204" pitchFamily="34" charset="0"/>
                <a:cs typeface="Open Sans" panose="020B0606030504020204" pitchFamily="34" charset="0"/>
              </a:rPr>
              <a:t>The </a:t>
            </a:r>
            <a:r>
              <a:rPr lang="en-US" sz="1200" kern="1200" err="1">
                <a:solidFill>
                  <a:schemeClr val="tx1"/>
                </a:solidFill>
                <a:latin typeface="Open Sans" panose="020B0606030504020204" pitchFamily="34" charset="0"/>
                <a:ea typeface="Open Sans" panose="020B0606030504020204" pitchFamily="34" charset="0"/>
                <a:cs typeface="Open Sans" panose="020B0606030504020204" pitchFamily="34" charset="0"/>
              </a:rPr>
              <a:t>behaviours</a:t>
            </a:r>
            <a:r>
              <a:rPr lang="en-US" sz="1200" kern="1200">
                <a:solidFill>
                  <a:schemeClr val="tx1"/>
                </a:solidFill>
                <a:latin typeface="Open Sans" panose="020B0606030504020204" pitchFamily="34" charset="0"/>
                <a:ea typeface="Open Sans" panose="020B0606030504020204" pitchFamily="34" charset="0"/>
                <a:cs typeface="Open Sans" panose="020B0606030504020204" pitchFamily="34" charset="0"/>
              </a:rPr>
              <a:t> that </a:t>
            </a:r>
            <a:br>
              <a:rPr lang="en-US" sz="1200" kern="1200">
                <a:solidFill>
                  <a:schemeClr val="tx1"/>
                </a:solidFill>
                <a:latin typeface="Open Sans" panose="020B0606030504020204" pitchFamily="34" charset="0"/>
                <a:ea typeface="Open Sans" panose="020B0606030504020204" pitchFamily="34" charset="0"/>
                <a:cs typeface="Open Sans" panose="020B0606030504020204" pitchFamily="34" charset="0"/>
              </a:rPr>
            </a:br>
            <a:r>
              <a:rPr lang="en-US" sz="1200" kern="1200">
                <a:solidFill>
                  <a:schemeClr val="tx1"/>
                </a:solidFill>
                <a:latin typeface="Open Sans" panose="020B0606030504020204" pitchFamily="34" charset="0"/>
                <a:ea typeface="Open Sans" panose="020B0606030504020204" pitchFamily="34" charset="0"/>
                <a:cs typeface="Open Sans" panose="020B0606030504020204" pitchFamily="34" charset="0"/>
              </a:rPr>
              <a:t>must be encouraged </a:t>
            </a:r>
            <a:br>
              <a:rPr lang="en-US" sz="1200" kern="1200">
                <a:solidFill>
                  <a:schemeClr val="tx1"/>
                </a:solidFill>
                <a:latin typeface="Open Sans" panose="020B0606030504020204" pitchFamily="34" charset="0"/>
                <a:ea typeface="Open Sans" panose="020B0606030504020204" pitchFamily="34" charset="0"/>
                <a:cs typeface="Open Sans" panose="020B0606030504020204" pitchFamily="34" charset="0"/>
              </a:rPr>
            </a:br>
            <a:r>
              <a:rPr lang="en-US" sz="1200" kern="1200">
                <a:solidFill>
                  <a:schemeClr val="tx1"/>
                </a:solidFill>
                <a:latin typeface="Open Sans" panose="020B0606030504020204" pitchFamily="34" charset="0"/>
                <a:ea typeface="Open Sans" panose="020B0606030504020204" pitchFamily="34" charset="0"/>
                <a:cs typeface="Open Sans" panose="020B0606030504020204" pitchFamily="34" charset="0"/>
              </a:rPr>
              <a:t>to be successful and manifest the mission.</a:t>
            </a:r>
            <a:endParaRPr lang="en-US" sz="1200" kern="1200">
              <a:solidFill>
                <a:schemeClr val="tx1"/>
              </a:solidFill>
            </a:endParaRPr>
          </a:p>
        </p:txBody>
      </p:sp>
      <p:sp>
        <p:nvSpPr>
          <p:cNvPr id="5" name="Freeform: Shape 4">
            <a:extLst>
              <a:ext uri="{FF2B5EF4-FFF2-40B4-BE49-F238E27FC236}">
                <a16:creationId xmlns:a16="http://schemas.microsoft.com/office/drawing/2014/main" id="{11C82F3C-43C1-40D1-B1F2-FD6108567E5E}"/>
              </a:ext>
            </a:extLst>
          </p:cNvPr>
          <p:cNvSpPr/>
          <p:nvPr/>
        </p:nvSpPr>
        <p:spPr>
          <a:xfrm>
            <a:off x="8878951" y="5284256"/>
            <a:ext cx="1858290" cy="851048"/>
          </a:xfrm>
          <a:custGeom>
            <a:avLst/>
            <a:gdLst>
              <a:gd name="connsiteX0" fmla="*/ 0 w 2036474"/>
              <a:gd name="connsiteY0" fmla="*/ 0 h 851048"/>
              <a:gd name="connsiteX1" fmla="*/ 2036474 w 2036474"/>
              <a:gd name="connsiteY1" fmla="*/ 0 h 851048"/>
              <a:gd name="connsiteX2" fmla="*/ 2036474 w 2036474"/>
              <a:gd name="connsiteY2" fmla="*/ 851048 h 851048"/>
              <a:gd name="connsiteX3" fmla="*/ 0 w 2036474"/>
              <a:gd name="connsiteY3" fmla="*/ 851048 h 851048"/>
              <a:gd name="connsiteX4" fmla="*/ 0 w 2036474"/>
              <a:gd name="connsiteY4" fmla="*/ 0 h 8510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36474" h="851048">
                <a:moveTo>
                  <a:pt x="0" y="0"/>
                </a:moveTo>
                <a:lnTo>
                  <a:pt x="2036474" y="0"/>
                </a:lnTo>
                <a:lnTo>
                  <a:pt x="2036474" y="851048"/>
                </a:lnTo>
                <a:lnTo>
                  <a:pt x="0" y="85104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lvl="0" indent="0" algn="l" defTabSz="533400">
              <a:lnSpc>
                <a:spcPct val="90000"/>
              </a:lnSpc>
              <a:spcBef>
                <a:spcPct val="0"/>
              </a:spcBef>
              <a:spcAft>
                <a:spcPts val="800"/>
              </a:spcAft>
              <a:buNone/>
            </a:pPr>
            <a:r>
              <a:rPr lang="en-US" sz="1200" b="1" kern="1200">
                <a:solidFill>
                  <a:schemeClr val="tx2"/>
                </a:solidFill>
                <a:latin typeface="Open Sans" panose="020B0606030504020204" pitchFamily="34" charset="0"/>
                <a:ea typeface="Open Sans" panose="020B0606030504020204" pitchFamily="34" charset="0"/>
                <a:cs typeface="Open Sans" panose="020B0606030504020204" pitchFamily="34" charset="0"/>
              </a:rPr>
              <a:t>Virtual Work &amp; Technology</a:t>
            </a:r>
          </a:p>
          <a:p>
            <a:pPr marL="0" lvl="0" indent="0" algn="l" defTabSz="533400">
              <a:lnSpc>
                <a:spcPct val="90000"/>
              </a:lnSpc>
              <a:spcBef>
                <a:spcPct val="0"/>
              </a:spcBef>
              <a:spcAft>
                <a:spcPct val="35000"/>
              </a:spcAft>
              <a:buNone/>
            </a:pPr>
            <a:r>
              <a:rPr lang="en-US" sz="1200" kern="1200">
                <a:solidFill>
                  <a:schemeClr val="tx1"/>
                </a:solidFill>
                <a:latin typeface="Open Sans" panose="020B0606030504020204" pitchFamily="34" charset="0"/>
                <a:ea typeface="Open Sans" panose="020B0606030504020204" pitchFamily="34" charset="0"/>
                <a:cs typeface="Open Sans" panose="020B0606030504020204" pitchFamily="34" charset="0"/>
              </a:rPr>
              <a:t>The tools, technologies, and team norms that support the work activities taking place.</a:t>
            </a:r>
            <a:endParaRPr lang="en-US" sz="1200" kern="1200"/>
          </a:p>
        </p:txBody>
      </p:sp>
      <p:sp>
        <p:nvSpPr>
          <p:cNvPr id="6" name="Arrow: Circular 5">
            <a:extLst>
              <a:ext uri="{FF2B5EF4-FFF2-40B4-BE49-F238E27FC236}">
                <a16:creationId xmlns:a16="http://schemas.microsoft.com/office/drawing/2014/main" id="{6A30138B-C203-4744-B6ED-04B282A282E8}"/>
              </a:ext>
            </a:extLst>
          </p:cNvPr>
          <p:cNvSpPr/>
          <p:nvPr/>
        </p:nvSpPr>
        <p:spPr>
          <a:xfrm>
            <a:off x="6195653" y="1458675"/>
            <a:ext cx="4161509" cy="4161509"/>
          </a:xfrm>
          <a:prstGeom prst="circularArrow">
            <a:avLst>
              <a:gd name="adj1" fmla="val 3988"/>
              <a:gd name="adj2" fmla="val 250151"/>
              <a:gd name="adj3" fmla="val 3174619"/>
              <a:gd name="adj4" fmla="val 1773299"/>
              <a:gd name="adj5" fmla="val 4652"/>
            </a:avLst>
          </a:prstGeom>
          <a:noFill/>
          <a:ln>
            <a:noFill/>
          </a:ln>
        </p:spPr>
        <p:style>
          <a:lnRef idx="3">
            <a:scrgbClr r="0" g="0" b="0"/>
          </a:lnRef>
          <a:fillRef idx="1">
            <a:scrgbClr r="0" g="0" b="0"/>
          </a:fillRef>
          <a:effectRef idx="1">
            <a:schemeClr val="accent1">
              <a:hueOff val="0"/>
              <a:satOff val="0"/>
              <a:lumOff val="0"/>
              <a:alphaOff val="0"/>
            </a:schemeClr>
          </a:effectRef>
          <a:fontRef idx="minor">
            <a:schemeClr val="lt1"/>
          </a:fontRef>
        </p:style>
        <p:txBody>
          <a:bodyPr/>
          <a:lstStyle/>
          <a:p>
            <a:endParaRPr lang="en-US"/>
          </a:p>
        </p:txBody>
      </p:sp>
      <p:sp>
        <p:nvSpPr>
          <p:cNvPr id="16" name="Arrow: Circular 15">
            <a:extLst>
              <a:ext uri="{FF2B5EF4-FFF2-40B4-BE49-F238E27FC236}">
                <a16:creationId xmlns:a16="http://schemas.microsoft.com/office/drawing/2014/main" id="{93EB29BB-3C9D-4A66-8AC0-C57E4BF6373A}"/>
              </a:ext>
            </a:extLst>
          </p:cNvPr>
          <p:cNvSpPr/>
          <p:nvPr/>
        </p:nvSpPr>
        <p:spPr>
          <a:xfrm>
            <a:off x="2245214" y="1548064"/>
            <a:ext cx="4161509" cy="4161509"/>
          </a:xfrm>
          <a:prstGeom prst="circularArrow">
            <a:avLst>
              <a:gd name="adj1" fmla="val 3988"/>
              <a:gd name="adj2" fmla="val 250151"/>
              <a:gd name="adj3" fmla="val 9116304"/>
              <a:gd name="adj4" fmla="val 7518668"/>
              <a:gd name="adj5" fmla="val 4652"/>
            </a:avLst>
          </a:prstGeom>
          <a:noFill/>
          <a:ln>
            <a:noFill/>
          </a:ln>
        </p:spPr>
        <p:style>
          <a:lnRef idx="3">
            <a:scrgbClr r="0" g="0" b="0"/>
          </a:lnRef>
          <a:fillRef idx="1">
            <a:scrgbClr r="0" g="0" b="0"/>
          </a:fillRef>
          <a:effectRef idx="1">
            <a:schemeClr val="accent1">
              <a:hueOff val="0"/>
              <a:satOff val="0"/>
              <a:lumOff val="0"/>
              <a:alphaOff val="0"/>
            </a:schemeClr>
          </a:effectRef>
          <a:fontRef idx="minor">
            <a:schemeClr val="lt1"/>
          </a:fontRef>
        </p:style>
        <p:txBody>
          <a:bodyPr/>
          <a:lstStyle/>
          <a:p>
            <a:endParaRPr lang="en-US"/>
          </a:p>
        </p:txBody>
      </p:sp>
      <p:sp>
        <p:nvSpPr>
          <p:cNvPr id="17" name="Freeform: Shape 16">
            <a:extLst>
              <a:ext uri="{FF2B5EF4-FFF2-40B4-BE49-F238E27FC236}">
                <a16:creationId xmlns:a16="http://schemas.microsoft.com/office/drawing/2014/main" id="{08D66D8F-EFA7-41EE-95BE-34998FD7A856}"/>
              </a:ext>
            </a:extLst>
          </p:cNvPr>
          <p:cNvSpPr/>
          <p:nvPr/>
        </p:nvSpPr>
        <p:spPr>
          <a:xfrm>
            <a:off x="1652899" y="4908480"/>
            <a:ext cx="1650838" cy="851048"/>
          </a:xfrm>
          <a:custGeom>
            <a:avLst/>
            <a:gdLst>
              <a:gd name="connsiteX0" fmla="*/ 0 w 2144115"/>
              <a:gd name="connsiteY0" fmla="*/ 0 h 851048"/>
              <a:gd name="connsiteX1" fmla="*/ 2144115 w 2144115"/>
              <a:gd name="connsiteY1" fmla="*/ 0 h 851048"/>
              <a:gd name="connsiteX2" fmla="*/ 2144115 w 2144115"/>
              <a:gd name="connsiteY2" fmla="*/ 851048 h 851048"/>
              <a:gd name="connsiteX3" fmla="*/ 0 w 2144115"/>
              <a:gd name="connsiteY3" fmla="*/ 851048 h 851048"/>
              <a:gd name="connsiteX4" fmla="*/ 0 w 2144115"/>
              <a:gd name="connsiteY4" fmla="*/ 0 h 8510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4115" h="851048">
                <a:moveTo>
                  <a:pt x="0" y="0"/>
                </a:moveTo>
                <a:lnTo>
                  <a:pt x="2144115" y="0"/>
                </a:lnTo>
                <a:lnTo>
                  <a:pt x="2144115" y="851048"/>
                </a:lnTo>
                <a:lnTo>
                  <a:pt x="0" y="85104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lvl="0" indent="0" algn="r" defTabSz="533400">
              <a:lnSpc>
                <a:spcPct val="90000"/>
              </a:lnSpc>
              <a:spcBef>
                <a:spcPct val="0"/>
              </a:spcBef>
              <a:spcAft>
                <a:spcPts val="800"/>
              </a:spcAft>
              <a:buNone/>
            </a:pPr>
            <a:r>
              <a:rPr lang="en-US" sz="1200" b="1" kern="1200">
                <a:solidFill>
                  <a:schemeClr val="tx2"/>
                </a:solidFill>
                <a:latin typeface="Open Sans" panose="020B0606030504020204" pitchFamily="34" charset="0"/>
                <a:ea typeface="Open Sans" panose="020B0606030504020204" pitchFamily="34" charset="0"/>
                <a:cs typeface="Open Sans" panose="020B0606030504020204" pitchFamily="34" charset="0"/>
              </a:rPr>
              <a:t>Work Process </a:t>
            </a:r>
            <a:br>
              <a:rPr lang="en-US" sz="1200" b="1" kern="1200">
                <a:solidFill>
                  <a:schemeClr val="tx2"/>
                </a:solidFill>
                <a:latin typeface="Open Sans" panose="020B0606030504020204" pitchFamily="34" charset="0"/>
                <a:ea typeface="Open Sans" panose="020B0606030504020204" pitchFamily="34" charset="0"/>
                <a:cs typeface="Open Sans" panose="020B0606030504020204" pitchFamily="34" charset="0"/>
              </a:rPr>
            </a:br>
            <a:r>
              <a:rPr lang="en-US" sz="1200" b="1" kern="1200">
                <a:solidFill>
                  <a:schemeClr val="tx2"/>
                </a:solidFill>
                <a:latin typeface="Open Sans" panose="020B0606030504020204" pitchFamily="34" charset="0"/>
                <a:ea typeface="Open Sans" panose="020B0606030504020204" pitchFamily="34" charset="0"/>
                <a:cs typeface="Open Sans" panose="020B0606030504020204" pitchFamily="34" charset="0"/>
              </a:rPr>
              <a:t>&amp; Space Function</a:t>
            </a:r>
          </a:p>
          <a:p>
            <a:pPr marL="0" lvl="0" indent="0" algn="r" defTabSz="533400">
              <a:lnSpc>
                <a:spcPct val="90000"/>
              </a:lnSpc>
              <a:spcBef>
                <a:spcPct val="0"/>
              </a:spcBef>
              <a:spcAft>
                <a:spcPct val="35000"/>
              </a:spcAft>
              <a:buNone/>
            </a:pPr>
            <a:r>
              <a:rPr lang="en-US" sz="1200" kern="1200">
                <a:solidFill>
                  <a:schemeClr val="tx1"/>
                </a:solidFill>
                <a:latin typeface="Open Sans" panose="020B0606030504020204" pitchFamily="34" charset="0"/>
                <a:ea typeface="Open Sans" panose="020B0606030504020204" pitchFamily="34" charset="0"/>
                <a:cs typeface="Open Sans" panose="020B0606030504020204" pitchFamily="34" charset="0"/>
              </a:rPr>
              <a:t>The work process tasks and activities that must be enabled.</a:t>
            </a:r>
            <a:endParaRPr lang="en-US" sz="1200" kern="1200"/>
          </a:p>
        </p:txBody>
      </p:sp>
      <p:sp>
        <p:nvSpPr>
          <p:cNvPr id="26" name="Freeform: Shape 25">
            <a:extLst>
              <a:ext uri="{FF2B5EF4-FFF2-40B4-BE49-F238E27FC236}">
                <a16:creationId xmlns:a16="http://schemas.microsoft.com/office/drawing/2014/main" id="{C4FAE681-C040-415F-934A-5478AD7A2FF6}"/>
              </a:ext>
            </a:extLst>
          </p:cNvPr>
          <p:cNvSpPr/>
          <p:nvPr/>
        </p:nvSpPr>
        <p:spPr>
          <a:xfrm>
            <a:off x="1638385" y="2906904"/>
            <a:ext cx="1954146" cy="851048"/>
          </a:xfrm>
          <a:custGeom>
            <a:avLst/>
            <a:gdLst>
              <a:gd name="connsiteX0" fmla="*/ 0 w 2189833"/>
              <a:gd name="connsiteY0" fmla="*/ 0 h 851048"/>
              <a:gd name="connsiteX1" fmla="*/ 2189833 w 2189833"/>
              <a:gd name="connsiteY1" fmla="*/ 0 h 851048"/>
              <a:gd name="connsiteX2" fmla="*/ 2189833 w 2189833"/>
              <a:gd name="connsiteY2" fmla="*/ 851048 h 851048"/>
              <a:gd name="connsiteX3" fmla="*/ 0 w 2189833"/>
              <a:gd name="connsiteY3" fmla="*/ 851048 h 851048"/>
              <a:gd name="connsiteX4" fmla="*/ 0 w 2189833"/>
              <a:gd name="connsiteY4" fmla="*/ 0 h 8510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9833" h="851048">
                <a:moveTo>
                  <a:pt x="0" y="0"/>
                </a:moveTo>
                <a:lnTo>
                  <a:pt x="2189833" y="0"/>
                </a:lnTo>
                <a:lnTo>
                  <a:pt x="2189833" y="851048"/>
                </a:lnTo>
                <a:lnTo>
                  <a:pt x="0" y="85104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lvl="0" indent="0" algn="r" defTabSz="533400">
              <a:lnSpc>
                <a:spcPct val="90000"/>
              </a:lnSpc>
              <a:spcBef>
                <a:spcPct val="0"/>
              </a:spcBef>
              <a:spcAft>
                <a:spcPts val="800"/>
              </a:spcAft>
              <a:buNone/>
            </a:pPr>
            <a:r>
              <a:rPr lang="en-US" sz="1200" b="1" kern="1200">
                <a:solidFill>
                  <a:schemeClr val="tx2"/>
                </a:solidFill>
                <a:latin typeface="Open Sans" panose="020B0606030504020204" pitchFamily="34" charset="0"/>
                <a:ea typeface="Open Sans" panose="020B0606030504020204" pitchFamily="34" charset="0"/>
                <a:cs typeface="Open Sans" panose="020B0606030504020204" pitchFamily="34" charset="0"/>
              </a:rPr>
              <a:t>Business Objectives</a:t>
            </a:r>
          </a:p>
          <a:p>
            <a:pPr marL="0" lvl="0" indent="0" algn="r" defTabSz="533400">
              <a:lnSpc>
                <a:spcPct val="90000"/>
              </a:lnSpc>
              <a:spcBef>
                <a:spcPct val="0"/>
              </a:spcBef>
              <a:spcAft>
                <a:spcPts val="800"/>
              </a:spcAft>
              <a:buNone/>
            </a:pPr>
            <a:r>
              <a:rPr lang="en-US" sz="1200" kern="1200">
                <a:solidFill>
                  <a:schemeClr val="tx1"/>
                </a:solidFill>
                <a:latin typeface="Open Sans" panose="020B0606030504020204" pitchFamily="34" charset="0"/>
                <a:ea typeface="Open Sans" panose="020B0606030504020204" pitchFamily="34" charset="0"/>
                <a:cs typeface="Open Sans" panose="020B0606030504020204" pitchFamily="34" charset="0"/>
              </a:rPr>
              <a:t>The current and future business objectives that must be achieved.</a:t>
            </a:r>
            <a:endParaRPr lang="en-US" sz="1200" kern="1200"/>
          </a:p>
        </p:txBody>
      </p:sp>
      <p:sp>
        <p:nvSpPr>
          <p:cNvPr id="27" name="Arrow: Circular 26">
            <a:extLst>
              <a:ext uri="{FF2B5EF4-FFF2-40B4-BE49-F238E27FC236}">
                <a16:creationId xmlns:a16="http://schemas.microsoft.com/office/drawing/2014/main" id="{D9CCA596-363E-4798-B390-E70BE65732F9}"/>
              </a:ext>
            </a:extLst>
          </p:cNvPr>
          <p:cNvSpPr/>
          <p:nvPr/>
        </p:nvSpPr>
        <p:spPr>
          <a:xfrm>
            <a:off x="3367528" y="-726342"/>
            <a:ext cx="5560897" cy="5560897"/>
          </a:xfrm>
          <a:prstGeom prst="circularArrow">
            <a:avLst>
              <a:gd name="adj1" fmla="val 2984"/>
              <a:gd name="adj2" fmla="val 182830"/>
              <a:gd name="adj3" fmla="val 21417177"/>
              <a:gd name="adj4" fmla="val 10800007"/>
              <a:gd name="adj5" fmla="val 3482"/>
            </a:avLst>
          </a:prstGeom>
          <a:noFill/>
          <a:ln>
            <a:noFill/>
          </a:ln>
        </p:spPr>
        <p:style>
          <a:lnRef idx="3">
            <a:scrgbClr r="0" g="0" b="0"/>
          </a:lnRef>
          <a:fillRef idx="1">
            <a:scrgbClr r="0" g="0" b="0"/>
          </a:fillRef>
          <a:effectRef idx="1">
            <a:schemeClr val="accent1">
              <a:hueOff val="0"/>
              <a:satOff val="0"/>
              <a:lumOff val="0"/>
              <a:alphaOff val="0"/>
            </a:schemeClr>
          </a:effectRef>
          <a:fontRef idx="minor">
            <a:schemeClr val="lt1"/>
          </a:fontRef>
        </p:style>
        <p:txBody>
          <a:bodyPr/>
          <a:lstStyle/>
          <a:p>
            <a:endParaRPr lang="en-US"/>
          </a:p>
        </p:txBody>
      </p:sp>
      <p:cxnSp>
        <p:nvCxnSpPr>
          <p:cNvPr id="28" name="Connector: Elbow 27">
            <a:extLst>
              <a:ext uri="{FF2B5EF4-FFF2-40B4-BE49-F238E27FC236}">
                <a16:creationId xmlns:a16="http://schemas.microsoft.com/office/drawing/2014/main" id="{3C25D08C-9E07-40D7-BDD6-005778320F6B}"/>
              </a:ext>
            </a:extLst>
          </p:cNvPr>
          <p:cNvCxnSpPr>
            <a:cxnSpLocks/>
          </p:cNvCxnSpPr>
          <p:nvPr/>
        </p:nvCxnSpPr>
        <p:spPr>
          <a:xfrm flipV="1">
            <a:off x="7446645" y="3114123"/>
            <a:ext cx="1031771" cy="407582"/>
          </a:xfrm>
          <a:prstGeom prst="bentConnector3">
            <a:avLst/>
          </a:prstGeom>
          <a:ln w="1905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 name="Connector: Elbow 29">
            <a:extLst>
              <a:ext uri="{FF2B5EF4-FFF2-40B4-BE49-F238E27FC236}">
                <a16:creationId xmlns:a16="http://schemas.microsoft.com/office/drawing/2014/main" id="{3611B9C8-4208-466F-9C91-9E3A1CE0FDE9}"/>
              </a:ext>
            </a:extLst>
          </p:cNvPr>
          <p:cNvCxnSpPr>
            <a:cxnSpLocks/>
          </p:cNvCxnSpPr>
          <p:nvPr/>
        </p:nvCxnSpPr>
        <p:spPr>
          <a:xfrm flipV="1">
            <a:off x="7034206" y="5455778"/>
            <a:ext cx="1778297" cy="343597"/>
          </a:xfrm>
          <a:prstGeom prst="bentConnector3">
            <a:avLst/>
          </a:prstGeom>
          <a:ln w="1905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6" name="Connector: Elbow 35">
            <a:extLst>
              <a:ext uri="{FF2B5EF4-FFF2-40B4-BE49-F238E27FC236}">
                <a16:creationId xmlns:a16="http://schemas.microsoft.com/office/drawing/2014/main" id="{E90024F9-D9AB-4207-A08E-2697B79F5AE8}"/>
              </a:ext>
            </a:extLst>
          </p:cNvPr>
          <p:cNvCxnSpPr>
            <a:cxnSpLocks/>
          </p:cNvCxnSpPr>
          <p:nvPr/>
        </p:nvCxnSpPr>
        <p:spPr>
          <a:xfrm rot="10800000">
            <a:off x="3367529" y="5128533"/>
            <a:ext cx="1446241" cy="207359"/>
          </a:xfrm>
          <a:prstGeom prst="bentConnector3">
            <a:avLst/>
          </a:prstGeom>
          <a:ln w="1905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49E43AB9-0157-497B-8618-39BDD0B93A59}"/>
              </a:ext>
            </a:extLst>
          </p:cNvPr>
          <p:cNvCxnSpPr/>
          <p:nvPr/>
        </p:nvCxnSpPr>
        <p:spPr>
          <a:xfrm rot="10800000">
            <a:off x="3653483" y="3059203"/>
            <a:ext cx="1060336" cy="600125"/>
          </a:xfrm>
          <a:prstGeom prst="bentConnector3">
            <a:avLst/>
          </a:prstGeom>
          <a:ln w="1905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61" name="Freeform: Shape 60">
            <a:extLst>
              <a:ext uri="{FF2B5EF4-FFF2-40B4-BE49-F238E27FC236}">
                <a16:creationId xmlns:a16="http://schemas.microsoft.com/office/drawing/2014/main" id="{67A3A354-6DCA-4023-8CD1-9A330CF94EAC}"/>
              </a:ext>
            </a:extLst>
          </p:cNvPr>
          <p:cNvSpPr/>
          <p:nvPr/>
        </p:nvSpPr>
        <p:spPr>
          <a:xfrm>
            <a:off x="5174473" y="4032821"/>
            <a:ext cx="1850945" cy="851048"/>
          </a:xfrm>
          <a:custGeom>
            <a:avLst/>
            <a:gdLst>
              <a:gd name="connsiteX0" fmla="*/ 0 w 2144115"/>
              <a:gd name="connsiteY0" fmla="*/ 0 h 851048"/>
              <a:gd name="connsiteX1" fmla="*/ 2144115 w 2144115"/>
              <a:gd name="connsiteY1" fmla="*/ 0 h 851048"/>
              <a:gd name="connsiteX2" fmla="*/ 2144115 w 2144115"/>
              <a:gd name="connsiteY2" fmla="*/ 851048 h 851048"/>
              <a:gd name="connsiteX3" fmla="*/ 0 w 2144115"/>
              <a:gd name="connsiteY3" fmla="*/ 851048 h 851048"/>
              <a:gd name="connsiteX4" fmla="*/ 0 w 2144115"/>
              <a:gd name="connsiteY4" fmla="*/ 0 h 8510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4115" h="851048">
                <a:moveTo>
                  <a:pt x="0" y="0"/>
                </a:moveTo>
                <a:lnTo>
                  <a:pt x="2144115" y="0"/>
                </a:lnTo>
                <a:lnTo>
                  <a:pt x="2144115" y="851048"/>
                </a:lnTo>
                <a:lnTo>
                  <a:pt x="0" y="85104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2000" kern="1200">
                <a:solidFill>
                  <a:schemeClr val="tx2"/>
                </a:solidFill>
                <a:latin typeface="+mj-lt"/>
                <a:ea typeface="Open Sans" panose="020B0606030504020204" pitchFamily="34" charset="0"/>
                <a:cs typeface="Open Sans" panose="020B0606030504020204" pitchFamily="34" charset="0"/>
              </a:rPr>
              <a:t>The Right Work Experience </a:t>
            </a:r>
            <a:br>
              <a:rPr lang="en-US" sz="2000" kern="1200">
                <a:solidFill>
                  <a:schemeClr val="tx2"/>
                </a:solidFill>
                <a:latin typeface="+mj-lt"/>
                <a:ea typeface="Open Sans" panose="020B0606030504020204" pitchFamily="34" charset="0"/>
                <a:cs typeface="Open Sans" panose="020B0606030504020204" pitchFamily="34" charset="0"/>
              </a:rPr>
            </a:br>
            <a:r>
              <a:rPr lang="en-US" sz="2000" kern="1200">
                <a:solidFill>
                  <a:schemeClr val="tx2"/>
                </a:solidFill>
                <a:latin typeface="+mj-lt"/>
                <a:ea typeface="Open Sans" panose="020B0606030504020204" pitchFamily="34" charset="0"/>
                <a:cs typeface="Open Sans" panose="020B0606030504020204" pitchFamily="34" charset="0"/>
              </a:rPr>
              <a:t>for your Organization</a:t>
            </a:r>
            <a:endParaRPr lang="en-US" sz="2000" kern="1200">
              <a:solidFill>
                <a:schemeClr val="tx2"/>
              </a:solidFill>
              <a:latin typeface="+mj-lt"/>
            </a:endParaRPr>
          </a:p>
        </p:txBody>
      </p:sp>
      <p:sp>
        <p:nvSpPr>
          <p:cNvPr id="51" name="Freeform: Shape 50">
            <a:extLst>
              <a:ext uri="{FF2B5EF4-FFF2-40B4-BE49-F238E27FC236}">
                <a16:creationId xmlns:a16="http://schemas.microsoft.com/office/drawing/2014/main" id="{2CE73219-7CC8-4A24-A1A7-23ED3A8B4E6D}"/>
              </a:ext>
            </a:extLst>
          </p:cNvPr>
          <p:cNvSpPr/>
          <p:nvPr/>
        </p:nvSpPr>
        <p:spPr>
          <a:xfrm>
            <a:off x="4367509" y="2711147"/>
            <a:ext cx="1860922" cy="1621126"/>
          </a:xfrm>
          <a:custGeom>
            <a:avLst/>
            <a:gdLst>
              <a:gd name="connsiteX0" fmla="*/ 1704160 w 1860922"/>
              <a:gd name="connsiteY0" fmla="*/ 0 h 1621126"/>
              <a:gd name="connsiteX1" fmla="*/ 1846781 w 1860922"/>
              <a:gd name="connsiteY1" fmla="*/ 259079 h 1621126"/>
              <a:gd name="connsiteX2" fmla="*/ 1860922 w 1860922"/>
              <a:gd name="connsiteY2" fmla="*/ 284768 h 1621126"/>
              <a:gd name="connsiteX3" fmla="*/ 1718349 w 1860922"/>
              <a:gd name="connsiteY3" fmla="*/ 277568 h 1621126"/>
              <a:gd name="connsiteX4" fmla="*/ 308906 w 1860922"/>
              <a:gd name="connsiteY4" fmla="*/ 1426297 h 1621126"/>
              <a:gd name="connsiteX5" fmla="*/ 304584 w 1860922"/>
              <a:gd name="connsiteY5" fmla="*/ 1454616 h 1621126"/>
              <a:gd name="connsiteX6" fmla="*/ 277747 w 1860922"/>
              <a:gd name="connsiteY6" fmla="*/ 1469287 h 1621126"/>
              <a:gd name="connsiteX7" fmla="*/ 0 w 1860922"/>
              <a:gd name="connsiteY7" fmla="*/ 1621126 h 1621126"/>
              <a:gd name="connsiteX8" fmla="*/ 1704160 w 1860922"/>
              <a:gd name="connsiteY8" fmla="*/ 0 h 1621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60922" h="1621126">
                <a:moveTo>
                  <a:pt x="1704160" y="0"/>
                </a:moveTo>
                <a:cubicBezTo>
                  <a:pt x="1704160" y="0"/>
                  <a:pt x="1704160" y="0"/>
                  <a:pt x="1846781" y="259079"/>
                </a:cubicBezTo>
                <a:lnTo>
                  <a:pt x="1860922" y="284768"/>
                </a:lnTo>
                <a:lnTo>
                  <a:pt x="1718349" y="277568"/>
                </a:lnTo>
                <a:cubicBezTo>
                  <a:pt x="1023112" y="277568"/>
                  <a:pt x="443057" y="770719"/>
                  <a:pt x="308906" y="1426297"/>
                </a:cubicBezTo>
                <a:lnTo>
                  <a:pt x="304584" y="1454616"/>
                </a:lnTo>
                <a:lnTo>
                  <a:pt x="277747" y="1469287"/>
                </a:lnTo>
                <a:cubicBezTo>
                  <a:pt x="210187" y="1506221"/>
                  <a:pt x="120107" y="1555466"/>
                  <a:pt x="0" y="1621126"/>
                </a:cubicBezTo>
                <a:cubicBezTo>
                  <a:pt x="51367" y="721507"/>
                  <a:pt x="794670" y="9057"/>
                  <a:pt x="170416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noAutofit/>
          </a:bodyPr>
          <a:lstStyle/>
          <a:p>
            <a:pPr algn="ctr"/>
            <a:endParaRPr lang="en-US" sz="2000" noProof="0" err="1"/>
          </a:p>
        </p:txBody>
      </p:sp>
      <p:sp>
        <p:nvSpPr>
          <p:cNvPr id="54" name="Freeform: Shape 53">
            <a:extLst>
              <a:ext uri="{FF2B5EF4-FFF2-40B4-BE49-F238E27FC236}">
                <a16:creationId xmlns:a16="http://schemas.microsoft.com/office/drawing/2014/main" id="{60F70B77-8BAE-4CD2-9874-EA26387D4498}"/>
              </a:ext>
            </a:extLst>
          </p:cNvPr>
          <p:cNvSpPr>
            <a:spLocks/>
          </p:cNvSpPr>
          <p:nvPr/>
        </p:nvSpPr>
        <p:spPr bwMode="auto">
          <a:xfrm>
            <a:off x="6185041" y="2717451"/>
            <a:ext cx="1619166" cy="1860184"/>
          </a:xfrm>
          <a:custGeom>
            <a:avLst/>
            <a:gdLst>
              <a:gd name="connsiteX0" fmla="*/ 0 w 1619166"/>
              <a:gd name="connsiteY0" fmla="*/ 0 h 1860184"/>
              <a:gd name="connsiteX1" fmla="*/ 1619166 w 1619166"/>
              <a:gd name="connsiteY1" fmla="*/ 1702070 h 1860184"/>
              <a:gd name="connsiteX2" fmla="*/ 1360400 w 1619166"/>
              <a:gd name="connsiteY2" fmla="*/ 1844516 h 1860184"/>
              <a:gd name="connsiteX3" fmla="*/ 1331938 w 1619166"/>
              <a:gd name="connsiteY3" fmla="*/ 1860184 h 1860184"/>
              <a:gd name="connsiteX4" fmla="*/ 1332061 w 1619166"/>
              <a:gd name="connsiteY4" fmla="*/ 1859378 h 1860184"/>
              <a:gd name="connsiteX5" fmla="*/ 1339489 w 1619166"/>
              <a:gd name="connsiteY5" fmla="*/ 1712282 h 1860184"/>
              <a:gd name="connsiteX6" fmla="*/ 181970 w 1619166"/>
              <a:gd name="connsiteY6" fmla="*/ 301069 h 1860184"/>
              <a:gd name="connsiteX7" fmla="*/ 164170 w 1619166"/>
              <a:gd name="connsiteY7" fmla="*/ 298409 h 1860184"/>
              <a:gd name="connsiteX8" fmla="*/ 151655 w 1619166"/>
              <a:gd name="connsiteY8" fmla="*/ 275662 h 1860184"/>
              <a:gd name="connsiteX9" fmla="*/ 0 w 1619166"/>
              <a:gd name="connsiteY9" fmla="*/ 0 h 186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9166" h="1860184">
                <a:moveTo>
                  <a:pt x="0" y="0"/>
                </a:moveTo>
                <a:cubicBezTo>
                  <a:pt x="898532" y="51304"/>
                  <a:pt x="1610121" y="793696"/>
                  <a:pt x="1619166" y="1702070"/>
                </a:cubicBezTo>
                <a:cubicBezTo>
                  <a:pt x="1619166" y="1702070"/>
                  <a:pt x="1619166" y="1702070"/>
                  <a:pt x="1360400" y="1844516"/>
                </a:cubicBezTo>
                <a:lnTo>
                  <a:pt x="1331938" y="1860184"/>
                </a:lnTo>
                <a:lnTo>
                  <a:pt x="1332061" y="1859378"/>
                </a:lnTo>
                <a:cubicBezTo>
                  <a:pt x="1336973" y="1811014"/>
                  <a:pt x="1339489" y="1761942"/>
                  <a:pt x="1339489" y="1712282"/>
                </a:cubicBezTo>
                <a:cubicBezTo>
                  <a:pt x="1339489" y="1013941"/>
                  <a:pt x="841926" y="431813"/>
                  <a:pt x="181970" y="301069"/>
                </a:cubicBezTo>
                <a:lnTo>
                  <a:pt x="164170" y="298409"/>
                </a:lnTo>
                <a:lnTo>
                  <a:pt x="151655" y="275662"/>
                </a:lnTo>
                <a:cubicBezTo>
                  <a:pt x="114767" y="208609"/>
                  <a:pt x="65581" y="119205"/>
                  <a:pt x="0" y="0"/>
                </a:cubicBezTo>
                <a:close/>
              </a:path>
            </a:pathLst>
          </a:custGeom>
          <a:solidFill>
            <a:schemeClr val="tx2"/>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56" name="Freeform: Shape 55">
            <a:extLst>
              <a:ext uri="{FF2B5EF4-FFF2-40B4-BE49-F238E27FC236}">
                <a16:creationId xmlns:a16="http://schemas.microsoft.com/office/drawing/2014/main" id="{5633871B-DFC1-4C45-A895-B77E304BC325}"/>
              </a:ext>
            </a:extLst>
          </p:cNvPr>
          <p:cNvSpPr>
            <a:spLocks/>
          </p:cNvSpPr>
          <p:nvPr/>
        </p:nvSpPr>
        <p:spPr bwMode="auto">
          <a:xfrm>
            <a:off x="5941952" y="4528804"/>
            <a:ext cx="1858290" cy="1617170"/>
          </a:xfrm>
          <a:custGeom>
            <a:avLst/>
            <a:gdLst>
              <a:gd name="connsiteX0" fmla="*/ 1858290 w 1858290"/>
              <a:gd name="connsiteY0" fmla="*/ 0 h 1617170"/>
              <a:gd name="connsiteX1" fmla="*/ 157560 w 1858290"/>
              <a:gd name="connsiteY1" fmla="*/ 1617170 h 1617170"/>
              <a:gd name="connsiteX2" fmla="*/ 15226 w 1858290"/>
              <a:gd name="connsiteY2" fmla="*/ 1359859 h 1617170"/>
              <a:gd name="connsiteX3" fmla="*/ 0 w 1858290"/>
              <a:gd name="connsiteY3" fmla="*/ 1332333 h 1617170"/>
              <a:gd name="connsiteX4" fmla="*/ 143906 w 1858290"/>
              <a:gd name="connsiteY4" fmla="*/ 1339600 h 1617170"/>
              <a:gd name="connsiteX5" fmla="*/ 1553349 w 1858290"/>
              <a:gd name="connsiteY5" fmla="*/ 190871 h 1617170"/>
              <a:gd name="connsiteX6" fmla="*/ 1557160 w 1858290"/>
              <a:gd name="connsiteY6" fmla="*/ 165902 h 1617170"/>
              <a:gd name="connsiteX7" fmla="*/ 1582845 w 1858290"/>
              <a:gd name="connsiteY7" fmla="*/ 151751 h 1617170"/>
              <a:gd name="connsiteX8" fmla="*/ 1858290 w 1858290"/>
              <a:gd name="connsiteY8" fmla="*/ 0 h 16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8290" h="1617170">
                <a:moveTo>
                  <a:pt x="1858290" y="0"/>
                </a:moveTo>
                <a:cubicBezTo>
                  <a:pt x="1807027" y="899099"/>
                  <a:pt x="1065219" y="1611136"/>
                  <a:pt x="157560" y="1617170"/>
                </a:cubicBezTo>
                <a:cubicBezTo>
                  <a:pt x="157560" y="1617170"/>
                  <a:pt x="157560" y="1617170"/>
                  <a:pt x="15226" y="1359859"/>
                </a:cubicBezTo>
                <a:lnTo>
                  <a:pt x="0" y="1332333"/>
                </a:lnTo>
                <a:lnTo>
                  <a:pt x="143906" y="1339600"/>
                </a:lnTo>
                <a:cubicBezTo>
                  <a:pt x="839144" y="1339600"/>
                  <a:pt x="1419199" y="846450"/>
                  <a:pt x="1553349" y="190871"/>
                </a:cubicBezTo>
                <a:lnTo>
                  <a:pt x="1557160" y="165902"/>
                </a:lnTo>
                <a:lnTo>
                  <a:pt x="1582845" y="151751"/>
                </a:lnTo>
                <a:cubicBezTo>
                  <a:pt x="1649846" y="114839"/>
                  <a:pt x="1739179" y="65622"/>
                  <a:pt x="1858290" y="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59" name="Freeform: Shape 58">
            <a:extLst>
              <a:ext uri="{FF2B5EF4-FFF2-40B4-BE49-F238E27FC236}">
                <a16:creationId xmlns:a16="http://schemas.microsoft.com/office/drawing/2014/main" id="{02926DFA-4161-4075-91DA-68D50F639960}"/>
              </a:ext>
            </a:extLst>
          </p:cNvPr>
          <p:cNvSpPr>
            <a:spLocks/>
          </p:cNvSpPr>
          <p:nvPr/>
        </p:nvSpPr>
        <p:spPr bwMode="auto">
          <a:xfrm>
            <a:off x="4367509" y="4289086"/>
            <a:ext cx="1619156" cy="1856889"/>
          </a:xfrm>
          <a:custGeom>
            <a:avLst/>
            <a:gdLst>
              <a:gd name="connsiteX0" fmla="*/ 286780 w 1619156"/>
              <a:gd name="connsiteY0" fmla="*/ 0 h 1856889"/>
              <a:gd name="connsiteX1" fmla="*/ 279677 w 1619156"/>
              <a:gd name="connsiteY1" fmla="*/ 140647 h 1856889"/>
              <a:gd name="connsiteX2" fmla="*/ 1437196 w 1619156"/>
              <a:gd name="connsiteY2" fmla="*/ 1551860 h 1856889"/>
              <a:gd name="connsiteX3" fmla="*/ 1453053 w 1619156"/>
              <a:gd name="connsiteY3" fmla="*/ 1554230 h 1856889"/>
              <a:gd name="connsiteX4" fmla="*/ 1467218 w 1619156"/>
              <a:gd name="connsiteY4" fmla="*/ 1580041 h 1856889"/>
              <a:gd name="connsiteX5" fmla="*/ 1619156 w 1619156"/>
              <a:gd name="connsiteY5" fmla="*/ 1856889 h 1856889"/>
              <a:gd name="connsiteX6" fmla="*/ 0 w 1619156"/>
              <a:gd name="connsiteY6" fmla="*/ 158246 h 1856889"/>
              <a:gd name="connsiteX7" fmla="*/ 257627 w 1619156"/>
              <a:gd name="connsiteY7" fmla="*/ 16086 h 1856889"/>
              <a:gd name="connsiteX8" fmla="*/ 286780 w 1619156"/>
              <a:gd name="connsiteY8" fmla="*/ 0 h 1856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9156" h="1856889">
                <a:moveTo>
                  <a:pt x="286780" y="0"/>
                </a:moveTo>
                <a:lnTo>
                  <a:pt x="279677" y="140647"/>
                </a:lnTo>
                <a:cubicBezTo>
                  <a:pt x="279677" y="838988"/>
                  <a:pt x="777240" y="1421117"/>
                  <a:pt x="1437196" y="1551860"/>
                </a:cubicBezTo>
                <a:lnTo>
                  <a:pt x="1453053" y="1554230"/>
                </a:lnTo>
                <a:lnTo>
                  <a:pt x="1467218" y="1580041"/>
                </a:lnTo>
                <a:cubicBezTo>
                  <a:pt x="1504176" y="1647382"/>
                  <a:pt x="1553453" y="1737171"/>
                  <a:pt x="1619156" y="1856889"/>
                </a:cubicBezTo>
                <a:cubicBezTo>
                  <a:pt x="718954" y="1805689"/>
                  <a:pt x="6042" y="1064791"/>
                  <a:pt x="0" y="158246"/>
                </a:cubicBezTo>
                <a:cubicBezTo>
                  <a:pt x="0" y="158246"/>
                  <a:pt x="0" y="158246"/>
                  <a:pt x="257627" y="16086"/>
                </a:cubicBezTo>
                <a:lnTo>
                  <a:pt x="28678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a:p>
        </p:txBody>
      </p:sp>
    </p:spTree>
    <p:custDataLst>
      <p:custData r:id="rId1"/>
      <p:custData r:id="rId2"/>
      <p:tags r:id="rId3"/>
    </p:custDataLst>
    <p:extLst>
      <p:ext uri="{BB962C8B-B14F-4D97-AF65-F5344CB8AC3E}">
        <p14:creationId xmlns:p14="http://schemas.microsoft.com/office/powerpoint/2010/main" val="7942002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6788DE3B-5ED2-6236-7B5C-EABC50864884}"/>
              </a:ext>
            </a:extLst>
          </p:cNvPr>
          <p:cNvGraphicFramePr/>
          <p:nvPr/>
        </p:nvGraphicFramePr>
        <p:xfrm>
          <a:off x="3491258" y="2586222"/>
          <a:ext cx="5225468" cy="3483645"/>
        </p:xfrm>
        <a:graphic>
          <a:graphicData uri="http://schemas.openxmlformats.org/drawingml/2006/chart">
            <c:chart xmlns:c="http://schemas.openxmlformats.org/drawingml/2006/chart" xmlns:r="http://schemas.openxmlformats.org/officeDocument/2006/relationships" r:id="rId6"/>
          </a:graphicData>
        </a:graphic>
      </p:graphicFrame>
      <p:sp>
        <p:nvSpPr>
          <p:cNvPr id="11" name="Text Placeholder 10">
            <a:extLst>
              <a:ext uri="{FF2B5EF4-FFF2-40B4-BE49-F238E27FC236}">
                <a16:creationId xmlns:a16="http://schemas.microsoft.com/office/drawing/2014/main" id="{70E903C2-4D01-A133-4D2C-2AF4F689BC46}"/>
              </a:ext>
            </a:extLst>
          </p:cNvPr>
          <p:cNvSpPr>
            <a:spLocks noGrp="1"/>
          </p:cNvSpPr>
          <p:nvPr>
            <p:ph type="body" sz="quarter" idx="13"/>
          </p:nvPr>
        </p:nvSpPr>
        <p:spPr/>
        <p:txBody>
          <a:bodyPr/>
          <a:lstStyle/>
          <a:p>
            <a:r>
              <a:rPr lang="en-CA"/>
              <a:t>INTRODUCTION</a:t>
            </a:r>
          </a:p>
        </p:txBody>
      </p:sp>
      <p:sp>
        <p:nvSpPr>
          <p:cNvPr id="15" name="Title 14">
            <a:extLst>
              <a:ext uri="{FF2B5EF4-FFF2-40B4-BE49-F238E27FC236}">
                <a16:creationId xmlns:a16="http://schemas.microsoft.com/office/drawing/2014/main" id="{645314C6-316A-4AB4-AEE3-E17C97E08E91}"/>
              </a:ext>
            </a:extLst>
          </p:cNvPr>
          <p:cNvSpPr>
            <a:spLocks noGrp="1"/>
          </p:cNvSpPr>
          <p:nvPr>
            <p:ph type="title"/>
          </p:nvPr>
        </p:nvSpPr>
        <p:spPr/>
        <p:txBody>
          <a:bodyPr/>
          <a:lstStyle/>
          <a:p>
            <a:r>
              <a:rPr lang="en-US"/>
              <a:t>Our Holistic Approach is Our Differentiator</a:t>
            </a:r>
          </a:p>
        </p:txBody>
      </p:sp>
      <p:sp>
        <p:nvSpPr>
          <p:cNvPr id="7" name="Content Placeholder 6">
            <a:extLst>
              <a:ext uri="{FF2B5EF4-FFF2-40B4-BE49-F238E27FC236}">
                <a16:creationId xmlns:a16="http://schemas.microsoft.com/office/drawing/2014/main" id="{A4B94416-0D48-5432-10CD-C1C90FBC9A3F}"/>
              </a:ext>
            </a:extLst>
          </p:cNvPr>
          <p:cNvSpPr>
            <a:spLocks noGrp="1"/>
          </p:cNvSpPr>
          <p:nvPr>
            <p:ph idx="1"/>
          </p:nvPr>
        </p:nvSpPr>
        <p:spPr>
          <a:xfrm>
            <a:off x="648000" y="2044800"/>
            <a:ext cx="10893600" cy="272600"/>
          </a:xfrm>
        </p:spPr>
        <p:txBody>
          <a:bodyPr/>
          <a:lstStyle/>
          <a:p>
            <a:r>
              <a:rPr lang="en-CA"/>
              <a:t>We see this as a business challenge, not a facilities problem.</a:t>
            </a:r>
          </a:p>
        </p:txBody>
      </p:sp>
      <p:sp>
        <p:nvSpPr>
          <p:cNvPr id="8" name="Footer Placeholder 7">
            <a:extLst>
              <a:ext uri="{FF2B5EF4-FFF2-40B4-BE49-F238E27FC236}">
                <a16:creationId xmlns:a16="http://schemas.microsoft.com/office/drawing/2014/main" id="{F0E84BE4-7B17-4680-8B31-886C866F94F3}"/>
              </a:ext>
            </a:extLst>
          </p:cNvPr>
          <p:cNvSpPr>
            <a:spLocks noGrp="1"/>
          </p:cNvSpPr>
          <p:nvPr>
            <p:ph type="ftr" sz="quarter" idx="11"/>
          </p:nvPr>
        </p:nvSpPr>
        <p:spPr/>
        <p:txBody>
          <a:bodyPr/>
          <a:lstStyle/>
          <a:p>
            <a:r>
              <a:rPr lang="en-GB"/>
              <a:t>Colliers</a:t>
            </a:r>
          </a:p>
        </p:txBody>
      </p:sp>
      <p:sp>
        <p:nvSpPr>
          <p:cNvPr id="9" name="Slide Number Placeholder 8">
            <a:extLst>
              <a:ext uri="{FF2B5EF4-FFF2-40B4-BE49-F238E27FC236}">
                <a16:creationId xmlns:a16="http://schemas.microsoft.com/office/drawing/2014/main" id="{F575834B-EC96-425B-B83F-6A22D7D0EA09}"/>
              </a:ext>
            </a:extLst>
          </p:cNvPr>
          <p:cNvSpPr>
            <a:spLocks noGrp="1"/>
          </p:cNvSpPr>
          <p:nvPr>
            <p:ph type="sldNum" sz="quarter" idx="12"/>
          </p:nvPr>
        </p:nvSpPr>
        <p:spPr/>
        <p:txBody>
          <a:bodyPr/>
          <a:lstStyle/>
          <a:p>
            <a:fld id="{23AA811B-2EBD-4900-905E-5BE206449611}" type="slidenum">
              <a:rPr lang="en-GB"/>
              <a:pPr/>
              <a:t>23</a:t>
            </a:fld>
            <a:endParaRPr lang="en-GB"/>
          </a:p>
        </p:txBody>
      </p:sp>
      <p:sp>
        <p:nvSpPr>
          <p:cNvPr id="3" name="Freeform: Shape 2">
            <a:extLst>
              <a:ext uri="{FF2B5EF4-FFF2-40B4-BE49-F238E27FC236}">
                <a16:creationId xmlns:a16="http://schemas.microsoft.com/office/drawing/2014/main" id="{B30C4792-3CD8-45EA-956F-F6CB246743A9}"/>
              </a:ext>
            </a:extLst>
          </p:cNvPr>
          <p:cNvSpPr/>
          <p:nvPr/>
        </p:nvSpPr>
        <p:spPr>
          <a:xfrm>
            <a:off x="8573698" y="2789924"/>
            <a:ext cx="2020160" cy="851048"/>
          </a:xfrm>
          <a:custGeom>
            <a:avLst/>
            <a:gdLst>
              <a:gd name="connsiteX0" fmla="*/ 0 w 2020160"/>
              <a:gd name="connsiteY0" fmla="*/ 0 h 851048"/>
              <a:gd name="connsiteX1" fmla="*/ 2020160 w 2020160"/>
              <a:gd name="connsiteY1" fmla="*/ 0 h 851048"/>
              <a:gd name="connsiteX2" fmla="*/ 2020160 w 2020160"/>
              <a:gd name="connsiteY2" fmla="*/ 851048 h 851048"/>
              <a:gd name="connsiteX3" fmla="*/ 0 w 2020160"/>
              <a:gd name="connsiteY3" fmla="*/ 851048 h 851048"/>
              <a:gd name="connsiteX4" fmla="*/ 0 w 2020160"/>
              <a:gd name="connsiteY4" fmla="*/ 0 h 8510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0160" h="851048">
                <a:moveTo>
                  <a:pt x="0" y="0"/>
                </a:moveTo>
                <a:lnTo>
                  <a:pt x="2020160" y="0"/>
                </a:lnTo>
                <a:lnTo>
                  <a:pt x="2020160" y="851048"/>
                </a:lnTo>
                <a:lnTo>
                  <a:pt x="0" y="85104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lvl="0" indent="0" algn="l" defTabSz="533400">
              <a:lnSpc>
                <a:spcPct val="90000"/>
              </a:lnSpc>
              <a:spcBef>
                <a:spcPct val="0"/>
              </a:spcBef>
              <a:spcAft>
                <a:spcPts val="800"/>
              </a:spcAft>
              <a:buNone/>
            </a:pPr>
            <a:r>
              <a:rPr lang="en-US" sz="1200" b="1" kern="1200">
                <a:solidFill>
                  <a:schemeClr val="tx2"/>
                </a:solidFill>
                <a:latin typeface="Open Sans" panose="020B0606030504020204" pitchFamily="34" charset="0"/>
                <a:ea typeface="Open Sans" panose="020B0606030504020204" pitchFamily="34" charset="0"/>
                <a:cs typeface="Open Sans" panose="020B0606030504020204" pitchFamily="34" charset="0"/>
              </a:rPr>
              <a:t>People, Values &amp; Culture</a:t>
            </a:r>
          </a:p>
          <a:p>
            <a:pPr marL="0" lvl="0" indent="0" algn="l" defTabSz="533400">
              <a:lnSpc>
                <a:spcPct val="90000"/>
              </a:lnSpc>
              <a:spcBef>
                <a:spcPct val="0"/>
              </a:spcBef>
              <a:spcAft>
                <a:spcPct val="35000"/>
              </a:spcAft>
              <a:buNone/>
            </a:pPr>
            <a:r>
              <a:rPr lang="en-US" sz="1200" kern="1200">
                <a:solidFill>
                  <a:schemeClr val="tx1"/>
                </a:solidFill>
                <a:latin typeface="Open Sans" panose="020B0606030504020204" pitchFamily="34" charset="0"/>
                <a:ea typeface="Open Sans" panose="020B0606030504020204" pitchFamily="34" charset="0"/>
                <a:cs typeface="Open Sans" panose="020B0606030504020204" pitchFamily="34" charset="0"/>
              </a:rPr>
              <a:t>The </a:t>
            </a:r>
            <a:r>
              <a:rPr lang="en-US" sz="1200" kern="1200" err="1">
                <a:solidFill>
                  <a:schemeClr val="tx1"/>
                </a:solidFill>
                <a:latin typeface="Open Sans" panose="020B0606030504020204" pitchFamily="34" charset="0"/>
                <a:ea typeface="Open Sans" panose="020B0606030504020204" pitchFamily="34" charset="0"/>
                <a:cs typeface="Open Sans" panose="020B0606030504020204" pitchFamily="34" charset="0"/>
              </a:rPr>
              <a:t>behaviours</a:t>
            </a:r>
            <a:r>
              <a:rPr lang="en-US" sz="1200" kern="1200">
                <a:solidFill>
                  <a:schemeClr val="tx1"/>
                </a:solidFill>
                <a:latin typeface="Open Sans" panose="020B0606030504020204" pitchFamily="34" charset="0"/>
                <a:ea typeface="Open Sans" panose="020B0606030504020204" pitchFamily="34" charset="0"/>
                <a:cs typeface="Open Sans" panose="020B0606030504020204" pitchFamily="34" charset="0"/>
              </a:rPr>
              <a:t> that </a:t>
            </a:r>
            <a:br>
              <a:rPr lang="en-US" sz="1200" kern="1200">
                <a:solidFill>
                  <a:schemeClr val="tx1"/>
                </a:solidFill>
                <a:latin typeface="Open Sans" panose="020B0606030504020204" pitchFamily="34" charset="0"/>
                <a:ea typeface="Open Sans" panose="020B0606030504020204" pitchFamily="34" charset="0"/>
                <a:cs typeface="Open Sans" panose="020B0606030504020204" pitchFamily="34" charset="0"/>
              </a:rPr>
            </a:br>
            <a:r>
              <a:rPr lang="en-US" sz="1200" kern="1200">
                <a:solidFill>
                  <a:schemeClr val="tx1"/>
                </a:solidFill>
                <a:latin typeface="Open Sans" panose="020B0606030504020204" pitchFamily="34" charset="0"/>
                <a:ea typeface="Open Sans" panose="020B0606030504020204" pitchFamily="34" charset="0"/>
                <a:cs typeface="Open Sans" panose="020B0606030504020204" pitchFamily="34" charset="0"/>
              </a:rPr>
              <a:t>must be encouraged </a:t>
            </a:r>
            <a:br>
              <a:rPr lang="en-US" sz="1200" kern="1200">
                <a:solidFill>
                  <a:schemeClr val="tx1"/>
                </a:solidFill>
                <a:latin typeface="Open Sans" panose="020B0606030504020204" pitchFamily="34" charset="0"/>
                <a:ea typeface="Open Sans" panose="020B0606030504020204" pitchFamily="34" charset="0"/>
                <a:cs typeface="Open Sans" panose="020B0606030504020204" pitchFamily="34" charset="0"/>
              </a:rPr>
            </a:br>
            <a:r>
              <a:rPr lang="en-US" sz="1200" kern="1200">
                <a:solidFill>
                  <a:schemeClr val="tx1"/>
                </a:solidFill>
                <a:latin typeface="Open Sans" panose="020B0606030504020204" pitchFamily="34" charset="0"/>
                <a:ea typeface="Open Sans" panose="020B0606030504020204" pitchFamily="34" charset="0"/>
                <a:cs typeface="Open Sans" panose="020B0606030504020204" pitchFamily="34" charset="0"/>
              </a:rPr>
              <a:t>to be successful and manifest the mission.</a:t>
            </a:r>
            <a:endParaRPr lang="en-US" sz="1200" kern="1200">
              <a:solidFill>
                <a:schemeClr val="tx1"/>
              </a:solidFill>
            </a:endParaRPr>
          </a:p>
        </p:txBody>
      </p:sp>
      <p:sp>
        <p:nvSpPr>
          <p:cNvPr id="5" name="Freeform: Shape 4">
            <a:extLst>
              <a:ext uri="{FF2B5EF4-FFF2-40B4-BE49-F238E27FC236}">
                <a16:creationId xmlns:a16="http://schemas.microsoft.com/office/drawing/2014/main" id="{11C82F3C-43C1-40D1-B1F2-FD6108567E5E}"/>
              </a:ext>
            </a:extLst>
          </p:cNvPr>
          <p:cNvSpPr/>
          <p:nvPr/>
        </p:nvSpPr>
        <p:spPr>
          <a:xfrm>
            <a:off x="8846373" y="5441214"/>
            <a:ext cx="1858290" cy="851048"/>
          </a:xfrm>
          <a:custGeom>
            <a:avLst/>
            <a:gdLst>
              <a:gd name="connsiteX0" fmla="*/ 0 w 2036474"/>
              <a:gd name="connsiteY0" fmla="*/ 0 h 851048"/>
              <a:gd name="connsiteX1" fmla="*/ 2036474 w 2036474"/>
              <a:gd name="connsiteY1" fmla="*/ 0 h 851048"/>
              <a:gd name="connsiteX2" fmla="*/ 2036474 w 2036474"/>
              <a:gd name="connsiteY2" fmla="*/ 851048 h 851048"/>
              <a:gd name="connsiteX3" fmla="*/ 0 w 2036474"/>
              <a:gd name="connsiteY3" fmla="*/ 851048 h 851048"/>
              <a:gd name="connsiteX4" fmla="*/ 0 w 2036474"/>
              <a:gd name="connsiteY4" fmla="*/ 0 h 8510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36474" h="851048">
                <a:moveTo>
                  <a:pt x="0" y="0"/>
                </a:moveTo>
                <a:lnTo>
                  <a:pt x="2036474" y="0"/>
                </a:lnTo>
                <a:lnTo>
                  <a:pt x="2036474" y="851048"/>
                </a:lnTo>
                <a:lnTo>
                  <a:pt x="0" y="85104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lvl="0" indent="0" algn="l" defTabSz="533400">
              <a:lnSpc>
                <a:spcPct val="90000"/>
              </a:lnSpc>
              <a:spcBef>
                <a:spcPct val="0"/>
              </a:spcBef>
              <a:spcAft>
                <a:spcPts val="800"/>
              </a:spcAft>
              <a:buNone/>
            </a:pPr>
            <a:r>
              <a:rPr lang="en-US" sz="1200" b="1" kern="1200">
                <a:solidFill>
                  <a:schemeClr val="tx2"/>
                </a:solidFill>
                <a:latin typeface="Open Sans" panose="020B0606030504020204" pitchFamily="34" charset="0"/>
                <a:ea typeface="Open Sans" panose="020B0606030504020204" pitchFamily="34" charset="0"/>
                <a:cs typeface="Open Sans" panose="020B0606030504020204" pitchFamily="34" charset="0"/>
              </a:rPr>
              <a:t>Virtual Work &amp; Technology</a:t>
            </a:r>
          </a:p>
          <a:p>
            <a:pPr marL="0" lvl="0" indent="0" algn="l" defTabSz="533400">
              <a:lnSpc>
                <a:spcPct val="90000"/>
              </a:lnSpc>
              <a:spcBef>
                <a:spcPct val="0"/>
              </a:spcBef>
              <a:spcAft>
                <a:spcPct val="35000"/>
              </a:spcAft>
              <a:buNone/>
            </a:pPr>
            <a:r>
              <a:rPr lang="en-US" sz="1200" kern="1200">
                <a:solidFill>
                  <a:schemeClr val="tx1"/>
                </a:solidFill>
                <a:latin typeface="Open Sans" panose="020B0606030504020204" pitchFamily="34" charset="0"/>
                <a:ea typeface="Open Sans" panose="020B0606030504020204" pitchFamily="34" charset="0"/>
                <a:cs typeface="Open Sans" panose="020B0606030504020204" pitchFamily="34" charset="0"/>
              </a:rPr>
              <a:t>The tools, technologies, and team norms that support the work activities taking place.</a:t>
            </a:r>
            <a:endParaRPr lang="en-US" sz="1200" kern="1200"/>
          </a:p>
        </p:txBody>
      </p:sp>
      <p:sp>
        <p:nvSpPr>
          <p:cNvPr id="6" name="Arrow: Circular 5">
            <a:extLst>
              <a:ext uri="{FF2B5EF4-FFF2-40B4-BE49-F238E27FC236}">
                <a16:creationId xmlns:a16="http://schemas.microsoft.com/office/drawing/2014/main" id="{6A30138B-C203-4744-B6ED-04B282A282E8}"/>
              </a:ext>
            </a:extLst>
          </p:cNvPr>
          <p:cNvSpPr/>
          <p:nvPr/>
        </p:nvSpPr>
        <p:spPr>
          <a:xfrm>
            <a:off x="6195653" y="1458675"/>
            <a:ext cx="4161509" cy="4161509"/>
          </a:xfrm>
          <a:prstGeom prst="circularArrow">
            <a:avLst>
              <a:gd name="adj1" fmla="val 3988"/>
              <a:gd name="adj2" fmla="val 250151"/>
              <a:gd name="adj3" fmla="val 3174619"/>
              <a:gd name="adj4" fmla="val 1773299"/>
              <a:gd name="adj5" fmla="val 4652"/>
            </a:avLst>
          </a:prstGeom>
          <a:noFill/>
          <a:ln>
            <a:noFill/>
          </a:ln>
        </p:spPr>
        <p:style>
          <a:lnRef idx="3">
            <a:scrgbClr r="0" g="0" b="0"/>
          </a:lnRef>
          <a:fillRef idx="1">
            <a:scrgbClr r="0" g="0" b="0"/>
          </a:fillRef>
          <a:effectRef idx="1">
            <a:schemeClr val="accent1">
              <a:hueOff val="0"/>
              <a:satOff val="0"/>
              <a:lumOff val="0"/>
              <a:alphaOff val="0"/>
            </a:schemeClr>
          </a:effectRef>
          <a:fontRef idx="minor">
            <a:schemeClr val="lt1"/>
          </a:fontRef>
        </p:style>
        <p:txBody>
          <a:bodyPr/>
          <a:lstStyle/>
          <a:p>
            <a:endParaRPr lang="en-US"/>
          </a:p>
        </p:txBody>
      </p:sp>
      <p:sp>
        <p:nvSpPr>
          <p:cNvPr id="16" name="Arrow: Circular 15">
            <a:extLst>
              <a:ext uri="{FF2B5EF4-FFF2-40B4-BE49-F238E27FC236}">
                <a16:creationId xmlns:a16="http://schemas.microsoft.com/office/drawing/2014/main" id="{93EB29BB-3C9D-4A66-8AC0-C57E4BF6373A}"/>
              </a:ext>
            </a:extLst>
          </p:cNvPr>
          <p:cNvSpPr/>
          <p:nvPr/>
        </p:nvSpPr>
        <p:spPr>
          <a:xfrm>
            <a:off x="2245214" y="1548064"/>
            <a:ext cx="4161509" cy="4161509"/>
          </a:xfrm>
          <a:prstGeom prst="circularArrow">
            <a:avLst>
              <a:gd name="adj1" fmla="val 3988"/>
              <a:gd name="adj2" fmla="val 250151"/>
              <a:gd name="adj3" fmla="val 9116304"/>
              <a:gd name="adj4" fmla="val 7518668"/>
              <a:gd name="adj5" fmla="val 4652"/>
            </a:avLst>
          </a:prstGeom>
          <a:noFill/>
          <a:ln>
            <a:noFill/>
          </a:ln>
        </p:spPr>
        <p:style>
          <a:lnRef idx="3">
            <a:scrgbClr r="0" g="0" b="0"/>
          </a:lnRef>
          <a:fillRef idx="1">
            <a:scrgbClr r="0" g="0" b="0"/>
          </a:fillRef>
          <a:effectRef idx="1">
            <a:schemeClr val="accent1">
              <a:hueOff val="0"/>
              <a:satOff val="0"/>
              <a:lumOff val="0"/>
              <a:alphaOff val="0"/>
            </a:schemeClr>
          </a:effectRef>
          <a:fontRef idx="minor">
            <a:schemeClr val="lt1"/>
          </a:fontRef>
        </p:style>
        <p:txBody>
          <a:bodyPr/>
          <a:lstStyle/>
          <a:p>
            <a:endParaRPr lang="en-US"/>
          </a:p>
        </p:txBody>
      </p:sp>
      <p:sp>
        <p:nvSpPr>
          <p:cNvPr id="17" name="Freeform: Shape 16">
            <a:extLst>
              <a:ext uri="{FF2B5EF4-FFF2-40B4-BE49-F238E27FC236}">
                <a16:creationId xmlns:a16="http://schemas.microsoft.com/office/drawing/2014/main" id="{08D66D8F-EFA7-41EE-95BE-34998FD7A856}"/>
              </a:ext>
            </a:extLst>
          </p:cNvPr>
          <p:cNvSpPr/>
          <p:nvPr/>
        </p:nvSpPr>
        <p:spPr>
          <a:xfrm>
            <a:off x="1643116" y="5034660"/>
            <a:ext cx="1650838" cy="851048"/>
          </a:xfrm>
          <a:custGeom>
            <a:avLst/>
            <a:gdLst>
              <a:gd name="connsiteX0" fmla="*/ 0 w 2144115"/>
              <a:gd name="connsiteY0" fmla="*/ 0 h 851048"/>
              <a:gd name="connsiteX1" fmla="*/ 2144115 w 2144115"/>
              <a:gd name="connsiteY1" fmla="*/ 0 h 851048"/>
              <a:gd name="connsiteX2" fmla="*/ 2144115 w 2144115"/>
              <a:gd name="connsiteY2" fmla="*/ 851048 h 851048"/>
              <a:gd name="connsiteX3" fmla="*/ 0 w 2144115"/>
              <a:gd name="connsiteY3" fmla="*/ 851048 h 851048"/>
              <a:gd name="connsiteX4" fmla="*/ 0 w 2144115"/>
              <a:gd name="connsiteY4" fmla="*/ 0 h 8510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4115" h="851048">
                <a:moveTo>
                  <a:pt x="0" y="0"/>
                </a:moveTo>
                <a:lnTo>
                  <a:pt x="2144115" y="0"/>
                </a:lnTo>
                <a:lnTo>
                  <a:pt x="2144115" y="851048"/>
                </a:lnTo>
                <a:lnTo>
                  <a:pt x="0" y="85104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lvl="0" indent="0" algn="r" defTabSz="533400">
              <a:lnSpc>
                <a:spcPct val="90000"/>
              </a:lnSpc>
              <a:spcBef>
                <a:spcPct val="0"/>
              </a:spcBef>
              <a:spcAft>
                <a:spcPts val="800"/>
              </a:spcAft>
              <a:buNone/>
            </a:pPr>
            <a:r>
              <a:rPr lang="en-US" sz="1200" b="1" kern="1200">
                <a:solidFill>
                  <a:schemeClr val="tx2"/>
                </a:solidFill>
                <a:latin typeface="Open Sans" panose="020B0606030504020204" pitchFamily="34" charset="0"/>
                <a:ea typeface="Open Sans" panose="020B0606030504020204" pitchFamily="34" charset="0"/>
                <a:cs typeface="Open Sans" panose="020B0606030504020204" pitchFamily="34" charset="0"/>
              </a:rPr>
              <a:t>Work Process </a:t>
            </a:r>
            <a:br>
              <a:rPr lang="en-US" sz="1200" b="1" kern="1200">
                <a:solidFill>
                  <a:schemeClr val="tx2"/>
                </a:solidFill>
                <a:latin typeface="Open Sans" panose="020B0606030504020204" pitchFamily="34" charset="0"/>
                <a:ea typeface="Open Sans" panose="020B0606030504020204" pitchFamily="34" charset="0"/>
                <a:cs typeface="Open Sans" panose="020B0606030504020204" pitchFamily="34" charset="0"/>
              </a:rPr>
            </a:br>
            <a:r>
              <a:rPr lang="en-US" sz="1200" b="1" kern="1200">
                <a:solidFill>
                  <a:schemeClr val="tx2"/>
                </a:solidFill>
                <a:latin typeface="Open Sans" panose="020B0606030504020204" pitchFamily="34" charset="0"/>
                <a:ea typeface="Open Sans" panose="020B0606030504020204" pitchFamily="34" charset="0"/>
                <a:cs typeface="Open Sans" panose="020B0606030504020204" pitchFamily="34" charset="0"/>
              </a:rPr>
              <a:t>&amp; Space Function</a:t>
            </a:r>
          </a:p>
          <a:p>
            <a:pPr marL="0" lvl="0" indent="0" algn="r" defTabSz="533400">
              <a:lnSpc>
                <a:spcPct val="90000"/>
              </a:lnSpc>
              <a:spcBef>
                <a:spcPct val="0"/>
              </a:spcBef>
              <a:spcAft>
                <a:spcPct val="35000"/>
              </a:spcAft>
              <a:buNone/>
            </a:pPr>
            <a:r>
              <a:rPr lang="en-US" sz="1200" kern="1200">
                <a:solidFill>
                  <a:schemeClr val="tx1"/>
                </a:solidFill>
                <a:latin typeface="Open Sans" panose="020B0606030504020204" pitchFamily="34" charset="0"/>
                <a:ea typeface="Open Sans" panose="020B0606030504020204" pitchFamily="34" charset="0"/>
                <a:cs typeface="Open Sans" panose="020B0606030504020204" pitchFamily="34" charset="0"/>
              </a:rPr>
              <a:t>The work process tasks and activities that must be enabled.</a:t>
            </a:r>
            <a:endParaRPr lang="en-US" sz="1200" kern="1200"/>
          </a:p>
        </p:txBody>
      </p:sp>
      <p:sp>
        <p:nvSpPr>
          <p:cNvPr id="26" name="Freeform: Shape 25">
            <a:extLst>
              <a:ext uri="{FF2B5EF4-FFF2-40B4-BE49-F238E27FC236}">
                <a16:creationId xmlns:a16="http://schemas.microsoft.com/office/drawing/2014/main" id="{C4FAE681-C040-415F-934A-5478AD7A2FF6}"/>
              </a:ext>
            </a:extLst>
          </p:cNvPr>
          <p:cNvSpPr/>
          <p:nvPr/>
        </p:nvSpPr>
        <p:spPr>
          <a:xfrm>
            <a:off x="1638385" y="2906904"/>
            <a:ext cx="1954146" cy="851048"/>
          </a:xfrm>
          <a:custGeom>
            <a:avLst/>
            <a:gdLst>
              <a:gd name="connsiteX0" fmla="*/ 0 w 2189833"/>
              <a:gd name="connsiteY0" fmla="*/ 0 h 851048"/>
              <a:gd name="connsiteX1" fmla="*/ 2189833 w 2189833"/>
              <a:gd name="connsiteY1" fmla="*/ 0 h 851048"/>
              <a:gd name="connsiteX2" fmla="*/ 2189833 w 2189833"/>
              <a:gd name="connsiteY2" fmla="*/ 851048 h 851048"/>
              <a:gd name="connsiteX3" fmla="*/ 0 w 2189833"/>
              <a:gd name="connsiteY3" fmla="*/ 851048 h 851048"/>
              <a:gd name="connsiteX4" fmla="*/ 0 w 2189833"/>
              <a:gd name="connsiteY4" fmla="*/ 0 h 8510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9833" h="851048">
                <a:moveTo>
                  <a:pt x="0" y="0"/>
                </a:moveTo>
                <a:lnTo>
                  <a:pt x="2189833" y="0"/>
                </a:lnTo>
                <a:lnTo>
                  <a:pt x="2189833" y="851048"/>
                </a:lnTo>
                <a:lnTo>
                  <a:pt x="0" y="85104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lvl="0" indent="0" algn="r" defTabSz="533400">
              <a:lnSpc>
                <a:spcPct val="90000"/>
              </a:lnSpc>
              <a:spcBef>
                <a:spcPct val="0"/>
              </a:spcBef>
              <a:spcAft>
                <a:spcPts val="800"/>
              </a:spcAft>
              <a:buNone/>
            </a:pPr>
            <a:r>
              <a:rPr lang="en-US" sz="1200" b="1" kern="1200">
                <a:solidFill>
                  <a:schemeClr val="tx2"/>
                </a:solidFill>
                <a:latin typeface="Open Sans" panose="020B0606030504020204" pitchFamily="34" charset="0"/>
                <a:ea typeface="Open Sans" panose="020B0606030504020204" pitchFamily="34" charset="0"/>
                <a:cs typeface="Open Sans" panose="020B0606030504020204" pitchFamily="34" charset="0"/>
              </a:rPr>
              <a:t>Business Objectives</a:t>
            </a:r>
          </a:p>
          <a:p>
            <a:pPr marL="0" lvl="0" indent="0" algn="r" defTabSz="533400">
              <a:lnSpc>
                <a:spcPct val="90000"/>
              </a:lnSpc>
              <a:spcBef>
                <a:spcPct val="0"/>
              </a:spcBef>
              <a:spcAft>
                <a:spcPts val="800"/>
              </a:spcAft>
              <a:buNone/>
            </a:pPr>
            <a:r>
              <a:rPr lang="en-US" sz="1200" kern="1200">
                <a:solidFill>
                  <a:schemeClr val="tx1"/>
                </a:solidFill>
                <a:latin typeface="Open Sans" panose="020B0606030504020204" pitchFamily="34" charset="0"/>
                <a:ea typeface="Open Sans" panose="020B0606030504020204" pitchFamily="34" charset="0"/>
                <a:cs typeface="Open Sans" panose="020B0606030504020204" pitchFamily="34" charset="0"/>
              </a:rPr>
              <a:t>The current and future business objectives that must be achieved.</a:t>
            </a:r>
            <a:endParaRPr lang="en-US" sz="1200" kern="1200"/>
          </a:p>
        </p:txBody>
      </p:sp>
      <p:sp>
        <p:nvSpPr>
          <p:cNvPr id="27" name="Arrow: Circular 26">
            <a:extLst>
              <a:ext uri="{FF2B5EF4-FFF2-40B4-BE49-F238E27FC236}">
                <a16:creationId xmlns:a16="http://schemas.microsoft.com/office/drawing/2014/main" id="{D9CCA596-363E-4798-B390-E70BE65732F9}"/>
              </a:ext>
            </a:extLst>
          </p:cNvPr>
          <p:cNvSpPr/>
          <p:nvPr/>
        </p:nvSpPr>
        <p:spPr>
          <a:xfrm>
            <a:off x="3367528" y="-726342"/>
            <a:ext cx="5560897" cy="5560897"/>
          </a:xfrm>
          <a:prstGeom prst="circularArrow">
            <a:avLst>
              <a:gd name="adj1" fmla="val 2984"/>
              <a:gd name="adj2" fmla="val 182830"/>
              <a:gd name="adj3" fmla="val 21417177"/>
              <a:gd name="adj4" fmla="val 10800007"/>
              <a:gd name="adj5" fmla="val 3482"/>
            </a:avLst>
          </a:prstGeom>
          <a:noFill/>
          <a:ln>
            <a:noFill/>
          </a:ln>
        </p:spPr>
        <p:style>
          <a:lnRef idx="3">
            <a:scrgbClr r="0" g="0" b="0"/>
          </a:lnRef>
          <a:fillRef idx="1">
            <a:scrgbClr r="0" g="0" b="0"/>
          </a:fillRef>
          <a:effectRef idx="1">
            <a:schemeClr val="accent1">
              <a:hueOff val="0"/>
              <a:satOff val="0"/>
              <a:lumOff val="0"/>
              <a:alphaOff val="0"/>
            </a:schemeClr>
          </a:effectRef>
          <a:fontRef idx="minor">
            <a:schemeClr val="lt1"/>
          </a:fontRef>
        </p:style>
        <p:txBody>
          <a:bodyPr/>
          <a:lstStyle/>
          <a:p>
            <a:endParaRPr lang="en-US"/>
          </a:p>
        </p:txBody>
      </p:sp>
      <p:cxnSp>
        <p:nvCxnSpPr>
          <p:cNvPr id="28" name="Connector: Elbow 27">
            <a:extLst>
              <a:ext uri="{FF2B5EF4-FFF2-40B4-BE49-F238E27FC236}">
                <a16:creationId xmlns:a16="http://schemas.microsoft.com/office/drawing/2014/main" id="{3C25D08C-9E07-40D7-BDD6-005778320F6B}"/>
              </a:ext>
            </a:extLst>
          </p:cNvPr>
          <p:cNvCxnSpPr>
            <a:cxnSpLocks/>
          </p:cNvCxnSpPr>
          <p:nvPr/>
        </p:nvCxnSpPr>
        <p:spPr>
          <a:xfrm flipV="1">
            <a:off x="7446645" y="2838351"/>
            <a:ext cx="1031771" cy="407582"/>
          </a:xfrm>
          <a:prstGeom prst="bentConnector3">
            <a:avLst/>
          </a:prstGeom>
          <a:ln w="1905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 name="Connector: Elbow 29">
            <a:extLst>
              <a:ext uri="{FF2B5EF4-FFF2-40B4-BE49-F238E27FC236}">
                <a16:creationId xmlns:a16="http://schemas.microsoft.com/office/drawing/2014/main" id="{3611B9C8-4208-466F-9C91-9E3A1CE0FDE9}"/>
              </a:ext>
            </a:extLst>
          </p:cNvPr>
          <p:cNvCxnSpPr>
            <a:cxnSpLocks/>
          </p:cNvCxnSpPr>
          <p:nvPr/>
        </p:nvCxnSpPr>
        <p:spPr>
          <a:xfrm>
            <a:off x="7505663" y="5220175"/>
            <a:ext cx="1267135" cy="247980"/>
          </a:xfrm>
          <a:prstGeom prst="bentConnector3">
            <a:avLst/>
          </a:prstGeom>
          <a:ln w="1905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6" name="Connector: Elbow 35">
            <a:extLst>
              <a:ext uri="{FF2B5EF4-FFF2-40B4-BE49-F238E27FC236}">
                <a16:creationId xmlns:a16="http://schemas.microsoft.com/office/drawing/2014/main" id="{E90024F9-D9AB-4207-A08E-2697B79F5AE8}"/>
              </a:ext>
            </a:extLst>
          </p:cNvPr>
          <p:cNvCxnSpPr>
            <a:cxnSpLocks/>
            <a:stCxn id="14" idx="2"/>
          </p:cNvCxnSpPr>
          <p:nvPr/>
        </p:nvCxnSpPr>
        <p:spPr>
          <a:xfrm rot="10800000">
            <a:off x="3367530" y="5128537"/>
            <a:ext cx="1400560" cy="192831"/>
          </a:xfrm>
          <a:prstGeom prst="bentConnector3">
            <a:avLst/>
          </a:prstGeom>
          <a:ln w="1905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49E43AB9-0157-497B-8618-39BDD0B93A59}"/>
              </a:ext>
            </a:extLst>
          </p:cNvPr>
          <p:cNvCxnSpPr>
            <a:cxnSpLocks/>
            <a:stCxn id="13" idx="2"/>
          </p:cNvCxnSpPr>
          <p:nvPr/>
        </p:nvCxnSpPr>
        <p:spPr>
          <a:xfrm rot="10800000">
            <a:off x="3653483" y="3059204"/>
            <a:ext cx="1075808" cy="258710"/>
          </a:xfrm>
          <a:prstGeom prst="bentConnector3">
            <a:avLst/>
          </a:prstGeom>
          <a:ln w="1905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61" name="Freeform: Shape 60">
            <a:extLst>
              <a:ext uri="{FF2B5EF4-FFF2-40B4-BE49-F238E27FC236}">
                <a16:creationId xmlns:a16="http://schemas.microsoft.com/office/drawing/2014/main" id="{67A3A354-6DCA-4023-8CD1-9A330CF94EAC}"/>
              </a:ext>
            </a:extLst>
          </p:cNvPr>
          <p:cNvSpPr/>
          <p:nvPr/>
        </p:nvSpPr>
        <p:spPr>
          <a:xfrm>
            <a:off x="5174473" y="3757952"/>
            <a:ext cx="1850945" cy="1125917"/>
          </a:xfrm>
          <a:custGeom>
            <a:avLst/>
            <a:gdLst>
              <a:gd name="connsiteX0" fmla="*/ 0 w 2144115"/>
              <a:gd name="connsiteY0" fmla="*/ 0 h 851048"/>
              <a:gd name="connsiteX1" fmla="*/ 2144115 w 2144115"/>
              <a:gd name="connsiteY1" fmla="*/ 0 h 851048"/>
              <a:gd name="connsiteX2" fmla="*/ 2144115 w 2144115"/>
              <a:gd name="connsiteY2" fmla="*/ 851048 h 851048"/>
              <a:gd name="connsiteX3" fmla="*/ 0 w 2144115"/>
              <a:gd name="connsiteY3" fmla="*/ 851048 h 851048"/>
              <a:gd name="connsiteX4" fmla="*/ 0 w 2144115"/>
              <a:gd name="connsiteY4" fmla="*/ 0 h 8510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4115" h="851048">
                <a:moveTo>
                  <a:pt x="0" y="0"/>
                </a:moveTo>
                <a:lnTo>
                  <a:pt x="2144115" y="0"/>
                </a:lnTo>
                <a:lnTo>
                  <a:pt x="2144115" y="851048"/>
                </a:lnTo>
                <a:lnTo>
                  <a:pt x="0" y="85104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kern="1200">
                <a:solidFill>
                  <a:schemeClr val="tx2"/>
                </a:solidFill>
                <a:latin typeface="+mj-lt"/>
                <a:ea typeface="Open Sans" panose="020B0606030504020204" pitchFamily="34" charset="0"/>
                <a:cs typeface="Open Sans" panose="020B0606030504020204" pitchFamily="34" charset="0"/>
              </a:rPr>
              <a:t>The Right Work Experience </a:t>
            </a:r>
            <a:br>
              <a:rPr lang="en-US" kern="1200">
                <a:solidFill>
                  <a:schemeClr val="tx2"/>
                </a:solidFill>
                <a:latin typeface="+mj-lt"/>
                <a:ea typeface="Open Sans" panose="020B0606030504020204" pitchFamily="34" charset="0"/>
                <a:cs typeface="Open Sans" panose="020B0606030504020204" pitchFamily="34" charset="0"/>
              </a:rPr>
            </a:br>
            <a:r>
              <a:rPr lang="en-US" kern="1200">
                <a:solidFill>
                  <a:schemeClr val="tx2"/>
                </a:solidFill>
                <a:latin typeface="+mj-lt"/>
                <a:ea typeface="Open Sans" panose="020B0606030504020204" pitchFamily="34" charset="0"/>
                <a:cs typeface="Open Sans" panose="020B0606030504020204" pitchFamily="34" charset="0"/>
              </a:rPr>
              <a:t>for your Organization</a:t>
            </a:r>
            <a:endParaRPr lang="en-US" kern="1200">
              <a:solidFill>
                <a:schemeClr val="tx2"/>
              </a:solidFill>
              <a:latin typeface="+mj-lt"/>
            </a:endParaRPr>
          </a:p>
        </p:txBody>
      </p:sp>
      <p:sp>
        <p:nvSpPr>
          <p:cNvPr id="10" name="Oval 9">
            <a:extLst>
              <a:ext uri="{FF2B5EF4-FFF2-40B4-BE49-F238E27FC236}">
                <a16:creationId xmlns:a16="http://schemas.microsoft.com/office/drawing/2014/main" id="{BE19E343-6929-6DFE-431D-08D02CF8CA37}"/>
              </a:ext>
            </a:extLst>
          </p:cNvPr>
          <p:cNvSpPr/>
          <p:nvPr/>
        </p:nvSpPr>
        <p:spPr>
          <a:xfrm>
            <a:off x="6645177" y="2896525"/>
            <a:ext cx="842778" cy="842778"/>
          </a:xfrm>
          <a:prstGeom prst="ellipse">
            <a:avLst/>
          </a:prstGeom>
          <a:solidFill>
            <a:schemeClr val="accent6">
              <a:lumMod val="20000"/>
              <a:lumOff val="80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noProof="0" err="1"/>
          </a:p>
        </p:txBody>
      </p:sp>
      <p:sp>
        <p:nvSpPr>
          <p:cNvPr id="12" name="Oval 11">
            <a:extLst>
              <a:ext uri="{FF2B5EF4-FFF2-40B4-BE49-F238E27FC236}">
                <a16:creationId xmlns:a16="http://schemas.microsoft.com/office/drawing/2014/main" id="{CA658244-61DC-B078-9D11-EC0CC594E6A3}"/>
              </a:ext>
            </a:extLst>
          </p:cNvPr>
          <p:cNvSpPr/>
          <p:nvPr/>
        </p:nvSpPr>
        <p:spPr>
          <a:xfrm>
            <a:off x="6683976" y="4899978"/>
            <a:ext cx="842778" cy="842778"/>
          </a:xfrm>
          <a:prstGeom prst="ellipse">
            <a:avLst/>
          </a:prstGeom>
          <a:solidFill>
            <a:srgbClr val="E5E8F2"/>
          </a:solidFill>
          <a:ln>
            <a:solidFill>
              <a:srgbClr val="7B8BBD"/>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noProof="0" err="1"/>
          </a:p>
        </p:txBody>
      </p:sp>
      <p:sp>
        <p:nvSpPr>
          <p:cNvPr id="13" name="Oval 12">
            <a:extLst>
              <a:ext uri="{FF2B5EF4-FFF2-40B4-BE49-F238E27FC236}">
                <a16:creationId xmlns:a16="http://schemas.microsoft.com/office/drawing/2014/main" id="{88112A1B-8482-C3B5-CF9B-35BC4F1D40BA}"/>
              </a:ext>
            </a:extLst>
          </p:cNvPr>
          <p:cNvSpPr/>
          <p:nvPr/>
        </p:nvSpPr>
        <p:spPr>
          <a:xfrm>
            <a:off x="4729291" y="2896525"/>
            <a:ext cx="842778" cy="842778"/>
          </a:xfrm>
          <a:prstGeom prst="ellipse">
            <a:avLst/>
          </a:prstGeom>
          <a:solidFill>
            <a:srgbClr val="F8FAFF"/>
          </a:solidFill>
          <a:ln>
            <a:solidFill>
              <a:srgbClr val="DBE5FF"/>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noProof="0" err="1"/>
          </a:p>
        </p:txBody>
      </p:sp>
      <p:sp>
        <p:nvSpPr>
          <p:cNvPr id="14" name="Oval 13">
            <a:extLst>
              <a:ext uri="{FF2B5EF4-FFF2-40B4-BE49-F238E27FC236}">
                <a16:creationId xmlns:a16="http://schemas.microsoft.com/office/drawing/2014/main" id="{1D317F71-B933-6156-EB93-F5994337F46B}"/>
              </a:ext>
            </a:extLst>
          </p:cNvPr>
          <p:cNvSpPr/>
          <p:nvPr/>
        </p:nvSpPr>
        <p:spPr>
          <a:xfrm>
            <a:off x="4768090" y="4899978"/>
            <a:ext cx="842778" cy="842778"/>
          </a:xfrm>
          <a:prstGeom prst="ellipse">
            <a:avLst/>
          </a:prstGeom>
          <a:solidFill>
            <a:srgbClr val="EEF1FA"/>
          </a:solidFill>
          <a:ln>
            <a:solidFill>
              <a:srgbClr val="ACBBE8"/>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noProof="0" err="1"/>
          </a:p>
        </p:txBody>
      </p:sp>
      <p:pic>
        <p:nvPicPr>
          <p:cNvPr id="25" name="Graphic 24">
            <a:extLst>
              <a:ext uri="{FF2B5EF4-FFF2-40B4-BE49-F238E27FC236}">
                <a16:creationId xmlns:a16="http://schemas.microsoft.com/office/drawing/2014/main" id="{E14B1D27-7F5A-D4DA-2397-8A6882D9EB5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853019" y="3044424"/>
            <a:ext cx="568839" cy="568839"/>
          </a:xfrm>
          <a:prstGeom prst="rect">
            <a:avLst/>
          </a:prstGeom>
        </p:spPr>
      </p:pic>
      <p:pic>
        <p:nvPicPr>
          <p:cNvPr id="31" name="Graphic 30">
            <a:extLst>
              <a:ext uri="{FF2B5EF4-FFF2-40B4-BE49-F238E27FC236}">
                <a16:creationId xmlns:a16="http://schemas.microsoft.com/office/drawing/2014/main" id="{922B78BF-D120-BF98-C4F2-6BBA9532B98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786750" y="3004730"/>
            <a:ext cx="580538" cy="580538"/>
          </a:xfrm>
          <a:prstGeom prst="rect">
            <a:avLst/>
          </a:prstGeom>
        </p:spPr>
      </p:pic>
      <p:pic>
        <p:nvPicPr>
          <p:cNvPr id="32" name="Graphic 31">
            <a:extLst>
              <a:ext uri="{FF2B5EF4-FFF2-40B4-BE49-F238E27FC236}">
                <a16:creationId xmlns:a16="http://schemas.microsoft.com/office/drawing/2014/main" id="{27D0EC1B-093A-C36C-0AFC-588A7A591E3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827384" y="5036827"/>
            <a:ext cx="579447" cy="579447"/>
          </a:xfrm>
          <a:prstGeom prst="rect">
            <a:avLst/>
          </a:prstGeom>
        </p:spPr>
      </p:pic>
      <p:pic>
        <p:nvPicPr>
          <p:cNvPr id="33" name="Graphic 32">
            <a:extLst>
              <a:ext uri="{FF2B5EF4-FFF2-40B4-BE49-F238E27FC236}">
                <a16:creationId xmlns:a16="http://schemas.microsoft.com/office/drawing/2014/main" id="{697D4232-1547-809F-29B6-8B42A833FC1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882344" y="5042069"/>
            <a:ext cx="606249" cy="606249"/>
          </a:xfrm>
          <a:prstGeom prst="rect">
            <a:avLst/>
          </a:prstGeom>
        </p:spPr>
      </p:pic>
    </p:spTree>
    <p:custDataLst>
      <p:custData r:id="rId1"/>
      <p:custData r:id="rId2"/>
      <p:tags r:id="rId3"/>
    </p:custDataLst>
    <p:extLst>
      <p:ext uri="{BB962C8B-B14F-4D97-AF65-F5344CB8AC3E}">
        <p14:creationId xmlns:p14="http://schemas.microsoft.com/office/powerpoint/2010/main" val="42437956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0B28033-8F5D-75B5-D8F1-98287074387D}"/>
              </a:ext>
            </a:extLst>
          </p:cNvPr>
          <p:cNvSpPr>
            <a:spLocks noGrp="1"/>
          </p:cNvSpPr>
          <p:nvPr>
            <p:ph type="ftr" sz="quarter" idx="11"/>
          </p:nvPr>
        </p:nvSpPr>
        <p:spPr/>
        <p:txBody>
          <a:bodyPr/>
          <a:lstStyle/>
          <a:p>
            <a:r>
              <a:rPr lang="en-US"/>
              <a:t>Colliers</a:t>
            </a:r>
          </a:p>
        </p:txBody>
      </p:sp>
      <p:sp>
        <p:nvSpPr>
          <p:cNvPr id="3" name="Slide Number Placeholder 2">
            <a:extLst>
              <a:ext uri="{FF2B5EF4-FFF2-40B4-BE49-F238E27FC236}">
                <a16:creationId xmlns:a16="http://schemas.microsoft.com/office/drawing/2014/main" id="{CFDF1F58-4F09-DFE4-391A-C4DA1242CA22}"/>
              </a:ext>
            </a:extLst>
          </p:cNvPr>
          <p:cNvSpPr>
            <a:spLocks noGrp="1"/>
          </p:cNvSpPr>
          <p:nvPr>
            <p:ph type="sldNum" sz="quarter" idx="12"/>
          </p:nvPr>
        </p:nvSpPr>
        <p:spPr/>
        <p:txBody>
          <a:bodyPr/>
          <a:lstStyle/>
          <a:p>
            <a:fld id="{23AA811B-2EBD-4900-905E-5BE206449611}" type="slidenum">
              <a:rPr lang="en-US" smtClean="0"/>
              <a:pPr/>
              <a:t>24</a:t>
            </a:fld>
            <a:endParaRPr lang="en-US"/>
          </a:p>
        </p:txBody>
      </p:sp>
      <p:sp>
        <p:nvSpPr>
          <p:cNvPr id="4" name="Rectangle 3">
            <a:extLst>
              <a:ext uri="{FF2B5EF4-FFF2-40B4-BE49-F238E27FC236}">
                <a16:creationId xmlns:a16="http://schemas.microsoft.com/office/drawing/2014/main" id="{13623E07-6B3C-7C1D-C69C-7713F13DF486}"/>
              </a:ext>
            </a:extLst>
          </p:cNvPr>
          <p:cNvSpPr/>
          <p:nvPr/>
        </p:nvSpPr>
        <p:spPr>
          <a:xfrm flipV="1">
            <a:off x="0" y="0"/>
            <a:ext cx="12192000" cy="6858000"/>
          </a:xfrm>
          <a:prstGeom prst="rect">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noProof="0" err="1"/>
          </a:p>
        </p:txBody>
      </p:sp>
      <p:sp>
        <p:nvSpPr>
          <p:cNvPr id="5" name="Title 26">
            <a:extLst>
              <a:ext uri="{FF2B5EF4-FFF2-40B4-BE49-F238E27FC236}">
                <a16:creationId xmlns:a16="http://schemas.microsoft.com/office/drawing/2014/main" id="{B0A17467-FBC2-FA4A-BF1B-98388B2D681F}"/>
              </a:ext>
            </a:extLst>
          </p:cNvPr>
          <p:cNvSpPr txBox="1">
            <a:spLocks/>
          </p:cNvSpPr>
          <p:nvPr/>
        </p:nvSpPr>
        <p:spPr>
          <a:xfrm>
            <a:off x="4351338" y="2662590"/>
            <a:ext cx="3487738" cy="266218"/>
          </a:xfrm>
          <a:prstGeom prst="rect">
            <a:avLst/>
          </a:prstGeom>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gn="ctr"/>
            <a:r>
              <a:rPr lang="da-DK" sz="1400" b="1">
                <a:solidFill>
                  <a:schemeClr val="accent3"/>
                </a:solidFill>
                <a:latin typeface="Open Sans" panose="020B0606030504020204" pitchFamily="34" charset="0"/>
                <a:ea typeface="Open Sans" panose="020B0606030504020204" pitchFamily="34" charset="0"/>
                <a:cs typeface="Open Sans" panose="020B0606030504020204" pitchFamily="34" charset="0"/>
              </a:rPr>
              <a:t>Part 2</a:t>
            </a:r>
            <a:endParaRPr lang="en-US" sz="1400" b="1">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Title 26">
            <a:extLst>
              <a:ext uri="{FF2B5EF4-FFF2-40B4-BE49-F238E27FC236}">
                <a16:creationId xmlns:a16="http://schemas.microsoft.com/office/drawing/2014/main" id="{F7103798-A19D-28AF-8D54-259AF044DABB}"/>
              </a:ext>
            </a:extLst>
          </p:cNvPr>
          <p:cNvSpPr txBox="1">
            <a:spLocks/>
          </p:cNvSpPr>
          <p:nvPr/>
        </p:nvSpPr>
        <p:spPr>
          <a:xfrm>
            <a:off x="4351339" y="3152094"/>
            <a:ext cx="3487736" cy="1256747"/>
          </a:xfrm>
          <a:prstGeom prst="rect">
            <a:avLst/>
          </a:prstGeom>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gn="ctr">
              <a:lnSpc>
                <a:spcPct val="90000"/>
              </a:lnSpc>
            </a:pPr>
            <a:r>
              <a:rPr lang="en-CA" sz="4000">
                <a:solidFill>
                  <a:schemeClr val="bg1"/>
                </a:solidFill>
                <a:ea typeface="Open Sans Light"/>
                <a:cs typeface="Open Sans Light"/>
              </a:rPr>
              <a:t>Our Team</a:t>
            </a:r>
            <a:endParaRPr lang="en-US" sz="4000" b="1">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endParaRPr>
          </a:p>
        </p:txBody>
      </p:sp>
    </p:spTree>
    <p:custDataLst>
      <p:custData r:id="rId1"/>
      <p:custData r:id="rId2"/>
    </p:custDataLst>
    <p:extLst>
      <p:ext uri="{BB962C8B-B14F-4D97-AF65-F5344CB8AC3E}">
        <p14:creationId xmlns:p14="http://schemas.microsoft.com/office/powerpoint/2010/main" val="2281760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B97407EF-E952-6269-A28E-6F4316510EF5}"/>
              </a:ext>
            </a:extLst>
          </p:cNvPr>
          <p:cNvSpPr>
            <a:spLocks noGrp="1"/>
          </p:cNvSpPr>
          <p:nvPr>
            <p:ph type="ftr" sz="quarter" idx="11"/>
          </p:nvPr>
        </p:nvSpPr>
        <p:spPr/>
        <p:txBody>
          <a:bodyPr/>
          <a:lstStyle/>
          <a:p>
            <a:r>
              <a:rPr lang="en-US"/>
              <a:t>Colliers</a:t>
            </a:r>
          </a:p>
        </p:txBody>
      </p:sp>
      <p:sp>
        <p:nvSpPr>
          <p:cNvPr id="7" name="Slide Number Placeholder 6">
            <a:extLst>
              <a:ext uri="{FF2B5EF4-FFF2-40B4-BE49-F238E27FC236}">
                <a16:creationId xmlns:a16="http://schemas.microsoft.com/office/drawing/2014/main" id="{D0F568BB-BBB6-9D3F-0688-28CB22D13C6D}"/>
              </a:ext>
            </a:extLst>
          </p:cNvPr>
          <p:cNvSpPr>
            <a:spLocks noGrp="1"/>
          </p:cNvSpPr>
          <p:nvPr>
            <p:ph type="sldNum" sz="quarter" idx="12"/>
          </p:nvPr>
        </p:nvSpPr>
        <p:spPr/>
        <p:txBody>
          <a:bodyPr/>
          <a:lstStyle/>
          <a:p>
            <a:fld id="{23AA811B-2EBD-4900-905E-5BE206449611}" type="slidenum">
              <a:rPr lang="en-US" smtClean="0"/>
              <a:pPr/>
              <a:t>25</a:t>
            </a:fld>
            <a:endParaRPr lang="en-US"/>
          </a:p>
        </p:txBody>
      </p:sp>
      <p:sp>
        <p:nvSpPr>
          <p:cNvPr id="8" name="Picture Placeholder 11">
            <a:extLst>
              <a:ext uri="{FF2B5EF4-FFF2-40B4-BE49-F238E27FC236}">
                <a16:creationId xmlns:a16="http://schemas.microsoft.com/office/drawing/2014/main" id="{47573A06-6B8E-3F45-CC9C-E83EC3B91B39}"/>
              </a:ext>
            </a:extLst>
          </p:cNvPr>
          <p:cNvSpPr txBox="1">
            <a:spLocks/>
          </p:cNvSpPr>
          <p:nvPr/>
        </p:nvSpPr>
        <p:spPr>
          <a:xfrm>
            <a:off x="0" y="0"/>
            <a:ext cx="7840662" cy="6858000"/>
          </a:xfrm>
          <a:prstGeom prst="rect">
            <a:avLst/>
          </a:prstGeom>
          <a:solidFill>
            <a:schemeClr val="bg2"/>
          </a:solidFill>
        </p:spPr>
        <p:txBody>
          <a:bodyPr lIns="0" tIns="0" bIns="720000" anchor="ctr"/>
          <a:lstStyle>
            <a:lvl1pPr marL="0" marR="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sz="1600" kern="1200">
                <a:solidFill>
                  <a:schemeClr val="bg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a:defRPr/>
            </a:pPr>
            <a:r>
              <a:rPr lang="en-CA"/>
              <a:t>Click here and add image from Templafy</a:t>
            </a:r>
          </a:p>
        </p:txBody>
      </p:sp>
      <p:grpSp>
        <p:nvGrpSpPr>
          <p:cNvPr id="9" name="Group 8">
            <a:extLst>
              <a:ext uri="{FF2B5EF4-FFF2-40B4-BE49-F238E27FC236}">
                <a16:creationId xmlns:a16="http://schemas.microsoft.com/office/drawing/2014/main" id="{97D8E9EE-A396-0F2B-E916-C97DDDC6831E}"/>
              </a:ext>
            </a:extLst>
          </p:cNvPr>
          <p:cNvGrpSpPr/>
          <p:nvPr/>
        </p:nvGrpSpPr>
        <p:grpSpPr>
          <a:xfrm>
            <a:off x="5554296" y="2054688"/>
            <a:ext cx="4436869" cy="2208218"/>
            <a:chOff x="3920053" y="2227054"/>
            <a:chExt cx="4436869" cy="2208218"/>
          </a:xfrm>
          <a:solidFill>
            <a:schemeClr val="tx1"/>
          </a:solidFill>
        </p:grpSpPr>
        <p:sp>
          <p:nvSpPr>
            <p:cNvPr id="10" name="Rectangle 9">
              <a:extLst>
                <a:ext uri="{FF2B5EF4-FFF2-40B4-BE49-F238E27FC236}">
                  <a16:creationId xmlns:a16="http://schemas.microsoft.com/office/drawing/2014/main" id="{C2845057-6B85-1584-9E4E-A0D54F929710}"/>
                </a:ext>
              </a:extLst>
            </p:cNvPr>
            <p:cNvSpPr/>
            <p:nvPr/>
          </p:nvSpPr>
          <p:spPr>
            <a:xfrm flipV="1">
              <a:off x="3920053" y="2442255"/>
              <a:ext cx="4436869" cy="199301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a:p>
          </p:txBody>
        </p:sp>
        <p:sp>
          <p:nvSpPr>
            <p:cNvPr id="11" name="Title 26">
              <a:extLst>
                <a:ext uri="{FF2B5EF4-FFF2-40B4-BE49-F238E27FC236}">
                  <a16:creationId xmlns:a16="http://schemas.microsoft.com/office/drawing/2014/main" id="{971A19F3-7C99-00F1-E94A-9D601348F324}"/>
                </a:ext>
              </a:extLst>
            </p:cNvPr>
            <p:cNvSpPr txBox="1">
              <a:spLocks/>
            </p:cNvSpPr>
            <p:nvPr/>
          </p:nvSpPr>
          <p:spPr>
            <a:xfrm>
              <a:off x="4567610" y="2944340"/>
              <a:ext cx="3271465" cy="1044000"/>
            </a:xfrm>
            <a:prstGeom prst="rect">
              <a:avLst/>
            </a:prstGeom>
            <a:noFill/>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nSpc>
                  <a:spcPct val="90000"/>
                </a:lnSpc>
              </a:pPr>
              <a:r>
                <a:rPr lang="en-CA" sz="4000">
                  <a:solidFill>
                    <a:schemeClr val="bg1"/>
                  </a:solidFill>
                  <a:ea typeface="Open Sans Light"/>
                  <a:cs typeface="Open Sans Light"/>
                </a:rPr>
                <a:t>Our Team</a:t>
              </a:r>
              <a:endParaRPr lang="en-CA" sz="4000">
                <a:solidFill>
                  <a:schemeClr val="bg1"/>
                </a:solidFill>
                <a:ea typeface="Open Sans Semibold" panose="020B0606030504020204" pitchFamily="34" charset="0"/>
                <a:cs typeface="Open Sans Semibold" panose="020B0606030504020204" pitchFamily="34" charset="0"/>
              </a:endParaRPr>
            </a:p>
          </p:txBody>
        </p:sp>
        <p:sp>
          <p:nvSpPr>
            <p:cNvPr id="12" name="Rectangle 11">
              <a:extLst>
                <a:ext uri="{FF2B5EF4-FFF2-40B4-BE49-F238E27FC236}">
                  <a16:creationId xmlns:a16="http://schemas.microsoft.com/office/drawing/2014/main" id="{BC4335C3-9B91-557E-7F4C-1FB6E9F24034}"/>
                </a:ext>
              </a:extLst>
            </p:cNvPr>
            <p:cNvSpPr/>
            <p:nvPr/>
          </p:nvSpPr>
          <p:spPr>
            <a:xfrm flipV="1">
              <a:off x="4351338" y="2227054"/>
              <a:ext cx="892867" cy="4095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a:p>
          </p:txBody>
        </p:sp>
        <p:sp>
          <p:nvSpPr>
            <p:cNvPr id="13" name="Title 26">
              <a:extLst>
                <a:ext uri="{FF2B5EF4-FFF2-40B4-BE49-F238E27FC236}">
                  <a16:creationId xmlns:a16="http://schemas.microsoft.com/office/drawing/2014/main" id="{AD6A7296-BDFE-1D55-374E-BA4D24A65279}"/>
                </a:ext>
              </a:extLst>
            </p:cNvPr>
            <p:cNvSpPr txBox="1">
              <a:spLocks/>
            </p:cNvSpPr>
            <p:nvPr/>
          </p:nvSpPr>
          <p:spPr>
            <a:xfrm>
              <a:off x="4567610" y="2370403"/>
              <a:ext cx="3707802" cy="266218"/>
            </a:xfrm>
            <a:prstGeom prst="rect">
              <a:avLst/>
            </a:prstGeom>
            <a:noFill/>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r>
                <a:rPr lang="en-CA" sz="1200" b="1">
                  <a:solidFill>
                    <a:schemeClr val="bg1"/>
                  </a:solidFill>
                  <a:latin typeface="Open Sans" panose="020B0606030504020204" pitchFamily="34" charset="0"/>
                  <a:ea typeface="Open Sans" panose="020B0606030504020204" pitchFamily="34" charset="0"/>
                  <a:cs typeface="Open Sans" panose="020B0606030504020204" pitchFamily="34" charset="0"/>
                </a:rPr>
                <a:t>Part 2</a:t>
              </a:r>
            </a:p>
          </p:txBody>
        </p:sp>
      </p:grpSp>
    </p:spTree>
    <p:custDataLst>
      <p:custData r:id="rId1"/>
      <p:custData r:id="rId2"/>
    </p:custDataLst>
    <p:extLst>
      <p:ext uri="{BB962C8B-B14F-4D97-AF65-F5344CB8AC3E}">
        <p14:creationId xmlns:p14="http://schemas.microsoft.com/office/powerpoint/2010/main" val="3419964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8495324C-7FB4-C2F0-ADAA-B41513643D3E}"/>
              </a:ext>
            </a:extLst>
          </p:cNvPr>
          <p:cNvSpPr>
            <a:spLocks noGrp="1"/>
          </p:cNvSpPr>
          <p:nvPr>
            <p:ph type="body" sz="quarter" idx="13"/>
          </p:nvPr>
        </p:nvSpPr>
        <p:spPr>
          <a:xfrm>
            <a:off x="647525" y="669600"/>
            <a:ext cx="10893425" cy="392400"/>
          </a:xfrm>
        </p:spPr>
        <p:txBody>
          <a:bodyPr/>
          <a:lstStyle/>
          <a:p>
            <a:r>
              <a:rPr lang="en-CA"/>
              <a:t>OUR TEAM</a:t>
            </a:r>
          </a:p>
        </p:txBody>
      </p:sp>
      <p:sp>
        <p:nvSpPr>
          <p:cNvPr id="2" name="Title 1">
            <a:extLst>
              <a:ext uri="{FF2B5EF4-FFF2-40B4-BE49-F238E27FC236}">
                <a16:creationId xmlns:a16="http://schemas.microsoft.com/office/drawing/2014/main" id="{F03F9C21-49A3-E23F-6BB9-ACD2135C15E0}"/>
              </a:ext>
            </a:extLst>
          </p:cNvPr>
          <p:cNvSpPr>
            <a:spLocks noGrp="1"/>
          </p:cNvSpPr>
          <p:nvPr>
            <p:ph type="title"/>
          </p:nvPr>
        </p:nvSpPr>
        <p:spPr>
          <a:xfrm>
            <a:off x="647700" y="1062038"/>
            <a:ext cx="2831849" cy="835025"/>
          </a:xfrm>
        </p:spPr>
        <p:txBody>
          <a:bodyPr/>
          <a:lstStyle/>
          <a:p>
            <a:r>
              <a:rPr lang="en-CA" sz="3600"/>
              <a:t>Consider us an extension of your team</a:t>
            </a:r>
          </a:p>
        </p:txBody>
      </p:sp>
      <p:sp>
        <p:nvSpPr>
          <p:cNvPr id="66" name="Text Placeholder 65">
            <a:extLst>
              <a:ext uri="{FF2B5EF4-FFF2-40B4-BE49-F238E27FC236}">
                <a16:creationId xmlns:a16="http://schemas.microsoft.com/office/drawing/2014/main" id="{706E5128-9D62-EB23-BD1F-1048C56BADF4}"/>
              </a:ext>
            </a:extLst>
          </p:cNvPr>
          <p:cNvSpPr>
            <a:spLocks noGrp="1"/>
          </p:cNvSpPr>
          <p:nvPr>
            <p:ph type="body" sz="quarter" idx="14"/>
          </p:nvPr>
        </p:nvSpPr>
        <p:spPr/>
        <p:txBody>
          <a:bodyPr/>
          <a:lstStyle/>
          <a:p>
            <a:endParaRPr lang="en-CA"/>
          </a:p>
        </p:txBody>
      </p:sp>
      <p:sp>
        <p:nvSpPr>
          <p:cNvPr id="10" name="Footer Placeholder 1">
            <a:extLst>
              <a:ext uri="{FF2B5EF4-FFF2-40B4-BE49-F238E27FC236}">
                <a16:creationId xmlns:a16="http://schemas.microsoft.com/office/drawing/2014/main" id="{73DE1A39-9E7F-B748-9234-2E1F3ECF407F}"/>
              </a:ext>
            </a:extLst>
          </p:cNvPr>
          <p:cNvSpPr>
            <a:spLocks noGrp="1"/>
          </p:cNvSpPr>
          <p:nvPr>
            <p:ph type="ftr" sz="quarter" idx="11"/>
          </p:nvPr>
        </p:nvSpPr>
        <p:spPr>
          <a:xfrm>
            <a:off x="6202800" y="248400"/>
            <a:ext cx="4636800" cy="180000"/>
          </a:xfrm>
        </p:spPr>
        <p:txBody>
          <a:bodyPr/>
          <a:lstStyle/>
          <a:p>
            <a:r>
              <a:rPr lang="en-CA"/>
              <a:t>Colliers</a:t>
            </a:r>
          </a:p>
        </p:txBody>
      </p:sp>
      <p:sp>
        <p:nvSpPr>
          <p:cNvPr id="11" name="Slide Number Placeholder 2">
            <a:extLst>
              <a:ext uri="{FF2B5EF4-FFF2-40B4-BE49-F238E27FC236}">
                <a16:creationId xmlns:a16="http://schemas.microsoft.com/office/drawing/2014/main" id="{A398059E-594F-EC21-70BB-98CA297C6AD2}"/>
              </a:ext>
            </a:extLst>
          </p:cNvPr>
          <p:cNvSpPr>
            <a:spLocks noGrp="1"/>
          </p:cNvSpPr>
          <p:nvPr>
            <p:ph type="sldNum" sz="quarter" idx="12"/>
          </p:nvPr>
        </p:nvSpPr>
        <p:spPr>
          <a:xfrm>
            <a:off x="11167200" y="248400"/>
            <a:ext cx="374400" cy="180000"/>
          </a:xfrm>
        </p:spPr>
        <p:txBody>
          <a:bodyPr/>
          <a:lstStyle/>
          <a:p>
            <a:fld id="{23AA811B-2EBD-4900-905E-5BE206449611}" type="slidenum">
              <a:rPr lang="en-CA"/>
              <a:pPr/>
              <a:t>26</a:t>
            </a:fld>
            <a:endParaRPr lang="en-CA"/>
          </a:p>
        </p:txBody>
      </p:sp>
      <p:sp>
        <p:nvSpPr>
          <p:cNvPr id="14" name="Content Placeholder 3">
            <a:extLst>
              <a:ext uri="{FF2B5EF4-FFF2-40B4-BE49-F238E27FC236}">
                <a16:creationId xmlns:a16="http://schemas.microsoft.com/office/drawing/2014/main" id="{17141537-AFCF-936D-67FA-DA7D131D18D2}"/>
              </a:ext>
            </a:extLst>
          </p:cNvPr>
          <p:cNvSpPr txBox="1">
            <a:spLocks/>
          </p:cNvSpPr>
          <p:nvPr/>
        </p:nvSpPr>
        <p:spPr>
          <a:xfrm>
            <a:off x="647700" y="2675109"/>
            <a:ext cx="2709771" cy="1142292"/>
          </a:xfrm>
          <a:prstGeom prst="rect">
            <a:avLst/>
          </a:prstGeom>
        </p:spPr>
        <p:txBody>
          <a:bodyPr vert="horz" lIns="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lnSpc>
                <a:spcPct val="120000"/>
              </a:lnSpc>
              <a:buNone/>
            </a:pPr>
            <a:r>
              <a:rPr lang="en-CA" sz="1000">
                <a:ea typeface="Open Sans"/>
                <a:cs typeface="Open Sans"/>
              </a:rPr>
              <a:t>We are an energetic and ambitious brokerage team with over 15 years of combined experience specializing in the GTA area.</a:t>
            </a:r>
          </a:p>
          <a:p>
            <a:pPr marL="0" indent="0">
              <a:lnSpc>
                <a:spcPct val="120000"/>
              </a:lnSpc>
              <a:buNone/>
            </a:pPr>
            <a:r>
              <a:rPr lang="en-CA" sz="1000">
                <a:ea typeface="Open Sans"/>
                <a:cs typeface="Open Sans"/>
              </a:rPr>
              <a:t>Our leasing, marketing and research experts bring creative and fresh strategies.</a:t>
            </a:r>
          </a:p>
        </p:txBody>
      </p:sp>
      <p:sp>
        <p:nvSpPr>
          <p:cNvPr id="15" name="Rectangle 14">
            <a:extLst>
              <a:ext uri="{FF2B5EF4-FFF2-40B4-BE49-F238E27FC236}">
                <a16:creationId xmlns:a16="http://schemas.microsoft.com/office/drawing/2014/main" id="{442886DB-19E1-A6DB-9E21-92A5F13C173D}"/>
              </a:ext>
            </a:extLst>
          </p:cNvPr>
          <p:cNvSpPr/>
          <p:nvPr/>
        </p:nvSpPr>
        <p:spPr>
          <a:xfrm>
            <a:off x="3681914" y="450544"/>
            <a:ext cx="3937111" cy="3173304"/>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a:p>
        </p:txBody>
      </p:sp>
      <p:sp>
        <p:nvSpPr>
          <p:cNvPr id="16" name="Content Placeholder 3">
            <a:extLst>
              <a:ext uri="{FF2B5EF4-FFF2-40B4-BE49-F238E27FC236}">
                <a16:creationId xmlns:a16="http://schemas.microsoft.com/office/drawing/2014/main" id="{5D337364-0E1A-9A46-532D-33DCA226C9E0}"/>
              </a:ext>
            </a:extLst>
          </p:cNvPr>
          <p:cNvSpPr txBox="1">
            <a:spLocks/>
          </p:cNvSpPr>
          <p:nvPr/>
        </p:nvSpPr>
        <p:spPr>
          <a:xfrm>
            <a:off x="5041390" y="305577"/>
            <a:ext cx="1250640" cy="298010"/>
          </a:xfrm>
          <a:prstGeom prst="rect">
            <a:avLst/>
          </a:prstGeom>
          <a:solidFill>
            <a:schemeClr val="accent1"/>
          </a:solidFill>
        </p:spPr>
        <p:txBody>
          <a:bodyPr vert="horz" lIns="0" tIns="0" rIns="0" bIns="0" rtlCol="0" anchor="ctr">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lgn="ctr">
              <a:spcBef>
                <a:spcPts val="0"/>
              </a:spcBef>
              <a:spcAft>
                <a:spcPts val="0"/>
              </a:spcAft>
              <a:buNone/>
            </a:pPr>
            <a:r>
              <a:rPr lang="en-CA" sz="1050" b="1">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rPr>
              <a:t>Project Leads</a:t>
            </a:r>
          </a:p>
        </p:txBody>
      </p:sp>
      <p:grpSp>
        <p:nvGrpSpPr>
          <p:cNvPr id="17" name="Group 16">
            <a:extLst>
              <a:ext uri="{FF2B5EF4-FFF2-40B4-BE49-F238E27FC236}">
                <a16:creationId xmlns:a16="http://schemas.microsoft.com/office/drawing/2014/main" id="{56B95280-AE5E-6E83-1039-1117EDF188B5}"/>
              </a:ext>
            </a:extLst>
          </p:cNvPr>
          <p:cNvGrpSpPr/>
          <p:nvPr/>
        </p:nvGrpSpPr>
        <p:grpSpPr>
          <a:xfrm>
            <a:off x="758827" y="5121858"/>
            <a:ext cx="1641258" cy="1536289"/>
            <a:chOff x="-1" y="4911789"/>
            <a:chExt cx="1641258" cy="1536289"/>
          </a:xfrm>
        </p:grpSpPr>
        <p:sp>
          <p:nvSpPr>
            <p:cNvPr id="18" name="Title 26">
              <a:extLst>
                <a:ext uri="{FF2B5EF4-FFF2-40B4-BE49-F238E27FC236}">
                  <a16:creationId xmlns:a16="http://schemas.microsoft.com/office/drawing/2014/main" id="{F0EEBFB6-EC27-8809-45A7-518D12C66D86}"/>
                </a:ext>
              </a:extLst>
            </p:cNvPr>
            <p:cNvSpPr txBox="1">
              <a:spLocks/>
            </p:cNvSpPr>
            <p:nvPr/>
          </p:nvSpPr>
          <p:spPr>
            <a:xfrm>
              <a:off x="0" y="4911789"/>
              <a:ext cx="1641257" cy="221319"/>
            </a:xfrm>
            <a:prstGeom prst="rect">
              <a:avLst/>
            </a:prstGeom>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gn="ctr">
                <a:lnSpc>
                  <a:spcPct val="120000"/>
                </a:lnSpc>
              </a:pPr>
              <a:r>
                <a:rPr lang="en-CA" sz="1050" b="1">
                  <a:latin typeface="Open Sans" panose="020B0606030504020204" pitchFamily="34" charset="0"/>
                  <a:ea typeface="Open Sans" panose="020B0606030504020204" pitchFamily="34" charset="0"/>
                  <a:cs typeface="Open Sans" panose="020B0606030504020204" pitchFamily="34" charset="0"/>
                </a:rPr>
                <a:t>Firstname Lastname</a:t>
              </a:r>
            </a:p>
          </p:txBody>
        </p:sp>
        <p:sp>
          <p:nvSpPr>
            <p:cNvPr id="19" name="Content Placeholder 3">
              <a:extLst>
                <a:ext uri="{FF2B5EF4-FFF2-40B4-BE49-F238E27FC236}">
                  <a16:creationId xmlns:a16="http://schemas.microsoft.com/office/drawing/2014/main" id="{D31101AF-C7F8-9732-0014-5A269CAA53D0}"/>
                </a:ext>
              </a:extLst>
            </p:cNvPr>
            <p:cNvSpPr txBox="1">
              <a:spLocks/>
            </p:cNvSpPr>
            <p:nvPr/>
          </p:nvSpPr>
          <p:spPr>
            <a:xfrm>
              <a:off x="0" y="5133109"/>
              <a:ext cx="1641257" cy="336994"/>
            </a:xfrm>
            <a:prstGeom prst="rect">
              <a:avLst/>
            </a:prstGeom>
          </p:spPr>
          <p:txBody>
            <a:bodyPr vert="horz" lIns="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lgn="ctr">
                <a:spcBef>
                  <a:spcPts val="0"/>
                </a:spcBef>
                <a:spcAft>
                  <a:spcPts val="0"/>
                </a:spcAft>
                <a:buNone/>
              </a:pPr>
              <a:r>
                <a:rPr lang="en-CA" sz="900" b="1">
                  <a:latin typeface="Open Sans Semibold" panose="020B0606030504020204" pitchFamily="34" charset="0"/>
                  <a:ea typeface="Open Sans Semibold" panose="020B0606030504020204" pitchFamily="34" charset="0"/>
                  <a:cs typeface="Open Sans Semibold" panose="020B0606030504020204" pitchFamily="34" charset="0"/>
                </a:rPr>
                <a:t>Job Title, </a:t>
              </a:r>
            </a:p>
            <a:p>
              <a:pPr marL="0" indent="0" algn="ctr">
                <a:spcBef>
                  <a:spcPts val="0"/>
                </a:spcBef>
                <a:spcAft>
                  <a:spcPts val="0"/>
                </a:spcAft>
                <a:buNone/>
              </a:pPr>
              <a:r>
                <a:rPr lang="en-CA" sz="900">
                  <a:latin typeface="Open Sans" panose="020B0606030504020204" pitchFamily="34" charset="0"/>
                  <a:ea typeface="Open Sans" panose="020B0606030504020204" pitchFamily="34" charset="0"/>
                  <a:cs typeface="Open Sans" panose="020B0606030504020204" pitchFamily="34" charset="0"/>
                </a:rPr>
                <a:t>Region</a:t>
              </a:r>
            </a:p>
          </p:txBody>
        </p:sp>
        <p:sp>
          <p:nvSpPr>
            <p:cNvPr id="21" name="Content Placeholder 3">
              <a:extLst>
                <a:ext uri="{FF2B5EF4-FFF2-40B4-BE49-F238E27FC236}">
                  <a16:creationId xmlns:a16="http://schemas.microsoft.com/office/drawing/2014/main" id="{6F2690D9-2AB7-A43A-5FD3-DD39067B543C}"/>
                </a:ext>
              </a:extLst>
            </p:cNvPr>
            <p:cNvSpPr txBox="1">
              <a:spLocks/>
            </p:cNvSpPr>
            <p:nvPr/>
          </p:nvSpPr>
          <p:spPr>
            <a:xfrm>
              <a:off x="0" y="5470103"/>
              <a:ext cx="1641257" cy="144967"/>
            </a:xfrm>
            <a:prstGeom prst="rect">
              <a:avLst/>
            </a:prstGeom>
          </p:spPr>
          <p:txBody>
            <a:bodyPr vert="horz" lIns="3600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spcBef>
                  <a:spcPts val="0"/>
                </a:spcBef>
                <a:spcAft>
                  <a:spcPts val="0"/>
                </a:spcAft>
                <a:buNone/>
              </a:pPr>
              <a:r>
                <a:rPr lang="en-CA" sz="750">
                  <a:solidFill>
                    <a:schemeClr val="accent2"/>
                  </a:solidFill>
                  <a:latin typeface="Open Sans" panose="020B0606030504020204" pitchFamily="34" charset="0"/>
                  <a:ea typeface="Open Sans" panose="020B0606030504020204" pitchFamily="34" charset="0"/>
                  <a:cs typeface="Open Sans" panose="020B0606030504020204" pitchFamily="34" charset="0"/>
                </a:rPr>
                <a:t>ROLE</a:t>
              </a:r>
            </a:p>
          </p:txBody>
        </p:sp>
        <p:sp>
          <p:nvSpPr>
            <p:cNvPr id="22" name="Content Placeholder 3">
              <a:extLst>
                <a:ext uri="{FF2B5EF4-FFF2-40B4-BE49-F238E27FC236}">
                  <a16:creationId xmlns:a16="http://schemas.microsoft.com/office/drawing/2014/main" id="{8E818330-44F3-222F-05C8-6CCCA2027A60}"/>
                </a:ext>
              </a:extLst>
            </p:cNvPr>
            <p:cNvSpPr txBox="1">
              <a:spLocks/>
            </p:cNvSpPr>
            <p:nvPr/>
          </p:nvSpPr>
          <p:spPr>
            <a:xfrm>
              <a:off x="-1" y="5615070"/>
              <a:ext cx="1641257" cy="833008"/>
            </a:xfrm>
            <a:prstGeom prst="rect">
              <a:avLst/>
            </a:prstGeom>
          </p:spPr>
          <p:txBody>
            <a:bodyPr vert="horz" lIns="3600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a:lnSpc>
                  <a:spcPts val="1080"/>
                </a:lnSpc>
                <a:spcBef>
                  <a:spcPts val="0"/>
                </a:spcBef>
                <a:spcAft>
                  <a:spcPts val="0"/>
                </a:spcAft>
              </a:pPr>
              <a:r>
                <a:rPr lang="en-CA" sz="700">
                  <a:latin typeface="Open Sans" panose="020B0606030504020204" pitchFamily="34" charset="0"/>
                  <a:ea typeface="Open Sans" panose="020B0606030504020204" pitchFamily="34" charset="0"/>
                  <a:cs typeface="Open Sans" panose="020B0606030504020204" pitchFamily="34" charset="0"/>
                </a:rPr>
                <a:t>Bullet point</a:t>
              </a:r>
            </a:p>
            <a:p>
              <a:pPr>
                <a:lnSpc>
                  <a:spcPts val="1080"/>
                </a:lnSpc>
                <a:spcBef>
                  <a:spcPts val="0"/>
                </a:spcBef>
                <a:spcAft>
                  <a:spcPts val="0"/>
                </a:spcAft>
              </a:pPr>
              <a:r>
                <a:rPr lang="en-CA" sz="700">
                  <a:latin typeface="Open Sans" panose="020B0606030504020204" pitchFamily="34" charset="0"/>
                  <a:ea typeface="Open Sans" panose="020B0606030504020204" pitchFamily="34" charset="0"/>
                  <a:cs typeface="Open Sans" panose="020B0606030504020204" pitchFamily="34" charset="0"/>
                </a:rPr>
                <a:t>Bullet point</a:t>
              </a:r>
            </a:p>
            <a:p>
              <a:pPr>
                <a:lnSpc>
                  <a:spcPts val="1080"/>
                </a:lnSpc>
                <a:spcBef>
                  <a:spcPts val="0"/>
                </a:spcBef>
                <a:spcAft>
                  <a:spcPts val="0"/>
                </a:spcAft>
              </a:pPr>
              <a:r>
                <a:rPr lang="en-CA" sz="700">
                  <a:latin typeface="Open Sans" panose="020B0606030504020204" pitchFamily="34" charset="0"/>
                  <a:ea typeface="Open Sans" panose="020B0606030504020204" pitchFamily="34" charset="0"/>
                  <a:cs typeface="Open Sans" panose="020B0606030504020204" pitchFamily="34" charset="0"/>
                </a:rPr>
                <a:t>Bullet point</a:t>
              </a:r>
            </a:p>
            <a:p>
              <a:pPr>
                <a:lnSpc>
                  <a:spcPts val="1080"/>
                </a:lnSpc>
                <a:spcBef>
                  <a:spcPts val="0"/>
                </a:spcBef>
                <a:spcAft>
                  <a:spcPts val="0"/>
                </a:spcAft>
              </a:pPr>
              <a:endParaRPr lang="en-CA" sz="700">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23" name="Group 22">
            <a:extLst>
              <a:ext uri="{FF2B5EF4-FFF2-40B4-BE49-F238E27FC236}">
                <a16:creationId xmlns:a16="http://schemas.microsoft.com/office/drawing/2014/main" id="{C8D5BC11-D908-BC79-B2B3-13829A82D3A3}"/>
              </a:ext>
            </a:extLst>
          </p:cNvPr>
          <p:cNvGrpSpPr/>
          <p:nvPr/>
        </p:nvGrpSpPr>
        <p:grpSpPr>
          <a:xfrm>
            <a:off x="693277" y="3932882"/>
            <a:ext cx="1758582" cy="306362"/>
            <a:chOff x="1940312" y="3722813"/>
            <a:chExt cx="1758582" cy="306362"/>
          </a:xfrm>
        </p:grpSpPr>
        <p:sp>
          <p:nvSpPr>
            <p:cNvPr id="24" name="Content Placeholder 3">
              <a:extLst>
                <a:ext uri="{FF2B5EF4-FFF2-40B4-BE49-F238E27FC236}">
                  <a16:creationId xmlns:a16="http://schemas.microsoft.com/office/drawing/2014/main" id="{9C05372F-7DB5-FEFE-2CC4-ADBF3F946D12}"/>
                </a:ext>
              </a:extLst>
            </p:cNvPr>
            <p:cNvSpPr txBox="1">
              <a:spLocks/>
            </p:cNvSpPr>
            <p:nvPr/>
          </p:nvSpPr>
          <p:spPr>
            <a:xfrm>
              <a:off x="2120313" y="3722813"/>
              <a:ext cx="1396858" cy="276737"/>
            </a:xfrm>
            <a:prstGeom prst="rect">
              <a:avLst/>
            </a:prstGeom>
          </p:spPr>
          <p:txBody>
            <a:bodyPr vert="horz" lIns="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lgn="ctr">
                <a:lnSpc>
                  <a:spcPct val="150000"/>
                </a:lnSpc>
                <a:spcBef>
                  <a:spcPts val="0"/>
                </a:spcBef>
                <a:spcAft>
                  <a:spcPts val="0"/>
                </a:spcAft>
                <a:buNone/>
              </a:pPr>
              <a:r>
                <a:rPr lang="en-CA" sz="1000" b="1">
                  <a:solidFill>
                    <a:schemeClr val="accent2"/>
                  </a:solidFill>
                  <a:latin typeface="Open Sans" panose="020B0606030504020204" pitchFamily="34" charset="0"/>
                  <a:ea typeface="Open Sans" panose="020B0606030504020204" pitchFamily="34" charset="0"/>
                  <a:cs typeface="Open Sans" panose="020B0606030504020204" pitchFamily="34" charset="0"/>
                </a:rPr>
                <a:t>Executive Support</a:t>
              </a:r>
            </a:p>
          </p:txBody>
        </p:sp>
        <p:grpSp>
          <p:nvGrpSpPr>
            <p:cNvPr id="25" name="Group 24">
              <a:extLst>
                <a:ext uri="{FF2B5EF4-FFF2-40B4-BE49-F238E27FC236}">
                  <a16:creationId xmlns:a16="http://schemas.microsoft.com/office/drawing/2014/main" id="{9B0357A5-3925-DB15-DFC3-9DE2FDC21EF5}"/>
                </a:ext>
              </a:extLst>
            </p:cNvPr>
            <p:cNvGrpSpPr/>
            <p:nvPr/>
          </p:nvGrpSpPr>
          <p:grpSpPr>
            <a:xfrm>
              <a:off x="1940312" y="3848313"/>
              <a:ext cx="180000" cy="180862"/>
              <a:chOff x="1940312" y="3818577"/>
              <a:chExt cx="180000" cy="180862"/>
            </a:xfrm>
          </p:grpSpPr>
          <p:cxnSp>
            <p:nvCxnSpPr>
              <p:cNvPr id="29" name="Straight Connector 28">
                <a:extLst>
                  <a:ext uri="{FF2B5EF4-FFF2-40B4-BE49-F238E27FC236}">
                    <a16:creationId xmlns:a16="http://schemas.microsoft.com/office/drawing/2014/main" id="{480C41B9-7802-10CB-3395-E34D9CB3332A}"/>
                  </a:ext>
                </a:extLst>
              </p:cNvPr>
              <p:cNvCxnSpPr>
                <a:cxnSpLocks/>
              </p:cNvCxnSpPr>
              <p:nvPr/>
            </p:nvCxnSpPr>
            <p:spPr>
              <a:xfrm flipH="1">
                <a:off x="1940312" y="3818577"/>
                <a:ext cx="180000" cy="0"/>
              </a:xfrm>
              <a:prstGeom prst="line">
                <a:avLst/>
              </a:prstGeom>
              <a:ln w="9525">
                <a:solidFill>
                  <a:schemeClr val="tx1">
                    <a:lumMod val="60000"/>
                    <a:lumOff val="4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13EAB58-F468-D16D-41B2-097BADB1B2B3}"/>
                  </a:ext>
                </a:extLst>
              </p:cNvPr>
              <p:cNvCxnSpPr>
                <a:cxnSpLocks/>
              </p:cNvCxnSpPr>
              <p:nvPr/>
            </p:nvCxnSpPr>
            <p:spPr>
              <a:xfrm>
                <a:off x="1944029" y="3819439"/>
                <a:ext cx="0" cy="180000"/>
              </a:xfrm>
              <a:prstGeom prst="line">
                <a:avLst/>
              </a:prstGeom>
              <a:ln w="9525">
                <a:solidFill>
                  <a:schemeClr val="tx1">
                    <a:lumMod val="60000"/>
                    <a:lumOff val="4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D8BA84EB-44ED-09E3-7B9C-25E394EF2DEC}"/>
                </a:ext>
              </a:extLst>
            </p:cNvPr>
            <p:cNvGrpSpPr/>
            <p:nvPr/>
          </p:nvGrpSpPr>
          <p:grpSpPr>
            <a:xfrm rot="5400000">
              <a:off x="3518463" y="3848313"/>
              <a:ext cx="180000" cy="180862"/>
              <a:chOff x="1940312" y="3818577"/>
              <a:chExt cx="180000" cy="180862"/>
            </a:xfrm>
          </p:grpSpPr>
          <p:cxnSp>
            <p:nvCxnSpPr>
              <p:cNvPr id="27" name="Straight Connector 26">
                <a:extLst>
                  <a:ext uri="{FF2B5EF4-FFF2-40B4-BE49-F238E27FC236}">
                    <a16:creationId xmlns:a16="http://schemas.microsoft.com/office/drawing/2014/main" id="{75AD5116-2F9E-C603-932F-6C55F03BDA7F}"/>
                  </a:ext>
                </a:extLst>
              </p:cNvPr>
              <p:cNvCxnSpPr>
                <a:cxnSpLocks/>
              </p:cNvCxnSpPr>
              <p:nvPr/>
            </p:nvCxnSpPr>
            <p:spPr>
              <a:xfrm flipH="1">
                <a:off x="1940312" y="3818577"/>
                <a:ext cx="180000" cy="0"/>
              </a:xfrm>
              <a:prstGeom prst="line">
                <a:avLst/>
              </a:prstGeom>
              <a:ln w="9525">
                <a:solidFill>
                  <a:schemeClr val="tx1">
                    <a:lumMod val="60000"/>
                    <a:lumOff val="4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59BA3FF-2AE9-5674-8552-6BCF0DF22E15}"/>
                  </a:ext>
                </a:extLst>
              </p:cNvPr>
              <p:cNvCxnSpPr>
                <a:cxnSpLocks/>
              </p:cNvCxnSpPr>
              <p:nvPr/>
            </p:nvCxnSpPr>
            <p:spPr>
              <a:xfrm>
                <a:off x="1944029" y="3819439"/>
                <a:ext cx="0" cy="180000"/>
              </a:xfrm>
              <a:prstGeom prst="line">
                <a:avLst/>
              </a:prstGeom>
              <a:ln w="9525">
                <a:solidFill>
                  <a:schemeClr val="tx1">
                    <a:lumMod val="60000"/>
                    <a:lumOff val="4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grpSp>
      <p:grpSp>
        <p:nvGrpSpPr>
          <p:cNvPr id="31" name="Group 30">
            <a:extLst>
              <a:ext uri="{FF2B5EF4-FFF2-40B4-BE49-F238E27FC236}">
                <a16:creationId xmlns:a16="http://schemas.microsoft.com/office/drawing/2014/main" id="{88960B81-B56E-0E4A-D2C7-1C3162E6E3F1}"/>
              </a:ext>
            </a:extLst>
          </p:cNvPr>
          <p:cNvGrpSpPr/>
          <p:nvPr/>
        </p:nvGrpSpPr>
        <p:grpSpPr>
          <a:xfrm>
            <a:off x="2846614" y="3932882"/>
            <a:ext cx="4061428" cy="306362"/>
            <a:chOff x="3827789" y="3722813"/>
            <a:chExt cx="3641627" cy="306362"/>
          </a:xfrm>
        </p:grpSpPr>
        <p:sp>
          <p:nvSpPr>
            <p:cNvPr id="32" name="Content Placeholder 3">
              <a:extLst>
                <a:ext uri="{FF2B5EF4-FFF2-40B4-BE49-F238E27FC236}">
                  <a16:creationId xmlns:a16="http://schemas.microsoft.com/office/drawing/2014/main" id="{5BDCF7AE-E904-0C86-60E2-4C0D71B9108A}"/>
                </a:ext>
              </a:extLst>
            </p:cNvPr>
            <p:cNvSpPr txBox="1">
              <a:spLocks/>
            </p:cNvSpPr>
            <p:nvPr/>
          </p:nvSpPr>
          <p:spPr>
            <a:xfrm>
              <a:off x="5185039" y="3722813"/>
              <a:ext cx="910959" cy="276737"/>
            </a:xfrm>
            <a:prstGeom prst="rect">
              <a:avLst/>
            </a:prstGeom>
          </p:spPr>
          <p:txBody>
            <a:bodyPr vert="horz" lIns="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lgn="ctr">
                <a:lnSpc>
                  <a:spcPct val="150000"/>
                </a:lnSpc>
                <a:spcBef>
                  <a:spcPts val="0"/>
                </a:spcBef>
                <a:spcAft>
                  <a:spcPts val="0"/>
                </a:spcAft>
                <a:buNone/>
              </a:pPr>
              <a:r>
                <a:rPr lang="en-CA" sz="1000" b="1">
                  <a:solidFill>
                    <a:schemeClr val="accent2"/>
                  </a:solidFill>
                  <a:latin typeface="Open Sans" panose="020B0606030504020204" pitchFamily="34" charset="0"/>
                  <a:ea typeface="Open Sans" panose="020B0606030504020204" pitchFamily="34" charset="0"/>
                  <a:cs typeface="Open Sans" panose="020B0606030504020204" pitchFamily="34" charset="0"/>
                </a:rPr>
                <a:t>Research</a:t>
              </a:r>
            </a:p>
          </p:txBody>
        </p:sp>
        <p:grpSp>
          <p:nvGrpSpPr>
            <p:cNvPr id="33" name="Group 32">
              <a:extLst>
                <a:ext uri="{FF2B5EF4-FFF2-40B4-BE49-F238E27FC236}">
                  <a16:creationId xmlns:a16="http://schemas.microsoft.com/office/drawing/2014/main" id="{14D9D3E7-66D0-C468-379C-35D239C724C5}"/>
                </a:ext>
              </a:extLst>
            </p:cNvPr>
            <p:cNvGrpSpPr/>
            <p:nvPr/>
          </p:nvGrpSpPr>
          <p:grpSpPr>
            <a:xfrm>
              <a:off x="3827789" y="3848313"/>
              <a:ext cx="1368000" cy="180862"/>
              <a:chOff x="1940311" y="3818577"/>
              <a:chExt cx="1368000" cy="180862"/>
            </a:xfrm>
          </p:grpSpPr>
          <p:cxnSp>
            <p:nvCxnSpPr>
              <p:cNvPr id="37" name="Straight Connector 36">
                <a:extLst>
                  <a:ext uri="{FF2B5EF4-FFF2-40B4-BE49-F238E27FC236}">
                    <a16:creationId xmlns:a16="http://schemas.microsoft.com/office/drawing/2014/main" id="{A1BBD762-10F6-4D28-5620-9B78E437BDB3}"/>
                  </a:ext>
                </a:extLst>
              </p:cNvPr>
              <p:cNvCxnSpPr>
                <a:cxnSpLocks/>
              </p:cNvCxnSpPr>
              <p:nvPr/>
            </p:nvCxnSpPr>
            <p:spPr>
              <a:xfrm flipH="1">
                <a:off x="1940311" y="3818577"/>
                <a:ext cx="1368000" cy="0"/>
              </a:xfrm>
              <a:prstGeom prst="line">
                <a:avLst/>
              </a:prstGeom>
              <a:ln w="9525">
                <a:solidFill>
                  <a:schemeClr val="tx1">
                    <a:lumMod val="60000"/>
                    <a:lumOff val="4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39AE8C9-1A54-0682-CCAA-F5D29EA7BA8B}"/>
                  </a:ext>
                </a:extLst>
              </p:cNvPr>
              <p:cNvCxnSpPr>
                <a:cxnSpLocks/>
              </p:cNvCxnSpPr>
              <p:nvPr/>
            </p:nvCxnSpPr>
            <p:spPr>
              <a:xfrm>
                <a:off x="1944029" y="3819439"/>
                <a:ext cx="0" cy="180000"/>
              </a:xfrm>
              <a:prstGeom prst="line">
                <a:avLst/>
              </a:prstGeom>
              <a:ln w="9525">
                <a:solidFill>
                  <a:schemeClr val="tx1">
                    <a:lumMod val="60000"/>
                    <a:lumOff val="4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9FCCA98F-0DBC-97A5-483F-A611DF641EA8}"/>
                </a:ext>
              </a:extLst>
            </p:cNvPr>
            <p:cNvGrpSpPr/>
            <p:nvPr/>
          </p:nvGrpSpPr>
          <p:grpSpPr>
            <a:xfrm rot="5400000">
              <a:off x="6692707" y="3252036"/>
              <a:ext cx="180000" cy="1373418"/>
              <a:chOff x="1940312" y="3818577"/>
              <a:chExt cx="180000" cy="1373418"/>
            </a:xfrm>
          </p:grpSpPr>
          <p:cxnSp>
            <p:nvCxnSpPr>
              <p:cNvPr id="35" name="Straight Connector 34">
                <a:extLst>
                  <a:ext uri="{FF2B5EF4-FFF2-40B4-BE49-F238E27FC236}">
                    <a16:creationId xmlns:a16="http://schemas.microsoft.com/office/drawing/2014/main" id="{8C0C3ED2-C1C8-6B51-BFA4-5AD9DF84F28C}"/>
                  </a:ext>
                </a:extLst>
              </p:cNvPr>
              <p:cNvCxnSpPr>
                <a:cxnSpLocks/>
              </p:cNvCxnSpPr>
              <p:nvPr/>
            </p:nvCxnSpPr>
            <p:spPr>
              <a:xfrm flipH="1">
                <a:off x="1940312" y="3818577"/>
                <a:ext cx="180000" cy="0"/>
              </a:xfrm>
              <a:prstGeom prst="line">
                <a:avLst/>
              </a:prstGeom>
              <a:ln w="9525">
                <a:solidFill>
                  <a:schemeClr val="tx1">
                    <a:lumMod val="60000"/>
                    <a:lumOff val="4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BC36EAF-D9B3-D833-7CBC-D902FC439995}"/>
                  </a:ext>
                </a:extLst>
              </p:cNvPr>
              <p:cNvCxnSpPr>
                <a:cxnSpLocks/>
              </p:cNvCxnSpPr>
              <p:nvPr/>
            </p:nvCxnSpPr>
            <p:spPr>
              <a:xfrm rot="16200000" flipH="1">
                <a:off x="1260030" y="4507995"/>
                <a:ext cx="1368000" cy="0"/>
              </a:xfrm>
              <a:prstGeom prst="line">
                <a:avLst/>
              </a:prstGeom>
              <a:ln w="9525">
                <a:solidFill>
                  <a:schemeClr val="tx1">
                    <a:lumMod val="60000"/>
                    <a:lumOff val="4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grpSp>
      <p:grpSp>
        <p:nvGrpSpPr>
          <p:cNvPr id="12" name="Group 11">
            <a:extLst>
              <a:ext uri="{FF2B5EF4-FFF2-40B4-BE49-F238E27FC236}">
                <a16:creationId xmlns:a16="http://schemas.microsoft.com/office/drawing/2014/main" id="{4445481D-8AC8-E9AE-FADC-17DA63E743C3}"/>
              </a:ext>
            </a:extLst>
          </p:cNvPr>
          <p:cNvGrpSpPr/>
          <p:nvPr/>
        </p:nvGrpSpPr>
        <p:grpSpPr>
          <a:xfrm>
            <a:off x="7537604" y="3932882"/>
            <a:ext cx="4012512" cy="306362"/>
            <a:chOff x="7537604" y="3932882"/>
            <a:chExt cx="4012512" cy="306362"/>
          </a:xfrm>
        </p:grpSpPr>
        <p:grpSp>
          <p:nvGrpSpPr>
            <p:cNvPr id="39" name="Group 38">
              <a:extLst>
                <a:ext uri="{FF2B5EF4-FFF2-40B4-BE49-F238E27FC236}">
                  <a16:creationId xmlns:a16="http://schemas.microsoft.com/office/drawing/2014/main" id="{47BE6587-2A93-CFBC-BEEF-09F56ADB3153}"/>
                </a:ext>
              </a:extLst>
            </p:cNvPr>
            <p:cNvGrpSpPr/>
            <p:nvPr/>
          </p:nvGrpSpPr>
          <p:grpSpPr>
            <a:xfrm>
              <a:off x="7537604" y="3932882"/>
              <a:ext cx="2726267" cy="306362"/>
              <a:chOff x="1940312" y="3722813"/>
              <a:chExt cx="2726267" cy="306362"/>
            </a:xfrm>
          </p:grpSpPr>
          <p:sp>
            <p:nvSpPr>
              <p:cNvPr id="40" name="Content Placeholder 3">
                <a:extLst>
                  <a:ext uri="{FF2B5EF4-FFF2-40B4-BE49-F238E27FC236}">
                    <a16:creationId xmlns:a16="http://schemas.microsoft.com/office/drawing/2014/main" id="{59D5AAEC-9DDF-BD32-4911-11FC56939466}"/>
                  </a:ext>
                </a:extLst>
              </p:cNvPr>
              <p:cNvSpPr txBox="1">
                <a:spLocks/>
              </p:cNvSpPr>
              <p:nvPr/>
            </p:nvSpPr>
            <p:spPr>
              <a:xfrm>
                <a:off x="3222214" y="3722813"/>
                <a:ext cx="1444365" cy="276737"/>
              </a:xfrm>
              <a:prstGeom prst="rect">
                <a:avLst/>
              </a:prstGeom>
            </p:spPr>
            <p:txBody>
              <a:bodyPr vert="horz" lIns="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lgn="ctr">
                  <a:lnSpc>
                    <a:spcPct val="150000"/>
                  </a:lnSpc>
                  <a:spcBef>
                    <a:spcPts val="0"/>
                  </a:spcBef>
                  <a:spcAft>
                    <a:spcPts val="0"/>
                  </a:spcAft>
                  <a:buNone/>
                </a:pPr>
                <a:r>
                  <a:rPr lang="en-CA" sz="1000" b="1">
                    <a:solidFill>
                      <a:schemeClr val="accent2"/>
                    </a:solidFill>
                    <a:latin typeface="Open Sans" panose="020B0606030504020204" pitchFamily="34" charset="0"/>
                    <a:ea typeface="Open Sans" panose="020B0606030504020204" pitchFamily="34" charset="0"/>
                    <a:cs typeface="Open Sans" panose="020B0606030504020204" pitchFamily="34" charset="0"/>
                  </a:rPr>
                  <a:t>Transaction Support</a:t>
                </a:r>
              </a:p>
            </p:txBody>
          </p:sp>
          <p:grpSp>
            <p:nvGrpSpPr>
              <p:cNvPr id="41" name="Group 40">
                <a:extLst>
                  <a:ext uri="{FF2B5EF4-FFF2-40B4-BE49-F238E27FC236}">
                    <a16:creationId xmlns:a16="http://schemas.microsoft.com/office/drawing/2014/main" id="{DF84708B-2087-CA3A-4AF9-681EBBB0BFEE}"/>
                  </a:ext>
                </a:extLst>
              </p:cNvPr>
              <p:cNvGrpSpPr/>
              <p:nvPr/>
            </p:nvGrpSpPr>
            <p:grpSpPr>
              <a:xfrm>
                <a:off x="1940312" y="3848313"/>
                <a:ext cx="1242908" cy="180862"/>
                <a:chOff x="1940312" y="3818577"/>
                <a:chExt cx="1242908" cy="180862"/>
              </a:xfrm>
            </p:grpSpPr>
            <p:cxnSp>
              <p:nvCxnSpPr>
                <p:cNvPr id="45" name="Straight Connector 44">
                  <a:extLst>
                    <a:ext uri="{FF2B5EF4-FFF2-40B4-BE49-F238E27FC236}">
                      <a16:creationId xmlns:a16="http://schemas.microsoft.com/office/drawing/2014/main" id="{AEFC4DA9-BC62-47A6-B8BE-0AC000672A18}"/>
                    </a:ext>
                  </a:extLst>
                </p:cNvPr>
                <p:cNvCxnSpPr>
                  <a:cxnSpLocks/>
                </p:cNvCxnSpPr>
                <p:nvPr/>
              </p:nvCxnSpPr>
              <p:spPr>
                <a:xfrm flipH="1">
                  <a:off x="1940312" y="3818577"/>
                  <a:ext cx="1242908" cy="0"/>
                </a:xfrm>
                <a:prstGeom prst="line">
                  <a:avLst/>
                </a:prstGeom>
                <a:ln w="9525">
                  <a:solidFill>
                    <a:schemeClr val="tx1">
                      <a:lumMod val="60000"/>
                      <a:lumOff val="4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B078A61D-DA13-229F-D10C-61390045549B}"/>
                    </a:ext>
                  </a:extLst>
                </p:cNvPr>
                <p:cNvCxnSpPr>
                  <a:cxnSpLocks/>
                </p:cNvCxnSpPr>
                <p:nvPr/>
              </p:nvCxnSpPr>
              <p:spPr>
                <a:xfrm>
                  <a:off x="1944029" y="3819439"/>
                  <a:ext cx="0" cy="180000"/>
                </a:xfrm>
                <a:prstGeom prst="line">
                  <a:avLst/>
                </a:prstGeom>
                <a:ln w="9525">
                  <a:solidFill>
                    <a:schemeClr val="tx1">
                      <a:lumMod val="60000"/>
                      <a:lumOff val="4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grpSp>
        <p:grpSp>
          <p:nvGrpSpPr>
            <p:cNvPr id="50" name="Group 49">
              <a:extLst>
                <a:ext uri="{FF2B5EF4-FFF2-40B4-BE49-F238E27FC236}">
                  <a16:creationId xmlns:a16="http://schemas.microsoft.com/office/drawing/2014/main" id="{C1043147-A1B6-FC61-8140-DFA5C8A04E64}"/>
                </a:ext>
              </a:extLst>
            </p:cNvPr>
            <p:cNvGrpSpPr/>
            <p:nvPr/>
          </p:nvGrpSpPr>
          <p:grpSpPr>
            <a:xfrm rot="5400000">
              <a:off x="10831892" y="3520589"/>
              <a:ext cx="180431" cy="1256017"/>
              <a:chOff x="1939881" y="3818577"/>
              <a:chExt cx="180431" cy="1256017"/>
            </a:xfrm>
          </p:grpSpPr>
          <p:cxnSp>
            <p:nvCxnSpPr>
              <p:cNvPr id="51" name="Straight Connector 50">
                <a:extLst>
                  <a:ext uri="{FF2B5EF4-FFF2-40B4-BE49-F238E27FC236}">
                    <a16:creationId xmlns:a16="http://schemas.microsoft.com/office/drawing/2014/main" id="{FA88EFF0-80C2-C560-258A-776CA33B092B}"/>
                  </a:ext>
                </a:extLst>
              </p:cNvPr>
              <p:cNvCxnSpPr>
                <a:cxnSpLocks/>
              </p:cNvCxnSpPr>
              <p:nvPr/>
            </p:nvCxnSpPr>
            <p:spPr>
              <a:xfrm flipH="1">
                <a:off x="1940312" y="3818577"/>
                <a:ext cx="180000" cy="0"/>
              </a:xfrm>
              <a:prstGeom prst="line">
                <a:avLst/>
              </a:prstGeom>
              <a:ln w="9525">
                <a:solidFill>
                  <a:schemeClr val="tx1">
                    <a:lumMod val="60000"/>
                    <a:lumOff val="4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65CD64C0-CED4-0357-F177-7739C4FF493E}"/>
                  </a:ext>
                </a:extLst>
              </p:cNvPr>
              <p:cNvCxnSpPr>
                <a:cxnSpLocks/>
              </p:cNvCxnSpPr>
              <p:nvPr/>
            </p:nvCxnSpPr>
            <p:spPr>
              <a:xfrm rot="16200000" flipH="1" flipV="1">
                <a:off x="1314377" y="4444943"/>
                <a:ext cx="1255155" cy="4148"/>
              </a:xfrm>
              <a:prstGeom prst="line">
                <a:avLst/>
              </a:prstGeom>
              <a:ln w="9525">
                <a:solidFill>
                  <a:schemeClr val="tx1">
                    <a:lumMod val="60000"/>
                    <a:lumOff val="4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grpSp>
      <p:grpSp>
        <p:nvGrpSpPr>
          <p:cNvPr id="55" name="Group 54">
            <a:extLst>
              <a:ext uri="{FF2B5EF4-FFF2-40B4-BE49-F238E27FC236}">
                <a16:creationId xmlns:a16="http://schemas.microsoft.com/office/drawing/2014/main" id="{C4C3B24A-30EB-F3D7-40E9-3AF3F2979541}"/>
              </a:ext>
            </a:extLst>
          </p:cNvPr>
          <p:cNvGrpSpPr/>
          <p:nvPr/>
        </p:nvGrpSpPr>
        <p:grpSpPr>
          <a:xfrm>
            <a:off x="7839075" y="1041608"/>
            <a:ext cx="3706577" cy="306362"/>
            <a:chOff x="3827789" y="3722813"/>
            <a:chExt cx="3378754" cy="306362"/>
          </a:xfrm>
        </p:grpSpPr>
        <p:sp>
          <p:nvSpPr>
            <p:cNvPr id="56" name="Content Placeholder 3">
              <a:extLst>
                <a:ext uri="{FF2B5EF4-FFF2-40B4-BE49-F238E27FC236}">
                  <a16:creationId xmlns:a16="http://schemas.microsoft.com/office/drawing/2014/main" id="{67ABC45C-F0E4-21A6-7316-45554F0EE320}"/>
                </a:ext>
              </a:extLst>
            </p:cNvPr>
            <p:cNvSpPr txBox="1">
              <a:spLocks/>
            </p:cNvSpPr>
            <p:nvPr/>
          </p:nvSpPr>
          <p:spPr>
            <a:xfrm>
              <a:off x="4763789" y="3722813"/>
              <a:ext cx="1496921" cy="276737"/>
            </a:xfrm>
            <a:prstGeom prst="rect">
              <a:avLst/>
            </a:prstGeom>
          </p:spPr>
          <p:txBody>
            <a:bodyPr vert="horz" lIns="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lgn="ctr">
                <a:lnSpc>
                  <a:spcPct val="150000"/>
                </a:lnSpc>
                <a:spcBef>
                  <a:spcPts val="0"/>
                </a:spcBef>
                <a:spcAft>
                  <a:spcPts val="0"/>
                </a:spcAft>
                <a:buNone/>
              </a:pPr>
              <a:r>
                <a:rPr lang="en-CA" sz="1000" b="1">
                  <a:solidFill>
                    <a:schemeClr val="accent2"/>
                  </a:solidFill>
                  <a:latin typeface="Open Sans" panose="020B0606030504020204" pitchFamily="34" charset="0"/>
                  <a:ea typeface="Open Sans" panose="020B0606030504020204" pitchFamily="34" charset="0"/>
                  <a:cs typeface="Open Sans" panose="020B0606030504020204" pitchFamily="34" charset="0"/>
                </a:rPr>
                <a:t>Core Team Members</a:t>
              </a:r>
            </a:p>
          </p:txBody>
        </p:sp>
        <p:grpSp>
          <p:nvGrpSpPr>
            <p:cNvPr id="57" name="Group 56">
              <a:extLst>
                <a:ext uri="{FF2B5EF4-FFF2-40B4-BE49-F238E27FC236}">
                  <a16:creationId xmlns:a16="http://schemas.microsoft.com/office/drawing/2014/main" id="{6F75BAE4-B19A-2A38-CB1A-29238F25F375}"/>
                </a:ext>
              </a:extLst>
            </p:cNvPr>
            <p:cNvGrpSpPr/>
            <p:nvPr/>
          </p:nvGrpSpPr>
          <p:grpSpPr>
            <a:xfrm>
              <a:off x="3827789" y="3848313"/>
              <a:ext cx="936000" cy="180862"/>
              <a:chOff x="1940311" y="3818577"/>
              <a:chExt cx="936000" cy="180862"/>
            </a:xfrm>
          </p:grpSpPr>
          <p:cxnSp>
            <p:nvCxnSpPr>
              <p:cNvPr id="61" name="Straight Connector 60">
                <a:extLst>
                  <a:ext uri="{FF2B5EF4-FFF2-40B4-BE49-F238E27FC236}">
                    <a16:creationId xmlns:a16="http://schemas.microsoft.com/office/drawing/2014/main" id="{F761CEB8-91B4-A9DE-F366-ABABBF2784A2}"/>
                  </a:ext>
                </a:extLst>
              </p:cNvPr>
              <p:cNvCxnSpPr>
                <a:cxnSpLocks/>
              </p:cNvCxnSpPr>
              <p:nvPr/>
            </p:nvCxnSpPr>
            <p:spPr>
              <a:xfrm flipH="1">
                <a:off x="1940311" y="3818577"/>
                <a:ext cx="936000" cy="0"/>
              </a:xfrm>
              <a:prstGeom prst="line">
                <a:avLst/>
              </a:prstGeom>
              <a:ln w="9525">
                <a:solidFill>
                  <a:schemeClr val="tx1">
                    <a:lumMod val="60000"/>
                    <a:lumOff val="4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5F85E3E6-1749-0783-E306-FB0A2AA67374}"/>
                  </a:ext>
                </a:extLst>
              </p:cNvPr>
              <p:cNvCxnSpPr>
                <a:cxnSpLocks/>
              </p:cNvCxnSpPr>
              <p:nvPr/>
            </p:nvCxnSpPr>
            <p:spPr>
              <a:xfrm>
                <a:off x="1944029" y="3819439"/>
                <a:ext cx="0" cy="180000"/>
              </a:xfrm>
              <a:prstGeom prst="line">
                <a:avLst/>
              </a:prstGeom>
              <a:ln w="9525">
                <a:solidFill>
                  <a:schemeClr val="tx1">
                    <a:lumMod val="60000"/>
                    <a:lumOff val="4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58" name="Group 57">
              <a:extLst>
                <a:ext uri="{FF2B5EF4-FFF2-40B4-BE49-F238E27FC236}">
                  <a16:creationId xmlns:a16="http://schemas.microsoft.com/office/drawing/2014/main" id="{B400F88A-CB08-DB08-4C91-B6DE46390715}"/>
                </a:ext>
              </a:extLst>
            </p:cNvPr>
            <p:cNvGrpSpPr/>
            <p:nvPr/>
          </p:nvGrpSpPr>
          <p:grpSpPr>
            <a:xfrm rot="5400000">
              <a:off x="6646729" y="3468968"/>
              <a:ext cx="180000" cy="939629"/>
              <a:chOff x="1940332" y="4081467"/>
              <a:chExt cx="180000" cy="939629"/>
            </a:xfrm>
          </p:grpSpPr>
          <p:cxnSp>
            <p:nvCxnSpPr>
              <p:cNvPr id="59" name="Straight Connector 58">
                <a:extLst>
                  <a:ext uri="{FF2B5EF4-FFF2-40B4-BE49-F238E27FC236}">
                    <a16:creationId xmlns:a16="http://schemas.microsoft.com/office/drawing/2014/main" id="{BB2B9BFE-BD99-2754-FC16-C25C116F6114}"/>
                  </a:ext>
                </a:extLst>
              </p:cNvPr>
              <p:cNvCxnSpPr>
                <a:cxnSpLocks/>
              </p:cNvCxnSpPr>
              <p:nvPr/>
            </p:nvCxnSpPr>
            <p:spPr>
              <a:xfrm flipH="1">
                <a:off x="1940332" y="4081467"/>
                <a:ext cx="180000" cy="0"/>
              </a:xfrm>
              <a:prstGeom prst="line">
                <a:avLst/>
              </a:prstGeom>
              <a:ln w="9525">
                <a:solidFill>
                  <a:schemeClr val="tx1">
                    <a:lumMod val="60000"/>
                    <a:lumOff val="4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DAC7D8AF-3C6F-3CEA-259F-83588A50489C}"/>
                  </a:ext>
                </a:extLst>
              </p:cNvPr>
              <p:cNvCxnSpPr>
                <a:cxnSpLocks/>
              </p:cNvCxnSpPr>
              <p:nvPr/>
            </p:nvCxnSpPr>
            <p:spPr>
              <a:xfrm rot="16200000" flipH="1">
                <a:off x="1477322" y="4554380"/>
                <a:ext cx="933432" cy="0"/>
              </a:xfrm>
              <a:prstGeom prst="line">
                <a:avLst/>
              </a:prstGeom>
              <a:ln w="9525">
                <a:solidFill>
                  <a:schemeClr val="tx1">
                    <a:lumMod val="60000"/>
                    <a:lumOff val="4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grpSp>
      <p:grpSp>
        <p:nvGrpSpPr>
          <p:cNvPr id="63" name="Group 62">
            <a:extLst>
              <a:ext uri="{FF2B5EF4-FFF2-40B4-BE49-F238E27FC236}">
                <a16:creationId xmlns:a16="http://schemas.microsoft.com/office/drawing/2014/main" id="{37FCDF0E-2D78-8023-093F-60EE2A8479FB}"/>
              </a:ext>
            </a:extLst>
          </p:cNvPr>
          <p:cNvGrpSpPr/>
          <p:nvPr/>
        </p:nvGrpSpPr>
        <p:grpSpPr>
          <a:xfrm>
            <a:off x="3055373" y="5121858"/>
            <a:ext cx="1641258" cy="1536289"/>
            <a:chOff x="-1" y="4911789"/>
            <a:chExt cx="1641258" cy="1536289"/>
          </a:xfrm>
        </p:grpSpPr>
        <p:sp>
          <p:nvSpPr>
            <p:cNvPr id="64" name="Title 26">
              <a:extLst>
                <a:ext uri="{FF2B5EF4-FFF2-40B4-BE49-F238E27FC236}">
                  <a16:creationId xmlns:a16="http://schemas.microsoft.com/office/drawing/2014/main" id="{A1116D2F-9FB7-EB7A-C727-133C9E1C94F2}"/>
                </a:ext>
              </a:extLst>
            </p:cNvPr>
            <p:cNvSpPr txBox="1">
              <a:spLocks/>
            </p:cNvSpPr>
            <p:nvPr/>
          </p:nvSpPr>
          <p:spPr>
            <a:xfrm>
              <a:off x="0" y="4911789"/>
              <a:ext cx="1641257" cy="221319"/>
            </a:xfrm>
            <a:prstGeom prst="rect">
              <a:avLst/>
            </a:prstGeom>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gn="ctr">
                <a:lnSpc>
                  <a:spcPct val="120000"/>
                </a:lnSpc>
              </a:pPr>
              <a:r>
                <a:rPr lang="en-CA" sz="1050" b="1">
                  <a:latin typeface="Open Sans" panose="020B0606030504020204" pitchFamily="34" charset="0"/>
                  <a:ea typeface="Open Sans" panose="020B0606030504020204" pitchFamily="34" charset="0"/>
                  <a:cs typeface="Open Sans" panose="020B0606030504020204" pitchFamily="34" charset="0"/>
                </a:rPr>
                <a:t>Firstname Lastname</a:t>
              </a:r>
            </a:p>
          </p:txBody>
        </p:sp>
        <p:sp>
          <p:nvSpPr>
            <p:cNvPr id="65" name="Content Placeholder 3">
              <a:extLst>
                <a:ext uri="{FF2B5EF4-FFF2-40B4-BE49-F238E27FC236}">
                  <a16:creationId xmlns:a16="http://schemas.microsoft.com/office/drawing/2014/main" id="{7BA8BA38-1006-60B4-8DD3-DE9CD5E0A9AA}"/>
                </a:ext>
              </a:extLst>
            </p:cNvPr>
            <p:cNvSpPr txBox="1">
              <a:spLocks/>
            </p:cNvSpPr>
            <p:nvPr/>
          </p:nvSpPr>
          <p:spPr>
            <a:xfrm>
              <a:off x="0" y="5133109"/>
              <a:ext cx="1641257" cy="336994"/>
            </a:xfrm>
            <a:prstGeom prst="rect">
              <a:avLst/>
            </a:prstGeom>
          </p:spPr>
          <p:txBody>
            <a:bodyPr vert="horz" lIns="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lgn="ctr">
                <a:spcBef>
                  <a:spcPts val="0"/>
                </a:spcBef>
                <a:spcAft>
                  <a:spcPts val="0"/>
                </a:spcAft>
                <a:buNone/>
              </a:pPr>
              <a:r>
                <a:rPr lang="en-CA" sz="900" b="1">
                  <a:latin typeface="Open Sans Semibold" panose="020B0606030504020204" pitchFamily="34" charset="0"/>
                  <a:ea typeface="Open Sans Semibold" panose="020B0606030504020204" pitchFamily="34" charset="0"/>
                  <a:cs typeface="Open Sans Semibold" panose="020B0606030504020204" pitchFamily="34" charset="0"/>
                </a:rPr>
                <a:t>Job Title, </a:t>
              </a:r>
            </a:p>
            <a:p>
              <a:pPr marL="0" indent="0" algn="ctr">
                <a:spcBef>
                  <a:spcPts val="0"/>
                </a:spcBef>
                <a:spcAft>
                  <a:spcPts val="0"/>
                </a:spcAft>
                <a:buNone/>
              </a:pPr>
              <a:r>
                <a:rPr lang="en-CA" sz="900">
                  <a:latin typeface="Open Sans" panose="020B0606030504020204" pitchFamily="34" charset="0"/>
                  <a:ea typeface="Open Sans" panose="020B0606030504020204" pitchFamily="34" charset="0"/>
                  <a:cs typeface="Open Sans" panose="020B0606030504020204" pitchFamily="34" charset="0"/>
                </a:rPr>
                <a:t>Region</a:t>
              </a:r>
            </a:p>
          </p:txBody>
        </p:sp>
        <p:sp>
          <p:nvSpPr>
            <p:cNvPr id="67" name="Content Placeholder 3">
              <a:extLst>
                <a:ext uri="{FF2B5EF4-FFF2-40B4-BE49-F238E27FC236}">
                  <a16:creationId xmlns:a16="http://schemas.microsoft.com/office/drawing/2014/main" id="{14D5A5CB-825A-664D-85A6-5DA41C43E57C}"/>
                </a:ext>
              </a:extLst>
            </p:cNvPr>
            <p:cNvSpPr txBox="1">
              <a:spLocks/>
            </p:cNvSpPr>
            <p:nvPr/>
          </p:nvSpPr>
          <p:spPr>
            <a:xfrm>
              <a:off x="0" y="5470103"/>
              <a:ext cx="1641257" cy="144967"/>
            </a:xfrm>
            <a:prstGeom prst="rect">
              <a:avLst/>
            </a:prstGeom>
          </p:spPr>
          <p:txBody>
            <a:bodyPr vert="horz" lIns="3600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spcBef>
                  <a:spcPts val="0"/>
                </a:spcBef>
                <a:spcAft>
                  <a:spcPts val="0"/>
                </a:spcAft>
                <a:buNone/>
              </a:pPr>
              <a:r>
                <a:rPr lang="en-CA" sz="750">
                  <a:solidFill>
                    <a:schemeClr val="accent2"/>
                  </a:solidFill>
                  <a:latin typeface="Open Sans" panose="020B0606030504020204" pitchFamily="34" charset="0"/>
                  <a:ea typeface="Open Sans" panose="020B0606030504020204" pitchFamily="34" charset="0"/>
                  <a:cs typeface="Open Sans" panose="020B0606030504020204" pitchFamily="34" charset="0"/>
                </a:rPr>
                <a:t>ROLE</a:t>
              </a:r>
            </a:p>
          </p:txBody>
        </p:sp>
        <p:sp>
          <p:nvSpPr>
            <p:cNvPr id="68" name="Content Placeholder 3">
              <a:extLst>
                <a:ext uri="{FF2B5EF4-FFF2-40B4-BE49-F238E27FC236}">
                  <a16:creationId xmlns:a16="http://schemas.microsoft.com/office/drawing/2014/main" id="{566DE4C7-0474-1B62-D7A1-C748814B7CFD}"/>
                </a:ext>
              </a:extLst>
            </p:cNvPr>
            <p:cNvSpPr txBox="1">
              <a:spLocks/>
            </p:cNvSpPr>
            <p:nvPr/>
          </p:nvSpPr>
          <p:spPr>
            <a:xfrm>
              <a:off x="-1" y="5615070"/>
              <a:ext cx="1641257" cy="833008"/>
            </a:xfrm>
            <a:prstGeom prst="rect">
              <a:avLst/>
            </a:prstGeom>
          </p:spPr>
          <p:txBody>
            <a:bodyPr vert="horz" lIns="3600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a:lnSpc>
                  <a:spcPts val="1080"/>
                </a:lnSpc>
                <a:spcBef>
                  <a:spcPts val="0"/>
                </a:spcBef>
                <a:spcAft>
                  <a:spcPts val="0"/>
                </a:spcAft>
              </a:pPr>
              <a:r>
                <a:rPr lang="en-CA" sz="700">
                  <a:latin typeface="Open Sans" panose="020B0606030504020204" pitchFamily="34" charset="0"/>
                  <a:ea typeface="Open Sans" panose="020B0606030504020204" pitchFamily="34" charset="0"/>
                  <a:cs typeface="Open Sans" panose="020B0606030504020204" pitchFamily="34" charset="0"/>
                </a:rPr>
                <a:t>Bullet point</a:t>
              </a:r>
            </a:p>
            <a:p>
              <a:pPr>
                <a:lnSpc>
                  <a:spcPts val="1080"/>
                </a:lnSpc>
                <a:spcBef>
                  <a:spcPts val="0"/>
                </a:spcBef>
                <a:spcAft>
                  <a:spcPts val="0"/>
                </a:spcAft>
              </a:pPr>
              <a:r>
                <a:rPr lang="en-CA" sz="700">
                  <a:latin typeface="Open Sans" panose="020B0606030504020204" pitchFamily="34" charset="0"/>
                  <a:ea typeface="Open Sans" panose="020B0606030504020204" pitchFamily="34" charset="0"/>
                  <a:cs typeface="Open Sans" panose="020B0606030504020204" pitchFamily="34" charset="0"/>
                </a:rPr>
                <a:t>Bullet point</a:t>
              </a:r>
            </a:p>
            <a:p>
              <a:pPr>
                <a:lnSpc>
                  <a:spcPts val="1080"/>
                </a:lnSpc>
                <a:spcBef>
                  <a:spcPts val="0"/>
                </a:spcBef>
                <a:spcAft>
                  <a:spcPts val="0"/>
                </a:spcAft>
              </a:pPr>
              <a:r>
                <a:rPr lang="en-CA" sz="700">
                  <a:latin typeface="Open Sans" panose="020B0606030504020204" pitchFamily="34" charset="0"/>
                  <a:ea typeface="Open Sans" panose="020B0606030504020204" pitchFamily="34" charset="0"/>
                  <a:cs typeface="Open Sans" panose="020B0606030504020204" pitchFamily="34" charset="0"/>
                </a:rPr>
                <a:t>Bullet point</a:t>
              </a:r>
            </a:p>
            <a:p>
              <a:pPr>
                <a:lnSpc>
                  <a:spcPts val="1080"/>
                </a:lnSpc>
                <a:spcBef>
                  <a:spcPts val="0"/>
                </a:spcBef>
                <a:spcAft>
                  <a:spcPts val="0"/>
                </a:spcAft>
              </a:pPr>
              <a:endParaRPr lang="en-CA" sz="700">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69" name="Group 68">
            <a:extLst>
              <a:ext uri="{FF2B5EF4-FFF2-40B4-BE49-F238E27FC236}">
                <a16:creationId xmlns:a16="http://schemas.microsoft.com/office/drawing/2014/main" id="{AAAF6F19-C32B-AC23-0B4C-C1EECA4038A9}"/>
              </a:ext>
            </a:extLst>
          </p:cNvPr>
          <p:cNvGrpSpPr/>
          <p:nvPr/>
        </p:nvGrpSpPr>
        <p:grpSpPr>
          <a:xfrm>
            <a:off x="5155489" y="5121858"/>
            <a:ext cx="1641258" cy="1536289"/>
            <a:chOff x="-1" y="4911789"/>
            <a:chExt cx="1641258" cy="1536289"/>
          </a:xfrm>
        </p:grpSpPr>
        <p:sp>
          <p:nvSpPr>
            <p:cNvPr id="70" name="Title 26">
              <a:extLst>
                <a:ext uri="{FF2B5EF4-FFF2-40B4-BE49-F238E27FC236}">
                  <a16:creationId xmlns:a16="http://schemas.microsoft.com/office/drawing/2014/main" id="{34E6E43E-D0D9-63BC-6A1E-212C6C93C2C3}"/>
                </a:ext>
              </a:extLst>
            </p:cNvPr>
            <p:cNvSpPr txBox="1">
              <a:spLocks/>
            </p:cNvSpPr>
            <p:nvPr/>
          </p:nvSpPr>
          <p:spPr>
            <a:xfrm>
              <a:off x="0" y="4911789"/>
              <a:ext cx="1641257" cy="221319"/>
            </a:xfrm>
            <a:prstGeom prst="rect">
              <a:avLst/>
            </a:prstGeom>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gn="ctr">
                <a:lnSpc>
                  <a:spcPct val="120000"/>
                </a:lnSpc>
              </a:pPr>
              <a:r>
                <a:rPr lang="en-CA" sz="1050" b="1">
                  <a:latin typeface="Open Sans" panose="020B0606030504020204" pitchFamily="34" charset="0"/>
                  <a:ea typeface="Open Sans" panose="020B0606030504020204" pitchFamily="34" charset="0"/>
                  <a:cs typeface="Open Sans" panose="020B0606030504020204" pitchFamily="34" charset="0"/>
                </a:rPr>
                <a:t>Firstname Lastname</a:t>
              </a:r>
            </a:p>
          </p:txBody>
        </p:sp>
        <p:sp>
          <p:nvSpPr>
            <p:cNvPr id="71" name="Content Placeholder 3">
              <a:extLst>
                <a:ext uri="{FF2B5EF4-FFF2-40B4-BE49-F238E27FC236}">
                  <a16:creationId xmlns:a16="http://schemas.microsoft.com/office/drawing/2014/main" id="{9A197675-32C6-4B6C-E1ED-BF33408862EF}"/>
                </a:ext>
              </a:extLst>
            </p:cNvPr>
            <p:cNvSpPr txBox="1">
              <a:spLocks/>
            </p:cNvSpPr>
            <p:nvPr/>
          </p:nvSpPr>
          <p:spPr>
            <a:xfrm>
              <a:off x="0" y="5133109"/>
              <a:ext cx="1641257" cy="336994"/>
            </a:xfrm>
            <a:prstGeom prst="rect">
              <a:avLst/>
            </a:prstGeom>
          </p:spPr>
          <p:txBody>
            <a:bodyPr vert="horz" lIns="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lgn="ctr">
                <a:spcBef>
                  <a:spcPts val="0"/>
                </a:spcBef>
                <a:spcAft>
                  <a:spcPts val="0"/>
                </a:spcAft>
                <a:buNone/>
              </a:pPr>
              <a:r>
                <a:rPr lang="en-CA" sz="900" b="1">
                  <a:latin typeface="Open Sans Semibold" panose="020B0606030504020204" pitchFamily="34" charset="0"/>
                  <a:ea typeface="Open Sans Semibold" panose="020B0606030504020204" pitchFamily="34" charset="0"/>
                  <a:cs typeface="Open Sans Semibold" panose="020B0606030504020204" pitchFamily="34" charset="0"/>
                </a:rPr>
                <a:t>Job Title, </a:t>
              </a:r>
            </a:p>
            <a:p>
              <a:pPr marL="0" indent="0" algn="ctr">
                <a:spcBef>
                  <a:spcPts val="0"/>
                </a:spcBef>
                <a:spcAft>
                  <a:spcPts val="0"/>
                </a:spcAft>
                <a:buNone/>
              </a:pPr>
              <a:r>
                <a:rPr lang="en-CA" sz="900">
                  <a:latin typeface="Open Sans" panose="020B0606030504020204" pitchFamily="34" charset="0"/>
                  <a:ea typeface="Open Sans" panose="020B0606030504020204" pitchFamily="34" charset="0"/>
                  <a:cs typeface="Open Sans" panose="020B0606030504020204" pitchFamily="34" charset="0"/>
                </a:rPr>
                <a:t>Region</a:t>
              </a:r>
            </a:p>
          </p:txBody>
        </p:sp>
        <p:sp>
          <p:nvSpPr>
            <p:cNvPr id="73" name="Content Placeholder 3">
              <a:extLst>
                <a:ext uri="{FF2B5EF4-FFF2-40B4-BE49-F238E27FC236}">
                  <a16:creationId xmlns:a16="http://schemas.microsoft.com/office/drawing/2014/main" id="{B18D80CF-4189-FE4E-4571-44345FD6479F}"/>
                </a:ext>
              </a:extLst>
            </p:cNvPr>
            <p:cNvSpPr txBox="1">
              <a:spLocks/>
            </p:cNvSpPr>
            <p:nvPr/>
          </p:nvSpPr>
          <p:spPr>
            <a:xfrm>
              <a:off x="0" y="5470103"/>
              <a:ext cx="1641257" cy="144967"/>
            </a:xfrm>
            <a:prstGeom prst="rect">
              <a:avLst/>
            </a:prstGeom>
          </p:spPr>
          <p:txBody>
            <a:bodyPr vert="horz" lIns="3600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spcBef>
                  <a:spcPts val="0"/>
                </a:spcBef>
                <a:spcAft>
                  <a:spcPts val="0"/>
                </a:spcAft>
                <a:buNone/>
              </a:pPr>
              <a:r>
                <a:rPr lang="en-CA" sz="750">
                  <a:solidFill>
                    <a:schemeClr val="accent2"/>
                  </a:solidFill>
                  <a:latin typeface="Open Sans" panose="020B0606030504020204" pitchFamily="34" charset="0"/>
                  <a:ea typeface="Open Sans" panose="020B0606030504020204" pitchFamily="34" charset="0"/>
                  <a:cs typeface="Open Sans" panose="020B0606030504020204" pitchFamily="34" charset="0"/>
                </a:rPr>
                <a:t>ROLE</a:t>
              </a:r>
            </a:p>
          </p:txBody>
        </p:sp>
        <p:sp>
          <p:nvSpPr>
            <p:cNvPr id="74" name="Content Placeholder 3">
              <a:extLst>
                <a:ext uri="{FF2B5EF4-FFF2-40B4-BE49-F238E27FC236}">
                  <a16:creationId xmlns:a16="http://schemas.microsoft.com/office/drawing/2014/main" id="{951777D7-F266-8CCD-EEF7-A8589107A4D1}"/>
                </a:ext>
              </a:extLst>
            </p:cNvPr>
            <p:cNvSpPr txBox="1">
              <a:spLocks/>
            </p:cNvSpPr>
            <p:nvPr/>
          </p:nvSpPr>
          <p:spPr>
            <a:xfrm>
              <a:off x="-1" y="5615070"/>
              <a:ext cx="1641257" cy="833008"/>
            </a:xfrm>
            <a:prstGeom prst="rect">
              <a:avLst/>
            </a:prstGeom>
          </p:spPr>
          <p:txBody>
            <a:bodyPr vert="horz" lIns="3600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a:lnSpc>
                  <a:spcPts val="1080"/>
                </a:lnSpc>
                <a:spcBef>
                  <a:spcPts val="0"/>
                </a:spcBef>
                <a:spcAft>
                  <a:spcPts val="0"/>
                </a:spcAft>
              </a:pPr>
              <a:r>
                <a:rPr lang="en-CA" sz="700">
                  <a:latin typeface="Open Sans" panose="020B0606030504020204" pitchFamily="34" charset="0"/>
                  <a:ea typeface="Open Sans" panose="020B0606030504020204" pitchFamily="34" charset="0"/>
                  <a:cs typeface="Open Sans" panose="020B0606030504020204" pitchFamily="34" charset="0"/>
                </a:rPr>
                <a:t>Bullet point</a:t>
              </a:r>
            </a:p>
            <a:p>
              <a:pPr>
                <a:lnSpc>
                  <a:spcPts val="1080"/>
                </a:lnSpc>
                <a:spcBef>
                  <a:spcPts val="0"/>
                </a:spcBef>
                <a:spcAft>
                  <a:spcPts val="0"/>
                </a:spcAft>
              </a:pPr>
              <a:r>
                <a:rPr lang="en-CA" sz="700">
                  <a:latin typeface="Open Sans" panose="020B0606030504020204" pitchFamily="34" charset="0"/>
                  <a:ea typeface="Open Sans" panose="020B0606030504020204" pitchFamily="34" charset="0"/>
                  <a:cs typeface="Open Sans" panose="020B0606030504020204" pitchFamily="34" charset="0"/>
                </a:rPr>
                <a:t>Bullet point</a:t>
              </a:r>
            </a:p>
            <a:p>
              <a:pPr>
                <a:lnSpc>
                  <a:spcPts val="1080"/>
                </a:lnSpc>
                <a:spcBef>
                  <a:spcPts val="0"/>
                </a:spcBef>
                <a:spcAft>
                  <a:spcPts val="0"/>
                </a:spcAft>
              </a:pPr>
              <a:r>
                <a:rPr lang="en-CA" sz="700">
                  <a:latin typeface="Open Sans" panose="020B0606030504020204" pitchFamily="34" charset="0"/>
                  <a:ea typeface="Open Sans" panose="020B0606030504020204" pitchFamily="34" charset="0"/>
                  <a:cs typeface="Open Sans" panose="020B0606030504020204" pitchFamily="34" charset="0"/>
                </a:rPr>
                <a:t>Bullet point</a:t>
              </a:r>
            </a:p>
            <a:p>
              <a:pPr>
                <a:lnSpc>
                  <a:spcPts val="1080"/>
                </a:lnSpc>
                <a:spcBef>
                  <a:spcPts val="0"/>
                </a:spcBef>
                <a:spcAft>
                  <a:spcPts val="0"/>
                </a:spcAft>
              </a:pPr>
              <a:endParaRPr lang="en-CA" sz="700">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75" name="Group 74">
            <a:extLst>
              <a:ext uri="{FF2B5EF4-FFF2-40B4-BE49-F238E27FC236}">
                <a16:creationId xmlns:a16="http://schemas.microsoft.com/office/drawing/2014/main" id="{2B7934A2-B144-807C-D116-820BFF2343DB}"/>
              </a:ext>
            </a:extLst>
          </p:cNvPr>
          <p:cNvGrpSpPr/>
          <p:nvPr/>
        </p:nvGrpSpPr>
        <p:grpSpPr>
          <a:xfrm>
            <a:off x="7594279" y="5121858"/>
            <a:ext cx="1641258" cy="1536289"/>
            <a:chOff x="-1" y="4911789"/>
            <a:chExt cx="1641258" cy="1536289"/>
          </a:xfrm>
        </p:grpSpPr>
        <p:sp>
          <p:nvSpPr>
            <p:cNvPr id="76" name="Title 26">
              <a:extLst>
                <a:ext uri="{FF2B5EF4-FFF2-40B4-BE49-F238E27FC236}">
                  <a16:creationId xmlns:a16="http://schemas.microsoft.com/office/drawing/2014/main" id="{5468A306-A930-D862-4718-14BFE77A0C19}"/>
                </a:ext>
              </a:extLst>
            </p:cNvPr>
            <p:cNvSpPr txBox="1">
              <a:spLocks/>
            </p:cNvSpPr>
            <p:nvPr/>
          </p:nvSpPr>
          <p:spPr>
            <a:xfrm>
              <a:off x="0" y="4911789"/>
              <a:ext cx="1641257" cy="221319"/>
            </a:xfrm>
            <a:prstGeom prst="rect">
              <a:avLst/>
            </a:prstGeom>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gn="ctr">
                <a:lnSpc>
                  <a:spcPct val="120000"/>
                </a:lnSpc>
              </a:pPr>
              <a:r>
                <a:rPr lang="en-CA" sz="1050" b="1">
                  <a:latin typeface="Open Sans" panose="020B0606030504020204" pitchFamily="34" charset="0"/>
                  <a:ea typeface="Open Sans" panose="020B0606030504020204" pitchFamily="34" charset="0"/>
                  <a:cs typeface="Open Sans" panose="020B0606030504020204" pitchFamily="34" charset="0"/>
                </a:rPr>
                <a:t>Firstname Lastname</a:t>
              </a:r>
            </a:p>
          </p:txBody>
        </p:sp>
        <p:sp>
          <p:nvSpPr>
            <p:cNvPr id="77" name="Content Placeholder 3">
              <a:extLst>
                <a:ext uri="{FF2B5EF4-FFF2-40B4-BE49-F238E27FC236}">
                  <a16:creationId xmlns:a16="http://schemas.microsoft.com/office/drawing/2014/main" id="{3546786C-AA2E-911D-B273-C5C36B2DFA97}"/>
                </a:ext>
              </a:extLst>
            </p:cNvPr>
            <p:cNvSpPr txBox="1">
              <a:spLocks/>
            </p:cNvSpPr>
            <p:nvPr/>
          </p:nvSpPr>
          <p:spPr>
            <a:xfrm>
              <a:off x="0" y="5133109"/>
              <a:ext cx="1641257" cy="336994"/>
            </a:xfrm>
            <a:prstGeom prst="rect">
              <a:avLst/>
            </a:prstGeom>
          </p:spPr>
          <p:txBody>
            <a:bodyPr vert="horz" lIns="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lgn="ctr">
                <a:spcBef>
                  <a:spcPts val="0"/>
                </a:spcBef>
                <a:spcAft>
                  <a:spcPts val="0"/>
                </a:spcAft>
                <a:buNone/>
              </a:pPr>
              <a:r>
                <a:rPr lang="en-CA" sz="900" b="1">
                  <a:latin typeface="Open Sans Semibold" panose="020B0606030504020204" pitchFamily="34" charset="0"/>
                  <a:ea typeface="Open Sans Semibold" panose="020B0606030504020204" pitchFamily="34" charset="0"/>
                  <a:cs typeface="Open Sans Semibold" panose="020B0606030504020204" pitchFamily="34" charset="0"/>
                </a:rPr>
                <a:t>Job Title, </a:t>
              </a:r>
            </a:p>
            <a:p>
              <a:pPr marL="0" indent="0" algn="ctr">
                <a:spcBef>
                  <a:spcPts val="0"/>
                </a:spcBef>
                <a:spcAft>
                  <a:spcPts val="0"/>
                </a:spcAft>
                <a:buNone/>
              </a:pPr>
              <a:r>
                <a:rPr lang="en-CA" sz="900">
                  <a:latin typeface="Open Sans" panose="020B0606030504020204" pitchFamily="34" charset="0"/>
                  <a:ea typeface="Open Sans" panose="020B0606030504020204" pitchFamily="34" charset="0"/>
                  <a:cs typeface="Open Sans" panose="020B0606030504020204" pitchFamily="34" charset="0"/>
                </a:rPr>
                <a:t>Region</a:t>
              </a:r>
            </a:p>
          </p:txBody>
        </p:sp>
        <p:sp>
          <p:nvSpPr>
            <p:cNvPr id="79" name="Content Placeholder 3">
              <a:extLst>
                <a:ext uri="{FF2B5EF4-FFF2-40B4-BE49-F238E27FC236}">
                  <a16:creationId xmlns:a16="http://schemas.microsoft.com/office/drawing/2014/main" id="{344C963A-A522-9D07-8E93-BB2B709E0107}"/>
                </a:ext>
              </a:extLst>
            </p:cNvPr>
            <p:cNvSpPr txBox="1">
              <a:spLocks/>
            </p:cNvSpPr>
            <p:nvPr/>
          </p:nvSpPr>
          <p:spPr>
            <a:xfrm>
              <a:off x="0" y="5470103"/>
              <a:ext cx="1641257" cy="144967"/>
            </a:xfrm>
            <a:prstGeom prst="rect">
              <a:avLst/>
            </a:prstGeom>
          </p:spPr>
          <p:txBody>
            <a:bodyPr vert="horz" lIns="3600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spcBef>
                  <a:spcPts val="0"/>
                </a:spcBef>
                <a:spcAft>
                  <a:spcPts val="0"/>
                </a:spcAft>
                <a:buNone/>
              </a:pPr>
              <a:r>
                <a:rPr lang="en-CA" sz="750">
                  <a:solidFill>
                    <a:schemeClr val="accent2"/>
                  </a:solidFill>
                  <a:latin typeface="Open Sans" panose="020B0606030504020204" pitchFamily="34" charset="0"/>
                  <a:ea typeface="Open Sans" panose="020B0606030504020204" pitchFamily="34" charset="0"/>
                  <a:cs typeface="Open Sans" panose="020B0606030504020204" pitchFamily="34" charset="0"/>
                </a:rPr>
                <a:t>ROLE</a:t>
              </a:r>
            </a:p>
          </p:txBody>
        </p:sp>
        <p:sp>
          <p:nvSpPr>
            <p:cNvPr id="80" name="Content Placeholder 3">
              <a:extLst>
                <a:ext uri="{FF2B5EF4-FFF2-40B4-BE49-F238E27FC236}">
                  <a16:creationId xmlns:a16="http://schemas.microsoft.com/office/drawing/2014/main" id="{908D1B60-AAD5-AADD-BFE7-B3834B12BC8B}"/>
                </a:ext>
              </a:extLst>
            </p:cNvPr>
            <p:cNvSpPr txBox="1">
              <a:spLocks/>
            </p:cNvSpPr>
            <p:nvPr/>
          </p:nvSpPr>
          <p:spPr>
            <a:xfrm>
              <a:off x="-1" y="5615070"/>
              <a:ext cx="1641257" cy="833008"/>
            </a:xfrm>
            <a:prstGeom prst="rect">
              <a:avLst/>
            </a:prstGeom>
          </p:spPr>
          <p:txBody>
            <a:bodyPr vert="horz" lIns="3600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a:lnSpc>
                  <a:spcPts val="1080"/>
                </a:lnSpc>
                <a:spcBef>
                  <a:spcPts val="0"/>
                </a:spcBef>
                <a:spcAft>
                  <a:spcPts val="0"/>
                </a:spcAft>
              </a:pPr>
              <a:r>
                <a:rPr lang="en-CA" sz="700">
                  <a:latin typeface="Open Sans" panose="020B0606030504020204" pitchFamily="34" charset="0"/>
                  <a:ea typeface="Open Sans" panose="020B0606030504020204" pitchFamily="34" charset="0"/>
                  <a:cs typeface="Open Sans" panose="020B0606030504020204" pitchFamily="34" charset="0"/>
                </a:rPr>
                <a:t>Bullet point</a:t>
              </a:r>
            </a:p>
            <a:p>
              <a:pPr>
                <a:lnSpc>
                  <a:spcPts val="1080"/>
                </a:lnSpc>
                <a:spcBef>
                  <a:spcPts val="0"/>
                </a:spcBef>
                <a:spcAft>
                  <a:spcPts val="0"/>
                </a:spcAft>
              </a:pPr>
              <a:r>
                <a:rPr lang="en-CA" sz="700">
                  <a:latin typeface="Open Sans" panose="020B0606030504020204" pitchFamily="34" charset="0"/>
                  <a:ea typeface="Open Sans" panose="020B0606030504020204" pitchFamily="34" charset="0"/>
                  <a:cs typeface="Open Sans" panose="020B0606030504020204" pitchFamily="34" charset="0"/>
                </a:rPr>
                <a:t>Bullet point</a:t>
              </a:r>
            </a:p>
            <a:p>
              <a:pPr>
                <a:lnSpc>
                  <a:spcPts val="1080"/>
                </a:lnSpc>
                <a:spcBef>
                  <a:spcPts val="0"/>
                </a:spcBef>
                <a:spcAft>
                  <a:spcPts val="0"/>
                </a:spcAft>
              </a:pPr>
              <a:r>
                <a:rPr lang="en-CA" sz="700">
                  <a:latin typeface="Open Sans" panose="020B0606030504020204" pitchFamily="34" charset="0"/>
                  <a:ea typeface="Open Sans" panose="020B0606030504020204" pitchFamily="34" charset="0"/>
                  <a:cs typeface="Open Sans" panose="020B0606030504020204" pitchFamily="34" charset="0"/>
                </a:rPr>
                <a:t>Bullet point</a:t>
              </a:r>
            </a:p>
            <a:p>
              <a:pPr>
                <a:lnSpc>
                  <a:spcPts val="1080"/>
                </a:lnSpc>
                <a:spcBef>
                  <a:spcPts val="0"/>
                </a:spcBef>
                <a:spcAft>
                  <a:spcPts val="0"/>
                </a:spcAft>
              </a:pPr>
              <a:endParaRPr lang="en-CA" sz="700">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81" name="Group 80">
            <a:extLst>
              <a:ext uri="{FF2B5EF4-FFF2-40B4-BE49-F238E27FC236}">
                <a16:creationId xmlns:a16="http://schemas.microsoft.com/office/drawing/2014/main" id="{4F9E9114-262A-131B-BD73-C7BBA5BE7628}"/>
              </a:ext>
            </a:extLst>
          </p:cNvPr>
          <p:cNvGrpSpPr/>
          <p:nvPr/>
        </p:nvGrpSpPr>
        <p:grpSpPr>
          <a:xfrm>
            <a:off x="9793965" y="5121858"/>
            <a:ext cx="1641258" cy="1536289"/>
            <a:chOff x="-1" y="4911789"/>
            <a:chExt cx="1641258" cy="1536289"/>
          </a:xfrm>
        </p:grpSpPr>
        <p:sp>
          <p:nvSpPr>
            <p:cNvPr id="82" name="Title 26">
              <a:extLst>
                <a:ext uri="{FF2B5EF4-FFF2-40B4-BE49-F238E27FC236}">
                  <a16:creationId xmlns:a16="http://schemas.microsoft.com/office/drawing/2014/main" id="{D11302D6-19BA-67E7-D355-B559272F8EBC}"/>
                </a:ext>
              </a:extLst>
            </p:cNvPr>
            <p:cNvSpPr txBox="1">
              <a:spLocks/>
            </p:cNvSpPr>
            <p:nvPr/>
          </p:nvSpPr>
          <p:spPr>
            <a:xfrm>
              <a:off x="0" y="4911789"/>
              <a:ext cx="1641257" cy="221319"/>
            </a:xfrm>
            <a:prstGeom prst="rect">
              <a:avLst/>
            </a:prstGeom>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gn="ctr">
                <a:lnSpc>
                  <a:spcPct val="120000"/>
                </a:lnSpc>
              </a:pPr>
              <a:r>
                <a:rPr lang="en-CA" sz="1050" b="1">
                  <a:latin typeface="Open Sans" panose="020B0606030504020204" pitchFamily="34" charset="0"/>
                  <a:ea typeface="Open Sans" panose="020B0606030504020204" pitchFamily="34" charset="0"/>
                  <a:cs typeface="Open Sans" panose="020B0606030504020204" pitchFamily="34" charset="0"/>
                </a:rPr>
                <a:t>Firstname Lastname</a:t>
              </a:r>
            </a:p>
          </p:txBody>
        </p:sp>
        <p:sp>
          <p:nvSpPr>
            <p:cNvPr id="83" name="Content Placeholder 3">
              <a:extLst>
                <a:ext uri="{FF2B5EF4-FFF2-40B4-BE49-F238E27FC236}">
                  <a16:creationId xmlns:a16="http://schemas.microsoft.com/office/drawing/2014/main" id="{0CCD44C6-4279-F336-AA2B-12A031E3DDBE}"/>
                </a:ext>
              </a:extLst>
            </p:cNvPr>
            <p:cNvSpPr txBox="1">
              <a:spLocks/>
            </p:cNvSpPr>
            <p:nvPr/>
          </p:nvSpPr>
          <p:spPr>
            <a:xfrm>
              <a:off x="0" y="5133109"/>
              <a:ext cx="1641257" cy="336994"/>
            </a:xfrm>
            <a:prstGeom prst="rect">
              <a:avLst/>
            </a:prstGeom>
          </p:spPr>
          <p:txBody>
            <a:bodyPr vert="horz" lIns="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lgn="ctr">
                <a:spcBef>
                  <a:spcPts val="0"/>
                </a:spcBef>
                <a:spcAft>
                  <a:spcPts val="0"/>
                </a:spcAft>
                <a:buNone/>
              </a:pPr>
              <a:r>
                <a:rPr lang="en-CA" sz="900" b="1">
                  <a:latin typeface="Open Sans Semibold" panose="020B0606030504020204" pitchFamily="34" charset="0"/>
                  <a:ea typeface="Open Sans Semibold" panose="020B0606030504020204" pitchFamily="34" charset="0"/>
                  <a:cs typeface="Open Sans Semibold" panose="020B0606030504020204" pitchFamily="34" charset="0"/>
                </a:rPr>
                <a:t>Job Title, </a:t>
              </a:r>
            </a:p>
            <a:p>
              <a:pPr marL="0" indent="0" algn="ctr">
                <a:spcBef>
                  <a:spcPts val="0"/>
                </a:spcBef>
                <a:spcAft>
                  <a:spcPts val="0"/>
                </a:spcAft>
                <a:buNone/>
              </a:pPr>
              <a:r>
                <a:rPr lang="en-CA" sz="900">
                  <a:latin typeface="Open Sans" panose="020B0606030504020204" pitchFamily="34" charset="0"/>
                  <a:ea typeface="Open Sans" panose="020B0606030504020204" pitchFamily="34" charset="0"/>
                  <a:cs typeface="Open Sans" panose="020B0606030504020204" pitchFamily="34" charset="0"/>
                </a:rPr>
                <a:t>Region</a:t>
              </a:r>
            </a:p>
          </p:txBody>
        </p:sp>
        <p:sp>
          <p:nvSpPr>
            <p:cNvPr id="85" name="Content Placeholder 3">
              <a:extLst>
                <a:ext uri="{FF2B5EF4-FFF2-40B4-BE49-F238E27FC236}">
                  <a16:creationId xmlns:a16="http://schemas.microsoft.com/office/drawing/2014/main" id="{DB1B7A83-FAFB-AC9C-4514-7EE1B2748E94}"/>
                </a:ext>
              </a:extLst>
            </p:cNvPr>
            <p:cNvSpPr txBox="1">
              <a:spLocks/>
            </p:cNvSpPr>
            <p:nvPr/>
          </p:nvSpPr>
          <p:spPr>
            <a:xfrm>
              <a:off x="0" y="5470103"/>
              <a:ext cx="1641257" cy="144967"/>
            </a:xfrm>
            <a:prstGeom prst="rect">
              <a:avLst/>
            </a:prstGeom>
          </p:spPr>
          <p:txBody>
            <a:bodyPr vert="horz" lIns="3600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spcBef>
                  <a:spcPts val="0"/>
                </a:spcBef>
                <a:spcAft>
                  <a:spcPts val="0"/>
                </a:spcAft>
                <a:buNone/>
              </a:pPr>
              <a:r>
                <a:rPr lang="en-CA" sz="750">
                  <a:solidFill>
                    <a:schemeClr val="accent2"/>
                  </a:solidFill>
                  <a:latin typeface="Open Sans" panose="020B0606030504020204" pitchFamily="34" charset="0"/>
                  <a:ea typeface="Open Sans" panose="020B0606030504020204" pitchFamily="34" charset="0"/>
                  <a:cs typeface="Open Sans" panose="020B0606030504020204" pitchFamily="34" charset="0"/>
                </a:rPr>
                <a:t>ROLE</a:t>
              </a:r>
            </a:p>
          </p:txBody>
        </p:sp>
        <p:sp>
          <p:nvSpPr>
            <p:cNvPr id="86" name="Content Placeholder 3">
              <a:extLst>
                <a:ext uri="{FF2B5EF4-FFF2-40B4-BE49-F238E27FC236}">
                  <a16:creationId xmlns:a16="http://schemas.microsoft.com/office/drawing/2014/main" id="{2256711A-28D9-ABA5-E96E-F2570413952E}"/>
                </a:ext>
              </a:extLst>
            </p:cNvPr>
            <p:cNvSpPr txBox="1">
              <a:spLocks/>
            </p:cNvSpPr>
            <p:nvPr/>
          </p:nvSpPr>
          <p:spPr>
            <a:xfrm>
              <a:off x="-1" y="5615070"/>
              <a:ext cx="1641257" cy="833008"/>
            </a:xfrm>
            <a:prstGeom prst="rect">
              <a:avLst/>
            </a:prstGeom>
          </p:spPr>
          <p:txBody>
            <a:bodyPr vert="horz" lIns="3600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a:lnSpc>
                  <a:spcPts val="1080"/>
                </a:lnSpc>
                <a:spcBef>
                  <a:spcPts val="0"/>
                </a:spcBef>
                <a:spcAft>
                  <a:spcPts val="0"/>
                </a:spcAft>
              </a:pPr>
              <a:r>
                <a:rPr lang="en-CA" sz="700">
                  <a:latin typeface="Open Sans" panose="020B0606030504020204" pitchFamily="34" charset="0"/>
                  <a:ea typeface="Open Sans" panose="020B0606030504020204" pitchFamily="34" charset="0"/>
                  <a:cs typeface="Open Sans" panose="020B0606030504020204" pitchFamily="34" charset="0"/>
                </a:rPr>
                <a:t>Bullet point</a:t>
              </a:r>
            </a:p>
            <a:p>
              <a:pPr>
                <a:lnSpc>
                  <a:spcPts val="1080"/>
                </a:lnSpc>
                <a:spcBef>
                  <a:spcPts val="0"/>
                </a:spcBef>
                <a:spcAft>
                  <a:spcPts val="0"/>
                </a:spcAft>
              </a:pPr>
              <a:r>
                <a:rPr lang="en-CA" sz="700">
                  <a:latin typeface="Open Sans" panose="020B0606030504020204" pitchFamily="34" charset="0"/>
                  <a:ea typeface="Open Sans" panose="020B0606030504020204" pitchFamily="34" charset="0"/>
                  <a:cs typeface="Open Sans" panose="020B0606030504020204" pitchFamily="34" charset="0"/>
                </a:rPr>
                <a:t>Bullet point</a:t>
              </a:r>
            </a:p>
            <a:p>
              <a:pPr>
                <a:lnSpc>
                  <a:spcPts val="1080"/>
                </a:lnSpc>
                <a:spcBef>
                  <a:spcPts val="0"/>
                </a:spcBef>
                <a:spcAft>
                  <a:spcPts val="0"/>
                </a:spcAft>
              </a:pPr>
              <a:r>
                <a:rPr lang="en-CA" sz="700">
                  <a:latin typeface="Open Sans" panose="020B0606030504020204" pitchFamily="34" charset="0"/>
                  <a:ea typeface="Open Sans" panose="020B0606030504020204" pitchFamily="34" charset="0"/>
                  <a:cs typeface="Open Sans" panose="020B0606030504020204" pitchFamily="34" charset="0"/>
                </a:rPr>
                <a:t>Bullet point</a:t>
              </a:r>
            </a:p>
            <a:p>
              <a:pPr>
                <a:lnSpc>
                  <a:spcPts val="1080"/>
                </a:lnSpc>
                <a:spcBef>
                  <a:spcPts val="0"/>
                </a:spcBef>
                <a:spcAft>
                  <a:spcPts val="0"/>
                </a:spcAft>
              </a:pPr>
              <a:endParaRPr lang="en-CA" sz="700">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87" name="Group 86">
            <a:extLst>
              <a:ext uri="{FF2B5EF4-FFF2-40B4-BE49-F238E27FC236}">
                <a16:creationId xmlns:a16="http://schemas.microsoft.com/office/drawing/2014/main" id="{0DAF6890-78E0-4D36-EF86-2CBD91F5B160}"/>
              </a:ext>
            </a:extLst>
          </p:cNvPr>
          <p:cNvGrpSpPr/>
          <p:nvPr/>
        </p:nvGrpSpPr>
        <p:grpSpPr>
          <a:xfrm>
            <a:off x="3869341" y="1706368"/>
            <a:ext cx="3516552" cy="1917479"/>
            <a:chOff x="3888901" y="1595155"/>
            <a:chExt cx="3516552" cy="1917479"/>
          </a:xfrm>
        </p:grpSpPr>
        <p:sp>
          <p:nvSpPr>
            <p:cNvPr id="88" name="Title 26">
              <a:extLst>
                <a:ext uri="{FF2B5EF4-FFF2-40B4-BE49-F238E27FC236}">
                  <a16:creationId xmlns:a16="http://schemas.microsoft.com/office/drawing/2014/main" id="{D187FF44-406B-C297-19E7-AD5AFE62C790}"/>
                </a:ext>
              </a:extLst>
            </p:cNvPr>
            <p:cNvSpPr txBox="1">
              <a:spLocks/>
            </p:cNvSpPr>
            <p:nvPr/>
          </p:nvSpPr>
          <p:spPr>
            <a:xfrm>
              <a:off x="3888901" y="1595155"/>
              <a:ext cx="1641257" cy="221319"/>
            </a:xfrm>
            <a:prstGeom prst="rect">
              <a:avLst/>
            </a:prstGeom>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gn="ctr">
                <a:lnSpc>
                  <a:spcPct val="120000"/>
                </a:lnSpc>
              </a:pPr>
              <a:r>
                <a:rPr lang="en-CA" sz="1050" b="1">
                  <a:latin typeface="Open Sans" panose="020B0606030504020204" pitchFamily="34" charset="0"/>
                  <a:ea typeface="Open Sans" panose="020B0606030504020204" pitchFamily="34" charset="0"/>
                  <a:cs typeface="Open Sans" panose="020B0606030504020204" pitchFamily="34" charset="0"/>
                </a:rPr>
                <a:t>Firstname Lastname</a:t>
              </a:r>
            </a:p>
          </p:txBody>
        </p:sp>
        <p:sp>
          <p:nvSpPr>
            <p:cNvPr id="89" name="Content Placeholder 3">
              <a:extLst>
                <a:ext uri="{FF2B5EF4-FFF2-40B4-BE49-F238E27FC236}">
                  <a16:creationId xmlns:a16="http://schemas.microsoft.com/office/drawing/2014/main" id="{BBC66A09-9355-F97E-9FAE-D86EA7301C92}"/>
                </a:ext>
              </a:extLst>
            </p:cNvPr>
            <p:cNvSpPr txBox="1">
              <a:spLocks/>
            </p:cNvSpPr>
            <p:nvPr/>
          </p:nvSpPr>
          <p:spPr>
            <a:xfrm>
              <a:off x="3888901" y="1816475"/>
              <a:ext cx="1641257" cy="336994"/>
            </a:xfrm>
            <a:prstGeom prst="rect">
              <a:avLst/>
            </a:prstGeom>
          </p:spPr>
          <p:txBody>
            <a:bodyPr vert="horz" lIns="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lgn="ctr">
                <a:spcBef>
                  <a:spcPts val="0"/>
                </a:spcBef>
                <a:spcAft>
                  <a:spcPts val="0"/>
                </a:spcAft>
                <a:buNone/>
              </a:pPr>
              <a:r>
                <a:rPr lang="en-CA" sz="900" b="1">
                  <a:latin typeface="Open Sans Semibold" panose="020B0606030504020204" pitchFamily="34" charset="0"/>
                  <a:ea typeface="Open Sans Semibold" panose="020B0606030504020204" pitchFamily="34" charset="0"/>
                  <a:cs typeface="Open Sans Semibold" panose="020B0606030504020204" pitchFamily="34" charset="0"/>
                </a:rPr>
                <a:t>Job Title, </a:t>
              </a:r>
            </a:p>
            <a:p>
              <a:pPr marL="0" indent="0" algn="ctr">
                <a:spcBef>
                  <a:spcPts val="0"/>
                </a:spcBef>
                <a:spcAft>
                  <a:spcPts val="0"/>
                </a:spcAft>
                <a:buNone/>
              </a:pPr>
              <a:r>
                <a:rPr lang="en-CA" sz="900">
                  <a:latin typeface="Open Sans" panose="020B0606030504020204" pitchFamily="34" charset="0"/>
                  <a:ea typeface="Open Sans" panose="020B0606030504020204" pitchFamily="34" charset="0"/>
                  <a:cs typeface="Open Sans" panose="020B0606030504020204" pitchFamily="34" charset="0"/>
                </a:rPr>
                <a:t>Region</a:t>
              </a:r>
            </a:p>
          </p:txBody>
        </p:sp>
        <p:sp>
          <p:nvSpPr>
            <p:cNvPr id="91" name="Content Placeholder 3">
              <a:extLst>
                <a:ext uri="{FF2B5EF4-FFF2-40B4-BE49-F238E27FC236}">
                  <a16:creationId xmlns:a16="http://schemas.microsoft.com/office/drawing/2014/main" id="{7D54A427-2C96-F238-7BCB-36E9B44B991D}"/>
                </a:ext>
              </a:extLst>
            </p:cNvPr>
            <p:cNvSpPr txBox="1">
              <a:spLocks/>
            </p:cNvSpPr>
            <p:nvPr/>
          </p:nvSpPr>
          <p:spPr>
            <a:xfrm>
              <a:off x="4121376" y="2300701"/>
              <a:ext cx="1641257" cy="144967"/>
            </a:xfrm>
            <a:prstGeom prst="rect">
              <a:avLst/>
            </a:prstGeom>
          </p:spPr>
          <p:txBody>
            <a:bodyPr vert="horz" lIns="3600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spcBef>
                  <a:spcPts val="0"/>
                </a:spcBef>
                <a:spcAft>
                  <a:spcPts val="0"/>
                </a:spcAft>
                <a:buNone/>
              </a:pPr>
              <a:r>
                <a:rPr lang="en-CA" sz="750">
                  <a:solidFill>
                    <a:schemeClr val="accent2"/>
                  </a:solidFill>
                  <a:latin typeface="Open Sans" panose="020B0606030504020204" pitchFamily="34" charset="0"/>
                  <a:ea typeface="Open Sans" panose="020B0606030504020204" pitchFamily="34" charset="0"/>
                  <a:cs typeface="Open Sans" panose="020B0606030504020204" pitchFamily="34" charset="0"/>
                </a:rPr>
                <a:t>ROLE</a:t>
              </a:r>
            </a:p>
          </p:txBody>
        </p:sp>
        <p:sp>
          <p:nvSpPr>
            <p:cNvPr id="92" name="Content Placeholder 3">
              <a:extLst>
                <a:ext uri="{FF2B5EF4-FFF2-40B4-BE49-F238E27FC236}">
                  <a16:creationId xmlns:a16="http://schemas.microsoft.com/office/drawing/2014/main" id="{431D9BA9-84CB-DC25-DAE9-B54C064BCEF4}"/>
                </a:ext>
              </a:extLst>
            </p:cNvPr>
            <p:cNvSpPr txBox="1">
              <a:spLocks/>
            </p:cNvSpPr>
            <p:nvPr/>
          </p:nvSpPr>
          <p:spPr>
            <a:xfrm>
              <a:off x="4128930" y="2825378"/>
              <a:ext cx="1641257" cy="687256"/>
            </a:xfrm>
            <a:prstGeom prst="rect">
              <a:avLst/>
            </a:prstGeom>
          </p:spPr>
          <p:txBody>
            <a:bodyPr vert="horz" lIns="3600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a:lnSpc>
                  <a:spcPts val="1080"/>
                </a:lnSpc>
                <a:spcBef>
                  <a:spcPts val="0"/>
                </a:spcBef>
                <a:spcAft>
                  <a:spcPts val="0"/>
                </a:spcAft>
              </a:pPr>
              <a:r>
                <a:rPr lang="en-CA" sz="700">
                  <a:latin typeface="Open Sans" panose="020B0606030504020204" pitchFamily="34" charset="0"/>
                  <a:ea typeface="Open Sans" panose="020B0606030504020204" pitchFamily="34" charset="0"/>
                  <a:cs typeface="Open Sans" panose="020B0606030504020204" pitchFamily="34" charset="0"/>
                </a:rPr>
                <a:t>Bullet point</a:t>
              </a:r>
            </a:p>
            <a:p>
              <a:pPr>
                <a:lnSpc>
                  <a:spcPts val="1080"/>
                </a:lnSpc>
                <a:spcBef>
                  <a:spcPts val="0"/>
                </a:spcBef>
                <a:spcAft>
                  <a:spcPts val="0"/>
                </a:spcAft>
              </a:pPr>
              <a:r>
                <a:rPr lang="en-CA" sz="700">
                  <a:latin typeface="Open Sans" panose="020B0606030504020204" pitchFamily="34" charset="0"/>
                  <a:ea typeface="Open Sans" panose="020B0606030504020204" pitchFamily="34" charset="0"/>
                  <a:cs typeface="Open Sans" panose="020B0606030504020204" pitchFamily="34" charset="0"/>
                </a:rPr>
                <a:t>Bullet point</a:t>
              </a:r>
            </a:p>
            <a:p>
              <a:pPr>
                <a:lnSpc>
                  <a:spcPts val="1080"/>
                </a:lnSpc>
                <a:spcBef>
                  <a:spcPts val="0"/>
                </a:spcBef>
                <a:spcAft>
                  <a:spcPts val="0"/>
                </a:spcAft>
              </a:pPr>
              <a:r>
                <a:rPr lang="en-CA" sz="700">
                  <a:latin typeface="Open Sans" panose="020B0606030504020204" pitchFamily="34" charset="0"/>
                  <a:ea typeface="Open Sans" panose="020B0606030504020204" pitchFamily="34" charset="0"/>
                  <a:cs typeface="Open Sans" panose="020B0606030504020204" pitchFamily="34" charset="0"/>
                </a:rPr>
                <a:t>Bullet point</a:t>
              </a:r>
            </a:p>
            <a:p>
              <a:pPr>
                <a:lnSpc>
                  <a:spcPts val="1080"/>
                </a:lnSpc>
                <a:spcBef>
                  <a:spcPts val="0"/>
                </a:spcBef>
                <a:spcAft>
                  <a:spcPts val="0"/>
                </a:spcAft>
              </a:pPr>
              <a:endParaRPr lang="en-CA" sz="700">
                <a:latin typeface="Open Sans" panose="020B0606030504020204" pitchFamily="34" charset="0"/>
                <a:ea typeface="Open Sans" panose="020B0606030504020204" pitchFamily="34" charset="0"/>
                <a:cs typeface="Open Sans" panose="020B0606030504020204" pitchFamily="34" charset="0"/>
              </a:endParaRPr>
            </a:p>
          </p:txBody>
        </p:sp>
        <p:sp>
          <p:nvSpPr>
            <p:cNvPr id="93" name="Title 26">
              <a:extLst>
                <a:ext uri="{FF2B5EF4-FFF2-40B4-BE49-F238E27FC236}">
                  <a16:creationId xmlns:a16="http://schemas.microsoft.com/office/drawing/2014/main" id="{0674D1E4-2A26-9F43-1306-1CA889AECBED}"/>
                </a:ext>
              </a:extLst>
            </p:cNvPr>
            <p:cNvSpPr txBox="1">
              <a:spLocks/>
            </p:cNvSpPr>
            <p:nvPr/>
          </p:nvSpPr>
          <p:spPr>
            <a:xfrm>
              <a:off x="5764196" y="1595155"/>
              <a:ext cx="1641257" cy="221319"/>
            </a:xfrm>
            <a:prstGeom prst="rect">
              <a:avLst/>
            </a:prstGeom>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gn="ctr">
                <a:lnSpc>
                  <a:spcPct val="120000"/>
                </a:lnSpc>
              </a:pPr>
              <a:r>
                <a:rPr lang="en-CA" sz="1050" b="1">
                  <a:latin typeface="Open Sans" panose="020B0606030504020204" pitchFamily="34" charset="0"/>
                  <a:ea typeface="Open Sans" panose="020B0606030504020204" pitchFamily="34" charset="0"/>
                  <a:cs typeface="Open Sans" panose="020B0606030504020204" pitchFamily="34" charset="0"/>
                </a:rPr>
                <a:t>Firstname Lastname</a:t>
              </a:r>
            </a:p>
          </p:txBody>
        </p:sp>
        <p:sp>
          <p:nvSpPr>
            <p:cNvPr id="94" name="Content Placeholder 3">
              <a:extLst>
                <a:ext uri="{FF2B5EF4-FFF2-40B4-BE49-F238E27FC236}">
                  <a16:creationId xmlns:a16="http://schemas.microsoft.com/office/drawing/2014/main" id="{18DFC326-0B8C-041B-B014-06DDB74FD79B}"/>
                </a:ext>
              </a:extLst>
            </p:cNvPr>
            <p:cNvSpPr txBox="1">
              <a:spLocks/>
            </p:cNvSpPr>
            <p:nvPr/>
          </p:nvSpPr>
          <p:spPr>
            <a:xfrm>
              <a:off x="5764196" y="1816475"/>
              <a:ext cx="1641257" cy="336994"/>
            </a:xfrm>
            <a:prstGeom prst="rect">
              <a:avLst/>
            </a:prstGeom>
          </p:spPr>
          <p:txBody>
            <a:bodyPr vert="horz" lIns="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lgn="ctr">
                <a:spcBef>
                  <a:spcPts val="0"/>
                </a:spcBef>
                <a:spcAft>
                  <a:spcPts val="0"/>
                </a:spcAft>
                <a:buNone/>
              </a:pPr>
              <a:r>
                <a:rPr lang="en-CA" sz="900" b="1">
                  <a:latin typeface="Open Sans Semibold" panose="020B0606030504020204" pitchFamily="34" charset="0"/>
                  <a:ea typeface="Open Sans Semibold" panose="020B0606030504020204" pitchFamily="34" charset="0"/>
                  <a:cs typeface="Open Sans Semibold" panose="020B0606030504020204" pitchFamily="34" charset="0"/>
                </a:rPr>
                <a:t>Job Title, </a:t>
              </a:r>
            </a:p>
            <a:p>
              <a:pPr marL="0" indent="0" algn="ctr">
                <a:spcBef>
                  <a:spcPts val="0"/>
                </a:spcBef>
                <a:spcAft>
                  <a:spcPts val="0"/>
                </a:spcAft>
                <a:buNone/>
              </a:pPr>
              <a:r>
                <a:rPr lang="en-CA" sz="900">
                  <a:latin typeface="Open Sans" panose="020B0606030504020204" pitchFamily="34" charset="0"/>
                  <a:ea typeface="Open Sans" panose="020B0606030504020204" pitchFamily="34" charset="0"/>
                  <a:cs typeface="Open Sans" panose="020B0606030504020204" pitchFamily="34" charset="0"/>
                </a:rPr>
                <a:t>Region</a:t>
              </a:r>
            </a:p>
          </p:txBody>
        </p:sp>
        <p:sp>
          <p:nvSpPr>
            <p:cNvPr id="96" name="Content Placeholder 3">
              <a:extLst>
                <a:ext uri="{FF2B5EF4-FFF2-40B4-BE49-F238E27FC236}">
                  <a16:creationId xmlns:a16="http://schemas.microsoft.com/office/drawing/2014/main" id="{BD1CBD8A-091C-39B2-C100-1C901726A9B4}"/>
                </a:ext>
              </a:extLst>
            </p:cNvPr>
            <p:cNvSpPr txBox="1">
              <a:spLocks/>
            </p:cNvSpPr>
            <p:nvPr/>
          </p:nvSpPr>
          <p:spPr>
            <a:xfrm>
              <a:off x="5764195" y="2825378"/>
              <a:ext cx="1641257" cy="687256"/>
            </a:xfrm>
            <a:prstGeom prst="rect">
              <a:avLst/>
            </a:prstGeom>
          </p:spPr>
          <p:txBody>
            <a:bodyPr vert="horz" lIns="3600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a:lnSpc>
                  <a:spcPts val="1080"/>
                </a:lnSpc>
                <a:spcBef>
                  <a:spcPts val="0"/>
                </a:spcBef>
                <a:spcAft>
                  <a:spcPts val="0"/>
                </a:spcAft>
              </a:pPr>
              <a:r>
                <a:rPr lang="en-CA" sz="700">
                  <a:latin typeface="Open Sans" panose="020B0606030504020204" pitchFamily="34" charset="0"/>
                  <a:ea typeface="Open Sans" panose="020B0606030504020204" pitchFamily="34" charset="0"/>
                  <a:cs typeface="Open Sans" panose="020B0606030504020204" pitchFamily="34" charset="0"/>
                </a:rPr>
                <a:t>Bullet point</a:t>
              </a:r>
            </a:p>
            <a:p>
              <a:pPr>
                <a:lnSpc>
                  <a:spcPts val="1080"/>
                </a:lnSpc>
                <a:spcBef>
                  <a:spcPts val="0"/>
                </a:spcBef>
                <a:spcAft>
                  <a:spcPts val="0"/>
                </a:spcAft>
              </a:pPr>
              <a:r>
                <a:rPr lang="en-CA" sz="700">
                  <a:latin typeface="Open Sans" panose="020B0606030504020204" pitchFamily="34" charset="0"/>
                  <a:ea typeface="Open Sans" panose="020B0606030504020204" pitchFamily="34" charset="0"/>
                  <a:cs typeface="Open Sans" panose="020B0606030504020204" pitchFamily="34" charset="0"/>
                </a:rPr>
                <a:t>Bullet point</a:t>
              </a:r>
            </a:p>
            <a:p>
              <a:pPr>
                <a:lnSpc>
                  <a:spcPts val="1080"/>
                </a:lnSpc>
                <a:spcBef>
                  <a:spcPts val="0"/>
                </a:spcBef>
                <a:spcAft>
                  <a:spcPts val="0"/>
                </a:spcAft>
              </a:pPr>
              <a:r>
                <a:rPr lang="en-CA" sz="700">
                  <a:latin typeface="Open Sans" panose="020B0606030504020204" pitchFamily="34" charset="0"/>
                  <a:ea typeface="Open Sans" panose="020B0606030504020204" pitchFamily="34" charset="0"/>
                  <a:cs typeface="Open Sans" panose="020B0606030504020204" pitchFamily="34" charset="0"/>
                </a:rPr>
                <a:t>Bullet point</a:t>
              </a:r>
            </a:p>
            <a:p>
              <a:pPr>
                <a:lnSpc>
                  <a:spcPts val="1080"/>
                </a:lnSpc>
                <a:spcBef>
                  <a:spcPts val="0"/>
                </a:spcBef>
                <a:spcAft>
                  <a:spcPts val="0"/>
                </a:spcAft>
              </a:pPr>
              <a:endParaRPr lang="en-CA" sz="700">
                <a:latin typeface="Open Sans" panose="020B0606030504020204" pitchFamily="34" charset="0"/>
                <a:ea typeface="Open Sans" panose="020B0606030504020204" pitchFamily="34" charset="0"/>
                <a:cs typeface="Open Sans" panose="020B0606030504020204" pitchFamily="34" charset="0"/>
              </a:endParaRPr>
            </a:p>
          </p:txBody>
        </p:sp>
        <p:cxnSp>
          <p:nvCxnSpPr>
            <p:cNvPr id="97" name="Straight Connector 96">
              <a:extLst>
                <a:ext uri="{FF2B5EF4-FFF2-40B4-BE49-F238E27FC236}">
                  <a16:creationId xmlns:a16="http://schemas.microsoft.com/office/drawing/2014/main" id="{D7EB5EF1-3EB6-4C23-AA61-F4A92C4851F5}"/>
                </a:ext>
              </a:extLst>
            </p:cNvPr>
            <p:cNvCxnSpPr>
              <a:cxnSpLocks/>
            </p:cNvCxnSpPr>
            <p:nvPr/>
          </p:nvCxnSpPr>
          <p:spPr>
            <a:xfrm flipH="1">
              <a:off x="4107613" y="2192214"/>
              <a:ext cx="3176590" cy="0"/>
            </a:xfrm>
            <a:prstGeom prst="line">
              <a:avLst/>
            </a:prstGeom>
            <a:ln w="9525">
              <a:solidFill>
                <a:schemeClr val="bg2"/>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98" name="Content Placeholder 3">
              <a:extLst>
                <a:ext uri="{FF2B5EF4-FFF2-40B4-BE49-F238E27FC236}">
                  <a16:creationId xmlns:a16="http://schemas.microsoft.com/office/drawing/2014/main" id="{B1C944B5-29A3-C9F0-3EC8-70B58E700384}"/>
                </a:ext>
              </a:extLst>
            </p:cNvPr>
            <p:cNvSpPr txBox="1">
              <a:spLocks/>
            </p:cNvSpPr>
            <p:nvPr/>
          </p:nvSpPr>
          <p:spPr>
            <a:xfrm>
              <a:off x="4121376" y="2618418"/>
              <a:ext cx="1641257" cy="144967"/>
            </a:xfrm>
            <a:prstGeom prst="rect">
              <a:avLst/>
            </a:prstGeom>
          </p:spPr>
          <p:txBody>
            <a:bodyPr vert="horz" lIns="3600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spcBef>
                  <a:spcPts val="0"/>
                </a:spcBef>
                <a:spcAft>
                  <a:spcPts val="0"/>
                </a:spcAft>
                <a:buNone/>
              </a:pPr>
              <a:r>
                <a:rPr lang="en-CA" sz="750">
                  <a:solidFill>
                    <a:schemeClr val="accent2"/>
                  </a:solidFill>
                  <a:latin typeface="Open Sans" panose="020B0606030504020204" pitchFamily="34" charset="0"/>
                  <a:ea typeface="Open Sans" panose="020B0606030504020204" pitchFamily="34" charset="0"/>
                  <a:cs typeface="Open Sans" panose="020B0606030504020204" pitchFamily="34" charset="0"/>
                </a:rPr>
                <a:t>RESPONSIBILITIES</a:t>
              </a:r>
            </a:p>
          </p:txBody>
        </p:sp>
        <p:sp>
          <p:nvSpPr>
            <p:cNvPr id="99" name="Content Placeholder 3">
              <a:extLst>
                <a:ext uri="{FF2B5EF4-FFF2-40B4-BE49-F238E27FC236}">
                  <a16:creationId xmlns:a16="http://schemas.microsoft.com/office/drawing/2014/main" id="{9F261FCB-A602-3B4B-47E2-82A6C56C0224}"/>
                </a:ext>
              </a:extLst>
            </p:cNvPr>
            <p:cNvSpPr txBox="1">
              <a:spLocks/>
            </p:cNvSpPr>
            <p:nvPr/>
          </p:nvSpPr>
          <p:spPr>
            <a:xfrm>
              <a:off x="4957968" y="2290687"/>
              <a:ext cx="1641257" cy="151202"/>
            </a:xfrm>
            <a:prstGeom prst="rect">
              <a:avLst/>
            </a:prstGeom>
          </p:spPr>
          <p:txBody>
            <a:bodyPr vert="horz" lIns="3600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lnSpc>
                  <a:spcPts val="1080"/>
                </a:lnSpc>
                <a:spcBef>
                  <a:spcPts val="0"/>
                </a:spcBef>
                <a:spcAft>
                  <a:spcPts val="0"/>
                </a:spcAft>
                <a:buNone/>
              </a:pPr>
              <a:r>
                <a:rPr lang="en-CA" sz="700" b="1">
                  <a:latin typeface="Open Sans Semibold" panose="020B0606030504020204" pitchFamily="34" charset="0"/>
                  <a:ea typeface="Open Sans Semibold" panose="020B0606030504020204" pitchFamily="34" charset="0"/>
                  <a:cs typeface="Open Sans Semibold" panose="020B0606030504020204" pitchFamily="34" charset="0"/>
                </a:rPr>
                <a:t>Market Experts</a:t>
              </a:r>
            </a:p>
          </p:txBody>
        </p:sp>
      </p:grpSp>
      <p:sp>
        <p:nvSpPr>
          <p:cNvPr id="100" name="Title 26">
            <a:extLst>
              <a:ext uri="{FF2B5EF4-FFF2-40B4-BE49-F238E27FC236}">
                <a16:creationId xmlns:a16="http://schemas.microsoft.com/office/drawing/2014/main" id="{BEE311A9-F64B-E0EB-5EA8-E5CD48C856DB}"/>
              </a:ext>
            </a:extLst>
          </p:cNvPr>
          <p:cNvSpPr txBox="1">
            <a:spLocks/>
          </p:cNvSpPr>
          <p:nvPr/>
        </p:nvSpPr>
        <p:spPr>
          <a:xfrm>
            <a:off x="7988519" y="2360965"/>
            <a:ext cx="1641257" cy="221319"/>
          </a:xfrm>
          <a:prstGeom prst="rect">
            <a:avLst/>
          </a:prstGeom>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gn="ctr">
              <a:lnSpc>
                <a:spcPct val="120000"/>
              </a:lnSpc>
            </a:pPr>
            <a:r>
              <a:rPr lang="en-CA" sz="1050" b="1">
                <a:latin typeface="Open Sans" panose="020B0606030504020204" pitchFamily="34" charset="0"/>
                <a:ea typeface="Open Sans" panose="020B0606030504020204" pitchFamily="34" charset="0"/>
                <a:cs typeface="Open Sans" panose="020B0606030504020204" pitchFamily="34" charset="0"/>
              </a:rPr>
              <a:t>Firstname Lastname</a:t>
            </a:r>
          </a:p>
        </p:txBody>
      </p:sp>
      <p:sp>
        <p:nvSpPr>
          <p:cNvPr id="101" name="Content Placeholder 3">
            <a:extLst>
              <a:ext uri="{FF2B5EF4-FFF2-40B4-BE49-F238E27FC236}">
                <a16:creationId xmlns:a16="http://schemas.microsoft.com/office/drawing/2014/main" id="{930CCE56-DD77-4AF2-924A-1DF440C46F26}"/>
              </a:ext>
            </a:extLst>
          </p:cNvPr>
          <p:cNvSpPr txBox="1">
            <a:spLocks/>
          </p:cNvSpPr>
          <p:nvPr/>
        </p:nvSpPr>
        <p:spPr>
          <a:xfrm>
            <a:off x="7988519" y="2582285"/>
            <a:ext cx="1641257" cy="336994"/>
          </a:xfrm>
          <a:prstGeom prst="rect">
            <a:avLst/>
          </a:prstGeom>
        </p:spPr>
        <p:txBody>
          <a:bodyPr vert="horz" lIns="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lgn="ctr">
              <a:spcBef>
                <a:spcPts val="0"/>
              </a:spcBef>
              <a:spcAft>
                <a:spcPts val="0"/>
              </a:spcAft>
              <a:buNone/>
            </a:pPr>
            <a:r>
              <a:rPr lang="en-CA" sz="900" b="1">
                <a:latin typeface="Open Sans Semibold" panose="020B0606030504020204" pitchFamily="34" charset="0"/>
                <a:ea typeface="Open Sans Semibold" panose="020B0606030504020204" pitchFamily="34" charset="0"/>
                <a:cs typeface="Open Sans Semibold" panose="020B0606030504020204" pitchFamily="34" charset="0"/>
              </a:rPr>
              <a:t>Job Title, </a:t>
            </a:r>
          </a:p>
          <a:p>
            <a:pPr marL="0" indent="0" algn="ctr">
              <a:spcBef>
                <a:spcPts val="0"/>
              </a:spcBef>
              <a:spcAft>
                <a:spcPts val="0"/>
              </a:spcAft>
              <a:buNone/>
            </a:pPr>
            <a:r>
              <a:rPr lang="en-CA" sz="900">
                <a:latin typeface="Open Sans" panose="020B0606030504020204" pitchFamily="34" charset="0"/>
                <a:ea typeface="Open Sans" panose="020B0606030504020204" pitchFamily="34" charset="0"/>
                <a:cs typeface="Open Sans" panose="020B0606030504020204" pitchFamily="34" charset="0"/>
              </a:rPr>
              <a:t>Region</a:t>
            </a:r>
          </a:p>
        </p:txBody>
      </p:sp>
      <p:sp>
        <p:nvSpPr>
          <p:cNvPr id="103" name="Content Placeholder 3">
            <a:extLst>
              <a:ext uri="{FF2B5EF4-FFF2-40B4-BE49-F238E27FC236}">
                <a16:creationId xmlns:a16="http://schemas.microsoft.com/office/drawing/2014/main" id="{00804142-1463-46FC-638A-B59F5D8655F2}"/>
              </a:ext>
            </a:extLst>
          </p:cNvPr>
          <p:cNvSpPr txBox="1">
            <a:spLocks/>
          </p:cNvSpPr>
          <p:nvPr/>
        </p:nvSpPr>
        <p:spPr>
          <a:xfrm>
            <a:off x="8045261" y="3066511"/>
            <a:ext cx="1641257" cy="144967"/>
          </a:xfrm>
          <a:prstGeom prst="rect">
            <a:avLst/>
          </a:prstGeom>
        </p:spPr>
        <p:txBody>
          <a:bodyPr vert="horz" lIns="3600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spcBef>
                <a:spcPts val="0"/>
              </a:spcBef>
              <a:spcAft>
                <a:spcPts val="0"/>
              </a:spcAft>
              <a:buNone/>
            </a:pPr>
            <a:r>
              <a:rPr lang="en-CA" sz="750">
                <a:solidFill>
                  <a:schemeClr val="accent2"/>
                </a:solidFill>
                <a:latin typeface="Open Sans" panose="020B0606030504020204" pitchFamily="34" charset="0"/>
                <a:ea typeface="Open Sans" panose="020B0606030504020204" pitchFamily="34" charset="0"/>
                <a:cs typeface="Open Sans" panose="020B0606030504020204" pitchFamily="34" charset="0"/>
              </a:rPr>
              <a:t>ROLE</a:t>
            </a:r>
          </a:p>
        </p:txBody>
      </p:sp>
      <p:sp>
        <p:nvSpPr>
          <p:cNvPr id="104" name="Title 26">
            <a:extLst>
              <a:ext uri="{FF2B5EF4-FFF2-40B4-BE49-F238E27FC236}">
                <a16:creationId xmlns:a16="http://schemas.microsoft.com/office/drawing/2014/main" id="{575F971C-8321-483B-CA67-1A0C33661DF5}"/>
              </a:ext>
            </a:extLst>
          </p:cNvPr>
          <p:cNvSpPr txBox="1">
            <a:spLocks/>
          </p:cNvSpPr>
          <p:nvPr/>
        </p:nvSpPr>
        <p:spPr>
          <a:xfrm>
            <a:off x="9831116" y="2360965"/>
            <a:ext cx="1641257" cy="221319"/>
          </a:xfrm>
          <a:prstGeom prst="rect">
            <a:avLst/>
          </a:prstGeom>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gn="ctr">
              <a:lnSpc>
                <a:spcPct val="120000"/>
              </a:lnSpc>
            </a:pPr>
            <a:r>
              <a:rPr lang="en-CA" sz="1050" b="1">
                <a:latin typeface="Open Sans" panose="020B0606030504020204" pitchFamily="34" charset="0"/>
                <a:ea typeface="Open Sans" panose="020B0606030504020204" pitchFamily="34" charset="0"/>
                <a:cs typeface="Open Sans" panose="020B0606030504020204" pitchFamily="34" charset="0"/>
              </a:rPr>
              <a:t>Firstname Lastname</a:t>
            </a:r>
          </a:p>
        </p:txBody>
      </p:sp>
      <p:sp>
        <p:nvSpPr>
          <p:cNvPr id="105" name="Content Placeholder 3">
            <a:extLst>
              <a:ext uri="{FF2B5EF4-FFF2-40B4-BE49-F238E27FC236}">
                <a16:creationId xmlns:a16="http://schemas.microsoft.com/office/drawing/2014/main" id="{CAAC2306-CD97-9B54-F5D0-8A42C2D4324D}"/>
              </a:ext>
            </a:extLst>
          </p:cNvPr>
          <p:cNvSpPr txBox="1">
            <a:spLocks/>
          </p:cNvSpPr>
          <p:nvPr/>
        </p:nvSpPr>
        <p:spPr>
          <a:xfrm>
            <a:off x="9831116" y="2582285"/>
            <a:ext cx="1641257" cy="336994"/>
          </a:xfrm>
          <a:prstGeom prst="rect">
            <a:avLst/>
          </a:prstGeom>
        </p:spPr>
        <p:txBody>
          <a:bodyPr vert="horz" lIns="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lgn="ctr">
              <a:spcBef>
                <a:spcPts val="0"/>
              </a:spcBef>
              <a:spcAft>
                <a:spcPts val="0"/>
              </a:spcAft>
              <a:buNone/>
            </a:pPr>
            <a:r>
              <a:rPr lang="en-CA" sz="900" b="1">
                <a:latin typeface="Open Sans Semibold" panose="020B0606030504020204" pitchFamily="34" charset="0"/>
                <a:ea typeface="Open Sans Semibold" panose="020B0606030504020204" pitchFamily="34" charset="0"/>
                <a:cs typeface="Open Sans Semibold" panose="020B0606030504020204" pitchFamily="34" charset="0"/>
              </a:rPr>
              <a:t>Job Title, </a:t>
            </a:r>
          </a:p>
          <a:p>
            <a:pPr marL="0" indent="0" algn="ctr">
              <a:spcBef>
                <a:spcPts val="0"/>
              </a:spcBef>
              <a:spcAft>
                <a:spcPts val="0"/>
              </a:spcAft>
              <a:buNone/>
            </a:pPr>
            <a:r>
              <a:rPr lang="en-CA" sz="900">
                <a:latin typeface="Open Sans" panose="020B0606030504020204" pitchFamily="34" charset="0"/>
                <a:ea typeface="Open Sans" panose="020B0606030504020204" pitchFamily="34" charset="0"/>
                <a:cs typeface="Open Sans" panose="020B0606030504020204" pitchFamily="34" charset="0"/>
              </a:rPr>
              <a:t>Region</a:t>
            </a:r>
          </a:p>
        </p:txBody>
      </p:sp>
      <p:cxnSp>
        <p:nvCxnSpPr>
          <p:cNvPr id="107" name="Straight Connector 106">
            <a:extLst>
              <a:ext uri="{FF2B5EF4-FFF2-40B4-BE49-F238E27FC236}">
                <a16:creationId xmlns:a16="http://schemas.microsoft.com/office/drawing/2014/main" id="{EDE8BF22-3F28-2D35-6928-EB676FD21026}"/>
              </a:ext>
            </a:extLst>
          </p:cNvPr>
          <p:cNvCxnSpPr>
            <a:cxnSpLocks/>
          </p:cNvCxnSpPr>
          <p:nvPr/>
        </p:nvCxnSpPr>
        <p:spPr>
          <a:xfrm flipH="1">
            <a:off x="8045261" y="2958024"/>
            <a:ext cx="3389961" cy="0"/>
          </a:xfrm>
          <a:prstGeom prst="line">
            <a:avLst/>
          </a:prstGeom>
          <a:ln w="9525">
            <a:solidFill>
              <a:schemeClr val="bg2"/>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08" name="Content Placeholder 3">
            <a:extLst>
              <a:ext uri="{FF2B5EF4-FFF2-40B4-BE49-F238E27FC236}">
                <a16:creationId xmlns:a16="http://schemas.microsoft.com/office/drawing/2014/main" id="{46F1763F-0D9F-5B09-4443-22074B1A13A6}"/>
              </a:ext>
            </a:extLst>
          </p:cNvPr>
          <p:cNvSpPr txBox="1">
            <a:spLocks/>
          </p:cNvSpPr>
          <p:nvPr/>
        </p:nvSpPr>
        <p:spPr>
          <a:xfrm>
            <a:off x="8980488" y="3056497"/>
            <a:ext cx="1641257" cy="151202"/>
          </a:xfrm>
          <a:prstGeom prst="rect">
            <a:avLst/>
          </a:prstGeom>
        </p:spPr>
        <p:txBody>
          <a:bodyPr vert="horz" lIns="3600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lnSpc>
                <a:spcPts val="1080"/>
              </a:lnSpc>
              <a:spcBef>
                <a:spcPts val="0"/>
              </a:spcBef>
              <a:spcAft>
                <a:spcPts val="0"/>
              </a:spcAft>
              <a:buNone/>
            </a:pPr>
            <a:r>
              <a:rPr lang="en-CA" sz="700" b="1">
                <a:latin typeface="Open Sans Semibold" panose="020B0606030504020204" pitchFamily="34" charset="0"/>
                <a:ea typeface="Open Sans Semibold" panose="020B0606030504020204" pitchFamily="34" charset="0"/>
                <a:cs typeface="Open Sans Semibold" panose="020B0606030504020204" pitchFamily="34" charset="0"/>
              </a:rPr>
              <a:t>Leasing support, prospecting</a:t>
            </a:r>
          </a:p>
        </p:txBody>
      </p:sp>
      <p:pic>
        <p:nvPicPr>
          <p:cNvPr id="111" name="Picture 110">
            <a:extLst>
              <a:ext uri="{FF2B5EF4-FFF2-40B4-BE49-F238E27FC236}">
                <a16:creationId xmlns:a16="http://schemas.microsoft.com/office/drawing/2014/main" id="{161F2C09-17D2-E243-075E-6F841AC2483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59835" y="811889"/>
            <a:ext cx="831600" cy="831600"/>
          </a:xfrm>
          <a:prstGeom prst="ellipse">
            <a:avLst/>
          </a:prstGeom>
        </p:spPr>
      </p:pic>
      <p:pic>
        <p:nvPicPr>
          <p:cNvPr id="112" name="Picture 111" descr="Icon&#10;&#10;Description automatically generated">
            <a:extLst>
              <a:ext uri="{FF2B5EF4-FFF2-40B4-BE49-F238E27FC236}">
                <a16:creationId xmlns:a16="http://schemas.microsoft.com/office/drawing/2014/main" id="{FC7A53BB-26D3-F2CE-DCFA-15853D637AA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79687" y="805813"/>
            <a:ext cx="831600" cy="831600"/>
          </a:xfrm>
          <a:prstGeom prst="ellipse">
            <a:avLst/>
          </a:prstGeom>
        </p:spPr>
      </p:pic>
      <p:pic>
        <p:nvPicPr>
          <p:cNvPr id="115" name="Picture 114" descr="Icon&#10;&#10;Description automatically generated">
            <a:extLst>
              <a:ext uri="{FF2B5EF4-FFF2-40B4-BE49-F238E27FC236}">
                <a16:creationId xmlns:a16="http://schemas.microsoft.com/office/drawing/2014/main" id="{5D1FC1A0-0DD5-1297-250D-7F7690AA9AA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02237" y="1454206"/>
            <a:ext cx="831600" cy="831600"/>
          </a:xfrm>
          <a:prstGeom prst="ellipse">
            <a:avLst/>
          </a:prstGeom>
        </p:spPr>
      </p:pic>
      <p:pic>
        <p:nvPicPr>
          <p:cNvPr id="116" name="Picture 115">
            <a:extLst>
              <a:ext uri="{FF2B5EF4-FFF2-40B4-BE49-F238E27FC236}">
                <a16:creationId xmlns:a16="http://schemas.microsoft.com/office/drawing/2014/main" id="{D5F6F26D-4570-36F8-6966-E9E09FA5508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33359" y="1460308"/>
            <a:ext cx="831600" cy="831600"/>
          </a:xfrm>
          <a:prstGeom prst="ellipse">
            <a:avLst/>
          </a:prstGeom>
        </p:spPr>
      </p:pic>
      <p:pic>
        <p:nvPicPr>
          <p:cNvPr id="119" name="Picture 118" descr="Icon&#10;&#10;Description automatically generated">
            <a:extLst>
              <a:ext uri="{FF2B5EF4-FFF2-40B4-BE49-F238E27FC236}">
                <a16:creationId xmlns:a16="http://schemas.microsoft.com/office/drawing/2014/main" id="{54336FAC-5285-9248-519B-A11D99F6D2B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01971" y="4214032"/>
            <a:ext cx="831600" cy="831600"/>
          </a:xfrm>
          <a:prstGeom prst="ellipse">
            <a:avLst/>
          </a:prstGeom>
        </p:spPr>
      </p:pic>
      <p:pic>
        <p:nvPicPr>
          <p:cNvPr id="121" name="Picture 120">
            <a:extLst>
              <a:ext uri="{FF2B5EF4-FFF2-40B4-BE49-F238E27FC236}">
                <a16:creationId xmlns:a16="http://schemas.microsoft.com/office/drawing/2014/main" id="{4ED410E8-2A28-693B-E0D1-A223CDD4578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93844" y="4220134"/>
            <a:ext cx="831600" cy="831600"/>
          </a:xfrm>
          <a:prstGeom prst="ellipse">
            <a:avLst/>
          </a:prstGeom>
        </p:spPr>
      </p:pic>
      <p:pic>
        <p:nvPicPr>
          <p:cNvPr id="126" name="Picture 125" descr="Icon&#10;&#10;Description automatically generated">
            <a:extLst>
              <a:ext uri="{FF2B5EF4-FFF2-40B4-BE49-F238E27FC236}">
                <a16:creationId xmlns:a16="http://schemas.microsoft.com/office/drawing/2014/main" id="{D628B416-3381-64A7-28F3-CCD1D65B29D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479549" y="4214032"/>
            <a:ext cx="831600" cy="831600"/>
          </a:xfrm>
          <a:prstGeom prst="ellipse">
            <a:avLst/>
          </a:prstGeom>
        </p:spPr>
      </p:pic>
      <p:pic>
        <p:nvPicPr>
          <p:cNvPr id="127" name="Picture 126">
            <a:extLst>
              <a:ext uri="{FF2B5EF4-FFF2-40B4-BE49-F238E27FC236}">
                <a16:creationId xmlns:a16="http://schemas.microsoft.com/office/drawing/2014/main" id="{BD632FBE-8105-BE9E-CFDD-19A7D8AF8AD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56354" y="4220134"/>
            <a:ext cx="831600" cy="831600"/>
          </a:xfrm>
          <a:prstGeom prst="ellipse">
            <a:avLst/>
          </a:prstGeom>
        </p:spPr>
      </p:pic>
      <p:pic>
        <p:nvPicPr>
          <p:cNvPr id="129" name="Picture 128" descr="Icon&#10;&#10;Description automatically generated">
            <a:extLst>
              <a:ext uri="{FF2B5EF4-FFF2-40B4-BE49-F238E27FC236}">
                <a16:creationId xmlns:a16="http://schemas.microsoft.com/office/drawing/2014/main" id="{7AAA9687-D753-A72F-2B7B-1BF7BA2AD5C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62995" y="4214032"/>
            <a:ext cx="831600" cy="831600"/>
          </a:xfrm>
          <a:prstGeom prst="ellipse">
            <a:avLst/>
          </a:prstGeom>
        </p:spPr>
      </p:pic>
    </p:spTree>
    <p:custDataLst>
      <p:custData r:id="rId1"/>
      <p:custData r:id="rId2"/>
    </p:custDataLst>
    <p:extLst>
      <p:ext uri="{BB962C8B-B14F-4D97-AF65-F5344CB8AC3E}">
        <p14:creationId xmlns:p14="http://schemas.microsoft.com/office/powerpoint/2010/main" val="17562078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Rectangle 54">
            <a:extLst>
              <a:ext uri="{FF2B5EF4-FFF2-40B4-BE49-F238E27FC236}">
                <a16:creationId xmlns:a16="http://schemas.microsoft.com/office/drawing/2014/main" id="{69CF4F5D-54A3-D055-CCCF-D2B13A3C0793}"/>
              </a:ext>
            </a:extLst>
          </p:cNvPr>
          <p:cNvSpPr/>
          <p:nvPr/>
        </p:nvSpPr>
        <p:spPr>
          <a:xfrm>
            <a:off x="9802739" y="1"/>
            <a:ext cx="2384964" cy="6208712"/>
          </a:xfrm>
          <a:prstGeom prst="rect">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a:p>
        </p:txBody>
      </p:sp>
      <p:sp>
        <p:nvSpPr>
          <p:cNvPr id="14" name="Text Placeholder 13">
            <a:extLst>
              <a:ext uri="{FF2B5EF4-FFF2-40B4-BE49-F238E27FC236}">
                <a16:creationId xmlns:a16="http://schemas.microsoft.com/office/drawing/2014/main" id="{AF178040-170C-A54C-2CF2-06817BD40622}"/>
              </a:ext>
            </a:extLst>
          </p:cNvPr>
          <p:cNvSpPr>
            <a:spLocks noGrp="1"/>
          </p:cNvSpPr>
          <p:nvPr>
            <p:ph type="body" sz="quarter" idx="13"/>
          </p:nvPr>
        </p:nvSpPr>
        <p:spPr>
          <a:xfrm>
            <a:off x="647525" y="669600"/>
            <a:ext cx="10893425" cy="392400"/>
          </a:xfrm>
        </p:spPr>
        <p:txBody>
          <a:bodyPr/>
          <a:lstStyle/>
          <a:p>
            <a:r>
              <a:rPr lang="en-CA"/>
              <a:t>OUR TEAM</a:t>
            </a:r>
          </a:p>
          <a:p>
            <a:endParaRPr lang="en-CA"/>
          </a:p>
        </p:txBody>
      </p:sp>
      <p:sp>
        <p:nvSpPr>
          <p:cNvPr id="12" name="Title 11">
            <a:extLst>
              <a:ext uri="{FF2B5EF4-FFF2-40B4-BE49-F238E27FC236}">
                <a16:creationId xmlns:a16="http://schemas.microsoft.com/office/drawing/2014/main" id="{AE923E2A-7080-069F-2FC2-F02E3CBA8C95}"/>
              </a:ext>
            </a:extLst>
          </p:cNvPr>
          <p:cNvSpPr>
            <a:spLocks noGrp="1"/>
          </p:cNvSpPr>
          <p:nvPr>
            <p:ph type="title"/>
          </p:nvPr>
        </p:nvSpPr>
        <p:spPr>
          <a:xfrm>
            <a:off x="647700" y="1062038"/>
            <a:ext cx="2749735" cy="835025"/>
          </a:xfrm>
        </p:spPr>
        <p:txBody>
          <a:bodyPr/>
          <a:lstStyle/>
          <a:p>
            <a:r>
              <a:rPr lang="en-CA" sz="3600"/>
              <a:t>Consider us an extension of your team</a:t>
            </a:r>
            <a:br>
              <a:rPr lang="en-CA" sz="3600"/>
            </a:br>
            <a:endParaRPr lang="en-CA" sz="3600"/>
          </a:p>
        </p:txBody>
      </p:sp>
      <p:sp>
        <p:nvSpPr>
          <p:cNvPr id="28" name="Text Placeholder 27">
            <a:extLst>
              <a:ext uri="{FF2B5EF4-FFF2-40B4-BE49-F238E27FC236}">
                <a16:creationId xmlns:a16="http://schemas.microsoft.com/office/drawing/2014/main" id="{488B5882-DBF4-7D51-9FCC-C8631BA7BE21}"/>
              </a:ext>
            </a:extLst>
          </p:cNvPr>
          <p:cNvSpPr>
            <a:spLocks noGrp="1"/>
          </p:cNvSpPr>
          <p:nvPr>
            <p:ph type="body" sz="quarter" idx="14"/>
          </p:nvPr>
        </p:nvSpPr>
        <p:spPr/>
        <p:txBody>
          <a:bodyPr/>
          <a:lstStyle/>
          <a:p>
            <a:endParaRPr lang="en-CA"/>
          </a:p>
        </p:txBody>
      </p:sp>
      <p:sp>
        <p:nvSpPr>
          <p:cNvPr id="2" name="Footer Placeholder 1">
            <a:extLst>
              <a:ext uri="{FF2B5EF4-FFF2-40B4-BE49-F238E27FC236}">
                <a16:creationId xmlns:a16="http://schemas.microsoft.com/office/drawing/2014/main" id="{6CC20E73-89F8-35F4-2A30-4B9CE99A40D5}"/>
              </a:ext>
            </a:extLst>
          </p:cNvPr>
          <p:cNvSpPr>
            <a:spLocks noGrp="1"/>
          </p:cNvSpPr>
          <p:nvPr>
            <p:ph type="ftr" sz="quarter" idx="11"/>
          </p:nvPr>
        </p:nvSpPr>
        <p:spPr>
          <a:xfrm>
            <a:off x="6202800" y="248400"/>
            <a:ext cx="4636800" cy="180000"/>
          </a:xfrm>
        </p:spPr>
        <p:txBody>
          <a:bodyPr/>
          <a:lstStyle/>
          <a:p>
            <a:r>
              <a:rPr lang="en-CA">
                <a:solidFill>
                  <a:schemeClr val="bg1"/>
                </a:solidFill>
              </a:rPr>
              <a:t>Colliers</a:t>
            </a:r>
          </a:p>
        </p:txBody>
      </p:sp>
      <p:sp>
        <p:nvSpPr>
          <p:cNvPr id="3" name="Slide Number Placeholder 2">
            <a:extLst>
              <a:ext uri="{FF2B5EF4-FFF2-40B4-BE49-F238E27FC236}">
                <a16:creationId xmlns:a16="http://schemas.microsoft.com/office/drawing/2014/main" id="{17568354-E60D-69C9-7033-AAF5D7614771}"/>
              </a:ext>
            </a:extLst>
          </p:cNvPr>
          <p:cNvSpPr>
            <a:spLocks noGrp="1"/>
          </p:cNvSpPr>
          <p:nvPr>
            <p:ph type="sldNum" sz="quarter" idx="12"/>
          </p:nvPr>
        </p:nvSpPr>
        <p:spPr>
          <a:xfrm>
            <a:off x="11167200" y="248400"/>
            <a:ext cx="374400" cy="180000"/>
          </a:xfrm>
        </p:spPr>
        <p:txBody>
          <a:bodyPr/>
          <a:lstStyle/>
          <a:p>
            <a:fld id="{23AA811B-2EBD-4900-905E-5BE206449611}" type="slidenum">
              <a:rPr lang="en-CA">
                <a:solidFill>
                  <a:schemeClr val="bg1"/>
                </a:solidFill>
              </a:rPr>
              <a:pPr/>
              <a:t>27</a:t>
            </a:fld>
            <a:endParaRPr lang="en-CA">
              <a:solidFill>
                <a:schemeClr val="bg1"/>
              </a:solidFill>
            </a:endParaRPr>
          </a:p>
        </p:txBody>
      </p:sp>
      <p:grpSp>
        <p:nvGrpSpPr>
          <p:cNvPr id="4" name="Group 3">
            <a:extLst>
              <a:ext uri="{FF2B5EF4-FFF2-40B4-BE49-F238E27FC236}">
                <a16:creationId xmlns:a16="http://schemas.microsoft.com/office/drawing/2014/main" id="{672FA61F-26C6-9958-EA08-E2CCCACECCAC}"/>
              </a:ext>
            </a:extLst>
          </p:cNvPr>
          <p:cNvGrpSpPr/>
          <p:nvPr/>
        </p:nvGrpSpPr>
        <p:grpSpPr>
          <a:xfrm>
            <a:off x="464602" y="5310321"/>
            <a:ext cx="1539448" cy="898392"/>
            <a:chOff x="464602" y="5310321"/>
            <a:chExt cx="1539448" cy="898392"/>
          </a:xfrm>
        </p:grpSpPr>
        <p:sp>
          <p:nvSpPr>
            <p:cNvPr id="10" name="Title 26">
              <a:extLst>
                <a:ext uri="{FF2B5EF4-FFF2-40B4-BE49-F238E27FC236}">
                  <a16:creationId xmlns:a16="http://schemas.microsoft.com/office/drawing/2014/main" id="{771BA87D-FD75-8CE7-1411-1ED4430605DB}"/>
                </a:ext>
              </a:extLst>
            </p:cNvPr>
            <p:cNvSpPr txBox="1">
              <a:spLocks/>
            </p:cNvSpPr>
            <p:nvPr/>
          </p:nvSpPr>
          <p:spPr>
            <a:xfrm>
              <a:off x="464602" y="5310321"/>
              <a:ext cx="1539448" cy="221319"/>
            </a:xfrm>
            <a:prstGeom prst="rect">
              <a:avLst/>
            </a:prstGeom>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nSpc>
                  <a:spcPct val="120000"/>
                </a:lnSpc>
              </a:pPr>
              <a:r>
                <a:rPr lang="en-CA" sz="1050" b="1">
                  <a:latin typeface="Open Sans" panose="020B0606030504020204" pitchFamily="34" charset="0"/>
                  <a:ea typeface="Open Sans" panose="020B0606030504020204" pitchFamily="34" charset="0"/>
                  <a:cs typeface="Open Sans" panose="020B0606030504020204" pitchFamily="34" charset="0"/>
                </a:rPr>
                <a:t>Firstname Lastname</a:t>
              </a:r>
            </a:p>
          </p:txBody>
        </p:sp>
        <p:sp>
          <p:nvSpPr>
            <p:cNvPr id="11" name="Content Placeholder 3">
              <a:extLst>
                <a:ext uri="{FF2B5EF4-FFF2-40B4-BE49-F238E27FC236}">
                  <a16:creationId xmlns:a16="http://schemas.microsoft.com/office/drawing/2014/main" id="{E46DEA60-0A5F-2B6D-BD02-98EE1E192ACD}"/>
                </a:ext>
              </a:extLst>
            </p:cNvPr>
            <p:cNvSpPr txBox="1">
              <a:spLocks/>
            </p:cNvSpPr>
            <p:nvPr/>
          </p:nvSpPr>
          <p:spPr>
            <a:xfrm>
              <a:off x="464602" y="5531641"/>
              <a:ext cx="1539448" cy="677072"/>
            </a:xfrm>
            <a:prstGeom prst="rect">
              <a:avLst/>
            </a:prstGeom>
          </p:spPr>
          <p:txBody>
            <a:bodyPr vert="horz" lIns="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spcBef>
                  <a:spcPts val="0"/>
                </a:spcBef>
                <a:spcAft>
                  <a:spcPts val="0"/>
                </a:spcAft>
                <a:buNone/>
              </a:pPr>
              <a:r>
                <a:rPr lang="en-CA" sz="900" b="1">
                  <a:latin typeface="Open Sans Semibold" panose="020B0606030504020204" pitchFamily="34" charset="0"/>
                  <a:ea typeface="Open Sans Semibold" panose="020B0606030504020204" pitchFamily="34" charset="0"/>
                  <a:cs typeface="Open Sans Semibold" panose="020B0606030504020204" pitchFamily="34" charset="0"/>
                </a:rPr>
                <a:t>Job Title, </a:t>
              </a:r>
            </a:p>
            <a:p>
              <a:pPr marL="0" indent="0">
                <a:spcBef>
                  <a:spcPts val="0"/>
                </a:spcBef>
                <a:spcAft>
                  <a:spcPts val="0"/>
                </a:spcAft>
                <a:buNone/>
              </a:pPr>
              <a:r>
                <a:rPr lang="en-CA" sz="900">
                  <a:latin typeface="Open Sans" panose="020B0606030504020204" pitchFamily="34" charset="0"/>
                  <a:ea typeface="Open Sans" panose="020B0606030504020204" pitchFamily="34" charset="0"/>
                  <a:cs typeface="Open Sans" panose="020B0606030504020204" pitchFamily="34" charset="0"/>
                </a:rPr>
                <a:t>Region</a:t>
              </a:r>
            </a:p>
          </p:txBody>
        </p:sp>
      </p:grpSp>
      <p:grpSp>
        <p:nvGrpSpPr>
          <p:cNvPr id="18" name="Group 17">
            <a:extLst>
              <a:ext uri="{FF2B5EF4-FFF2-40B4-BE49-F238E27FC236}">
                <a16:creationId xmlns:a16="http://schemas.microsoft.com/office/drawing/2014/main" id="{AF8C7025-9E36-8448-E0C0-B9FAF42C05F0}"/>
              </a:ext>
            </a:extLst>
          </p:cNvPr>
          <p:cNvGrpSpPr/>
          <p:nvPr/>
        </p:nvGrpSpPr>
        <p:grpSpPr>
          <a:xfrm>
            <a:off x="2025773" y="5310321"/>
            <a:ext cx="1539448" cy="898392"/>
            <a:chOff x="464602" y="5310321"/>
            <a:chExt cx="1539448" cy="898392"/>
          </a:xfrm>
        </p:grpSpPr>
        <p:sp>
          <p:nvSpPr>
            <p:cNvPr id="20" name="Title 26">
              <a:extLst>
                <a:ext uri="{FF2B5EF4-FFF2-40B4-BE49-F238E27FC236}">
                  <a16:creationId xmlns:a16="http://schemas.microsoft.com/office/drawing/2014/main" id="{3229953A-849A-8BD4-BF0E-C2C2FA8A012D}"/>
                </a:ext>
              </a:extLst>
            </p:cNvPr>
            <p:cNvSpPr txBox="1">
              <a:spLocks/>
            </p:cNvSpPr>
            <p:nvPr/>
          </p:nvSpPr>
          <p:spPr>
            <a:xfrm>
              <a:off x="464602" y="5310321"/>
              <a:ext cx="1539448" cy="221319"/>
            </a:xfrm>
            <a:prstGeom prst="rect">
              <a:avLst/>
            </a:prstGeom>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nSpc>
                  <a:spcPct val="120000"/>
                </a:lnSpc>
              </a:pPr>
              <a:r>
                <a:rPr lang="en-CA" sz="1050" b="1">
                  <a:latin typeface="Open Sans" panose="020B0606030504020204" pitchFamily="34" charset="0"/>
                  <a:ea typeface="Open Sans" panose="020B0606030504020204" pitchFamily="34" charset="0"/>
                  <a:cs typeface="Open Sans" panose="020B0606030504020204" pitchFamily="34" charset="0"/>
                </a:rPr>
                <a:t>Firstname Lastname</a:t>
              </a:r>
            </a:p>
          </p:txBody>
        </p:sp>
        <p:sp>
          <p:nvSpPr>
            <p:cNvPr id="21" name="Content Placeholder 3">
              <a:extLst>
                <a:ext uri="{FF2B5EF4-FFF2-40B4-BE49-F238E27FC236}">
                  <a16:creationId xmlns:a16="http://schemas.microsoft.com/office/drawing/2014/main" id="{E40A0F5C-0FE5-D97C-D8B8-62FDB8D1F8DC}"/>
                </a:ext>
              </a:extLst>
            </p:cNvPr>
            <p:cNvSpPr txBox="1">
              <a:spLocks/>
            </p:cNvSpPr>
            <p:nvPr/>
          </p:nvSpPr>
          <p:spPr>
            <a:xfrm>
              <a:off x="464602" y="5531641"/>
              <a:ext cx="1539448" cy="677072"/>
            </a:xfrm>
            <a:prstGeom prst="rect">
              <a:avLst/>
            </a:prstGeom>
          </p:spPr>
          <p:txBody>
            <a:bodyPr vert="horz" lIns="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spcBef>
                  <a:spcPts val="0"/>
                </a:spcBef>
                <a:spcAft>
                  <a:spcPts val="0"/>
                </a:spcAft>
                <a:buNone/>
              </a:pPr>
              <a:r>
                <a:rPr lang="en-CA" sz="900" b="1">
                  <a:latin typeface="Open Sans Semibold" panose="020B0606030504020204" pitchFamily="34" charset="0"/>
                  <a:ea typeface="Open Sans Semibold" panose="020B0606030504020204" pitchFamily="34" charset="0"/>
                  <a:cs typeface="Open Sans Semibold" panose="020B0606030504020204" pitchFamily="34" charset="0"/>
                </a:rPr>
                <a:t>Job Title, </a:t>
              </a:r>
            </a:p>
            <a:p>
              <a:pPr marL="0" indent="0">
                <a:spcBef>
                  <a:spcPts val="0"/>
                </a:spcBef>
                <a:spcAft>
                  <a:spcPts val="0"/>
                </a:spcAft>
                <a:buNone/>
              </a:pPr>
              <a:r>
                <a:rPr lang="en-CA" sz="900">
                  <a:latin typeface="Open Sans" panose="020B0606030504020204" pitchFamily="34" charset="0"/>
                  <a:ea typeface="Open Sans" panose="020B0606030504020204" pitchFamily="34" charset="0"/>
                  <a:cs typeface="Open Sans" panose="020B0606030504020204" pitchFamily="34" charset="0"/>
                </a:rPr>
                <a:t>Region</a:t>
              </a:r>
            </a:p>
          </p:txBody>
        </p:sp>
      </p:grpSp>
      <p:grpSp>
        <p:nvGrpSpPr>
          <p:cNvPr id="23" name="Group 22">
            <a:extLst>
              <a:ext uri="{FF2B5EF4-FFF2-40B4-BE49-F238E27FC236}">
                <a16:creationId xmlns:a16="http://schemas.microsoft.com/office/drawing/2014/main" id="{6137090A-33DB-541E-3151-5FAA9A26D801}"/>
              </a:ext>
            </a:extLst>
          </p:cNvPr>
          <p:cNvGrpSpPr/>
          <p:nvPr/>
        </p:nvGrpSpPr>
        <p:grpSpPr>
          <a:xfrm>
            <a:off x="3575793" y="5310321"/>
            <a:ext cx="1539448" cy="898392"/>
            <a:chOff x="464602" y="5310321"/>
            <a:chExt cx="1539448" cy="898392"/>
          </a:xfrm>
        </p:grpSpPr>
        <p:sp>
          <p:nvSpPr>
            <p:cNvPr id="25" name="Title 26">
              <a:extLst>
                <a:ext uri="{FF2B5EF4-FFF2-40B4-BE49-F238E27FC236}">
                  <a16:creationId xmlns:a16="http://schemas.microsoft.com/office/drawing/2014/main" id="{7BC640C0-B36A-A62E-09B3-F36197E71FF3}"/>
                </a:ext>
              </a:extLst>
            </p:cNvPr>
            <p:cNvSpPr txBox="1">
              <a:spLocks/>
            </p:cNvSpPr>
            <p:nvPr/>
          </p:nvSpPr>
          <p:spPr>
            <a:xfrm>
              <a:off x="464602" y="5310321"/>
              <a:ext cx="1539448" cy="221319"/>
            </a:xfrm>
            <a:prstGeom prst="rect">
              <a:avLst/>
            </a:prstGeom>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nSpc>
                  <a:spcPct val="120000"/>
                </a:lnSpc>
              </a:pPr>
              <a:r>
                <a:rPr lang="en-CA" sz="1050" b="1">
                  <a:latin typeface="Open Sans" panose="020B0606030504020204" pitchFamily="34" charset="0"/>
                  <a:ea typeface="Open Sans" panose="020B0606030504020204" pitchFamily="34" charset="0"/>
                  <a:cs typeface="Open Sans" panose="020B0606030504020204" pitchFamily="34" charset="0"/>
                </a:rPr>
                <a:t>Firstname Lastname</a:t>
              </a:r>
            </a:p>
          </p:txBody>
        </p:sp>
        <p:sp>
          <p:nvSpPr>
            <p:cNvPr id="26" name="Content Placeholder 3">
              <a:extLst>
                <a:ext uri="{FF2B5EF4-FFF2-40B4-BE49-F238E27FC236}">
                  <a16:creationId xmlns:a16="http://schemas.microsoft.com/office/drawing/2014/main" id="{845400A4-14D6-D48B-511C-D2FF7F8DF3C5}"/>
                </a:ext>
              </a:extLst>
            </p:cNvPr>
            <p:cNvSpPr txBox="1">
              <a:spLocks/>
            </p:cNvSpPr>
            <p:nvPr/>
          </p:nvSpPr>
          <p:spPr>
            <a:xfrm>
              <a:off x="464602" y="5531641"/>
              <a:ext cx="1539448" cy="677072"/>
            </a:xfrm>
            <a:prstGeom prst="rect">
              <a:avLst/>
            </a:prstGeom>
          </p:spPr>
          <p:txBody>
            <a:bodyPr vert="horz" lIns="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spcBef>
                  <a:spcPts val="0"/>
                </a:spcBef>
                <a:spcAft>
                  <a:spcPts val="0"/>
                </a:spcAft>
                <a:buNone/>
              </a:pPr>
              <a:r>
                <a:rPr lang="en-CA" sz="900" b="1">
                  <a:latin typeface="Open Sans Semibold" panose="020B0606030504020204" pitchFamily="34" charset="0"/>
                  <a:ea typeface="Open Sans Semibold" panose="020B0606030504020204" pitchFamily="34" charset="0"/>
                  <a:cs typeface="Open Sans Semibold" panose="020B0606030504020204" pitchFamily="34" charset="0"/>
                </a:rPr>
                <a:t>Job Title, </a:t>
              </a:r>
            </a:p>
            <a:p>
              <a:pPr marL="0" indent="0">
                <a:spcBef>
                  <a:spcPts val="0"/>
                </a:spcBef>
                <a:spcAft>
                  <a:spcPts val="0"/>
                </a:spcAft>
                <a:buNone/>
              </a:pPr>
              <a:r>
                <a:rPr lang="en-CA" sz="900">
                  <a:latin typeface="Open Sans" panose="020B0606030504020204" pitchFamily="34" charset="0"/>
                  <a:ea typeface="Open Sans" panose="020B0606030504020204" pitchFamily="34" charset="0"/>
                  <a:cs typeface="Open Sans" panose="020B0606030504020204" pitchFamily="34" charset="0"/>
                </a:rPr>
                <a:t>Region</a:t>
              </a:r>
            </a:p>
          </p:txBody>
        </p:sp>
      </p:grpSp>
      <p:grpSp>
        <p:nvGrpSpPr>
          <p:cNvPr id="27" name="Group 26">
            <a:extLst>
              <a:ext uri="{FF2B5EF4-FFF2-40B4-BE49-F238E27FC236}">
                <a16:creationId xmlns:a16="http://schemas.microsoft.com/office/drawing/2014/main" id="{E452747B-334D-6FC9-6C6B-0FE9A60B560C}"/>
              </a:ext>
            </a:extLst>
          </p:cNvPr>
          <p:cNvGrpSpPr/>
          <p:nvPr/>
        </p:nvGrpSpPr>
        <p:grpSpPr>
          <a:xfrm>
            <a:off x="5125812" y="5310321"/>
            <a:ext cx="1539448" cy="898392"/>
            <a:chOff x="464602" y="5310321"/>
            <a:chExt cx="1539448" cy="898392"/>
          </a:xfrm>
        </p:grpSpPr>
        <p:sp>
          <p:nvSpPr>
            <p:cNvPr id="29" name="Title 26">
              <a:extLst>
                <a:ext uri="{FF2B5EF4-FFF2-40B4-BE49-F238E27FC236}">
                  <a16:creationId xmlns:a16="http://schemas.microsoft.com/office/drawing/2014/main" id="{9123AEC3-95E2-D4CF-99E6-F826F64C18B0}"/>
                </a:ext>
              </a:extLst>
            </p:cNvPr>
            <p:cNvSpPr txBox="1">
              <a:spLocks/>
            </p:cNvSpPr>
            <p:nvPr/>
          </p:nvSpPr>
          <p:spPr>
            <a:xfrm>
              <a:off x="464602" y="5310321"/>
              <a:ext cx="1539448" cy="221319"/>
            </a:xfrm>
            <a:prstGeom prst="rect">
              <a:avLst/>
            </a:prstGeom>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nSpc>
                  <a:spcPct val="120000"/>
                </a:lnSpc>
              </a:pPr>
              <a:r>
                <a:rPr lang="en-CA" sz="1050" b="1">
                  <a:latin typeface="Open Sans" panose="020B0606030504020204" pitchFamily="34" charset="0"/>
                  <a:ea typeface="Open Sans" panose="020B0606030504020204" pitchFamily="34" charset="0"/>
                  <a:cs typeface="Open Sans" panose="020B0606030504020204" pitchFamily="34" charset="0"/>
                </a:rPr>
                <a:t>Firstname Lastname</a:t>
              </a:r>
            </a:p>
          </p:txBody>
        </p:sp>
        <p:sp>
          <p:nvSpPr>
            <p:cNvPr id="30" name="Content Placeholder 3">
              <a:extLst>
                <a:ext uri="{FF2B5EF4-FFF2-40B4-BE49-F238E27FC236}">
                  <a16:creationId xmlns:a16="http://schemas.microsoft.com/office/drawing/2014/main" id="{45C38E56-BC74-0815-B9A5-DE77E5CECA0F}"/>
                </a:ext>
              </a:extLst>
            </p:cNvPr>
            <p:cNvSpPr txBox="1">
              <a:spLocks/>
            </p:cNvSpPr>
            <p:nvPr/>
          </p:nvSpPr>
          <p:spPr>
            <a:xfrm>
              <a:off x="464602" y="5531641"/>
              <a:ext cx="1539448" cy="677072"/>
            </a:xfrm>
            <a:prstGeom prst="rect">
              <a:avLst/>
            </a:prstGeom>
          </p:spPr>
          <p:txBody>
            <a:bodyPr vert="horz" lIns="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spcBef>
                  <a:spcPts val="0"/>
                </a:spcBef>
                <a:spcAft>
                  <a:spcPts val="0"/>
                </a:spcAft>
                <a:buNone/>
              </a:pPr>
              <a:r>
                <a:rPr lang="en-CA" sz="900" b="1">
                  <a:latin typeface="Open Sans Semibold" panose="020B0606030504020204" pitchFamily="34" charset="0"/>
                  <a:ea typeface="Open Sans Semibold" panose="020B0606030504020204" pitchFamily="34" charset="0"/>
                  <a:cs typeface="Open Sans Semibold" panose="020B0606030504020204" pitchFamily="34" charset="0"/>
                </a:rPr>
                <a:t>Job Title, </a:t>
              </a:r>
            </a:p>
            <a:p>
              <a:pPr marL="0" indent="0">
                <a:spcBef>
                  <a:spcPts val="0"/>
                </a:spcBef>
                <a:spcAft>
                  <a:spcPts val="0"/>
                </a:spcAft>
                <a:buNone/>
              </a:pPr>
              <a:r>
                <a:rPr lang="en-CA" sz="900">
                  <a:latin typeface="Open Sans" panose="020B0606030504020204" pitchFamily="34" charset="0"/>
                  <a:ea typeface="Open Sans" panose="020B0606030504020204" pitchFamily="34" charset="0"/>
                  <a:cs typeface="Open Sans" panose="020B0606030504020204" pitchFamily="34" charset="0"/>
                </a:rPr>
                <a:t>Region</a:t>
              </a:r>
            </a:p>
          </p:txBody>
        </p:sp>
      </p:grpSp>
      <p:grpSp>
        <p:nvGrpSpPr>
          <p:cNvPr id="31" name="Group 30">
            <a:extLst>
              <a:ext uri="{FF2B5EF4-FFF2-40B4-BE49-F238E27FC236}">
                <a16:creationId xmlns:a16="http://schemas.microsoft.com/office/drawing/2014/main" id="{CEEDE61A-C6DF-3BCE-4D92-F27E1C84EF35}"/>
              </a:ext>
            </a:extLst>
          </p:cNvPr>
          <p:cNvGrpSpPr/>
          <p:nvPr/>
        </p:nvGrpSpPr>
        <p:grpSpPr>
          <a:xfrm>
            <a:off x="6642378" y="5310321"/>
            <a:ext cx="1539448" cy="898392"/>
            <a:chOff x="464602" y="5310321"/>
            <a:chExt cx="1539448" cy="898392"/>
          </a:xfrm>
        </p:grpSpPr>
        <p:sp>
          <p:nvSpPr>
            <p:cNvPr id="33" name="Title 26">
              <a:extLst>
                <a:ext uri="{FF2B5EF4-FFF2-40B4-BE49-F238E27FC236}">
                  <a16:creationId xmlns:a16="http://schemas.microsoft.com/office/drawing/2014/main" id="{FDE9FF57-1EFB-9814-87A9-B32D2AE81687}"/>
                </a:ext>
              </a:extLst>
            </p:cNvPr>
            <p:cNvSpPr txBox="1">
              <a:spLocks/>
            </p:cNvSpPr>
            <p:nvPr/>
          </p:nvSpPr>
          <p:spPr>
            <a:xfrm>
              <a:off x="464602" y="5310321"/>
              <a:ext cx="1539448" cy="221319"/>
            </a:xfrm>
            <a:prstGeom prst="rect">
              <a:avLst/>
            </a:prstGeom>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nSpc>
                  <a:spcPct val="120000"/>
                </a:lnSpc>
              </a:pPr>
              <a:r>
                <a:rPr lang="en-CA" sz="1050" b="1">
                  <a:latin typeface="Open Sans" panose="020B0606030504020204" pitchFamily="34" charset="0"/>
                  <a:ea typeface="Open Sans" panose="020B0606030504020204" pitchFamily="34" charset="0"/>
                  <a:cs typeface="Open Sans" panose="020B0606030504020204" pitchFamily="34" charset="0"/>
                </a:rPr>
                <a:t>Firstname Lastname</a:t>
              </a:r>
            </a:p>
          </p:txBody>
        </p:sp>
        <p:sp>
          <p:nvSpPr>
            <p:cNvPr id="34" name="Content Placeholder 3">
              <a:extLst>
                <a:ext uri="{FF2B5EF4-FFF2-40B4-BE49-F238E27FC236}">
                  <a16:creationId xmlns:a16="http://schemas.microsoft.com/office/drawing/2014/main" id="{A8F105DA-66BD-2699-A0D6-00A238DE00ED}"/>
                </a:ext>
              </a:extLst>
            </p:cNvPr>
            <p:cNvSpPr txBox="1">
              <a:spLocks/>
            </p:cNvSpPr>
            <p:nvPr/>
          </p:nvSpPr>
          <p:spPr>
            <a:xfrm>
              <a:off x="464602" y="5531641"/>
              <a:ext cx="1539448" cy="677072"/>
            </a:xfrm>
            <a:prstGeom prst="rect">
              <a:avLst/>
            </a:prstGeom>
          </p:spPr>
          <p:txBody>
            <a:bodyPr vert="horz" lIns="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spcBef>
                  <a:spcPts val="0"/>
                </a:spcBef>
                <a:spcAft>
                  <a:spcPts val="0"/>
                </a:spcAft>
                <a:buNone/>
              </a:pPr>
              <a:r>
                <a:rPr lang="en-CA" sz="900" b="1">
                  <a:latin typeface="Open Sans Semibold" panose="020B0606030504020204" pitchFamily="34" charset="0"/>
                  <a:ea typeface="Open Sans Semibold" panose="020B0606030504020204" pitchFamily="34" charset="0"/>
                  <a:cs typeface="Open Sans Semibold" panose="020B0606030504020204" pitchFamily="34" charset="0"/>
                </a:rPr>
                <a:t>Job Title, </a:t>
              </a:r>
            </a:p>
            <a:p>
              <a:pPr marL="0" indent="0">
                <a:spcBef>
                  <a:spcPts val="0"/>
                </a:spcBef>
                <a:spcAft>
                  <a:spcPts val="0"/>
                </a:spcAft>
                <a:buNone/>
              </a:pPr>
              <a:r>
                <a:rPr lang="en-CA" sz="900">
                  <a:latin typeface="Open Sans" panose="020B0606030504020204" pitchFamily="34" charset="0"/>
                  <a:ea typeface="Open Sans" panose="020B0606030504020204" pitchFamily="34" charset="0"/>
                  <a:cs typeface="Open Sans" panose="020B0606030504020204" pitchFamily="34" charset="0"/>
                </a:rPr>
                <a:t>Region</a:t>
              </a:r>
            </a:p>
          </p:txBody>
        </p:sp>
      </p:grpSp>
      <p:grpSp>
        <p:nvGrpSpPr>
          <p:cNvPr id="35" name="Group 34">
            <a:extLst>
              <a:ext uri="{FF2B5EF4-FFF2-40B4-BE49-F238E27FC236}">
                <a16:creationId xmlns:a16="http://schemas.microsoft.com/office/drawing/2014/main" id="{60FC6ACE-E8B1-4870-CBEA-4A0C711409E9}"/>
              </a:ext>
            </a:extLst>
          </p:cNvPr>
          <p:cNvGrpSpPr/>
          <p:nvPr/>
        </p:nvGrpSpPr>
        <p:grpSpPr>
          <a:xfrm>
            <a:off x="8214700" y="5310321"/>
            <a:ext cx="1539448" cy="898392"/>
            <a:chOff x="464602" y="5310321"/>
            <a:chExt cx="1539448" cy="898392"/>
          </a:xfrm>
        </p:grpSpPr>
        <p:sp>
          <p:nvSpPr>
            <p:cNvPr id="37" name="Title 26">
              <a:extLst>
                <a:ext uri="{FF2B5EF4-FFF2-40B4-BE49-F238E27FC236}">
                  <a16:creationId xmlns:a16="http://schemas.microsoft.com/office/drawing/2014/main" id="{C2AC8DD9-AE93-9D09-0B07-8A737A1B478D}"/>
                </a:ext>
              </a:extLst>
            </p:cNvPr>
            <p:cNvSpPr txBox="1">
              <a:spLocks/>
            </p:cNvSpPr>
            <p:nvPr/>
          </p:nvSpPr>
          <p:spPr>
            <a:xfrm>
              <a:off x="464602" y="5310321"/>
              <a:ext cx="1539448" cy="221319"/>
            </a:xfrm>
            <a:prstGeom prst="rect">
              <a:avLst/>
            </a:prstGeom>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nSpc>
                  <a:spcPct val="120000"/>
                </a:lnSpc>
              </a:pPr>
              <a:r>
                <a:rPr lang="en-CA" sz="1050" b="1">
                  <a:latin typeface="Open Sans" panose="020B0606030504020204" pitchFamily="34" charset="0"/>
                  <a:ea typeface="Open Sans" panose="020B0606030504020204" pitchFamily="34" charset="0"/>
                  <a:cs typeface="Open Sans" panose="020B0606030504020204" pitchFamily="34" charset="0"/>
                </a:rPr>
                <a:t>Firstname Lastname</a:t>
              </a:r>
            </a:p>
          </p:txBody>
        </p:sp>
        <p:sp>
          <p:nvSpPr>
            <p:cNvPr id="38" name="Content Placeholder 3">
              <a:extLst>
                <a:ext uri="{FF2B5EF4-FFF2-40B4-BE49-F238E27FC236}">
                  <a16:creationId xmlns:a16="http://schemas.microsoft.com/office/drawing/2014/main" id="{69B2C0C7-C7AE-DADB-1C1C-3C2D91878939}"/>
                </a:ext>
              </a:extLst>
            </p:cNvPr>
            <p:cNvSpPr txBox="1">
              <a:spLocks/>
            </p:cNvSpPr>
            <p:nvPr/>
          </p:nvSpPr>
          <p:spPr>
            <a:xfrm>
              <a:off x="464602" y="5531641"/>
              <a:ext cx="1539448" cy="677072"/>
            </a:xfrm>
            <a:prstGeom prst="rect">
              <a:avLst/>
            </a:prstGeom>
          </p:spPr>
          <p:txBody>
            <a:bodyPr vert="horz" lIns="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spcBef>
                  <a:spcPts val="0"/>
                </a:spcBef>
                <a:spcAft>
                  <a:spcPts val="0"/>
                </a:spcAft>
                <a:buNone/>
              </a:pPr>
              <a:r>
                <a:rPr lang="en-CA" sz="900" b="1">
                  <a:latin typeface="Open Sans Semibold" panose="020B0606030504020204" pitchFamily="34" charset="0"/>
                  <a:ea typeface="Open Sans Semibold" panose="020B0606030504020204" pitchFamily="34" charset="0"/>
                  <a:cs typeface="Open Sans Semibold" panose="020B0606030504020204" pitchFamily="34" charset="0"/>
                </a:rPr>
                <a:t>Job Title, </a:t>
              </a:r>
            </a:p>
            <a:p>
              <a:pPr marL="0" indent="0">
                <a:spcBef>
                  <a:spcPts val="0"/>
                </a:spcBef>
                <a:spcAft>
                  <a:spcPts val="0"/>
                </a:spcAft>
                <a:buNone/>
              </a:pPr>
              <a:r>
                <a:rPr lang="en-CA" sz="900">
                  <a:latin typeface="Open Sans" panose="020B0606030504020204" pitchFamily="34" charset="0"/>
                  <a:ea typeface="Open Sans" panose="020B0606030504020204" pitchFamily="34" charset="0"/>
                  <a:cs typeface="Open Sans" panose="020B0606030504020204" pitchFamily="34" charset="0"/>
                </a:rPr>
                <a:t>Region</a:t>
              </a:r>
            </a:p>
          </p:txBody>
        </p:sp>
      </p:grpSp>
      <p:grpSp>
        <p:nvGrpSpPr>
          <p:cNvPr id="39" name="Group 38">
            <a:extLst>
              <a:ext uri="{FF2B5EF4-FFF2-40B4-BE49-F238E27FC236}">
                <a16:creationId xmlns:a16="http://schemas.microsoft.com/office/drawing/2014/main" id="{E5FEB273-42C6-BD1A-469C-AAE732E3C56C}"/>
              </a:ext>
            </a:extLst>
          </p:cNvPr>
          <p:cNvGrpSpPr/>
          <p:nvPr/>
        </p:nvGrpSpPr>
        <p:grpSpPr>
          <a:xfrm>
            <a:off x="3881686" y="2254887"/>
            <a:ext cx="1539448" cy="898392"/>
            <a:chOff x="464602" y="5310321"/>
            <a:chExt cx="1539448" cy="898392"/>
          </a:xfrm>
        </p:grpSpPr>
        <p:sp>
          <p:nvSpPr>
            <p:cNvPr id="41" name="Title 26">
              <a:extLst>
                <a:ext uri="{FF2B5EF4-FFF2-40B4-BE49-F238E27FC236}">
                  <a16:creationId xmlns:a16="http://schemas.microsoft.com/office/drawing/2014/main" id="{7FA2FBFC-D31E-FE80-F0F6-46751DE763FB}"/>
                </a:ext>
              </a:extLst>
            </p:cNvPr>
            <p:cNvSpPr txBox="1">
              <a:spLocks/>
            </p:cNvSpPr>
            <p:nvPr/>
          </p:nvSpPr>
          <p:spPr>
            <a:xfrm>
              <a:off x="464602" y="5310321"/>
              <a:ext cx="1539448" cy="221319"/>
            </a:xfrm>
            <a:prstGeom prst="rect">
              <a:avLst/>
            </a:prstGeom>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nSpc>
                  <a:spcPct val="120000"/>
                </a:lnSpc>
              </a:pPr>
              <a:r>
                <a:rPr lang="en-CA" sz="1050" b="1">
                  <a:latin typeface="Open Sans" panose="020B0606030504020204" pitchFamily="34" charset="0"/>
                  <a:ea typeface="Open Sans" panose="020B0606030504020204" pitchFamily="34" charset="0"/>
                  <a:cs typeface="Open Sans" panose="020B0606030504020204" pitchFamily="34" charset="0"/>
                </a:rPr>
                <a:t>Firstname Lastname</a:t>
              </a:r>
            </a:p>
          </p:txBody>
        </p:sp>
        <p:sp>
          <p:nvSpPr>
            <p:cNvPr id="42" name="Content Placeholder 3">
              <a:extLst>
                <a:ext uri="{FF2B5EF4-FFF2-40B4-BE49-F238E27FC236}">
                  <a16:creationId xmlns:a16="http://schemas.microsoft.com/office/drawing/2014/main" id="{503E84B1-1934-68B4-2511-E8DAAE4492FB}"/>
                </a:ext>
              </a:extLst>
            </p:cNvPr>
            <p:cNvSpPr txBox="1">
              <a:spLocks/>
            </p:cNvSpPr>
            <p:nvPr/>
          </p:nvSpPr>
          <p:spPr>
            <a:xfrm>
              <a:off x="464602" y="5531641"/>
              <a:ext cx="1539448" cy="677072"/>
            </a:xfrm>
            <a:prstGeom prst="rect">
              <a:avLst/>
            </a:prstGeom>
          </p:spPr>
          <p:txBody>
            <a:bodyPr vert="horz" lIns="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spcBef>
                  <a:spcPts val="0"/>
                </a:spcBef>
                <a:spcAft>
                  <a:spcPts val="0"/>
                </a:spcAft>
                <a:buNone/>
              </a:pPr>
              <a:r>
                <a:rPr lang="en-CA" sz="900" b="1">
                  <a:latin typeface="Open Sans Semibold" panose="020B0606030504020204" pitchFamily="34" charset="0"/>
                  <a:ea typeface="Open Sans Semibold" panose="020B0606030504020204" pitchFamily="34" charset="0"/>
                  <a:cs typeface="Open Sans Semibold" panose="020B0606030504020204" pitchFamily="34" charset="0"/>
                </a:rPr>
                <a:t>Job Title, </a:t>
              </a:r>
            </a:p>
            <a:p>
              <a:pPr marL="0" indent="0">
                <a:spcBef>
                  <a:spcPts val="0"/>
                </a:spcBef>
                <a:spcAft>
                  <a:spcPts val="0"/>
                </a:spcAft>
                <a:buNone/>
              </a:pPr>
              <a:r>
                <a:rPr lang="en-CA" sz="900">
                  <a:latin typeface="Open Sans" panose="020B0606030504020204" pitchFamily="34" charset="0"/>
                  <a:ea typeface="Open Sans" panose="020B0606030504020204" pitchFamily="34" charset="0"/>
                  <a:cs typeface="Open Sans" panose="020B0606030504020204" pitchFamily="34" charset="0"/>
                </a:rPr>
                <a:t>Region</a:t>
              </a:r>
            </a:p>
          </p:txBody>
        </p:sp>
      </p:grpSp>
      <p:grpSp>
        <p:nvGrpSpPr>
          <p:cNvPr id="43" name="Group 42">
            <a:extLst>
              <a:ext uri="{FF2B5EF4-FFF2-40B4-BE49-F238E27FC236}">
                <a16:creationId xmlns:a16="http://schemas.microsoft.com/office/drawing/2014/main" id="{B2EFCFAA-A358-A621-D08F-74FF3DFFA110}"/>
              </a:ext>
            </a:extLst>
          </p:cNvPr>
          <p:cNvGrpSpPr/>
          <p:nvPr/>
        </p:nvGrpSpPr>
        <p:grpSpPr>
          <a:xfrm>
            <a:off x="5766242" y="2254887"/>
            <a:ext cx="1539448" cy="898392"/>
            <a:chOff x="464602" y="5310321"/>
            <a:chExt cx="1539448" cy="898392"/>
          </a:xfrm>
        </p:grpSpPr>
        <p:sp>
          <p:nvSpPr>
            <p:cNvPr id="45" name="Title 26">
              <a:extLst>
                <a:ext uri="{FF2B5EF4-FFF2-40B4-BE49-F238E27FC236}">
                  <a16:creationId xmlns:a16="http://schemas.microsoft.com/office/drawing/2014/main" id="{E7274600-535C-82BC-7B0D-02237A28B1CD}"/>
                </a:ext>
              </a:extLst>
            </p:cNvPr>
            <p:cNvSpPr txBox="1">
              <a:spLocks/>
            </p:cNvSpPr>
            <p:nvPr/>
          </p:nvSpPr>
          <p:spPr>
            <a:xfrm>
              <a:off x="464602" y="5310321"/>
              <a:ext cx="1539448" cy="221319"/>
            </a:xfrm>
            <a:prstGeom prst="rect">
              <a:avLst/>
            </a:prstGeom>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nSpc>
                  <a:spcPct val="120000"/>
                </a:lnSpc>
              </a:pPr>
              <a:r>
                <a:rPr lang="en-CA" sz="1050" b="1">
                  <a:latin typeface="Open Sans" panose="020B0606030504020204" pitchFamily="34" charset="0"/>
                  <a:ea typeface="Open Sans" panose="020B0606030504020204" pitchFamily="34" charset="0"/>
                  <a:cs typeface="Open Sans" panose="020B0606030504020204" pitchFamily="34" charset="0"/>
                </a:rPr>
                <a:t>Firstname Lastname</a:t>
              </a:r>
            </a:p>
          </p:txBody>
        </p:sp>
        <p:sp>
          <p:nvSpPr>
            <p:cNvPr id="46" name="Content Placeholder 3">
              <a:extLst>
                <a:ext uri="{FF2B5EF4-FFF2-40B4-BE49-F238E27FC236}">
                  <a16:creationId xmlns:a16="http://schemas.microsoft.com/office/drawing/2014/main" id="{24E76153-6DF1-E4AA-CCC6-00DF540E9537}"/>
                </a:ext>
              </a:extLst>
            </p:cNvPr>
            <p:cNvSpPr txBox="1">
              <a:spLocks/>
            </p:cNvSpPr>
            <p:nvPr/>
          </p:nvSpPr>
          <p:spPr>
            <a:xfrm>
              <a:off x="464602" y="5531641"/>
              <a:ext cx="1539448" cy="677072"/>
            </a:xfrm>
            <a:prstGeom prst="rect">
              <a:avLst/>
            </a:prstGeom>
          </p:spPr>
          <p:txBody>
            <a:bodyPr vert="horz" lIns="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spcBef>
                  <a:spcPts val="0"/>
                </a:spcBef>
                <a:spcAft>
                  <a:spcPts val="0"/>
                </a:spcAft>
                <a:buNone/>
              </a:pPr>
              <a:r>
                <a:rPr lang="en-CA" sz="900" b="1">
                  <a:latin typeface="Open Sans Semibold" panose="020B0606030504020204" pitchFamily="34" charset="0"/>
                  <a:ea typeface="Open Sans Semibold" panose="020B0606030504020204" pitchFamily="34" charset="0"/>
                  <a:cs typeface="Open Sans Semibold" panose="020B0606030504020204" pitchFamily="34" charset="0"/>
                </a:rPr>
                <a:t>Job Title, </a:t>
              </a:r>
            </a:p>
            <a:p>
              <a:pPr marL="0" indent="0">
                <a:spcBef>
                  <a:spcPts val="0"/>
                </a:spcBef>
                <a:spcAft>
                  <a:spcPts val="0"/>
                </a:spcAft>
                <a:buNone/>
              </a:pPr>
              <a:r>
                <a:rPr lang="en-CA" sz="900">
                  <a:latin typeface="Open Sans" panose="020B0606030504020204" pitchFamily="34" charset="0"/>
                  <a:ea typeface="Open Sans" panose="020B0606030504020204" pitchFamily="34" charset="0"/>
                  <a:cs typeface="Open Sans" panose="020B0606030504020204" pitchFamily="34" charset="0"/>
                </a:rPr>
                <a:t>Region</a:t>
              </a:r>
            </a:p>
          </p:txBody>
        </p:sp>
      </p:grpSp>
      <p:grpSp>
        <p:nvGrpSpPr>
          <p:cNvPr id="47" name="Group 46">
            <a:extLst>
              <a:ext uri="{FF2B5EF4-FFF2-40B4-BE49-F238E27FC236}">
                <a16:creationId xmlns:a16="http://schemas.microsoft.com/office/drawing/2014/main" id="{9C6C52E8-798E-F81E-B56A-2362AB69E4D6}"/>
              </a:ext>
            </a:extLst>
          </p:cNvPr>
          <p:cNvGrpSpPr/>
          <p:nvPr/>
        </p:nvGrpSpPr>
        <p:grpSpPr>
          <a:xfrm>
            <a:off x="7628494" y="2254887"/>
            <a:ext cx="1539448" cy="898392"/>
            <a:chOff x="464602" y="5310321"/>
            <a:chExt cx="1539448" cy="898392"/>
          </a:xfrm>
        </p:grpSpPr>
        <p:sp>
          <p:nvSpPr>
            <p:cNvPr id="49" name="Title 26">
              <a:extLst>
                <a:ext uri="{FF2B5EF4-FFF2-40B4-BE49-F238E27FC236}">
                  <a16:creationId xmlns:a16="http://schemas.microsoft.com/office/drawing/2014/main" id="{E480FCA6-BE82-84B1-397A-566F8BE57097}"/>
                </a:ext>
              </a:extLst>
            </p:cNvPr>
            <p:cNvSpPr txBox="1">
              <a:spLocks/>
            </p:cNvSpPr>
            <p:nvPr/>
          </p:nvSpPr>
          <p:spPr>
            <a:xfrm>
              <a:off x="464602" y="5310321"/>
              <a:ext cx="1539448" cy="221319"/>
            </a:xfrm>
            <a:prstGeom prst="rect">
              <a:avLst/>
            </a:prstGeom>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nSpc>
                  <a:spcPct val="120000"/>
                </a:lnSpc>
              </a:pPr>
              <a:r>
                <a:rPr lang="en-CA" sz="1050" b="1">
                  <a:latin typeface="Open Sans" panose="020B0606030504020204" pitchFamily="34" charset="0"/>
                  <a:ea typeface="Open Sans" panose="020B0606030504020204" pitchFamily="34" charset="0"/>
                  <a:cs typeface="Open Sans" panose="020B0606030504020204" pitchFamily="34" charset="0"/>
                </a:rPr>
                <a:t>Firstname Lastname</a:t>
              </a:r>
            </a:p>
          </p:txBody>
        </p:sp>
        <p:sp>
          <p:nvSpPr>
            <p:cNvPr id="50" name="Content Placeholder 3">
              <a:extLst>
                <a:ext uri="{FF2B5EF4-FFF2-40B4-BE49-F238E27FC236}">
                  <a16:creationId xmlns:a16="http://schemas.microsoft.com/office/drawing/2014/main" id="{34C453B8-F48E-5C25-AA7F-ADEBF8F9F99B}"/>
                </a:ext>
              </a:extLst>
            </p:cNvPr>
            <p:cNvSpPr txBox="1">
              <a:spLocks/>
            </p:cNvSpPr>
            <p:nvPr/>
          </p:nvSpPr>
          <p:spPr>
            <a:xfrm>
              <a:off x="464602" y="5531641"/>
              <a:ext cx="1539448" cy="677072"/>
            </a:xfrm>
            <a:prstGeom prst="rect">
              <a:avLst/>
            </a:prstGeom>
          </p:spPr>
          <p:txBody>
            <a:bodyPr vert="horz" lIns="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spcBef>
                  <a:spcPts val="0"/>
                </a:spcBef>
                <a:spcAft>
                  <a:spcPts val="0"/>
                </a:spcAft>
                <a:buNone/>
              </a:pPr>
              <a:r>
                <a:rPr lang="en-CA" sz="900" b="1">
                  <a:latin typeface="Open Sans Semibold" panose="020B0606030504020204" pitchFamily="34" charset="0"/>
                  <a:ea typeface="Open Sans Semibold" panose="020B0606030504020204" pitchFamily="34" charset="0"/>
                  <a:cs typeface="Open Sans Semibold" panose="020B0606030504020204" pitchFamily="34" charset="0"/>
                </a:rPr>
                <a:t>Job Title, </a:t>
              </a:r>
            </a:p>
            <a:p>
              <a:pPr marL="0" indent="0">
                <a:spcBef>
                  <a:spcPts val="0"/>
                </a:spcBef>
                <a:spcAft>
                  <a:spcPts val="0"/>
                </a:spcAft>
                <a:buNone/>
              </a:pPr>
              <a:r>
                <a:rPr lang="en-CA" sz="900">
                  <a:latin typeface="Open Sans" panose="020B0606030504020204" pitchFamily="34" charset="0"/>
                  <a:ea typeface="Open Sans" panose="020B0606030504020204" pitchFamily="34" charset="0"/>
                  <a:cs typeface="Open Sans" panose="020B0606030504020204" pitchFamily="34" charset="0"/>
                </a:rPr>
                <a:t>Region</a:t>
              </a:r>
            </a:p>
          </p:txBody>
        </p:sp>
      </p:grpSp>
      <p:sp>
        <p:nvSpPr>
          <p:cNvPr id="52" name="Content Placeholder 3">
            <a:extLst>
              <a:ext uri="{FF2B5EF4-FFF2-40B4-BE49-F238E27FC236}">
                <a16:creationId xmlns:a16="http://schemas.microsoft.com/office/drawing/2014/main" id="{FE7B6404-9BA4-5AB3-C53E-DDF48ED422AE}"/>
              </a:ext>
            </a:extLst>
          </p:cNvPr>
          <p:cNvSpPr txBox="1">
            <a:spLocks/>
          </p:cNvSpPr>
          <p:nvPr/>
        </p:nvSpPr>
        <p:spPr>
          <a:xfrm>
            <a:off x="3897088" y="378377"/>
            <a:ext cx="2046249" cy="269323"/>
          </a:xfrm>
          <a:prstGeom prst="rect">
            <a:avLst/>
          </a:prstGeom>
          <a:solidFill>
            <a:schemeClr val="tx2"/>
          </a:solidFill>
        </p:spPr>
        <p:txBody>
          <a:bodyPr vert="horz" lIns="0" tIns="0" rIns="0" bIns="0" rtlCol="0" anchor="ctr">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lgn="ctr">
              <a:spcBef>
                <a:spcPts val="0"/>
              </a:spcBef>
              <a:spcAft>
                <a:spcPts val="0"/>
              </a:spcAft>
              <a:buNone/>
            </a:pPr>
            <a:r>
              <a:rPr lang="en-CA" sz="1000">
                <a:solidFill>
                  <a:schemeClr val="bg1"/>
                </a:solidFill>
                <a:latin typeface="Open Sans" panose="020B0606030504020204" pitchFamily="34" charset="0"/>
                <a:ea typeface="Open Sans" panose="020B0606030504020204" pitchFamily="34" charset="0"/>
                <a:cs typeface="Open Sans" panose="020B0606030504020204" pitchFamily="34" charset="0"/>
              </a:rPr>
              <a:t>Your Dedicated Specialists</a:t>
            </a:r>
          </a:p>
        </p:txBody>
      </p:sp>
      <p:cxnSp>
        <p:nvCxnSpPr>
          <p:cNvPr id="54" name="Straight Connector 53">
            <a:extLst>
              <a:ext uri="{FF2B5EF4-FFF2-40B4-BE49-F238E27FC236}">
                <a16:creationId xmlns:a16="http://schemas.microsoft.com/office/drawing/2014/main" id="{2855087B-E7DB-454A-8CE7-714D94613F69}"/>
              </a:ext>
            </a:extLst>
          </p:cNvPr>
          <p:cNvCxnSpPr>
            <a:cxnSpLocks/>
            <a:stCxn id="52" idx="3"/>
          </p:cNvCxnSpPr>
          <p:nvPr/>
        </p:nvCxnSpPr>
        <p:spPr>
          <a:xfrm>
            <a:off x="5943337" y="513039"/>
            <a:ext cx="3126235"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D0D950B4-C14F-E296-25A4-3EC1FE2CB50B}"/>
              </a:ext>
            </a:extLst>
          </p:cNvPr>
          <p:cNvSpPr/>
          <p:nvPr/>
        </p:nvSpPr>
        <p:spPr>
          <a:xfrm>
            <a:off x="9574949" y="872388"/>
            <a:ext cx="2133831" cy="647699"/>
          </a:xfrm>
          <a:prstGeom prst="rect">
            <a:avLst/>
          </a:pr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CA" sz="1600">
                <a:latin typeface="Open Sans Light" panose="020B0306030504020204" pitchFamily="34" charset="0"/>
                <a:ea typeface="Open Sans Light" panose="020B0306030504020204" pitchFamily="34" charset="0"/>
                <a:cs typeface="Open Sans Light" panose="020B0306030504020204" pitchFamily="34" charset="0"/>
              </a:rPr>
              <a:t>What we offer</a:t>
            </a:r>
          </a:p>
        </p:txBody>
      </p:sp>
      <p:sp>
        <p:nvSpPr>
          <p:cNvPr id="58" name="Content Placeholder 3">
            <a:extLst>
              <a:ext uri="{FF2B5EF4-FFF2-40B4-BE49-F238E27FC236}">
                <a16:creationId xmlns:a16="http://schemas.microsoft.com/office/drawing/2014/main" id="{1E715F1F-1512-5044-4FCA-D164C0931E22}"/>
              </a:ext>
            </a:extLst>
          </p:cNvPr>
          <p:cNvSpPr txBox="1">
            <a:spLocks/>
          </p:cNvSpPr>
          <p:nvPr/>
        </p:nvSpPr>
        <p:spPr>
          <a:xfrm>
            <a:off x="9907588" y="1716070"/>
            <a:ext cx="1801192" cy="4480274"/>
          </a:xfrm>
          <a:prstGeom prst="rect">
            <a:avLst/>
          </a:prstGeom>
        </p:spPr>
        <p:txBody>
          <a:bodyPr vert="horz" lIns="0" tIns="0" rIns="0" bIns="0" rtlCol="0" anchor="t">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lvl="1">
              <a:lnSpc>
                <a:spcPts val="2000"/>
              </a:lnSpc>
              <a:spcBef>
                <a:spcPts val="0"/>
              </a:spcBef>
              <a:spcAft>
                <a:spcPts val="0"/>
              </a:spcAft>
            </a:pPr>
            <a:r>
              <a:rPr lang="en-CA" sz="1050" b="1">
                <a:solidFill>
                  <a:schemeClr val="bg1"/>
                </a:solidFill>
                <a:latin typeface="+mj-lt"/>
                <a:ea typeface="Open Sans Semibold" panose="020B0606030504020204" pitchFamily="34" charset="0"/>
                <a:cs typeface="Open Sans Semibold" panose="020B0606030504020204" pitchFamily="34" charset="0"/>
              </a:rPr>
              <a:t>Bullet point</a:t>
            </a:r>
          </a:p>
          <a:p>
            <a:pPr lvl="1">
              <a:lnSpc>
                <a:spcPts val="2000"/>
              </a:lnSpc>
              <a:spcBef>
                <a:spcPts val="0"/>
              </a:spcBef>
              <a:spcAft>
                <a:spcPts val="0"/>
              </a:spcAft>
            </a:pPr>
            <a:r>
              <a:rPr lang="en-CA" sz="1050" b="1">
                <a:solidFill>
                  <a:schemeClr val="bg1"/>
                </a:solidFill>
                <a:latin typeface="+mj-lt"/>
                <a:ea typeface="Open Sans Semibold" panose="020B0606030504020204" pitchFamily="34" charset="0"/>
                <a:cs typeface="Open Sans Semibold" panose="020B0606030504020204" pitchFamily="34" charset="0"/>
              </a:rPr>
              <a:t>Bullet point</a:t>
            </a:r>
            <a:endParaRPr lang="en-CA" sz="1050">
              <a:solidFill>
                <a:schemeClr val="bg1"/>
              </a:solidFill>
              <a:latin typeface="+mj-lt"/>
              <a:ea typeface="Open Sans" panose="020B0606030504020204" pitchFamily="34" charset="0"/>
              <a:cs typeface="Open Sans" panose="020B0606030504020204" pitchFamily="34" charset="0"/>
            </a:endParaRPr>
          </a:p>
          <a:p>
            <a:pPr lvl="1">
              <a:lnSpc>
                <a:spcPts val="2000"/>
              </a:lnSpc>
              <a:spcBef>
                <a:spcPts val="0"/>
              </a:spcBef>
              <a:spcAft>
                <a:spcPts val="0"/>
              </a:spcAft>
            </a:pPr>
            <a:r>
              <a:rPr lang="en-CA" sz="1050" b="1">
                <a:solidFill>
                  <a:schemeClr val="bg1"/>
                </a:solidFill>
                <a:latin typeface="+mj-lt"/>
                <a:ea typeface="Open Sans Semibold" panose="020B0606030504020204" pitchFamily="34" charset="0"/>
                <a:cs typeface="Open Sans Semibold" panose="020B0606030504020204" pitchFamily="34" charset="0"/>
              </a:rPr>
              <a:t>Bullet point</a:t>
            </a:r>
            <a:endParaRPr lang="en-CA" sz="1050">
              <a:solidFill>
                <a:schemeClr val="bg1"/>
              </a:solidFill>
              <a:latin typeface="+mj-lt"/>
              <a:ea typeface="Open Sans" panose="020B0606030504020204" pitchFamily="34" charset="0"/>
              <a:cs typeface="Open Sans" panose="020B0606030504020204" pitchFamily="34" charset="0"/>
            </a:endParaRPr>
          </a:p>
          <a:p>
            <a:pPr lvl="1">
              <a:lnSpc>
                <a:spcPts val="2000"/>
              </a:lnSpc>
              <a:spcBef>
                <a:spcPts val="0"/>
              </a:spcBef>
              <a:spcAft>
                <a:spcPts val="0"/>
              </a:spcAft>
            </a:pPr>
            <a:r>
              <a:rPr lang="en-CA" sz="1050" b="1">
                <a:solidFill>
                  <a:schemeClr val="bg1"/>
                </a:solidFill>
                <a:latin typeface="+mj-lt"/>
                <a:ea typeface="Open Sans Semibold" panose="020B0606030504020204" pitchFamily="34" charset="0"/>
                <a:cs typeface="Open Sans Semibold" panose="020B0606030504020204" pitchFamily="34" charset="0"/>
              </a:rPr>
              <a:t>Bullet point</a:t>
            </a:r>
            <a:endParaRPr lang="en-CA" sz="1050">
              <a:solidFill>
                <a:schemeClr val="bg1"/>
              </a:solidFill>
              <a:latin typeface="+mj-lt"/>
              <a:ea typeface="Open Sans" panose="020B0606030504020204" pitchFamily="34" charset="0"/>
              <a:cs typeface="Open Sans" panose="020B0606030504020204" pitchFamily="34" charset="0"/>
            </a:endParaRPr>
          </a:p>
          <a:p>
            <a:pPr lvl="1">
              <a:lnSpc>
                <a:spcPts val="2000"/>
              </a:lnSpc>
              <a:spcBef>
                <a:spcPts val="0"/>
              </a:spcBef>
              <a:spcAft>
                <a:spcPts val="0"/>
              </a:spcAft>
            </a:pPr>
            <a:r>
              <a:rPr lang="en-CA" sz="1050" b="1">
                <a:solidFill>
                  <a:schemeClr val="bg1"/>
                </a:solidFill>
                <a:latin typeface="+mj-lt"/>
                <a:ea typeface="Open Sans Semibold" panose="020B0606030504020204" pitchFamily="34" charset="0"/>
                <a:cs typeface="Open Sans Semibold" panose="020B0606030504020204" pitchFamily="34" charset="0"/>
              </a:rPr>
              <a:t>Bullet point</a:t>
            </a:r>
            <a:endParaRPr lang="en-CA" sz="1050">
              <a:solidFill>
                <a:schemeClr val="bg1"/>
              </a:solidFill>
              <a:latin typeface="+mj-lt"/>
              <a:ea typeface="Open Sans" panose="020B0606030504020204" pitchFamily="34" charset="0"/>
              <a:cs typeface="Open Sans" panose="020B0606030504020204" pitchFamily="34" charset="0"/>
            </a:endParaRPr>
          </a:p>
          <a:p>
            <a:pPr lvl="1">
              <a:lnSpc>
                <a:spcPts val="2000"/>
              </a:lnSpc>
              <a:spcBef>
                <a:spcPts val="0"/>
              </a:spcBef>
              <a:spcAft>
                <a:spcPts val="0"/>
              </a:spcAft>
            </a:pPr>
            <a:r>
              <a:rPr lang="en-CA" sz="1050" b="1">
                <a:solidFill>
                  <a:schemeClr val="bg1"/>
                </a:solidFill>
                <a:latin typeface="+mj-lt"/>
                <a:ea typeface="Open Sans Semibold" panose="020B0606030504020204" pitchFamily="34" charset="0"/>
                <a:cs typeface="Open Sans Semibold" panose="020B0606030504020204" pitchFamily="34" charset="0"/>
              </a:rPr>
              <a:t>Bullet point</a:t>
            </a:r>
            <a:endParaRPr lang="en-CA" sz="1050">
              <a:solidFill>
                <a:schemeClr val="bg1"/>
              </a:solidFill>
              <a:latin typeface="+mj-lt"/>
              <a:ea typeface="Open Sans" panose="020B0606030504020204" pitchFamily="34" charset="0"/>
              <a:cs typeface="Open Sans" panose="020B0606030504020204" pitchFamily="34" charset="0"/>
            </a:endParaRPr>
          </a:p>
          <a:p>
            <a:pPr lvl="1">
              <a:lnSpc>
                <a:spcPts val="2000"/>
              </a:lnSpc>
              <a:spcBef>
                <a:spcPts val="0"/>
              </a:spcBef>
              <a:spcAft>
                <a:spcPts val="0"/>
              </a:spcAft>
            </a:pPr>
            <a:r>
              <a:rPr lang="en-CA" sz="1050" b="1">
                <a:solidFill>
                  <a:schemeClr val="bg1"/>
                </a:solidFill>
                <a:latin typeface="+mj-lt"/>
                <a:ea typeface="Open Sans Semibold" panose="020B0606030504020204" pitchFamily="34" charset="0"/>
                <a:cs typeface="Open Sans Semibold" panose="020B0606030504020204" pitchFamily="34" charset="0"/>
              </a:rPr>
              <a:t>Bullet point</a:t>
            </a:r>
            <a:endParaRPr lang="en-CA" sz="1050">
              <a:solidFill>
                <a:schemeClr val="bg1"/>
              </a:solidFill>
              <a:latin typeface="+mj-lt"/>
              <a:ea typeface="Open Sans" panose="020B0606030504020204" pitchFamily="34" charset="0"/>
              <a:cs typeface="Open Sans" panose="020B0606030504020204" pitchFamily="34" charset="0"/>
            </a:endParaRPr>
          </a:p>
          <a:p>
            <a:pPr lvl="1">
              <a:lnSpc>
                <a:spcPts val="2000"/>
              </a:lnSpc>
              <a:spcBef>
                <a:spcPts val="0"/>
              </a:spcBef>
              <a:spcAft>
                <a:spcPts val="0"/>
              </a:spcAft>
            </a:pPr>
            <a:r>
              <a:rPr lang="en-CA" sz="1050" b="1">
                <a:solidFill>
                  <a:schemeClr val="bg1"/>
                </a:solidFill>
                <a:latin typeface="+mj-lt"/>
                <a:ea typeface="Open Sans Semibold" panose="020B0606030504020204" pitchFamily="34" charset="0"/>
                <a:cs typeface="Open Sans Semibold" panose="020B0606030504020204" pitchFamily="34" charset="0"/>
              </a:rPr>
              <a:t>Bullet point</a:t>
            </a:r>
            <a:endParaRPr lang="en-CA" sz="1050">
              <a:solidFill>
                <a:schemeClr val="bg1"/>
              </a:solidFill>
              <a:latin typeface="+mj-lt"/>
              <a:ea typeface="Open Sans" panose="020B0606030504020204" pitchFamily="34" charset="0"/>
              <a:cs typeface="Open Sans" panose="020B0606030504020204" pitchFamily="34" charset="0"/>
            </a:endParaRPr>
          </a:p>
          <a:p>
            <a:pPr lvl="1">
              <a:lnSpc>
                <a:spcPts val="2000"/>
              </a:lnSpc>
              <a:spcBef>
                <a:spcPts val="0"/>
              </a:spcBef>
              <a:spcAft>
                <a:spcPts val="0"/>
              </a:spcAft>
            </a:pPr>
            <a:r>
              <a:rPr lang="en-CA" sz="1050" b="1">
                <a:solidFill>
                  <a:schemeClr val="bg1"/>
                </a:solidFill>
                <a:latin typeface="+mj-lt"/>
                <a:ea typeface="Open Sans Semibold" panose="020B0606030504020204" pitchFamily="34" charset="0"/>
                <a:cs typeface="Open Sans Semibold" panose="020B0606030504020204" pitchFamily="34" charset="0"/>
              </a:rPr>
              <a:t>Bullet point</a:t>
            </a:r>
            <a:endParaRPr lang="en-CA" sz="1050">
              <a:solidFill>
                <a:schemeClr val="bg1"/>
              </a:solidFill>
              <a:latin typeface="+mj-lt"/>
              <a:ea typeface="Open Sans" panose="020B0606030504020204" pitchFamily="34" charset="0"/>
              <a:cs typeface="Open Sans" panose="020B0606030504020204" pitchFamily="34" charset="0"/>
            </a:endParaRPr>
          </a:p>
          <a:p>
            <a:pPr lvl="1">
              <a:lnSpc>
                <a:spcPts val="2000"/>
              </a:lnSpc>
              <a:spcBef>
                <a:spcPts val="0"/>
              </a:spcBef>
              <a:spcAft>
                <a:spcPts val="0"/>
              </a:spcAft>
            </a:pPr>
            <a:r>
              <a:rPr lang="en-CA" sz="1050" b="1">
                <a:solidFill>
                  <a:schemeClr val="bg1"/>
                </a:solidFill>
                <a:latin typeface="+mj-lt"/>
                <a:ea typeface="Open Sans Semibold" panose="020B0606030504020204" pitchFamily="34" charset="0"/>
                <a:cs typeface="Open Sans Semibold" panose="020B0606030504020204" pitchFamily="34" charset="0"/>
              </a:rPr>
              <a:t>Bullet point</a:t>
            </a:r>
            <a:endParaRPr lang="en-CA" sz="1050">
              <a:solidFill>
                <a:schemeClr val="bg1"/>
              </a:solidFill>
              <a:latin typeface="+mj-lt"/>
              <a:ea typeface="Open Sans" panose="020B0606030504020204" pitchFamily="34" charset="0"/>
              <a:cs typeface="Open Sans" panose="020B0606030504020204" pitchFamily="34" charset="0"/>
            </a:endParaRPr>
          </a:p>
          <a:p>
            <a:pPr lvl="1">
              <a:lnSpc>
                <a:spcPts val="2000"/>
              </a:lnSpc>
              <a:spcBef>
                <a:spcPts val="0"/>
              </a:spcBef>
              <a:spcAft>
                <a:spcPts val="0"/>
              </a:spcAft>
            </a:pPr>
            <a:r>
              <a:rPr lang="en-CA" sz="1050" b="1">
                <a:solidFill>
                  <a:schemeClr val="bg1"/>
                </a:solidFill>
                <a:latin typeface="+mj-lt"/>
                <a:ea typeface="Open Sans Semibold" panose="020B0606030504020204" pitchFamily="34" charset="0"/>
                <a:cs typeface="Open Sans Semibold" panose="020B0606030504020204" pitchFamily="34" charset="0"/>
              </a:rPr>
              <a:t>Bullet point</a:t>
            </a:r>
            <a:endParaRPr lang="en-CA" sz="1050">
              <a:solidFill>
                <a:schemeClr val="bg1"/>
              </a:solidFill>
              <a:latin typeface="+mj-lt"/>
              <a:ea typeface="Open Sans" panose="020B0606030504020204" pitchFamily="34" charset="0"/>
              <a:cs typeface="Open Sans" panose="020B0606030504020204" pitchFamily="34" charset="0"/>
            </a:endParaRPr>
          </a:p>
          <a:p>
            <a:pPr lvl="1">
              <a:lnSpc>
                <a:spcPts val="2000"/>
              </a:lnSpc>
              <a:spcBef>
                <a:spcPts val="0"/>
              </a:spcBef>
              <a:spcAft>
                <a:spcPts val="0"/>
              </a:spcAft>
            </a:pPr>
            <a:r>
              <a:rPr lang="en-CA" sz="1050" b="1">
                <a:solidFill>
                  <a:schemeClr val="bg1"/>
                </a:solidFill>
                <a:latin typeface="+mj-lt"/>
                <a:ea typeface="Open Sans Semibold" panose="020B0606030504020204" pitchFamily="34" charset="0"/>
                <a:cs typeface="Open Sans Semibold" panose="020B0606030504020204" pitchFamily="34" charset="0"/>
              </a:rPr>
              <a:t>Bullet point</a:t>
            </a:r>
            <a:endParaRPr lang="en-CA" sz="1050">
              <a:solidFill>
                <a:schemeClr val="bg1"/>
              </a:solidFill>
              <a:latin typeface="+mj-lt"/>
              <a:ea typeface="Open Sans" panose="020B0606030504020204" pitchFamily="34" charset="0"/>
              <a:cs typeface="Open Sans" panose="020B0606030504020204" pitchFamily="34" charset="0"/>
            </a:endParaRPr>
          </a:p>
          <a:p>
            <a:pPr lvl="1">
              <a:lnSpc>
                <a:spcPts val="2000"/>
              </a:lnSpc>
              <a:spcBef>
                <a:spcPts val="0"/>
              </a:spcBef>
              <a:spcAft>
                <a:spcPts val="0"/>
              </a:spcAft>
            </a:pPr>
            <a:r>
              <a:rPr lang="en-CA" sz="1050" b="1">
                <a:solidFill>
                  <a:schemeClr val="bg1"/>
                </a:solidFill>
                <a:latin typeface="+mj-lt"/>
                <a:ea typeface="Open Sans Semibold" panose="020B0606030504020204" pitchFamily="34" charset="0"/>
                <a:cs typeface="Open Sans Semibold" panose="020B0606030504020204" pitchFamily="34" charset="0"/>
              </a:rPr>
              <a:t>Bullet point</a:t>
            </a:r>
            <a:endParaRPr lang="en-CA" sz="1050">
              <a:solidFill>
                <a:schemeClr val="bg1"/>
              </a:solidFill>
              <a:latin typeface="+mj-lt"/>
              <a:ea typeface="Open Sans" panose="020B0606030504020204" pitchFamily="34" charset="0"/>
              <a:cs typeface="Open Sans" panose="020B0606030504020204" pitchFamily="34" charset="0"/>
            </a:endParaRPr>
          </a:p>
          <a:p>
            <a:pPr lvl="1">
              <a:lnSpc>
                <a:spcPts val="2000"/>
              </a:lnSpc>
              <a:spcBef>
                <a:spcPts val="0"/>
              </a:spcBef>
              <a:spcAft>
                <a:spcPts val="0"/>
              </a:spcAft>
            </a:pPr>
            <a:r>
              <a:rPr lang="en-CA" sz="1050" b="1">
                <a:solidFill>
                  <a:schemeClr val="bg1"/>
                </a:solidFill>
                <a:latin typeface="+mj-lt"/>
                <a:ea typeface="Open Sans Semibold" panose="020B0606030504020204" pitchFamily="34" charset="0"/>
                <a:cs typeface="Open Sans Semibold" panose="020B0606030504020204" pitchFamily="34" charset="0"/>
              </a:rPr>
              <a:t>Bullet point</a:t>
            </a:r>
            <a:endParaRPr lang="en-CA" sz="1050">
              <a:solidFill>
                <a:schemeClr val="bg1"/>
              </a:solidFill>
              <a:latin typeface="+mj-lt"/>
              <a:ea typeface="Open Sans" panose="020B0606030504020204" pitchFamily="34" charset="0"/>
              <a:cs typeface="Open Sans" panose="020B0606030504020204" pitchFamily="34" charset="0"/>
            </a:endParaRPr>
          </a:p>
          <a:p>
            <a:pPr lvl="1">
              <a:lnSpc>
                <a:spcPts val="2000"/>
              </a:lnSpc>
              <a:spcBef>
                <a:spcPts val="0"/>
              </a:spcBef>
              <a:spcAft>
                <a:spcPts val="0"/>
              </a:spcAft>
            </a:pPr>
            <a:r>
              <a:rPr lang="en-CA" sz="1050" b="1">
                <a:solidFill>
                  <a:schemeClr val="bg1"/>
                </a:solidFill>
                <a:latin typeface="+mj-lt"/>
                <a:ea typeface="Open Sans Semibold" panose="020B0606030504020204" pitchFamily="34" charset="0"/>
                <a:cs typeface="Open Sans Semibold" panose="020B0606030504020204" pitchFamily="34" charset="0"/>
              </a:rPr>
              <a:t>Bullet point</a:t>
            </a:r>
            <a:endParaRPr lang="en-CA" sz="1050">
              <a:solidFill>
                <a:schemeClr val="bg1"/>
              </a:solidFill>
              <a:latin typeface="+mj-lt"/>
              <a:ea typeface="Open Sans" panose="020B0606030504020204" pitchFamily="34" charset="0"/>
              <a:cs typeface="Open Sans" panose="020B0606030504020204" pitchFamily="34" charset="0"/>
            </a:endParaRPr>
          </a:p>
          <a:p>
            <a:pPr lvl="1">
              <a:lnSpc>
                <a:spcPts val="2000"/>
              </a:lnSpc>
              <a:spcBef>
                <a:spcPts val="0"/>
              </a:spcBef>
              <a:spcAft>
                <a:spcPts val="0"/>
              </a:spcAft>
            </a:pPr>
            <a:r>
              <a:rPr lang="en-CA" sz="1050" b="1">
                <a:solidFill>
                  <a:schemeClr val="bg1"/>
                </a:solidFill>
                <a:latin typeface="+mj-lt"/>
                <a:ea typeface="Open Sans Semibold" panose="020B0606030504020204" pitchFamily="34" charset="0"/>
                <a:cs typeface="Open Sans Semibold" panose="020B0606030504020204" pitchFamily="34" charset="0"/>
              </a:rPr>
              <a:t>Bullet point</a:t>
            </a:r>
            <a:endParaRPr lang="en-CA" sz="1050">
              <a:solidFill>
                <a:schemeClr val="bg1"/>
              </a:solidFill>
              <a:latin typeface="+mj-lt"/>
              <a:ea typeface="Open Sans" panose="020B0606030504020204" pitchFamily="34" charset="0"/>
              <a:cs typeface="Open Sans" panose="020B0606030504020204" pitchFamily="34" charset="0"/>
            </a:endParaRPr>
          </a:p>
          <a:p>
            <a:pPr marL="216000" lvl="1" indent="0">
              <a:lnSpc>
                <a:spcPts val="2000"/>
              </a:lnSpc>
              <a:spcBef>
                <a:spcPts val="0"/>
              </a:spcBef>
              <a:spcAft>
                <a:spcPts val="0"/>
              </a:spcAft>
              <a:buNone/>
            </a:pPr>
            <a:endParaRPr lang="en-CA" sz="1050">
              <a:solidFill>
                <a:schemeClr val="bg1"/>
              </a:solidFill>
              <a:latin typeface="+mj-lt"/>
              <a:ea typeface="Open Sans" panose="020B0606030504020204" pitchFamily="34" charset="0"/>
              <a:cs typeface="Open Sans" panose="020B0606030504020204" pitchFamily="34" charset="0"/>
            </a:endParaRPr>
          </a:p>
        </p:txBody>
      </p:sp>
      <p:pic>
        <p:nvPicPr>
          <p:cNvPr id="56" name="Picture 55">
            <a:extLst>
              <a:ext uri="{FF2B5EF4-FFF2-40B4-BE49-F238E27FC236}">
                <a16:creationId xmlns:a16="http://schemas.microsoft.com/office/drawing/2014/main" id="{3C56AAD9-087C-12C6-CC94-0F31C34870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77323" y="868934"/>
            <a:ext cx="1174179" cy="1174179"/>
          </a:xfrm>
          <a:prstGeom prst="rect">
            <a:avLst/>
          </a:prstGeom>
        </p:spPr>
      </p:pic>
      <p:pic>
        <p:nvPicPr>
          <p:cNvPr id="59" name="Picture 58" descr="Icon&#10;&#10;Description automatically generated">
            <a:extLst>
              <a:ext uri="{FF2B5EF4-FFF2-40B4-BE49-F238E27FC236}">
                <a16:creationId xmlns:a16="http://schemas.microsoft.com/office/drawing/2014/main" id="{F07D065A-E1A2-6F00-E96E-7B1A0C8AFCB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75143" y="868934"/>
            <a:ext cx="1173600" cy="1173600"/>
          </a:xfrm>
          <a:prstGeom prst="rect">
            <a:avLst/>
          </a:prstGeom>
        </p:spPr>
      </p:pic>
      <p:pic>
        <p:nvPicPr>
          <p:cNvPr id="61" name="Picture 60" descr="Icon&#10;&#10;Description automatically generated">
            <a:extLst>
              <a:ext uri="{FF2B5EF4-FFF2-40B4-BE49-F238E27FC236}">
                <a16:creationId xmlns:a16="http://schemas.microsoft.com/office/drawing/2014/main" id="{E8148258-53FD-8C4A-4905-46772989874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37194" y="868934"/>
            <a:ext cx="1173600" cy="1173600"/>
          </a:xfrm>
          <a:prstGeom prst="rect">
            <a:avLst/>
          </a:prstGeom>
        </p:spPr>
      </p:pic>
      <p:pic>
        <p:nvPicPr>
          <p:cNvPr id="65" name="Picture 64">
            <a:extLst>
              <a:ext uri="{FF2B5EF4-FFF2-40B4-BE49-F238E27FC236}">
                <a16:creationId xmlns:a16="http://schemas.microsoft.com/office/drawing/2014/main" id="{E6A8B815-21D6-056E-255E-B9E21A36E08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27883" y="3944643"/>
            <a:ext cx="1174179" cy="1174179"/>
          </a:xfrm>
          <a:prstGeom prst="rect">
            <a:avLst/>
          </a:prstGeom>
        </p:spPr>
      </p:pic>
      <p:pic>
        <p:nvPicPr>
          <p:cNvPr id="66" name="Picture 65" descr="Icon&#10;&#10;Description automatically generated">
            <a:extLst>
              <a:ext uri="{FF2B5EF4-FFF2-40B4-BE49-F238E27FC236}">
                <a16:creationId xmlns:a16="http://schemas.microsoft.com/office/drawing/2014/main" id="{856FC2D4-F8C1-FC57-5E6B-ACC75B04901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41256" y="3944643"/>
            <a:ext cx="1173600" cy="1173600"/>
          </a:xfrm>
          <a:prstGeom prst="rect">
            <a:avLst/>
          </a:prstGeom>
        </p:spPr>
      </p:pic>
      <p:pic>
        <p:nvPicPr>
          <p:cNvPr id="67" name="Picture 66" descr="Icon&#10;&#10;Description automatically generated">
            <a:extLst>
              <a:ext uri="{FF2B5EF4-FFF2-40B4-BE49-F238E27FC236}">
                <a16:creationId xmlns:a16="http://schemas.microsoft.com/office/drawing/2014/main" id="{2E31E12C-117E-0D9C-0658-5B49B1B3D17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22619" y="3944643"/>
            <a:ext cx="1173600" cy="1173600"/>
          </a:xfrm>
          <a:prstGeom prst="rect">
            <a:avLst/>
          </a:prstGeom>
        </p:spPr>
      </p:pic>
      <p:pic>
        <p:nvPicPr>
          <p:cNvPr id="69" name="Picture 68" descr="Icon&#10;&#10;Description automatically generated">
            <a:extLst>
              <a:ext uri="{FF2B5EF4-FFF2-40B4-BE49-F238E27FC236}">
                <a16:creationId xmlns:a16="http://schemas.microsoft.com/office/drawing/2014/main" id="{72538BBC-755E-9F44-E6A4-D50FB6C3A2A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3213" y="3944643"/>
            <a:ext cx="1173600" cy="1173600"/>
          </a:xfrm>
          <a:prstGeom prst="rect">
            <a:avLst/>
          </a:prstGeom>
        </p:spPr>
      </p:pic>
      <p:pic>
        <p:nvPicPr>
          <p:cNvPr id="71" name="Picture 70">
            <a:extLst>
              <a:ext uri="{FF2B5EF4-FFF2-40B4-BE49-F238E27FC236}">
                <a16:creationId xmlns:a16="http://schemas.microsoft.com/office/drawing/2014/main" id="{9DFDF36F-F443-DEF6-AF8F-1DA39BC5F8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65091" y="3944643"/>
            <a:ext cx="1174179" cy="1174179"/>
          </a:xfrm>
          <a:prstGeom prst="rect">
            <a:avLst/>
          </a:prstGeom>
        </p:spPr>
      </p:pic>
      <p:pic>
        <p:nvPicPr>
          <p:cNvPr id="73" name="Picture 72">
            <a:extLst>
              <a:ext uri="{FF2B5EF4-FFF2-40B4-BE49-F238E27FC236}">
                <a16:creationId xmlns:a16="http://schemas.microsoft.com/office/drawing/2014/main" id="{035AB3B8-947F-81F5-6F73-410D125332F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8923" y="3944643"/>
            <a:ext cx="1174179" cy="1174179"/>
          </a:xfrm>
          <a:prstGeom prst="rect">
            <a:avLst/>
          </a:prstGeom>
        </p:spPr>
      </p:pic>
      <p:cxnSp>
        <p:nvCxnSpPr>
          <p:cNvPr id="5" name="Straight Connector 4">
            <a:extLst>
              <a:ext uri="{FF2B5EF4-FFF2-40B4-BE49-F238E27FC236}">
                <a16:creationId xmlns:a16="http://schemas.microsoft.com/office/drawing/2014/main" id="{85450CB7-8F0E-F316-019A-DD8D23A342E8}"/>
              </a:ext>
            </a:extLst>
          </p:cNvPr>
          <p:cNvCxnSpPr/>
          <p:nvPr/>
        </p:nvCxnSpPr>
        <p:spPr>
          <a:xfrm>
            <a:off x="11124763" y="274014"/>
            <a:ext cx="0" cy="125517"/>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custDataLst>
      <p:custData r:id="rId1"/>
      <p:custData r:id="rId2"/>
    </p:custDataLst>
    <p:extLst>
      <p:ext uri="{BB962C8B-B14F-4D97-AF65-F5344CB8AC3E}">
        <p14:creationId xmlns:p14="http://schemas.microsoft.com/office/powerpoint/2010/main" val="34408358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F5A5F8E-919E-A972-B165-5C9F14CFFDEF}"/>
              </a:ext>
            </a:extLst>
          </p:cNvPr>
          <p:cNvPicPr>
            <a:picLocks noChangeAspect="1"/>
          </p:cNvPicPr>
          <p:nvPr/>
        </p:nvPicPr>
        <p:blipFill rotWithShape="1">
          <a:blip r:embed="rId5">
            <a:extLst>
              <a:ext uri="{28A0092B-C50C-407E-A947-70E740481C1C}">
                <a14:useLocalDpi xmlns:a14="http://schemas.microsoft.com/office/drawing/2010/main" val="0"/>
              </a:ext>
            </a:extLst>
          </a:blip>
          <a:srcRect l="5984" r="5984"/>
          <a:stretch/>
        </p:blipFill>
        <p:spPr>
          <a:xfrm>
            <a:off x="647701" y="2260798"/>
            <a:ext cx="2102606" cy="1194228"/>
          </a:xfrm>
          <a:prstGeom prst="rect">
            <a:avLst/>
          </a:prstGeom>
        </p:spPr>
      </p:pic>
      <p:pic>
        <p:nvPicPr>
          <p:cNvPr id="26" name="Picture 25">
            <a:extLst>
              <a:ext uri="{FF2B5EF4-FFF2-40B4-BE49-F238E27FC236}">
                <a16:creationId xmlns:a16="http://schemas.microsoft.com/office/drawing/2014/main" id="{369CA40A-E627-4EDF-9239-76739545B6A0}"/>
              </a:ext>
            </a:extLst>
          </p:cNvPr>
          <p:cNvPicPr>
            <a:picLocks noChangeAspect="1"/>
          </p:cNvPicPr>
          <p:nvPr/>
        </p:nvPicPr>
        <p:blipFill rotWithShape="1">
          <a:blip r:embed="rId5">
            <a:extLst>
              <a:ext uri="{28A0092B-C50C-407E-A947-70E740481C1C}">
                <a14:useLocalDpi xmlns:a14="http://schemas.microsoft.com/office/drawing/2010/main" val="0"/>
              </a:ext>
            </a:extLst>
          </a:blip>
          <a:srcRect l="5984" r="5984"/>
          <a:stretch/>
        </p:blipFill>
        <p:spPr>
          <a:xfrm>
            <a:off x="2845404" y="2260798"/>
            <a:ext cx="2102606" cy="1194228"/>
          </a:xfrm>
          <a:prstGeom prst="rect">
            <a:avLst/>
          </a:prstGeom>
        </p:spPr>
      </p:pic>
      <p:pic>
        <p:nvPicPr>
          <p:cNvPr id="27" name="Picture 26">
            <a:extLst>
              <a:ext uri="{FF2B5EF4-FFF2-40B4-BE49-F238E27FC236}">
                <a16:creationId xmlns:a16="http://schemas.microsoft.com/office/drawing/2014/main" id="{0413486D-3063-0E37-51D6-1317392CA779}"/>
              </a:ext>
            </a:extLst>
          </p:cNvPr>
          <p:cNvPicPr>
            <a:picLocks noChangeAspect="1"/>
          </p:cNvPicPr>
          <p:nvPr/>
        </p:nvPicPr>
        <p:blipFill rotWithShape="1">
          <a:blip r:embed="rId5">
            <a:extLst>
              <a:ext uri="{28A0092B-C50C-407E-A947-70E740481C1C}">
                <a14:useLocalDpi xmlns:a14="http://schemas.microsoft.com/office/drawing/2010/main" val="0"/>
              </a:ext>
            </a:extLst>
          </a:blip>
          <a:srcRect l="5984" r="5984"/>
          <a:stretch/>
        </p:blipFill>
        <p:spPr>
          <a:xfrm>
            <a:off x="5043107" y="2260798"/>
            <a:ext cx="2102606" cy="1194228"/>
          </a:xfrm>
          <a:prstGeom prst="rect">
            <a:avLst/>
          </a:prstGeom>
        </p:spPr>
      </p:pic>
      <p:pic>
        <p:nvPicPr>
          <p:cNvPr id="28" name="Picture 27">
            <a:extLst>
              <a:ext uri="{FF2B5EF4-FFF2-40B4-BE49-F238E27FC236}">
                <a16:creationId xmlns:a16="http://schemas.microsoft.com/office/drawing/2014/main" id="{1033C246-4724-1F5F-5F5F-6EC5E097CAE8}"/>
              </a:ext>
            </a:extLst>
          </p:cNvPr>
          <p:cNvPicPr>
            <a:picLocks noChangeAspect="1"/>
          </p:cNvPicPr>
          <p:nvPr/>
        </p:nvPicPr>
        <p:blipFill rotWithShape="1">
          <a:blip r:embed="rId5">
            <a:extLst>
              <a:ext uri="{28A0092B-C50C-407E-A947-70E740481C1C}">
                <a14:useLocalDpi xmlns:a14="http://schemas.microsoft.com/office/drawing/2010/main" val="0"/>
              </a:ext>
            </a:extLst>
          </a:blip>
          <a:srcRect l="5984" r="5984"/>
          <a:stretch/>
        </p:blipFill>
        <p:spPr>
          <a:xfrm>
            <a:off x="7240816" y="2260798"/>
            <a:ext cx="2102606" cy="1194228"/>
          </a:xfrm>
          <a:prstGeom prst="rect">
            <a:avLst/>
          </a:prstGeom>
        </p:spPr>
      </p:pic>
      <p:pic>
        <p:nvPicPr>
          <p:cNvPr id="29" name="Picture 28">
            <a:extLst>
              <a:ext uri="{FF2B5EF4-FFF2-40B4-BE49-F238E27FC236}">
                <a16:creationId xmlns:a16="http://schemas.microsoft.com/office/drawing/2014/main" id="{39940A6D-474B-D998-4E7A-CDA0E43C4005}"/>
              </a:ext>
            </a:extLst>
          </p:cNvPr>
          <p:cNvPicPr>
            <a:picLocks noChangeAspect="1"/>
          </p:cNvPicPr>
          <p:nvPr/>
        </p:nvPicPr>
        <p:blipFill rotWithShape="1">
          <a:blip r:embed="rId5">
            <a:extLst>
              <a:ext uri="{28A0092B-C50C-407E-A947-70E740481C1C}">
                <a14:useLocalDpi xmlns:a14="http://schemas.microsoft.com/office/drawing/2010/main" val="0"/>
              </a:ext>
            </a:extLst>
          </a:blip>
          <a:srcRect l="5984" r="5984"/>
          <a:stretch/>
        </p:blipFill>
        <p:spPr>
          <a:xfrm>
            <a:off x="9438519" y="2260798"/>
            <a:ext cx="2102606" cy="1194228"/>
          </a:xfrm>
          <a:prstGeom prst="rect">
            <a:avLst/>
          </a:prstGeom>
        </p:spPr>
      </p:pic>
      <p:sp>
        <p:nvSpPr>
          <p:cNvPr id="11" name="Text Placeholder 10">
            <a:extLst>
              <a:ext uri="{FF2B5EF4-FFF2-40B4-BE49-F238E27FC236}">
                <a16:creationId xmlns:a16="http://schemas.microsoft.com/office/drawing/2014/main" id="{33C2D67F-E31D-24A2-F66D-3F3B387D2A52}"/>
              </a:ext>
            </a:extLst>
          </p:cNvPr>
          <p:cNvSpPr>
            <a:spLocks noGrp="1"/>
          </p:cNvSpPr>
          <p:nvPr>
            <p:ph type="body" sz="quarter" idx="13"/>
          </p:nvPr>
        </p:nvSpPr>
        <p:spPr/>
        <p:txBody>
          <a:bodyPr/>
          <a:lstStyle/>
          <a:p>
            <a:r>
              <a:rPr lang="en-US"/>
              <a:t>OUR TEAM</a:t>
            </a:r>
          </a:p>
        </p:txBody>
      </p:sp>
      <p:sp>
        <p:nvSpPr>
          <p:cNvPr id="9" name="Title 8">
            <a:extLst>
              <a:ext uri="{FF2B5EF4-FFF2-40B4-BE49-F238E27FC236}">
                <a16:creationId xmlns:a16="http://schemas.microsoft.com/office/drawing/2014/main" id="{DF3E38AD-0A1C-942F-462A-34BDED3CA1A8}"/>
              </a:ext>
            </a:extLst>
          </p:cNvPr>
          <p:cNvSpPr>
            <a:spLocks noGrp="1"/>
          </p:cNvSpPr>
          <p:nvPr>
            <p:ph type="title"/>
          </p:nvPr>
        </p:nvSpPr>
        <p:spPr/>
        <p:txBody>
          <a:bodyPr/>
          <a:lstStyle/>
          <a:p>
            <a:r>
              <a:rPr lang="en-US"/>
              <a:t>The Company We Keep</a:t>
            </a:r>
          </a:p>
        </p:txBody>
      </p:sp>
      <p:sp>
        <p:nvSpPr>
          <p:cNvPr id="12" name="Text Placeholder 11">
            <a:extLst>
              <a:ext uri="{FF2B5EF4-FFF2-40B4-BE49-F238E27FC236}">
                <a16:creationId xmlns:a16="http://schemas.microsoft.com/office/drawing/2014/main" id="{BD5ADD7A-3720-8B46-4718-8D34B8B67285}"/>
              </a:ext>
            </a:extLst>
          </p:cNvPr>
          <p:cNvSpPr>
            <a:spLocks noGrp="1"/>
          </p:cNvSpPr>
          <p:nvPr>
            <p:ph type="body" sz="quarter" idx="14"/>
          </p:nvPr>
        </p:nvSpPr>
        <p:spPr/>
        <p:txBody>
          <a:bodyPr/>
          <a:lstStyle/>
          <a:p>
            <a:endParaRPr lang="en-US"/>
          </a:p>
        </p:txBody>
      </p:sp>
      <p:sp>
        <p:nvSpPr>
          <p:cNvPr id="7" name="Footer Placeholder 6">
            <a:extLst>
              <a:ext uri="{FF2B5EF4-FFF2-40B4-BE49-F238E27FC236}">
                <a16:creationId xmlns:a16="http://schemas.microsoft.com/office/drawing/2014/main" id="{811A91F3-7F23-4D5F-83AF-7A38C261254A}"/>
              </a:ext>
            </a:extLst>
          </p:cNvPr>
          <p:cNvSpPr>
            <a:spLocks noGrp="1"/>
          </p:cNvSpPr>
          <p:nvPr>
            <p:ph type="ftr" sz="quarter" idx="11"/>
          </p:nvPr>
        </p:nvSpPr>
        <p:spPr/>
        <p:txBody>
          <a:bodyPr/>
          <a:lstStyle/>
          <a:p>
            <a:r>
              <a:rPr lang="en-GB"/>
              <a:t>Colliers</a:t>
            </a:r>
          </a:p>
        </p:txBody>
      </p:sp>
      <p:sp>
        <p:nvSpPr>
          <p:cNvPr id="8" name="Slide Number Placeholder 7">
            <a:extLst>
              <a:ext uri="{FF2B5EF4-FFF2-40B4-BE49-F238E27FC236}">
                <a16:creationId xmlns:a16="http://schemas.microsoft.com/office/drawing/2014/main" id="{7D08692F-6D99-46EB-853B-5A880CFB6180}"/>
              </a:ext>
            </a:extLst>
          </p:cNvPr>
          <p:cNvSpPr>
            <a:spLocks noGrp="1"/>
          </p:cNvSpPr>
          <p:nvPr>
            <p:ph type="sldNum" sz="quarter" idx="12"/>
          </p:nvPr>
        </p:nvSpPr>
        <p:spPr/>
        <p:txBody>
          <a:bodyPr/>
          <a:lstStyle/>
          <a:p>
            <a:fld id="{23AA811B-2EBD-4900-905E-5BE206449611}" type="slidenum">
              <a:rPr lang="en-GB"/>
              <a:pPr/>
              <a:t>28</a:t>
            </a:fld>
            <a:endParaRPr lang="en-GB"/>
          </a:p>
        </p:txBody>
      </p:sp>
      <p:pic>
        <p:nvPicPr>
          <p:cNvPr id="30" name="Picture 29">
            <a:extLst>
              <a:ext uri="{FF2B5EF4-FFF2-40B4-BE49-F238E27FC236}">
                <a16:creationId xmlns:a16="http://schemas.microsoft.com/office/drawing/2014/main" id="{08A73921-BD51-8366-3710-7B247CAB1B2F}"/>
              </a:ext>
            </a:extLst>
          </p:cNvPr>
          <p:cNvPicPr>
            <a:picLocks noChangeAspect="1"/>
          </p:cNvPicPr>
          <p:nvPr/>
        </p:nvPicPr>
        <p:blipFill rotWithShape="1">
          <a:blip r:embed="rId5">
            <a:extLst>
              <a:ext uri="{28A0092B-C50C-407E-A947-70E740481C1C}">
                <a14:useLocalDpi xmlns:a14="http://schemas.microsoft.com/office/drawing/2010/main" val="0"/>
              </a:ext>
            </a:extLst>
          </a:blip>
          <a:srcRect l="5984" r="5984"/>
          <a:stretch/>
        </p:blipFill>
        <p:spPr>
          <a:xfrm>
            <a:off x="647701" y="3555486"/>
            <a:ext cx="2102606" cy="1194228"/>
          </a:xfrm>
          <a:prstGeom prst="rect">
            <a:avLst/>
          </a:prstGeom>
        </p:spPr>
      </p:pic>
      <p:pic>
        <p:nvPicPr>
          <p:cNvPr id="31" name="Picture 30">
            <a:extLst>
              <a:ext uri="{FF2B5EF4-FFF2-40B4-BE49-F238E27FC236}">
                <a16:creationId xmlns:a16="http://schemas.microsoft.com/office/drawing/2014/main" id="{BAFACD99-DD94-5B5E-21D5-31648E44EDD6}"/>
              </a:ext>
            </a:extLst>
          </p:cNvPr>
          <p:cNvPicPr>
            <a:picLocks noChangeAspect="1"/>
          </p:cNvPicPr>
          <p:nvPr/>
        </p:nvPicPr>
        <p:blipFill rotWithShape="1">
          <a:blip r:embed="rId5">
            <a:extLst>
              <a:ext uri="{28A0092B-C50C-407E-A947-70E740481C1C}">
                <a14:useLocalDpi xmlns:a14="http://schemas.microsoft.com/office/drawing/2010/main" val="0"/>
              </a:ext>
            </a:extLst>
          </a:blip>
          <a:srcRect l="5984" r="5984"/>
          <a:stretch/>
        </p:blipFill>
        <p:spPr>
          <a:xfrm>
            <a:off x="2845404" y="3555486"/>
            <a:ext cx="2102606" cy="1194228"/>
          </a:xfrm>
          <a:prstGeom prst="rect">
            <a:avLst/>
          </a:prstGeom>
        </p:spPr>
      </p:pic>
      <p:pic>
        <p:nvPicPr>
          <p:cNvPr id="32" name="Picture 31">
            <a:extLst>
              <a:ext uri="{FF2B5EF4-FFF2-40B4-BE49-F238E27FC236}">
                <a16:creationId xmlns:a16="http://schemas.microsoft.com/office/drawing/2014/main" id="{D22BE534-86C7-9782-6190-9309D87C2DCB}"/>
              </a:ext>
            </a:extLst>
          </p:cNvPr>
          <p:cNvPicPr>
            <a:picLocks noChangeAspect="1"/>
          </p:cNvPicPr>
          <p:nvPr/>
        </p:nvPicPr>
        <p:blipFill rotWithShape="1">
          <a:blip r:embed="rId5">
            <a:extLst>
              <a:ext uri="{28A0092B-C50C-407E-A947-70E740481C1C}">
                <a14:useLocalDpi xmlns:a14="http://schemas.microsoft.com/office/drawing/2010/main" val="0"/>
              </a:ext>
            </a:extLst>
          </a:blip>
          <a:srcRect l="5984" r="5984"/>
          <a:stretch/>
        </p:blipFill>
        <p:spPr>
          <a:xfrm>
            <a:off x="5043107" y="3555486"/>
            <a:ext cx="2102606" cy="1194228"/>
          </a:xfrm>
          <a:prstGeom prst="rect">
            <a:avLst/>
          </a:prstGeom>
        </p:spPr>
      </p:pic>
      <p:pic>
        <p:nvPicPr>
          <p:cNvPr id="33" name="Picture 32">
            <a:extLst>
              <a:ext uri="{FF2B5EF4-FFF2-40B4-BE49-F238E27FC236}">
                <a16:creationId xmlns:a16="http://schemas.microsoft.com/office/drawing/2014/main" id="{E1D5B389-3475-D289-A4F2-820AD43104BF}"/>
              </a:ext>
            </a:extLst>
          </p:cNvPr>
          <p:cNvPicPr>
            <a:picLocks noChangeAspect="1"/>
          </p:cNvPicPr>
          <p:nvPr/>
        </p:nvPicPr>
        <p:blipFill rotWithShape="1">
          <a:blip r:embed="rId5">
            <a:extLst>
              <a:ext uri="{28A0092B-C50C-407E-A947-70E740481C1C}">
                <a14:useLocalDpi xmlns:a14="http://schemas.microsoft.com/office/drawing/2010/main" val="0"/>
              </a:ext>
            </a:extLst>
          </a:blip>
          <a:srcRect l="5984" r="5984"/>
          <a:stretch/>
        </p:blipFill>
        <p:spPr>
          <a:xfrm>
            <a:off x="7240816" y="3555486"/>
            <a:ext cx="2102606" cy="1194228"/>
          </a:xfrm>
          <a:prstGeom prst="rect">
            <a:avLst/>
          </a:prstGeom>
        </p:spPr>
      </p:pic>
      <p:pic>
        <p:nvPicPr>
          <p:cNvPr id="34" name="Picture 33">
            <a:extLst>
              <a:ext uri="{FF2B5EF4-FFF2-40B4-BE49-F238E27FC236}">
                <a16:creationId xmlns:a16="http://schemas.microsoft.com/office/drawing/2014/main" id="{B0E770A8-EBE7-C46D-E0EE-7AD4CF544F2D}"/>
              </a:ext>
            </a:extLst>
          </p:cNvPr>
          <p:cNvPicPr>
            <a:picLocks noChangeAspect="1"/>
          </p:cNvPicPr>
          <p:nvPr/>
        </p:nvPicPr>
        <p:blipFill rotWithShape="1">
          <a:blip r:embed="rId5">
            <a:extLst>
              <a:ext uri="{28A0092B-C50C-407E-A947-70E740481C1C}">
                <a14:useLocalDpi xmlns:a14="http://schemas.microsoft.com/office/drawing/2010/main" val="0"/>
              </a:ext>
            </a:extLst>
          </a:blip>
          <a:srcRect l="5984" r="5984"/>
          <a:stretch/>
        </p:blipFill>
        <p:spPr>
          <a:xfrm>
            <a:off x="9438519" y="3555486"/>
            <a:ext cx="2102606" cy="1194228"/>
          </a:xfrm>
          <a:prstGeom prst="rect">
            <a:avLst/>
          </a:prstGeom>
        </p:spPr>
      </p:pic>
      <p:pic>
        <p:nvPicPr>
          <p:cNvPr id="35" name="Picture 34">
            <a:extLst>
              <a:ext uri="{FF2B5EF4-FFF2-40B4-BE49-F238E27FC236}">
                <a16:creationId xmlns:a16="http://schemas.microsoft.com/office/drawing/2014/main" id="{93ED0597-2403-F8F8-4A3B-9364D3EB87B3}"/>
              </a:ext>
            </a:extLst>
          </p:cNvPr>
          <p:cNvPicPr>
            <a:picLocks noChangeAspect="1"/>
          </p:cNvPicPr>
          <p:nvPr/>
        </p:nvPicPr>
        <p:blipFill rotWithShape="1">
          <a:blip r:embed="rId5">
            <a:extLst>
              <a:ext uri="{28A0092B-C50C-407E-A947-70E740481C1C}">
                <a14:useLocalDpi xmlns:a14="http://schemas.microsoft.com/office/drawing/2010/main" val="0"/>
              </a:ext>
            </a:extLst>
          </a:blip>
          <a:srcRect l="5984" r="5984"/>
          <a:stretch/>
        </p:blipFill>
        <p:spPr>
          <a:xfrm>
            <a:off x="647701" y="4850174"/>
            <a:ext cx="2102606" cy="1194228"/>
          </a:xfrm>
          <a:prstGeom prst="rect">
            <a:avLst/>
          </a:prstGeom>
        </p:spPr>
      </p:pic>
      <p:pic>
        <p:nvPicPr>
          <p:cNvPr id="36" name="Picture 35">
            <a:extLst>
              <a:ext uri="{FF2B5EF4-FFF2-40B4-BE49-F238E27FC236}">
                <a16:creationId xmlns:a16="http://schemas.microsoft.com/office/drawing/2014/main" id="{C141BB67-2FAC-8588-2733-97D03296B899}"/>
              </a:ext>
            </a:extLst>
          </p:cNvPr>
          <p:cNvPicPr>
            <a:picLocks noChangeAspect="1"/>
          </p:cNvPicPr>
          <p:nvPr/>
        </p:nvPicPr>
        <p:blipFill rotWithShape="1">
          <a:blip r:embed="rId5">
            <a:extLst>
              <a:ext uri="{28A0092B-C50C-407E-A947-70E740481C1C}">
                <a14:useLocalDpi xmlns:a14="http://schemas.microsoft.com/office/drawing/2010/main" val="0"/>
              </a:ext>
            </a:extLst>
          </a:blip>
          <a:srcRect l="5984" r="5984"/>
          <a:stretch/>
        </p:blipFill>
        <p:spPr>
          <a:xfrm>
            <a:off x="2845404" y="4850174"/>
            <a:ext cx="2102606" cy="1194228"/>
          </a:xfrm>
          <a:prstGeom prst="rect">
            <a:avLst/>
          </a:prstGeom>
        </p:spPr>
      </p:pic>
      <p:pic>
        <p:nvPicPr>
          <p:cNvPr id="37" name="Picture 36">
            <a:extLst>
              <a:ext uri="{FF2B5EF4-FFF2-40B4-BE49-F238E27FC236}">
                <a16:creationId xmlns:a16="http://schemas.microsoft.com/office/drawing/2014/main" id="{0FB25EFD-308D-D30A-6FCE-453F13F3CE62}"/>
              </a:ext>
            </a:extLst>
          </p:cNvPr>
          <p:cNvPicPr>
            <a:picLocks noChangeAspect="1"/>
          </p:cNvPicPr>
          <p:nvPr/>
        </p:nvPicPr>
        <p:blipFill rotWithShape="1">
          <a:blip r:embed="rId5">
            <a:extLst>
              <a:ext uri="{28A0092B-C50C-407E-A947-70E740481C1C}">
                <a14:useLocalDpi xmlns:a14="http://schemas.microsoft.com/office/drawing/2010/main" val="0"/>
              </a:ext>
            </a:extLst>
          </a:blip>
          <a:srcRect l="5984" r="5984"/>
          <a:stretch/>
        </p:blipFill>
        <p:spPr>
          <a:xfrm>
            <a:off x="5043107" y="4850174"/>
            <a:ext cx="2102606" cy="1194228"/>
          </a:xfrm>
          <a:prstGeom prst="rect">
            <a:avLst/>
          </a:prstGeom>
        </p:spPr>
      </p:pic>
      <p:pic>
        <p:nvPicPr>
          <p:cNvPr id="38" name="Picture 37">
            <a:extLst>
              <a:ext uri="{FF2B5EF4-FFF2-40B4-BE49-F238E27FC236}">
                <a16:creationId xmlns:a16="http://schemas.microsoft.com/office/drawing/2014/main" id="{2AE6F1BB-60B0-6134-48A6-BD89E737C2BE}"/>
              </a:ext>
            </a:extLst>
          </p:cNvPr>
          <p:cNvPicPr>
            <a:picLocks noChangeAspect="1"/>
          </p:cNvPicPr>
          <p:nvPr/>
        </p:nvPicPr>
        <p:blipFill rotWithShape="1">
          <a:blip r:embed="rId5">
            <a:extLst>
              <a:ext uri="{28A0092B-C50C-407E-A947-70E740481C1C}">
                <a14:useLocalDpi xmlns:a14="http://schemas.microsoft.com/office/drawing/2010/main" val="0"/>
              </a:ext>
            </a:extLst>
          </a:blip>
          <a:srcRect l="5984" r="5984"/>
          <a:stretch/>
        </p:blipFill>
        <p:spPr>
          <a:xfrm>
            <a:off x="7240816" y="4850174"/>
            <a:ext cx="2102606" cy="1194228"/>
          </a:xfrm>
          <a:prstGeom prst="rect">
            <a:avLst/>
          </a:prstGeom>
        </p:spPr>
      </p:pic>
      <p:pic>
        <p:nvPicPr>
          <p:cNvPr id="39" name="Picture 38">
            <a:extLst>
              <a:ext uri="{FF2B5EF4-FFF2-40B4-BE49-F238E27FC236}">
                <a16:creationId xmlns:a16="http://schemas.microsoft.com/office/drawing/2014/main" id="{A691C831-B4ED-88CD-66FB-E6A5E5969152}"/>
              </a:ext>
            </a:extLst>
          </p:cNvPr>
          <p:cNvPicPr>
            <a:picLocks noChangeAspect="1"/>
          </p:cNvPicPr>
          <p:nvPr/>
        </p:nvPicPr>
        <p:blipFill rotWithShape="1">
          <a:blip r:embed="rId5">
            <a:extLst>
              <a:ext uri="{28A0092B-C50C-407E-A947-70E740481C1C}">
                <a14:useLocalDpi xmlns:a14="http://schemas.microsoft.com/office/drawing/2010/main" val="0"/>
              </a:ext>
            </a:extLst>
          </a:blip>
          <a:srcRect l="5984" r="5984"/>
          <a:stretch/>
        </p:blipFill>
        <p:spPr>
          <a:xfrm>
            <a:off x="9438519" y="4850174"/>
            <a:ext cx="2102606" cy="1194228"/>
          </a:xfrm>
          <a:prstGeom prst="rect">
            <a:avLst/>
          </a:prstGeom>
        </p:spPr>
      </p:pic>
    </p:spTree>
    <p:custDataLst>
      <p:custData r:id="rId1"/>
      <p:custData r:id="rId2"/>
      <p:tags r:id="rId3"/>
    </p:custDataLst>
    <p:extLst>
      <p:ext uri="{BB962C8B-B14F-4D97-AF65-F5344CB8AC3E}">
        <p14:creationId xmlns:p14="http://schemas.microsoft.com/office/powerpoint/2010/main" val="26965198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33C2D67F-E31D-24A2-F66D-3F3B387D2A52}"/>
              </a:ext>
            </a:extLst>
          </p:cNvPr>
          <p:cNvSpPr>
            <a:spLocks noGrp="1"/>
          </p:cNvSpPr>
          <p:nvPr>
            <p:ph type="body" sz="quarter" idx="13"/>
          </p:nvPr>
        </p:nvSpPr>
        <p:spPr/>
        <p:txBody>
          <a:bodyPr/>
          <a:lstStyle/>
          <a:p>
            <a:r>
              <a:rPr lang="en-US"/>
              <a:t>OUR TEAM</a:t>
            </a:r>
          </a:p>
        </p:txBody>
      </p:sp>
      <p:sp>
        <p:nvSpPr>
          <p:cNvPr id="9" name="Title 8">
            <a:extLst>
              <a:ext uri="{FF2B5EF4-FFF2-40B4-BE49-F238E27FC236}">
                <a16:creationId xmlns:a16="http://schemas.microsoft.com/office/drawing/2014/main" id="{DF3E38AD-0A1C-942F-462A-34BDED3CA1A8}"/>
              </a:ext>
            </a:extLst>
          </p:cNvPr>
          <p:cNvSpPr>
            <a:spLocks noGrp="1"/>
          </p:cNvSpPr>
          <p:nvPr>
            <p:ph type="title"/>
          </p:nvPr>
        </p:nvSpPr>
        <p:spPr/>
        <p:txBody>
          <a:bodyPr/>
          <a:lstStyle/>
          <a:p>
            <a:r>
              <a:rPr lang="en-US"/>
              <a:t>Proven Experience</a:t>
            </a:r>
          </a:p>
        </p:txBody>
      </p:sp>
      <p:sp>
        <p:nvSpPr>
          <p:cNvPr id="7" name="Footer Placeholder 6">
            <a:extLst>
              <a:ext uri="{FF2B5EF4-FFF2-40B4-BE49-F238E27FC236}">
                <a16:creationId xmlns:a16="http://schemas.microsoft.com/office/drawing/2014/main" id="{811A91F3-7F23-4D5F-83AF-7A38C261254A}"/>
              </a:ext>
            </a:extLst>
          </p:cNvPr>
          <p:cNvSpPr>
            <a:spLocks noGrp="1"/>
          </p:cNvSpPr>
          <p:nvPr>
            <p:ph type="ftr" sz="quarter" idx="11"/>
          </p:nvPr>
        </p:nvSpPr>
        <p:spPr/>
        <p:txBody>
          <a:bodyPr/>
          <a:lstStyle/>
          <a:p>
            <a:r>
              <a:rPr lang="en-GB"/>
              <a:t>Colliers</a:t>
            </a:r>
          </a:p>
        </p:txBody>
      </p:sp>
      <p:sp>
        <p:nvSpPr>
          <p:cNvPr id="8" name="Slide Number Placeholder 7">
            <a:extLst>
              <a:ext uri="{FF2B5EF4-FFF2-40B4-BE49-F238E27FC236}">
                <a16:creationId xmlns:a16="http://schemas.microsoft.com/office/drawing/2014/main" id="{7D08692F-6D99-46EB-853B-5A880CFB6180}"/>
              </a:ext>
            </a:extLst>
          </p:cNvPr>
          <p:cNvSpPr>
            <a:spLocks noGrp="1"/>
          </p:cNvSpPr>
          <p:nvPr>
            <p:ph type="sldNum" sz="quarter" idx="12"/>
          </p:nvPr>
        </p:nvSpPr>
        <p:spPr/>
        <p:txBody>
          <a:bodyPr/>
          <a:lstStyle/>
          <a:p>
            <a:fld id="{23AA811B-2EBD-4900-905E-5BE206449611}" type="slidenum">
              <a:rPr lang="en-GB"/>
              <a:pPr/>
              <a:t>29</a:t>
            </a:fld>
            <a:endParaRPr lang="en-GB"/>
          </a:p>
        </p:txBody>
      </p:sp>
      <p:sp>
        <p:nvSpPr>
          <p:cNvPr id="2" name="Content Placeholder 6">
            <a:extLst>
              <a:ext uri="{FF2B5EF4-FFF2-40B4-BE49-F238E27FC236}">
                <a16:creationId xmlns:a16="http://schemas.microsoft.com/office/drawing/2014/main" id="{4B4AA725-38ED-B4DA-FDF1-75A2088361B5}"/>
              </a:ext>
            </a:extLst>
          </p:cNvPr>
          <p:cNvSpPr>
            <a:spLocks noGrp="1"/>
          </p:cNvSpPr>
          <p:nvPr>
            <p:ph idx="1"/>
          </p:nvPr>
        </p:nvSpPr>
        <p:spPr>
          <a:xfrm>
            <a:off x="648000" y="1760900"/>
            <a:ext cx="10893600" cy="272600"/>
          </a:xfrm>
        </p:spPr>
        <p:txBody>
          <a:bodyPr/>
          <a:lstStyle/>
          <a:p>
            <a:r>
              <a:rPr lang="en-CA"/>
              <a:t>Experience in Working with Similar Companies</a:t>
            </a:r>
          </a:p>
        </p:txBody>
      </p:sp>
      <p:sp>
        <p:nvSpPr>
          <p:cNvPr id="3" name="Rectangle 2">
            <a:extLst>
              <a:ext uri="{FF2B5EF4-FFF2-40B4-BE49-F238E27FC236}">
                <a16:creationId xmlns:a16="http://schemas.microsoft.com/office/drawing/2014/main" id="{49BB83E9-2A3F-6BF9-A794-1BF459A19437}"/>
              </a:ext>
            </a:extLst>
          </p:cNvPr>
          <p:cNvSpPr/>
          <p:nvPr/>
        </p:nvSpPr>
        <p:spPr>
          <a:xfrm>
            <a:off x="647525" y="2289600"/>
            <a:ext cx="10893424" cy="1328506"/>
          </a:xfrm>
          <a:prstGeom prst="rect">
            <a:avLst/>
          </a:prstGeom>
          <a:solidFill>
            <a:srgbClr val="F4F5F9">
              <a:alpha val="90000"/>
            </a:srgbClr>
          </a:solidFill>
          <a:ln w="6350">
            <a:no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AU" sz="2000" noProof="0"/>
          </a:p>
        </p:txBody>
      </p:sp>
      <p:sp>
        <p:nvSpPr>
          <p:cNvPr id="5" name="Rectangle 4">
            <a:extLst>
              <a:ext uri="{FF2B5EF4-FFF2-40B4-BE49-F238E27FC236}">
                <a16:creationId xmlns:a16="http://schemas.microsoft.com/office/drawing/2014/main" id="{52BD04B3-368B-8EE9-766E-0641705CFCD8}"/>
              </a:ext>
            </a:extLst>
          </p:cNvPr>
          <p:cNvSpPr/>
          <p:nvPr/>
        </p:nvSpPr>
        <p:spPr>
          <a:xfrm>
            <a:off x="647525" y="3758400"/>
            <a:ext cx="10893424" cy="1328506"/>
          </a:xfrm>
          <a:prstGeom prst="rect">
            <a:avLst/>
          </a:prstGeom>
          <a:solidFill>
            <a:srgbClr val="F4F5F9">
              <a:alpha val="90000"/>
            </a:srgbClr>
          </a:solidFill>
          <a:ln w="6350">
            <a:no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AU" sz="2000" noProof="0"/>
          </a:p>
        </p:txBody>
      </p:sp>
      <p:sp>
        <p:nvSpPr>
          <p:cNvPr id="6" name="Rectangle 5">
            <a:extLst>
              <a:ext uri="{FF2B5EF4-FFF2-40B4-BE49-F238E27FC236}">
                <a16:creationId xmlns:a16="http://schemas.microsoft.com/office/drawing/2014/main" id="{E10F88D4-AB38-3185-47F7-6E8684C53F55}"/>
              </a:ext>
            </a:extLst>
          </p:cNvPr>
          <p:cNvSpPr/>
          <p:nvPr/>
        </p:nvSpPr>
        <p:spPr>
          <a:xfrm>
            <a:off x="647525" y="5219895"/>
            <a:ext cx="10893424" cy="1328506"/>
          </a:xfrm>
          <a:prstGeom prst="rect">
            <a:avLst/>
          </a:prstGeom>
          <a:solidFill>
            <a:srgbClr val="F4F5F9">
              <a:alpha val="90000"/>
            </a:srgbClr>
          </a:solidFill>
          <a:ln w="6350">
            <a:no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AU" sz="2000" noProof="0"/>
          </a:p>
        </p:txBody>
      </p:sp>
      <p:pic>
        <p:nvPicPr>
          <p:cNvPr id="10" name="Picture 9">
            <a:extLst>
              <a:ext uri="{FF2B5EF4-FFF2-40B4-BE49-F238E27FC236}">
                <a16:creationId xmlns:a16="http://schemas.microsoft.com/office/drawing/2014/main" id="{0DF1273E-CFF9-C799-C1D9-370F03924642}"/>
              </a:ext>
            </a:extLst>
          </p:cNvPr>
          <p:cNvPicPr>
            <a:picLocks noChangeAspect="1"/>
          </p:cNvPicPr>
          <p:nvPr/>
        </p:nvPicPr>
        <p:blipFill rotWithShape="1">
          <a:blip r:embed="rId5">
            <a:duotone>
              <a:prstClr val="black"/>
              <a:schemeClr val="accent5">
                <a:tint val="45000"/>
                <a:satMod val="400000"/>
              </a:schemeClr>
            </a:duotone>
            <a:extLst>
              <a:ext uri="{28A0092B-C50C-407E-A947-70E740481C1C}">
                <a14:useLocalDpi xmlns:a14="http://schemas.microsoft.com/office/drawing/2010/main" val="0"/>
              </a:ext>
            </a:extLst>
          </a:blip>
          <a:srcRect l="5984" r="5984"/>
          <a:stretch/>
        </p:blipFill>
        <p:spPr>
          <a:xfrm>
            <a:off x="1064559" y="2536253"/>
            <a:ext cx="1470487" cy="835200"/>
          </a:xfrm>
          <a:prstGeom prst="rect">
            <a:avLst/>
          </a:prstGeom>
          <a:solidFill>
            <a:srgbClr val="7B8BBD"/>
          </a:solidFill>
        </p:spPr>
      </p:pic>
      <p:pic>
        <p:nvPicPr>
          <p:cNvPr id="13" name="Picture 12">
            <a:extLst>
              <a:ext uri="{FF2B5EF4-FFF2-40B4-BE49-F238E27FC236}">
                <a16:creationId xmlns:a16="http://schemas.microsoft.com/office/drawing/2014/main" id="{F39B729B-7016-FBF7-2629-F7822E16C720}"/>
              </a:ext>
            </a:extLst>
          </p:cNvPr>
          <p:cNvPicPr>
            <a:picLocks noChangeAspect="1"/>
          </p:cNvPicPr>
          <p:nvPr/>
        </p:nvPicPr>
        <p:blipFill rotWithShape="1">
          <a:blip r:embed="rId5">
            <a:duotone>
              <a:prstClr val="black"/>
              <a:schemeClr val="accent5">
                <a:tint val="45000"/>
                <a:satMod val="400000"/>
              </a:schemeClr>
            </a:duotone>
            <a:extLst>
              <a:ext uri="{28A0092B-C50C-407E-A947-70E740481C1C}">
                <a14:useLocalDpi xmlns:a14="http://schemas.microsoft.com/office/drawing/2010/main" val="0"/>
              </a:ext>
            </a:extLst>
          </a:blip>
          <a:srcRect l="5984" r="5984"/>
          <a:stretch/>
        </p:blipFill>
        <p:spPr>
          <a:xfrm>
            <a:off x="1064559" y="4010506"/>
            <a:ext cx="1470487" cy="835200"/>
          </a:xfrm>
          <a:prstGeom prst="rect">
            <a:avLst/>
          </a:prstGeom>
          <a:solidFill>
            <a:srgbClr val="7B8BBD"/>
          </a:solidFill>
        </p:spPr>
      </p:pic>
      <p:pic>
        <p:nvPicPr>
          <p:cNvPr id="14" name="Picture 13">
            <a:extLst>
              <a:ext uri="{FF2B5EF4-FFF2-40B4-BE49-F238E27FC236}">
                <a16:creationId xmlns:a16="http://schemas.microsoft.com/office/drawing/2014/main" id="{3392C178-0751-FAB2-89EB-DE56D0EB3CE6}"/>
              </a:ext>
            </a:extLst>
          </p:cNvPr>
          <p:cNvPicPr>
            <a:picLocks noChangeAspect="1"/>
          </p:cNvPicPr>
          <p:nvPr/>
        </p:nvPicPr>
        <p:blipFill rotWithShape="1">
          <a:blip r:embed="rId5">
            <a:duotone>
              <a:prstClr val="black"/>
              <a:schemeClr val="accent5">
                <a:tint val="45000"/>
                <a:satMod val="400000"/>
              </a:schemeClr>
            </a:duotone>
            <a:extLst>
              <a:ext uri="{28A0092B-C50C-407E-A947-70E740481C1C}">
                <a14:useLocalDpi xmlns:a14="http://schemas.microsoft.com/office/drawing/2010/main" val="0"/>
              </a:ext>
            </a:extLst>
          </a:blip>
          <a:srcRect l="5984" r="5984"/>
          <a:stretch/>
        </p:blipFill>
        <p:spPr>
          <a:xfrm>
            <a:off x="1064559" y="5466548"/>
            <a:ext cx="1470487" cy="835200"/>
          </a:xfrm>
          <a:prstGeom prst="rect">
            <a:avLst/>
          </a:prstGeom>
          <a:solidFill>
            <a:srgbClr val="7B8BBD"/>
          </a:solidFill>
        </p:spPr>
      </p:pic>
      <p:graphicFrame>
        <p:nvGraphicFramePr>
          <p:cNvPr id="16" name="Table 14">
            <a:extLst>
              <a:ext uri="{FF2B5EF4-FFF2-40B4-BE49-F238E27FC236}">
                <a16:creationId xmlns:a16="http://schemas.microsoft.com/office/drawing/2014/main" id="{2AA20425-9C49-F6F4-34D7-56D818A805E1}"/>
              </a:ext>
            </a:extLst>
          </p:cNvPr>
          <p:cNvGraphicFramePr>
            <a:graphicFrameLocks noGrp="1"/>
          </p:cNvGraphicFramePr>
          <p:nvPr/>
        </p:nvGraphicFramePr>
        <p:xfrm>
          <a:off x="2952080" y="2515200"/>
          <a:ext cx="7980379" cy="801962"/>
        </p:xfrm>
        <a:graphic>
          <a:graphicData uri="http://schemas.openxmlformats.org/drawingml/2006/table">
            <a:tbl>
              <a:tblPr firstRow="1" bandRow="1">
                <a:tableStyleId>{5C22544A-7EE6-4342-B048-85BDC9FD1C3A}</a:tableStyleId>
              </a:tblPr>
              <a:tblGrid>
                <a:gridCol w="1095485">
                  <a:extLst>
                    <a:ext uri="{9D8B030D-6E8A-4147-A177-3AD203B41FA5}">
                      <a16:colId xmlns:a16="http://schemas.microsoft.com/office/drawing/2014/main" val="2507622045"/>
                    </a:ext>
                  </a:extLst>
                </a:gridCol>
                <a:gridCol w="6884894">
                  <a:extLst>
                    <a:ext uri="{9D8B030D-6E8A-4147-A177-3AD203B41FA5}">
                      <a16:colId xmlns:a16="http://schemas.microsoft.com/office/drawing/2014/main" val="3179091309"/>
                    </a:ext>
                  </a:extLst>
                </a:gridCol>
              </a:tblGrid>
              <a:tr h="801962">
                <a:tc>
                  <a:txBody>
                    <a:bodyPr/>
                    <a:lstStyle/>
                    <a:p>
                      <a:pPr marL="0" lvl="0" indent="0" algn="l" defTabSz="533400" rtl="0" eaLnBrk="1" latinLnBrk="0" hangingPunct="1">
                        <a:lnSpc>
                          <a:spcPct val="90000"/>
                        </a:lnSpc>
                        <a:spcBef>
                          <a:spcPct val="0"/>
                        </a:spcBef>
                        <a:spcAft>
                          <a:spcPts val="800"/>
                        </a:spcAft>
                        <a:buNone/>
                      </a:pPr>
                      <a:r>
                        <a:rPr lang="en-AU" sz="1200" b="1" kern="1200">
                          <a:solidFill>
                            <a:schemeClr val="accent5"/>
                          </a:solidFill>
                          <a:latin typeface="Open Sans" panose="020B0606030504020204" pitchFamily="34" charset="0"/>
                          <a:ea typeface="Open Sans" panose="020B0606030504020204" pitchFamily="34" charset="0"/>
                          <a:cs typeface="Open Sans" panose="020B0606030504020204" pitchFamily="34" charset="0"/>
                        </a:rPr>
                        <a:t>Size:</a:t>
                      </a:r>
                    </a:p>
                    <a:p>
                      <a:pPr marL="0" lvl="0" indent="0" algn="l" defTabSz="533400" rtl="0" eaLnBrk="1" latinLnBrk="0" hangingPunct="1">
                        <a:lnSpc>
                          <a:spcPct val="90000"/>
                        </a:lnSpc>
                        <a:spcBef>
                          <a:spcPct val="0"/>
                        </a:spcBef>
                        <a:spcAft>
                          <a:spcPts val="800"/>
                        </a:spcAft>
                        <a:buNone/>
                      </a:pPr>
                      <a:r>
                        <a:rPr lang="en-AU" sz="1200" b="1" kern="1200">
                          <a:solidFill>
                            <a:schemeClr val="accent5"/>
                          </a:solidFill>
                          <a:latin typeface="Open Sans" panose="020B0606030504020204" pitchFamily="34" charset="0"/>
                          <a:ea typeface="Open Sans" panose="020B0606030504020204" pitchFamily="34" charset="0"/>
                          <a:cs typeface="Open Sans" panose="020B0606030504020204" pitchFamily="34" charset="0"/>
                        </a:rPr>
                        <a:t>Value add:</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28575" lvl="0" indent="-457200" algn="l" defTabSz="914400" rtl="0" eaLnBrk="1" latinLnBrk="0" hangingPunct="1">
                        <a:lnSpc>
                          <a:spcPct val="100000"/>
                        </a:lnSpc>
                        <a:spcBef>
                          <a:spcPts val="600"/>
                        </a:spcBef>
                        <a:buNone/>
                      </a:pPr>
                      <a:r>
                        <a:rPr lang="en-AU" sz="1200" b="0" kern="1200">
                          <a:solidFill>
                            <a:schemeClr val="tx1"/>
                          </a:solidFill>
                          <a:latin typeface="Open Sans" panose="020B0606030504020204" pitchFamily="34" charset="0"/>
                          <a:ea typeface="Open Sans" panose="020B0606030504020204" pitchFamily="34" charset="0"/>
                          <a:cs typeface="Open Sans" panose="020B0606030504020204" pitchFamily="34" charset="0"/>
                        </a:rPr>
                        <a:t>XXX,XXX SF (Address here)</a:t>
                      </a:r>
                    </a:p>
                    <a:p>
                      <a:pPr marL="0" marR="28575" lvl="0" indent="-457200" algn="l" defTabSz="914400" rtl="0" eaLnBrk="1" latinLnBrk="0" hangingPunct="1">
                        <a:lnSpc>
                          <a:spcPct val="100000"/>
                        </a:lnSpc>
                        <a:spcBef>
                          <a:spcPts val="600"/>
                        </a:spcBef>
                        <a:buNone/>
                      </a:pPr>
                      <a:r>
                        <a:rPr lang="en-AU" sz="1200" b="0" kern="1200">
                          <a:solidFill>
                            <a:schemeClr val="tx1"/>
                          </a:solidFill>
                          <a:latin typeface="Open Sans" panose="020B0606030504020204" pitchFamily="34" charset="0"/>
                          <a:ea typeface="Open Sans" panose="020B0606030504020204" pitchFamily="34" charset="0"/>
                          <a:cs typeface="Open Sans" panose="020B0606030504020204" pitchFamily="34" charset="0"/>
                        </a:rPr>
                        <a:t>Write a small paragraph here about how you helped your client and provided value, perhaps providing </a:t>
                      </a:r>
                      <a:r>
                        <a:rPr lang="en-AU" sz="1200" b="0" kern="1200" err="1">
                          <a:solidFill>
                            <a:schemeClr val="tx1"/>
                          </a:solidFill>
                          <a:latin typeface="Open Sans" panose="020B0606030504020204" pitchFamily="34" charset="0"/>
                          <a:ea typeface="Open Sans" panose="020B0606030504020204" pitchFamily="34" charset="0"/>
                          <a:cs typeface="Open Sans" panose="020B0606030504020204" pitchFamily="34" charset="0"/>
                        </a:rPr>
                        <a:t>favorable</a:t>
                      </a:r>
                      <a:r>
                        <a:rPr lang="en-AU" sz="1200" b="0" kern="1200">
                          <a:solidFill>
                            <a:schemeClr val="tx1"/>
                          </a:solidFill>
                          <a:latin typeface="Open Sans" panose="020B0606030504020204" pitchFamily="34" charset="0"/>
                          <a:ea typeface="Open Sans" panose="020B0606030504020204" pitchFamily="34" charset="0"/>
                          <a:cs typeface="Open Sans" panose="020B0606030504020204" pitchFamily="34" charset="0"/>
                        </a:rPr>
                        <a:t> lease terms or saving them money. </a:t>
                      </a:r>
                    </a:p>
                  </a:txBody>
                  <a:tcPr>
                    <a:lnL w="12700" cmpd="sng">
                      <a:noFill/>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4275725"/>
                  </a:ext>
                </a:extLst>
              </a:tr>
            </a:tbl>
          </a:graphicData>
        </a:graphic>
      </p:graphicFrame>
      <p:graphicFrame>
        <p:nvGraphicFramePr>
          <p:cNvPr id="17" name="Table 14">
            <a:extLst>
              <a:ext uri="{FF2B5EF4-FFF2-40B4-BE49-F238E27FC236}">
                <a16:creationId xmlns:a16="http://schemas.microsoft.com/office/drawing/2014/main" id="{90484859-7A3D-6650-C07B-FA46870F07F4}"/>
              </a:ext>
            </a:extLst>
          </p:cNvPr>
          <p:cNvGraphicFramePr>
            <a:graphicFrameLocks noGrp="1"/>
          </p:cNvGraphicFramePr>
          <p:nvPr/>
        </p:nvGraphicFramePr>
        <p:xfrm>
          <a:off x="2952079" y="4043744"/>
          <a:ext cx="7980379" cy="801962"/>
        </p:xfrm>
        <a:graphic>
          <a:graphicData uri="http://schemas.openxmlformats.org/drawingml/2006/table">
            <a:tbl>
              <a:tblPr firstRow="1" bandRow="1">
                <a:tableStyleId>{5C22544A-7EE6-4342-B048-85BDC9FD1C3A}</a:tableStyleId>
              </a:tblPr>
              <a:tblGrid>
                <a:gridCol w="1095485">
                  <a:extLst>
                    <a:ext uri="{9D8B030D-6E8A-4147-A177-3AD203B41FA5}">
                      <a16:colId xmlns:a16="http://schemas.microsoft.com/office/drawing/2014/main" val="2507622045"/>
                    </a:ext>
                  </a:extLst>
                </a:gridCol>
                <a:gridCol w="6884894">
                  <a:extLst>
                    <a:ext uri="{9D8B030D-6E8A-4147-A177-3AD203B41FA5}">
                      <a16:colId xmlns:a16="http://schemas.microsoft.com/office/drawing/2014/main" val="3179091309"/>
                    </a:ext>
                  </a:extLst>
                </a:gridCol>
              </a:tblGrid>
              <a:tr h="801962">
                <a:tc>
                  <a:txBody>
                    <a:bodyPr/>
                    <a:lstStyle/>
                    <a:p>
                      <a:pPr marL="0" lvl="0" indent="0" algn="l" defTabSz="533400" rtl="0" eaLnBrk="1" latinLnBrk="0" hangingPunct="1">
                        <a:lnSpc>
                          <a:spcPct val="90000"/>
                        </a:lnSpc>
                        <a:spcBef>
                          <a:spcPct val="0"/>
                        </a:spcBef>
                        <a:spcAft>
                          <a:spcPts val="800"/>
                        </a:spcAft>
                        <a:buNone/>
                      </a:pPr>
                      <a:r>
                        <a:rPr lang="en-AU" sz="1200" b="1" kern="1200">
                          <a:solidFill>
                            <a:schemeClr val="accent5"/>
                          </a:solidFill>
                          <a:latin typeface="Open Sans" panose="020B0606030504020204" pitchFamily="34" charset="0"/>
                          <a:ea typeface="Open Sans" panose="020B0606030504020204" pitchFamily="34" charset="0"/>
                          <a:cs typeface="Open Sans" panose="020B0606030504020204" pitchFamily="34" charset="0"/>
                        </a:rPr>
                        <a:t>Size:</a:t>
                      </a:r>
                    </a:p>
                    <a:p>
                      <a:pPr marL="0" lvl="0" indent="0" algn="l" defTabSz="533400" rtl="0" eaLnBrk="1" latinLnBrk="0" hangingPunct="1">
                        <a:lnSpc>
                          <a:spcPct val="90000"/>
                        </a:lnSpc>
                        <a:spcBef>
                          <a:spcPct val="0"/>
                        </a:spcBef>
                        <a:spcAft>
                          <a:spcPts val="800"/>
                        </a:spcAft>
                        <a:buNone/>
                      </a:pPr>
                      <a:r>
                        <a:rPr lang="en-AU" sz="1200" b="1" kern="1200">
                          <a:solidFill>
                            <a:schemeClr val="accent5"/>
                          </a:solidFill>
                          <a:latin typeface="Open Sans" panose="020B0606030504020204" pitchFamily="34" charset="0"/>
                          <a:ea typeface="Open Sans" panose="020B0606030504020204" pitchFamily="34" charset="0"/>
                          <a:cs typeface="Open Sans" panose="020B0606030504020204" pitchFamily="34" charset="0"/>
                        </a:rPr>
                        <a:t>Value add:</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28575" lvl="0" indent="-457200" algn="l" defTabSz="914400" rtl="0" eaLnBrk="1" latinLnBrk="0" hangingPunct="1">
                        <a:lnSpc>
                          <a:spcPct val="100000"/>
                        </a:lnSpc>
                        <a:spcBef>
                          <a:spcPts val="600"/>
                        </a:spcBef>
                        <a:buNone/>
                      </a:pPr>
                      <a:r>
                        <a:rPr lang="en-AU" sz="1200" b="0" kern="1200">
                          <a:solidFill>
                            <a:schemeClr val="tx1"/>
                          </a:solidFill>
                          <a:latin typeface="Open Sans" panose="020B0606030504020204" pitchFamily="34" charset="0"/>
                          <a:ea typeface="Open Sans" panose="020B0606030504020204" pitchFamily="34" charset="0"/>
                          <a:cs typeface="Open Sans" panose="020B0606030504020204" pitchFamily="34" charset="0"/>
                        </a:rPr>
                        <a:t>XXX,XXX SF (Address here)</a:t>
                      </a:r>
                    </a:p>
                    <a:p>
                      <a:pPr marL="0" marR="28575" lvl="0" indent="-457200" algn="l" defTabSz="914400" rtl="0" eaLnBrk="1" latinLnBrk="0" hangingPunct="1">
                        <a:lnSpc>
                          <a:spcPct val="100000"/>
                        </a:lnSpc>
                        <a:spcBef>
                          <a:spcPts val="600"/>
                        </a:spcBef>
                        <a:buNone/>
                      </a:pPr>
                      <a:r>
                        <a:rPr lang="en-AU" sz="1200" b="0" kern="1200">
                          <a:solidFill>
                            <a:schemeClr val="tx1"/>
                          </a:solidFill>
                          <a:latin typeface="Open Sans" panose="020B0606030504020204" pitchFamily="34" charset="0"/>
                          <a:ea typeface="Open Sans" panose="020B0606030504020204" pitchFamily="34" charset="0"/>
                          <a:cs typeface="Open Sans" panose="020B0606030504020204" pitchFamily="34" charset="0"/>
                        </a:rPr>
                        <a:t>Write a small paragraph here about how you helped your client and provided value, perhaps providing </a:t>
                      </a:r>
                      <a:r>
                        <a:rPr lang="en-AU" sz="1200" b="0" kern="1200" err="1">
                          <a:solidFill>
                            <a:schemeClr val="tx1"/>
                          </a:solidFill>
                          <a:latin typeface="Open Sans" panose="020B0606030504020204" pitchFamily="34" charset="0"/>
                          <a:ea typeface="Open Sans" panose="020B0606030504020204" pitchFamily="34" charset="0"/>
                          <a:cs typeface="Open Sans" panose="020B0606030504020204" pitchFamily="34" charset="0"/>
                        </a:rPr>
                        <a:t>favorable</a:t>
                      </a:r>
                      <a:r>
                        <a:rPr lang="en-AU" sz="1200" b="0" kern="1200">
                          <a:solidFill>
                            <a:schemeClr val="tx1"/>
                          </a:solidFill>
                          <a:latin typeface="Open Sans" panose="020B0606030504020204" pitchFamily="34" charset="0"/>
                          <a:ea typeface="Open Sans" panose="020B0606030504020204" pitchFamily="34" charset="0"/>
                          <a:cs typeface="Open Sans" panose="020B0606030504020204" pitchFamily="34" charset="0"/>
                        </a:rPr>
                        <a:t> lease terms or saving them money. </a:t>
                      </a:r>
                    </a:p>
                  </a:txBody>
                  <a:tcPr>
                    <a:lnL w="12700" cmpd="sng">
                      <a:noFill/>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4275725"/>
                  </a:ext>
                </a:extLst>
              </a:tr>
            </a:tbl>
          </a:graphicData>
        </a:graphic>
      </p:graphicFrame>
      <p:graphicFrame>
        <p:nvGraphicFramePr>
          <p:cNvPr id="18" name="Table 14">
            <a:extLst>
              <a:ext uri="{FF2B5EF4-FFF2-40B4-BE49-F238E27FC236}">
                <a16:creationId xmlns:a16="http://schemas.microsoft.com/office/drawing/2014/main" id="{E0AA79D4-6285-D90D-D7F1-6BC3A6CC257E}"/>
              </a:ext>
            </a:extLst>
          </p:cNvPr>
          <p:cNvGraphicFramePr>
            <a:graphicFrameLocks noGrp="1"/>
          </p:cNvGraphicFramePr>
          <p:nvPr/>
        </p:nvGraphicFramePr>
        <p:xfrm>
          <a:off x="2952079" y="5528008"/>
          <a:ext cx="7980379" cy="801962"/>
        </p:xfrm>
        <a:graphic>
          <a:graphicData uri="http://schemas.openxmlformats.org/drawingml/2006/table">
            <a:tbl>
              <a:tblPr firstRow="1" bandRow="1">
                <a:tableStyleId>{5C22544A-7EE6-4342-B048-85BDC9FD1C3A}</a:tableStyleId>
              </a:tblPr>
              <a:tblGrid>
                <a:gridCol w="1095485">
                  <a:extLst>
                    <a:ext uri="{9D8B030D-6E8A-4147-A177-3AD203B41FA5}">
                      <a16:colId xmlns:a16="http://schemas.microsoft.com/office/drawing/2014/main" val="2507622045"/>
                    </a:ext>
                  </a:extLst>
                </a:gridCol>
                <a:gridCol w="6884894">
                  <a:extLst>
                    <a:ext uri="{9D8B030D-6E8A-4147-A177-3AD203B41FA5}">
                      <a16:colId xmlns:a16="http://schemas.microsoft.com/office/drawing/2014/main" val="3179091309"/>
                    </a:ext>
                  </a:extLst>
                </a:gridCol>
              </a:tblGrid>
              <a:tr h="801962">
                <a:tc>
                  <a:txBody>
                    <a:bodyPr/>
                    <a:lstStyle/>
                    <a:p>
                      <a:pPr marL="0" lvl="0" indent="0" algn="l" defTabSz="533400" rtl="0" eaLnBrk="1" latinLnBrk="0" hangingPunct="1">
                        <a:lnSpc>
                          <a:spcPct val="90000"/>
                        </a:lnSpc>
                        <a:spcBef>
                          <a:spcPct val="0"/>
                        </a:spcBef>
                        <a:spcAft>
                          <a:spcPts val="800"/>
                        </a:spcAft>
                        <a:buNone/>
                      </a:pPr>
                      <a:r>
                        <a:rPr lang="en-AU" sz="1200" b="1" kern="1200">
                          <a:solidFill>
                            <a:schemeClr val="accent5"/>
                          </a:solidFill>
                          <a:latin typeface="Open Sans" panose="020B0606030504020204" pitchFamily="34" charset="0"/>
                          <a:ea typeface="Open Sans" panose="020B0606030504020204" pitchFamily="34" charset="0"/>
                          <a:cs typeface="Open Sans" panose="020B0606030504020204" pitchFamily="34" charset="0"/>
                        </a:rPr>
                        <a:t>Size:</a:t>
                      </a:r>
                    </a:p>
                    <a:p>
                      <a:pPr marL="0" lvl="0" indent="0" algn="l" defTabSz="533400" rtl="0" eaLnBrk="1" latinLnBrk="0" hangingPunct="1">
                        <a:lnSpc>
                          <a:spcPct val="90000"/>
                        </a:lnSpc>
                        <a:spcBef>
                          <a:spcPct val="0"/>
                        </a:spcBef>
                        <a:spcAft>
                          <a:spcPts val="800"/>
                        </a:spcAft>
                        <a:buNone/>
                      </a:pPr>
                      <a:r>
                        <a:rPr lang="en-AU" sz="1200" b="1" kern="1200">
                          <a:solidFill>
                            <a:schemeClr val="accent5"/>
                          </a:solidFill>
                          <a:latin typeface="Open Sans" panose="020B0606030504020204" pitchFamily="34" charset="0"/>
                          <a:ea typeface="Open Sans" panose="020B0606030504020204" pitchFamily="34" charset="0"/>
                          <a:cs typeface="Open Sans" panose="020B0606030504020204" pitchFamily="34" charset="0"/>
                        </a:rPr>
                        <a:t>Value add:</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28575" lvl="0" indent="-457200" algn="l" defTabSz="914400" rtl="0" eaLnBrk="1" latinLnBrk="0" hangingPunct="1">
                        <a:lnSpc>
                          <a:spcPct val="100000"/>
                        </a:lnSpc>
                        <a:spcBef>
                          <a:spcPts val="600"/>
                        </a:spcBef>
                        <a:buNone/>
                      </a:pPr>
                      <a:r>
                        <a:rPr lang="en-AU" sz="1200" b="0" kern="1200">
                          <a:solidFill>
                            <a:schemeClr val="tx1"/>
                          </a:solidFill>
                          <a:latin typeface="Open Sans" panose="020B0606030504020204" pitchFamily="34" charset="0"/>
                          <a:ea typeface="Open Sans" panose="020B0606030504020204" pitchFamily="34" charset="0"/>
                          <a:cs typeface="Open Sans" panose="020B0606030504020204" pitchFamily="34" charset="0"/>
                        </a:rPr>
                        <a:t>XXX,XXX SF (Address here)</a:t>
                      </a:r>
                    </a:p>
                    <a:p>
                      <a:pPr marL="0" marR="28575" lvl="0" indent="-457200" algn="l" defTabSz="914400" rtl="0" eaLnBrk="1" latinLnBrk="0" hangingPunct="1">
                        <a:lnSpc>
                          <a:spcPct val="100000"/>
                        </a:lnSpc>
                        <a:spcBef>
                          <a:spcPts val="600"/>
                        </a:spcBef>
                        <a:buNone/>
                      </a:pPr>
                      <a:r>
                        <a:rPr lang="en-AU" sz="1200" b="0" kern="1200">
                          <a:solidFill>
                            <a:schemeClr val="tx1"/>
                          </a:solidFill>
                          <a:latin typeface="Open Sans" panose="020B0606030504020204" pitchFamily="34" charset="0"/>
                          <a:ea typeface="Open Sans" panose="020B0606030504020204" pitchFamily="34" charset="0"/>
                          <a:cs typeface="Open Sans" panose="020B0606030504020204" pitchFamily="34" charset="0"/>
                        </a:rPr>
                        <a:t>Write a small paragraph here about how you helped your client and provided value, perhaps providing </a:t>
                      </a:r>
                      <a:r>
                        <a:rPr lang="en-AU" sz="1200" b="0" kern="1200" err="1">
                          <a:solidFill>
                            <a:schemeClr val="tx1"/>
                          </a:solidFill>
                          <a:latin typeface="Open Sans" panose="020B0606030504020204" pitchFamily="34" charset="0"/>
                          <a:ea typeface="Open Sans" panose="020B0606030504020204" pitchFamily="34" charset="0"/>
                          <a:cs typeface="Open Sans" panose="020B0606030504020204" pitchFamily="34" charset="0"/>
                        </a:rPr>
                        <a:t>favorable</a:t>
                      </a:r>
                      <a:r>
                        <a:rPr lang="en-AU" sz="1200" b="0" kern="1200">
                          <a:solidFill>
                            <a:schemeClr val="tx1"/>
                          </a:solidFill>
                          <a:latin typeface="Open Sans" panose="020B0606030504020204" pitchFamily="34" charset="0"/>
                          <a:ea typeface="Open Sans" panose="020B0606030504020204" pitchFamily="34" charset="0"/>
                          <a:cs typeface="Open Sans" panose="020B0606030504020204" pitchFamily="34" charset="0"/>
                        </a:rPr>
                        <a:t> lease terms or saving them money. </a:t>
                      </a:r>
                    </a:p>
                  </a:txBody>
                  <a:tcPr>
                    <a:lnL w="12700" cmpd="sng">
                      <a:noFill/>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4275725"/>
                  </a:ext>
                </a:extLst>
              </a:tr>
            </a:tbl>
          </a:graphicData>
        </a:graphic>
      </p:graphicFrame>
    </p:spTree>
    <p:custDataLst>
      <p:custData r:id="rId1"/>
      <p:custData r:id="rId2"/>
      <p:tags r:id="rId3"/>
    </p:custDataLst>
    <p:extLst>
      <p:ext uri="{BB962C8B-B14F-4D97-AF65-F5344CB8AC3E}">
        <p14:creationId xmlns:p14="http://schemas.microsoft.com/office/powerpoint/2010/main" val="38652886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40BA56D8-B01B-4F14-9AEE-432A4903066C}"/>
              </a:ext>
            </a:extLst>
          </p:cNvPr>
          <p:cNvSpPr>
            <a:spLocks noGrp="1"/>
          </p:cNvSpPr>
          <p:nvPr>
            <p:ph type="pic" sz="quarter" idx="16"/>
          </p:nvPr>
        </p:nvSpPr>
        <p:spPr>
          <a:xfrm>
            <a:off x="0" y="0"/>
            <a:ext cx="4731636" cy="6858000"/>
          </a:xfrm>
          <a:solidFill>
            <a:schemeClr val="bg2"/>
          </a:solidFill>
        </p:spPr>
        <p:txBody>
          <a:bodyPr/>
          <a:lstStyle/>
          <a:p>
            <a:endParaRPr lang="en-US"/>
          </a:p>
        </p:txBody>
      </p:sp>
      <p:sp>
        <p:nvSpPr>
          <p:cNvPr id="12" name="Text Placeholder 11">
            <a:extLst>
              <a:ext uri="{FF2B5EF4-FFF2-40B4-BE49-F238E27FC236}">
                <a16:creationId xmlns:a16="http://schemas.microsoft.com/office/drawing/2014/main" id="{AE7DCF66-ADA3-42AC-8ED9-FD6E05CF87F5}"/>
              </a:ext>
            </a:extLst>
          </p:cNvPr>
          <p:cNvSpPr>
            <a:spLocks noGrp="1"/>
          </p:cNvSpPr>
          <p:nvPr>
            <p:ph type="body" sz="quarter" idx="13"/>
          </p:nvPr>
        </p:nvSpPr>
        <p:spPr>
          <a:xfrm>
            <a:off x="5060649" y="647700"/>
            <a:ext cx="4846639" cy="414338"/>
          </a:xfrm>
        </p:spPr>
        <p:txBody>
          <a:bodyPr/>
          <a:lstStyle/>
          <a:p>
            <a:r>
              <a:rPr lang="en-CA"/>
              <a:t>OUR TEAM</a:t>
            </a:r>
          </a:p>
        </p:txBody>
      </p:sp>
      <p:sp>
        <p:nvSpPr>
          <p:cNvPr id="10" name="Title 9">
            <a:extLst>
              <a:ext uri="{FF2B5EF4-FFF2-40B4-BE49-F238E27FC236}">
                <a16:creationId xmlns:a16="http://schemas.microsoft.com/office/drawing/2014/main" id="{3335285F-75F1-4EB7-9057-3D3666CE04C1}"/>
              </a:ext>
            </a:extLst>
          </p:cNvPr>
          <p:cNvSpPr>
            <a:spLocks noGrp="1"/>
          </p:cNvSpPr>
          <p:nvPr>
            <p:ph type="title"/>
          </p:nvPr>
        </p:nvSpPr>
        <p:spPr>
          <a:xfrm>
            <a:off x="5060949" y="1062000"/>
            <a:ext cx="4846639" cy="835200"/>
          </a:xfrm>
        </p:spPr>
        <p:txBody>
          <a:bodyPr/>
          <a:lstStyle/>
          <a:p>
            <a:r>
              <a:rPr lang="en-CA"/>
              <a:t>Case Study</a:t>
            </a:r>
          </a:p>
        </p:txBody>
      </p:sp>
      <p:sp>
        <p:nvSpPr>
          <p:cNvPr id="11" name="Content Placeholder 10">
            <a:extLst>
              <a:ext uri="{FF2B5EF4-FFF2-40B4-BE49-F238E27FC236}">
                <a16:creationId xmlns:a16="http://schemas.microsoft.com/office/drawing/2014/main" id="{4F400F55-B7BB-4D45-9021-04786D142A04}"/>
              </a:ext>
            </a:extLst>
          </p:cNvPr>
          <p:cNvSpPr>
            <a:spLocks noGrp="1"/>
          </p:cNvSpPr>
          <p:nvPr>
            <p:ph idx="1"/>
          </p:nvPr>
        </p:nvSpPr>
        <p:spPr>
          <a:xfrm>
            <a:off x="5060950" y="2044799"/>
            <a:ext cx="6480650" cy="1899127"/>
          </a:xfrm>
        </p:spPr>
        <p:txBody>
          <a:bodyPr/>
          <a:lstStyle/>
          <a:p>
            <a:pPr marL="0" indent="0">
              <a:spcBef>
                <a:spcPts val="0"/>
              </a:spcBef>
              <a:buNone/>
            </a:pPr>
            <a:r>
              <a:rPr lang="en-CA" sz="1200" b="1">
                <a:solidFill>
                  <a:schemeClr val="accent5"/>
                </a:solidFill>
              </a:rPr>
              <a:t>Objective</a:t>
            </a:r>
          </a:p>
          <a:p>
            <a:pPr marL="0" indent="0">
              <a:spcBef>
                <a:spcPts val="0"/>
              </a:spcBef>
              <a:buNone/>
            </a:pPr>
            <a:r>
              <a:rPr lang="en-CA" sz="1200"/>
              <a:t>Ur sunt </a:t>
            </a:r>
            <a:r>
              <a:rPr lang="en-CA" sz="1200" err="1"/>
              <a:t>vendandi</a:t>
            </a:r>
            <a:r>
              <a:rPr lang="en-CA" sz="1200"/>
              <a:t> </a:t>
            </a:r>
            <a:r>
              <a:rPr lang="en-CA" sz="1200" err="1"/>
              <a:t>sinimus</a:t>
            </a:r>
            <a:r>
              <a:rPr lang="en-CA" sz="1200"/>
              <a:t> </a:t>
            </a:r>
            <a:r>
              <a:rPr lang="en-CA" sz="1200" err="1"/>
              <a:t>tistis</a:t>
            </a:r>
            <a:r>
              <a:rPr lang="en-CA" sz="1200"/>
              <a:t> </a:t>
            </a:r>
            <a:r>
              <a:rPr lang="en-CA" sz="1200" err="1"/>
              <a:t>untorum</a:t>
            </a:r>
            <a:r>
              <a:rPr lang="en-CA" sz="1200"/>
              <a:t>, </a:t>
            </a:r>
            <a:r>
              <a:rPr lang="en-CA" sz="1200" err="1"/>
              <a:t>omnita</a:t>
            </a:r>
            <a:r>
              <a:rPr lang="en-CA" sz="1200"/>
              <a:t> pel is in et </a:t>
            </a:r>
            <a:r>
              <a:rPr lang="en-CA" sz="1200" err="1"/>
              <a:t>doloreperci</a:t>
            </a:r>
            <a:r>
              <a:rPr lang="en-CA" sz="1200"/>
              <a:t> </a:t>
            </a:r>
            <a:r>
              <a:rPr lang="en-CA" sz="1200" err="1"/>
              <a:t>ut</a:t>
            </a:r>
            <a:r>
              <a:rPr lang="en-CA" sz="1200"/>
              <a:t> </a:t>
            </a:r>
            <a:r>
              <a:rPr lang="en-CA" sz="1200" err="1"/>
              <a:t>blacium</a:t>
            </a:r>
            <a:r>
              <a:rPr lang="en-CA" sz="1200"/>
              <a:t> </a:t>
            </a:r>
            <a:r>
              <a:rPr lang="en-CA" sz="1200" err="1"/>
              <a:t>aut</a:t>
            </a:r>
            <a:r>
              <a:rPr lang="en-CA" sz="1200"/>
              <a:t> </a:t>
            </a:r>
            <a:r>
              <a:rPr lang="en-CA" sz="1200" err="1"/>
              <a:t>optatiist</a:t>
            </a:r>
            <a:r>
              <a:rPr lang="en-CA" sz="1200"/>
              <a:t> </a:t>
            </a:r>
            <a:r>
              <a:rPr lang="en-CA" sz="1200" err="1"/>
              <a:t>velloribus</a:t>
            </a:r>
            <a:r>
              <a:rPr lang="en-CA" sz="1200"/>
              <a:t>, </a:t>
            </a:r>
            <a:r>
              <a:rPr lang="en-CA" sz="1200" err="1"/>
              <a:t>nulparum</a:t>
            </a:r>
            <a:r>
              <a:rPr lang="en-CA" sz="1200"/>
              <a:t> </a:t>
            </a:r>
            <a:r>
              <a:rPr lang="en-CA" sz="1200" err="1"/>
              <a:t>quae</a:t>
            </a:r>
            <a:r>
              <a:rPr lang="en-CA" sz="1200"/>
              <a:t> </a:t>
            </a:r>
            <a:r>
              <a:rPr lang="en-CA" sz="1200" err="1"/>
              <a:t>maion</a:t>
            </a:r>
            <a:r>
              <a:rPr lang="en-CA" sz="1200"/>
              <a:t> num </a:t>
            </a:r>
            <a:r>
              <a:rPr lang="en-CA" sz="1200" err="1"/>
              <a:t>intiatus</a:t>
            </a:r>
            <a:r>
              <a:rPr lang="en-CA" sz="1200"/>
              <a:t> </a:t>
            </a:r>
            <a:r>
              <a:rPr lang="en-CA" sz="1200" err="1"/>
              <a:t>expelescium</a:t>
            </a:r>
            <a:r>
              <a:rPr lang="en-CA" sz="1200"/>
              <a:t> </a:t>
            </a:r>
            <a:r>
              <a:rPr lang="en-CA" sz="1200" err="1"/>
              <a:t>quia</a:t>
            </a:r>
            <a:r>
              <a:rPr lang="en-CA" sz="1200"/>
              <a:t> </a:t>
            </a:r>
            <a:r>
              <a:rPr lang="en-CA" sz="1200" err="1"/>
              <a:t>verupta</a:t>
            </a:r>
            <a:r>
              <a:rPr lang="en-CA" sz="1200"/>
              <a:t> </a:t>
            </a:r>
            <a:r>
              <a:rPr lang="en-CA" sz="1200" err="1"/>
              <a:t>tiundae</a:t>
            </a:r>
            <a:r>
              <a:rPr lang="en-CA" sz="1200"/>
              <a:t> </a:t>
            </a:r>
            <a:r>
              <a:rPr lang="en-CA" sz="1200" err="1"/>
              <a:t>prae</a:t>
            </a:r>
            <a:r>
              <a:rPr lang="en-CA" sz="1200"/>
              <a:t>. </a:t>
            </a:r>
          </a:p>
          <a:p>
            <a:pPr marL="0" indent="0">
              <a:spcBef>
                <a:spcPts val="0"/>
              </a:spcBef>
              <a:buNone/>
            </a:pPr>
            <a:r>
              <a:rPr lang="en-CA" sz="1200" err="1"/>
              <a:t>Os</a:t>
            </a:r>
            <a:r>
              <a:rPr lang="en-CA" sz="1200"/>
              <a:t> </a:t>
            </a:r>
            <a:r>
              <a:rPr lang="en-CA" sz="1200" err="1"/>
              <a:t>maiossi</a:t>
            </a:r>
            <a:r>
              <a:rPr lang="en-CA" sz="1200"/>
              <a:t> </a:t>
            </a:r>
            <a:r>
              <a:rPr lang="en-CA" sz="1200" err="1"/>
              <a:t>magnihitio</a:t>
            </a:r>
            <a:r>
              <a:rPr lang="en-CA" sz="1200"/>
              <a:t> </a:t>
            </a:r>
            <a:r>
              <a:rPr lang="en-CA" sz="1200" err="1"/>
              <a:t>el</a:t>
            </a:r>
            <a:r>
              <a:rPr lang="en-CA" sz="1200"/>
              <a:t> </a:t>
            </a:r>
            <a:r>
              <a:rPr lang="en-CA" sz="1200" err="1"/>
              <a:t>intotatias</a:t>
            </a:r>
            <a:r>
              <a:rPr lang="en-CA" sz="1200"/>
              <a:t> con </a:t>
            </a:r>
            <a:r>
              <a:rPr lang="en-CA" sz="1200" err="1"/>
              <a:t>pedi</a:t>
            </a:r>
            <a:r>
              <a:rPr lang="en-CA" sz="1200"/>
              <a:t> </a:t>
            </a:r>
            <a:r>
              <a:rPr lang="en-CA" sz="1200" err="1"/>
              <a:t>ommodis</a:t>
            </a:r>
            <a:r>
              <a:rPr lang="en-CA" sz="1200"/>
              <a:t> qui </a:t>
            </a:r>
            <a:r>
              <a:rPr lang="en-CA" sz="1200" err="1"/>
              <a:t>omnimpore</a:t>
            </a:r>
            <a:r>
              <a:rPr lang="en-CA" sz="1200"/>
              <a:t> </a:t>
            </a:r>
            <a:r>
              <a:rPr lang="en-CA" sz="1200" err="1"/>
              <a:t>dolorroviti</a:t>
            </a:r>
            <a:r>
              <a:rPr lang="en-CA" sz="1200"/>
              <a:t> di </a:t>
            </a:r>
            <a:r>
              <a:rPr lang="en-CA" sz="1200" err="1"/>
              <a:t>volor</a:t>
            </a:r>
            <a:r>
              <a:rPr lang="en-CA" sz="1200"/>
              <a:t> as </a:t>
            </a:r>
            <a:r>
              <a:rPr lang="en-CA" sz="1200" err="1"/>
              <a:t>doluptianis</a:t>
            </a:r>
            <a:r>
              <a:rPr lang="en-CA" sz="1200"/>
              <a:t> </a:t>
            </a:r>
            <a:r>
              <a:rPr lang="en-CA" sz="1200" err="1"/>
              <a:t>veniet</a:t>
            </a:r>
            <a:r>
              <a:rPr lang="en-CA" sz="1200"/>
              <a:t> </a:t>
            </a:r>
            <a:r>
              <a:rPr lang="en-CA" sz="1200" err="1"/>
              <a:t>officimetur</a:t>
            </a:r>
            <a:r>
              <a:rPr lang="en-CA" sz="1200"/>
              <a:t>?  </a:t>
            </a:r>
            <a:r>
              <a:rPr lang="en-CA" sz="1200" err="1"/>
              <a:t>Idus</a:t>
            </a:r>
            <a:r>
              <a:rPr lang="en-CA" sz="1200"/>
              <a:t> </a:t>
            </a:r>
            <a:r>
              <a:rPr lang="en-CA" sz="1200" err="1"/>
              <a:t>aliat</a:t>
            </a:r>
            <a:r>
              <a:rPr lang="en-CA" sz="1200"/>
              <a:t> </a:t>
            </a:r>
            <a:r>
              <a:rPr lang="en-CA" sz="1200" err="1"/>
              <a:t>optatasperes</a:t>
            </a:r>
            <a:r>
              <a:rPr lang="en-CA" sz="1200"/>
              <a:t> </a:t>
            </a:r>
            <a:r>
              <a:rPr lang="en-CA" sz="1200" err="1"/>
              <a:t>deruptaepuda</a:t>
            </a:r>
            <a:r>
              <a:rPr lang="en-CA" sz="1200"/>
              <a:t> </a:t>
            </a:r>
            <a:r>
              <a:rPr lang="en-CA" sz="1200" err="1"/>
              <a:t>vollabo</a:t>
            </a:r>
            <a:r>
              <a:rPr lang="en-CA" sz="1200"/>
              <a:t>. </a:t>
            </a:r>
          </a:p>
          <a:p>
            <a:pPr marL="0" indent="0">
              <a:buNone/>
            </a:pPr>
            <a:endParaRPr lang="en-CA" sz="1200" b="1"/>
          </a:p>
        </p:txBody>
      </p:sp>
      <p:sp>
        <p:nvSpPr>
          <p:cNvPr id="13" name="Text Placeholder 12">
            <a:extLst>
              <a:ext uri="{FF2B5EF4-FFF2-40B4-BE49-F238E27FC236}">
                <a16:creationId xmlns:a16="http://schemas.microsoft.com/office/drawing/2014/main" id="{C6EA2C3B-ACF1-4928-A66C-1CE09E285398}"/>
              </a:ext>
            </a:extLst>
          </p:cNvPr>
          <p:cNvSpPr>
            <a:spLocks noGrp="1"/>
          </p:cNvSpPr>
          <p:nvPr>
            <p:ph type="body" sz="quarter" idx="14"/>
          </p:nvPr>
        </p:nvSpPr>
        <p:spPr/>
        <p:txBody>
          <a:bodyPr/>
          <a:lstStyle/>
          <a:p>
            <a:endParaRPr lang="en-CA"/>
          </a:p>
        </p:txBody>
      </p:sp>
      <p:sp>
        <p:nvSpPr>
          <p:cNvPr id="6" name="Date Placeholder 5">
            <a:extLst>
              <a:ext uri="{FF2B5EF4-FFF2-40B4-BE49-F238E27FC236}">
                <a16:creationId xmlns:a16="http://schemas.microsoft.com/office/drawing/2014/main" id="{9D230FBD-AD03-4FB4-9443-0DF97AB4488A}"/>
              </a:ext>
            </a:extLst>
          </p:cNvPr>
          <p:cNvSpPr>
            <a:spLocks noGrp="1"/>
          </p:cNvSpPr>
          <p:nvPr>
            <p:ph type="dt" sz="half" idx="10"/>
          </p:nvPr>
        </p:nvSpPr>
        <p:spPr>
          <a:xfrm>
            <a:off x="0" y="6876000"/>
            <a:ext cx="0" cy="0"/>
          </a:xfrm>
          <a:prstGeom prst="rect">
            <a:avLst/>
          </a:prstGeom>
        </p:spPr>
        <p:txBody>
          <a:bodyPr vert="horz" lIns="0" tIns="0" rIns="0" bIns="0" rtlCol="0" anchor="b" anchorCtr="0"/>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 name="Footer Placeholder 6">
            <a:extLst>
              <a:ext uri="{FF2B5EF4-FFF2-40B4-BE49-F238E27FC236}">
                <a16:creationId xmlns:a16="http://schemas.microsoft.com/office/drawing/2014/main" id="{DF3F8DF9-F720-4CE7-A34A-AF556A880B7B}"/>
              </a:ext>
            </a:extLst>
          </p:cNvPr>
          <p:cNvSpPr>
            <a:spLocks noGrp="1"/>
          </p:cNvSpPr>
          <p:nvPr>
            <p:ph type="ftr" sz="quarter" idx="11"/>
          </p:nvPr>
        </p:nvSpPr>
        <p:spPr/>
        <p:txBody>
          <a:bodyPr/>
          <a:lstStyle/>
          <a:p>
            <a:r>
              <a:rPr lang="en-CA"/>
              <a:t>Colliers</a:t>
            </a:r>
          </a:p>
        </p:txBody>
      </p:sp>
      <p:sp>
        <p:nvSpPr>
          <p:cNvPr id="8" name="Slide Number Placeholder 7">
            <a:extLst>
              <a:ext uri="{FF2B5EF4-FFF2-40B4-BE49-F238E27FC236}">
                <a16:creationId xmlns:a16="http://schemas.microsoft.com/office/drawing/2014/main" id="{63C9F2FF-3172-4F51-815B-64F027613400}"/>
              </a:ext>
            </a:extLst>
          </p:cNvPr>
          <p:cNvSpPr>
            <a:spLocks noGrp="1"/>
          </p:cNvSpPr>
          <p:nvPr>
            <p:ph type="sldNum" sz="quarter" idx="12"/>
          </p:nvPr>
        </p:nvSpPr>
        <p:spPr/>
        <p:txBody>
          <a:bodyPr/>
          <a:lstStyle/>
          <a:p>
            <a:fld id="{23AA811B-2EBD-4900-905E-5BE206449611}" type="slidenum">
              <a:rPr lang="en-CA"/>
              <a:pPr/>
              <a:t>30</a:t>
            </a:fld>
            <a:endParaRPr lang="en-CA"/>
          </a:p>
        </p:txBody>
      </p:sp>
      <p:sp>
        <p:nvSpPr>
          <p:cNvPr id="14" name="Content Placeholder 13">
            <a:extLst>
              <a:ext uri="{FF2B5EF4-FFF2-40B4-BE49-F238E27FC236}">
                <a16:creationId xmlns:a16="http://schemas.microsoft.com/office/drawing/2014/main" id="{429D6CD0-1F46-4CCB-BB1F-31FEE6C4BF19}"/>
              </a:ext>
            </a:extLst>
          </p:cNvPr>
          <p:cNvSpPr>
            <a:spLocks noGrp="1"/>
          </p:cNvSpPr>
          <p:nvPr>
            <p:ph sz="quarter" idx="15"/>
          </p:nvPr>
        </p:nvSpPr>
        <p:spPr>
          <a:xfrm>
            <a:off x="4733350" y="4165601"/>
            <a:ext cx="2397053" cy="628072"/>
          </a:xfrm>
        </p:spPr>
        <p:txBody>
          <a:bodyPr lIns="0" tIns="0" rIns="0" bIns="0"/>
          <a:lstStyle/>
          <a:p>
            <a:pPr marL="360363" indent="0">
              <a:buNone/>
            </a:pPr>
            <a:r>
              <a:rPr lang="en-CA" b="1"/>
              <a:t>Results</a:t>
            </a:r>
          </a:p>
        </p:txBody>
      </p:sp>
      <p:sp>
        <p:nvSpPr>
          <p:cNvPr id="17" name="TextBox 16">
            <a:extLst>
              <a:ext uri="{FF2B5EF4-FFF2-40B4-BE49-F238E27FC236}">
                <a16:creationId xmlns:a16="http://schemas.microsoft.com/office/drawing/2014/main" id="{994543E6-2263-43ED-AB96-2E2B6F4D3C8A}"/>
              </a:ext>
            </a:extLst>
          </p:cNvPr>
          <p:cNvSpPr txBox="1">
            <a:spLocks/>
          </p:cNvSpPr>
          <p:nvPr/>
        </p:nvSpPr>
        <p:spPr>
          <a:xfrm>
            <a:off x="5059235" y="5144655"/>
            <a:ext cx="6482064" cy="1064058"/>
          </a:xfrm>
          <a:prstGeom prst="rect">
            <a:avLst/>
          </a:prstGeom>
          <a:noFill/>
        </p:spPr>
        <p:txBody>
          <a:bodyPr wrap="none" lIns="0" tIns="0" rIns="0" bIns="0" numCol="2" spcCol="180000" rtlCol="0">
            <a:normAutofit/>
          </a:bodyPr>
          <a:lstStyle/>
          <a:p>
            <a:pPr marL="269875" indent="-269875" defTabSz="923925">
              <a:lnSpc>
                <a:spcPct val="150000"/>
              </a:lnSpc>
              <a:buFont typeface="Arial" panose="020B0604020202020204" pitchFamily="34" charset="0"/>
              <a:buChar char="•"/>
            </a:pPr>
            <a:r>
              <a:rPr lang="en-CA" sz="1200"/>
              <a:t>Ur sunt vendandi sinimus tistis unt</a:t>
            </a:r>
          </a:p>
          <a:p>
            <a:pPr marL="269875" indent="-269875" defTabSz="923925">
              <a:lnSpc>
                <a:spcPct val="150000"/>
              </a:lnSpc>
              <a:buFont typeface="Arial" panose="020B0604020202020204" pitchFamily="34" charset="0"/>
              <a:buChar char="•"/>
            </a:pPr>
            <a:r>
              <a:rPr lang="en-CA" sz="1200"/>
              <a:t>omnita pel is in et doloreperci ut eti</a:t>
            </a:r>
          </a:p>
          <a:p>
            <a:pPr marL="269875" indent="-269875" defTabSz="923925">
              <a:lnSpc>
                <a:spcPct val="150000"/>
              </a:lnSpc>
              <a:buFont typeface="Arial" panose="020B0604020202020204" pitchFamily="34" charset="0"/>
              <a:buChar char="•"/>
            </a:pPr>
            <a:r>
              <a:rPr lang="en-CA" sz="1200"/>
              <a:t>blacium aut optatiist velloribus,</a:t>
            </a:r>
          </a:p>
          <a:p>
            <a:pPr marL="269875" indent="-269875" defTabSz="923925">
              <a:lnSpc>
                <a:spcPct val="150000"/>
              </a:lnSpc>
              <a:buFont typeface="Arial" panose="020B0604020202020204" pitchFamily="34" charset="0"/>
              <a:buChar char="•"/>
            </a:pPr>
            <a:r>
              <a:rPr lang="en-CA" sz="1200"/>
              <a:t>nulparum quae maion num intiatus</a:t>
            </a:r>
          </a:p>
          <a:p>
            <a:pPr marL="269875" indent="-269875" defTabSz="923925">
              <a:lnSpc>
                <a:spcPct val="150000"/>
              </a:lnSpc>
              <a:buFont typeface="Arial" panose="020B0604020202020204" pitchFamily="34" charset="0"/>
              <a:buChar char="•"/>
            </a:pPr>
            <a:r>
              <a:rPr lang="en-CA" sz="1200"/>
              <a:t>expelescium quia verupta tiundae</a:t>
            </a:r>
          </a:p>
          <a:p>
            <a:pPr marL="269875" indent="-269875" defTabSz="923925">
              <a:lnSpc>
                <a:spcPct val="150000"/>
              </a:lnSpc>
              <a:buFont typeface="Arial" panose="020B0604020202020204" pitchFamily="34" charset="0"/>
              <a:buChar char="•"/>
            </a:pPr>
            <a:r>
              <a:rPr lang="en-CA" sz="1200"/>
              <a:t>prae. Os maiossi magnihitio.</a:t>
            </a:r>
          </a:p>
          <a:p>
            <a:pPr marL="342900" indent="-342900">
              <a:buFont typeface="Arial" panose="020B0604020202020204" pitchFamily="34" charset="0"/>
              <a:buChar char="•"/>
            </a:pPr>
            <a:endParaRPr lang="en-CA" sz="1200"/>
          </a:p>
        </p:txBody>
      </p:sp>
      <p:pic>
        <p:nvPicPr>
          <p:cNvPr id="2" name="Picture 1" descr="Logo&#10;&#10;Description automatically generated">
            <a:extLst>
              <a:ext uri="{FF2B5EF4-FFF2-40B4-BE49-F238E27FC236}">
                <a16:creationId xmlns:a16="http://schemas.microsoft.com/office/drawing/2014/main" id="{5D495535-1D89-D379-4D49-C13349C90BDF}"/>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0045097" y="827699"/>
            <a:ext cx="1496202" cy="902703"/>
          </a:xfrm>
          <a:prstGeom prst="rect">
            <a:avLst/>
          </a:prstGeom>
          <a:solidFill>
            <a:schemeClr val="bg2"/>
          </a:solidFill>
          <a:ln>
            <a:noFill/>
          </a:ln>
        </p:spPr>
      </p:pic>
    </p:spTree>
    <p:custDataLst>
      <p:custData r:id="rId1"/>
      <p:custData r:id="rId2"/>
      <p:tags r:id="rId3"/>
    </p:custDataLst>
    <p:extLst>
      <p:ext uri="{BB962C8B-B14F-4D97-AF65-F5344CB8AC3E}">
        <p14:creationId xmlns:p14="http://schemas.microsoft.com/office/powerpoint/2010/main" val="18421491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0B28033-8F5D-75B5-D8F1-98287074387D}"/>
              </a:ext>
            </a:extLst>
          </p:cNvPr>
          <p:cNvSpPr>
            <a:spLocks noGrp="1"/>
          </p:cNvSpPr>
          <p:nvPr>
            <p:ph type="ftr" sz="quarter" idx="11"/>
          </p:nvPr>
        </p:nvSpPr>
        <p:spPr/>
        <p:txBody>
          <a:bodyPr/>
          <a:lstStyle/>
          <a:p>
            <a:r>
              <a:rPr lang="en-US"/>
              <a:t>Colliers</a:t>
            </a:r>
          </a:p>
        </p:txBody>
      </p:sp>
      <p:sp>
        <p:nvSpPr>
          <p:cNvPr id="3" name="Slide Number Placeholder 2">
            <a:extLst>
              <a:ext uri="{FF2B5EF4-FFF2-40B4-BE49-F238E27FC236}">
                <a16:creationId xmlns:a16="http://schemas.microsoft.com/office/drawing/2014/main" id="{CFDF1F58-4F09-DFE4-391A-C4DA1242CA22}"/>
              </a:ext>
            </a:extLst>
          </p:cNvPr>
          <p:cNvSpPr>
            <a:spLocks noGrp="1"/>
          </p:cNvSpPr>
          <p:nvPr>
            <p:ph type="sldNum" sz="quarter" idx="12"/>
          </p:nvPr>
        </p:nvSpPr>
        <p:spPr/>
        <p:txBody>
          <a:bodyPr/>
          <a:lstStyle/>
          <a:p>
            <a:fld id="{23AA811B-2EBD-4900-905E-5BE206449611}" type="slidenum">
              <a:rPr lang="en-US" smtClean="0"/>
              <a:pPr/>
              <a:t>31</a:t>
            </a:fld>
            <a:endParaRPr lang="en-US"/>
          </a:p>
        </p:txBody>
      </p:sp>
      <p:sp>
        <p:nvSpPr>
          <p:cNvPr id="4" name="Rectangle 3">
            <a:extLst>
              <a:ext uri="{FF2B5EF4-FFF2-40B4-BE49-F238E27FC236}">
                <a16:creationId xmlns:a16="http://schemas.microsoft.com/office/drawing/2014/main" id="{13623E07-6B3C-7C1D-C69C-7713F13DF486}"/>
              </a:ext>
            </a:extLst>
          </p:cNvPr>
          <p:cNvSpPr/>
          <p:nvPr/>
        </p:nvSpPr>
        <p:spPr>
          <a:xfrm flipV="1">
            <a:off x="0" y="0"/>
            <a:ext cx="12192000" cy="6858000"/>
          </a:xfrm>
          <a:prstGeom prst="rect">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noProof="0" err="1"/>
          </a:p>
        </p:txBody>
      </p:sp>
      <p:sp>
        <p:nvSpPr>
          <p:cNvPr id="5" name="Title 26">
            <a:extLst>
              <a:ext uri="{FF2B5EF4-FFF2-40B4-BE49-F238E27FC236}">
                <a16:creationId xmlns:a16="http://schemas.microsoft.com/office/drawing/2014/main" id="{B0A17467-FBC2-FA4A-BF1B-98388B2D681F}"/>
              </a:ext>
            </a:extLst>
          </p:cNvPr>
          <p:cNvSpPr txBox="1">
            <a:spLocks/>
          </p:cNvSpPr>
          <p:nvPr/>
        </p:nvSpPr>
        <p:spPr>
          <a:xfrm>
            <a:off x="4351338" y="2662590"/>
            <a:ext cx="3487738" cy="266218"/>
          </a:xfrm>
          <a:prstGeom prst="rect">
            <a:avLst/>
          </a:prstGeom>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gn="ctr"/>
            <a:r>
              <a:rPr lang="da-DK" sz="1400" b="1">
                <a:solidFill>
                  <a:schemeClr val="accent3"/>
                </a:solidFill>
                <a:latin typeface="Open Sans" panose="020B0606030504020204" pitchFamily="34" charset="0"/>
                <a:ea typeface="Open Sans" panose="020B0606030504020204" pitchFamily="34" charset="0"/>
                <a:cs typeface="Open Sans" panose="020B0606030504020204" pitchFamily="34" charset="0"/>
              </a:rPr>
              <a:t>Part 3</a:t>
            </a:r>
            <a:endParaRPr lang="en-US" sz="1400" b="1">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Title 26">
            <a:extLst>
              <a:ext uri="{FF2B5EF4-FFF2-40B4-BE49-F238E27FC236}">
                <a16:creationId xmlns:a16="http://schemas.microsoft.com/office/drawing/2014/main" id="{F7103798-A19D-28AF-8D54-259AF044DABB}"/>
              </a:ext>
            </a:extLst>
          </p:cNvPr>
          <p:cNvSpPr txBox="1">
            <a:spLocks/>
          </p:cNvSpPr>
          <p:nvPr/>
        </p:nvSpPr>
        <p:spPr>
          <a:xfrm>
            <a:off x="4351339" y="3152094"/>
            <a:ext cx="3487736" cy="1256747"/>
          </a:xfrm>
          <a:prstGeom prst="rect">
            <a:avLst/>
          </a:prstGeom>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gn="ctr">
              <a:lnSpc>
                <a:spcPct val="90000"/>
              </a:lnSpc>
            </a:pPr>
            <a:r>
              <a:rPr lang="en-CA" sz="4000">
                <a:solidFill>
                  <a:schemeClr val="bg1"/>
                </a:solidFill>
                <a:ea typeface="Open Sans Light"/>
                <a:cs typeface="Open Sans Light"/>
              </a:rPr>
              <a:t>Market Overview</a:t>
            </a:r>
            <a:endParaRPr lang="en-US" sz="4000" b="1">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endParaRPr>
          </a:p>
        </p:txBody>
      </p:sp>
    </p:spTree>
    <p:custDataLst>
      <p:custData r:id="rId1"/>
      <p:custData r:id="rId2"/>
    </p:custDataLst>
    <p:extLst>
      <p:ext uri="{BB962C8B-B14F-4D97-AF65-F5344CB8AC3E}">
        <p14:creationId xmlns:p14="http://schemas.microsoft.com/office/powerpoint/2010/main" val="34628886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503E6C6E-4514-EDB7-A419-677B02DA14DE}"/>
              </a:ext>
            </a:extLst>
          </p:cNvPr>
          <p:cNvSpPr>
            <a:spLocks noGrp="1"/>
          </p:cNvSpPr>
          <p:nvPr>
            <p:ph type="ftr" sz="quarter" idx="11"/>
          </p:nvPr>
        </p:nvSpPr>
        <p:spPr/>
        <p:txBody>
          <a:bodyPr/>
          <a:lstStyle/>
          <a:p>
            <a:r>
              <a:rPr lang="en-US"/>
              <a:t>Colliers</a:t>
            </a:r>
          </a:p>
        </p:txBody>
      </p:sp>
      <p:sp>
        <p:nvSpPr>
          <p:cNvPr id="7" name="Slide Number Placeholder 6">
            <a:extLst>
              <a:ext uri="{FF2B5EF4-FFF2-40B4-BE49-F238E27FC236}">
                <a16:creationId xmlns:a16="http://schemas.microsoft.com/office/drawing/2014/main" id="{D2B4F529-5069-C286-856B-79369A24032D}"/>
              </a:ext>
            </a:extLst>
          </p:cNvPr>
          <p:cNvSpPr>
            <a:spLocks noGrp="1"/>
          </p:cNvSpPr>
          <p:nvPr>
            <p:ph type="sldNum" sz="quarter" idx="12"/>
          </p:nvPr>
        </p:nvSpPr>
        <p:spPr/>
        <p:txBody>
          <a:bodyPr/>
          <a:lstStyle/>
          <a:p>
            <a:fld id="{23AA811B-2EBD-4900-905E-5BE206449611}" type="slidenum">
              <a:rPr lang="en-US" smtClean="0"/>
              <a:pPr/>
              <a:t>32</a:t>
            </a:fld>
            <a:endParaRPr lang="en-US"/>
          </a:p>
        </p:txBody>
      </p:sp>
      <p:sp>
        <p:nvSpPr>
          <p:cNvPr id="8" name="Picture Placeholder 11">
            <a:extLst>
              <a:ext uri="{FF2B5EF4-FFF2-40B4-BE49-F238E27FC236}">
                <a16:creationId xmlns:a16="http://schemas.microsoft.com/office/drawing/2014/main" id="{1BF8EB5E-0965-0198-2273-DD1C587A4F6B}"/>
              </a:ext>
            </a:extLst>
          </p:cNvPr>
          <p:cNvSpPr txBox="1">
            <a:spLocks/>
          </p:cNvSpPr>
          <p:nvPr/>
        </p:nvSpPr>
        <p:spPr>
          <a:xfrm>
            <a:off x="0" y="0"/>
            <a:ext cx="7840662" cy="6858000"/>
          </a:xfrm>
          <a:prstGeom prst="rect">
            <a:avLst/>
          </a:prstGeom>
          <a:solidFill>
            <a:schemeClr val="bg2"/>
          </a:solidFill>
        </p:spPr>
        <p:txBody>
          <a:bodyPr lIns="0" tIns="0" bIns="720000" anchor="ctr"/>
          <a:lstStyle>
            <a:lvl1pPr marL="0" marR="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sz="1600" kern="1200">
                <a:solidFill>
                  <a:schemeClr val="bg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a:defRPr/>
            </a:pPr>
            <a:r>
              <a:rPr lang="en-CA"/>
              <a:t>Click here and add image from Templafy</a:t>
            </a:r>
          </a:p>
        </p:txBody>
      </p:sp>
      <p:grpSp>
        <p:nvGrpSpPr>
          <p:cNvPr id="9" name="Group 8">
            <a:extLst>
              <a:ext uri="{FF2B5EF4-FFF2-40B4-BE49-F238E27FC236}">
                <a16:creationId xmlns:a16="http://schemas.microsoft.com/office/drawing/2014/main" id="{7FE57664-9958-7B9D-8473-0322AEF7CE95}"/>
              </a:ext>
            </a:extLst>
          </p:cNvPr>
          <p:cNvGrpSpPr/>
          <p:nvPr/>
        </p:nvGrpSpPr>
        <p:grpSpPr>
          <a:xfrm>
            <a:off x="5554296" y="2054688"/>
            <a:ext cx="4436869" cy="2208218"/>
            <a:chOff x="3920053" y="2227054"/>
            <a:chExt cx="4436869" cy="2208218"/>
          </a:xfrm>
          <a:solidFill>
            <a:schemeClr val="tx1"/>
          </a:solidFill>
        </p:grpSpPr>
        <p:sp>
          <p:nvSpPr>
            <p:cNvPr id="10" name="Rectangle 9">
              <a:extLst>
                <a:ext uri="{FF2B5EF4-FFF2-40B4-BE49-F238E27FC236}">
                  <a16:creationId xmlns:a16="http://schemas.microsoft.com/office/drawing/2014/main" id="{A34D9A6A-E07D-C703-6E70-80EE250E4E36}"/>
                </a:ext>
              </a:extLst>
            </p:cNvPr>
            <p:cNvSpPr/>
            <p:nvPr/>
          </p:nvSpPr>
          <p:spPr>
            <a:xfrm flipV="1">
              <a:off x="3920053" y="2442255"/>
              <a:ext cx="4436869" cy="199301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a:p>
          </p:txBody>
        </p:sp>
        <p:sp>
          <p:nvSpPr>
            <p:cNvPr id="11" name="Title 26">
              <a:extLst>
                <a:ext uri="{FF2B5EF4-FFF2-40B4-BE49-F238E27FC236}">
                  <a16:creationId xmlns:a16="http://schemas.microsoft.com/office/drawing/2014/main" id="{AA0BC750-795D-079D-EC00-976E924052B7}"/>
                </a:ext>
              </a:extLst>
            </p:cNvPr>
            <p:cNvSpPr txBox="1">
              <a:spLocks/>
            </p:cNvSpPr>
            <p:nvPr/>
          </p:nvSpPr>
          <p:spPr>
            <a:xfrm>
              <a:off x="4567610" y="2944340"/>
              <a:ext cx="3271465" cy="1044000"/>
            </a:xfrm>
            <a:prstGeom prst="rect">
              <a:avLst/>
            </a:prstGeom>
            <a:noFill/>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nSpc>
                  <a:spcPct val="90000"/>
                </a:lnSpc>
              </a:pPr>
              <a:r>
                <a:rPr lang="en-CA" sz="4000">
                  <a:solidFill>
                    <a:schemeClr val="bg1"/>
                  </a:solidFill>
                  <a:ea typeface="Open Sans Light"/>
                  <a:cs typeface="Open Sans Light"/>
                </a:rPr>
                <a:t>Market </a:t>
              </a:r>
              <a:r>
                <a:rPr lang="en-CA" sz="4000">
                  <a:solidFill>
                    <a:schemeClr val="bg1"/>
                  </a:solidFill>
                  <a:ea typeface="Open Sans Semibold" panose="020B0606030504020204" pitchFamily="34" charset="0"/>
                  <a:cs typeface="Open Sans Semibold" panose="020B0606030504020204" pitchFamily="34" charset="0"/>
                </a:rPr>
                <a:t>Overview</a:t>
              </a:r>
            </a:p>
          </p:txBody>
        </p:sp>
        <p:sp>
          <p:nvSpPr>
            <p:cNvPr id="12" name="Rectangle 11">
              <a:extLst>
                <a:ext uri="{FF2B5EF4-FFF2-40B4-BE49-F238E27FC236}">
                  <a16:creationId xmlns:a16="http://schemas.microsoft.com/office/drawing/2014/main" id="{D0AD0395-80D7-6050-0931-32FF9317A348}"/>
                </a:ext>
              </a:extLst>
            </p:cNvPr>
            <p:cNvSpPr/>
            <p:nvPr/>
          </p:nvSpPr>
          <p:spPr>
            <a:xfrm flipV="1">
              <a:off x="4351338" y="2227054"/>
              <a:ext cx="892867" cy="4095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a:p>
          </p:txBody>
        </p:sp>
        <p:sp>
          <p:nvSpPr>
            <p:cNvPr id="13" name="Title 26">
              <a:extLst>
                <a:ext uri="{FF2B5EF4-FFF2-40B4-BE49-F238E27FC236}">
                  <a16:creationId xmlns:a16="http://schemas.microsoft.com/office/drawing/2014/main" id="{AB18FD86-E0FF-3CBE-7E58-59CABDFCE1A0}"/>
                </a:ext>
              </a:extLst>
            </p:cNvPr>
            <p:cNvSpPr txBox="1">
              <a:spLocks/>
            </p:cNvSpPr>
            <p:nvPr/>
          </p:nvSpPr>
          <p:spPr>
            <a:xfrm>
              <a:off x="4567610" y="2370403"/>
              <a:ext cx="3707802" cy="266218"/>
            </a:xfrm>
            <a:prstGeom prst="rect">
              <a:avLst/>
            </a:prstGeom>
            <a:noFill/>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r>
                <a:rPr lang="en-CA" sz="1200" b="1">
                  <a:solidFill>
                    <a:schemeClr val="bg1"/>
                  </a:solidFill>
                  <a:latin typeface="Open Sans" panose="020B0606030504020204" pitchFamily="34" charset="0"/>
                  <a:ea typeface="Open Sans" panose="020B0606030504020204" pitchFamily="34" charset="0"/>
                  <a:cs typeface="Open Sans" panose="020B0606030504020204" pitchFamily="34" charset="0"/>
                </a:rPr>
                <a:t>Part 3</a:t>
              </a:r>
            </a:p>
          </p:txBody>
        </p:sp>
      </p:grpSp>
    </p:spTree>
    <p:custDataLst>
      <p:custData r:id="rId1"/>
      <p:custData r:id="rId2"/>
    </p:custDataLst>
    <p:extLst>
      <p:ext uri="{BB962C8B-B14F-4D97-AF65-F5344CB8AC3E}">
        <p14:creationId xmlns:p14="http://schemas.microsoft.com/office/powerpoint/2010/main" val="24879774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E89430B4-A940-83B0-229A-E980B3C5841F}"/>
              </a:ext>
            </a:extLst>
          </p:cNvPr>
          <p:cNvSpPr>
            <a:spLocks noGrp="1"/>
          </p:cNvSpPr>
          <p:nvPr>
            <p:ph type="body" sz="quarter" idx="13"/>
          </p:nvPr>
        </p:nvSpPr>
        <p:spPr>
          <a:xfrm>
            <a:off x="647525" y="669600"/>
            <a:ext cx="5448475" cy="392400"/>
          </a:xfrm>
        </p:spPr>
        <p:txBody>
          <a:bodyPr/>
          <a:lstStyle/>
          <a:p>
            <a:r>
              <a:rPr lang="en-CA" cap="all"/>
              <a:t>MARKET OVERVIEW</a:t>
            </a:r>
          </a:p>
        </p:txBody>
      </p:sp>
      <p:sp>
        <p:nvSpPr>
          <p:cNvPr id="10" name="Title 9">
            <a:extLst>
              <a:ext uri="{FF2B5EF4-FFF2-40B4-BE49-F238E27FC236}">
                <a16:creationId xmlns:a16="http://schemas.microsoft.com/office/drawing/2014/main" id="{A7D64D65-4834-C558-4719-55899EE8A5A9}"/>
              </a:ext>
            </a:extLst>
          </p:cNvPr>
          <p:cNvSpPr>
            <a:spLocks noGrp="1"/>
          </p:cNvSpPr>
          <p:nvPr>
            <p:ph type="title"/>
          </p:nvPr>
        </p:nvSpPr>
        <p:spPr>
          <a:xfrm>
            <a:off x="648000" y="1062000"/>
            <a:ext cx="7512888" cy="835200"/>
          </a:xfrm>
        </p:spPr>
        <p:txBody>
          <a:bodyPr/>
          <a:lstStyle/>
          <a:p>
            <a:r>
              <a:rPr lang="en-CA"/>
              <a:t>Market Snapshot</a:t>
            </a:r>
          </a:p>
        </p:txBody>
      </p:sp>
      <p:sp>
        <p:nvSpPr>
          <p:cNvPr id="2" name="Footer Placeholder 1">
            <a:extLst>
              <a:ext uri="{FF2B5EF4-FFF2-40B4-BE49-F238E27FC236}">
                <a16:creationId xmlns:a16="http://schemas.microsoft.com/office/drawing/2014/main" id="{A366A316-D0BC-63DA-2475-CAB3EEA36EE8}"/>
              </a:ext>
            </a:extLst>
          </p:cNvPr>
          <p:cNvSpPr>
            <a:spLocks noGrp="1"/>
          </p:cNvSpPr>
          <p:nvPr>
            <p:ph type="ftr" sz="quarter" idx="11"/>
          </p:nvPr>
        </p:nvSpPr>
        <p:spPr/>
        <p:txBody>
          <a:bodyPr/>
          <a:lstStyle/>
          <a:p>
            <a:r>
              <a:rPr lang="en-CA"/>
              <a:t>Colliers</a:t>
            </a:r>
          </a:p>
        </p:txBody>
      </p:sp>
      <p:sp>
        <p:nvSpPr>
          <p:cNvPr id="3" name="Slide Number Placeholder 2">
            <a:extLst>
              <a:ext uri="{FF2B5EF4-FFF2-40B4-BE49-F238E27FC236}">
                <a16:creationId xmlns:a16="http://schemas.microsoft.com/office/drawing/2014/main" id="{FA692307-CC7E-C73A-8D5C-74E30BB8304A}"/>
              </a:ext>
            </a:extLst>
          </p:cNvPr>
          <p:cNvSpPr>
            <a:spLocks noGrp="1"/>
          </p:cNvSpPr>
          <p:nvPr>
            <p:ph type="sldNum" sz="quarter" idx="12"/>
          </p:nvPr>
        </p:nvSpPr>
        <p:spPr/>
        <p:txBody>
          <a:bodyPr/>
          <a:lstStyle/>
          <a:p>
            <a:fld id="{23AA811B-2EBD-4900-905E-5BE206449611}" type="slidenum">
              <a:rPr lang="en-CA"/>
              <a:pPr/>
              <a:t>33</a:t>
            </a:fld>
            <a:endParaRPr lang="en-CA"/>
          </a:p>
        </p:txBody>
      </p:sp>
      <p:cxnSp>
        <p:nvCxnSpPr>
          <p:cNvPr id="30" name="Straight Connector 29">
            <a:extLst>
              <a:ext uri="{FF2B5EF4-FFF2-40B4-BE49-F238E27FC236}">
                <a16:creationId xmlns:a16="http://schemas.microsoft.com/office/drawing/2014/main" id="{6276C923-67CB-B2EF-6B5F-AF523015B83D}"/>
              </a:ext>
            </a:extLst>
          </p:cNvPr>
          <p:cNvCxnSpPr/>
          <p:nvPr/>
        </p:nvCxnSpPr>
        <p:spPr>
          <a:xfrm>
            <a:off x="11125200" y="273800"/>
            <a:ext cx="0" cy="12600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4D32C7DA-97B3-ECAB-2F8B-C8B764BA91BA}"/>
              </a:ext>
            </a:extLst>
          </p:cNvPr>
          <p:cNvGrpSpPr/>
          <p:nvPr/>
        </p:nvGrpSpPr>
        <p:grpSpPr>
          <a:xfrm>
            <a:off x="6073510" y="1726354"/>
            <a:ext cx="5468090" cy="2258728"/>
            <a:chOff x="335362" y="1923256"/>
            <a:chExt cx="2912378" cy="2086272"/>
          </a:xfrm>
        </p:grpSpPr>
        <p:sp>
          <p:nvSpPr>
            <p:cNvPr id="5" name="TextBox 4">
              <a:extLst>
                <a:ext uri="{FF2B5EF4-FFF2-40B4-BE49-F238E27FC236}">
                  <a16:creationId xmlns:a16="http://schemas.microsoft.com/office/drawing/2014/main" id="{1EBA4844-8FDA-2F13-58B1-D665E54F1B62}"/>
                </a:ext>
              </a:extLst>
            </p:cNvPr>
            <p:cNvSpPr txBox="1"/>
            <p:nvPr/>
          </p:nvSpPr>
          <p:spPr>
            <a:xfrm>
              <a:off x="538977" y="1923256"/>
              <a:ext cx="1226696" cy="255850"/>
            </a:xfrm>
            <a:prstGeom prst="rect">
              <a:avLst/>
            </a:prstGeom>
            <a:noFill/>
          </p:spPr>
          <p:txBody>
            <a:bodyPr wrap="square" rtlCol="0">
              <a:spAutoFit/>
            </a:bodyPr>
            <a:lstStyle/>
            <a:p>
              <a:r>
                <a:rPr lang="en-US" sz="1200" b="1">
                  <a:solidFill>
                    <a:schemeClr val="accent5"/>
                  </a:solidFill>
                </a:rPr>
                <a:t>Vacancy Rate</a:t>
              </a:r>
            </a:p>
          </p:txBody>
        </p:sp>
        <p:graphicFrame>
          <p:nvGraphicFramePr>
            <p:cNvPr id="6" name="Content Placeholder 11">
              <a:extLst>
                <a:ext uri="{FF2B5EF4-FFF2-40B4-BE49-F238E27FC236}">
                  <a16:creationId xmlns:a16="http://schemas.microsoft.com/office/drawing/2014/main" id="{6C34C55F-5A89-08A4-36F4-F468BD57FF60}"/>
                </a:ext>
              </a:extLst>
            </p:cNvPr>
            <p:cNvGraphicFramePr>
              <a:graphicFrameLocks/>
            </p:cNvGraphicFramePr>
            <p:nvPr/>
          </p:nvGraphicFramePr>
          <p:xfrm>
            <a:off x="335362" y="2308972"/>
            <a:ext cx="2912378" cy="1700556"/>
          </p:xfrm>
          <a:graphic>
            <a:graphicData uri="http://schemas.openxmlformats.org/drawingml/2006/chart">
              <c:chart xmlns:c="http://schemas.openxmlformats.org/drawingml/2006/chart" xmlns:r="http://schemas.openxmlformats.org/officeDocument/2006/relationships" r:id="rId5"/>
            </a:graphicData>
          </a:graphic>
        </p:graphicFrame>
      </p:grpSp>
      <p:grpSp>
        <p:nvGrpSpPr>
          <p:cNvPr id="7" name="Group 6">
            <a:extLst>
              <a:ext uri="{FF2B5EF4-FFF2-40B4-BE49-F238E27FC236}">
                <a16:creationId xmlns:a16="http://schemas.microsoft.com/office/drawing/2014/main" id="{F491B769-7E15-0495-F735-99A2C3F1CF59}"/>
              </a:ext>
            </a:extLst>
          </p:cNvPr>
          <p:cNvGrpSpPr/>
          <p:nvPr/>
        </p:nvGrpSpPr>
        <p:grpSpPr>
          <a:xfrm>
            <a:off x="6073510" y="4305819"/>
            <a:ext cx="5468090" cy="2173036"/>
            <a:chOff x="3173502" y="1923256"/>
            <a:chExt cx="2912378" cy="2006678"/>
          </a:xfrm>
        </p:grpSpPr>
        <p:sp>
          <p:nvSpPr>
            <p:cNvPr id="8" name="TextBox 7">
              <a:extLst>
                <a:ext uri="{FF2B5EF4-FFF2-40B4-BE49-F238E27FC236}">
                  <a16:creationId xmlns:a16="http://schemas.microsoft.com/office/drawing/2014/main" id="{1DEB1142-8BDB-6A03-9F67-C838B5223814}"/>
                </a:ext>
              </a:extLst>
            </p:cNvPr>
            <p:cNvSpPr txBox="1"/>
            <p:nvPr/>
          </p:nvSpPr>
          <p:spPr>
            <a:xfrm>
              <a:off x="3395691" y="1923256"/>
              <a:ext cx="1872914" cy="255793"/>
            </a:xfrm>
            <a:prstGeom prst="rect">
              <a:avLst/>
            </a:prstGeom>
            <a:noFill/>
          </p:spPr>
          <p:txBody>
            <a:bodyPr wrap="square" rtlCol="0">
              <a:spAutoFit/>
            </a:bodyPr>
            <a:lstStyle/>
            <a:p>
              <a:r>
                <a:rPr lang="en-US" sz="1200" b="1">
                  <a:solidFill>
                    <a:schemeClr val="accent5"/>
                  </a:solidFill>
                </a:rPr>
                <a:t>Avg. Asking Net Rent</a:t>
              </a:r>
            </a:p>
          </p:txBody>
        </p:sp>
        <p:graphicFrame>
          <p:nvGraphicFramePr>
            <p:cNvPr id="9" name="Content Placeholder 11">
              <a:extLst>
                <a:ext uri="{FF2B5EF4-FFF2-40B4-BE49-F238E27FC236}">
                  <a16:creationId xmlns:a16="http://schemas.microsoft.com/office/drawing/2014/main" id="{A07959AA-2233-002A-C78B-C94042FA2270}"/>
                </a:ext>
              </a:extLst>
            </p:cNvPr>
            <p:cNvGraphicFramePr>
              <a:graphicFrameLocks/>
            </p:cNvGraphicFramePr>
            <p:nvPr/>
          </p:nvGraphicFramePr>
          <p:xfrm>
            <a:off x="3173502" y="2229378"/>
            <a:ext cx="2912378" cy="1700556"/>
          </p:xfrm>
          <a:graphic>
            <a:graphicData uri="http://schemas.openxmlformats.org/drawingml/2006/chart">
              <c:chart xmlns:c="http://schemas.openxmlformats.org/drawingml/2006/chart" xmlns:r="http://schemas.openxmlformats.org/officeDocument/2006/relationships" r:id="rId6"/>
            </a:graphicData>
          </a:graphic>
        </p:graphicFrame>
      </p:grpSp>
      <p:sp>
        <p:nvSpPr>
          <p:cNvPr id="11" name="Rectangle 10">
            <a:extLst>
              <a:ext uri="{FF2B5EF4-FFF2-40B4-BE49-F238E27FC236}">
                <a16:creationId xmlns:a16="http://schemas.microsoft.com/office/drawing/2014/main" id="{B1B5CCFB-D5DD-C310-E128-77C07E5C48D5}"/>
              </a:ext>
            </a:extLst>
          </p:cNvPr>
          <p:cNvSpPr/>
          <p:nvPr/>
        </p:nvSpPr>
        <p:spPr>
          <a:xfrm>
            <a:off x="0" y="5176256"/>
            <a:ext cx="5771535" cy="1681744"/>
          </a:xfrm>
          <a:prstGeom prst="rect">
            <a:avLst/>
          </a:prstGeom>
          <a:solidFill>
            <a:srgbClr val="E5E8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noProof="0" err="1"/>
          </a:p>
        </p:txBody>
      </p:sp>
      <p:sp>
        <p:nvSpPr>
          <p:cNvPr id="12" name="Content Placeholder 47">
            <a:extLst>
              <a:ext uri="{FF2B5EF4-FFF2-40B4-BE49-F238E27FC236}">
                <a16:creationId xmlns:a16="http://schemas.microsoft.com/office/drawing/2014/main" id="{4FDA2309-7D2C-D513-8EED-B3723952389D}"/>
              </a:ext>
            </a:extLst>
          </p:cNvPr>
          <p:cNvSpPr txBox="1">
            <a:spLocks/>
          </p:cNvSpPr>
          <p:nvPr/>
        </p:nvSpPr>
        <p:spPr>
          <a:xfrm>
            <a:off x="745879" y="5464467"/>
            <a:ext cx="4681527" cy="872354"/>
          </a:xfrm>
          <a:prstGeom prst="rect">
            <a:avLst/>
          </a:prstGeom>
        </p:spPr>
        <p:txBody>
          <a:bodyPr vert="horz" lIns="0" tIns="0" rIns="0" bIns="0" rtlCol="0">
            <a:noAutofit/>
          </a:bodyPr>
          <a:lstStyle>
            <a:lvl1pPr marL="0" indent="0" algn="l" defTabSz="914400" rtl="0" eaLnBrk="1" latinLnBrk="0" hangingPunct="1">
              <a:lnSpc>
                <a:spcPct val="100000"/>
              </a:lnSpc>
              <a:spcBef>
                <a:spcPts val="300"/>
              </a:spcBef>
              <a:spcAft>
                <a:spcPts val="600"/>
              </a:spcAft>
              <a:buFontTx/>
              <a:buNone/>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None/>
              <a:defRPr sz="1400" kern="1200" spc="300">
                <a:solidFill>
                  <a:schemeClr val="accent3"/>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a:lnSpc>
                <a:spcPts val="1800"/>
              </a:lnSpc>
              <a:spcAft>
                <a:spcPts val="800"/>
              </a:spcAft>
            </a:pPr>
            <a:r>
              <a:rPr lang="en-CA" sz="1200" b="1">
                <a:latin typeface="Open Sans Semibold" panose="020B0606030504020204" pitchFamily="34" charset="0"/>
                <a:ea typeface="Open Sans Semibold" panose="020B0606030504020204" pitchFamily="34" charset="0"/>
                <a:cs typeface="Open Sans Semibold" panose="020B0606030504020204" pitchFamily="34" charset="0"/>
              </a:rPr>
              <a:t>Why does this matter to [ Client Name ]?</a:t>
            </a:r>
          </a:p>
          <a:p>
            <a:pPr>
              <a:lnSpc>
                <a:spcPts val="1800"/>
              </a:lnSpc>
              <a:spcAft>
                <a:spcPts val="800"/>
              </a:spcAft>
            </a:pPr>
            <a:r>
              <a:rPr lang="en-CA" sz="1200"/>
              <a:t>Write a sentence or two about why this data is relevant for your client’s situation.</a:t>
            </a:r>
          </a:p>
          <a:p>
            <a:pPr>
              <a:lnSpc>
                <a:spcPts val="1800"/>
              </a:lnSpc>
              <a:spcAft>
                <a:spcPts val="800"/>
              </a:spcAft>
            </a:pPr>
            <a:endParaRPr lang="en-CA" sz="1200"/>
          </a:p>
        </p:txBody>
      </p:sp>
      <p:pic>
        <p:nvPicPr>
          <p:cNvPr id="13" name="Graphic 12">
            <a:extLst>
              <a:ext uri="{FF2B5EF4-FFF2-40B4-BE49-F238E27FC236}">
                <a16:creationId xmlns:a16="http://schemas.microsoft.com/office/drawing/2014/main" id="{AAEFBB97-2E71-ADDE-7D0D-72752C6DB00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46983" y="4119323"/>
            <a:ext cx="512446" cy="512446"/>
          </a:xfrm>
          <a:prstGeom prst="rect">
            <a:avLst/>
          </a:prstGeom>
        </p:spPr>
      </p:pic>
      <p:pic>
        <p:nvPicPr>
          <p:cNvPr id="14" name="Graphic 13">
            <a:extLst>
              <a:ext uri="{FF2B5EF4-FFF2-40B4-BE49-F238E27FC236}">
                <a16:creationId xmlns:a16="http://schemas.microsoft.com/office/drawing/2014/main" id="{56B5C6B6-CAD8-4835-973A-680F717CFE7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4700" y="2018340"/>
            <a:ext cx="683840" cy="683840"/>
          </a:xfrm>
          <a:prstGeom prst="rect">
            <a:avLst/>
          </a:prstGeom>
        </p:spPr>
      </p:pic>
      <p:pic>
        <p:nvPicPr>
          <p:cNvPr id="17" name="Graphic 16">
            <a:extLst>
              <a:ext uri="{FF2B5EF4-FFF2-40B4-BE49-F238E27FC236}">
                <a16:creationId xmlns:a16="http://schemas.microsoft.com/office/drawing/2014/main" id="{D2A5E4C0-2FEA-488F-19C8-D70AF28350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45879" y="3044076"/>
            <a:ext cx="560195" cy="560195"/>
          </a:xfrm>
          <a:prstGeom prst="rect">
            <a:avLst/>
          </a:prstGeom>
        </p:spPr>
      </p:pic>
      <p:sp>
        <p:nvSpPr>
          <p:cNvPr id="18" name="Freeform: Shape 17">
            <a:extLst>
              <a:ext uri="{FF2B5EF4-FFF2-40B4-BE49-F238E27FC236}">
                <a16:creationId xmlns:a16="http://schemas.microsoft.com/office/drawing/2014/main" id="{9E5EEEE8-2C02-9A77-90C7-993C0F0F758E}"/>
              </a:ext>
            </a:extLst>
          </p:cNvPr>
          <p:cNvSpPr/>
          <p:nvPr/>
        </p:nvSpPr>
        <p:spPr>
          <a:xfrm>
            <a:off x="1434890" y="2080163"/>
            <a:ext cx="4405471" cy="664951"/>
          </a:xfrm>
          <a:custGeom>
            <a:avLst/>
            <a:gdLst>
              <a:gd name="connsiteX0" fmla="*/ 0 w 1627845"/>
              <a:gd name="connsiteY0" fmla="*/ 0 h 1373167"/>
              <a:gd name="connsiteX1" fmla="*/ 1627845 w 1627845"/>
              <a:gd name="connsiteY1" fmla="*/ 0 h 1373167"/>
              <a:gd name="connsiteX2" fmla="*/ 1627845 w 1627845"/>
              <a:gd name="connsiteY2" fmla="*/ 1373167 h 1373167"/>
              <a:gd name="connsiteX3" fmla="*/ 0 w 1627845"/>
              <a:gd name="connsiteY3" fmla="*/ 1373167 h 1373167"/>
              <a:gd name="connsiteX4" fmla="*/ 0 w 1627845"/>
              <a:gd name="connsiteY4" fmla="*/ 0 h 13731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7845" h="1373167">
                <a:moveTo>
                  <a:pt x="1627845" y="1373167"/>
                </a:moveTo>
                <a:lnTo>
                  <a:pt x="0" y="1373167"/>
                </a:lnTo>
                <a:lnTo>
                  <a:pt x="0" y="0"/>
                </a:lnTo>
                <a:lnTo>
                  <a:pt x="1627845" y="0"/>
                </a:lnTo>
                <a:lnTo>
                  <a:pt x="1627845" y="1373167"/>
                </a:lnTo>
                <a:close/>
              </a:path>
            </a:pathLst>
          </a:custGeom>
          <a:no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0" tIns="45721" rIns="1" bIns="45720" numCol="1" spcCol="1270" anchor="t" anchorCtr="0">
            <a:noAutofit/>
          </a:bodyPr>
          <a:lstStyle/>
          <a:p>
            <a:pPr marL="0" lvl="0" indent="0" defTabSz="533400">
              <a:lnSpc>
                <a:spcPct val="90000"/>
              </a:lnSpc>
              <a:spcBef>
                <a:spcPct val="0"/>
              </a:spcBef>
              <a:spcAft>
                <a:spcPct val="35000"/>
              </a:spcAft>
              <a:buNone/>
            </a:pPr>
            <a:r>
              <a:rPr lang="en-CA" sz="1100" b="1" kern="1200">
                <a:solidFill>
                  <a:schemeClr val="accent5"/>
                </a:solidFill>
                <a:latin typeface="+mn-lt"/>
              </a:rPr>
              <a:t>Trend 1</a:t>
            </a:r>
          </a:p>
          <a:p>
            <a:pPr marL="0" lvl="1" indent="0" defTabSz="533400">
              <a:lnSpc>
                <a:spcPct val="90000"/>
              </a:lnSpc>
              <a:spcBef>
                <a:spcPct val="0"/>
              </a:spcBef>
              <a:spcAft>
                <a:spcPct val="15000"/>
              </a:spcAft>
              <a:buNone/>
            </a:pPr>
            <a:r>
              <a:rPr lang="en-CA" sz="1100" kern="1200">
                <a:solidFill>
                  <a:srgbClr val="4A4A4D"/>
                </a:solidFill>
                <a:latin typeface="+mn-lt"/>
                <a:ea typeface="Open Sans" panose="020B0606030504020204" pitchFamily="34" charset="0"/>
                <a:cs typeface="Open Sans" panose="020B0606030504020204" pitchFamily="34" charset="0"/>
              </a:rPr>
              <a:t>Write a sentence here about a market trend happening now. Maybe it’s flight to quality, maybe construction costs, or favourable conditions for tenants in the market.</a:t>
            </a:r>
            <a:endParaRPr lang="en-CA" sz="1100" kern="1200">
              <a:latin typeface="+mn-lt"/>
            </a:endParaRPr>
          </a:p>
        </p:txBody>
      </p:sp>
      <p:sp>
        <p:nvSpPr>
          <p:cNvPr id="19" name="Freeform: Shape 18">
            <a:extLst>
              <a:ext uri="{FF2B5EF4-FFF2-40B4-BE49-F238E27FC236}">
                <a16:creationId xmlns:a16="http://schemas.microsoft.com/office/drawing/2014/main" id="{318BDAEC-5F7E-1AF1-2102-DCC1306AD2FB}"/>
              </a:ext>
            </a:extLst>
          </p:cNvPr>
          <p:cNvSpPr/>
          <p:nvPr/>
        </p:nvSpPr>
        <p:spPr>
          <a:xfrm>
            <a:off x="1420374" y="3044076"/>
            <a:ext cx="4419987" cy="664951"/>
          </a:xfrm>
          <a:custGeom>
            <a:avLst/>
            <a:gdLst>
              <a:gd name="connsiteX0" fmla="*/ 0 w 1627845"/>
              <a:gd name="connsiteY0" fmla="*/ 0 h 1373167"/>
              <a:gd name="connsiteX1" fmla="*/ 1627845 w 1627845"/>
              <a:gd name="connsiteY1" fmla="*/ 0 h 1373167"/>
              <a:gd name="connsiteX2" fmla="*/ 1627845 w 1627845"/>
              <a:gd name="connsiteY2" fmla="*/ 1373167 h 1373167"/>
              <a:gd name="connsiteX3" fmla="*/ 0 w 1627845"/>
              <a:gd name="connsiteY3" fmla="*/ 1373167 h 1373167"/>
              <a:gd name="connsiteX4" fmla="*/ 0 w 1627845"/>
              <a:gd name="connsiteY4" fmla="*/ 0 h 13731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7845" h="1373167">
                <a:moveTo>
                  <a:pt x="1627845" y="1373167"/>
                </a:moveTo>
                <a:lnTo>
                  <a:pt x="0" y="1373167"/>
                </a:lnTo>
                <a:lnTo>
                  <a:pt x="0" y="0"/>
                </a:lnTo>
                <a:lnTo>
                  <a:pt x="1627845" y="0"/>
                </a:lnTo>
                <a:lnTo>
                  <a:pt x="1627845" y="1373167"/>
                </a:lnTo>
                <a:close/>
              </a:path>
            </a:pathLst>
          </a:custGeom>
          <a:no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0" tIns="45721" rIns="1" bIns="45720" numCol="1" spcCol="1270" anchor="t" anchorCtr="0">
            <a:noAutofit/>
          </a:bodyPr>
          <a:lstStyle/>
          <a:p>
            <a:pPr marL="0" lvl="0" indent="0" defTabSz="533400">
              <a:lnSpc>
                <a:spcPct val="90000"/>
              </a:lnSpc>
              <a:spcBef>
                <a:spcPct val="0"/>
              </a:spcBef>
              <a:spcAft>
                <a:spcPct val="35000"/>
              </a:spcAft>
              <a:buNone/>
            </a:pPr>
            <a:r>
              <a:rPr lang="en-CA" sz="1100" b="1" kern="1200">
                <a:solidFill>
                  <a:schemeClr val="accent5"/>
                </a:solidFill>
                <a:latin typeface="+mn-lt"/>
              </a:rPr>
              <a:t>Trend 2</a:t>
            </a:r>
          </a:p>
          <a:p>
            <a:pPr marL="0" lvl="1" indent="0" defTabSz="533400">
              <a:lnSpc>
                <a:spcPct val="90000"/>
              </a:lnSpc>
              <a:spcBef>
                <a:spcPct val="0"/>
              </a:spcBef>
              <a:spcAft>
                <a:spcPct val="15000"/>
              </a:spcAft>
              <a:buNone/>
            </a:pPr>
            <a:r>
              <a:rPr lang="en-CA" sz="1100" kern="1200">
                <a:solidFill>
                  <a:srgbClr val="4A4A4D"/>
                </a:solidFill>
                <a:latin typeface="+mn-lt"/>
                <a:ea typeface="Open Sans" panose="020B0606030504020204" pitchFamily="34" charset="0"/>
                <a:cs typeface="Open Sans" panose="020B0606030504020204" pitchFamily="34" charset="0"/>
              </a:rPr>
              <a:t>Write a sentence here about a market trend happening now. Maybe it’s flight to quality, maybe construction costs, or favourable conditions for tenants in the market.</a:t>
            </a:r>
            <a:endParaRPr lang="en-CA" sz="1100" kern="1200">
              <a:latin typeface="+mn-lt"/>
            </a:endParaRPr>
          </a:p>
        </p:txBody>
      </p:sp>
      <p:sp>
        <p:nvSpPr>
          <p:cNvPr id="20" name="Freeform: Shape 19">
            <a:extLst>
              <a:ext uri="{FF2B5EF4-FFF2-40B4-BE49-F238E27FC236}">
                <a16:creationId xmlns:a16="http://schemas.microsoft.com/office/drawing/2014/main" id="{E1D96618-F3FD-8F83-86B6-85B07AED02BC}"/>
              </a:ext>
            </a:extLst>
          </p:cNvPr>
          <p:cNvSpPr/>
          <p:nvPr/>
        </p:nvSpPr>
        <p:spPr>
          <a:xfrm>
            <a:off x="1420374" y="4099885"/>
            <a:ext cx="4419987" cy="664951"/>
          </a:xfrm>
          <a:custGeom>
            <a:avLst/>
            <a:gdLst>
              <a:gd name="connsiteX0" fmla="*/ 0 w 1627845"/>
              <a:gd name="connsiteY0" fmla="*/ 0 h 1373167"/>
              <a:gd name="connsiteX1" fmla="*/ 1627845 w 1627845"/>
              <a:gd name="connsiteY1" fmla="*/ 0 h 1373167"/>
              <a:gd name="connsiteX2" fmla="*/ 1627845 w 1627845"/>
              <a:gd name="connsiteY2" fmla="*/ 1373167 h 1373167"/>
              <a:gd name="connsiteX3" fmla="*/ 0 w 1627845"/>
              <a:gd name="connsiteY3" fmla="*/ 1373167 h 1373167"/>
              <a:gd name="connsiteX4" fmla="*/ 0 w 1627845"/>
              <a:gd name="connsiteY4" fmla="*/ 0 h 13731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7845" h="1373167">
                <a:moveTo>
                  <a:pt x="1627845" y="1373167"/>
                </a:moveTo>
                <a:lnTo>
                  <a:pt x="0" y="1373167"/>
                </a:lnTo>
                <a:lnTo>
                  <a:pt x="0" y="0"/>
                </a:lnTo>
                <a:lnTo>
                  <a:pt x="1627845" y="0"/>
                </a:lnTo>
                <a:lnTo>
                  <a:pt x="1627845" y="1373167"/>
                </a:lnTo>
                <a:close/>
              </a:path>
            </a:pathLst>
          </a:custGeom>
          <a:no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0" tIns="45721" rIns="1" bIns="45720" numCol="1" spcCol="1270" anchor="t" anchorCtr="0">
            <a:noAutofit/>
          </a:bodyPr>
          <a:lstStyle/>
          <a:p>
            <a:pPr marL="0" lvl="0" indent="0" defTabSz="533400">
              <a:lnSpc>
                <a:spcPct val="90000"/>
              </a:lnSpc>
              <a:spcBef>
                <a:spcPct val="0"/>
              </a:spcBef>
              <a:spcAft>
                <a:spcPct val="35000"/>
              </a:spcAft>
              <a:buNone/>
            </a:pPr>
            <a:r>
              <a:rPr lang="en-CA" sz="1100" b="1" kern="1200">
                <a:solidFill>
                  <a:schemeClr val="accent5"/>
                </a:solidFill>
                <a:latin typeface="+mn-lt"/>
              </a:rPr>
              <a:t>Trend 3</a:t>
            </a:r>
          </a:p>
          <a:p>
            <a:pPr marL="0" lvl="1" indent="0" defTabSz="533400">
              <a:lnSpc>
                <a:spcPct val="90000"/>
              </a:lnSpc>
              <a:spcBef>
                <a:spcPct val="0"/>
              </a:spcBef>
              <a:spcAft>
                <a:spcPct val="15000"/>
              </a:spcAft>
              <a:buNone/>
            </a:pPr>
            <a:r>
              <a:rPr lang="en-CA" sz="1100" kern="1200">
                <a:solidFill>
                  <a:srgbClr val="4A4A4D"/>
                </a:solidFill>
                <a:latin typeface="+mn-lt"/>
                <a:ea typeface="Open Sans" panose="020B0606030504020204" pitchFamily="34" charset="0"/>
                <a:cs typeface="Open Sans" panose="020B0606030504020204" pitchFamily="34" charset="0"/>
              </a:rPr>
              <a:t>Write a sentence here about a market trend happening now. Maybe it’s flight to quality, maybe construction costs, or favourable conditions for tenants in the market.</a:t>
            </a:r>
            <a:endParaRPr lang="en-CA" sz="1100" kern="1200">
              <a:latin typeface="+mn-lt"/>
            </a:endParaRPr>
          </a:p>
        </p:txBody>
      </p:sp>
      <p:sp>
        <p:nvSpPr>
          <p:cNvPr id="16" name="Rounded Rectangle 15">
            <a:extLst>
              <a:ext uri="{FF2B5EF4-FFF2-40B4-BE49-F238E27FC236}">
                <a16:creationId xmlns:a16="http://schemas.microsoft.com/office/drawing/2014/main" id="{F1934855-60BD-7077-5798-8070B4DE0608}"/>
              </a:ext>
            </a:extLst>
          </p:cNvPr>
          <p:cNvSpPr/>
          <p:nvPr/>
        </p:nvSpPr>
        <p:spPr>
          <a:xfrm>
            <a:off x="8248907" y="5079866"/>
            <a:ext cx="1318654" cy="956441"/>
          </a:xfrm>
          <a:prstGeom prst="roundRect">
            <a:avLst/>
          </a:prstGeom>
          <a:solidFill>
            <a:srgbClr val="FBD1D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CA" sz="1200" noProof="0">
                <a:solidFill>
                  <a:schemeClr val="tx2"/>
                </a:solidFill>
              </a:rPr>
              <a:t>Sample Graph</a:t>
            </a:r>
          </a:p>
        </p:txBody>
      </p:sp>
      <p:sp>
        <p:nvSpPr>
          <p:cNvPr id="21" name="Rounded Rectangle 20">
            <a:extLst>
              <a:ext uri="{FF2B5EF4-FFF2-40B4-BE49-F238E27FC236}">
                <a16:creationId xmlns:a16="http://schemas.microsoft.com/office/drawing/2014/main" id="{9BC6A289-1C9E-3A8A-1A1C-D4719464588C}"/>
              </a:ext>
            </a:extLst>
          </p:cNvPr>
          <p:cNvSpPr/>
          <p:nvPr/>
        </p:nvSpPr>
        <p:spPr>
          <a:xfrm>
            <a:off x="8248907" y="2525852"/>
            <a:ext cx="1318654" cy="956441"/>
          </a:xfrm>
          <a:prstGeom prst="roundRect">
            <a:avLst/>
          </a:prstGeom>
          <a:solidFill>
            <a:srgbClr val="FBD1D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CA" sz="1200" noProof="0">
                <a:solidFill>
                  <a:schemeClr val="tx2"/>
                </a:solidFill>
              </a:rPr>
              <a:t>Sample Graph</a:t>
            </a:r>
          </a:p>
        </p:txBody>
      </p:sp>
    </p:spTree>
    <p:custDataLst>
      <p:custData r:id="rId1"/>
      <p:custData r:id="rId2"/>
    </p:custDataLst>
    <p:extLst>
      <p:ext uri="{BB962C8B-B14F-4D97-AF65-F5344CB8AC3E}">
        <p14:creationId xmlns:p14="http://schemas.microsoft.com/office/powerpoint/2010/main" val="13851169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E89430B4-A940-83B0-229A-E980B3C5841F}"/>
              </a:ext>
            </a:extLst>
          </p:cNvPr>
          <p:cNvSpPr>
            <a:spLocks noGrp="1"/>
          </p:cNvSpPr>
          <p:nvPr>
            <p:ph type="body" sz="quarter" idx="13"/>
          </p:nvPr>
        </p:nvSpPr>
        <p:spPr>
          <a:xfrm>
            <a:off x="647525" y="669600"/>
            <a:ext cx="5448475" cy="392400"/>
          </a:xfrm>
        </p:spPr>
        <p:txBody>
          <a:bodyPr/>
          <a:lstStyle/>
          <a:p>
            <a:r>
              <a:rPr lang="en-CA" cap="all"/>
              <a:t>MARKET OVERVIEW</a:t>
            </a:r>
          </a:p>
        </p:txBody>
      </p:sp>
      <p:sp>
        <p:nvSpPr>
          <p:cNvPr id="10" name="Title 9">
            <a:extLst>
              <a:ext uri="{FF2B5EF4-FFF2-40B4-BE49-F238E27FC236}">
                <a16:creationId xmlns:a16="http://schemas.microsoft.com/office/drawing/2014/main" id="{A7D64D65-4834-C558-4719-55899EE8A5A9}"/>
              </a:ext>
            </a:extLst>
          </p:cNvPr>
          <p:cNvSpPr>
            <a:spLocks noGrp="1"/>
          </p:cNvSpPr>
          <p:nvPr>
            <p:ph type="title"/>
          </p:nvPr>
        </p:nvSpPr>
        <p:spPr>
          <a:xfrm>
            <a:off x="648000" y="1062000"/>
            <a:ext cx="7512888" cy="835200"/>
          </a:xfrm>
        </p:spPr>
        <p:txBody>
          <a:bodyPr/>
          <a:lstStyle/>
          <a:p>
            <a:r>
              <a:rPr lang="en-CA"/>
              <a:t>Market Snapshot</a:t>
            </a:r>
          </a:p>
        </p:txBody>
      </p:sp>
      <p:sp>
        <p:nvSpPr>
          <p:cNvPr id="2" name="Footer Placeholder 1">
            <a:extLst>
              <a:ext uri="{FF2B5EF4-FFF2-40B4-BE49-F238E27FC236}">
                <a16:creationId xmlns:a16="http://schemas.microsoft.com/office/drawing/2014/main" id="{A366A316-D0BC-63DA-2475-CAB3EEA36EE8}"/>
              </a:ext>
            </a:extLst>
          </p:cNvPr>
          <p:cNvSpPr>
            <a:spLocks noGrp="1"/>
          </p:cNvSpPr>
          <p:nvPr>
            <p:ph type="ftr" sz="quarter" idx="11"/>
          </p:nvPr>
        </p:nvSpPr>
        <p:spPr/>
        <p:txBody>
          <a:bodyPr/>
          <a:lstStyle/>
          <a:p>
            <a:r>
              <a:rPr lang="en-CA"/>
              <a:t>Colliers</a:t>
            </a:r>
          </a:p>
        </p:txBody>
      </p:sp>
      <p:sp>
        <p:nvSpPr>
          <p:cNvPr id="3" name="Slide Number Placeholder 2">
            <a:extLst>
              <a:ext uri="{FF2B5EF4-FFF2-40B4-BE49-F238E27FC236}">
                <a16:creationId xmlns:a16="http://schemas.microsoft.com/office/drawing/2014/main" id="{FA692307-CC7E-C73A-8D5C-74E30BB8304A}"/>
              </a:ext>
            </a:extLst>
          </p:cNvPr>
          <p:cNvSpPr>
            <a:spLocks noGrp="1"/>
          </p:cNvSpPr>
          <p:nvPr>
            <p:ph type="sldNum" sz="quarter" idx="12"/>
          </p:nvPr>
        </p:nvSpPr>
        <p:spPr/>
        <p:txBody>
          <a:bodyPr/>
          <a:lstStyle/>
          <a:p>
            <a:fld id="{23AA811B-2EBD-4900-905E-5BE206449611}" type="slidenum">
              <a:rPr lang="en-CA"/>
              <a:pPr/>
              <a:t>34</a:t>
            </a:fld>
            <a:endParaRPr lang="en-CA"/>
          </a:p>
        </p:txBody>
      </p:sp>
      <p:cxnSp>
        <p:nvCxnSpPr>
          <p:cNvPr id="30" name="Straight Connector 29">
            <a:extLst>
              <a:ext uri="{FF2B5EF4-FFF2-40B4-BE49-F238E27FC236}">
                <a16:creationId xmlns:a16="http://schemas.microsoft.com/office/drawing/2014/main" id="{6276C923-67CB-B2EF-6B5F-AF523015B83D}"/>
              </a:ext>
            </a:extLst>
          </p:cNvPr>
          <p:cNvCxnSpPr/>
          <p:nvPr/>
        </p:nvCxnSpPr>
        <p:spPr>
          <a:xfrm>
            <a:off x="11125200" y="273800"/>
            <a:ext cx="0" cy="12600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4D32C7DA-97B3-ECAB-2F8B-C8B764BA91BA}"/>
              </a:ext>
            </a:extLst>
          </p:cNvPr>
          <p:cNvGrpSpPr/>
          <p:nvPr/>
        </p:nvGrpSpPr>
        <p:grpSpPr>
          <a:xfrm>
            <a:off x="6073510" y="961092"/>
            <a:ext cx="5468090" cy="2059246"/>
            <a:chOff x="335362" y="1923256"/>
            <a:chExt cx="2912378" cy="1902021"/>
          </a:xfrm>
        </p:grpSpPr>
        <p:sp>
          <p:nvSpPr>
            <p:cNvPr id="5" name="TextBox 4">
              <a:extLst>
                <a:ext uri="{FF2B5EF4-FFF2-40B4-BE49-F238E27FC236}">
                  <a16:creationId xmlns:a16="http://schemas.microsoft.com/office/drawing/2014/main" id="{1EBA4844-8FDA-2F13-58B1-D665E54F1B62}"/>
                </a:ext>
              </a:extLst>
            </p:cNvPr>
            <p:cNvSpPr txBox="1"/>
            <p:nvPr/>
          </p:nvSpPr>
          <p:spPr>
            <a:xfrm>
              <a:off x="538977" y="1923256"/>
              <a:ext cx="1226696" cy="255850"/>
            </a:xfrm>
            <a:prstGeom prst="rect">
              <a:avLst/>
            </a:prstGeom>
            <a:noFill/>
          </p:spPr>
          <p:txBody>
            <a:bodyPr wrap="square" rtlCol="0">
              <a:spAutoFit/>
            </a:bodyPr>
            <a:lstStyle/>
            <a:p>
              <a:r>
                <a:rPr lang="en-US" sz="1200" b="1">
                  <a:solidFill>
                    <a:schemeClr val="accent5"/>
                  </a:solidFill>
                </a:rPr>
                <a:t>Vacancy Rate</a:t>
              </a:r>
            </a:p>
          </p:txBody>
        </p:sp>
        <p:graphicFrame>
          <p:nvGraphicFramePr>
            <p:cNvPr id="6" name="Content Placeholder 11">
              <a:extLst>
                <a:ext uri="{FF2B5EF4-FFF2-40B4-BE49-F238E27FC236}">
                  <a16:creationId xmlns:a16="http://schemas.microsoft.com/office/drawing/2014/main" id="{6C34C55F-5A89-08A4-36F4-F468BD57FF60}"/>
                </a:ext>
              </a:extLst>
            </p:cNvPr>
            <p:cNvGraphicFramePr>
              <a:graphicFrameLocks/>
            </p:cNvGraphicFramePr>
            <p:nvPr/>
          </p:nvGraphicFramePr>
          <p:xfrm>
            <a:off x="335362" y="2124721"/>
            <a:ext cx="2912378" cy="1700556"/>
          </p:xfrm>
          <a:graphic>
            <a:graphicData uri="http://schemas.openxmlformats.org/drawingml/2006/chart">
              <c:chart xmlns:c="http://schemas.openxmlformats.org/drawingml/2006/chart" xmlns:r="http://schemas.openxmlformats.org/officeDocument/2006/relationships" r:id="rId5"/>
            </a:graphicData>
          </a:graphic>
        </p:graphicFrame>
      </p:grpSp>
      <p:grpSp>
        <p:nvGrpSpPr>
          <p:cNvPr id="7" name="Group 6">
            <a:extLst>
              <a:ext uri="{FF2B5EF4-FFF2-40B4-BE49-F238E27FC236}">
                <a16:creationId xmlns:a16="http://schemas.microsoft.com/office/drawing/2014/main" id="{F491B769-7E15-0495-F735-99A2C3F1CF59}"/>
              </a:ext>
            </a:extLst>
          </p:cNvPr>
          <p:cNvGrpSpPr/>
          <p:nvPr/>
        </p:nvGrpSpPr>
        <p:grpSpPr>
          <a:xfrm>
            <a:off x="6073510" y="3288172"/>
            <a:ext cx="5468090" cy="2059703"/>
            <a:chOff x="3173502" y="1923256"/>
            <a:chExt cx="2912378" cy="1902021"/>
          </a:xfrm>
        </p:grpSpPr>
        <p:sp>
          <p:nvSpPr>
            <p:cNvPr id="8" name="TextBox 7">
              <a:extLst>
                <a:ext uri="{FF2B5EF4-FFF2-40B4-BE49-F238E27FC236}">
                  <a16:creationId xmlns:a16="http://schemas.microsoft.com/office/drawing/2014/main" id="{1DEB1142-8BDB-6A03-9F67-C838B5223814}"/>
                </a:ext>
              </a:extLst>
            </p:cNvPr>
            <p:cNvSpPr txBox="1"/>
            <p:nvPr/>
          </p:nvSpPr>
          <p:spPr>
            <a:xfrm>
              <a:off x="3395691" y="1923256"/>
              <a:ext cx="1872914" cy="255793"/>
            </a:xfrm>
            <a:prstGeom prst="rect">
              <a:avLst/>
            </a:prstGeom>
            <a:noFill/>
          </p:spPr>
          <p:txBody>
            <a:bodyPr wrap="square" rtlCol="0">
              <a:spAutoFit/>
            </a:bodyPr>
            <a:lstStyle/>
            <a:p>
              <a:r>
                <a:rPr lang="en-US" sz="1200" b="1">
                  <a:solidFill>
                    <a:schemeClr val="accent5"/>
                  </a:solidFill>
                </a:rPr>
                <a:t>Avg. Asking Net Rent</a:t>
              </a:r>
            </a:p>
          </p:txBody>
        </p:sp>
        <p:graphicFrame>
          <p:nvGraphicFramePr>
            <p:cNvPr id="9" name="Content Placeholder 11">
              <a:extLst>
                <a:ext uri="{FF2B5EF4-FFF2-40B4-BE49-F238E27FC236}">
                  <a16:creationId xmlns:a16="http://schemas.microsoft.com/office/drawing/2014/main" id="{A07959AA-2233-002A-C78B-C94042FA2270}"/>
                </a:ext>
              </a:extLst>
            </p:cNvPr>
            <p:cNvGraphicFramePr>
              <a:graphicFrameLocks/>
            </p:cNvGraphicFramePr>
            <p:nvPr/>
          </p:nvGraphicFramePr>
          <p:xfrm>
            <a:off x="3173502" y="2124721"/>
            <a:ext cx="2912378" cy="1700556"/>
          </p:xfrm>
          <a:graphic>
            <a:graphicData uri="http://schemas.openxmlformats.org/drawingml/2006/chart">
              <c:chart xmlns:c="http://schemas.openxmlformats.org/drawingml/2006/chart" xmlns:r="http://schemas.openxmlformats.org/officeDocument/2006/relationships" r:id="rId6"/>
            </a:graphicData>
          </a:graphic>
        </p:graphicFrame>
      </p:grpSp>
      <p:sp>
        <p:nvSpPr>
          <p:cNvPr id="16" name="Rectangle 15">
            <a:extLst>
              <a:ext uri="{FF2B5EF4-FFF2-40B4-BE49-F238E27FC236}">
                <a16:creationId xmlns:a16="http://schemas.microsoft.com/office/drawing/2014/main" id="{2559AB80-1A8C-38D0-050E-0DEE7E806249}"/>
              </a:ext>
            </a:extLst>
          </p:cNvPr>
          <p:cNvSpPr/>
          <p:nvPr/>
        </p:nvSpPr>
        <p:spPr>
          <a:xfrm>
            <a:off x="-1" y="3050376"/>
            <a:ext cx="5672781" cy="1031503"/>
          </a:xfrm>
          <a:prstGeom prst="rect">
            <a:avLst/>
          </a:prstGeom>
          <a:solidFill>
            <a:srgbClr val="F4F5F9">
              <a:alpha val="90000"/>
            </a:srgbClr>
          </a:solidFill>
          <a:ln w="6350">
            <a:no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AU" sz="2000" noProof="0" err="1"/>
          </a:p>
        </p:txBody>
      </p:sp>
      <p:sp>
        <p:nvSpPr>
          <p:cNvPr id="21" name="Content Placeholder 3">
            <a:extLst>
              <a:ext uri="{FF2B5EF4-FFF2-40B4-BE49-F238E27FC236}">
                <a16:creationId xmlns:a16="http://schemas.microsoft.com/office/drawing/2014/main" id="{7C113380-E12E-FF53-9797-CC7EF938C348}"/>
              </a:ext>
            </a:extLst>
          </p:cNvPr>
          <p:cNvSpPr txBox="1">
            <a:spLocks/>
          </p:cNvSpPr>
          <p:nvPr/>
        </p:nvSpPr>
        <p:spPr>
          <a:xfrm>
            <a:off x="1435100" y="3223246"/>
            <a:ext cx="3816992" cy="707886"/>
          </a:xfrm>
          <a:prstGeom prst="rect">
            <a:avLst/>
          </a:prstGeom>
        </p:spPr>
        <p:txBody>
          <a:bodyPr wrap="square" lIns="91440" tIns="45720" rIns="91440" bIns="45720" numCol="1" spcCol="360000" anchor="t">
            <a:sp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spcBef>
                <a:spcPts val="600"/>
              </a:spcBef>
              <a:spcAft>
                <a:spcPts val="0"/>
              </a:spcAft>
              <a:buNone/>
              <a:defRPr/>
            </a:pPr>
            <a:r>
              <a:rPr kumimoji="0" lang="en-AU" sz="1000" b="0" i="0" u="none" strike="noStrike" kern="1200" cap="none" spc="0" normalizeH="0" baseline="0" noProof="0">
                <a:ln>
                  <a:noFill/>
                </a:ln>
                <a:solidFill>
                  <a:schemeClr val="accent6"/>
                </a:solidFill>
                <a:effectLst/>
                <a:uLnTx/>
                <a:uFillTx/>
                <a:ea typeface="Open Sans Light" panose="020B0306030504020204" pitchFamily="34" charset="0"/>
                <a:cs typeface="Open Sans Light" panose="020B0306030504020204" pitchFamily="34" charset="0"/>
              </a:rPr>
              <a:t>There is strong demand for fitted out tenancies on account of high construction costs. Landlords who create turn key suites and whole floors are able to lease their vacant space much quicker than tenancies with no </a:t>
            </a:r>
            <a:r>
              <a:rPr kumimoji="0" lang="en-AU" sz="1000" b="0" i="0" u="none" strike="noStrike" kern="1200" cap="none" spc="0" normalizeH="0" baseline="0" noProof="0" err="1">
                <a:ln>
                  <a:noFill/>
                </a:ln>
                <a:solidFill>
                  <a:schemeClr val="accent6"/>
                </a:solidFill>
                <a:effectLst/>
                <a:uLnTx/>
                <a:uFillTx/>
                <a:ea typeface="Open Sans Light" panose="020B0306030504020204" pitchFamily="34" charset="0"/>
                <a:cs typeface="Open Sans Light" panose="020B0306030504020204" pitchFamily="34" charset="0"/>
              </a:rPr>
              <a:t>fitout</a:t>
            </a:r>
            <a:r>
              <a:rPr kumimoji="0" lang="en-AU" sz="1000" b="0" i="0" u="none" strike="noStrike" kern="1200" cap="none" spc="0" normalizeH="0" baseline="0" noProof="0">
                <a:ln>
                  <a:noFill/>
                </a:ln>
                <a:solidFill>
                  <a:schemeClr val="accent6"/>
                </a:solidFill>
                <a:effectLst/>
                <a:uLnTx/>
                <a:uFillTx/>
                <a:ea typeface="Open Sans Light" panose="020B0306030504020204" pitchFamily="34" charset="0"/>
                <a:cs typeface="Open Sans Light" panose="020B0306030504020204" pitchFamily="34" charset="0"/>
              </a:rPr>
              <a:t>.</a:t>
            </a:r>
          </a:p>
        </p:txBody>
      </p:sp>
      <p:grpSp>
        <p:nvGrpSpPr>
          <p:cNvPr id="22" name="Graphic 34">
            <a:extLst>
              <a:ext uri="{FF2B5EF4-FFF2-40B4-BE49-F238E27FC236}">
                <a16:creationId xmlns:a16="http://schemas.microsoft.com/office/drawing/2014/main" id="{D6609AB9-0D3A-8ECD-6028-25D435287ECB}"/>
              </a:ext>
            </a:extLst>
          </p:cNvPr>
          <p:cNvGrpSpPr/>
          <p:nvPr/>
        </p:nvGrpSpPr>
        <p:grpSpPr>
          <a:xfrm>
            <a:off x="685501" y="3379291"/>
            <a:ext cx="477604" cy="429394"/>
            <a:chOff x="735011" y="3275771"/>
            <a:chExt cx="477604" cy="429394"/>
          </a:xfrm>
        </p:grpSpPr>
        <p:sp>
          <p:nvSpPr>
            <p:cNvPr id="23" name="Freeform: Shape 22">
              <a:extLst>
                <a:ext uri="{FF2B5EF4-FFF2-40B4-BE49-F238E27FC236}">
                  <a16:creationId xmlns:a16="http://schemas.microsoft.com/office/drawing/2014/main" id="{DEAE68FF-2F1C-1D93-D032-B90378F997D1}"/>
                </a:ext>
              </a:extLst>
            </p:cNvPr>
            <p:cNvSpPr/>
            <p:nvPr/>
          </p:nvSpPr>
          <p:spPr>
            <a:xfrm>
              <a:off x="821306" y="3275771"/>
              <a:ext cx="391309" cy="341562"/>
            </a:xfrm>
            <a:custGeom>
              <a:avLst/>
              <a:gdLst>
                <a:gd name="connsiteX0" fmla="*/ 125701 w 391309"/>
                <a:gd name="connsiteY0" fmla="*/ 341563 h 341562"/>
                <a:gd name="connsiteX1" fmla="*/ 328180 w 391309"/>
                <a:gd name="connsiteY1" fmla="*/ 341563 h 341562"/>
                <a:gd name="connsiteX2" fmla="*/ 328180 w 391309"/>
                <a:gd name="connsiteY2" fmla="*/ 180273 h 341562"/>
                <a:gd name="connsiteX3" fmla="*/ 391158 w 391309"/>
                <a:gd name="connsiteY3" fmla="*/ 108332 h 341562"/>
                <a:gd name="connsiteX4" fmla="*/ 328180 w 391309"/>
                <a:gd name="connsiteY4" fmla="*/ 45353 h 341562"/>
                <a:gd name="connsiteX5" fmla="*/ 328180 w 391309"/>
                <a:gd name="connsiteY5" fmla="*/ 0 h 341562"/>
                <a:gd name="connsiteX6" fmla="*/ 0 w 391309"/>
                <a:gd name="connsiteY6" fmla="*/ 0 h 341562"/>
                <a:gd name="connsiteX7" fmla="*/ 0 w 391309"/>
                <a:gd name="connsiteY7" fmla="*/ 341563 h 341562"/>
                <a:gd name="connsiteX8" fmla="*/ 41735 w 391309"/>
                <a:gd name="connsiteY8" fmla="*/ 341563 h 341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1309" h="341562">
                  <a:moveTo>
                    <a:pt x="125701" y="341563"/>
                  </a:moveTo>
                  <a:lnTo>
                    <a:pt x="328180" y="341563"/>
                  </a:lnTo>
                  <a:lnTo>
                    <a:pt x="328180" y="180273"/>
                  </a:lnTo>
                  <a:cubicBezTo>
                    <a:pt x="365437" y="177799"/>
                    <a:pt x="393633" y="145589"/>
                    <a:pt x="391158" y="108332"/>
                  </a:cubicBezTo>
                  <a:cubicBezTo>
                    <a:pt x="388912" y="74524"/>
                    <a:pt x="361988" y="47599"/>
                    <a:pt x="328180" y="45353"/>
                  </a:cubicBezTo>
                  <a:lnTo>
                    <a:pt x="328180" y="0"/>
                  </a:lnTo>
                  <a:lnTo>
                    <a:pt x="0" y="0"/>
                  </a:lnTo>
                  <a:lnTo>
                    <a:pt x="0" y="341563"/>
                  </a:lnTo>
                  <a:lnTo>
                    <a:pt x="41735" y="341563"/>
                  </a:lnTo>
                </a:path>
              </a:pathLst>
            </a:custGeom>
            <a:noFill/>
            <a:ln w="12700" cap="flat">
              <a:solidFill>
                <a:srgbClr val="25408F"/>
              </a:solidFill>
              <a:prstDash val="solid"/>
              <a:miter/>
            </a:ln>
          </p:spPr>
          <p:txBody>
            <a:bodyPr rtlCol="0" anchor="ctr"/>
            <a:lstStyle/>
            <a:p>
              <a:endParaRPr lang="en-AU"/>
            </a:p>
          </p:txBody>
        </p:sp>
        <p:sp>
          <p:nvSpPr>
            <p:cNvPr id="24" name="Freeform: Shape 23">
              <a:extLst>
                <a:ext uri="{FF2B5EF4-FFF2-40B4-BE49-F238E27FC236}">
                  <a16:creationId xmlns:a16="http://schemas.microsoft.com/office/drawing/2014/main" id="{8EC6FBC8-4D74-ECC4-F3C1-FEB88120E234}"/>
                </a:ext>
              </a:extLst>
            </p:cNvPr>
            <p:cNvSpPr/>
            <p:nvPr/>
          </p:nvSpPr>
          <p:spPr>
            <a:xfrm>
              <a:off x="980117" y="3580505"/>
              <a:ext cx="4956" cy="36827"/>
            </a:xfrm>
            <a:custGeom>
              <a:avLst/>
              <a:gdLst>
                <a:gd name="connsiteX0" fmla="*/ 0 w 4956"/>
                <a:gd name="connsiteY0" fmla="*/ 0 h 36827"/>
                <a:gd name="connsiteX1" fmla="*/ 0 w 4956"/>
                <a:gd name="connsiteY1" fmla="*/ 36828 h 36827"/>
              </a:gdLst>
              <a:ahLst/>
              <a:cxnLst>
                <a:cxn ang="0">
                  <a:pos x="connsiteX0" y="connsiteY0"/>
                </a:cxn>
                <a:cxn ang="0">
                  <a:pos x="connsiteX1" y="connsiteY1"/>
                </a:cxn>
              </a:cxnLst>
              <a:rect l="l" t="t" r="r" b="b"/>
              <a:pathLst>
                <a:path w="4956" h="36827">
                  <a:moveTo>
                    <a:pt x="0" y="0"/>
                  </a:moveTo>
                  <a:lnTo>
                    <a:pt x="0" y="36828"/>
                  </a:lnTo>
                </a:path>
              </a:pathLst>
            </a:custGeom>
            <a:ln w="12700" cap="flat">
              <a:solidFill>
                <a:srgbClr val="25408F"/>
              </a:solidFill>
              <a:prstDash val="solid"/>
              <a:miter/>
            </a:ln>
          </p:spPr>
          <p:txBody>
            <a:bodyPr rtlCol="0" anchor="ctr"/>
            <a:lstStyle/>
            <a:p>
              <a:endParaRPr lang="en-AU"/>
            </a:p>
          </p:txBody>
        </p:sp>
        <p:sp>
          <p:nvSpPr>
            <p:cNvPr id="25" name="Freeform: Shape 24">
              <a:extLst>
                <a:ext uri="{FF2B5EF4-FFF2-40B4-BE49-F238E27FC236}">
                  <a16:creationId xmlns:a16="http://schemas.microsoft.com/office/drawing/2014/main" id="{5C9A7101-EDBC-C2DE-32F0-D3BC5E7B4BB1}"/>
                </a:ext>
              </a:extLst>
            </p:cNvPr>
            <p:cNvSpPr/>
            <p:nvPr/>
          </p:nvSpPr>
          <p:spPr>
            <a:xfrm>
              <a:off x="972286" y="3466155"/>
              <a:ext cx="4956" cy="56208"/>
            </a:xfrm>
            <a:custGeom>
              <a:avLst/>
              <a:gdLst>
                <a:gd name="connsiteX0" fmla="*/ 0 w 4956"/>
                <a:gd name="connsiteY0" fmla="*/ 0 h 56208"/>
                <a:gd name="connsiteX1" fmla="*/ 0 w 4956"/>
                <a:gd name="connsiteY1" fmla="*/ 56208 h 56208"/>
              </a:gdLst>
              <a:ahLst/>
              <a:cxnLst>
                <a:cxn ang="0">
                  <a:pos x="connsiteX0" y="connsiteY0"/>
                </a:cxn>
                <a:cxn ang="0">
                  <a:pos x="connsiteX1" y="connsiteY1"/>
                </a:cxn>
              </a:cxnLst>
              <a:rect l="l" t="t" r="r" b="b"/>
              <a:pathLst>
                <a:path w="4956" h="56208">
                  <a:moveTo>
                    <a:pt x="0" y="0"/>
                  </a:moveTo>
                  <a:lnTo>
                    <a:pt x="0" y="56208"/>
                  </a:lnTo>
                </a:path>
              </a:pathLst>
            </a:custGeom>
            <a:ln w="12700" cap="flat">
              <a:solidFill>
                <a:srgbClr val="25408F"/>
              </a:solidFill>
              <a:prstDash val="solid"/>
              <a:miter/>
            </a:ln>
          </p:spPr>
          <p:txBody>
            <a:bodyPr rtlCol="0" anchor="ctr"/>
            <a:lstStyle/>
            <a:p>
              <a:endParaRPr lang="en-AU"/>
            </a:p>
          </p:txBody>
        </p:sp>
        <p:sp>
          <p:nvSpPr>
            <p:cNvPr id="26" name="Freeform: Shape 25">
              <a:extLst>
                <a:ext uri="{FF2B5EF4-FFF2-40B4-BE49-F238E27FC236}">
                  <a16:creationId xmlns:a16="http://schemas.microsoft.com/office/drawing/2014/main" id="{994F2735-F782-CDB0-00C6-D7D88E5C1E07}"/>
                </a:ext>
              </a:extLst>
            </p:cNvPr>
            <p:cNvSpPr/>
            <p:nvPr/>
          </p:nvSpPr>
          <p:spPr>
            <a:xfrm>
              <a:off x="980117" y="3275771"/>
              <a:ext cx="4956" cy="132243"/>
            </a:xfrm>
            <a:custGeom>
              <a:avLst/>
              <a:gdLst>
                <a:gd name="connsiteX0" fmla="*/ 0 w 4956"/>
                <a:gd name="connsiteY0" fmla="*/ 0 h 132243"/>
                <a:gd name="connsiteX1" fmla="*/ 0 w 4956"/>
                <a:gd name="connsiteY1" fmla="*/ 132243 h 132243"/>
              </a:gdLst>
              <a:ahLst/>
              <a:cxnLst>
                <a:cxn ang="0">
                  <a:pos x="connsiteX0" y="connsiteY0"/>
                </a:cxn>
                <a:cxn ang="0">
                  <a:pos x="connsiteX1" y="connsiteY1"/>
                </a:cxn>
              </a:cxnLst>
              <a:rect l="l" t="t" r="r" b="b"/>
              <a:pathLst>
                <a:path w="4956" h="132243">
                  <a:moveTo>
                    <a:pt x="0" y="0"/>
                  </a:moveTo>
                  <a:lnTo>
                    <a:pt x="0" y="132243"/>
                  </a:lnTo>
                </a:path>
              </a:pathLst>
            </a:custGeom>
            <a:ln w="12700" cap="flat">
              <a:solidFill>
                <a:srgbClr val="25408F"/>
              </a:solidFill>
              <a:prstDash val="solid"/>
              <a:miter/>
            </a:ln>
          </p:spPr>
          <p:txBody>
            <a:bodyPr rtlCol="0" anchor="ctr"/>
            <a:lstStyle/>
            <a:p>
              <a:endParaRPr lang="en-AU"/>
            </a:p>
          </p:txBody>
        </p:sp>
        <p:sp>
          <p:nvSpPr>
            <p:cNvPr id="27" name="Freeform: Shape 26">
              <a:extLst>
                <a:ext uri="{FF2B5EF4-FFF2-40B4-BE49-F238E27FC236}">
                  <a16:creationId xmlns:a16="http://schemas.microsoft.com/office/drawing/2014/main" id="{BF9946D2-C528-22FA-F5D1-B96A3FBC7761}"/>
                </a:ext>
              </a:extLst>
            </p:cNvPr>
            <p:cNvSpPr/>
            <p:nvPr/>
          </p:nvSpPr>
          <p:spPr>
            <a:xfrm>
              <a:off x="934566" y="3382685"/>
              <a:ext cx="37720" cy="4956"/>
            </a:xfrm>
            <a:custGeom>
              <a:avLst/>
              <a:gdLst>
                <a:gd name="connsiteX0" fmla="*/ 0 w 37720"/>
                <a:gd name="connsiteY0" fmla="*/ 0 h 4956"/>
                <a:gd name="connsiteX1" fmla="*/ 37720 w 37720"/>
                <a:gd name="connsiteY1" fmla="*/ 0 h 4956"/>
              </a:gdLst>
              <a:ahLst/>
              <a:cxnLst>
                <a:cxn ang="0">
                  <a:pos x="connsiteX0" y="connsiteY0"/>
                </a:cxn>
                <a:cxn ang="0">
                  <a:pos x="connsiteX1" y="connsiteY1"/>
                </a:cxn>
              </a:cxnLst>
              <a:rect l="l" t="t" r="r" b="b"/>
              <a:pathLst>
                <a:path w="37720" h="4956">
                  <a:moveTo>
                    <a:pt x="0" y="0"/>
                  </a:moveTo>
                  <a:lnTo>
                    <a:pt x="37720" y="0"/>
                  </a:lnTo>
                </a:path>
              </a:pathLst>
            </a:custGeom>
            <a:ln w="12700" cap="flat">
              <a:solidFill>
                <a:srgbClr val="25408F"/>
              </a:solidFill>
              <a:prstDash val="solid"/>
              <a:miter/>
            </a:ln>
          </p:spPr>
          <p:txBody>
            <a:bodyPr rtlCol="0" anchor="ctr"/>
            <a:lstStyle/>
            <a:p>
              <a:endParaRPr lang="en-AU"/>
            </a:p>
          </p:txBody>
        </p:sp>
        <p:sp>
          <p:nvSpPr>
            <p:cNvPr id="28" name="Freeform: Shape 27">
              <a:extLst>
                <a:ext uri="{FF2B5EF4-FFF2-40B4-BE49-F238E27FC236}">
                  <a16:creationId xmlns:a16="http://schemas.microsoft.com/office/drawing/2014/main" id="{FA3CCE6D-40AB-087E-073F-F5D475148290}"/>
                </a:ext>
              </a:extLst>
            </p:cNvPr>
            <p:cNvSpPr/>
            <p:nvPr/>
          </p:nvSpPr>
          <p:spPr>
            <a:xfrm>
              <a:off x="821306" y="3382685"/>
              <a:ext cx="55117" cy="4956"/>
            </a:xfrm>
            <a:custGeom>
              <a:avLst/>
              <a:gdLst>
                <a:gd name="connsiteX0" fmla="*/ 55118 w 55117"/>
                <a:gd name="connsiteY0" fmla="*/ 0 h 4956"/>
                <a:gd name="connsiteX1" fmla="*/ 0 w 55117"/>
                <a:gd name="connsiteY1" fmla="*/ 0 h 4956"/>
              </a:gdLst>
              <a:ahLst/>
              <a:cxnLst>
                <a:cxn ang="0">
                  <a:pos x="connsiteX0" y="connsiteY0"/>
                </a:cxn>
                <a:cxn ang="0">
                  <a:pos x="connsiteX1" y="connsiteY1"/>
                </a:cxn>
              </a:cxnLst>
              <a:rect l="l" t="t" r="r" b="b"/>
              <a:pathLst>
                <a:path w="55117" h="4956">
                  <a:moveTo>
                    <a:pt x="55118" y="0"/>
                  </a:moveTo>
                  <a:lnTo>
                    <a:pt x="0" y="0"/>
                  </a:lnTo>
                </a:path>
              </a:pathLst>
            </a:custGeom>
            <a:ln w="12700" cap="flat">
              <a:solidFill>
                <a:srgbClr val="25408F"/>
              </a:solidFill>
              <a:prstDash val="solid"/>
              <a:miter/>
            </a:ln>
          </p:spPr>
          <p:txBody>
            <a:bodyPr rtlCol="0" anchor="ctr"/>
            <a:lstStyle/>
            <a:p>
              <a:endParaRPr lang="en-AU"/>
            </a:p>
          </p:txBody>
        </p:sp>
        <p:sp>
          <p:nvSpPr>
            <p:cNvPr id="29" name="Freeform: Shape 28">
              <a:extLst>
                <a:ext uri="{FF2B5EF4-FFF2-40B4-BE49-F238E27FC236}">
                  <a16:creationId xmlns:a16="http://schemas.microsoft.com/office/drawing/2014/main" id="{C0672458-D9F6-E1AC-35CA-2EBED6CDA8D4}"/>
                </a:ext>
              </a:extLst>
            </p:cNvPr>
            <p:cNvSpPr/>
            <p:nvPr/>
          </p:nvSpPr>
          <p:spPr>
            <a:xfrm>
              <a:off x="972286" y="3494260"/>
              <a:ext cx="169814" cy="4956"/>
            </a:xfrm>
            <a:custGeom>
              <a:avLst/>
              <a:gdLst>
                <a:gd name="connsiteX0" fmla="*/ 169815 w 169814"/>
                <a:gd name="connsiteY0" fmla="*/ 0 h 4956"/>
                <a:gd name="connsiteX1" fmla="*/ 0 w 169814"/>
                <a:gd name="connsiteY1" fmla="*/ 0 h 4956"/>
              </a:gdLst>
              <a:ahLst/>
              <a:cxnLst>
                <a:cxn ang="0">
                  <a:pos x="connsiteX0" y="connsiteY0"/>
                </a:cxn>
                <a:cxn ang="0">
                  <a:pos x="connsiteX1" y="connsiteY1"/>
                </a:cxn>
              </a:cxnLst>
              <a:rect l="l" t="t" r="r" b="b"/>
              <a:pathLst>
                <a:path w="169814" h="4956">
                  <a:moveTo>
                    <a:pt x="169815" y="0"/>
                  </a:moveTo>
                  <a:lnTo>
                    <a:pt x="0" y="0"/>
                  </a:lnTo>
                </a:path>
              </a:pathLst>
            </a:custGeom>
            <a:ln w="12700" cap="flat">
              <a:solidFill>
                <a:srgbClr val="25408F"/>
              </a:solidFill>
              <a:prstDash val="solid"/>
              <a:miter/>
            </a:ln>
          </p:spPr>
          <p:txBody>
            <a:bodyPr rtlCol="0" anchor="ctr"/>
            <a:lstStyle/>
            <a:p>
              <a:endParaRPr lang="en-AU"/>
            </a:p>
          </p:txBody>
        </p:sp>
        <p:sp>
          <p:nvSpPr>
            <p:cNvPr id="31" name="Freeform: Shape 30">
              <a:extLst>
                <a:ext uri="{FF2B5EF4-FFF2-40B4-BE49-F238E27FC236}">
                  <a16:creationId xmlns:a16="http://schemas.microsoft.com/office/drawing/2014/main" id="{7FCFFE18-2D62-05A4-BC61-648DD23A2207}"/>
                </a:ext>
              </a:extLst>
            </p:cNvPr>
            <p:cNvSpPr/>
            <p:nvPr/>
          </p:nvSpPr>
          <p:spPr>
            <a:xfrm>
              <a:off x="825668" y="3688362"/>
              <a:ext cx="314152" cy="4956"/>
            </a:xfrm>
            <a:custGeom>
              <a:avLst/>
              <a:gdLst>
                <a:gd name="connsiteX0" fmla="*/ 0 w 314152"/>
                <a:gd name="connsiteY0" fmla="*/ 0 h 4956"/>
                <a:gd name="connsiteX1" fmla="*/ 314152 w 314152"/>
                <a:gd name="connsiteY1" fmla="*/ 0 h 4956"/>
              </a:gdLst>
              <a:ahLst/>
              <a:cxnLst>
                <a:cxn ang="0">
                  <a:pos x="connsiteX0" y="connsiteY0"/>
                </a:cxn>
                <a:cxn ang="0">
                  <a:pos x="connsiteX1" y="connsiteY1"/>
                </a:cxn>
              </a:cxnLst>
              <a:rect l="l" t="t" r="r" b="b"/>
              <a:pathLst>
                <a:path w="314152" h="4956">
                  <a:moveTo>
                    <a:pt x="0" y="0"/>
                  </a:moveTo>
                  <a:lnTo>
                    <a:pt x="314152" y="0"/>
                  </a:lnTo>
                </a:path>
              </a:pathLst>
            </a:custGeom>
            <a:ln w="12700" cap="flat">
              <a:solidFill>
                <a:srgbClr val="25408F"/>
              </a:solidFill>
              <a:prstDash val="solid"/>
              <a:miter/>
            </a:ln>
          </p:spPr>
          <p:txBody>
            <a:bodyPr rtlCol="0" anchor="ctr"/>
            <a:lstStyle/>
            <a:p>
              <a:endParaRPr lang="en-AU"/>
            </a:p>
          </p:txBody>
        </p:sp>
        <p:sp>
          <p:nvSpPr>
            <p:cNvPr id="32" name="Freeform: Shape 31">
              <a:extLst>
                <a:ext uri="{FF2B5EF4-FFF2-40B4-BE49-F238E27FC236}">
                  <a16:creationId xmlns:a16="http://schemas.microsoft.com/office/drawing/2014/main" id="{B32BC8EE-FD52-0154-98BC-C5FAE280A43C}"/>
                </a:ext>
              </a:extLst>
            </p:cNvPr>
            <p:cNvSpPr/>
            <p:nvPr/>
          </p:nvSpPr>
          <p:spPr>
            <a:xfrm>
              <a:off x="814565" y="3671856"/>
              <a:ext cx="30433" cy="32961"/>
            </a:xfrm>
            <a:custGeom>
              <a:avLst/>
              <a:gdLst>
                <a:gd name="connsiteX0" fmla="*/ 30434 w 30433"/>
                <a:gd name="connsiteY0" fmla="*/ 32962 h 32961"/>
                <a:gd name="connsiteX1" fmla="*/ 13978 w 30433"/>
                <a:gd name="connsiteY1" fmla="*/ 16506 h 32961"/>
                <a:gd name="connsiteX2" fmla="*/ 30434 w 30433"/>
                <a:gd name="connsiteY2" fmla="*/ 0 h 32961"/>
                <a:gd name="connsiteX3" fmla="*/ 16456 w 30433"/>
                <a:gd name="connsiteY3" fmla="*/ 0 h 32961"/>
                <a:gd name="connsiteX4" fmla="*/ 0 w 30433"/>
                <a:gd name="connsiteY4" fmla="*/ 16506 h 32961"/>
                <a:gd name="connsiteX5" fmla="*/ 16456 w 30433"/>
                <a:gd name="connsiteY5" fmla="*/ 32962 h 32961"/>
                <a:gd name="connsiteX6" fmla="*/ 30434 w 30433"/>
                <a:gd name="connsiteY6" fmla="*/ 32962 h 32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433" h="32961">
                  <a:moveTo>
                    <a:pt x="30434" y="32962"/>
                  </a:moveTo>
                  <a:lnTo>
                    <a:pt x="13978" y="16506"/>
                  </a:lnTo>
                  <a:lnTo>
                    <a:pt x="30434" y="0"/>
                  </a:lnTo>
                  <a:lnTo>
                    <a:pt x="16456" y="0"/>
                  </a:lnTo>
                  <a:lnTo>
                    <a:pt x="0" y="16506"/>
                  </a:lnTo>
                  <a:lnTo>
                    <a:pt x="16456" y="32962"/>
                  </a:lnTo>
                  <a:lnTo>
                    <a:pt x="30434" y="32962"/>
                  </a:lnTo>
                  <a:close/>
                </a:path>
              </a:pathLst>
            </a:custGeom>
            <a:solidFill>
              <a:srgbClr val="25408F"/>
            </a:solidFill>
            <a:ln w="12700" cap="flat">
              <a:noFill/>
              <a:prstDash val="solid"/>
              <a:miter/>
            </a:ln>
          </p:spPr>
          <p:txBody>
            <a:bodyPr rtlCol="0" anchor="ctr"/>
            <a:lstStyle/>
            <a:p>
              <a:endParaRPr lang="en-AU"/>
            </a:p>
          </p:txBody>
        </p:sp>
        <p:sp>
          <p:nvSpPr>
            <p:cNvPr id="33" name="Freeform: Shape 32">
              <a:extLst>
                <a:ext uri="{FF2B5EF4-FFF2-40B4-BE49-F238E27FC236}">
                  <a16:creationId xmlns:a16="http://schemas.microsoft.com/office/drawing/2014/main" id="{81737744-615B-62E4-F239-98ADD30A1998}"/>
                </a:ext>
              </a:extLst>
            </p:cNvPr>
            <p:cNvSpPr/>
            <p:nvPr/>
          </p:nvSpPr>
          <p:spPr>
            <a:xfrm>
              <a:off x="1120043" y="3671559"/>
              <a:ext cx="31078" cy="33606"/>
            </a:xfrm>
            <a:custGeom>
              <a:avLst/>
              <a:gdLst>
                <a:gd name="connsiteX0" fmla="*/ 0 w 31078"/>
                <a:gd name="connsiteY0" fmla="*/ 33606 h 33606"/>
                <a:gd name="connsiteX1" fmla="*/ 16853 w 31078"/>
                <a:gd name="connsiteY1" fmla="*/ 16803 h 33606"/>
                <a:gd name="connsiteX2" fmla="*/ 0 w 31078"/>
                <a:gd name="connsiteY2" fmla="*/ 0 h 33606"/>
                <a:gd name="connsiteX3" fmla="*/ 14275 w 31078"/>
                <a:gd name="connsiteY3" fmla="*/ 0 h 33606"/>
                <a:gd name="connsiteX4" fmla="*/ 31078 w 31078"/>
                <a:gd name="connsiteY4" fmla="*/ 16803 h 33606"/>
                <a:gd name="connsiteX5" fmla="*/ 14275 w 31078"/>
                <a:gd name="connsiteY5" fmla="*/ 33606 h 33606"/>
                <a:gd name="connsiteX6" fmla="*/ 0 w 31078"/>
                <a:gd name="connsiteY6" fmla="*/ 33606 h 33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078" h="33606">
                  <a:moveTo>
                    <a:pt x="0" y="33606"/>
                  </a:moveTo>
                  <a:lnTo>
                    <a:pt x="16853" y="16803"/>
                  </a:lnTo>
                  <a:lnTo>
                    <a:pt x="0" y="0"/>
                  </a:lnTo>
                  <a:lnTo>
                    <a:pt x="14275" y="0"/>
                  </a:lnTo>
                  <a:lnTo>
                    <a:pt x="31078" y="16803"/>
                  </a:lnTo>
                  <a:lnTo>
                    <a:pt x="14275" y="33606"/>
                  </a:lnTo>
                  <a:lnTo>
                    <a:pt x="0" y="33606"/>
                  </a:lnTo>
                  <a:close/>
                </a:path>
              </a:pathLst>
            </a:custGeom>
            <a:solidFill>
              <a:srgbClr val="25408F"/>
            </a:solidFill>
            <a:ln w="12700" cap="flat">
              <a:noFill/>
              <a:prstDash val="solid"/>
              <a:miter/>
            </a:ln>
          </p:spPr>
          <p:txBody>
            <a:bodyPr rtlCol="0" anchor="ctr"/>
            <a:lstStyle/>
            <a:p>
              <a:endParaRPr lang="en-AU"/>
            </a:p>
          </p:txBody>
        </p:sp>
        <p:sp>
          <p:nvSpPr>
            <p:cNvPr id="34" name="Freeform: Shape 33">
              <a:extLst>
                <a:ext uri="{FF2B5EF4-FFF2-40B4-BE49-F238E27FC236}">
                  <a16:creationId xmlns:a16="http://schemas.microsoft.com/office/drawing/2014/main" id="{AB108585-2BBA-CAFA-B103-37DFE1100A2C}"/>
                </a:ext>
              </a:extLst>
            </p:cNvPr>
            <p:cNvSpPr/>
            <p:nvPr/>
          </p:nvSpPr>
          <p:spPr>
            <a:xfrm>
              <a:off x="751814" y="3287121"/>
              <a:ext cx="4956" cy="342256"/>
            </a:xfrm>
            <a:custGeom>
              <a:avLst/>
              <a:gdLst>
                <a:gd name="connsiteX0" fmla="*/ 0 w 4956"/>
                <a:gd name="connsiteY0" fmla="*/ 342257 h 342256"/>
                <a:gd name="connsiteX1" fmla="*/ 0 w 4956"/>
                <a:gd name="connsiteY1" fmla="*/ 0 h 342256"/>
              </a:gdLst>
              <a:ahLst/>
              <a:cxnLst>
                <a:cxn ang="0">
                  <a:pos x="connsiteX0" y="connsiteY0"/>
                </a:cxn>
                <a:cxn ang="0">
                  <a:pos x="connsiteX1" y="connsiteY1"/>
                </a:cxn>
              </a:cxnLst>
              <a:rect l="l" t="t" r="r" b="b"/>
              <a:pathLst>
                <a:path w="4956" h="342256">
                  <a:moveTo>
                    <a:pt x="0" y="342257"/>
                  </a:moveTo>
                  <a:lnTo>
                    <a:pt x="0" y="0"/>
                  </a:lnTo>
                </a:path>
              </a:pathLst>
            </a:custGeom>
            <a:ln w="12700" cap="flat">
              <a:solidFill>
                <a:srgbClr val="25408F"/>
              </a:solidFill>
              <a:prstDash val="solid"/>
              <a:miter/>
            </a:ln>
          </p:spPr>
          <p:txBody>
            <a:bodyPr rtlCol="0" anchor="ctr"/>
            <a:lstStyle/>
            <a:p>
              <a:endParaRPr lang="en-AU"/>
            </a:p>
          </p:txBody>
        </p:sp>
        <p:sp>
          <p:nvSpPr>
            <p:cNvPr id="35" name="Freeform: Shape 34">
              <a:extLst>
                <a:ext uri="{FF2B5EF4-FFF2-40B4-BE49-F238E27FC236}">
                  <a16:creationId xmlns:a16="http://schemas.microsoft.com/office/drawing/2014/main" id="{2C00BBB7-9305-857A-370A-EFDB1273CCB2}"/>
                </a:ext>
              </a:extLst>
            </p:cNvPr>
            <p:cNvSpPr/>
            <p:nvPr/>
          </p:nvSpPr>
          <p:spPr>
            <a:xfrm>
              <a:off x="735358" y="3610047"/>
              <a:ext cx="32912" cy="30433"/>
            </a:xfrm>
            <a:custGeom>
              <a:avLst/>
              <a:gdLst>
                <a:gd name="connsiteX0" fmla="*/ 32912 w 32912"/>
                <a:gd name="connsiteY0" fmla="*/ 0 h 30433"/>
                <a:gd name="connsiteX1" fmla="*/ 16456 w 32912"/>
                <a:gd name="connsiteY1" fmla="*/ 16456 h 30433"/>
                <a:gd name="connsiteX2" fmla="*/ 0 w 32912"/>
                <a:gd name="connsiteY2" fmla="*/ 0 h 30433"/>
                <a:gd name="connsiteX3" fmla="*/ 0 w 32912"/>
                <a:gd name="connsiteY3" fmla="*/ 13978 h 30433"/>
                <a:gd name="connsiteX4" fmla="*/ 16456 w 32912"/>
                <a:gd name="connsiteY4" fmla="*/ 30434 h 30433"/>
                <a:gd name="connsiteX5" fmla="*/ 32912 w 32912"/>
                <a:gd name="connsiteY5" fmla="*/ 13978 h 30433"/>
                <a:gd name="connsiteX6" fmla="*/ 32912 w 32912"/>
                <a:gd name="connsiteY6" fmla="*/ 0 h 30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912" h="30433">
                  <a:moveTo>
                    <a:pt x="32912" y="0"/>
                  </a:moveTo>
                  <a:lnTo>
                    <a:pt x="16456" y="16456"/>
                  </a:lnTo>
                  <a:lnTo>
                    <a:pt x="0" y="0"/>
                  </a:lnTo>
                  <a:lnTo>
                    <a:pt x="0" y="13978"/>
                  </a:lnTo>
                  <a:lnTo>
                    <a:pt x="16456" y="30434"/>
                  </a:lnTo>
                  <a:lnTo>
                    <a:pt x="32912" y="13978"/>
                  </a:lnTo>
                  <a:lnTo>
                    <a:pt x="32912" y="0"/>
                  </a:lnTo>
                  <a:close/>
                </a:path>
              </a:pathLst>
            </a:custGeom>
            <a:solidFill>
              <a:srgbClr val="25408F"/>
            </a:solidFill>
            <a:ln w="12700" cap="flat">
              <a:noFill/>
              <a:prstDash val="solid"/>
              <a:miter/>
            </a:ln>
          </p:spPr>
          <p:txBody>
            <a:bodyPr rtlCol="0" anchor="ctr"/>
            <a:lstStyle/>
            <a:p>
              <a:endParaRPr lang="en-AU"/>
            </a:p>
          </p:txBody>
        </p:sp>
        <p:sp>
          <p:nvSpPr>
            <p:cNvPr id="36" name="Freeform: Shape 35">
              <a:extLst>
                <a:ext uri="{FF2B5EF4-FFF2-40B4-BE49-F238E27FC236}">
                  <a16:creationId xmlns:a16="http://schemas.microsoft.com/office/drawing/2014/main" id="{FBB82E73-BE17-6964-268E-214B3AB09E87}"/>
                </a:ext>
              </a:extLst>
            </p:cNvPr>
            <p:cNvSpPr/>
            <p:nvPr/>
          </p:nvSpPr>
          <p:spPr>
            <a:xfrm>
              <a:off x="735011" y="3275771"/>
              <a:ext cx="33606" cy="31078"/>
            </a:xfrm>
            <a:custGeom>
              <a:avLst/>
              <a:gdLst>
                <a:gd name="connsiteX0" fmla="*/ 33606 w 33606"/>
                <a:gd name="connsiteY0" fmla="*/ 31078 h 31078"/>
                <a:gd name="connsiteX1" fmla="*/ 16803 w 33606"/>
                <a:gd name="connsiteY1" fmla="*/ 14275 h 31078"/>
                <a:gd name="connsiteX2" fmla="*/ 0 w 33606"/>
                <a:gd name="connsiteY2" fmla="*/ 31078 h 31078"/>
                <a:gd name="connsiteX3" fmla="*/ 0 w 33606"/>
                <a:gd name="connsiteY3" fmla="*/ 16803 h 31078"/>
                <a:gd name="connsiteX4" fmla="*/ 16803 w 33606"/>
                <a:gd name="connsiteY4" fmla="*/ 0 h 31078"/>
                <a:gd name="connsiteX5" fmla="*/ 33606 w 33606"/>
                <a:gd name="connsiteY5" fmla="*/ 16803 h 31078"/>
                <a:gd name="connsiteX6" fmla="*/ 33606 w 33606"/>
                <a:gd name="connsiteY6" fmla="*/ 31078 h 31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606" h="31078">
                  <a:moveTo>
                    <a:pt x="33606" y="31078"/>
                  </a:moveTo>
                  <a:lnTo>
                    <a:pt x="16803" y="14275"/>
                  </a:lnTo>
                  <a:lnTo>
                    <a:pt x="0" y="31078"/>
                  </a:lnTo>
                  <a:lnTo>
                    <a:pt x="0" y="16803"/>
                  </a:lnTo>
                  <a:lnTo>
                    <a:pt x="16803" y="0"/>
                  </a:lnTo>
                  <a:lnTo>
                    <a:pt x="33606" y="16803"/>
                  </a:lnTo>
                  <a:lnTo>
                    <a:pt x="33606" y="31078"/>
                  </a:lnTo>
                  <a:close/>
                </a:path>
              </a:pathLst>
            </a:custGeom>
            <a:solidFill>
              <a:srgbClr val="25408F"/>
            </a:solidFill>
            <a:ln w="12700" cap="flat">
              <a:noFill/>
              <a:prstDash val="solid"/>
              <a:miter/>
            </a:ln>
          </p:spPr>
          <p:txBody>
            <a:bodyPr rtlCol="0" anchor="ctr"/>
            <a:lstStyle/>
            <a:p>
              <a:endParaRPr lang="en-AU"/>
            </a:p>
          </p:txBody>
        </p:sp>
      </p:grpSp>
      <p:sp>
        <p:nvSpPr>
          <p:cNvPr id="37" name="Rectangle 36">
            <a:extLst>
              <a:ext uri="{FF2B5EF4-FFF2-40B4-BE49-F238E27FC236}">
                <a16:creationId xmlns:a16="http://schemas.microsoft.com/office/drawing/2014/main" id="{C4A94FAD-E58A-002E-D6BB-741B3A04E942}"/>
              </a:ext>
            </a:extLst>
          </p:cNvPr>
          <p:cNvSpPr/>
          <p:nvPr/>
        </p:nvSpPr>
        <p:spPr>
          <a:xfrm>
            <a:off x="-2" y="4230151"/>
            <a:ext cx="5672781" cy="1133215"/>
          </a:xfrm>
          <a:prstGeom prst="rect">
            <a:avLst/>
          </a:prstGeom>
          <a:solidFill>
            <a:srgbClr val="F4F5F9">
              <a:alpha val="90000"/>
            </a:srgbClr>
          </a:solidFill>
          <a:ln w="6350">
            <a:no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AU" sz="2000" noProof="0" err="1"/>
          </a:p>
        </p:txBody>
      </p:sp>
      <p:sp>
        <p:nvSpPr>
          <p:cNvPr id="38" name="Content Placeholder 3">
            <a:extLst>
              <a:ext uri="{FF2B5EF4-FFF2-40B4-BE49-F238E27FC236}">
                <a16:creationId xmlns:a16="http://schemas.microsoft.com/office/drawing/2014/main" id="{21F7905B-A3CF-4C5E-4A6E-48F4303E3FFE}"/>
              </a:ext>
            </a:extLst>
          </p:cNvPr>
          <p:cNvSpPr txBox="1">
            <a:spLocks/>
          </p:cNvSpPr>
          <p:nvPr/>
        </p:nvSpPr>
        <p:spPr>
          <a:xfrm>
            <a:off x="1435100" y="4356662"/>
            <a:ext cx="4127500" cy="861774"/>
          </a:xfrm>
          <a:prstGeom prst="rect">
            <a:avLst/>
          </a:prstGeom>
        </p:spPr>
        <p:txBody>
          <a:bodyPr wrap="square" lIns="91440" tIns="45720" rIns="91440" bIns="45720" numCol="1" spcCol="360000" anchor="t">
            <a:sp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spcBef>
                <a:spcPts val="600"/>
              </a:spcBef>
              <a:spcAft>
                <a:spcPts val="0"/>
              </a:spcAft>
              <a:buNone/>
              <a:defRPr/>
            </a:pPr>
            <a:r>
              <a:rPr kumimoji="0" lang="en-AU" sz="1000" b="0" i="0" u="none" strike="noStrike" kern="1200" cap="none" spc="0" normalizeH="0" baseline="0" noProof="0">
                <a:ln>
                  <a:noFill/>
                </a:ln>
                <a:solidFill>
                  <a:schemeClr val="accent6"/>
                </a:solidFill>
                <a:effectLst/>
                <a:uLnTx/>
                <a:uFillTx/>
                <a:ea typeface="Open Sans Light" panose="020B0306030504020204" pitchFamily="34" charset="0"/>
                <a:cs typeface="Open Sans Light" panose="020B0306030504020204" pitchFamily="34" charset="0"/>
              </a:rPr>
              <a:t>Many large accounting, finance and insurance groups are reducing their footprint by subleasing surplus space. Multiple tech companies have or are seeking to reduce their footprint on account of low utilisation and in some cases pursuing a remote-first policy. </a:t>
            </a:r>
          </a:p>
        </p:txBody>
      </p:sp>
      <p:pic>
        <p:nvPicPr>
          <p:cNvPr id="39" name="Graphic 38">
            <a:extLst>
              <a:ext uri="{FF2B5EF4-FFF2-40B4-BE49-F238E27FC236}">
                <a16:creationId xmlns:a16="http://schemas.microsoft.com/office/drawing/2014/main" id="{0899B03E-6677-1647-8354-19DDCA1F396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7848" y="4346421"/>
            <a:ext cx="592004" cy="592004"/>
          </a:xfrm>
          <a:prstGeom prst="rect">
            <a:avLst/>
          </a:prstGeom>
        </p:spPr>
      </p:pic>
      <p:sp>
        <p:nvSpPr>
          <p:cNvPr id="40" name="Rectangle 39">
            <a:extLst>
              <a:ext uri="{FF2B5EF4-FFF2-40B4-BE49-F238E27FC236}">
                <a16:creationId xmlns:a16="http://schemas.microsoft.com/office/drawing/2014/main" id="{169B3A2B-8F4B-46DD-1EB0-6F4C892EE86E}"/>
              </a:ext>
            </a:extLst>
          </p:cNvPr>
          <p:cNvSpPr/>
          <p:nvPr/>
        </p:nvSpPr>
        <p:spPr>
          <a:xfrm>
            <a:off x="0" y="5535488"/>
            <a:ext cx="5672780" cy="900247"/>
          </a:xfrm>
          <a:prstGeom prst="rect">
            <a:avLst/>
          </a:prstGeom>
          <a:solidFill>
            <a:srgbClr val="F4F5F9">
              <a:alpha val="90000"/>
            </a:srgbClr>
          </a:solidFill>
          <a:ln w="6350">
            <a:no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AU" sz="2000" noProof="0" err="1"/>
          </a:p>
        </p:txBody>
      </p:sp>
      <p:sp>
        <p:nvSpPr>
          <p:cNvPr id="41" name="Content Placeholder 3">
            <a:extLst>
              <a:ext uri="{FF2B5EF4-FFF2-40B4-BE49-F238E27FC236}">
                <a16:creationId xmlns:a16="http://schemas.microsoft.com/office/drawing/2014/main" id="{86E9BB0C-76BA-4847-BBC4-FAF9C172D178}"/>
              </a:ext>
            </a:extLst>
          </p:cNvPr>
          <p:cNvSpPr txBox="1">
            <a:spLocks/>
          </p:cNvSpPr>
          <p:nvPr/>
        </p:nvSpPr>
        <p:spPr>
          <a:xfrm>
            <a:off x="1435100" y="5707043"/>
            <a:ext cx="4035854" cy="553998"/>
          </a:xfrm>
          <a:prstGeom prst="rect">
            <a:avLst/>
          </a:prstGeom>
        </p:spPr>
        <p:txBody>
          <a:bodyPr wrap="square" lIns="91440" tIns="45720" rIns="91440" bIns="45720" numCol="1" spcCol="360000" anchor="t">
            <a:sp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spcBef>
                <a:spcPts val="600"/>
              </a:spcBef>
              <a:spcAft>
                <a:spcPts val="0"/>
              </a:spcAft>
              <a:buNone/>
              <a:defRPr/>
            </a:pPr>
            <a:r>
              <a:rPr kumimoji="0" lang="en-AU" sz="1000" b="0" i="0" u="none" strike="noStrike" kern="1200" cap="none" spc="0" normalizeH="0" baseline="0" noProof="0">
                <a:ln>
                  <a:noFill/>
                </a:ln>
                <a:solidFill>
                  <a:schemeClr val="accent6"/>
                </a:solidFill>
                <a:effectLst/>
                <a:uLnTx/>
                <a:uFillTx/>
                <a:ea typeface="Open Sans Light" panose="020B0306030504020204" pitchFamily="34" charset="0"/>
                <a:cs typeface="Open Sans Light" panose="020B0306030504020204" pitchFamily="34" charset="0"/>
              </a:rPr>
              <a:t>Favourable conditions for tenants, with historically high incentives, reducing the effective rent paid, Landlords are facing economic challenges with rising costs and falling asset values. </a:t>
            </a:r>
          </a:p>
        </p:txBody>
      </p:sp>
      <p:grpSp>
        <p:nvGrpSpPr>
          <p:cNvPr id="42" name="Graphic 40">
            <a:extLst>
              <a:ext uri="{FF2B5EF4-FFF2-40B4-BE49-F238E27FC236}">
                <a16:creationId xmlns:a16="http://schemas.microsoft.com/office/drawing/2014/main" id="{D1C03B52-8EAF-0C5C-1C15-EE8B46BDE75C}"/>
              </a:ext>
            </a:extLst>
          </p:cNvPr>
          <p:cNvGrpSpPr/>
          <p:nvPr/>
        </p:nvGrpSpPr>
        <p:grpSpPr>
          <a:xfrm>
            <a:off x="700271" y="5743786"/>
            <a:ext cx="514194" cy="444541"/>
            <a:chOff x="685501" y="5463275"/>
            <a:chExt cx="514194" cy="444541"/>
          </a:xfrm>
        </p:grpSpPr>
        <p:sp>
          <p:nvSpPr>
            <p:cNvPr id="43" name="Freeform: Shape 42">
              <a:extLst>
                <a:ext uri="{FF2B5EF4-FFF2-40B4-BE49-F238E27FC236}">
                  <a16:creationId xmlns:a16="http://schemas.microsoft.com/office/drawing/2014/main" id="{ED22F971-38D6-3F86-9B85-9D60DD2DF5CE}"/>
                </a:ext>
              </a:extLst>
            </p:cNvPr>
            <p:cNvSpPr/>
            <p:nvPr/>
          </p:nvSpPr>
          <p:spPr>
            <a:xfrm>
              <a:off x="745988" y="5463275"/>
              <a:ext cx="5920" cy="380921"/>
            </a:xfrm>
            <a:custGeom>
              <a:avLst/>
              <a:gdLst>
                <a:gd name="connsiteX0" fmla="*/ 0 w 5920"/>
                <a:gd name="connsiteY0" fmla="*/ 0 h 380921"/>
                <a:gd name="connsiteX1" fmla="*/ 0 w 5920"/>
                <a:gd name="connsiteY1" fmla="*/ 380922 h 380921"/>
              </a:gdLst>
              <a:ahLst/>
              <a:cxnLst>
                <a:cxn ang="0">
                  <a:pos x="connsiteX0" y="connsiteY0"/>
                </a:cxn>
                <a:cxn ang="0">
                  <a:pos x="connsiteX1" y="connsiteY1"/>
                </a:cxn>
              </a:cxnLst>
              <a:rect l="l" t="t" r="r" b="b"/>
              <a:pathLst>
                <a:path w="5920" h="380921">
                  <a:moveTo>
                    <a:pt x="0" y="0"/>
                  </a:moveTo>
                  <a:lnTo>
                    <a:pt x="0" y="380922"/>
                  </a:lnTo>
                </a:path>
              </a:pathLst>
            </a:custGeom>
            <a:ln w="12700" cap="flat">
              <a:solidFill>
                <a:srgbClr val="25408F"/>
              </a:solidFill>
              <a:prstDash val="solid"/>
              <a:miter/>
            </a:ln>
          </p:spPr>
          <p:txBody>
            <a:bodyPr rtlCol="0" anchor="ctr"/>
            <a:lstStyle/>
            <a:p>
              <a:endParaRPr lang="en-AU"/>
            </a:p>
          </p:txBody>
        </p:sp>
        <p:sp>
          <p:nvSpPr>
            <p:cNvPr id="44" name="Freeform: Shape 43">
              <a:extLst>
                <a:ext uri="{FF2B5EF4-FFF2-40B4-BE49-F238E27FC236}">
                  <a16:creationId xmlns:a16="http://schemas.microsoft.com/office/drawing/2014/main" id="{EFAEF62D-6C5C-CE19-AA67-062A95A2E7B5}"/>
                </a:ext>
              </a:extLst>
            </p:cNvPr>
            <p:cNvSpPr/>
            <p:nvPr/>
          </p:nvSpPr>
          <p:spPr>
            <a:xfrm>
              <a:off x="745988" y="5844196"/>
              <a:ext cx="453707" cy="6054"/>
            </a:xfrm>
            <a:custGeom>
              <a:avLst/>
              <a:gdLst>
                <a:gd name="connsiteX0" fmla="*/ 453708 w 453707"/>
                <a:gd name="connsiteY0" fmla="*/ 0 h 6054"/>
                <a:gd name="connsiteX1" fmla="*/ 0 w 453707"/>
                <a:gd name="connsiteY1" fmla="*/ 0 h 6054"/>
              </a:gdLst>
              <a:ahLst/>
              <a:cxnLst>
                <a:cxn ang="0">
                  <a:pos x="connsiteX0" y="connsiteY0"/>
                </a:cxn>
                <a:cxn ang="0">
                  <a:pos x="connsiteX1" y="connsiteY1"/>
                </a:cxn>
              </a:cxnLst>
              <a:rect l="l" t="t" r="r" b="b"/>
              <a:pathLst>
                <a:path w="453707" h="6054">
                  <a:moveTo>
                    <a:pt x="453708" y="0"/>
                  </a:moveTo>
                  <a:lnTo>
                    <a:pt x="0" y="0"/>
                  </a:lnTo>
                </a:path>
              </a:pathLst>
            </a:custGeom>
            <a:ln w="12700" cap="flat">
              <a:solidFill>
                <a:srgbClr val="25408F"/>
              </a:solidFill>
              <a:prstDash val="solid"/>
              <a:miter/>
            </a:ln>
          </p:spPr>
          <p:txBody>
            <a:bodyPr rtlCol="0" anchor="ctr"/>
            <a:lstStyle/>
            <a:p>
              <a:endParaRPr lang="en-AU"/>
            </a:p>
          </p:txBody>
        </p:sp>
        <p:sp>
          <p:nvSpPr>
            <p:cNvPr id="45" name="Freeform: Shape 44">
              <a:extLst>
                <a:ext uri="{FF2B5EF4-FFF2-40B4-BE49-F238E27FC236}">
                  <a16:creationId xmlns:a16="http://schemas.microsoft.com/office/drawing/2014/main" id="{B8A8ED0E-93C9-2DED-F204-D989208E0CB0}"/>
                </a:ext>
              </a:extLst>
            </p:cNvPr>
            <p:cNvSpPr/>
            <p:nvPr/>
          </p:nvSpPr>
          <p:spPr>
            <a:xfrm>
              <a:off x="1135745" y="5505259"/>
              <a:ext cx="42302" cy="43074"/>
            </a:xfrm>
            <a:custGeom>
              <a:avLst/>
              <a:gdLst>
                <a:gd name="connsiteX0" fmla="*/ 0 w 42302"/>
                <a:gd name="connsiteY0" fmla="*/ 43075 h 43074"/>
                <a:gd name="connsiteX1" fmla="*/ 42303 w 42302"/>
                <a:gd name="connsiteY1" fmla="*/ 0 h 43074"/>
              </a:gdLst>
              <a:ahLst/>
              <a:cxnLst>
                <a:cxn ang="0">
                  <a:pos x="connsiteX0" y="connsiteY0"/>
                </a:cxn>
                <a:cxn ang="0">
                  <a:pos x="connsiteX1" y="connsiteY1"/>
                </a:cxn>
              </a:cxnLst>
              <a:rect l="l" t="t" r="r" b="b"/>
              <a:pathLst>
                <a:path w="42302" h="43074">
                  <a:moveTo>
                    <a:pt x="0" y="43075"/>
                  </a:moveTo>
                  <a:lnTo>
                    <a:pt x="42303" y="0"/>
                  </a:lnTo>
                </a:path>
              </a:pathLst>
            </a:custGeom>
            <a:ln w="12700" cap="flat">
              <a:solidFill>
                <a:srgbClr val="25408F"/>
              </a:solidFill>
              <a:prstDash val="solid"/>
              <a:miter/>
            </a:ln>
          </p:spPr>
          <p:txBody>
            <a:bodyPr rtlCol="0" anchor="ctr"/>
            <a:lstStyle/>
            <a:p>
              <a:endParaRPr lang="en-AU"/>
            </a:p>
          </p:txBody>
        </p:sp>
        <p:sp>
          <p:nvSpPr>
            <p:cNvPr id="46" name="Freeform: Shape 45">
              <a:extLst>
                <a:ext uri="{FF2B5EF4-FFF2-40B4-BE49-F238E27FC236}">
                  <a16:creationId xmlns:a16="http://schemas.microsoft.com/office/drawing/2014/main" id="{1E54456F-00F9-1948-804F-F43DA60E75E2}"/>
                </a:ext>
              </a:extLst>
            </p:cNvPr>
            <p:cNvSpPr/>
            <p:nvPr/>
          </p:nvSpPr>
          <p:spPr>
            <a:xfrm>
              <a:off x="1151412" y="5495575"/>
              <a:ext cx="40469" cy="41387"/>
            </a:xfrm>
            <a:custGeom>
              <a:avLst/>
              <a:gdLst>
                <a:gd name="connsiteX0" fmla="*/ 28327 w 40469"/>
                <a:gd name="connsiteY0" fmla="*/ 41388 h 41387"/>
                <a:gd name="connsiteX1" fmla="*/ 28398 w 40469"/>
                <a:gd name="connsiteY1" fmla="*/ 12351 h 41387"/>
                <a:gd name="connsiteX2" fmla="*/ 0 w 40469"/>
                <a:gd name="connsiteY2" fmla="*/ 12296 h 41387"/>
                <a:gd name="connsiteX3" fmla="*/ 12077 w 40469"/>
                <a:gd name="connsiteY3" fmla="*/ 0 h 41387"/>
                <a:gd name="connsiteX4" fmla="*/ 40469 w 40469"/>
                <a:gd name="connsiteY4" fmla="*/ 61 h 41387"/>
                <a:gd name="connsiteX5" fmla="*/ 40404 w 40469"/>
                <a:gd name="connsiteY5" fmla="*/ 29091 h 41387"/>
                <a:gd name="connsiteX6" fmla="*/ 28327 w 40469"/>
                <a:gd name="connsiteY6" fmla="*/ 41388 h 41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469" h="41387">
                  <a:moveTo>
                    <a:pt x="28327" y="41388"/>
                  </a:moveTo>
                  <a:lnTo>
                    <a:pt x="28398" y="12351"/>
                  </a:lnTo>
                  <a:lnTo>
                    <a:pt x="0" y="12296"/>
                  </a:lnTo>
                  <a:lnTo>
                    <a:pt x="12077" y="0"/>
                  </a:lnTo>
                  <a:lnTo>
                    <a:pt x="40469" y="61"/>
                  </a:lnTo>
                  <a:lnTo>
                    <a:pt x="40404" y="29091"/>
                  </a:lnTo>
                  <a:lnTo>
                    <a:pt x="28327" y="41388"/>
                  </a:lnTo>
                  <a:close/>
                </a:path>
              </a:pathLst>
            </a:custGeom>
            <a:solidFill>
              <a:srgbClr val="25408F"/>
            </a:solidFill>
            <a:ln w="12700" cap="flat">
              <a:noFill/>
              <a:prstDash val="solid"/>
              <a:miter/>
            </a:ln>
          </p:spPr>
          <p:txBody>
            <a:bodyPr rtlCol="0" anchor="ctr"/>
            <a:lstStyle/>
            <a:p>
              <a:endParaRPr lang="en-AU"/>
            </a:p>
          </p:txBody>
        </p:sp>
        <p:sp>
          <p:nvSpPr>
            <p:cNvPr id="47" name="Freeform: Shape 46">
              <a:extLst>
                <a:ext uri="{FF2B5EF4-FFF2-40B4-BE49-F238E27FC236}">
                  <a16:creationId xmlns:a16="http://schemas.microsoft.com/office/drawing/2014/main" id="{4153C7A2-C82A-16C1-6911-63C54F349503}"/>
                </a:ext>
              </a:extLst>
            </p:cNvPr>
            <p:cNvSpPr/>
            <p:nvPr/>
          </p:nvSpPr>
          <p:spPr>
            <a:xfrm>
              <a:off x="932416" y="5530009"/>
              <a:ext cx="184332" cy="89852"/>
            </a:xfrm>
            <a:custGeom>
              <a:avLst/>
              <a:gdLst>
                <a:gd name="connsiteX0" fmla="*/ 0 w 184332"/>
                <a:gd name="connsiteY0" fmla="*/ 44923 h 89852"/>
                <a:gd name="connsiteX1" fmla="*/ 57188 w 184332"/>
                <a:gd name="connsiteY1" fmla="*/ 0 h 89852"/>
                <a:gd name="connsiteX2" fmla="*/ 133242 w 184332"/>
                <a:gd name="connsiteY2" fmla="*/ 89853 h 89852"/>
                <a:gd name="connsiteX3" fmla="*/ 184332 w 184332"/>
                <a:gd name="connsiteY3" fmla="*/ 37828 h 89852"/>
              </a:gdLst>
              <a:ahLst/>
              <a:cxnLst>
                <a:cxn ang="0">
                  <a:pos x="connsiteX0" y="connsiteY0"/>
                </a:cxn>
                <a:cxn ang="0">
                  <a:pos x="connsiteX1" y="connsiteY1"/>
                </a:cxn>
                <a:cxn ang="0">
                  <a:pos x="connsiteX2" y="connsiteY2"/>
                </a:cxn>
                <a:cxn ang="0">
                  <a:pos x="connsiteX3" y="connsiteY3"/>
                </a:cxn>
              </a:cxnLst>
              <a:rect l="l" t="t" r="r" b="b"/>
              <a:pathLst>
                <a:path w="184332" h="89852">
                  <a:moveTo>
                    <a:pt x="0" y="44923"/>
                  </a:moveTo>
                  <a:lnTo>
                    <a:pt x="57188" y="0"/>
                  </a:lnTo>
                  <a:lnTo>
                    <a:pt x="133242" y="89853"/>
                  </a:lnTo>
                  <a:lnTo>
                    <a:pt x="184332" y="37828"/>
                  </a:lnTo>
                </a:path>
              </a:pathLst>
            </a:custGeom>
            <a:noFill/>
            <a:ln w="12700" cap="flat">
              <a:solidFill>
                <a:srgbClr val="25408F"/>
              </a:solidFill>
              <a:prstDash val="solid"/>
              <a:miter/>
            </a:ln>
          </p:spPr>
          <p:txBody>
            <a:bodyPr rtlCol="0" anchor="ctr"/>
            <a:lstStyle/>
            <a:p>
              <a:endParaRPr lang="en-AU"/>
            </a:p>
          </p:txBody>
        </p:sp>
        <p:sp>
          <p:nvSpPr>
            <p:cNvPr id="48" name="Freeform: Shape 47">
              <a:extLst>
                <a:ext uri="{FF2B5EF4-FFF2-40B4-BE49-F238E27FC236}">
                  <a16:creationId xmlns:a16="http://schemas.microsoft.com/office/drawing/2014/main" id="{2CFCD615-2FB1-F780-ED2B-D9950D98F189}"/>
                </a:ext>
              </a:extLst>
            </p:cNvPr>
            <p:cNvSpPr/>
            <p:nvPr/>
          </p:nvSpPr>
          <p:spPr>
            <a:xfrm>
              <a:off x="685501" y="5557721"/>
              <a:ext cx="45034" cy="6054"/>
            </a:xfrm>
            <a:custGeom>
              <a:avLst/>
              <a:gdLst>
                <a:gd name="connsiteX0" fmla="*/ 0 w 45034"/>
                <a:gd name="connsiteY0" fmla="*/ 0 h 6054"/>
                <a:gd name="connsiteX1" fmla="*/ 45034 w 45034"/>
                <a:gd name="connsiteY1" fmla="*/ 0 h 6054"/>
              </a:gdLst>
              <a:ahLst/>
              <a:cxnLst>
                <a:cxn ang="0">
                  <a:pos x="connsiteX0" y="connsiteY0"/>
                </a:cxn>
                <a:cxn ang="0">
                  <a:pos x="connsiteX1" y="connsiteY1"/>
                </a:cxn>
              </a:cxnLst>
              <a:rect l="l" t="t" r="r" b="b"/>
              <a:pathLst>
                <a:path w="45034" h="6054">
                  <a:moveTo>
                    <a:pt x="0" y="0"/>
                  </a:moveTo>
                  <a:lnTo>
                    <a:pt x="45034" y="0"/>
                  </a:lnTo>
                </a:path>
              </a:pathLst>
            </a:custGeom>
            <a:ln w="12700" cap="flat">
              <a:solidFill>
                <a:srgbClr val="25408F"/>
              </a:solidFill>
              <a:prstDash val="solid"/>
              <a:miter/>
            </a:ln>
          </p:spPr>
          <p:txBody>
            <a:bodyPr rtlCol="0" anchor="ctr"/>
            <a:lstStyle/>
            <a:p>
              <a:endParaRPr lang="en-AU"/>
            </a:p>
          </p:txBody>
        </p:sp>
        <p:sp>
          <p:nvSpPr>
            <p:cNvPr id="49" name="Freeform: Shape 48">
              <a:extLst>
                <a:ext uri="{FF2B5EF4-FFF2-40B4-BE49-F238E27FC236}">
                  <a16:creationId xmlns:a16="http://schemas.microsoft.com/office/drawing/2014/main" id="{FB460A98-683C-8216-FF3B-B03823EB26DF}"/>
                </a:ext>
              </a:extLst>
            </p:cNvPr>
            <p:cNvSpPr/>
            <p:nvPr/>
          </p:nvSpPr>
          <p:spPr>
            <a:xfrm>
              <a:off x="685501" y="5656248"/>
              <a:ext cx="45034" cy="6054"/>
            </a:xfrm>
            <a:custGeom>
              <a:avLst/>
              <a:gdLst>
                <a:gd name="connsiteX0" fmla="*/ 0 w 45034"/>
                <a:gd name="connsiteY0" fmla="*/ 0 h 6054"/>
                <a:gd name="connsiteX1" fmla="*/ 45034 w 45034"/>
                <a:gd name="connsiteY1" fmla="*/ 0 h 6054"/>
              </a:gdLst>
              <a:ahLst/>
              <a:cxnLst>
                <a:cxn ang="0">
                  <a:pos x="connsiteX0" y="connsiteY0"/>
                </a:cxn>
                <a:cxn ang="0">
                  <a:pos x="connsiteX1" y="connsiteY1"/>
                </a:cxn>
              </a:cxnLst>
              <a:rect l="l" t="t" r="r" b="b"/>
              <a:pathLst>
                <a:path w="45034" h="6054">
                  <a:moveTo>
                    <a:pt x="0" y="0"/>
                  </a:moveTo>
                  <a:lnTo>
                    <a:pt x="45034" y="0"/>
                  </a:lnTo>
                </a:path>
              </a:pathLst>
            </a:custGeom>
            <a:ln w="12700" cap="flat">
              <a:solidFill>
                <a:srgbClr val="25408F"/>
              </a:solidFill>
              <a:prstDash val="solid"/>
              <a:miter/>
            </a:ln>
          </p:spPr>
          <p:txBody>
            <a:bodyPr rtlCol="0" anchor="ctr"/>
            <a:lstStyle/>
            <a:p>
              <a:endParaRPr lang="en-AU"/>
            </a:p>
          </p:txBody>
        </p:sp>
        <p:sp>
          <p:nvSpPr>
            <p:cNvPr id="50" name="Freeform: Shape 49">
              <a:extLst>
                <a:ext uri="{FF2B5EF4-FFF2-40B4-BE49-F238E27FC236}">
                  <a16:creationId xmlns:a16="http://schemas.microsoft.com/office/drawing/2014/main" id="{6E574745-F10A-8AFD-DF7B-C054246AD9B1}"/>
                </a:ext>
              </a:extLst>
            </p:cNvPr>
            <p:cNvSpPr/>
            <p:nvPr/>
          </p:nvSpPr>
          <p:spPr>
            <a:xfrm>
              <a:off x="685501" y="5754774"/>
              <a:ext cx="45034" cy="6054"/>
            </a:xfrm>
            <a:custGeom>
              <a:avLst/>
              <a:gdLst>
                <a:gd name="connsiteX0" fmla="*/ 0 w 45034"/>
                <a:gd name="connsiteY0" fmla="*/ 0 h 6054"/>
                <a:gd name="connsiteX1" fmla="*/ 45034 w 45034"/>
                <a:gd name="connsiteY1" fmla="*/ 0 h 6054"/>
              </a:gdLst>
              <a:ahLst/>
              <a:cxnLst>
                <a:cxn ang="0">
                  <a:pos x="connsiteX0" y="connsiteY0"/>
                </a:cxn>
                <a:cxn ang="0">
                  <a:pos x="connsiteX1" y="connsiteY1"/>
                </a:cxn>
              </a:cxnLst>
              <a:rect l="l" t="t" r="r" b="b"/>
              <a:pathLst>
                <a:path w="45034" h="6054">
                  <a:moveTo>
                    <a:pt x="0" y="0"/>
                  </a:moveTo>
                  <a:lnTo>
                    <a:pt x="45034" y="0"/>
                  </a:lnTo>
                </a:path>
              </a:pathLst>
            </a:custGeom>
            <a:ln w="12700" cap="flat">
              <a:solidFill>
                <a:srgbClr val="25408F"/>
              </a:solidFill>
              <a:prstDash val="solid"/>
              <a:miter/>
            </a:ln>
          </p:spPr>
          <p:txBody>
            <a:bodyPr rtlCol="0" anchor="ctr"/>
            <a:lstStyle/>
            <a:p>
              <a:endParaRPr lang="en-AU"/>
            </a:p>
          </p:txBody>
        </p:sp>
        <p:sp>
          <p:nvSpPr>
            <p:cNvPr id="51" name="Freeform: Shape 50">
              <a:extLst>
                <a:ext uri="{FF2B5EF4-FFF2-40B4-BE49-F238E27FC236}">
                  <a16:creationId xmlns:a16="http://schemas.microsoft.com/office/drawing/2014/main" id="{D491A4D1-53A6-0857-99A7-9B12B02AF8EB}"/>
                </a:ext>
              </a:extLst>
            </p:cNvPr>
            <p:cNvSpPr/>
            <p:nvPr/>
          </p:nvSpPr>
          <p:spPr>
            <a:xfrm>
              <a:off x="831439" y="5861761"/>
              <a:ext cx="5920" cy="46055"/>
            </a:xfrm>
            <a:custGeom>
              <a:avLst/>
              <a:gdLst>
                <a:gd name="connsiteX0" fmla="*/ 0 w 5920"/>
                <a:gd name="connsiteY0" fmla="*/ 46056 h 46055"/>
                <a:gd name="connsiteX1" fmla="*/ 0 w 5920"/>
                <a:gd name="connsiteY1" fmla="*/ 0 h 46055"/>
              </a:gdLst>
              <a:ahLst/>
              <a:cxnLst>
                <a:cxn ang="0">
                  <a:pos x="connsiteX0" y="connsiteY0"/>
                </a:cxn>
                <a:cxn ang="0">
                  <a:pos x="connsiteX1" y="connsiteY1"/>
                </a:cxn>
              </a:cxnLst>
              <a:rect l="l" t="t" r="r" b="b"/>
              <a:pathLst>
                <a:path w="5920" h="46055">
                  <a:moveTo>
                    <a:pt x="0" y="46056"/>
                  </a:moveTo>
                  <a:lnTo>
                    <a:pt x="0" y="0"/>
                  </a:lnTo>
                </a:path>
              </a:pathLst>
            </a:custGeom>
            <a:ln w="12700" cap="flat">
              <a:solidFill>
                <a:srgbClr val="25408F"/>
              </a:solidFill>
              <a:prstDash val="solid"/>
              <a:miter/>
            </a:ln>
          </p:spPr>
          <p:txBody>
            <a:bodyPr rtlCol="0" anchor="ctr"/>
            <a:lstStyle/>
            <a:p>
              <a:endParaRPr lang="en-AU"/>
            </a:p>
          </p:txBody>
        </p:sp>
        <p:sp>
          <p:nvSpPr>
            <p:cNvPr id="52" name="Freeform: Shape 51">
              <a:extLst>
                <a:ext uri="{FF2B5EF4-FFF2-40B4-BE49-F238E27FC236}">
                  <a16:creationId xmlns:a16="http://schemas.microsoft.com/office/drawing/2014/main" id="{B557E955-FCE6-E6B1-5B6A-B966A1738EFA}"/>
                </a:ext>
              </a:extLst>
            </p:cNvPr>
            <p:cNvSpPr/>
            <p:nvPr/>
          </p:nvSpPr>
          <p:spPr>
            <a:xfrm>
              <a:off x="927779" y="5861761"/>
              <a:ext cx="5920" cy="46055"/>
            </a:xfrm>
            <a:custGeom>
              <a:avLst/>
              <a:gdLst>
                <a:gd name="connsiteX0" fmla="*/ 0 w 5920"/>
                <a:gd name="connsiteY0" fmla="*/ 46056 h 46055"/>
                <a:gd name="connsiteX1" fmla="*/ 0 w 5920"/>
                <a:gd name="connsiteY1" fmla="*/ 0 h 46055"/>
              </a:gdLst>
              <a:ahLst/>
              <a:cxnLst>
                <a:cxn ang="0">
                  <a:pos x="connsiteX0" y="connsiteY0"/>
                </a:cxn>
                <a:cxn ang="0">
                  <a:pos x="connsiteX1" y="connsiteY1"/>
                </a:cxn>
              </a:cxnLst>
              <a:rect l="l" t="t" r="r" b="b"/>
              <a:pathLst>
                <a:path w="5920" h="46055">
                  <a:moveTo>
                    <a:pt x="0" y="46056"/>
                  </a:moveTo>
                  <a:lnTo>
                    <a:pt x="0" y="0"/>
                  </a:lnTo>
                </a:path>
              </a:pathLst>
            </a:custGeom>
            <a:ln w="12700" cap="flat">
              <a:solidFill>
                <a:srgbClr val="25408F"/>
              </a:solidFill>
              <a:prstDash val="solid"/>
              <a:miter/>
            </a:ln>
          </p:spPr>
          <p:txBody>
            <a:bodyPr rtlCol="0" anchor="ctr"/>
            <a:lstStyle/>
            <a:p>
              <a:endParaRPr lang="en-AU"/>
            </a:p>
          </p:txBody>
        </p:sp>
        <p:sp>
          <p:nvSpPr>
            <p:cNvPr id="53" name="Freeform: Shape 52">
              <a:extLst>
                <a:ext uri="{FF2B5EF4-FFF2-40B4-BE49-F238E27FC236}">
                  <a16:creationId xmlns:a16="http://schemas.microsoft.com/office/drawing/2014/main" id="{976AFD87-4A6B-BA52-DB01-06FF0F90C407}"/>
                </a:ext>
              </a:extLst>
            </p:cNvPr>
            <p:cNvSpPr/>
            <p:nvPr/>
          </p:nvSpPr>
          <p:spPr>
            <a:xfrm>
              <a:off x="1024120" y="5861761"/>
              <a:ext cx="5920" cy="46055"/>
            </a:xfrm>
            <a:custGeom>
              <a:avLst/>
              <a:gdLst>
                <a:gd name="connsiteX0" fmla="*/ 0 w 5920"/>
                <a:gd name="connsiteY0" fmla="*/ 46056 h 46055"/>
                <a:gd name="connsiteX1" fmla="*/ 0 w 5920"/>
                <a:gd name="connsiteY1" fmla="*/ 0 h 46055"/>
              </a:gdLst>
              <a:ahLst/>
              <a:cxnLst>
                <a:cxn ang="0">
                  <a:pos x="connsiteX0" y="connsiteY0"/>
                </a:cxn>
                <a:cxn ang="0">
                  <a:pos x="connsiteX1" y="connsiteY1"/>
                </a:cxn>
              </a:cxnLst>
              <a:rect l="l" t="t" r="r" b="b"/>
              <a:pathLst>
                <a:path w="5920" h="46055">
                  <a:moveTo>
                    <a:pt x="0" y="46056"/>
                  </a:moveTo>
                  <a:lnTo>
                    <a:pt x="0" y="0"/>
                  </a:lnTo>
                </a:path>
              </a:pathLst>
            </a:custGeom>
            <a:ln w="12700" cap="flat">
              <a:solidFill>
                <a:srgbClr val="25408F"/>
              </a:solidFill>
              <a:prstDash val="solid"/>
              <a:miter/>
            </a:ln>
          </p:spPr>
          <p:txBody>
            <a:bodyPr rtlCol="0" anchor="ctr"/>
            <a:lstStyle/>
            <a:p>
              <a:endParaRPr lang="en-AU"/>
            </a:p>
          </p:txBody>
        </p:sp>
        <p:sp>
          <p:nvSpPr>
            <p:cNvPr id="54" name="Freeform: Shape 53">
              <a:extLst>
                <a:ext uri="{FF2B5EF4-FFF2-40B4-BE49-F238E27FC236}">
                  <a16:creationId xmlns:a16="http://schemas.microsoft.com/office/drawing/2014/main" id="{AAD756A3-E75C-B502-6235-075C2F4B53C6}"/>
                </a:ext>
              </a:extLst>
            </p:cNvPr>
            <p:cNvSpPr/>
            <p:nvPr/>
          </p:nvSpPr>
          <p:spPr>
            <a:xfrm>
              <a:off x="1113047" y="5861761"/>
              <a:ext cx="5920" cy="46055"/>
            </a:xfrm>
            <a:custGeom>
              <a:avLst/>
              <a:gdLst>
                <a:gd name="connsiteX0" fmla="*/ 0 w 5920"/>
                <a:gd name="connsiteY0" fmla="*/ 46056 h 46055"/>
                <a:gd name="connsiteX1" fmla="*/ 0 w 5920"/>
                <a:gd name="connsiteY1" fmla="*/ 0 h 46055"/>
              </a:gdLst>
              <a:ahLst/>
              <a:cxnLst>
                <a:cxn ang="0">
                  <a:pos x="connsiteX0" y="connsiteY0"/>
                </a:cxn>
                <a:cxn ang="0">
                  <a:pos x="connsiteX1" y="connsiteY1"/>
                </a:cxn>
              </a:cxnLst>
              <a:rect l="l" t="t" r="r" b="b"/>
              <a:pathLst>
                <a:path w="5920" h="46055">
                  <a:moveTo>
                    <a:pt x="0" y="46056"/>
                  </a:moveTo>
                  <a:lnTo>
                    <a:pt x="0" y="0"/>
                  </a:lnTo>
                </a:path>
              </a:pathLst>
            </a:custGeom>
            <a:ln w="12700" cap="flat">
              <a:solidFill>
                <a:srgbClr val="25408F"/>
              </a:solidFill>
              <a:prstDash val="solid"/>
              <a:miter/>
            </a:ln>
          </p:spPr>
          <p:txBody>
            <a:bodyPr rtlCol="0" anchor="ctr"/>
            <a:lstStyle/>
            <a:p>
              <a:endParaRPr lang="en-AU"/>
            </a:p>
          </p:txBody>
        </p:sp>
        <p:sp>
          <p:nvSpPr>
            <p:cNvPr id="55" name="Freeform: Shape 54">
              <a:extLst>
                <a:ext uri="{FF2B5EF4-FFF2-40B4-BE49-F238E27FC236}">
                  <a16:creationId xmlns:a16="http://schemas.microsoft.com/office/drawing/2014/main" id="{3AF42548-7DEF-AABF-42BE-1BD8177430FC}"/>
                </a:ext>
              </a:extLst>
            </p:cNvPr>
            <p:cNvSpPr/>
            <p:nvPr/>
          </p:nvSpPr>
          <p:spPr>
            <a:xfrm>
              <a:off x="865919" y="5747832"/>
              <a:ext cx="20276" cy="25181"/>
            </a:xfrm>
            <a:custGeom>
              <a:avLst/>
              <a:gdLst>
                <a:gd name="connsiteX0" fmla="*/ 10138 w 20276"/>
                <a:gd name="connsiteY0" fmla="*/ 25182 h 25181"/>
                <a:gd name="connsiteX1" fmla="*/ 20041 w 20276"/>
                <a:gd name="connsiteY1" fmla="*/ 10127 h 25181"/>
                <a:gd name="connsiteX2" fmla="*/ 10138 w 20276"/>
                <a:gd name="connsiteY2" fmla="*/ 0 h 25181"/>
                <a:gd name="connsiteX3" fmla="*/ 236 w 20276"/>
                <a:gd name="connsiteY3" fmla="*/ 15055 h 25181"/>
                <a:gd name="connsiteX4" fmla="*/ 10138 w 20276"/>
                <a:gd name="connsiteY4" fmla="*/ 25182 h 251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76" h="25181">
                  <a:moveTo>
                    <a:pt x="10138" y="25182"/>
                  </a:moveTo>
                  <a:cubicBezTo>
                    <a:pt x="16938" y="23821"/>
                    <a:pt x="21371" y="17081"/>
                    <a:pt x="20041" y="10127"/>
                  </a:cubicBezTo>
                  <a:cubicBezTo>
                    <a:pt x="19060" y="5006"/>
                    <a:pt x="15145" y="1002"/>
                    <a:pt x="10138" y="0"/>
                  </a:cubicBezTo>
                  <a:cubicBezTo>
                    <a:pt x="3338" y="1361"/>
                    <a:pt x="-1094" y="8101"/>
                    <a:pt x="236" y="15055"/>
                  </a:cubicBezTo>
                  <a:cubicBezTo>
                    <a:pt x="1216" y="20176"/>
                    <a:pt x="5131" y="24180"/>
                    <a:pt x="10138" y="25182"/>
                  </a:cubicBezTo>
                  <a:close/>
                </a:path>
              </a:pathLst>
            </a:custGeom>
            <a:noFill/>
            <a:ln w="12700" cap="flat">
              <a:solidFill>
                <a:srgbClr val="25408F"/>
              </a:solidFill>
              <a:prstDash val="solid"/>
              <a:miter/>
            </a:ln>
          </p:spPr>
          <p:txBody>
            <a:bodyPr rtlCol="0" anchor="ctr"/>
            <a:lstStyle/>
            <a:p>
              <a:endParaRPr lang="en-AU"/>
            </a:p>
          </p:txBody>
        </p:sp>
        <p:sp>
          <p:nvSpPr>
            <p:cNvPr id="56" name="Freeform: Shape 55">
              <a:extLst>
                <a:ext uri="{FF2B5EF4-FFF2-40B4-BE49-F238E27FC236}">
                  <a16:creationId xmlns:a16="http://schemas.microsoft.com/office/drawing/2014/main" id="{B23617C2-A584-2D3A-96F2-6D8C7546D54C}"/>
                </a:ext>
              </a:extLst>
            </p:cNvPr>
            <p:cNvSpPr/>
            <p:nvPr/>
          </p:nvSpPr>
          <p:spPr>
            <a:xfrm>
              <a:off x="817324" y="5701445"/>
              <a:ext cx="20274" cy="25182"/>
            </a:xfrm>
            <a:custGeom>
              <a:avLst/>
              <a:gdLst>
                <a:gd name="connsiteX0" fmla="*/ 10137 w 20274"/>
                <a:gd name="connsiteY0" fmla="*/ 25182 h 25182"/>
                <a:gd name="connsiteX1" fmla="*/ 20038 w 20274"/>
                <a:gd name="connsiteY1" fmla="*/ 10125 h 25182"/>
                <a:gd name="connsiteX2" fmla="*/ 10137 w 20274"/>
                <a:gd name="connsiteY2" fmla="*/ 0 h 25182"/>
                <a:gd name="connsiteX3" fmla="*/ 236 w 20274"/>
                <a:gd name="connsiteY3" fmla="*/ 15057 h 25182"/>
                <a:gd name="connsiteX4" fmla="*/ 10137 w 20274"/>
                <a:gd name="connsiteY4" fmla="*/ 25182 h 251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74" h="25182">
                  <a:moveTo>
                    <a:pt x="10137" y="25182"/>
                  </a:moveTo>
                  <a:cubicBezTo>
                    <a:pt x="16937" y="23821"/>
                    <a:pt x="21370" y="17079"/>
                    <a:pt x="20038" y="10125"/>
                  </a:cubicBezTo>
                  <a:cubicBezTo>
                    <a:pt x="19057" y="5006"/>
                    <a:pt x="15144" y="1003"/>
                    <a:pt x="10137" y="0"/>
                  </a:cubicBezTo>
                  <a:cubicBezTo>
                    <a:pt x="3337" y="1362"/>
                    <a:pt x="-1096" y="8103"/>
                    <a:pt x="236" y="15057"/>
                  </a:cubicBezTo>
                  <a:cubicBezTo>
                    <a:pt x="1217" y="20177"/>
                    <a:pt x="5130" y="24180"/>
                    <a:pt x="10137" y="25182"/>
                  </a:cubicBezTo>
                  <a:close/>
                </a:path>
              </a:pathLst>
            </a:custGeom>
            <a:noFill/>
            <a:ln w="12700" cap="flat">
              <a:solidFill>
                <a:srgbClr val="25408F"/>
              </a:solidFill>
              <a:prstDash val="solid"/>
              <a:miter/>
            </a:ln>
          </p:spPr>
          <p:txBody>
            <a:bodyPr rtlCol="0" anchor="ctr"/>
            <a:lstStyle/>
            <a:p>
              <a:endParaRPr lang="en-AU"/>
            </a:p>
          </p:txBody>
        </p:sp>
        <p:sp>
          <p:nvSpPr>
            <p:cNvPr id="57" name="Freeform: Shape 56">
              <a:extLst>
                <a:ext uri="{FF2B5EF4-FFF2-40B4-BE49-F238E27FC236}">
                  <a16:creationId xmlns:a16="http://schemas.microsoft.com/office/drawing/2014/main" id="{FD1864A6-D07B-01B4-8A1B-9E7D1DCED847}"/>
                </a:ext>
              </a:extLst>
            </p:cNvPr>
            <p:cNvSpPr/>
            <p:nvPr/>
          </p:nvSpPr>
          <p:spPr>
            <a:xfrm>
              <a:off x="826547" y="5701541"/>
              <a:ext cx="49900" cy="70542"/>
            </a:xfrm>
            <a:custGeom>
              <a:avLst/>
              <a:gdLst>
                <a:gd name="connsiteX0" fmla="*/ 49900 w 49900"/>
                <a:gd name="connsiteY0" fmla="*/ 0 h 70542"/>
                <a:gd name="connsiteX1" fmla="*/ 0 w 49900"/>
                <a:gd name="connsiteY1" fmla="*/ 70542 h 70542"/>
              </a:gdLst>
              <a:ahLst/>
              <a:cxnLst>
                <a:cxn ang="0">
                  <a:pos x="connsiteX0" y="connsiteY0"/>
                </a:cxn>
                <a:cxn ang="0">
                  <a:pos x="connsiteX1" y="connsiteY1"/>
                </a:cxn>
              </a:cxnLst>
              <a:rect l="l" t="t" r="r" b="b"/>
              <a:pathLst>
                <a:path w="49900" h="70542">
                  <a:moveTo>
                    <a:pt x="49900" y="0"/>
                  </a:moveTo>
                  <a:lnTo>
                    <a:pt x="0" y="70542"/>
                  </a:lnTo>
                </a:path>
              </a:pathLst>
            </a:custGeom>
            <a:noFill/>
            <a:ln w="12700" cap="flat">
              <a:solidFill>
                <a:srgbClr val="25408F"/>
              </a:solidFill>
              <a:prstDash val="solid"/>
              <a:miter/>
            </a:ln>
          </p:spPr>
          <p:txBody>
            <a:bodyPr rtlCol="0" anchor="ctr"/>
            <a:lstStyle/>
            <a:p>
              <a:endParaRPr lang="en-AU"/>
            </a:p>
          </p:txBody>
        </p:sp>
        <p:sp>
          <p:nvSpPr>
            <p:cNvPr id="58" name="Freeform: Shape 57">
              <a:extLst>
                <a:ext uri="{FF2B5EF4-FFF2-40B4-BE49-F238E27FC236}">
                  <a16:creationId xmlns:a16="http://schemas.microsoft.com/office/drawing/2014/main" id="{10B953FB-0597-C559-2BF9-44E4C250C94B}"/>
                </a:ext>
              </a:extLst>
            </p:cNvPr>
            <p:cNvSpPr/>
            <p:nvPr/>
          </p:nvSpPr>
          <p:spPr>
            <a:xfrm>
              <a:off x="932578" y="5700572"/>
              <a:ext cx="62545" cy="21266"/>
            </a:xfrm>
            <a:custGeom>
              <a:avLst/>
              <a:gdLst>
                <a:gd name="connsiteX0" fmla="*/ 62545 w 62545"/>
                <a:gd name="connsiteY0" fmla="*/ 0 h 21266"/>
                <a:gd name="connsiteX1" fmla="*/ 0 w 62545"/>
                <a:gd name="connsiteY1" fmla="*/ 21267 h 21266"/>
              </a:gdLst>
              <a:ahLst/>
              <a:cxnLst>
                <a:cxn ang="0">
                  <a:pos x="connsiteX0" y="connsiteY0"/>
                </a:cxn>
                <a:cxn ang="0">
                  <a:pos x="connsiteX1" y="connsiteY1"/>
                </a:cxn>
              </a:cxnLst>
              <a:rect l="l" t="t" r="r" b="b"/>
              <a:pathLst>
                <a:path w="62545" h="21266">
                  <a:moveTo>
                    <a:pt x="62545" y="0"/>
                  </a:moveTo>
                  <a:cubicBezTo>
                    <a:pt x="62545" y="11745"/>
                    <a:pt x="34538" y="21267"/>
                    <a:pt x="0" y="21267"/>
                  </a:cubicBezTo>
                </a:path>
              </a:pathLst>
            </a:custGeom>
            <a:noFill/>
            <a:ln w="12700" cap="flat">
              <a:solidFill>
                <a:srgbClr val="25408F"/>
              </a:solidFill>
              <a:prstDash val="solid"/>
              <a:miter/>
            </a:ln>
          </p:spPr>
          <p:txBody>
            <a:bodyPr rtlCol="0" anchor="ctr"/>
            <a:lstStyle/>
            <a:p>
              <a:endParaRPr lang="en-AU"/>
            </a:p>
          </p:txBody>
        </p:sp>
        <p:sp>
          <p:nvSpPr>
            <p:cNvPr id="59" name="Freeform: Shape 58">
              <a:extLst>
                <a:ext uri="{FF2B5EF4-FFF2-40B4-BE49-F238E27FC236}">
                  <a16:creationId xmlns:a16="http://schemas.microsoft.com/office/drawing/2014/main" id="{92537388-D87B-290F-637F-FACC01D4C294}"/>
                </a:ext>
              </a:extLst>
            </p:cNvPr>
            <p:cNvSpPr/>
            <p:nvPr/>
          </p:nvSpPr>
          <p:spPr>
            <a:xfrm>
              <a:off x="932578" y="5674609"/>
              <a:ext cx="62545" cy="21267"/>
            </a:xfrm>
            <a:custGeom>
              <a:avLst/>
              <a:gdLst>
                <a:gd name="connsiteX0" fmla="*/ 62545 w 62545"/>
                <a:gd name="connsiteY0" fmla="*/ 0 h 21267"/>
                <a:gd name="connsiteX1" fmla="*/ 0 w 62545"/>
                <a:gd name="connsiteY1" fmla="*/ 21267 h 21267"/>
              </a:gdLst>
              <a:ahLst/>
              <a:cxnLst>
                <a:cxn ang="0">
                  <a:pos x="connsiteX0" y="connsiteY0"/>
                </a:cxn>
                <a:cxn ang="0">
                  <a:pos x="connsiteX1" y="connsiteY1"/>
                </a:cxn>
              </a:cxnLst>
              <a:rect l="l" t="t" r="r" b="b"/>
              <a:pathLst>
                <a:path w="62545" h="21267">
                  <a:moveTo>
                    <a:pt x="62545" y="0"/>
                  </a:moveTo>
                  <a:cubicBezTo>
                    <a:pt x="62545" y="11745"/>
                    <a:pt x="34538" y="21267"/>
                    <a:pt x="0" y="21267"/>
                  </a:cubicBezTo>
                </a:path>
              </a:pathLst>
            </a:custGeom>
            <a:noFill/>
            <a:ln w="12700" cap="flat">
              <a:solidFill>
                <a:srgbClr val="25408F"/>
              </a:solidFill>
              <a:prstDash val="solid"/>
              <a:miter/>
            </a:ln>
          </p:spPr>
          <p:txBody>
            <a:bodyPr rtlCol="0" anchor="ctr"/>
            <a:lstStyle/>
            <a:p>
              <a:endParaRPr lang="en-AU"/>
            </a:p>
          </p:txBody>
        </p:sp>
        <p:sp>
          <p:nvSpPr>
            <p:cNvPr id="60" name="Freeform: Shape 59">
              <a:extLst>
                <a:ext uri="{FF2B5EF4-FFF2-40B4-BE49-F238E27FC236}">
                  <a16:creationId xmlns:a16="http://schemas.microsoft.com/office/drawing/2014/main" id="{AD5C1E73-F4EA-8B9B-F53C-97F9ABA1FF18}"/>
                </a:ext>
              </a:extLst>
            </p:cNvPr>
            <p:cNvSpPr/>
            <p:nvPr/>
          </p:nvSpPr>
          <p:spPr>
            <a:xfrm>
              <a:off x="919777" y="5648645"/>
              <a:ext cx="75346" cy="21333"/>
            </a:xfrm>
            <a:custGeom>
              <a:avLst/>
              <a:gdLst>
                <a:gd name="connsiteX0" fmla="*/ 75346 w 75346"/>
                <a:gd name="connsiteY0" fmla="*/ 0 h 21333"/>
                <a:gd name="connsiteX1" fmla="*/ 0 w 75346"/>
                <a:gd name="connsiteY1" fmla="*/ 21266 h 21333"/>
              </a:gdLst>
              <a:ahLst/>
              <a:cxnLst>
                <a:cxn ang="0">
                  <a:pos x="connsiteX0" y="connsiteY0"/>
                </a:cxn>
                <a:cxn ang="0">
                  <a:pos x="connsiteX1" y="connsiteY1"/>
                </a:cxn>
              </a:cxnLst>
              <a:rect l="l" t="t" r="r" b="b"/>
              <a:pathLst>
                <a:path w="75346" h="21333">
                  <a:moveTo>
                    <a:pt x="75346" y="0"/>
                  </a:moveTo>
                  <a:cubicBezTo>
                    <a:pt x="75346" y="11745"/>
                    <a:pt x="34524" y="22276"/>
                    <a:pt x="0" y="21266"/>
                  </a:cubicBezTo>
                </a:path>
              </a:pathLst>
            </a:custGeom>
            <a:noFill/>
            <a:ln w="12700" cap="flat">
              <a:solidFill>
                <a:srgbClr val="25408F"/>
              </a:solidFill>
              <a:prstDash val="solid"/>
              <a:miter/>
            </a:ln>
          </p:spPr>
          <p:txBody>
            <a:bodyPr rtlCol="0" anchor="ctr"/>
            <a:lstStyle/>
            <a:p>
              <a:endParaRPr lang="en-AU"/>
            </a:p>
          </p:txBody>
        </p:sp>
        <p:sp>
          <p:nvSpPr>
            <p:cNvPr id="61" name="Freeform: Shape 60">
              <a:extLst>
                <a:ext uri="{FF2B5EF4-FFF2-40B4-BE49-F238E27FC236}">
                  <a16:creationId xmlns:a16="http://schemas.microsoft.com/office/drawing/2014/main" id="{9ABBB782-7B11-6C3E-328A-3848340E35ED}"/>
                </a:ext>
              </a:extLst>
            </p:cNvPr>
            <p:cNvSpPr/>
            <p:nvPr/>
          </p:nvSpPr>
          <p:spPr>
            <a:xfrm>
              <a:off x="927837" y="5621490"/>
              <a:ext cx="67286" cy="126320"/>
            </a:xfrm>
            <a:custGeom>
              <a:avLst/>
              <a:gdLst>
                <a:gd name="connsiteX0" fmla="*/ 67287 w 67286"/>
                <a:gd name="connsiteY0" fmla="*/ 0 h 126320"/>
                <a:gd name="connsiteX1" fmla="*/ 67287 w 67286"/>
                <a:gd name="connsiteY1" fmla="*/ 105043 h 126320"/>
                <a:gd name="connsiteX2" fmla="*/ 4741 w 67286"/>
                <a:gd name="connsiteY2" fmla="*/ 126310 h 126320"/>
                <a:gd name="connsiteX3" fmla="*/ 0 w 67286"/>
                <a:gd name="connsiteY3" fmla="*/ 126265 h 126320"/>
              </a:gdLst>
              <a:ahLst/>
              <a:cxnLst>
                <a:cxn ang="0">
                  <a:pos x="connsiteX0" y="connsiteY0"/>
                </a:cxn>
                <a:cxn ang="0">
                  <a:pos x="connsiteX1" y="connsiteY1"/>
                </a:cxn>
                <a:cxn ang="0">
                  <a:pos x="connsiteX2" y="connsiteY2"/>
                </a:cxn>
                <a:cxn ang="0">
                  <a:pos x="connsiteX3" y="connsiteY3"/>
                </a:cxn>
              </a:cxnLst>
              <a:rect l="l" t="t" r="r" b="b"/>
              <a:pathLst>
                <a:path w="67286" h="126320">
                  <a:moveTo>
                    <a:pt x="67287" y="0"/>
                  </a:moveTo>
                  <a:lnTo>
                    <a:pt x="67287" y="105043"/>
                  </a:lnTo>
                  <a:cubicBezTo>
                    <a:pt x="67287" y="116789"/>
                    <a:pt x="39279" y="126310"/>
                    <a:pt x="4741" y="126310"/>
                  </a:cubicBezTo>
                  <a:cubicBezTo>
                    <a:pt x="2354" y="126310"/>
                    <a:pt x="2314" y="126353"/>
                    <a:pt x="0" y="126265"/>
                  </a:cubicBezTo>
                </a:path>
              </a:pathLst>
            </a:custGeom>
            <a:noFill/>
            <a:ln w="12700" cap="flat">
              <a:solidFill>
                <a:srgbClr val="25408F"/>
              </a:solidFill>
              <a:prstDash val="solid"/>
              <a:miter/>
            </a:ln>
          </p:spPr>
          <p:txBody>
            <a:bodyPr rtlCol="0" anchor="ctr"/>
            <a:lstStyle/>
            <a:p>
              <a:endParaRPr lang="en-AU"/>
            </a:p>
          </p:txBody>
        </p:sp>
        <p:sp>
          <p:nvSpPr>
            <p:cNvPr id="62" name="Freeform: Shape 61">
              <a:extLst>
                <a:ext uri="{FF2B5EF4-FFF2-40B4-BE49-F238E27FC236}">
                  <a16:creationId xmlns:a16="http://schemas.microsoft.com/office/drawing/2014/main" id="{D471F39E-8B8E-1FDC-AF1A-1AEE1FB6CB20}"/>
                </a:ext>
              </a:extLst>
            </p:cNvPr>
            <p:cNvSpPr/>
            <p:nvPr/>
          </p:nvSpPr>
          <p:spPr>
            <a:xfrm>
              <a:off x="870024" y="5623448"/>
              <a:ext cx="5920" cy="33372"/>
            </a:xfrm>
            <a:custGeom>
              <a:avLst/>
              <a:gdLst>
                <a:gd name="connsiteX0" fmla="*/ 0 w 5920"/>
                <a:gd name="connsiteY0" fmla="*/ 0 h 33372"/>
                <a:gd name="connsiteX1" fmla="*/ 0 w 5920"/>
                <a:gd name="connsiteY1" fmla="*/ 33373 h 33372"/>
              </a:gdLst>
              <a:ahLst/>
              <a:cxnLst>
                <a:cxn ang="0">
                  <a:pos x="connsiteX0" y="connsiteY0"/>
                </a:cxn>
                <a:cxn ang="0">
                  <a:pos x="connsiteX1" y="connsiteY1"/>
                </a:cxn>
              </a:cxnLst>
              <a:rect l="l" t="t" r="r" b="b"/>
              <a:pathLst>
                <a:path w="5920" h="33372">
                  <a:moveTo>
                    <a:pt x="0" y="0"/>
                  </a:moveTo>
                  <a:lnTo>
                    <a:pt x="0" y="33373"/>
                  </a:lnTo>
                </a:path>
              </a:pathLst>
            </a:custGeom>
            <a:ln w="12700" cap="flat">
              <a:solidFill>
                <a:srgbClr val="25408F"/>
              </a:solidFill>
              <a:prstDash val="solid"/>
              <a:miter/>
            </a:ln>
          </p:spPr>
          <p:txBody>
            <a:bodyPr rtlCol="0" anchor="ctr"/>
            <a:lstStyle/>
            <a:p>
              <a:endParaRPr lang="en-AU"/>
            </a:p>
          </p:txBody>
        </p:sp>
        <p:sp>
          <p:nvSpPr>
            <p:cNvPr id="63" name="Freeform: Shape 62">
              <a:extLst>
                <a:ext uri="{FF2B5EF4-FFF2-40B4-BE49-F238E27FC236}">
                  <a16:creationId xmlns:a16="http://schemas.microsoft.com/office/drawing/2014/main" id="{8D997482-3594-E8CC-6FB5-50A51986E50B}"/>
                </a:ext>
              </a:extLst>
            </p:cNvPr>
            <p:cNvSpPr/>
            <p:nvPr/>
          </p:nvSpPr>
          <p:spPr>
            <a:xfrm>
              <a:off x="870029" y="5600227"/>
              <a:ext cx="125098" cy="42531"/>
            </a:xfrm>
            <a:custGeom>
              <a:avLst/>
              <a:gdLst>
                <a:gd name="connsiteX0" fmla="*/ 62554 w 125098"/>
                <a:gd name="connsiteY0" fmla="*/ 0 h 42531"/>
                <a:gd name="connsiteX1" fmla="*/ 0 w 125098"/>
                <a:gd name="connsiteY1" fmla="*/ 21264 h 42531"/>
                <a:gd name="connsiteX2" fmla="*/ 62554 w 125098"/>
                <a:gd name="connsiteY2" fmla="*/ 42532 h 42531"/>
                <a:gd name="connsiteX3" fmla="*/ 125099 w 125098"/>
                <a:gd name="connsiteY3" fmla="*/ 21264 h 42531"/>
                <a:gd name="connsiteX4" fmla="*/ 87423 w 125098"/>
                <a:gd name="connsiteY4" fmla="*/ 1747 h 425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098" h="42531">
                  <a:moveTo>
                    <a:pt x="62554" y="0"/>
                  </a:moveTo>
                  <a:cubicBezTo>
                    <a:pt x="28003" y="0"/>
                    <a:pt x="0" y="9515"/>
                    <a:pt x="0" y="21264"/>
                  </a:cubicBezTo>
                  <a:cubicBezTo>
                    <a:pt x="0" y="33013"/>
                    <a:pt x="28002" y="42532"/>
                    <a:pt x="62554" y="42532"/>
                  </a:cubicBezTo>
                  <a:cubicBezTo>
                    <a:pt x="97093" y="42532"/>
                    <a:pt x="125099" y="33011"/>
                    <a:pt x="125099" y="21264"/>
                  </a:cubicBezTo>
                  <a:cubicBezTo>
                    <a:pt x="125099" y="12522"/>
                    <a:pt x="109588" y="5015"/>
                    <a:pt x="87423" y="1747"/>
                  </a:cubicBezTo>
                </a:path>
              </a:pathLst>
            </a:custGeom>
            <a:noFill/>
            <a:ln w="12700" cap="flat">
              <a:solidFill>
                <a:srgbClr val="25408F"/>
              </a:solidFill>
              <a:prstDash val="solid"/>
              <a:miter/>
            </a:ln>
          </p:spPr>
          <p:txBody>
            <a:bodyPr rtlCol="0" anchor="ctr"/>
            <a:lstStyle/>
            <a:p>
              <a:endParaRPr lang="en-AU"/>
            </a:p>
          </p:txBody>
        </p:sp>
        <p:sp>
          <p:nvSpPr>
            <p:cNvPr id="64" name="Freeform: Shape 63">
              <a:extLst>
                <a:ext uri="{FF2B5EF4-FFF2-40B4-BE49-F238E27FC236}">
                  <a16:creationId xmlns:a16="http://schemas.microsoft.com/office/drawing/2014/main" id="{2064C0D4-8A02-E43B-D8E7-572902E55752}"/>
                </a:ext>
              </a:extLst>
            </p:cNvPr>
            <p:cNvSpPr/>
            <p:nvPr/>
          </p:nvSpPr>
          <p:spPr>
            <a:xfrm>
              <a:off x="784829" y="5667129"/>
              <a:ext cx="133855" cy="140201"/>
            </a:xfrm>
            <a:custGeom>
              <a:avLst/>
              <a:gdLst>
                <a:gd name="connsiteX0" fmla="*/ 30019 w 133855"/>
                <a:gd name="connsiteY0" fmla="*/ 11612 h 140201"/>
                <a:gd name="connsiteX1" fmla="*/ 5 w 133855"/>
                <a:gd name="connsiteY1" fmla="*/ 70101 h 140201"/>
                <a:gd name="connsiteX2" fmla="*/ 66928 w 133855"/>
                <a:gd name="connsiteY2" fmla="*/ 140201 h 140201"/>
                <a:gd name="connsiteX3" fmla="*/ 133850 w 133855"/>
                <a:gd name="connsiteY3" fmla="*/ 70101 h 140201"/>
                <a:gd name="connsiteX4" fmla="*/ 66934 w 133855"/>
                <a:gd name="connsiteY4" fmla="*/ 0 h 140201"/>
                <a:gd name="connsiteX5" fmla="*/ 66928 w 133855"/>
                <a:gd name="connsiteY5" fmla="*/ 0 h 140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855" h="140201">
                  <a:moveTo>
                    <a:pt x="30019" y="11612"/>
                  </a:moveTo>
                  <a:cubicBezTo>
                    <a:pt x="11146" y="24809"/>
                    <a:pt x="-98" y="46720"/>
                    <a:pt x="5" y="70101"/>
                  </a:cubicBezTo>
                  <a:cubicBezTo>
                    <a:pt x="-436" y="108356"/>
                    <a:pt x="29523" y="139736"/>
                    <a:pt x="66928" y="140201"/>
                  </a:cubicBezTo>
                  <a:cubicBezTo>
                    <a:pt x="112873" y="140201"/>
                    <a:pt x="133850" y="108814"/>
                    <a:pt x="133850" y="70101"/>
                  </a:cubicBezTo>
                  <a:cubicBezTo>
                    <a:pt x="134300" y="31845"/>
                    <a:pt x="104341" y="460"/>
                    <a:pt x="66934" y="0"/>
                  </a:cubicBezTo>
                  <a:cubicBezTo>
                    <a:pt x="66932" y="0"/>
                    <a:pt x="66930" y="0"/>
                    <a:pt x="66928" y="0"/>
                  </a:cubicBezTo>
                </a:path>
              </a:pathLst>
            </a:custGeom>
            <a:noFill/>
            <a:ln w="12700" cap="flat">
              <a:solidFill>
                <a:srgbClr val="25408F"/>
              </a:solidFill>
              <a:prstDash val="solid"/>
              <a:miter/>
            </a:ln>
          </p:spPr>
          <p:txBody>
            <a:bodyPr rtlCol="0" anchor="ctr"/>
            <a:lstStyle/>
            <a:p>
              <a:endParaRPr lang="en-AU"/>
            </a:p>
          </p:txBody>
        </p:sp>
      </p:grpSp>
      <p:sp>
        <p:nvSpPr>
          <p:cNvPr id="65" name="Rectangle 64">
            <a:extLst>
              <a:ext uri="{FF2B5EF4-FFF2-40B4-BE49-F238E27FC236}">
                <a16:creationId xmlns:a16="http://schemas.microsoft.com/office/drawing/2014/main" id="{9872D0C4-AC29-CDDB-D611-5A4548DEDFB7}"/>
              </a:ext>
            </a:extLst>
          </p:cNvPr>
          <p:cNvSpPr/>
          <p:nvPr/>
        </p:nvSpPr>
        <p:spPr>
          <a:xfrm>
            <a:off x="0" y="1870600"/>
            <a:ext cx="5672780" cy="1031503"/>
          </a:xfrm>
          <a:prstGeom prst="rect">
            <a:avLst/>
          </a:prstGeom>
          <a:solidFill>
            <a:srgbClr val="F4F5F9">
              <a:alpha val="90000"/>
            </a:srgbClr>
          </a:solidFill>
          <a:ln w="6350">
            <a:no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AU" sz="2000" noProof="0"/>
          </a:p>
        </p:txBody>
      </p:sp>
      <p:sp>
        <p:nvSpPr>
          <p:cNvPr id="66" name="Content Placeholder 3">
            <a:extLst>
              <a:ext uri="{FF2B5EF4-FFF2-40B4-BE49-F238E27FC236}">
                <a16:creationId xmlns:a16="http://schemas.microsoft.com/office/drawing/2014/main" id="{AB85E8BB-7125-24DC-1CA6-82CA00109D9B}"/>
              </a:ext>
            </a:extLst>
          </p:cNvPr>
          <p:cNvSpPr txBox="1">
            <a:spLocks/>
          </p:cNvSpPr>
          <p:nvPr/>
        </p:nvSpPr>
        <p:spPr>
          <a:xfrm>
            <a:off x="1435101" y="2045945"/>
            <a:ext cx="4041773" cy="707886"/>
          </a:xfrm>
          <a:prstGeom prst="rect">
            <a:avLst/>
          </a:prstGeom>
        </p:spPr>
        <p:txBody>
          <a:bodyPr wrap="square" lIns="91440" tIns="45720" rIns="91440" bIns="45720" numCol="1" spcCol="360000" anchor="t">
            <a:sp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spcBef>
                <a:spcPts val="600"/>
              </a:spcBef>
              <a:spcAft>
                <a:spcPts val="0"/>
              </a:spcAft>
              <a:buNone/>
              <a:defRPr/>
            </a:pPr>
            <a:r>
              <a:rPr kumimoji="0" lang="en-AU" sz="1000" b="0" i="0" u="none" strike="noStrike" kern="1200" cap="none" spc="0" normalizeH="0" baseline="0" noProof="0">
                <a:ln>
                  <a:noFill/>
                </a:ln>
                <a:solidFill>
                  <a:schemeClr val="accent6"/>
                </a:solidFill>
                <a:effectLst/>
                <a:uLnTx/>
                <a:uFillTx/>
                <a:ea typeface="Open Sans Light" panose="020B0306030504020204" pitchFamily="34" charset="0"/>
                <a:cs typeface="Open Sans Light" panose="020B0306030504020204" pitchFamily="34" charset="0"/>
              </a:rPr>
              <a:t>There is limited demand for office space that does not present well or is lacking in amenity. Conversely, we have seen an increase in tenants seeking higher quality space, or space with a wow factor, to encourage staff to return to the office. </a:t>
            </a:r>
            <a:endParaRPr lang="en-AU" sz="1000">
              <a:solidFill>
                <a:schemeClr val="accent6"/>
              </a:solidFill>
              <a:ea typeface="Open Sans Light" panose="020B0306030504020204" pitchFamily="34" charset="0"/>
              <a:cs typeface="Open Sans Light" panose="020B0306030504020204" pitchFamily="34" charset="0"/>
            </a:endParaRPr>
          </a:p>
        </p:txBody>
      </p:sp>
      <p:grpSp>
        <p:nvGrpSpPr>
          <p:cNvPr id="67" name="Graphic 33">
            <a:extLst>
              <a:ext uri="{FF2B5EF4-FFF2-40B4-BE49-F238E27FC236}">
                <a16:creationId xmlns:a16="http://schemas.microsoft.com/office/drawing/2014/main" id="{3157C085-81AF-5390-2260-094A4B50E7C7}"/>
              </a:ext>
            </a:extLst>
          </p:cNvPr>
          <p:cNvGrpSpPr/>
          <p:nvPr/>
        </p:nvGrpSpPr>
        <p:grpSpPr>
          <a:xfrm>
            <a:off x="712707" y="2156675"/>
            <a:ext cx="438414" cy="486426"/>
            <a:chOff x="788217" y="2130346"/>
            <a:chExt cx="438414" cy="486426"/>
          </a:xfrm>
          <a:noFill/>
        </p:grpSpPr>
        <p:sp>
          <p:nvSpPr>
            <p:cNvPr id="68" name="Freeform: Shape 67">
              <a:extLst>
                <a:ext uri="{FF2B5EF4-FFF2-40B4-BE49-F238E27FC236}">
                  <a16:creationId xmlns:a16="http://schemas.microsoft.com/office/drawing/2014/main" id="{5C1F7540-B032-C1BB-F4C8-A0D9E5F635AD}"/>
                </a:ext>
              </a:extLst>
            </p:cNvPr>
            <p:cNvSpPr/>
            <p:nvPr/>
          </p:nvSpPr>
          <p:spPr>
            <a:xfrm>
              <a:off x="1098730" y="2422973"/>
              <a:ext cx="97581" cy="193799"/>
            </a:xfrm>
            <a:custGeom>
              <a:avLst/>
              <a:gdLst>
                <a:gd name="connsiteX0" fmla="*/ 97581 w 97581"/>
                <a:gd name="connsiteY0" fmla="*/ 0 h 193799"/>
                <a:gd name="connsiteX1" fmla="*/ 97581 w 97581"/>
                <a:gd name="connsiteY1" fmla="*/ 193799 h 193799"/>
                <a:gd name="connsiteX2" fmla="*/ 0 w 97581"/>
                <a:gd name="connsiteY2" fmla="*/ 193799 h 193799"/>
              </a:gdLst>
              <a:ahLst/>
              <a:cxnLst>
                <a:cxn ang="0">
                  <a:pos x="connsiteX0" y="connsiteY0"/>
                </a:cxn>
                <a:cxn ang="0">
                  <a:pos x="connsiteX1" y="connsiteY1"/>
                </a:cxn>
                <a:cxn ang="0">
                  <a:pos x="connsiteX2" y="connsiteY2"/>
                </a:cxn>
              </a:cxnLst>
              <a:rect l="l" t="t" r="r" b="b"/>
              <a:pathLst>
                <a:path w="97581" h="193799">
                  <a:moveTo>
                    <a:pt x="97581" y="0"/>
                  </a:moveTo>
                  <a:lnTo>
                    <a:pt x="97581" y="193799"/>
                  </a:lnTo>
                  <a:lnTo>
                    <a:pt x="0" y="193799"/>
                  </a:lnTo>
                </a:path>
              </a:pathLst>
            </a:custGeom>
            <a:noFill/>
            <a:ln w="12700" cap="flat">
              <a:solidFill>
                <a:srgbClr val="25408F"/>
              </a:solidFill>
              <a:prstDash val="solid"/>
              <a:miter/>
            </a:ln>
          </p:spPr>
          <p:txBody>
            <a:bodyPr rtlCol="0" anchor="ctr"/>
            <a:lstStyle/>
            <a:p>
              <a:endParaRPr lang="en-AU"/>
            </a:p>
          </p:txBody>
        </p:sp>
        <p:sp>
          <p:nvSpPr>
            <p:cNvPr id="69" name="Freeform: Shape 68">
              <a:extLst>
                <a:ext uri="{FF2B5EF4-FFF2-40B4-BE49-F238E27FC236}">
                  <a16:creationId xmlns:a16="http://schemas.microsoft.com/office/drawing/2014/main" id="{7F0C7C14-3078-F61B-058C-8B972DAE6826}"/>
                </a:ext>
              </a:extLst>
            </p:cNvPr>
            <p:cNvSpPr/>
            <p:nvPr/>
          </p:nvSpPr>
          <p:spPr>
            <a:xfrm>
              <a:off x="975524" y="2549358"/>
              <a:ext cx="67411" cy="67414"/>
            </a:xfrm>
            <a:custGeom>
              <a:avLst/>
              <a:gdLst>
                <a:gd name="connsiteX0" fmla="*/ 0 w 67411"/>
                <a:gd name="connsiteY0" fmla="*/ 0 h 67414"/>
                <a:gd name="connsiteX1" fmla="*/ 67411 w 67411"/>
                <a:gd name="connsiteY1" fmla="*/ 0 h 67414"/>
                <a:gd name="connsiteX2" fmla="*/ 67411 w 67411"/>
                <a:gd name="connsiteY2" fmla="*/ 67415 h 67414"/>
                <a:gd name="connsiteX3" fmla="*/ 0 w 67411"/>
                <a:gd name="connsiteY3" fmla="*/ 67415 h 67414"/>
              </a:gdLst>
              <a:ahLst/>
              <a:cxnLst>
                <a:cxn ang="0">
                  <a:pos x="connsiteX0" y="connsiteY0"/>
                </a:cxn>
                <a:cxn ang="0">
                  <a:pos x="connsiteX1" y="connsiteY1"/>
                </a:cxn>
                <a:cxn ang="0">
                  <a:pos x="connsiteX2" y="connsiteY2"/>
                </a:cxn>
                <a:cxn ang="0">
                  <a:pos x="connsiteX3" y="connsiteY3"/>
                </a:cxn>
              </a:cxnLst>
              <a:rect l="l" t="t" r="r" b="b"/>
              <a:pathLst>
                <a:path w="67411" h="67414">
                  <a:moveTo>
                    <a:pt x="0" y="0"/>
                  </a:moveTo>
                  <a:lnTo>
                    <a:pt x="67411" y="0"/>
                  </a:lnTo>
                  <a:lnTo>
                    <a:pt x="67411" y="67415"/>
                  </a:lnTo>
                  <a:lnTo>
                    <a:pt x="0" y="67415"/>
                  </a:lnTo>
                  <a:close/>
                </a:path>
              </a:pathLst>
            </a:custGeom>
            <a:noFill/>
            <a:ln w="12700" cap="flat">
              <a:solidFill>
                <a:srgbClr val="25408F"/>
              </a:solidFill>
              <a:prstDash val="solid"/>
              <a:miter/>
            </a:ln>
          </p:spPr>
          <p:txBody>
            <a:bodyPr rtlCol="0" anchor="ctr"/>
            <a:lstStyle/>
            <a:p>
              <a:endParaRPr lang="en-AU"/>
            </a:p>
          </p:txBody>
        </p:sp>
        <p:sp>
          <p:nvSpPr>
            <p:cNvPr id="70" name="Freeform: Shape 69">
              <a:extLst>
                <a:ext uri="{FF2B5EF4-FFF2-40B4-BE49-F238E27FC236}">
                  <a16:creationId xmlns:a16="http://schemas.microsoft.com/office/drawing/2014/main" id="{6FA1630E-46D4-C8B3-4EF7-26D0D8D9F881}"/>
                </a:ext>
              </a:extLst>
            </p:cNvPr>
            <p:cNvSpPr/>
            <p:nvPr/>
          </p:nvSpPr>
          <p:spPr>
            <a:xfrm>
              <a:off x="817129" y="2368205"/>
              <a:ext cx="97586" cy="248567"/>
            </a:xfrm>
            <a:custGeom>
              <a:avLst/>
              <a:gdLst>
                <a:gd name="connsiteX0" fmla="*/ 0 w 97586"/>
                <a:gd name="connsiteY0" fmla="*/ 0 h 248567"/>
                <a:gd name="connsiteX1" fmla="*/ 0 w 97586"/>
                <a:gd name="connsiteY1" fmla="*/ 248568 h 248567"/>
                <a:gd name="connsiteX2" fmla="*/ 97587 w 97586"/>
                <a:gd name="connsiteY2" fmla="*/ 248568 h 248567"/>
              </a:gdLst>
              <a:ahLst/>
              <a:cxnLst>
                <a:cxn ang="0">
                  <a:pos x="connsiteX0" y="connsiteY0"/>
                </a:cxn>
                <a:cxn ang="0">
                  <a:pos x="connsiteX1" y="connsiteY1"/>
                </a:cxn>
                <a:cxn ang="0">
                  <a:pos x="connsiteX2" y="connsiteY2"/>
                </a:cxn>
              </a:cxnLst>
              <a:rect l="l" t="t" r="r" b="b"/>
              <a:pathLst>
                <a:path w="97586" h="248567">
                  <a:moveTo>
                    <a:pt x="0" y="0"/>
                  </a:moveTo>
                  <a:lnTo>
                    <a:pt x="0" y="248568"/>
                  </a:lnTo>
                  <a:lnTo>
                    <a:pt x="97587" y="248568"/>
                  </a:lnTo>
                </a:path>
              </a:pathLst>
            </a:custGeom>
            <a:noFill/>
            <a:ln w="12700" cap="flat">
              <a:solidFill>
                <a:srgbClr val="25408F"/>
              </a:solidFill>
              <a:prstDash val="solid"/>
              <a:miter/>
            </a:ln>
          </p:spPr>
          <p:txBody>
            <a:bodyPr rtlCol="0" anchor="ctr"/>
            <a:lstStyle/>
            <a:p>
              <a:endParaRPr lang="en-AU"/>
            </a:p>
          </p:txBody>
        </p:sp>
        <p:sp>
          <p:nvSpPr>
            <p:cNvPr id="71" name="Freeform: Shape 70">
              <a:extLst>
                <a:ext uri="{FF2B5EF4-FFF2-40B4-BE49-F238E27FC236}">
                  <a16:creationId xmlns:a16="http://schemas.microsoft.com/office/drawing/2014/main" id="{F07668C0-195A-A6D2-941C-7519640B8726}"/>
                </a:ext>
              </a:extLst>
            </p:cNvPr>
            <p:cNvSpPr/>
            <p:nvPr/>
          </p:nvSpPr>
          <p:spPr>
            <a:xfrm>
              <a:off x="788217" y="2325118"/>
              <a:ext cx="125715" cy="6064"/>
            </a:xfrm>
            <a:custGeom>
              <a:avLst/>
              <a:gdLst>
                <a:gd name="connsiteX0" fmla="*/ 125715 w 125715"/>
                <a:gd name="connsiteY0" fmla="*/ 0 h 6064"/>
                <a:gd name="connsiteX1" fmla="*/ 0 w 125715"/>
                <a:gd name="connsiteY1" fmla="*/ 0 h 6064"/>
              </a:gdLst>
              <a:ahLst/>
              <a:cxnLst>
                <a:cxn ang="0">
                  <a:pos x="connsiteX0" y="connsiteY0"/>
                </a:cxn>
                <a:cxn ang="0">
                  <a:pos x="connsiteX1" y="connsiteY1"/>
                </a:cxn>
              </a:cxnLst>
              <a:rect l="l" t="t" r="r" b="b"/>
              <a:pathLst>
                <a:path w="125715" h="6064">
                  <a:moveTo>
                    <a:pt x="125715" y="0"/>
                  </a:moveTo>
                  <a:lnTo>
                    <a:pt x="0" y="0"/>
                  </a:lnTo>
                </a:path>
              </a:pathLst>
            </a:custGeom>
            <a:noFill/>
            <a:ln w="12700" cap="flat">
              <a:solidFill>
                <a:srgbClr val="25408F"/>
              </a:solidFill>
              <a:prstDash val="solid"/>
              <a:miter/>
            </a:ln>
          </p:spPr>
          <p:txBody>
            <a:bodyPr rtlCol="0" anchor="ctr"/>
            <a:lstStyle/>
            <a:p>
              <a:endParaRPr lang="en-AU"/>
            </a:p>
          </p:txBody>
        </p:sp>
        <p:sp>
          <p:nvSpPr>
            <p:cNvPr id="72" name="Freeform: Shape 71">
              <a:extLst>
                <a:ext uri="{FF2B5EF4-FFF2-40B4-BE49-F238E27FC236}">
                  <a16:creationId xmlns:a16="http://schemas.microsoft.com/office/drawing/2014/main" id="{66FD0340-ADA1-DF25-25B8-F3F05B34CC31}"/>
                </a:ext>
              </a:extLst>
            </p:cNvPr>
            <p:cNvSpPr/>
            <p:nvPr/>
          </p:nvSpPr>
          <p:spPr>
            <a:xfrm>
              <a:off x="912954" y="2261288"/>
              <a:ext cx="185390" cy="355484"/>
            </a:xfrm>
            <a:custGeom>
              <a:avLst/>
              <a:gdLst>
                <a:gd name="connsiteX0" fmla="*/ 185391 w 185390"/>
                <a:gd name="connsiteY0" fmla="*/ 25884 h 355484"/>
                <a:gd name="connsiteX1" fmla="*/ 96048 w 185390"/>
                <a:gd name="connsiteY1" fmla="*/ 0 h 355484"/>
                <a:gd name="connsiteX2" fmla="*/ 1425 w 185390"/>
                <a:gd name="connsiteY2" fmla="*/ 25884 h 355484"/>
                <a:gd name="connsiteX3" fmla="*/ 0 w 185390"/>
                <a:gd name="connsiteY3" fmla="*/ 355484 h 355484"/>
                <a:gd name="connsiteX4" fmla="*/ 185391 w 185390"/>
                <a:gd name="connsiteY4" fmla="*/ 355484 h 355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390" h="355484">
                  <a:moveTo>
                    <a:pt x="185391" y="25884"/>
                  </a:moveTo>
                  <a:lnTo>
                    <a:pt x="96048" y="0"/>
                  </a:lnTo>
                  <a:lnTo>
                    <a:pt x="1425" y="25884"/>
                  </a:lnTo>
                  <a:lnTo>
                    <a:pt x="0" y="355484"/>
                  </a:lnTo>
                  <a:lnTo>
                    <a:pt x="185391" y="355484"/>
                  </a:lnTo>
                  <a:close/>
                </a:path>
              </a:pathLst>
            </a:custGeom>
            <a:noFill/>
            <a:ln w="12700" cap="flat">
              <a:solidFill>
                <a:srgbClr val="25408F"/>
              </a:solidFill>
              <a:prstDash val="solid"/>
              <a:miter/>
            </a:ln>
          </p:spPr>
          <p:txBody>
            <a:bodyPr rtlCol="0" anchor="ctr"/>
            <a:lstStyle/>
            <a:p>
              <a:endParaRPr lang="en-AU"/>
            </a:p>
          </p:txBody>
        </p:sp>
        <p:sp>
          <p:nvSpPr>
            <p:cNvPr id="73" name="Freeform: Shape 72">
              <a:extLst>
                <a:ext uri="{FF2B5EF4-FFF2-40B4-BE49-F238E27FC236}">
                  <a16:creationId xmlns:a16="http://schemas.microsoft.com/office/drawing/2014/main" id="{5A5A9A8F-7138-883B-E8A1-582641CB7E36}"/>
                </a:ext>
              </a:extLst>
            </p:cNvPr>
            <p:cNvSpPr/>
            <p:nvPr/>
          </p:nvSpPr>
          <p:spPr>
            <a:xfrm>
              <a:off x="1100914" y="2379717"/>
              <a:ext cx="125717" cy="6064"/>
            </a:xfrm>
            <a:custGeom>
              <a:avLst/>
              <a:gdLst>
                <a:gd name="connsiteX0" fmla="*/ 125717 w 125717"/>
                <a:gd name="connsiteY0" fmla="*/ 0 h 6064"/>
                <a:gd name="connsiteX1" fmla="*/ 0 w 125717"/>
                <a:gd name="connsiteY1" fmla="*/ 0 h 6064"/>
              </a:gdLst>
              <a:ahLst/>
              <a:cxnLst>
                <a:cxn ang="0">
                  <a:pos x="connsiteX0" y="connsiteY0"/>
                </a:cxn>
                <a:cxn ang="0">
                  <a:pos x="connsiteX1" y="connsiteY1"/>
                </a:cxn>
              </a:cxnLst>
              <a:rect l="l" t="t" r="r" b="b"/>
              <a:pathLst>
                <a:path w="125717" h="6064">
                  <a:moveTo>
                    <a:pt x="125717" y="0"/>
                  </a:moveTo>
                  <a:lnTo>
                    <a:pt x="0" y="0"/>
                  </a:lnTo>
                </a:path>
              </a:pathLst>
            </a:custGeom>
            <a:noFill/>
            <a:ln w="12700" cap="flat">
              <a:solidFill>
                <a:srgbClr val="25408F"/>
              </a:solidFill>
              <a:prstDash val="solid"/>
              <a:miter/>
            </a:ln>
          </p:spPr>
          <p:txBody>
            <a:bodyPr rtlCol="0" anchor="ctr"/>
            <a:lstStyle/>
            <a:p>
              <a:endParaRPr lang="en-AU"/>
            </a:p>
          </p:txBody>
        </p:sp>
        <p:sp>
          <p:nvSpPr>
            <p:cNvPr id="74" name="Freeform: Shape 73">
              <a:extLst>
                <a:ext uri="{FF2B5EF4-FFF2-40B4-BE49-F238E27FC236}">
                  <a16:creationId xmlns:a16="http://schemas.microsoft.com/office/drawing/2014/main" id="{19264F4B-6D16-A70D-4453-BA2EA02FDCDF}"/>
                </a:ext>
              </a:extLst>
            </p:cNvPr>
            <p:cNvSpPr/>
            <p:nvPr/>
          </p:nvSpPr>
          <p:spPr>
            <a:xfrm>
              <a:off x="959917" y="2130346"/>
              <a:ext cx="99250" cy="93777"/>
            </a:xfrm>
            <a:custGeom>
              <a:avLst/>
              <a:gdLst>
                <a:gd name="connsiteX0" fmla="*/ 96353 w 99250"/>
                <a:gd name="connsiteY0" fmla="*/ 33543 h 93777"/>
                <a:gd name="connsiteX1" fmla="*/ 63296 w 99250"/>
                <a:gd name="connsiteY1" fmla="*/ 32871 h 93777"/>
                <a:gd name="connsiteX2" fmla="*/ 52446 w 99250"/>
                <a:gd name="connsiteY2" fmla="*/ 1990 h 93777"/>
                <a:gd name="connsiteX3" fmla="*/ 48648 w 99250"/>
                <a:gd name="connsiteY3" fmla="*/ 170 h 93777"/>
                <a:gd name="connsiteX4" fmla="*/ 46827 w 99250"/>
                <a:gd name="connsiteY4" fmla="*/ 1990 h 93777"/>
                <a:gd name="connsiteX5" fmla="*/ 35977 w 99250"/>
                <a:gd name="connsiteY5" fmla="*/ 32879 h 93777"/>
                <a:gd name="connsiteX6" fmla="*/ 2920 w 99250"/>
                <a:gd name="connsiteY6" fmla="*/ 33546 h 93777"/>
                <a:gd name="connsiteX7" fmla="*/ 1 w 99250"/>
                <a:gd name="connsiteY7" fmla="*/ 36581 h 93777"/>
                <a:gd name="connsiteX8" fmla="*/ 1193 w 99250"/>
                <a:gd name="connsiteY8" fmla="*/ 38906 h 93777"/>
                <a:gd name="connsiteX9" fmla="*/ 27499 w 99250"/>
                <a:gd name="connsiteY9" fmla="*/ 58656 h 93777"/>
                <a:gd name="connsiteX10" fmla="*/ 17935 w 99250"/>
                <a:gd name="connsiteY10" fmla="*/ 89926 h 93777"/>
                <a:gd name="connsiteX11" fmla="*/ 19908 w 99250"/>
                <a:gd name="connsiteY11" fmla="*/ 93647 h 93777"/>
                <a:gd name="connsiteX12" fmla="*/ 22471 w 99250"/>
                <a:gd name="connsiteY12" fmla="*/ 93252 h 93777"/>
                <a:gd name="connsiteX13" fmla="*/ 49637 w 99250"/>
                <a:gd name="connsiteY13" fmla="*/ 74559 h 93777"/>
                <a:gd name="connsiteX14" fmla="*/ 76787 w 99250"/>
                <a:gd name="connsiteY14" fmla="*/ 93252 h 93777"/>
                <a:gd name="connsiteX15" fmla="*/ 80928 w 99250"/>
                <a:gd name="connsiteY15" fmla="*/ 92489 h 93777"/>
                <a:gd name="connsiteX16" fmla="*/ 81323 w 99250"/>
                <a:gd name="connsiteY16" fmla="*/ 89926 h 93777"/>
                <a:gd name="connsiteX17" fmla="*/ 71754 w 99250"/>
                <a:gd name="connsiteY17" fmla="*/ 58656 h 93777"/>
                <a:gd name="connsiteX18" fmla="*/ 98059 w 99250"/>
                <a:gd name="connsiteY18" fmla="*/ 38909 h 93777"/>
                <a:gd name="connsiteX19" fmla="*/ 98655 w 99250"/>
                <a:gd name="connsiteY19" fmla="*/ 34739 h 93777"/>
                <a:gd name="connsiteX20" fmla="*/ 96337 w 99250"/>
                <a:gd name="connsiteY20" fmla="*/ 33548 h 93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9250" h="93777">
                  <a:moveTo>
                    <a:pt x="96353" y="33543"/>
                  </a:moveTo>
                  <a:lnTo>
                    <a:pt x="63296" y="32871"/>
                  </a:lnTo>
                  <a:lnTo>
                    <a:pt x="52446" y="1990"/>
                  </a:lnTo>
                  <a:cubicBezTo>
                    <a:pt x="51900" y="439"/>
                    <a:pt x="50199" y="-376"/>
                    <a:pt x="48648" y="170"/>
                  </a:cubicBezTo>
                  <a:cubicBezTo>
                    <a:pt x="47796" y="469"/>
                    <a:pt x="47126" y="1139"/>
                    <a:pt x="46827" y="1990"/>
                  </a:cubicBezTo>
                  <a:lnTo>
                    <a:pt x="35977" y="32879"/>
                  </a:lnTo>
                  <a:lnTo>
                    <a:pt x="2920" y="33546"/>
                  </a:lnTo>
                  <a:cubicBezTo>
                    <a:pt x="1276" y="33578"/>
                    <a:pt x="-31" y="34937"/>
                    <a:pt x="1" y="36581"/>
                  </a:cubicBezTo>
                  <a:cubicBezTo>
                    <a:pt x="19" y="37498"/>
                    <a:pt x="458" y="38356"/>
                    <a:pt x="1193" y="38906"/>
                  </a:cubicBezTo>
                  <a:lnTo>
                    <a:pt x="27499" y="58656"/>
                  </a:lnTo>
                  <a:lnTo>
                    <a:pt x="17935" y="89926"/>
                  </a:lnTo>
                  <a:cubicBezTo>
                    <a:pt x="17452" y="91498"/>
                    <a:pt x="18336" y="93164"/>
                    <a:pt x="19908" y="93647"/>
                  </a:cubicBezTo>
                  <a:cubicBezTo>
                    <a:pt x="20778" y="93913"/>
                    <a:pt x="21722" y="93768"/>
                    <a:pt x="22471" y="93252"/>
                  </a:cubicBezTo>
                  <a:lnTo>
                    <a:pt x="49637" y="74559"/>
                  </a:lnTo>
                  <a:lnTo>
                    <a:pt x="76787" y="93252"/>
                  </a:lnTo>
                  <a:cubicBezTo>
                    <a:pt x="78141" y="94185"/>
                    <a:pt x="79995" y="93844"/>
                    <a:pt x="80928" y="92489"/>
                  </a:cubicBezTo>
                  <a:cubicBezTo>
                    <a:pt x="81444" y="91740"/>
                    <a:pt x="81590" y="90796"/>
                    <a:pt x="81323" y="89926"/>
                  </a:cubicBezTo>
                  <a:lnTo>
                    <a:pt x="71754" y="58656"/>
                  </a:lnTo>
                  <a:lnTo>
                    <a:pt x="98059" y="38909"/>
                  </a:lnTo>
                  <a:cubicBezTo>
                    <a:pt x="99375" y="37922"/>
                    <a:pt x="99642" y="36055"/>
                    <a:pt x="98655" y="34739"/>
                  </a:cubicBezTo>
                  <a:cubicBezTo>
                    <a:pt x="98106" y="34007"/>
                    <a:pt x="97251" y="33568"/>
                    <a:pt x="96337" y="33548"/>
                  </a:cubicBezTo>
                  <a:close/>
                </a:path>
              </a:pathLst>
            </a:custGeom>
            <a:noFill/>
            <a:ln w="6350" cap="flat">
              <a:solidFill>
                <a:srgbClr val="25408F"/>
              </a:solidFill>
              <a:prstDash val="solid"/>
              <a:miter/>
            </a:ln>
          </p:spPr>
          <p:txBody>
            <a:bodyPr rtlCol="0" anchor="ctr"/>
            <a:lstStyle/>
            <a:p>
              <a:endParaRPr lang="en-AU"/>
            </a:p>
          </p:txBody>
        </p:sp>
        <p:sp>
          <p:nvSpPr>
            <p:cNvPr id="75" name="Freeform: Shape 74">
              <a:extLst>
                <a:ext uri="{FF2B5EF4-FFF2-40B4-BE49-F238E27FC236}">
                  <a16:creationId xmlns:a16="http://schemas.microsoft.com/office/drawing/2014/main" id="{18EF7E73-D80A-301B-32D5-F8A040714CE6}"/>
                </a:ext>
              </a:extLst>
            </p:cNvPr>
            <p:cNvSpPr/>
            <p:nvPr/>
          </p:nvSpPr>
          <p:spPr>
            <a:xfrm>
              <a:off x="880512" y="2178407"/>
              <a:ext cx="61566" cy="58175"/>
            </a:xfrm>
            <a:custGeom>
              <a:avLst/>
              <a:gdLst>
                <a:gd name="connsiteX0" fmla="*/ 59785 w 61566"/>
                <a:gd name="connsiteY0" fmla="*/ 20798 h 58175"/>
                <a:gd name="connsiteX1" fmla="*/ 39271 w 61566"/>
                <a:gd name="connsiteY1" fmla="*/ 20385 h 58175"/>
                <a:gd name="connsiteX2" fmla="*/ 32535 w 61566"/>
                <a:gd name="connsiteY2" fmla="*/ 1221 h 58175"/>
                <a:gd name="connsiteX3" fmla="*/ 30172 w 61566"/>
                <a:gd name="connsiteY3" fmla="*/ 110 h 58175"/>
                <a:gd name="connsiteX4" fmla="*/ 29061 w 61566"/>
                <a:gd name="connsiteY4" fmla="*/ 1221 h 58175"/>
                <a:gd name="connsiteX5" fmla="*/ 22327 w 61566"/>
                <a:gd name="connsiteY5" fmla="*/ 20385 h 58175"/>
                <a:gd name="connsiteX6" fmla="*/ 1804 w 61566"/>
                <a:gd name="connsiteY6" fmla="*/ 20798 h 58175"/>
                <a:gd name="connsiteX7" fmla="*/ 1 w 61566"/>
                <a:gd name="connsiteY7" fmla="*/ 22697 h 58175"/>
                <a:gd name="connsiteX8" fmla="*/ 731 w 61566"/>
                <a:gd name="connsiteY8" fmla="*/ 24123 h 58175"/>
                <a:gd name="connsiteX9" fmla="*/ 17066 w 61566"/>
                <a:gd name="connsiteY9" fmla="*/ 36383 h 58175"/>
                <a:gd name="connsiteX10" fmla="*/ 11110 w 61566"/>
                <a:gd name="connsiteY10" fmla="*/ 55790 h 58175"/>
                <a:gd name="connsiteX11" fmla="*/ 12348 w 61566"/>
                <a:gd name="connsiteY11" fmla="*/ 58097 h 58175"/>
                <a:gd name="connsiteX12" fmla="*/ 13925 w 61566"/>
                <a:gd name="connsiteY12" fmla="*/ 57855 h 58175"/>
                <a:gd name="connsiteX13" fmla="*/ 30795 w 61566"/>
                <a:gd name="connsiteY13" fmla="*/ 46255 h 58175"/>
                <a:gd name="connsiteX14" fmla="*/ 47641 w 61566"/>
                <a:gd name="connsiteY14" fmla="*/ 57855 h 58175"/>
                <a:gd name="connsiteX15" fmla="*/ 50214 w 61566"/>
                <a:gd name="connsiteY15" fmla="*/ 57365 h 58175"/>
                <a:gd name="connsiteX16" fmla="*/ 50455 w 61566"/>
                <a:gd name="connsiteY16" fmla="*/ 55790 h 58175"/>
                <a:gd name="connsiteX17" fmla="*/ 44499 w 61566"/>
                <a:gd name="connsiteY17" fmla="*/ 36383 h 58175"/>
                <a:gd name="connsiteX18" fmla="*/ 60834 w 61566"/>
                <a:gd name="connsiteY18" fmla="*/ 24128 h 58175"/>
                <a:gd name="connsiteX19" fmla="*/ 61191 w 61566"/>
                <a:gd name="connsiteY19" fmla="*/ 21535 h 58175"/>
                <a:gd name="connsiteX20" fmla="*/ 59762 w 61566"/>
                <a:gd name="connsiteY20" fmla="*/ 20803 h 5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1566" h="58175">
                  <a:moveTo>
                    <a:pt x="59785" y="20798"/>
                  </a:moveTo>
                  <a:lnTo>
                    <a:pt x="39271" y="20385"/>
                  </a:lnTo>
                  <a:lnTo>
                    <a:pt x="32535" y="1221"/>
                  </a:lnTo>
                  <a:cubicBezTo>
                    <a:pt x="32190" y="261"/>
                    <a:pt x="31131" y="-236"/>
                    <a:pt x="30172" y="110"/>
                  </a:cubicBezTo>
                  <a:cubicBezTo>
                    <a:pt x="29655" y="296"/>
                    <a:pt x="29247" y="704"/>
                    <a:pt x="29061" y="1221"/>
                  </a:cubicBezTo>
                  <a:lnTo>
                    <a:pt x="22327" y="20385"/>
                  </a:lnTo>
                  <a:lnTo>
                    <a:pt x="1804" y="20798"/>
                  </a:lnTo>
                  <a:cubicBezTo>
                    <a:pt x="781" y="20824"/>
                    <a:pt x="-26" y="21674"/>
                    <a:pt x="1" y="22697"/>
                  </a:cubicBezTo>
                  <a:cubicBezTo>
                    <a:pt x="15" y="23258"/>
                    <a:pt x="284" y="23783"/>
                    <a:pt x="731" y="24123"/>
                  </a:cubicBezTo>
                  <a:lnTo>
                    <a:pt x="17066" y="36383"/>
                  </a:lnTo>
                  <a:lnTo>
                    <a:pt x="11110" y="55790"/>
                  </a:lnTo>
                  <a:cubicBezTo>
                    <a:pt x="10815" y="56769"/>
                    <a:pt x="11369" y="57802"/>
                    <a:pt x="12348" y="58097"/>
                  </a:cubicBezTo>
                  <a:cubicBezTo>
                    <a:pt x="12883" y="58258"/>
                    <a:pt x="13463" y="58170"/>
                    <a:pt x="13925" y="57855"/>
                  </a:cubicBezTo>
                  <a:lnTo>
                    <a:pt x="30795" y="46255"/>
                  </a:lnTo>
                  <a:lnTo>
                    <a:pt x="47641" y="57855"/>
                  </a:lnTo>
                  <a:cubicBezTo>
                    <a:pt x="48487" y="58430"/>
                    <a:pt x="49639" y="58210"/>
                    <a:pt x="50214" y="57365"/>
                  </a:cubicBezTo>
                  <a:cubicBezTo>
                    <a:pt x="50528" y="56903"/>
                    <a:pt x="50616" y="56325"/>
                    <a:pt x="50455" y="55790"/>
                  </a:cubicBezTo>
                  <a:lnTo>
                    <a:pt x="44499" y="36383"/>
                  </a:lnTo>
                  <a:lnTo>
                    <a:pt x="60834" y="24128"/>
                  </a:lnTo>
                  <a:cubicBezTo>
                    <a:pt x="61649" y="23511"/>
                    <a:pt x="61808" y="22349"/>
                    <a:pt x="61191" y="21535"/>
                  </a:cubicBezTo>
                  <a:cubicBezTo>
                    <a:pt x="60850" y="21086"/>
                    <a:pt x="60325" y="20817"/>
                    <a:pt x="59762" y="20803"/>
                  </a:cubicBezTo>
                  <a:close/>
                </a:path>
              </a:pathLst>
            </a:custGeom>
            <a:noFill/>
            <a:ln w="6350" cap="flat">
              <a:solidFill>
                <a:srgbClr val="25408F"/>
              </a:solidFill>
              <a:prstDash val="solid"/>
              <a:miter/>
            </a:ln>
          </p:spPr>
          <p:txBody>
            <a:bodyPr rtlCol="0" anchor="ctr"/>
            <a:lstStyle/>
            <a:p>
              <a:endParaRPr lang="en-AU"/>
            </a:p>
          </p:txBody>
        </p:sp>
        <p:sp>
          <p:nvSpPr>
            <p:cNvPr id="76" name="Freeform: Shape 75">
              <a:extLst>
                <a:ext uri="{FF2B5EF4-FFF2-40B4-BE49-F238E27FC236}">
                  <a16:creationId xmlns:a16="http://schemas.microsoft.com/office/drawing/2014/main" id="{4BE8C370-5DFF-67F1-1F08-20778685D4EE}"/>
                </a:ext>
              </a:extLst>
            </p:cNvPr>
            <p:cNvSpPr/>
            <p:nvPr/>
          </p:nvSpPr>
          <p:spPr>
            <a:xfrm>
              <a:off x="1079049" y="2178408"/>
              <a:ext cx="61565" cy="58175"/>
            </a:xfrm>
            <a:custGeom>
              <a:avLst/>
              <a:gdLst>
                <a:gd name="connsiteX0" fmla="*/ 59788 w 61565"/>
                <a:gd name="connsiteY0" fmla="*/ 20797 h 58175"/>
                <a:gd name="connsiteX1" fmla="*/ 39274 w 61565"/>
                <a:gd name="connsiteY1" fmla="*/ 20385 h 58175"/>
                <a:gd name="connsiteX2" fmla="*/ 32538 w 61565"/>
                <a:gd name="connsiteY2" fmla="*/ 1221 h 58175"/>
                <a:gd name="connsiteX3" fmla="*/ 30175 w 61565"/>
                <a:gd name="connsiteY3" fmla="*/ 110 h 58175"/>
                <a:gd name="connsiteX4" fmla="*/ 29064 w 61565"/>
                <a:gd name="connsiteY4" fmla="*/ 1221 h 58175"/>
                <a:gd name="connsiteX5" fmla="*/ 22329 w 61565"/>
                <a:gd name="connsiteY5" fmla="*/ 20385 h 58175"/>
                <a:gd name="connsiteX6" fmla="*/ 1804 w 61565"/>
                <a:gd name="connsiteY6" fmla="*/ 20798 h 58175"/>
                <a:gd name="connsiteX7" fmla="*/ 1 w 61565"/>
                <a:gd name="connsiteY7" fmla="*/ 22695 h 58175"/>
                <a:gd name="connsiteX8" fmla="*/ 733 w 61565"/>
                <a:gd name="connsiteY8" fmla="*/ 24123 h 58175"/>
                <a:gd name="connsiteX9" fmla="*/ 17067 w 61565"/>
                <a:gd name="connsiteY9" fmla="*/ 36383 h 58175"/>
                <a:gd name="connsiteX10" fmla="*/ 11111 w 61565"/>
                <a:gd name="connsiteY10" fmla="*/ 55790 h 58175"/>
                <a:gd name="connsiteX11" fmla="*/ 12350 w 61565"/>
                <a:gd name="connsiteY11" fmla="*/ 58097 h 58175"/>
                <a:gd name="connsiteX12" fmla="*/ 13925 w 61565"/>
                <a:gd name="connsiteY12" fmla="*/ 57855 h 58175"/>
                <a:gd name="connsiteX13" fmla="*/ 30796 w 61565"/>
                <a:gd name="connsiteY13" fmla="*/ 46255 h 58175"/>
                <a:gd name="connsiteX14" fmla="*/ 47640 w 61565"/>
                <a:gd name="connsiteY14" fmla="*/ 57854 h 58175"/>
                <a:gd name="connsiteX15" fmla="*/ 50212 w 61565"/>
                <a:gd name="connsiteY15" fmla="*/ 57366 h 58175"/>
                <a:gd name="connsiteX16" fmla="*/ 50454 w 61565"/>
                <a:gd name="connsiteY16" fmla="*/ 55789 h 58175"/>
                <a:gd name="connsiteX17" fmla="*/ 44498 w 61565"/>
                <a:gd name="connsiteY17" fmla="*/ 36382 h 58175"/>
                <a:gd name="connsiteX18" fmla="*/ 60833 w 61565"/>
                <a:gd name="connsiteY18" fmla="*/ 24127 h 58175"/>
                <a:gd name="connsiteX19" fmla="*/ 61189 w 61565"/>
                <a:gd name="connsiteY19" fmla="*/ 21534 h 58175"/>
                <a:gd name="connsiteX20" fmla="*/ 59761 w 61565"/>
                <a:gd name="connsiteY20" fmla="*/ 20802 h 5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1565" h="58175">
                  <a:moveTo>
                    <a:pt x="59788" y="20797"/>
                  </a:moveTo>
                  <a:lnTo>
                    <a:pt x="39274" y="20385"/>
                  </a:lnTo>
                  <a:lnTo>
                    <a:pt x="32538" y="1221"/>
                  </a:lnTo>
                  <a:cubicBezTo>
                    <a:pt x="32193" y="261"/>
                    <a:pt x="31134" y="-236"/>
                    <a:pt x="30175" y="110"/>
                  </a:cubicBezTo>
                  <a:cubicBezTo>
                    <a:pt x="29658" y="296"/>
                    <a:pt x="29250" y="704"/>
                    <a:pt x="29064" y="1221"/>
                  </a:cubicBezTo>
                  <a:lnTo>
                    <a:pt x="22329" y="20385"/>
                  </a:lnTo>
                  <a:lnTo>
                    <a:pt x="1804" y="20798"/>
                  </a:lnTo>
                  <a:cubicBezTo>
                    <a:pt x="782" y="20824"/>
                    <a:pt x="-25" y="21673"/>
                    <a:pt x="1" y="22695"/>
                  </a:cubicBezTo>
                  <a:cubicBezTo>
                    <a:pt x="15" y="23258"/>
                    <a:pt x="284" y="23783"/>
                    <a:pt x="733" y="24123"/>
                  </a:cubicBezTo>
                  <a:lnTo>
                    <a:pt x="17067" y="36383"/>
                  </a:lnTo>
                  <a:lnTo>
                    <a:pt x="11111" y="55790"/>
                  </a:lnTo>
                  <a:cubicBezTo>
                    <a:pt x="10816" y="56769"/>
                    <a:pt x="11371" y="57802"/>
                    <a:pt x="12350" y="58097"/>
                  </a:cubicBezTo>
                  <a:cubicBezTo>
                    <a:pt x="12885" y="58258"/>
                    <a:pt x="13464" y="58169"/>
                    <a:pt x="13925" y="57855"/>
                  </a:cubicBezTo>
                  <a:lnTo>
                    <a:pt x="30796" y="46255"/>
                  </a:lnTo>
                  <a:lnTo>
                    <a:pt x="47640" y="57854"/>
                  </a:lnTo>
                  <a:cubicBezTo>
                    <a:pt x="48485" y="58430"/>
                    <a:pt x="49637" y="58211"/>
                    <a:pt x="50212" y="57366"/>
                  </a:cubicBezTo>
                  <a:cubicBezTo>
                    <a:pt x="50526" y="56903"/>
                    <a:pt x="50616" y="56324"/>
                    <a:pt x="50454" y="55789"/>
                  </a:cubicBezTo>
                  <a:lnTo>
                    <a:pt x="44498" y="36382"/>
                  </a:lnTo>
                  <a:lnTo>
                    <a:pt x="60833" y="24127"/>
                  </a:lnTo>
                  <a:cubicBezTo>
                    <a:pt x="61647" y="23510"/>
                    <a:pt x="61807" y="22349"/>
                    <a:pt x="61189" y="21534"/>
                  </a:cubicBezTo>
                  <a:cubicBezTo>
                    <a:pt x="60849" y="21085"/>
                    <a:pt x="60323" y="20816"/>
                    <a:pt x="59761" y="20802"/>
                  </a:cubicBezTo>
                  <a:close/>
                </a:path>
              </a:pathLst>
            </a:custGeom>
            <a:noFill/>
            <a:ln w="6350" cap="flat">
              <a:solidFill>
                <a:srgbClr val="25408F"/>
              </a:solidFill>
              <a:prstDash val="solid"/>
              <a:miter/>
            </a:ln>
          </p:spPr>
          <p:txBody>
            <a:bodyPr rtlCol="0" anchor="ctr"/>
            <a:lstStyle/>
            <a:p>
              <a:endParaRPr lang="en-AU"/>
            </a:p>
          </p:txBody>
        </p:sp>
        <p:sp>
          <p:nvSpPr>
            <p:cNvPr id="77" name="Freeform: Shape 76">
              <a:extLst>
                <a:ext uri="{FF2B5EF4-FFF2-40B4-BE49-F238E27FC236}">
                  <a16:creationId xmlns:a16="http://schemas.microsoft.com/office/drawing/2014/main" id="{C73EDC56-E647-329C-04D8-DC2188D56CEC}"/>
                </a:ext>
              </a:extLst>
            </p:cNvPr>
            <p:cNvSpPr/>
            <p:nvPr/>
          </p:nvSpPr>
          <p:spPr>
            <a:xfrm>
              <a:off x="806058" y="2228041"/>
              <a:ext cx="61569" cy="58176"/>
            </a:xfrm>
            <a:custGeom>
              <a:avLst/>
              <a:gdLst>
                <a:gd name="connsiteX0" fmla="*/ 59787 w 61569"/>
                <a:gd name="connsiteY0" fmla="*/ 20799 h 58176"/>
                <a:gd name="connsiteX1" fmla="*/ 39273 w 61569"/>
                <a:gd name="connsiteY1" fmla="*/ 20385 h 58176"/>
                <a:gd name="connsiteX2" fmla="*/ 32541 w 61569"/>
                <a:gd name="connsiteY2" fmla="*/ 1221 h 58176"/>
                <a:gd name="connsiteX3" fmla="*/ 30177 w 61569"/>
                <a:gd name="connsiteY3" fmla="*/ 110 h 58176"/>
                <a:gd name="connsiteX4" fmla="*/ 29066 w 61569"/>
                <a:gd name="connsiteY4" fmla="*/ 1221 h 58176"/>
                <a:gd name="connsiteX5" fmla="*/ 22328 w 61569"/>
                <a:gd name="connsiteY5" fmla="*/ 20385 h 58176"/>
                <a:gd name="connsiteX6" fmla="*/ 1804 w 61569"/>
                <a:gd name="connsiteY6" fmla="*/ 20798 h 58176"/>
                <a:gd name="connsiteX7" fmla="*/ 1 w 61569"/>
                <a:gd name="connsiteY7" fmla="*/ 22697 h 58176"/>
                <a:gd name="connsiteX8" fmla="*/ 731 w 61569"/>
                <a:gd name="connsiteY8" fmla="*/ 24123 h 58176"/>
                <a:gd name="connsiteX9" fmla="*/ 17066 w 61569"/>
                <a:gd name="connsiteY9" fmla="*/ 36384 h 58176"/>
                <a:gd name="connsiteX10" fmla="*/ 11110 w 61569"/>
                <a:gd name="connsiteY10" fmla="*/ 55791 h 58176"/>
                <a:gd name="connsiteX11" fmla="*/ 12353 w 61569"/>
                <a:gd name="connsiteY11" fmla="*/ 58096 h 58176"/>
                <a:gd name="connsiteX12" fmla="*/ 13925 w 61569"/>
                <a:gd name="connsiteY12" fmla="*/ 57853 h 58176"/>
                <a:gd name="connsiteX13" fmla="*/ 30797 w 61569"/>
                <a:gd name="connsiteY13" fmla="*/ 46256 h 58176"/>
                <a:gd name="connsiteX14" fmla="*/ 47643 w 61569"/>
                <a:gd name="connsiteY14" fmla="*/ 57856 h 58176"/>
                <a:gd name="connsiteX15" fmla="*/ 50215 w 61569"/>
                <a:gd name="connsiteY15" fmla="*/ 57364 h 58176"/>
                <a:gd name="connsiteX16" fmla="*/ 50457 w 61569"/>
                <a:gd name="connsiteY16" fmla="*/ 55794 h 58176"/>
                <a:gd name="connsiteX17" fmla="*/ 44501 w 61569"/>
                <a:gd name="connsiteY17" fmla="*/ 36387 h 58176"/>
                <a:gd name="connsiteX18" fmla="*/ 60837 w 61569"/>
                <a:gd name="connsiteY18" fmla="*/ 24132 h 58176"/>
                <a:gd name="connsiteX19" fmla="*/ 61193 w 61569"/>
                <a:gd name="connsiteY19" fmla="*/ 21539 h 58176"/>
                <a:gd name="connsiteX20" fmla="*/ 59764 w 61569"/>
                <a:gd name="connsiteY20" fmla="*/ 20807 h 58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1569" h="58176">
                  <a:moveTo>
                    <a:pt x="59787" y="20799"/>
                  </a:moveTo>
                  <a:lnTo>
                    <a:pt x="39273" y="20385"/>
                  </a:lnTo>
                  <a:lnTo>
                    <a:pt x="32541" y="1221"/>
                  </a:lnTo>
                  <a:cubicBezTo>
                    <a:pt x="32195" y="261"/>
                    <a:pt x="31137" y="-236"/>
                    <a:pt x="30177" y="110"/>
                  </a:cubicBezTo>
                  <a:cubicBezTo>
                    <a:pt x="29660" y="297"/>
                    <a:pt x="29253" y="704"/>
                    <a:pt x="29066" y="1221"/>
                  </a:cubicBezTo>
                  <a:lnTo>
                    <a:pt x="22328" y="20385"/>
                  </a:lnTo>
                  <a:lnTo>
                    <a:pt x="1804" y="20798"/>
                  </a:lnTo>
                  <a:cubicBezTo>
                    <a:pt x="781" y="20825"/>
                    <a:pt x="-26" y="21674"/>
                    <a:pt x="1" y="22697"/>
                  </a:cubicBezTo>
                  <a:cubicBezTo>
                    <a:pt x="15" y="23258"/>
                    <a:pt x="284" y="23783"/>
                    <a:pt x="731" y="24123"/>
                  </a:cubicBezTo>
                  <a:lnTo>
                    <a:pt x="17066" y="36384"/>
                  </a:lnTo>
                  <a:lnTo>
                    <a:pt x="11110" y="55791"/>
                  </a:lnTo>
                  <a:cubicBezTo>
                    <a:pt x="10817" y="56771"/>
                    <a:pt x="11374" y="57803"/>
                    <a:pt x="12353" y="58096"/>
                  </a:cubicBezTo>
                  <a:cubicBezTo>
                    <a:pt x="12887" y="58255"/>
                    <a:pt x="13464" y="58166"/>
                    <a:pt x="13925" y="57853"/>
                  </a:cubicBezTo>
                  <a:lnTo>
                    <a:pt x="30797" y="46256"/>
                  </a:lnTo>
                  <a:lnTo>
                    <a:pt x="47643" y="57856"/>
                  </a:lnTo>
                  <a:cubicBezTo>
                    <a:pt x="48489" y="58431"/>
                    <a:pt x="49641" y="58210"/>
                    <a:pt x="50215" y="57364"/>
                  </a:cubicBezTo>
                  <a:cubicBezTo>
                    <a:pt x="50528" y="56904"/>
                    <a:pt x="50617" y="56327"/>
                    <a:pt x="50457" y="55794"/>
                  </a:cubicBezTo>
                  <a:lnTo>
                    <a:pt x="44501" y="36387"/>
                  </a:lnTo>
                  <a:lnTo>
                    <a:pt x="60837" y="24132"/>
                  </a:lnTo>
                  <a:cubicBezTo>
                    <a:pt x="61651" y="23515"/>
                    <a:pt x="61811" y="22353"/>
                    <a:pt x="61193" y="21539"/>
                  </a:cubicBezTo>
                  <a:cubicBezTo>
                    <a:pt x="60853" y="21090"/>
                    <a:pt x="60327" y="20821"/>
                    <a:pt x="59764" y="20807"/>
                  </a:cubicBezTo>
                  <a:close/>
                </a:path>
              </a:pathLst>
            </a:custGeom>
            <a:noFill/>
            <a:ln w="6350" cap="flat">
              <a:solidFill>
                <a:srgbClr val="25408F"/>
              </a:solidFill>
              <a:prstDash val="solid"/>
              <a:miter/>
            </a:ln>
          </p:spPr>
          <p:txBody>
            <a:bodyPr rtlCol="0" anchor="ctr"/>
            <a:lstStyle/>
            <a:p>
              <a:endParaRPr lang="en-AU"/>
            </a:p>
          </p:txBody>
        </p:sp>
        <p:sp>
          <p:nvSpPr>
            <p:cNvPr id="78" name="Freeform: Shape 77">
              <a:extLst>
                <a:ext uri="{FF2B5EF4-FFF2-40B4-BE49-F238E27FC236}">
                  <a16:creationId xmlns:a16="http://schemas.microsoft.com/office/drawing/2014/main" id="{CB7C6AA4-6713-7865-86BC-B77513E5F40A}"/>
                </a:ext>
              </a:extLst>
            </p:cNvPr>
            <p:cNvSpPr/>
            <p:nvPr/>
          </p:nvSpPr>
          <p:spPr>
            <a:xfrm>
              <a:off x="1153502" y="2228042"/>
              <a:ext cx="61567" cy="58172"/>
            </a:xfrm>
            <a:custGeom>
              <a:avLst/>
              <a:gdLst>
                <a:gd name="connsiteX0" fmla="*/ 59787 w 61567"/>
                <a:gd name="connsiteY0" fmla="*/ 20798 h 58172"/>
                <a:gd name="connsiteX1" fmla="*/ 39273 w 61567"/>
                <a:gd name="connsiteY1" fmla="*/ 20385 h 58172"/>
                <a:gd name="connsiteX2" fmla="*/ 32538 w 61567"/>
                <a:gd name="connsiteY2" fmla="*/ 1221 h 58172"/>
                <a:gd name="connsiteX3" fmla="*/ 30174 w 61567"/>
                <a:gd name="connsiteY3" fmla="*/ 110 h 58172"/>
                <a:gd name="connsiteX4" fmla="*/ 29063 w 61567"/>
                <a:gd name="connsiteY4" fmla="*/ 1221 h 58172"/>
                <a:gd name="connsiteX5" fmla="*/ 22328 w 61567"/>
                <a:gd name="connsiteY5" fmla="*/ 20385 h 58172"/>
                <a:gd name="connsiteX6" fmla="*/ 1804 w 61567"/>
                <a:gd name="connsiteY6" fmla="*/ 20798 h 58172"/>
                <a:gd name="connsiteX7" fmla="*/ 1 w 61567"/>
                <a:gd name="connsiteY7" fmla="*/ 22697 h 58172"/>
                <a:gd name="connsiteX8" fmla="*/ 731 w 61567"/>
                <a:gd name="connsiteY8" fmla="*/ 24123 h 58172"/>
                <a:gd name="connsiteX9" fmla="*/ 17067 w 61567"/>
                <a:gd name="connsiteY9" fmla="*/ 36383 h 58172"/>
                <a:gd name="connsiteX10" fmla="*/ 11111 w 61567"/>
                <a:gd name="connsiteY10" fmla="*/ 55790 h 58172"/>
                <a:gd name="connsiteX11" fmla="*/ 12354 w 61567"/>
                <a:gd name="connsiteY11" fmla="*/ 58094 h 58172"/>
                <a:gd name="connsiteX12" fmla="*/ 13925 w 61567"/>
                <a:gd name="connsiteY12" fmla="*/ 57852 h 58172"/>
                <a:gd name="connsiteX13" fmla="*/ 30795 w 61567"/>
                <a:gd name="connsiteY13" fmla="*/ 46252 h 58172"/>
                <a:gd name="connsiteX14" fmla="*/ 47641 w 61567"/>
                <a:gd name="connsiteY14" fmla="*/ 57852 h 58172"/>
                <a:gd name="connsiteX15" fmla="*/ 50214 w 61567"/>
                <a:gd name="connsiteY15" fmla="*/ 57361 h 58172"/>
                <a:gd name="connsiteX16" fmla="*/ 50456 w 61567"/>
                <a:gd name="connsiteY16" fmla="*/ 55790 h 58172"/>
                <a:gd name="connsiteX17" fmla="*/ 44500 w 61567"/>
                <a:gd name="connsiteY17" fmla="*/ 36383 h 58172"/>
                <a:gd name="connsiteX18" fmla="*/ 60835 w 61567"/>
                <a:gd name="connsiteY18" fmla="*/ 24128 h 58172"/>
                <a:gd name="connsiteX19" fmla="*/ 61191 w 61567"/>
                <a:gd name="connsiteY19" fmla="*/ 21535 h 58172"/>
                <a:gd name="connsiteX20" fmla="*/ 59762 w 61567"/>
                <a:gd name="connsiteY20" fmla="*/ 20803 h 5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1567" h="58172">
                  <a:moveTo>
                    <a:pt x="59787" y="20798"/>
                  </a:moveTo>
                  <a:lnTo>
                    <a:pt x="39273" y="20385"/>
                  </a:lnTo>
                  <a:lnTo>
                    <a:pt x="32538" y="1221"/>
                  </a:lnTo>
                  <a:cubicBezTo>
                    <a:pt x="32192" y="261"/>
                    <a:pt x="31134" y="-236"/>
                    <a:pt x="30174" y="110"/>
                  </a:cubicBezTo>
                  <a:cubicBezTo>
                    <a:pt x="29657" y="297"/>
                    <a:pt x="29250" y="704"/>
                    <a:pt x="29063" y="1221"/>
                  </a:cubicBezTo>
                  <a:lnTo>
                    <a:pt x="22328" y="20385"/>
                  </a:lnTo>
                  <a:lnTo>
                    <a:pt x="1804" y="20798"/>
                  </a:lnTo>
                  <a:cubicBezTo>
                    <a:pt x="781" y="20825"/>
                    <a:pt x="-26" y="21674"/>
                    <a:pt x="1" y="22697"/>
                  </a:cubicBezTo>
                  <a:cubicBezTo>
                    <a:pt x="15" y="23258"/>
                    <a:pt x="284" y="23783"/>
                    <a:pt x="731" y="24123"/>
                  </a:cubicBezTo>
                  <a:lnTo>
                    <a:pt x="17067" y="36383"/>
                  </a:lnTo>
                  <a:lnTo>
                    <a:pt x="11111" y="55790"/>
                  </a:lnTo>
                  <a:cubicBezTo>
                    <a:pt x="10818" y="56770"/>
                    <a:pt x="11375" y="57802"/>
                    <a:pt x="12354" y="58094"/>
                  </a:cubicBezTo>
                  <a:cubicBezTo>
                    <a:pt x="12888" y="58254"/>
                    <a:pt x="13464" y="58164"/>
                    <a:pt x="13925" y="57852"/>
                  </a:cubicBezTo>
                  <a:lnTo>
                    <a:pt x="30795" y="46252"/>
                  </a:lnTo>
                  <a:lnTo>
                    <a:pt x="47641" y="57852"/>
                  </a:lnTo>
                  <a:cubicBezTo>
                    <a:pt x="48487" y="58427"/>
                    <a:pt x="49639" y="58207"/>
                    <a:pt x="50214" y="57361"/>
                  </a:cubicBezTo>
                  <a:cubicBezTo>
                    <a:pt x="50526" y="56900"/>
                    <a:pt x="50616" y="56324"/>
                    <a:pt x="50456" y="55790"/>
                  </a:cubicBezTo>
                  <a:lnTo>
                    <a:pt x="44500" y="36383"/>
                  </a:lnTo>
                  <a:lnTo>
                    <a:pt x="60835" y="24128"/>
                  </a:lnTo>
                  <a:cubicBezTo>
                    <a:pt x="61649" y="23511"/>
                    <a:pt x="61809" y="22349"/>
                    <a:pt x="61191" y="21535"/>
                  </a:cubicBezTo>
                  <a:cubicBezTo>
                    <a:pt x="60851" y="21086"/>
                    <a:pt x="60325" y="20817"/>
                    <a:pt x="59762" y="20803"/>
                  </a:cubicBezTo>
                  <a:close/>
                </a:path>
              </a:pathLst>
            </a:custGeom>
            <a:noFill/>
            <a:ln w="6350" cap="flat">
              <a:solidFill>
                <a:srgbClr val="25408F"/>
              </a:solidFill>
              <a:prstDash val="solid"/>
              <a:miter/>
            </a:ln>
          </p:spPr>
          <p:txBody>
            <a:bodyPr rtlCol="0" anchor="ctr"/>
            <a:lstStyle/>
            <a:p>
              <a:endParaRPr lang="en-AU"/>
            </a:p>
          </p:txBody>
        </p:sp>
      </p:grpSp>
      <p:sp>
        <p:nvSpPr>
          <p:cNvPr id="79" name="Content Placeholder 47">
            <a:extLst>
              <a:ext uri="{FF2B5EF4-FFF2-40B4-BE49-F238E27FC236}">
                <a16:creationId xmlns:a16="http://schemas.microsoft.com/office/drawing/2014/main" id="{2C2B94D6-3508-CAE2-2CF2-E6E87153E3C4}"/>
              </a:ext>
            </a:extLst>
          </p:cNvPr>
          <p:cNvSpPr txBox="1">
            <a:spLocks/>
          </p:cNvSpPr>
          <p:nvPr/>
        </p:nvSpPr>
        <p:spPr>
          <a:xfrm>
            <a:off x="6485673" y="5651664"/>
            <a:ext cx="4681527" cy="872354"/>
          </a:xfrm>
          <a:prstGeom prst="rect">
            <a:avLst/>
          </a:prstGeom>
        </p:spPr>
        <p:txBody>
          <a:bodyPr vert="horz" lIns="0" tIns="0" rIns="0" bIns="0" rtlCol="0">
            <a:noAutofit/>
          </a:bodyPr>
          <a:lstStyle>
            <a:lvl1pPr marL="0" indent="0" algn="l" defTabSz="914400" rtl="0" eaLnBrk="1" latinLnBrk="0" hangingPunct="1">
              <a:lnSpc>
                <a:spcPct val="100000"/>
              </a:lnSpc>
              <a:spcBef>
                <a:spcPts val="300"/>
              </a:spcBef>
              <a:spcAft>
                <a:spcPts val="600"/>
              </a:spcAft>
              <a:buFontTx/>
              <a:buNone/>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None/>
              <a:defRPr sz="1400" kern="1200" spc="300">
                <a:solidFill>
                  <a:schemeClr val="accent3"/>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a:lnSpc>
                <a:spcPts val="1800"/>
              </a:lnSpc>
              <a:spcAft>
                <a:spcPts val="800"/>
              </a:spcAft>
            </a:pPr>
            <a:r>
              <a:rPr lang="en-CA" sz="1200" b="1">
                <a:solidFill>
                  <a:schemeClr val="accent5"/>
                </a:solidFill>
                <a:latin typeface="Open Sans Semibold" panose="020B0606030504020204" pitchFamily="34" charset="0"/>
                <a:ea typeface="Open Sans Semibold" panose="020B0606030504020204" pitchFamily="34" charset="0"/>
                <a:cs typeface="Open Sans Semibold" panose="020B0606030504020204" pitchFamily="34" charset="0"/>
              </a:rPr>
              <a:t>Relevance to [ Client Name ]</a:t>
            </a:r>
          </a:p>
          <a:p>
            <a:pPr>
              <a:lnSpc>
                <a:spcPts val="1800"/>
              </a:lnSpc>
              <a:spcAft>
                <a:spcPts val="800"/>
              </a:spcAft>
            </a:pPr>
            <a:r>
              <a:rPr lang="en-CA" sz="1200"/>
              <a:t>Write a sentence or two about why this data is relevant for your client’s situation.</a:t>
            </a:r>
          </a:p>
          <a:p>
            <a:pPr>
              <a:lnSpc>
                <a:spcPts val="1800"/>
              </a:lnSpc>
              <a:spcAft>
                <a:spcPts val="800"/>
              </a:spcAft>
            </a:pPr>
            <a:endParaRPr lang="en-CA" sz="1200"/>
          </a:p>
        </p:txBody>
      </p:sp>
      <p:sp>
        <p:nvSpPr>
          <p:cNvPr id="11" name="Rounded Rectangle 10">
            <a:extLst>
              <a:ext uri="{FF2B5EF4-FFF2-40B4-BE49-F238E27FC236}">
                <a16:creationId xmlns:a16="http://schemas.microsoft.com/office/drawing/2014/main" id="{25F29470-0B82-0D6A-1FE1-38A0680F8BBF}"/>
              </a:ext>
            </a:extLst>
          </p:cNvPr>
          <p:cNvSpPr/>
          <p:nvPr/>
        </p:nvSpPr>
        <p:spPr>
          <a:xfrm>
            <a:off x="8256713" y="3953042"/>
            <a:ext cx="1318654" cy="956441"/>
          </a:xfrm>
          <a:prstGeom prst="roundRect">
            <a:avLst/>
          </a:prstGeom>
          <a:solidFill>
            <a:srgbClr val="FBD1D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CA" sz="1200" noProof="0">
                <a:solidFill>
                  <a:schemeClr val="tx2"/>
                </a:solidFill>
              </a:rPr>
              <a:t>Sample Graph</a:t>
            </a:r>
          </a:p>
        </p:txBody>
      </p:sp>
      <p:sp>
        <p:nvSpPr>
          <p:cNvPr id="12" name="Rounded Rectangle 11">
            <a:extLst>
              <a:ext uri="{FF2B5EF4-FFF2-40B4-BE49-F238E27FC236}">
                <a16:creationId xmlns:a16="http://schemas.microsoft.com/office/drawing/2014/main" id="{C260623B-1E2C-D509-062A-123006D92FC1}"/>
              </a:ext>
            </a:extLst>
          </p:cNvPr>
          <p:cNvSpPr/>
          <p:nvPr/>
        </p:nvSpPr>
        <p:spPr>
          <a:xfrm>
            <a:off x="8256713" y="1399028"/>
            <a:ext cx="1318654" cy="956441"/>
          </a:xfrm>
          <a:prstGeom prst="roundRect">
            <a:avLst/>
          </a:prstGeom>
          <a:solidFill>
            <a:srgbClr val="FBD1D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CA" sz="1200" noProof="0">
                <a:solidFill>
                  <a:schemeClr val="tx2"/>
                </a:solidFill>
              </a:rPr>
              <a:t>Sample Graph</a:t>
            </a:r>
          </a:p>
        </p:txBody>
      </p:sp>
    </p:spTree>
    <p:custDataLst>
      <p:custData r:id="rId1"/>
      <p:custData r:id="rId2"/>
    </p:custDataLst>
    <p:extLst>
      <p:ext uri="{BB962C8B-B14F-4D97-AF65-F5344CB8AC3E}">
        <p14:creationId xmlns:p14="http://schemas.microsoft.com/office/powerpoint/2010/main" val="17357696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7" name="Group 66">
            <a:extLst>
              <a:ext uri="{FF2B5EF4-FFF2-40B4-BE49-F238E27FC236}">
                <a16:creationId xmlns:a16="http://schemas.microsoft.com/office/drawing/2014/main" id="{7725BAD6-FB7D-A4A3-E981-E83C9BCD7A32}"/>
              </a:ext>
            </a:extLst>
          </p:cNvPr>
          <p:cNvGrpSpPr/>
          <p:nvPr/>
        </p:nvGrpSpPr>
        <p:grpSpPr>
          <a:xfrm>
            <a:off x="456590" y="963627"/>
            <a:ext cx="5398834" cy="5002237"/>
            <a:chOff x="4996832" y="7916"/>
            <a:chExt cx="8355800" cy="7741984"/>
          </a:xfrm>
          <a:solidFill>
            <a:srgbClr val="DBE5FF"/>
          </a:solidFill>
        </p:grpSpPr>
        <p:sp>
          <p:nvSpPr>
            <p:cNvPr id="68" name="Freeform: Shape 4">
              <a:extLst>
                <a:ext uri="{FF2B5EF4-FFF2-40B4-BE49-F238E27FC236}">
                  <a16:creationId xmlns:a16="http://schemas.microsoft.com/office/drawing/2014/main" id="{4CAF0900-6F3F-94B7-305D-B7AE9B8F306E}"/>
                </a:ext>
              </a:extLst>
            </p:cNvPr>
            <p:cNvSpPr/>
            <p:nvPr/>
          </p:nvSpPr>
          <p:spPr>
            <a:xfrm>
              <a:off x="6360739" y="4581727"/>
              <a:ext cx="1136550" cy="2015319"/>
            </a:xfrm>
            <a:custGeom>
              <a:avLst/>
              <a:gdLst>
                <a:gd name="connsiteX0" fmla="*/ 749685 w 752129"/>
                <a:gd name="connsiteY0" fmla="*/ 124995 h 1333667"/>
                <a:gd name="connsiteX1" fmla="*/ 746952 w 752129"/>
                <a:gd name="connsiteY1" fmla="*/ 122550 h 1333667"/>
                <a:gd name="connsiteX2" fmla="*/ 744363 w 752129"/>
                <a:gd name="connsiteY2" fmla="*/ 122550 h 1333667"/>
                <a:gd name="connsiteX3" fmla="*/ 741917 w 752129"/>
                <a:gd name="connsiteY3" fmla="*/ 122550 h 1333667"/>
                <a:gd name="connsiteX4" fmla="*/ 739472 w 752129"/>
                <a:gd name="connsiteY4" fmla="*/ 122550 h 1333667"/>
                <a:gd name="connsiteX5" fmla="*/ 736883 w 752129"/>
                <a:gd name="connsiteY5" fmla="*/ 122550 h 1333667"/>
                <a:gd name="connsiteX6" fmla="*/ 731705 w 752129"/>
                <a:gd name="connsiteY6" fmla="*/ 119817 h 1333667"/>
                <a:gd name="connsiteX7" fmla="*/ 729260 w 752129"/>
                <a:gd name="connsiteY7" fmla="*/ 119817 h 1333667"/>
                <a:gd name="connsiteX8" fmla="*/ 726671 w 752129"/>
                <a:gd name="connsiteY8" fmla="*/ 119817 h 1333667"/>
                <a:gd name="connsiteX9" fmla="*/ 719047 w 752129"/>
                <a:gd name="connsiteY9" fmla="*/ 119817 h 1333667"/>
                <a:gd name="connsiteX10" fmla="*/ 719047 w 752129"/>
                <a:gd name="connsiteY10" fmla="*/ 117228 h 1333667"/>
                <a:gd name="connsiteX11" fmla="*/ 716458 w 752129"/>
                <a:gd name="connsiteY11" fmla="*/ 117228 h 1333667"/>
                <a:gd name="connsiteX12" fmla="*/ 713725 w 752129"/>
                <a:gd name="connsiteY12" fmla="*/ 117228 h 1333667"/>
                <a:gd name="connsiteX13" fmla="*/ 703513 w 752129"/>
                <a:gd name="connsiteY13" fmla="*/ 117228 h 1333667"/>
                <a:gd name="connsiteX14" fmla="*/ 703513 w 752129"/>
                <a:gd name="connsiteY14" fmla="*/ 114783 h 1333667"/>
                <a:gd name="connsiteX15" fmla="*/ 701067 w 752129"/>
                <a:gd name="connsiteY15" fmla="*/ 114783 h 1333667"/>
                <a:gd name="connsiteX16" fmla="*/ 698622 w 752129"/>
                <a:gd name="connsiteY16" fmla="*/ 114783 h 1333667"/>
                <a:gd name="connsiteX17" fmla="*/ 696177 w 752129"/>
                <a:gd name="connsiteY17" fmla="*/ 114783 h 1333667"/>
                <a:gd name="connsiteX18" fmla="*/ 693300 w 752129"/>
                <a:gd name="connsiteY18" fmla="*/ 114783 h 1333667"/>
                <a:gd name="connsiteX19" fmla="*/ 690855 w 752129"/>
                <a:gd name="connsiteY19" fmla="*/ 114783 h 1333667"/>
                <a:gd name="connsiteX20" fmla="*/ 690855 w 752129"/>
                <a:gd name="connsiteY20" fmla="*/ 112338 h 1333667"/>
                <a:gd name="connsiteX21" fmla="*/ 688410 w 752129"/>
                <a:gd name="connsiteY21" fmla="*/ 112338 h 1333667"/>
                <a:gd name="connsiteX22" fmla="*/ 680642 w 752129"/>
                <a:gd name="connsiteY22" fmla="*/ 112338 h 1333667"/>
                <a:gd name="connsiteX23" fmla="*/ 678197 w 752129"/>
                <a:gd name="connsiteY23" fmla="*/ 112338 h 1333667"/>
                <a:gd name="connsiteX24" fmla="*/ 675752 w 752129"/>
                <a:gd name="connsiteY24" fmla="*/ 112338 h 1333667"/>
                <a:gd name="connsiteX25" fmla="*/ 673019 w 752129"/>
                <a:gd name="connsiteY25" fmla="*/ 109605 h 1333667"/>
                <a:gd name="connsiteX26" fmla="*/ 670430 w 752129"/>
                <a:gd name="connsiteY26" fmla="*/ 109605 h 1333667"/>
                <a:gd name="connsiteX27" fmla="*/ 667985 w 752129"/>
                <a:gd name="connsiteY27" fmla="*/ 109605 h 1333667"/>
                <a:gd name="connsiteX28" fmla="*/ 662950 w 752129"/>
                <a:gd name="connsiteY28" fmla="*/ 109605 h 1333667"/>
                <a:gd name="connsiteX29" fmla="*/ 660217 w 752129"/>
                <a:gd name="connsiteY29" fmla="*/ 109605 h 1333667"/>
                <a:gd name="connsiteX30" fmla="*/ 650005 w 752129"/>
                <a:gd name="connsiteY30" fmla="*/ 107015 h 1333667"/>
                <a:gd name="connsiteX31" fmla="*/ 647560 w 752129"/>
                <a:gd name="connsiteY31" fmla="*/ 107015 h 1333667"/>
                <a:gd name="connsiteX32" fmla="*/ 645114 w 752129"/>
                <a:gd name="connsiteY32" fmla="*/ 104570 h 1333667"/>
                <a:gd name="connsiteX33" fmla="*/ 642525 w 752129"/>
                <a:gd name="connsiteY33" fmla="*/ 104570 h 1333667"/>
                <a:gd name="connsiteX34" fmla="*/ 639792 w 752129"/>
                <a:gd name="connsiteY34" fmla="*/ 104570 h 1333667"/>
                <a:gd name="connsiteX35" fmla="*/ 637347 w 752129"/>
                <a:gd name="connsiteY35" fmla="*/ 104570 h 1333667"/>
                <a:gd name="connsiteX36" fmla="*/ 634902 w 752129"/>
                <a:gd name="connsiteY36" fmla="*/ 104570 h 1333667"/>
                <a:gd name="connsiteX37" fmla="*/ 632313 w 752129"/>
                <a:gd name="connsiteY37" fmla="*/ 102125 h 1333667"/>
                <a:gd name="connsiteX38" fmla="*/ 629580 w 752129"/>
                <a:gd name="connsiteY38" fmla="*/ 102125 h 1333667"/>
                <a:gd name="connsiteX39" fmla="*/ 627135 w 752129"/>
                <a:gd name="connsiteY39" fmla="*/ 102125 h 1333667"/>
                <a:gd name="connsiteX40" fmla="*/ 624689 w 752129"/>
                <a:gd name="connsiteY40" fmla="*/ 102125 h 1333667"/>
                <a:gd name="connsiteX41" fmla="*/ 619367 w 752129"/>
                <a:gd name="connsiteY41" fmla="*/ 99392 h 1333667"/>
                <a:gd name="connsiteX42" fmla="*/ 616922 w 752129"/>
                <a:gd name="connsiteY42" fmla="*/ 99392 h 1333667"/>
                <a:gd name="connsiteX43" fmla="*/ 614477 w 752129"/>
                <a:gd name="connsiteY43" fmla="*/ 99392 h 1333667"/>
                <a:gd name="connsiteX44" fmla="*/ 611888 w 752129"/>
                <a:gd name="connsiteY44" fmla="*/ 99392 h 1333667"/>
                <a:gd name="connsiteX45" fmla="*/ 609155 w 752129"/>
                <a:gd name="connsiteY45" fmla="*/ 99392 h 1333667"/>
                <a:gd name="connsiteX46" fmla="*/ 604264 w 752129"/>
                <a:gd name="connsiteY46" fmla="*/ 96803 h 1333667"/>
                <a:gd name="connsiteX47" fmla="*/ 599086 w 752129"/>
                <a:gd name="connsiteY47" fmla="*/ 96803 h 1333667"/>
                <a:gd name="connsiteX48" fmla="*/ 596497 w 752129"/>
                <a:gd name="connsiteY48" fmla="*/ 96803 h 1333667"/>
                <a:gd name="connsiteX49" fmla="*/ 594052 w 752129"/>
                <a:gd name="connsiteY49" fmla="*/ 96803 h 1333667"/>
                <a:gd name="connsiteX50" fmla="*/ 591607 w 752129"/>
                <a:gd name="connsiteY50" fmla="*/ 94358 h 1333667"/>
                <a:gd name="connsiteX51" fmla="*/ 586285 w 752129"/>
                <a:gd name="connsiteY51" fmla="*/ 94358 h 1333667"/>
                <a:gd name="connsiteX52" fmla="*/ 583839 w 752129"/>
                <a:gd name="connsiteY52" fmla="*/ 94358 h 1333667"/>
                <a:gd name="connsiteX53" fmla="*/ 581394 w 752129"/>
                <a:gd name="connsiteY53" fmla="*/ 94358 h 1333667"/>
                <a:gd name="connsiteX54" fmla="*/ 581394 w 752129"/>
                <a:gd name="connsiteY54" fmla="*/ 91913 h 1333667"/>
                <a:gd name="connsiteX55" fmla="*/ 578805 w 752129"/>
                <a:gd name="connsiteY55" fmla="*/ 91913 h 1333667"/>
                <a:gd name="connsiteX56" fmla="*/ 576072 w 752129"/>
                <a:gd name="connsiteY56" fmla="*/ 91913 h 1333667"/>
                <a:gd name="connsiteX57" fmla="*/ 571181 w 752129"/>
                <a:gd name="connsiteY57" fmla="*/ 91913 h 1333667"/>
                <a:gd name="connsiteX58" fmla="*/ 568593 w 752129"/>
                <a:gd name="connsiteY58" fmla="*/ 91913 h 1333667"/>
                <a:gd name="connsiteX59" fmla="*/ 568593 w 752129"/>
                <a:gd name="connsiteY59" fmla="*/ 89180 h 1333667"/>
                <a:gd name="connsiteX60" fmla="*/ 565860 w 752129"/>
                <a:gd name="connsiteY60" fmla="*/ 89180 h 1333667"/>
                <a:gd name="connsiteX61" fmla="*/ 558380 w 752129"/>
                <a:gd name="connsiteY61" fmla="*/ 89180 h 1333667"/>
                <a:gd name="connsiteX62" fmla="*/ 555647 w 752129"/>
                <a:gd name="connsiteY62" fmla="*/ 89180 h 1333667"/>
                <a:gd name="connsiteX63" fmla="*/ 550756 w 752129"/>
                <a:gd name="connsiteY63" fmla="*/ 86590 h 1333667"/>
                <a:gd name="connsiteX64" fmla="*/ 548167 w 752129"/>
                <a:gd name="connsiteY64" fmla="*/ 86590 h 1333667"/>
                <a:gd name="connsiteX65" fmla="*/ 545435 w 752129"/>
                <a:gd name="connsiteY65" fmla="*/ 86590 h 1333667"/>
                <a:gd name="connsiteX66" fmla="*/ 542989 w 752129"/>
                <a:gd name="connsiteY66" fmla="*/ 86590 h 1333667"/>
                <a:gd name="connsiteX67" fmla="*/ 542989 w 752129"/>
                <a:gd name="connsiteY67" fmla="*/ 84145 h 1333667"/>
                <a:gd name="connsiteX68" fmla="*/ 537955 w 752129"/>
                <a:gd name="connsiteY68" fmla="*/ 84145 h 1333667"/>
                <a:gd name="connsiteX69" fmla="*/ 535222 w 752129"/>
                <a:gd name="connsiteY69" fmla="*/ 84145 h 1333667"/>
                <a:gd name="connsiteX70" fmla="*/ 532777 w 752129"/>
                <a:gd name="connsiteY70" fmla="*/ 84145 h 1333667"/>
                <a:gd name="connsiteX71" fmla="*/ 530331 w 752129"/>
                <a:gd name="connsiteY71" fmla="*/ 84145 h 1333667"/>
                <a:gd name="connsiteX72" fmla="*/ 522564 w 752129"/>
                <a:gd name="connsiteY72" fmla="*/ 81700 h 1333667"/>
                <a:gd name="connsiteX73" fmla="*/ 517530 w 752129"/>
                <a:gd name="connsiteY73" fmla="*/ 79111 h 1333667"/>
                <a:gd name="connsiteX74" fmla="*/ 515085 w 752129"/>
                <a:gd name="connsiteY74" fmla="*/ 79111 h 1333667"/>
                <a:gd name="connsiteX75" fmla="*/ 512352 w 752129"/>
                <a:gd name="connsiteY75" fmla="*/ 79111 h 1333667"/>
                <a:gd name="connsiteX76" fmla="*/ 509906 w 752129"/>
                <a:gd name="connsiteY76" fmla="*/ 79111 h 1333667"/>
                <a:gd name="connsiteX77" fmla="*/ 507461 w 752129"/>
                <a:gd name="connsiteY77" fmla="*/ 79111 h 1333667"/>
                <a:gd name="connsiteX78" fmla="*/ 504872 w 752129"/>
                <a:gd name="connsiteY78" fmla="*/ 76378 h 1333667"/>
                <a:gd name="connsiteX79" fmla="*/ 502139 w 752129"/>
                <a:gd name="connsiteY79" fmla="*/ 76378 h 1333667"/>
                <a:gd name="connsiteX80" fmla="*/ 499694 w 752129"/>
                <a:gd name="connsiteY80" fmla="*/ 76378 h 1333667"/>
                <a:gd name="connsiteX81" fmla="*/ 497249 w 752129"/>
                <a:gd name="connsiteY81" fmla="*/ 76378 h 1333667"/>
                <a:gd name="connsiteX82" fmla="*/ 494660 w 752129"/>
                <a:gd name="connsiteY82" fmla="*/ 73933 h 1333667"/>
                <a:gd name="connsiteX83" fmla="*/ 491927 w 752129"/>
                <a:gd name="connsiteY83" fmla="*/ 73933 h 1333667"/>
                <a:gd name="connsiteX84" fmla="*/ 484447 w 752129"/>
                <a:gd name="connsiteY84" fmla="*/ 73933 h 1333667"/>
                <a:gd name="connsiteX85" fmla="*/ 481714 w 752129"/>
                <a:gd name="connsiteY85" fmla="*/ 71488 h 1333667"/>
                <a:gd name="connsiteX86" fmla="*/ 476824 w 752129"/>
                <a:gd name="connsiteY86" fmla="*/ 71488 h 1333667"/>
                <a:gd name="connsiteX87" fmla="*/ 469056 w 752129"/>
                <a:gd name="connsiteY87" fmla="*/ 69042 h 1333667"/>
                <a:gd name="connsiteX88" fmla="*/ 466611 w 752129"/>
                <a:gd name="connsiteY88" fmla="*/ 69042 h 1333667"/>
                <a:gd name="connsiteX89" fmla="*/ 456399 w 752129"/>
                <a:gd name="connsiteY89" fmla="*/ 66165 h 1333667"/>
                <a:gd name="connsiteX90" fmla="*/ 453953 w 752129"/>
                <a:gd name="connsiteY90" fmla="*/ 66165 h 1333667"/>
                <a:gd name="connsiteX91" fmla="*/ 451077 w 752129"/>
                <a:gd name="connsiteY91" fmla="*/ 66165 h 1333667"/>
                <a:gd name="connsiteX92" fmla="*/ 448631 w 752129"/>
                <a:gd name="connsiteY92" fmla="*/ 66165 h 1333667"/>
                <a:gd name="connsiteX93" fmla="*/ 446186 w 752129"/>
                <a:gd name="connsiteY93" fmla="*/ 63720 h 1333667"/>
                <a:gd name="connsiteX94" fmla="*/ 443597 w 752129"/>
                <a:gd name="connsiteY94" fmla="*/ 63720 h 1333667"/>
                <a:gd name="connsiteX95" fmla="*/ 438419 w 752129"/>
                <a:gd name="connsiteY95" fmla="*/ 63720 h 1333667"/>
                <a:gd name="connsiteX96" fmla="*/ 435974 w 752129"/>
                <a:gd name="connsiteY96" fmla="*/ 61275 h 1333667"/>
                <a:gd name="connsiteX97" fmla="*/ 433528 w 752129"/>
                <a:gd name="connsiteY97" fmla="*/ 61275 h 1333667"/>
                <a:gd name="connsiteX98" fmla="*/ 430939 w 752129"/>
                <a:gd name="connsiteY98" fmla="*/ 61275 h 1333667"/>
                <a:gd name="connsiteX99" fmla="*/ 428206 w 752129"/>
                <a:gd name="connsiteY99" fmla="*/ 61275 h 1333667"/>
                <a:gd name="connsiteX100" fmla="*/ 425761 w 752129"/>
                <a:gd name="connsiteY100" fmla="*/ 61275 h 1333667"/>
                <a:gd name="connsiteX101" fmla="*/ 423316 w 752129"/>
                <a:gd name="connsiteY101" fmla="*/ 58830 h 1333667"/>
                <a:gd name="connsiteX102" fmla="*/ 420727 w 752129"/>
                <a:gd name="connsiteY102" fmla="*/ 58830 h 1333667"/>
                <a:gd name="connsiteX103" fmla="*/ 417994 w 752129"/>
                <a:gd name="connsiteY103" fmla="*/ 58830 h 1333667"/>
                <a:gd name="connsiteX104" fmla="*/ 413103 w 752129"/>
                <a:gd name="connsiteY104" fmla="*/ 56097 h 1333667"/>
                <a:gd name="connsiteX105" fmla="*/ 410514 w 752129"/>
                <a:gd name="connsiteY105" fmla="*/ 56097 h 1333667"/>
                <a:gd name="connsiteX106" fmla="*/ 407781 w 752129"/>
                <a:gd name="connsiteY106" fmla="*/ 56097 h 1333667"/>
                <a:gd name="connsiteX107" fmla="*/ 405336 w 752129"/>
                <a:gd name="connsiteY107" fmla="*/ 56097 h 1333667"/>
                <a:gd name="connsiteX108" fmla="*/ 402891 w 752129"/>
                <a:gd name="connsiteY108" fmla="*/ 53508 h 1333667"/>
                <a:gd name="connsiteX109" fmla="*/ 397569 w 752129"/>
                <a:gd name="connsiteY109" fmla="*/ 53508 h 1333667"/>
                <a:gd name="connsiteX110" fmla="*/ 392678 w 752129"/>
                <a:gd name="connsiteY110" fmla="*/ 53508 h 1333667"/>
                <a:gd name="connsiteX111" fmla="*/ 392678 w 752129"/>
                <a:gd name="connsiteY111" fmla="*/ 51062 h 1333667"/>
                <a:gd name="connsiteX112" fmla="*/ 382466 w 752129"/>
                <a:gd name="connsiteY112" fmla="*/ 51062 h 1333667"/>
                <a:gd name="connsiteX113" fmla="*/ 377144 w 752129"/>
                <a:gd name="connsiteY113" fmla="*/ 48473 h 1333667"/>
                <a:gd name="connsiteX114" fmla="*/ 372253 w 752129"/>
                <a:gd name="connsiteY114" fmla="*/ 48473 h 1333667"/>
                <a:gd name="connsiteX115" fmla="*/ 369664 w 752129"/>
                <a:gd name="connsiteY115" fmla="*/ 45740 h 1333667"/>
                <a:gd name="connsiteX116" fmla="*/ 367219 w 752129"/>
                <a:gd name="connsiteY116" fmla="*/ 45740 h 1333667"/>
                <a:gd name="connsiteX117" fmla="*/ 364486 w 752129"/>
                <a:gd name="connsiteY117" fmla="*/ 45740 h 1333667"/>
                <a:gd name="connsiteX118" fmla="*/ 362041 w 752129"/>
                <a:gd name="connsiteY118" fmla="*/ 45740 h 1333667"/>
                <a:gd name="connsiteX119" fmla="*/ 362041 w 752129"/>
                <a:gd name="connsiteY119" fmla="*/ 43295 h 1333667"/>
                <a:gd name="connsiteX120" fmla="*/ 359595 w 752129"/>
                <a:gd name="connsiteY120" fmla="*/ 43295 h 1333667"/>
                <a:gd name="connsiteX121" fmla="*/ 354274 w 752129"/>
                <a:gd name="connsiteY121" fmla="*/ 43295 h 1333667"/>
                <a:gd name="connsiteX122" fmla="*/ 351828 w 752129"/>
                <a:gd name="connsiteY122" fmla="*/ 43295 h 1333667"/>
                <a:gd name="connsiteX123" fmla="*/ 351828 w 752129"/>
                <a:gd name="connsiteY123" fmla="*/ 40850 h 1333667"/>
                <a:gd name="connsiteX124" fmla="*/ 349383 w 752129"/>
                <a:gd name="connsiteY124" fmla="*/ 40850 h 1333667"/>
                <a:gd name="connsiteX125" fmla="*/ 346794 w 752129"/>
                <a:gd name="connsiteY125" fmla="*/ 40850 h 1333667"/>
                <a:gd name="connsiteX126" fmla="*/ 339170 w 752129"/>
                <a:gd name="connsiteY126" fmla="*/ 38405 h 1333667"/>
                <a:gd name="connsiteX127" fmla="*/ 336581 w 752129"/>
                <a:gd name="connsiteY127" fmla="*/ 38405 h 1333667"/>
                <a:gd name="connsiteX128" fmla="*/ 333848 w 752129"/>
                <a:gd name="connsiteY128" fmla="*/ 38405 h 1333667"/>
                <a:gd name="connsiteX129" fmla="*/ 331403 w 752129"/>
                <a:gd name="connsiteY129" fmla="*/ 38405 h 1333667"/>
                <a:gd name="connsiteX130" fmla="*/ 328958 w 752129"/>
                <a:gd name="connsiteY130" fmla="*/ 35528 h 1333667"/>
                <a:gd name="connsiteX131" fmla="*/ 326369 w 752129"/>
                <a:gd name="connsiteY131" fmla="*/ 35528 h 1333667"/>
                <a:gd name="connsiteX132" fmla="*/ 323636 w 752129"/>
                <a:gd name="connsiteY132" fmla="*/ 35528 h 1333667"/>
                <a:gd name="connsiteX133" fmla="*/ 310978 w 752129"/>
                <a:gd name="connsiteY133" fmla="*/ 33083 h 1333667"/>
                <a:gd name="connsiteX134" fmla="*/ 310978 w 752129"/>
                <a:gd name="connsiteY134" fmla="*/ 30637 h 1333667"/>
                <a:gd name="connsiteX135" fmla="*/ 308533 w 752129"/>
                <a:gd name="connsiteY135" fmla="*/ 30637 h 1333667"/>
                <a:gd name="connsiteX136" fmla="*/ 305944 w 752129"/>
                <a:gd name="connsiteY136" fmla="*/ 30637 h 1333667"/>
                <a:gd name="connsiteX137" fmla="*/ 303211 w 752129"/>
                <a:gd name="connsiteY137" fmla="*/ 30637 h 1333667"/>
                <a:gd name="connsiteX138" fmla="*/ 300766 w 752129"/>
                <a:gd name="connsiteY138" fmla="*/ 30637 h 1333667"/>
                <a:gd name="connsiteX139" fmla="*/ 298320 w 752129"/>
                <a:gd name="connsiteY139" fmla="*/ 28192 h 1333667"/>
                <a:gd name="connsiteX140" fmla="*/ 295731 w 752129"/>
                <a:gd name="connsiteY140" fmla="*/ 28192 h 1333667"/>
                <a:gd name="connsiteX141" fmla="*/ 293286 w 752129"/>
                <a:gd name="connsiteY141" fmla="*/ 28192 h 1333667"/>
                <a:gd name="connsiteX142" fmla="*/ 290553 w 752129"/>
                <a:gd name="connsiteY142" fmla="*/ 25459 h 1333667"/>
                <a:gd name="connsiteX143" fmla="*/ 288108 w 752129"/>
                <a:gd name="connsiteY143" fmla="*/ 25459 h 1333667"/>
                <a:gd name="connsiteX144" fmla="*/ 285519 w 752129"/>
                <a:gd name="connsiteY144" fmla="*/ 25459 h 1333667"/>
                <a:gd name="connsiteX145" fmla="*/ 283074 w 752129"/>
                <a:gd name="connsiteY145" fmla="*/ 25459 h 1333667"/>
                <a:gd name="connsiteX146" fmla="*/ 280341 w 752129"/>
                <a:gd name="connsiteY146" fmla="*/ 25459 h 1333667"/>
                <a:gd name="connsiteX147" fmla="*/ 280341 w 752129"/>
                <a:gd name="connsiteY147" fmla="*/ 22870 h 1333667"/>
                <a:gd name="connsiteX148" fmla="*/ 277895 w 752129"/>
                <a:gd name="connsiteY148" fmla="*/ 22870 h 1333667"/>
                <a:gd name="connsiteX149" fmla="*/ 272861 w 752129"/>
                <a:gd name="connsiteY149" fmla="*/ 22870 h 1333667"/>
                <a:gd name="connsiteX150" fmla="*/ 270128 w 752129"/>
                <a:gd name="connsiteY150" fmla="*/ 20425 h 1333667"/>
                <a:gd name="connsiteX151" fmla="*/ 267683 w 752129"/>
                <a:gd name="connsiteY151" fmla="*/ 20425 h 1333667"/>
                <a:gd name="connsiteX152" fmla="*/ 265094 w 752129"/>
                <a:gd name="connsiteY152" fmla="*/ 20425 h 1333667"/>
                <a:gd name="connsiteX153" fmla="*/ 262649 w 752129"/>
                <a:gd name="connsiteY153" fmla="*/ 20425 h 1333667"/>
                <a:gd name="connsiteX154" fmla="*/ 259916 w 752129"/>
                <a:gd name="connsiteY154" fmla="*/ 17980 h 1333667"/>
                <a:gd name="connsiteX155" fmla="*/ 257470 w 752129"/>
                <a:gd name="connsiteY155" fmla="*/ 17980 h 1333667"/>
                <a:gd name="connsiteX156" fmla="*/ 249703 w 752129"/>
                <a:gd name="connsiteY156" fmla="*/ 15247 h 1333667"/>
                <a:gd name="connsiteX157" fmla="*/ 247258 w 752129"/>
                <a:gd name="connsiteY157" fmla="*/ 15247 h 1333667"/>
                <a:gd name="connsiteX158" fmla="*/ 244813 w 752129"/>
                <a:gd name="connsiteY158" fmla="*/ 15247 h 1333667"/>
                <a:gd name="connsiteX159" fmla="*/ 242224 w 752129"/>
                <a:gd name="connsiteY159" fmla="*/ 15247 h 1333667"/>
                <a:gd name="connsiteX160" fmla="*/ 242224 w 752129"/>
                <a:gd name="connsiteY160" fmla="*/ 12658 h 1333667"/>
                <a:gd name="connsiteX161" fmla="*/ 239491 w 752129"/>
                <a:gd name="connsiteY161" fmla="*/ 12658 h 1333667"/>
                <a:gd name="connsiteX162" fmla="*/ 234600 w 752129"/>
                <a:gd name="connsiteY162" fmla="*/ 12658 h 1333667"/>
                <a:gd name="connsiteX163" fmla="*/ 232011 w 752129"/>
                <a:gd name="connsiteY163" fmla="*/ 10212 h 1333667"/>
                <a:gd name="connsiteX164" fmla="*/ 229278 w 752129"/>
                <a:gd name="connsiteY164" fmla="*/ 10212 h 1333667"/>
                <a:gd name="connsiteX165" fmla="*/ 226833 w 752129"/>
                <a:gd name="connsiteY165" fmla="*/ 10212 h 1333667"/>
                <a:gd name="connsiteX166" fmla="*/ 224388 w 752129"/>
                <a:gd name="connsiteY166" fmla="*/ 7767 h 1333667"/>
                <a:gd name="connsiteX167" fmla="*/ 221799 w 752129"/>
                <a:gd name="connsiteY167" fmla="*/ 7767 h 1333667"/>
                <a:gd name="connsiteX168" fmla="*/ 219353 w 752129"/>
                <a:gd name="connsiteY168" fmla="*/ 7767 h 1333667"/>
                <a:gd name="connsiteX169" fmla="*/ 214175 w 752129"/>
                <a:gd name="connsiteY169" fmla="*/ 5034 h 1333667"/>
                <a:gd name="connsiteX170" fmla="*/ 211586 w 752129"/>
                <a:gd name="connsiteY170" fmla="*/ 5034 h 1333667"/>
                <a:gd name="connsiteX171" fmla="*/ 209141 w 752129"/>
                <a:gd name="connsiteY171" fmla="*/ 5034 h 1333667"/>
                <a:gd name="connsiteX172" fmla="*/ 206408 w 752129"/>
                <a:gd name="connsiteY172" fmla="*/ 5034 h 1333667"/>
                <a:gd name="connsiteX173" fmla="*/ 201517 w 752129"/>
                <a:gd name="connsiteY173" fmla="*/ 2445 h 1333667"/>
                <a:gd name="connsiteX174" fmla="*/ 196195 w 752129"/>
                <a:gd name="connsiteY174" fmla="*/ 2445 h 1333667"/>
                <a:gd name="connsiteX175" fmla="*/ 193750 w 752129"/>
                <a:gd name="connsiteY175" fmla="*/ 0 h 1333667"/>
                <a:gd name="connsiteX176" fmla="*/ 191161 w 752129"/>
                <a:gd name="connsiteY176" fmla="*/ 0 h 1333667"/>
                <a:gd name="connsiteX177" fmla="*/ 191161 w 752129"/>
                <a:gd name="connsiteY177" fmla="*/ 2445 h 1333667"/>
                <a:gd name="connsiteX178" fmla="*/ 191161 w 752129"/>
                <a:gd name="connsiteY178" fmla="*/ 5034 h 1333667"/>
                <a:gd name="connsiteX179" fmla="*/ 188716 w 752129"/>
                <a:gd name="connsiteY179" fmla="*/ 5034 h 1333667"/>
                <a:gd name="connsiteX180" fmla="*/ 188716 w 752129"/>
                <a:gd name="connsiteY180" fmla="*/ 7767 h 1333667"/>
                <a:gd name="connsiteX181" fmla="*/ 188716 w 752129"/>
                <a:gd name="connsiteY181" fmla="*/ 10212 h 1333667"/>
                <a:gd name="connsiteX182" fmla="*/ 188716 w 752129"/>
                <a:gd name="connsiteY182" fmla="*/ 12658 h 1333667"/>
                <a:gd name="connsiteX183" fmla="*/ 185983 w 752129"/>
                <a:gd name="connsiteY183" fmla="*/ 12658 h 1333667"/>
                <a:gd name="connsiteX184" fmla="*/ 185983 w 752129"/>
                <a:gd name="connsiteY184" fmla="*/ 15247 h 1333667"/>
                <a:gd name="connsiteX185" fmla="*/ 185983 w 752129"/>
                <a:gd name="connsiteY185" fmla="*/ 17980 h 1333667"/>
                <a:gd name="connsiteX186" fmla="*/ 185983 w 752129"/>
                <a:gd name="connsiteY186" fmla="*/ 20425 h 1333667"/>
                <a:gd name="connsiteX187" fmla="*/ 185983 w 752129"/>
                <a:gd name="connsiteY187" fmla="*/ 22870 h 1333667"/>
                <a:gd name="connsiteX188" fmla="*/ 183538 w 752129"/>
                <a:gd name="connsiteY188" fmla="*/ 22870 h 1333667"/>
                <a:gd name="connsiteX189" fmla="*/ 183538 w 752129"/>
                <a:gd name="connsiteY189" fmla="*/ 25459 h 1333667"/>
                <a:gd name="connsiteX190" fmla="*/ 183538 w 752129"/>
                <a:gd name="connsiteY190" fmla="*/ 28192 h 1333667"/>
                <a:gd name="connsiteX191" fmla="*/ 181092 w 752129"/>
                <a:gd name="connsiteY191" fmla="*/ 33083 h 1333667"/>
                <a:gd name="connsiteX192" fmla="*/ 181092 w 752129"/>
                <a:gd name="connsiteY192" fmla="*/ 35528 h 1333667"/>
                <a:gd name="connsiteX193" fmla="*/ 181092 w 752129"/>
                <a:gd name="connsiteY193" fmla="*/ 38405 h 1333667"/>
                <a:gd name="connsiteX194" fmla="*/ 181092 w 752129"/>
                <a:gd name="connsiteY194" fmla="*/ 40850 h 1333667"/>
                <a:gd name="connsiteX195" fmla="*/ 178503 w 752129"/>
                <a:gd name="connsiteY195" fmla="*/ 40850 h 1333667"/>
                <a:gd name="connsiteX196" fmla="*/ 178503 w 752129"/>
                <a:gd name="connsiteY196" fmla="*/ 43295 h 1333667"/>
                <a:gd name="connsiteX197" fmla="*/ 178503 w 752129"/>
                <a:gd name="connsiteY197" fmla="*/ 45740 h 1333667"/>
                <a:gd name="connsiteX198" fmla="*/ 178503 w 752129"/>
                <a:gd name="connsiteY198" fmla="*/ 48473 h 1333667"/>
                <a:gd name="connsiteX199" fmla="*/ 175770 w 752129"/>
                <a:gd name="connsiteY199" fmla="*/ 51062 h 1333667"/>
                <a:gd name="connsiteX200" fmla="*/ 175770 w 752129"/>
                <a:gd name="connsiteY200" fmla="*/ 53508 h 1333667"/>
                <a:gd name="connsiteX201" fmla="*/ 175770 w 752129"/>
                <a:gd name="connsiteY201" fmla="*/ 56097 h 1333667"/>
                <a:gd name="connsiteX202" fmla="*/ 175770 w 752129"/>
                <a:gd name="connsiteY202" fmla="*/ 58830 h 1333667"/>
                <a:gd name="connsiteX203" fmla="*/ 173325 w 752129"/>
                <a:gd name="connsiteY203" fmla="*/ 58830 h 1333667"/>
                <a:gd name="connsiteX204" fmla="*/ 173325 w 752129"/>
                <a:gd name="connsiteY204" fmla="*/ 61275 h 1333667"/>
                <a:gd name="connsiteX205" fmla="*/ 173325 w 752129"/>
                <a:gd name="connsiteY205" fmla="*/ 63720 h 1333667"/>
                <a:gd name="connsiteX206" fmla="*/ 173325 w 752129"/>
                <a:gd name="connsiteY206" fmla="*/ 66165 h 1333667"/>
                <a:gd name="connsiteX207" fmla="*/ 170880 w 752129"/>
                <a:gd name="connsiteY207" fmla="*/ 69042 h 1333667"/>
                <a:gd name="connsiteX208" fmla="*/ 170880 w 752129"/>
                <a:gd name="connsiteY208" fmla="*/ 71488 h 1333667"/>
                <a:gd name="connsiteX209" fmla="*/ 170880 w 752129"/>
                <a:gd name="connsiteY209" fmla="*/ 73933 h 1333667"/>
                <a:gd name="connsiteX210" fmla="*/ 170880 w 752129"/>
                <a:gd name="connsiteY210" fmla="*/ 76378 h 1333667"/>
                <a:gd name="connsiteX211" fmla="*/ 168291 w 752129"/>
                <a:gd name="connsiteY211" fmla="*/ 76378 h 1333667"/>
                <a:gd name="connsiteX212" fmla="*/ 168291 w 752129"/>
                <a:gd name="connsiteY212" fmla="*/ 79111 h 1333667"/>
                <a:gd name="connsiteX213" fmla="*/ 168291 w 752129"/>
                <a:gd name="connsiteY213" fmla="*/ 81700 h 1333667"/>
                <a:gd name="connsiteX214" fmla="*/ 168291 w 752129"/>
                <a:gd name="connsiteY214" fmla="*/ 84145 h 1333667"/>
                <a:gd name="connsiteX215" fmla="*/ 165558 w 752129"/>
                <a:gd name="connsiteY215" fmla="*/ 86590 h 1333667"/>
                <a:gd name="connsiteX216" fmla="*/ 165558 w 752129"/>
                <a:gd name="connsiteY216" fmla="*/ 89180 h 1333667"/>
                <a:gd name="connsiteX217" fmla="*/ 165558 w 752129"/>
                <a:gd name="connsiteY217" fmla="*/ 91913 h 1333667"/>
                <a:gd name="connsiteX218" fmla="*/ 165558 w 752129"/>
                <a:gd name="connsiteY218" fmla="*/ 94358 h 1333667"/>
                <a:gd name="connsiteX219" fmla="*/ 163113 w 752129"/>
                <a:gd name="connsiteY219" fmla="*/ 96803 h 1333667"/>
                <a:gd name="connsiteX220" fmla="*/ 163113 w 752129"/>
                <a:gd name="connsiteY220" fmla="*/ 99392 h 1333667"/>
                <a:gd name="connsiteX221" fmla="*/ 163113 w 752129"/>
                <a:gd name="connsiteY221" fmla="*/ 102125 h 1333667"/>
                <a:gd name="connsiteX222" fmla="*/ 163113 w 752129"/>
                <a:gd name="connsiteY222" fmla="*/ 104570 h 1333667"/>
                <a:gd name="connsiteX223" fmla="*/ 160667 w 752129"/>
                <a:gd name="connsiteY223" fmla="*/ 104570 h 1333667"/>
                <a:gd name="connsiteX224" fmla="*/ 160667 w 752129"/>
                <a:gd name="connsiteY224" fmla="*/ 107015 h 1333667"/>
                <a:gd name="connsiteX225" fmla="*/ 160667 w 752129"/>
                <a:gd name="connsiteY225" fmla="*/ 109605 h 1333667"/>
                <a:gd name="connsiteX226" fmla="*/ 160667 w 752129"/>
                <a:gd name="connsiteY226" fmla="*/ 112338 h 1333667"/>
                <a:gd name="connsiteX227" fmla="*/ 158078 w 752129"/>
                <a:gd name="connsiteY227" fmla="*/ 114783 h 1333667"/>
                <a:gd name="connsiteX228" fmla="*/ 158078 w 752129"/>
                <a:gd name="connsiteY228" fmla="*/ 117228 h 1333667"/>
                <a:gd name="connsiteX229" fmla="*/ 158078 w 752129"/>
                <a:gd name="connsiteY229" fmla="*/ 119817 h 1333667"/>
                <a:gd name="connsiteX230" fmla="*/ 158078 w 752129"/>
                <a:gd name="connsiteY230" fmla="*/ 122550 h 1333667"/>
                <a:gd name="connsiteX231" fmla="*/ 155345 w 752129"/>
                <a:gd name="connsiteY231" fmla="*/ 122550 h 1333667"/>
                <a:gd name="connsiteX232" fmla="*/ 155345 w 752129"/>
                <a:gd name="connsiteY232" fmla="*/ 124995 h 1333667"/>
                <a:gd name="connsiteX233" fmla="*/ 155345 w 752129"/>
                <a:gd name="connsiteY233" fmla="*/ 127441 h 1333667"/>
                <a:gd name="connsiteX234" fmla="*/ 155345 w 752129"/>
                <a:gd name="connsiteY234" fmla="*/ 129886 h 1333667"/>
                <a:gd name="connsiteX235" fmla="*/ 152900 w 752129"/>
                <a:gd name="connsiteY235" fmla="*/ 129886 h 1333667"/>
                <a:gd name="connsiteX236" fmla="*/ 152900 w 752129"/>
                <a:gd name="connsiteY236" fmla="*/ 132619 h 1333667"/>
                <a:gd name="connsiteX237" fmla="*/ 152900 w 752129"/>
                <a:gd name="connsiteY237" fmla="*/ 135208 h 1333667"/>
                <a:gd name="connsiteX238" fmla="*/ 152900 w 752129"/>
                <a:gd name="connsiteY238" fmla="*/ 137653 h 1333667"/>
                <a:gd name="connsiteX239" fmla="*/ 152900 w 752129"/>
                <a:gd name="connsiteY239" fmla="*/ 140098 h 1333667"/>
                <a:gd name="connsiteX240" fmla="*/ 150455 w 752129"/>
                <a:gd name="connsiteY240" fmla="*/ 140098 h 1333667"/>
                <a:gd name="connsiteX241" fmla="*/ 150455 w 752129"/>
                <a:gd name="connsiteY241" fmla="*/ 142831 h 1333667"/>
                <a:gd name="connsiteX242" fmla="*/ 150455 w 752129"/>
                <a:gd name="connsiteY242" fmla="*/ 145420 h 1333667"/>
                <a:gd name="connsiteX243" fmla="*/ 150455 w 752129"/>
                <a:gd name="connsiteY243" fmla="*/ 147866 h 1333667"/>
                <a:gd name="connsiteX244" fmla="*/ 147866 w 752129"/>
                <a:gd name="connsiteY244" fmla="*/ 150311 h 1333667"/>
                <a:gd name="connsiteX245" fmla="*/ 147866 w 752129"/>
                <a:gd name="connsiteY245" fmla="*/ 153188 h 1333667"/>
                <a:gd name="connsiteX246" fmla="*/ 147866 w 752129"/>
                <a:gd name="connsiteY246" fmla="*/ 155633 h 1333667"/>
                <a:gd name="connsiteX247" fmla="*/ 147866 w 752129"/>
                <a:gd name="connsiteY247" fmla="*/ 158078 h 1333667"/>
                <a:gd name="connsiteX248" fmla="*/ 145420 w 752129"/>
                <a:gd name="connsiteY248" fmla="*/ 158078 h 1333667"/>
                <a:gd name="connsiteX249" fmla="*/ 145420 w 752129"/>
                <a:gd name="connsiteY249" fmla="*/ 160523 h 1333667"/>
                <a:gd name="connsiteX250" fmla="*/ 145420 w 752129"/>
                <a:gd name="connsiteY250" fmla="*/ 163256 h 1333667"/>
                <a:gd name="connsiteX251" fmla="*/ 145420 w 752129"/>
                <a:gd name="connsiteY251" fmla="*/ 165845 h 1333667"/>
                <a:gd name="connsiteX252" fmla="*/ 142688 w 752129"/>
                <a:gd name="connsiteY252" fmla="*/ 170736 h 1333667"/>
                <a:gd name="connsiteX253" fmla="*/ 142688 w 752129"/>
                <a:gd name="connsiteY253" fmla="*/ 173325 h 1333667"/>
                <a:gd name="connsiteX254" fmla="*/ 140242 w 752129"/>
                <a:gd name="connsiteY254" fmla="*/ 176058 h 1333667"/>
                <a:gd name="connsiteX255" fmla="*/ 140242 w 752129"/>
                <a:gd name="connsiteY255" fmla="*/ 178503 h 1333667"/>
                <a:gd name="connsiteX256" fmla="*/ 140242 w 752129"/>
                <a:gd name="connsiteY256" fmla="*/ 180948 h 1333667"/>
                <a:gd name="connsiteX257" fmla="*/ 140242 w 752129"/>
                <a:gd name="connsiteY257" fmla="*/ 183537 h 1333667"/>
                <a:gd name="connsiteX258" fmla="*/ 137653 w 752129"/>
                <a:gd name="connsiteY258" fmla="*/ 186270 h 1333667"/>
                <a:gd name="connsiteX259" fmla="*/ 137653 w 752129"/>
                <a:gd name="connsiteY259" fmla="*/ 188716 h 1333667"/>
                <a:gd name="connsiteX260" fmla="*/ 137653 w 752129"/>
                <a:gd name="connsiteY260" fmla="*/ 191161 h 1333667"/>
                <a:gd name="connsiteX261" fmla="*/ 137653 w 752129"/>
                <a:gd name="connsiteY261" fmla="*/ 193750 h 1333667"/>
                <a:gd name="connsiteX262" fmla="*/ 135208 w 752129"/>
                <a:gd name="connsiteY262" fmla="*/ 193750 h 1333667"/>
                <a:gd name="connsiteX263" fmla="*/ 135208 w 752129"/>
                <a:gd name="connsiteY263" fmla="*/ 196483 h 1333667"/>
                <a:gd name="connsiteX264" fmla="*/ 135208 w 752129"/>
                <a:gd name="connsiteY264" fmla="*/ 201373 h 1333667"/>
                <a:gd name="connsiteX265" fmla="*/ 135208 w 752129"/>
                <a:gd name="connsiteY265" fmla="*/ 203962 h 1333667"/>
                <a:gd name="connsiteX266" fmla="*/ 132475 w 752129"/>
                <a:gd name="connsiteY266" fmla="*/ 203962 h 1333667"/>
                <a:gd name="connsiteX267" fmla="*/ 132475 w 752129"/>
                <a:gd name="connsiteY267" fmla="*/ 206695 h 1333667"/>
                <a:gd name="connsiteX268" fmla="*/ 132475 w 752129"/>
                <a:gd name="connsiteY268" fmla="*/ 209141 h 1333667"/>
                <a:gd name="connsiteX269" fmla="*/ 132475 w 752129"/>
                <a:gd name="connsiteY269" fmla="*/ 211586 h 1333667"/>
                <a:gd name="connsiteX270" fmla="*/ 130030 w 752129"/>
                <a:gd name="connsiteY270" fmla="*/ 211586 h 1333667"/>
                <a:gd name="connsiteX271" fmla="*/ 130030 w 752129"/>
                <a:gd name="connsiteY271" fmla="*/ 214175 h 1333667"/>
                <a:gd name="connsiteX272" fmla="*/ 130030 w 752129"/>
                <a:gd name="connsiteY272" fmla="*/ 216908 h 1333667"/>
                <a:gd name="connsiteX273" fmla="*/ 130030 w 752129"/>
                <a:gd name="connsiteY273" fmla="*/ 219353 h 1333667"/>
                <a:gd name="connsiteX274" fmla="*/ 130030 w 752129"/>
                <a:gd name="connsiteY274" fmla="*/ 221798 h 1333667"/>
                <a:gd name="connsiteX275" fmla="*/ 127441 w 752129"/>
                <a:gd name="connsiteY275" fmla="*/ 221798 h 1333667"/>
                <a:gd name="connsiteX276" fmla="*/ 127441 w 752129"/>
                <a:gd name="connsiteY276" fmla="*/ 224244 h 1333667"/>
                <a:gd name="connsiteX277" fmla="*/ 127441 w 752129"/>
                <a:gd name="connsiteY277" fmla="*/ 226977 h 1333667"/>
                <a:gd name="connsiteX278" fmla="*/ 127441 w 752129"/>
                <a:gd name="connsiteY278" fmla="*/ 229566 h 1333667"/>
                <a:gd name="connsiteX279" fmla="*/ 124995 w 752129"/>
                <a:gd name="connsiteY279" fmla="*/ 232011 h 1333667"/>
                <a:gd name="connsiteX280" fmla="*/ 124995 w 752129"/>
                <a:gd name="connsiteY280" fmla="*/ 234456 h 1333667"/>
                <a:gd name="connsiteX281" fmla="*/ 124995 w 752129"/>
                <a:gd name="connsiteY281" fmla="*/ 237189 h 1333667"/>
                <a:gd name="connsiteX282" fmla="*/ 124995 w 752129"/>
                <a:gd name="connsiteY282" fmla="*/ 239778 h 1333667"/>
                <a:gd name="connsiteX283" fmla="*/ 122262 w 752129"/>
                <a:gd name="connsiteY283" fmla="*/ 239778 h 1333667"/>
                <a:gd name="connsiteX284" fmla="*/ 122262 w 752129"/>
                <a:gd name="connsiteY284" fmla="*/ 242223 h 1333667"/>
                <a:gd name="connsiteX285" fmla="*/ 122262 w 752129"/>
                <a:gd name="connsiteY285" fmla="*/ 244669 h 1333667"/>
                <a:gd name="connsiteX286" fmla="*/ 122262 w 752129"/>
                <a:gd name="connsiteY286" fmla="*/ 247402 h 1333667"/>
                <a:gd name="connsiteX287" fmla="*/ 119817 w 752129"/>
                <a:gd name="connsiteY287" fmla="*/ 249991 h 1333667"/>
                <a:gd name="connsiteX288" fmla="*/ 119817 w 752129"/>
                <a:gd name="connsiteY288" fmla="*/ 252436 h 1333667"/>
                <a:gd name="connsiteX289" fmla="*/ 119817 w 752129"/>
                <a:gd name="connsiteY289" fmla="*/ 254881 h 1333667"/>
                <a:gd name="connsiteX290" fmla="*/ 119817 w 752129"/>
                <a:gd name="connsiteY290" fmla="*/ 257470 h 1333667"/>
                <a:gd name="connsiteX291" fmla="*/ 117228 w 752129"/>
                <a:gd name="connsiteY291" fmla="*/ 257470 h 1333667"/>
                <a:gd name="connsiteX292" fmla="*/ 117228 w 752129"/>
                <a:gd name="connsiteY292" fmla="*/ 260203 h 1333667"/>
                <a:gd name="connsiteX293" fmla="*/ 117228 w 752129"/>
                <a:gd name="connsiteY293" fmla="*/ 262648 h 1333667"/>
                <a:gd name="connsiteX294" fmla="*/ 117228 w 752129"/>
                <a:gd name="connsiteY294" fmla="*/ 265094 h 1333667"/>
                <a:gd name="connsiteX295" fmla="*/ 114783 w 752129"/>
                <a:gd name="connsiteY295" fmla="*/ 265094 h 1333667"/>
                <a:gd name="connsiteX296" fmla="*/ 114783 w 752129"/>
                <a:gd name="connsiteY296" fmla="*/ 267683 h 1333667"/>
                <a:gd name="connsiteX297" fmla="*/ 114783 w 752129"/>
                <a:gd name="connsiteY297" fmla="*/ 270416 h 1333667"/>
                <a:gd name="connsiteX298" fmla="*/ 114783 w 752129"/>
                <a:gd name="connsiteY298" fmla="*/ 272861 h 1333667"/>
                <a:gd name="connsiteX299" fmla="*/ 114783 w 752129"/>
                <a:gd name="connsiteY299" fmla="*/ 275306 h 1333667"/>
                <a:gd name="connsiteX300" fmla="*/ 112050 w 752129"/>
                <a:gd name="connsiteY300" fmla="*/ 275306 h 1333667"/>
                <a:gd name="connsiteX301" fmla="*/ 112050 w 752129"/>
                <a:gd name="connsiteY301" fmla="*/ 277895 h 1333667"/>
                <a:gd name="connsiteX302" fmla="*/ 112050 w 752129"/>
                <a:gd name="connsiteY302" fmla="*/ 280628 h 1333667"/>
                <a:gd name="connsiteX303" fmla="*/ 112050 w 752129"/>
                <a:gd name="connsiteY303" fmla="*/ 283073 h 1333667"/>
                <a:gd name="connsiteX304" fmla="*/ 109605 w 752129"/>
                <a:gd name="connsiteY304" fmla="*/ 285519 h 1333667"/>
                <a:gd name="connsiteX305" fmla="*/ 109605 w 752129"/>
                <a:gd name="connsiteY305" fmla="*/ 288108 h 1333667"/>
                <a:gd name="connsiteX306" fmla="*/ 109605 w 752129"/>
                <a:gd name="connsiteY306" fmla="*/ 290841 h 1333667"/>
                <a:gd name="connsiteX307" fmla="*/ 109605 w 752129"/>
                <a:gd name="connsiteY307" fmla="*/ 293286 h 1333667"/>
                <a:gd name="connsiteX308" fmla="*/ 107159 w 752129"/>
                <a:gd name="connsiteY308" fmla="*/ 293286 h 1333667"/>
                <a:gd name="connsiteX309" fmla="*/ 107159 w 752129"/>
                <a:gd name="connsiteY309" fmla="*/ 295731 h 1333667"/>
                <a:gd name="connsiteX310" fmla="*/ 107159 w 752129"/>
                <a:gd name="connsiteY310" fmla="*/ 298320 h 1333667"/>
                <a:gd name="connsiteX311" fmla="*/ 107159 w 752129"/>
                <a:gd name="connsiteY311" fmla="*/ 301053 h 1333667"/>
                <a:gd name="connsiteX312" fmla="*/ 107159 w 752129"/>
                <a:gd name="connsiteY312" fmla="*/ 303498 h 1333667"/>
                <a:gd name="connsiteX313" fmla="*/ 104570 w 752129"/>
                <a:gd name="connsiteY313" fmla="*/ 303498 h 1333667"/>
                <a:gd name="connsiteX314" fmla="*/ 104570 w 752129"/>
                <a:gd name="connsiteY314" fmla="*/ 305944 h 1333667"/>
                <a:gd name="connsiteX315" fmla="*/ 104570 w 752129"/>
                <a:gd name="connsiteY315" fmla="*/ 308389 h 1333667"/>
                <a:gd name="connsiteX316" fmla="*/ 104570 w 752129"/>
                <a:gd name="connsiteY316" fmla="*/ 311266 h 1333667"/>
                <a:gd name="connsiteX317" fmla="*/ 101837 w 752129"/>
                <a:gd name="connsiteY317" fmla="*/ 311266 h 1333667"/>
                <a:gd name="connsiteX318" fmla="*/ 101837 w 752129"/>
                <a:gd name="connsiteY318" fmla="*/ 313711 h 1333667"/>
                <a:gd name="connsiteX319" fmla="*/ 101837 w 752129"/>
                <a:gd name="connsiteY319" fmla="*/ 316156 h 1333667"/>
                <a:gd name="connsiteX320" fmla="*/ 101837 w 752129"/>
                <a:gd name="connsiteY320" fmla="*/ 318602 h 1333667"/>
                <a:gd name="connsiteX321" fmla="*/ 99392 w 752129"/>
                <a:gd name="connsiteY321" fmla="*/ 321335 h 1333667"/>
                <a:gd name="connsiteX322" fmla="*/ 99392 w 752129"/>
                <a:gd name="connsiteY322" fmla="*/ 323923 h 1333667"/>
                <a:gd name="connsiteX323" fmla="*/ 99392 w 752129"/>
                <a:gd name="connsiteY323" fmla="*/ 326369 h 1333667"/>
                <a:gd name="connsiteX324" fmla="*/ 99392 w 752129"/>
                <a:gd name="connsiteY324" fmla="*/ 328814 h 1333667"/>
                <a:gd name="connsiteX325" fmla="*/ 96803 w 752129"/>
                <a:gd name="connsiteY325" fmla="*/ 328814 h 1333667"/>
                <a:gd name="connsiteX326" fmla="*/ 96803 w 752129"/>
                <a:gd name="connsiteY326" fmla="*/ 331547 h 1333667"/>
                <a:gd name="connsiteX327" fmla="*/ 96803 w 752129"/>
                <a:gd name="connsiteY327" fmla="*/ 334136 h 1333667"/>
                <a:gd name="connsiteX328" fmla="*/ 96803 w 752129"/>
                <a:gd name="connsiteY328" fmla="*/ 336581 h 1333667"/>
                <a:gd name="connsiteX329" fmla="*/ 96803 w 752129"/>
                <a:gd name="connsiteY329" fmla="*/ 339027 h 1333667"/>
                <a:gd name="connsiteX330" fmla="*/ 94358 w 752129"/>
                <a:gd name="connsiteY330" fmla="*/ 339027 h 1333667"/>
                <a:gd name="connsiteX331" fmla="*/ 94358 w 752129"/>
                <a:gd name="connsiteY331" fmla="*/ 341760 h 1333667"/>
                <a:gd name="connsiteX332" fmla="*/ 94358 w 752129"/>
                <a:gd name="connsiteY332" fmla="*/ 344348 h 1333667"/>
                <a:gd name="connsiteX333" fmla="*/ 94358 w 752129"/>
                <a:gd name="connsiteY333" fmla="*/ 346794 h 1333667"/>
                <a:gd name="connsiteX334" fmla="*/ 91625 w 752129"/>
                <a:gd name="connsiteY334" fmla="*/ 346794 h 1333667"/>
                <a:gd name="connsiteX335" fmla="*/ 91625 w 752129"/>
                <a:gd name="connsiteY335" fmla="*/ 349239 h 1333667"/>
                <a:gd name="connsiteX336" fmla="*/ 91625 w 752129"/>
                <a:gd name="connsiteY336" fmla="*/ 351828 h 1333667"/>
                <a:gd name="connsiteX337" fmla="*/ 91625 w 752129"/>
                <a:gd name="connsiteY337" fmla="*/ 354561 h 1333667"/>
                <a:gd name="connsiteX338" fmla="*/ 91625 w 752129"/>
                <a:gd name="connsiteY338" fmla="*/ 357006 h 1333667"/>
                <a:gd name="connsiteX339" fmla="*/ 89180 w 752129"/>
                <a:gd name="connsiteY339" fmla="*/ 359452 h 1333667"/>
                <a:gd name="connsiteX340" fmla="*/ 89180 w 752129"/>
                <a:gd name="connsiteY340" fmla="*/ 362041 h 1333667"/>
                <a:gd name="connsiteX341" fmla="*/ 89180 w 752129"/>
                <a:gd name="connsiteY341" fmla="*/ 364774 h 1333667"/>
                <a:gd name="connsiteX342" fmla="*/ 86734 w 752129"/>
                <a:gd name="connsiteY342" fmla="*/ 367219 h 1333667"/>
                <a:gd name="connsiteX343" fmla="*/ 86734 w 752129"/>
                <a:gd name="connsiteY343" fmla="*/ 369664 h 1333667"/>
                <a:gd name="connsiteX344" fmla="*/ 86734 w 752129"/>
                <a:gd name="connsiteY344" fmla="*/ 372109 h 1333667"/>
                <a:gd name="connsiteX345" fmla="*/ 84145 w 752129"/>
                <a:gd name="connsiteY345" fmla="*/ 374986 h 1333667"/>
                <a:gd name="connsiteX346" fmla="*/ 84145 w 752129"/>
                <a:gd name="connsiteY346" fmla="*/ 377431 h 1333667"/>
                <a:gd name="connsiteX347" fmla="*/ 84145 w 752129"/>
                <a:gd name="connsiteY347" fmla="*/ 379877 h 1333667"/>
                <a:gd name="connsiteX348" fmla="*/ 84145 w 752129"/>
                <a:gd name="connsiteY348" fmla="*/ 382466 h 1333667"/>
                <a:gd name="connsiteX349" fmla="*/ 81412 w 752129"/>
                <a:gd name="connsiteY349" fmla="*/ 385199 h 1333667"/>
                <a:gd name="connsiteX350" fmla="*/ 81412 w 752129"/>
                <a:gd name="connsiteY350" fmla="*/ 387644 h 1333667"/>
                <a:gd name="connsiteX351" fmla="*/ 81412 w 752129"/>
                <a:gd name="connsiteY351" fmla="*/ 390089 h 1333667"/>
                <a:gd name="connsiteX352" fmla="*/ 81412 w 752129"/>
                <a:gd name="connsiteY352" fmla="*/ 392678 h 1333667"/>
                <a:gd name="connsiteX353" fmla="*/ 78967 w 752129"/>
                <a:gd name="connsiteY353" fmla="*/ 392678 h 1333667"/>
                <a:gd name="connsiteX354" fmla="*/ 78967 w 752129"/>
                <a:gd name="connsiteY354" fmla="*/ 395411 h 1333667"/>
                <a:gd name="connsiteX355" fmla="*/ 78967 w 752129"/>
                <a:gd name="connsiteY355" fmla="*/ 397856 h 1333667"/>
                <a:gd name="connsiteX356" fmla="*/ 78967 w 752129"/>
                <a:gd name="connsiteY356" fmla="*/ 400302 h 1333667"/>
                <a:gd name="connsiteX357" fmla="*/ 76522 w 752129"/>
                <a:gd name="connsiteY357" fmla="*/ 402747 h 1333667"/>
                <a:gd name="connsiteX358" fmla="*/ 76522 w 752129"/>
                <a:gd name="connsiteY358" fmla="*/ 405480 h 1333667"/>
                <a:gd name="connsiteX359" fmla="*/ 76522 w 752129"/>
                <a:gd name="connsiteY359" fmla="*/ 408069 h 1333667"/>
                <a:gd name="connsiteX360" fmla="*/ 76522 w 752129"/>
                <a:gd name="connsiteY360" fmla="*/ 410514 h 1333667"/>
                <a:gd name="connsiteX361" fmla="*/ 73933 w 752129"/>
                <a:gd name="connsiteY361" fmla="*/ 410514 h 1333667"/>
                <a:gd name="connsiteX362" fmla="*/ 73933 w 752129"/>
                <a:gd name="connsiteY362" fmla="*/ 412959 h 1333667"/>
                <a:gd name="connsiteX363" fmla="*/ 73933 w 752129"/>
                <a:gd name="connsiteY363" fmla="*/ 415692 h 1333667"/>
                <a:gd name="connsiteX364" fmla="*/ 73933 w 752129"/>
                <a:gd name="connsiteY364" fmla="*/ 418281 h 1333667"/>
                <a:gd name="connsiteX365" fmla="*/ 71488 w 752129"/>
                <a:gd name="connsiteY365" fmla="*/ 420727 h 1333667"/>
                <a:gd name="connsiteX366" fmla="*/ 71488 w 752129"/>
                <a:gd name="connsiteY366" fmla="*/ 423172 h 1333667"/>
                <a:gd name="connsiteX367" fmla="*/ 71488 w 752129"/>
                <a:gd name="connsiteY367" fmla="*/ 425905 h 1333667"/>
                <a:gd name="connsiteX368" fmla="*/ 71488 w 752129"/>
                <a:gd name="connsiteY368" fmla="*/ 428494 h 1333667"/>
                <a:gd name="connsiteX369" fmla="*/ 68755 w 752129"/>
                <a:gd name="connsiteY369" fmla="*/ 430939 h 1333667"/>
                <a:gd name="connsiteX370" fmla="*/ 68755 w 752129"/>
                <a:gd name="connsiteY370" fmla="*/ 433384 h 1333667"/>
                <a:gd name="connsiteX371" fmla="*/ 68755 w 752129"/>
                <a:gd name="connsiteY371" fmla="*/ 435974 h 1333667"/>
                <a:gd name="connsiteX372" fmla="*/ 68755 w 752129"/>
                <a:gd name="connsiteY372" fmla="*/ 438707 h 1333667"/>
                <a:gd name="connsiteX373" fmla="*/ 66309 w 752129"/>
                <a:gd name="connsiteY373" fmla="*/ 438707 h 1333667"/>
                <a:gd name="connsiteX374" fmla="*/ 66309 w 752129"/>
                <a:gd name="connsiteY374" fmla="*/ 441152 h 1333667"/>
                <a:gd name="connsiteX375" fmla="*/ 66309 w 752129"/>
                <a:gd name="connsiteY375" fmla="*/ 443597 h 1333667"/>
                <a:gd name="connsiteX376" fmla="*/ 63720 w 752129"/>
                <a:gd name="connsiteY376" fmla="*/ 446186 h 1333667"/>
                <a:gd name="connsiteX377" fmla="*/ 63720 w 752129"/>
                <a:gd name="connsiteY377" fmla="*/ 448919 h 1333667"/>
                <a:gd name="connsiteX378" fmla="*/ 63720 w 752129"/>
                <a:gd name="connsiteY378" fmla="*/ 451364 h 1333667"/>
                <a:gd name="connsiteX379" fmla="*/ 63720 w 752129"/>
                <a:gd name="connsiteY379" fmla="*/ 453809 h 1333667"/>
                <a:gd name="connsiteX380" fmla="*/ 63720 w 752129"/>
                <a:gd name="connsiteY380" fmla="*/ 456255 h 1333667"/>
                <a:gd name="connsiteX381" fmla="*/ 61275 w 752129"/>
                <a:gd name="connsiteY381" fmla="*/ 456255 h 1333667"/>
                <a:gd name="connsiteX382" fmla="*/ 61275 w 752129"/>
                <a:gd name="connsiteY382" fmla="*/ 459132 h 1333667"/>
                <a:gd name="connsiteX383" fmla="*/ 61275 w 752129"/>
                <a:gd name="connsiteY383" fmla="*/ 461577 h 1333667"/>
                <a:gd name="connsiteX384" fmla="*/ 58542 w 752129"/>
                <a:gd name="connsiteY384" fmla="*/ 464022 h 1333667"/>
                <a:gd name="connsiteX385" fmla="*/ 58542 w 752129"/>
                <a:gd name="connsiteY385" fmla="*/ 466467 h 1333667"/>
                <a:gd name="connsiteX386" fmla="*/ 58542 w 752129"/>
                <a:gd name="connsiteY386" fmla="*/ 469200 h 1333667"/>
                <a:gd name="connsiteX387" fmla="*/ 58542 w 752129"/>
                <a:gd name="connsiteY387" fmla="*/ 471789 h 1333667"/>
                <a:gd name="connsiteX388" fmla="*/ 58542 w 752129"/>
                <a:gd name="connsiteY388" fmla="*/ 474235 h 1333667"/>
                <a:gd name="connsiteX389" fmla="*/ 56097 w 752129"/>
                <a:gd name="connsiteY389" fmla="*/ 474235 h 1333667"/>
                <a:gd name="connsiteX390" fmla="*/ 56097 w 752129"/>
                <a:gd name="connsiteY390" fmla="*/ 476824 h 1333667"/>
                <a:gd name="connsiteX391" fmla="*/ 56097 w 752129"/>
                <a:gd name="connsiteY391" fmla="*/ 479557 h 1333667"/>
                <a:gd name="connsiteX392" fmla="*/ 56097 w 752129"/>
                <a:gd name="connsiteY392" fmla="*/ 482002 h 1333667"/>
                <a:gd name="connsiteX393" fmla="*/ 53508 w 752129"/>
                <a:gd name="connsiteY393" fmla="*/ 484447 h 1333667"/>
                <a:gd name="connsiteX394" fmla="*/ 53508 w 752129"/>
                <a:gd name="connsiteY394" fmla="*/ 486892 h 1333667"/>
                <a:gd name="connsiteX395" fmla="*/ 53508 w 752129"/>
                <a:gd name="connsiteY395" fmla="*/ 492214 h 1333667"/>
                <a:gd name="connsiteX396" fmla="*/ 51063 w 752129"/>
                <a:gd name="connsiteY396" fmla="*/ 492214 h 1333667"/>
                <a:gd name="connsiteX397" fmla="*/ 51063 w 752129"/>
                <a:gd name="connsiteY397" fmla="*/ 494660 h 1333667"/>
                <a:gd name="connsiteX398" fmla="*/ 51063 w 752129"/>
                <a:gd name="connsiteY398" fmla="*/ 497105 h 1333667"/>
                <a:gd name="connsiteX399" fmla="*/ 51063 w 752129"/>
                <a:gd name="connsiteY399" fmla="*/ 499838 h 1333667"/>
                <a:gd name="connsiteX400" fmla="*/ 48330 w 752129"/>
                <a:gd name="connsiteY400" fmla="*/ 502427 h 1333667"/>
                <a:gd name="connsiteX401" fmla="*/ 48330 w 752129"/>
                <a:gd name="connsiteY401" fmla="*/ 504872 h 1333667"/>
                <a:gd name="connsiteX402" fmla="*/ 48330 w 752129"/>
                <a:gd name="connsiteY402" fmla="*/ 507317 h 1333667"/>
                <a:gd name="connsiteX403" fmla="*/ 48330 w 752129"/>
                <a:gd name="connsiteY403" fmla="*/ 510050 h 1333667"/>
                <a:gd name="connsiteX404" fmla="*/ 45884 w 752129"/>
                <a:gd name="connsiteY404" fmla="*/ 510050 h 1333667"/>
                <a:gd name="connsiteX405" fmla="*/ 45884 w 752129"/>
                <a:gd name="connsiteY405" fmla="*/ 512639 h 1333667"/>
                <a:gd name="connsiteX406" fmla="*/ 45884 w 752129"/>
                <a:gd name="connsiteY406" fmla="*/ 515085 h 1333667"/>
                <a:gd name="connsiteX407" fmla="*/ 45884 w 752129"/>
                <a:gd name="connsiteY407" fmla="*/ 517530 h 1333667"/>
                <a:gd name="connsiteX408" fmla="*/ 43295 w 752129"/>
                <a:gd name="connsiteY408" fmla="*/ 520263 h 1333667"/>
                <a:gd name="connsiteX409" fmla="*/ 43295 w 752129"/>
                <a:gd name="connsiteY409" fmla="*/ 522852 h 1333667"/>
                <a:gd name="connsiteX410" fmla="*/ 43295 w 752129"/>
                <a:gd name="connsiteY410" fmla="*/ 525297 h 1333667"/>
                <a:gd name="connsiteX411" fmla="*/ 43295 w 752129"/>
                <a:gd name="connsiteY411" fmla="*/ 527742 h 1333667"/>
                <a:gd name="connsiteX412" fmla="*/ 40850 w 752129"/>
                <a:gd name="connsiteY412" fmla="*/ 527742 h 1333667"/>
                <a:gd name="connsiteX413" fmla="*/ 40850 w 752129"/>
                <a:gd name="connsiteY413" fmla="*/ 530331 h 1333667"/>
                <a:gd name="connsiteX414" fmla="*/ 40850 w 752129"/>
                <a:gd name="connsiteY414" fmla="*/ 533064 h 1333667"/>
                <a:gd name="connsiteX415" fmla="*/ 40850 w 752129"/>
                <a:gd name="connsiteY415" fmla="*/ 535510 h 1333667"/>
                <a:gd name="connsiteX416" fmla="*/ 38117 w 752129"/>
                <a:gd name="connsiteY416" fmla="*/ 537955 h 1333667"/>
                <a:gd name="connsiteX417" fmla="*/ 38117 w 752129"/>
                <a:gd name="connsiteY417" fmla="*/ 540544 h 1333667"/>
                <a:gd name="connsiteX418" fmla="*/ 38117 w 752129"/>
                <a:gd name="connsiteY418" fmla="*/ 543277 h 1333667"/>
                <a:gd name="connsiteX419" fmla="*/ 35672 w 752129"/>
                <a:gd name="connsiteY419" fmla="*/ 548167 h 1333667"/>
                <a:gd name="connsiteX420" fmla="*/ 35672 w 752129"/>
                <a:gd name="connsiteY420" fmla="*/ 550613 h 1333667"/>
                <a:gd name="connsiteX421" fmla="*/ 35672 w 752129"/>
                <a:gd name="connsiteY421" fmla="*/ 553346 h 1333667"/>
                <a:gd name="connsiteX422" fmla="*/ 35672 w 752129"/>
                <a:gd name="connsiteY422" fmla="*/ 555935 h 1333667"/>
                <a:gd name="connsiteX423" fmla="*/ 33227 w 752129"/>
                <a:gd name="connsiteY423" fmla="*/ 555935 h 1333667"/>
                <a:gd name="connsiteX424" fmla="*/ 33227 w 752129"/>
                <a:gd name="connsiteY424" fmla="*/ 558380 h 1333667"/>
                <a:gd name="connsiteX425" fmla="*/ 33227 w 752129"/>
                <a:gd name="connsiteY425" fmla="*/ 560825 h 1333667"/>
                <a:gd name="connsiteX426" fmla="*/ 33227 w 752129"/>
                <a:gd name="connsiteY426" fmla="*/ 563558 h 1333667"/>
                <a:gd name="connsiteX427" fmla="*/ 30638 w 752129"/>
                <a:gd name="connsiteY427" fmla="*/ 566147 h 1333667"/>
                <a:gd name="connsiteX428" fmla="*/ 30638 w 752129"/>
                <a:gd name="connsiteY428" fmla="*/ 568592 h 1333667"/>
                <a:gd name="connsiteX429" fmla="*/ 30638 w 752129"/>
                <a:gd name="connsiteY429" fmla="*/ 571038 h 1333667"/>
                <a:gd name="connsiteX430" fmla="*/ 30638 w 752129"/>
                <a:gd name="connsiteY430" fmla="*/ 573914 h 1333667"/>
                <a:gd name="connsiteX431" fmla="*/ 27905 w 752129"/>
                <a:gd name="connsiteY431" fmla="*/ 573914 h 1333667"/>
                <a:gd name="connsiteX432" fmla="*/ 27905 w 752129"/>
                <a:gd name="connsiteY432" fmla="*/ 576360 h 1333667"/>
                <a:gd name="connsiteX433" fmla="*/ 27905 w 752129"/>
                <a:gd name="connsiteY433" fmla="*/ 581250 h 1333667"/>
                <a:gd name="connsiteX434" fmla="*/ 25459 w 752129"/>
                <a:gd name="connsiteY434" fmla="*/ 581250 h 1333667"/>
                <a:gd name="connsiteX435" fmla="*/ 25459 w 752129"/>
                <a:gd name="connsiteY435" fmla="*/ 583983 h 1333667"/>
                <a:gd name="connsiteX436" fmla="*/ 25459 w 752129"/>
                <a:gd name="connsiteY436" fmla="*/ 586572 h 1333667"/>
                <a:gd name="connsiteX437" fmla="*/ 25459 w 752129"/>
                <a:gd name="connsiteY437" fmla="*/ 589017 h 1333667"/>
                <a:gd name="connsiteX438" fmla="*/ 25459 w 752129"/>
                <a:gd name="connsiteY438" fmla="*/ 591463 h 1333667"/>
                <a:gd name="connsiteX439" fmla="*/ 22870 w 752129"/>
                <a:gd name="connsiteY439" fmla="*/ 591463 h 1333667"/>
                <a:gd name="connsiteX440" fmla="*/ 22870 w 752129"/>
                <a:gd name="connsiteY440" fmla="*/ 594196 h 1333667"/>
                <a:gd name="connsiteX441" fmla="*/ 22870 w 752129"/>
                <a:gd name="connsiteY441" fmla="*/ 596785 h 1333667"/>
                <a:gd name="connsiteX442" fmla="*/ 22870 w 752129"/>
                <a:gd name="connsiteY442" fmla="*/ 599230 h 1333667"/>
                <a:gd name="connsiteX443" fmla="*/ 20425 w 752129"/>
                <a:gd name="connsiteY443" fmla="*/ 601675 h 1333667"/>
                <a:gd name="connsiteX444" fmla="*/ 20425 w 752129"/>
                <a:gd name="connsiteY444" fmla="*/ 604408 h 1333667"/>
                <a:gd name="connsiteX445" fmla="*/ 20425 w 752129"/>
                <a:gd name="connsiteY445" fmla="*/ 606997 h 1333667"/>
                <a:gd name="connsiteX446" fmla="*/ 20425 w 752129"/>
                <a:gd name="connsiteY446" fmla="*/ 609442 h 1333667"/>
                <a:gd name="connsiteX447" fmla="*/ 17692 w 752129"/>
                <a:gd name="connsiteY447" fmla="*/ 609442 h 1333667"/>
                <a:gd name="connsiteX448" fmla="*/ 17692 w 752129"/>
                <a:gd name="connsiteY448" fmla="*/ 611888 h 1333667"/>
                <a:gd name="connsiteX449" fmla="*/ 17692 w 752129"/>
                <a:gd name="connsiteY449" fmla="*/ 614477 h 1333667"/>
                <a:gd name="connsiteX450" fmla="*/ 17692 w 752129"/>
                <a:gd name="connsiteY450" fmla="*/ 617210 h 1333667"/>
                <a:gd name="connsiteX451" fmla="*/ 15247 w 752129"/>
                <a:gd name="connsiteY451" fmla="*/ 619655 h 1333667"/>
                <a:gd name="connsiteX452" fmla="*/ 15247 w 752129"/>
                <a:gd name="connsiteY452" fmla="*/ 622100 h 1333667"/>
                <a:gd name="connsiteX453" fmla="*/ 15247 w 752129"/>
                <a:gd name="connsiteY453" fmla="*/ 624689 h 1333667"/>
                <a:gd name="connsiteX454" fmla="*/ 15247 w 752129"/>
                <a:gd name="connsiteY454" fmla="*/ 627422 h 1333667"/>
                <a:gd name="connsiteX455" fmla="*/ 12802 w 752129"/>
                <a:gd name="connsiteY455" fmla="*/ 627422 h 1333667"/>
                <a:gd name="connsiteX456" fmla="*/ 12802 w 752129"/>
                <a:gd name="connsiteY456" fmla="*/ 629867 h 1333667"/>
                <a:gd name="connsiteX457" fmla="*/ 12802 w 752129"/>
                <a:gd name="connsiteY457" fmla="*/ 632313 h 1333667"/>
                <a:gd name="connsiteX458" fmla="*/ 12802 w 752129"/>
                <a:gd name="connsiteY458" fmla="*/ 634902 h 1333667"/>
                <a:gd name="connsiteX459" fmla="*/ 10213 w 752129"/>
                <a:gd name="connsiteY459" fmla="*/ 637635 h 1333667"/>
                <a:gd name="connsiteX460" fmla="*/ 10213 w 752129"/>
                <a:gd name="connsiteY460" fmla="*/ 640080 h 1333667"/>
                <a:gd name="connsiteX461" fmla="*/ 10213 w 752129"/>
                <a:gd name="connsiteY461" fmla="*/ 642525 h 1333667"/>
                <a:gd name="connsiteX462" fmla="*/ 10213 w 752129"/>
                <a:gd name="connsiteY462" fmla="*/ 644970 h 1333667"/>
                <a:gd name="connsiteX463" fmla="*/ 7480 w 752129"/>
                <a:gd name="connsiteY463" fmla="*/ 644970 h 1333667"/>
                <a:gd name="connsiteX464" fmla="*/ 7480 w 752129"/>
                <a:gd name="connsiteY464" fmla="*/ 647703 h 1333667"/>
                <a:gd name="connsiteX465" fmla="*/ 7480 w 752129"/>
                <a:gd name="connsiteY465" fmla="*/ 650292 h 1333667"/>
                <a:gd name="connsiteX466" fmla="*/ 7480 w 752129"/>
                <a:gd name="connsiteY466" fmla="*/ 652738 h 1333667"/>
                <a:gd name="connsiteX467" fmla="*/ 7480 w 752129"/>
                <a:gd name="connsiteY467" fmla="*/ 655183 h 1333667"/>
                <a:gd name="connsiteX468" fmla="*/ 5034 w 752129"/>
                <a:gd name="connsiteY468" fmla="*/ 655183 h 1333667"/>
                <a:gd name="connsiteX469" fmla="*/ 5034 w 752129"/>
                <a:gd name="connsiteY469" fmla="*/ 658060 h 1333667"/>
                <a:gd name="connsiteX470" fmla="*/ 5034 w 752129"/>
                <a:gd name="connsiteY470" fmla="*/ 660505 h 1333667"/>
                <a:gd name="connsiteX471" fmla="*/ 5034 w 752129"/>
                <a:gd name="connsiteY471" fmla="*/ 662950 h 1333667"/>
                <a:gd name="connsiteX472" fmla="*/ 2589 w 752129"/>
                <a:gd name="connsiteY472" fmla="*/ 662950 h 1333667"/>
                <a:gd name="connsiteX473" fmla="*/ 2589 w 752129"/>
                <a:gd name="connsiteY473" fmla="*/ 665395 h 1333667"/>
                <a:gd name="connsiteX474" fmla="*/ 2589 w 752129"/>
                <a:gd name="connsiteY474" fmla="*/ 668128 h 1333667"/>
                <a:gd name="connsiteX475" fmla="*/ 2589 w 752129"/>
                <a:gd name="connsiteY475" fmla="*/ 670718 h 1333667"/>
                <a:gd name="connsiteX476" fmla="*/ 2589 w 752129"/>
                <a:gd name="connsiteY476" fmla="*/ 673163 h 1333667"/>
                <a:gd name="connsiteX477" fmla="*/ 2589 w 752129"/>
                <a:gd name="connsiteY477" fmla="*/ 675608 h 1333667"/>
                <a:gd name="connsiteX478" fmla="*/ 5034 w 752129"/>
                <a:gd name="connsiteY478" fmla="*/ 675608 h 1333667"/>
                <a:gd name="connsiteX479" fmla="*/ 7480 w 752129"/>
                <a:gd name="connsiteY479" fmla="*/ 675608 h 1333667"/>
                <a:gd name="connsiteX480" fmla="*/ 7480 w 752129"/>
                <a:gd name="connsiteY480" fmla="*/ 678341 h 1333667"/>
                <a:gd name="connsiteX481" fmla="*/ 7480 w 752129"/>
                <a:gd name="connsiteY481" fmla="*/ 680930 h 1333667"/>
                <a:gd name="connsiteX482" fmla="*/ 5034 w 752129"/>
                <a:gd name="connsiteY482" fmla="*/ 680930 h 1333667"/>
                <a:gd name="connsiteX483" fmla="*/ 5034 w 752129"/>
                <a:gd name="connsiteY483" fmla="*/ 683375 h 1333667"/>
                <a:gd name="connsiteX484" fmla="*/ 7480 w 752129"/>
                <a:gd name="connsiteY484" fmla="*/ 683375 h 1333667"/>
                <a:gd name="connsiteX485" fmla="*/ 7480 w 752129"/>
                <a:gd name="connsiteY485" fmla="*/ 685820 h 1333667"/>
                <a:gd name="connsiteX486" fmla="*/ 10213 w 752129"/>
                <a:gd name="connsiteY486" fmla="*/ 685820 h 1333667"/>
                <a:gd name="connsiteX487" fmla="*/ 12802 w 752129"/>
                <a:gd name="connsiteY487" fmla="*/ 685820 h 1333667"/>
                <a:gd name="connsiteX488" fmla="*/ 12802 w 752129"/>
                <a:gd name="connsiteY488" fmla="*/ 688553 h 1333667"/>
                <a:gd name="connsiteX489" fmla="*/ 12802 w 752129"/>
                <a:gd name="connsiteY489" fmla="*/ 691142 h 1333667"/>
                <a:gd name="connsiteX490" fmla="*/ 12802 w 752129"/>
                <a:gd name="connsiteY490" fmla="*/ 693588 h 1333667"/>
                <a:gd name="connsiteX491" fmla="*/ 12802 w 752129"/>
                <a:gd name="connsiteY491" fmla="*/ 696033 h 1333667"/>
                <a:gd name="connsiteX492" fmla="*/ 12802 w 752129"/>
                <a:gd name="connsiteY492" fmla="*/ 698622 h 1333667"/>
                <a:gd name="connsiteX493" fmla="*/ 10213 w 752129"/>
                <a:gd name="connsiteY493" fmla="*/ 698622 h 1333667"/>
                <a:gd name="connsiteX494" fmla="*/ 7480 w 752129"/>
                <a:gd name="connsiteY494" fmla="*/ 696033 h 1333667"/>
                <a:gd name="connsiteX495" fmla="*/ 5034 w 752129"/>
                <a:gd name="connsiteY495" fmla="*/ 696033 h 1333667"/>
                <a:gd name="connsiteX496" fmla="*/ 5034 w 752129"/>
                <a:gd name="connsiteY496" fmla="*/ 693588 h 1333667"/>
                <a:gd name="connsiteX497" fmla="*/ 2589 w 752129"/>
                <a:gd name="connsiteY497" fmla="*/ 693588 h 1333667"/>
                <a:gd name="connsiteX498" fmla="*/ 0 w 752129"/>
                <a:gd name="connsiteY498" fmla="*/ 693588 h 1333667"/>
                <a:gd name="connsiteX499" fmla="*/ 2589 w 752129"/>
                <a:gd name="connsiteY499" fmla="*/ 696033 h 1333667"/>
                <a:gd name="connsiteX500" fmla="*/ 2589 w 752129"/>
                <a:gd name="connsiteY500" fmla="*/ 698622 h 1333667"/>
                <a:gd name="connsiteX501" fmla="*/ 2589 w 752129"/>
                <a:gd name="connsiteY501" fmla="*/ 701355 h 1333667"/>
                <a:gd name="connsiteX502" fmla="*/ 0 w 752129"/>
                <a:gd name="connsiteY502" fmla="*/ 701355 h 1333667"/>
                <a:gd name="connsiteX503" fmla="*/ 0 w 752129"/>
                <a:gd name="connsiteY503" fmla="*/ 703800 h 1333667"/>
                <a:gd name="connsiteX504" fmla="*/ 0 w 752129"/>
                <a:gd name="connsiteY504" fmla="*/ 706246 h 1333667"/>
                <a:gd name="connsiteX505" fmla="*/ 2589 w 752129"/>
                <a:gd name="connsiteY505" fmla="*/ 706246 h 1333667"/>
                <a:gd name="connsiteX506" fmla="*/ 5034 w 752129"/>
                <a:gd name="connsiteY506" fmla="*/ 706246 h 1333667"/>
                <a:gd name="connsiteX507" fmla="*/ 5034 w 752129"/>
                <a:gd name="connsiteY507" fmla="*/ 708835 h 1333667"/>
                <a:gd name="connsiteX508" fmla="*/ 5034 w 752129"/>
                <a:gd name="connsiteY508" fmla="*/ 711568 h 1333667"/>
                <a:gd name="connsiteX509" fmla="*/ 5034 w 752129"/>
                <a:gd name="connsiteY509" fmla="*/ 714013 h 1333667"/>
                <a:gd name="connsiteX510" fmla="*/ 5034 w 752129"/>
                <a:gd name="connsiteY510" fmla="*/ 716458 h 1333667"/>
                <a:gd name="connsiteX511" fmla="*/ 7480 w 752129"/>
                <a:gd name="connsiteY511" fmla="*/ 718903 h 1333667"/>
                <a:gd name="connsiteX512" fmla="*/ 7480 w 752129"/>
                <a:gd name="connsiteY512" fmla="*/ 721636 h 1333667"/>
                <a:gd name="connsiteX513" fmla="*/ 10213 w 752129"/>
                <a:gd name="connsiteY513" fmla="*/ 721636 h 1333667"/>
                <a:gd name="connsiteX514" fmla="*/ 10213 w 752129"/>
                <a:gd name="connsiteY514" fmla="*/ 724225 h 1333667"/>
                <a:gd name="connsiteX515" fmla="*/ 12802 w 752129"/>
                <a:gd name="connsiteY515" fmla="*/ 724225 h 1333667"/>
                <a:gd name="connsiteX516" fmla="*/ 15247 w 752129"/>
                <a:gd name="connsiteY516" fmla="*/ 724225 h 1333667"/>
                <a:gd name="connsiteX517" fmla="*/ 17692 w 752129"/>
                <a:gd name="connsiteY517" fmla="*/ 726670 h 1333667"/>
                <a:gd name="connsiteX518" fmla="*/ 20425 w 752129"/>
                <a:gd name="connsiteY518" fmla="*/ 726670 h 1333667"/>
                <a:gd name="connsiteX519" fmla="*/ 22870 w 752129"/>
                <a:gd name="connsiteY519" fmla="*/ 729259 h 1333667"/>
                <a:gd name="connsiteX520" fmla="*/ 25459 w 752129"/>
                <a:gd name="connsiteY520" fmla="*/ 729259 h 1333667"/>
                <a:gd name="connsiteX521" fmla="*/ 27905 w 752129"/>
                <a:gd name="connsiteY521" fmla="*/ 729259 h 1333667"/>
                <a:gd name="connsiteX522" fmla="*/ 27905 w 752129"/>
                <a:gd name="connsiteY522" fmla="*/ 731992 h 1333667"/>
                <a:gd name="connsiteX523" fmla="*/ 27905 w 752129"/>
                <a:gd name="connsiteY523" fmla="*/ 734438 h 1333667"/>
                <a:gd name="connsiteX524" fmla="*/ 27905 w 752129"/>
                <a:gd name="connsiteY524" fmla="*/ 736883 h 1333667"/>
                <a:gd name="connsiteX525" fmla="*/ 27905 w 752129"/>
                <a:gd name="connsiteY525" fmla="*/ 739328 h 1333667"/>
                <a:gd name="connsiteX526" fmla="*/ 27905 w 752129"/>
                <a:gd name="connsiteY526" fmla="*/ 742061 h 1333667"/>
                <a:gd name="connsiteX527" fmla="*/ 30638 w 752129"/>
                <a:gd name="connsiteY527" fmla="*/ 742061 h 1333667"/>
                <a:gd name="connsiteX528" fmla="*/ 30638 w 752129"/>
                <a:gd name="connsiteY528" fmla="*/ 744650 h 1333667"/>
                <a:gd name="connsiteX529" fmla="*/ 30638 w 752129"/>
                <a:gd name="connsiteY529" fmla="*/ 747096 h 1333667"/>
                <a:gd name="connsiteX530" fmla="*/ 30638 w 752129"/>
                <a:gd name="connsiteY530" fmla="*/ 749541 h 1333667"/>
                <a:gd name="connsiteX531" fmla="*/ 30638 w 752129"/>
                <a:gd name="connsiteY531" fmla="*/ 752274 h 1333667"/>
                <a:gd name="connsiteX532" fmla="*/ 33227 w 752129"/>
                <a:gd name="connsiteY532" fmla="*/ 752274 h 1333667"/>
                <a:gd name="connsiteX533" fmla="*/ 35672 w 752129"/>
                <a:gd name="connsiteY533" fmla="*/ 752274 h 1333667"/>
                <a:gd name="connsiteX534" fmla="*/ 38117 w 752129"/>
                <a:gd name="connsiteY534" fmla="*/ 752274 h 1333667"/>
                <a:gd name="connsiteX535" fmla="*/ 38117 w 752129"/>
                <a:gd name="connsiteY535" fmla="*/ 754863 h 1333667"/>
                <a:gd name="connsiteX536" fmla="*/ 40850 w 752129"/>
                <a:gd name="connsiteY536" fmla="*/ 754863 h 1333667"/>
                <a:gd name="connsiteX537" fmla="*/ 40850 w 752129"/>
                <a:gd name="connsiteY537" fmla="*/ 757308 h 1333667"/>
                <a:gd name="connsiteX538" fmla="*/ 43295 w 752129"/>
                <a:gd name="connsiteY538" fmla="*/ 757308 h 1333667"/>
                <a:gd name="connsiteX539" fmla="*/ 43295 w 752129"/>
                <a:gd name="connsiteY539" fmla="*/ 759754 h 1333667"/>
                <a:gd name="connsiteX540" fmla="*/ 45884 w 752129"/>
                <a:gd name="connsiteY540" fmla="*/ 759754 h 1333667"/>
                <a:gd name="connsiteX541" fmla="*/ 45884 w 752129"/>
                <a:gd name="connsiteY541" fmla="*/ 757308 h 1333667"/>
                <a:gd name="connsiteX542" fmla="*/ 45884 w 752129"/>
                <a:gd name="connsiteY542" fmla="*/ 754863 h 1333667"/>
                <a:gd name="connsiteX543" fmla="*/ 48330 w 752129"/>
                <a:gd name="connsiteY543" fmla="*/ 754863 h 1333667"/>
                <a:gd name="connsiteX544" fmla="*/ 48330 w 752129"/>
                <a:gd name="connsiteY544" fmla="*/ 752274 h 1333667"/>
                <a:gd name="connsiteX545" fmla="*/ 45884 w 752129"/>
                <a:gd name="connsiteY545" fmla="*/ 752274 h 1333667"/>
                <a:gd name="connsiteX546" fmla="*/ 45884 w 752129"/>
                <a:gd name="connsiteY546" fmla="*/ 749541 h 1333667"/>
                <a:gd name="connsiteX547" fmla="*/ 48330 w 752129"/>
                <a:gd name="connsiteY547" fmla="*/ 749541 h 1333667"/>
                <a:gd name="connsiteX548" fmla="*/ 51063 w 752129"/>
                <a:gd name="connsiteY548" fmla="*/ 749541 h 1333667"/>
                <a:gd name="connsiteX549" fmla="*/ 53508 w 752129"/>
                <a:gd name="connsiteY549" fmla="*/ 752274 h 1333667"/>
                <a:gd name="connsiteX550" fmla="*/ 53508 w 752129"/>
                <a:gd name="connsiteY550" fmla="*/ 754863 h 1333667"/>
                <a:gd name="connsiteX551" fmla="*/ 56097 w 752129"/>
                <a:gd name="connsiteY551" fmla="*/ 754863 h 1333667"/>
                <a:gd name="connsiteX552" fmla="*/ 56097 w 752129"/>
                <a:gd name="connsiteY552" fmla="*/ 757308 h 1333667"/>
                <a:gd name="connsiteX553" fmla="*/ 58542 w 752129"/>
                <a:gd name="connsiteY553" fmla="*/ 757308 h 1333667"/>
                <a:gd name="connsiteX554" fmla="*/ 58542 w 752129"/>
                <a:gd name="connsiteY554" fmla="*/ 759754 h 1333667"/>
                <a:gd name="connsiteX555" fmla="*/ 58542 w 752129"/>
                <a:gd name="connsiteY555" fmla="*/ 762486 h 1333667"/>
                <a:gd name="connsiteX556" fmla="*/ 58542 w 752129"/>
                <a:gd name="connsiteY556" fmla="*/ 765075 h 1333667"/>
                <a:gd name="connsiteX557" fmla="*/ 61275 w 752129"/>
                <a:gd name="connsiteY557" fmla="*/ 765075 h 1333667"/>
                <a:gd name="connsiteX558" fmla="*/ 61275 w 752129"/>
                <a:gd name="connsiteY558" fmla="*/ 767520 h 1333667"/>
                <a:gd name="connsiteX559" fmla="*/ 61275 w 752129"/>
                <a:gd name="connsiteY559" fmla="*/ 769966 h 1333667"/>
                <a:gd name="connsiteX560" fmla="*/ 58542 w 752129"/>
                <a:gd name="connsiteY560" fmla="*/ 769966 h 1333667"/>
                <a:gd name="connsiteX561" fmla="*/ 58542 w 752129"/>
                <a:gd name="connsiteY561" fmla="*/ 772699 h 1333667"/>
                <a:gd name="connsiteX562" fmla="*/ 61275 w 752129"/>
                <a:gd name="connsiteY562" fmla="*/ 772699 h 1333667"/>
                <a:gd name="connsiteX563" fmla="*/ 61275 w 752129"/>
                <a:gd name="connsiteY563" fmla="*/ 775288 h 1333667"/>
                <a:gd name="connsiteX564" fmla="*/ 63720 w 752129"/>
                <a:gd name="connsiteY564" fmla="*/ 777733 h 1333667"/>
                <a:gd name="connsiteX565" fmla="*/ 63720 w 752129"/>
                <a:gd name="connsiteY565" fmla="*/ 780178 h 1333667"/>
                <a:gd name="connsiteX566" fmla="*/ 63720 w 752129"/>
                <a:gd name="connsiteY566" fmla="*/ 782911 h 1333667"/>
                <a:gd name="connsiteX567" fmla="*/ 63720 w 752129"/>
                <a:gd name="connsiteY567" fmla="*/ 785500 h 1333667"/>
                <a:gd name="connsiteX568" fmla="*/ 63720 w 752129"/>
                <a:gd name="connsiteY568" fmla="*/ 787946 h 1333667"/>
                <a:gd name="connsiteX569" fmla="*/ 63720 w 752129"/>
                <a:gd name="connsiteY569" fmla="*/ 790391 h 1333667"/>
                <a:gd name="connsiteX570" fmla="*/ 63720 w 752129"/>
                <a:gd name="connsiteY570" fmla="*/ 792980 h 1333667"/>
                <a:gd name="connsiteX571" fmla="*/ 63720 w 752129"/>
                <a:gd name="connsiteY571" fmla="*/ 795713 h 1333667"/>
                <a:gd name="connsiteX572" fmla="*/ 66309 w 752129"/>
                <a:gd name="connsiteY572" fmla="*/ 792980 h 1333667"/>
                <a:gd name="connsiteX573" fmla="*/ 68755 w 752129"/>
                <a:gd name="connsiteY573" fmla="*/ 792980 h 1333667"/>
                <a:gd name="connsiteX574" fmla="*/ 71488 w 752129"/>
                <a:gd name="connsiteY574" fmla="*/ 792980 h 1333667"/>
                <a:gd name="connsiteX575" fmla="*/ 71488 w 752129"/>
                <a:gd name="connsiteY575" fmla="*/ 795713 h 1333667"/>
                <a:gd name="connsiteX576" fmla="*/ 73933 w 752129"/>
                <a:gd name="connsiteY576" fmla="*/ 795713 h 1333667"/>
                <a:gd name="connsiteX577" fmla="*/ 73933 w 752129"/>
                <a:gd name="connsiteY577" fmla="*/ 798158 h 1333667"/>
                <a:gd name="connsiteX578" fmla="*/ 71488 w 752129"/>
                <a:gd name="connsiteY578" fmla="*/ 798158 h 1333667"/>
                <a:gd name="connsiteX579" fmla="*/ 73933 w 752129"/>
                <a:gd name="connsiteY579" fmla="*/ 800604 h 1333667"/>
                <a:gd name="connsiteX580" fmla="*/ 76522 w 752129"/>
                <a:gd name="connsiteY580" fmla="*/ 800604 h 1333667"/>
                <a:gd name="connsiteX581" fmla="*/ 76522 w 752129"/>
                <a:gd name="connsiteY581" fmla="*/ 803192 h 1333667"/>
                <a:gd name="connsiteX582" fmla="*/ 73933 w 752129"/>
                <a:gd name="connsiteY582" fmla="*/ 805925 h 1333667"/>
                <a:gd name="connsiteX583" fmla="*/ 73933 w 752129"/>
                <a:gd name="connsiteY583" fmla="*/ 808370 h 1333667"/>
                <a:gd name="connsiteX584" fmla="*/ 73933 w 752129"/>
                <a:gd name="connsiteY584" fmla="*/ 810816 h 1333667"/>
                <a:gd name="connsiteX585" fmla="*/ 73933 w 752129"/>
                <a:gd name="connsiteY585" fmla="*/ 813261 h 1333667"/>
                <a:gd name="connsiteX586" fmla="*/ 76522 w 752129"/>
                <a:gd name="connsiteY586" fmla="*/ 813261 h 1333667"/>
                <a:gd name="connsiteX587" fmla="*/ 76522 w 752129"/>
                <a:gd name="connsiteY587" fmla="*/ 815994 h 1333667"/>
                <a:gd name="connsiteX588" fmla="*/ 76522 w 752129"/>
                <a:gd name="connsiteY588" fmla="*/ 818583 h 1333667"/>
                <a:gd name="connsiteX589" fmla="*/ 78967 w 752129"/>
                <a:gd name="connsiteY589" fmla="*/ 818583 h 1333667"/>
                <a:gd name="connsiteX590" fmla="*/ 78967 w 752129"/>
                <a:gd name="connsiteY590" fmla="*/ 821028 h 1333667"/>
                <a:gd name="connsiteX591" fmla="*/ 76522 w 752129"/>
                <a:gd name="connsiteY591" fmla="*/ 823474 h 1333667"/>
                <a:gd name="connsiteX592" fmla="*/ 73933 w 752129"/>
                <a:gd name="connsiteY592" fmla="*/ 823474 h 1333667"/>
                <a:gd name="connsiteX593" fmla="*/ 73933 w 752129"/>
                <a:gd name="connsiteY593" fmla="*/ 826350 h 1333667"/>
                <a:gd name="connsiteX594" fmla="*/ 71488 w 752129"/>
                <a:gd name="connsiteY594" fmla="*/ 826350 h 1333667"/>
                <a:gd name="connsiteX595" fmla="*/ 71488 w 752129"/>
                <a:gd name="connsiteY595" fmla="*/ 828796 h 1333667"/>
                <a:gd name="connsiteX596" fmla="*/ 73933 w 752129"/>
                <a:gd name="connsiteY596" fmla="*/ 828796 h 1333667"/>
                <a:gd name="connsiteX597" fmla="*/ 73933 w 752129"/>
                <a:gd name="connsiteY597" fmla="*/ 831241 h 1333667"/>
                <a:gd name="connsiteX598" fmla="*/ 76522 w 752129"/>
                <a:gd name="connsiteY598" fmla="*/ 831241 h 1333667"/>
                <a:gd name="connsiteX599" fmla="*/ 76522 w 752129"/>
                <a:gd name="connsiteY599" fmla="*/ 833686 h 1333667"/>
                <a:gd name="connsiteX600" fmla="*/ 73933 w 752129"/>
                <a:gd name="connsiteY600" fmla="*/ 833686 h 1333667"/>
                <a:gd name="connsiteX601" fmla="*/ 73933 w 752129"/>
                <a:gd name="connsiteY601" fmla="*/ 836419 h 1333667"/>
                <a:gd name="connsiteX602" fmla="*/ 73933 w 752129"/>
                <a:gd name="connsiteY602" fmla="*/ 839008 h 1333667"/>
                <a:gd name="connsiteX603" fmla="*/ 73933 w 752129"/>
                <a:gd name="connsiteY603" fmla="*/ 841454 h 1333667"/>
                <a:gd name="connsiteX604" fmla="*/ 76522 w 752129"/>
                <a:gd name="connsiteY604" fmla="*/ 841454 h 1333667"/>
                <a:gd name="connsiteX605" fmla="*/ 78967 w 752129"/>
                <a:gd name="connsiteY605" fmla="*/ 841454 h 1333667"/>
                <a:gd name="connsiteX606" fmla="*/ 78967 w 752129"/>
                <a:gd name="connsiteY606" fmla="*/ 843899 h 1333667"/>
                <a:gd name="connsiteX607" fmla="*/ 76522 w 752129"/>
                <a:gd name="connsiteY607" fmla="*/ 843899 h 1333667"/>
                <a:gd name="connsiteX608" fmla="*/ 76522 w 752129"/>
                <a:gd name="connsiteY608" fmla="*/ 846631 h 1333667"/>
                <a:gd name="connsiteX609" fmla="*/ 73933 w 752129"/>
                <a:gd name="connsiteY609" fmla="*/ 846631 h 1333667"/>
                <a:gd name="connsiteX610" fmla="*/ 73933 w 752129"/>
                <a:gd name="connsiteY610" fmla="*/ 849221 h 1333667"/>
                <a:gd name="connsiteX611" fmla="*/ 73933 w 752129"/>
                <a:gd name="connsiteY611" fmla="*/ 851666 h 1333667"/>
                <a:gd name="connsiteX612" fmla="*/ 73933 w 752129"/>
                <a:gd name="connsiteY612" fmla="*/ 854111 h 1333667"/>
                <a:gd name="connsiteX613" fmla="*/ 76522 w 752129"/>
                <a:gd name="connsiteY613" fmla="*/ 854111 h 1333667"/>
                <a:gd name="connsiteX614" fmla="*/ 78967 w 752129"/>
                <a:gd name="connsiteY614" fmla="*/ 854111 h 1333667"/>
                <a:gd name="connsiteX615" fmla="*/ 81412 w 752129"/>
                <a:gd name="connsiteY615" fmla="*/ 851666 h 1333667"/>
                <a:gd name="connsiteX616" fmla="*/ 81412 w 752129"/>
                <a:gd name="connsiteY616" fmla="*/ 854111 h 1333667"/>
                <a:gd name="connsiteX617" fmla="*/ 84145 w 752129"/>
                <a:gd name="connsiteY617" fmla="*/ 854111 h 1333667"/>
                <a:gd name="connsiteX618" fmla="*/ 86734 w 752129"/>
                <a:gd name="connsiteY618" fmla="*/ 854111 h 1333667"/>
                <a:gd name="connsiteX619" fmla="*/ 86734 w 752129"/>
                <a:gd name="connsiteY619" fmla="*/ 851666 h 1333667"/>
                <a:gd name="connsiteX620" fmla="*/ 89180 w 752129"/>
                <a:gd name="connsiteY620" fmla="*/ 851666 h 1333667"/>
                <a:gd name="connsiteX621" fmla="*/ 86734 w 752129"/>
                <a:gd name="connsiteY621" fmla="*/ 849221 h 1333667"/>
                <a:gd name="connsiteX622" fmla="*/ 89180 w 752129"/>
                <a:gd name="connsiteY622" fmla="*/ 849221 h 1333667"/>
                <a:gd name="connsiteX623" fmla="*/ 89180 w 752129"/>
                <a:gd name="connsiteY623" fmla="*/ 846631 h 1333667"/>
                <a:gd name="connsiteX624" fmla="*/ 91625 w 752129"/>
                <a:gd name="connsiteY624" fmla="*/ 846631 h 1333667"/>
                <a:gd name="connsiteX625" fmla="*/ 94358 w 752129"/>
                <a:gd name="connsiteY625" fmla="*/ 846631 h 1333667"/>
                <a:gd name="connsiteX626" fmla="*/ 94358 w 752129"/>
                <a:gd name="connsiteY626" fmla="*/ 849221 h 1333667"/>
                <a:gd name="connsiteX627" fmla="*/ 94358 w 752129"/>
                <a:gd name="connsiteY627" fmla="*/ 851666 h 1333667"/>
                <a:gd name="connsiteX628" fmla="*/ 96803 w 752129"/>
                <a:gd name="connsiteY628" fmla="*/ 851666 h 1333667"/>
                <a:gd name="connsiteX629" fmla="*/ 96803 w 752129"/>
                <a:gd name="connsiteY629" fmla="*/ 854111 h 1333667"/>
                <a:gd name="connsiteX630" fmla="*/ 99392 w 752129"/>
                <a:gd name="connsiteY630" fmla="*/ 856844 h 1333667"/>
                <a:gd name="connsiteX631" fmla="*/ 101837 w 752129"/>
                <a:gd name="connsiteY631" fmla="*/ 856844 h 1333667"/>
                <a:gd name="connsiteX632" fmla="*/ 101837 w 752129"/>
                <a:gd name="connsiteY632" fmla="*/ 859433 h 1333667"/>
                <a:gd name="connsiteX633" fmla="*/ 104570 w 752129"/>
                <a:gd name="connsiteY633" fmla="*/ 859433 h 1333667"/>
                <a:gd name="connsiteX634" fmla="*/ 107159 w 752129"/>
                <a:gd name="connsiteY634" fmla="*/ 859433 h 1333667"/>
                <a:gd name="connsiteX635" fmla="*/ 107159 w 752129"/>
                <a:gd name="connsiteY635" fmla="*/ 861878 h 1333667"/>
                <a:gd name="connsiteX636" fmla="*/ 107159 w 752129"/>
                <a:gd name="connsiteY636" fmla="*/ 864324 h 1333667"/>
                <a:gd name="connsiteX637" fmla="*/ 104570 w 752129"/>
                <a:gd name="connsiteY637" fmla="*/ 864324 h 1333667"/>
                <a:gd name="connsiteX638" fmla="*/ 104570 w 752129"/>
                <a:gd name="connsiteY638" fmla="*/ 867057 h 1333667"/>
                <a:gd name="connsiteX639" fmla="*/ 104570 w 752129"/>
                <a:gd name="connsiteY639" fmla="*/ 869646 h 1333667"/>
                <a:gd name="connsiteX640" fmla="*/ 101837 w 752129"/>
                <a:gd name="connsiteY640" fmla="*/ 869646 h 1333667"/>
                <a:gd name="connsiteX641" fmla="*/ 99392 w 752129"/>
                <a:gd name="connsiteY641" fmla="*/ 869646 h 1333667"/>
                <a:gd name="connsiteX642" fmla="*/ 96803 w 752129"/>
                <a:gd name="connsiteY642" fmla="*/ 872091 h 1333667"/>
                <a:gd name="connsiteX643" fmla="*/ 96803 w 752129"/>
                <a:gd name="connsiteY643" fmla="*/ 874536 h 1333667"/>
                <a:gd name="connsiteX644" fmla="*/ 96803 w 752129"/>
                <a:gd name="connsiteY644" fmla="*/ 876982 h 1333667"/>
                <a:gd name="connsiteX645" fmla="*/ 96803 w 752129"/>
                <a:gd name="connsiteY645" fmla="*/ 879858 h 1333667"/>
                <a:gd name="connsiteX646" fmla="*/ 99392 w 752129"/>
                <a:gd name="connsiteY646" fmla="*/ 879858 h 1333667"/>
                <a:gd name="connsiteX647" fmla="*/ 101837 w 752129"/>
                <a:gd name="connsiteY647" fmla="*/ 882304 h 1333667"/>
                <a:gd name="connsiteX648" fmla="*/ 104570 w 752129"/>
                <a:gd name="connsiteY648" fmla="*/ 882304 h 1333667"/>
                <a:gd name="connsiteX649" fmla="*/ 107159 w 752129"/>
                <a:gd name="connsiteY649" fmla="*/ 882304 h 1333667"/>
                <a:gd name="connsiteX650" fmla="*/ 107159 w 752129"/>
                <a:gd name="connsiteY650" fmla="*/ 884749 h 1333667"/>
                <a:gd name="connsiteX651" fmla="*/ 107159 w 752129"/>
                <a:gd name="connsiteY651" fmla="*/ 887338 h 1333667"/>
                <a:gd name="connsiteX652" fmla="*/ 107159 w 752129"/>
                <a:gd name="connsiteY652" fmla="*/ 890071 h 1333667"/>
                <a:gd name="connsiteX653" fmla="*/ 109605 w 752129"/>
                <a:gd name="connsiteY653" fmla="*/ 890071 h 1333667"/>
                <a:gd name="connsiteX654" fmla="*/ 109605 w 752129"/>
                <a:gd name="connsiteY654" fmla="*/ 892516 h 1333667"/>
                <a:gd name="connsiteX655" fmla="*/ 112050 w 752129"/>
                <a:gd name="connsiteY655" fmla="*/ 892516 h 1333667"/>
                <a:gd name="connsiteX656" fmla="*/ 112050 w 752129"/>
                <a:gd name="connsiteY656" fmla="*/ 890071 h 1333667"/>
                <a:gd name="connsiteX657" fmla="*/ 114783 w 752129"/>
                <a:gd name="connsiteY657" fmla="*/ 890071 h 1333667"/>
                <a:gd name="connsiteX658" fmla="*/ 114783 w 752129"/>
                <a:gd name="connsiteY658" fmla="*/ 892516 h 1333667"/>
                <a:gd name="connsiteX659" fmla="*/ 117228 w 752129"/>
                <a:gd name="connsiteY659" fmla="*/ 892516 h 1333667"/>
                <a:gd name="connsiteX660" fmla="*/ 119817 w 752129"/>
                <a:gd name="connsiteY660" fmla="*/ 892516 h 1333667"/>
                <a:gd name="connsiteX661" fmla="*/ 122262 w 752129"/>
                <a:gd name="connsiteY661" fmla="*/ 894961 h 1333667"/>
                <a:gd name="connsiteX662" fmla="*/ 124995 w 752129"/>
                <a:gd name="connsiteY662" fmla="*/ 894961 h 1333667"/>
                <a:gd name="connsiteX663" fmla="*/ 124995 w 752129"/>
                <a:gd name="connsiteY663" fmla="*/ 892516 h 1333667"/>
                <a:gd name="connsiteX664" fmla="*/ 127441 w 752129"/>
                <a:gd name="connsiteY664" fmla="*/ 892516 h 1333667"/>
                <a:gd name="connsiteX665" fmla="*/ 127441 w 752129"/>
                <a:gd name="connsiteY665" fmla="*/ 894961 h 1333667"/>
                <a:gd name="connsiteX666" fmla="*/ 127441 w 752129"/>
                <a:gd name="connsiteY666" fmla="*/ 897550 h 1333667"/>
                <a:gd name="connsiteX667" fmla="*/ 127441 w 752129"/>
                <a:gd name="connsiteY667" fmla="*/ 900283 h 1333667"/>
                <a:gd name="connsiteX668" fmla="*/ 127441 w 752129"/>
                <a:gd name="connsiteY668" fmla="*/ 902728 h 1333667"/>
                <a:gd name="connsiteX669" fmla="*/ 127441 w 752129"/>
                <a:gd name="connsiteY669" fmla="*/ 905174 h 1333667"/>
                <a:gd name="connsiteX670" fmla="*/ 127441 w 752129"/>
                <a:gd name="connsiteY670" fmla="*/ 907619 h 1333667"/>
                <a:gd name="connsiteX671" fmla="*/ 130030 w 752129"/>
                <a:gd name="connsiteY671" fmla="*/ 907619 h 1333667"/>
                <a:gd name="connsiteX672" fmla="*/ 130030 w 752129"/>
                <a:gd name="connsiteY672" fmla="*/ 910352 h 1333667"/>
                <a:gd name="connsiteX673" fmla="*/ 130030 w 752129"/>
                <a:gd name="connsiteY673" fmla="*/ 912941 h 1333667"/>
                <a:gd name="connsiteX674" fmla="*/ 130030 w 752129"/>
                <a:gd name="connsiteY674" fmla="*/ 915386 h 1333667"/>
                <a:gd name="connsiteX675" fmla="*/ 132475 w 752129"/>
                <a:gd name="connsiteY675" fmla="*/ 915386 h 1333667"/>
                <a:gd name="connsiteX676" fmla="*/ 135208 w 752129"/>
                <a:gd name="connsiteY676" fmla="*/ 915386 h 1333667"/>
                <a:gd name="connsiteX677" fmla="*/ 135208 w 752129"/>
                <a:gd name="connsiteY677" fmla="*/ 917832 h 1333667"/>
                <a:gd name="connsiteX678" fmla="*/ 135208 w 752129"/>
                <a:gd name="connsiteY678" fmla="*/ 920565 h 1333667"/>
                <a:gd name="connsiteX679" fmla="*/ 137653 w 752129"/>
                <a:gd name="connsiteY679" fmla="*/ 920565 h 1333667"/>
                <a:gd name="connsiteX680" fmla="*/ 137653 w 752129"/>
                <a:gd name="connsiteY680" fmla="*/ 923154 h 1333667"/>
                <a:gd name="connsiteX681" fmla="*/ 140242 w 752129"/>
                <a:gd name="connsiteY681" fmla="*/ 923154 h 1333667"/>
                <a:gd name="connsiteX682" fmla="*/ 140242 w 752129"/>
                <a:gd name="connsiteY682" fmla="*/ 925599 h 1333667"/>
                <a:gd name="connsiteX683" fmla="*/ 140242 w 752129"/>
                <a:gd name="connsiteY683" fmla="*/ 928044 h 1333667"/>
                <a:gd name="connsiteX684" fmla="*/ 137653 w 752129"/>
                <a:gd name="connsiteY684" fmla="*/ 928044 h 1333667"/>
                <a:gd name="connsiteX685" fmla="*/ 137653 w 752129"/>
                <a:gd name="connsiteY685" fmla="*/ 930777 h 1333667"/>
                <a:gd name="connsiteX686" fmla="*/ 140242 w 752129"/>
                <a:gd name="connsiteY686" fmla="*/ 930777 h 1333667"/>
                <a:gd name="connsiteX687" fmla="*/ 140242 w 752129"/>
                <a:gd name="connsiteY687" fmla="*/ 933366 h 1333667"/>
                <a:gd name="connsiteX688" fmla="*/ 140242 w 752129"/>
                <a:gd name="connsiteY688" fmla="*/ 935811 h 1333667"/>
                <a:gd name="connsiteX689" fmla="*/ 140242 w 752129"/>
                <a:gd name="connsiteY689" fmla="*/ 938256 h 1333667"/>
                <a:gd name="connsiteX690" fmla="*/ 140242 w 752129"/>
                <a:gd name="connsiteY690" fmla="*/ 940989 h 1333667"/>
                <a:gd name="connsiteX691" fmla="*/ 140242 w 752129"/>
                <a:gd name="connsiteY691" fmla="*/ 943579 h 1333667"/>
                <a:gd name="connsiteX692" fmla="*/ 142688 w 752129"/>
                <a:gd name="connsiteY692" fmla="*/ 943579 h 1333667"/>
                <a:gd name="connsiteX693" fmla="*/ 142688 w 752129"/>
                <a:gd name="connsiteY693" fmla="*/ 946024 h 1333667"/>
                <a:gd name="connsiteX694" fmla="*/ 142688 w 752129"/>
                <a:gd name="connsiteY694" fmla="*/ 948469 h 1333667"/>
                <a:gd name="connsiteX695" fmla="*/ 145420 w 752129"/>
                <a:gd name="connsiteY695" fmla="*/ 948469 h 1333667"/>
                <a:gd name="connsiteX696" fmla="*/ 147866 w 752129"/>
                <a:gd name="connsiteY696" fmla="*/ 948469 h 1333667"/>
                <a:gd name="connsiteX697" fmla="*/ 150455 w 752129"/>
                <a:gd name="connsiteY697" fmla="*/ 948469 h 1333667"/>
                <a:gd name="connsiteX698" fmla="*/ 150455 w 752129"/>
                <a:gd name="connsiteY698" fmla="*/ 946024 h 1333667"/>
                <a:gd name="connsiteX699" fmla="*/ 150455 w 752129"/>
                <a:gd name="connsiteY699" fmla="*/ 943579 h 1333667"/>
                <a:gd name="connsiteX700" fmla="*/ 152900 w 752129"/>
                <a:gd name="connsiteY700" fmla="*/ 943579 h 1333667"/>
                <a:gd name="connsiteX701" fmla="*/ 152900 w 752129"/>
                <a:gd name="connsiteY701" fmla="*/ 940989 h 1333667"/>
                <a:gd name="connsiteX702" fmla="*/ 155345 w 752129"/>
                <a:gd name="connsiteY702" fmla="*/ 940989 h 1333667"/>
                <a:gd name="connsiteX703" fmla="*/ 158078 w 752129"/>
                <a:gd name="connsiteY703" fmla="*/ 940989 h 1333667"/>
                <a:gd name="connsiteX704" fmla="*/ 160667 w 752129"/>
                <a:gd name="connsiteY704" fmla="*/ 940989 h 1333667"/>
                <a:gd name="connsiteX705" fmla="*/ 160667 w 752129"/>
                <a:gd name="connsiteY705" fmla="*/ 943579 h 1333667"/>
                <a:gd name="connsiteX706" fmla="*/ 160667 w 752129"/>
                <a:gd name="connsiteY706" fmla="*/ 946024 h 1333667"/>
                <a:gd name="connsiteX707" fmla="*/ 160667 w 752129"/>
                <a:gd name="connsiteY707" fmla="*/ 948469 h 1333667"/>
                <a:gd name="connsiteX708" fmla="*/ 163113 w 752129"/>
                <a:gd name="connsiteY708" fmla="*/ 951202 h 1333667"/>
                <a:gd name="connsiteX709" fmla="*/ 163113 w 752129"/>
                <a:gd name="connsiteY709" fmla="*/ 953791 h 1333667"/>
                <a:gd name="connsiteX710" fmla="*/ 163113 w 752129"/>
                <a:gd name="connsiteY710" fmla="*/ 956236 h 1333667"/>
                <a:gd name="connsiteX711" fmla="*/ 163113 w 752129"/>
                <a:gd name="connsiteY711" fmla="*/ 958682 h 1333667"/>
                <a:gd name="connsiteX712" fmla="*/ 165558 w 752129"/>
                <a:gd name="connsiteY712" fmla="*/ 961271 h 1333667"/>
                <a:gd name="connsiteX713" fmla="*/ 168291 w 752129"/>
                <a:gd name="connsiteY713" fmla="*/ 961271 h 1333667"/>
                <a:gd name="connsiteX714" fmla="*/ 168291 w 752129"/>
                <a:gd name="connsiteY714" fmla="*/ 964004 h 1333667"/>
                <a:gd name="connsiteX715" fmla="*/ 168291 w 752129"/>
                <a:gd name="connsiteY715" fmla="*/ 966449 h 1333667"/>
                <a:gd name="connsiteX716" fmla="*/ 168291 w 752129"/>
                <a:gd name="connsiteY716" fmla="*/ 968894 h 1333667"/>
                <a:gd name="connsiteX717" fmla="*/ 168291 w 752129"/>
                <a:gd name="connsiteY717" fmla="*/ 971339 h 1333667"/>
                <a:gd name="connsiteX718" fmla="*/ 170880 w 752129"/>
                <a:gd name="connsiteY718" fmla="*/ 971339 h 1333667"/>
                <a:gd name="connsiteX719" fmla="*/ 173325 w 752129"/>
                <a:gd name="connsiteY719" fmla="*/ 974072 h 1333667"/>
                <a:gd name="connsiteX720" fmla="*/ 170880 w 752129"/>
                <a:gd name="connsiteY720" fmla="*/ 974072 h 1333667"/>
                <a:gd name="connsiteX721" fmla="*/ 173325 w 752129"/>
                <a:gd name="connsiteY721" fmla="*/ 976661 h 1333667"/>
                <a:gd name="connsiteX722" fmla="*/ 170880 w 752129"/>
                <a:gd name="connsiteY722" fmla="*/ 976661 h 1333667"/>
                <a:gd name="connsiteX723" fmla="*/ 170880 w 752129"/>
                <a:gd name="connsiteY723" fmla="*/ 979107 h 1333667"/>
                <a:gd name="connsiteX724" fmla="*/ 173325 w 752129"/>
                <a:gd name="connsiteY724" fmla="*/ 979107 h 1333667"/>
                <a:gd name="connsiteX725" fmla="*/ 173325 w 752129"/>
                <a:gd name="connsiteY725" fmla="*/ 981696 h 1333667"/>
                <a:gd name="connsiteX726" fmla="*/ 175770 w 752129"/>
                <a:gd name="connsiteY726" fmla="*/ 981696 h 1333667"/>
                <a:gd name="connsiteX727" fmla="*/ 175770 w 752129"/>
                <a:gd name="connsiteY727" fmla="*/ 984429 h 1333667"/>
                <a:gd name="connsiteX728" fmla="*/ 178503 w 752129"/>
                <a:gd name="connsiteY728" fmla="*/ 984429 h 1333667"/>
                <a:gd name="connsiteX729" fmla="*/ 175770 w 752129"/>
                <a:gd name="connsiteY729" fmla="*/ 986874 h 1333667"/>
                <a:gd name="connsiteX730" fmla="*/ 175770 w 752129"/>
                <a:gd name="connsiteY730" fmla="*/ 989319 h 1333667"/>
                <a:gd name="connsiteX731" fmla="*/ 175770 w 752129"/>
                <a:gd name="connsiteY731" fmla="*/ 991764 h 1333667"/>
                <a:gd name="connsiteX732" fmla="*/ 173325 w 752129"/>
                <a:gd name="connsiteY732" fmla="*/ 991764 h 1333667"/>
                <a:gd name="connsiteX733" fmla="*/ 173325 w 752129"/>
                <a:gd name="connsiteY733" fmla="*/ 994641 h 1333667"/>
                <a:gd name="connsiteX734" fmla="*/ 175770 w 752129"/>
                <a:gd name="connsiteY734" fmla="*/ 994641 h 1333667"/>
                <a:gd name="connsiteX735" fmla="*/ 175770 w 752129"/>
                <a:gd name="connsiteY735" fmla="*/ 997087 h 1333667"/>
                <a:gd name="connsiteX736" fmla="*/ 175770 w 752129"/>
                <a:gd name="connsiteY736" fmla="*/ 999532 h 1333667"/>
                <a:gd name="connsiteX737" fmla="*/ 175770 w 752129"/>
                <a:gd name="connsiteY737" fmla="*/ 1001977 h 1333667"/>
                <a:gd name="connsiteX738" fmla="*/ 178503 w 752129"/>
                <a:gd name="connsiteY738" fmla="*/ 1001977 h 1333667"/>
                <a:gd name="connsiteX739" fmla="*/ 181092 w 752129"/>
                <a:gd name="connsiteY739" fmla="*/ 1001977 h 1333667"/>
                <a:gd name="connsiteX740" fmla="*/ 181092 w 752129"/>
                <a:gd name="connsiteY740" fmla="*/ 1004710 h 1333667"/>
                <a:gd name="connsiteX741" fmla="*/ 181092 w 752129"/>
                <a:gd name="connsiteY741" fmla="*/ 1007299 h 1333667"/>
                <a:gd name="connsiteX742" fmla="*/ 183538 w 752129"/>
                <a:gd name="connsiteY742" fmla="*/ 1007299 h 1333667"/>
                <a:gd name="connsiteX743" fmla="*/ 183538 w 752129"/>
                <a:gd name="connsiteY743" fmla="*/ 1009744 h 1333667"/>
                <a:gd name="connsiteX744" fmla="*/ 185983 w 752129"/>
                <a:gd name="connsiteY744" fmla="*/ 1009744 h 1333667"/>
                <a:gd name="connsiteX745" fmla="*/ 185983 w 752129"/>
                <a:gd name="connsiteY745" fmla="*/ 1012189 h 1333667"/>
                <a:gd name="connsiteX746" fmla="*/ 188716 w 752129"/>
                <a:gd name="connsiteY746" fmla="*/ 1012189 h 1333667"/>
                <a:gd name="connsiteX747" fmla="*/ 191161 w 752129"/>
                <a:gd name="connsiteY747" fmla="*/ 1014922 h 1333667"/>
                <a:gd name="connsiteX748" fmla="*/ 191161 w 752129"/>
                <a:gd name="connsiteY748" fmla="*/ 1017511 h 1333667"/>
                <a:gd name="connsiteX749" fmla="*/ 188716 w 752129"/>
                <a:gd name="connsiteY749" fmla="*/ 1017511 h 1333667"/>
                <a:gd name="connsiteX750" fmla="*/ 185983 w 752129"/>
                <a:gd name="connsiteY750" fmla="*/ 1019957 h 1333667"/>
                <a:gd name="connsiteX751" fmla="*/ 188716 w 752129"/>
                <a:gd name="connsiteY751" fmla="*/ 1019957 h 1333667"/>
                <a:gd name="connsiteX752" fmla="*/ 188716 w 752129"/>
                <a:gd name="connsiteY752" fmla="*/ 1022402 h 1333667"/>
                <a:gd name="connsiteX753" fmla="*/ 188716 w 752129"/>
                <a:gd name="connsiteY753" fmla="*/ 1025135 h 1333667"/>
                <a:gd name="connsiteX754" fmla="*/ 191161 w 752129"/>
                <a:gd name="connsiteY754" fmla="*/ 1025135 h 1333667"/>
                <a:gd name="connsiteX755" fmla="*/ 191161 w 752129"/>
                <a:gd name="connsiteY755" fmla="*/ 1027724 h 1333667"/>
                <a:gd name="connsiteX756" fmla="*/ 191161 w 752129"/>
                <a:gd name="connsiteY756" fmla="*/ 1030169 h 1333667"/>
                <a:gd name="connsiteX757" fmla="*/ 193750 w 752129"/>
                <a:gd name="connsiteY757" fmla="*/ 1030169 h 1333667"/>
                <a:gd name="connsiteX758" fmla="*/ 196195 w 752129"/>
                <a:gd name="connsiteY758" fmla="*/ 1030169 h 1333667"/>
                <a:gd name="connsiteX759" fmla="*/ 198928 w 752129"/>
                <a:gd name="connsiteY759" fmla="*/ 1030169 h 1333667"/>
                <a:gd name="connsiteX760" fmla="*/ 198928 w 752129"/>
                <a:gd name="connsiteY760" fmla="*/ 1032615 h 1333667"/>
                <a:gd name="connsiteX761" fmla="*/ 201517 w 752129"/>
                <a:gd name="connsiteY761" fmla="*/ 1032615 h 1333667"/>
                <a:gd name="connsiteX762" fmla="*/ 203963 w 752129"/>
                <a:gd name="connsiteY762" fmla="*/ 1032615 h 1333667"/>
                <a:gd name="connsiteX763" fmla="*/ 203963 w 752129"/>
                <a:gd name="connsiteY763" fmla="*/ 1035347 h 1333667"/>
                <a:gd name="connsiteX764" fmla="*/ 201517 w 752129"/>
                <a:gd name="connsiteY764" fmla="*/ 1035347 h 1333667"/>
                <a:gd name="connsiteX765" fmla="*/ 201517 w 752129"/>
                <a:gd name="connsiteY765" fmla="*/ 1037937 h 1333667"/>
                <a:gd name="connsiteX766" fmla="*/ 203963 w 752129"/>
                <a:gd name="connsiteY766" fmla="*/ 1037937 h 1333667"/>
                <a:gd name="connsiteX767" fmla="*/ 203963 w 752129"/>
                <a:gd name="connsiteY767" fmla="*/ 1040382 h 1333667"/>
                <a:gd name="connsiteX768" fmla="*/ 206408 w 752129"/>
                <a:gd name="connsiteY768" fmla="*/ 1040382 h 1333667"/>
                <a:gd name="connsiteX769" fmla="*/ 206408 w 752129"/>
                <a:gd name="connsiteY769" fmla="*/ 1042827 h 1333667"/>
                <a:gd name="connsiteX770" fmla="*/ 209141 w 752129"/>
                <a:gd name="connsiteY770" fmla="*/ 1042827 h 1333667"/>
                <a:gd name="connsiteX771" fmla="*/ 209141 w 752129"/>
                <a:gd name="connsiteY771" fmla="*/ 1045560 h 1333667"/>
                <a:gd name="connsiteX772" fmla="*/ 209141 w 752129"/>
                <a:gd name="connsiteY772" fmla="*/ 1048149 h 1333667"/>
                <a:gd name="connsiteX773" fmla="*/ 209141 w 752129"/>
                <a:gd name="connsiteY773" fmla="*/ 1050594 h 1333667"/>
                <a:gd name="connsiteX774" fmla="*/ 209141 w 752129"/>
                <a:gd name="connsiteY774" fmla="*/ 1053039 h 1333667"/>
                <a:gd name="connsiteX775" fmla="*/ 211586 w 752129"/>
                <a:gd name="connsiteY775" fmla="*/ 1053039 h 1333667"/>
                <a:gd name="connsiteX776" fmla="*/ 211586 w 752129"/>
                <a:gd name="connsiteY776" fmla="*/ 1055628 h 1333667"/>
                <a:gd name="connsiteX777" fmla="*/ 209141 w 752129"/>
                <a:gd name="connsiteY777" fmla="*/ 1055628 h 1333667"/>
                <a:gd name="connsiteX778" fmla="*/ 206408 w 752129"/>
                <a:gd name="connsiteY778" fmla="*/ 1055628 h 1333667"/>
                <a:gd name="connsiteX779" fmla="*/ 206408 w 752129"/>
                <a:gd name="connsiteY779" fmla="*/ 1058361 h 1333667"/>
                <a:gd name="connsiteX780" fmla="*/ 206408 w 752129"/>
                <a:gd name="connsiteY780" fmla="*/ 1060807 h 1333667"/>
                <a:gd name="connsiteX781" fmla="*/ 209141 w 752129"/>
                <a:gd name="connsiteY781" fmla="*/ 1060807 h 1333667"/>
                <a:gd name="connsiteX782" fmla="*/ 211586 w 752129"/>
                <a:gd name="connsiteY782" fmla="*/ 1063252 h 1333667"/>
                <a:gd name="connsiteX783" fmla="*/ 209141 w 752129"/>
                <a:gd name="connsiteY783" fmla="*/ 1063252 h 1333667"/>
                <a:gd name="connsiteX784" fmla="*/ 209141 w 752129"/>
                <a:gd name="connsiteY784" fmla="*/ 1065697 h 1333667"/>
                <a:gd name="connsiteX785" fmla="*/ 211586 w 752129"/>
                <a:gd name="connsiteY785" fmla="*/ 1065697 h 1333667"/>
                <a:gd name="connsiteX786" fmla="*/ 211586 w 752129"/>
                <a:gd name="connsiteY786" fmla="*/ 1068430 h 1333667"/>
                <a:gd name="connsiteX787" fmla="*/ 214175 w 752129"/>
                <a:gd name="connsiteY787" fmla="*/ 1068430 h 1333667"/>
                <a:gd name="connsiteX788" fmla="*/ 214175 w 752129"/>
                <a:gd name="connsiteY788" fmla="*/ 1071019 h 1333667"/>
                <a:gd name="connsiteX789" fmla="*/ 216620 w 752129"/>
                <a:gd name="connsiteY789" fmla="*/ 1071019 h 1333667"/>
                <a:gd name="connsiteX790" fmla="*/ 216620 w 752129"/>
                <a:gd name="connsiteY790" fmla="*/ 1073465 h 1333667"/>
                <a:gd name="connsiteX791" fmla="*/ 219353 w 752129"/>
                <a:gd name="connsiteY791" fmla="*/ 1073465 h 1333667"/>
                <a:gd name="connsiteX792" fmla="*/ 219353 w 752129"/>
                <a:gd name="connsiteY792" fmla="*/ 1075910 h 1333667"/>
                <a:gd name="connsiteX793" fmla="*/ 216620 w 752129"/>
                <a:gd name="connsiteY793" fmla="*/ 1075910 h 1333667"/>
                <a:gd name="connsiteX794" fmla="*/ 216620 w 752129"/>
                <a:gd name="connsiteY794" fmla="*/ 1078787 h 1333667"/>
                <a:gd name="connsiteX795" fmla="*/ 219353 w 752129"/>
                <a:gd name="connsiteY795" fmla="*/ 1078787 h 1333667"/>
                <a:gd name="connsiteX796" fmla="*/ 221799 w 752129"/>
                <a:gd name="connsiteY796" fmla="*/ 1078787 h 1333667"/>
                <a:gd name="connsiteX797" fmla="*/ 224388 w 752129"/>
                <a:gd name="connsiteY797" fmla="*/ 1078787 h 1333667"/>
                <a:gd name="connsiteX798" fmla="*/ 224388 w 752129"/>
                <a:gd name="connsiteY798" fmla="*/ 1081232 h 1333667"/>
                <a:gd name="connsiteX799" fmla="*/ 224388 w 752129"/>
                <a:gd name="connsiteY799" fmla="*/ 1083677 h 1333667"/>
                <a:gd name="connsiteX800" fmla="*/ 224388 w 752129"/>
                <a:gd name="connsiteY800" fmla="*/ 1086122 h 1333667"/>
                <a:gd name="connsiteX801" fmla="*/ 221799 w 752129"/>
                <a:gd name="connsiteY801" fmla="*/ 1086122 h 1333667"/>
                <a:gd name="connsiteX802" fmla="*/ 221799 w 752129"/>
                <a:gd name="connsiteY802" fmla="*/ 1088855 h 1333667"/>
                <a:gd name="connsiteX803" fmla="*/ 224388 w 752129"/>
                <a:gd name="connsiteY803" fmla="*/ 1088855 h 1333667"/>
                <a:gd name="connsiteX804" fmla="*/ 224388 w 752129"/>
                <a:gd name="connsiteY804" fmla="*/ 1091444 h 1333667"/>
                <a:gd name="connsiteX805" fmla="*/ 226833 w 752129"/>
                <a:gd name="connsiteY805" fmla="*/ 1091444 h 1333667"/>
                <a:gd name="connsiteX806" fmla="*/ 226833 w 752129"/>
                <a:gd name="connsiteY806" fmla="*/ 1093889 h 1333667"/>
                <a:gd name="connsiteX807" fmla="*/ 226833 w 752129"/>
                <a:gd name="connsiteY807" fmla="*/ 1096335 h 1333667"/>
                <a:gd name="connsiteX808" fmla="*/ 226833 w 752129"/>
                <a:gd name="connsiteY808" fmla="*/ 1099068 h 1333667"/>
                <a:gd name="connsiteX809" fmla="*/ 229278 w 752129"/>
                <a:gd name="connsiteY809" fmla="*/ 1099068 h 1333667"/>
                <a:gd name="connsiteX810" fmla="*/ 229278 w 752129"/>
                <a:gd name="connsiteY810" fmla="*/ 1096335 h 1333667"/>
                <a:gd name="connsiteX811" fmla="*/ 232011 w 752129"/>
                <a:gd name="connsiteY811" fmla="*/ 1096335 h 1333667"/>
                <a:gd name="connsiteX812" fmla="*/ 234600 w 752129"/>
                <a:gd name="connsiteY812" fmla="*/ 1096335 h 1333667"/>
                <a:gd name="connsiteX813" fmla="*/ 237045 w 752129"/>
                <a:gd name="connsiteY813" fmla="*/ 1096335 h 1333667"/>
                <a:gd name="connsiteX814" fmla="*/ 239491 w 752129"/>
                <a:gd name="connsiteY814" fmla="*/ 1096335 h 1333667"/>
                <a:gd name="connsiteX815" fmla="*/ 242224 w 752129"/>
                <a:gd name="connsiteY815" fmla="*/ 1096335 h 1333667"/>
                <a:gd name="connsiteX816" fmla="*/ 242224 w 752129"/>
                <a:gd name="connsiteY816" fmla="*/ 1099068 h 1333667"/>
                <a:gd name="connsiteX817" fmla="*/ 242224 w 752129"/>
                <a:gd name="connsiteY817" fmla="*/ 1101657 h 1333667"/>
                <a:gd name="connsiteX818" fmla="*/ 242224 w 752129"/>
                <a:gd name="connsiteY818" fmla="*/ 1104102 h 1333667"/>
                <a:gd name="connsiteX819" fmla="*/ 244813 w 752129"/>
                <a:gd name="connsiteY819" fmla="*/ 1104102 h 1333667"/>
                <a:gd name="connsiteX820" fmla="*/ 244813 w 752129"/>
                <a:gd name="connsiteY820" fmla="*/ 1106547 h 1333667"/>
                <a:gd name="connsiteX821" fmla="*/ 244813 w 752129"/>
                <a:gd name="connsiteY821" fmla="*/ 1109280 h 1333667"/>
                <a:gd name="connsiteX822" fmla="*/ 244813 w 752129"/>
                <a:gd name="connsiteY822" fmla="*/ 1111869 h 1333667"/>
                <a:gd name="connsiteX823" fmla="*/ 244813 w 752129"/>
                <a:gd name="connsiteY823" fmla="*/ 1114315 h 1333667"/>
                <a:gd name="connsiteX824" fmla="*/ 247258 w 752129"/>
                <a:gd name="connsiteY824" fmla="*/ 1114315 h 1333667"/>
                <a:gd name="connsiteX825" fmla="*/ 247258 w 752129"/>
                <a:gd name="connsiteY825" fmla="*/ 1116760 h 1333667"/>
                <a:gd name="connsiteX826" fmla="*/ 247258 w 752129"/>
                <a:gd name="connsiteY826" fmla="*/ 1119493 h 1333667"/>
                <a:gd name="connsiteX827" fmla="*/ 249703 w 752129"/>
                <a:gd name="connsiteY827" fmla="*/ 1119493 h 1333667"/>
                <a:gd name="connsiteX828" fmla="*/ 249703 w 752129"/>
                <a:gd name="connsiteY828" fmla="*/ 1122082 h 1333667"/>
                <a:gd name="connsiteX829" fmla="*/ 249703 w 752129"/>
                <a:gd name="connsiteY829" fmla="*/ 1124527 h 1333667"/>
                <a:gd name="connsiteX830" fmla="*/ 252436 w 752129"/>
                <a:gd name="connsiteY830" fmla="*/ 1124527 h 1333667"/>
                <a:gd name="connsiteX831" fmla="*/ 252436 w 752129"/>
                <a:gd name="connsiteY831" fmla="*/ 1126972 h 1333667"/>
                <a:gd name="connsiteX832" fmla="*/ 249703 w 752129"/>
                <a:gd name="connsiteY832" fmla="*/ 1126972 h 1333667"/>
                <a:gd name="connsiteX833" fmla="*/ 249703 w 752129"/>
                <a:gd name="connsiteY833" fmla="*/ 1129705 h 1333667"/>
                <a:gd name="connsiteX834" fmla="*/ 252436 w 752129"/>
                <a:gd name="connsiteY834" fmla="*/ 1132294 h 1333667"/>
                <a:gd name="connsiteX835" fmla="*/ 252436 w 752129"/>
                <a:gd name="connsiteY835" fmla="*/ 1134739 h 1333667"/>
                <a:gd name="connsiteX836" fmla="*/ 249703 w 752129"/>
                <a:gd name="connsiteY836" fmla="*/ 1134739 h 1333667"/>
                <a:gd name="connsiteX837" fmla="*/ 249703 w 752129"/>
                <a:gd name="connsiteY837" fmla="*/ 1137185 h 1333667"/>
                <a:gd name="connsiteX838" fmla="*/ 252436 w 752129"/>
                <a:gd name="connsiteY838" fmla="*/ 1137185 h 1333667"/>
                <a:gd name="connsiteX839" fmla="*/ 252436 w 752129"/>
                <a:gd name="connsiteY839" fmla="*/ 1139630 h 1333667"/>
                <a:gd name="connsiteX840" fmla="*/ 252436 w 752129"/>
                <a:gd name="connsiteY840" fmla="*/ 1142363 h 1333667"/>
                <a:gd name="connsiteX841" fmla="*/ 252436 w 752129"/>
                <a:gd name="connsiteY841" fmla="*/ 1144952 h 1333667"/>
                <a:gd name="connsiteX842" fmla="*/ 252436 w 752129"/>
                <a:gd name="connsiteY842" fmla="*/ 1147397 h 1333667"/>
                <a:gd name="connsiteX843" fmla="*/ 252436 w 752129"/>
                <a:gd name="connsiteY843" fmla="*/ 1149986 h 1333667"/>
                <a:gd name="connsiteX844" fmla="*/ 249703 w 752129"/>
                <a:gd name="connsiteY844" fmla="*/ 1149986 h 1333667"/>
                <a:gd name="connsiteX845" fmla="*/ 249703 w 752129"/>
                <a:gd name="connsiteY845" fmla="*/ 1152719 h 1333667"/>
                <a:gd name="connsiteX846" fmla="*/ 252436 w 752129"/>
                <a:gd name="connsiteY846" fmla="*/ 1152719 h 1333667"/>
                <a:gd name="connsiteX847" fmla="*/ 252436 w 752129"/>
                <a:gd name="connsiteY847" fmla="*/ 1155165 h 1333667"/>
                <a:gd name="connsiteX848" fmla="*/ 252436 w 752129"/>
                <a:gd name="connsiteY848" fmla="*/ 1157610 h 1333667"/>
                <a:gd name="connsiteX849" fmla="*/ 252436 w 752129"/>
                <a:gd name="connsiteY849" fmla="*/ 1160055 h 1333667"/>
                <a:gd name="connsiteX850" fmla="*/ 252436 w 752129"/>
                <a:gd name="connsiteY850" fmla="*/ 1162788 h 1333667"/>
                <a:gd name="connsiteX851" fmla="*/ 252436 w 752129"/>
                <a:gd name="connsiteY851" fmla="*/ 1165377 h 1333667"/>
                <a:gd name="connsiteX852" fmla="*/ 252436 w 752129"/>
                <a:gd name="connsiteY852" fmla="*/ 1167822 h 1333667"/>
                <a:gd name="connsiteX853" fmla="*/ 249703 w 752129"/>
                <a:gd name="connsiteY853" fmla="*/ 1167822 h 1333667"/>
                <a:gd name="connsiteX854" fmla="*/ 249703 w 752129"/>
                <a:gd name="connsiteY854" fmla="*/ 1170267 h 1333667"/>
                <a:gd name="connsiteX855" fmla="*/ 249703 w 752129"/>
                <a:gd name="connsiteY855" fmla="*/ 1173000 h 1333667"/>
                <a:gd name="connsiteX856" fmla="*/ 247258 w 752129"/>
                <a:gd name="connsiteY856" fmla="*/ 1173000 h 1333667"/>
                <a:gd name="connsiteX857" fmla="*/ 247258 w 752129"/>
                <a:gd name="connsiteY857" fmla="*/ 1175589 h 1333667"/>
                <a:gd name="connsiteX858" fmla="*/ 249703 w 752129"/>
                <a:gd name="connsiteY858" fmla="*/ 1178035 h 1333667"/>
                <a:gd name="connsiteX859" fmla="*/ 249703 w 752129"/>
                <a:gd name="connsiteY859" fmla="*/ 1180480 h 1333667"/>
                <a:gd name="connsiteX860" fmla="*/ 249703 w 752129"/>
                <a:gd name="connsiteY860" fmla="*/ 1183213 h 1333667"/>
                <a:gd name="connsiteX861" fmla="*/ 249703 w 752129"/>
                <a:gd name="connsiteY861" fmla="*/ 1185802 h 1333667"/>
                <a:gd name="connsiteX862" fmla="*/ 249703 w 752129"/>
                <a:gd name="connsiteY862" fmla="*/ 1188247 h 1333667"/>
                <a:gd name="connsiteX863" fmla="*/ 247258 w 752129"/>
                <a:gd name="connsiteY863" fmla="*/ 1188247 h 1333667"/>
                <a:gd name="connsiteX864" fmla="*/ 247258 w 752129"/>
                <a:gd name="connsiteY864" fmla="*/ 1190693 h 1333667"/>
                <a:gd name="connsiteX865" fmla="*/ 247258 w 752129"/>
                <a:gd name="connsiteY865" fmla="*/ 1193426 h 1333667"/>
                <a:gd name="connsiteX866" fmla="*/ 247258 w 752129"/>
                <a:gd name="connsiteY866" fmla="*/ 1196015 h 1333667"/>
                <a:gd name="connsiteX867" fmla="*/ 244813 w 752129"/>
                <a:gd name="connsiteY867" fmla="*/ 1196015 h 1333667"/>
                <a:gd name="connsiteX868" fmla="*/ 244813 w 752129"/>
                <a:gd name="connsiteY868" fmla="*/ 1198460 h 1333667"/>
                <a:gd name="connsiteX869" fmla="*/ 244813 w 752129"/>
                <a:gd name="connsiteY869" fmla="*/ 1200905 h 1333667"/>
                <a:gd name="connsiteX870" fmla="*/ 244813 w 752129"/>
                <a:gd name="connsiteY870" fmla="*/ 1203638 h 1333667"/>
                <a:gd name="connsiteX871" fmla="*/ 242224 w 752129"/>
                <a:gd name="connsiteY871" fmla="*/ 1203638 h 1333667"/>
                <a:gd name="connsiteX872" fmla="*/ 239491 w 752129"/>
                <a:gd name="connsiteY872" fmla="*/ 1203638 h 1333667"/>
                <a:gd name="connsiteX873" fmla="*/ 237045 w 752129"/>
                <a:gd name="connsiteY873" fmla="*/ 1203638 h 1333667"/>
                <a:gd name="connsiteX874" fmla="*/ 237045 w 752129"/>
                <a:gd name="connsiteY874" fmla="*/ 1206227 h 1333667"/>
                <a:gd name="connsiteX875" fmla="*/ 237045 w 752129"/>
                <a:gd name="connsiteY875" fmla="*/ 1208672 h 1333667"/>
                <a:gd name="connsiteX876" fmla="*/ 237045 w 752129"/>
                <a:gd name="connsiteY876" fmla="*/ 1211117 h 1333667"/>
                <a:gd name="connsiteX877" fmla="*/ 239491 w 752129"/>
                <a:gd name="connsiteY877" fmla="*/ 1211117 h 1333667"/>
                <a:gd name="connsiteX878" fmla="*/ 242224 w 752129"/>
                <a:gd name="connsiteY878" fmla="*/ 1211117 h 1333667"/>
                <a:gd name="connsiteX879" fmla="*/ 242224 w 752129"/>
                <a:gd name="connsiteY879" fmla="*/ 1213850 h 1333667"/>
                <a:gd name="connsiteX880" fmla="*/ 244813 w 752129"/>
                <a:gd name="connsiteY880" fmla="*/ 1213850 h 1333667"/>
                <a:gd name="connsiteX881" fmla="*/ 247258 w 752129"/>
                <a:gd name="connsiteY881" fmla="*/ 1213850 h 1333667"/>
                <a:gd name="connsiteX882" fmla="*/ 247258 w 752129"/>
                <a:gd name="connsiteY882" fmla="*/ 1216440 h 1333667"/>
                <a:gd name="connsiteX883" fmla="*/ 247258 w 752129"/>
                <a:gd name="connsiteY883" fmla="*/ 1218885 h 1333667"/>
                <a:gd name="connsiteX884" fmla="*/ 244813 w 752129"/>
                <a:gd name="connsiteY884" fmla="*/ 1218885 h 1333667"/>
                <a:gd name="connsiteX885" fmla="*/ 244813 w 752129"/>
                <a:gd name="connsiteY885" fmla="*/ 1221330 h 1333667"/>
                <a:gd name="connsiteX886" fmla="*/ 244813 w 752129"/>
                <a:gd name="connsiteY886" fmla="*/ 1223919 h 1333667"/>
                <a:gd name="connsiteX887" fmla="*/ 242224 w 752129"/>
                <a:gd name="connsiteY887" fmla="*/ 1223919 h 1333667"/>
                <a:gd name="connsiteX888" fmla="*/ 242224 w 752129"/>
                <a:gd name="connsiteY888" fmla="*/ 1226652 h 1333667"/>
                <a:gd name="connsiteX889" fmla="*/ 242224 w 752129"/>
                <a:gd name="connsiteY889" fmla="*/ 1229097 h 1333667"/>
                <a:gd name="connsiteX890" fmla="*/ 244813 w 752129"/>
                <a:gd name="connsiteY890" fmla="*/ 1231543 h 1333667"/>
                <a:gd name="connsiteX891" fmla="*/ 247258 w 752129"/>
                <a:gd name="connsiteY891" fmla="*/ 1231543 h 1333667"/>
                <a:gd name="connsiteX892" fmla="*/ 247258 w 752129"/>
                <a:gd name="connsiteY892" fmla="*/ 1233988 h 1333667"/>
                <a:gd name="connsiteX893" fmla="*/ 247258 w 752129"/>
                <a:gd name="connsiteY893" fmla="*/ 1236721 h 1333667"/>
                <a:gd name="connsiteX894" fmla="*/ 249703 w 752129"/>
                <a:gd name="connsiteY894" fmla="*/ 1236721 h 1333667"/>
                <a:gd name="connsiteX895" fmla="*/ 249703 w 752129"/>
                <a:gd name="connsiteY895" fmla="*/ 1239310 h 1333667"/>
                <a:gd name="connsiteX896" fmla="*/ 247258 w 752129"/>
                <a:gd name="connsiteY896" fmla="*/ 1239310 h 1333667"/>
                <a:gd name="connsiteX897" fmla="*/ 247258 w 752129"/>
                <a:gd name="connsiteY897" fmla="*/ 1241755 h 1333667"/>
                <a:gd name="connsiteX898" fmla="*/ 249703 w 752129"/>
                <a:gd name="connsiteY898" fmla="*/ 1241755 h 1333667"/>
                <a:gd name="connsiteX899" fmla="*/ 249703 w 752129"/>
                <a:gd name="connsiteY899" fmla="*/ 1244201 h 1333667"/>
                <a:gd name="connsiteX900" fmla="*/ 249703 w 752129"/>
                <a:gd name="connsiteY900" fmla="*/ 1247077 h 1333667"/>
                <a:gd name="connsiteX901" fmla="*/ 252436 w 752129"/>
                <a:gd name="connsiteY901" fmla="*/ 1247077 h 1333667"/>
                <a:gd name="connsiteX902" fmla="*/ 255025 w 752129"/>
                <a:gd name="connsiteY902" fmla="*/ 1247077 h 1333667"/>
                <a:gd name="connsiteX903" fmla="*/ 255025 w 752129"/>
                <a:gd name="connsiteY903" fmla="*/ 1249522 h 1333667"/>
                <a:gd name="connsiteX904" fmla="*/ 252436 w 752129"/>
                <a:gd name="connsiteY904" fmla="*/ 1249522 h 1333667"/>
                <a:gd name="connsiteX905" fmla="*/ 252436 w 752129"/>
                <a:gd name="connsiteY905" fmla="*/ 1251968 h 1333667"/>
                <a:gd name="connsiteX906" fmla="*/ 252436 w 752129"/>
                <a:gd name="connsiteY906" fmla="*/ 1254413 h 1333667"/>
                <a:gd name="connsiteX907" fmla="*/ 255025 w 752129"/>
                <a:gd name="connsiteY907" fmla="*/ 1254413 h 1333667"/>
                <a:gd name="connsiteX908" fmla="*/ 257470 w 752129"/>
                <a:gd name="connsiteY908" fmla="*/ 1254413 h 1333667"/>
                <a:gd name="connsiteX909" fmla="*/ 257470 w 752129"/>
                <a:gd name="connsiteY909" fmla="*/ 1257146 h 1333667"/>
                <a:gd name="connsiteX910" fmla="*/ 259916 w 752129"/>
                <a:gd name="connsiteY910" fmla="*/ 1257146 h 1333667"/>
                <a:gd name="connsiteX911" fmla="*/ 262649 w 752129"/>
                <a:gd name="connsiteY911" fmla="*/ 1257146 h 1333667"/>
                <a:gd name="connsiteX912" fmla="*/ 265094 w 752129"/>
                <a:gd name="connsiteY912" fmla="*/ 1257146 h 1333667"/>
                <a:gd name="connsiteX913" fmla="*/ 265094 w 752129"/>
                <a:gd name="connsiteY913" fmla="*/ 1259735 h 1333667"/>
                <a:gd name="connsiteX914" fmla="*/ 267683 w 752129"/>
                <a:gd name="connsiteY914" fmla="*/ 1259735 h 1333667"/>
                <a:gd name="connsiteX915" fmla="*/ 267683 w 752129"/>
                <a:gd name="connsiteY915" fmla="*/ 1262180 h 1333667"/>
                <a:gd name="connsiteX916" fmla="*/ 267683 w 752129"/>
                <a:gd name="connsiteY916" fmla="*/ 1264625 h 1333667"/>
                <a:gd name="connsiteX917" fmla="*/ 267683 w 752129"/>
                <a:gd name="connsiteY917" fmla="*/ 1267358 h 1333667"/>
                <a:gd name="connsiteX918" fmla="*/ 267683 w 752129"/>
                <a:gd name="connsiteY918" fmla="*/ 1269948 h 1333667"/>
                <a:gd name="connsiteX919" fmla="*/ 267683 w 752129"/>
                <a:gd name="connsiteY919" fmla="*/ 1272393 h 1333667"/>
                <a:gd name="connsiteX920" fmla="*/ 270128 w 752129"/>
                <a:gd name="connsiteY920" fmla="*/ 1272393 h 1333667"/>
                <a:gd name="connsiteX921" fmla="*/ 270128 w 752129"/>
                <a:gd name="connsiteY921" fmla="*/ 1274838 h 1333667"/>
                <a:gd name="connsiteX922" fmla="*/ 272861 w 752129"/>
                <a:gd name="connsiteY922" fmla="*/ 1274838 h 1333667"/>
                <a:gd name="connsiteX923" fmla="*/ 272861 w 752129"/>
                <a:gd name="connsiteY923" fmla="*/ 1277571 h 1333667"/>
                <a:gd name="connsiteX924" fmla="*/ 270128 w 752129"/>
                <a:gd name="connsiteY924" fmla="*/ 1277571 h 1333667"/>
                <a:gd name="connsiteX925" fmla="*/ 270128 w 752129"/>
                <a:gd name="connsiteY925" fmla="*/ 1280160 h 1333667"/>
                <a:gd name="connsiteX926" fmla="*/ 272861 w 752129"/>
                <a:gd name="connsiteY926" fmla="*/ 1280160 h 1333667"/>
                <a:gd name="connsiteX927" fmla="*/ 275450 w 752129"/>
                <a:gd name="connsiteY927" fmla="*/ 1280160 h 1333667"/>
                <a:gd name="connsiteX928" fmla="*/ 277895 w 752129"/>
                <a:gd name="connsiteY928" fmla="*/ 1282605 h 1333667"/>
                <a:gd name="connsiteX929" fmla="*/ 280341 w 752129"/>
                <a:gd name="connsiteY929" fmla="*/ 1282605 h 1333667"/>
                <a:gd name="connsiteX930" fmla="*/ 283074 w 752129"/>
                <a:gd name="connsiteY930" fmla="*/ 1282605 h 1333667"/>
                <a:gd name="connsiteX931" fmla="*/ 285519 w 752129"/>
                <a:gd name="connsiteY931" fmla="*/ 1282605 h 1333667"/>
                <a:gd name="connsiteX932" fmla="*/ 288108 w 752129"/>
                <a:gd name="connsiteY932" fmla="*/ 1282605 h 1333667"/>
                <a:gd name="connsiteX933" fmla="*/ 288108 w 752129"/>
                <a:gd name="connsiteY933" fmla="*/ 1285051 h 1333667"/>
                <a:gd name="connsiteX934" fmla="*/ 290553 w 752129"/>
                <a:gd name="connsiteY934" fmla="*/ 1285051 h 1333667"/>
                <a:gd name="connsiteX935" fmla="*/ 293286 w 752129"/>
                <a:gd name="connsiteY935" fmla="*/ 1285051 h 1333667"/>
                <a:gd name="connsiteX936" fmla="*/ 295731 w 752129"/>
                <a:gd name="connsiteY936" fmla="*/ 1285051 h 1333667"/>
                <a:gd name="connsiteX937" fmla="*/ 298320 w 752129"/>
                <a:gd name="connsiteY937" fmla="*/ 1285051 h 1333667"/>
                <a:gd name="connsiteX938" fmla="*/ 300766 w 752129"/>
                <a:gd name="connsiteY938" fmla="*/ 1285051 h 1333667"/>
                <a:gd name="connsiteX939" fmla="*/ 300766 w 752129"/>
                <a:gd name="connsiteY939" fmla="*/ 1287783 h 1333667"/>
                <a:gd name="connsiteX940" fmla="*/ 303211 w 752129"/>
                <a:gd name="connsiteY940" fmla="*/ 1287783 h 1333667"/>
                <a:gd name="connsiteX941" fmla="*/ 305944 w 752129"/>
                <a:gd name="connsiteY941" fmla="*/ 1287783 h 1333667"/>
                <a:gd name="connsiteX942" fmla="*/ 308533 w 752129"/>
                <a:gd name="connsiteY942" fmla="*/ 1287783 h 1333667"/>
                <a:gd name="connsiteX943" fmla="*/ 310978 w 752129"/>
                <a:gd name="connsiteY943" fmla="*/ 1287783 h 1333667"/>
                <a:gd name="connsiteX944" fmla="*/ 313423 w 752129"/>
                <a:gd name="connsiteY944" fmla="*/ 1287783 h 1333667"/>
                <a:gd name="connsiteX945" fmla="*/ 313423 w 752129"/>
                <a:gd name="connsiteY945" fmla="*/ 1290372 h 1333667"/>
                <a:gd name="connsiteX946" fmla="*/ 316156 w 752129"/>
                <a:gd name="connsiteY946" fmla="*/ 1290372 h 1333667"/>
                <a:gd name="connsiteX947" fmla="*/ 318745 w 752129"/>
                <a:gd name="connsiteY947" fmla="*/ 1290372 h 1333667"/>
                <a:gd name="connsiteX948" fmla="*/ 321191 w 752129"/>
                <a:gd name="connsiteY948" fmla="*/ 1290372 h 1333667"/>
                <a:gd name="connsiteX949" fmla="*/ 323636 w 752129"/>
                <a:gd name="connsiteY949" fmla="*/ 1290372 h 1333667"/>
                <a:gd name="connsiteX950" fmla="*/ 326369 w 752129"/>
                <a:gd name="connsiteY950" fmla="*/ 1290372 h 1333667"/>
                <a:gd name="connsiteX951" fmla="*/ 326369 w 752129"/>
                <a:gd name="connsiteY951" fmla="*/ 1292818 h 1333667"/>
                <a:gd name="connsiteX952" fmla="*/ 328958 w 752129"/>
                <a:gd name="connsiteY952" fmla="*/ 1292818 h 1333667"/>
                <a:gd name="connsiteX953" fmla="*/ 331403 w 752129"/>
                <a:gd name="connsiteY953" fmla="*/ 1292818 h 1333667"/>
                <a:gd name="connsiteX954" fmla="*/ 333848 w 752129"/>
                <a:gd name="connsiteY954" fmla="*/ 1292818 h 1333667"/>
                <a:gd name="connsiteX955" fmla="*/ 336581 w 752129"/>
                <a:gd name="connsiteY955" fmla="*/ 1292818 h 1333667"/>
                <a:gd name="connsiteX956" fmla="*/ 339170 w 752129"/>
                <a:gd name="connsiteY956" fmla="*/ 1292818 h 1333667"/>
                <a:gd name="connsiteX957" fmla="*/ 339170 w 752129"/>
                <a:gd name="connsiteY957" fmla="*/ 1295263 h 1333667"/>
                <a:gd name="connsiteX958" fmla="*/ 341616 w 752129"/>
                <a:gd name="connsiteY958" fmla="*/ 1295263 h 1333667"/>
                <a:gd name="connsiteX959" fmla="*/ 344061 w 752129"/>
                <a:gd name="connsiteY959" fmla="*/ 1295263 h 1333667"/>
                <a:gd name="connsiteX960" fmla="*/ 346794 w 752129"/>
                <a:gd name="connsiteY960" fmla="*/ 1295263 h 1333667"/>
                <a:gd name="connsiteX961" fmla="*/ 349383 w 752129"/>
                <a:gd name="connsiteY961" fmla="*/ 1295263 h 1333667"/>
                <a:gd name="connsiteX962" fmla="*/ 351828 w 752129"/>
                <a:gd name="connsiteY962" fmla="*/ 1295263 h 1333667"/>
                <a:gd name="connsiteX963" fmla="*/ 351828 w 752129"/>
                <a:gd name="connsiteY963" fmla="*/ 1297996 h 1333667"/>
                <a:gd name="connsiteX964" fmla="*/ 354274 w 752129"/>
                <a:gd name="connsiteY964" fmla="*/ 1297996 h 1333667"/>
                <a:gd name="connsiteX965" fmla="*/ 357006 w 752129"/>
                <a:gd name="connsiteY965" fmla="*/ 1297996 h 1333667"/>
                <a:gd name="connsiteX966" fmla="*/ 359595 w 752129"/>
                <a:gd name="connsiteY966" fmla="*/ 1297996 h 1333667"/>
                <a:gd name="connsiteX967" fmla="*/ 362041 w 752129"/>
                <a:gd name="connsiteY967" fmla="*/ 1297996 h 1333667"/>
                <a:gd name="connsiteX968" fmla="*/ 364486 w 752129"/>
                <a:gd name="connsiteY968" fmla="*/ 1297996 h 1333667"/>
                <a:gd name="connsiteX969" fmla="*/ 364486 w 752129"/>
                <a:gd name="connsiteY969" fmla="*/ 1300585 h 1333667"/>
                <a:gd name="connsiteX970" fmla="*/ 367219 w 752129"/>
                <a:gd name="connsiteY970" fmla="*/ 1300585 h 1333667"/>
                <a:gd name="connsiteX971" fmla="*/ 369664 w 752129"/>
                <a:gd name="connsiteY971" fmla="*/ 1300585 h 1333667"/>
                <a:gd name="connsiteX972" fmla="*/ 372253 w 752129"/>
                <a:gd name="connsiteY972" fmla="*/ 1300585 h 1333667"/>
                <a:gd name="connsiteX973" fmla="*/ 374699 w 752129"/>
                <a:gd name="connsiteY973" fmla="*/ 1300585 h 1333667"/>
                <a:gd name="connsiteX974" fmla="*/ 377144 w 752129"/>
                <a:gd name="connsiteY974" fmla="*/ 1300585 h 1333667"/>
                <a:gd name="connsiteX975" fmla="*/ 377144 w 752129"/>
                <a:gd name="connsiteY975" fmla="*/ 1303030 h 1333667"/>
                <a:gd name="connsiteX976" fmla="*/ 379877 w 752129"/>
                <a:gd name="connsiteY976" fmla="*/ 1303030 h 1333667"/>
                <a:gd name="connsiteX977" fmla="*/ 382466 w 752129"/>
                <a:gd name="connsiteY977" fmla="*/ 1303030 h 1333667"/>
                <a:gd name="connsiteX978" fmla="*/ 384911 w 752129"/>
                <a:gd name="connsiteY978" fmla="*/ 1303030 h 1333667"/>
                <a:gd name="connsiteX979" fmla="*/ 387356 w 752129"/>
                <a:gd name="connsiteY979" fmla="*/ 1303030 h 1333667"/>
                <a:gd name="connsiteX980" fmla="*/ 390089 w 752129"/>
                <a:gd name="connsiteY980" fmla="*/ 1303030 h 1333667"/>
                <a:gd name="connsiteX981" fmla="*/ 390089 w 752129"/>
                <a:gd name="connsiteY981" fmla="*/ 1305475 h 1333667"/>
                <a:gd name="connsiteX982" fmla="*/ 392678 w 752129"/>
                <a:gd name="connsiteY982" fmla="*/ 1305475 h 1333667"/>
                <a:gd name="connsiteX983" fmla="*/ 395124 w 752129"/>
                <a:gd name="connsiteY983" fmla="*/ 1305475 h 1333667"/>
                <a:gd name="connsiteX984" fmla="*/ 397569 w 752129"/>
                <a:gd name="connsiteY984" fmla="*/ 1305475 h 1333667"/>
                <a:gd name="connsiteX985" fmla="*/ 400302 w 752129"/>
                <a:gd name="connsiteY985" fmla="*/ 1305475 h 1333667"/>
                <a:gd name="connsiteX986" fmla="*/ 402891 w 752129"/>
                <a:gd name="connsiteY986" fmla="*/ 1305475 h 1333667"/>
                <a:gd name="connsiteX987" fmla="*/ 405336 w 752129"/>
                <a:gd name="connsiteY987" fmla="*/ 1308208 h 1333667"/>
                <a:gd name="connsiteX988" fmla="*/ 407781 w 752129"/>
                <a:gd name="connsiteY988" fmla="*/ 1308208 h 1333667"/>
                <a:gd name="connsiteX989" fmla="*/ 410514 w 752129"/>
                <a:gd name="connsiteY989" fmla="*/ 1308208 h 1333667"/>
                <a:gd name="connsiteX990" fmla="*/ 413103 w 752129"/>
                <a:gd name="connsiteY990" fmla="*/ 1308208 h 1333667"/>
                <a:gd name="connsiteX991" fmla="*/ 415549 w 752129"/>
                <a:gd name="connsiteY991" fmla="*/ 1308208 h 1333667"/>
                <a:gd name="connsiteX992" fmla="*/ 417994 w 752129"/>
                <a:gd name="connsiteY992" fmla="*/ 1308208 h 1333667"/>
                <a:gd name="connsiteX993" fmla="*/ 417994 w 752129"/>
                <a:gd name="connsiteY993" fmla="*/ 1310798 h 1333667"/>
                <a:gd name="connsiteX994" fmla="*/ 420727 w 752129"/>
                <a:gd name="connsiteY994" fmla="*/ 1310798 h 1333667"/>
                <a:gd name="connsiteX995" fmla="*/ 423316 w 752129"/>
                <a:gd name="connsiteY995" fmla="*/ 1310798 h 1333667"/>
                <a:gd name="connsiteX996" fmla="*/ 425761 w 752129"/>
                <a:gd name="connsiteY996" fmla="*/ 1310798 h 1333667"/>
                <a:gd name="connsiteX997" fmla="*/ 428206 w 752129"/>
                <a:gd name="connsiteY997" fmla="*/ 1310798 h 1333667"/>
                <a:gd name="connsiteX998" fmla="*/ 430939 w 752129"/>
                <a:gd name="connsiteY998" fmla="*/ 1310798 h 1333667"/>
                <a:gd name="connsiteX999" fmla="*/ 430939 w 752129"/>
                <a:gd name="connsiteY999" fmla="*/ 1313243 h 1333667"/>
                <a:gd name="connsiteX1000" fmla="*/ 433528 w 752129"/>
                <a:gd name="connsiteY1000" fmla="*/ 1313243 h 1333667"/>
                <a:gd name="connsiteX1001" fmla="*/ 435974 w 752129"/>
                <a:gd name="connsiteY1001" fmla="*/ 1313243 h 1333667"/>
                <a:gd name="connsiteX1002" fmla="*/ 438419 w 752129"/>
                <a:gd name="connsiteY1002" fmla="*/ 1313243 h 1333667"/>
                <a:gd name="connsiteX1003" fmla="*/ 441152 w 752129"/>
                <a:gd name="connsiteY1003" fmla="*/ 1313243 h 1333667"/>
                <a:gd name="connsiteX1004" fmla="*/ 443597 w 752129"/>
                <a:gd name="connsiteY1004" fmla="*/ 1313243 h 1333667"/>
                <a:gd name="connsiteX1005" fmla="*/ 446186 w 752129"/>
                <a:gd name="connsiteY1005" fmla="*/ 1315688 h 1333667"/>
                <a:gd name="connsiteX1006" fmla="*/ 448631 w 752129"/>
                <a:gd name="connsiteY1006" fmla="*/ 1315688 h 1333667"/>
                <a:gd name="connsiteX1007" fmla="*/ 451077 w 752129"/>
                <a:gd name="connsiteY1007" fmla="*/ 1315688 h 1333667"/>
                <a:gd name="connsiteX1008" fmla="*/ 453953 w 752129"/>
                <a:gd name="connsiteY1008" fmla="*/ 1315688 h 1333667"/>
                <a:gd name="connsiteX1009" fmla="*/ 456399 w 752129"/>
                <a:gd name="connsiteY1009" fmla="*/ 1315688 h 1333667"/>
                <a:gd name="connsiteX1010" fmla="*/ 458844 w 752129"/>
                <a:gd name="connsiteY1010" fmla="*/ 1315688 h 1333667"/>
                <a:gd name="connsiteX1011" fmla="*/ 458844 w 752129"/>
                <a:gd name="connsiteY1011" fmla="*/ 1318277 h 1333667"/>
                <a:gd name="connsiteX1012" fmla="*/ 461289 w 752129"/>
                <a:gd name="connsiteY1012" fmla="*/ 1318277 h 1333667"/>
                <a:gd name="connsiteX1013" fmla="*/ 464022 w 752129"/>
                <a:gd name="connsiteY1013" fmla="*/ 1318277 h 1333667"/>
                <a:gd name="connsiteX1014" fmla="*/ 466611 w 752129"/>
                <a:gd name="connsiteY1014" fmla="*/ 1318277 h 1333667"/>
                <a:gd name="connsiteX1015" fmla="*/ 469056 w 752129"/>
                <a:gd name="connsiteY1015" fmla="*/ 1318277 h 1333667"/>
                <a:gd name="connsiteX1016" fmla="*/ 471502 w 752129"/>
                <a:gd name="connsiteY1016" fmla="*/ 1318277 h 1333667"/>
                <a:gd name="connsiteX1017" fmla="*/ 474235 w 752129"/>
                <a:gd name="connsiteY1017" fmla="*/ 1318277 h 1333667"/>
                <a:gd name="connsiteX1018" fmla="*/ 474235 w 752129"/>
                <a:gd name="connsiteY1018" fmla="*/ 1321010 h 1333667"/>
                <a:gd name="connsiteX1019" fmla="*/ 476824 w 752129"/>
                <a:gd name="connsiteY1019" fmla="*/ 1321010 h 1333667"/>
                <a:gd name="connsiteX1020" fmla="*/ 479269 w 752129"/>
                <a:gd name="connsiteY1020" fmla="*/ 1321010 h 1333667"/>
                <a:gd name="connsiteX1021" fmla="*/ 481714 w 752129"/>
                <a:gd name="connsiteY1021" fmla="*/ 1321010 h 1333667"/>
                <a:gd name="connsiteX1022" fmla="*/ 484447 w 752129"/>
                <a:gd name="connsiteY1022" fmla="*/ 1321010 h 1333667"/>
                <a:gd name="connsiteX1023" fmla="*/ 487036 w 752129"/>
                <a:gd name="connsiteY1023" fmla="*/ 1321010 h 1333667"/>
                <a:gd name="connsiteX1024" fmla="*/ 489481 w 752129"/>
                <a:gd name="connsiteY1024" fmla="*/ 1323455 h 1333667"/>
                <a:gd name="connsiteX1025" fmla="*/ 491927 w 752129"/>
                <a:gd name="connsiteY1025" fmla="*/ 1323455 h 1333667"/>
                <a:gd name="connsiteX1026" fmla="*/ 494660 w 752129"/>
                <a:gd name="connsiteY1026" fmla="*/ 1323455 h 1333667"/>
                <a:gd name="connsiteX1027" fmla="*/ 497249 w 752129"/>
                <a:gd name="connsiteY1027" fmla="*/ 1323455 h 1333667"/>
                <a:gd name="connsiteX1028" fmla="*/ 499694 w 752129"/>
                <a:gd name="connsiteY1028" fmla="*/ 1323455 h 1333667"/>
                <a:gd name="connsiteX1029" fmla="*/ 502139 w 752129"/>
                <a:gd name="connsiteY1029" fmla="*/ 1323455 h 1333667"/>
                <a:gd name="connsiteX1030" fmla="*/ 504872 w 752129"/>
                <a:gd name="connsiteY1030" fmla="*/ 1325901 h 1333667"/>
                <a:gd name="connsiteX1031" fmla="*/ 507461 w 752129"/>
                <a:gd name="connsiteY1031" fmla="*/ 1325901 h 1333667"/>
                <a:gd name="connsiteX1032" fmla="*/ 509906 w 752129"/>
                <a:gd name="connsiteY1032" fmla="*/ 1325901 h 1333667"/>
                <a:gd name="connsiteX1033" fmla="*/ 512352 w 752129"/>
                <a:gd name="connsiteY1033" fmla="*/ 1325901 h 1333667"/>
                <a:gd name="connsiteX1034" fmla="*/ 515085 w 752129"/>
                <a:gd name="connsiteY1034" fmla="*/ 1325901 h 1333667"/>
                <a:gd name="connsiteX1035" fmla="*/ 517530 w 752129"/>
                <a:gd name="connsiteY1035" fmla="*/ 1325901 h 1333667"/>
                <a:gd name="connsiteX1036" fmla="*/ 520119 w 752129"/>
                <a:gd name="connsiteY1036" fmla="*/ 1325901 h 1333667"/>
                <a:gd name="connsiteX1037" fmla="*/ 520119 w 752129"/>
                <a:gd name="connsiteY1037" fmla="*/ 1328346 h 1333667"/>
                <a:gd name="connsiteX1038" fmla="*/ 522564 w 752129"/>
                <a:gd name="connsiteY1038" fmla="*/ 1328346 h 1333667"/>
                <a:gd name="connsiteX1039" fmla="*/ 525153 w 752129"/>
                <a:gd name="connsiteY1039" fmla="*/ 1328346 h 1333667"/>
                <a:gd name="connsiteX1040" fmla="*/ 527886 w 752129"/>
                <a:gd name="connsiteY1040" fmla="*/ 1328346 h 1333667"/>
                <a:gd name="connsiteX1041" fmla="*/ 530331 w 752129"/>
                <a:gd name="connsiteY1041" fmla="*/ 1328346 h 1333667"/>
                <a:gd name="connsiteX1042" fmla="*/ 532777 w 752129"/>
                <a:gd name="connsiteY1042" fmla="*/ 1328346 h 1333667"/>
                <a:gd name="connsiteX1043" fmla="*/ 535222 w 752129"/>
                <a:gd name="connsiteY1043" fmla="*/ 1328346 h 1333667"/>
                <a:gd name="connsiteX1044" fmla="*/ 535222 w 752129"/>
                <a:gd name="connsiteY1044" fmla="*/ 1331079 h 1333667"/>
                <a:gd name="connsiteX1045" fmla="*/ 537955 w 752129"/>
                <a:gd name="connsiteY1045" fmla="*/ 1331079 h 1333667"/>
                <a:gd name="connsiteX1046" fmla="*/ 540544 w 752129"/>
                <a:gd name="connsiteY1046" fmla="*/ 1331079 h 1333667"/>
                <a:gd name="connsiteX1047" fmla="*/ 542989 w 752129"/>
                <a:gd name="connsiteY1047" fmla="*/ 1331079 h 1333667"/>
                <a:gd name="connsiteX1048" fmla="*/ 545435 w 752129"/>
                <a:gd name="connsiteY1048" fmla="*/ 1331079 h 1333667"/>
                <a:gd name="connsiteX1049" fmla="*/ 548167 w 752129"/>
                <a:gd name="connsiteY1049" fmla="*/ 1331079 h 1333667"/>
                <a:gd name="connsiteX1050" fmla="*/ 550756 w 752129"/>
                <a:gd name="connsiteY1050" fmla="*/ 1331079 h 1333667"/>
                <a:gd name="connsiteX1051" fmla="*/ 550756 w 752129"/>
                <a:gd name="connsiteY1051" fmla="*/ 1333668 h 1333667"/>
                <a:gd name="connsiteX1052" fmla="*/ 553202 w 752129"/>
                <a:gd name="connsiteY1052" fmla="*/ 1333668 h 1333667"/>
                <a:gd name="connsiteX1053" fmla="*/ 555647 w 752129"/>
                <a:gd name="connsiteY1053" fmla="*/ 1333668 h 1333667"/>
                <a:gd name="connsiteX1054" fmla="*/ 558380 w 752129"/>
                <a:gd name="connsiteY1054" fmla="*/ 1323455 h 1333667"/>
                <a:gd name="connsiteX1055" fmla="*/ 560969 w 752129"/>
                <a:gd name="connsiteY1055" fmla="*/ 1313243 h 1333667"/>
                <a:gd name="connsiteX1056" fmla="*/ 560969 w 752129"/>
                <a:gd name="connsiteY1056" fmla="*/ 1305475 h 1333667"/>
                <a:gd name="connsiteX1057" fmla="*/ 563414 w 752129"/>
                <a:gd name="connsiteY1057" fmla="*/ 1295263 h 1333667"/>
                <a:gd name="connsiteX1058" fmla="*/ 563414 w 752129"/>
                <a:gd name="connsiteY1058" fmla="*/ 1292818 h 1333667"/>
                <a:gd name="connsiteX1059" fmla="*/ 563414 w 752129"/>
                <a:gd name="connsiteY1059" fmla="*/ 1290372 h 1333667"/>
                <a:gd name="connsiteX1060" fmla="*/ 565860 w 752129"/>
                <a:gd name="connsiteY1060" fmla="*/ 1280160 h 1333667"/>
                <a:gd name="connsiteX1061" fmla="*/ 565860 w 752129"/>
                <a:gd name="connsiteY1061" fmla="*/ 1277571 h 1333667"/>
                <a:gd name="connsiteX1062" fmla="*/ 565860 w 752129"/>
                <a:gd name="connsiteY1062" fmla="*/ 1274838 h 1333667"/>
                <a:gd name="connsiteX1063" fmla="*/ 565860 w 752129"/>
                <a:gd name="connsiteY1063" fmla="*/ 1272393 h 1333667"/>
                <a:gd name="connsiteX1064" fmla="*/ 565860 w 752129"/>
                <a:gd name="connsiteY1064" fmla="*/ 1269948 h 1333667"/>
                <a:gd name="connsiteX1065" fmla="*/ 568593 w 752129"/>
                <a:gd name="connsiteY1065" fmla="*/ 1262180 h 1333667"/>
                <a:gd name="connsiteX1066" fmla="*/ 568593 w 752129"/>
                <a:gd name="connsiteY1066" fmla="*/ 1254413 h 1333667"/>
                <a:gd name="connsiteX1067" fmla="*/ 568593 w 752129"/>
                <a:gd name="connsiteY1067" fmla="*/ 1251968 h 1333667"/>
                <a:gd name="connsiteX1068" fmla="*/ 571181 w 752129"/>
                <a:gd name="connsiteY1068" fmla="*/ 1251968 h 1333667"/>
                <a:gd name="connsiteX1069" fmla="*/ 571181 w 752129"/>
                <a:gd name="connsiteY1069" fmla="*/ 1249522 h 1333667"/>
                <a:gd name="connsiteX1070" fmla="*/ 573627 w 752129"/>
                <a:gd name="connsiteY1070" fmla="*/ 1231543 h 1333667"/>
                <a:gd name="connsiteX1071" fmla="*/ 573627 w 752129"/>
                <a:gd name="connsiteY1071" fmla="*/ 1229097 h 1333667"/>
                <a:gd name="connsiteX1072" fmla="*/ 573627 w 752129"/>
                <a:gd name="connsiteY1072" fmla="*/ 1226652 h 1333667"/>
                <a:gd name="connsiteX1073" fmla="*/ 573627 w 752129"/>
                <a:gd name="connsiteY1073" fmla="*/ 1223919 h 1333667"/>
                <a:gd name="connsiteX1074" fmla="*/ 576072 w 752129"/>
                <a:gd name="connsiteY1074" fmla="*/ 1221330 h 1333667"/>
                <a:gd name="connsiteX1075" fmla="*/ 576072 w 752129"/>
                <a:gd name="connsiteY1075" fmla="*/ 1218885 h 1333667"/>
                <a:gd name="connsiteX1076" fmla="*/ 576072 w 752129"/>
                <a:gd name="connsiteY1076" fmla="*/ 1216440 h 1333667"/>
                <a:gd name="connsiteX1077" fmla="*/ 576072 w 752129"/>
                <a:gd name="connsiteY1077" fmla="*/ 1213850 h 1333667"/>
                <a:gd name="connsiteX1078" fmla="*/ 576072 w 752129"/>
                <a:gd name="connsiteY1078" fmla="*/ 1211117 h 1333667"/>
                <a:gd name="connsiteX1079" fmla="*/ 576072 w 752129"/>
                <a:gd name="connsiteY1079" fmla="*/ 1208672 h 1333667"/>
                <a:gd name="connsiteX1080" fmla="*/ 578805 w 752129"/>
                <a:gd name="connsiteY1080" fmla="*/ 1200905 h 1333667"/>
                <a:gd name="connsiteX1081" fmla="*/ 578805 w 752129"/>
                <a:gd name="connsiteY1081" fmla="*/ 1198460 h 1333667"/>
                <a:gd name="connsiteX1082" fmla="*/ 581394 w 752129"/>
                <a:gd name="connsiteY1082" fmla="*/ 1188247 h 1333667"/>
                <a:gd name="connsiteX1083" fmla="*/ 581394 w 752129"/>
                <a:gd name="connsiteY1083" fmla="*/ 1183213 h 1333667"/>
                <a:gd name="connsiteX1084" fmla="*/ 581394 w 752129"/>
                <a:gd name="connsiteY1084" fmla="*/ 1180480 h 1333667"/>
                <a:gd name="connsiteX1085" fmla="*/ 583839 w 752129"/>
                <a:gd name="connsiteY1085" fmla="*/ 1173000 h 1333667"/>
                <a:gd name="connsiteX1086" fmla="*/ 583839 w 752129"/>
                <a:gd name="connsiteY1086" fmla="*/ 1170267 h 1333667"/>
                <a:gd name="connsiteX1087" fmla="*/ 583839 w 752129"/>
                <a:gd name="connsiteY1087" fmla="*/ 1167822 h 1333667"/>
                <a:gd name="connsiteX1088" fmla="*/ 583839 w 752129"/>
                <a:gd name="connsiteY1088" fmla="*/ 1165377 h 1333667"/>
                <a:gd name="connsiteX1089" fmla="*/ 583839 w 752129"/>
                <a:gd name="connsiteY1089" fmla="*/ 1157610 h 1333667"/>
                <a:gd name="connsiteX1090" fmla="*/ 586285 w 752129"/>
                <a:gd name="connsiteY1090" fmla="*/ 1155165 h 1333667"/>
                <a:gd name="connsiteX1091" fmla="*/ 586285 w 752129"/>
                <a:gd name="connsiteY1091" fmla="*/ 1144952 h 1333667"/>
                <a:gd name="connsiteX1092" fmla="*/ 586285 w 752129"/>
                <a:gd name="connsiteY1092" fmla="*/ 1142363 h 1333667"/>
                <a:gd name="connsiteX1093" fmla="*/ 589018 w 752129"/>
                <a:gd name="connsiteY1093" fmla="*/ 1142363 h 1333667"/>
                <a:gd name="connsiteX1094" fmla="*/ 589018 w 752129"/>
                <a:gd name="connsiteY1094" fmla="*/ 1139630 h 1333667"/>
                <a:gd name="connsiteX1095" fmla="*/ 589018 w 752129"/>
                <a:gd name="connsiteY1095" fmla="*/ 1134739 h 1333667"/>
                <a:gd name="connsiteX1096" fmla="*/ 589018 w 752129"/>
                <a:gd name="connsiteY1096" fmla="*/ 1126972 h 1333667"/>
                <a:gd name="connsiteX1097" fmla="*/ 591607 w 752129"/>
                <a:gd name="connsiteY1097" fmla="*/ 1122082 h 1333667"/>
                <a:gd name="connsiteX1098" fmla="*/ 591607 w 752129"/>
                <a:gd name="connsiteY1098" fmla="*/ 1119493 h 1333667"/>
                <a:gd name="connsiteX1099" fmla="*/ 591607 w 752129"/>
                <a:gd name="connsiteY1099" fmla="*/ 1116760 h 1333667"/>
                <a:gd name="connsiteX1100" fmla="*/ 591607 w 752129"/>
                <a:gd name="connsiteY1100" fmla="*/ 1111869 h 1333667"/>
                <a:gd name="connsiteX1101" fmla="*/ 594052 w 752129"/>
                <a:gd name="connsiteY1101" fmla="*/ 1109280 h 1333667"/>
                <a:gd name="connsiteX1102" fmla="*/ 594052 w 752129"/>
                <a:gd name="connsiteY1102" fmla="*/ 1106547 h 1333667"/>
                <a:gd name="connsiteX1103" fmla="*/ 594052 w 752129"/>
                <a:gd name="connsiteY1103" fmla="*/ 1104102 h 1333667"/>
                <a:gd name="connsiteX1104" fmla="*/ 594052 w 752129"/>
                <a:gd name="connsiteY1104" fmla="*/ 1101657 h 1333667"/>
                <a:gd name="connsiteX1105" fmla="*/ 594052 w 752129"/>
                <a:gd name="connsiteY1105" fmla="*/ 1099068 h 1333667"/>
                <a:gd name="connsiteX1106" fmla="*/ 594052 w 752129"/>
                <a:gd name="connsiteY1106" fmla="*/ 1096335 h 1333667"/>
                <a:gd name="connsiteX1107" fmla="*/ 596497 w 752129"/>
                <a:gd name="connsiteY1107" fmla="*/ 1093889 h 1333667"/>
                <a:gd name="connsiteX1108" fmla="*/ 596497 w 752129"/>
                <a:gd name="connsiteY1108" fmla="*/ 1091444 h 1333667"/>
                <a:gd name="connsiteX1109" fmla="*/ 596497 w 752129"/>
                <a:gd name="connsiteY1109" fmla="*/ 1088855 h 1333667"/>
                <a:gd name="connsiteX1110" fmla="*/ 596497 w 752129"/>
                <a:gd name="connsiteY1110" fmla="*/ 1086122 h 1333667"/>
                <a:gd name="connsiteX1111" fmla="*/ 596497 w 752129"/>
                <a:gd name="connsiteY1111" fmla="*/ 1083677 h 1333667"/>
                <a:gd name="connsiteX1112" fmla="*/ 596497 w 752129"/>
                <a:gd name="connsiteY1112" fmla="*/ 1081232 h 1333667"/>
                <a:gd name="connsiteX1113" fmla="*/ 596497 w 752129"/>
                <a:gd name="connsiteY1113" fmla="*/ 1078787 h 1333667"/>
                <a:gd name="connsiteX1114" fmla="*/ 599086 w 752129"/>
                <a:gd name="connsiteY1114" fmla="*/ 1078787 h 1333667"/>
                <a:gd name="connsiteX1115" fmla="*/ 599086 w 752129"/>
                <a:gd name="connsiteY1115" fmla="*/ 1075910 h 1333667"/>
                <a:gd name="connsiteX1116" fmla="*/ 599086 w 752129"/>
                <a:gd name="connsiteY1116" fmla="*/ 1071019 h 1333667"/>
                <a:gd name="connsiteX1117" fmla="*/ 599086 w 752129"/>
                <a:gd name="connsiteY1117" fmla="*/ 1065697 h 1333667"/>
                <a:gd name="connsiteX1118" fmla="*/ 599086 w 752129"/>
                <a:gd name="connsiteY1118" fmla="*/ 1063252 h 1333667"/>
                <a:gd name="connsiteX1119" fmla="*/ 601819 w 752129"/>
                <a:gd name="connsiteY1119" fmla="*/ 1063252 h 1333667"/>
                <a:gd name="connsiteX1120" fmla="*/ 601819 w 752129"/>
                <a:gd name="connsiteY1120" fmla="*/ 1060807 h 1333667"/>
                <a:gd name="connsiteX1121" fmla="*/ 601819 w 752129"/>
                <a:gd name="connsiteY1121" fmla="*/ 1058361 h 1333667"/>
                <a:gd name="connsiteX1122" fmla="*/ 601819 w 752129"/>
                <a:gd name="connsiteY1122" fmla="*/ 1053039 h 1333667"/>
                <a:gd name="connsiteX1123" fmla="*/ 601819 w 752129"/>
                <a:gd name="connsiteY1123" fmla="*/ 1050594 h 1333667"/>
                <a:gd name="connsiteX1124" fmla="*/ 604264 w 752129"/>
                <a:gd name="connsiteY1124" fmla="*/ 1045560 h 1333667"/>
                <a:gd name="connsiteX1125" fmla="*/ 604264 w 752129"/>
                <a:gd name="connsiteY1125" fmla="*/ 1040382 h 1333667"/>
                <a:gd name="connsiteX1126" fmla="*/ 604264 w 752129"/>
                <a:gd name="connsiteY1126" fmla="*/ 1037937 h 1333667"/>
                <a:gd name="connsiteX1127" fmla="*/ 604264 w 752129"/>
                <a:gd name="connsiteY1127" fmla="*/ 1032615 h 1333667"/>
                <a:gd name="connsiteX1128" fmla="*/ 606710 w 752129"/>
                <a:gd name="connsiteY1128" fmla="*/ 1032615 h 1333667"/>
                <a:gd name="connsiteX1129" fmla="*/ 606710 w 752129"/>
                <a:gd name="connsiteY1129" fmla="*/ 1027724 h 1333667"/>
                <a:gd name="connsiteX1130" fmla="*/ 606710 w 752129"/>
                <a:gd name="connsiteY1130" fmla="*/ 1025135 h 1333667"/>
                <a:gd name="connsiteX1131" fmla="*/ 606710 w 752129"/>
                <a:gd name="connsiteY1131" fmla="*/ 1022402 h 1333667"/>
                <a:gd name="connsiteX1132" fmla="*/ 606710 w 752129"/>
                <a:gd name="connsiteY1132" fmla="*/ 1019957 h 1333667"/>
                <a:gd name="connsiteX1133" fmla="*/ 606710 w 752129"/>
                <a:gd name="connsiteY1133" fmla="*/ 1017511 h 1333667"/>
                <a:gd name="connsiteX1134" fmla="*/ 609155 w 752129"/>
                <a:gd name="connsiteY1134" fmla="*/ 1014922 h 1333667"/>
                <a:gd name="connsiteX1135" fmla="*/ 609155 w 752129"/>
                <a:gd name="connsiteY1135" fmla="*/ 1009744 h 1333667"/>
                <a:gd name="connsiteX1136" fmla="*/ 609155 w 752129"/>
                <a:gd name="connsiteY1136" fmla="*/ 1007299 h 1333667"/>
                <a:gd name="connsiteX1137" fmla="*/ 609155 w 752129"/>
                <a:gd name="connsiteY1137" fmla="*/ 1004710 h 1333667"/>
                <a:gd name="connsiteX1138" fmla="*/ 611888 w 752129"/>
                <a:gd name="connsiteY1138" fmla="*/ 997087 h 1333667"/>
                <a:gd name="connsiteX1139" fmla="*/ 611888 w 752129"/>
                <a:gd name="connsiteY1139" fmla="*/ 994641 h 1333667"/>
                <a:gd name="connsiteX1140" fmla="*/ 611888 w 752129"/>
                <a:gd name="connsiteY1140" fmla="*/ 991764 h 1333667"/>
                <a:gd name="connsiteX1141" fmla="*/ 611888 w 752129"/>
                <a:gd name="connsiteY1141" fmla="*/ 986874 h 1333667"/>
                <a:gd name="connsiteX1142" fmla="*/ 614477 w 752129"/>
                <a:gd name="connsiteY1142" fmla="*/ 984429 h 1333667"/>
                <a:gd name="connsiteX1143" fmla="*/ 614477 w 752129"/>
                <a:gd name="connsiteY1143" fmla="*/ 981696 h 1333667"/>
                <a:gd name="connsiteX1144" fmla="*/ 614477 w 752129"/>
                <a:gd name="connsiteY1144" fmla="*/ 979107 h 1333667"/>
                <a:gd name="connsiteX1145" fmla="*/ 614477 w 752129"/>
                <a:gd name="connsiteY1145" fmla="*/ 976661 h 1333667"/>
                <a:gd name="connsiteX1146" fmla="*/ 614477 w 752129"/>
                <a:gd name="connsiteY1146" fmla="*/ 974072 h 1333667"/>
                <a:gd name="connsiteX1147" fmla="*/ 614477 w 752129"/>
                <a:gd name="connsiteY1147" fmla="*/ 971339 h 1333667"/>
                <a:gd name="connsiteX1148" fmla="*/ 616922 w 752129"/>
                <a:gd name="connsiteY1148" fmla="*/ 968894 h 1333667"/>
                <a:gd name="connsiteX1149" fmla="*/ 616922 w 752129"/>
                <a:gd name="connsiteY1149" fmla="*/ 966449 h 1333667"/>
                <a:gd name="connsiteX1150" fmla="*/ 616922 w 752129"/>
                <a:gd name="connsiteY1150" fmla="*/ 956236 h 1333667"/>
                <a:gd name="connsiteX1151" fmla="*/ 616922 w 752129"/>
                <a:gd name="connsiteY1151" fmla="*/ 953791 h 1333667"/>
                <a:gd name="connsiteX1152" fmla="*/ 619367 w 752129"/>
                <a:gd name="connsiteY1152" fmla="*/ 953791 h 1333667"/>
                <a:gd name="connsiteX1153" fmla="*/ 619367 w 752129"/>
                <a:gd name="connsiteY1153" fmla="*/ 948469 h 1333667"/>
                <a:gd name="connsiteX1154" fmla="*/ 619367 w 752129"/>
                <a:gd name="connsiteY1154" fmla="*/ 946024 h 1333667"/>
                <a:gd name="connsiteX1155" fmla="*/ 619367 w 752129"/>
                <a:gd name="connsiteY1155" fmla="*/ 943579 h 1333667"/>
                <a:gd name="connsiteX1156" fmla="*/ 622244 w 752129"/>
                <a:gd name="connsiteY1156" fmla="*/ 935811 h 1333667"/>
                <a:gd name="connsiteX1157" fmla="*/ 622244 w 752129"/>
                <a:gd name="connsiteY1157" fmla="*/ 933366 h 1333667"/>
                <a:gd name="connsiteX1158" fmla="*/ 622244 w 752129"/>
                <a:gd name="connsiteY1158" fmla="*/ 930777 h 1333667"/>
                <a:gd name="connsiteX1159" fmla="*/ 622244 w 752129"/>
                <a:gd name="connsiteY1159" fmla="*/ 928044 h 1333667"/>
                <a:gd name="connsiteX1160" fmla="*/ 622244 w 752129"/>
                <a:gd name="connsiteY1160" fmla="*/ 923154 h 1333667"/>
                <a:gd name="connsiteX1161" fmla="*/ 624689 w 752129"/>
                <a:gd name="connsiteY1161" fmla="*/ 917832 h 1333667"/>
                <a:gd name="connsiteX1162" fmla="*/ 624689 w 752129"/>
                <a:gd name="connsiteY1162" fmla="*/ 915386 h 1333667"/>
                <a:gd name="connsiteX1163" fmla="*/ 624689 w 752129"/>
                <a:gd name="connsiteY1163" fmla="*/ 912941 h 1333667"/>
                <a:gd name="connsiteX1164" fmla="*/ 624689 w 752129"/>
                <a:gd name="connsiteY1164" fmla="*/ 910352 h 1333667"/>
                <a:gd name="connsiteX1165" fmla="*/ 624689 w 752129"/>
                <a:gd name="connsiteY1165" fmla="*/ 907619 h 1333667"/>
                <a:gd name="connsiteX1166" fmla="*/ 627135 w 752129"/>
                <a:gd name="connsiteY1166" fmla="*/ 905174 h 1333667"/>
                <a:gd name="connsiteX1167" fmla="*/ 627135 w 752129"/>
                <a:gd name="connsiteY1167" fmla="*/ 902728 h 1333667"/>
                <a:gd name="connsiteX1168" fmla="*/ 627135 w 752129"/>
                <a:gd name="connsiteY1168" fmla="*/ 900283 h 1333667"/>
                <a:gd name="connsiteX1169" fmla="*/ 627135 w 752129"/>
                <a:gd name="connsiteY1169" fmla="*/ 894961 h 1333667"/>
                <a:gd name="connsiteX1170" fmla="*/ 627135 w 752129"/>
                <a:gd name="connsiteY1170" fmla="*/ 892516 h 1333667"/>
                <a:gd name="connsiteX1171" fmla="*/ 627135 w 752129"/>
                <a:gd name="connsiteY1171" fmla="*/ 890071 h 1333667"/>
                <a:gd name="connsiteX1172" fmla="*/ 629580 w 752129"/>
                <a:gd name="connsiteY1172" fmla="*/ 890071 h 1333667"/>
                <a:gd name="connsiteX1173" fmla="*/ 629580 w 752129"/>
                <a:gd name="connsiteY1173" fmla="*/ 887338 h 1333667"/>
                <a:gd name="connsiteX1174" fmla="*/ 629580 w 752129"/>
                <a:gd name="connsiteY1174" fmla="*/ 884749 h 1333667"/>
                <a:gd name="connsiteX1175" fmla="*/ 629580 w 752129"/>
                <a:gd name="connsiteY1175" fmla="*/ 882304 h 1333667"/>
                <a:gd name="connsiteX1176" fmla="*/ 629580 w 752129"/>
                <a:gd name="connsiteY1176" fmla="*/ 879858 h 1333667"/>
                <a:gd name="connsiteX1177" fmla="*/ 629580 w 752129"/>
                <a:gd name="connsiteY1177" fmla="*/ 876982 h 1333667"/>
                <a:gd name="connsiteX1178" fmla="*/ 629580 w 752129"/>
                <a:gd name="connsiteY1178" fmla="*/ 874536 h 1333667"/>
                <a:gd name="connsiteX1179" fmla="*/ 632313 w 752129"/>
                <a:gd name="connsiteY1179" fmla="*/ 874536 h 1333667"/>
                <a:gd name="connsiteX1180" fmla="*/ 632313 w 752129"/>
                <a:gd name="connsiteY1180" fmla="*/ 872091 h 1333667"/>
                <a:gd name="connsiteX1181" fmla="*/ 632313 w 752129"/>
                <a:gd name="connsiteY1181" fmla="*/ 869646 h 1333667"/>
                <a:gd name="connsiteX1182" fmla="*/ 632313 w 752129"/>
                <a:gd name="connsiteY1182" fmla="*/ 867057 h 1333667"/>
                <a:gd name="connsiteX1183" fmla="*/ 632313 w 752129"/>
                <a:gd name="connsiteY1183" fmla="*/ 864324 h 1333667"/>
                <a:gd name="connsiteX1184" fmla="*/ 632313 w 752129"/>
                <a:gd name="connsiteY1184" fmla="*/ 861878 h 1333667"/>
                <a:gd name="connsiteX1185" fmla="*/ 634902 w 752129"/>
                <a:gd name="connsiteY1185" fmla="*/ 856844 h 1333667"/>
                <a:gd name="connsiteX1186" fmla="*/ 634902 w 752129"/>
                <a:gd name="connsiteY1186" fmla="*/ 854111 h 1333667"/>
                <a:gd name="connsiteX1187" fmla="*/ 634902 w 752129"/>
                <a:gd name="connsiteY1187" fmla="*/ 851666 h 1333667"/>
                <a:gd name="connsiteX1188" fmla="*/ 634902 w 752129"/>
                <a:gd name="connsiteY1188" fmla="*/ 849221 h 1333667"/>
                <a:gd name="connsiteX1189" fmla="*/ 634902 w 752129"/>
                <a:gd name="connsiteY1189" fmla="*/ 846631 h 1333667"/>
                <a:gd name="connsiteX1190" fmla="*/ 634902 w 752129"/>
                <a:gd name="connsiteY1190" fmla="*/ 843899 h 1333667"/>
                <a:gd name="connsiteX1191" fmla="*/ 637347 w 752129"/>
                <a:gd name="connsiteY1191" fmla="*/ 841454 h 1333667"/>
                <a:gd name="connsiteX1192" fmla="*/ 637347 w 752129"/>
                <a:gd name="connsiteY1192" fmla="*/ 839008 h 1333667"/>
                <a:gd name="connsiteX1193" fmla="*/ 637347 w 752129"/>
                <a:gd name="connsiteY1193" fmla="*/ 836419 h 1333667"/>
                <a:gd name="connsiteX1194" fmla="*/ 637347 w 752129"/>
                <a:gd name="connsiteY1194" fmla="*/ 833686 h 1333667"/>
                <a:gd name="connsiteX1195" fmla="*/ 637347 w 752129"/>
                <a:gd name="connsiteY1195" fmla="*/ 831241 h 1333667"/>
                <a:gd name="connsiteX1196" fmla="*/ 637347 w 752129"/>
                <a:gd name="connsiteY1196" fmla="*/ 828796 h 1333667"/>
                <a:gd name="connsiteX1197" fmla="*/ 639792 w 752129"/>
                <a:gd name="connsiteY1197" fmla="*/ 826350 h 1333667"/>
                <a:gd name="connsiteX1198" fmla="*/ 639792 w 752129"/>
                <a:gd name="connsiteY1198" fmla="*/ 823474 h 1333667"/>
                <a:gd name="connsiteX1199" fmla="*/ 639792 w 752129"/>
                <a:gd name="connsiteY1199" fmla="*/ 821028 h 1333667"/>
                <a:gd name="connsiteX1200" fmla="*/ 639792 w 752129"/>
                <a:gd name="connsiteY1200" fmla="*/ 818583 h 1333667"/>
                <a:gd name="connsiteX1201" fmla="*/ 639792 w 752129"/>
                <a:gd name="connsiteY1201" fmla="*/ 815994 h 1333667"/>
                <a:gd name="connsiteX1202" fmla="*/ 639792 w 752129"/>
                <a:gd name="connsiteY1202" fmla="*/ 813261 h 1333667"/>
                <a:gd name="connsiteX1203" fmla="*/ 639792 w 752129"/>
                <a:gd name="connsiteY1203" fmla="*/ 810816 h 1333667"/>
                <a:gd name="connsiteX1204" fmla="*/ 642525 w 752129"/>
                <a:gd name="connsiteY1204" fmla="*/ 810816 h 1333667"/>
                <a:gd name="connsiteX1205" fmla="*/ 642525 w 752129"/>
                <a:gd name="connsiteY1205" fmla="*/ 808370 h 1333667"/>
                <a:gd name="connsiteX1206" fmla="*/ 642525 w 752129"/>
                <a:gd name="connsiteY1206" fmla="*/ 805925 h 1333667"/>
                <a:gd name="connsiteX1207" fmla="*/ 642525 w 752129"/>
                <a:gd name="connsiteY1207" fmla="*/ 803192 h 1333667"/>
                <a:gd name="connsiteX1208" fmla="*/ 642525 w 752129"/>
                <a:gd name="connsiteY1208" fmla="*/ 798158 h 1333667"/>
                <a:gd name="connsiteX1209" fmla="*/ 645114 w 752129"/>
                <a:gd name="connsiteY1209" fmla="*/ 792980 h 1333667"/>
                <a:gd name="connsiteX1210" fmla="*/ 645114 w 752129"/>
                <a:gd name="connsiteY1210" fmla="*/ 790391 h 1333667"/>
                <a:gd name="connsiteX1211" fmla="*/ 645114 w 752129"/>
                <a:gd name="connsiteY1211" fmla="*/ 787946 h 1333667"/>
                <a:gd name="connsiteX1212" fmla="*/ 645114 w 752129"/>
                <a:gd name="connsiteY1212" fmla="*/ 785500 h 1333667"/>
                <a:gd name="connsiteX1213" fmla="*/ 645114 w 752129"/>
                <a:gd name="connsiteY1213" fmla="*/ 780178 h 1333667"/>
                <a:gd name="connsiteX1214" fmla="*/ 647560 w 752129"/>
                <a:gd name="connsiteY1214" fmla="*/ 777733 h 1333667"/>
                <a:gd name="connsiteX1215" fmla="*/ 647560 w 752129"/>
                <a:gd name="connsiteY1215" fmla="*/ 775288 h 1333667"/>
                <a:gd name="connsiteX1216" fmla="*/ 647560 w 752129"/>
                <a:gd name="connsiteY1216" fmla="*/ 772699 h 1333667"/>
                <a:gd name="connsiteX1217" fmla="*/ 647560 w 752129"/>
                <a:gd name="connsiteY1217" fmla="*/ 769966 h 1333667"/>
                <a:gd name="connsiteX1218" fmla="*/ 647560 w 752129"/>
                <a:gd name="connsiteY1218" fmla="*/ 767520 h 1333667"/>
                <a:gd name="connsiteX1219" fmla="*/ 647560 w 752129"/>
                <a:gd name="connsiteY1219" fmla="*/ 765075 h 1333667"/>
                <a:gd name="connsiteX1220" fmla="*/ 650005 w 752129"/>
                <a:gd name="connsiteY1220" fmla="*/ 765075 h 1333667"/>
                <a:gd name="connsiteX1221" fmla="*/ 650005 w 752129"/>
                <a:gd name="connsiteY1221" fmla="*/ 762486 h 1333667"/>
                <a:gd name="connsiteX1222" fmla="*/ 650005 w 752129"/>
                <a:gd name="connsiteY1222" fmla="*/ 759754 h 1333667"/>
                <a:gd name="connsiteX1223" fmla="*/ 650005 w 752129"/>
                <a:gd name="connsiteY1223" fmla="*/ 757308 h 1333667"/>
                <a:gd name="connsiteX1224" fmla="*/ 650005 w 752129"/>
                <a:gd name="connsiteY1224" fmla="*/ 754863 h 1333667"/>
                <a:gd name="connsiteX1225" fmla="*/ 650005 w 752129"/>
                <a:gd name="connsiteY1225" fmla="*/ 752274 h 1333667"/>
                <a:gd name="connsiteX1226" fmla="*/ 650005 w 752129"/>
                <a:gd name="connsiteY1226" fmla="*/ 749541 h 1333667"/>
                <a:gd name="connsiteX1227" fmla="*/ 652738 w 752129"/>
                <a:gd name="connsiteY1227" fmla="*/ 747096 h 1333667"/>
                <a:gd name="connsiteX1228" fmla="*/ 652738 w 752129"/>
                <a:gd name="connsiteY1228" fmla="*/ 744650 h 1333667"/>
                <a:gd name="connsiteX1229" fmla="*/ 652738 w 752129"/>
                <a:gd name="connsiteY1229" fmla="*/ 742061 h 1333667"/>
                <a:gd name="connsiteX1230" fmla="*/ 652738 w 752129"/>
                <a:gd name="connsiteY1230" fmla="*/ 739328 h 1333667"/>
                <a:gd name="connsiteX1231" fmla="*/ 652738 w 752129"/>
                <a:gd name="connsiteY1231" fmla="*/ 736883 h 1333667"/>
                <a:gd name="connsiteX1232" fmla="*/ 655327 w 752129"/>
                <a:gd name="connsiteY1232" fmla="*/ 724225 h 1333667"/>
                <a:gd name="connsiteX1233" fmla="*/ 655327 w 752129"/>
                <a:gd name="connsiteY1233" fmla="*/ 721636 h 1333667"/>
                <a:gd name="connsiteX1234" fmla="*/ 655327 w 752129"/>
                <a:gd name="connsiteY1234" fmla="*/ 718903 h 1333667"/>
                <a:gd name="connsiteX1235" fmla="*/ 655327 w 752129"/>
                <a:gd name="connsiteY1235" fmla="*/ 716458 h 1333667"/>
                <a:gd name="connsiteX1236" fmla="*/ 657772 w 752129"/>
                <a:gd name="connsiteY1236" fmla="*/ 716458 h 1333667"/>
                <a:gd name="connsiteX1237" fmla="*/ 657772 w 752129"/>
                <a:gd name="connsiteY1237" fmla="*/ 714013 h 1333667"/>
                <a:gd name="connsiteX1238" fmla="*/ 657772 w 752129"/>
                <a:gd name="connsiteY1238" fmla="*/ 711568 h 1333667"/>
                <a:gd name="connsiteX1239" fmla="*/ 657772 w 752129"/>
                <a:gd name="connsiteY1239" fmla="*/ 708835 h 1333667"/>
                <a:gd name="connsiteX1240" fmla="*/ 657772 w 752129"/>
                <a:gd name="connsiteY1240" fmla="*/ 706246 h 1333667"/>
                <a:gd name="connsiteX1241" fmla="*/ 657772 w 752129"/>
                <a:gd name="connsiteY1241" fmla="*/ 703800 h 1333667"/>
                <a:gd name="connsiteX1242" fmla="*/ 657772 w 752129"/>
                <a:gd name="connsiteY1242" fmla="*/ 701355 h 1333667"/>
                <a:gd name="connsiteX1243" fmla="*/ 660217 w 752129"/>
                <a:gd name="connsiteY1243" fmla="*/ 701355 h 1333667"/>
                <a:gd name="connsiteX1244" fmla="*/ 660217 w 752129"/>
                <a:gd name="connsiteY1244" fmla="*/ 698622 h 1333667"/>
                <a:gd name="connsiteX1245" fmla="*/ 660217 w 752129"/>
                <a:gd name="connsiteY1245" fmla="*/ 696033 h 1333667"/>
                <a:gd name="connsiteX1246" fmla="*/ 660217 w 752129"/>
                <a:gd name="connsiteY1246" fmla="*/ 691142 h 1333667"/>
                <a:gd name="connsiteX1247" fmla="*/ 660217 w 752129"/>
                <a:gd name="connsiteY1247" fmla="*/ 685820 h 1333667"/>
                <a:gd name="connsiteX1248" fmla="*/ 662950 w 752129"/>
                <a:gd name="connsiteY1248" fmla="*/ 683375 h 1333667"/>
                <a:gd name="connsiteX1249" fmla="*/ 662950 w 752129"/>
                <a:gd name="connsiteY1249" fmla="*/ 680930 h 1333667"/>
                <a:gd name="connsiteX1250" fmla="*/ 662950 w 752129"/>
                <a:gd name="connsiteY1250" fmla="*/ 678341 h 1333667"/>
                <a:gd name="connsiteX1251" fmla="*/ 662950 w 752129"/>
                <a:gd name="connsiteY1251" fmla="*/ 675608 h 1333667"/>
                <a:gd name="connsiteX1252" fmla="*/ 662950 w 752129"/>
                <a:gd name="connsiteY1252" fmla="*/ 673163 h 1333667"/>
                <a:gd name="connsiteX1253" fmla="*/ 665539 w 752129"/>
                <a:gd name="connsiteY1253" fmla="*/ 670718 h 1333667"/>
                <a:gd name="connsiteX1254" fmla="*/ 665539 w 752129"/>
                <a:gd name="connsiteY1254" fmla="*/ 668128 h 1333667"/>
                <a:gd name="connsiteX1255" fmla="*/ 665539 w 752129"/>
                <a:gd name="connsiteY1255" fmla="*/ 665395 h 1333667"/>
                <a:gd name="connsiteX1256" fmla="*/ 665539 w 752129"/>
                <a:gd name="connsiteY1256" fmla="*/ 662950 h 1333667"/>
                <a:gd name="connsiteX1257" fmla="*/ 665539 w 752129"/>
                <a:gd name="connsiteY1257" fmla="*/ 660505 h 1333667"/>
                <a:gd name="connsiteX1258" fmla="*/ 665539 w 752129"/>
                <a:gd name="connsiteY1258" fmla="*/ 658060 h 1333667"/>
                <a:gd name="connsiteX1259" fmla="*/ 667985 w 752129"/>
                <a:gd name="connsiteY1259" fmla="*/ 655183 h 1333667"/>
                <a:gd name="connsiteX1260" fmla="*/ 667985 w 752129"/>
                <a:gd name="connsiteY1260" fmla="*/ 652738 h 1333667"/>
                <a:gd name="connsiteX1261" fmla="*/ 667985 w 752129"/>
                <a:gd name="connsiteY1261" fmla="*/ 650292 h 1333667"/>
                <a:gd name="connsiteX1262" fmla="*/ 667985 w 752129"/>
                <a:gd name="connsiteY1262" fmla="*/ 644970 h 1333667"/>
                <a:gd name="connsiteX1263" fmla="*/ 667985 w 752129"/>
                <a:gd name="connsiteY1263" fmla="*/ 642525 h 1333667"/>
                <a:gd name="connsiteX1264" fmla="*/ 670430 w 752129"/>
                <a:gd name="connsiteY1264" fmla="*/ 640080 h 1333667"/>
                <a:gd name="connsiteX1265" fmla="*/ 670430 w 752129"/>
                <a:gd name="connsiteY1265" fmla="*/ 637635 h 1333667"/>
                <a:gd name="connsiteX1266" fmla="*/ 670430 w 752129"/>
                <a:gd name="connsiteY1266" fmla="*/ 634902 h 1333667"/>
                <a:gd name="connsiteX1267" fmla="*/ 670430 w 752129"/>
                <a:gd name="connsiteY1267" fmla="*/ 632313 h 1333667"/>
                <a:gd name="connsiteX1268" fmla="*/ 670430 w 752129"/>
                <a:gd name="connsiteY1268" fmla="*/ 629867 h 1333667"/>
                <a:gd name="connsiteX1269" fmla="*/ 670430 w 752129"/>
                <a:gd name="connsiteY1269" fmla="*/ 627422 h 1333667"/>
                <a:gd name="connsiteX1270" fmla="*/ 673019 w 752129"/>
                <a:gd name="connsiteY1270" fmla="*/ 611888 h 1333667"/>
                <a:gd name="connsiteX1271" fmla="*/ 675752 w 752129"/>
                <a:gd name="connsiteY1271" fmla="*/ 609442 h 1333667"/>
                <a:gd name="connsiteX1272" fmla="*/ 675752 w 752129"/>
                <a:gd name="connsiteY1272" fmla="*/ 606997 h 1333667"/>
                <a:gd name="connsiteX1273" fmla="*/ 675752 w 752129"/>
                <a:gd name="connsiteY1273" fmla="*/ 604408 h 1333667"/>
                <a:gd name="connsiteX1274" fmla="*/ 675752 w 752129"/>
                <a:gd name="connsiteY1274" fmla="*/ 596785 h 1333667"/>
                <a:gd name="connsiteX1275" fmla="*/ 675752 w 752129"/>
                <a:gd name="connsiteY1275" fmla="*/ 594196 h 1333667"/>
                <a:gd name="connsiteX1276" fmla="*/ 678197 w 752129"/>
                <a:gd name="connsiteY1276" fmla="*/ 591463 h 1333667"/>
                <a:gd name="connsiteX1277" fmla="*/ 678197 w 752129"/>
                <a:gd name="connsiteY1277" fmla="*/ 589017 h 1333667"/>
                <a:gd name="connsiteX1278" fmla="*/ 678197 w 752129"/>
                <a:gd name="connsiteY1278" fmla="*/ 586572 h 1333667"/>
                <a:gd name="connsiteX1279" fmla="*/ 678197 w 752129"/>
                <a:gd name="connsiteY1279" fmla="*/ 583983 h 1333667"/>
                <a:gd name="connsiteX1280" fmla="*/ 678197 w 752129"/>
                <a:gd name="connsiteY1280" fmla="*/ 581250 h 1333667"/>
                <a:gd name="connsiteX1281" fmla="*/ 678197 w 752129"/>
                <a:gd name="connsiteY1281" fmla="*/ 578805 h 1333667"/>
                <a:gd name="connsiteX1282" fmla="*/ 680642 w 752129"/>
                <a:gd name="connsiteY1282" fmla="*/ 576360 h 1333667"/>
                <a:gd name="connsiteX1283" fmla="*/ 680642 w 752129"/>
                <a:gd name="connsiteY1283" fmla="*/ 573914 h 1333667"/>
                <a:gd name="connsiteX1284" fmla="*/ 680642 w 752129"/>
                <a:gd name="connsiteY1284" fmla="*/ 571038 h 1333667"/>
                <a:gd name="connsiteX1285" fmla="*/ 680642 w 752129"/>
                <a:gd name="connsiteY1285" fmla="*/ 568592 h 1333667"/>
                <a:gd name="connsiteX1286" fmla="*/ 680642 w 752129"/>
                <a:gd name="connsiteY1286" fmla="*/ 566147 h 1333667"/>
                <a:gd name="connsiteX1287" fmla="*/ 680642 w 752129"/>
                <a:gd name="connsiteY1287" fmla="*/ 563558 h 1333667"/>
                <a:gd name="connsiteX1288" fmla="*/ 680642 w 752129"/>
                <a:gd name="connsiteY1288" fmla="*/ 560825 h 1333667"/>
                <a:gd name="connsiteX1289" fmla="*/ 683231 w 752129"/>
                <a:gd name="connsiteY1289" fmla="*/ 560825 h 1333667"/>
                <a:gd name="connsiteX1290" fmla="*/ 683231 w 752129"/>
                <a:gd name="connsiteY1290" fmla="*/ 558380 h 1333667"/>
                <a:gd name="connsiteX1291" fmla="*/ 683231 w 752129"/>
                <a:gd name="connsiteY1291" fmla="*/ 555935 h 1333667"/>
                <a:gd name="connsiteX1292" fmla="*/ 683231 w 752129"/>
                <a:gd name="connsiteY1292" fmla="*/ 553346 h 1333667"/>
                <a:gd name="connsiteX1293" fmla="*/ 683231 w 752129"/>
                <a:gd name="connsiteY1293" fmla="*/ 550613 h 1333667"/>
                <a:gd name="connsiteX1294" fmla="*/ 683231 w 752129"/>
                <a:gd name="connsiteY1294" fmla="*/ 548167 h 1333667"/>
                <a:gd name="connsiteX1295" fmla="*/ 683231 w 752129"/>
                <a:gd name="connsiteY1295" fmla="*/ 545722 h 1333667"/>
                <a:gd name="connsiteX1296" fmla="*/ 685821 w 752129"/>
                <a:gd name="connsiteY1296" fmla="*/ 545722 h 1333667"/>
                <a:gd name="connsiteX1297" fmla="*/ 685821 w 752129"/>
                <a:gd name="connsiteY1297" fmla="*/ 543277 h 1333667"/>
                <a:gd name="connsiteX1298" fmla="*/ 685821 w 752129"/>
                <a:gd name="connsiteY1298" fmla="*/ 540544 h 1333667"/>
                <a:gd name="connsiteX1299" fmla="*/ 685821 w 752129"/>
                <a:gd name="connsiteY1299" fmla="*/ 537955 h 1333667"/>
                <a:gd name="connsiteX1300" fmla="*/ 685821 w 752129"/>
                <a:gd name="connsiteY1300" fmla="*/ 535510 h 1333667"/>
                <a:gd name="connsiteX1301" fmla="*/ 685821 w 752129"/>
                <a:gd name="connsiteY1301" fmla="*/ 533064 h 1333667"/>
                <a:gd name="connsiteX1302" fmla="*/ 685821 w 752129"/>
                <a:gd name="connsiteY1302" fmla="*/ 530331 h 1333667"/>
                <a:gd name="connsiteX1303" fmla="*/ 688410 w 752129"/>
                <a:gd name="connsiteY1303" fmla="*/ 530331 h 1333667"/>
                <a:gd name="connsiteX1304" fmla="*/ 688410 w 752129"/>
                <a:gd name="connsiteY1304" fmla="*/ 527742 h 1333667"/>
                <a:gd name="connsiteX1305" fmla="*/ 688410 w 752129"/>
                <a:gd name="connsiteY1305" fmla="*/ 525297 h 1333667"/>
                <a:gd name="connsiteX1306" fmla="*/ 688410 w 752129"/>
                <a:gd name="connsiteY1306" fmla="*/ 522852 h 1333667"/>
                <a:gd name="connsiteX1307" fmla="*/ 688410 w 752129"/>
                <a:gd name="connsiteY1307" fmla="*/ 520263 h 1333667"/>
                <a:gd name="connsiteX1308" fmla="*/ 688410 w 752129"/>
                <a:gd name="connsiteY1308" fmla="*/ 517530 h 1333667"/>
                <a:gd name="connsiteX1309" fmla="*/ 688410 w 752129"/>
                <a:gd name="connsiteY1309" fmla="*/ 515085 h 1333667"/>
                <a:gd name="connsiteX1310" fmla="*/ 690855 w 752129"/>
                <a:gd name="connsiteY1310" fmla="*/ 512639 h 1333667"/>
                <a:gd name="connsiteX1311" fmla="*/ 690855 w 752129"/>
                <a:gd name="connsiteY1311" fmla="*/ 510050 h 1333667"/>
                <a:gd name="connsiteX1312" fmla="*/ 690855 w 752129"/>
                <a:gd name="connsiteY1312" fmla="*/ 507317 h 1333667"/>
                <a:gd name="connsiteX1313" fmla="*/ 690855 w 752129"/>
                <a:gd name="connsiteY1313" fmla="*/ 504872 h 1333667"/>
                <a:gd name="connsiteX1314" fmla="*/ 690855 w 752129"/>
                <a:gd name="connsiteY1314" fmla="*/ 502427 h 1333667"/>
                <a:gd name="connsiteX1315" fmla="*/ 690855 w 752129"/>
                <a:gd name="connsiteY1315" fmla="*/ 499838 h 1333667"/>
                <a:gd name="connsiteX1316" fmla="*/ 693300 w 752129"/>
                <a:gd name="connsiteY1316" fmla="*/ 497105 h 1333667"/>
                <a:gd name="connsiteX1317" fmla="*/ 693300 w 752129"/>
                <a:gd name="connsiteY1317" fmla="*/ 494660 h 1333667"/>
                <a:gd name="connsiteX1318" fmla="*/ 693300 w 752129"/>
                <a:gd name="connsiteY1318" fmla="*/ 492214 h 1333667"/>
                <a:gd name="connsiteX1319" fmla="*/ 693300 w 752129"/>
                <a:gd name="connsiteY1319" fmla="*/ 489769 h 1333667"/>
                <a:gd name="connsiteX1320" fmla="*/ 693300 w 752129"/>
                <a:gd name="connsiteY1320" fmla="*/ 486892 h 1333667"/>
                <a:gd name="connsiteX1321" fmla="*/ 693300 w 752129"/>
                <a:gd name="connsiteY1321" fmla="*/ 484447 h 1333667"/>
                <a:gd name="connsiteX1322" fmla="*/ 693300 w 752129"/>
                <a:gd name="connsiteY1322" fmla="*/ 482002 h 1333667"/>
                <a:gd name="connsiteX1323" fmla="*/ 696177 w 752129"/>
                <a:gd name="connsiteY1323" fmla="*/ 482002 h 1333667"/>
                <a:gd name="connsiteX1324" fmla="*/ 696177 w 752129"/>
                <a:gd name="connsiteY1324" fmla="*/ 479557 h 1333667"/>
                <a:gd name="connsiteX1325" fmla="*/ 696177 w 752129"/>
                <a:gd name="connsiteY1325" fmla="*/ 476824 h 1333667"/>
                <a:gd name="connsiteX1326" fmla="*/ 696177 w 752129"/>
                <a:gd name="connsiteY1326" fmla="*/ 474235 h 1333667"/>
                <a:gd name="connsiteX1327" fmla="*/ 696177 w 752129"/>
                <a:gd name="connsiteY1327" fmla="*/ 471789 h 1333667"/>
                <a:gd name="connsiteX1328" fmla="*/ 696177 w 752129"/>
                <a:gd name="connsiteY1328" fmla="*/ 466467 h 1333667"/>
                <a:gd name="connsiteX1329" fmla="*/ 698622 w 752129"/>
                <a:gd name="connsiteY1329" fmla="*/ 466467 h 1333667"/>
                <a:gd name="connsiteX1330" fmla="*/ 698622 w 752129"/>
                <a:gd name="connsiteY1330" fmla="*/ 464022 h 1333667"/>
                <a:gd name="connsiteX1331" fmla="*/ 698622 w 752129"/>
                <a:gd name="connsiteY1331" fmla="*/ 461577 h 1333667"/>
                <a:gd name="connsiteX1332" fmla="*/ 698622 w 752129"/>
                <a:gd name="connsiteY1332" fmla="*/ 459132 h 1333667"/>
                <a:gd name="connsiteX1333" fmla="*/ 698622 w 752129"/>
                <a:gd name="connsiteY1333" fmla="*/ 456255 h 1333667"/>
                <a:gd name="connsiteX1334" fmla="*/ 698622 w 752129"/>
                <a:gd name="connsiteY1334" fmla="*/ 453809 h 1333667"/>
                <a:gd name="connsiteX1335" fmla="*/ 698622 w 752129"/>
                <a:gd name="connsiteY1335" fmla="*/ 451364 h 1333667"/>
                <a:gd name="connsiteX1336" fmla="*/ 701067 w 752129"/>
                <a:gd name="connsiteY1336" fmla="*/ 451364 h 1333667"/>
                <a:gd name="connsiteX1337" fmla="*/ 701067 w 752129"/>
                <a:gd name="connsiteY1337" fmla="*/ 448919 h 1333667"/>
                <a:gd name="connsiteX1338" fmla="*/ 701067 w 752129"/>
                <a:gd name="connsiteY1338" fmla="*/ 446186 h 1333667"/>
                <a:gd name="connsiteX1339" fmla="*/ 701067 w 752129"/>
                <a:gd name="connsiteY1339" fmla="*/ 443597 h 1333667"/>
                <a:gd name="connsiteX1340" fmla="*/ 701067 w 752129"/>
                <a:gd name="connsiteY1340" fmla="*/ 441152 h 1333667"/>
                <a:gd name="connsiteX1341" fmla="*/ 701067 w 752129"/>
                <a:gd name="connsiteY1341" fmla="*/ 438707 h 1333667"/>
                <a:gd name="connsiteX1342" fmla="*/ 701067 w 752129"/>
                <a:gd name="connsiteY1342" fmla="*/ 435974 h 1333667"/>
                <a:gd name="connsiteX1343" fmla="*/ 703513 w 752129"/>
                <a:gd name="connsiteY1343" fmla="*/ 435974 h 1333667"/>
                <a:gd name="connsiteX1344" fmla="*/ 703513 w 752129"/>
                <a:gd name="connsiteY1344" fmla="*/ 433384 h 1333667"/>
                <a:gd name="connsiteX1345" fmla="*/ 703513 w 752129"/>
                <a:gd name="connsiteY1345" fmla="*/ 430939 h 1333667"/>
                <a:gd name="connsiteX1346" fmla="*/ 703513 w 752129"/>
                <a:gd name="connsiteY1346" fmla="*/ 428494 h 1333667"/>
                <a:gd name="connsiteX1347" fmla="*/ 703513 w 752129"/>
                <a:gd name="connsiteY1347" fmla="*/ 425905 h 1333667"/>
                <a:gd name="connsiteX1348" fmla="*/ 703513 w 752129"/>
                <a:gd name="connsiteY1348" fmla="*/ 423172 h 1333667"/>
                <a:gd name="connsiteX1349" fmla="*/ 703513 w 752129"/>
                <a:gd name="connsiteY1349" fmla="*/ 420727 h 1333667"/>
                <a:gd name="connsiteX1350" fmla="*/ 706246 w 752129"/>
                <a:gd name="connsiteY1350" fmla="*/ 418281 h 1333667"/>
                <a:gd name="connsiteX1351" fmla="*/ 706246 w 752129"/>
                <a:gd name="connsiteY1351" fmla="*/ 415692 h 1333667"/>
                <a:gd name="connsiteX1352" fmla="*/ 706246 w 752129"/>
                <a:gd name="connsiteY1352" fmla="*/ 412959 h 1333667"/>
                <a:gd name="connsiteX1353" fmla="*/ 706246 w 752129"/>
                <a:gd name="connsiteY1353" fmla="*/ 410514 h 1333667"/>
                <a:gd name="connsiteX1354" fmla="*/ 706246 w 752129"/>
                <a:gd name="connsiteY1354" fmla="*/ 408069 h 1333667"/>
                <a:gd name="connsiteX1355" fmla="*/ 706246 w 752129"/>
                <a:gd name="connsiteY1355" fmla="*/ 405480 h 1333667"/>
                <a:gd name="connsiteX1356" fmla="*/ 708835 w 752129"/>
                <a:gd name="connsiteY1356" fmla="*/ 402747 h 1333667"/>
                <a:gd name="connsiteX1357" fmla="*/ 708835 w 752129"/>
                <a:gd name="connsiteY1357" fmla="*/ 400302 h 1333667"/>
                <a:gd name="connsiteX1358" fmla="*/ 708835 w 752129"/>
                <a:gd name="connsiteY1358" fmla="*/ 397856 h 1333667"/>
                <a:gd name="connsiteX1359" fmla="*/ 708835 w 752129"/>
                <a:gd name="connsiteY1359" fmla="*/ 395411 h 1333667"/>
                <a:gd name="connsiteX1360" fmla="*/ 708835 w 752129"/>
                <a:gd name="connsiteY1360" fmla="*/ 392678 h 1333667"/>
                <a:gd name="connsiteX1361" fmla="*/ 708835 w 752129"/>
                <a:gd name="connsiteY1361" fmla="*/ 390089 h 1333667"/>
                <a:gd name="connsiteX1362" fmla="*/ 708835 w 752129"/>
                <a:gd name="connsiteY1362" fmla="*/ 387644 h 1333667"/>
                <a:gd name="connsiteX1363" fmla="*/ 711280 w 752129"/>
                <a:gd name="connsiteY1363" fmla="*/ 387644 h 1333667"/>
                <a:gd name="connsiteX1364" fmla="*/ 711280 w 752129"/>
                <a:gd name="connsiteY1364" fmla="*/ 385199 h 1333667"/>
                <a:gd name="connsiteX1365" fmla="*/ 711280 w 752129"/>
                <a:gd name="connsiteY1365" fmla="*/ 382466 h 1333667"/>
                <a:gd name="connsiteX1366" fmla="*/ 711280 w 752129"/>
                <a:gd name="connsiteY1366" fmla="*/ 379877 h 1333667"/>
                <a:gd name="connsiteX1367" fmla="*/ 711280 w 752129"/>
                <a:gd name="connsiteY1367" fmla="*/ 377431 h 1333667"/>
                <a:gd name="connsiteX1368" fmla="*/ 711280 w 752129"/>
                <a:gd name="connsiteY1368" fmla="*/ 374986 h 1333667"/>
                <a:gd name="connsiteX1369" fmla="*/ 711280 w 752129"/>
                <a:gd name="connsiteY1369" fmla="*/ 372109 h 1333667"/>
                <a:gd name="connsiteX1370" fmla="*/ 713725 w 752129"/>
                <a:gd name="connsiteY1370" fmla="*/ 372109 h 1333667"/>
                <a:gd name="connsiteX1371" fmla="*/ 713725 w 752129"/>
                <a:gd name="connsiteY1371" fmla="*/ 369664 h 1333667"/>
                <a:gd name="connsiteX1372" fmla="*/ 713725 w 752129"/>
                <a:gd name="connsiteY1372" fmla="*/ 367219 h 1333667"/>
                <a:gd name="connsiteX1373" fmla="*/ 713725 w 752129"/>
                <a:gd name="connsiteY1373" fmla="*/ 364774 h 1333667"/>
                <a:gd name="connsiteX1374" fmla="*/ 713725 w 752129"/>
                <a:gd name="connsiteY1374" fmla="*/ 362041 h 1333667"/>
                <a:gd name="connsiteX1375" fmla="*/ 713725 w 752129"/>
                <a:gd name="connsiteY1375" fmla="*/ 359452 h 1333667"/>
                <a:gd name="connsiteX1376" fmla="*/ 713725 w 752129"/>
                <a:gd name="connsiteY1376" fmla="*/ 357006 h 1333667"/>
                <a:gd name="connsiteX1377" fmla="*/ 716458 w 752129"/>
                <a:gd name="connsiteY1377" fmla="*/ 357006 h 1333667"/>
                <a:gd name="connsiteX1378" fmla="*/ 716458 w 752129"/>
                <a:gd name="connsiteY1378" fmla="*/ 354561 h 1333667"/>
                <a:gd name="connsiteX1379" fmla="*/ 716458 w 752129"/>
                <a:gd name="connsiteY1379" fmla="*/ 351828 h 1333667"/>
                <a:gd name="connsiteX1380" fmla="*/ 716458 w 752129"/>
                <a:gd name="connsiteY1380" fmla="*/ 349239 h 1333667"/>
                <a:gd name="connsiteX1381" fmla="*/ 716458 w 752129"/>
                <a:gd name="connsiteY1381" fmla="*/ 346794 h 1333667"/>
                <a:gd name="connsiteX1382" fmla="*/ 716458 w 752129"/>
                <a:gd name="connsiteY1382" fmla="*/ 344348 h 1333667"/>
                <a:gd name="connsiteX1383" fmla="*/ 716458 w 752129"/>
                <a:gd name="connsiteY1383" fmla="*/ 341760 h 1333667"/>
                <a:gd name="connsiteX1384" fmla="*/ 719047 w 752129"/>
                <a:gd name="connsiteY1384" fmla="*/ 339027 h 1333667"/>
                <a:gd name="connsiteX1385" fmla="*/ 719047 w 752129"/>
                <a:gd name="connsiteY1385" fmla="*/ 336581 h 1333667"/>
                <a:gd name="connsiteX1386" fmla="*/ 719047 w 752129"/>
                <a:gd name="connsiteY1386" fmla="*/ 334136 h 1333667"/>
                <a:gd name="connsiteX1387" fmla="*/ 719047 w 752129"/>
                <a:gd name="connsiteY1387" fmla="*/ 331547 h 1333667"/>
                <a:gd name="connsiteX1388" fmla="*/ 719047 w 752129"/>
                <a:gd name="connsiteY1388" fmla="*/ 328814 h 1333667"/>
                <a:gd name="connsiteX1389" fmla="*/ 719047 w 752129"/>
                <a:gd name="connsiteY1389" fmla="*/ 326369 h 1333667"/>
                <a:gd name="connsiteX1390" fmla="*/ 721492 w 752129"/>
                <a:gd name="connsiteY1390" fmla="*/ 323923 h 1333667"/>
                <a:gd name="connsiteX1391" fmla="*/ 721492 w 752129"/>
                <a:gd name="connsiteY1391" fmla="*/ 321335 h 1333667"/>
                <a:gd name="connsiteX1392" fmla="*/ 721492 w 752129"/>
                <a:gd name="connsiteY1392" fmla="*/ 318602 h 1333667"/>
                <a:gd name="connsiteX1393" fmla="*/ 721492 w 752129"/>
                <a:gd name="connsiteY1393" fmla="*/ 316156 h 1333667"/>
                <a:gd name="connsiteX1394" fmla="*/ 721492 w 752129"/>
                <a:gd name="connsiteY1394" fmla="*/ 313711 h 1333667"/>
                <a:gd name="connsiteX1395" fmla="*/ 721492 w 752129"/>
                <a:gd name="connsiteY1395" fmla="*/ 311266 h 1333667"/>
                <a:gd name="connsiteX1396" fmla="*/ 723938 w 752129"/>
                <a:gd name="connsiteY1396" fmla="*/ 308389 h 1333667"/>
                <a:gd name="connsiteX1397" fmla="*/ 723938 w 752129"/>
                <a:gd name="connsiteY1397" fmla="*/ 305944 h 1333667"/>
                <a:gd name="connsiteX1398" fmla="*/ 723938 w 752129"/>
                <a:gd name="connsiteY1398" fmla="*/ 303498 h 1333667"/>
                <a:gd name="connsiteX1399" fmla="*/ 723938 w 752129"/>
                <a:gd name="connsiteY1399" fmla="*/ 301053 h 1333667"/>
                <a:gd name="connsiteX1400" fmla="*/ 723938 w 752129"/>
                <a:gd name="connsiteY1400" fmla="*/ 298320 h 1333667"/>
                <a:gd name="connsiteX1401" fmla="*/ 723938 w 752129"/>
                <a:gd name="connsiteY1401" fmla="*/ 295731 h 1333667"/>
                <a:gd name="connsiteX1402" fmla="*/ 723938 w 752129"/>
                <a:gd name="connsiteY1402" fmla="*/ 293286 h 1333667"/>
                <a:gd name="connsiteX1403" fmla="*/ 726671 w 752129"/>
                <a:gd name="connsiteY1403" fmla="*/ 293286 h 1333667"/>
                <a:gd name="connsiteX1404" fmla="*/ 726671 w 752129"/>
                <a:gd name="connsiteY1404" fmla="*/ 290841 h 1333667"/>
                <a:gd name="connsiteX1405" fmla="*/ 726671 w 752129"/>
                <a:gd name="connsiteY1405" fmla="*/ 288108 h 1333667"/>
                <a:gd name="connsiteX1406" fmla="*/ 726671 w 752129"/>
                <a:gd name="connsiteY1406" fmla="*/ 285519 h 1333667"/>
                <a:gd name="connsiteX1407" fmla="*/ 726671 w 752129"/>
                <a:gd name="connsiteY1407" fmla="*/ 283073 h 1333667"/>
                <a:gd name="connsiteX1408" fmla="*/ 726671 w 752129"/>
                <a:gd name="connsiteY1408" fmla="*/ 280628 h 1333667"/>
                <a:gd name="connsiteX1409" fmla="*/ 726671 w 752129"/>
                <a:gd name="connsiteY1409" fmla="*/ 277895 h 1333667"/>
                <a:gd name="connsiteX1410" fmla="*/ 729260 w 752129"/>
                <a:gd name="connsiteY1410" fmla="*/ 277895 h 1333667"/>
                <a:gd name="connsiteX1411" fmla="*/ 729260 w 752129"/>
                <a:gd name="connsiteY1411" fmla="*/ 275306 h 1333667"/>
                <a:gd name="connsiteX1412" fmla="*/ 729260 w 752129"/>
                <a:gd name="connsiteY1412" fmla="*/ 272861 h 1333667"/>
                <a:gd name="connsiteX1413" fmla="*/ 729260 w 752129"/>
                <a:gd name="connsiteY1413" fmla="*/ 270416 h 1333667"/>
                <a:gd name="connsiteX1414" fmla="*/ 729260 w 752129"/>
                <a:gd name="connsiteY1414" fmla="*/ 267683 h 1333667"/>
                <a:gd name="connsiteX1415" fmla="*/ 729260 w 752129"/>
                <a:gd name="connsiteY1415" fmla="*/ 265094 h 1333667"/>
                <a:gd name="connsiteX1416" fmla="*/ 729260 w 752129"/>
                <a:gd name="connsiteY1416" fmla="*/ 262648 h 1333667"/>
                <a:gd name="connsiteX1417" fmla="*/ 731705 w 752129"/>
                <a:gd name="connsiteY1417" fmla="*/ 262648 h 1333667"/>
                <a:gd name="connsiteX1418" fmla="*/ 731705 w 752129"/>
                <a:gd name="connsiteY1418" fmla="*/ 260203 h 1333667"/>
                <a:gd name="connsiteX1419" fmla="*/ 731705 w 752129"/>
                <a:gd name="connsiteY1419" fmla="*/ 257470 h 1333667"/>
                <a:gd name="connsiteX1420" fmla="*/ 731705 w 752129"/>
                <a:gd name="connsiteY1420" fmla="*/ 254881 h 1333667"/>
                <a:gd name="connsiteX1421" fmla="*/ 731705 w 752129"/>
                <a:gd name="connsiteY1421" fmla="*/ 252436 h 1333667"/>
                <a:gd name="connsiteX1422" fmla="*/ 731705 w 752129"/>
                <a:gd name="connsiteY1422" fmla="*/ 249991 h 1333667"/>
                <a:gd name="connsiteX1423" fmla="*/ 731705 w 752129"/>
                <a:gd name="connsiteY1423" fmla="*/ 247402 h 1333667"/>
                <a:gd name="connsiteX1424" fmla="*/ 734150 w 752129"/>
                <a:gd name="connsiteY1424" fmla="*/ 247402 h 1333667"/>
                <a:gd name="connsiteX1425" fmla="*/ 734150 w 752129"/>
                <a:gd name="connsiteY1425" fmla="*/ 244669 h 1333667"/>
                <a:gd name="connsiteX1426" fmla="*/ 734150 w 752129"/>
                <a:gd name="connsiteY1426" fmla="*/ 242223 h 1333667"/>
                <a:gd name="connsiteX1427" fmla="*/ 734150 w 752129"/>
                <a:gd name="connsiteY1427" fmla="*/ 239778 h 1333667"/>
                <a:gd name="connsiteX1428" fmla="*/ 739472 w 752129"/>
                <a:gd name="connsiteY1428" fmla="*/ 201373 h 1333667"/>
                <a:gd name="connsiteX1429" fmla="*/ 752130 w 752129"/>
                <a:gd name="connsiteY1429" fmla="*/ 124995 h 1333667"/>
                <a:gd name="connsiteX1430" fmla="*/ 749685 w 752129"/>
                <a:gd name="connsiteY1430" fmla="*/ 124995 h 1333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Lst>
              <a:rect l="l" t="t" r="r" b="b"/>
              <a:pathLst>
                <a:path w="752129" h="1333667">
                  <a:moveTo>
                    <a:pt x="749685" y="124995"/>
                  </a:moveTo>
                  <a:lnTo>
                    <a:pt x="746952" y="122550"/>
                  </a:lnTo>
                  <a:lnTo>
                    <a:pt x="744363" y="122550"/>
                  </a:lnTo>
                  <a:lnTo>
                    <a:pt x="741917" y="122550"/>
                  </a:lnTo>
                  <a:lnTo>
                    <a:pt x="739472" y="122550"/>
                  </a:lnTo>
                  <a:lnTo>
                    <a:pt x="736883" y="122550"/>
                  </a:lnTo>
                  <a:lnTo>
                    <a:pt x="731705" y="119817"/>
                  </a:lnTo>
                  <a:lnTo>
                    <a:pt x="729260" y="119817"/>
                  </a:lnTo>
                  <a:lnTo>
                    <a:pt x="726671" y="119817"/>
                  </a:lnTo>
                  <a:lnTo>
                    <a:pt x="719047" y="119817"/>
                  </a:lnTo>
                  <a:lnTo>
                    <a:pt x="719047" y="117228"/>
                  </a:lnTo>
                  <a:lnTo>
                    <a:pt x="716458" y="117228"/>
                  </a:lnTo>
                  <a:lnTo>
                    <a:pt x="713725" y="117228"/>
                  </a:lnTo>
                  <a:lnTo>
                    <a:pt x="703513" y="117228"/>
                  </a:lnTo>
                  <a:lnTo>
                    <a:pt x="703513" y="114783"/>
                  </a:lnTo>
                  <a:lnTo>
                    <a:pt x="701067" y="114783"/>
                  </a:lnTo>
                  <a:lnTo>
                    <a:pt x="698622" y="114783"/>
                  </a:lnTo>
                  <a:lnTo>
                    <a:pt x="696177" y="114783"/>
                  </a:lnTo>
                  <a:lnTo>
                    <a:pt x="693300" y="114783"/>
                  </a:lnTo>
                  <a:lnTo>
                    <a:pt x="690855" y="114783"/>
                  </a:lnTo>
                  <a:lnTo>
                    <a:pt x="690855" y="112338"/>
                  </a:lnTo>
                  <a:lnTo>
                    <a:pt x="688410" y="112338"/>
                  </a:lnTo>
                  <a:lnTo>
                    <a:pt x="680642" y="112338"/>
                  </a:lnTo>
                  <a:lnTo>
                    <a:pt x="678197" y="112338"/>
                  </a:lnTo>
                  <a:lnTo>
                    <a:pt x="675752" y="112338"/>
                  </a:lnTo>
                  <a:lnTo>
                    <a:pt x="673019" y="109605"/>
                  </a:lnTo>
                  <a:lnTo>
                    <a:pt x="670430" y="109605"/>
                  </a:lnTo>
                  <a:lnTo>
                    <a:pt x="667985" y="109605"/>
                  </a:lnTo>
                  <a:lnTo>
                    <a:pt x="662950" y="109605"/>
                  </a:lnTo>
                  <a:lnTo>
                    <a:pt x="660217" y="109605"/>
                  </a:lnTo>
                  <a:lnTo>
                    <a:pt x="650005" y="107015"/>
                  </a:lnTo>
                  <a:lnTo>
                    <a:pt x="647560" y="107015"/>
                  </a:lnTo>
                  <a:lnTo>
                    <a:pt x="645114" y="104570"/>
                  </a:lnTo>
                  <a:lnTo>
                    <a:pt x="642525" y="104570"/>
                  </a:lnTo>
                  <a:lnTo>
                    <a:pt x="639792" y="104570"/>
                  </a:lnTo>
                  <a:lnTo>
                    <a:pt x="637347" y="104570"/>
                  </a:lnTo>
                  <a:lnTo>
                    <a:pt x="634902" y="104570"/>
                  </a:lnTo>
                  <a:lnTo>
                    <a:pt x="632313" y="102125"/>
                  </a:lnTo>
                  <a:lnTo>
                    <a:pt x="629580" y="102125"/>
                  </a:lnTo>
                  <a:lnTo>
                    <a:pt x="627135" y="102125"/>
                  </a:lnTo>
                  <a:lnTo>
                    <a:pt x="624689" y="102125"/>
                  </a:lnTo>
                  <a:lnTo>
                    <a:pt x="619367" y="99392"/>
                  </a:lnTo>
                  <a:lnTo>
                    <a:pt x="616922" y="99392"/>
                  </a:lnTo>
                  <a:lnTo>
                    <a:pt x="614477" y="99392"/>
                  </a:lnTo>
                  <a:lnTo>
                    <a:pt x="611888" y="99392"/>
                  </a:lnTo>
                  <a:lnTo>
                    <a:pt x="609155" y="99392"/>
                  </a:lnTo>
                  <a:lnTo>
                    <a:pt x="604264" y="96803"/>
                  </a:lnTo>
                  <a:lnTo>
                    <a:pt x="599086" y="96803"/>
                  </a:lnTo>
                  <a:lnTo>
                    <a:pt x="596497" y="96803"/>
                  </a:lnTo>
                  <a:lnTo>
                    <a:pt x="594052" y="96803"/>
                  </a:lnTo>
                  <a:lnTo>
                    <a:pt x="591607" y="94358"/>
                  </a:lnTo>
                  <a:lnTo>
                    <a:pt x="586285" y="94358"/>
                  </a:lnTo>
                  <a:lnTo>
                    <a:pt x="583839" y="94358"/>
                  </a:lnTo>
                  <a:lnTo>
                    <a:pt x="581394" y="94358"/>
                  </a:lnTo>
                  <a:lnTo>
                    <a:pt x="581394" y="91913"/>
                  </a:lnTo>
                  <a:lnTo>
                    <a:pt x="578805" y="91913"/>
                  </a:lnTo>
                  <a:lnTo>
                    <a:pt x="576072" y="91913"/>
                  </a:lnTo>
                  <a:lnTo>
                    <a:pt x="571181" y="91913"/>
                  </a:lnTo>
                  <a:lnTo>
                    <a:pt x="568593" y="91913"/>
                  </a:lnTo>
                  <a:lnTo>
                    <a:pt x="568593" y="89180"/>
                  </a:lnTo>
                  <a:lnTo>
                    <a:pt x="565860" y="89180"/>
                  </a:lnTo>
                  <a:lnTo>
                    <a:pt x="558380" y="89180"/>
                  </a:lnTo>
                  <a:lnTo>
                    <a:pt x="555647" y="89180"/>
                  </a:lnTo>
                  <a:lnTo>
                    <a:pt x="550756" y="86590"/>
                  </a:lnTo>
                  <a:lnTo>
                    <a:pt x="548167" y="86590"/>
                  </a:lnTo>
                  <a:lnTo>
                    <a:pt x="545435" y="86590"/>
                  </a:lnTo>
                  <a:lnTo>
                    <a:pt x="542989" y="86590"/>
                  </a:lnTo>
                  <a:lnTo>
                    <a:pt x="542989" y="84145"/>
                  </a:lnTo>
                  <a:lnTo>
                    <a:pt x="537955" y="84145"/>
                  </a:lnTo>
                  <a:lnTo>
                    <a:pt x="535222" y="84145"/>
                  </a:lnTo>
                  <a:lnTo>
                    <a:pt x="532777" y="84145"/>
                  </a:lnTo>
                  <a:lnTo>
                    <a:pt x="530331" y="84145"/>
                  </a:lnTo>
                  <a:lnTo>
                    <a:pt x="522564" y="81700"/>
                  </a:lnTo>
                  <a:lnTo>
                    <a:pt x="517530" y="79111"/>
                  </a:lnTo>
                  <a:lnTo>
                    <a:pt x="515085" y="79111"/>
                  </a:lnTo>
                  <a:lnTo>
                    <a:pt x="512352" y="79111"/>
                  </a:lnTo>
                  <a:lnTo>
                    <a:pt x="509906" y="79111"/>
                  </a:lnTo>
                  <a:lnTo>
                    <a:pt x="507461" y="79111"/>
                  </a:lnTo>
                  <a:lnTo>
                    <a:pt x="504872" y="76378"/>
                  </a:lnTo>
                  <a:lnTo>
                    <a:pt x="502139" y="76378"/>
                  </a:lnTo>
                  <a:lnTo>
                    <a:pt x="499694" y="76378"/>
                  </a:lnTo>
                  <a:lnTo>
                    <a:pt x="497249" y="76378"/>
                  </a:lnTo>
                  <a:lnTo>
                    <a:pt x="494660" y="73933"/>
                  </a:lnTo>
                  <a:lnTo>
                    <a:pt x="491927" y="73933"/>
                  </a:lnTo>
                  <a:lnTo>
                    <a:pt x="484447" y="73933"/>
                  </a:lnTo>
                  <a:lnTo>
                    <a:pt x="481714" y="71488"/>
                  </a:lnTo>
                  <a:lnTo>
                    <a:pt x="476824" y="71488"/>
                  </a:lnTo>
                  <a:lnTo>
                    <a:pt x="469056" y="69042"/>
                  </a:lnTo>
                  <a:lnTo>
                    <a:pt x="466611" y="69042"/>
                  </a:lnTo>
                  <a:lnTo>
                    <a:pt x="456399" y="66165"/>
                  </a:lnTo>
                  <a:lnTo>
                    <a:pt x="453953" y="66165"/>
                  </a:lnTo>
                  <a:lnTo>
                    <a:pt x="451077" y="66165"/>
                  </a:lnTo>
                  <a:lnTo>
                    <a:pt x="448631" y="66165"/>
                  </a:lnTo>
                  <a:lnTo>
                    <a:pt x="446186" y="63720"/>
                  </a:lnTo>
                  <a:lnTo>
                    <a:pt x="443597" y="63720"/>
                  </a:lnTo>
                  <a:lnTo>
                    <a:pt x="438419" y="63720"/>
                  </a:lnTo>
                  <a:lnTo>
                    <a:pt x="435974" y="61275"/>
                  </a:lnTo>
                  <a:lnTo>
                    <a:pt x="433528" y="61275"/>
                  </a:lnTo>
                  <a:lnTo>
                    <a:pt x="430939" y="61275"/>
                  </a:lnTo>
                  <a:lnTo>
                    <a:pt x="428206" y="61275"/>
                  </a:lnTo>
                  <a:lnTo>
                    <a:pt x="425761" y="61275"/>
                  </a:lnTo>
                  <a:lnTo>
                    <a:pt x="423316" y="58830"/>
                  </a:lnTo>
                  <a:lnTo>
                    <a:pt x="420727" y="58830"/>
                  </a:lnTo>
                  <a:lnTo>
                    <a:pt x="417994" y="58830"/>
                  </a:lnTo>
                  <a:lnTo>
                    <a:pt x="413103" y="56097"/>
                  </a:lnTo>
                  <a:lnTo>
                    <a:pt x="410514" y="56097"/>
                  </a:lnTo>
                  <a:lnTo>
                    <a:pt x="407781" y="56097"/>
                  </a:lnTo>
                  <a:lnTo>
                    <a:pt x="405336" y="56097"/>
                  </a:lnTo>
                  <a:lnTo>
                    <a:pt x="402891" y="53508"/>
                  </a:lnTo>
                  <a:lnTo>
                    <a:pt x="397569" y="53508"/>
                  </a:lnTo>
                  <a:lnTo>
                    <a:pt x="392678" y="53508"/>
                  </a:lnTo>
                  <a:lnTo>
                    <a:pt x="392678" y="51062"/>
                  </a:lnTo>
                  <a:lnTo>
                    <a:pt x="382466" y="51062"/>
                  </a:lnTo>
                  <a:lnTo>
                    <a:pt x="377144" y="48473"/>
                  </a:lnTo>
                  <a:lnTo>
                    <a:pt x="372253" y="48473"/>
                  </a:lnTo>
                  <a:lnTo>
                    <a:pt x="369664" y="45740"/>
                  </a:lnTo>
                  <a:lnTo>
                    <a:pt x="367219" y="45740"/>
                  </a:lnTo>
                  <a:lnTo>
                    <a:pt x="364486" y="45740"/>
                  </a:lnTo>
                  <a:lnTo>
                    <a:pt x="362041" y="45740"/>
                  </a:lnTo>
                  <a:lnTo>
                    <a:pt x="362041" y="43295"/>
                  </a:lnTo>
                  <a:lnTo>
                    <a:pt x="359595" y="43295"/>
                  </a:lnTo>
                  <a:lnTo>
                    <a:pt x="354274" y="43295"/>
                  </a:lnTo>
                  <a:lnTo>
                    <a:pt x="351828" y="43295"/>
                  </a:lnTo>
                  <a:lnTo>
                    <a:pt x="351828" y="40850"/>
                  </a:lnTo>
                  <a:lnTo>
                    <a:pt x="349383" y="40850"/>
                  </a:lnTo>
                  <a:lnTo>
                    <a:pt x="346794" y="40850"/>
                  </a:lnTo>
                  <a:lnTo>
                    <a:pt x="339170" y="38405"/>
                  </a:lnTo>
                  <a:lnTo>
                    <a:pt x="336581" y="38405"/>
                  </a:lnTo>
                  <a:lnTo>
                    <a:pt x="333848" y="38405"/>
                  </a:lnTo>
                  <a:lnTo>
                    <a:pt x="331403" y="38405"/>
                  </a:lnTo>
                  <a:lnTo>
                    <a:pt x="328958" y="35528"/>
                  </a:lnTo>
                  <a:lnTo>
                    <a:pt x="326369" y="35528"/>
                  </a:lnTo>
                  <a:lnTo>
                    <a:pt x="323636" y="35528"/>
                  </a:lnTo>
                  <a:lnTo>
                    <a:pt x="310978" y="33083"/>
                  </a:lnTo>
                  <a:lnTo>
                    <a:pt x="310978" y="30637"/>
                  </a:lnTo>
                  <a:lnTo>
                    <a:pt x="308533" y="30637"/>
                  </a:lnTo>
                  <a:lnTo>
                    <a:pt x="305944" y="30637"/>
                  </a:lnTo>
                  <a:lnTo>
                    <a:pt x="303211" y="30637"/>
                  </a:lnTo>
                  <a:lnTo>
                    <a:pt x="300766" y="30637"/>
                  </a:lnTo>
                  <a:lnTo>
                    <a:pt x="298320" y="28192"/>
                  </a:lnTo>
                  <a:lnTo>
                    <a:pt x="295731" y="28192"/>
                  </a:lnTo>
                  <a:lnTo>
                    <a:pt x="293286" y="28192"/>
                  </a:lnTo>
                  <a:lnTo>
                    <a:pt x="290553" y="25459"/>
                  </a:lnTo>
                  <a:lnTo>
                    <a:pt x="288108" y="25459"/>
                  </a:lnTo>
                  <a:lnTo>
                    <a:pt x="285519" y="25459"/>
                  </a:lnTo>
                  <a:lnTo>
                    <a:pt x="283074" y="25459"/>
                  </a:lnTo>
                  <a:lnTo>
                    <a:pt x="280341" y="25459"/>
                  </a:lnTo>
                  <a:lnTo>
                    <a:pt x="280341" y="22870"/>
                  </a:lnTo>
                  <a:lnTo>
                    <a:pt x="277895" y="22870"/>
                  </a:lnTo>
                  <a:lnTo>
                    <a:pt x="272861" y="22870"/>
                  </a:lnTo>
                  <a:lnTo>
                    <a:pt x="270128" y="20425"/>
                  </a:lnTo>
                  <a:lnTo>
                    <a:pt x="267683" y="20425"/>
                  </a:lnTo>
                  <a:lnTo>
                    <a:pt x="265094" y="20425"/>
                  </a:lnTo>
                  <a:lnTo>
                    <a:pt x="262649" y="20425"/>
                  </a:lnTo>
                  <a:lnTo>
                    <a:pt x="259916" y="17980"/>
                  </a:lnTo>
                  <a:lnTo>
                    <a:pt x="257470" y="17980"/>
                  </a:lnTo>
                  <a:lnTo>
                    <a:pt x="249703" y="15247"/>
                  </a:lnTo>
                  <a:lnTo>
                    <a:pt x="247258" y="15247"/>
                  </a:lnTo>
                  <a:lnTo>
                    <a:pt x="244813" y="15247"/>
                  </a:lnTo>
                  <a:lnTo>
                    <a:pt x="242224" y="15247"/>
                  </a:lnTo>
                  <a:lnTo>
                    <a:pt x="242224" y="12658"/>
                  </a:lnTo>
                  <a:lnTo>
                    <a:pt x="239491" y="12658"/>
                  </a:lnTo>
                  <a:lnTo>
                    <a:pt x="234600" y="12658"/>
                  </a:lnTo>
                  <a:lnTo>
                    <a:pt x="232011" y="10212"/>
                  </a:lnTo>
                  <a:lnTo>
                    <a:pt x="229278" y="10212"/>
                  </a:lnTo>
                  <a:lnTo>
                    <a:pt x="226833" y="10212"/>
                  </a:lnTo>
                  <a:lnTo>
                    <a:pt x="224388" y="7767"/>
                  </a:lnTo>
                  <a:lnTo>
                    <a:pt x="221799" y="7767"/>
                  </a:lnTo>
                  <a:lnTo>
                    <a:pt x="219353" y="7767"/>
                  </a:lnTo>
                  <a:lnTo>
                    <a:pt x="214175" y="5034"/>
                  </a:lnTo>
                  <a:lnTo>
                    <a:pt x="211586" y="5034"/>
                  </a:lnTo>
                  <a:lnTo>
                    <a:pt x="209141" y="5034"/>
                  </a:lnTo>
                  <a:lnTo>
                    <a:pt x="206408" y="5034"/>
                  </a:lnTo>
                  <a:lnTo>
                    <a:pt x="201517" y="2445"/>
                  </a:lnTo>
                  <a:lnTo>
                    <a:pt x="196195" y="2445"/>
                  </a:lnTo>
                  <a:lnTo>
                    <a:pt x="193750" y="0"/>
                  </a:lnTo>
                  <a:lnTo>
                    <a:pt x="191161" y="0"/>
                  </a:lnTo>
                  <a:lnTo>
                    <a:pt x="191161" y="2445"/>
                  </a:lnTo>
                  <a:lnTo>
                    <a:pt x="191161" y="5034"/>
                  </a:lnTo>
                  <a:lnTo>
                    <a:pt x="188716" y="5034"/>
                  </a:lnTo>
                  <a:lnTo>
                    <a:pt x="188716" y="7767"/>
                  </a:lnTo>
                  <a:lnTo>
                    <a:pt x="188716" y="10212"/>
                  </a:lnTo>
                  <a:lnTo>
                    <a:pt x="188716" y="12658"/>
                  </a:lnTo>
                  <a:lnTo>
                    <a:pt x="185983" y="12658"/>
                  </a:lnTo>
                  <a:lnTo>
                    <a:pt x="185983" y="15247"/>
                  </a:lnTo>
                  <a:lnTo>
                    <a:pt x="185983" y="17980"/>
                  </a:lnTo>
                  <a:lnTo>
                    <a:pt x="185983" y="20425"/>
                  </a:lnTo>
                  <a:lnTo>
                    <a:pt x="185983" y="22870"/>
                  </a:lnTo>
                  <a:lnTo>
                    <a:pt x="183538" y="22870"/>
                  </a:lnTo>
                  <a:lnTo>
                    <a:pt x="183538" y="25459"/>
                  </a:lnTo>
                  <a:lnTo>
                    <a:pt x="183538" y="28192"/>
                  </a:lnTo>
                  <a:lnTo>
                    <a:pt x="181092" y="33083"/>
                  </a:lnTo>
                  <a:lnTo>
                    <a:pt x="181092" y="35528"/>
                  </a:lnTo>
                  <a:lnTo>
                    <a:pt x="181092" y="38405"/>
                  </a:lnTo>
                  <a:lnTo>
                    <a:pt x="181092" y="40850"/>
                  </a:lnTo>
                  <a:lnTo>
                    <a:pt x="178503" y="40850"/>
                  </a:lnTo>
                  <a:lnTo>
                    <a:pt x="178503" y="43295"/>
                  </a:lnTo>
                  <a:lnTo>
                    <a:pt x="178503" y="45740"/>
                  </a:lnTo>
                  <a:lnTo>
                    <a:pt x="178503" y="48473"/>
                  </a:lnTo>
                  <a:lnTo>
                    <a:pt x="175770" y="51062"/>
                  </a:lnTo>
                  <a:lnTo>
                    <a:pt x="175770" y="53508"/>
                  </a:lnTo>
                  <a:lnTo>
                    <a:pt x="175770" y="56097"/>
                  </a:lnTo>
                  <a:lnTo>
                    <a:pt x="175770" y="58830"/>
                  </a:lnTo>
                  <a:lnTo>
                    <a:pt x="173325" y="58830"/>
                  </a:lnTo>
                  <a:lnTo>
                    <a:pt x="173325" y="61275"/>
                  </a:lnTo>
                  <a:lnTo>
                    <a:pt x="173325" y="63720"/>
                  </a:lnTo>
                  <a:lnTo>
                    <a:pt x="173325" y="66165"/>
                  </a:lnTo>
                  <a:lnTo>
                    <a:pt x="170880" y="69042"/>
                  </a:lnTo>
                  <a:lnTo>
                    <a:pt x="170880" y="71488"/>
                  </a:lnTo>
                  <a:lnTo>
                    <a:pt x="170880" y="73933"/>
                  </a:lnTo>
                  <a:lnTo>
                    <a:pt x="170880" y="76378"/>
                  </a:lnTo>
                  <a:lnTo>
                    <a:pt x="168291" y="76378"/>
                  </a:lnTo>
                  <a:lnTo>
                    <a:pt x="168291" y="79111"/>
                  </a:lnTo>
                  <a:lnTo>
                    <a:pt x="168291" y="81700"/>
                  </a:lnTo>
                  <a:lnTo>
                    <a:pt x="168291" y="84145"/>
                  </a:lnTo>
                  <a:lnTo>
                    <a:pt x="165558" y="86590"/>
                  </a:lnTo>
                  <a:lnTo>
                    <a:pt x="165558" y="89180"/>
                  </a:lnTo>
                  <a:lnTo>
                    <a:pt x="165558" y="91913"/>
                  </a:lnTo>
                  <a:lnTo>
                    <a:pt x="165558" y="94358"/>
                  </a:lnTo>
                  <a:lnTo>
                    <a:pt x="163113" y="96803"/>
                  </a:lnTo>
                  <a:lnTo>
                    <a:pt x="163113" y="99392"/>
                  </a:lnTo>
                  <a:lnTo>
                    <a:pt x="163113" y="102125"/>
                  </a:lnTo>
                  <a:lnTo>
                    <a:pt x="163113" y="104570"/>
                  </a:lnTo>
                  <a:lnTo>
                    <a:pt x="160667" y="104570"/>
                  </a:lnTo>
                  <a:lnTo>
                    <a:pt x="160667" y="107015"/>
                  </a:lnTo>
                  <a:lnTo>
                    <a:pt x="160667" y="109605"/>
                  </a:lnTo>
                  <a:lnTo>
                    <a:pt x="160667" y="112338"/>
                  </a:lnTo>
                  <a:lnTo>
                    <a:pt x="158078" y="114783"/>
                  </a:lnTo>
                  <a:lnTo>
                    <a:pt x="158078" y="117228"/>
                  </a:lnTo>
                  <a:lnTo>
                    <a:pt x="158078" y="119817"/>
                  </a:lnTo>
                  <a:lnTo>
                    <a:pt x="158078" y="122550"/>
                  </a:lnTo>
                  <a:lnTo>
                    <a:pt x="155345" y="122550"/>
                  </a:lnTo>
                  <a:lnTo>
                    <a:pt x="155345" y="124995"/>
                  </a:lnTo>
                  <a:lnTo>
                    <a:pt x="155345" y="127441"/>
                  </a:lnTo>
                  <a:lnTo>
                    <a:pt x="155345" y="129886"/>
                  </a:lnTo>
                  <a:lnTo>
                    <a:pt x="152900" y="129886"/>
                  </a:lnTo>
                  <a:lnTo>
                    <a:pt x="152900" y="132619"/>
                  </a:lnTo>
                  <a:lnTo>
                    <a:pt x="152900" y="135208"/>
                  </a:lnTo>
                  <a:lnTo>
                    <a:pt x="152900" y="137653"/>
                  </a:lnTo>
                  <a:lnTo>
                    <a:pt x="152900" y="140098"/>
                  </a:lnTo>
                  <a:lnTo>
                    <a:pt x="150455" y="140098"/>
                  </a:lnTo>
                  <a:lnTo>
                    <a:pt x="150455" y="142831"/>
                  </a:lnTo>
                  <a:lnTo>
                    <a:pt x="150455" y="145420"/>
                  </a:lnTo>
                  <a:lnTo>
                    <a:pt x="150455" y="147866"/>
                  </a:lnTo>
                  <a:lnTo>
                    <a:pt x="147866" y="150311"/>
                  </a:lnTo>
                  <a:lnTo>
                    <a:pt x="147866" y="153188"/>
                  </a:lnTo>
                  <a:lnTo>
                    <a:pt x="147866" y="155633"/>
                  </a:lnTo>
                  <a:lnTo>
                    <a:pt x="147866" y="158078"/>
                  </a:lnTo>
                  <a:lnTo>
                    <a:pt x="145420" y="158078"/>
                  </a:lnTo>
                  <a:lnTo>
                    <a:pt x="145420" y="160523"/>
                  </a:lnTo>
                  <a:lnTo>
                    <a:pt x="145420" y="163256"/>
                  </a:lnTo>
                  <a:lnTo>
                    <a:pt x="145420" y="165845"/>
                  </a:lnTo>
                  <a:lnTo>
                    <a:pt x="142688" y="170736"/>
                  </a:lnTo>
                  <a:lnTo>
                    <a:pt x="142688" y="173325"/>
                  </a:lnTo>
                  <a:lnTo>
                    <a:pt x="140242" y="176058"/>
                  </a:lnTo>
                  <a:lnTo>
                    <a:pt x="140242" y="178503"/>
                  </a:lnTo>
                  <a:lnTo>
                    <a:pt x="140242" y="180948"/>
                  </a:lnTo>
                  <a:lnTo>
                    <a:pt x="140242" y="183537"/>
                  </a:lnTo>
                  <a:lnTo>
                    <a:pt x="137653" y="186270"/>
                  </a:lnTo>
                  <a:lnTo>
                    <a:pt x="137653" y="188716"/>
                  </a:lnTo>
                  <a:lnTo>
                    <a:pt x="137653" y="191161"/>
                  </a:lnTo>
                  <a:lnTo>
                    <a:pt x="137653" y="193750"/>
                  </a:lnTo>
                  <a:lnTo>
                    <a:pt x="135208" y="193750"/>
                  </a:lnTo>
                  <a:lnTo>
                    <a:pt x="135208" y="196483"/>
                  </a:lnTo>
                  <a:lnTo>
                    <a:pt x="135208" y="201373"/>
                  </a:lnTo>
                  <a:lnTo>
                    <a:pt x="135208" y="203962"/>
                  </a:lnTo>
                  <a:lnTo>
                    <a:pt x="132475" y="203962"/>
                  </a:lnTo>
                  <a:lnTo>
                    <a:pt x="132475" y="206695"/>
                  </a:lnTo>
                  <a:lnTo>
                    <a:pt x="132475" y="209141"/>
                  </a:lnTo>
                  <a:lnTo>
                    <a:pt x="132475" y="211586"/>
                  </a:lnTo>
                  <a:lnTo>
                    <a:pt x="130030" y="211586"/>
                  </a:lnTo>
                  <a:lnTo>
                    <a:pt x="130030" y="214175"/>
                  </a:lnTo>
                  <a:lnTo>
                    <a:pt x="130030" y="216908"/>
                  </a:lnTo>
                  <a:lnTo>
                    <a:pt x="130030" y="219353"/>
                  </a:lnTo>
                  <a:lnTo>
                    <a:pt x="130030" y="221798"/>
                  </a:lnTo>
                  <a:lnTo>
                    <a:pt x="127441" y="221798"/>
                  </a:lnTo>
                  <a:lnTo>
                    <a:pt x="127441" y="224244"/>
                  </a:lnTo>
                  <a:lnTo>
                    <a:pt x="127441" y="226977"/>
                  </a:lnTo>
                  <a:lnTo>
                    <a:pt x="127441" y="229566"/>
                  </a:lnTo>
                  <a:lnTo>
                    <a:pt x="124995" y="232011"/>
                  </a:lnTo>
                  <a:lnTo>
                    <a:pt x="124995" y="234456"/>
                  </a:lnTo>
                  <a:lnTo>
                    <a:pt x="124995" y="237189"/>
                  </a:lnTo>
                  <a:lnTo>
                    <a:pt x="124995" y="239778"/>
                  </a:lnTo>
                  <a:lnTo>
                    <a:pt x="122262" y="239778"/>
                  </a:lnTo>
                  <a:lnTo>
                    <a:pt x="122262" y="242223"/>
                  </a:lnTo>
                  <a:lnTo>
                    <a:pt x="122262" y="244669"/>
                  </a:lnTo>
                  <a:lnTo>
                    <a:pt x="122262" y="247402"/>
                  </a:lnTo>
                  <a:lnTo>
                    <a:pt x="119817" y="249991"/>
                  </a:lnTo>
                  <a:lnTo>
                    <a:pt x="119817" y="252436"/>
                  </a:lnTo>
                  <a:lnTo>
                    <a:pt x="119817" y="254881"/>
                  </a:lnTo>
                  <a:lnTo>
                    <a:pt x="119817" y="257470"/>
                  </a:lnTo>
                  <a:lnTo>
                    <a:pt x="117228" y="257470"/>
                  </a:lnTo>
                  <a:lnTo>
                    <a:pt x="117228" y="260203"/>
                  </a:lnTo>
                  <a:lnTo>
                    <a:pt x="117228" y="262648"/>
                  </a:lnTo>
                  <a:lnTo>
                    <a:pt x="117228" y="265094"/>
                  </a:lnTo>
                  <a:lnTo>
                    <a:pt x="114783" y="265094"/>
                  </a:lnTo>
                  <a:lnTo>
                    <a:pt x="114783" y="267683"/>
                  </a:lnTo>
                  <a:lnTo>
                    <a:pt x="114783" y="270416"/>
                  </a:lnTo>
                  <a:lnTo>
                    <a:pt x="114783" y="272861"/>
                  </a:lnTo>
                  <a:lnTo>
                    <a:pt x="114783" y="275306"/>
                  </a:lnTo>
                  <a:lnTo>
                    <a:pt x="112050" y="275306"/>
                  </a:lnTo>
                  <a:lnTo>
                    <a:pt x="112050" y="277895"/>
                  </a:lnTo>
                  <a:lnTo>
                    <a:pt x="112050" y="280628"/>
                  </a:lnTo>
                  <a:lnTo>
                    <a:pt x="112050" y="283073"/>
                  </a:lnTo>
                  <a:lnTo>
                    <a:pt x="109605" y="285519"/>
                  </a:lnTo>
                  <a:lnTo>
                    <a:pt x="109605" y="288108"/>
                  </a:lnTo>
                  <a:lnTo>
                    <a:pt x="109605" y="290841"/>
                  </a:lnTo>
                  <a:lnTo>
                    <a:pt x="109605" y="293286"/>
                  </a:lnTo>
                  <a:lnTo>
                    <a:pt x="107159" y="293286"/>
                  </a:lnTo>
                  <a:lnTo>
                    <a:pt x="107159" y="295731"/>
                  </a:lnTo>
                  <a:lnTo>
                    <a:pt x="107159" y="298320"/>
                  </a:lnTo>
                  <a:lnTo>
                    <a:pt x="107159" y="301053"/>
                  </a:lnTo>
                  <a:lnTo>
                    <a:pt x="107159" y="303498"/>
                  </a:lnTo>
                  <a:lnTo>
                    <a:pt x="104570" y="303498"/>
                  </a:lnTo>
                  <a:lnTo>
                    <a:pt x="104570" y="305944"/>
                  </a:lnTo>
                  <a:lnTo>
                    <a:pt x="104570" y="308389"/>
                  </a:lnTo>
                  <a:lnTo>
                    <a:pt x="104570" y="311266"/>
                  </a:lnTo>
                  <a:lnTo>
                    <a:pt x="101837" y="311266"/>
                  </a:lnTo>
                  <a:lnTo>
                    <a:pt x="101837" y="313711"/>
                  </a:lnTo>
                  <a:lnTo>
                    <a:pt x="101837" y="316156"/>
                  </a:lnTo>
                  <a:lnTo>
                    <a:pt x="101837" y="318602"/>
                  </a:lnTo>
                  <a:lnTo>
                    <a:pt x="99392" y="321335"/>
                  </a:lnTo>
                  <a:lnTo>
                    <a:pt x="99392" y="323923"/>
                  </a:lnTo>
                  <a:lnTo>
                    <a:pt x="99392" y="326369"/>
                  </a:lnTo>
                  <a:lnTo>
                    <a:pt x="99392" y="328814"/>
                  </a:lnTo>
                  <a:lnTo>
                    <a:pt x="96803" y="328814"/>
                  </a:lnTo>
                  <a:lnTo>
                    <a:pt x="96803" y="331547"/>
                  </a:lnTo>
                  <a:lnTo>
                    <a:pt x="96803" y="334136"/>
                  </a:lnTo>
                  <a:lnTo>
                    <a:pt x="96803" y="336581"/>
                  </a:lnTo>
                  <a:lnTo>
                    <a:pt x="96803" y="339027"/>
                  </a:lnTo>
                  <a:lnTo>
                    <a:pt x="94358" y="339027"/>
                  </a:lnTo>
                  <a:lnTo>
                    <a:pt x="94358" y="341760"/>
                  </a:lnTo>
                  <a:lnTo>
                    <a:pt x="94358" y="344348"/>
                  </a:lnTo>
                  <a:lnTo>
                    <a:pt x="94358" y="346794"/>
                  </a:lnTo>
                  <a:lnTo>
                    <a:pt x="91625" y="346794"/>
                  </a:lnTo>
                  <a:lnTo>
                    <a:pt x="91625" y="349239"/>
                  </a:lnTo>
                  <a:lnTo>
                    <a:pt x="91625" y="351828"/>
                  </a:lnTo>
                  <a:lnTo>
                    <a:pt x="91625" y="354561"/>
                  </a:lnTo>
                  <a:lnTo>
                    <a:pt x="91625" y="357006"/>
                  </a:lnTo>
                  <a:lnTo>
                    <a:pt x="89180" y="359452"/>
                  </a:lnTo>
                  <a:lnTo>
                    <a:pt x="89180" y="362041"/>
                  </a:lnTo>
                  <a:lnTo>
                    <a:pt x="89180" y="364774"/>
                  </a:lnTo>
                  <a:lnTo>
                    <a:pt x="86734" y="367219"/>
                  </a:lnTo>
                  <a:lnTo>
                    <a:pt x="86734" y="369664"/>
                  </a:lnTo>
                  <a:lnTo>
                    <a:pt x="86734" y="372109"/>
                  </a:lnTo>
                  <a:lnTo>
                    <a:pt x="84145" y="374986"/>
                  </a:lnTo>
                  <a:lnTo>
                    <a:pt x="84145" y="377431"/>
                  </a:lnTo>
                  <a:lnTo>
                    <a:pt x="84145" y="379877"/>
                  </a:lnTo>
                  <a:lnTo>
                    <a:pt x="84145" y="382466"/>
                  </a:lnTo>
                  <a:lnTo>
                    <a:pt x="81412" y="385199"/>
                  </a:lnTo>
                  <a:lnTo>
                    <a:pt x="81412" y="387644"/>
                  </a:lnTo>
                  <a:lnTo>
                    <a:pt x="81412" y="390089"/>
                  </a:lnTo>
                  <a:lnTo>
                    <a:pt x="81412" y="392678"/>
                  </a:lnTo>
                  <a:lnTo>
                    <a:pt x="78967" y="392678"/>
                  </a:lnTo>
                  <a:lnTo>
                    <a:pt x="78967" y="395411"/>
                  </a:lnTo>
                  <a:lnTo>
                    <a:pt x="78967" y="397856"/>
                  </a:lnTo>
                  <a:lnTo>
                    <a:pt x="78967" y="400302"/>
                  </a:lnTo>
                  <a:lnTo>
                    <a:pt x="76522" y="402747"/>
                  </a:lnTo>
                  <a:lnTo>
                    <a:pt x="76522" y="405480"/>
                  </a:lnTo>
                  <a:lnTo>
                    <a:pt x="76522" y="408069"/>
                  </a:lnTo>
                  <a:lnTo>
                    <a:pt x="76522" y="410514"/>
                  </a:lnTo>
                  <a:lnTo>
                    <a:pt x="73933" y="410514"/>
                  </a:lnTo>
                  <a:lnTo>
                    <a:pt x="73933" y="412959"/>
                  </a:lnTo>
                  <a:lnTo>
                    <a:pt x="73933" y="415692"/>
                  </a:lnTo>
                  <a:lnTo>
                    <a:pt x="73933" y="418281"/>
                  </a:lnTo>
                  <a:lnTo>
                    <a:pt x="71488" y="420727"/>
                  </a:lnTo>
                  <a:lnTo>
                    <a:pt x="71488" y="423172"/>
                  </a:lnTo>
                  <a:lnTo>
                    <a:pt x="71488" y="425905"/>
                  </a:lnTo>
                  <a:lnTo>
                    <a:pt x="71488" y="428494"/>
                  </a:lnTo>
                  <a:lnTo>
                    <a:pt x="68755" y="430939"/>
                  </a:lnTo>
                  <a:lnTo>
                    <a:pt x="68755" y="433384"/>
                  </a:lnTo>
                  <a:lnTo>
                    <a:pt x="68755" y="435974"/>
                  </a:lnTo>
                  <a:lnTo>
                    <a:pt x="68755" y="438707"/>
                  </a:lnTo>
                  <a:lnTo>
                    <a:pt x="66309" y="438707"/>
                  </a:lnTo>
                  <a:lnTo>
                    <a:pt x="66309" y="441152"/>
                  </a:lnTo>
                  <a:lnTo>
                    <a:pt x="66309" y="443597"/>
                  </a:lnTo>
                  <a:lnTo>
                    <a:pt x="63720" y="446186"/>
                  </a:lnTo>
                  <a:lnTo>
                    <a:pt x="63720" y="448919"/>
                  </a:lnTo>
                  <a:lnTo>
                    <a:pt x="63720" y="451364"/>
                  </a:lnTo>
                  <a:lnTo>
                    <a:pt x="63720" y="453809"/>
                  </a:lnTo>
                  <a:lnTo>
                    <a:pt x="63720" y="456255"/>
                  </a:lnTo>
                  <a:lnTo>
                    <a:pt x="61275" y="456255"/>
                  </a:lnTo>
                  <a:lnTo>
                    <a:pt x="61275" y="459132"/>
                  </a:lnTo>
                  <a:lnTo>
                    <a:pt x="61275" y="461577"/>
                  </a:lnTo>
                  <a:lnTo>
                    <a:pt x="58542" y="464022"/>
                  </a:lnTo>
                  <a:lnTo>
                    <a:pt x="58542" y="466467"/>
                  </a:lnTo>
                  <a:lnTo>
                    <a:pt x="58542" y="469200"/>
                  </a:lnTo>
                  <a:lnTo>
                    <a:pt x="58542" y="471789"/>
                  </a:lnTo>
                  <a:lnTo>
                    <a:pt x="58542" y="474235"/>
                  </a:lnTo>
                  <a:lnTo>
                    <a:pt x="56097" y="474235"/>
                  </a:lnTo>
                  <a:lnTo>
                    <a:pt x="56097" y="476824"/>
                  </a:lnTo>
                  <a:lnTo>
                    <a:pt x="56097" y="479557"/>
                  </a:lnTo>
                  <a:lnTo>
                    <a:pt x="56097" y="482002"/>
                  </a:lnTo>
                  <a:lnTo>
                    <a:pt x="53508" y="484447"/>
                  </a:lnTo>
                  <a:lnTo>
                    <a:pt x="53508" y="486892"/>
                  </a:lnTo>
                  <a:lnTo>
                    <a:pt x="53508" y="492214"/>
                  </a:lnTo>
                  <a:lnTo>
                    <a:pt x="51063" y="492214"/>
                  </a:lnTo>
                  <a:lnTo>
                    <a:pt x="51063" y="494660"/>
                  </a:lnTo>
                  <a:lnTo>
                    <a:pt x="51063" y="497105"/>
                  </a:lnTo>
                  <a:lnTo>
                    <a:pt x="51063" y="499838"/>
                  </a:lnTo>
                  <a:lnTo>
                    <a:pt x="48330" y="502427"/>
                  </a:lnTo>
                  <a:lnTo>
                    <a:pt x="48330" y="504872"/>
                  </a:lnTo>
                  <a:lnTo>
                    <a:pt x="48330" y="507317"/>
                  </a:lnTo>
                  <a:lnTo>
                    <a:pt x="48330" y="510050"/>
                  </a:lnTo>
                  <a:lnTo>
                    <a:pt x="45884" y="510050"/>
                  </a:lnTo>
                  <a:lnTo>
                    <a:pt x="45884" y="512639"/>
                  </a:lnTo>
                  <a:lnTo>
                    <a:pt x="45884" y="515085"/>
                  </a:lnTo>
                  <a:lnTo>
                    <a:pt x="45884" y="517530"/>
                  </a:lnTo>
                  <a:lnTo>
                    <a:pt x="43295" y="520263"/>
                  </a:lnTo>
                  <a:lnTo>
                    <a:pt x="43295" y="522852"/>
                  </a:lnTo>
                  <a:lnTo>
                    <a:pt x="43295" y="525297"/>
                  </a:lnTo>
                  <a:lnTo>
                    <a:pt x="43295" y="527742"/>
                  </a:lnTo>
                  <a:lnTo>
                    <a:pt x="40850" y="527742"/>
                  </a:lnTo>
                  <a:lnTo>
                    <a:pt x="40850" y="530331"/>
                  </a:lnTo>
                  <a:lnTo>
                    <a:pt x="40850" y="533064"/>
                  </a:lnTo>
                  <a:lnTo>
                    <a:pt x="40850" y="535510"/>
                  </a:lnTo>
                  <a:lnTo>
                    <a:pt x="38117" y="537955"/>
                  </a:lnTo>
                  <a:lnTo>
                    <a:pt x="38117" y="540544"/>
                  </a:lnTo>
                  <a:lnTo>
                    <a:pt x="38117" y="543277"/>
                  </a:lnTo>
                  <a:lnTo>
                    <a:pt x="35672" y="548167"/>
                  </a:lnTo>
                  <a:lnTo>
                    <a:pt x="35672" y="550613"/>
                  </a:lnTo>
                  <a:lnTo>
                    <a:pt x="35672" y="553346"/>
                  </a:lnTo>
                  <a:lnTo>
                    <a:pt x="35672" y="555935"/>
                  </a:lnTo>
                  <a:lnTo>
                    <a:pt x="33227" y="555935"/>
                  </a:lnTo>
                  <a:lnTo>
                    <a:pt x="33227" y="558380"/>
                  </a:lnTo>
                  <a:lnTo>
                    <a:pt x="33227" y="560825"/>
                  </a:lnTo>
                  <a:lnTo>
                    <a:pt x="33227" y="563558"/>
                  </a:lnTo>
                  <a:lnTo>
                    <a:pt x="30638" y="566147"/>
                  </a:lnTo>
                  <a:lnTo>
                    <a:pt x="30638" y="568592"/>
                  </a:lnTo>
                  <a:lnTo>
                    <a:pt x="30638" y="571038"/>
                  </a:lnTo>
                  <a:lnTo>
                    <a:pt x="30638" y="573914"/>
                  </a:lnTo>
                  <a:lnTo>
                    <a:pt x="27905" y="573914"/>
                  </a:lnTo>
                  <a:lnTo>
                    <a:pt x="27905" y="576360"/>
                  </a:lnTo>
                  <a:lnTo>
                    <a:pt x="27905" y="581250"/>
                  </a:lnTo>
                  <a:lnTo>
                    <a:pt x="25459" y="581250"/>
                  </a:lnTo>
                  <a:lnTo>
                    <a:pt x="25459" y="583983"/>
                  </a:lnTo>
                  <a:lnTo>
                    <a:pt x="25459" y="586572"/>
                  </a:lnTo>
                  <a:lnTo>
                    <a:pt x="25459" y="589017"/>
                  </a:lnTo>
                  <a:lnTo>
                    <a:pt x="25459" y="591463"/>
                  </a:lnTo>
                  <a:lnTo>
                    <a:pt x="22870" y="591463"/>
                  </a:lnTo>
                  <a:lnTo>
                    <a:pt x="22870" y="594196"/>
                  </a:lnTo>
                  <a:lnTo>
                    <a:pt x="22870" y="596785"/>
                  </a:lnTo>
                  <a:lnTo>
                    <a:pt x="22870" y="599230"/>
                  </a:lnTo>
                  <a:lnTo>
                    <a:pt x="20425" y="601675"/>
                  </a:lnTo>
                  <a:lnTo>
                    <a:pt x="20425" y="604408"/>
                  </a:lnTo>
                  <a:lnTo>
                    <a:pt x="20425" y="606997"/>
                  </a:lnTo>
                  <a:lnTo>
                    <a:pt x="20425" y="609442"/>
                  </a:lnTo>
                  <a:lnTo>
                    <a:pt x="17692" y="609442"/>
                  </a:lnTo>
                  <a:lnTo>
                    <a:pt x="17692" y="611888"/>
                  </a:lnTo>
                  <a:lnTo>
                    <a:pt x="17692" y="614477"/>
                  </a:lnTo>
                  <a:lnTo>
                    <a:pt x="17692" y="617210"/>
                  </a:lnTo>
                  <a:lnTo>
                    <a:pt x="15247" y="619655"/>
                  </a:lnTo>
                  <a:lnTo>
                    <a:pt x="15247" y="622100"/>
                  </a:lnTo>
                  <a:lnTo>
                    <a:pt x="15247" y="624689"/>
                  </a:lnTo>
                  <a:lnTo>
                    <a:pt x="15247" y="627422"/>
                  </a:lnTo>
                  <a:lnTo>
                    <a:pt x="12802" y="627422"/>
                  </a:lnTo>
                  <a:lnTo>
                    <a:pt x="12802" y="629867"/>
                  </a:lnTo>
                  <a:lnTo>
                    <a:pt x="12802" y="632313"/>
                  </a:lnTo>
                  <a:lnTo>
                    <a:pt x="12802" y="634902"/>
                  </a:lnTo>
                  <a:lnTo>
                    <a:pt x="10213" y="637635"/>
                  </a:lnTo>
                  <a:lnTo>
                    <a:pt x="10213" y="640080"/>
                  </a:lnTo>
                  <a:lnTo>
                    <a:pt x="10213" y="642525"/>
                  </a:lnTo>
                  <a:lnTo>
                    <a:pt x="10213" y="644970"/>
                  </a:lnTo>
                  <a:lnTo>
                    <a:pt x="7480" y="644970"/>
                  </a:lnTo>
                  <a:lnTo>
                    <a:pt x="7480" y="647703"/>
                  </a:lnTo>
                  <a:lnTo>
                    <a:pt x="7480" y="650292"/>
                  </a:lnTo>
                  <a:lnTo>
                    <a:pt x="7480" y="652738"/>
                  </a:lnTo>
                  <a:lnTo>
                    <a:pt x="7480" y="655183"/>
                  </a:lnTo>
                  <a:lnTo>
                    <a:pt x="5034" y="655183"/>
                  </a:lnTo>
                  <a:lnTo>
                    <a:pt x="5034" y="658060"/>
                  </a:lnTo>
                  <a:lnTo>
                    <a:pt x="5034" y="660505"/>
                  </a:lnTo>
                  <a:lnTo>
                    <a:pt x="5034" y="662950"/>
                  </a:lnTo>
                  <a:lnTo>
                    <a:pt x="2589" y="662950"/>
                  </a:lnTo>
                  <a:lnTo>
                    <a:pt x="2589" y="665395"/>
                  </a:lnTo>
                  <a:lnTo>
                    <a:pt x="2589" y="668128"/>
                  </a:lnTo>
                  <a:lnTo>
                    <a:pt x="2589" y="670718"/>
                  </a:lnTo>
                  <a:lnTo>
                    <a:pt x="2589" y="673163"/>
                  </a:lnTo>
                  <a:lnTo>
                    <a:pt x="2589" y="675608"/>
                  </a:lnTo>
                  <a:lnTo>
                    <a:pt x="5034" y="675608"/>
                  </a:lnTo>
                  <a:lnTo>
                    <a:pt x="7480" y="675608"/>
                  </a:lnTo>
                  <a:lnTo>
                    <a:pt x="7480" y="678341"/>
                  </a:lnTo>
                  <a:lnTo>
                    <a:pt x="7480" y="680930"/>
                  </a:lnTo>
                  <a:lnTo>
                    <a:pt x="5034" y="680930"/>
                  </a:lnTo>
                  <a:lnTo>
                    <a:pt x="5034" y="683375"/>
                  </a:lnTo>
                  <a:lnTo>
                    <a:pt x="7480" y="683375"/>
                  </a:lnTo>
                  <a:lnTo>
                    <a:pt x="7480" y="685820"/>
                  </a:lnTo>
                  <a:lnTo>
                    <a:pt x="10213" y="685820"/>
                  </a:lnTo>
                  <a:lnTo>
                    <a:pt x="12802" y="685820"/>
                  </a:lnTo>
                  <a:lnTo>
                    <a:pt x="12802" y="688553"/>
                  </a:lnTo>
                  <a:lnTo>
                    <a:pt x="12802" y="691142"/>
                  </a:lnTo>
                  <a:lnTo>
                    <a:pt x="12802" y="693588"/>
                  </a:lnTo>
                  <a:lnTo>
                    <a:pt x="12802" y="696033"/>
                  </a:lnTo>
                  <a:lnTo>
                    <a:pt x="12802" y="698622"/>
                  </a:lnTo>
                  <a:lnTo>
                    <a:pt x="10213" y="698622"/>
                  </a:lnTo>
                  <a:lnTo>
                    <a:pt x="7480" y="696033"/>
                  </a:lnTo>
                  <a:lnTo>
                    <a:pt x="5034" y="696033"/>
                  </a:lnTo>
                  <a:lnTo>
                    <a:pt x="5034" y="693588"/>
                  </a:lnTo>
                  <a:lnTo>
                    <a:pt x="2589" y="693588"/>
                  </a:lnTo>
                  <a:lnTo>
                    <a:pt x="0" y="693588"/>
                  </a:lnTo>
                  <a:lnTo>
                    <a:pt x="2589" y="696033"/>
                  </a:lnTo>
                  <a:lnTo>
                    <a:pt x="2589" y="698622"/>
                  </a:lnTo>
                  <a:lnTo>
                    <a:pt x="2589" y="701355"/>
                  </a:lnTo>
                  <a:lnTo>
                    <a:pt x="0" y="701355"/>
                  </a:lnTo>
                  <a:lnTo>
                    <a:pt x="0" y="703800"/>
                  </a:lnTo>
                  <a:lnTo>
                    <a:pt x="0" y="706246"/>
                  </a:lnTo>
                  <a:lnTo>
                    <a:pt x="2589" y="706246"/>
                  </a:lnTo>
                  <a:lnTo>
                    <a:pt x="5034" y="706246"/>
                  </a:lnTo>
                  <a:lnTo>
                    <a:pt x="5034" y="708835"/>
                  </a:lnTo>
                  <a:lnTo>
                    <a:pt x="5034" y="711568"/>
                  </a:lnTo>
                  <a:lnTo>
                    <a:pt x="5034" y="714013"/>
                  </a:lnTo>
                  <a:lnTo>
                    <a:pt x="5034" y="716458"/>
                  </a:lnTo>
                  <a:lnTo>
                    <a:pt x="7480" y="718903"/>
                  </a:lnTo>
                  <a:lnTo>
                    <a:pt x="7480" y="721636"/>
                  </a:lnTo>
                  <a:lnTo>
                    <a:pt x="10213" y="721636"/>
                  </a:lnTo>
                  <a:lnTo>
                    <a:pt x="10213" y="724225"/>
                  </a:lnTo>
                  <a:lnTo>
                    <a:pt x="12802" y="724225"/>
                  </a:lnTo>
                  <a:lnTo>
                    <a:pt x="15247" y="724225"/>
                  </a:lnTo>
                  <a:lnTo>
                    <a:pt x="17692" y="726670"/>
                  </a:lnTo>
                  <a:lnTo>
                    <a:pt x="20425" y="726670"/>
                  </a:lnTo>
                  <a:lnTo>
                    <a:pt x="22870" y="729259"/>
                  </a:lnTo>
                  <a:lnTo>
                    <a:pt x="25459" y="729259"/>
                  </a:lnTo>
                  <a:lnTo>
                    <a:pt x="27905" y="729259"/>
                  </a:lnTo>
                  <a:lnTo>
                    <a:pt x="27905" y="731992"/>
                  </a:lnTo>
                  <a:lnTo>
                    <a:pt x="27905" y="734438"/>
                  </a:lnTo>
                  <a:lnTo>
                    <a:pt x="27905" y="736883"/>
                  </a:lnTo>
                  <a:lnTo>
                    <a:pt x="27905" y="739328"/>
                  </a:lnTo>
                  <a:lnTo>
                    <a:pt x="27905" y="742061"/>
                  </a:lnTo>
                  <a:lnTo>
                    <a:pt x="30638" y="742061"/>
                  </a:lnTo>
                  <a:lnTo>
                    <a:pt x="30638" y="744650"/>
                  </a:lnTo>
                  <a:lnTo>
                    <a:pt x="30638" y="747096"/>
                  </a:lnTo>
                  <a:lnTo>
                    <a:pt x="30638" y="749541"/>
                  </a:lnTo>
                  <a:lnTo>
                    <a:pt x="30638" y="752274"/>
                  </a:lnTo>
                  <a:lnTo>
                    <a:pt x="33227" y="752274"/>
                  </a:lnTo>
                  <a:lnTo>
                    <a:pt x="35672" y="752274"/>
                  </a:lnTo>
                  <a:lnTo>
                    <a:pt x="38117" y="752274"/>
                  </a:lnTo>
                  <a:lnTo>
                    <a:pt x="38117" y="754863"/>
                  </a:lnTo>
                  <a:lnTo>
                    <a:pt x="40850" y="754863"/>
                  </a:lnTo>
                  <a:lnTo>
                    <a:pt x="40850" y="757308"/>
                  </a:lnTo>
                  <a:lnTo>
                    <a:pt x="43295" y="757308"/>
                  </a:lnTo>
                  <a:lnTo>
                    <a:pt x="43295" y="759754"/>
                  </a:lnTo>
                  <a:lnTo>
                    <a:pt x="45884" y="759754"/>
                  </a:lnTo>
                  <a:lnTo>
                    <a:pt x="45884" y="757308"/>
                  </a:lnTo>
                  <a:lnTo>
                    <a:pt x="45884" y="754863"/>
                  </a:lnTo>
                  <a:lnTo>
                    <a:pt x="48330" y="754863"/>
                  </a:lnTo>
                  <a:lnTo>
                    <a:pt x="48330" y="752274"/>
                  </a:lnTo>
                  <a:lnTo>
                    <a:pt x="45884" y="752274"/>
                  </a:lnTo>
                  <a:lnTo>
                    <a:pt x="45884" y="749541"/>
                  </a:lnTo>
                  <a:lnTo>
                    <a:pt x="48330" y="749541"/>
                  </a:lnTo>
                  <a:lnTo>
                    <a:pt x="51063" y="749541"/>
                  </a:lnTo>
                  <a:lnTo>
                    <a:pt x="53508" y="752274"/>
                  </a:lnTo>
                  <a:lnTo>
                    <a:pt x="53508" y="754863"/>
                  </a:lnTo>
                  <a:lnTo>
                    <a:pt x="56097" y="754863"/>
                  </a:lnTo>
                  <a:lnTo>
                    <a:pt x="56097" y="757308"/>
                  </a:lnTo>
                  <a:lnTo>
                    <a:pt x="58542" y="757308"/>
                  </a:lnTo>
                  <a:lnTo>
                    <a:pt x="58542" y="759754"/>
                  </a:lnTo>
                  <a:lnTo>
                    <a:pt x="58542" y="762486"/>
                  </a:lnTo>
                  <a:lnTo>
                    <a:pt x="58542" y="765075"/>
                  </a:lnTo>
                  <a:lnTo>
                    <a:pt x="61275" y="765075"/>
                  </a:lnTo>
                  <a:lnTo>
                    <a:pt x="61275" y="767520"/>
                  </a:lnTo>
                  <a:lnTo>
                    <a:pt x="61275" y="769966"/>
                  </a:lnTo>
                  <a:lnTo>
                    <a:pt x="58542" y="769966"/>
                  </a:lnTo>
                  <a:lnTo>
                    <a:pt x="58542" y="772699"/>
                  </a:lnTo>
                  <a:lnTo>
                    <a:pt x="61275" y="772699"/>
                  </a:lnTo>
                  <a:lnTo>
                    <a:pt x="61275" y="775288"/>
                  </a:lnTo>
                  <a:lnTo>
                    <a:pt x="63720" y="777733"/>
                  </a:lnTo>
                  <a:lnTo>
                    <a:pt x="63720" y="780178"/>
                  </a:lnTo>
                  <a:lnTo>
                    <a:pt x="63720" y="782911"/>
                  </a:lnTo>
                  <a:lnTo>
                    <a:pt x="63720" y="785500"/>
                  </a:lnTo>
                  <a:lnTo>
                    <a:pt x="63720" y="787946"/>
                  </a:lnTo>
                  <a:lnTo>
                    <a:pt x="63720" y="790391"/>
                  </a:lnTo>
                  <a:lnTo>
                    <a:pt x="63720" y="792980"/>
                  </a:lnTo>
                  <a:lnTo>
                    <a:pt x="63720" y="795713"/>
                  </a:lnTo>
                  <a:lnTo>
                    <a:pt x="66309" y="792980"/>
                  </a:lnTo>
                  <a:lnTo>
                    <a:pt x="68755" y="792980"/>
                  </a:lnTo>
                  <a:lnTo>
                    <a:pt x="71488" y="792980"/>
                  </a:lnTo>
                  <a:lnTo>
                    <a:pt x="71488" y="795713"/>
                  </a:lnTo>
                  <a:lnTo>
                    <a:pt x="73933" y="795713"/>
                  </a:lnTo>
                  <a:lnTo>
                    <a:pt x="73933" y="798158"/>
                  </a:lnTo>
                  <a:lnTo>
                    <a:pt x="71488" y="798158"/>
                  </a:lnTo>
                  <a:lnTo>
                    <a:pt x="73933" y="800604"/>
                  </a:lnTo>
                  <a:lnTo>
                    <a:pt x="76522" y="800604"/>
                  </a:lnTo>
                  <a:lnTo>
                    <a:pt x="76522" y="803192"/>
                  </a:lnTo>
                  <a:lnTo>
                    <a:pt x="73933" y="805925"/>
                  </a:lnTo>
                  <a:lnTo>
                    <a:pt x="73933" y="808370"/>
                  </a:lnTo>
                  <a:lnTo>
                    <a:pt x="73933" y="810816"/>
                  </a:lnTo>
                  <a:lnTo>
                    <a:pt x="73933" y="813261"/>
                  </a:lnTo>
                  <a:lnTo>
                    <a:pt x="76522" y="813261"/>
                  </a:lnTo>
                  <a:lnTo>
                    <a:pt x="76522" y="815994"/>
                  </a:lnTo>
                  <a:lnTo>
                    <a:pt x="76522" y="818583"/>
                  </a:lnTo>
                  <a:lnTo>
                    <a:pt x="78967" y="818583"/>
                  </a:lnTo>
                  <a:lnTo>
                    <a:pt x="78967" y="821028"/>
                  </a:lnTo>
                  <a:lnTo>
                    <a:pt x="76522" y="823474"/>
                  </a:lnTo>
                  <a:lnTo>
                    <a:pt x="73933" y="823474"/>
                  </a:lnTo>
                  <a:lnTo>
                    <a:pt x="73933" y="826350"/>
                  </a:lnTo>
                  <a:lnTo>
                    <a:pt x="71488" y="826350"/>
                  </a:lnTo>
                  <a:lnTo>
                    <a:pt x="71488" y="828796"/>
                  </a:lnTo>
                  <a:lnTo>
                    <a:pt x="73933" y="828796"/>
                  </a:lnTo>
                  <a:lnTo>
                    <a:pt x="73933" y="831241"/>
                  </a:lnTo>
                  <a:lnTo>
                    <a:pt x="76522" y="831241"/>
                  </a:lnTo>
                  <a:lnTo>
                    <a:pt x="76522" y="833686"/>
                  </a:lnTo>
                  <a:lnTo>
                    <a:pt x="73933" y="833686"/>
                  </a:lnTo>
                  <a:lnTo>
                    <a:pt x="73933" y="836419"/>
                  </a:lnTo>
                  <a:lnTo>
                    <a:pt x="73933" y="839008"/>
                  </a:lnTo>
                  <a:lnTo>
                    <a:pt x="73933" y="841454"/>
                  </a:lnTo>
                  <a:lnTo>
                    <a:pt x="76522" y="841454"/>
                  </a:lnTo>
                  <a:lnTo>
                    <a:pt x="78967" y="841454"/>
                  </a:lnTo>
                  <a:lnTo>
                    <a:pt x="78967" y="843899"/>
                  </a:lnTo>
                  <a:lnTo>
                    <a:pt x="76522" y="843899"/>
                  </a:lnTo>
                  <a:lnTo>
                    <a:pt x="76522" y="846631"/>
                  </a:lnTo>
                  <a:lnTo>
                    <a:pt x="73933" y="846631"/>
                  </a:lnTo>
                  <a:lnTo>
                    <a:pt x="73933" y="849221"/>
                  </a:lnTo>
                  <a:lnTo>
                    <a:pt x="73933" y="851666"/>
                  </a:lnTo>
                  <a:lnTo>
                    <a:pt x="73933" y="854111"/>
                  </a:lnTo>
                  <a:lnTo>
                    <a:pt x="76522" y="854111"/>
                  </a:lnTo>
                  <a:lnTo>
                    <a:pt x="78967" y="854111"/>
                  </a:lnTo>
                  <a:lnTo>
                    <a:pt x="81412" y="851666"/>
                  </a:lnTo>
                  <a:lnTo>
                    <a:pt x="81412" y="854111"/>
                  </a:lnTo>
                  <a:lnTo>
                    <a:pt x="84145" y="854111"/>
                  </a:lnTo>
                  <a:lnTo>
                    <a:pt x="86734" y="854111"/>
                  </a:lnTo>
                  <a:lnTo>
                    <a:pt x="86734" y="851666"/>
                  </a:lnTo>
                  <a:lnTo>
                    <a:pt x="89180" y="851666"/>
                  </a:lnTo>
                  <a:lnTo>
                    <a:pt x="86734" y="849221"/>
                  </a:lnTo>
                  <a:lnTo>
                    <a:pt x="89180" y="849221"/>
                  </a:lnTo>
                  <a:lnTo>
                    <a:pt x="89180" y="846631"/>
                  </a:lnTo>
                  <a:lnTo>
                    <a:pt x="91625" y="846631"/>
                  </a:lnTo>
                  <a:lnTo>
                    <a:pt x="94358" y="846631"/>
                  </a:lnTo>
                  <a:lnTo>
                    <a:pt x="94358" y="849221"/>
                  </a:lnTo>
                  <a:lnTo>
                    <a:pt x="94358" y="851666"/>
                  </a:lnTo>
                  <a:lnTo>
                    <a:pt x="96803" y="851666"/>
                  </a:lnTo>
                  <a:lnTo>
                    <a:pt x="96803" y="854111"/>
                  </a:lnTo>
                  <a:lnTo>
                    <a:pt x="99392" y="856844"/>
                  </a:lnTo>
                  <a:lnTo>
                    <a:pt x="101837" y="856844"/>
                  </a:lnTo>
                  <a:lnTo>
                    <a:pt x="101837" y="859433"/>
                  </a:lnTo>
                  <a:lnTo>
                    <a:pt x="104570" y="859433"/>
                  </a:lnTo>
                  <a:lnTo>
                    <a:pt x="107159" y="859433"/>
                  </a:lnTo>
                  <a:lnTo>
                    <a:pt x="107159" y="861878"/>
                  </a:lnTo>
                  <a:lnTo>
                    <a:pt x="107159" y="864324"/>
                  </a:lnTo>
                  <a:lnTo>
                    <a:pt x="104570" y="864324"/>
                  </a:lnTo>
                  <a:lnTo>
                    <a:pt x="104570" y="867057"/>
                  </a:lnTo>
                  <a:lnTo>
                    <a:pt x="104570" y="869646"/>
                  </a:lnTo>
                  <a:lnTo>
                    <a:pt x="101837" y="869646"/>
                  </a:lnTo>
                  <a:lnTo>
                    <a:pt x="99392" y="869646"/>
                  </a:lnTo>
                  <a:lnTo>
                    <a:pt x="96803" y="872091"/>
                  </a:lnTo>
                  <a:lnTo>
                    <a:pt x="96803" y="874536"/>
                  </a:lnTo>
                  <a:lnTo>
                    <a:pt x="96803" y="876982"/>
                  </a:lnTo>
                  <a:lnTo>
                    <a:pt x="96803" y="879858"/>
                  </a:lnTo>
                  <a:lnTo>
                    <a:pt x="99392" y="879858"/>
                  </a:lnTo>
                  <a:lnTo>
                    <a:pt x="101837" y="882304"/>
                  </a:lnTo>
                  <a:lnTo>
                    <a:pt x="104570" y="882304"/>
                  </a:lnTo>
                  <a:lnTo>
                    <a:pt x="107159" y="882304"/>
                  </a:lnTo>
                  <a:lnTo>
                    <a:pt x="107159" y="884749"/>
                  </a:lnTo>
                  <a:lnTo>
                    <a:pt x="107159" y="887338"/>
                  </a:lnTo>
                  <a:lnTo>
                    <a:pt x="107159" y="890071"/>
                  </a:lnTo>
                  <a:lnTo>
                    <a:pt x="109605" y="890071"/>
                  </a:lnTo>
                  <a:lnTo>
                    <a:pt x="109605" y="892516"/>
                  </a:lnTo>
                  <a:lnTo>
                    <a:pt x="112050" y="892516"/>
                  </a:lnTo>
                  <a:lnTo>
                    <a:pt x="112050" y="890071"/>
                  </a:lnTo>
                  <a:lnTo>
                    <a:pt x="114783" y="890071"/>
                  </a:lnTo>
                  <a:lnTo>
                    <a:pt x="114783" y="892516"/>
                  </a:lnTo>
                  <a:lnTo>
                    <a:pt x="117228" y="892516"/>
                  </a:lnTo>
                  <a:lnTo>
                    <a:pt x="119817" y="892516"/>
                  </a:lnTo>
                  <a:lnTo>
                    <a:pt x="122262" y="894961"/>
                  </a:lnTo>
                  <a:lnTo>
                    <a:pt x="124995" y="894961"/>
                  </a:lnTo>
                  <a:lnTo>
                    <a:pt x="124995" y="892516"/>
                  </a:lnTo>
                  <a:lnTo>
                    <a:pt x="127441" y="892516"/>
                  </a:lnTo>
                  <a:lnTo>
                    <a:pt x="127441" y="894961"/>
                  </a:lnTo>
                  <a:lnTo>
                    <a:pt x="127441" y="897550"/>
                  </a:lnTo>
                  <a:lnTo>
                    <a:pt x="127441" y="900283"/>
                  </a:lnTo>
                  <a:lnTo>
                    <a:pt x="127441" y="902728"/>
                  </a:lnTo>
                  <a:lnTo>
                    <a:pt x="127441" y="905174"/>
                  </a:lnTo>
                  <a:lnTo>
                    <a:pt x="127441" y="907619"/>
                  </a:lnTo>
                  <a:lnTo>
                    <a:pt x="130030" y="907619"/>
                  </a:lnTo>
                  <a:lnTo>
                    <a:pt x="130030" y="910352"/>
                  </a:lnTo>
                  <a:lnTo>
                    <a:pt x="130030" y="912941"/>
                  </a:lnTo>
                  <a:lnTo>
                    <a:pt x="130030" y="915386"/>
                  </a:lnTo>
                  <a:lnTo>
                    <a:pt x="132475" y="915386"/>
                  </a:lnTo>
                  <a:lnTo>
                    <a:pt x="135208" y="915386"/>
                  </a:lnTo>
                  <a:lnTo>
                    <a:pt x="135208" y="917832"/>
                  </a:lnTo>
                  <a:lnTo>
                    <a:pt x="135208" y="920565"/>
                  </a:lnTo>
                  <a:lnTo>
                    <a:pt x="137653" y="920565"/>
                  </a:lnTo>
                  <a:lnTo>
                    <a:pt x="137653" y="923154"/>
                  </a:lnTo>
                  <a:lnTo>
                    <a:pt x="140242" y="923154"/>
                  </a:lnTo>
                  <a:lnTo>
                    <a:pt x="140242" y="925599"/>
                  </a:lnTo>
                  <a:lnTo>
                    <a:pt x="140242" y="928044"/>
                  </a:lnTo>
                  <a:lnTo>
                    <a:pt x="137653" y="928044"/>
                  </a:lnTo>
                  <a:lnTo>
                    <a:pt x="137653" y="930777"/>
                  </a:lnTo>
                  <a:lnTo>
                    <a:pt x="140242" y="930777"/>
                  </a:lnTo>
                  <a:lnTo>
                    <a:pt x="140242" y="933366"/>
                  </a:lnTo>
                  <a:lnTo>
                    <a:pt x="140242" y="935811"/>
                  </a:lnTo>
                  <a:lnTo>
                    <a:pt x="140242" y="938256"/>
                  </a:lnTo>
                  <a:lnTo>
                    <a:pt x="140242" y="940989"/>
                  </a:lnTo>
                  <a:lnTo>
                    <a:pt x="140242" y="943579"/>
                  </a:lnTo>
                  <a:lnTo>
                    <a:pt x="142688" y="943579"/>
                  </a:lnTo>
                  <a:lnTo>
                    <a:pt x="142688" y="946024"/>
                  </a:lnTo>
                  <a:lnTo>
                    <a:pt x="142688" y="948469"/>
                  </a:lnTo>
                  <a:lnTo>
                    <a:pt x="145420" y="948469"/>
                  </a:lnTo>
                  <a:lnTo>
                    <a:pt x="147866" y="948469"/>
                  </a:lnTo>
                  <a:lnTo>
                    <a:pt x="150455" y="948469"/>
                  </a:lnTo>
                  <a:lnTo>
                    <a:pt x="150455" y="946024"/>
                  </a:lnTo>
                  <a:lnTo>
                    <a:pt x="150455" y="943579"/>
                  </a:lnTo>
                  <a:lnTo>
                    <a:pt x="152900" y="943579"/>
                  </a:lnTo>
                  <a:lnTo>
                    <a:pt x="152900" y="940989"/>
                  </a:lnTo>
                  <a:lnTo>
                    <a:pt x="155345" y="940989"/>
                  </a:lnTo>
                  <a:lnTo>
                    <a:pt x="158078" y="940989"/>
                  </a:lnTo>
                  <a:lnTo>
                    <a:pt x="160667" y="940989"/>
                  </a:lnTo>
                  <a:lnTo>
                    <a:pt x="160667" y="943579"/>
                  </a:lnTo>
                  <a:lnTo>
                    <a:pt x="160667" y="946024"/>
                  </a:lnTo>
                  <a:lnTo>
                    <a:pt x="160667" y="948469"/>
                  </a:lnTo>
                  <a:lnTo>
                    <a:pt x="163113" y="951202"/>
                  </a:lnTo>
                  <a:lnTo>
                    <a:pt x="163113" y="953791"/>
                  </a:lnTo>
                  <a:lnTo>
                    <a:pt x="163113" y="956236"/>
                  </a:lnTo>
                  <a:lnTo>
                    <a:pt x="163113" y="958682"/>
                  </a:lnTo>
                  <a:lnTo>
                    <a:pt x="165558" y="961271"/>
                  </a:lnTo>
                  <a:lnTo>
                    <a:pt x="168291" y="961271"/>
                  </a:lnTo>
                  <a:lnTo>
                    <a:pt x="168291" y="964004"/>
                  </a:lnTo>
                  <a:lnTo>
                    <a:pt x="168291" y="966449"/>
                  </a:lnTo>
                  <a:lnTo>
                    <a:pt x="168291" y="968894"/>
                  </a:lnTo>
                  <a:lnTo>
                    <a:pt x="168291" y="971339"/>
                  </a:lnTo>
                  <a:lnTo>
                    <a:pt x="170880" y="971339"/>
                  </a:lnTo>
                  <a:lnTo>
                    <a:pt x="173325" y="974072"/>
                  </a:lnTo>
                  <a:lnTo>
                    <a:pt x="170880" y="974072"/>
                  </a:lnTo>
                  <a:lnTo>
                    <a:pt x="173325" y="976661"/>
                  </a:lnTo>
                  <a:lnTo>
                    <a:pt x="170880" y="976661"/>
                  </a:lnTo>
                  <a:lnTo>
                    <a:pt x="170880" y="979107"/>
                  </a:lnTo>
                  <a:lnTo>
                    <a:pt x="173325" y="979107"/>
                  </a:lnTo>
                  <a:lnTo>
                    <a:pt x="173325" y="981696"/>
                  </a:lnTo>
                  <a:lnTo>
                    <a:pt x="175770" y="981696"/>
                  </a:lnTo>
                  <a:lnTo>
                    <a:pt x="175770" y="984429"/>
                  </a:lnTo>
                  <a:lnTo>
                    <a:pt x="178503" y="984429"/>
                  </a:lnTo>
                  <a:lnTo>
                    <a:pt x="175770" y="986874"/>
                  </a:lnTo>
                  <a:lnTo>
                    <a:pt x="175770" y="989319"/>
                  </a:lnTo>
                  <a:lnTo>
                    <a:pt x="175770" y="991764"/>
                  </a:lnTo>
                  <a:lnTo>
                    <a:pt x="173325" y="991764"/>
                  </a:lnTo>
                  <a:lnTo>
                    <a:pt x="173325" y="994641"/>
                  </a:lnTo>
                  <a:lnTo>
                    <a:pt x="175770" y="994641"/>
                  </a:lnTo>
                  <a:lnTo>
                    <a:pt x="175770" y="997087"/>
                  </a:lnTo>
                  <a:lnTo>
                    <a:pt x="175770" y="999532"/>
                  </a:lnTo>
                  <a:lnTo>
                    <a:pt x="175770" y="1001977"/>
                  </a:lnTo>
                  <a:lnTo>
                    <a:pt x="178503" y="1001977"/>
                  </a:lnTo>
                  <a:lnTo>
                    <a:pt x="181092" y="1001977"/>
                  </a:lnTo>
                  <a:lnTo>
                    <a:pt x="181092" y="1004710"/>
                  </a:lnTo>
                  <a:lnTo>
                    <a:pt x="181092" y="1007299"/>
                  </a:lnTo>
                  <a:lnTo>
                    <a:pt x="183538" y="1007299"/>
                  </a:lnTo>
                  <a:lnTo>
                    <a:pt x="183538" y="1009744"/>
                  </a:lnTo>
                  <a:lnTo>
                    <a:pt x="185983" y="1009744"/>
                  </a:lnTo>
                  <a:lnTo>
                    <a:pt x="185983" y="1012189"/>
                  </a:lnTo>
                  <a:lnTo>
                    <a:pt x="188716" y="1012189"/>
                  </a:lnTo>
                  <a:lnTo>
                    <a:pt x="191161" y="1014922"/>
                  </a:lnTo>
                  <a:lnTo>
                    <a:pt x="191161" y="1017511"/>
                  </a:lnTo>
                  <a:lnTo>
                    <a:pt x="188716" y="1017511"/>
                  </a:lnTo>
                  <a:lnTo>
                    <a:pt x="185983" y="1019957"/>
                  </a:lnTo>
                  <a:lnTo>
                    <a:pt x="188716" y="1019957"/>
                  </a:lnTo>
                  <a:lnTo>
                    <a:pt x="188716" y="1022402"/>
                  </a:lnTo>
                  <a:lnTo>
                    <a:pt x="188716" y="1025135"/>
                  </a:lnTo>
                  <a:lnTo>
                    <a:pt x="191161" y="1025135"/>
                  </a:lnTo>
                  <a:lnTo>
                    <a:pt x="191161" y="1027724"/>
                  </a:lnTo>
                  <a:lnTo>
                    <a:pt x="191161" y="1030169"/>
                  </a:lnTo>
                  <a:lnTo>
                    <a:pt x="193750" y="1030169"/>
                  </a:lnTo>
                  <a:lnTo>
                    <a:pt x="196195" y="1030169"/>
                  </a:lnTo>
                  <a:lnTo>
                    <a:pt x="198928" y="1030169"/>
                  </a:lnTo>
                  <a:lnTo>
                    <a:pt x="198928" y="1032615"/>
                  </a:lnTo>
                  <a:lnTo>
                    <a:pt x="201517" y="1032615"/>
                  </a:lnTo>
                  <a:lnTo>
                    <a:pt x="203963" y="1032615"/>
                  </a:lnTo>
                  <a:lnTo>
                    <a:pt x="203963" y="1035347"/>
                  </a:lnTo>
                  <a:lnTo>
                    <a:pt x="201517" y="1035347"/>
                  </a:lnTo>
                  <a:lnTo>
                    <a:pt x="201517" y="1037937"/>
                  </a:lnTo>
                  <a:lnTo>
                    <a:pt x="203963" y="1037937"/>
                  </a:lnTo>
                  <a:lnTo>
                    <a:pt x="203963" y="1040382"/>
                  </a:lnTo>
                  <a:lnTo>
                    <a:pt x="206408" y="1040382"/>
                  </a:lnTo>
                  <a:lnTo>
                    <a:pt x="206408" y="1042827"/>
                  </a:lnTo>
                  <a:lnTo>
                    <a:pt x="209141" y="1042827"/>
                  </a:lnTo>
                  <a:lnTo>
                    <a:pt x="209141" y="1045560"/>
                  </a:lnTo>
                  <a:lnTo>
                    <a:pt x="209141" y="1048149"/>
                  </a:lnTo>
                  <a:lnTo>
                    <a:pt x="209141" y="1050594"/>
                  </a:lnTo>
                  <a:lnTo>
                    <a:pt x="209141" y="1053039"/>
                  </a:lnTo>
                  <a:lnTo>
                    <a:pt x="211586" y="1053039"/>
                  </a:lnTo>
                  <a:lnTo>
                    <a:pt x="211586" y="1055628"/>
                  </a:lnTo>
                  <a:lnTo>
                    <a:pt x="209141" y="1055628"/>
                  </a:lnTo>
                  <a:lnTo>
                    <a:pt x="206408" y="1055628"/>
                  </a:lnTo>
                  <a:lnTo>
                    <a:pt x="206408" y="1058361"/>
                  </a:lnTo>
                  <a:lnTo>
                    <a:pt x="206408" y="1060807"/>
                  </a:lnTo>
                  <a:lnTo>
                    <a:pt x="209141" y="1060807"/>
                  </a:lnTo>
                  <a:lnTo>
                    <a:pt x="211586" y="1063252"/>
                  </a:lnTo>
                  <a:lnTo>
                    <a:pt x="209141" y="1063252"/>
                  </a:lnTo>
                  <a:lnTo>
                    <a:pt x="209141" y="1065697"/>
                  </a:lnTo>
                  <a:lnTo>
                    <a:pt x="211586" y="1065697"/>
                  </a:lnTo>
                  <a:lnTo>
                    <a:pt x="211586" y="1068430"/>
                  </a:lnTo>
                  <a:lnTo>
                    <a:pt x="214175" y="1068430"/>
                  </a:lnTo>
                  <a:lnTo>
                    <a:pt x="214175" y="1071019"/>
                  </a:lnTo>
                  <a:lnTo>
                    <a:pt x="216620" y="1071019"/>
                  </a:lnTo>
                  <a:lnTo>
                    <a:pt x="216620" y="1073465"/>
                  </a:lnTo>
                  <a:lnTo>
                    <a:pt x="219353" y="1073465"/>
                  </a:lnTo>
                  <a:lnTo>
                    <a:pt x="219353" y="1075910"/>
                  </a:lnTo>
                  <a:lnTo>
                    <a:pt x="216620" y="1075910"/>
                  </a:lnTo>
                  <a:lnTo>
                    <a:pt x="216620" y="1078787"/>
                  </a:lnTo>
                  <a:lnTo>
                    <a:pt x="219353" y="1078787"/>
                  </a:lnTo>
                  <a:lnTo>
                    <a:pt x="221799" y="1078787"/>
                  </a:lnTo>
                  <a:lnTo>
                    <a:pt x="224388" y="1078787"/>
                  </a:lnTo>
                  <a:lnTo>
                    <a:pt x="224388" y="1081232"/>
                  </a:lnTo>
                  <a:lnTo>
                    <a:pt x="224388" y="1083677"/>
                  </a:lnTo>
                  <a:lnTo>
                    <a:pt x="224388" y="1086122"/>
                  </a:lnTo>
                  <a:lnTo>
                    <a:pt x="221799" y="1086122"/>
                  </a:lnTo>
                  <a:lnTo>
                    <a:pt x="221799" y="1088855"/>
                  </a:lnTo>
                  <a:lnTo>
                    <a:pt x="224388" y="1088855"/>
                  </a:lnTo>
                  <a:lnTo>
                    <a:pt x="224388" y="1091444"/>
                  </a:lnTo>
                  <a:lnTo>
                    <a:pt x="226833" y="1091444"/>
                  </a:lnTo>
                  <a:lnTo>
                    <a:pt x="226833" y="1093889"/>
                  </a:lnTo>
                  <a:lnTo>
                    <a:pt x="226833" y="1096335"/>
                  </a:lnTo>
                  <a:lnTo>
                    <a:pt x="226833" y="1099068"/>
                  </a:lnTo>
                  <a:lnTo>
                    <a:pt x="229278" y="1099068"/>
                  </a:lnTo>
                  <a:lnTo>
                    <a:pt x="229278" y="1096335"/>
                  </a:lnTo>
                  <a:lnTo>
                    <a:pt x="232011" y="1096335"/>
                  </a:lnTo>
                  <a:lnTo>
                    <a:pt x="234600" y="1096335"/>
                  </a:lnTo>
                  <a:lnTo>
                    <a:pt x="237045" y="1096335"/>
                  </a:lnTo>
                  <a:lnTo>
                    <a:pt x="239491" y="1096335"/>
                  </a:lnTo>
                  <a:lnTo>
                    <a:pt x="242224" y="1096335"/>
                  </a:lnTo>
                  <a:lnTo>
                    <a:pt x="242224" y="1099068"/>
                  </a:lnTo>
                  <a:lnTo>
                    <a:pt x="242224" y="1101657"/>
                  </a:lnTo>
                  <a:lnTo>
                    <a:pt x="242224" y="1104102"/>
                  </a:lnTo>
                  <a:lnTo>
                    <a:pt x="244813" y="1104102"/>
                  </a:lnTo>
                  <a:lnTo>
                    <a:pt x="244813" y="1106547"/>
                  </a:lnTo>
                  <a:lnTo>
                    <a:pt x="244813" y="1109280"/>
                  </a:lnTo>
                  <a:lnTo>
                    <a:pt x="244813" y="1111869"/>
                  </a:lnTo>
                  <a:lnTo>
                    <a:pt x="244813" y="1114315"/>
                  </a:lnTo>
                  <a:lnTo>
                    <a:pt x="247258" y="1114315"/>
                  </a:lnTo>
                  <a:lnTo>
                    <a:pt x="247258" y="1116760"/>
                  </a:lnTo>
                  <a:lnTo>
                    <a:pt x="247258" y="1119493"/>
                  </a:lnTo>
                  <a:lnTo>
                    <a:pt x="249703" y="1119493"/>
                  </a:lnTo>
                  <a:lnTo>
                    <a:pt x="249703" y="1122082"/>
                  </a:lnTo>
                  <a:lnTo>
                    <a:pt x="249703" y="1124527"/>
                  </a:lnTo>
                  <a:lnTo>
                    <a:pt x="252436" y="1124527"/>
                  </a:lnTo>
                  <a:lnTo>
                    <a:pt x="252436" y="1126972"/>
                  </a:lnTo>
                  <a:lnTo>
                    <a:pt x="249703" y="1126972"/>
                  </a:lnTo>
                  <a:lnTo>
                    <a:pt x="249703" y="1129705"/>
                  </a:lnTo>
                  <a:lnTo>
                    <a:pt x="252436" y="1132294"/>
                  </a:lnTo>
                  <a:lnTo>
                    <a:pt x="252436" y="1134739"/>
                  </a:lnTo>
                  <a:lnTo>
                    <a:pt x="249703" y="1134739"/>
                  </a:lnTo>
                  <a:lnTo>
                    <a:pt x="249703" y="1137185"/>
                  </a:lnTo>
                  <a:lnTo>
                    <a:pt x="252436" y="1137185"/>
                  </a:lnTo>
                  <a:lnTo>
                    <a:pt x="252436" y="1139630"/>
                  </a:lnTo>
                  <a:lnTo>
                    <a:pt x="252436" y="1142363"/>
                  </a:lnTo>
                  <a:lnTo>
                    <a:pt x="252436" y="1144952"/>
                  </a:lnTo>
                  <a:lnTo>
                    <a:pt x="252436" y="1147397"/>
                  </a:lnTo>
                  <a:lnTo>
                    <a:pt x="252436" y="1149986"/>
                  </a:lnTo>
                  <a:lnTo>
                    <a:pt x="249703" y="1149986"/>
                  </a:lnTo>
                  <a:lnTo>
                    <a:pt x="249703" y="1152719"/>
                  </a:lnTo>
                  <a:lnTo>
                    <a:pt x="252436" y="1152719"/>
                  </a:lnTo>
                  <a:lnTo>
                    <a:pt x="252436" y="1155165"/>
                  </a:lnTo>
                  <a:lnTo>
                    <a:pt x="252436" y="1157610"/>
                  </a:lnTo>
                  <a:lnTo>
                    <a:pt x="252436" y="1160055"/>
                  </a:lnTo>
                  <a:lnTo>
                    <a:pt x="252436" y="1162788"/>
                  </a:lnTo>
                  <a:lnTo>
                    <a:pt x="252436" y="1165377"/>
                  </a:lnTo>
                  <a:lnTo>
                    <a:pt x="252436" y="1167822"/>
                  </a:lnTo>
                  <a:lnTo>
                    <a:pt x="249703" y="1167822"/>
                  </a:lnTo>
                  <a:lnTo>
                    <a:pt x="249703" y="1170267"/>
                  </a:lnTo>
                  <a:lnTo>
                    <a:pt x="249703" y="1173000"/>
                  </a:lnTo>
                  <a:lnTo>
                    <a:pt x="247258" y="1173000"/>
                  </a:lnTo>
                  <a:lnTo>
                    <a:pt x="247258" y="1175589"/>
                  </a:lnTo>
                  <a:lnTo>
                    <a:pt x="249703" y="1178035"/>
                  </a:lnTo>
                  <a:lnTo>
                    <a:pt x="249703" y="1180480"/>
                  </a:lnTo>
                  <a:lnTo>
                    <a:pt x="249703" y="1183213"/>
                  </a:lnTo>
                  <a:lnTo>
                    <a:pt x="249703" y="1185802"/>
                  </a:lnTo>
                  <a:lnTo>
                    <a:pt x="249703" y="1188247"/>
                  </a:lnTo>
                  <a:lnTo>
                    <a:pt x="247258" y="1188247"/>
                  </a:lnTo>
                  <a:lnTo>
                    <a:pt x="247258" y="1190693"/>
                  </a:lnTo>
                  <a:lnTo>
                    <a:pt x="247258" y="1193426"/>
                  </a:lnTo>
                  <a:lnTo>
                    <a:pt x="247258" y="1196015"/>
                  </a:lnTo>
                  <a:lnTo>
                    <a:pt x="244813" y="1196015"/>
                  </a:lnTo>
                  <a:lnTo>
                    <a:pt x="244813" y="1198460"/>
                  </a:lnTo>
                  <a:lnTo>
                    <a:pt x="244813" y="1200905"/>
                  </a:lnTo>
                  <a:lnTo>
                    <a:pt x="244813" y="1203638"/>
                  </a:lnTo>
                  <a:lnTo>
                    <a:pt x="242224" y="1203638"/>
                  </a:lnTo>
                  <a:lnTo>
                    <a:pt x="239491" y="1203638"/>
                  </a:lnTo>
                  <a:lnTo>
                    <a:pt x="237045" y="1203638"/>
                  </a:lnTo>
                  <a:lnTo>
                    <a:pt x="237045" y="1206227"/>
                  </a:lnTo>
                  <a:lnTo>
                    <a:pt x="237045" y="1208672"/>
                  </a:lnTo>
                  <a:lnTo>
                    <a:pt x="237045" y="1211117"/>
                  </a:lnTo>
                  <a:lnTo>
                    <a:pt x="239491" y="1211117"/>
                  </a:lnTo>
                  <a:lnTo>
                    <a:pt x="242224" y="1211117"/>
                  </a:lnTo>
                  <a:lnTo>
                    <a:pt x="242224" y="1213850"/>
                  </a:lnTo>
                  <a:lnTo>
                    <a:pt x="244813" y="1213850"/>
                  </a:lnTo>
                  <a:lnTo>
                    <a:pt x="247258" y="1213850"/>
                  </a:lnTo>
                  <a:lnTo>
                    <a:pt x="247258" y="1216440"/>
                  </a:lnTo>
                  <a:lnTo>
                    <a:pt x="247258" y="1218885"/>
                  </a:lnTo>
                  <a:lnTo>
                    <a:pt x="244813" y="1218885"/>
                  </a:lnTo>
                  <a:lnTo>
                    <a:pt x="244813" y="1221330"/>
                  </a:lnTo>
                  <a:lnTo>
                    <a:pt x="244813" y="1223919"/>
                  </a:lnTo>
                  <a:lnTo>
                    <a:pt x="242224" y="1223919"/>
                  </a:lnTo>
                  <a:lnTo>
                    <a:pt x="242224" y="1226652"/>
                  </a:lnTo>
                  <a:lnTo>
                    <a:pt x="242224" y="1229097"/>
                  </a:lnTo>
                  <a:lnTo>
                    <a:pt x="244813" y="1231543"/>
                  </a:lnTo>
                  <a:lnTo>
                    <a:pt x="247258" y="1231543"/>
                  </a:lnTo>
                  <a:lnTo>
                    <a:pt x="247258" y="1233988"/>
                  </a:lnTo>
                  <a:lnTo>
                    <a:pt x="247258" y="1236721"/>
                  </a:lnTo>
                  <a:lnTo>
                    <a:pt x="249703" y="1236721"/>
                  </a:lnTo>
                  <a:lnTo>
                    <a:pt x="249703" y="1239310"/>
                  </a:lnTo>
                  <a:lnTo>
                    <a:pt x="247258" y="1239310"/>
                  </a:lnTo>
                  <a:lnTo>
                    <a:pt x="247258" y="1241755"/>
                  </a:lnTo>
                  <a:lnTo>
                    <a:pt x="249703" y="1241755"/>
                  </a:lnTo>
                  <a:lnTo>
                    <a:pt x="249703" y="1244201"/>
                  </a:lnTo>
                  <a:lnTo>
                    <a:pt x="249703" y="1247077"/>
                  </a:lnTo>
                  <a:lnTo>
                    <a:pt x="252436" y="1247077"/>
                  </a:lnTo>
                  <a:lnTo>
                    <a:pt x="255025" y="1247077"/>
                  </a:lnTo>
                  <a:lnTo>
                    <a:pt x="255025" y="1249522"/>
                  </a:lnTo>
                  <a:lnTo>
                    <a:pt x="252436" y="1249522"/>
                  </a:lnTo>
                  <a:lnTo>
                    <a:pt x="252436" y="1251968"/>
                  </a:lnTo>
                  <a:lnTo>
                    <a:pt x="252436" y="1254413"/>
                  </a:lnTo>
                  <a:lnTo>
                    <a:pt x="255025" y="1254413"/>
                  </a:lnTo>
                  <a:lnTo>
                    <a:pt x="257470" y="1254413"/>
                  </a:lnTo>
                  <a:lnTo>
                    <a:pt x="257470" y="1257146"/>
                  </a:lnTo>
                  <a:lnTo>
                    <a:pt x="259916" y="1257146"/>
                  </a:lnTo>
                  <a:lnTo>
                    <a:pt x="262649" y="1257146"/>
                  </a:lnTo>
                  <a:lnTo>
                    <a:pt x="265094" y="1257146"/>
                  </a:lnTo>
                  <a:lnTo>
                    <a:pt x="265094" y="1259735"/>
                  </a:lnTo>
                  <a:lnTo>
                    <a:pt x="267683" y="1259735"/>
                  </a:lnTo>
                  <a:lnTo>
                    <a:pt x="267683" y="1262180"/>
                  </a:lnTo>
                  <a:lnTo>
                    <a:pt x="267683" y="1264625"/>
                  </a:lnTo>
                  <a:lnTo>
                    <a:pt x="267683" y="1267358"/>
                  </a:lnTo>
                  <a:lnTo>
                    <a:pt x="267683" y="1269948"/>
                  </a:lnTo>
                  <a:lnTo>
                    <a:pt x="267683" y="1272393"/>
                  </a:lnTo>
                  <a:lnTo>
                    <a:pt x="270128" y="1272393"/>
                  </a:lnTo>
                  <a:lnTo>
                    <a:pt x="270128" y="1274838"/>
                  </a:lnTo>
                  <a:lnTo>
                    <a:pt x="272861" y="1274838"/>
                  </a:lnTo>
                  <a:lnTo>
                    <a:pt x="272861" y="1277571"/>
                  </a:lnTo>
                  <a:lnTo>
                    <a:pt x="270128" y="1277571"/>
                  </a:lnTo>
                  <a:lnTo>
                    <a:pt x="270128" y="1280160"/>
                  </a:lnTo>
                  <a:lnTo>
                    <a:pt x="272861" y="1280160"/>
                  </a:lnTo>
                  <a:lnTo>
                    <a:pt x="275450" y="1280160"/>
                  </a:lnTo>
                  <a:lnTo>
                    <a:pt x="277895" y="1282605"/>
                  </a:lnTo>
                  <a:lnTo>
                    <a:pt x="280341" y="1282605"/>
                  </a:lnTo>
                  <a:lnTo>
                    <a:pt x="283074" y="1282605"/>
                  </a:lnTo>
                  <a:lnTo>
                    <a:pt x="285519" y="1282605"/>
                  </a:lnTo>
                  <a:lnTo>
                    <a:pt x="288108" y="1282605"/>
                  </a:lnTo>
                  <a:lnTo>
                    <a:pt x="288108" y="1285051"/>
                  </a:lnTo>
                  <a:lnTo>
                    <a:pt x="290553" y="1285051"/>
                  </a:lnTo>
                  <a:lnTo>
                    <a:pt x="293286" y="1285051"/>
                  </a:lnTo>
                  <a:lnTo>
                    <a:pt x="295731" y="1285051"/>
                  </a:lnTo>
                  <a:lnTo>
                    <a:pt x="298320" y="1285051"/>
                  </a:lnTo>
                  <a:lnTo>
                    <a:pt x="300766" y="1285051"/>
                  </a:lnTo>
                  <a:lnTo>
                    <a:pt x="300766" y="1287783"/>
                  </a:lnTo>
                  <a:lnTo>
                    <a:pt x="303211" y="1287783"/>
                  </a:lnTo>
                  <a:lnTo>
                    <a:pt x="305944" y="1287783"/>
                  </a:lnTo>
                  <a:lnTo>
                    <a:pt x="308533" y="1287783"/>
                  </a:lnTo>
                  <a:lnTo>
                    <a:pt x="310978" y="1287783"/>
                  </a:lnTo>
                  <a:lnTo>
                    <a:pt x="313423" y="1287783"/>
                  </a:lnTo>
                  <a:lnTo>
                    <a:pt x="313423" y="1290372"/>
                  </a:lnTo>
                  <a:lnTo>
                    <a:pt x="316156" y="1290372"/>
                  </a:lnTo>
                  <a:lnTo>
                    <a:pt x="318745" y="1290372"/>
                  </a:lnTo>
                  <a:lnTo>
                    <a:pt x="321191" y="1290372"/>
                  </a:lnTo>
                  <a:lnTo>
                    <a:pt x="323636" y="1290372"/>
                  </a:lnTo>
                  <a:lnTo>
                    <a:pt x="326369" y="1290372"/>
                  </a:lnTo>
                  <a:lnTo>
                    <a:pt x="326369" y="1292818"/>
                  </a:lnTo>
                  <a:lnTo>
                    <a:pt x="328958" y="1292818"/>
                  </a:lnTo>
                  <a:lnTo>
                    <a:pt x="331403" y="1292818"/>
                  </a:lnTo>
                  <a:lnTo>
                    <a:pt x="333848" y="1292818"/>
                  </a:lnTo>
                  <a:lnTo>
                    <a:pt x="336581" y="1292818"/>
                  </a:lnTo>
                  <a:lnTo>
                    <a:pt x="339170" y="1292818"/>
                  </a:lnTo>
                  <a:lnTo>
                    <a:pt x="339170" y="1295263"/>
                  </a:lnTo>
                  <a:lnTo>
                    <a:pt x="341616" y="1295263"/>
                  </a:lnTo>
                  <a:lnTo>
                    <a:pt x="344061" y="1295263"/>
                  </a:lnTo>
                  <a:lnTo>
                    <a:pt x="346794" y="1295263"/>
                  </a:lnTo>
                  <a:lnTo>
                    <a:pt x="349383" y="1295263"/>
                  </a:lnTo>
                  <a:lnTo>
                    <a:pt x="351828" y="1295263"/>
                  </a:lnTo>
                  <a:lnTo>
                    <a:pt x="351828" y="1297996"/>
                  </a:lnTo>
                  <a:lnTo>
                    <a:pt x="354274" y="1297996"/>
                  </a:lnTo>
                  <a:lnTo>
                    <a:pt x="357006" y="1297996"/>
                  </a:lnTo>
                  <a:lnTo>
                    <a:pt x="359595" y="1297996"/>
                  </a:lnTo>
                  <a:lnTo>
                    <a:pt x="362041" y="1297996"/>
                  </a:lnTo>
                  <a:lnTo>
                    <a:pt x="364486" y="1297996"/>
                  </a:lnTo>
                  <a:lnTo>
                    <a:pt x="364486" y="1300585"/>
                  </a:lnTo>
                  <a:lnTo>
                    <a:pt x="367219" y="1300585"/>
                  </a:lnTo>
                  <a:lnTo>
                    <a:pt x="369664" y="1300585"/>
                  </a:lnTo>
                  <a:lnTo>
                    <a:pt x="372253" y="1300585"/>
                  </a:lnTo>
                  <a:lnTo>
                    <a:pt x="374699" y="1300585"/>
                  </a:lnTo>
                  <a:lnTo>
                    <a:pt x="377144" y="1300585"/>
                  </a:lnTo>
                  <a:lnTo>
                    <a:pt x="377144" y="1303030"/>
                  </a:lnTo>
                  <a:lnTo>
                    <a:pt x="379877" y="1303030"/>
                  </a:lnTo>
                  <a:lnTo>
                    <a:pt x="382466" y="1303030"/>
                  </a:lnTo>
                  <a:lnTo>
                    <a:pt x="384911" y="1303030"/>
                  </a:lnTo>
                  <a:lnTo>
                    <a:pt x="387356" y="1303030"/>
                  </a:lnTo>
                  <a:lnTo>
                    <a:pt x="390089" y="1303030"/>
                  </a:lnTo>
                  <a:lnTo>
                    <a:pt x="390089" y="1305475"/>
                  </a:lnTo>
                  <a:lnTo>
                    <a:pt x="392678" y="1305475"/>
                  </a:lnTo>
                  <a:lnTo>
                    <a:pt x="395124" y="1305475"/>
                  </a:lnTo>
                  <a:lnTo>
                    <a:pt x="397569" y="1305475"/>
                  </a:lnTo>
                  <a:lnTo>
                    <a:pt x="400302" y="1305475"/>
                  </a:lnTo>
                  <a:lnTo>
                    <a:pt x="402891" y="1305475"/>
                  </a:lnTo>
                  <a:lnTo>
                    <a:pt x="405336" y="1308208"/>
                  </a:lnTo>
                  <a:lnTo>
                    <a:pt x="407781" y="1308208"/>
                  </a:lnTo>
                  <a:lnTo>
                    <a:pt x="410514" y="1308208"/>
                  </a:lnTo>
                  <a:lnTo>
                    <a:pt x="413103" y="1308208"/>
                  </a:lnTo>
                  <a:lnTo>
                    <a:pt x="415549" y="1308208"/>
                  </a:lnTo>
                  <a:lnTo>
                    <a:pt x="417994" y="1308208"/>
                  </a:lnTo>
                  <a:lnTo>
                    <a:pt x="417994" y="1310798"/>
                  </a:lnTo>
                  <a:lnTo>
                    <a:pt x="420727" y="1310798"/>
                  </a:lnTo>
                  <a:lnTo>
                    <a:pt x="423316" y="1310798"/>
                  </a:lnTo>
                  <a:lnTo>
                    <a:pt x="425761" y="1310798"/>
                  </a:lnTo>
                  <a:lnTo>
                    <a:pt x="428206" y="1310798"/>
                  </a:lnTo>
                  <a:lnTo>
                    <a:pt x="430939" y="1310798"/>
                  </a:lnTo>
                  <a:lnTo>
                    <a:pt x="430939" y="1313243"/>
                  </a:lnTo>
                  <a:lnTo>
                    <a:pt x="433528" y="1313243"/>
                  </a:lnTo>
                  <a:lnTo>
                    <a:pt x="435974" y="1313243"/>
                  </a:lnTo>
                  <a:lnTo>
                    <a:pt x="438419" y="1313243"/>
                  </a:lnTo>
                  <a:lnTo>
                    <a:pt x="441152" y="1313243"/>
                  </a:lnTo>
                  <a:lnTo>
                    <a:pt x="443597" y="1313243"/>
                  </a:lnTo>
                  <a:lnTo>
                    <a:pt x="446186" y="1315688"/>
                  </a:lnTo>
                  <a:lnTo>
                    <a:pt x="448631" y="1315688"/>
                  </a:lnTo>
                  <a:lnTo>
                    <a:pt x="451077" y="1315688"/>
                  </a:lnTo>
                  <a:lnTo>
                    <a:pt x="453953" y="1315688"/>
                  </a:lnTo>
                  <a:lnTo>
                    <a:pt x="456399" y="1315688"/>
                  </a:lnTo>
                  <a:lnTo>
                    <a:pt x="458844" y="1315688"/>
                  </a:lnTo>
                  <a:lnTo>
                    <a:pt x="458844" y="1318277"/>
                  </a:lnTo>
                  <a:lnTo>
                    <a:pt x="461289" y="1318277"/>
                  </a:lnTo>
                  <a:lnTo>
                    <a:pt x="464022" y="1318277"/>
                  </a:lnTo>
                  <a:lnTo>
                    <a:pt x="466611" y="1318277"/>
                  </a:lnTo>
                  <a:lnTo>
                    <a:pt x="469056" y="1318277"/>
                  </a:lnTo>
                  <a:lnTo>
                    <a:pt x="471502" y="1318277"/>
                  </a:lnTo>
                  <a:lnTo>
                    <a:pt x="474235" y="1318277"/>
                  </a:lnTo>
                  <a:lnTo>
                    <a:pt x="474235" y="1321010"/>
                  </a:lnTo>
                  <a:lnTo>
                    <a:pt x="476824" y="1321010"/>
                  </a:lnTo>
                  <a:lnTo>
                    <a:pt x="479269" y="1321010"/>
                  </a:lnTo>
                  <a:lnTo>
                    <a:pt x="481714" y="1321010"/>
                  </a:lnTo>
                  <a:lnTo>
                    <a:pt x="484447" y="1321010"/>
                  </a:lnTo>
                  <a:lnTo>
                    <a:pt x="487036" y="1321010"/>
                  </a:lnTo>
                  <a:lnTo>
                    <a:pt x="489481" y="1323455"/>
                  </a:lnTo>
                  <a:lnTo>
                    <a:pt x="491927" y="1323455"/>
                  </a:lnTo>
                  <a:lnTo>
                    <a:pt x="494660" y="1323455"/>
                  </a:lnTo>
                  <a:lnTo>
                    <a:pt x="497249" y="1323455"/>
                  </a:lnTo>
                  <a:lnTo>
                    <a:pt x="499694" y="1323455"/>
                  </a:lnTo>
                  <a:lnTo>
                    <a:pt x="502139" y="1323455"/>
                  </a:lnTo>
                  <a:lnTo>
                    <a:pt x="504872" y="1325901"/>
                  </a:lnTo>
                  <a:lnTo>
                    <a:pt x="507461" y="1325901"/>
                  </a:lnTo>
                  <a:lnTo>
                    <a:pt x="509906" y="1325901"/>
                  </a:lnTo>
                  <a:lnTo>
                    <a:pt x="512352" y="1325901"/>
                  </a:lnTo>
                  <a:lnTo>
                    <a:pt x="515085" y="1325901"/>
                  </a:lnTo>
                  <a:lnTo>
                    <a:pt x="517530" y="1325901"/>
                  </a:lnTo>
                  <a:lnTo>
                    <a:pt x="520119" y="1325901"/>
                  </a:lnTo>
                  <a:lnTo>
                    <a:pt x="520119" y="1328346"/>
                  </a:lnTo>
                  <a:lnTo>
                    <a:pt x="522564" y="1328346"/>
                  </a:lnTo>
                  <a:lnTo>
                    <a:pt x="525153" y="1328346"/>
                  </a:lnTo>
                  <a:lnTo>
                    <a:pt x="527886" y="1328346"/>
                  </a:lnTo>
                  <a:lnTo>
                    <a:pt x="530331" y="1328346"/>
                  </a:lnTo>
                  <a:lnTo>
                    <a:pt x="532777" y="1328346"/>
                  </a:lnTo>
                  <a:lnTo>
                    <a:pt x="535222" y="1328346"/>
                  </a:lnTo>
                  <a:lnTo>
                    <a:pt x="535222" y="1331079"/>
                  </a:lnTo>
                  <a:lnTo>
                    <a:pt x="537955" y="1331079"/>
                  </a:lnTo>
                  <a:lnTo>
                    <a:pt x="540544" y="1331079"/>
                  </a:lnTo>
                  <a:lnTo>
                    <a:pt x="542989" y="1331079"/>
                  </a:lnTo>
                  <a:lnTo>
                    <a:pt x="545435" y="1331079"/>
                  </a:lnTo>
                  <a:lnTo>
                    <a:pt x="548167" y="1331079"/>
                  </a:lnTo>
                  <a:lnTo>
                    <a:pt x="550756" y="1331079"/>
                  </a:lnTo>
                  <a:lnTo>
                    <a:pt x="550756" y="1333668"/>
                  </a:lnTo>
                  <a:lnTo>
                    <a:pt x="553202" y="1333668"/>
                  </a:lnTo>
                  <a:lnTo>
                    <a:pt x="555647" y="1333668"/>
                  </a:lnTo>
                  <a:lnTo>
                    <a:pt x="558380" y="1323455"/>
                  </a:lnTo>
                  <a:lnTo>
                    <a:pt x="560969" y="1313243"/>
                  </a:lnTo>
                  <a:lnTo>
                    <a:pt x="560969" y="1305475"/>
                  </a:lnTo>
                  <a:lnTo>
                    <a:pt x="563414" y="1295263"/>
                  </a:lnTo>
                  <a:lnTo>
                    <a:pt x="563414" y="1292818"/>
                  </a:lnTo>
                  <a:lnTo>
                    <a:pt x="563414" y="1290372"/>
                  </a:lnTo>
                  <a:lnTo>
                    <a:pt x="565860" y="1280160"/>
                  </a:lnTo>
                  <a:lnTo>
                    <a:pt x="565860" y="1277571"/>
                  </a:lnTo>
                  <a:lnTo>
                    <a:pt x="565860" y="1274838"/>
                  </a:lnTo>
                  <a:lnTo>
                    <a:pt x="565860" y="1272393"/>
                  </a:lnTo>
                  <a:lnTo>
                    <a:pt x="565860" y="1269948"/>
                  </a:lnTo>
                  <a:lnTo>
                    <a:pt x="568593" y="1262180"/>
                  </a:lnTo>
                  <a:lnTo>
                    <a:pt x="568593" y="1254413"/>
                  </a:lnTo>
                  <a:lnTo>
                    <a:pt x="568593" y="1251968"/>
                  </a:lnTo>
                  <a:lnTo>
                    <a:pt x="571181" y="1251968"/>
                  </a:lnTo>
                  <a:lnTo>
                    <a:pt x="571181" y="1249522"/>
                  </a:lnTo>
                  <a:lnTo>
                    <a:pt x="573627" y="1231543"/>
                  </a:lnTo>
                  <a:lnTo>
                    <a:pt x="573627" y="1229097"/>
                  </a:lnTo>
                  <a:lnTo>
                    <a:pt x="573627" y="1226652"/>
                  </a:lnTo>
                  <a:lnTo>
                    <a:pt x="573627" y="1223919"/>
                  </a:lnTo>
                  <a:lnTo>
                    <a:pt x="576072" y="1221330"/>
                  </a:lnTo>
                  <a:lnTo>
                    <a:pt x="576072" y="1218885"/>
                  </a:lnTo>
                  <a:lnTo>
                    <a:pt x="576072" y="1216440"/>
                  </a:lnTo>
                  <a:lnTo>
                    <a:pt x="576072" y="1213850"/>
                  </a:lnTo>
                  <a:lnTo>
                    <a:pt x="576072" y="1211117"/>
                  </a:lnTo>
                  <a:lnTo>
                    <a:pt x="576072" y="1208672"/>
                  </a:lnTo>
                  <a:lnTo>
                    <a:pt x="578805" y="1200905"/>
                  </a:lnTo>
                  <a:lnTo>
                    <a:pt x="578805" y="1198460"/>
                  </a:lnTo>
                  <a:lnTo>
                    <a:pt x="581394" y="1188247"/>
                  </a:lnTo>
                  <a:lnTo>
                    <a:pt x="581394" y="1183213"/>
                  </a:lnTo>
                  <a:lnTo>
                    <a:pt x="581394" y="1180480"/>
                  </a:lnTo>
                  <a:lnTo>
                    <a:pt x="583839" y="1173000"/>
                  </a:lnTo>
                  <a:lnTo>
                    <a:pt x="583839" y="1170267"/>
                  </a:lnTo>
                  <a:lnTo>
                    <a:pt x="583839" y="1167822"/>
                  </a:lnTo>
                  <a:lnTo>
                    <a:pt x="583839" y="1165377"/>
                  </a:lnTo>
                  <a:lnTo>
                    <a:pt x="583839" y="1157610"/>
                  </a:lnTo>
                  <a:lnTo>
                    <a:pt x="586285" y="1155165"/>
                  </a:lnTo>
                  <a:lnTo>
                    <a:pt x="586285" y="1144952"/>
                  </a:lnTo>
                  <a:lnTo>
                    <a:pt x="586285" y="1142363"/>
                  </a:lnTo>
                  <a:lnTo>
                    <a:pt x="589018" y="1142363"/>
                  </a:lnTo>
                  <a:lnTo>
                    <a:pt x="589018" y="1139630"/>
                  </a:lnTo>
                  <a:lnTo>
                    <a:pt x="589018" y="1134739"/>
                  </a:lnTo>
                  <a:lnTo>
                    <a:pt x="589018" y="1126972"/>
                  </a:lnTo>
                  <a:lnTo>
                    <a:pt x="591607" y="1122082"/>
                  </a:lnTo>
                  <a:lnTo>
                    <a:pt x="591607" y="1119493"/>
                  </a:lnTo>
                  <a:lnTo>
                    <a:pt x="591607" y="1116760"/>
                  </a:lnTo>
                  <a:lnTo>
                    <a:pt x="591607" y="1111869"/>
                  </a:lnTo>
                  <a:lnTo>
                    <a:pt x="594052" y="1109280"/>
                  </a:lnTo>
                  <a:lnTo>
                    <a:pt x="594052" y="1106547"/>
                  </a:lnTo>
                  <a:lnTo>
                    <a:pt x="594052" y="1104102"/>
                  </a:lnTo>
                  <a:lnTo>
                    <a:pt x="594052" y="1101657"/>
                  </a:lnTo>
                  <a:lnTo>
                    <a:pt x="594052" y="1099068"/>
                  </a:lnTo>
                  <a:lnTo>
                    <a:pt x="594052" y="1096335"/>
                  </a:lnTo>
                  <a:lnTo>
                    <a:pt x="596497" y="1093889"/>
                  </a:lnTo>
                  <a:lnTo>
                    <a:pt x="596497" y="1091444"/>
                  </a:lnTo>
                  <a:lnTo>
                    <a:pt x="596497" y="1088855"/>
                  </a:lnTo>
                  <a:lnTo>
                    <a:pt x="596497" y="1086122"/>
                  </a:lnTo>
                  <a:lnTo>
                    <a:pt x="596497" y="1083677"/>
                  </a:lnTo>
                  <a:lnTo>
                    <a:pt x="596497" y="1081232"/>
                  </a:lnTo>
                  <a:lnTo>
                    <a:pt x="596497" y="1078787"/>
                  </a:lnTo>
                  <a:lnTo>
                    <a:pt x="599086" y="1078787"/>
                  </a:lnTo>
                  <a:lnTo>
                    <a:pt x="599086" y="1075910"/>
                  </a:lnTo>
                  <a:lnTo>
                    <a:pt x="599086" y="1071019"/>
                  </a:lnTo>
                  <a:lnTo>
                    <a:pt x="599086" y="1065697"/>
                  </a:lnTo>
                  <a:lnTo>
                    <a:pt x="599086" y="1063252"/>
                  </a:lnTo>
                  <a:lnTo>
                    <a:pt x="601819" y="1063252"/>
                  </a:lnTo>
                  <a:lnTo>
                    <a:pt x="601819" y="1060807"/>
                  </a:lnTo>
                  <a:lnTo>
                    <a:pt x="601819" y="1058361"/>
                  </a:lnTo>
                  <a:lnTo>
                    <a:pt x="601819" y="1053039"/>
                  </a:lnTo>
                  <a:lnTo>
                    <a:pt x="601819" y="1050594"/>
                  </a:lnTo>
                  <a:lnTo>
                    <a:pt x="604264" y="1045560"/>
                  </a:lnTo>
                  <a:lnTo>
                    <a:pt x="604264" y="1040382"/>
                  </a:lnTo>
                  <a:lnTo>
                    <a:pt x="604264" y="1037937"/>
                  </a:lnTo>
                  <a:lnTo>
                    <a:pt x="604264" y="1032615"/>
                  </a:lnTo>
                  <a:lnTo>
                    <a:pt x="606710" y="1032615"/>
                  </a:lnTo>
                  <a:lnTo>
                    <a:pt x="606710" y="1027724"/>
                  </a:lnTo>
                  <a:lnTo>
                    <a:pt x="606710" y="1025135"/>
                  </a:lnTo>
                  <a:lnTo>
                    <a:pt x="606710" y="1022402"/>
                  </a:lnTo>
                  <a:lnTo>
                    <a:pt x="606710" y="1019957"/>
                  </a:lnTo>
                  <a:lnTo>
                    <a:pt x="606710" y="1017511"/>
                  </a:lnTo>
                  <a:lnTo>
                    <a:pt x="609155" y="1014922"/>
                  </a:lnTo>
                  <a:lnTo>
                    <a:pt x="609155" y="1009744"/>
                  </a:lnTo>
                  <a:lnTo>
                    <a:pt x="609155" y="1007299"/>
                  </a:lnTo>
                  <a:lnTo>
                    <a:pt x="609155" y="1004710"/>
                  </a:lnTo>
                  <a:lnTo>
                    <a:pt x="611888" y="997087"/>
                  </a:lnTo>
                  <a:lnTo>
                    <a:pt x="611888" y="994641"/>
                  </a:lnTo>
                  <a:lnTo>
                    <a:pt x="611888" y="991764"/>
                  </a:lnTo>
                  <a:lnTo>
                    <a:pt x="611888" y="986874"/>
                  </a:lnTo>
                  <a:lnTo>
                    <a:pt x="614477" y="984429"/>
                  </a:lnTo>
                  <a:lnTo>
                    <a:pt x="614477" y="981696"/>
                  </a:lnTo>
                  <a:lnTo>
                    <a:pt x="614477" y="979107"/>
                  </a:lnTo>
                  <a:lnTo>
                    <a:pt x="614477" y="976661"/>
                  </a:lnTo>
                  <a:lnTo>
                    <a:pt x="614477" y="974072"/>
                  </a:lnTo>
                  <a:lnTo>
                    <a:pt x="614477" y="971339"/>
                  </a:lnTo>
                  <a:lnTo>
                    <a:pt x="616922" y="968894"/>
                  </a:lnTo>
                  <a:lnTo>
                    <a:pt x="616922" y="966449"/>
                  </a:lnTo>
                  <a:lnTo>
                    <a:pt x="616922" y="956236"/>
                  </a:lnTo>
                  <a:lnTo>
                    <a:pt x="616922" y="953791"/>
                  </a:lnTo>
                  <a:lnTo>
                    <a:pt x="619367" y="953791"/>
                  </a:lnTo>
                  <a:lnTo>
                    <a:pt x="619367" y="948469"/>
                  </a:lnTo>
                  <a:lnTo>
                    <a:pt x="619367" y="946024"/>
                  </a:lnTo>
                  <a:lnTo>
                    <a:pt x="619367" y="943579"/>
                  </a:lnTo>
                  <a:lnTo>
                    <a:pt x="622244" y="935811"/>
                  </a:lnTo>
                  <a:lnTo>
                    <a:pt x="622244" y="933366"/>
                  </a:lnTo>
                  <a:lnTo>
                    <a:pt x="622244" y="930777"/>
                  </a:lnTo>
                  <a:lnTo>
                    <a:pt x="622244" y="928044"/>
                  </a:lnTo>
                  <a:lnTo>
                    <a:pt x="622244" y="923154"/>
                  </a:lnTo>
                  <a:lnTo>
                    <a:pt x="624689" y="917832"/>
                  </a:lnTo>
                  <a:lnTo>
                    <a:pt x="624689" y="915386"/>
                  </a:lnTo>
                  <a:lnTo>
                    <a:pt x="624689" y="912941"/>
                  </a:lnTo>
                  <a:lnTo>
                    <a:pt x="624689" y="910352"/>
                  </a:lnTo>
                  <a:lnTo>
                    <a:pt x="624689" y="907619"/>
                  </a:lnTo>
                  <a:lnTo>
                    <a:pt x="627135" y="905174"/>
                  </a:lnTo>
                  <a:lnTo>
                    <a:pt x="627135" y="902728"/>
                  </a:lnTo>
                  <a:lnTo>
                    <a:pt x="627135" y="900283"/>
                  </a:lnTo>
                  <a:lnTo>
                    <a:pt x="627135" y="894961"/>
                  </a:lnTo>
                  <a:lnTo>
                    <a:pt x="627135" y="892516"/>
                  </a:lnTo>
                  <a:lnTo>
                    <a:pt x="627135" y="890071"/>
                  </a:lnTo>
                  <a:lnTo>
                    <a:pt x="629580" y="890071"/>
                  </a:lnTo>
                  <a:lnTo>
                    <a:pt x="629580" y="887338"/>
                  </a:lnTo>
                  <a:lnTo>
                    <a:pt x="629580" y="884749"/>
                  </a:lnTo>
                  <a:lnTo>
                    <a:pt x="629580" y="882304"/>
                  </a:lnTo>
                  <a:lnTo>
                    <a:pt x="629580" y="879858"/>
                  </a:lnTo>
                  <a:lnTo>
                    <a:pt x="629580" y="876982"/>
                  </a:lnTo>
                  <a:lnTo>
                    <a:pt x="629580" y="874536"/>
                  </a:lnTo>
                  <a:lnTo>
                    <a:pt x="632313" y="874536"/>
                  </a:lnTo>
                  <a:lnTo>
                    <a:pt x="632313" y="872091"/>
                  </a:lnTo>
                  <a:lnTo>
                    <a:pt x="632313" y="869646"/>
                  </a:lnTo>
                  <a:lnTo>
                    <a:pt x="632313" y="867057"/>
                  </a:lnTo>
                  <a:lnTo>
                    <a:pt x="632313" y="864324"/>
                  </a:lnTo>
                  <a:lnTo>
                    <a:pt x="632313" y="861878"/>
                  </a:lnTo>
                  <a:lnTo>
                    <a:pt x="634902" y="856844"/>
                  </a:lnTo>
                  <a:lnTo>
                    <a:pt x="634902" y="854111"/>
                  </a:lnTo>
                  <a:lnTo>
                    <a:pt x="634902" y="851666"/>
                  </a:lnTo>
                  <a:lnTo>
                    <a:pt x="634902" y="849221"/>
                  </a:lnTo>
                  <a:lnTo>
                    <a:pt x="634902" y="846631"/>
                  </a:lnTo>
                  <a:lnTo>
                    <a:pt x="634902" y="843899"/>
                  </a:lnTo>
                  <a:lnTo>
                    <a:pt x="637347" y="841454"/>
                  </a:lnTo>
                  <a:lnTo>
                    <a:pt x="637347" y="839008"/>
                  </a:lnTo>
                  <a:lnTo>
                    <a:pt x="637347" y="836419"/>
                  </a:lnTo>
                  <a:lnTo>
                    <a:pt x="637347" y="833686"/>
                  </a:lnTo>
                  <a:lnTo>
                    <a:pt x="637347" y="831241"/>
                  </a:lnTo>
                  <a:lnTo>
                    <a:pt x="637347" y="828796"/>
                  </a:lnTo>
                  <a:lnTo>
                    <a:pt x="639792" y="826350"/>
                  </a:lnTo>
                  <a:lnTo>
                    <a:pt x="639792" y="823474"/>
                  </a:lnTo>
                  <a:lnTo>
                    <a:pt x="639792" y="821028"/>
                  </a:lnTo>
                  <a:lnTo>
                    <a:pt x="639792" y="818583"/>
                  </a:lnTo>
                  <a:lnTo>
                    <a:pt x="639792" y="815994"/>
                  </a:lnTo>
                  <a:lnTo>
                    <a:pt x="639792" y="813261"/>
                  </a:lnTo>
                  <a:lnTo>
                    <a:pt x="639792" y="810816"/>
                  </a:lnTo>
                  <a:lnTo>
                    <a:pt x="642525" y="810816"/>
                  </a:lnTo>
                  <a:lnTo>
                    <a:pt x="642525" y="808370"/>
                  </a:lnTo>
                  <a:lnTo>
                    <a:pt x="642525" y="805925"/>
                  </a:lnTo>
                  <a:lnTo>
                    <a:pt x="642525" y="803192"/>
                  </a:lnTo>
                  <a:lnTo>
                    <a:pt x="642525" y="798158"/>
                  </a:lnTo>
                  <a:lnTo>
                    <a:pt x="645114" y="792980"/>
                  </a:lnTo>
                  <a:lnTo>
                    <a:pt x="645114" y="790391"/>
                  </a:lnTo>
                  <a:lnTo>
                    <a:pt x="645114" y="787946"/>
                  </a:lnTo>
                  <a:lnTo>
                    <a:pt x="645114" y="785500"/>
                  </a:lnTo>
                  <a:lnTo>
                    <a:pt x="645114" y="780178"/>
                  </a:lnTo>
                  <a:lnTo>
                    <a:pt x="647560" y="777733"/>
                  </a:lnTo>
                  <a:lnTo>
                    <a:pt x="647560" y="775288"/>
                  </a:lnTo>
                  <a:lnTo>
                    <a:pt x="647560" y="772699"/>
                  </a:lnTo>
                  <a:lnTo>
                    <a:pt x="647560" y="769966"/>
                  </a:lnTo>
                  <a:lnTo>
                    <a:pt x="647560" y="767520"/>
                  </a:lnTo>
                  <a:lnTo>
                    <a:pt x="647560" y="765075"/>
                  </a:lnTo>
                  <a:lnTo>
                    <a:pt x="650005" y="765075"/>
                  </a:lnTo>
                  <a:lnTo>
                    <a:pt x="650005" y="762486"/>
                  </a:lnTo>
                  <a:lnTo>
                    <a:pt x="650005" y="759754"/>
                  </a:lnTo>
                  <a:lnTo>
                    <a:pt x="650005" y="757308"/>
                  </a:lnTo>
                  <a:lnTo>
                    <a:pt x="650005" y="754863"/>
                  </a:lnTo>
                  <a:lnTo>
                    <a:pt x="650005" y="752274"/>
                  </a:lnTo>
                  <a:lnTo>
                    <a:pt x="650005" y="749541"/>
                  </a:lnTo>
                  <a:lnTo>
                    <a:pt x="652738" y="747096"/>
                  </a:lnTo>
                  <a:lnTo>
                    <a:pt x="652738" y="744650"/>
                  </a:lnTo>
                  <a:lnTo>
                    <a:pt x="652738" y="742061"/>
                  </a:lnTo>
                  <a:lnTo>
                    <a:pt x="652738" y="739328"/>
                  </a:lnTo>
                  <a:lnTo>
                    <a:pt x="652738" y="736883"/>
                  </a:lnTo>
                  <a:lnTo>
                    <a:pt x="655327" y="724225"/>
                  </a:lnTo>
                  <a:lnTo>
                    <a:pt x="655327" y="721636"/>
                  </a:lnTo>
                  <a:lnTo>
                    <a:pt x="655327" y="718903"/>
                  </a:lnTo>
                  <a:lnTo>
                    <a:pt x="655327" y="716458"/>
                  </a:lnTo>
                  <a:lnTo>
                    <a:pt x="657772" y="716458"/>
                  </a:lnTo>
                  <a:lnTo>
                    <a:pt x="657772" y="714013"/>
                  </a:lnTo>
                  <a:lnTo>
                    <a:pt x="657772" y="711568"/>
                  </a:lnTo>
                  <a:lnTo>
                    <a:pt x="657772" y="708835"/>
                  </a:lnTo>
                  <a:lnTo>
                    <a:pt x="657772" y="706246"/>
                  </a:lnTo>
                  <a:lnTo>
                    <a:pt x="657772" y="703800"/>
                  </a:lnTo>
                  <a:lnTo>
                    <a:pt x="657772" y="701355"/>
                  </a:lnTo>
                  <a:lnTo>
                    <a:pt x="660217" y="701355"/>
                  </a:lnTo>
                  <a:lnTo>
                    <a:pt x="660217" y="698622"/>
                  </a:lnTo>
                  <a:lnTo>
                    <a:pt x="660217" y="696033"/>
                  </a:lnTo>
                  <a:lnTo>
                    <a:pt x="660217" y="691142"/>
                  </a:lnTo>
                  <a:lnTo>
                    <a:pt x="660217" y="685820"/>
                  </a:lnTo>
                  <a:lnTo>
                    <a:pt x="662950" y="683375"/>
                  </a:lnTo>
                  <a:lnTo>
                    <a:pt x="662950" y="680930"/>
                  </a:lnTo>
                  <a:lnTo>
                    <a:pt x="662950" y="678341"/>
                  </a:lnTo>
                  <a:lnTo>
                    <a:pt x="662950" y="675608"/>
                  </a:lnTo>
                  <a:lnTo>
                    <a:pt x="662950" y="673163"/>
                  </a:lnTo>
                  <a:lnTo>
                    <a:pt x="665539" y="670718"/>
                  </a:lnTo>
                  <a:lnTo>
                    <a:pt x="665539" y="668128"/>
                  </a:lnTo>
                  <a:lnTo>
                    <a:pt x="665539" y="665395"/>
                  </a:lnTo>
                  <a:lnTo>
                    <a:pt x="665539" y="662950"/>
                  </a:lnTo>
                  <a:lnTo>
                    <a:pt x="665539" y="660505"/>
                  </a:lnTo>
                  <a:lnTo>
                    <a:pt x="665539" y="658060"/>
                  </a:lnTo>
                  <a:lnTo>
                    <a:pt x="667985" y="655183"/>
                  </a:lnTo>
                  <a:lnTo>
                    <a:pt x="667985" y="652738"/>
                  </a:lnTo>
                  <a:lnTo>
                    <a:pt x="667985" y="650292"/>
                  </a:lnTo>
                  <a:lnTo>
                    <a:pt x="667985" y="644970"/>
                  </a:lnTo>
                  <a:lnTo>
                    <a:pt x="667985" y="642525"/>
                  </a:lnTo>
                  <a:lnTo>
                    <a:pt x="670430" y="640080"/>
                  </a:lnTo>
                  <a:lnTo>
                    <a:pt x="670430" y="637635"/>
                  </a:lnTo>
                  <a:lnTo>
                    <a:pt x="670430" y="634902"/>
                  </a:lnTo>
                  <a:lnTo>
                    <a:pt x="670430" y="632313"/>
                  </a:lnTo>
                  <a:lnTo>
                    <a:pt x="670430" y="629867"/>
                  </a:lnTo>
                  <a:lnTo>
                    <a:pt x="670430" y="627422"/>
                  </a:lnTo>
                  <a:lnTo>
                    <a:pt x="673019" y="611888"/>
                  </a:lnTo>
                  <a:lnTo>
                    <a:pt x="675752" y="609442"/>
                  </a:lnTo>
                  <a:lnTo>
                    <a:pt x="675752" y="606997"/>
                  </a:lnTo>
                  <a:lnTo>
                    <a:pt x="675752" y="604408"/>
                  </a:lnTo>
                  <a:lnTo>
                    <a:pt x="675752" y="596785"/>
                  </a:lnTo>
                  <a:lnTo>
                    <a:pt x="675752" y="594196"/>
                  </a:lnTo>
                  <a:lnTo>
                    <a:pt x="678197" y="591463"/>
                  </a:lnTo>
                  <a:lnTo>
                    <a:pt x="678197" y="589017"/>
                  </a:lnTo>
                  <a:lnTo>
                    <a:pt x="678197" y="586572"/>
                  </a:lnTo>
                  <a:lnTo>
                    <a:pt x="678197" y="583983"/>
                  </a:lnTo>
                  <a:lnTo>
                    <a:pt x="678197" y="581250"/>
                  </a:lnTo>
                  <a:lnTo>
                    <a:pt x="678197" y="578805"/>
                  </a:lnTo>
                  <a:lnTo>
                    <a:pt x="680642" y="576360"/>
                  </a:lnTo>
                  <a:lnTo>
                    <a:pt x="680642" y="573914"/>
                  </a:lnTo>
                  <a:lnTo>
                    <a:pt x="680642" y="571038"/>
                  </a:lnTo>
                  <a:lnTo>
                    <a:pt x="680642" y="568592"/>
                  </a:lnTo>
                  <a:lnTo>
                    <a:pt x="680642" y="566147"/>
                  </a:lnTo>
                  <a:lnTo>
                    <a:pt x="680642" y="563558"/>
                  </a:lnTo>
                  <a:lnTo>
                    <a:pt x="680642" y="560825"/>
                  </a:lnTo>
                  <a:lnTo>
                    <a:pt x="683231" y="560825"/>
                  </a:lnTo>
                  <a:lnTo>
                    <a:pt x="683231" y="558380"/>
                  </a:lnTo>
                  <a:lnTo>
                    <a:pt x="683231" y="555935"/>
                  </a:lnTo>
                  <a:lnTo>
                    <a:pt x="683231" y="553346"/>
                  </a:lnTo>
                  <a:lnTo>
                    <a:pt x="683231" y="550613"/>
                  </a:lnTo>
                  <a:lnTo>
                    <a:pt x="683231" y="548167"/>
                  </a:lnTo>
                  <a:lnTo>
                    <a:pt x="683231" y="545722"/>
                  </a:lnTo>
                  <a:lnTo>
                    <a:pt x="685821" y="545722"/>
                  </a:lnTo>
                  <a:lnTo>
                    <a:pt x="685821" y="543277"/>
                  </a:lnTo>
                  <a:lnTo>
                    <a:pt x="685821" y="540544"/>
                  </a:lnTo>
                  <a:lnTo>
                    <a:pt x="685821" y="537955"/>
                  </a:lnTo>
                  <a:lnTo>
                    <a:pt x="685821" y="535510"/>
                  </a:lnTo>
                  <a:lnTo>
                    <a:pt x="685821" y="533064"/>
                  </a:lnTo>
                  <a:lnTo>
                    <a:pt x="685821" y="530331"/>
                  </a:lnTo>
                  <a:lnTo>
                    <a:pt x="688410" y="530331"/>
                  </a:lnTo>
                  <a:lnTo>
                    <a:pt x="688410" y="527742"/>
                  </a:lnTo>
                  <a:lnTo>
                    <a:pt x="688410" y="525297"/>
                  </a:lnTo>
                  <a:lnTo>
                    <a:pt x="688410" y="522852"/>
                  </a:lnTo>
                  <a:lnTo>
                    <a:pt x="688410" y="520263"/>
                  </a:lnTo>
                  <a:lnTo>
                    <a:pt x="688410" y="517530"/>
                  </a:lnTo>
                  <a:lnTo>
                    <a:pt x="688410" y="515085"/>
                  </a:lnTo>
                  <a:lnTo>
                    <a:pt x="690855" y="512639"/>
                  </a:lnTo>
                  <a:lnTo>
                    <a:pt x="690855" y="510050"/>
                  </a:lnTo>
                  <a:lnTo>
                    <a:pt x="690855" y="507317"/>
                  </a:lnTo>
                  <a:lnTo>
                    <a:pt x="690855" y="504872"/>
                  </a:lnTo>
                  <a:lnTo>
                    <a:pt x="690855" y="502427"/>
                  </a:lnTo>
                  <a:lnTo>
                    <a:pt x="690855" y="499838"/>
                  </a:lnTo>
                  <a:lnTo>
                    <a:pt x="693300" y="497105"/>
                  </a:lnTo>
                  <a:lnTo>
                    <a:pt x="693300" y="494660"/>
                  </a:lnTo>
                  <a:lnTo>
                    <a:pt x="693300" y="492214"/>
                  </a:lnTo>
                  <a:lnTo>
                    <a:pt x="693300" y="489769"/>
                  </a:lnTo>
                  <a:lnTo>
                    <a:pt x="693300" y="486892"/>
                  </a:lnTo>
                  <a:lnTo>
                    <a:pt x="693300" y="484447"/>
                  </a:lnTo>
                  <a:lnTo>
                    <a:pt x="693300" y="482002"/>
                  </a:lnTo>
                  <a:lnTo>
                    <a:pt x="696177" y="482002"/>
                  </a:lnTo>
                  <a:lnTo>
                    <a:pt x="696177" y="479557"/>
                  </a:lnTo>
                  <a:lnTo>
                    <a:pt x="696177" y="476824"/>
                  </a:lnTo>
                  <a:lnTo>
                    <a:pt x="696177" y="474235"/>
                  </a:lnTo>
                  <a:lnTo>
                    <a:pt x="696177" y="471789"/>
                  </a:lnTo>
                  <a:lnTo>
                    <a:pt x="696177" y="466467"/>
                  </a:lnTo>
                  <a:lnTo>
                    <a:pt x="698622" y="466467"/>
                  </a:lnTo>
                  <a:lnTo>
                    <a:pt x="698622" y="464022"/>
                  </a:lnTo>
                  <a:lnTo>
                    <a:pt x="698622" y="461577"/>
                  </a:lnTo>
                  <a:lnTo>
                    <a:pt x="698622" y="459132"/>
                  </a:lnTo>
                  <a:lnTo>
                    <a:pt x="698622" y="456255"/>
                  </a:lnTo>
                  <a:lnTo>
                    <a:pt x="698622" y="453809"/>
                  </a:lnTo>
                  <a:lnTo>
                    <a:pt x="698622" y="451364"/>
                  </a:lnTo>
                  <a:lnTo>
                    <a:pt x="701067" y="451364"/>
                  </a:lnTo>
                  <a:lnTo>
                    <a:pt x="701067" y="448919"/>
                  </a:lnTo>
                  <a:lnTo>
                    <a:pt x="701067" y="446186"/>
                  </a:lnTo>
                  <a:lnTo>
                    <a:pt x="701067" y="443597"/>
                  </a:lnTo>
                  <a:lnTo>
                    <a:pt x="701067" y="441152"/>
                  </a:lnTo>
                  <a:lnTo>
                    <a:pt x="701067" y="438707"/>
                  </a:lnTo>
                  <a:lnTo>
                    <a:pt x="701067" y="435974"/>
                  </a:lnTo>
                  <a:lnTo>
                    <a:pt x="703513" y="435974"/>
                  </a:lnTo>
                  <a:lnTo>
                    <a:pt x="703513" y="433384"/>
                  </a:lnTo>
                  <a:lnTo>
                    <a:pt x="703513" y="430939"/>
                  </a:lnTo>
                  <a:lnTo>
                    <a:pt x="703513" y="428494"/>
                  </a:lnTo>
                  <a:lnTo>
                    <a:pt x="703513" y="425905"/>
                  </a:lnTo>
                  <a:lnTo>
                    <a:pt x="703513" y="423172"/>
                  </a:lnTo>
                  <a:lnTo>
                    <a:pt x="703513" y="420727"/>
                  </a:lnTo>
                  <a:lnTo>
                    <a:pt x="706246" y="418281"/>
                  </a:lnTo>
                  <a:lnTo>
                    <a:pt x="706246" y="415692"/>
                  </a:lnTo>
                  <a:lnTo>
                    <a:pt x="706246" y="412959"/>
                  </a:lnTo>
                  <a:lnTo>
                    <a:pt x="706246" y="410514"/>
                  </a:lnTo>
                  <a:lnTo>
                    <a:pt x="706246" y="408069"/>
                  </a:lnTo>
                  <a:lnTo>
                    <a:pt x="706246" y="405480"/>
                  </a:lnTo>
                  <a:lnTo>
                    <a:pt x="708835" y="402747"/>
                  </a:lnTo>
                  <a:lnTo>
                    <a:pt x="708835" y="400302"/>
                  </a:lnTo>
                  <a:lnTo>
                    <a:pt x="708835" y="397856"/>
                  </a:lnTo>
                  <a:lnTo>
                    <a:pt x="708835" y="395411"/>
                  </a:lnTo>
                  <a:lnTo>
                    <a:pt x="708835" y="392678"/>
                  </a:lnTo>
                  <a:lnTo>
                    <a:pt x="708835" y="390089"/>
                  </a:lnTo>
                  <a:lnTo>
                    <a:pt x="708835" y="387644"/>
                  </a:lnTo>
                  <a:lnTo>
                    <a:pt x="711280" y="387644"/>
                  </a:lnTo>
                  <a:lnTo>
                    <a:pt x="711280" y="385199"/>
                  </a:lnTo>
                  <a:lnTo>
                    <a:pt x="711280" y="382466"/>
                  </a:lnTo>
                  <a:lnTo>
                    <a:pt x="711280" y="379877"/>
                  </a:lnTo>
                  <a:lnTo>
                    <a:pt x="711280" y="377431"/>
                  </a:lnTo>
                  <a:lnTo>
                    <a:pt x="711280" y="374986"/>
                  </a:lnTo>
                  <a:lnTo>
                    <a:pt x="711280" y="372109"/>
                  </a:lnTo>
                  <a:lnTo>
                    <a:pt x="713725" y="372109"/>
                  </a:lnTo>
                  <a:lnTo>
                    <a:pt x="713725" y="369664"/>
                  </a:lnTo>
                  <a:lnTo>
                    <a:pt x="713725" y="367219"/>
                  </a:lnTo>
                  <a:lnTo>
                    <a:pt x="713725" y="364774"/>
                  </a:lnTo>
                  <a:lnTo>
                    <a:pt x="713725" y="362041"/>
                  </a:lnTo>
                  <a:lnTo>
                    <a:pt x="713725" y="359452"/>
                  </a:lnTo>
                  <a:lnTo>
                    <a:pt x="713725" y="357006"/>
                  </a:lnTo>
                  <a:lnTo>
                    <a:pt x="716458" y="357006"/>
                  </a:lnTo>
                  <a:lnTo>
                    <a:pt x="716458" y="354561"/>
                  </a:lnTo>
                  <a:lnTo>
                    <a:pt x="716458" y="351828"/>
                  </a:lnTo>
                  <a:lnTo>
                    <a:pt x="716458" y="349239"/>
                  </a:lnTo>
                  <a:lnTo>
                    <a:pt x="716458" y="346794"/>
                  </a:lnTo>
                  <a:lnTo>
                    <a:pt x="716458" y="344348"/>
                  </a:lnTo>
                  <a:lnTo>
                    <a:pt x="716458" y="341760"/>
                  </a:lnTo>
                  <a:lnTo>
                    <a:pt x="719047" y="339027"/>
                  </a:lnTo>
                  <a:lnTo>
                    <a:pt x="719047" y="336581"/>
                  </a:lnTo>
                  <a:lnTo>
                    <a:pt x="719047" y="334136"/>
                  </a:lnTo>
                  <a:lnTo>
                    <a:pt x="719047" y="331547"/>
                  </a:lnTo>
                  <a:lnTo>
                    <a:pt x="719047" y="328814"/>
                  </a:lnTo>
                  <a:lnTo>
                    <a:pt x="719047" y="326369"/>
                  </a:lnTo>
                  <a:lnTo>
                    <a:pt x="721492" y="323923"/>
                  </a:lnTo>
                  <a:lnTo>
                    <a:pt x="721492" y="321335"/>
                  </a:lnTo>
                  <a:lnTo>
                    <a:pt x="721492" y="318602"/>
                  </a:lnTo>
                  <a:lnTo>
                    <a:pt x="721492" y="316156"/>
                  </a:lnTo>
                  <a:lnTo>
                    <a:pt x="721492" y="313711"/>
                  </a:lnTo>
                  <a:lnTo>
                    <a:pt x="721492" y="311266"/>
                  </a:lnTo>
                  <a:lnTo>
                    <a:pt x="723938" y="308389"/>
                  </a:lnTo>
                  <a:lnTo>
                    <a:pt x="723938" y="305944"/>
                  </a:lnTo>
                  <a:lnTo>
                    <a:pt x="723938" y="303498"/>
                  </a:lnTo>
                  <a:lnTo>
                    <a:pt x="723938" y="301053"/>
                  </a:lnTo>
                  <a:lnTo>
                    <a:pt x="723938" y="298320"/>
                  </a:lnTo>
                  <a:lnTo>
                    <a:pt x="723938" y="295731"/>
                  </a:lnTo>
                  <a:lnTo>
                    <a:pt x="723938" y="293286"/>
                  </a:lnTo>
                  <a:lnTo>
                    <a:pt x="726671" y="293286"/>
                  </a:lnTo>
                  <a:lnTo>
                    <a:pt x="726671" y="290841"/>
                  </a:lnTo>
                  <a:lnTo>
                    <a:pt x="726671" y="288108"/>
                  </a:lnTo>
                  <a:lnTo>
                    <a:pt x="726671" y="285519"/>
                  </a:lnTo>
                  <a:lnTo>
                    <a:pt x="726671" y="283073"/>
                  </a:lnTo>
                  <a:lnTo>
                    <a:pt x="726671" y="280628"/>
                  </a:lnTo>
                  <a:lnTo>
                    <a:pt x="726671" y="277895"/>
                  </a:lnTo>
                  <a:lnTo>
                    <a:pt x="729260" y="277895"/>
                  </a:lnTo>
                  <a:lnTo>
                    <a:pt x="729260" y="275306"/>
                  </a:lnTo>
                  <a:lnTo>
                    <a:pt x="729260" y="272861"/>
                  </a:lnTo>
                  <a:lnTo>
                    <a:pt x="729260" y="270416"/>
                  </a:lnTo>
                  <a:lnTo>
                    <a:pt x="729260" y="267683"/>
                  </a:lnTo>
                  <a:lnTo>
                    <a:pt x="729260" y="265094"/>
                  </a:lnTo>
                  <a:lnTo>
                    <a:pt x="729260" y="262648"/>
                  </a:lnTo>
                  <a:lnTo>
                    <a:pt x="731705" y="262648"/>
                  </a:lnTo>
                  <a:lnTo>
                    <a:pt x="731705" y="260203"/>
                  </a:lnTo>
                  <a:lnTo>
                    <a:pt x="731705" y="257470"/>
                  </a:lnTo>
                  <a:lnTo>
                    <a:pt x="731705" y="254881"/>
                  </a:lnTo>
                  <a:lnTo>
                    <a:pt x="731705" y="252436"/>
                  </a:lnTo>
                  <a:lnTo>
                    <a:pt x="731705" y="249991"/>
                  </a:lnTo>
                  <a:lnTo>
                    <a:pt x="731705" y="247402"/>
                  </a:lnTo>
                  <a:lnTo>
                    <a:pt x="734150" y="247402"/>
                  </a:lnTo>
                  <a:lnTo>
                    <a:pt x="734150" y="244669"/>
                  </a:lnTo>
                  <a:lnTo>
                    <a:pt x="734150" y="242223"/>
                  </a:lnTo>
                  <a:lnTo>
                    <a:pt x="734150" y="239778"/>
                  </a:lnTo>
                  <a:lnTo>
                    <a:pt x="739472" y="201373"/>
                  </a:lnTo>
                  <a:lnTo>
                    <a:pt x="752130" y="124995"/>
                  </a:lnTo>
                  <a:lnTo>
                    <a:pt x="749685" y="12499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69" name="Freeform: Shape 5">
              <a:extLst>
                <a:ext uri="{FF2B5EF4-FFF2-40B4-BE49-F238E27FC236}">
                  <a16:creationId xmlns:a16="http://schemas.microsoft.com/office/drawing/2014/main" id="{3B385E06-8295-148E-68D2-B0E5D583D204}"/>
                </a:ext>
              </a:extLst>
            </p:cNvPr>
            <p:cNvSpPr/>
            <p:nvPr/>
          </p:nvSpPr>
          <p:spPr>
            <a:xfrm>
              <a:off x="7200383" y="4770609"/>
              <a:ext cx="986358" cy="1930334"/>
            </a:xfrm>
            <a:custGeom>
              <a:avLst/>
              <a:gdLst>
                <a:gd name="connsiteX0" fmla="*/ 614765 w 652737"/>
                <a:gd name="connsiteY0" fmla="*/ 1277427 h 1277427"/>
                <a:gd name="connsiteX1" fmla="*/ 612032 w 652737"/>
                <a:gd name="connsiteY1" fmla="*/ 1277427 h 1277427"/>
                <a:gd name="connsiteX2" fmla="*/ 609443 w 652737"/>
                <a:gd name="connsiteY2" fmla="*/ 1277427 h 1277427"/>
                <a:gd name="connsiteX3" fmla="*/ 606997 w 652737"/>
                <a:gd name="connsiteY3" fmla="*/ 1277427 h 1277427"/>
                <a:gd name="connsiteX4" fmla="*/ 604552 w 652737"/>
                <a:gd name="connsiteY4" fmla="*/ 1277427 h 1277427"/>
                <a:gd name="connsiteX5" fmla="*/ 601819 w 652737"/>
                <a:gd name="connsiteY5" fmla="*/ 1274838 h 1277427"/>
                <a:gd name="connsiteX6" fmla="*/ 599230 w 652737"/>
                <a:gd name="connsiteY6" fmla="*/ 1274838 h 1277427"/>
                <a:gd name="connsiteX7" fmla="*/ 596785 w 652737"/>
                <a:gd name="connsiteY7" fmla="*/ 1274838 h 1277427"/>
                <a:gd name="connsiteX8" fmla="*/ 594340 w 652737"/>
                <a:gd name="connsiteY8" fmla="*/ 1274838 h 1277427"/>
                <a:gd name="connsiteX9" fmla="*/ 591607 w 652737"/>
                <a:gd name="connsiteY9" fmla="*/ 1274838 h 1277427"/>
                <a:gd name="connsiteX10" fmla="*/ 589018 w 652737"/>
                <a:gd name="connsiteY10" fmla="*/ 1274838 h 1277427"/>
                <a:gd name="connsiteX11" fmla="*/ 586572 w 652737"/>
                <a:gd name="connsiteY11" fmla="*/ 1274838 h 1277427"/>
                <a:gd name="connsiteX12" fmla="*/ 584127 w 652737"/>
                <a:gd name="connsiteY12" fmla="*/ 1274838 h 1277427"/>
                <a:gd name="connsiteX13" fmla="*/ 581394 w 652737"/>
                <a:gd name="connsiteY13" fmla="*/ 1274838 h 1277427"/>
                <a:gd name="connsiteX14" fmla="*/ 578805 w 652737"/>
                <a:gd name="connsiteY14" fmla="*/ 1274838 h 1277427"/>
                <a:gd name="connsiteX15" fmla="*/ 576360 w 652737"/>
                <a:gd name="connsiteY15" fmla="*/ 1274838 h 1277427"/>
                <a:gd name="connsiteX16" fmla="*/ 573915 w 652737"/>
                <a:gd name="connsiteY16" fmla="*/ 1274838 h 1277427"/>
                <a:gd name="connsiteX17" fmla="*/ 571182 w 652737"/>
                <a:gd name="connsiteY17" fmla="*/ 1274838 h 1277427"/>
                <a:gd name="connsiteX18" fmla="*/ 568592 w 652737"/>
                <a:gd name="connsiteY18" fmla="*/ 1274838 h 1277427"/>
                <a:gd name="connsiteX19" fmla="*/ 566147 w 652737"/>
                <a:gd name="connsiteY19" fmla="*/ 1274838 h 1277427"/>
                <a:gd name="connsiteX20" fmla="*/ 563702 w 652737"/>
                <a:gd name="connsiteY20" fmla="*/ 1272393 h 1277427"/>
                <a:gd name="connsiteX21" fmla="*/ 560969 w 652737"/>
                <a:gd name="connsiteY21" fmla="*/ 1272393 h 1277427"/>
                <a:gd name="connsiteX22" fmla="*/ 558524 w 652737"/>
                <a:gd name="connsiteY22" fmla="*/ 1272393 h 1277427"/>
                <a:gd name="connsiteX23" fmla="*/ 555935 w 652737"/>
                <a:gd name="connsiteY23" fmla="*/ 1272393 h 1277427"/>
                <a:gd name="connsiteX24" fmla="*/ 553490 w 652737"/>
                <a:gd name="connsiteY24" fmla="*/ 1272393 h 1277427"/>
                <a:gd name="connsiteX25" fmla="*/ 550900 w 652737"/>
                <a:gd name="connsiteY25" fmla="*/ 1272393 h 1277427"/>
                <a:gd name="connsiteX26" fmla="*/ 548311 w 652737"/>
                <a:gd name="connsiteY26" fmla="*/ 1272393 h 1277427"/>
                <a:gd name="connsiteX27" fmla="*/ 545722 w 652737"/>
                <a:gd name="connsiteY27" fmla="*/ 1272393 h 1277427"/>
                <a:gd name="connsiteX28" fmla="*/ 543277 w 652737"/>
                <a:gd name="connsiteY28" fmla="*/ 1272393 h 1277427"/>
                <a:gd name="connsiteX29" fmla="*/ 540832 w 652737"/>
                <a:gd name="connsiteY29" fmla="*/ 1272393 h 1277427"/>
                <a:gd name="connsiteX30" fmla="*/ 537955 w 652737"/>
                <a:gd name="connsiteY30" fmla="*/ 1272393 h 1277427"/>
                <a:gd name="connsiteX31" fmla="*/ 535510 w 652737"/>
                <a:gd name="connsiteY31" fmla="*/ 1272393 h 1277427"/>
                <a:gd name="connsiteX32" fmla="*/ 533065 w 652737"/>
                <a:gd name="connsiteY32" fmla="*/ 1272393 h 1277427"/>
                <a:gd name="connsiteX33" fmla="*/ 530619 w 652737"/>
                <a:gd name="connsiteY33" fmla="*/ 1272393 h 1277427"/>
                <a:gd name="connsiteX34" fmla="*/ 530619 w 652737"/>
                <a:gd name="connsiteY34" fmla="*/ 1269804 h 1277427"/>
                <a:gd name="connsiteX35" fmla="*/ 527886 w 652737"/>
                <a:gd name="connsiteY35" fmla="*/ 1269804 h 1277427"/>
                <a:gd name="connsiteX36" fmla="*/ 525297 w 652737"/>
                <a:gd name="connsiteY36" fmla="*/ 1269804 h 1277427"/>
                <a:gd name="connsiteX37" fmla="*/ 522852 w 652737"/>
                <a:gd name="connsiteY37" fmla="*/ 1269804 h 1277427"/>
                <a:gd name="connsiteX38" fmla="*/ 520407 w 652737"/>
                <a:gd name="connsiteY38" fmla="*/ 1269804 h 1277427"/>
                <a:gd name="connsiteX39" fmla="*/ 517674 w 652737"/>
                <a:gd name="connsiteY39" fmla="*/ 1269804 h 1277427"/>
                <a:gd name="connsiteX40" fmla="*/ 515085 w 652737"/>
                <a:gd name="connsiteY40" fmla="*/ 1269804 h 1277427"/>
                <a:gd name="connsiteX41" fmla="*/ 512639 w 652737"/>
                <a:gd name="connsiteY41" fmla="*/ 1269804 h 1277427"/>
                <a:gd name="connsiteX42" fmla="*/ 510194 w 652737"/>
                <a:gd name="connsiteY42" fmla="*/ 1269804 h 1277427"/>
                <a:gd name="connsiteX43" fmla="*/ 507461 w 652737"/>
                <a:gd name="connsiteY43" fmla="*/ 1269804 h 1277427"/>
                <a:gd name="connsiteX44" fmla="*/ 504872 w 652737"/>
                <a:gd name="connsiteY44" fmla="*/ 1269804 h 1277427"/>
                <a:gd name="connsiteX45" fmla="*/ 502427 w 652737"/>
                <a:gd name="connsiteY45" fmla="*/ 1269804 h 1277427"/>
                <a:gd name="connsiteX46" fmla="*/ 499982 w 652737"/>
                <a:gd name="connsiteY46" fmla="*/ 1269804 h 1277427"/>
                <a:gd name="connsiteX47" fmla="*/ 497249 w 652737"/>
                <a:gd name="connsiteY47" fmla="*/ 1269804 h 1277427"/>
                <a:gd name="connsiteX48" fmla="*/ 497249 w 652737"/>
                <a:gd name="connsiteY48" fmla="*/ 1267358 h 1277427"/>
                <a:gd name="connsiteX49" fmla="*/ 494659 w 652737"/>
                <a:gd name="connsiteY49" fmla="*/ 1267358 h 1277427"/>
                <a:gd name="connsiteX50" fmla="*/ 492214 w 652737"/>
                <a:gd name="connsiteY50" fmla="*/ 1267358 h 1277427"/>
                <a:gd name="connsiteX51" fmla="*/ 489769 w 652737"/>
                <a:gd name="connsiteY51" fmla="*/ 1267358 h 1277427"/>
                <a:gd name="connsiteX52" fmla="*/ 487036 w 652737"/>
                <a:gd name="connsiteY52" fmla="*/ 1267358 h 1277427"/>
                <a:gd name="connsiteX53" fmla="*/ 484447 w 652737"/>
                <a:gd name="connsiteY53" fmla="*/ 1267358 h 1277427"/>
                <a:gd name="connsiteX54" fmla="*/ 482002 w 652737"/>
                <a:gd name="connsiteY54" fmla="*/ 1267358 h 1277427"/>
                <a:gd name="connsiteX55" fmla="*/ 479557 w 652737"/>
                <a:gd name="connsiteY55" fmla="*/ 1267358 h 1277427"/>
                <a:gd name="connsiteX56" fmla="*/ 477111 w 652737"/>
                <a:gd name="connsiteY56" fmla="*/ 1267358 h 1277427"/>
                <a:gd name="connsiteX57" fmla="*/ 474378 w 652737"/>
                <a:gd name="connsiteY57" fmla="*/ 1267358 h 1277427"/>
                <a:gd name="connsiteX58" fmla="*/ 471789 w 652737"/>
                <a:gd name="connsiteY58" fmla="*/ 1267358 h 1277427"/>
                <a:gd name="connsiteX59" fmla="*/ 469344 w 652737"/>
                <a:gd name="connsiteY59" fmla="*/ 1267358 h 1277427"/>
                <a:gd name="connsiteX60" fmla="*/ 466899 w 652737"/>
                <a:gd name="connsiteY60" fmla="*/ 1267358 h 1277427"/>
                <a:gd name="connsiteX61" fmla="*/ 466899 w 652737"/>
                <a:gd name="connsiteY61" fmla="*/ 1264626 h 1277427"/>
                <a:gd name="connsiteX62" fmla="*/ 464166 w 652737"/>
                <a:gd name="connsiteY62" fmla="*/ 1264626 h 1277427"/>
                <a:gd name="connsiteX63" fmla="*/ 461577 w 652737"/>
                <a:gd name="connsiteY63" fmla="*/ 1264626 h 1277427"/>
                <a:gd name="connsiteX64" fmla="*/ 459131 w 652737"/>
                <a:gd name="connsiteY64" fmla="*/ 1264626 h 1277427"/>
                <a:gd name="connsiteX65" fmla="*/ 456686 w 652737"/>
                <a:gd name="connsiteY65" fmla="*/ 1264626 h 1277427"/>
                <a:gd name="connsiteX66" fmla="*/ 453809 w 652737"/>
                <a:gd name="connsiteY66" fmla="*/ 1264626 h 1277427"/>
                <a:gd name="connsiteX67" fmla="*/ 451364 w 652737"/>
                <a:gd name="connsiteY67" fmla="*/ 1264626 h 1277427"/>
                <a:gd name="connsiteX68" fmla="*/ 448919 w 652737"/>
                <a:gd name="connsiteY68" fmla="*/ 1264626 h 1277427"/>
                <a:gd name="connsiteX69" fmla="*/ 446474 w 652737"/>
                <a:gd name="connsiteY69" fmla="*/ 1264626 h 1277427"/>
                <a:gd name="connsiteX70" fmla="*/ 443741 w 652737"/>
                <a:gd name="connsiteY70" fmla="*/ 1264626 h 1277427"/>
                <a:gd name="connsiteX71" fmla="*/ 441152 w 652737"/>
                <a:gd name="connsiteY71" fmla="*/ 1264626 h 1277427"/>
                <a:gd name="connsiteX72" fmla="*/ 438706 w 652737"/>
                <a:gd name="connsiteY72" fmla="*/ 1264626 h 1277427"/>
                <a:gd name="connsiteX73" fmla="*/ 438706 w 652737"/>
                <a:gd name="connsiteY73" fmla="*/ 1262181 h 1277427"/>
                <a:gd name="connsiteX74" fmla="*/ 436261 w 652737"/>
                <a:gd name="connsiteY74" fmla="*/ 1262181 h 1277427"/>
                <a:gd name="connsiteX75" fmla="*/ 433528 w 652737"/>
                <a:gd name="connsiteY75" fmla="*/ 1262181 h 1277427"/>
                <a:gd name="connsiteX76" fmla="*/ 430939 w 652737"/>
                <a:gd name="connsiteY76" fmla="*/ 1262181 h 1277427"/>
                <a:gd name="connsiteX77" fmla="*/ 428494 w 652737"/>
                <a:gd name="connsiteY77" fmla="*/ 1262181 h 1277427"/>
                <a:gd name="connsiteX78" fmla="*/ 426049 w 652737"/>
                <a:gd name="connsiteY78" fmla="*/ 1262181 h 1277427"/>
                <a:gd name="connsiteX79" fmla="*/ 423316 w 652737"/>
                <a:gd name="connsiteY79" fmla="*/ 1262181 h 1277427"/>
                <a:gd name="connsiteX80" fmla="*/ 420727 w 652737"/>
                <a:gd name="connsiteY80" fmla="*/ 1262181 h 1277427"/>
                <a:gd name="connsiteX81" fmla="*/ 418281 w 652737"/>
                <a:gd name="connsiteY81" fmla="*/ 1262181 h 1277427"/>
                <a:gd name="connsiteX82" fmla="*/ 415836 w 652737"/>
                <a:gd name="connsiteY82" fmla="*/ 1262181 h 1277427"/>
                <a:gd name="connsiteX83" fmla="*/ 413103 w 652737"/>
                <a:gd name="connsiteY83" fmla="*/ 1262181 h 1277427"/>
                <a:gd name="connsiteX84" fmla="*/ 410514 w 652737"/>
                <a:gd name="connsiteY84" fmla="*/ 1262181 h 1277427"/>
                <a:gd name="connsiteX85" fmla="*/ 410514 w 652737"/>
                <a:gd name="connsiteY85" fmla="*/ 1259735 h 1277427"/>
                <a:gd name="connsiteX86" fmla="*/ 408069 w 652737"/>
                <a:gd name="connsiteY86" fmla="*/ 1259735 h 1277427"/>
                <a:gd name="connsiteX87" fmla="*/ 405624 w 652737"/>
                <a:gd name="connsiteY87" fmla="*/ 1259735 h 1277427"/>
                <a:gd name="connsiteX88" fmla="*/ 403035 w 652737"/>
                <a:gd name="connsiteY88" fmla="*/ 1259735 h 1277427"/>
                <a:gd name="connsiteX89" fmla="*/ 400302 w 652737"/>
                <a:gd name="connsiteY89" fmla="*/ 1259735 h 1277427"/>
                <a:gd name="connsiteX90" fmla="*/ 397856 w 652737"/>
                <a:gd name="connsiteY90" fmla="*/ 1259735 h 1277427"/>
                <a:gd name="connsiteX91" fmla="*/ 395411 w 652737"/>
                <a:gd name="connsiteY91" fmla="*/ 1259735 h 1277427"/>
                <a:gd name="connsiteX92" fmla="*/ 392822 w 652737"/>
                <a:gd name="connsiteY92" fmla="*/ 1259735 h 1277427"/>
                <a:gd name="connsiteX93" fmla="*/ 390089 w 652737"/>
                <a:gd name="connsiteY93" fmla="*/ 1259735 h 1277427"/>
                <a:gd name="connsiteX94" fmla="*/ 387644 w 652737"/>
                <a:gd name="connsiteY94" fmla="*/ 1259735 h 1277427"/>
                <a:gd name="connsiteX95" fmla="*/ 385199 w 652737"/>
                <a:gd name="connsiteY95" fmla="*/ 1259735 h 1277427"/>
                <a:gd name="connsiteX96" fmla="*/ 382753 w 652737"/>
                <a:gd name="connsiteY96" fmla="*/ 1257146 h 1277427"/>
                <a:gd name="connsiteX97" fmla="*/ 379877 w 652737"/>
                <a:gd name="connsiteY97" fmla="*/ 1257146 h 1277427"/>
                <a:gd name="connsiteX98" fmla="*/ 377431 w 652737"/>
                <a:gd name="connsiteY98" fmla="*/ 1257146 h 1277427"/>
                <a:gd name="connsiteX99" fmla="*/ 374986 w 652737"/>
                <a:gd name="connsiteY99" fmla="*/ 1257146 h 1277427"/>
                <a:gd name="connsiteX100" fmla="*/ 372541 w 652737"/>
                <a:gd name="connsiteY100" fmla="*/ 1257146 h 1277427"/>
                <a:gd name="connsiteX101" fmla="*/ 369808 w 652737"/>
                <a:gd name="connsiteY101" fmla="*/ 1257146 h 1277427"/>
                <a:gd name="connsiteX102" fmla="*/ 367219 w 652737"/>
                <a:gd name="connsiteY102" fmla="*/ 1257146 h 1277427"/>
                <a:gd name="connsiteX103" fmla="*/ 364774 w 652737"/>
                <a:gd name="connsiteY103" fmla="*/ 1257146 h 1277427"/>
                <a:gd name="connsiteX104" fmla="*/ 362328 w 652737"/>
                <a:gd name="connsiteY104" fmla="*/ 1257146 h 1277427"/>
                <a:gd name="connsiteX105" fmla="*/ 359596 w 652737"/>
                <a:gd name="connsiteY105" fmla="*/ 1257146 h 1277427"/>
                <a:gd name="connsiteX106" fmla="*/ 357006 w 652737"/>
                <a:gd name="connsiteY106" fmla="*/ 1254413 h 1277427"/>
                <a:gd name="connsiteX107" fmla="*/ 354561 w 652737"/>
                <a:gd name="connsiteY107" fmla="*/ 1254413 h 1277427"/>
                <a:gd name="connsiteX108" fmla="*/ 352116 w 652737"/>
                <a:gd name="connsiteY108" fmla="*/ 1254413 h 1277427"/>
                <a:gd name="connsiteX109" fmla="*/ 349383 w 652737"/>
                <a:gd name="connsiteY109" fmla="*/ 1254413 h 1277427"/>
                <a:gd name="connsiteX110" fmla="*/ 346794 w 652737"/>
                <a:gd name="connsiteY110" fmla="*/ 1254413 h 1277427"/>
                <a:gd name="connsiteX111" fmla="*/ 344349 w 652737"/>
                <a:gd name="connsiteY111" fmla="*/ 1254413 h 1277427"/>
                <a:gd name="connsiteX112" fmla="*/ 341903 w 652737"/>
                <a:gd name="connsiteY112" fmla="*/ 1254413 h 1277427"/>
                <a:gd name="connsiteX113" fmla="*/ 339170 w 652737"/>
                <a:gd name="connsiteY113" fmla="*/ 1254413 h 1277427"/>
                <a:gd name="connsiteX114" fmla="*/ 336581 w 652737"/>
                <a:gd name="connsiteY114" fmla="*/ 1254413 h 1277427"/>
                <a:gd name="connsiteX115" fmla="*/ 334136 w 652737"/>
                <a:gd name="connsiteY115" fmla="*/ 1251968 h 1277427"/>
                <a:gd name="connsiteX116" fmla="*/ 331691 w 652737"/>
                <a:gd name="connsiteY116" fmla="*/ 1251968 h 1277427"/>
                <a:gd name="connsiteX117" fmla="*/ 329102 w 652737"/>
                <a:gd name="connsiteY117" fmla="*/ 1251968 h 1277427"/>
                <a:gd name="connsiteX118" fmla="*/ 326369 w 652737"/>
                <a:gd name="connsiteY118" fmla="*/ 1251968 h 1277427"/>
                <a:gd name="connsiteX119" fmla="*/ 323924 w 652737"/>
                <a:gd name="connsiteY119" fmla="*/ 1251968 h 1277427"/>
                <a:gd name="connsiteX120" fmla="*/ 321478 w 652737"/>
                <a:gd name="connsiteY120" fmla="*/ 1251968 h 1277427"/>
                <a:gd name="connsiteX121" fmla="*/ 319033 w 652737"/>
                <a:gd name="connsiteY121" fmla="*/ 1251968 h 1277427"/>
                <a:gd name="connsiteX122" fmla="*/ 316156 w 652737"/>
                <a:gd name="connsiteY122" fmla="*/ 1251968 h 1277427"/>
                <a:gd name="connsiteX123" fmla="*/ 313711 w 652737"/>
                <a:gd name="connsiteY123" fmla="*/ 1251968 h 1277427"/>
                <a:gd name="connsiteX124" fmla="*/ 311266 w 652737"/>
                <a:gd name="connsiteY124" fmla="*/ 1249523 h 1277427"/>
                <a:gd name="connsiteX125" fmla="*/ 308677 w 652737"/>
                <a:gd name="connsiteY125" fmla="*/ 1249523 h 1277427"/>
                <a:gd name="connsiteX126" fmla="*/ 305944 w 652737"/>
                <a:gd name="connsiteY126" fmla="*/ 1249523 h 1277427"/>
                <a:gd name="connsiteX127" fmla="*/ 303499 w 652737"/>
                <a:gd name="connsiteY127" fmla="*/ 1249523 h 1277427"/>
                <a:gd name="connsiteX128" fmla="*/ 301053 w 652737"/>
                <a:gd name="connsiteY128" fmla="*/ 1249523 h 1277427"/>
                <a:gd name="connsiteX129" fmla="*/ 298608 w 652737"/>
                <a:gd name="connsiteY129" fmla="*/ 1249523 h 1277427"/>
                <a:gd name="connsiteX130" fmla="*/ 295875 w 652737"/>
                <a:gd name="connsiteY130" fmla="*/ 1249523 h 1277427"/>
                <a:gd name="connsiteX131" fmla="*/ 293286 w 652737"/>
                <a:gd name="connsiteY131" fmla="*/ 1249523 h 1277427"/>
                <a:gd name="connsiteX132" fmla="*/ 290841 w 652737"/>
                <a:gd name="connsiteY132" fmla="*/ 1249523 h 1277427"/>
                <a:gd name="connsiteX133" fmla="*/ 288396 w 652737"/>
                <a:gd name="connsiteY133" fmla="*/ 1246934 h 1277427"/>
                <a:gd name="connsiteX134" fmla="*/ 285519 w 652737"/>
                <a:gd name="connsiteY134" fmla="*/ 1246934 h 1277427"/>
                <a:gd name="connsiteX135" fmla="*/ 283074 w 652737"/>
                <a:gd name="connsiteY135" fmla="*/ 1246934 h 1277427"/>
                <a:gd name="connsiteX136" fmla="*/ 280628 w 652737"/>
                <a:gd name="connsiteY136" fmla="*/ 1246934 h 1277427"/>
                <a:gd name="connsiteX137" fmla="*/ 278183 w 652737"/>
                <a:gd name="connsiteY137" fmla="*/ 1246934 h 1277427"/>
                <a:gd name="connsiteX138" fmla="*/ 275450 w 652737"/>
                <a:gd name="connsiteY138" fmla="*/ 1246934 h 1277427"/>
                <a:gd name="connsiteX139" fmla="*/ 272861 w 652737"/>
                <a:gd name="connsiteY139" fmla="*/ 1246934 h 1277427"/>
                <a:gd name="connsiteX140" fmla="*/ 270416 w 652737"/>
                <a:gd name="connsiteY140" fmla="*/ 1246934 h 1277427"/>
                <a:gd name="connsiteX141" fmla="*/ 267971 w 652737"/>
                <a:gd name="connsiteY141" fmla="*/ 1246934 h 1277427"/>
                <a:gd name="connsiteX142" fmla="*/ 265238 w 652737"/>
                <a:gd name="connsiteY142" fmla="*/ 1244201 h 1277427"/>
                <a:gd name="connsiteX143" fmla="*/ 262649 w 652737"/>
                <a:gd name="connsiteY143" fmla="*/ 1244201 h 1277427"/>
                <a:gd name="connsiteX144" fmla="*/ 260203 w 652737"/>
                <a:gd name="connsiteY144" fmla="*/ 1244201 h 1277427"/>
                <a:gd name="connsiteX145" fmla="*/ 257758 w 652737"/>
                <a:gd name="connsiteY145" fmla="*/ 1244201 h 1277427"/>
                <a:gd name="connsiteX146" fmla="*/ 255169 w 652737"/>
                <a:gd name="connsiteY146" fmla="*/ 1244201 h 1277427"/>
                <a:gd name="connsiteX147" fmla="*/ 252436 w 652737"/>
                <a:gd name="connsiteY147" fmla="*/ 1244201 h 1277427"/>
                <a:gd name="connsiteX148" fmla="*/ 249991 w 652737"/>
                <a:gd name="connsiteY148" fmla="*/ 1244201 h 1277427"/>
                <a:gd name="connsiteX149" fmla="*/ 247546 w 652737"/>
                <a:gd name="connsiteY149" fmla="*/ 1244201 h 1277427"/>
                <a:gd name="connsiteX150" fmla="*/ 244956 w 652737"/>
                <a:gd name="connsiteY150" fmla="*/ 1241755 h 1277427"/>
                <a:gd name="connsiteX151" fmla="*/ 242223 w 652737"/>
                <a:gd name="connsiteY151" fmla="*/ 1241755 h 1277427"/>
                <a:gd name="connsiteX152" fmla="*/ 239778 w 652737"/>
                <a:gd name="connsiteY152" fmla="*/ 1241755 h 1277427"/>
                <a:gd name="connsiteX153" fmla="*/ 237333 w 652737"/>
                <a:gd name="connsiteY153" fmla="*/ 1241755 h 1277427"/>
                <a:gd name="connsiteX154" fmla="*/ 234744 w 652737"/>
                <a:gd name="connsiteY154" fmla="*/ 1241755 h 1277427"/>
                <a:gd name="connsiteX155" fmla="*/ 232011 w 652737"/>
                <a:gd name="connsiteY155" fmla="*/ 1241755 h 1277427"/>
                <a:gd name="connsiteX156" fmla="*/ 229566 w 652737"/>
                <a:gd name="connsiteY156" fmla="*/ 1241755 h 1277427"/>
                <a:gd name="connsiteX157" fmla="*/ 227121 w 652737"/>
                <a:gd name="connsiteY157" fmla="*/ 1241755 h 1277427"/>
                <a:gd name="connsiteX158" fmla="*/ 224675 w 652737"/>
                <a:gd name="connsiteY158" fmla="*/ 1241755 h 1277427"/>
                <a:gd name="connsiteX159" fmla="*/ 224675 w 652737"/>
                <a:gd name="connsiteY159" fmla="*/ 1239310 h 1277427"/>
                <a:gd name="connsiteX160" fmla="*/ 221942 w 652737"/>
                <a:gd name="connsiteY160" fmla="*/ 1239310 h 1277427"/>
                <a:gd name="connsiteX161" fmla="*/ 219353 w 652737"/>
                <a:gd name="connsiteY161" fmla="*/ 1239310 h 1277427"/>
                <a:gd name="connsiteX162" fmla="*/ 216908 w 652737"/>
                <a:gd name="connsiteY162" fmla="*/ 1239310 h 1277427"/>
                <a:gd name="connsiteX163" fmla="*/ 214463 w 652737"/>
                <a:gd name="connsiteY163" fmla="*/ 1239310 h 1277427"/>
                <a:gd name="connsiteX164" fmla="*/ 211586 w 652737"/>
                <a:gd name="connsiteY164" fmla="*/ 1239310 h 1277427"/>
                <a:gd name="connsiteX165" fmla="*/ 209141 w 652737"/>
                <a:gd name="connsiteY165" fmla="*/ 1239310 h 1277427"/>
                <a:gd name="connsiteX166" fmla="*/ 206695 w 652737"/>
                <a:gd name="connsiteY166" fmla="*/ 1239310 h 1277427"/>
                <a:gd name="connsiteX167" fmla="*/ 204250 w 652737"/>
                <a:gd name="connsiteY167" fmla="*/ 1236721 h 1277427"/>
                <a:gd name="connsiteX168" fmla="*/ 201517 w 652737"/>
                <a:gd name="connsiteY168" fmla="*/ 1236721 h 1277427"/>
                <a:gd name="connsiteX169" fmla="*/ 198928 w 652737"/>
                <a:gd name="connsiteY169" fmla="*/ 1236721 h 1277427"/>
                <a:gd name="connsiteX170" fmla="*/ 196483 w 652737"/>
                <a:gd name="connsiteY170" fmla="*/ 1236721 h 1277427"/>
                <a:gd name="connsiteX171" fmla="*/ 194038 w 652737"/>
                <a:gd name="connsiteY171" fmla="*/ 1236721 h 1277427"/>
                <a:gd name="connsiteX172" fmla="*/ 191305 w 652737"/>
                <a:gd name="connsiteY172" fmla="*/ 1236721 h 1277427"/>
                <a:gd name="connsiteX173" fmla="*/ 188716 w 652737"/>
                <a:gd name="connsiteY173" fmla="*/ 1236721 h 1277427"/>
                <a:gd name="connsiteX174" fmla="*/ 186270 w 652737"/>
                <a:gd name="connsiteY174" fmla="*/ 1236721 h 1277427"/>
                <a:gd name="connsiteX175" fmla="*/ 183825 w 652737"/>
                <a:gd name="connsiteY175" fmla="*/ 1233988 h 1277427"/>
                <a:gd name="connsiteX176" fmla="*/ 181236 w 652737"/>
                <a:gd name="connsiteY176" fmla="*/ 1233988 h 1277427"/>
                <a:gd name="connsiteX177" fmla="*/ 178503 w 652737"/>
                <a:gd name="connsiteY177" fmla="*/ 1233988 h 1277427"/>
                <a:gd name="connsiteX178" fmla="*/ 176058 w 652737"/>
                <a:gd name="connsiteY178" fmla="*/ 1233988 h 1277427"/>
                <a:gd name="connsiteX179" fmla="*/ 173613 w 652737"/>
                <a:gd name="connsiteY179" fmla="*/ 1233988 h 1277427"/>
                <a:gd name="connsiteX180" fmla="*/ 171024 w 652737"/>
                <a:gd name="connsiteY180" fmla="*/ 1233988 h 1277427"/>
                <a:gd name="connsiteX181" fmla="*/ 168291 w 652737"/>
                <a:gd name="connsiteY181" fmla="*/ 1233988 h 1277427"/>
                <a:gd name="connsiteX182" fmla="*/ 165845 w 652737"/>
                <a:gd name="connsiteY182" fmla="*/ 1233988 h 1277427"/>
                <a:gd name="connsiteX183" fmla="*/ 165845 w 652737"/>
                <a:gd name="connsiteY183" fmla="*/ 1231543 h 1277427"/>
                <a:gd name="connsiteX184" fmla="*/ 163400 w 652737"/>
                <a:gd name="connsiteY184" fmla="*/ 1231543 h 1277427"/>
                <a:gd name="connsiteX185" fmla="*/ 160811 w 652737"/>
                <a:gd name="connsiteY185" fmla="*/ 1231543 h 1277427"/>
                <a:gd name="connsiteX186" fmla="*/ 158078 w 652737"/>
                <a:gd name="connsiteY186" fmla="*/ 1231543 h 1277427"/>
                <a:gd name="connsiteX187" fmla="*/ 155633 w 652737"/>
                <a:gd name="connsiteY187" fmla="*/ 1231543 h 1277427"/>
                <a:gd name="connsiteX188" fmla="*/ 153188 w 652737"/>
                <a:gd name="connsiteY188" fmla="*/ 1231543 h 1277427"/>
                <a:gd name="connsiteX189" fmla="*/ 150599 w 652737"/>
                <a:gd name="connsiteY189" fmla="*/ 1231543 h 1277427"/>
                <a:gd name="connsiteX190" fmla="*/ 147866 w 652737"/>
                <a:gd name="connsiteY190" fmla="*/ 1231543 h 1277427"/>
                <a:gd name="connsiteX191" fmla="*/ 145420 w 652737"/>
                <a:gd name="connsiteY191" fmla="*/ 1229097 h 1277427"/>
                <a:gd name="connsiteX192" fmla="*/ 142975 w 652737"/>
                <a:gd name="connsiteY192" fmla="*/ 1229097 h 1277427"/>
                <a:gd name="connsiteX193" fmla="*/ 140530 w 652737"/>
                <a:gd name="connsiteY193" fmla="*/ 1229097 h 1277427"/>
                <a:gd name="connsiteX194" fmla="*/ 137653 w 652737"/>
                <a:gd name="connsiteY194" fmla="*/ 1229097 h 1277427"/>
                <a:gd name="connsiteX195" fmla="*/ 135208 w 652737"/>
                <a:gd name="connsiteY195" fmla="*/ 1229097 h 1277427"/>
                <a:gd name="connsiteX196" fmla="*/ 132763 w 652737"/>
                <a:gd name="connsiteY196" fmla="*/ 1229097 h 1277427"/>
                <a:gd name="connsiteX197" fmla="*/ 130174 w 652737"/>
                <a:gd name="connsiteY197" fmla="*/ 1229097 h 1277427"/>
                <a:gd name="connsiteX198" fmla="*/ 127584 w 652737"/>
                <a:gd name="connsiteY198" fmla="*/ 1226508 h 1277427"/>
                <a:gd name="connsiteX199" fmla="*/ 124995 w 652737"/>
                <a:gd name="connsiteY199" fmla="*/ 1226508 h 1277427"/>
                <a:gd name="connsiteX200" fmla="*/ 122550 w 652737"/>
                <a:gd name="connsiteY200" fmla="*/ 1226508 h 1277427"/>
                <a:gd name="connsiteX201" fmla="*/ 120105 w 652737"/>
                <a:gd name="connsiteY201" fmla="*/ 1226508 h 1277427"/>
                <a:gd name="connsiteX202" fmla="*/ 117372 w 652737"/>
                <a:gd name="connsiteY202" fmla="*/ 1226508 h 1277427"/>
                <a:gd name="connsiteX203" fmla="*/ 114783 w 652737"/>
                <a:gd name="connsiteY203" fmla="*/ 1226508 h 1277427"/>
                <a:gd name="connsiteX204" fmla="*/ 112338 w 652737"/>
                <a:gd name="connsiteY204" fmla="*/ 1226508 h 1277427"/>
                <a:gd name="connsiteX205" fmla="*/ 109892 w 652737"/>
                <a:gd name="connsiteY205" fmla="*/ 1223776 h 1277427"/>
                <a:gd name="connsiteX206" fmla="*/ 107303 w 652737"/>
                <a:gd name="connsiteY206" fmla="*/ 1223776 h 1277427"/>
                <a:gd name="connsiteX207" fmla="*/ 104570 w 652737"/>
                <a:gd name="connsiteY207" fmla="*/ 1223776 h 1277427"/>
                <a:gd name="connsiteX208" fmla="*/ 102125 w 652737"/>
                <a:gd name="connsiteY208" fmla="*/ 1223776 h 1277427"/>
                <a:gd name="connsiteX209" fmla="*/ 99680 w 652737"/>
                <a:gd name="connsiteY209" fmla="*/ 1223776 h 1277427"/>
                <a:gd name="connsiteX210" fmla="*/ 97091 w 652737"/>
                <a:gd name="connsiteY210" fmla="*/ 1223776 h 1277427"/>
                <a:gd name="connsiteX211" fmla="*/ 94358 w 652737"/>
                <a:gd name="connsiteY211" fmla="*/ 1223776 h 1277427"/>
                <a:gd name="connsiteX212" fmla="*/ 91913 w 652737"/>
                <a:gd name="connsiteY212" fmla="*/ 1221331 h 1277427"/>
                <a:gd name="connsiteX213" fmla="*/ 89467 w 652737"/>
                <a:gd name="connsiteY213" fmla="*/ 1221331 h 1277427"/>
                <a:gd name="connsiteX214" fmla="*/ 86878 w 652737"/>
                <a:gd name="connsiteY214" fmla="*/ 1221331 h 1277427"/>
                <a:gd name="connsiteX215" fmla="*/ 84145 w 652737"/>
                <a:gd name="connsiteY215" fmla="*/ 1221331 h 1277427"/>
                <a:gd name="connsiteX216" fmla="*/ 81700 w 652737"/>
                <a:gd name="connsiteY216" fmla="*/ 1221331 h 1277427"/>
                <a:gd name="connsiteX217" fmla="*/ 79255 w 652737"/>
                <a:gd name="connsiteY217" fmla="*/ 1221331 h 1277427"/>
                <a:gd name="connsiteX218" fmla="*/ 76666 w 652737"/>
                <a:gd name="connsiteY218" fmla="*/ 1221331 h 1277427"/>
                <a:gd name="connsiteX219" fmla="*/ 76666 w 652737"/>
                <a:gd name="connsiteY219" fmla="*/ 1218885 h 1277427"/>
                <a:gd name="connsiteX220" fmla="*/ 73933 w 652737"/>
                <a:gd name="connsiteY220" fmla="*/ 1218885 h 1277427"/>
                <a:gd name="connsiteX221" fmla="*/ 71488 w 652737"/>
                <a:gd name="connsiteY221" fmla="*/ 1218885 h 1277427"/>
                <a:gd name="connsiteX222" fmla="*/ 69042 w 652737"/>
                <a:gd name="connsiteY222" fmla="*/ 1218885 h 1277427"/>
                <a:gd name="connsiteX223" fmla="*/ 66597 w 652737"/>
                <a:gd name="connsiteY223" fmla="*/ 1218885 h 1277427"/>
                <a:gd name="connsiteX224" fmla="*/ 63720 w 652737"/>
                <a:gd name="connsiteY224" fmla="*/ 1218885 h 1277427"/>
                <a:gd name="connsiteX225" fmla="*/ 61275 w 652737"/>
                <a:gd name="connsiteY225" fmla="*/ 1218885 h 1277427"/>
                <a:gd name="connsiteX226" fmla="*/ 58830 w 652737"/>
                <a:gd name="connsiteY226" fmla="*/ 1216296 h 1277427"/>
                <a:gd name="connsiteX227" fmla="*/ 56241 w 652737"/>
                <a:gd name="connsiteY227" fmla="*/ 1216296 h 1277427"/>
                <a:gd name="connsiteX228" fmla="*/ 53508 w 652737"/>
                <a:gd name="connsiteY228" fmla="*/ 1216296 h 1277427"/>
                <a:gd name="connsiteX229" fmla="*/ 51062 w 652737"/>
                <a:gd name="connsiteY229" fmla="*/ 1216296 h 1277427"/>
                <a:gd name="connsiteX230" fmla="*/ 48617 w 652737"/>
                <a:gd name="connsiteY230" fmla="*/ 1216296 h 1277427"/>
                <a:gd name="connsiteX231" fmla="*/ 46172 w 652737"/>
                <a:gd name="connsiteY231" fmla="*/ 1216296 h 1277427"/>
                <a:gd name="connsiteX232" fmla="*/ 43439 w 652737"/>
                <a:gd name="connsiteY232" fmla="*/ 1216296 h 1277427"/>
                <a:gd name="connsiteX233" fmla="*/ 43439 w 652737"/>
                <a:gd name="connsiteY233" fmla="*/ 1213563 h 1277427"/>
                <a:gd name="connsiteX234" fmla="*/ 40850 w 652737"/>
                <a:gd name="connsiteY234" fmla="*/ 1213563 h 1277427"/>
                <a:gd name="connsiteX235" fmla="*/ 38405 w 652737"/>
                <a:gd name="connsiteY235" fmla="*/ 1213563 h 1277427"/>
                <a:gd name="connsiteX236" fmla="*/ 35960 w 652737"/>
                <a:gd name="connsiteY236" fmla="*/ 1213563 h 1277427"/>
                <a:gd name="connsiteX237" fmla="*/ 33370 w 652737"/>
                <a:gd name="connsiteY237" fmla="*/ 1213563 h 1277427"/>
                <a:gd name="connsiteX238" fmla="*/ 30637 w 652737"/>
                <a:gd name="connsiteY238" fmla="*/ 1213563 h 1277427"/>
                <a:gd name="connsiteX239" fmla="*/ 28192 w 652737"/>
                <a:gd name="connsiteY239" fmla="*/ 1213563 h 1277427"/>
                <a:gd name="connsiteX240" fmla="*/ 25747 w 652737"/>
                <a:gd name="connsiteY240" fmla="*/ 1211118 h 1277427"/>
                <a:gd name="connsiteX241" fmla="*/ 23158 w 652737"/>
                <a:gd name="connsiteY241" fmla="*/ 1211118 h 1277427"/>
                <a:gd name="connsiteX242" fmla="*/ 20425 w 652737"/>
                <a:gd name="connsiteY242" fmla="*/ 1211118 h 1277427"/>
                <a:gd name="connsiteX243" fmla="*/ 17980 w 652737"/>
                <a:gd name="connsiteY243" fmla="*/ 1211118 h 1277427"/>
                <a:gd name="connsiteX244" fmla="*/ 15534 w 652737"/>
                <a:gd name="connsiteY244" fmla="*/ 1211118 h 1277427"/>
                <a:gd name="connsiteX245" fmla="*/ 12945 w 652737"/>
                <a:gd name="connsiteY245" fmla="*/ 1211118 h 1277427"/>
                <a:gd name="connsiteX246" fmla="*/ 10213 w 652737"/>
                <a:gd name="connsiteY246" fmla="*/ 1211118 h 1277427"/>
                <a:gd name="connsiteX247" fmla="*/ 10213 w 652737"/>
                <a:gd name="connsiteY247" fmla="*/ 1208673 h 1277427"/>
                <a:gd name="connsiteX248" fmla="*/ 7767 w 652737"/>
                <a:gd name="connsiteY248" fmla="*/ 1208673 h 1277427"/>
                <a:gd name="connsiteX249" fmla="*/ 5322 w 652737"/>
                <a:gd name="connsiteY249" fmla="*/ 1208673 h 1277427"/>
                <a:gd name="connsiteX250" fmla="*/ 2733 w 652737"/>
                <a:gd name="connsiteY250" fmla="*/ 1208673 h 1277427"/>
                <a:gd name="connsiteX251" fmla="*/ 0 w 652737"/>
                <a:gd name="connsiteY251" fmla="*/ 1208673 h 1277427"/>
                <a:gd name="connsiteX252" fmla="*/ 2733 w 652737"/>
                <a:gd name="connsiteY252" fmla="*/ 1198460 h 1277427"/>
                <a:gd name="connsiteX253" fmla="*/ 5322 w 652737"/>
                <a:gd name="connsiteY253" fmla="*/ 1188247 h 1277427"/>
                <a:gd name="connsiteX254" fmla="*/ 5322 w 652737"/>
                <a:gd name="connsiteY254" fmla="*/ 1180480 h 1277427"/>
                <a:gd name="connsiteX255" fmla="*/ 7767 w 652737"/>
                <a:gd name="connsiteY255" fmla="*/ 1170268 h 1277427"/>
                <a:gd name="connsiteX256" fmla="*/ 7767 w 652737"/>
                <a:gd name="connsiteY256" fmla="*/ 1167823 h 1277427"/>
                <a:gd name="connsiteX257" fmla="*/ 7767 w 652737"/>
                <a:gd name="connsiteY257" fmla="*/ 1165377 h 1277427"/>
                <a:gd name="connsiteX258" fmla="*/ 10213 w 652737"/>
                <a:gd name="connsiteY258" fmla="*/ 1155165 h 1277427"/>
                <a:gd name="connsiteX259" fmla="*/ 10213 w 652737"/>
                <a:gd name="connsiteY259" fmla="*/ 1152576 h 1277427"/>
                <a:gd name="connsiteX260" fmla="*/ 10213 w 652737"/>
                <a:gd name="connsiteY260" fmla="*/ 1149843 h 1277427"/>
                <a:gd name="connsiteX261" fmla="*/ 10213 w 652737"/>
                <a:gd name="connsiteY261" fmla="*/ 1147397 h 1277427"/>
                <a:gd name="connsiteX262" fmla="*/ 10213 w 652737"/>
                <a:gd name="connsiteY262" fmla="*/ 1144952 h 1277427"/>
                <a:gd name="connsiteX263" fmla="*/ 12945 w 652737"/>
                <a:gd name="connsiteY263" fmla="*/ 1137185 h 1277427"/>
                <a:gd name="connsiteX264" fmla="*/ 12945 w 652737"/>
                <a:gd name="connsiteY264" fmla="*/ 1129418 h 1277427"/>
                <a:gd name="connsiteX265" fmla="*/ 12945 w 652737"/>
                <a:gd name="connsiteY265" fmla="*/ 1126973 h 1277427"/>
                <a:gd name="connsiteX266" fmla="*/ 15534 w 652737"/>
                <a:gd name="connsiteY266" fmla="*/ 1126973 h 1277427"/>
                <a:gd name="connsiteX267" fmla="*/ 15534 w 652737"/>
                <a:gd name="connsiteY267" fmla="*/ 1124527 h 1277427"/>
                <a:gd name="connsiteX268" fmla="*/ 17980 w 652737"/>
                <a:gd name="connsiteY268" fmla="*/ 1106547 h 1277427"/>
                <a:gd name="connsiteX269" fmla="*/ 17980 w 652737"/>
                <a:gd name="connsiteY269" fmla="*/ 1104102 h 1277427"/>
                <a:gd name="connsiteX270" fmla="*/ 17980 w 652737"/>
                <a:gd name="connsiteY270" fmla="*/ 1101657 h 1277427"/>
                <a:gd name="connsiteX271" fmla="*/ 17980 w 652737"/>
                <a:gd name="connsiteY271" fmla="*/ 1098924 h 1277427"/>
                <a:gd name="connsiteX272" fmla="*/ 20425 w 652737"/>
                <a:gd name="connsiteY272" fmla="*/ 1096335 h 1277427"/>
                <a:gd name="connsiteX273" fmla="*/ 20425 w 652737"/>
                <a:gd name="connsiteY273" fmla="*/ 1093890 h 1277427"/>
                <a:gd name="connsiteX274" fmla="*/ 20425 w 652737"/>
                <a:gd name="connsiteY274" fmla="*/ 1091445 h 1277427"/>
                <a:gd name="connsiteX275" fmla="*/ 20425 w 652737"/>
                <a:gd name="connsiteY275" fmla="*/ 1088855 h 1277427"/>
                <a:gd name="connsiteX276" fmla="*/ 20425 w 652737"/>
                <a:gd name="connsiteY276" fmla="*/ 1086122 h 1277427"/>
                <a:gd name="connsiteX277" fmla="*/ 20425 w 652737"/>
                <a:gd name="connsiteY277" fmla="*/ 1083677 h 1277427"/>
                <a:gd name="connsiteX278" fmla="*/ 23158 w 652737"/>
                <a:gd name="connsiteY278" fmla="*/ 1075910 h 1277427"/>
                <a:gd name="connsiteX279" fmla="*/ 23158 w 652737"/>
                <a:gd name="connsiteY279" fmla="*/ 1073465 h 1277427"/>
                <a:gd name="connsiteX280" fmla="*/ 25747 w 652737"/>
                <a:gd name="connsiteY280" fmla="*/ 1063252 h 1277427"/>
                <a:gd name="connsiteX281" fmla="*/ 25747 w 652737"/>
                <a:gd name="connsiteY281" fmla="*/ 1058218 h 1277427"/>
                <a:gd name="connsiteX282" fmla="*/ 25747 w 652737"/>
                <a:gd name="connsiteY282" fmla="*/ 1055485 h 1277427"/>
                <a:gd name="connsiteX283" fmla="*/ 28192 w 652737"/>
                <a:gd name="connsiteY283" fmla="*/ 1048005 h 1277427"/>
                <a:gd name="connsiteX284" fmla="*/ 28192 w 652737"/>
                <a:gd name="connsiteY284" fmla="*/ 1045272 h 1277427"/>
                <a:gd name="connsiteX285" fmla="*/ 28192 w 652737"/>
                <a:gd name="connsiteY285" fmla="*/ 1042827 h 1277427"/>
                <a:gd name="connsiteX286" fmla="*/ 28192 w 652737"/>
                <a:gd name="connsiteY286" fmla="*/ 1040382 h 1277427"/>
                <a:gd name="connsiteX287" fmla="*/ 28192 w 652737"/>
                <a:gd name="connsiteY287" fmla="*/ 1032614 h 1277427"/>
                <a:gd name="connsiteX288" fmla="*/ 30637 w 652737"/>
                <a:gd name="connsiteY288" fmla="*/ 1030169 h 1277427"/>
                <a:gd name="connsiteX289" fmla="*/ 30637 w 652737"/>
                <a:gd name="connsiteY289" fmla="*/ 1019957 h 1277427"/>
                <a:gd name="connsiteX290" fmla="*/ 30637 w 652737"/>
                <a:gd name="connsiteY290" fmla="*/ 1017368 h 1277427"/>
                <a:gd name="connsiteX291" fmla="*/ 33370 w 652737"/>
                <a:gd name="connsiteY291" fmla="*/ 1017368 h 1277427"/>
                <a:gd name="connsiteX292" fmla="*/ 33370 w 652737"/>
                <a:gd name="connsiteY292" fmla="*/ 1014635 h 1277427"/>
                <a:gd name="connsiteX293" fmla="*/ 33370 w 652737"/>
                <a:gd name="connsiteY293" fmla="*/ 1009744 h 1277427"/>
                <a:gd name="connsiteX294" fmla="*/ 33370 w 652737"/>
                <a:gd name="connsiteY294" fmla="*/ 1001977 h 1277427"/>
                <a:gd name="connsiteX295" fmla="*/ 35960 w 652737"/>
                <a:gd name="connsiteY295" fmla="*/ 997086 h 1277427"/>
                <a:gd name="connsiteX296" fmla="*/ 35960 w 652737"/>
                <a:gd name="connsiteY296" fmla="*/ 994497 h 1277427"/>
                <a:gd name="connsiteX297" fmla="*/ 35960 w 652737"/>
                <a:gd name="connsiteY297" fmla="*/ 991764 h 1277427"/>
                <a:gd name="connsiteX298" fmla="*/ 35960 w 652737"/>
                <a:gd name="connsiteY298" fmla="*/ 986874 h 1277427"/>
                <a:gd name="connsiteX299" fmla="*/ 38405 w 652737"/>
                <a:gd name="connsiteY299" fmla="*/ 984285 h 1277427"/>
                <a:gd name="connsiteX300" fmla="*/ 38405 w 652737"/>
                <a:gd name="connsiteY300" fmla="*/ 981552 h 1277427"/>
                <a:gd name="connsiteX301" fmla="*/ 38405 w 652737"/>
                <a:gd name="connsiteY301" fmla="*/ 979107 h 1277427"/>
                <a:gd name="connsiteX302" fmla="*/ 38405 w 652737"/>
                <a:gd name="connsiteY302" fmla="*/ 976662 h 1277427"/>
                <a:gd name="connsiteX303" fmla="*/ 38405 w 652737"/>
                <a:gd name="connsiteY303" fmla="*/ 974073 h 1277427"/>
                <a:gd name="connsiteX304" fmla="*/ 38405 w 652737"/>
                <a:gd name="connsiteY304" fmla="*/ 971340 h 1277427"/>
                <a:gd name="connsiteX305" fmla="*/ 40850 w 652737"/>
                <a:gd name="connsiteY305" fmla="*/ 968894 h 1277427"/>
                <a:gd name="connsiteX306" fmla="*/ 40850 w 652737"/>
                <a:gd name="connsiteY306" fmla="*/ 966449 h 1277427"/>
                <a:gd name="connsiteX307" fmla="*/ 40850 w 652737"/>
                <a:gd name="connsiteY307" fmla="*/ 963860 h 1277427"/>
                <a:gd name="connsiteX308" fmla="*/ 40850 w 652737"/>
                <a:gd name="connsiteY308" fmla="*/ 961127 h 1277427"/>
                <a:gd name="connsiteX309" fmla="*/ 40850 w 652737"/>
                <a:gd name="connsiteY309" fmla="*/ 958682 h 1277427"/>
                <a:gd name="connsiteX310" fmla="*/ 40850 w 652737"/>
                <a:gd name="connsiteY310" fmla="*/ 956236 h 1277427"/>
                <a:gd name="connsiteX311" fmla="*/ 40850 w 652737"/>
                <a:gd name="connsiteY311" fmla="*/ 953791 h 1277427"/>
                <a:gd name="connsiteX312" fmla="*/ 43439 w 652737"/>
                <a:gd name="connsiteY312" fmla="*/ 953791 h 1277427"/>
                <a:gd name="connsiteX313" fmla="*/ 43439 w 652737"/>
                <a:gd name="connsiteY313" fmla="*/ 950914 h 1277427"/>
                <a:gd name="connsiteX314" fmla="*/ 43439 w 652737"/>
                <a:gd name="connsiteY314" fmla="*/ 946024 h 1277427"/>
                <a:gd name="connsiteX315" fmla="*/ 43439 w 652737"/>
                <a:gd name="connsiteY315" fmla="*/ 940702 h 1277427"/>
                <a:gd name="connsiteX316" fmla="*/ 43439 w 652737"/>
                <a:gd name="connsiteY316" fmla="*/ 938257 h 1277427"/>
                <a:gd name="connsiteX317" fmla="*/ 46172 w 652737"/>
                <a:gd name="connsiteY317" fmla="*/ 938257 h 1277427"/>
                <a:gd name="connsiteX318" fmla="*/ 46172 w 652737"/>
                <a:gd name="connsiteY318" fmla="*/ 935812 h 1277427"/>
                <a:gd name="connsiteX319" fmla="*/ 46172 w 652737"/>
                <a:gd name="connsiteY319" fmla="*/ 933366 h 1277427"/>
                <a:gd name="connsiteX320" fmla="*/ 46172 w 652737"/>
                <a:gd name="connsiteY320" fmla="*/ 928044 h 1277427"/>
                <a:gd name="connsiteX321" fmla="*/ 46172 w 652737"/>
                <a:gd name="connsiteY321" fmla="*/ 925599 h 1277427"/>
                <a:gd name="connsiteX322" fmla="*/ 48617 w 652737"/>
                <a:gd name="connsiteY322" fmla="*/ 920565 h 1277427"/>
                <a:gd name="connsiteX323" fmla="*/ 48617 w 652737"/>
                <a:gd name="connsiteY323" fmla="*/ 915386 h 1277427"/>
                <a:gd name="connsiteX324" fmla="*/ 48617 w 652737"/>
                <a:gd name="connsiteY324" fmla="*/ 912941 h 1277427"/>
                <a:gd name="connsiteX325" fmla="*/ 48617 w 652737"/>
                <a:gd name="connsiteY325" fmla="*/ 907619 h 1277427"/>
                <a:gd name="connsiteX326" fmla="*/ 51062 w 652737"/>
                <a:gd name="connsiteY326" fmla="*/ 907619 h 1277427"/>
                <a:gd name="connsiteX327" fmla="*/ 51062 w 652737"/>
                <a:gd name="connsiteY327" fmla="*/ 902729 h 1277427"/>
                <a:gd name="connsiteX328" fmla="*/ 51062 w 652737"/>
                <a:gd name="connsiteY328" fmla="*/ 900140 h 1277427"/>
                <a:gd name="connsiteX329" fmla="*/ 51062 w 652737"/>
                <a:gd name="connsiteY329" fmla="*/ 897407 h 1277427"/>
                <a:gd name="connsiteX330" fmla="*/ 51062 w 652737"/>
                <a:gd name="connsiteY330" fmla="*/ 894962 h 1277427"/>
                <a:gd name="connsiteX331" fmla="*/ 51062 w 652737"/>
                <a:gd name="connsiteY331" fmla="*/ 892516 h 1277427"/>
                <a:gd name="connsiteX332" fmla="*/ 53508 w 652737"/>
                <a:gd name="connsiteY332" fmla="*/ 889927 h 1277427"/>
                <a:gd name="connsiteX333" fmla="*/ 53508 w 652737"/>
                <a:gd name="connsiteY333" fmla="*/ 884749 h 1277427"/>
                <a:gd name="connsiteX334" fmla="*/ 53508 w 652737"/>
                <a:gd name="connsiteY334" fmla="*/ 882304 h 1277427"/>
                <a:gd name="connsiteX335" fmla="*/ 53508 w 652737"/>
                <a:gd name="connsiteY335" fmla="*/ 879715 h 1277427"/>
                <a:gd name="connsiteX336" fmla="*/ 56241 w 652737"/>
                <a:gd name="connsiteY336" fmla="*/ 872091 h 1277427"/>
                <a:gd name="connsiteX337" fmla="*/ 56241 w 652737"/>
                <a:gd name="connsiteY337" fmla="*/ 869646 h 1277427"/>
                <a:gd name="connsiteX338" fmla="*/ 56241 w 652737"/>
                <a:gd name="connsiteY338" fmla="*/ 866769 h 1277427"/>
                <a:gd name="connsiteX339" fmla="*/ 56241 w 652737"/>
                <a:gd name="connsiteY339" fmla="*/ 861879 h 1277427"/>
                <a:gd name="connsiteX340" fmla="*/ 58830 w 652737"/>
                <a:gd name="connsiteY340" fmla="*/ 859434 h 1277427"/>
                <a:gd name="connsiteX341" fmla="*/ 58830 w 652737"/>
                <a:gd name="connsiteY341" fmla="*/ 856701 h 1277427"/>
                <a:gd name="connsiteX342" fmla="*/ 58830 w 652737"/>
                <a:gd name="connsiteY342" fmla="*/ 854112 h 1277427"/>
                <a:gd name="connsiteX343" fmla="*/ 58830 w 652737"/>
                <a:gd name="connsiteY343" fmla="*/ 851666 h 1277427"/>
                <a:gd name="connsiteX344" fmla="*/ 58830 w 652737"/>
                <a:gd name="connsiteY344" fmla="*/ 849077 h 1277427"/>
                <a:gd name="connsiteX345" fmla="*/ 58830 w 652737"/>
                <a:gd name="connsiteY345" fmla="*/ 846344 h 1277427"/>
                <a:gd name="connsiteX346" fmla="*/ 61275 w 652737"/>
                <a:gd name="connsiteY346" fmla="*/ 843899 h 1277427"/>
                <a:gd name="connsiteX347" fmla="*/ 61275 w 652737"/>
                <a:gd name="connsiteY347" fmla="*/ 841454 h 1277427"/>
                <a:gd name="connsiteX348" fmla="*/ 61275 w 652737"/>
                <a:gd name="connsiteY348" fmla="*/ 831241 h 1277427"/>
                <a:gd name="connsiteX349" fmla="*/ 61275 w 652737"/>
                <a:gd name="connsiteY349" fmla="*/ 828796 h 1277427"/>
                <a:gd name="connsiteX350" fmla="*/ 63720 w 652737"/>
                <a:gd name="connsiteY350" fmla="*/ 828796 h 1277427"/>
                <a:gd name="connsiteX351" fmla="*/ 63720 w 652737"/>
                <a:gd name="connsiteY351" fmla="*/ 823474 h 1277427"/>
                <a:gd name="connsiteX352" fmla="*/ 63720 w 652737"/>
                <a:gd name="connsiteY352" fmla="*/ 821029 h 1277427"/>
                <a:gd name="connsiteX353" fmla="*/ 63720 w 652737"/>
                <a:gd name="connsiteY353" fmla="*/ 818584 h 1277427"/>
                <a:gd name="connsiteX354" fmla="*/ 66597 w 652737"/>
                <a:gd name="connsiteY354" fmla="*/ 810816 h 1277427"/>
                <a:gd name="connsiteX355" fmla="*/ 66597 w 652737"/>
                <a:gd name="connsiteY355" fmla="*/ 808371 h 1277427"/>
                <a:gd name="connsiteX356" fmla="*/ 66597 w 652737"/>
                <a:gd name="connsiteY356" fmla="*/ 805782 h 1277427"/>
                <a:gd name="connsiteX357" fmla="*/ 66597 w 652737"/>
                <a:gd name="connsiteY357" fmla="*/ 803049 h 1277427"/>
                <a:gd name="connsiteX358" fmla="*/ 66597 w 652737"/>
                <a:gd name="connsiteY358" fmla="*/ 798158 h 1277427"/>
                <a:gd name="connsiteX359" fmla="*/ 69042 w 652737"/>
                <a:gd name="connsiteY359" fmla="*/ 792836 h 1277427"/>
                <a:gd name="connsiteX360" fmla="*/ 69042 w 652737"/>
                <a:gd name="connsiteY360" fmla="*/ 790391 h 1277427"/>
                <a:gd name="connsiteX361" fmla="*/ 69042 w 652737"/>
                <a:gd name="connsiteY361" fmla="*/ 787946 h 1277427"/>
                <a:gd name="connsiteX362" fmla="*/ 69042 w 652737"/>
                <a:gd name="connsiteY362" fmla="*/ 785357 h 1277427"/>
                <a:gd name="connsiteX363" fmla="*/ 69042 w 652737"/>
                <a:gd name="connsiteY363" fmla="*/ 782624 h 1277427"/>
                <a:gd name="connsiteX364" fmla="*/ 71488 w 652737"/>
                <a:gd name="connsiteY364" fmla="*/ 780179 h 1277427"/>
                <a:gd name="connsiteX365" fmla="*/ 71488 w 652737"/>
                <a:gd name="connsiteY365" fmla="*/ 777733 h 1277427"/>
                <a:gd name="connsiteX366" fmla="*/ 71488 w 652737"/>
                <a:gd name="connsiteY366" fmla="*/ 775288 h 1277427"/>
                <a:gd name="connsiteX367" fmla="*/ 71488 w 652737"/>
                <a:gd name="connsiteY367" fmla="*/ 769966 h 1277427"/>
                <a:gd name="connsiteX368" fmla="*/ 71488 w 652737"/>
                <a:gd name="connsiteY368" fmla="*/ 767521 h 1277427"/>
                <a:gd name="connsiteX369" fmla="*/ 71488 w 652737"/>
                <a:gd name="connsiteY369" fmla="*/ 765076 h 1277427"/>
                <a:gd name="connsiteX370" fmla="*/ 73933 w 652737"/>
                <a:gd name="connsiteY370" fmla="*/ 765076 h 1277427"/>
                <a:gd name="connsiteX371" fmla="*/ 73933 w 652737"/>
                <a:gd name="connsiteY371" fmla="*/ 762343 h 1277427"/>
                <a:gd name="connsiteX372" fmla="*/ 73933 w 652737"/>
                <a:gd name="connsiteY372" fmla="*/ 759753 h 1277427"/>
                <a:gd name="connsiteX373" fmla="*/ 73933 w 652737"/>
                <a:gd name="connsiteY373" fmla="*/ 757308 h 1277427"/>
                <a:gd name="connsiteX374" fmla="*/ 73933 w 652737"/>
                <a:gd name="connsiteY374" fmla="*/ 754863 h 1277427"/>
                <a:gd name="connsiteX375" fmla="*/ 73933 w 652737"/>
                <a:gd name="connsiteY375" fmla="*/ 751986 h 1277427"/>
                <a:gd name="connsiteX376" fmla="*/ 73933 w 652737"/>
                <a:gd name="connsiteY376" fmla="*/ 749541 h 1277427"/>
                <a:gd name="connsiteX377" fmla="*/ 76666 w 652737"/>
                <a:gd name="connsiteY377" fmla="*/ 749541 h 1277427"/>
                <a:gd name="connsiteX378" fmla="*/ 76666 w 652737"/>
                <a:gd name="connsiteY378" fmla="*/ 747096 h 1277427"/>
                <a:gd name="connsiteX379" fmla="*/ 76666 w 652737"/>
                <a:gd name="connsiteY379" fmla="*/ 744650 h 1277427"/>
                <a:gd name="connsiteX380" fmla="*/ 76666 w 652737"/>
                <a:gd name="connsiteY380" fmla="*/ 742061 h 1277427"/>
                <a:gd name="connsiteX381" fmla="*/ 76666 w 652737"/>
                <a:gd name="connsiteY381" fmla="*/ 739329 h 1277427"/>
                <a:gd name="connsiteX382" fmla="*/ 76666 w 652737"/>
                <a:gd name="connsiteY382" fmla="*/ 736883 h 1277427"/>
                <a:gd name="connsiteX383" fmla="*/ 79255 w 652737"/>
                <a:gd name="connsiteY383" fmla="*/ 731849 h 1277427"/>
                <a:gd name="connsiteX384" fmla="*/ 79255 w 652737"/>
                <a:gd name="connsiteY384" fmla="*/ 729116 h 1277427"/>
                <a:gd name="connsiteX385" fmla="*/ 79255 w 652737"/>
                <a:gd name="connsiteY385" fmla="*/ 726671 h 1277427"/>
                <a:gd name="connsiteX386" fmla="*/ 79255 w 652737"/>
                <a:gd name="connsiteY386" fmla="*/ 724226 h 1277427"/>
                <a:gd name="connsiteX387" fmla="*/ 79255 w 652737"/>
                <a:gd name="connsiteY387" fmla="*/ 721636 h 1277427"/>
                <a:gd name="connsiteX388" fmla="*/ 79255 w 652737"/>
                <a:gd name="connsiteY388" fmla="*/ 718903 h 1277427"/>
                <a:gd name="connsiteX389" fmla="*/ 81700 w 652737"/>
                <a:gd name="connsiteY389" fmla="*/ 716458 h 1277427"/>
                <a:gd name="connsiteX390" fmla="*/ 81700 w 652737"/>
                <a:gd name="connsiteY390" fmla="*/ 714013 h 1277427"/>
                <a:gd name="connsiteX391" fmla="*/ 81700 w 652737"/>
                <a:gd name="connsiteY391" fmla="*/ 711424 h 1277427"/>
                <a:gd name="connsiteX392" fmla="*/ 81700 w 652737"/>
                <a:gd name="connsiteY392" fmla="*/ 708691 h 1277427"/>
                <a:gd name="connsiteX393" fmla="*/ 81700 w 652737"/>
                <a:gd name="connsiteY393" fmla="*/ 706246 h 1277427"/>
                <a:gd name="connsiteX394" fmla="*/ 81700 w 652737"/>
                <a:gd name="connsiteY394" fmla="*/ 703800 h 1277427"/>
                <a:gd name="connsiteX395" fmla="*/ 84145 w 652737"/>
                <a:gd name="connsiteY395" fmla="*/ 701355 h 1277427"/>
                <a:gd name="connsiteX396" fmla="*/ 84145 w 652737"/>
                <a:gd name="connsiteY396" fmla="*/ 698479 h 1277427"/>
                <a:gd name="connsiteX397" fmla="*/ 84145 w 652737"/>
                <a:gd name="connsiteY397" fmla="*/ 696033 h 1277427"/>
                <a:gd name="connsiteX398" fmla="*/ 84145 w 652737"/>
                <a:gd name="connsiteY398" fmla="*/ 693588 h 1277427"/>
                <a:gd name="connsiteX399" fmla="*/ 84145 w 652737"/>
                <a:gd name="connsiteY399" fmla="*/ 690999 h 1277427"/>
                <a:gd name="connsiteX400" fmla="*/ 84145 w 652737"/>
                <a:gd name="connsiteY400" fmla="*/ 688266 h 1277427"/>
                <a:gd name="connsiteX401" fmla="*/ 84145 w 652737"/>
                <a:gd name="connsiteY401" fmla="*/ 685821 h 1277427"/>
                <a:gd name="connsiteX402" fmla="*/ 86878 w 652737"/>
                <a:gd name="connsiteY402" fmla="*/ 685821 h 1277427"/>
                <a:gd name="connsiteX403" fmla="*/ 86878 w 652737"/>
                <a:gd name="connsiteY403" fmla="*/ 683375 h 1277427"/>
                <a:gd name="connsiteX404" fmla="*/ 86878 w 652737"/>
                <a:gd name="connsiteY404" fmla="*/ 680930 h 1277427"/>
                <a:gd name="connsiteX405" fmla="*/ 86878 w 652737"/>
                <a:gd name="connsiteY405" fmla="*/ 678197 h 1277427"/>
                <a:gd name="connsiteX406" fmla="*/ 86878 w 652737"/>
                <a:gd name="connsiteY406" fmla="*/ 673163 h 1277427"/>
                <a:gd name="connsiteX407" fmla="*/ 89467 w 652737"/>
                <a:gd name="connsiteY407" fmla="*/ 667985 h 1277427"/>
                <a:gd name="connsiteX408" fmla="*/ 89467 w 652737"/>
                <a:gd name="connsiteY408" fmla="*/ 665395 h 1277427"/>
                <a:gd name="connsiteX409" fmla="*/ 89467 w 652737"/>
                <a:gd name="connsiteY409" fmla="*/ 662950 h 1277427"/>
                <a:gd name="connsiteX410" fmla="*/ 89467 w 652737"/>
                <a:gd name="connsiteY410" fmla="*/ 660505 h 1277427"/>
                <a:gd name="connsiteX411" fmla="*/ 89467 w 652737"/>
                <a:gd name="connsiteY411" fmla="*/ 655183 h 1277427"/>
                <a:gd name="connsiteX412" fmla="*/ 91913 w 652737"/>
                <a:gd name="connsiteY412" fmla="*/ 652738 h 1277427"/>
                <a:gd name="connsiteX413" fmla="*/ 91913 w 652737"/>
                <a:gd name="connsiteY413" fmla="*/ 650293 h 1277427"/>
                <a:gd name="connsiteX414" fmla="*/ 91913 w 652737"/>
                <a:gd name="connsiteY414" fmla="*/ 647704 h 1277427"/>
                <a:gd name="connsiteX415" fmla="*/ 91913 w 652737"/>
                <a:gd name="connsiteY415" fmla="*/ 644971 h 1277427"/>
                <a:gd name="connsiteX416" fmla="*/ 91913 w 652737"/>
                <a:gd name="connsiteY416" fmla="*/ 642525 h 1277427"/>
                <a:gd name="connsiteX417" fmla="*/ 91913 w 652737"/>
                <a:gd name="connsiteY417" fmla="*/ 640080 h 1277427"/>
                <a:gd name="connsiteX418" fmla="*/ 94358 w 652737"/>
                <a:gd name="connsiteY418" fmla="*/ 640080 h 1277427"/>
                <a:gd name="connsiteX419" fmla="*/ 94358 w 652737"/>
                <a:gd name="connsiteY419" fmla="*/ 637491 h 1277427"/>
                <a:gd name="connsiteX420" fmla="*/ 94358 w 652737"/>
                <a:gd name="connsiteY420" fmla="*/ 634758 h 1277427"/>
                <a:gd name="connsiteX421" fmla="*/ 94358 w 652737"/>
                <a:gd name="connsiteY421" fmla="*/ 632313 h 1277427"/>
                <a:gd name="connsiteX422" fmla="*/ 94358 w 652737"/>
                <a:gd name="connsiteY422" fmla="*/ 629867 h 1277427"/>
                <a:gd name="connsiteX423" fmla="*/ 94358 w 652737"/>
                <a:gd name="connsiteY423" fmla="*/ 627278 h 1277427"/>
                <a:gd name="connsiteX424" fmla="*/ 94358 w 652737"/>
                <a:gd name="connsiteY424" fmla="*/ 624545 h 1277427"/>
                <a:gd name="connsiteX425" fmla="*/ 97091 w 652737"/>
                <a:gd name="connsiteY425" fmla="*/ 622100 h 1277427"/>
                <a:gd name="connsiteX426" fmla="*/ 97091 w 652737"/>
                <a:gd name="connsiteY426" fmla="*/ 619655 h 1277427"/>
                <a:gd name="connsiteX427" fmla="*/ 97091 w 652737"/>
                <a:gd name="connsiteY427" fmla="*/ 617066 h 1277427"/>
                <a:gd name="connsiteX428" fmla="*/ 97091 w 652737"/>
                <a:gd name="connsiteY428" fmla="*/ 614333 h 1277427"/>
                <a:gd name="connsiteX429" fmla="*/ 97091 w 652737"/>
                <a:gd name="connsiteY429" fmla="*/ 611888 h 1277427"/>
                <a:gd name="connsiteX430" fmla="*/ 99680 w 652737"/>
                <a:gd name="connsiteY430" fmla="*/ 599230 h 1277427"/>
                <a:gd name="connsiteX431" fmla="*/ 99680 w 652737"/>
                <a:gd name="connsiteY431" fmla="*/ 596641 h 1277427"/>
                <a:gd name="connsiteX432" fmla="*/ 99680 w 652737"/>
                <a:gd name="connsiteY432" fmla="*/ 593908 h 1277427"/>
                <a:gd name="connsiteX433" fmla="*/ 99680 w 652737"/>
                <a:gd name="connsiteY433" fmla="*/ 591463 h 1277427"/>
                <a:gd name="connsiteX434" fmla="*/ 102125 w 652737"/>
                <a:gd name="connsiteY434" fmla="*/ 591463 h 1277427"/>
                <a:gd name="connsiteX435" fmla="*/ 102125 w 652737"/>
                <a:gd name="connsiteY435" fmla="*/ 589017 h 1277427"/>
                <a:gd name="connsiteX436" fmla="*/ 102125 w 652737"/>
                <a:gd name="connsiteY436" fmla="*/ 586572 h 1277427"/>
                <a:gd name="connsiteX437" fmla="*/ 102125 w 652737"/>
                <a:gd name="connsiteY437" fmla="*/ 583839 h 1277427"/>
                <a:gd name="connsiteX438" fmla="*/ 102125 w 652737"/>
                <a:gd name="connsiteY438" fmla="*/ 581250 h 1277427"/>
                <a:gd name="connsiteX439" fmla="*/ 102125 w 652737"/>
                <a:gd name="connsiteY439" fmla="*/ 578805 h 1277427"/>
                <a:gd name="connsiteX440" fmla="*/ 102125 w 652737"/>
                <a:gd name="connsiteY440" fmla="*/ 576360 h 1277427"/>
                <a:gd name="connsiteX441" fmla="*/ 104570 w 652737"/>
                <a:gd name="connsiteY441" fmla="*/ 576360 h 1277427"/>
                <a:gd name="connsiteX442" fmla="*/ 104570 w 652737"/>
                <a:gd name="connsiteY442" fmla="*/ 573627 h 1277427"/>
                <a:gd name="connsiteX443" fmla="*/ 104570 w 652737"/>
                <a:gd name="connsiteY443" fmla="*/ 571038 h 1277427"/>
                <a:gd name="connsiteX444" fmla="*/ 104570 w 652737"/>
                <a:gd name="connsiteY444" fmla="*/ 566147 h 1277427"/>
                <a:gd name="connsiteX445" fmla="*/ 104570 w 652737"/>
                <a:gd name="connsiteY445" fmla="*/ 560825 h 1277427"/>
                <a:gd name="connsiteX446" fmla="*/ 107303 w 652737"/>
                <a:gd name="connsiteY446" fmla="*/ 558380 h 1277427"/>
                <a:gd name="connsiteX447" fmla="*/ 107303 w 652737"/>
                <a:gd name="connsiteY447" fmla="*/ 555935 h 1277427"/>
                <a:gd name="connsiteX448" fmla="*/ 107303 w 652737"/>
                <a:gd name="connsiteY448" fmla="*/ 553346 h 1277427"/>
                <a:gd name="connsiteX449" fmla="*/ 107303 w 652737"/>
                <a:gd name="connsiteY449" fmla="*/ 550613 h 1277427"/>
                <a:gd name="connsiteX450" fmla="*/ 107303 w 652737"/>
                <a:gd name="connsiteY450" fmla="*/ 548167 h 1277427"/>
                <a:gd name="connsiteX451" fmla="*/ 109892 w 652737"/>
                <a:gd name="connsiteY451" fmla="*/ 545722 h 1277427"/>
                <a:gd name="connsiteX452" fmla="*/ 109892 w 652737"/>
                <a:gd name="connsiteY452" fmla="*/ 543133 h 1277427"/>
                <a:gd name="connsiteX453" fmla="*/ 109892 w 652737"/>
                <a:gd name="connsiteY453" fmla="*/ 540400 h 1277427"/>
                <a:gd name="connsiteX454" fmla="*/ 109892 w 652737"/>
                <a:gd name="connsiteY454" fmla="*/ 537955 h 1277427"/>
                <a:gd name="connsiteX455" fmla="*/ 109892 w 652737"/>
                <a:gd name="connsiteY455" fmla="*/ 535510 h 1277427"/>
                <a:gd name="connsiteX456" fmla="*/ 109892 w 652737"/>
                <a:gd name="connsiteY456" fmla="*/ 533065 h 1277427"/>
                <a:gd name="connsiteX457" fmla="*/ 112338 w 652737"/>
                <a:gd name="connsiteY457" fmla="*/ 530188 h 1277427"/>
                <a:gd name="connsiteX458" fmla="*/ 112338 w 652737"/>
                <a:gd name="connsiteY458" fmla="*/ 527742 h 1277427"/>
                <a:gd name="connsiteX459" fmla="*/ 112338 w 652737"/>
                <a:gd name="connsiteY459" fmla="*/ 525297 h 1277427"/>
                <a:gd name="connsiteX460" fmla="*/ 112338 w 652737"/>
                <a:gd name="connsiteY460" fmla="*/ 519975 h 1277427"/>
                <a:gd name="connsiteX461" fmla="*/ 112338 w 652737"/>
                <a:gd name="connsiteY461" fmla="*/ 517530 h 1277427"/>
                <a:gd name="connsiteX462" fmla="*/ 114783 w 652737"/>
                <a:gd name="connsiteY462" fmla="*/ 515085 h 1277427"/>
                <a:gd name="connsiteX463" fmla="*/ 114783 w 652737"/>
                <a:gd name="connsiteY463" fmla="*/ 512639 h 1277427"/>
                <a:gd name="connsiteX464" fmla="*/ 114783 w 652737"/>
                <a:gd name="connsiteY464" fmla="*/ 509907 h 1277427"/>
                <a:gd name="connsiteX465" fmla="*/ 114783 w 652737"/>
                <a:gd name="connsiteY465" fmla="*/ 507317 h 1277427"/>
                <a:gd name="connsiteX466" fmla="*/ 114783 w 652737"/>
                <a:gd name="connsiteY466" fmla="*/ 504872 h 1277427"/>
                <a:gd name="connsiteX467" fmla="*/ 114783 w 652737"/>
                <a:gd name="connsiteY467" fmla="*/ 502427 h 1277427"/>
                <a:gd name="connsiteX468" fmla="*/ 117372 w 652737"/>
                <a:gd name="connsiteY468" fmla="*/ 486892 h 1277427"/>
                <a:gd name="connsiteX469" fmla="*/ 120105 w 652737"/>
                <a:gd name="connsiteY469" fmla="*/ 484447 h 1277427"/>
                <a:gd name="connsiteX470" fmla="*/ 120105 w 652737"/>
                <a:gd name="connsiteY470" fmla="*/ 482002 h 1277427"/>
                <a:gd name="connsiteX471" fmla="*/ 120105 w 652737"/>
                <a:gd name="connsiteY471" fmla="*/ 479413 h 1277427"/>
                <a:gd name="connsiteX472" fmla="*/ 120105 w 652737"/>
                <a:gd name="connsiteY472" fmla="*/ 471789 h 1277427"/>
                <a:gd name="connsiteX473" fmla="*/ 120105 w 652737"/>
                <a:gd name="connsiteY473" fmla="*/ 469200 h 1277427"/>
                <a:gd name="connsiteX474" fmla="*/ 122550 w 652737"/>
                <a:gd name="connsiteY474" fmla="*/ 466467 h 1277427"/>
                <a:gd name="connsiteX475" fmla="*/ 122550 w 652737"/>
                <a:gd name="connsiteY475" fmla="*/ 464022 h 1277427"/>
                <a:gd name="connsiteX476" fmla="*/ 122550 w 652737"/>
                <a:gd name="connsiteY476" fmla="*/ 461577 h 1277427"/>
                <a:gd name="connsiteX477" fmla="*/ 122550 w 652737"/>
                <a:gd name="connsiteY477" fmla="*/ 458988 h 1277427"/>
                <a:gd name="connsiteX478" fmla="*/ 122550 w 652737"/>
                <a:gd name="connsiteY478" fmla="*/ 456255 h 1277427"/>
                <a:gd name="connsiteX479" fmla="*/ 122550 w 652737"/>
                <a:gd name="connsiteY479" fmla="*/ 453810 h 1277427"/>
                <a:gd name="connsiteX480" fmla="*/ 124995 w 652737"/>
                <a:gd name="connsiteY480" fmla="*/ 451364 h 1277427"/>
                <a:gd name="connsiteX481" fmla="*/ 124995 w 652737"/>
                <a:gd name="connsiteY481" fmla="*/ 448919 h 1277427"/>
                <a:gd name="connsiteX482" fmla="*/ 124995 w 652737"/>
                <a:gd name="connsiteY482" fmla="*/ 446042 h 1277427"/>
                <a:gd name="connsiteX483" fmla="*/ 124995 w 652737"/>
                <a:gd name="connsiteY483" fmla="*/ 443597 h 1277427"/>
                <a:gd name="connsiteX484" fmla="*/ 124995 w 652737"/>
                <a:gd name="connsiteY484" fmla="*/ 441152 h 1277427"/>
                <a:gd name="connsiteX485" fmla="*/ 124995 w 652737"/>
                <a:gd name="connsiteY485" fmla="*/ 438563 h 1277427"/>
                <a:gd name="connsiteX486" fmla="*/ 124995 w 652737"/>
                <a:gd name="connsiteY486" fmla="*/ 435830 h 1277427"/>
                <a:gd name="connsiteX487" fmla="*/ 127584 w 652737"/>
                <a:gd name="connsiteY487" fmla="*/ 435830 h 1277427"/>
                <a:gd name="connsiteX488" fmla="*/ 127584 w 652737"/>
                <a:gd name="connsiteY488" fmla="*/ 433385 h 1277427"/>
                <a:gd name="connsiteX489" fmla="*/ 127584 w 652737"/>
                <a:gd name="connsiteY489" fmla="*/ 430939 h 1277427"/>
                <a:gd name="connsiteX490" fmla="*/ 127584 w 652737"/>
                <a:gd name="connsiteY490" fmla="*/ 428350 h 1277427"/>
                <a:gd name="connsiteX491" fmla="*/ 127584 w 652737"/>
                <a:gd name="connsiteY491" fmla="*/ 425617 h 1277427"/>
                <a:gd name="connsiteX492" fmla="*/ 127584 w 652737"/>
                <a:gd name="connsiteY492" fmla="*/ 423172 h 1277427"/>
                <a:gd name="connsiteX493" fmla="*/ 127584 w 652737"/>
                <a:gd name="connsiteY493" fmla="*/ 420727 h 1277427"/>
                <a:gd name="connsiteX494" fmla="*/ 130174 w 652737"/>
                <a:gd name="connsiteY494" fmla="*/ 420727 h 1277427"/>
                <a:gd name="connsiteX495" fmla="*/ 130174 w 652737"/>
                <a:gd name="connsiteY495" fmla="*/ 418282 h 1277427"/>
                <a:gd name="connsiteX496" fmla="*/ 130174 w 652737"/>
                <a:gd name="connsiteY496" fmla="*/ 415549 h 1277427"/>
                <a:gd name="connsiteX497" fmla="*/ 130174 w 652737"/>
                <a:gd name="connsiteY497" fmla="*/ 412960 h 1277427"/>
                <a:gd name="connsiteX498" fmla="*/ 130174 w 652737"/>
                <a:gd name="connsiteY498" fmla="*/ 410514 h 1277427"/>
                <a:gd name="connsiteX499" fmla="*/ 130174 w 652737"/>
                <a:gd name="connsiteY499" fmla="*/ 408069 h 1277427"/>
                <a:gd name="connsiteX500" fmla="*/ 130174 w 652737"/>
                <a:gd name="connsiteY500" fmla="*/ 405336 h 1277427"/>
                <a:gd name="connsiteX501" fmla="*/ 132763 w 652737"/>
                <a:gd name="connsiteY501" fmla="*/ 405336 h 1277427"/>
                <a:gd name="connsiteX502" fmla="*/ 132763 w 652737"/>
                <a:gd name="connsiteY502" fmla="*/ 402747 h 1277427"/>
                <a:gd name="connsiteX503" fmla="*/ 132763 w 652737"/>
                <a:gd name="connsiteY503" fmla="*/ 400302 h 1277427"/>
                <a:gd name="connsiteX504" fmla="*/ 132763 w 652737"/>
                <a:gd name="connsiteY504" fmla="*/ 397857 h 1277427"/>
                <a:gd name="connsiteX505" fmla="*/ 132763 w 652737"/>
                <a:gd name="connsiteY505" fmla="*/ 395268 h 1277427"/>
                <a:gd name="connsiteX506" fmla="*/ 132763 w 652737"/>
                <a:gd name="connsiteY506" fmla="*/ 392535 h 1277427"/>
                <a:gd name="connsiteX507" fmla="*/ 132763 w 652737"/>
                <a:gd name="connsiteY507" fmla="*/ 390089 h 1277427"/>
                <a:gd name="connsiteX508" fmla="*/ 135208 w 652737"/>
                <a:gd name="connsiteY508" fmla="*/ 387644 h 1277427"/>
                <a:gd name="connsiteX509" fmla="*/ 135208 w 652737"/>
                <a:gd name="connsiteY509" fmla="*/ 385055 h 1277427"/>
                <a:gd name="connsiteX510" fmla="*/ 135208 w 652737"/>
                <a:gd name="connsiteY510" fmla="*/ 382322 h 1277427"/>
                <a:gd name="connsiteX511" fmla="*/ 135208 w 652737"/>
                <a:gd name="connsiteY511" fmla="*/ 379877 h 1277427"/>
                <a:gd name="connsiteX512" fmla="*/ 135208 w 652737"/>
                <a:gd name="connsiteY512" fmla="*/ 377432 h 1277427"/>
                <a:gd name="connsiteX513" fmla="*/ 135208 w 652737"/>
                <a:gd name="connsiteY513" fmla="*/ 374843 h 1277427"/>
                <a:gd name="connsiteX514" fmla="*/ 137653 w 652737"/>
                <a:gd name="connsiteY514" fmla="*/ 372110 h 1277427"/>
                <a:gd name="connsiteX515" fmla="*/ 137653 w 652737"/>
                <a:gd name="connsiteY515" fmla="*/ 369664 h 1277427"/>
                <a:gd name="connsiteX516" fmla="*/ 137653 w 652737"/>
                <a:gd name="connsiteY516" fmla="*/ 367219 h 1277427"/>
                <a:gd name="connsiteX517" fmla="*/ 137653 w 652737"/>
                <a:gd name="connsiteY517" fmla="*/ 364774 h 1277427"/>
                <a:gd name="connsiteX518" fmla="*/ 137653 w 652737"/>
                <a:gd name="connsiteY518" fmla="*/ 361897 h 1277427"/>
                <a:gd name="connsiteX519" fmla="*/ 137653 w 652737"/>
                <a:gd name="connsiteY519" fmla="*/ 359452 h 1277427"/>
                <a:gd name="connsiteX520" fmla="*/ 137653 w 652737"/>
                <a:gd name="connsiteY520" fmla="*/ 357007 h 1277427"/>
                <a:gd name="connsiteX521" fmla="*/ 140530 w 652737"/>
                <a:gd name="connsiteY521" fmla="*/ 357007 h 1277427"/>
                <a:gd name="connsiteX522" fmla="*/ 140530 w 652737"/>
                <a:gd name="connsiteY522" fmla="*/ 354561 h 1277427"/>
                <a:gd name="connsiteX523" fmla="*/ 140530 w 652737"/>
                <a:gd name="connsiteY523" fmla="*/ 351828 h 1277427"/>
                <a:gd name="connsiteX524" fmla="*/ 140530 w 652737"/>
                <a:gd name="connsiteY524" fmla="*/ 349239 h 1277427"/>
                <a:gd name="connsiteX525" fmla="*/ 140530 w 652737"/>
                <a:gd name="connsiteY525" fmla="*/ 346794 h 1277427"/>
                <a:gd name="connsiteX526" fmla="*/ 140530 w 652737"/>
                <a:gd name="connsiteY526" fmla="*/ 341472 h 1277427"/>
                <a:gd name="connsiteX527" fmla="*/ 142975 w 652737"/>
                <a:gd name="connsiteY527" fmla="*/ 341472 h 1277427"/>
                <a:gd name="connsiteX528" fmla="*/ 142975 w 652737"/>
                <a:gd name="connsiteY528" fmla="*/ 339027 h 1277427"/>
                <a:gd name="connsiteX529" fmla="*/ 142975 w 652737"/>
                <a:gd name="connsiteY529" fmla="*/ 336582 h 1277427"/>
                <a:gd name="connsiteX530" fmla="*/ 142975 w 652737"/>
                <a:gd name="connsiteY530" fmla="*/ 334136 h 1277427"/>
                <a:gd name="connsiteX531" fmla="*/ 142975 w 652737"/>
                <a:gd name="connsiteY531" fmla="*/ 331260 h 1277427"/>
                <a:gd name="connsiteX532" fmla="*/ 142975 w 652737"/>
                <a:gd name="connsiteY532" fmla="*/ 328814 h 1277427"/>
                <a:gd name="connsiteX533" fmla="*/ 142975 w 652737"/>
                <a:gd name="connsiteY533" fmla="*/ 326369 h 1277427"/>
                <a:gd name="connsiteX534" fmla="*/ 145420 w 652737"/>
                <a:gd name="connsiteY534" fmla="*/ 326369 h 1277427"/>
                <a:gd name="connsiteX535" fmla="*/ 145420 w 652737"/>
                <a:gd name="connsiteY535" fmla="*/ 323924 h 1277427"/>
                <a:gd name="connsiteX536" fmla="*/ 145420 w 652737"/>
                <a:gd name="connsiteY536" fmla="*/ 321191 h 1277427"/>
                <a:gd name="connsiteX537" fmla="*/ 145420 w 652737"/>
                <a:gd name="connsiteY537" fmla="*/ 318602 h 1277427"/>
                <a:gd name="connsiteX538" fmla="*/ 145420 w 652737"/>
                <a:gd name="connsiteY538" fmla="*/ 316157 h 1277427"/>
                <a:gd name="connsiteX539" fmla="*/ 145420 w 652737"/>
                <a:gd name="connsiteY539" fmla="*/ 313711 h 1277427"/>
                <a:gd name="connsiteX540" fmla="*/ 145420 w 652737"/>
                <a:gd name="connsiteY540" fmla="*/ 310978 h 1277427"/>
                <a:gd name="connsiteX541" fmla="*/ 147866 w 652737"/>
                <a:gd name="connsiteY541" fmla="*/ 310978 h 1277427"/>
                <a:gd name="connsiteX542" fmla="*/ 147866 w 652737"/>
                <a:gd name="connsiteY542" fmla="*/ 308389 h 1277427"/>
                <a:gd name="connsiteX543" fmla="*/ 147866 w 652737"/>
                <a:gd name="connsiteY543" fmla="*/ 305944 h 1277427"/>
                <a:gd name="connsiteX544" fmla="*/ 147866 w 652737"/>
                <a:gd name="connsiteY544" fmla="*/ 303499 h 1277427"/>
                <a:gd name="connsiteX545" fmla="*/ 147866 w 652737"/>
                <a:gd name="connsiteY545" fmla="*/ 300910 h 1277427"/>
                <a:gd name="connsiteX546" fmla="*/ 147866 w 652737"/>
                <a:gd name="connsiteY546" fmla="*/ 298177 h 1277427"/>
                <a:gd name="connsiteX547" fmla="*/ 147866 w 652737"/>
                <a:gd name="connsiteY547" fmla="*/ 295732 h 1277427"/>
                <a:gd name="connsiteX548" fmla="*/ 150599 w 652737"/>
                <a:gd name="connsiteY548" fmla="*/ 293286 h 1277427"/>
                <a:gd name="connsiteX549" fmla="*/ 150599 w 652737"/>
                <a:gd name="connsiteY549" fmla="*/ 290697 h 1277427"/>
                <a:gd name="connsiteX550" fmla="*/ 150599 w 652737"/>
                <a:gd name="connsiteY550" fmla="*/ 287964 h 1277427"/>
                <a:gd name="connsiteX551" fmla="*/ 150599 w 652737"/>
                <a:gd name="connsiteY551" fmla="*/ 285519 h 1277427"/>
                <a:gd name="connsiteX552" fmla="*/ 150599 w 652737"/>
                <a:gd name="connsiteY552" fmla="*/ 283074 h 1277427"/>
                <a:gd name="connsiteX553" fmla="*/ 150599 w 652737"/>
                <a:gd name="connsiteY553" fmla="*/ 280485 h 1277427"/>
                <a:gd name="connsiteX554" fmla="*/ 153188 w 652737"/>
                <a:gd name="connsiteY554" fmla="*/ 277752 h 1277427"/>
                <a:gd name="connsiteX555" fmla="*/ 153188 w 652737"/>
                <a:gd name="connsiteY555" fmla="*/ 275306 h 1277427"/>
                <a:gd name="connsiteX556" fmla="*/ 153188 w 652737"/>
                <a:gd name="connsiteY556" fmla="*/ 272861 h 1277427"/>
                <a:gd name="connsiteX557" fmla="*/ 153188 w 652737"/>
                <a:gd name="connsiteY557" fmla="*/ 270416 h 1277427"/>
                <a:gd name="connsiteX558" fmla="*/ 153188 w 652737"/>
                <a:gd name="connsiteY558" fmla="*/ 267683 h 1277427"/>
                <a:gd name="connsiteX559" fmla="*/ 153188 w 652737"/>
                <a:gd name="connsiteY559" fmla="*/ 265094 h 1277427"/>
                <a:gd name="connsiteX560" fmla="*/ 153188 w 652737"/>
                <a:gd name="connsiteY560" fmla="*/ 262649 h 1277427"/>
                <a:gd name="connsiteX561" fmla="*/ 155633 w 652737"/>
                <a:gd name="connsiteY561" fmla="*/ 262649 h 1277427"/>
                <a:gd name="connsiteX562" fmla="*/ 155633 w 652737"/>
                <a:gd name="connsiteY562" fmla="*/ 260203 h 1277427"/>
                <a:gd name="connsiteX563" fmla="*/ 155633 w 652737"/>
                <a:gd name="connsiteY563" fmla="*/ 257471 h 1277427"/>
                <a:gd name="connsiteX564" fmla="*/ 155633 w 652737"/>
                <a:gd name="connsiteY564" fmla="*/ 254881 h 1277427"/>
                <a:gd name="connsiteX565" fmla="*/ 155633 w 652737"/>
                <a:gd name="connsiteY565" fmla="*/ 252436 h 1277427"/>
                <a:gd name="connsiteX566" fmla="*/ 155633 w 652737"/>
                <a:gd name="connsiteY566" fmla="*/ 249991 h 1277427"/>
                <a:gd name="connsiteX567" fmla="*/ 155633 w 652737"/>
                <a:gd name="connsiteY567" fmla="*/ 247114 h 1277427"/>
                <a:gd name="connsiteX568" fmla="*/ 158078 w 652737"/>
                <a:gd name="connsiteY568" fmla="*/ 247114 h 1277427"/>
                <a:gd name="connsiteX569" fmla="*/ 158078 w 652737"/>
                <a:gd name="connsiteY569" fmla="*/ 244669 h 1277427"/>
                <a:gd name="connsiteX570" fmla="*/ 158078 w 652737"/>
                <a:gd name="connsiteY570" fmla="*/ 242224 h 1277427"/>
                <a:gd name="connsiteX571" fmla="*/ 158078 w 652737"/>
                <a:gd name="connsiteY571" fmla="*/ 239778 h 1277427"/>
                <a:gd name="connsiteX572" fmla="*/ 158078 w 652737"/>
                <a:gd name="connsiteY572" fmla="*/ 237046 h 1277427"/>
                <a:gd name="connsiteX573" fmla="*/ 158078 w 652737"/>
                <a:gd name="connsiteY573" fmla="*/ 234456 h 1277427"/>
                <a:gd name="connsiteX574" fmla="*/ 158078 w 652737"/>
                <a:gd name="connsiteY574" fmla="*/ 232011 h 1277427"/>
                <a:gd name="connsiteX575" fmla="*/ 160811 w 652737"/>
                <a:gd name="connsiteY575" fmla="*/ 232011 h 1277427"/>
                <a:gd name="connsiteX576" fmla="*/ 160811 w 652737"/>
                <a:gd name="connsiteY576" fmla="*/ 229566 h 1277427"/>
                <a:gd name="connsiteX577" fmla="*/ 160811 w 652737"/>
                <a:gd name="connsiteY577" fmla="*/ 226833 h 1277427"/>
                <a:gd name="connsiteX578" fmla="*/ 160811 w 652737"/>
                <a:gd name="connsiteY578" fmla="*/ 224244 h 1277427"/>
                <a:gd name="connsiteX579" fmla="*/ 160811 w 652737"/>
                <a:gd name="connsiteY579" fmla="*/ 221799 h 1277427"/>
                <a:gd name="connsiteX580" fmla="*/ 160811 w 652737"/>
                <a:gd name="connsiteY580" fmla="*/ 219353 h 1277427"/>
                <a:gd name="connsiteX581" fmla="*/ 160811 w 652737"/>
                <a:gd name="connsiteY581" fmla="*/ 216764 h 1277427"/>
                <a:gd name="connsiteX582" fmla="*/ 163400 w 652737"/>
                <a:gd name="connsiteY582" fmla="*/ 214031 h 1277427"/>
                <a:gd name="connsiteX583" fmla="*/ 163400 w 652737"/>
                <a:gd name="connsiteY583" fmla="*/ 211586 h 1277427"/>
                <a:gd name="connsiteX584" fmla="*/ 163400 w 652737"/>
                <a:gd name="connsiteY584" fmla="*/ 209141 h 1277427"/>
                <a:gd name="connsiteX585" fmla="*/ 163400 w 652737"/>
                <a:gd name="connsiteY585" fmla="*/ 206552 h 1277427"/>
                <a:gd name="connsiteX586" fmla="*/ 163400 w 652737"/>
                <a:gd name="connsiteY586" fmla="*/ 203819 h 1277427"/>
                <a:gd name="connsiteX587" fmla="*/ 163400 w 652737"/>
                <a:gd name="connsiteY587" fmla="*/ 201373 h 1277427"/>
                <a:gd name="connsiteX588" fmla="*/ 165845 w 652737"/>
                <a:gd name="connsiteY588" fmla="*/ 198928 h 1277427"/>
                <a:gd name="connsiteX589" fmla="*/ 165845 w 652737"/>
                <a:gd name="connsiteY589" fmla="*/ 196339 h 1277427"/>
                <a:gd name="connsiteX590" fmla="*/ 165845 w 652737"/>
                <a:gd name="connsiteY590" fmla="*/ 193606 h 1277427"/>
                <a:gd name="connsiteX591" fmla="*/ 165845 w 652737"/>
                <a:gd name="connsiteY591" fmla="*/ 191161 h 1277427"/>
                <a:gd name="connsiteX592" fmla="*/ 165845 w 652737"/>
                <a:gd name="connsiteY592" fmla="*/ 188716 h 1277427"/>
                <a:gd name="connsiteX593" fmla="*/ 165845 w 652737"/>
                <a:gd name="connsiteY593" fmla="*/ 186271 h 1277427"/>
                <a:gd name="connsiteX594" fmla="*/ 168291 w 652737"/>
                <a:gd name="connsiteY594" fmla="*/ 183394 h 1277427"/>
                <a:gd name="connsiteX595" fmla="*/ 168291 w 652737"/>
                <a:gd name="connsiteY595" fmla="*/ 180948 h 1277427"/>
                <a:gd name="connsiteX596" fmla="*/ 168291 w 652737"/>
                <a:gd name="connsiteY596" fmla="*/ 178503 h 1277427"/>
                <a:gd name="connsiteX597" fmla="*/ 168291 w 652737"/>
                <a:gd name="connsiteY597" fmla="*/ 176058 h 1277427"/>
                <a:gd name="connsiteX598" fmla="*/ 168291 w 652737"/>
                <a:gd name="connsiteY598" fmla="*/ 173325 h 1277427"/>
                <a:gd name="connsiteX599" fmla="*/ 168291 w 652737"/>
                <a:gd name="connsiteY599" fmla="*/ 170736 h 1277427"/>
                <a:gd name="connsiteX600" fmla="*/ 168291 w 652737"/>
                <a:gd name="connsiteY600" fmla="*/ 168291 h 1277427"/>
                <a:gd name="connsiteX601" fmla="*/ 171024 w 652737"/>
                <a:gd name="connsiteY601" fmla="*/ 168291 h 1277427"/>
                <a:gd name="connsiteX602" fmla="*/ 171024 w 652737"/>
                <a:gd name="connsiteY602" fmla="*/ 165846 h 1277427"/>
                <a:gd name="connsiteX603" fmla="*/ 171024 w 652737"/>
                <a:gd name="connsiteY603" fmla="*/ 163113 h 1277427"/>
                <a:gd name="connsiteX604" fmla="*/ 171024 w 652737"/>
                <a:gd name="connsiteY604" fmla="*/ 160523 h 1277427"/>
                <a:gd name="connsiteX605" fmla="*/ 171024 w 652737"/>
                <a:gd name="connsiteY605" fmla="*/ 158078 h 1277427"/>
                <a:gd name="connsiteX606" fmla="*/ 171024 w 652737"/>
                <a:gd name="connsiteY606" fmla="*/ 155633 h 1277427"/>
                <a:gd name="connsiteX607" fmla="*/ 171024 w 652737"/>
                <a:gd name="connsiteY607" fmla="*/ 152900 h 1277427"/>
                <a:gd name="connsiteX608" fmla="*/ 173613 w 652737"/>
                <a:gd name="connsiteY608" fmla="*/ 152900 h 1277427"/>
                <a:gd name="connsiteX609" fmla="*/ 173613 w 652737"/>
                <a:gd name="connsiteY609" fmla="*/ 150311 h 1277427"/>
                <a:gd name="connsiteX610" fmla="*/ 173613 w 652737"/>
                <a:gd name="connsiteY610" fmla="*/ 147866 h 1277427"/>
                <a:gd name="connsiteX611" fmla="*/ 173613 w 652737"/>
                <a:gd name="connsiteY611" fmla="*/ 145420 h 1277427"/>
                <a:gd name="connsiteX612" fmla="*/ 173613 w 652737"/>
                <a:gd name="connsiteY612" fmla="*/ 142688 h 1277427"/>
                <a:gd name="connsiteX613" fmla="*/ 173613 w 652737"/>
                <a:gd name="connsiteY613" fmla="*/ 140098 h 1277427"/>
                <a:gd name="connsiteX614" fmla="*/ 173613 w 652737"/>
                <a:gd name="connsiteY614" fmla="*/ 137653 h 1277427"/>
                <a:gd name="connsiteX615" fmla="*/ 176058 w 652737"/>
                <a:gd name="connsiteY615" fmla="*/ 137653 h 1277427"/>
                <a:gd name="connsiteX616" fmla="*/ 176058 w 652737"/>
                <a:gd name="connsiteY616" fmla="*/ 135208 h 1277427"/>
                <a:gd name="connsiteX617" fmla="*/ 176058 w 652737"/>
                <a:gd name="connsiteY617" fmla="*/ 132475 h 1277427"/>
                <a:gd name="connsiteX618" fmla="*/ 176058 w 652737"/>
                <a:gd name="connsiteY618" fmla="*/ 129886 h 1277427"/>
                <a:gd name="connsiteX619" fmla="*/ 176058 w 652737"/>
                <a:gd name="connsiteY619" fmla="*/ 127441 h 1277427"/>
                <a:gd name="connsiteX620" fmla="*/ 176058 w 652737"/>
                <a:gd name="connsiteY620" fmla="*/ 124995 h 1277427"/>
                <a:gd name="connsiteX621" fmla="*/ 176058 w 652737"/>
                <a:gd name="connsiteY621" fmla="*/ 122406 h 1277427"/>
                <a:gd name="connsiteX622" fmla="*/ 178503 w 652737"/>
                <a:gd name="connsiteY622" fmla="*/ 122406 h 1277427"/>
                <a:gd name="connsiteX623" fmla="*/ 178503 w 652737"/>
                <a:gd name="connsiteY623" fmla="*/ 119673 h 1277427"/>
                <a:gd name="connsiteX624" fmla="*/ 178503 w 652737"/>
                <a:gd name="connsiteY624" fmla="*/ 117228 h 1277427"/>
                <a:gd name="connsiteX625" fmla="*/ 178503 w 652737"/>
                <a:gd name="connsiteY625" fmla="*/ 114783 h 1277427"/>
                <a:gd name="connsiteX626" fmla="*/ 183825 w 652737"/>
                <a:gd name="connsiteY626" fmla="*/ 76378 h 1277427"/>
                <a:gd name="connsiteX627" fmla="*/ 196483 w 652737"/>
                <a:gd name="connsiteY627" fmla="*/ 0 h 1277427"/>
                <a:gd name="connsiteX628" fmla="*/ 206695 w 652737"/>
                <a:gd name="connsiteY628" fmla="*/ 0 h 1277427"/>
                <a:gd name="connsiteX629" fmla="*/ 209141 w 652737"/>
                <a:gd name="connsiteY629" fmla="*/ 0 h 1277427"/>
                <a:gd name="connsiteX630" fmla="*/ 211586 w 652737"/>
                <a:gd name="connsiteY630" fmla="*/ 2445 h 1277427"/>
                <a:gd name="connsiteX631" fmla="*/ 214463 w 652737"/>
                <a:gd name="connsiteY631" fmla="*/ 2445 h 1277427"/>
                <a:gd name="connsiteX632" fmla="*/ 216908 w 652737"/>
                <a:gd name="connsiteY632" fmla="*/ 2445 h 1277427"/>
                <a:gd name="connsiteX633" fmla="*/ 219353 w 652737"/>
                <a:gd name="connsiteY633" fmla="*/ 2445 h 1277427"/>
                <a:gd name="connsiteX634" fmla="*/ 221942 w 652737"/>
                <a:gd name="connsiteY634" fmla="*/ 2445 h 1277427"/>
                <a:gd name="connsiteX635" fmla="*/ 224675 w 652737"/>
                <a:gd name="connsiteY635" fmla="*/ 2445 h 1277427"/>
                <a:gd name="connsiteX636" fmla="*/ 227121 w 652737"/>
                <a:gd name="connsiteY636" fmla="*/ 4891 h 1277427"/>
                <a:gd name="connsiteX637" fmla="*/ 229566 w 652737"/>
                <a:gd name="connsiteY637" fmla="*/ 4891 h 1277427"/>
                <a:gd name="connsiteX638" fmla="*/ 232011 w 652737"/>
                <a:gd name="connsiteY638" fmla="*/ 4891 h 1277427"/>
                <a:gd name="connsiteX639" fmla="*/ 234744 w 652737"/>
                <a:gd name="connsiteY639" fmla="*/ 4891 h 1277427"/>
                <a:gd name="connsiteX640" fmla="*/ 237333 w 652737"/>
                <a:gd name="connsiteY640" fmla="*/ 4891 h 1277427"/>
                <a:gd name="connsiteX641" fmla="*/ 247546 w 652737"/>
                <a:gd name="connsiteY641" fmla="*/ 7624 h 1277427"/>
                <a:gd name="connsiteX642" fmla="*/ 249991 w 652737"/>
                <a:gd name="connsiteY642" fmla="*/ 7624 h 1277427"/>
                <a:gd name="connsiteX643" fmla="*/ 252436 w 652737"/>
                <a:gd name="connsiteY643" fmla="*/ 7624 h 1277427"/>
                <a:gd name="connsiteX644" fmla="*/ 255169 w 652737"/>
                <a:gd name="connsiteY644" fmla="*/ 7624 h 1277427"/>
                <a:gd name="connsiteX645" fmla="*/ 257758 w 652737"/>
                <a:gd name="connsiteY645" fmla="*/ 7624 h 1277427"/>
                <a:gd name="connsiteX646" fmla="*/ 260203 w 652737"/>
                <a:gd name="connsiteY646" fmla="*/ 7624 h 1277427"/>
                <a:gd name="connsiteX647" fmla="*/ 260203 w 652737"/>
                <a:gd name="connsiteY647" fmla="*/ 10213 h 1277427"/>
                <a:gd name="connsiteX648" fmla="*/ 262649 w 652737"/>
                <a:gd name="connsiteY648" fmla="*/ 10213 h 1277427"/>
                <a:gd name="connsiteX649" fmla="*/ 265238 w 652737"/>
                <a:gd name="connsiteY649" fmla="*/ 10213 h 1277427"/>
                <a:gd name="connsiteX650" fmla="*/ 267971 w 652737"/>
                <a:gd name="connsiteY650" fmla="*/ 10213 h 1277427"/>
                <a:gd name="connsiteX651" fmla="*/ 275450 w 652737"/>
                <a:gd name="connsiteY651" fmla="*/ 10213 h 1277427"/>
                <a:gd name="connsiteX652" fmla="*/ 285519 w 652737"/>
                <a:gd name="connsiteY652" fmla="*/ 12658 h 1277427"/>
                <a:gd name="connsiteX653" fmla="*/ 288396 w 652737"/>
                <a:gd name="connsiteY653" fmla="*/ 12658 h 1277427"/>
                <a:gd name="connsiteX654" fmla="*/ 290841 w 652737"/>
                <a:gd name="connsiteY654" fmla="*/ 12658 h 1277427"/>
                <a:gd name="connsiteX655" fmla="*/ 293286 w 652737"/>
                <a:gd name="connsiteY655" fmla="*/ 12658 h 1277427"/>
                <a:gd name="connsiteX656" fmla="*/ 298608 w 652737"/>
                <a:gd name="connsiteY656" fmla="*/ 15103 h 1277427"/>
                <a:gd name="connsiteX657" fmla="*/ 301053 w 652737"/>
                <a:gd name="connsiteY657" fmla="*/ 15103 h 1277427"/>
                <a:gd name="connsiteX658" fmla="*/ 316156 w 652737"/>
                <a:gd name="connsiteY658" fmla="*/ 17836 h 1277427"/>
                <a:gd name="connsiteX659" fmla="*/ 319033 w 652737"/>
                <a:gd name="connsiteY659" fmla="*/ 17836 h 1277427"/>
                <a:gd name="connsiteX660" fmla="*/ 321478 w 652737"/>
                <a:gd name="connsiteY660" fmla="*/ 17836 h 1277427"/>
                <a:gd name="connsiteX661" fmla="*/ 326369 w 652737"/>
                <a:gd name="connsiteY661" fmla="*/ 17836 h 1277427"/>
                <a:gd name="connsiteX662" fmla="*/ 329102 w 652737"/>
                <a:gd name="connsiteY662" fmla="*/ 17836 h 1277427"/>
                <a:gd name="connsiteX663" fmla="*/ 331691 w 652737"/>
                <a:gd name="connsiteY663" fmla="*/ 17836 h 1277427"/>
                <a:gd name="connsiteX664" fmla="*/ 334136 w 652737"/>
                <a:gd name="connsiteY664" fmla="*/ 20425 h 1277427"/>
                <a:gd name="connsiteX665" fmla="*/ 336581 w 652737"/>
                <a:gd name="connsiteY665" fmla="*/ 20425 h 1277427"/>
                <a:gd name="connsiteX666" fmla="*/ 339170 w 652737"/>
                <a:gd name="connsiteY666" fmla="*/ 20425 h 1277427"/>
                <a:gd name="connsiteX667" fmla="*/ 341903 w 652737"/>
                <a:gd name="connsiteY667" fmla="*/ 20425 h 1277427"/>
                <a:gd name="connsiteX668" fmla="*/ 344349 w 652737"/>
                <a:gd name="connsiteY668" fmla="*/ 20425 h 1277427"/>
                <a:gd name="connsiteX669" fmla="*/ 354561 w 652737"/>
                <a:gd name="connsiteY669" fmla="*/ 22870 h 1277427"/>
                <a:gd name="connsiteX670" fmla="*/ 357006 w 652737"/>
                <a:gd name="connsiteY670" fmla="*/ 22870 h 1277427"/>
                <a:gd name="connsiteX671" fmla="*/ 359596 w 652737"/>
                <a:gd name="connsiteY671" fmla="*/ 22870 h 1277427"/>
                <a:gd name="connsiteX672" fmla="*/ 362328 w 652737"/>
                <a:gd name="connsiteY672" fmla="*/ 22870 h 1277427"/>
                <a:gd name="connsiteX673" fmla="*/ 364774 w 652737"/>
                <a:gd name="connsiteY673" fmla="*/ 22870 h 1277427"/>
                <a:gd name="connsiteX674" fmla="*/ 367219 w 652737"/>
                <a:gd name="connsiteY674" fmla="*/ 22870 h 1277427"/>
                <a:gd name="connsiteX675" fmla="*/ 369808 w 652737"/>
                <a:gd name="connsiteY675" fmla="*/ 22870 h 1277427"/>
                <a:gd name="connsiteX676" fmla="*/ 372541 w 652737"/>
                <a:gd name="connsiteY676" fmla="*/ 25316 h 1277427"/>
                <a:gd name="connsiteX677" fmla="*/ 377431 w 652737"/>
                <a:gd name="connsiteY677" fmla="*/ 25316 h 1277427"/>
                <a:gd name="connsiteX678" fmla="*/ 382753 w 652737"/>
                <a:gd name="connsiteY678" fmla="*/ 25316 h 1277427"/>
                <a:gd name="connsiteX679" fmla="*/ 387644 w 652737"/>
                <a:gd name="connsiteY679" fmla="*/ 25316 h 1277427"/>
                <a:gd name="connsiteX680" fmla="*/ 392822 w 652737"/>
                <a:gd name="connsiteY680" fmla="*/ 25316 h 1277427"/>
                <a:gd name="connsiteX681" fmla="*/ 392822 w 652737"/>
                <a:gd name="connsiteY681" fmla="*/ 28192 h 1277427"/>
                <a:gd name="connsiteX682" fmla="*/ 395411 w 652737"/>
                <a:gd name="connsiteY682" fmla="*/ 28192 h 1277427"/>
                <a:gd name="connsiteX683" fmla="*/ 397856 w 652737"/>
                <a:gd name="connsiteY683" fmla="*/ 28192 h 1277427"/>
                <a:gd name="connsiteX684" fmla="*/ 403035 w 652737"/>
                <a:gd name="connsiteY684" fmla="*/ 28192 h 1277427"/>
                <a:gd name="connsiteX685" fmla="*/ 405624 w 652737"/>
                <a:gd name="connsiteY685" fmla="*/ 28192 h 1277427"/>
                <a:gd name="connsiteX686" fmla="*/ 408069 w 652737"/>
                <a:gd name="connsiteY686" fmla="*/ 28192 h 1277427"/>
                <a:gd name="connsiteX687" fmla="*/ 410514 w 652737"/>
                <a:gd name="connsiteY687" fmla="*/ 28192 h 1277427"/>
                <a:gd name="connsiteX688" fmla="*/ 413103 w 652737"/>
                <a:gd name="connsiteY688" fmla="*/ 28192 h 1277427"/>
                <a:gd name="connsiteX689" fmla="*/ 413103 w 652737"/>
                <a:gd name="connsiteY689" fmla="*/ 30638 h 1277427"/>
                <a:gd name="connsiteX690" fmla="*/ 415836 w 652737"/>
                <a:gd name="connsiteY690" fmla="*/ 30638 h 1277427"/>
                <a:gd name="connsiteX691" fmla="*/ 418281 w 652737"/>
                <a:gd name="connsiteY691" fmla="*/ 30638 h 1277427"/>
                <a:gd name="connsiteX692" fmla="*/ 420727 w 652737"/>
                <a:gd name="connsiteY692" fmla="*/ 30638 h 1277427"/>
                <a:gd name="connsiteX693" fmla="*/ 423316 w 652737"/>
                <a:gd name="connsiteY693" fmla="*/ 30638 h 1277427"/>
                <a:gd name="connsiteX694" fmla="*/ 426049 w 652737"/>
                <a:gd name="connsiteY694" fmla="*/ 30638 h 1277427"/>
                <a:gd name="connsiteX695" fmla="*/ 428494 w 652737"/>
                <a:gd name="connsiteY695" fmla="*/ 30638 h 1277427"/>
                <a:gd name="connsiteX696" fmla="*/ 430939 w 652737"/>
                <a:gd name="connsiteY696" fmla="*/ 30638 h 1277427"/>
                <a:gd name="connsiteX697" fmla="*/ 433528 w 652737"/>
                <a:gd name="connsiteY697" fmla="*/ 30638 h 1277427"/>
                <a:gd name="connsiteX698" fmla="*/ 436261 w 652737"/>
                <a:gd name="connsiteY698" fmla="*/ 33083 h 1277427"/>
                <a:gd name="connsiteX699" fmla="*/ 438706 w 652737"/>
                <a:gd name="connsiteY699" fmla="*/ 33083 h 1277427"/>
                <a:gd name="connsiteX700" fmla="*/ 441152 w 652737"/>
                <a:gd name="connsiteY700" fmla="*/ 33083 h 1277427"/>
                <a:gd name="connsiteX701" fmla="*/ 446474 w 652737"/>
                <a:gd name="connsiteY701" fmla="*/ 33083 h 1277427"/>
                <a:gd name="connsiteX702" fmla="*/ 448919 w 652737"/>
                <a:gd name="connsiteY702" fmla="*/ 33083 h 1277427"/>
                <a:gd name="connsiteX703" fmla="*/ 451364 w 652737"/>
                <a:gd name="connsiteY703" fmla="*/ 33083 h 1277427"/>
                <a:gd name="connsiteX704" fmla="*/ 456686 w 652737"/>
                <a:gd name="connsiteY704" fmla="*/ 33083 h 1277427"/>
                <a:gd name="connsiteX705" fmla="*/ 459131 w 652737"/>
                <a:gd name="connsiteY705" fmla="*/ 33083 h 1277427"/>
                <a:gd name="connsiteX706" fmla="*/ 459131 w 652737"/>
                <a:gd name="connsiteY706" fmla="*/ 35528 h 1277427"/>
                <a:gd name="connsiteX707" fmla="*/ 461577 w 652737"/>
                <a:gd name="connsiteY707" fmla="*/ 35528 h 1277427"/>
                <a:gd name="connsiteX708" fmla="*/ 464166 w 652737"/>
                <a:gd name="connsiteY708" fmla="*/ 35528 h 1277427"/>
                <a:gd name="connsiteX709" fmla="*/ 466899 w 652737"/>
                <a:gd name="connsiteY709" fmla="*/ 35528 h 1277427"/>
                <a:gd name="connsiteX710" fmla="*/ 469344 w 652737"/>
                <a:gd name="connsiteY710" fmla="*/ 35528 h 1277427"/>
                <a:gd name="connsiteX711" fmla="*/ 474378 w 652737"/>
                <a:gd name="connsiteY711" fmla="*/ 35528 h 1277427"/>
                <a:gd name="connsiteX712" fmla="*/ 477111 w 652737"/>
                <a:gd name="connsiteY712" fmla="*/ 35528 h 1277427"/>
                <a:gd name="connsiteX713" fmla="*/ 479557 w 652737"/>
                <a:gd name="connsiteY713" fmla="*/ 35528 h 1277427"/>
                <a:gd name="connsiteX714" fmla="*/ 482002 w 652737"/>
                <a:gd name="connsiteY714" fmla="*/ 35528 h 1277427"/>
                <a:gd name="connsiteX715" fmla="*/ 484447 w 652737"/>
                <a:gd name="connsiteY715" fmla="*/ 38261 h 1277427"/>
                <a:gd name="connsiteX716" fmla="*/ 487036 w 652737"/>
                <a:gd name="connsiteY716" fmla="*/ 38261 h 1277427"/>
                <a:gd name="connsiteX717" fmla="*/ 489769 w 652737"/>
                <a:gd name="connsiteY717" fmla="*/ 38261 h 1277427"/>
                <a:gd name="connsiteX718" fmla="*/ 492214 w 652737"/>
                <a:gd name="connsiteY718" fmla="*/ 38261 h 1277427"/>
                <a:gd name="connsiteX719" fmla="*/ 494659 w 652737"/>
                <a:gd name="connsiteY719" fmla="*/ 38261 h 1277427"/>
                <a:gd name="connsiteX720" fmla="*/ 497249 w 652737"/>
                <a:gd name="connsiteY720" fmla="*/ 38261 h 1277427"/>
                <a:gd name="connsiteX721" fmla="*/ 504872 w 652737"/>
                <a:gd name="connsiteY721" fmla="*/ 38261 h 1277427"/>
                <a:gd name="connsiteX722" fmla="*/ 507461 w 652737"/>
                <a:gd name="connsiteY722" fmla="*/ 38261 h 1277427"/>
                <a:gd name="connsiteX723" fmla="*/ 507461 w 652737"/>
                <a:gd name="connsiteY723" fmla="*/ 40850 h 1277427"/>
                <a:gd name="connsiteX724" fmla="*/ 512639 w 652737"/>
                <a:gd name="connsiteY724" fmla="*/ 40850 h 1277427"/>
                <a:gd name="connsiteX725" fmla="*/ 515085 w 652737"/>
                <a:gd name="connsiteY725" fmla="*/ 40850 h 1277427"/>
                <a:gd name="connsiteX726" fmla="*/ 517674 w 652737"/>
                <a:gd name="connsiteY726" fmla="*/ 40850 h 1277427"/>
                <a:gd name="connsiteX727" fmla="*/ 520407 w 652737"/>
                <a:gd name="connsiteY727" fmla="*/ 40850 h 1277427"/>
                <a:gd name="connsiteX728" fmla="*/ 525297 w 652737"/>
                <a:gd name="connsiteY728" fmla="*/ 40850 h 1277427"/>
                <a:gd name="connsiteX729" fmla="*/ 527886 w 652737"/>
                <a:gd name="connsiteY729" fmla="*/ 40850 h 1277427"/>
                <a:gd name="connsiteX730" fmla="*/ 530619 w 652737"/>
                <a:gd name="connsiteY730" fmla="*/ 40850 h 1277427"/>
                <a:gd name="connsiteX731" fmla="*/ 533065 w 652737"/>
                <a:gd name="connsiteY731" fmla="*/ 40850 h 1277427"/>
                <a:gd name="connsiteX732" fmla="*/ 533065 w 652737"/>
                <a:gd name="connsiteY732" fmla="*/ 43295 h 1277427"/>
                <a:gd name="connsiteX733" fmla="*/ 535510 w 652737"/>
                <a:gd name="connsiteY733" fmla="*/ 43295 h 1277427"/>
                <a:gd name="connsiteX734" fmla="*/ 537955 w 652737"/>
                <a:gd name="connsiteY734" fmla="*/ 43295 h 1277427"/>
                <a:gd name="connsiteX735" fmla="*/ 540832 w 652737"/>
                <a:gd name="connsiteY735" fmla="*/ 43295 h 1277427"/>
                <a:gd name="connsiteX736" fmla="*/ 543277 w 652737"/>
                <a:gd name="connsiteY736" fmla="*/ 43295 h 1277427"/>
                <a:gd name="connsiteX737" fmla="*/ 545722 w 652737"/>
                <a:gd name="connsiteY737" fmla="*/ 43295 h 1277427"/>
                <a:gd name="connsiteX738" fmla="*/ 548311 w 652737"/>
                <a:gd name="connsiteY738" fmla="*/ 43295 h 1277427"/>
                <a:gd name="connsiteX739" fmla="*/ 550900 w 652737"/>
                <a:gd name="connsiteY739" fmla="*/ 43295 h 1277427"/>
                <a:gd name="connsiteX740" fmla="*/ 553490 w 652737"/>
                <a:gd name="connsiteY740" fmla="*/ 43295 h 1277427"/>
                <a:gd name="connsiteX741" fmla="*/ 555935 w 652737"/>
                <a:gd name="connsiteY741" fmla="*/ 43295 h 1277427"/>
                <a:gd name="connsiteX742" fmla="*/ 558524 w 652737"/>
                <a:gd name="connsiteY742" fmla="*/ 43295 h 1277427"/>
                <a:gd name="connsiteX743" fmla="*/ 560969 w 652737"/>
                <a:gd name="connsiteY743" fmla="*/ 43295 h 1277427"/>
                <a:gd name="connsiteX744" fmla="*/ 563702 w 652737"/>
                <a:gd name="connsiteY744" fmla="*/ 45741 h 1277427"/>
                <a:gd name="connsiteX745" fmla="*/ 566147 w 652737"/>
                <a:gd name="connsiteY745" fmla="*/ 45741 h 1277427"/>
                <a:gd name="connsiteX746" fmla="*/ 568592 w 652737"/>
                <a:gd name="connsiteY746" fmla="*/ 45741 h 1277427"/>
                <a:gd name="connsiteX747" fmla="*/ 571182 w 652737"/>
                <a:gd name="connsiteY747" fmla="*/ 45741 h 1277427"/>
                <a:gd name="connsiteX748" fmla="*/ 573915 w 652737"/>
                <a:gd name="connsiteY748" fmla="*/ 45741 h 1277427"/>
                <a:gd name="connsiteX749" fmla="*/ 576360 w 652737"/>
                <a:gd name="connsiteY749" fmla="*/ 45741 h 1277427"/>
                <a:gd name="connsiteX750" fmla="*/ 581394 w 652737"/>
                <a:gd name="connsiteY750" fmla="*/ 45741 h 1277427"/>
                <a:gd name="connsiteX751" fmla="*/ 584127 w 652737"/>
                <a:gd name="connsiteY751" fmla="*/ 45741 h 1277427"/>
                <a:gd name="connsiteX752" fmla="*/ 589018 w 652737"/>
                <a:gd name="connsiteY752" fmla="*/ 45741 h 1277427"/>
                <a:gd name="connsiteX753" fmla="*/ 591607 w 652737"/>
                <a:gd name="connsiteY753" fmla="*/ 48330 h 1277427"/>
                <a:gd name="connsiteX754" fmla="*/ 594340 w 652737"/>
                <a:gd name="connsiteY754" fmla="*/ 48330 h 1277427"/>
                <a:gd name="connsiteX755" fmla="*/ 596785 w 652737"/>
                <a:gd name="connsiteY755" fmla="*/ 48330 h 1277427"/>
                <a:gd name="connsiteX756" fmla="*/ 599230 w 652737"/>
                <a:gd name="connsiteY756" fmla="*/ 48330 h 1277427"/>
                <a:gd name="connsiteX757" fmla="*/ 609443 w 652737"/>
                <a:gd name="connsiteY757" fmla="*/ 48330 h 1277427"/>
                <a:gd name="connsiteX758" fmla="*/ 612032 w 652737"/>
                <a:gd name="connsiteY758" fmla="*/ 48330 h 1277427"/>
                <a:gd name="connsiteX759" fmla="*/ 614765 w 652737"/>
                <a:gd name="connsiteY759" fmla="*/ 48330 h 1277427"/>
                <a:gd name="connsiteX760" fmla="*/ 617210 w 652737"/>
                <a:gd name="connsiteY760" fmla="*/ 48330 h 1277427"/>
                <a:gd name="connsiteX761" fmla="*/ 619655 w 652737"/>
                <a:gd name="connsiteY761" fmla="*/ 48330 h 1277427"/>
                <a:gd name="connsiteX762" fmla="*/ 622100 w 652737"/>
                <a:gd name="connsiteY762" fmla="*/ 48330 h 1277427"/>
                <a:gd name="connsiteX763" fmla="*/ 624977 w 652737"/>
                <a:gd name="connsiteY763" fmla="*/ 48330 h 1277427"/>
                <a:gd name="connsiteX764" fmla="*/ 627422 w 652737"/>
                <a:gd name="connsiteY764" fmla="*/ 51063 h 1277427"/>
                <a:gd name="connsiteX765" fmla="*/ 629868 w 652737"/>
                <a:gd name="connsiteY765" fmla="*/ 51063 h 1277427"/>
                <a:gd name="connsiteX766" fmla="*/ 632313 w 652737"/>
                <a:gd name="connsiteY766" fmla="*/ 51063 h 1277427"/>
                <a:gd name="connsiteX767" fmla="*/ 634902 w 652737"/>
                <a:gd name="connsiteY767" fmla="*/ 51063 h 1277427"/>
                <a:gd name="connsiteX768" fmla="*/ 637635 w 652737"/>
                <a:gd name="connsiteY768" fmla="*/ 51063 h 1277427"/>
                <a:gd name="connsiteX769" fmla="*/ 640080 w 652737"/>
                <a:gd name="connsiteY769" fmla="*/ 51063 h 1277427"/>
                <a:gd name="connsiteX770" fmla="*/ 642669 w 652737"/>
                <a:gd name="connsiteY770" fmla="*/ 51063 h 1277427"/>
                <a:gd name="connsiteX771" fmla="*/ 645114 w 652737"/>
                <a:gd name="connsiteY771" fmla="*/ 51063 h 1277427"/>
                <a:gd name="connsiteX772" fmla="*/ 647847 w 652737"/>
                <a:gd name="connsiteY772" fmla="*/ 51063 h 1277427"/>
                <a:gd name="connsiteX773" fmla="*/ 650293 w 652737"/>
                <a:gd name="connsiteY773" fmla="*/ 51063 h 1277427"/>
                <a:gd name="connsiteX774" fmla="*/ 652738 w 652737"/>
                <a:gd name="connsiteY774" fmla="*/ 51063 h 1277427"/>
                <a:gd name="connsiteX775" fmla="*/ 652738 w 652737"/>
                <a:gd name="connsiteY775" fmla="*/ 53508 h 1277427"/>
                <a:gd name="connsiteX776" fmla="*/ 652738 w 652737"/>
                <a:gd name="connsiteY776" fmla="*/ 55953 h 1277427"/>
                <a:gd name="connsiteX777" fmla="*/ 652738 w 652737"/>
                <a:gd name="connsiteY777" fmla="*/ 58542 h 1277427"/>
                <a:gd name="connsiteX778" fmla="*/ 652738 w 652737"/>
                <a:gd name="connsiteY778" fmla="*/ 71488 h 1277427"/>
                <a:gd name="connsiteX779" fmla="*/ 652738 w 652737"/>
                <a:gd name="connsiteY779" fmla="*/ 84145 h 1277427"/>
                <a:gd name="connsiteX780" fmla="*/ 650293 w 652737"/>
                <a:gd name="connsiteY780" fmla="*/ 89180 h 1277427"/>
                <a:gd name="connsiteX781" fmla="*/ 650293 w 652737"/>
                <a:gd name="connsiteY781" fmla="*/ 91913 h 1277427"/>
                <a:gd name="connsiteX782" fmla="*/ 650293 w 652737"/>
                <a:gd name="connsiteY782" fmla="*/ 109461 h 1277427"/>
                <a:gd name="connsiteX783" fmla="*/ 647847 w 652737"/>
                <a:gd name="connsiteY783" fmla="*/ 145420 h 1277427"/>
                <a:gd name="connsiteX784" fmla="*/ 647847 w 652737"/>
                <a:gd name="connsiteY784" fmla="*/ 147866 h 1277427"/>
                <a:gd name="connsiteX785" fmla="*/ 647847 w 652737"/>
                <a:gd name="connsiteY785" fmla="*/ 150311 h 1277427"/>
                <a:gd name="connsiteX786" fmla="*/ 645114 w 652737"/>
                <a:gd name="connsiteY786" fmla="*/ 165846 h 1277427"/>
                <a:gd name="connsiteX787" fmla="*/ 645114 w 652737"/>
                <a:gd name="connsiteY787" fmla="*/ 168291 h 1277427"/>
                <a:gd name="connsiteX788" fmla="*/ 645114 w 652737"/>
                <a:gd name="connsiteY788" fmla="*/ 191161 h 1277427"/>
                <a:gd name="connsiteX789" fmla="*/ 645114 w 652737"/>
                <a:gd name="connsiteY789" fmla="*/ 193606 h 1277427"/>
                <a:gd name="connsiteX790" fmla="*/ 645114 w 652737"/>
                <a:gd name="connsiteY790" fmla="*/ 196339 h 1277427"/>
                <a:gd name="connsiteX791" fmla="*/ 642669 w 652737"/>
                <a:gd name="connsiteY791" fmla="*/ 198928 h 1277427"/>
                <a:gd name="connsiteX792" fmla="*/ 642669 w 652737"/>
                <a:gd name="connsiteY792" fmla="*/ 203819 h 1277427"/>
                <a:gd name="connsiteX793" fmla="*/ 642669 w 652737"/>
                <a:gd name="connsiteY793" fmla="*/ 211586 h 1277427"/>
                <a:gd name="connsiteX794" fmla="*/ 642669 w 652737"/>
                <a:gd name="connsiteY794" fmla="*/ 219353 h 1277427"/>
                <a:gd name="connsiteX795" fmla="*/ 642669 w 652737"/>
                <a:gd name="connsiteY795" fmla="*/ 229566 h 1277427"/>
                <a:gd name="connsiteX796" fmla="*/ 640080 w 652737"/>
                <a:gd name="connsiteY796" fmla="*/ 244669 h 1277427"/>
                <a:gd name="connsiteX797" fmla="*/ 640080 w 652737"/>
                <a:gd name="connsiteY797" fmla="*/ 260203 h 1277427"/>
                <a:gd name="connsiteX798" fmla="*/ 640080 w 652737"/>
                <a:gd name="connsiteY798" fmla="*/ 262649 h 1277427"/>
                <a:gd name="connsiteX799" fmla="*/ 640080 w 652737"/>
                <a:gd name="connsiteY799" fmla="*/ 265094 h 1277427"/>
                <a:gd name="connsiteX800" fmla="*/ 637635 w 652737"/>
                <a:gd name="connsiteY800" fmla="*/ 275306 h 1277427"/>
                <a:gd name="connsiteX801" fmla="*/ 637635 w 652737"/>
                <a:gd name="connsiteY801" fmla="*/ 280485 h 1277427"/>
                <a:gd name="connsiteX802" fmla="*/ 637635 w 652737"/>
                <a:gd name="connsiteY802" fmla="*/ 285519 h 1277427"/>
                <a:gd name="connsiteX803" fmla="*/ 637635 w 652737"/>
                <a:gd name="connsiteY803" fmla="*/ 287964 h 1277427"/>
                <a:gd name="connsiteX804" fmla="*/ 634902 w 652737"/>
                <a:gd name="connsiteY804" fmla="*/ 334136 h 1277427"/>
                <a:gd name="connsiteX805" fmla="*/ 634902 w 652737"/>
                <a:gd name="connsiteY805" fmla="*/ 336582 h 1277427"/>
                <a:gd name="connsiteX806" fmla="*/ 634902 w 652737"/>
                <a:gd name="connsiteY806" fmla="*/ 339027 h 1277427"/>
                <a:gd name="connsiteX807" fmla="*/ 632313 w 652737"/>
                <a:gd name="connsiteY807" fmla="*/ 349239 h 1277427"/>
                <a:gd name="connsiteX808" fmla="*/ 632313 w 652737"/>
                <a:gd name="connsiteY808" fmla="*/ 354561 h 1277427"/>
                <a:gd name="connsiteX809" fmla="*/ 632313 w 652737"/>
                <a:gd name="connsiteY809" fmla="*/ 361897 h 1277427"/>
                <a:gd name="connsiteX810" fmla="*/ 632313 w 652737"/>
                <a:gd name="connsiteY810" fmla="*/ 367219 h 1277427"/>
                <a:gd name="connsiteX811" fmla="*/ 632313 w 652737"/>
                <a:gd name="connsiteY811" fmla="*/ 369664 h 1277427"/>
                <a:gd name="connsiteX812" fmla="*/ 632313 w 652737"/>
                <a:gd name="connsiteY812" fmla="*/ 372110 h 1277427"/>
                <a:gd name="connsiteX813" fmla="*/ 629868 w 652737"/>
                <a:gd name="connsiteY813" fmla="*/ 382322 h 1277427"/>
                <a:gd name="connsiteX814" fmla="*/ 629868 w 652737"/>
                <a:gd name="connsiteY814" fmla="*/ 385055 h 1277427"/>
                <a:gd name="connsiteX815" fmla="*/ 629868 w 652737"/>
                <a:gd name="connsiteY815" fmla="*/ 387644 h 1277427"/>
                <a:gd name="connsiteX816" fmla="*/ 629868 w 652737"/>
                <a:gd name="connsiteY816" fmla="*/ 392535 h 1277427"/>
                <a:gd name="connsiteX817" fmla="*/ 629868 w 652737"/>
                <a:gd name="connsiteY817" fmla="*/ 395268 h 1277427"/>
                <a:gd name="connsiteX818" fmla="*/ 629868 w 652737"/>
                <a:gd name="connsiteY818" fmla="*/ 405336 h 1277427"/>
                <a:gd name="connsiteX819" fmla="*/ 629868 w 652737"/>
                <a:gd name="connsiteY819" fmla="*/ 415549 h 1277427"/>
                <a:gd name="connsiteX820" fmla="*/ 627422 w 652737"/>
                <a:gd name="connsiteY820" fmla="*/ 438563 h 1277427"/>
                <a:gd name="connsiteX821" fmla="*/ 627422 w 652737"/>
                <a:gd name="connsiteY821" fmla="*/ 443597 h 1277427"/>
                <a:gd name="connsiteX822" fmla="*/ 627422 w 652737"/>
                <a:gd name="connsiteY822" fmla="*/ 446042 h 1277427"/>
                <a:gd name="connsiteX823" fmla="*/ 624977 w 652737"/>
                <a:gd name="connsiteY823" fmla="*/ 461577 h 1277427"/>
                <a:gd name="connsiteX824" fmla="*/ 624977 w 652737"/>
                <a:gd name="connsiteY824" fmla="*/ 469200 h 1277427"/>
                <a:gd name="connsiteX825" fmla="*/ 624977 w 652737"/>
                <a:gd name="connsiteY825" fmla="*/ 479413 h 1277427"/>
                <a:gd name="connsiteX826" fmla="*/ 624977 w 652737"/>
                <a:gd name="connsiteY826" fmla="*/ 482002 h 1277427"/>
                <a:gd name="connsiteX827" fmla="*/ 624977 w 652737"/>
                <a:gd name="connsiteY827" fmla="*/ 486892 h 1277427"/>
                <a:gd name="connsiteX828" fmla="*/ 622100 w 652737"/>
                <a:gd name="connsiteY828" fmla="*/ 497105 h 1277427"/>
                <a:gd name="connsiteX829" fmla="*/ 622100 w 652737"/>
                <a:gd name="connsiteY829" fmla="*/ 504872 h 1277427"/>
                <a:gd name="connsiteX830" fmla="*/ 622100 w 652737"/>
                <a:gd name="connsiteY830" fmla="*/ 507317 h 1277427"/>
                <a:gd name="connsiteX831" fmla="*/ 622100 w 652737"/>
                <a:gd name="connsiteY831" fmla="*/ 512639 h 1277427"/>
                <a:gd name="connsiteX832" fmla="*/ 622100 w 652737"/>
                <a:gd name="connsiteY832" fmla="*/ 517530 h 1277427"/>
                <a:gd name="connsiteX833" fmla="*/ 622100 w 652737"/>
                <a:gd name="connsiteY833" fmla="*/ 519975 h 1277427"/>
                <a:gd name="connsiteX834" fmla="*/ 622100 w 652737"/>
                <a:gd name="connsiteY834" fmla="*/ 522708 h 1277427"/>
                <a:gd name="connsiteX835" fmla="*/ 622100 w 652737"/>
                <a:gd name="connsiteY835" fmla="*/ 525297 h 1277427"/>
                <a:gd name="connsiteX836" fmla="*/ 624977 w 652737"/>
                <a:gd name="connsiteY836" fmla="*/ 525297 h 1277427"/>
                <a:gd name="connsiteX837" fmla="*/ 624977 w 652737"/>
                <a:gd name="connsiteY837" fmla="*/ 533065 h 1277427"/>
                <a:gd name="connsiteX838" fmla="*/ 624977 w 652737"/>
                <a:gd name="connsiteY838" fmla="*/ 540400 h 1277427"/>
                <a:gd name="connsiteX839" fmla="*/ 624977 w 652737"/>
                <a:gd name="connsiteY839" fmla="*/ 543133 h 1277427"/>
                <a:gd name="connsiteX840" fmla="*/ 622100 w 652737"/>
                <a:gd name="connsiteY840" fmla="*/ 545722 h 1277427"/>
                <a:gd name="connsiteX841" fmla="*/ 622100 w 652737"/>
                <a:gd name="connsiteY841" fmla="*/ 558380 h 1277427"/>
                <a:gd name="connsiteX842" fmla="*/ 622100 w 652737"/>
                <a:gd name="connsiteY842" fmla="*/ 563558 h 1277427"/>
                <a:gd name="connsiteX843" fmla="*/ 624977 w 652737"/>
                <a:gd name="connsiteY843" fmla="*/ 563558 h 1277427"/>
                <a:gd name="connsiteX844" fmla="*/ 624977 w 652737"/>
                <a:gd name="connsiteY844" fmla="*/ 568593 h 1277427"/>
                <a:gd name="connsiteX845" fmla="*/ 624977 w 652737"/>
                <a:gd name="connsiteY845" fmla="*/ 576360 h 1277427"/>
                <a:gd name="connsiteX846" fmla="*/ 622100 w 652737"/>
                <a:gd name="connsiteY846" fmla="*/ 578805 h 1277427"/>
                <a:gd name="connsiteX847" fmla="*/ 622100 w 652737"/>
                <a:gd name="connsiteY847" fmla="*/ 581250 h 1277427"/>
                <a:gd name="connsiteX848" fmla="*/ 622100 w 652737"/>
                <a:gd name="connsiteY848" fmla="*/ 583839 h 1277427"/>
                <a:gd name="connsiteX849" fmla="*/ 622100 w 652737"/>
                <a:gd name="connsiteY849" fmla="*/ 591463 h 1277427"/>
                <a:gd name="connsiteX850" fmla="*/ 622100 w 652737"/>
                <a:gd name="connsiteY850" fmla="*/ 593908 h 1277427"/>
                <a:gd name="connsiteX851" fmla="*/ 622100 w 652737"/>
                <a:gd name="connsiteY851" fmla="*/ 596641 h 1277427"/>
                <a:gd name="connsiteX852" fmla="*/ 622100 w 652737"/>
                <a:gd name="connsiteY852" fmla="*/ 599230 h 1277427"/>
                <a:gd name="connsiteX853" fmla="*/ 622100 w 652737"/>
                <a:gd name="connsiteY853" fmla="*/ 604264 h 1277427"/>
                <a:gd name="connsiteX854" fmla="*/ 624977 w 652737"/>
                <a:gd name="connsiteY854" fmla="*/ 604264 h 1277427"/>
                <a:gd name="connsiteX855" fmla="*/ 622100 w 652737"/>
                <a:gd name="connsiteY855" fmla="*/ 617066 h 1277427"/>
                <a:gd name="connsiteX856" fmla="*/ 622100 w 652737"/>
                <a:gd name="connsiteY856" fmla="*/ 622100 h 1277427"/>
                <a:gd name="connsiteX857" fmla="*/ 622100 w 652737"/>
                <a:gd name="connsiteY857" fmla="*/ 624545 h 1277427"/>
                <a:gd name="connsiteX858" fmla="*/ 622100 w 652737"/>
                <a:gd name="connsiteY858" fmla="*/ 627278 h 1277427"/>
                <a:gd name="connsiteX859" fmla="*/ 622100 w 652737"/>
                <a:gd name="connsiteY859" fmla="*/ 640080 h 1277427"/>
                <a:gd name="connsiteX860" fmla="*/ 622100 w 652737"/>
                <a:gd name="connsiteY860" fmla="*/ 642525 h 1277427"/>
                <a:gd name="connsiteX861" fmla="*/ 624977 w 652737"/>
                <a:gd name="connsiteY861" fmla="*/ 642525 h 1277427"/>
                <a:gd name="connsiteX862" fmla="*/ 624977 w 652737"/>
                <a:gd name="connsiteY862" fmla="*/ 644971 h 1277427"/>
                <a:gd name="connsiteX863" fmla="*/ 622100 w 652737"/>
                <a:gd name="connsiteY863" fmla="*/ 662950 h 1277427"/>
                <a:gd name="connsiteX864" fmla="*/ 622100 w 652737"/>
                <a:gd name="connsiteY864" fmla="*/ 665395 h 1277427"/>
                <a:gd name="connsiteX865" fmla="*/ 622100 w 652737"/>
                <a:gd name="connsiteY865" fmla="*/ 667985 h 1277427"/>
                <a:gd name="connsiteX866" fmla="*/ 622100 w 652737"/>
                <a:gd name="connsiteY866" fmla="*/ 673163 h 1277427"/>
                <a:gd name="connsiteX867" fmla="*/ 619655 w 652737"/>
                <a:gd name="connsiteY867" fmla="*/ 680930 h 1277427"/>
                <a:gd name="connsiteX868" fmla="*/ 622100 w 652737"/>
                <a:gd name="connsiteY868" fmla="*/ 680930 h 1277427"/>
                <a:gd name="connsiteX869" fmla="*/ 622100 w 652737"/>
                <a:gd name="connsiteY869" fmla="*/ 690999 h 1277427"/>
                <a:gd name="connsiteX870" fmla="*/ 622100 w 652737"/>
                <a:gd name="connsiteY870" fmla="*/ 696033 h 1277427"/>
                <a:gd name="connsiteX871" fmla="*/ 622100 w 652737"/>
                <a:gd name="connsiteY871" fmla="*/ 701355 h 1277427"/>
                <a:gd name="connsiteX872" fmla="*/ 622100 w 652737"/>
                <a:gd name="connsiteY872" fmla="*/ 703800 h 1277427"/>
                <a:gd name="connsiteX873" fmla="*/ 619655 w 652737"/>
                <a:gd name="connsiteY873" fmla="*/ 718903 h 1277427"/>
                <a:gd name="connsiteX874" fmla="*/ 622100 w 652737"/>
                <a:gd name="connsiteY874" fmla="*/ 721636 h 1277427"/>
                <a:gd name="connsiteX875" fmla="*/ 622100 w 652737"/>
                <a:gd name="connsiteY875" fmla="*/ 726671 h 1277427"/>
                <a:gd name="connsiteX876" fmla="*/ 622100 w 652737"/>
                <a:gd name="connsiteY876" fmla="*/ 729116 h 1277427"/>
                <a:gd name="connsiteX877" fmla="*/ 622100 w 652737"/>
                <a:gd name="connsiteY877" fmla="*/ 739329 h 1277427"/>
                <a:gd name="connsiteX878" fmla="*/ 622100 w 652737"/>
                <a:gd name="connsiteY878" fmla="*/ 754863 h 1277427"/>
                <a:gd name="connsiteX879" fmla="*/ 619655 w 652737"/>
                <a:gd name="connsiteY879" fmla="*/ 759753 h 1277427"/>
                <a:gd name="connsiteX880" fmla="*/ 622100 w 652737"/>
                <a:gd name="connsiteY880" fmla="*/ 759753 h 1277427"/>
                <a:gd name="connsiteX881" fmla="*/ 622100 w 652737"/>
                <a:gd name="connsiteY881" fmla="*/ 769966 h 1277427"/>
                <a:gd name="connsiteX882" fmla="*/ 622100 w 652737"/>
                <a:gd name="connsiteY882" fmla="*/ 772555 h 1277427"/>
                <a:gd name="connsiteX883" fmla="*/ 622100 w 652737"/>
                <a:gd name="connsiteY883" fmla="*/ 775288 h 1277427"/>
                <a:gd name="connsiteX884" fmla="*/ 622100 w 652737"/>
                <a:gd name="connsiteY884" fmla="*/ 782624 h 1277427"/>
                <a:gd name="connsiteX885" fmla="*/ 619655 w 652737"/>
                <a:gd name="connsiteY885" fmla="*/ 798158 h 1277427"/>
                <a:gd name="connsiteX886" fmla="*/ 622100 w 652737"/>
                <a:gd name="connsiteY886" fmla="*/ 798158 h 1277427"/>
                <a:gd name="connsiteX887" fmla="*/ 619655 w 652737"/>
                <a:gd name="connsiteY887" fmla="*/ 828796 h 1277427"/>
                <a:gd name="connsiteX888" fmla="*/ 619655 w 652737"/>
                <a:gd name="connsiteY888" fmla="*/ 836275 h 1277427"/>
                <a:gd name="connsiteX889" fmla="*/ 622100 w 652737"/>
                <a:gd name="connsiteY889" fmla="*/ 836275 h 1277427"/>
                <a:gd name="connsiteX890" fmla="*/ 622100 w 652737"/>
                <a:gd name="connsiteY890" fmla="*/ 839008 h 1277427"/>
                <a:gd name="connsiteX891" fmla="*/ 622100 w 652737"/>
                <a:gd name="connsiteY891" fmla="*/ 841454 h 1277427"/>
                <a:gd name="connsiteX892" fmla="*/ 622100 w 652737"/>
                <a:gd name="connsiteY892" fmla="*/ 843899 h 1277427"/>
                <a:gd name="connsiteX893" fmla="*/ 622100 w 652737"/>
                <a:gd name="connsiteY893" fmla="*/ 846344 h 1277427"/>
                <a:gd name="connsiteX894" fmla="*/ 622100 w 652737"/>
                <a:gd name="connsiteY894" fmla="*/ 849077 h 1277427"/>
                <a:gd name="connsiteX895" fmla="*/ 622100 w 652737"/>
                <a:gd name="connsiteY895" fmla="*/ 851666 h 1277427"/>
                <a:gd name="connsiteX896" fmla="*/ 622100 w 652737"/>
                <a:gd name="connsiteY896" fmla="*/ 856701 h 1277427"/>
                <a:gd name="connsiteX897" fmla="*/ 619655 w 652737"/>
                <a:gd name="connsiteY897" fmla="*/ 856701 h 1277427"/>
                <a:gd name="connsiteX898" fmla="*/ 619655 w 652737"/>
                <a:gd name="connsiteY898" fmla="*/ 859434 h 1277427"/>
                <a:gd name="connsiteX899" fmla="*/ 619655 w 652737"/>
                <a:gd name="connsiteY899" fmla="*/ 861879 h 1277427"/>
                <a:gd name="connsiteX900" fmla="*/ 619655 w 652737"/>
                <a:gd name="connsiteY900" fmla="*/ 866769 h 1277427"/>
                <a:gd name="connsiteX901" fmla="*/ 619655 w 652737"/>
                <a:gd name="connsiteY901" fmla="*/ 869646 h 1277427"/>
                <a:gd name="connsiteX902" fmla="*/ 619655 w 652737"/>
                <a:gd name="connsiteY902" fmla="*/ 872091 h 1277427"/>
                <a:gd name="connsiteX903" fmla="*/ 619655 w 652737"/>
                <a:gd name="connsiteY903" fmla="*/ 874536 h 1277427"/>
                <a:gd name="connsiteX904" fmla="*/ 622100 w 652737"/>
                <a:gd name="connsiteY904" fmla="*/ 874536 h 1277427"/>
                <a:gd name="connsiteX905" fmla="*/ 622100 w 652737"/>
                <a:gd name="connsiteY905" fmla="*/ 876982 h 1277427"/>
                <a:gd name="connsiteX906" fmla="*/ 622100 w 652737"/>
                <a:gd name="connsiteY906" fmla="*/ 882304 h 1277427"/>
                <a:gd name="connsiteX907" fmla="*/ 622100 w 652737"/>
                <a:gd name="connsiteY907" fmla="*/ 887194 h 1277427"/>
                <a:gd name="connsiteX908" fmla="*/ 622100 w 652737"/>
                <a:gd name="connsiteY908" fmla="*/ 889927 h 1277427"/>
                <a:gd name="connsiteX909" fmla="*/ 619655 w 652737"/>
                <a:gd name="connsiteY909" fmla="*/ 892516 h 1277427"/>
                <a:gd name="connsiteX910" fmla="*/ 619655 w 652737"/>
                <a:gd name="connsiteY910" fmla="*/ 897407 h 1277427"/>
                <a:gd name="connsiteX911" fmla="*/ 619655 w 652737"/>
                <a:gd name="connsiteY911" fmla="*/ 902729 h 1277427"/>
                <a:gd name="connsiteX912" fmla="*/ 619655 w 652737"/>
                <a:gd name="connsiteY912" fmla="*/ 910352 h 1277427"/>
                <a:gd name="connsiteX913" fmla="*/ 619655 w 652737"/>
                <a:gd name="connsiteY913" fmla="*/ 912941 h 1277427"/>
                <a:gd name="connsiteX914" fmla="*/ 622100 w 652737"/>
                <a:gd name="connsiteY914" fmla="*/ 912941 h 1277427"/>
                <a:gd name="connsiteX915" fmla="*/ 622100 w 652737"/>
                <a:gd name="connsiteY915" fmla="*/ 915386 h 1277427"/>
                <a:gd name="connsiteX916" fmla="*/ 619655 w 652737"/>
                <a:gd name="connsiteY916" fmla="*/ 920565 h 1277427"/>
                <a:gd name="connsiteX917" fmla="*/ 619655 w 652737"/>
                <a:gd name="connsiteY917" fmla="*/ 923154 h 1277427"/>
                <a:gd name="connsiteX918" fmla="*/ 619655 w 652737"/>
                <a:gd name="connsiteY918" fmla="*/ 928044 h 1277427"/>
                <a:gd name="connsiteX919" fmla="*/ 619655 w 652737"/>
                <a:gd name="connsiteY919" fmla="*/ 933366 h 1277427"/>
                <a:gd name="connsiteX920" fmla="*/ 619655 w 652737"/>
                <a:gd name="connsiteY920" fmla="*/ 935812 h 1277427"/>
                <a:gd name="connsiteX921" fmla="*/ 619655 w 652737"/>
                <a:gd name="connsiteY921" fmla="*/ 938257 h 1277427"/>
                <a:gd name="connsiteX922" fmla="*/ 619655 w 652737"/>
                <a:gd name="connsiteY922" fmla="*/ 940702 h 1277427"/>
                <a:gd name="connsiteX923" fmla="*/ 619655 w 652737"/>
                <a:gd name="connsiteY923" fmla="*/ 943435 h 1277427"/>
                <a:gd name="connsiteX924" fmla="*/ 619655 w 652737"/>
                <a:gd name="connsiteY924" fmla="*/ 946024 h 1277427"/>
                <a:gd name="connsiteX925" fmla="*/ 619655 w 652737"/>
                <a:gd name="connsiteY925" fmla="*/ 948469 h 1277427"/>
                <a:gd name="connsiteX926" fmla="*/ 619655 w 652737"/>
                <a:gd name="connsiteY926" fmla="*/ 950914 h 1277427"/>
                <a:gd name="connsiteX927" fmla="*/ 622100 w 652737"/>
                <a:gd name="connsiteY927" fmla="*/ 950914 h 1277427"/>
                <a:gd name="connsiteX928" fmla="*/ 622100 w 652737"/>
                <a:gd name="connsiteY928" fmla="*/ 953791 h 1277427"/>
                <a:gd name="connsiteX929" fmla="*/ 619655 w 652737"/>
                <a:gd name="connsiteY929" fmla="*/ 956236 h 1277427"/>
                <a:gd name="connsiteX930" fmla="*/ 619655 w 652737"/>
                <a:gd name="connsiteY930" fmla="*/ 958682 h 1277427"/>
                <a:gd name="connsiteX931" fmla="*/ 619655 w 652737"/>
                <a:gd name="connsiteY931" fmla="*/ 961127 h 1277427"/>
                <a:gd name="connsiteX932" fmla="*/ 619655 w 652737"/>
                <a:gd name="connsiteY932" fmla="*/ 963860 h 1277427"/>
                <a:gd name="connsiteX933" fmla="*/ 619655 w 652737"/>
                <a:gd name="connsiteY933" fmla="*/ 966449 h 1277427"/>
                <a:gd name="connsiteX934" fmla="*/ 619655 w 652737"/>
                <a:gd name="connsiteY934" fmla="*/ 974073 h 1277427"/>
                <a:gd name="connsiteX935" fmla="*/ 619655 w 652737"/>
                <a:gd name="connsiteY935" fmla="*/ 976662 h 1277427"/>
                <a:gd name="connsiteX936" fmla="*/ 619655 w 652737"/>
                <a:gd name="connsiteY936" fmla="*/ 979107 h 1277427"/>
                <a:gd name="connsiteX937" fmla="*/ 619655 w 652737"/>
                <a:gd name="connsiteY937" fmla="*/ 981552 h 1277427"/>
                <a:gd name="connsiteX938" fmla="*/ 619655 w 652737"/>
                <a:gd name="connsiteY938" fmla="*/ 984285 h 1277427"/>
                <a:gd name="connsiteX939" fmla="*/ 619655 w 652737"/>
                <a:gd name="connsiteY939" fmla="*/ 986874 h 1277427"/>
                <a:gd name="connsiteX940" fmla="*/ 619655 w 652737"/>
                <a:gd name="connsiteY940" fmla="*/ 991764 h 1277427"/>
                <a:gd name="connsiteX941" fmla="*/ 619655 w 652737"/>
                <a:gd name="connsiteY941" fmla="*/ 994497 h 1277427"/>
                <a:gd name="connsiteX942" fmla="*/ 619655 w 652737"/>
                <a:gd name="connsiteY942" fmla="*/ 997086 h 1277427"/>
                <a:gd name="connsiteX943" fmla="*/ 619655 w 652737"/>
                <a:gd name="connsiteY943" fmla="*/ 999532 h 1277427"/>
                <a:gd name="connsiteX944" fmla="*/ 617210 w 652737"/>
                <a:gd name="connsiteY944" fmla="*/ 1001977 h 1277427"/>
                <a:gd name="connsiteX945" fmla="*/ 617210 w 652737"/>
                <a:gd name="connsiteY945" fmla="*/ 1004710 h 1277427"/>
                <a:gd name="connsiteX946" fmla="*/ 617210 w 652737"/>
                <a:gd name="connsiteY946" fmla="*/ 1007299 h 1277427"/>
                <a:gd name="connsiteX947" fmla="*/ 617210 w 652737"/>
                <a:gd name="connsiteY947" fmla="*/ 1009744 h 1277427"/>
                <a:gd name="connsiteX948" fmla="*/ 617210 w 652737"/>
                <a:gd name="connsiteY948" fmla="*/ 1012190 h 1277427"/>
                <a:gd name="connsiteX949" fmla="*/ 617210 w 652737"/>
                <a:gd name="connsiteY949" fmla="*/ 1014635 h 1277427"/>
                <a:gd name="connsiteX950" fmla="*/ 617210 w 652737"/>
                <a:gd name="connsiteY950" fmla="*/ 1017368 h 1277427"/>
                <a:gd name="connsiteX951" fmla="*/ 617210 w 652737"/>
                <a:gd name="connsiteY951" fmla="*/ 1022402 h 1277427"/>
                <a:gd name="connsiteX952" fmla="*/ 617210 w 652737"/>
                <a:gd name="connsiteY952" fmla="*/ 1024991 h 1277427"/>
                <a:gd name="connsiteX953" fmla="*/ 619655 w 652737"/>
                <a:gd name="connsiteY953" fmla="*/ 1024991 h 1277427"/>
                <a:gd name="connsiteX954" fmla="*/ 619655 w 652737"/>
                <a:gd name="connsiteY954" fmla="*/ 1027724 h 1277427"/>
                <a:gd name="connsiteX955" fmla="*/ 619655 w 652737"/>
                <a:gd name="connsiteY955" fmla="*/ 1030169 h 1277427"/>
                <a:gd name="connsiteX956" fmla="*/ 619655 w 652737"/>
                <a:gd name="connsiteY956" fmla="*/ 1032614 h 1277427"/>
                <a:gd name="connsiteX957" fmla="*/ 617210 w 652737"/>
                <a:gd name="connsiteY957" fmla="*/ 1035060 h 1277427"/>
                <a:gd name="connsiteX958" fmla="*/ 617210 w 652737"/>
                <a:gd name="connsiteY958" fmla="*/ 1037793 h 1277427"/>
                <a:gd name="connsiteX959" fmla="*/ 617210 w 652737"/>
                <a:gd name="connsiteY959" fmla="*/ 1040382 h 1277427"/>
                <a:gd name="connsiteX960" fmla="*/ 617210 w 652737"/>
                <a:gd name="connsiteY960" fmla="*/ 1045272 h 1277427"/>
                <a:gd name="connsiteX961" fmla="*/ 617210 w 652737"/>
                <a:gd name="connsiteY961" fmla="*/ 1048005 h 1277427"/>
                <a:gd name="connsiteX962" fmla="*/ 617210 w 652737"/>
                <a:gd name="connsiteY962" fmla="*/ 1050594 h 1277427"/>
                <a:gd name="connsiteX963" fmla="*/ 617210 w 652737"/>
                <a:gd name="connsiteY963" fmla="*/ 1053040 h 1277427"/>
                <a:gd name="connsiteX964" fmla="*/ 617210 w 652737"/>
                <a:gd name="connsiteY964" fmla="*/ 1055485 h 1277427"/>
                <a:gd name="connsiteX965" fmla="*/ 617210 w 652737"/>
                <a:gd name="connsiteY965" fmla="*/ 1058218 h 1277427"/>
                <a:gd name="connsiteX966" fmla="*/ 617210 w 652737"/>
                <a:gd name="connsiteY966" fmla="*/ 1063252 h 1277427"/>
                <a:gd name="connsiteX967" fmla="*/ 619655 w 652737"/>
                <a:gd name="connsiteY967" fmla="*/ 1063252 h 1277427"/>
                <a:gd name="connsiteX968" fmla="*/ 619655 w 652737"/>
                <a:gd name="connsiteY968" fmla="*/ 1065697 h 1277427"/>
                <a:gd name="connsiteX969" fmla="*/ 619655 w 652737"/>
                <a:gd name="connsiteY969" fmla="*/ 1068430 h 1277427"/>
                <a:gd name="connsiteX970" fmla="*/ 617210 w 652737"/>
                <a:gd name="connsiteY970" fmla="*/ 1071019 h 1277427"/>
                <a:gd name="connsiteX971" fmla="*/ 617210 w 652737"/>
                <a:gd name="connsiteY971" fmla="*/ 1073465 h 1277427"/>
                <a:gd name="connsiteX972" fmla="*/ 617210 w 652737"/>
                <a:gd name="connsiteY972" fmla="*/ 1075910 h 1277427"/>
                <a:gd name="connsiteX973" fmla="*/ 617210 w 652737"/>
                <a:gd name="connsiteY973" fmla="*/ 1078643 h 1277427"/>
                <a:gd name="connsiteX974" fmla="*/ 617210 w 652737"/>
                <a:gd name="connsiteY974" fmla="*/ 1081232 h 1277427"/>
                <a:gd name="connsiteX975" fmla="*/ 617210 w 652737"/>
                <a:gd name="connsiteY975" fmla="*/ 1083677 h 1277427"/>
                <a:gd name="connsiteX976" fmla="*/ 617210 w 652737"/>
                <a:gd name="connsiteY976" fmla="*/ 1086122 h 1277427"/>
                <a:gd name="connsiteX977" fmla="*/ 617210 w 652737"/>
                <a:gd name="connsiteY977" fmla="*/ 1088855 h 1277427"/>
                <a:gd name="connsiteX978" fmla="*/ 617210 w 652737"/>
                <a:gd name="connsiteY978" fmla="*/ 1093890 h 1277427"/>
                <a:gd name="connsiteX979" fmla="*/ 617210 w 652737"/>
                <a:gd name="connsiteY979" fmla="*/ 1096335 h 1277427"/>
                <a:gd name="connsiteX980" fmla="*/ 617210 w 652737"/>
                <a:gd name="connsiteY980" fmla="*/ 1098924 h 1277427"/>
                <a:gd name="connsiteX981" fmla="*/ 617210 w 652737"/>
                <a:gd name="connsiteY981" fmla="*/ 1101657 h 1277427"/>
                <a:gd name="connsiteX982" fmla="*/ 617210 w 652737"/>
                <a:gd name="connsiteY982" fmla="*/ 1104102 h 1277427"/>
                <a:gd name="connsiteX983" fmla="*/ 619655 w 652737"/>
                <a:gd name="connsiteY983" fmla="*/ 1104102 h 1277427"/>
                <a:gd name="connsiteX984" fmla="*/ 617210 w 652737"/>
                <a:gd name="connsiteY984" fmla="*/ 1106547 h 1277427"/>
                <a:gd name="connsiteX985" fmla="*/ 617210 w 652737"/>
                <a:gd name="connsiteY985" fmla="*/ 1108993 h 1277427"/>
                <a:gd name="connsiteX986" fmla="*/ 617210 w 652737"/>
                <a:gd name="connsiteY986" fmla="*/ 1114315 h 1277427"/>
                <a:gd name="connsiteX987" fmla="*/ 617210 w 652737"/>
                <a:gd name="connsiteY987" fmla="*/ 1116760 h 1277427"/>
                <a:gd name="connsiteX988" fmla="*/ 617210 w 652737"/>
                <a:gd name="connsiteY988" fmla="*/ 1119205 h 1277427"/>
                <a:gd name="connsiteX989" fmla="*/ 617210 w 652737"/>
                <a:gd name="connsiteY989" fmla="*/ 1122082 h 1277427"/>
                <a:gd name="connsiteX990" fmla="*/ 617210 w 652737"/>
                <a:gd name="connsiteY990" fmla="*/ 1124527 h 1277427"/>
                <a:gd name="connsiteX991" fmla="*/ 617210 w 652737"/>
                <a:gd name="connsiteY991" fmla="*/ 1129418 h 1277427"/>
                <a:gd name="connsiteX992" fmla="*/ 617210 w 652737"/>
                <a:gd name="connsiteY992" fmla="*/ 1132151 h 1277427"/>
                <a:gd name="connsiteX993" fmla="*/ 617210 w 652737"/>
                <a:gd name="connsiteY993" fmla="*/ 1137185 h 1277427"/>
                <a:gd name="connsiteX994" fmla="*/ 617210 w 652737"/>
                <a:gd name="connsiteY994" fmla="*/ 1139630 h 1277427"/>
                <a:gd name="connsiteX995" fmla="*/ 617210 w 652737"/>
                <a:gd name="connsiteY995" fmla="*/ 1142363 h 1277427"/>
                <a:gd name="connsiteX996" fmla="*/ 617210 w 652737"/>
                <a:gd name="connsiteY996" fmla="*/ 1144952 h 1277427"/>
                <a:gd name="connsiteX997" fmla="*/ 617210 w 652737"/>
                <a:gd name="connsiteY997" fmla="*/ 1147397 h 1277427"/>
                <a:gd name="connsiteX998" fmla="*/ 617210 w 652737"/>
                <a:gd name="connsiteY998" fmla="*/ 1149843 h 1277427"/>
                <a:gd name="connsiteX999" fmla="*/ 617210 w 652737"/>
                <a:gd name="connsiteY999" fmla="*/ 1152576 h 1277427"/>
                <a:gd name="connsiteX1000" fmla="*/ 617210 w 652737"/>
                <a:gd name="connsiteY1000" fmla="*/ 1155165 h 1277427"/>
                <a:gd name="connsiteX1001" fmla="*/ 617210 w 652737"/>
                <a:gd name="connsiteY1001" fmla="*/ 1157610 h 1277427"/>
                <a:gd name="connsiteX1002" fmla="*/ 617210 w 652737"/>
                <a:gd name="connsiteY1002" fmla="*/ 1160055 h 1277427"/>
                <a:gd name="connsiteX1003" fmla="*/ 617210 w 652737"/>
                <a:gd name="connsiteY1003" fmla="*/ 1162788 h 1277427"/>
                <a:gd name="connsiteX1004" fmla="*/ 617210 w 652737"/>
                <a:gd name="connsiteY1004" fmla="*/ 1165377 h 1277427"/>
                <a:gd name="connsiteX1005" fmla="*/ 617210 w 652737"/>
                <a:gd name="connsiteY1005" fmla="*/ 1167823 h 1277427"/>
                <a:gd name="connsiteX1006" fmla="*/ 617210 w 652737"/>
                <a:gd name="connsiteY1006" fmla="*/ 1170268 h 1277427"/>
                <a:gd name="connsiteX1007" fmla="*/ 617210 w 652737"/>
                <a:gd name="connsiteY1007" fmla="*/ 1173001 h 1277427"/>
                <a:gd name="connsiteX1008" fmla="*/ 617210 w 652737"/>
                <a:gd name="connsiteY1008" fmla="*/ 1175590 h 1277427"/>
                <a:gd name="connsiteX1009" fmla="*/ 614765 w 652737"/>
                <a:gd name="connsiteY1009" fmla="*/ 1178035 h 1277427"/>
                <a:gd name="connsiteX1010" fmla="*/ 614765 w 652737"/>
                <a:gd name="connsiteY1010" fmla="*/ 1180480 h 1277427"/>
                <a:gd name="connsiteX1011" fmla="*/ 617210 w 652737"/>
                <a:gd name="connsiteY1011" fmla="*/ 1180480 h 1277427"/>
                <a:gd name="connsiteX1012" fmla="*/ 617210 w 652737"/>
                <a:gd name="connsiteY1012" fmla="*/ 1185802 h 1277427"/>
                <a:gd name="connsiteX1013" fmla="*/ 617210 w 652737"/>
                <a:gd name="connsiteY1013" fmla="*/ 1190693 h 1277427"/>
                <a:gd name="connsiteX1014" fmla="*/ 617210 w 652737"/>
                <a:gd name="connsiteY1014" fmla="*/ 1196015 h 1277427"/>
                <a:gd name="connsiteX1015" fmla="*/ 617210 w 652737"/>
                <a:gd name="connsiteY1015" fmla="*/ 1198460 h 1277427"/>
                <a:gd name="connsiteX1016" fmla="*/ 617210 w 652737"/>
                <a:gd name="connsiteY1016" fmla="*/ 1206084 h 1277427"/>
                <a:gd name="connsiteX1017" fmla="*/ 617210 w 652737"/>
                <a:gd name="connsiteY1017" fmla="*/ 1211118 h 1277427"/>
                <a:gd name="connsiteX1018" fmla="*/ 614765 w 652737"/>
                <a:gd name="connsiteY1018" fmla="*/ 1213563 h 1277427"/>
                <a:gd name="connsiteX1019" fmla="*/ 614765 w 652737"/>
                <a:gd name="connsiteY1019" fmla="*/ 1218885 h 1277427"/>
                <a:gd name="connsiteX1020" fmla="*/ 617210 w 652737"/>
                <a:gd name="connsiteY1020" fmla="*/ 1218885 h 1277427"/>
                <a:gd name="connsiteX1021" fmla="*/ 617210 w 652737"/>
                <a:gd name="connsiteY1021" fmla="*/ 1221331 h 1277427"/>
                <a:gd name="connsiteX1022" fmla="*/ 617210 w 652737"/>
                <a:gd name="connsiteY1022" fmla="*/ 1226508 h 1277427"/>
                <a:gd name="connsiteX1023" fmla="*/ 617210 w 652737"/>
                <a:gd name="connsiteY1023" fmla="*/ 1233988 h 1277427"/>
                <a:gd name="connsiteX1024" fmla="*/ 617210 w 652737"/>
                <a:gd name="connsiteY1024" fmla="*/ 1236721 h 1277427"/>
                <a:gd name="connsiteX1025" fmla="*/ 617210 w 652737"/>
                <a:gd name="connsiteY1025" fmla="*/ 1239310 h 1277427"/>
                <a:gd name="connsiteX1026" fmla="*/ 614765 w 652737"/>
                <a:gd name="connsiteY1026" fmla="*/ 1241755 h 1277427"/>
                <a:gd name="connsiteX1027" fmla="*/ 614765 w 652737"/>
                <a:gd name="connsiteY1027" fmla="*/ 1246934 h 1277427"/>
                <a:gd name="connsiteX1028" fmla="*/ 614765 w 652737"/>
                <a:gd name="connsiteY1028" fmla="*/ 1249523 h 1277427"/>
                <a:gd name="connsiteX1029" fmla="*/ 614765 w 652737"/>
                <a:gd name="connsiteY1029" fmla="*/ 1257146 h 1277427"/>
                <a:gd name="connsiteX1030" fmla="*/ 617210 w 652737"/>
                <a:gd name="connsiteY1030" fmla="*/ 1257146 h 1277427"/>
                <a:gd name="connsiteX1031" fmla="*/ 617210 w 652737"/>
                <a:gd name="connsiteY1031" fmla="*/ 1264626 h 1277427"/>
                <a:gd name="connsiteX1032" fmla="*/ 617210 w 652737"/>
                <a:gd name="connsiteY1032" fmla="*/ 1267358 h 1277427"/>
                <a:gd name="connsiteX1033" fmla="*/ 617210 w 652737"/>
                <a:gd name="connsiteY1033" fmla="*/ 1272393 h 1277427"/>
                <a:gd name="connsiteX1034" fmla="*/ 614765 w 652737"/>
                <a:gd name="connsiteY1034" fmla="*/ 1274838 h 1277427"/>
                <a:gd name="connsiteX1035" fmla="*/ 614765 w 652737"/>
                <a:gd name="connsiteY1035" fmla="*/ 1277427 h 1277427"/>
                <a:gd name="connsiteX1036" fmla="*/ 614765 w 652737"/>
                <a:gd name="connsiteY1036" fmla="*/ 1277427 h 1277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Lst>
              <a:rect l="l" t="t" r="r" b="b"/>
              <a:pathLst>
                <a:path w="652737" h="1277427">
                  <a:moveTo>
                    <a:pt x="614765" y="1277427"/>
                  </a:moveTo>
                  <a:lnTo>
                    <a:pt x="612032" y="1277427"/>
                  </a:lnTo>
                  <a:lnTo>
                    <a:pt x="609443" y="1277427"/>
                  </a:lnTo>
                  <a:lnTo>
                    <a:pt x="606997" y="1277427"/>
                  </a:lnTo>
                  <a:lnTo>
                    <a:pt x="604552" y="1277427"/>
                  </a:lnTo>
                  <a:lnTo>
                    <a:pt x="601819" y="1274838"/>
                  </a:lnTo>
                  <a:lnTo>
                    <a:pt x="599230" y="1274838"/>
                  </a:lnTo>
                  <a:lnTo>
                    <a:pt x="596785" y="1274838"/>
                  </a:lnTo>
                  <a:lnTo>
                    <a:pt x="594340" y="1274838"/>
                  </a:lnTo>
                  <a:lnTo>
                    <a:pt x="591607" y="1274838"/>
                  </a:lnTo>
                  <a:lnTo>
                    <a:pt x="589018" y="1274838"/>
                  </a:lnTo>
                  <a:lnTo>
                    <a:pt x="586572" y="1274838"/>
                  </a:lnTo>
                  <a:lnTo>
                    <a:pt x="584127" y="1274838"/>
                  </a:lnTo>
                  <a:lnTo>
                    <a:pt x="581394" y="1274838"/>
                  </a:lnTo>
                  <a:lnTo>
                    <a:pt x="578805" y="1274838"/>
                  </a:lnTo>
                  <a:lnTo>
                    <a:pt x="576360" y="1274838"/>
                  </a:lnTo>
                  <a:lnTo>
                    <a:pt x="573915" y="1274838"/>
                  </a:lnTo>
                  <a:lnTo>
                    <a:pt x="571182" y="1274838"/>
                  </a:lnTo>
                  <a:lnTo>
                    <a:pt x="568592" y="1274838"/>
                  </a:lnTo>
                  <a:lnTo>
                    <a:pt x="566147" y="1274838"/>
                  </a:lnTo>
                  <a:lnTo>
                    <a:pt x="563702" y="1272393"/>
                  </a:lnTo>
                  <a:lnTo>
                    <a:pt x="560969" y="1272393"/>
                  </a:lnTo>
                  <a:lnTo>
                    <a:pt x="558524" y="1272393"/>
                  </a:lnTo>
                  <a:lnTo>
                    <a:pt x="555935" y="1272393"/>
                  </a:lnTo>
                  <a:lnTo>
                    <a:pt x="553490" y="1272393"/>
                  </a:lnTo>
                  <a:lnTo>
                    <a:pt x="550900" y="1272393"/>
                  </a:lnTo>
                  <a:lnTo>
                    <a:pt x="548311" y="1272393"/>
                  </a:lnTo>
                  <a:lnTo>
                    <a:pt x="545722" y="1272393"/>
                  </a:lnTo>
                  <a:lnTo>
                    <a:pt x="543277" y="1272393"/>
                  </a:lnTo>
                  <a:lnTo>
                    <a:pt x="540832" y="1272393"/>
                  </a:lnTo>
                  <a:lnTo>
                    <a:pt x="537955" y="1272393"/>
                  </a:lnTo>
                  <a:lnTo>
                    <a:pt x="535510" y="1272393"/>
                  </a:lnTo>
                  <a:lnTo>
                    <a:pt x="533065" y="1272393"/>
                  </a:lnTo>
                  <a:lnTo>
                    <a:pt x="530619" y="1272393"/>
                  </a:lnTo>
                  <a:lnTo>
                    <a:pt x="530619" y="1269804"/>
                  </a:lnTo>
                  <a:lnTo>
                    <a:pt x="527886" y="1269804"/>
                  </a:lnTo>
                  <a:lnTo>
                    <a:pt x="525297" y="1269804"/>
                  </a:lnTo>
                  <a:lnTo>
                    <a:pt x="522852" y="1269804"/>
                  </a:lnTo>
                  <a:lnTo>
                    <a:pt x="520407" y="1269804"/>
                  </a:lnTo>
                  <a:lnTo>
                    <a:pt x="517674" y="1269804"/>
                  </a:lnTo>
                  <a:lnTo>
                    <a:pt x="515085" y="1269804"/>
                  </a:lnTo>
                  <a:lnTo>
                    <a:pt x="512639" y="1269804"/>
                  </a:lnTo>
                  <a:lnTo>
                    <a:pt x="510194" y="1269804"/>
                  </a:lnTo>
                  <a:lnTo>
                    <a:pt x="507461" y="1269804"/>
                  </a:lnTo>
                  <a:lnTo>
                    <a:pt x="504872" y="1269804"/>
                  </a:lnTo>
                  <a:lnTo>
                    <a:pt x="502427" y="1269804"/>
                  </a:lnTo>
                  <a:lnTo>
                    <a:pt x="499982" y="1269804"/>
                  </a:lnTo>
                  <a:lnTo>
                    <a:pt x="497249" y="1269804"/>
                  </a:lnTo>
                  <a:lnTo>
                    <a:pt x="497249" y="1267358"/>
                  </a:lnTo>
                  <a:lnTo>
                    <a:pt x="494659" y="1267358"/>
                  </a:lnTo>
                  <a:lnTo>
                    <a:pt x="492214" y="1267358"/>
                  </a:lnTo>
                  <a:lnTo>
                    <a:pt x="489769" y="1267358"/>
                  </a:lnTo>
                  <a:lnTo>
                    <a:pt x="487036" y="1267358"/>
                  </a:lnTo>
                  <a:lnTo>
                    <a:pt x="484447" y="1267358"/>
                  </a:lnTo>
                  <a:lnTo>
                    <a:pt x="482002" y="1267358"/>
                  </a:lnTo>
                  <a:lnTo>
                    <a:pt x="479557" y="1267358"/>
                  </a:lnTo>
                  <a:lnTo>
                    <a:pt x="477111" y="1267358"/>
                  </a:lnTo>
                  <a:lnTo>
                    <a:pt x="474378" y="1267358"/>
                  </a:lnTo>
                  <a:lnTo>
                    <a:pt x="471789" y="1267358"/>
                  </a:lnTo>
                  <a:lnTo>
                    <a:pt x="469344" y="1267358"/>
                  </a:lnTo>
                  <a:lnTo>
                    <a:pt x="466899" y="1267358"/>
                  </a:lnTo>
                  <a:lnTo>
                    <a:pt x="466899" y="1264626"/>
                  </a:lnTo>
                  <a:lnTo>
                    <a:pt x="464166" y="1264626"/>
                  </a:lnTo>
                  <a:lnTo>
                    <a:pt x="461577" y="1264626"/>
                  </a:lnTo>
                  <a:lnTo>
                    <a:pt x="459131" y="1264626"/>
                  </a:lnTo>
                  <a:lnTo>
                    <a:pt x="456686" y="1264626"/>
                  </a:lnTo>
                  <a:lnTo>
                    <a:pt x="453809" y="1264626"/>
                  </a:lnTo>
                  <a:lnTo>
                    <a:pt x="451364" y="1264626"/>
                  </a:lnTo>
                  <a:lnTo>
                    <a:pt x="448919" y="1264626"/>
                  </a:lnTo>
                  <a:lnTo>
                    <a:pt x="446474" y="1264626"/>
                  </a:lnTo>
                  <a:lnTo>
                    <a:pt x="443741" y="1264626"/>
                  </a:lnTo>
                  <a:lnTo>
                    <a:pt x="441152" y="1264626"/>
                  </a:lnTo>
                  <a:lnTo>
                    <a:pt x="438706" y="1264626"/>
                  </a:lnTo>
                  <a:lnTo>
                    <a:pt x="438706" y="1262181"/>
                  </a:lnTo>
                  <a:lnTo>
                    <a:pt x="436261" y="1262181"/>
                  </a:lnTo>
                  <a:lnTo>
                    <a:pt x="433528" y="1262181"/>
                  </a:lnTo>
                  <a:lnTo>
                    <a:pt x="430939" y="1262181"/>
                  </a:lnTo>
                  <a:lnTo>
                    <a:pt x="428494" y="1262181"/>
                  </a:lnTo>
                  <a:lnTo>
                    <a:pt x="426049" y="1262181"/>
                  </a:lnTo>
                  <a:lnTo>
                    <a:pt x="423316" y="1262181"/>
                  </a:lnTo>
                  <a:lnTo>
                    <a:pt x="420727" y="1262181"/>
                  </a:lnTo>
                  <a:lnTo>
                    <a:pt x="418281" y="1262181"/>
                  </a:lnTo>
                  <a:lnTo>
                    <a:pt x="415836" y="1262181"/>
                  </a:lnTo>
                  <a:lnTo>
                    <a:pt x="413103" y="1262181"/>
                  </a:lnTo>
                  <a:lnTo>
                    <a:pt x="410514" y="1262181"/>
                  </a:lnTo>
                  <a:lnTo>
                    <a:pt x="410514" y="1259735"/>
                  </a:lnTo>
                  <a:lnTo>
                    <a:pt x="408069" y="1259735"/>
                  </a:lnTo>
                  <a:lnTo>
                    <a:pt x="405624" y="1259735"/>
                  </a:lnTo>
                  <a:lnTo>
                    <a:pt x="403035" y="1259735"/>
                  </a:lnTo>
                  <a:lnTo>
                    <a:pt x="400302" y="1259735"/>
                  </a:lnTo>
                  <a:lnTo>
                    <a:pt x="397856" y="1259735"/>
                  </a:lnTo>
                  <a:lnTo>
                    <a:pt x="395411" y="1259735"/>
                  </a:lnTo>
                  <a:lnTo>
                    <a:pt x="392822" y="1259735"/>
                  </a:lnTo>
                  <a:lnTo>
                    <a:pt x="390089" y="1259735"/>
                  </a:lnTo>
                  <a:lnTo>
                    <a:pt x="387644" y="1259735"/>
                  </a:lnTo>
                  <a:lnTo>
                    <a:pt x="385199" y="1259735"/>
                  </a:lnTo>
                  <a:lnTo>
                    <a:pt x="382753" y="1257146"/>
                  </a:lnTo>
                  <a:lnTo>
                    <a:pt x="379877" y="1257146"/>
                  </a:lnTo>
                  <a:lnTo>
                    <a:pt x="377431" y="1257146"/>
                  </a:lnTo>
                  <a:lnTo>
                    <a:pt x="374986" y="1257146"/>
                  </a:lnTo>
                  <a:lnTo>
                    <a:pt x="372541" y="1257146"/>
                  </a:lnTo>
                  <a:lnTo>
                    <a:pt x="369808" y="1257146"/>
                  </a:lnTo>
                  <a:lnTo>
                    <a:pt x="367219" y="1257146"/>
                  </a:lnTo>
                  <a:lnTo>
                    <a:pt x="364774" y="1257146"/>
                  </a:lnTo>
                  <a:lnTo>
                    <a:pt x="362328" y="1257146"/>
                  </a:lnTo>
                  <a:lnTo>
                    <a:pt x="359596" y="1257146"/>
                  </a:lnTo>
                  <a:lnTo>
                    <a:pt x="357006" y="1254413"/>
                  </a:lnTo>
                  <a:lnTo>
                    <a:pt x="354561" y="1254413"/>
                  </a:lnTo>
                  <a:lnTo>
                    <a:pt x="352116" y="1254413"/>
                  </a:lnTo>
                  <a:lnTo>
                    <a:pt x="349383" y="1254413"/>
                  </a:lnTo>
                  <a:lnTo>
                    <a:pt x="346794" y="1254413"/>
                  </a:lnTo>
                  <a:lnTo>
                    <a:pt x="344349" y="1254413"/>
                  </a:lnTo>
                  <a:lnTo>
                    <a:pt x="341903" y="1254413"/>
                  </a:lnTo>
                  <a:lnTo>
                    <a:pt x="339170" y="1254413"/>
                  </a:lnTo>
                  <a:lnTo>
                    <a:pt x="336581" y="1254413"/>
                  </a:lnTo>
                  <a:lnTo>
                    <a:pt x="334136" y="1251968"/>
                  </a:lnTo>
                  <a:lnTo>
                    <a:pt x="331691" y="1251968"/>
                  </a:lnTo>
                  <a:lnTo>
                    <a:pt x="329102" y="1251968"/>
                  </a:lnTo>
                  <a:lnTo>
                    <a:pt x="326369" y="1251968"/>
                  </a:lnTo>
                  <a:lnTo>
                    <a:pt x="323924" y="1251968"/>
                  </a:lnTo>
                  <a:lnTo>
                    <a:pt x="321478" y="1251968"/>
                  </a:lnTo>
                  <a:lnTo>
                    <a:pt x="319033" y="1251968"/>
                  </a:lnTo>
                  <a:lnTo>
                    <a:pt x="316156" y="1251968"/>
                  </a:lnTo>
                  <a:lnTo>
                    <a:pt x="313711" y="1251968"/>
                  </a:lnTo>
                  <a:lnTo>
                    <a:pt x="311266" y="1249523"/>
                  </a:lnTo>
                  <a:lnTo>
                    <a:pt x="308677" y="1249523"/>
                  </a:lnTo>
                  <a:lnTo>
                    <a:pt x="305944" y="1249523"/>
                  </a:lnTo>
                  <a:lnTo>
                    <a:pt x="303499" y="1249523"/>
                  </a:lnTo>
                  <a:lnTo>
                    <a:pt x="301053" y="1249523"/>
                  </a:lnTo>
                  <a:lnTo>
                    <a:pt x="298608" y="1249523"/>
                  </a:lnTo>
                  <a:lnTo>
                    <a:pt x="295875" y="1249523"/>
                  </a:lnTo>
                  <a:lnTo>
                    <a:pt x="293286" y="1249523"/>
                  </a:lnTo>
                  <a:lnTo>
                    <a:pt x="290841" y="1249523"/>
                  </a:lnTo>
                  <a:lnTo>
                    <a:pt x="288396" y="1246934"/>
                  </a:lnTo>
                  <a:lnTo>
                    <a:pt x="285519" y="1246934"/>
                  </a:lnTo>
                  <a:lnTo>
                    <a:pt x="283074" y="1246934"/>
                  </a:lnTo>
                  <a:lnTo>
                    <a:pt x="280628" y="1246934"/>
                  </a:lnTo>
                  <a:lnTo>
                    <a:pt x="278183" y="1246934"/>
                  </a:lnTo>
                  <a:lnTo>
                    <a:pt x="275450" y="1246934"/>
                  </a:lnTo>
                  <a:lnTo>
                    <a:pt x="272861" y="1246934"/>
                  </a:lnTo>
                  <a:lnTo>
                    <a:pt x="270416" y="1246934"/>
                  </a:lnTo>
                  <a:lnTo>
                    <a:pt x="267971" y="1246934"/>
                  </a:lnTo>
                  <a:lnTo>
                    <a:pt x="265238" y="1244201"/>
                  </a:lnTo>
                  <a:lnTo>
                    <a:pt x="262649" y="1244201"/>
                  </a:lnTo>
                  <a:lnTo>
                    <a:pt x="260203" y="1244201"/>
                  </a:lnTo>
                  <a:lnTo>
                    <a:pt x="257758" y="1244201"/>
                  </a:lnTo>
                  <a:lnTo>
                    <a:pt x="255169" y="1244201"/>
                  </a:lnTo>
                  <a:lnTo>
                    <a:pt x="252436" y="1244201"/>
                  </a:lnTo>
                  <a:lnTo>
                    <a:pt x="249991" y="1244201"/>
                  </a:lnTo>
                  <a:lnTo>
                    <a:pt x="247546" y="1244201"/>
                  </a:lnTo>
                  <a:lnTo>
                    <a:pt x="244956" y="1241755"/>
                  </a:lnTo>
                  <a:lnTo>
                    <a:pt x="242223" y="1241755"/>
                  </a:lnTo>
                  <a:lnTo>
                    <a:pt x="239778" y="1241755"/>
                  </a:lnTo>
                  <a:lnTo>
                    <a:pt x="237333" y="1241755"/>
                  </a:lnTo>
                  <a:lnTo>
                    <a:pt x="234744" y="1241755"/>
                  </a:lnTo>
                  <a:lnTo>
                    <a:pt x="232011" y="1241755"/>
                  </a:lnTo>
                  <a:lnTo>
                    <a:pt x="229566" y="1241755"/>
                  </a:lnTo>
                  <a:lnTo>
                    <a:pt x="227121" y="1241755"/>
                  </a:lnTo>
                  <a:lnTo>
                    <a:pt x="224675" y="1241755"/>
                  </a:lnTo>
                  <a:lnTo>
                    <a:pt x="224675" y="1239310"/>
                  </a:lnTo>
                  <a:lnTo>
                    <a:pt x="221942" y="1239310"/>
                  </a:lnTo>
                  <a:lnTo>
                    <a:pt x="219353" y="1239310"/>
                  </a:lnTo>
                  <a:lnTo>
                    <a:pt x="216908" y="1239310"/>
                  </a:lnTo>
                  <a:lnTo>
                    <a:pt x="214463" y="1239310"/>
                  </a:lnTo>
                  <a:lnTo>
                    <a:pt x="211586" y="1239310"/>
                  </a:lnTo>
                  <a:lnTo>
                    <a:pt x="209141" y="1239310"/>
                  </a:lnTo>
                  <a:lnTo>
                    <a:pt x="206695" y="1239310"/>
                  </a:lnTo>
                  <a:lnTo>
                    <a:pt x="204250" y="1236721"/>
                  </a:lnTo>
                  <a:lnTo>
                    <a:pt x="201517" y="1236721"/>
                  </a:lnTo>
                  <a:lnTo>
                    <a:pt x="198928" y="1236721"/>
                  </a:lnTo>
                  <a:lnTo>
                    <a:pt x="196483" y="1236721"/>
                  </a:lnTo>
                  <a:lnTo>
                    <a:pt x="194038" y="1236721"/>
                  </a:lnTo>
                  <a:lnTo>
                    <a:pt x="191305" y="1236721"/>
                  </a:lnTo>
                  <a:lnTo>
                    <a:pt x="188716" y="1236721"/>
                  </a:lnTo>
                  <a:lnTo>
                    <a:pt x="186270" y="1236721"/>
                  </a:lnTo>
                  <a:lnTo>
                    <a:pt x="183825" y="1233988"/>
                  </a:lnTo>
                  <a:lnTo>
                    <a:pt x="181236" y="1233988"/>
                  </a:lnTo>
                  <a:lnTo>
                    <a:pt x="178503" y="1233988"/>
                  </a:lnTo>
                  <a:lnTo>
                    <a:pt x="176058" y="1233988"/>
                  </a:lnTo>
                  <a:lnTo>
                    <a:pt x="173613" y="1233988"/>
                  </a:lnTo>
                  <a:lnTo>
                    <a:pt x="171024" y="1233988"/>
                  </a:lnTo>
                  <a:lnTo>
                    <a:pt x="168291" y="1233988"/>
                  </a:lnTo>
                  <a:lnTo>
                    <a:pt x="165845" y="1233988"/>
                  </a:lnTo>
                  <a:lnTo>
                    <a:pt x="165845" y="1231543"/>
                  </a:lnTo>
                  <a:lnTo>
                    <a:pt x="163400" y="1231543"/>
                  </a:lnTo>
                  <a:lnTo>
                    <a:pt x="160811" y="1231543"/>
                  </a:lnTo>
                  <a:lnTo>
                    <a:pt x="158078" y="1231543"/>
                  </a:lnTo>
                  <a:lnTo>
                    <a:pt x="155633" y="1231543"/>
                  </a:lnTo>
                  <a:lnTo>
                    <a:pt x="153188" y="1231543"/>
                  </a:lnTo>
                  <a:lnTo>
                    <a:pt x="150599" y="1231543"/>
                  </a:lnTo>
                  <a:lnTo>
                    <a:pt x="147866" y="1231543"/>
                  </a:lnTo>
                  <a:lnTo>
                    <a:pt x="145420" y="1229097"/>
                  </a:lnTo>
                  <a:lnTo>
                    <a:pt x="142975" y="1229097"/>
                  </a:lnTo>
                  <a:lnTo>
                    <a:pt x="140530" y="1229097"/>
                  </a:lnTo>
                  <a:lnTo>
                    <a:pt x="137653" y="1229097"/>
                  </a:lnTo>
                  <a:lnTo>
                    <a:pt x="135208" y="1229097"/>
                  </a:lnTo>
                  <a:lnTo>
                    <a:pt x="132763" y="1229097"/>
                  </a:lnTo>
                  <a:lnTo>
                    <a:pt x="130174" y="1229097"/>
                  </a:lnTo>
                  <a:lnTo>
                    <a:pt x="127584" y="1226508"/>
                  </a:lnTo>
                  <a:lnTo>
                    <a:pt x="124995" y="1226508"/>
                  </a:lnTo>
                  <a:lnTo>
                    <a:pt x="122550" y="1226508"/>
                  </a:lnTo>
                  <a:lnTo>
                    <a:pt x="120105" y="1226508"/>
                  </a:lnTo>
                  <a:lnTo>
                    <a:pt x="117372" y="1226508"/>
                  </a:lnTo>
                  <a:lnTo>
                    <a:pt x="114783" y="1226508"/>
                  </a:lnTo>
                  <a:lnTo>
                    <a:pt x="112338" y="1226508"/>
                  </a:lnTo>
                  <a:lnTo>
                    <a:pt x="109892" y="1223776"/>
                  </a:lnTo>
                  <a:lnTo>
                    <a:pt x="107303" y="1223776"/>
                  </a:lnTo>
                  <a:lnTo>
                    <a:pt x="104570" y="1223776"/>
                  </a:lnTo>
                  <a:lnTo>
                    <a:pt x="102125" y="1223776"/>
                  </a:lnTo>
                  <a:lnTo>
                    <a:pt x="99680" y="1223776"/>
                  </a:lnTo>
                  <a:lnTo>
                    <a:pt x="97091" y="1223776"/>
                  </a:lnTo>
                  <a:lnTo>
                    <a:pt x="94358" y="1223776"/>
                  </a:lnTo>
                  <a:lnTo>
                    <a:pt x="91913" y="1221331"/>
                  </a:lnTo>
                  <a:lnTo>
                    <a:pt x="89467" y="1221331"/>
                  </a:lnTo>
                  <a:lnTo>
                    <a:pt x="86878" y="1221331"/>
                  </a:lnTo>
                  <a:lnTo>
                    <a:pt x="84145" y="1221331"/>
                  </a:lnTo>
                  <a:lnTo>
                    <a:pt x="81700" y="1221331"/>
                  </a:lnTo>
                  <a:lnTo>
                    <a:pt x="79255" y="1221331"/>
                  </a:lnTo>
                  <a:lnTo>
                    <a:pt x="76666" y="1221331"/>
                  </a:lnTo>
                  <a:lnTo>
                    <a:pt x="76666" y="1218885"/>
                  </a:lnTo>
                  <a:lnTo>
                    <a:pt x="73933" y="1218885"/>
                  </a:lnTo>
                  <a:lnTo>
                    <a:pt x="71488" y="1218885"/>
                  </a:lnTo>
                  <a:lnTo>
                    <a:pt x="69042" y="1218885"/>
                  </a:lnTo>
                  <a:lnTo>
                    <a:pt x="66597" y="1218885"/>
                  </a:lnTo>
                  <a:lnTo>
                    <a:pt x="63720" y="1218885"/>
                  </a:lnTo>
                  <a:lnTo>
                    <a:pt x="61275" y="1218885"/>
                  </a:lnTo>
                  <a:lnTo>
                    <a:pt x="58830" y="1216296"/>
                  </a:lnTo>
                  <a:lnTo>
                    <a:pt x="56241" y="1216296"/>
                  </a:lnTo>
                  <a:lnTo>
                    <a:pt x="53508" y="1216296"/>
                  </a:lnTo>
                  <a:lnTo>
                    <a:pt x="51062" y="1216296"/>
                  </a:lnTo>
                  <a:lnTo>
                    <a:pt x="48617" y="1216296"/>
                  </a:lnTo>
                  <a:lnTo>
                    <a:pt x="46172" y="1216296"/>
                  </a:lnTo>
                  <a:lnTo>
                    <a:pt x="43439" y="1216296"/>
                  </a:lnTo>
                  <a:lnTo>
                    <a:pt x="43439" y="1213563"/>
                  </a:lnTo>
                  <a:lnTo>
                    <a:pt x="40850" y="1213563"/>
                  </a:lnTo>
                  <a:lnTo>
                    <a:pt x="38405" y="1213563"/>
                  </a:lnTo>
                  <a:lnTo>
                    <a:pt x="35960" y="1213563"/>
                  </a:lnTo>
                  <a:lnTo>
                    <a:pt x="33370" y="1213563"/>
                  </a:lnTo>
                  <a:lnTo>
                    <a:pt x="30637" y="1213563"/>
                  </a:lnTo>
                  <a:lnTo>
                    <a:pt x="28192" y="1213563"/>
                  </a:lnTo>
                  <a:lnTo>
                    <a:pt x="25747" y="1211118"/>
                  </a:lnTo>
                  <a:lnTo>
                    <a:pt x="23158" y="1211118"/>
                  </a:lnTo>
                  <a:lnTo>
                    <a:pt x="20425" y="1211118"/>
                  </a:lnTo>
                  <a:lnTo>
                    <a:pt x="17980" y="1211118"/>
                  </a:lnTo>
                  <a:lnTo>
                    <a:pt x="15534" y="1211118"/>
                  </a:lnTo>
                  <a:lnTo>
                    <a:pt x="12945" y="1211118"/>
                  </a:lnTo>
                  <a:lnTo>
                    <a:pt x="10213" y="1211118"/>
                  </a:lnTo>
                  <a:lnTo>
                    <a:pt x="10213" y="1208673"/>
                  </a:lnTo>
                  <a:lnTo>
                    <a:pt x="7767" y="1208673"/>
                  </a:lnTo>
                  <a:lnTo>
                    <a:pt x="5322" y="1208673"/>
                  </a:lnTo>
                  <a:lnTo>
                    <a:pt x="2733" y="1208673"/>
                  </a:lnTo>
                  <a:lnTo>
                    <a:pt x="0" y="1208673"/>
                  </a:lnTo>
                  <a:lnTo>
                    <a:pt x="2733" y="1198460"/>
                  </a:lnTo>
                  <a:lnTo>
                    <a:pt x="5322" y="1188247"/>
                  </a:lnTo>
                  <a:lnTo>
                    <a:pt x="5322" y="1180480"/>
                  </a:lnTo>
                  <a:lnTo>
                    <a:pt x="7767" y="1170268"/>
                  </a:lnTo>
                  <a:lnTo>
                    <a:pt x="7767" y="1167823"/>
                  </a:lnTo>
                  <a:lnTo>
                    <a:pt x="7767" y="1165377"/>
                  </a:lnTo>
                  <a:lnTo>
                    <a:pt x="10213" y="1155165"/>
                  </a:lnTo>
                  <a:lnTo>
                    <a:pt x="10213" y="1152576"/>
                  </a:lnTo>
                  <a:lnTo>
                    <a:pt x="10213" y="1149843"/>
                  </a:lnTo>
                  <a:lnTo>
                    <a:pt x="10213" y="1147397"/>
                  </a:lnTo>
                  <a:lnTo>
                    <a:pt x="10213" y="1144952"/>
                  </a:lnTo>
                  <a:lnTo>
                    <a:pt x="12945" y="1137185"/>
                  </a:lnTo>
                  <a:lnTo>
                    <a:pt x="12945" y="1129418"/>
                  </a:lnTo>
                  <a:lnTo>
                    <a:pt x="12945" y="1126973"/>
                  </a:lnTo>
                  <a:lnTo>
                    <a:pt x="15534" y="1126973"/>
                  </a:lnTo>
                  <a:lnTo>
                    <a:pt x="15534" y="1124527"/>
                  </a:lnTo>
                  <a:lnTo>
                    <a:pt x="17980" y="1106547"/>
                  </a:lnTo>
                  <a:lnTo>
                    <a:pt x="17980" y="1104102"/>
                  </a:lnTo>
                  <a:lnTo>
                    <a:pt x="17980" y="1101657"/>
                  </a:lnTo>
                  <a:lnTo>
                    <a:pt x="17980" y="1098924"/>
                  </a:lnTo>
                  <a:lnTo>
                    <a:pt x="20425" y="1096335"/>
                  </a:lnTo>
                  <a:lnTo>
                    <a:pt x="20425" y="1093890"/>
                  </a:lnTo>
                  <a:lnTo>
                    <a:pt x="20425" y="1091445"/>
                  </a:lnTo>
                  <a:lnTo>
                    <a:pt x="20425" y="1088855"/>
                  </a:lnTo>
                  <a:lnTo>
                    <a:pt x="20425" y="1086122"/>
                  </a:lnTo>
                  <a:lnTo>
                    <a:pt x="20425" y="1083677"/>
                  </a:lnTo>
                  <a:lnTo>
                    <a:pt x="23158" y="1075910"/>
                  </a:lnTo>
                  <a:lnTo>
                    <a:pt x="23158" y="1073465"/>
                  </a:lnTo>
                  <a:lnTo>
                    <a:pt x="25747" y="1063252"/>
                  </a:lnTo>
                  <a:lnTo>
                    <a:pt x="25747" y="1058218"/>
                  </a:lnTo>
                  <a:lnTo>
                    <a:pt x="25747" y="1055485"/>
                  </a:lnTo>
                  <a:lnTo>
                    <a:pt x="28192" y="1048005"/>
                  </a:lnTo>
                  <a:lnTo>
                    <a:pt x="28192" y="1045272"/>
                  </a:lnTo>
                  <a:lnTo>
                    <a:pt x="28192" y="1042827"/>
                  </a:lnTo>
                  <a:lnTo>
                    <a:pt x="28192" y="1040382"/>
                  </a:lnTo>
                  <a:lnTo>
                    <a:pt x="28192" y="1032614"/>
                  </a:lnTo>
                  <a:lnTo>
                    <a:pt x="30637" y="1030169"/>
                  </a:lnTo>
                  <a:lnTo>
                    <a:pt x="30637" y="1019957"/>
                  </a:lnTo>
                  <a:lnTo>
                    <a:pt x="30637" y="1017368"/>
                  </a:lnTo>
                  <a:lnTo>
                    <a:pt x="33370" y="1017368"/>
                  </a:lnTo>
                  <a:lnTo>
                    <a:pt x="33370" y="1014635"/>
                  </a:lnTo>
                  <a:lnTo>
                    <a:pt x="33370" y="1009744"/>
                  </a:lnTo>
                  <a:lnTo>
                    <a:pt x="33370" y="1001977"/>
                  </a:lnTo>
                  <a:lnTo>
                    <a:pt x="35960" y="997086"/>
                  </a:lnTo>
                  <a:lnTo>
                    <a:pt x="35960" y="994497"/>
                  </a:lnTo>
                  <a:lnTo>
                    <a:pt x="35960" y="991764"/>
                  </a:lnTo>
                  <a:lnTo>
                    <a:pt x="35960" y="986874"/>
                  </a:lnTo>
                  <a:lnTo>
                    <a:pt x="38405" y="984285"/>
                  </a:lnTo>
                  <a:lnTo>
                    <a:pt x="38405" y="981552"/>
                  </a:lnTo>
                  <a:lnTo>
                    <a:pt x="38405" y="979107"/>
                  </a:lnTo>
                  <a:lnTo>
                    <a:pt x="38405" y="976662"/>
                  </a:lnTo>
                  <a:lnTo>
                    <a:pt x="38405" y="974073"/>
                  </a:lnTo>
                  <a:lnTo>
                    <a:pt x="38405" y="971340"/>
                  </a:lnTo>
                  <a:lnTo>
                    <a:pt x="40850" y="968894"/>
                  </a:lnTo>
                  <a:lnTo>
                    <a:pt x="40850" y="966449"/>
                  </a:lnTo>
                  <a:lnTo>
                    <a:pt x="40850" y="963860"/>
                  </a:lnTo>
                  <a:lnTo>
                    <a:pt x="40850" y="961127"/>
                  </a:lnTo>
                  <a:lnTo>
                    <a:pt x="40850" y="958682"/>
                  </a:lnTo>
                  <a:lnTo>
                    <a:pt x="40850" y="956236"/>
                  </a:lnTo>
                  <a:lnTo>
                    <a:pt x="40850" y="953791"/>
                  </a:lnTo>
                  <a:lnTo>
                    <a:pt x="43439" y="953791"/>
                  </a:lnTo>
                  <a:lnTo>
                    <a:pt x="43439" y="950914"/>
                  </a:lnTo>
                  <a:lnTo>
                    <a:pt x="43439" y="946024"/>
                  </a:lnTo>
                  <a:lnTo>
                    <a:pt x="43439" y="940702"/>
                  </a:lnTo>
                  <a:lnTo>
                    <a:pt x="43439" y="938257"/>
                  </a:lnTo>
                  <a:lnTo>
                    <a:pt x="46172" y="938257"/>
                  </a:lnTo>
                  <a:lnTo>
                    <a:pt x="46172" y="935812"/>
                  </a:lnTo>
                  <a:lnTo>
                    <a:pt x="46172" y="933366"/>
                  </a:lnTo>
                  <a:lnTo>
                    <a:pt x="46172" y="928044"/>
                  </a:lnTo>
                  <a:lnTo>
                    <a:pt x="46172" y="925599"/>
                  </a:lnTo>
                  <a:lnTo>
                    <a:pt x="48617" y="920565"/>
                  </a:lnTo>
                  <a:lnTo>
                    <a:pt x="48617" y="915386"/>
                  </a:lnTo>
                  <a:lnTo>
                    <a:pt x="48617" y="912941"/>
                  </a:lnTo>
                  <a:lnTo>
                    <a:pt x="48617" y="907619"/>
                  </a:lnTo>
                  <a:lnTo>
                    <a:pt x="51062" y="907619"/>
                  </a:lnTo>
                  <a:lnTo>
                    <a:pt x="51062" y="902729"/>
                  </a:lnTo>
                  <a:lnTo>
                    <a:pt x="51062" y="900140"/>
                  </a:lnTo>
                  <a:lnTo>
                    <a:pt x="51062" y="897407"/>
                  </a:lnTo>
                  <a:lnTo>
                    <a:pt x="51062" y="894962"/>
                  </a:lnTo>
                  <a:lnTo>
                    <a:pt x="51062" y="892516"/>
                  </a:lnTo>
                  <a:lnTo>
                    <a:pt x="53508" y="889927"/>
                  </a:lnTo>
                  <a:lnTo>
                    <a:pt x="53508" y="884749"/>
                  </a:lnTo>
                  <a:lnTo>
                    <a:pt x="53508" y="882304"/>
                  </a:lnTo>
                  <a:lnTo>
                    <a:pt x="53508" y="879715"/>
                  </a:lnTo>
                  <a:lnTo>
                    <a:pt x="56241" y="872091"/>
                  </a:lnTo>
                  <a:lnTo>
                    <a:pt x="56241" y="869646"/>
                  </a:lnTo>
                  <a:lnTo>
                    <a:pt x="56241" y="866769"/>
                  </a:lnTo>
                  <a:lnTo>
                    <a:pt x="56241" y="861879"/>
                  </a:lnTo>
                  <a:lnTo>
                    <a:pt x="58830" y="859434"/>
                  </a:lnTo>
                  <a:lnTo>
                    <a:pt x="58830" y="856701"/>
                  </a:lnTo>
                  <a:lnTo>
                    <a:pt x="58830" y="854112"/>
                  </a:lnTo>
                  <a:lnTo>
                    <a:pt x="58830" y="851666"/>
                  </a:lnTo>
                  <a:lnTo>
                    <a:pt x="58830" y="849077"/>
                  </a:lnTo>
                  <a:lnTo>
                    <a:pt x="58830" y="846344"/>
                  </a:lnTo>
                  <a:lnTo>
                    <a:pt x="61275" y="843899"/>
                  </a:lnTo>
                  <a:lnTo>
                    <a:pt x="61275" y="841454"/>
                  </a:lnTo>
                  <a:lnTo>
                    <a:pt x="61275" y="831241"/>
                  </a:lnTo>
                  <a:lnTo>
                    <a:pt x="61275" y="828796"/>
                  </a:lnTo>
                  <a:lnTo>
                    <a:pt x="63720" y="828796"/>
                  </a:lnTo>
                  <a:lnTo>
                    <a:pt x="63720" y="823474"/>
                  </a:lnTo>
                  <a:lnTo>
                    <a:pt x="63720" y="821029"/>
                  </a:lnTo>
                  <a:lnTo>
                    <a:pt x="63720" y="818584"/>
                  </a:lnTo>
                  <a:lnTo>
                    <a:pt x="66597" y="810816"/>
                  </a:lnTo>
                  <a:lnTo>
                    <a:pt x="66597" y="808371"/>
                  </a:lnTo>
                  <a:lnTo>
                    <a:pt x="66597" y="805782"/>
                  </a:lnTo>
                  <a:lnTo>
                    <a:pt x="66597" y="803049"/>
                  </a:lnTo>
                  <a:lnTo>
                    <a:pt x="66597" y="798158"/>
                  </a:lnTo>
                  <a:lnTo>
                    <a:pt x="69042" y="792836"/>
                  </a:lnTo>
                  <a:lnTo>
                    <a:pt x="69042" y="790391"/>
                  </a:lnTo>
                  <a:lnTo>
                    <a:pt x="69042" y="787946"/>
                  </a:lnTo>
                  <a:lnTo>
                    <a:pt x="69042" y="785357"/>
                  </a:lnTo>
                  <a:lnTo>
                    <a:pt x="69042" y="782624"/>
                  </a:lnTo>
                  <a:lnTo>
                    <a:pt x="71488" y="780179"/>
                  </a:lnTo>
                  <a:lnTo>
                    <a:pt x="71488" y="777733"/>
                  </a:lnTo>
                  <a:lnTo>
                    <a:pt x="71488" y="775288"/>
                  </a:lnTo>
                  <a:lnTo>
                    <a:pt x="71488" y="769966"/>
                  </a:lnTo>
                  <a:lnTo>
                    <a:pt x="71488" y="767521"/>
                  </a:lnTo>
                  <a:lnTo>
                    <a:pt x="71488" y="765076"/>
                  </a:lnTo>
                  <a:lnTo>
                    <a:pt x="73933" y="765076"/>
                  </a:lnTo>
                  <a:lnTo>
                    <a:pt x="73933" y="762343"/>
                  </a:lnTo>
                  <a:lnTo>
                    <a:pt x="73933" y="759753"/>
                  </a:lnTo>
                  <a:lnTo>
                    <a:pt x="73933" y="757308"/>
                  </a:lnTo>
                  <a:lnTo>
                    <a:pt x="73933" y="754863"/>
                  </a:lnTo>
                  <a:lnTo>
                    <a:pt x="73933" y="751986"/>
                  </a:lnTo>
                  <a:lnTo>
                    <a:pt x="73933" y="749541"/>
                  </a:lnTo>
                  <a:lnTo>
                    <a:pt x="76666" y="749541"/>
                  </a:lnTo>
                  <a:lnTo>
                    <a:pt x="76666" y="747096"/>
                  </a:lnTo>
                  <a:lnTo>
                    <a:pt x="76666" y="744650"/>
                  </a:lnTo>
                  <a:lnTo>
                    <a:pt x="76666" y="742061"/>
                  </a:lnTo>
                  <a:lnTo>
                    <a:pt x="76666" y="739329"/>
                  </a:lnTo>
                  <a:lnTo>
                    <a:pt x="76666" y="736883"/>
                  </a:lnTo>
                  <a:lnTo>
                    <a:pt x="79255" y="731849"/>
                  </a:lnTo>
                  <a:lnTo>
                    <a:pt x="79255" y="729116"/>
                  </a:lnTo>
                  <a:lnTo>
                    <a:pt x="79255" y="726671"/>
                  </a:lnTo>
                  <a:lnTo>
                    <a:pt x="79255" y="724226"/>
                  </a:lnTo>
                  <a:lnTo>
                    <a:pt x="79255" y="721636"/>
                  </a:lnTo>
                  <a:lnTo>
                    <a:pt x="79255" y="718903"/>
                  </a:lnTo>
                  <a:lnTo>
                    <a:pt x="81700" y="716458"/>
                  </a:lnTo>
                  <a:lnTo>
                    <a:pt x="81700" y="714013"/>
                  </a:lnTo>
                  <a:lnTo>
                    <a:pt x="81700" y="711424"/>
                  </a:lnTo>
                  <a:lnTo>
                    <a:pt x="81700" y="708691"/>
                  </a:lnTo>
                  <a:lnTo>
                    <a:pt x="81700" y="706246"/>
                  </a:lnTo>
                  <a:lnTo>
                    <a:pt x="81700" y="703800"/>
                  </a:lnTo>
                  <a:lnTo>
                    <a:pt x="84145" y="701355"/>
                  </a:lnTo>
                  <a:lnTo>
                    <a:pt x="84145" y="698479"/>
                  </a:lnTo>
                  <a:lnTo>
                    <a:pt x="84145" y="696033"/>
                  </a:lnTo>
                  <a:lnTo>
                    <a:pt x="84145" y="693588"/>
                  </a:lnTo>
                  <a:lnTo>
                    <a:pt x="84145" y="690999"/>
                  </a:lnTo>
                  <a:lnTo>
                    <a:pt x="84145" y="688266"/>
                  </a:lnTo>
                  <a:lnTo>
                    <a:pt x="84145" y="685821"/>
                  </a:lnTo>
                  <a:lnTo>
                    <a:pt x="86878" y="685821"/>
                  </a:lnTo>
                  <a:lnTo>
                    <a:pt x="86878" y="683375"/>
                  </a:lnTo>
                  <a:lnTo>
                    <a:pt x="86878" y="680930"/>
                  </a:lnTo>
                  <a:lnTo>
                    <a:pt x="86878" y="678197"/>
                  </a:lnTo>
                  <a:lnTo>
                    <a:pt x="86878" y="673163"/>
                  </a:lnTo>
                  <a:lnTo>
                    <a:pt x="89467" y="667985"/>
                  </a:lnTo>
                  <a:lnTo>
                    <a:pt x="89467" y="665395"/>
                  </a:lnTo>
                  <a:lnTo>
                    <a:pt x="89467" y="662950"/>
                  </a:lnTo>
                  <a:lnTo>
                    <a:pt x="89467" y="660505"/>
                  </a:lnTo>
                  <a:lnTo>
                    <a:pt x="89467" y="655183"/>
                  </a:lnTo>
                  <a:lnTo>
                    <a:pt x="91913" y="652738"/>
                  </a:lnTo>
                  <a:lnTo>
                    <a:pt x="91913" y="650293"/>
                  </a:lnTo>
                  <a:lnTo>
                    <a:pt x="91913" y="647704"/>
                  </a:lnTo>
                  <a:lnTo>
                    <a:pt x="91913" y="644971"/>
                  </a:lnTo>
                  <a:lnTo>
                    <a:pt x="91913" y="642525"/>
                  </a:lnTo>
                  <a:lnTo>
                    <a:pt x="91913" y="640080"/>
                  </a:lnTo>
                  <a:lnTo>
                    <a:pt x="94358" y="640080"/>
                  </a:lnTo>
                  <a:lnTo>
                    <a:pt x="94358" y="637491"/>
                  </a:lnTo>
                  <a:lnTo>
                    <a:pt x="94358" y="634758"/>
                  </a:lnTo>
                  <a:lnTo>
                    <a:pt x="94358" y="632313"/>
                  </a:lnTo>
                  <a:lnTo>
                    <a:pt x="94358" y="629867"/>
                  </a:lnTo>
                  <a:lnTo>
                    <a:pt x="94358" y="627278"/>
                  </a:lnTo>
                  <a:lnTo>
                    <a:pt x="94358" y="624545"/>
                  </a:lnTo>
                  <a:lnTo>
                    <a:pt x="97091" y="622100"/>
                  </a:lnTo>
                  <a:lnTo>
                    <a:pt x="97091" y="619655"/>
                  </a:lnTo>
                  <a:lnTo>
                    <a:pt x="97091" y="617066"/>
                  </a:lnTo>
                  <a:lnTo>
                    <a:pt x="97091" y="614333"/>
                  </a:lnTo>
                  <a:lnTo>
                    <a:pt x="97091" y="611888"/>
                  </a:lnTo>
                  <a:lnTo>
                    <a:pt x="99680" y="599230"/>
                  </a:lnTo>
                  <a:lnTo>
                    <a:pt x="99680" y="596641"/>
                  </a:lnTo>
                  <a:lnTo>
                    <a:pt x="99680" y="593908"/>
                  </a:lnTo>
                  <a:lnTo>
                    <a:pt x="99680" y="591463"/>
                  </a:lnTo>
                  <a:lnTo>
                    <a:pt x="102125" y="591463"/>
                  </a:lnTo>
                  <a:lnTo>
                    <a:pt x="102125" y="589017"/>
                  </a:lnTo>
                  <a:lnTo>
                    <a:pt x="102125" y="586572"/>
                  </a:lnTo>
                  <a:lnTo>
                    <a:pt x="102125" y="583839"/>
                  </a:lnTo>
                  <a:lnTo>
                    <a:pt x="102125" y="581250"/>
                  </a:lnTo>
                  <a:lnTo>
                    <a:pt x="102125" y="578805"/>
                  </a:lnTo>
                  <a:lnTo>
                    <a:pt x="102125" y="576360"/>
                  </a:lnTo>
                  <a:lnTo>
                    <a:pt x="104570" y="576360"/>
                  </a:lnTo>
                  <a:lnTo>
                    <a:pt x="104570" y="573627"/>
                  </a:lnTo>
                  <a:lnTo>
                    <a:pt x="104570" y="571038"/>
                  </a:lnTo>
                  <a:lnTo>
                    <a:pt x="104570" y="566147"/>
                  </a:lnTo>
                  <a:lnTo>
                    <a:pt x="104570" y="560825"/>
                  </a:lnTo>
                  <a:lnTo>
                    <a:pt x="107303" y="558380"/>
                  </a:lnTo>
                  <a:lnTo>
                    <a:pt x="107303" y="555935"/>
                  </a:lnTo>
                  <a:lnTo>
                    <a:pt x="107303" y="553346"/>
                  </a:lnTo>
                  <a:lnTo>
                    <a:pt x="107303" y="550613"/>
                  </a:lnTo>
                  <a:lnTo>
                    <a:pt x="107303" y="548167"/>
                  </a:lnTo>
                  <a:lnTo>
                    <a:pt x="109892" y="545722"/>
                  </a:lnTo>
                  <a:lnTo>
                    <a:pt x="109892" y="543133"/>
                  </a:lnTo>
                  <a:lnTo>
                    <a:pt x="109892" y="540400"/>
                  </a:lnTo>
                  <a:lnTo>
                    <a:pt x="109892" y="537955"/>
                  </a:lnTo>
                  <a:lnTo>
                    <a:pt x="109892" y="535510"/>
                  </a:lnTo>
                  <a:lnTo>
                    <a:pt x="109892" y="533065"/>
                  </a:lnTo>
                  <a:lnTo>
                    <a:pt x="112338" y="530188"/>
                  </a:lnTo>
                  <a:lnTo>
                    <a:pt x="112338" y="527742"/>
                  </a:lnTo>
                  <a:lnTo>
                    <a:pt x="112338" y="525297"/>
                  </a:lnTo>
                  <a:lnTo>
                    <a:pt x="112338" y="519975"/>
                  </a:lnTo>
                  <a:lnTo>
                    <a:pt x="112338" y="517530"/>
                  </a:lnTo>
                  <a:lnTo>
                    <a:pt x="114783" y="515085"/>
                  </a:lnTo>
                  <a:lnTo>
                    <a:pt x="114783" y="512639"/>
                  </a:lnTo>
                  <a:lnTo>
                    <a:pt x="114783" y="509907"/>
                  </a:lnTo>
                  <a:lnTo>
                    <a:pt x="114783" y="507317"/>
                  </a:lnTo>
                  <a:lnTo>
                    <a:pt x="114783" y="504872"/>
                  </a:lnTo>
                  <a:lnTo>
                    <a:pt x="114783" y="502427"/>
                  </a:lnTo>
                  <a:lnTo>
                    <a:pt x="117372" y="486892"/>
                  </a:lnTo>
                  <a:lnTo>
                    <a:pt x="120105" y="484447"/>
                  </a:lnTo>
                  <a:lnTo>
                    <a:pt x="120105" y="482002"/>
                  </a:lnTo>
                  <a:lnTo>
                    <a:pt x="120105" y="479413"/>
                  </a:lnTo>
                  <a:lnTo>
                    <a:pt x="120105" y="471789"/>
                  </a:lnTo>
                  <a:lnTo>
                    <a:pt x="120105" y="469200"/>
                  </a:lnTo>
                  <a:lnTo>
                    <a:pt x="122550" y="466467"/>
                  </a:lnTo>
                  <a:lnTo>
                    <a:pt x="122550" y="464022"/>
                  </a:lnTo>
                  <a:lnTo>
                    <a:pt x="122550" y="461577"/>
                  </a:lnTo>
                  <a:lnTo>
                    <a:pt x="122550" y="458988"/>
                  </a:lnTo>
                  <a:lnTo>
                    <a:pt x="122550" y="456255"/>
                  </a:lnTo>
                  <a:lnTo>
                    <a:pt x="122550" y="453810"/>
                  </a:lnTo>
                  <a:lnTo>
                    <a:pt x="124995" y="451364"/>
                  </a:lnTo>
                  <a:lnTo>
                    <a:pt x="124995" y="448919"/>
                  </a:lnTo>
                  <a:lnTo>
                    <a:pt x="124995" y="446042"/>
                  </a:lnTo>
                  <a:lnTo>
                    <a:pt x="124995" y="443597"/>
                  </a:lnTo>
                  <a:lnTo>
                    <a:pt x="124995" y="441152"/>
                  </a:lnTo>
                  <a:lnTo>
                    <a:pt x="124995" y="438563"/>
                  </a:lnTo>
                  <a:lnTo>
                    <a:pt x="124995" y="435830"/>
                  </a:lnTo>
                  <a:lnTo>
                    <a:pt x="127584" y="435830"/>
                  </a:lnTo>
                  <a:lnTo>
                    <a:pt x="127584" y="433385"/>
                  </a:lnTo>
                  <a:lnTo>
                    <a:pt x="127584" y="430939"/>
                  </a:lnTo>
                  <a:lnTo>
                    <a:pt x="127584" y="428350"/>
                  </a:lnTo>
                  <a:lnTo>
                    <a:pt x="127584" y="425617"/>
                  </a:lnTo>
                  <a:lnTo>
                    <a:pt x="127584" y="423172"/>
                  </a:lnTo>
                  <a:lnTo>
                    <a:pt x="127584" y="420727"/>
                  </a:lnTo>
                  <a:lnTo>
                    <a:pt x="130174" y="420727"/>
                  </a:lnTo>
                  <a:lnTo>
                    <a:pt x="130174" y="418282"/>
                  </a:lnTo>
                  <a:lnTo>
                    <a:pt x="130174" y="415549"/>
                  </a:lnTo>
                  <a:lnTo>
                    <a:pt x="130174" y="412960"/>
                  </a:lnTo>
                  <a:lnTo>
                    <a:pt x="130174" y="410514"/>
                  </a:lnTo>
                  <a:lnTo>
                    <a:pt x="130174" y="408069"/>
                  </a:lnTo>
                  <a:lnTo>
                    <a:pt x="130174" y="405336"/>
                  </a:lnTo>
                  <a:lnTo>
                    <a:pt x="132763" y="405336"/>
                  </a:lnTo>
                  <a:lnTo>
                    <a:pt x="132763" y="402747"/>
                  </a:lnTo>
                  <a:lnTo>
                    <a:pt x="132763" y="400302"/>
                  </a:lnTo>
                  <a:lnTo>
                    <a:pt x="132763" y="397857"/>
                  </a:lnTo>
                  <a:lnTo>
                    <a:pt x="132763" y="395268"/>
                  </a:lnTo>
                  <a:lnTo>
                    <a:pt x="132763" y="392535"/>
                  </a:lnTo>
                  <a:lnTo>
                    <a:pt x="132763" y="390089"/>
                  </a:lnTo>
                  <a:lnTo>
                    <a:pt x="135208" y="387644"/>
                  </a:lnTo>
                  <a:lnTo>
                    <a:pt x="135208" y="385055"/>
                  </a:lnTo>
                  <a:lnTo>
                    <a:pt x="135208" y="382322"/>
                  </a:lnTo>
                  <a:lnTo>
                    <a:pt x="135208" y="379877"/>
                  </a:lnTo>
                  <a:lnTo>
                    <a:pt x="135208" y="377432"/>
                  </a:lnTo>
                  <a:lnTo>
                    <a:pt x="135208" y="374843"/>
                  </a:lnTo>
                  <a:lnTo>
                    <a:pt x="137653" y="372110"/>
                  </a:lnTo>
                  <a:lnTo>
                    <a:pt x="137653" y="369664"/>
                  </a:lnTo>
                  <a:lnTo>
                    <a:pt x="137653" y="367219"/>
                  </a:lnTo>
                  <a:lnTo>
                    <a:pt x="137653" y="364774"/>
                  </a:lnTo>
                  <a:lnTo>
                    <a:pt x="137653" y="361897"/>
                  </a:lnTo>
                  <a:lnTo>
                    <a:pt x="137653" y="359452"/>
                  </a:lnTo>
                  <a:lnTo>
                    <a:pt x="137653" y="357007"/>
                  </a:lnTo>
                  <a:lnTo>
                    <a:pt x="140530" y="357007"/>
                  </a:lnTo>
                  <a:lnTo>
                    <a:pt x="140530" y="354561"/>
                  </a:lnTo>
                  <a:lnTo>
                    <a:pt x="140530" y="351828"/>
                  </a:lnTo>
                  <a:lnTo>
                    <a:pt x="140530" y="349239"/>
                  </a:lnTo>
                  <a:lnTo>
                    <a:pt x="140530" y="346794"/>
                  </a:lnTo>
                  <a:lnTo>
                    <a:pt x="140530" y="341472"/>
                  </a:lnTo>
                  <a:lnTo>
                    <a:pt x="142975" y="341472"/>
                  </a:lnTo>
                  <a:lnTo>
                    <a:pt x="142975" y="339027"/>
                  </a:lnTo>
                  <a:lnTo>
                    <a:pt x="142975" y="336582"/>
                  </a:lnTo>
                  <a:lnTo>
                    <a:pt x="142975" y="334136"/>
                  </a:lnTo>
                  <a:lnTo>
                    <a:pt x="142975" y="331260"/>
                  </a:lnTo>
                  <a:lnTo>
                    <a:pt x="142975" y="328814"/>
                  </a:lnTo>
                  <a:lnTo>
                    <a:pt x="142975" y="326369"/>
                  </a:lnTo>
                  <a:lnTo>
                    <a:pt x="145420" y="326369"/>
                  </a:lnTo>
                  <a:lnTo>
                    <a:pt x="145420" y="323924"/>
                  </a:lnTo>
                  <a:lnTo>
                    <a:pt x="145420" y="321191"/>
                  </a:lnTo>
                  <a:lnTo>
                    <a:pt x="145420" y="318602"/>
                  </a:lnTo>
                  <a:lnTo>
                    <a:pt x="145420" y="316157"/>
                  </a:lnTo>
                  <a:lnTo>
                    <a:pt x="145420" y="313711"/>
                  </a:lnTo>
                  <a:lnTo>
                    <a:pt x="145420" y="310978"/>
                  </a:lnTo>
                  <a:lnTo>
                    <a:pt x="147866" y="310978"/>
                  </a:lnTo>
                  <a:lnTo>
                    <a:pt x="147866" y="308389"/>
                  </a:lnTo>
                  <a:lnTo>
                    <a:pt x="147866" y="305944"/>
                  </a:lnTo>
                  <a:lnTo>
                    <a:pt x="147866" y="303499"/>
                  </a:lnTo>
                  <a:lnTo>
                    <a:pt x="147866" y="300910"/>
                  </a:lnTo>
                  <a:lnTo>
                    <a:pt x="147866" y="298177"/>
                  </a:lnTo>
                  <a:lnTo>
                    <a:pt x="147866" y="295732"/>
                  </a:lnTo>
                  <a:lnTo>
                    <a:pt x="150599" y="293286"/>
                  </a:lnTo>
                  <a:lnTo>
                    <a:pt x="150599" y="290697"/>
                  </a:lnTo>
                  <a:lnTo>
                    <a:pt x="150599" y="287964"/>
                  </a:lnTo>
                  <a:lnTo>
                    <a:pt x="150599" y="285519"/>
                  </a:lnTo>
                  <a:lnTo>
                    <a:pt x="150599" y="283074"/>
                  </a:lnTo>
                  <a:lnTo>
                    <a:pt x="150599" y="280485"/>
                  </a:lnTo>
                  <a:lnTo>
                    <a:pt x="153188" y="277752"/>
                  </a:lnTo>
                  <a:lnTo>
                    <a:pt x="153188" y="275306"/>
                  </a:lnTo>
                  <a:lnTo>
                    <a:pt x="153188" y="272861"/>
                  </a:lnTo>
                  <a:lnTo>
                    <a:pt x="153188" y="270416"/>
                  </a:lnTo>
                  <a:lnTo>
                    <a:pt x="153188" y="267683"/>
                  </a:lnTo>
                  <a:lnTo>
                    <a:pt x="153188" y="265094"/>
                  </a:lnTo>
                  <a:lnTo>
                    <a:pt x="153188" y="262649"/>
                  </a:lnTo>
                  <a:lnTo>
                    <a:pt x="155633" y="262649"/>
                  </a:lnTo>
                  <a:lnTo>
                    <a:pt x="155633" y="260203"/>
                  </a:lnTo>
                  <a:lnTo>
                    <a:pt x="155633" y="257471"/>
                  </a:lnTo>
                  <a:lnTo>
                    <a:pt x="155633" y="254881"/>
                  </a:lnTo>
                  <a:lnTo>
                    <a:pt x="155633" y="252436"/>
                  </a:lnTo>
                  <a:lnTo>
                    <a:pt x="155633" y="249991"/>
                  </a:lnTo>
                  <a:lnTo>
                    <a:pt x="155633" y="247114"/>
                  </a:lnTo>
                  <a:lnTo>
                    <a:pt x="158078" y="247114"/>
                  </a:lnTo>
                  <a:lnTo>
                    <a:pt x="158078" y="244669"/>
                  </a:lnTo>
                  <a:lnTo>
                    <a:pt x="158078" y="242224"/>
                  </a:lnTo>
                  <a:lnTo>
                    <a:pt x="158078" y="239778"/>
                  </a:lnTo>
                  <a:lnTo>
                    <a:pt x="158078" y="237046"/>
                  </a:lnTo>
                  <a:lnTo>
                    <a:pt x="158078" y="234456"/>
                  </a:lnTo>
                  <a:lnTo>
                    <a:pt x="158078" y="232011"/>
                  </a:lnTo>
                  <a:lnTo>
                    <a:pt x="160811" y="232011"/>
                  </a:lnTo>
                  <a:lnTo>
                    <a:pt x="160811" y="229566"/>
                  </a:lnTo>
                  <a:lnTo>
                    <a:pt x="160811" y="226833"/>
                  </a:lnTo>
                  <a:lnTo>
                    <a:pt x="160811" y="224244"/>
                  </a:lnTo>
                  <a:lnTo>
                    <a:pt x="160811" y="221799"/>
                  </a:lnTo>
                  <a:lnTo>
                    <a:pt x="160811" y="219353"/>
                  </a:lnTo>
                  <a:lnTo>
                    <a:pt x="160811" y="216764"/>
                  </a:lnTo>
                  <a:lnTo>
                    <a:pt x="163400" y="214031"/>
                  </a:lnTo>
                  <a:lnTo>
                    <a:pt x="163400" y="211586"/>
                  </a:lnTo>
                  <a:lnTo>
                    <a:pt x="163400" y="209141"/>
                  </a:lnTo>
                  <a:lnTo>
                    <a:pt x="163400" y="206552"/>
                  </a:lnTo>
                  <a:lnTo>
                    <a:pt x="163400" y="203819"/>
                  </a:lnTo>
                  <a:lnTo>
                    <a:pt x="163400" y="201373"/>
                  </a:lnTo>
                  <a:lnTo>
                    <a:pt x="165845" y="198928"/>
                  </a:lnTo>
                  <a:lnTo>
                    <a:pt x="165845" y="196339"/>
                  </a:lnTo>
                  <a:lnTo>
                    <a:pt x="165845" y="193606"/>
                  </a:lnTo>
                  <a:lnTo>
                    <a:pt x="165845" y="191161"/>
                  </a:lnTo>
                  <a:lnTo>
                    <a:pt x="165845" y="188716"/>
                  </a:lnTo>
                  <a:lnTo>
                    <a:pt x="165845" y="186271"/>
                  </a:lnTo>
                  <a:lnTo>
                    <a:pt x="168291" y="183394"/>
                  </a:lnTo>
                  <a:lnTo>
                    <a:pt x="168291" y="180948"/>
                  </a:lnTo>
                  <a:lnTo>
                    <a:pt x="168291" y="178503"/>
                  </a:lnTo>
                  <a:lnTo>
                    <a:pt x="168291" y="176058"/>
                  </a:lnTo>
                  <a:lnTo>
                    <a:pt x="168291" y="173325"/>
                  </a:lnTo>
                  <a:lnTo>
                    <a:pt x="168291" y="170736"/>
                  </a:lnTo>
                  <a:lnTo>
                    <a:pt x="168291" y="168291"/>
                  </a:lnTo>
                  <a:lnTo>
                    <a:pt x="171024" y="168291"/>
                  </a:lnTo>
                  <a:lnTo>
                    <a:pt x="171024" y="165846"/>
                  </a:lnTo>
                  <a:lnTo>
                    <a:pt x="171024" y="163113"/>
                  </a:lnTo>
                  <a:lnTo>
                    <a:pt x="171024" y="160523"/>
                  </a:lnTo>
                  <a:lnTo>
                    <a:pt x="171024" y="158078"/>
                  </a:lnTo>
                  <a:lnTo>
                    <a:pt x="171024" y="155633"/>
                  </a:lnTo>
                  <a:lnTo>
                    <a:pt x="171024" y="152900"/>
                  </a:lnTo>
                  <a:lnTo>
                    <a:pt x="173613" y="152900"/>
                  </a:lnTo>
                  <a:lnTo>
                    <a:pt x="173613" y="150311"/>
                  </a:lnTo>
                  <a:lnTo>
                    <a:pt x="173613" y="147866"/>
                  </a:lnTo>
                  <a:lnTo>
                    <a:pt x="173613" y="145420"/>
                  </a:lnTo>
                  <a:lnTo>
                    <a:pt x="173613" y="142688"/>
                  </a:lnTo>
                  <a:lnTo>
                    <a:pt x="173613" y="140098"/>
                  </a:lnTo>
                  <a:lnTo>
                    <a:pt x="173613" y="137653"/>
                  </a:lnTo>
                  <a:lnTo>
                    <a:pt x="176058" y="137653"/>
                  </a:lnTo>
                  <a:lnTo>
                    <a:pt x="176058" y="135208"/>
                  </a:lnTo>
                  <a:lnTo>
                    <a:pt x="176058" y="132475"/>
                  </a:lnTo>
                  <a:lnTo>
                    <a:pt x="176058" y="129886"/>
                  </a:lnTo>
                  <a:lnTo>
                    <a:pt x="176058" y="127441"/>
                  </a:lnTo>
                  <a:lnTo>
                    <a:pt x="176058" y="124995"/>
                  </a:lnTo>
                  <a:lnTo>
                    <a:pt x="176058" y="122406"/>
                  </a:lnTo>
                  <a:lnTo>
                    <a:pt x="178503" y="122406"/>
                  </a:lnTo>
                  <a:lnTo>
                    <a:pt x="178503" y="119673"/>
                  </a:lnTo>
                  <a:lnTo>
                    <a:pt x="178503" y="117228"/>
                  </a:lnTo>
                  <a:lnTo>
                    <a:pt x="178503" y="114783"/>
                  </a:lnTo>
                  <a:lnTo>
                    <a:pt x="183825" y="76378"/>
                  </a:lnTo>
                  <a:lnTo>
                    <a:pt x="196483" y="0"/>
                  </a:lnTo>
                  <a:lnTo>
                    <a:pt x="206695" y="0"/>
                  </a:lnTo>
                  <a:lnTo>
                    <a:pt x="209141" y="0"/>
                  </a:lnTo>
                  <a:lnTo>
                    <a:pt x="211586" y="2445"/>
                  </a:lnTo>
                  <a:lnTo>
                    <a:pt x="214463" y="2445"/>
                  </a:lnTo>
                  <a:lnTo>
                    <a:pt x="216908" y="2445"/>
                  </a:lnTo>
                  <a:lnTo>
                    <a:pt x="219353" y="2445"/>
                  </a:lnTo>
                  <a:lnTo>
                    <a:pt x="221942" y="2445"/>
                  </a:lnTo>
                  <a:lnTo>
                    <a:pt x="224675" y="2445"/>
                  </a:lnTo>
                  <a:lnTo>
                    <a:pt x="227121" y="4891"/>
                  </a:lnTo>
                  <a:lnTo>
                    <a:pt x="229566" y="4891"/>
                  </a:lnTo>
                  <a:lnTo>
                    <a:pt x="232011" y="4891"/>
                  </a:lnTo>
                  <a:lnTo>
                    <a:pt x="234744" y="4891"/>
                  </a:lnTo>
                  <a:lnTo>
                    <a:pt x="237333" y="4891"/>
                  </a:lnTo>
                  <a:lnTo>
                    <a:pt x="247546" y="7624"/>
                  </a:lnTo>
                  <a:lnTo>
                    <a:pt x="249991" y="7624"/>
                  </a:lnTo>
                  <a:lnTo>
                    <a:pt x="252436" y="7624"/>
                  </a:lnTo>
                  <a:lnTo>
                    <a:pt x="255169" y="7624"/>
                  </a:lnTo>
                  <a:lnTo>
                    <a:pt x="257758" y="7624"/>
                  </a:lnTo>
                  <a:lnTo>
                    <a:pt x="260203" y="7624"/>
                  </a:lnTo>
                  <a:lnTo>
                    <a:pt x="260203" y="10213"/>
                  </a:lnTo>
                  <a:lnTo>
                    <a:pt x="262649" y="10213"/>
                  </a:lnTo>
                  <a:lnTo>
                    <a:pt x="265238" y="10213"/>
                  </a:lnTo>
                  <a:lnTo>
                    <a:pt x="267971" y="10213"/>
                  </a:lnTo>
                  <a:lnTo>
                    <a:pt x="275450" y="10213"/>
                  </a:lnTo>
                  <a:lnTo>
                    <a:pt x="285519" y="12658"/>
                  </a:lnTo>
                  <a:lnTo>
                    <a:pt x="288396" y="12658"/>
                  </a:lnTo>
                  <a:lnTo>
                    <a:pt x="290841" y="12658"/>
                  </a:lnTo>
                  <a:lnTo>
                    <a:pt x="293286" y="12658"/>
                  </a:lnTo>
                  <a:lnTo>
                    <a:pt x="298608" y="15103"/>
                  </a:lnTo>
                  <a:lnTo>
                    <a:pt x="301053" y="15103"/>
                  </a:lnTo>
                  <a:lnTo>
                    <a:pt x="316156" y="17836"/>
                  </a:lnTo>
                  <a:lnTo>
                    <a:pt x="319033" y="17836"/>
                  </a:lnTo>
                  <a:lnTo>
                    <a:pt x="321478" y="17836"/>
                  </a:lnTo>
                  <a:lnTo>
                    <a:pt x="326369" y="17836"/>
                  </a:lnTo>
                  <a:lnTo>
                    <a:pt x="329102" y="17836"/>
                  </a:lnTo>
                  <a:lnTo>
                    <a:pt x="331691" y="17836"/>
                  </a:lnTo>
                  <a:lnTo>
                    <a:pt x="334136" y="20425"/>
                  </a:lnTo>
                  <a:lnTo>
                    <a:pt x="336581" y="20425"/>
                  </a:lnTo>
                  <a:lnTo>
                    <a:pt x="339170" y="20425"/>
                  </a:lnTo>
                  <a:lnTo>
                    <a:pt x="341903" y="20425"/>
                  </a:lnTo>
                  <a:lnTo>
                    <a:pt x="344349" y="20425"/>
                  </a:lnTo>
                  <a:lnTo>
                    <a:pt x="354561" y="22870"/>
                  </a:lnTo>
                  <a:lnTo>
                    <a:pt x="357006" y="22870"/>
                  </a:lnTo>
                  <a:lnTo>
                    <a:pt x="359596" y="22870"/>
                  </a:lnTo>
                  <a:lnTo>
                    <a:pt x="362328" y="22870"/>
                  </a:lnTo>
                  <a:lnTo>
                    <a:pt x="364774" y="22870"/>
                  </a:lnTo>
                  <a:lnTo>
                    <a:pt x="367219" y="22870"/>
                  </a:lnTo>
                  <a:lnTo>
                    <a:pt x="369808" y="22870"/>
                  </a:lnTo>
                  <a:lnTo>
                    <a:pt x="372541" y="25316"/>
                  </a:lnTo>
                  <a:lnTo>
                    <a:pt x="377431" y="25316"/>
                  </a:lnTo>
                  <a:lnTo>
                    <a:pt x="382753" y="25316"/>
                  </a:lnTo>
                  <a:lnTo>
                    <a:pt x="387644" y="25316"/>
                  </a:lnTo>
                  <a:lnTo>
                    <a:pt x="392822" y="25316"/>
                  </a:lnTo>
                  <a:lnTo>
                    <a:pt x="392822" y="28192"/>
                  </a:lnTo>
                  <a:lnTo>
                    <a:pt x="395411" y="28192"/>
                  </a:lnTo>
                  <a:lnTo>
                    <a:pt x="397856" y="28192"/>
                  </a:lnTo>
                  <a:lnTo>
                    <a:pt x="403035" y="28192"/>
                  </a:lnTo>
                  <a:lnTo>
                    <a:pt x="405624" y="28192"/>
                  </a:lnTo>
                  <a:lnTo>
                    <a:pt x="408069" y="28192"/>
                  </a:lnTo>
                  <a:lnTo>
                    <a:pt x="410514" y="28192"/>
                  </a:lnTo>
                  <a:lnTo>
                    <a:pt x="413103" y="28192"/>
                  </a:lnTo>
                  <a:lnTo>
                    <a:pt x="413103" y="30638"/>
                  </a:lnTo>
                  <a:lnTo>
                    <a:pt x="415836" y="30638"/>
                  </a:lnTo>
                  <a:lnTo>
                    <a:pt x="418281" y="30638"/>
                  </a:lnTo>
                  <a:lnTo>
                    <a:pt x="420727" y="30638"/>
                  </a:lnTo>
                  <a:lnTo>
                    <a:pt x="423316" y="30638"/>
                  </a:lnTo>
                  <a:lnTo>
                    <a:pt x="426049" y="30638"/>
                  </a:lnTo>
                  <a:lnTo>
                    <a:pt x="428494" y="30638"/>
                  </a:lnTo>
                  <a:lnTo>
                    <a:pt x="430939" y="30638"/>
                  </a:lnTo>
                  <a:lnTo>
                    <a:pt x="433528" y="30638"/>
                  </a:lnTo>
                  <a:lnTo>
                    <a:pt x="436261" y="33083"/>
                  </a:lnTo>
                  <a:lnTo>
                    <a:pt x="438706" y="33083"/>
                  </a:lnTo>
                  <a:lnTo>
                    <a:pt x="441152" y="33083"/>
                  </a:lnTo>
                  <a:lnTo>
                    <a:pt x="446474" y="33083"/>
                  </a:lnTo>
                  <a:lnTo>
                    <a:pt x="448919" y="33083"/>
                  </a:lnTo>
                  <a:lnTo>
                    <a:pt x="451364" y="33083"/>
                  </a:lnTo>
                  <a:lnTo>
                    <a:pt x="456686" y="33083"/>
                  </a:lnTo>
                  <a:lnTo>
                    <a:pt x="459131" y="33083"/>
                  </a:lnTo>
                  <a:lnTo>
                    <a:pt x="459131" y="35528"/>
                  </a:lnTo>
                  <a:lnTo>
                    <a:pt x="461577" y="35528"/>
                  </a:lnTo>
                  <a:lnTo>
                    <a:pt x="464166" y="35528"/>
                  </a:lnTo>
                  <a:lnTo>
                    <a:pt x="466899" y="35528"/>
                  </a:lnTo>
                  <a:lnTo>
                    <a:pt x="469344" y="35528"/>
                  </a:lnTo>
                  <a:lnTo>
                    <a:pt x="474378" y="35528"/>
                  </a:lnTo>
                  <a:lnTo>
                    <a:pt x="477111" y="35528"/>
                  </a:lnTo>
                  <a:lnTo>
                    <a:pt x="479557" y="35528"/>
                  </a:lnTo>
                  <a:lnTo>
                    <a:pt x="482002" y="35528"/>
                  </a:lnTo>
                  <a:lnTo>
                    <a:pt x="484447" y="38261"/>
                  </a:lnTo>
                  <a:lnTo>
                    <a:pt x="487036" y="38261"/>
                  </a:lnTo>
                  <a:lnTo>
                    <a:pt x="489769" y="38261"/>
                  </a:lnTo>
                  <a:lnTo>
                    <a:pt x="492214" y="38261"/>
                  </a:lnTo>
                  <a:lnTo>
                    <a:pt x="494659" y="38261"/>
                  </a:lnTo>
                  <a:lnTo>
                    <a:pt x="497249" y="38261"/>
                  </a:lnTo>
                  <a:lnTo>
                    <a:pt x="504872" y="38261"/>
                  </a:lnTo>
                  <a:lnTo>
                    <a:pt x="507461" y="38261"/>
                  </a:lnTo>
                  <a:lnTo>
                    <a:pt x="507461" y="40850"/>
                  </a:lnTo>
                  <a:lnTo>
                    <a:pt x="512639" y="40850"/>
                  </a:lnTo>
                  <a:lnTo>
                    <a:pt x="515085" y="40850"/>
                  </a:lnTo>
                  <a:lnTo>
                    <a:pt x="517674" y="40850"/>
                  </a:lnTo>
                  <a:lnTo>
                    <a:pt x="520407" y="40850"/>
                  </a:lnTo>
                  <a:lnTo>
                    <a:pt x="525297" y="40850"/>
                  </a:lnTo>
                  <a:lnTo>
                    <a:pt x="527886" y="40850"/>
                  </a:lnTo>
                  <a:lnTo>
                    <a:pt x="530619" y="40850"/>
                  </a:lnTo>
                  <a:lnTo>
                    <a:pt x="533065" y="40850"/>
                  </a:lnTo>
                  <a:lnTo>
                    <a:pt x="533065" y="43295"/>
                  </a:lnTo>
                  <a:lnTo>
                    <a:pt x="535510" y="43295"/>
                  </a:lnTo>
                  <a:lnTo>
                    <a:pt x="537955" y="43295"/>
                  </a:lnTo>
                  <a:lnTo>
                    <a:pt x="540832" y="43295"/>
                  </a:lnTo>
                  <a:lnTo>
                    <a:pt x="543277" y="43295"/>
                  </a:lnTo>
                  <a:lnTo>
                    <a:pt x="545722" y="43295"/>
                  </a:lnTo>
                  <a:lnTo>
                    <a:pt x="548311" y="43295"/>
                  </a:lnTo>
                  <a:lnTo>
                    <a:pt x="550900" y="43295"/>
                  </a:lnTo>
                  <a:lnTo>
                    <a:pt x="553490" y="43295"/>
                  </a:lnTo>
                  <a:lnTo>
                    <a:pt x="555935" y="43295"/>
                  </a:lnTo>
                  <a:lnTo>
                    <a:pt x="558524" y="43295"/>
                  </a:lnTo>
                  <a:lnTo>
                    <a:pt x="560969" y="43295"/>
                  </a:lnTo>
                  <a:lnTo>
                    <a:pt x="563702" y="45741"/>
                  </a:lnTo>
                  <a:lnTo>
                    <a:pt x="566147" y="45741"/>
                  </a:lnTo>
                  <a:lnTo>
                    <a:pt x="568592" y="45741"/>
                  </a:lnTo>
                  <a:lnTo>
                    <a:pt x="571182" y="45741"/>
                  </a:lnTo>
                  <a:lnTo>
                    <a:pt x="573915" y="45741"/>
                  </a:lnTo>
                  <a:lnTo>
                    <a:pt x="576360" y="45741"/>
                  </a:lnTo>
                  <a:lnTo>
                    <a:pt x="581394" y="45741"/>
                  </a:lnTo>
                  <a:lnTo>
                    <a:pt x="584127" y="45741"/>
                  </a:lnTo>
                  <a:lnTo>
                    <a:pt x="589018" y="45741"/>
                  </a:lnTo>
                  <a:lnTo>
                    <a:pt x="591607" y="48330"/>
                  </a:lnTo>
                  <a:lnTo>
                    <a:pt x="594340" y="48330"/>
                  </a:lnTo>
                  <a:lnTo>
                    <a:pt x="596785" y="48330"/>
                  </a:lnTo>
                  <a:lnTo>
                    <a:pt x="599230" y="48330"/>
                  </a:lnTo>
                  <a:lnTo>
                    <a:pt x="609443" y="48330"/>
                  </a:lnTo>
                  <a:lnTo>
                    <a:pt x="612032" y="48330"/>
                  </a:lnTo>
                  <a:lnTo>
                    <a:pt x="614765" y="48330"/>
                  </a:lnTo>
                  <a:lnTo>
                    <a:pt x="617210" y="48330"/>
                  </a:lnTo>
                  <a:lnTo>
                    <a:pt x="619655" y="48330"/>
                  </a:lnTo>
                  <a:lnTo>
                    <a:pt x="622100" y="48330"/>
                  </a:lnTo>
                  <a:lnTo>
                    <a:pt x="624977" y="48330"/>
                  </a:lnTo>
                  <a:lnTo>
                    <a:pt x="627422" y="51063"/>
                  </a:lnTo>
                  <a:lnTo>
                    <a:pt x="629868" y="51063"/>
                  </a:lnTo>
                  <a:lnTo>
                    <a:pt x="632313" y="51063"/>
                  </a:lnTo>
                  <a:lnTo>
                    <a:pt x="634902" y="51063"/>
                  </a:lnTo>
                  <a:lnTo>
                    <a:pt x="637635" y="51063"/>
                  </a:lnTo>
                  <a:lnTo>
                    <a:pt x="640080" y="51063"/>
                  </a:lnTo>
                  <a:lnTo>
                    <a:pt x="642669" y="51063"/>
                  </a:lnTo>
                  <a:lnTo>
                    <a:pt x="645114" y="51063"/>
                  </a:lnTo>
                  <a:lnTo>
                    <a:pt x="647847" y="51063"/>
                  </a:lnTo>
                  <a:lnTo>
                    <a:pt x="650293" y="51063"/>
                  </a:lnTo>
                  <a:lnTo>
                    <a:pt x="652738" y="51063"/>
                  </a:lnTo>
                  <a:lnTo>
                    <a:pt x="652738" y="53508"/>
                  </a:lnTo>
                  <a:lnTo>
                    <a:pt x="652738" y="55953"/>
                  </a:lnTo>
                  <a:lnTo>
                    <a:pt x="652738" y="58542"/>
                  </a:lnTo>
                  <a:lnTo>
                    <a:pt x="652738" y="71488"/>
                  </a:lnTo>
                  <a:lnTo>
                    <a:pt x="652738" y="84145"/>
                  </a:lnTo>
                  <a:lnTo>
                    <a:pt x="650293" y="89180"/>
                  </a:lnTo>
                  <a:lnTo>
                    <a:pt x="650293" y="91913"/>
                  </a:lnTo>
                  <a:lnTo>
                    <a:pt x="650293" y="109461"/>
                  </a:lnTo>
                  <a:lnTo>
                    <a:pt x="647847" y="145420"/>
                  </a:lnTo>
                  <a:lnTo>
                    <a:pt x="647847" y="147866"/>
                  </a:lnTo>
                  <a:lnTo>
                    <a:pt x="647847" y="150311"/>
                  </a:lnTo>
                  <a:lnTo>
                    <a:pt x="645114" y="165846"/>
                  </a:lnTo>
                  <a:lnTo>
                    <a:pt x="645114" y="168291"/>
                  </a:lnTo>
                  <a:lnTo>
                    <a:pt x="645114" y="191161"/>
                  </a:lnTo>
                  <a:lnTo>
                    <a:pt x="645114" y="193606"/>
                  </a:lnTo>
                  <a:lnTo>
                    <a:pt x="645114" y="196339"/>
                  </a:lnTo>
                  <a:lnTo>
                    <a:pt x="642669" y="198928"/>
                  </a:lnTo>
                  <a:lnTo>
                    <a:pt x="642669" y="203819"/>
                  </a:lnTo>
                  <a:lnTo>
                    <a:pt x="642669" y="211586"/>
                  </a:lnTo>
                  <a:lnTo>
                    <a:pt x="642669" y="219353"/>
                  </a:lnTo>
                  <a:lnTo>
                    <a:pt x="642669" y="229566"/>
                  </a:lnTo>
                  <a:lnTo>
                    <a:pt x="640080" y="244669"/>
                  </a:lnTo>
                  <a:lnTo>
                    <a:pt x="640080" y="260203"/>
                  </a:lnTo>
                  <a:lnTo>
                    <a:pt x="640080" y="262649"/>
                  </a:lnTo>
                  <a:lnTo>
                    <a:pt x="640080" y="265094"/>
                  </a:lnTo>
                  <a:lnTo>
                    <a:pt x="637635" y="275306"/>
                  </a:lnTo>
                  <a:lnTo>
                    <a:pt x="637635" y="280485"/>
                  </a:lnTo>
                  <a:lnTo>
                    <a:pt x="637635" y="285519"/>
                  </a:lnTo>
                  <a:lnTo>
                    <a:pt x="637635" y="287964"/>
                  </a:lnTo>
                  <a:lnTo>
                    <a:pt x="634902" y="334136"/>
                  </a:lnTo>
                  <a:lnTo>
                    <a:pt x="634902" y="336582"/>
                  </a:lnTo>
                  <a:lnTo>
                    <a:pt x="634902" y="339027"/>
                  </a:lnTo>
                  <a:lnTo>
                    <a:pt x="632313" y="349239"/>
                  </a:lnTo>
                  <a:lnTo>
                    <a:pt x="632313" y="354561"/>
                  </a:lnTo>
                  <a:lnTo>
                    <a:pt x="632313" y="361897"/>
                  </a:lnTo>
                  <a:lnTo>
                    <a:pt x="632313" y="367219"/>
                  </a:lnTo>
                  <a:lnTo>
                    <a:pt x="632313" y="369664"/>
                  </a:lnTo>
                  <a:lnTo>
                    <a:pt x="632313" y="372110"/>
                  </a:lnTo>
                  <a:lnTo>
                    <a:pt x="629868" y="382322"/>
                  </a:lnTo>
                  <a:lnTo>
                    <a:pt x="629868" y="385055"/>
                  </a:lnTo>
                  <a:lnTo>
                    <a:pt x="629868" y="387644"/>
                  </a:lnTo>
                  <a:lnTo>
                    <a:pt x="629868" y="392535"/>
                  </a:lnTo>
                  <a:lnTo>
                    <a:pt x="629868" y="395268"/>
                  </a:lnTo>
                  <a:lnTo>
                    <a:pt x="629868" y="405336"/>
                  </a:lnTo>
                  <a:lnTo>
                    <a:pt x="629868" y="415549"/>
                  </a:lnTo>
                  <a:lnTo>
                    <a:pt x="627422" y="438563"/>
                  </a:lnTo>
                  <a:lnTo>
                    <a:pt x="627422" y="443597"/>
                  </a:lnTo>
                  <a:lnTo>
                    <a:pt x="627422" y="446042"/>
                  </a:lnTo>
                  <a:lnTo>
                    <a:pt x="624977" y="461577"/>
                  </a:lnTo>
                  <a:lnTo>
                    <a:pt x="624977" y="469200"/>
                  </a:lnTo>
                  <a:lnTo>
                    <a:pt x="624977" y="479413"/>
                  </a:lnTo>
                  <a:lnTo>
                    <a:pt x="624977" y="482002"/>
                  </a:lnTo>
                  <a:lnTo>
                    <a:pt x="624977" y="486892"/>
                  </a:lnTo>
                  <a:lnTo>
                    <a:pt x="622100" y="497105"/>
                  </a:lnTo>
                  <a:lnTo>
                    <a:pt x="622100" y="504872"/>
                  </a:lnTo>
                  <a:lnTo>
                    <a:pt x="622100" y="507317"/>
                  </a:lnTo>
                  <a:lnTo>
                    <a:pt x="622100" y="512639"/>
                  </a:lnTo>
                  <a:lnTo>
                    <a:pt x="622100" y="517530"/>
                  </a:lnTo>
                  <a:lnTo>
                    <a:pt x="622100" y="519975"/>
                  </a:lnTo>
                  <a:lnTo>
                    <a:pt x="622100" y="522708"/>
                  </a:lnTo>
                  <a:lnTo>
                    <a:pt x="622100" y="525297"/>
                  </a:lnTo>
                  <a:lnTo>
                    <a:pt x="624977" y="525297"/>
                  </a:lnTo>
                  <a:lnTo>
                    <a:pt x="624977" y="533065"/>
                  </a:lnTo>
                  <a:lnTo>
                    <a:pt x="624977" y="540400"/>
                  </a:lnTo>
                  <a:lnTo>
                    <a:pt x="624977" y="543133"/>
                  </a:lnTo>
                  <a:lnTo>
                    <a:pt x="622100" y="545722"/>
                  </a:lnTo>
                  <a:lnTo>
                    <a:pt x="622100" y="558380"/>
                  </a:lnTo>
                  <a:lnTo>
                    <a:pt x="622100" y="563558"/>
                  </a:lnTo>
                  <a:lnTo>
                    <a:pt x="624977" y="563558"/>
                  </a:lnTo>
                  <a:lnTo>
                    <a:pt x="624977" y="568593"/>
                  </a:lnTo>
                  <a:lnTo>
                    <a:pt x="624977" y="576360"/>
                  </a:lnTo>
                  <a:lnTo>
                    <a:pt x="622100" y="578805"/>
                  </a:lnTo>
                  <a:lnTo>
                    <a:pt x="622100" y="581250"/>
                  </a:lnTo>
                  <a:lnTo>
                    <a:pt x="622100" y="583839"/>
                  </a:lnTo>
                  <a:lnTo>
                    <a:pt x="622100" y="591463"/>
                  </a:lnTo>
                  <a:lnTo>
                    <a:pt x="622100" y="593908"/>
                  </a:lnTo>
                  <a:lnTo>
                    <a:pt x="622100" y="596641"/>
                  </a:lnTo>
                  <a:lnTo>
                    <a:pt x="622100" y="599230"/>
                  </a:lnTo>
                  <a:lnTo>
                    <a:pt x="622100" y="604264"/>
                  </a:lnTo>
                  <a:lnTo>
                    <a:pt x="624977" y="604264"/>
                  </a:lnTo>
                  <a:lnTo>
                    <a:pt x="622100" y="617066"/>
                  </a:lnTo>
                  <a:lnTo>
                    <a:pt x="622100" y="622100"/>
                  </a:lnTo>
                  <a:lnTo>
                    <a:pt x="622100" y="624545"/>
                  </a:lnTo>
                  <a:lnTo>
                    <a:pt x="622100" y="627278"/>
                  </a:lnTo>
                  <a:lnTo>
                    <a:pt x="622100" y="640080"/>
                  </a:lnTo>
                  <a:lnTo>
                    <a:pt x="622100" y="642525"/>
                  </a:lnTo>
                  <a:lnTo>
                    <a:pt x="624977" y="642525"/>
                  </a:lnTo>
                  <a:lnTo>
                    <a:pt x="624977" y="644971"/>
                  </a:lnTo>
                  <a:lnTo>
                    <a:pt x="622100" y="662950"/>
                  </a:lnTo>
                  <a:lnTo>
                    <a:pt x="622100" y="665395"/>
                  </a:lnTo>
                  <a:lnTo>
                    <a:pt x="622100" y="667985"/>
                  </a:lnTo>
                  <a:lnTo>
                    <a:pt x="622100" y="673163"/>
                  </a:lnTo>
                  <a:lnTo>
                    <a:pt x="619655" y="680930"/>
                  </a:lnTo>
                  <a:lnTo>
                    <a:pt x="622100" y="680930"/>
                  </a:lnTo>
                  <a:lnTo>
                    <a:pt x="622100" y="690999"/>
                  </a:lnTo>
                  <a:lnTo>
                    <a:pt x="622100" y="696033"/>
                  </a:lnTo>
                  <a:lnTo>
                    <a:pt x="622100" y="701355"/>
                  </a:lnTo>
                  <a:lnTo>
                    <a:pt x="622100" y="703800"/>
                  </a:lnTo>
                  <a:lnTo>
                    <a:pt x="619655" y="718903"/>
                  </a:lnTo>
                  <a:lnTo>
                    <a:pt x="622100" y="721636"/>
                  </a:lnTo>
                  <a:lnTo>
                    <a:pt x="622100" y="726671"/>
                  </a:lnTo>
                  <a:lnTo>
                    <a:pt x="622100" y="729116"/>
                  </a:lnTo>
                  <a:lnTo>
                    <a:pt x="622100" y="739329"/>
                  </a:lnTo>
                  <a:lnTo>
                    <a:pt x="622100" y="754863"/>
                  </a:lnTo>
                  <a:lnTo>
                    <a:pt x="619655" y="759753"/>
                  </a:lnTo>
                  <a:lnTo>
                    <a:pt x="622100" y="759753"/>
                  </a:lnTo>
                  <a:lnTo>
                    <a:pt x="622100" y="769966"/>
                  </a:lnTo>
                  <a:lnTo>
                    <a:pt x="622100" y="772555"/>
                  </a:lnTo>
                  <a:lnTo>
                    <a:pt x="622100" y="775288"/>
                  </a:lnTo>
                  <a:lnTo>
                    <a:pt x="622100" y="782624"/>
                  </a:lnTo>
                  <a:lnTo>
                    <a:pt x="619655" y="798158"/>
                  </a:lnTo>
                  <a:lnTo>
                    <a:pt x="622100" y="798158"/>
                  </a:lnTo>
                  <a:lnTo>
                    <a:pt x="619655" y="828796"/>
                  </a:lnTo>
                  <a:lnTo>
                    <a:pt x="619655" y="836275"/>
                  </a:lnTo>
                  <a:lnTo>
                    <a:pt x="622100" y="836275"/>
                  </a:lnTo>
                  <a:lnTo>
                    <a:pt x="622100" y="839008"/>
                  </a:lnTo>
                  <a:lnTo>
                    <a:pt x="622100" y="841454"/>
                  </a:lnTo>
                  <a:lnTo>
                    <a:pt x="622100" y="843899"/>
                  </a:lnTo>
                  <a:lnTo>
                    <a:pt x="622100" y="846344"/>
                  </a:lnTo>
                  <a:lnTo>
                    <a:pt x="622100" y="849077"/>
                  </a:lnTo>
                  <a:lnTo>
                    <a:pt x="622100" y="851666"/>
                  </a:lnTo>
                  <a:lnTo>
                    <a:pt x="622100" y="856701"/>
                  </a:lnTo>
                  <a:lnTo>
                    <a:pt x="619655" y="856701"/>
                  </a:lnTo>
                  <a:lnTo>
                    <a:pt x="619655" y="859434"/>
                  </a:lnTo>
                  <a:lnTo>
                    <a:pt x="619655" y="861879"/>
                  </a:lnTo>
                  <a:lnTo>
                    <a:pt x="619655" y="866769"/>
                  </a:lnTo>
                  <a:lnTo>
                    <a:pt x="619655" y="869646"/>
                  </a:lnTo>
                  <a:lnTo>
                    <a:pt x="619655" y="872091"/>
                  </a:lnTo>
                  <a:lnTo>
                    <a:pt x="619655" y="874536"/>
                  </a:lnTo>
                  <a:lnTo>
                    <a:pt x="622100" y="874536"/>
                  </a:lnTo>
                  <a:lnTo>
                    <a:pt x="622100" y="876982"/>
                  </a:lnTo>
                  <a:lnTo>
                    <a:pt x="622100" y="882304"/>
                  </a:lnTo>
                  <a:lnTo>
                    <a:pt x="622100" y="887194"/>
                  </a:lnTo>
                  <a:lnTo>
                    <a:pt x="622100" y="889927"/>
                  </a:lnTo>
                  <a:lnTo>
                    <a:pt x="619655" y="892516"/>
                  </a:lnTo>
                  <a:lnTo>
                    <a:pt x="619655" y="897407"/>
                  </a:lnTo>
                  <a:lnTo>
                    <a:pt x="619655" y="902729"/>
                  </a:lnTo>
                  <a:lnTo>
                    <a:pt x="619655" y="910352"/>
                  </a:lnTo>
                  <a:lnTo>
                    <a:pt x="619655" y="912941"/>
                  </a:lnTo>
                  <a:lnTo>
                    <a:pt x="622100" y="912941"/>
                  </a:lnTo>
                  <a:lnTo>
                    <a:pt x="622100" y="915386"/>
                  </a:lnTo>
                  <a:lnTo>
                    <a:pt x="619655" y="920565"/>
                  </a:lnTo>
                  <a:lnTo>
                    <a:pt x="619655" y="923154"/>
                  </a:lnTo>
                  <a:lnTo>
                    <a:pt x="619655" y="928044"/>
                  </a:lnTo>
                  <a:lnTo>
                    <a:pt x="619655" y="933366"/>
                  </a:lnTo>
                  <a:lnTo>
                    <a:pt x="619655" y="935812"/>
                  </a:lnTo>
                  <a:lnTo>
                    <a:pt x="619655" y="938257"/>
                  </a:lnTo>
                  <a:lnTo>
                    <a:pt x="619655" y="940702"/>
                  </a:lnTo>
                  <a:lnTo>
                    <a:pt x="619655" y="943435"/>
                  </a:lnTo>
                  <a:lnTo>
                    <a:pt x="619655" y="946024"/>
                  </a:lnTo>
                  <a:lnTo>
                    <a:pt x="619655" y="948469"/>
                  </a:lnTo>
                  <a:lnTo>
                    <a:pt x="619655" y="950914"/>
                  </a:lnTo>
                  <a:lnTo>
                    <a:pt x="622100" y="950914"/>
                  </a:lnTo>
                  <a:lnTo>
                    <a:pt x="622100" y="953791"/>
                  </a:lnTo>
                  <a:lnTo>
                    <a:pt x="619655" y="956236"/>
                  </a:lnTo>
                  <a:lnTo>
                    <a:pt x="619655" y="958682"/>
                  </a:lnTo>
                  <a:lnTo>
                    <a:pt x="619655" y="961127"/>
                  </a:lnTo>
                  <a:lnTo>
                    <a:pt x="619655" y="963860"/>
                  </a:lnTo>
                  <a:lnTo>
                    <a:pt x="619655" y="966449"/>
                  </a:lnTo>
                  <a:lnTo>
                    <a:pt x="619655" y="974073"/>
                  </a:lnTo>
                  <a:lnTo>
                    <a:pt x="619655" y="976662"/>
                  </a:lnTo>
                  <a:lnTo>
                    <a:pt x="619655" y="979107"/>
                  </a:lnTo>
                  <a:lnTo>
                    <a:pt x="619655" y="981552"/>
                  </a:lnTo>
                  <a:lnTo>
                    <a:pt x="619655" y="984285"/>
                  </a:lnTo>
                  <a:lnTo>
                    <a:pt x="619655" y="986874"/>
                  </a:lnTo>
                  <a:lnTo>
                    <a:pt x="619655" y="991764"/>
                  </a:lnTo>
                  <a:lnTo>
                    <a:pt x="619655" y="994497"/>
                  </a:lnTo>
                  <a:lnTo>
                    <a:pt x="619655" y="997086"/>
                  </a:lnTo>
                  <a:lnTo>
                    <a:pt x="619655" y="999532"/>
                  </a:lnTo>
                  <a:lnTo>
                    <a:pt x="617210" y="1001977"/>
                  </a:lnTo>
                  <a:lnTo>
                    <a:pt x="617210" y="1004710"/>
                  </a:lnTo>
                  <a:lnTo>
                    <a:pt x="617210" y="1007299"/>
                  </a:lnTo>
                  <a:lnTo>
                    <a:pt x="617210" y="1009744"/>
                  </a:lnTo>
                  <a:lnTo>
                    <a:pt x="617210" y="1012190"/>
                  </a:lnTo>
                  <a:lnTo>
                    <a:pt x="617210" y="1014635"/>
                  </a:lnTo>
                  <a:lnTo>
                    <a:pt x="617210" y="1017368"/>
                  </a:lnTo>
                  <a:lnTo>
                    <a:pt x="617210" y="1022402"/>
                  </a:lnTo>
                  <a:lnTo>
                    <a:pt x="617210" y="1024991"/>
                  </a:lnTo>
                  <a:lnTo>
                    <a:pt x="619655" y="1024991"/>
                  </a:lnTo>
                  <a:lnTo>
                    <a:pt x="619655" y="1027724"/>
                  </a:lnTo>
                  <a:lnTo>
                    <a:pt x="619655" y="1030169"/>
                  </a:lnTo>
                  <a:lnTo>
                    <a:pt x="619655" y="1032614"/>
                  </a:lnTo>
                  <a:lnTo>
                    <a:pt x="617210" y="1035060"/>
                  </a:lnTo>
                  <a:lnTo>
                    <a:pt x="617210" y="1037793"/>
                  </a:lnTo>
                  <a:lnTo>
                    <a:pt x="617210" y="1040382"/>
                  </a:lnTo>
                  <a:lnTo>
                    <a:pt x="617210" y="1045272"/>
                  </a:lnTo>
                  <a:lnTo>
                    <a:pt x="617210" y="1048005"/>
                  </a:lnTo>
                  <a:lnTo>
                    <a:pt x="617210" y="1050594"/>
                  </a:lnTo>
                  <a:lnTo>
                    <a:pt x="617210" y="1053040"/>
                  </a:lnTo>
                  <a:lnTo>
                    <a:pt x="617210" y="1055485"/>
                  </a:lnTo>
                  <a:lnTo>
                    <a:pt x="617210" y="1058218"/>
                  </a:lnTo>
                  <a:lnTo>
                    <a:pt x="617210" y="1063252"/>
                  </a:lnTo>
                  <a:lnTo>
                    <a:pt x="619655" y="1063252"/>
                  </a:lnTo>
                  <a:lnTo>
                    <a:pt x="619655" y="1065697"/>
                  </a:lnTo>
                  <a:lnTo>
                    <a:pt x="619655" y="1068430"/>
                  </a:lnTo>
                  <a:lnTo>
                    <a:pt x="617210" y="1071019"/>
                  </a:lnTo>
                  <a:lnTo>
                    <a:pt x="617210" y="1073465"/>
                  </a:lnTo>
                  <a:lnTo>
                    <a:pt x="617210" y="1075910"/>
                  </a:lnTo>
                  <a:lnTo>
                    <a:pt x="617210" y="1078643"/>
                  </a:lnTo>
                  <a:lnTo>
                    <a:pt x="617210" y="1081232"/>
                  </a:lnTo>
                  <a:lnTo>
                    <a:pt x="617210" y="1083677"/>
                  </a:lnTo>
                  <a:lnTo>
                    <a:pt x="617210" y="1086122"/>
                  </a:lnTo>
                  <a:lnTo>
                    <a:pt x="617210" y="1088855"/>
                  </a:lnTo>
                  <a:lnTo>
                    <a:pt x="617210" y="1093890"/>
                  </a:lnTo>
                  <a:lnTo>
                    <a:pt x="617210" y="1096335"/>
                  </a:lnTo>
                  <a:lnTo>
                    <a:pt x="617210" y="1098924"/>
                  </a:lnTo>
                  <a:lnTo>
                    <a:pt x="617210" y="1101657"/>
                  </a:lnTo>
                  <a:lnTo>
                    <a:pt x="617210" y="1104102"/>
                  </a:lnTo>
                  <a:lnTo>
                    <a:pt x="619655" y="1104102"/>
                  </a:lnTo>
                  <a:lnTo>
                    <a:pt x="617210" y="1106547"/>
                  </a:lnTo>
                  <a:lnTo>
                    <a:pt x="617210" y="1108993"/>
                  </a:lnTo>
                  <a:lnTo>
                    <a:pt x="617210" y="1114315"/>
                  </a:lnTo>
                  <a:lnTo>
                    <a:pt x="617210" y="1116760"/>
                  </a:lnTo>
                  <a:lnTo>
                    <a:pt x="617210" y="1119205"/>
                  </a:lnTo>
                  <a:lnTo>
                    <a:pt x="617210" y="1122082"/>
                  </a:lnTo>
                  <a:lnTo>
                    <a:pt x="617210" y="1124527"/>
                  </a:lnTo>
                  <a:lnTo>
                    <a:pt x="617210" y="1129418"/>
                  </a:lnTo>
                  <a:lnTo>
                    <a:pt x="617210" y="1132151"/>
                  </a:lnTo>
                  <a:lnTo>
                    <a:pt x="617210" y="1137185"/>
                  </a:lnTo>
                  <a:lnTo>
                    <a:pt x="617210" y="1139630"/>
                  </a:lnTo>
                  <a:lnTo>
                    <a:pt x="617210" y="1142363"/>
                  </a:lnTo>
                  <a:lnTo>
                    <a:pt x="617210" y="1144952"/>
                  </a:lnTo>
                  <a:lnTo>
                    <a:pt x="617210" y="1147397"/>
                  </a:lnTo>
                  <a:lnTo>
                    <a:pt x="617210" y="1149843"/>
                  </a:lnTo>
                  <a:lnTo>
                    <a:pt x="617210" y="1152576"/>
                  </a:lnTo>
                  <a:lnTo>
                    <a:pt x="617210" y="1155165"/>
                  </a:lnTo>
                  <a:lnTo>
                    <a:pt x="617210" y="1157610"/>
                  </a:lnTo>
                  <a:lnTo>
                    <a:pt x="617210" y="1160055"/>
                  </a:lnTo>
                  <a:lnTo>
                    <a:pt x="617210" y="1162788"/>
                  </a:lnTo>
                  <a:lnTo>
                    <a:pt x="617210" y="1165377"/>
                  </a:lnTo>
                  <a:lnTo>
                    <a:pt x="617210" y="1167823"/>
                  </a:lnTo>
                  <a:lnTo>
                    <a:pt x="617210" y="1170268"/>
                  </a:lnTo>
                  <a:lnTo>
                    <a:pt x="617210" y="1173001"/>
                  </a:lnTo>
                  <a:lnTo>
                    <a:pt x="617210" y="1175590"/>
                  </a:lnTo>
                  <a:lnTo>
                    <a:pt x="614765" y="1178035"/>
                  </a:lnTo>
                  <a:lnTo>
                    <a:pt x="614765" y="1180480"/>
                  </a:lnTo>
                  <a:lnTo>
                    <a:pt x="617210" y="1180480"/>
                  </a:lnTo>
                  <a:lnTo>
                    <a:pt x="617210" y="1185802"/>
                  </a:lnTo>
                  <a:lnTo>
                    <a:pt x="617210" y="1190693"/>
                  </a:lnTo>
                  <a:lnTo>
                    <a:pt x="617210" y="1196015"/>
                  </a:lnTo>
                  <a:lnTo>
                    <a:pt x="617210" y="1198460"/>
                  </a:lnTo>
                  <a:lnTo>
                    <a:pt x="617210" y="1206084"/>
                  </a:lnTo>
                  <a:lnTo>
                    <a:pt x="617210" y="1211118"/>
                  </a:lnTo>
                  <a:lnTo>
                    <a:pt x="614765" y="1213563"/>
                  </a:lnTo>
                  <a:lnTo>
                    <a:pt x="614765" y="1218885"/>
                  </a:lnTo>
                  <a:lnTo>
                    <a:pt x="617210" y="1218885"/>
                  </a:lnTo>
                  <a:lnTo>
                    <a:pt x="617210" y="1221331"/>
                  </a:lnTo>
                  <a:lnTo>
                    <a:pt x="617210" y="1226508"/>
                  </a:lnTo>
                  <a:lnTo>
                    <a:pt x="617210" y="1233988"/>
                  </a:lnTo>
                  <a:lnTo>
                    <a:pt x="617210" y="1236721"/>
                  </a:lnTo>
                  <a:lnTo>
                    <a:pt x="617210" y="1239310"/>
                  </a:lnTo>
                  <a:lnTo>
                    <a:pt x="614765" y="1241755"/>
                  </a:lnTo>
                  <a:lnTo>
                    <a:pt x="614765" y="1246934"/>
                  </a:lnTo>
                  <a:lnTo>
                    <a:pt x="614765" y="1249523"/>
                  </a:lnTo>
                  <a:lnTo>
                    <a:pt x="614765" y="1257146"/>
                  </a:lnTo>
                  <a:lnTo>
                    <a:pt x="617210" y="1257146"/>
                  </a:lnTo>
                  <a:lnTo>
                    <a:pt x="617210" y="1264626"/>
                  </a:lnTo>
                  <a:lnTo>
                    <a:pt x="617210" y="1267358"/>
                  </a:lnTo>
                  <a:lnTo>
                    <a:pt x="617210" y="1272393"/>
                  </a:lnTo>
                  <a:lnTo>
                    <a:pt x="614765" y="1274838"/>
                  </a:lnTo>
                  <a:lnTo>
                    <a:pt x="614765" y="1277427"/>
                  </a:lnTo>
                  <a:lnTo>
                    <a:pt x="614765" y="1277427"/>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70" name="Freeform: Shape 6">
              <a:extLst>
                <a:ext uri="{FF2B5EF4-FFF2-40B4-BE49-F238E27FC236}">
                  <a16:creationId xmlns:a16="http://schemas.microsoft.com/office/drawing/2014/main" id="{C7E0EF04-F786-67E8-CE1B-0DC446C920A9}"/>
                </a:ext>
              </a:extLst>
            </p:cNvPr>
            <p:cNvSpPr/>
            <p:nvPr/>
          </p:nvSpPr>
          <p:spPr>
            <a:xfrm>
              <a:off x="4996832" y="2354703"/>
              <a:ext cx="1336953" cy="2130735"/>
            </a:xfrm>
            <a:custGeom>
              <a:avLst/>
              <a:gdLst>
                <a:gd name="connsiteX0" fmla="*/ 79111 w 884748"/>
                <a:gd name="connsiteY0" fmla="*/ 1063252 h 1410045"/>
                <a:gd name="connsiteX1" fmla="*/ 79111 w 884748"/>
                <a:gd name="connsiteY1" fmla="*/ 1060807 h 1410045"/>
                <a:gd name="connsiteX2" fmla="*/ 79111 w 884748"/>
                <a:gd name="connsiteY2" fmla="*/ 1058074 h 1410045"/>
                <a:gd name="connsiteX3" fmla="*/ 79111 w 884748"/>
                <a:gd name="connsiteY3" fmla="*/ 1055485 h 1410045"/>
                <a:gd name="connsiteX4" fmla="*/ 76666 w 884748"/>
                <a:gd name="connsiteY4" fmla="*/ 1055485 h 1410045"/>
                <a:gd name="connsiteX5" fmla="*/ 76666 w 884748"/>
                <a:gd name="connsiteY5" fmla="*/ 1053040 h 1410045"/>
                <a:gd name="connsiteX6" fmla="*/ 76666 w 884748"/>
                <a:gd name="connsiteY6" fmla="*/ 1050594 h 1410045"/>
                <a:gd name="connsiteX7" fmla="*/ 76666 w 884748"/>
                <a:gd name="connsiteY7" fmla="*/ 1047861 h 1410045"/>
                <a:gd name="connsiteX8" fmla="*/ 79111 w 884748"/>
                <a:gd name="connsiteY8" fmla="*/ 1047861 h 1410045"/>
                <a:gd name="connsiteX9" fmla="*/ 79111 w 884748"/>
                <a:gd name="connsiteY9" fmla="*/ 1045272 h 1410045"/>
                <a:gd name="connsiteX10" fmla="*/ 81556 w 884748"/>
                <a:gd name="connsiteY10" fmla="*/ 1045272 h 1410045"/>
                <a:gd name="connsiteX11" fmla="*/ 81556 w 884748"/>
                <a:gd name="connsiteY11" fmla="*/ 1042827 h 1410045"/>
                <a:gd name="connsiteX12" fmla="*/ 84002 w 884748"/>
                <a:gd name="connsiteY12" fmla="*/ 1042827 h 1410045"/>
                <a:gd name="connsiteX13" fmla="*/ 84002 w 884748"/>
                <a:gd name="connsiteY13" fmla="*/ 1040382 h 1410045"/>
                <a:gd name="connsiteX14" fmla="*/ 86878 w 884748"/>
                <a:gd name="connsiteY14" fmla="*/ 1040382 h 1410045"/>
                <a:gd name="connsiteX15" fmla="*/ 86878 w 884748"/>
                <a:gd name="connsiteY15" fmla="*/ 1037649 h 1410045"/>
                <a:gd name="connsiteX16" fmla="*/ 89324 w 884748"/>
                <a:gd name="connsiteY16" fmla="*/ 1037649 h 1410045"/>
                <a:gd name="connsiteX17" fmla="*/ 89324 w 884748"/>
                <a:gd name="connsiteY17" fmla="*/ 1035060 h 1410045"/>
                <a:gd name="connsiteX18" fmla="*/ 91769 w 884748"/>
                <a:gd name="connsiteY18" fmla="*/ 1035060 h 1410045"/>
                <a:gd name="connsiteX19" fmla="*/ 91769 w 884748"/>
                <a:gd name="connsiteY19" fmla="*/ 1032614 h 1410045"/>
                <a:gd name="connsiteX20" fmla="*/ 94214 w 884748"/>
                <a:gd name="connsiteY20" fmla="*/ 1032614 h 1410045"/>
                <a:gd name="connsiteX21" fmla="*/ 94214 w 884748"/>
                <a:gd name="connsiteY21" fmla="*/ 1030169 h 1410045"/>
                <a:gd name="connsiteX22" fmla="*/ 96803 w 884748"/>
                <a:gd name="connsiteY22" fmla="*/ 1027724 h 1410045"/>
                <a:gd name="connsiteX23" fmla="*/ 96803 w 884748"/>
                <a:gd name="connsiteY23" fmla="*/ 1024991 h 1410045"/>
                <a:gd name="connsiteX24" fmla="*/ 94214 w 884748"/>
                <a:gd name="connsiteY24" fmla="*/ 1024991 h 1410045"/>
                <a:gd name="connsiteX25" fmla="*/ 91769 w 884748"/>
                <a:gd name="connsiteY25" fmla="*/ 1022402 h 1410045"/>
                <a:gd name="connsiteX26" fmla="*/ 89324 w 884748"/>
                <a:gd name="connsiteY26" fmla="*/ 1022402 h 1410045"/>
                <a:gd name="connsiteX27" fmla="*/ 86878 w 884748"/>
                <a:gd name="connsiteY27" fmla="*/ 1022402 h 1410045"/>
                <a:gd name="connsiteX28" fmla="*/ 86878 w 884748"/>
                <a:gd name="connsiteY28" fmla="*/ 1019957 h 1410045"/>
                <a:gd name="connsiteX29" fmla="*/ 84002 w 884748"/>
                <a:gd name="connsiteY29" fmla="*/ 1019957 h 1410045"/>
                <a:gd name="connsiteX30" fmla="*/ 81556 w 884748"/>
                <a:gd name="connsiteY30" fmla="*/ 1019957 h 1410045"/>
                <a:gd name="connsiteX31" fmla="*/ 81556 w 884748"/>
                <a:gd name="connsiteY31" fmla="*/ 1017512 h 1410045"/>
                <a:gd name="connsiteX32" fmla="*/ 79111 w 884748"/>
                <a:gd name="connsiteY32" fmla="*/ 1017512 h 1410045"/>
                <a:gd name="connsiteX33" fmla="*/ 76666 w 884748"/>
                <a:gd name="connsiteY33" fmla="*/ 1017512 h 1410045"/>
                <a:gd name="connsiteX34" fmla="*/ 76666 w 884748"/>
                <a:gd name="connsiteY34" fmla="*/ 1014779 h 1410045"/>
                <a:gd name="connsiteX35" fmla="*/ 73789 w 884748"/>
                <a:gd name="connsiteY35" fmla="*/ 1014779 h 1410045"/>
                <a:gd name="connsiteX36" fmla="*/ 71344 w 884748"/>
                <a:gd name="connsiteY36" fmla="*/ 1014779 h 1410045"/>
                <a:gd name="connsiteX37" fmla="*/ 71344 w 884748"/>
                <a:gd name="connsiteY37" fmla="*/ 1012189 h 1410045"/>
                <a:gd name="connsiteX38" fmla="*/ 68899 w 884748"/>
                <a:gd name="connsiteY38" fmla="*/ 1012189 h 1410045"/>
                <a:gd name="connsiteX39" fmla="*/ 66453 w 884748"/>
                <a:gd name="connsiteY39" fmla="*/ 1012189 h 1410045"/>
                <a:gd name="connsiteX40" fmla="*/ 66453 w 884748"/>
                <a:gd name="connsiteY40" fmla="*/ 1009744 h 1410045"/>
                <a:gd name="connsiteX41" fmla="*/ 63720 w 884748"/>
                <a:gd name="connsiteY41" fmla="*/ 1009744 h 1410045"/>
                <a:gd name="connsiteX42" fmla="*/ 63720 w 884748"/>
                <a:gd name="connsiteY42" fmla="*/ 1012189 h 1410045"/>
                <a:gd name="connsiteX43" fmla="*/ 61131 w 884748"/>
                <a:gd name="connsiteY43" fmla="*/ 1012189 h 1410045"/>
                <a:gd name="connsiteX44" fmla="*/ 58686 w 884748"/>
                <a:gd name="connsiteY44" fmla="*/ 1012189 h 1410045"/>
                <a:gd name="connsiteX45" fmla="*/ 56241 w 884748"/>
                <a:gd name="connsiteY45" fmla="*/ 1012189 h 1410045"/>
                <a:gd name="connsiteX46" fmla="*/ 56241 w 884748"/>
                <a:gd name="connsiteY46" fmla="*/ 1014779 h 1410045"/>
                <a:gd name="connsiteX47" fmla="*/ 53508 w 884748"/>
                <a:gd name="connsiteY47" fmla="*/ 1014779 h 1410045"/>
                <a:gd name="connsiteX48" fmla="*/ 50919 w 884748"/>
                <a:gd name="connsiteY48" fmla="*/ 1014779 h 1410045"/>
                <a:gd name="connsiteX49" fmla="*/ 48473 w 884748"/>
                <a:gd name="connsiteY49" fmla="*/ 1014779 h 1410045"/>
                <a:gd name="connsiteX50" fmla="*/ 48473 w 884748"/>
                <a:gd name="connsiteY50" fmla="*/ 1017512 h 1410045"/>
                <a:gd name="connsiteX51" fmla="*/ 46028 w 884748"/>
                <a:gd name="connsiteY51" fmla="*/ 1017512 h 1410045"/>
                <a:gd name="connsiteX52" fmla="*/ 43295 w 884748"/>
                <a:gd name="connsiteY52" fmla="*/ 1017512 h 1410045"/>
                <a:gd name="connsiteX53" fmla="*/ 40706 w 884748"/>
                <a:gd name="connsiteY53" fmla="*/ 1017512 h 1410045"/>
                <a:gd name="connsiteX54" fmla="*/ 40706 w 884748"/>
                <a:gd name="connsiteY54" fmla="*/ 1014779 h 1410045"/>
                <a:gd name="connsiteX55" fmla="*/ 38261 w 884748"/>
                <a:gd name="connsiteY55" fmla="*/ 1014779 h 1410045"/>
                <a:gd name="connsiteX56" fmla="*/ 38261 w 884748"/>
                <a:gd name="connsiteY56" fmla="*/ 1012189 h 1410045"/>
                <a:gd name="connsiteX57" fmla="*/ 35816 w 884748"/>
                <a:gd name="connsiteY57" fmla="*/ 1009744 h 1410045"/>
                <a:gd name="connsiteX58" fmla="*/ 35816 w 884748"/>
                <a:gd name="connsiteY58" fmla="*/ 1007299 h 1410045"/>
                <a:gd name="connsiteX59" fmla="*/ 33083 w 884748"/>
                <a:gd name="connsiteY59" fmla="*/ 1007299 h 1410045"/>
                <a:gd name="connsiteX60" fmla="*/ 33083 w 884748"/>
                <a:gd name="connsiteY60" fmla="*/ 1004422 h 1410045"/>
                <a:gd name="connsiteX61" fmla="*/ 33083 w 884748"/>
                <a:gd name="connsiteY61" fmla="*/ 1001977 h 1410045"/>
                <a:gd name="connsiteX62" fmla="*/ 30494 w 884748"/>
                <a:gd name="connsiteY62" fmla="*/ 1001977 h 1410045"/>
                <a:gd name="connsiteX63" fmla="*/ 30494 w 884748"/>
                <a:gd name="connsiteY63" fmla="*/ 999532 h 1410045"/>
                <a:gd name="connsiteX64" fmla="*/ 28048 w 884748"/>
                <a:gd name="connsiteY64" fmla="*/ 999532 h 1410045"/>
                <a:gd name="connsiteX65" fmla="*/ 28048 w 884748"/>
                <a:gd name="connsiteY65" fmla="*/ 997087 h 1410045"/>
                <a:gd name="connsiteX66" fmla="*/ 28048 w 884748"/>
                <a:gd name="connsiteY66" fmla="*/ 994354 h 1410045"/>
                <a:gd name="connsiteX67" fmla="*/ 25603 w 884748"/>
                <a:gd name="connsiteY67" fmla="*/ 994354 h 1410045"/>
                <a:gd name="connsiteX68" fmla="*/ 25603 w 884748"/>
                <a:gd name="connsiteY68" fmla="*/ 991764 h 1410045"/>
                <a:gd name="connsiteX69" fmla="*/ 22870 w 884748"/>
                <a:gd name="connsiteY69" fmla="*/ 994354 h 1410045"/>
                <a:gd name="connsiteX70" fmla="*/ 20281 w 884748"/>
                <a:gd name="connsiteY70" fmla="*/ 994354 h 1410045"/>
                <a:gd name="connsiteX71" fmla="*/ 20281 w 884748"/>
                <a:gd name="connsiteY71" fmla="*/ 997087 h 1410045"/>
                <a:gd name="connsiteX72" fmla="*/ 17836 w 884748"/>
                <a:gd name="connsiteY72" fmla="*/ 997087 h 1410045"/>
                <a:gd name="connsiteX73" fmla="*/ 17836 w 884748"/>
                <a:gd name="connsiteY73" fmla="*/ 999532 h 1410045"/>
                <a:gd name="connsiteX74" fmla="*/ 15391 w 884748"/>
                <a:gd name="connsiteY74" fmla="*/ 997087 h 1410045"/>
                <a:gd name="connsiteX75" fmla="*/ 12802 w 884748"/>
                <a:gd name="connsiteY75" fmla="*/ 997087 h 1410045"/>
                <a:gd name="connsiteX76" fmla="*/ 12802 w 884748"/>
                <a:gd name="connsiteY76" fmla="*/ 994354 h 1410045"/>
                <a:gd name="connsiteX77" fmla="*/ 10069 w 884748"/>
                <a:gd name="connsiteY77" fmla="*/ 991764 h 1410045"/>
                <a:gd name="connsiteX78" fmla="*/ 7623 w 884748"/>
                <a:gd name="connsiteY78" fmla="*/ 989319 h 1410045"/>
                <a:gd name="connsiteX79" fmla="*/ 7623 w 884748"/>
                <a:gd name="connsiteY79" fmla="*/ 986874 h 1410045"/>
                <a:gd name="connsiteX80" fmla="*/ 5178 w 884748"/>
                <a:gd name="connsiteY80" fmla="*/ 986874 h 1410045"/>
                <a:gd name="connsiteX81" fmla="*/ 5178 w 884748"/>
                <a:gd name="connsiteY81" fmla="*/ 984141 h 1410045"/>
                <a:gd name="connsiteX82" fmla="*/ 2733 w 884748"/>
                <a:gd name="connsiteY82" fmla="*/ 984141 h 1410045"/>
                <a:gd name="connsiteX83" fmla="*/ 2733 w 884748"/>
                <a:gd name="connsiteY83" fmla="*/ 981552 h 1410045"/>
                <a:gd name="connsiteX84" fmla="*/ 0 w 884748"/>
                <a:gd name="connsiteY84" fmla="*/ 981552 h 1410045"/>
                <a:gd name="connsiteX85" fmla="*/ 0 w 884748"/>
                <a:gd name="connsiteY85" fmla="*/ 979107 h 1410045"/>
                <a:gd name="connsiteX86" fmla="*/ 0 w 884748"/>
                <a:gd name="connsiteY86" fmla="*/ 976661 h 1410045"/>
                <a:gd name="connsiteX87" fmla="*/ 0 w 884748"/>
                <a:gd name="connsiteY87" fmla="*/ 973929 h 1410045"/>
                <a:gd name="connsiteX88" fmla="*/ 2733 w 884748"/>
                <a:gd name="connsiteY88" fmla="*/ 973929 h 1410045"/>
                <a:gd name="connsiteX89" fmla="*/ 2733 w 884748"/>
                <a:gd name="connsiteY89" fmla="*/ 971339 h 1410045"/>
                <a:gd name="connsiteX90" fmla="*/ 2733 w 884748"/>
                <a:gd name="connsiteY90" fmla="*/ 968894 h 1410045"/>
                <a:gd name="connsiteX91" fmla="*/ 5178 w 884748"/>
                <a:gd name="connsiteY91" fmla="*/ 968894 h 1410045"/>
                <a:gd name="connsiteX92" fmla="*/ 5178 w 884748"/>
                <a:gd name="connsiteY92" fmla="*/ 966449 h 1410045"/>
                <a:gd name="connsiteX93" fmla="*/ 7623 w 884748"/>
                <a:gd name="connsiteY93" fmla="*/ 963716 h 1410045"/>
                <a:gd name="connsiteX94" fmla="*/ 7623 w 884748"/>
                <a:gd name="connsiteY94" fmla="*/ 961127 h 1410045"/>
                <a:gd name="connsiteX95" fmla="*/ 10069 w 884748"/>
                <a:gd name="connsiteY95" fmla="*/ 961127 h 1410045"/>
                <a:gd name="connsiteX96" fmla="*/ 10069 w 884748"/>
                <a:gd name="connsiteY96" fmla="*/ 958682 h 1410045"/>
                <a:gd name="connsiteX97" fmla="*/ 10069 w 884748"/>
                <a:gd name="connsiteY97" fmla="*/ 956236 h 1410045"/>
                <a:gd name="connsiteX98" fmla="*/ 12802 w 884748"/>
                <a:gd name="connsiteY98" fmla="*/ 956236 h 1410045"/>
                <a:gd name="connsiteX99" fmla="*/ 12802 w 884748"/>
                <a:gd name="connsiteY99" fmla="*/ 953503 h 1410045"/>
                <a:gd name="connsiteX100" fmla="*/ 12802 w 884748"/>
                <a:gd name="connsiteY100" fmla="*/ 950914 h 1410045"/>
                <a:gd name="connsiteX101" fmla="*/ 15391 w 884748"/>
                <a:gd name="connsiteY101" fmla="*/ 950914 h 1410045"/>
                <a:gd name="connsiteX102" fmla="*/ 15391 w 884748"/>
                <a:gd name="connsiteY102" fmla="*/ 948469 h 1410045"/>
                <a:gd name="connsiteX103" fmla="*/ 15391 w 884748"/>
                <a:gd name="connsiteY103" fmla="*/ 946024 h 1410045"/>
                <a:gd name="connsiteX104" fmla="*/ 17836 w 884748"/>
                <a:gd name="connsiteY104" fmla="*/ 946024 h 1410045"/>
                <a:gd name="connsiteX105" fmla="*/ 17836 w 884748"/>
                <a:gd name="connsiteY105" fmla="*/ 943291 h 1410045"/>
                <a:gd name="connsiteX106" fmla="*/ 20281 w 884748"/>
                <a:gd name="connsiteY106" fmla="*/ 943291 h 1410045"/>
                <a:gd name="connsiteX107" fmla="*/ 20281 w 884748"/>
                <a:gd name="connsiteY107" fmla="*/ 940702 h 1410045"/>
                <a:gd name="connsiteX108" fmla="*/ 20281 w 884748"/>
                <a:gd name="connsiteY108" fmla="*/ 938257 h 1410045"/>
                <a:gd name="connsiteX109" fmla="*/ 22870 w 884748"/>
                <a:gd name="connsiteY109" fmla="*/ 938257 h 1410045"/>
                <a:gd name="connsiteX110" fmla="*/ 22870 w 884748"/>
                <a:gd name="connsiteY110" fmla="*/ 935811 h 1410045"/>
                <a:gd name="connsiteX111" fmla="*/ 22870 w 884748"/>
                <a:gd name="connsiteY111" fmla="*/ 933366 h 1410045"/>
                <a:gd name="connsiteX112" fmla="*/ 25603 w 884748"/>
                <a:gd name="connsiteY112" fmla="*/ 933366 h 1410045"/>
                <a:gd name="connsiteX113" fmla="*/ 25603 w 884748"/>
                <a:gd name="connsiteY113" fmla="*/ 930633 h 1410045"/>
                <a:gd name="connsiteX114" fmla="*/ 25603 w 884748"/>
                <a:gd name="connsiteY114" fmla="*/ 928044 h 1410045"/>
                <a:gd name="connsiteX115" fmla="*/ 28048 w 884748"/>
                <a:gd name="connsiteY115" fmla="*/ 928044 h 1410045"/>
                <a:gd name="connsiteX116" fmla="*/ 28048 w 884748"/>
                <a:gd name="connsiteY116" fmla="*/ 925599 h 1410045"/>
                <a:gd name="connsiteX117" fmla="*/ 30494 w 884748"/>
                <a:gd name="connsiteY117" fmla="*/ 923154 h 1410045"/>
                <a:gd name="connsiteX118" fmla="*/ 30494 w 884748"/>
                <a:gd name="connsiteY118" fmla="*/ 920421 h 1410045"/>
                <a:gd name="connsiteX119" fmla="*/ 33083 w 884748"/>
                <a:gd name="connsiteY119" fmla="*/ 920421 h 1410045"/>
                <a:gd name="connsiteX120" fmla="*/ 33083 w 884748"/>
                <a:gd name="connsiteY120" fmla="*/ 917832 h 1410045"/>
                <a:gd name="connsiteX121" fmla="*/ 33083 w 884748"/>
                <a:gd name="connsiteY121" fmla="*/ 915386 h 1410045"/>
                <a:gd name="connsiteX122" fmla="*/ 35816 w 884748"/>
                <a:gd name="connsiteY122" fmla="*/ 915386 h 1410045"/>
                <a:gd name="connsiteX123" fmla="*/ 35816 w 884748"/>
                <a:gd name="connsiteY123" fmla="*/ 912941 h 1410045"/>
                <a:gd name="connsiteX124" fmla="*/ 35816 w 884748"/>
                <a:gd name="connsiteY124" fmla="*/ 910208 h 1410045"/>
                <a:gd name="connsiteX125" fmla="*/ 38261 w 884748"/>
                <a:gd name="connsiteY125" fmla="*/ 910208 h 1410045"/>
                <a:gd name="connsiteX126" fmla="*/ 38261 w 884748"/>
                <a:gd name="connsiteY126" fmla="*/ 907619 h 1410045"/>
                <a:gd name="connsiteX127" fmla="*/ 40706 w 884748"/>
                <a:gd name="connsiteY127" fmla="*/ 905174 h 1410045"/>
                <a:gd name="connsiteX128" fmla="*/ 40706 w 884748"/>
                <a:gd name="connsiteY128" fmla="*/ 902729 h 1410045"/>
                <a:gd name="connsiteX129" fmla="*/ 43295 w 884748"/>
                <a:gd name="connsiteY129" fmla="*/ 902729 h 1410045"/>
                <a:gd name="connsiteX130" fmla="*/ 43295 w 884748"/>
                <a:gd name="connsiteY130" fmla="*/ 899996 h 1410045"/>
                <a:gd name="connsiteX131" fmla="*/ 43295 w 884748"/>
                <a:gd name="connsiteY131" fmla="*/ 897407 h 1410045"/>
                <a:gd name="connsiteX132" fmla="*/ 46028 w 884748"/>
                <a:gd name="connsiteY132" fmla="*/ 897407 h 1410045"/>
                <a:gd name="connsiteX133" fmla="*/ 46028 w 884748"/>
                <a:gd name="connsiteY133" fmla="*/ 894961 h 1410045"/>
                <a:gd name="connsiteX134" fmla="*/ 46028 w 884748"/>
                <a:gd name="connsiteY134" fmla="*/ 892516 h 1410045"/>
                <a:gd name="connsiteX135" fmla="*/ 48473 w 884748"/>
                <a:gd name="connsiteY135" fmla="*/ 892516 h 1410045"/>
                <a:gd name="connsiteX136" fmla="*/ 48473 w 884748"/>
                <a:gd name="connsiteY136" fmla="*/ 889783 h 1410045"/>
                <a:gd name="connsiteX137" fmla="*/ 50919 w 884748"/>
                <a:gd name="connsiteY137" fmla="*/ 887194 h 1410045"/>
                <a:gd name="connsiteX138" fmla="*/ 50919 w 884748"/>
                <a:gd name="connsiteY138" fmla="*/ 884749 h 1410045"/>
                <a:gd name="connsiteX139" fmla="*/ 53508 w 884748"/>
                <a:gd name="connsiteY139" fmla="*/ 882304 h 1410045"/>
                <a:gd name="connsiteX140" fmla="*/ 53508 w 884748"/>
                <a:gd name="connsiteY140" fmla="*/ 879571 h 1410045"/>
                <a:gd name="connsiteX141" fmla="*/ 56241 w 884748"/>
                <a:gd name="connsiteY141" fmla="*/ 876982 h 1410045"/>
                <a:gd name="connsiteX142" fmla="*/ 56241 w 884748"/>
                <a:gd name="connsiteY142" fmla="*/ 874536 h 1410045"/>
                <a:gd name="connsiteX143" fmla="*/ 58686 w 884748"/>
                <a:gd name="connsiteY143" fmla="*/ 874536 h 1410045"/>
                <a:gd name="connsiteX144" fmla="*/ 58686 w 884748"/>
                <a:gd name="connsiteY144" fmla="*/ 872091 h 1410045"/>
                <a:gd name="connsiteX145" fmla="*/ 61131 w 884748"/>
                <a:gd name="connsiteY145" fmla="*/ 869358 h 1410045"/>
                <a:gd name="connsiteX146" fmla="*/ 61131 w 884748"/>
                <a:gd name="connsiteY146" fmla="*/ 866769 h 1410045"/>
                <a:gd name="connsiteX147" fmla="*/ 63720 w 884748"/>
                <a:gd name="connsiteY147" fmla="*/ 864324 h 1410045"/>
                <a:gd name="connsiteX148" fmla="*/ 63720 w 884748"/>
                <a:gd name="connsiteY148" fmla="*/ 861879 h 1410045"/>
                <a:gd name="connsiteX149" fmla="*/ 66453 w 884748"/>
                <a:gd name="connsiteY149" fmla="*/ 861879 h 1410045"/>
                <a:gd name="connsiteX150" fmla="*/ 66453 w 884748"/>
                <a:gd name="connsiteY150" fmla="*/ 859146 h 1410045"/>
                <a:gd name="connsiteX151" fmla="*/ 68899 w 884748"/>
                <a:gd name="connsiteY151" fmla="*/ 856557 h 1410045"/>
                <a:gd name="connsiteX152" fmla="*/ 68899 w 884748"/>
                <a:gd name="connsiteY152" fmla="*/ 854111 h 1410045"/>
                <a:gd name="connsiteX153" fmla="*/ 71344 w 884748"/>
                <a:gd name="connsiteY153" fmla="*/ 851666 h 1410045"/>
                <a:gd name="connsiteX154" fmla="*/ 71344 w 884748"/>
                <a:gd name="connsiteY154" fmla="*/ 849221 h 1410045"/>
                <a:gd name="connsiteX155" fmla="*/ 73789 w 884748"/>
                <a:gd name="connsiteY155" fmla="*/ 849221 h 1410045"/>
                <a:gd name="connsiteX156" fmla="*/ 73789 w 884748"/>
                <a:gd name="connsiteY156" fmla="*/ 846488 h 1410045"/>
                <a:gd name="connsiteX157" fmla="*/ 73789 w 884748"/>
                <a:gd name="connsiteY157" fmla="*/ 843899 h 1410045"/>
                <a:gd name="connsiteX158" fmla="*/ 76666 w 884748"/>
                <a:gd name="connsiteY158" fmla="*/ 843899 h 1410045"/>
                <a:gd name="connsiteX159" fmla="*/ 76666 w 884748"/>
                <a:gd name="connsiteY159" fmla="*/ 841454 h 1410045"/>
                <a:gd name="connsiteX160" fmla="*/ 76666 w 884748"/>
                <a:gd name="connsiteY160" fmla="*/ 839008 h 1410045"/>
                <a:gd name="connsiteX161" fmla="*/ 79111 w 884748"/>
                <a:gd name="connsiteY161" fmla="*/ 839008 h 1410045"/>
                <a:gd name="connsiteX162" fmla="*/ 79111 w 884748"/>
                <a:gd name="connsiteY162" fmla="*/ 836275 h 1410045"/>
                <a:gd name="connsiteX163" fmla="*/ 79111 w 884748"/>
                <a:gd name="connsiteY163" fmla="*/ 833686 h 1410045"/>
                <a:gd name="connsiteX164" fmla="*/ 81556 w 884748"/>
                <a:gd name="connsiteY164" fmla="*/ 833686 h 1410045"/>
                <a:gd name="connsiteX165" fmla="*/ 81556 w 884748"/>
                <a:gd name="connsiteY165" fmla="*/ 831241 h 1410045"/>
                <a:gd name="connsiteX166" fmla="*/ 84002 w 884748"/>
                <a:gd name="connsiteY166" fmla="*/ 828796 h 1410045"/>
                <a:gd name="connsiteX167" fmla="*/ 84002 w 884748"/>
                <a:gd name="connsiteY167" fmla="*/ 826063 h 1410045"/>
                <a:gd name="connsiteX168" fmla="*/ 86878 w 884748"/>
                <a:gd name="connsiteY168" fmla="*/ 826063 h 1410045"/>
                <a:gd name="connsiteX169" fmla="*/ 86878 w 884748"/>
                <a:gd name="connsiteY169" fmla="*/ 823474 h 1410045"/>
                <a:gd name="connsiteX170" fmla="*/ 86878 w 884748"/>
                <a:gd name="connsiteY170" fmla="*/ 821029 h 1410045"/>
                <a:gd name="connsiteX171" fmla="*/ 89324 w 884748"/>
                <a:gd name="connsiteY171" fmla="*/ 821029 h 1410045"/>
                <a:gd name="connsiteX172" fmla="*/ 89324 w 884748"/>
                <a:gd name="connsiteY172" fmla="*/ 818583 h 1410045"/>
                <a:gd name="connsiteX173" fmla="*/ 89324 w 884748"/>
                <a:gd name="connsiteY173" fmla="*/ 815850 h 1410045"/>
                <a:gd name="connsiteX174" fmla="*/ 91769 w 884748"/>
                <a:gd name="connsiteY174" fmla="*/ 815850 h 1410045"/>
                <a:gd name="connsiteX175" fmla="*/ 91769 w 884748"/>
                <a:gd name="connsiteY175" fmla="*/ 813261 h 1410045"/>
                <a:gd name="connsiteX176" fmla="*/ 94214 w 884748"/>
                <a:gd name="connsiteY176" fmla="*/ 810816 h 1410045"/>
                <a:gd name="connsiteX177" fmla="*/ 94214 w 884748"/>
                <a:gd name="connsiteY177" fmla="*/ 808371 h 1410045"/>
                <a:gd name="connsiteX178" fmla="*/ 96803 w 884748"/>
                <a:gd name="connsiteY178" fmla="*/ 808371 h 1410045"/>
                <a:gd name="connsiteX179" fmla="*/ 96803 w 884748"/>
                <a:gd name="connsiteY179" fmla="*/ 805638 h 1410045"/>
                <a:gd name="connsiteX180" fmla="*/ 96803 w 884748"/>
                <a:gd name="connsiteY180" fmla="*/ 803049 h 1410045"/>
                <a:gd name="connsiteX181" fmla="*/ 99536 w 884748"/>
                <a:gd name="connsiteY181" fmla="*/ 803049 h 1410045"/>
                <a:gd name="connsiteX182" fmla="*/ 99536 w 884748"/>
                <a:gd name="connsiteY182" fmla="*/ 800604 h 1410045"/>
                <a:gd name="connsiteX183" fmla="*/ 99536 w 884748"/>
                <a:gd name="connsiteY183" fmla="*/ 798158 h 1410045"/>
                <a:gd name="connsiteX184" fmla="*/ 101981 w 884748"/>
                <a:gd name="connsiteY184" fmla="*/ 798158 h 1410045"/>
                <a:gd name="connsiteX185" fmla="*/ 101981 w 884748"/>
                <a:gd name="connsiteY185" fmla="*/ 795425 h 1410045"/>
                <a:gd name="connsiteX186" fmla="*/ 104427 w 884748"/>
                <a:gd name="connsiteY186" fmla="*/ 792836 h 1410045"/>
                <a:gd name="connsiteX187" fmla="*/ 104427 w 884748"/>
                <a:gd name="connsiteY187" fmla="*/ 790391 h 1410045"/>
                <a:gd name="connsiteX188" fmla="*/ 107016 w 884748"/>
                <a:gd name="connsiteY188" fmla="*/ 787946 h 1410045"/>
                <a:gd name="connsiteX189" fmla="*/ 107016 w 884748"/>
                <a:gd name="connsiteY189" fmla="*/ 785213 h 1410045"/>
                <a:gd name="connsiteX190" fmla="*/ 109749 w 884748"/>
                <a:gd name="connsiteY190" fmla="*/ 785213 h 1410045"/>
                <a:gd name="connsiteX191" fmla="*/ 109749 w 884748"/>
                <a:gd name="connsiteY191" fmla="*/ 782624 h 1410045"/>
                <a:gd name="connsiteX192" fmla="*/ 109749 w 884748"/>
                <a:gd name="connsiteY192" fmla="*/ 780179 h 1410045"/>
                <a:gd name="connsiteX193" fmla="*/ 112194 w 884748"/>
                <a:gd name="connsiteY193" fmla="*/ 780179 h 1410045"/>
                <a:gd name="connsiteX194" fmla="*/ 112194 w 884748"/>
                <a:gd name="connsiteY194" fmla="*/ 777733 h 1410045"/>
                <a:gd name="connsiteX195" fmla="*/ 114639 w 884748"/>
                <a:gd name="connsiteY195" fmla="*/ 775000 h 1410045"/>
                <a:gd name="connsiteX196" fmla="*/ 114639 w 884748"/>
                <a:gd name="connsiteY196" fmla="*/ 772411 h 1410045"/>
                <a:gd name="connsiteX197" fmla="*/ 117228 w 884748"/>
                <a:gd name="connsiteY197" fmla="*/ 772411 h 1410045"/>
                <a:gd name="connsiteX198" fmla="*/ 117228 w 884748"/>
                <a:gd name="connsiteY198" fmla="*/ 769966 h 1410045"/>
                <a:gd name="connsiteX199" fmla="*/ 117228 w 884748"/>
                <a:gd name="connsiteY199" fmla="*/ 767521 h 1410045"/>
                <a:gd name="connsiteX200" fmla="*/ 119961 w 884748"/>
                <a:gd name="connsiteY200" fmla="*/ 767521 h 1410045"/>
                <a:gd name="connsiteX201" fmla="*/ 119961 w 884748"/>
                <a:gd name="connsiteY201" fmla="*/ 764932 h 1410045"/>
                <a:gd name="connsiteX202" fmla="*/ 119961 w 884748"/>
                <a:gd name="connsiteY202" fmla="*/ 762199 h 1410045"/>
                <a:gd name="connsiteX203" fmla="*/ 122406 w 884748"/>
                <a:gd name="connsiteY203" fmla="*/ 762199 h 1410045"/>
                <a:gd name="connsiteX204" fmla="*/ 122406 w 884748"/>
                <a:gd name="connsiteY204" fmla="*/ 759754 h 1410045"/>
                <a:gd name="connsiteX205" fmla="*/ 122406 w 884748"/>
                <a:gd name="connsiteY205" fmla="*/ 757308 h 1410045"/>
                <a:gd name="connsiteX206" fmla="*/ 124852 w 884748"/>
                <a:gd name="connsiteY206" fmla="*/ 757308 h 1410045"/>
                <a:gd name="connsiteX207" fmla="*/ 124852 w 884748"/>
                <a:gd name="connsiteY207" fmla="*/ 754863 h 1410045"/>
                <a:gd name="connsiteX208" fmla="*/ 127441 w 884748"/>
                <a:gd name="connsiteY208" fmla="*/ 752130 h 1410045"/>
                <a:gd name="connsiteX209" fmla="*/ 127441 w 884748"/>
                <a:gd name="connsiteY209" fmla="*/ 749541 h 1410045"/>
                <a:gd name="connsiteX210" fmla="*/ 130174 w 884748"/>
                <a:gd name="connsiteY210" fmla="*/ 749541 h 1410045"/>
                <a:gd name="connsiteX211" fmla="*/ 130174 w 884748"/>
                <a:gd name="connsiteY211" fmla="*/ 747096 h 1410045"/>
                <a:gd name="connsiteX212" fmla="*/ 130174 w 884748"/>
                <a:gd name="connsiteY212" fmla="*/ 744650 h 1410045"/>
                <a:gd name="connsiteX213" fmla="*/ 132619 w 884748"/>
                <a:gd name="connsiteY213" fmla="*/ 744650 h 1410045"/>
                <a:gd name="connsiteX214" fmla="*/ 132619 w 884748"/>
                <a:gd name="connsiteY214" fmla="*/ 741918 h 1410045"/>
                <a:gd name="connsiteX215" fmla="*/ 132619 w 884748"/>
                <a:gd name="connsiteY215" fmla="*/ 739328 h 1410045"/>
                <a:gd name="connsiteX216" fmla="*/ 135064 w 884748"/>
                <a:gd name="connsiteY216" fmla="*/ 739328 h 1410045"/>
                <a:gd name="connsiteX217" fmla="*/ 135064 w 884748"/>
                <a:gd name="connsiteY217" fmla="*/ 736883 h 1410045"/>
                <a:gd name="connsiteX218" fmla="*/ 137653 w 884748"/>
                <a:gd name="connsiteY218" fmla="*/ 734438 h 1410045"/>
                <a:gd name="connsiteX219" fmla="*/ 137653 w 884748"/>
                <a:gd name="connsiteY219" fmla="*/ 731705 h 1410045"/>
                <a:gd name="connsiteX220" fmla="*/ 140386 w 884748"/>
                <a:gd name="connsiteY220" fmla="*/ 731705 h 1410045"/>
                <a:gd name="connsiteX221" fmla="*/ 140386 w 884748"/>
                <a:gd name="connsiteY221" fmla="*/ 729116 h 1410045"/>
                <a:gd name="connsiteX222" fmla="*/ 140386 w 884748"/>
                <a:gd name="connsiteY222" fmla="*/ 726671 h 1410045"/>
                <a:gd name="connsiteX223" fmla="*/ 142831 w 884748"/>
                <a:gd name="connsiteY223" fmla="*/ 726671 h 1410045"/>
                <a:gd name="connsiteX224" fmla="*/ 142831 w 884748"/>
                <a:gd name="connsiteY224" fmla="*/ 724225 h 1410045"/>
                <a:gd name="connsiteX225" fmla="*/ 142831 w 884748"/>
                <a:gd name="connsiteY225" fmla="*/ 721493 h 1410045"/>
                <a:gd name="connsiteX226" fmla="*/ 145277 w 884748"/>
                <a:gd name="connsiteY226" fmla="*/ 721493 h 1410045"/>
                <a:gd name="connsiteX227" fmla="*/ 145277 w 884748"/>
                <a:gd name="connsiteY227" fmla="*/ 718903 h 1410045"/>
                <a:gd name="connsiteX228" fmla="*/ 147866 w 884748"/>
                <a:gd name="connsiteY228" fmla="*/ 716458 h 1410045"/>
                <a:gd name="connsiteX229" fmla="*/ 147866 w 884748"/>
                <a:gd name="connsiteY229" fmla="*/ 714013 h 1410045"/>
                <a:gd name="connsiteX230" fmla="*/ 150599 w 884748"/>
                <a:gd name="connsiteY230" fmla="*/ 714013 h 1410045"/>
                <a:gd name="connsiteX231" fmla="*/ 150599 w 884748"/>
                <a:gd name="connsiteY231" fmla="*/ 711280 h 1410045"/>
                <a:gd name="connsiteX232" fmla="*/ 150599 w 884748"/>
                <a:gd name="connsiteY232" fmla="*/ 708691 h 1410045"/>
                <a:gd name="connsiteX233" fmla="*/ 153044 w 884748"/>
                <a:gd name="connsiteY233" fmla="*/ 708691 h 1410045"/>
                <a:gd name="connsiteX234" fmla="*/ 153044 w 884748"/>
                <a:gd name="connsiteY234" fmla="*/ 706246 h 1410045"/>
                <a:gd name="connsiteX235" fmla="*/ 153044 w 884748"/>
                <a:gd name="connsiteY235" fmla="*/ 703800 h 1410045"/>
                <a:gd name="connsiteX236" fmla="*/ 155489 w 884748"/>
                <a:gd name="connsiteY236" fmla="*/ 703800 h 1410045"/>
                <a:gd name="connsiteX237" fmla="*/ 155489 w 884748"/>
                <a:gd name="connsiteY237" fmla="*/ 701068 h 1410045"/>
                <a:gd name="connsiteX238" fmla="*/ 155489 w 884748"/>
                <a:gd name="connsiteY238" fmla="*/ 698478 h 1410045"/>
                <a:gd name="connsiteX239" fmla="*/ 158078 w 884748"/>
                <a:gd name="connsiteY239" fmla="*/ 698478 h 1410045"/>
                <a:gd name="connsiteX240" fmla="*/ 158078 w 884748"/>
                <a:gd name="connsiteY240" fmla="*/ 696033 h 1410045"/>
                <a:gd name="connsiteX241" fmla="*/ 160811 w 884748"/>
                <a:gd name="connsiteY241" fmla="*/ 696033 h 1410045"/>
                <a:gd name="connsiteX242" fmla="*/ 160811 w 884748"/>
                <a:gd name="connsiteY242" fmla="*/ 693588 h 1410045"/>
                <a:gd name="connsiteX243" fmla="*/ 160811 w 884748"/>
                <a:gd name="connsiteY243" fmla="*/ 690855 h 1410045"/>
                <a:gd name="connsiteX244" fmla="*/ 163256 w 884748"/>
                <a:gd name="connsiteY244" fmla="*/ 690855 h 1410045"/>
                <a:gd name="connsiteX245" fmla="*/ 163256 w 884748"/>
                <a:gd name="connsiteY245" fmla="*/ 688410 h 1410045"/>
                <a:gd name="connsiteX246" fmla="*/ 163256 w 884748"/>
                <a:gd name="connsiteY246" fmla="*/ 685821 h 1410045"/>
                <a:gd name="connsiteX247" fmla="*/ 165702 w 884748"/>
                <a:gd name="connsiteY247" fmla="*/ 685821 h 1410045"/>
                <a:gd name="connsiteX248" fmla="*/ 165702 w 884748"/>
                <a:gd name="connsiteY248" fmla="*/ 683375 h 1410045"/>
                <a:gd name="connsiteX249" fmla="*/ 168147 w 884748"/>
                <a:gd name="connsiteY249" fmla="*/ 680643 h 1410045"/>
                <a:gd name="connsiteX250" fmla="*/ 168147 w 884748"/>
                <a:gd name="connsiteY250" fmla="*/ 678053 h 1410045"/>
                <a:gd name="connsiteX251" fmla="*/ 170736 w 884748"/>
                <a:gd name="connsiteY251" fmla="*/ 678053 h 1410045"/>
                <a:gd name="connsiteX252" fmla="*/ 170736 w 884748"/>
                <a:gd name="connsiteY252" fmla="*/ 675608 h 1410045"/>
                <a:gd name="connsiteX253" fmla="*/ 170736 w 884748"/>
                <a:gd name="connsiteY253" fmla="*/ 673163 h 1410045"/>
                <a:gd name="connsiteX254" fmla="*/ 173469 w 884748"/>
                <a:gd name="connsiteY254" fmla="*/ 673163 h 1410045"/>
                <a:gd name="connsiteX255" fmla="*/ 173469 w 884748"/>
                <a:gd name="connsiteY255" fmla="*/ 670718 h 1410045"/>
                <a:gd name="connsiteX256" fmla="*/ 173469 w 884748"/>
                <a:gd name="connsiteY256" fmla="*/ 667841 h 1410045"/>
                <a:gd name="connsiteX257" fmla="*/ 175914 w 884748"/>
                <a:gd name="connsiteY257" fmla="*/ 667841 h 1410045"/>
                <a:gd name="connsiteX258" fmla="*/ 175914 w 884748"/>
                <a:gd name="connsiteY258" fmla="*/ 665395 h 1410045"/>
                <a:gd name="connsiteX259" fmla="*/ 175914 w 884748"/>
                <a:gd name="connsiteY259" fmla="*/ 662950 h 1410045"/>
                <a:gd name="connsiteX260" fmla="*/ 178503 w 884748"/>
                <a:gd name="connsiteY260" fmla="*/ 662950 h 1410045"/>
                <a:gd name="connsiteX261" fmla="*/ 178503 w 884748"/>
                <a:gd name="connsiteY261" fmla="*/ 660505 h 1410045"/>
                <a:gd name="connsiteX262" fmla="*/ 180948 w 884748"/>
                <a:gd name="connsiteY262" fmla="*/ 657772 h 1410045"/>
                <a:gd name="connsiteX263" fmla="*/ 180948 w 884748"/>
                <a:gd name="connsiteY263" fmla="*/ 655183 h 1410045"/>
                <a:gd name="connsiteX264" fmla="*/ 183681 w 884748"/>
                <a:gd name="connsiteY264" fmla="*/ 655183 h 1410045"/>
                <a:gd name="connsiteX265" fmla="*/ 183681 w 884748"/>
                <a:gd name="connsiteY265" fmla="*/ 652738 h 1410045"/>
                <a:gd name="connsiteX266" fmla="*/ 183681 w 884748"/>
                <a:gd name="connsiteY266" fmla="*/ 650293 h 1410045"/>
                <a:gd name="connsiteX267" fmla="*/ 186127 w 884748"/>
                <a:gd name="connsiteY267" fmla="*/ 650293 h 1410045"/>
                <a:gd name="connsiteX268" fmla="*/ 186127 w 884748"/>
                <a:gd name="connsiteY268" fmla="*/ 647560 h 1410045"/>
                <a:gd name="connsiteX269" fmla="*/ 186127 w 884748"/>
                <a:gd name="connsiteY269" fmla="*/ 644970 h 1410045"/>
                <a:gd name="connsiteX270" fmla="*/ 188572 w 884748"/>
                <a:gd name="connsiteY270" fmla="*/ 644970 h 1410045"/>
                <a:gd name="connsiteX271" fmla="*/ 188572 w 884748"/>
                <a:gd name="connsiteY271" fmla="*/ 642525 h 1410045"/>
                <a:gd name="connsiteX272" fmla="*/ 191161 w 884748"/>
                <a:gd name="connsiteY272" fmla="*/ 640080 h 1410045"/>
                <a:gd name="connsiteX273" fmla="*/ 191161 w 884748"/>
                <a:gd name="connsiteY273" fmla="*/ 637347 h 1410045"/>
                <a:gd name="connsiteX274" fmla="*/ 193894 w 884748"/>
                <a:gd name="connsiteY274" fmla="*/ 637347 h 1410045"/>
                <a:gd name="connsiteX275" fmla="*/ 193894 w 884748"/>
                <a:gd name="connsiteY275" fmla="*/ 634758 h 1410045"/>
                <a:gd name="connsiteX276" fmla="*/ 193894 w 884748"/>
                <a:gd name="connsiteY276" fmla="*/ 632313 h 1410045"/>
                <a:gd name="connsiteX277" fmla="*/ 196339 w 884748"/>
                <a:gd name="connsiteY277" fmla="*/ 632313 h 1410045"/>
                <a:gd name="connsiteX278" fmla="*/ 196339 w 884748"/>
                <a:gd name="connsiteY278" fmla="*/ 629867 h 1410045"/>
                <a:gd name="connsiteX279" fmla="*/ 196339 w 884748"/>
                <a:gd name="connsiteY279" fmla="*/ 627135 h 1410045"/>
                <a:gd name="connsiteX280" fmla="*/ 198784 w 884748"/>
                <a:gd name="connsiteY280" fmla="*/ 627135 h 1410045"/>
                <a:gd name="connsiteX281" fmla="*/ 198784 w 884748"/>
                <a:gd name="connsiteY281" fmla="*/ 624545 h 1410045"/>
                <a:gd name="connsiteX282" fmla="*/ 201374 w 884748"/>
                <a:gd name="connsiteY282" fmla="*/ 622100 h 1410045"/>
                <a:gd name="connsiteX283" fmla="*/ 201374 w 884748"/>
                <a:gd name="connsiteY283" fmla="*/ 619655 h 1410045"/>
                <a:gd name="connsiteX284" fmla="*/ 204106 w 884748"/>
                <a:gd name="connsiteY284" fmla="*/ 619655 h 1410045"/>
                <a:gd name="connsiteX285" fmla="*/ 204106 w 884748"/>
                <a:gd name="connsiteY285" fmla="*/ 616922 h 1410045"/>
                <a:gd name="connsiteX286" fmla="*/ 204106 w 884748"/>
                <a:gd name="connsiteY286" fmla="*/ 614333 h 1410045"/>
                <a:gd name="connsiteX287" fmla="*/ 206552 w 884748"/>
                <a:gd name="connsiteY287" fmla="*/ 614333 h 1410045"/>
                <a:gd name="connsiteX288" fmla="*/ 206552 w 884748"/>
                <a:gd name="connsiteY288" fmla="*/ 611888 h 1410045"/>
                <a:gd name="connsiteX289" fmla="*/ 206552 w 884748"/>
                <a:gd name="connsiteY289" fmla="*/ 609442 h 1410045"/>
                <a:gd name="connsiteX290" fmla="*/ 208997 w 884748"/>
                <a:gd name="connsiteY290" fmla="*/ 609442 h 1410045"/>
                <a:gd name="connsiteX291" fmla="*/ 208997 w 884748"/>
                <a:gd name="connsiteY291" fmla="*/ 606710 h 1410045"/>
                <a:gd name="connsiteX292" fmla="*/ 208997 w 884748"/>
                <a:gd name="connsiteY292" fmla="*/ 604264 h 1410045"/>
                <a:gd name="connsiteX293" fmla="*/ 211586 w 884748"/>
                <a:gd name="connsiteY293" fmla="*/ 604264 h 1410045"/>
                <a:gd name="connsiteX294" fmla="*/ 211586 w 884748"/>
                <a:gd name="connsiteY294" fmla="*/ 601675 h 1410045"/>
                <a:gd name="connsiteX295" fmla="*/ 214319 w 884748"/>
                <a:gd name="connsiteY295" fmla="*/ 601675 h 1410045"/>
                <a:gd name="connsiteX296" fmla="*/ 214319 w 884748"/>
                <a:gd name="connsiteY296" fmla="*/ 599230 h 1410045"/>
                <a:gd name="connsiteX297" fmla="*/ 214319 w 884748"/>
                <a:gd name="connsiteY297" fmla="*/ 596497 h 1410045"/>
                <a:gd name="connsiteX298" fmla="*/ 216764 w 884748"/>
                <a:gd name="connsiteY298" fmla="*/ 596497 h 1410045"/>
                <a:gd name="connsiteX299" fmla="*/ 216764 w 884748"/>
                <a:gd name="connsiteY299" fmla="*/ 594052 h 1410045"/>
                <a:gd name="connsiteX300" fmla="*/ 216764 w 884748"/>
                <a:gd name="connsiteY300" fmla="*/ 591463 h 1410045"/>
                <a:gd name="connsiteX301" fmla="*/ 219209 w 884748"/>
                <a:gd name="connsiteY301" fmla="*/ 591463 h 1410045"/>
                <a:gd name="connsiteX302" fmla="*/ 219209 w 884748"/>
                <a:gd name="connsiteY302" fmla="*/ 589017 h 1410045"/>
                <a:gd name="connsiteX303" fmla="*/ 221799 w 884748"/>
                <a:gd name="connsiteY303" fmla="*/ 586572 h 1410045"/>
                <a:gd name="connsiteX304" fmla="*/ 221799 w 884748"/>
                <a:gd name="connsiteY304" fmla="*/ 583695 h 1410045"/>
                <a:gd name="connsiteX305" fmla="*/ 224531 w 884748"/>
                <a:gd name="connsiteY305" fmla="*/ 581250 h 1410045"/>
                <a:gd name="connsiteX306" fmla="*/ 224531 w 884748"/>
                <a:gd name="connsiteY306" fmla="*/ 578805 h 1410045"/>
                <a:gd name="connsiteX307" fmla="*/ 226977 w 884748"/>
                <a:gd name="connsiteY307" fmla="*/ 578805 h 1410045"/>
                <a:gd name="connsiteX308" fmla="*/ 226977 w 884748"/>
                <a:gd name="connsiteY308" fmla="*/ 576360 h 1410045"/>
                <a:gd name="connsiteX309" fmla="*/ 226977 w 884748"/>
                <a:gd name="connsiteY309" fmla="*/ 573627 h 1410045"/>
                <a:gd name="connsiteX310" fmla="*/ 229422 w 884748"/>
                <a:gd name="connsiteY310" fmla="*/ 573627 h 1410045"/>
                <a:gd name="connsiteX311" fmla="*/ 229422 w 884748"/>
                <a:gd name="connsiteY311" fmla="*/ 571038 h 1410045"/>
                <a:gd name="connsiteX312" fmla="*/ 232011 w 884748"/>
                <a:gd name="connsiteY312" fmla="*/ 568592 h 1410045"/>
                <a:gd name="connsiteX313" fmla="*/ 232011 w 884748"/>
                <a:gd name="connsiteY313" fmla="*/ 566147 h 1410045"/>
                <a:gd name="connsiteX314" fmla="*/ 234744 w 884748"/>
                <a:gd name="connsiteY314" fmla="*/ 563414 h 1410045"/>
                <a:gd name="connsiteX315" fmla="*/ 234744 w 884748"/>
                <a:gd name="connsiteY315" fmla="*/ 560825 h 1410045"/>
                <a:gd name="connsiteX316" fmla="*/ 237189 w 884748"/>
                <a:gd name="connsiteY316" fmla="*/ 558380 h 1410045"/>
                <a:gd name="connsiteX317" fmla="*/ 237189 w 884748"/>
                <a:gd name="connsiteY317" fmla="*/ 555935 h 1410045"/>
                <a:gd name="connsiteX318" fmla="*/ 239634 w 884748"/>
                <a:gd name="connsiteY318" fmla="*/ 555935 h 1410045"/>
                <a:gd name="connsiteX319" fmla="*/ 239634 w 884748"/>
                <a:gd name="connsiteY319" fmla="*/ 553202 h 1410045"/>
                <a:gd name="connsiteX320" fmla="*/ 239634 w 884748"/>
                <a:gd name="connsiteY320" fmla="*/ 550613 h 1410045"/>
                <a:gd name="connsiteX321" fmla="*/ 242080 w 884748"/>
                <a:gd name="connsiteY321" fmla="*/ 550613 h 1410045"/>
                <a:gd name="connsiteX322" fmla="*/ 242080 w 884748"/>
                <a:gd name="connsiteY322" fmla="*/ 548167 h 1410045"/>
                <a:gd name="connsiteX323" fmla="*/ 242080 w 884748"/>
                <a:gd name="connsiteY323" fmla="*/ 545722 h 1410045"/>
                <a:gd name="connsiteX324" fmla="*/ 244669 w 884748"/>
                <a:gd name="connsiteY324" fmla="*/ 545722 h 1410045"/>
                <a:gd name="connsiteX325" fmla="*/ 244669 w 884748"/>
                <a:gd name="connsiteY325" fmla="*/ 542989 h 1410045"/>
                <a:gd name="connsiteX326" fmla="*/ 247402 w 884748"/>
                <a:gd name="connsiteY326" fmla="*/ 540400 h 1410045"/>
                <a:gd name="connsiteX327" fmla="*/ 247402 w 884748"/>
                <a:gd name="connsiteY327" fmla="*/ 537955 h 1410045"/>
                <a:gd name="connsiteX328" fmla="*/ 249847 w 884748"/>
                <a:gd name="connsiteY328" fmla="*/ 537955 h 1410045"/>
                <a:gd name="connsiteX329" fmla="*/ 249847 w 884748"/>
                <a:gd name="connsiteY329" fmla="*/ 535510 h 1410045"/>
                <a:gd name="connsiteX330" fmla="*/ 252436 w 884748"/>
                <a:gd name="connsiteY330" fmla="*/ 532777 h 1410045"/>
                <a:gd name="connsiteX331" fmla="*/ 252436 w 884748"/>
                <a:gd name="connsiteY331" fmla="*/ 530188 h 1410045"/>
                <a:gd name="connsiteX332" fmla="*/ 254881 w 884748"/>
                <a:gd name="connsiteY332" fmla="*/ 527742 h 1410045"/>
                <a:gd name="connsiteX333" fmla="*/ 254881 w 884748"/>
                <a:gd name="connsiteY333" fmla="*/ 525297 h 1410045"/>
                <a:gd name="connsiteX334" fmla="*/ 257614 w 884748"/>
                <a:gd name="connsiteY334" fmla="*/ 522564 h 1410045"/>
                <a:gd name="connsiteX335" fmla="*/ 257614 w 884748"/>
                <a:gd name="connsiteY335" fmla="*/ 519975 h 1410045"/>
                <a:gd name="connsiteX336" fmla="*/ 260059 w 884748"/>
                <a:gd name="connsiteY336" fmla="*/ 519975 h 1410045"/>
                <a:gd name="connsiteX337" fmla="*/ 260059 w 884748"/>
                <a:gd name="connsiteY337" fmla="*/ 517530 h 1410045"/>
                <a:gd name="connsiteX338" fmla="*/ 260059 w 884748"/>
                <a:gd name="connsiteY338" fmla="*/ 515085 h 1410045"/>
                <a:gd name="connsiteX339" fmla="*/ 262649 w 884748"/>
                <a:gd name="connsiteY339" fmla="*/ 515085 h 1410045"/>
                <a:gd name="connsiteX340" fmla="*/ 262649 w 884748"/>
                <a:gd name="connsiteY340" fmla="*/ 512352 h 1410045"/>
                <a:gd name="connsiteX341" fmla="*/ 262649 w 884748"/>
                <a:gd name="connsiteY341" fmla="*/ 509906 h 1410045"/>
                <a:gd name="connsiteX342" fmla="*/ 265094 w 884748"/>
                <a:gd name="connsiteY342" fmla="*/ 509906 h 1410045"/>
                <a:gd name="connsiteX343" fmla="*/ 265094 w 884748"/>
                <a:gd name="connsiteY343" fmla="*/ 507317 h 1410045"/>
                <a:gd name="connsiteX344" fmla="*/ 267827 w 884748"/>
                <a:gd name="connsiteY344" fmla="*/ 504872 h 1410045"/>
                <a:gd name="connsiteX345" fmla="*/ 267827 w 884748"/>
                <a:gd name="connsiteY345" fmla="*/ 502139 h 1410045"/>
                <a:gd name="connsiteX346" fmla="*/ 270272 w 884748"/>
                <a:gd name="connsiteY346" fmla="*/ 499694 h 1410045"/>
                <a:gd name="connsiteX347" fmla="*/ 270272 w 884748"/>
                <a:gd name="connsiteY347" fmla="*/ 497105 h 1410045"/>
                <a:gd name="connsiteX348" fmla="*/ 272717 w 884748"/>
                <a:gd name="connsiteY348" fmla="*/ 497105 h 1410045"/>
                <a:gd name="connsiteX349" fmla="*/ 272717 w 884748"/>
                <a:gd name="connsiteY349" fmla="*/ 494660 h 1410045"/>
                <a:gd name="connsiteX350" fmla="*/ 275306 w 884748"/>
                <a:gd name="connsiteY350" fmla="*/ 492214 h 1410045"/>
                <a:gd name="connsiteX351" fmla="*/ 275306 w 884748"/>
                <a:gd name="connsiteY351" fmla="*/ 489481 h 1410045"/>
                <a:gd name="connsiteX352" fmla="*/ 278039 w 884748"/>
                <a:gd name="connsiteY352" fmla="*/ 486892 h 1410045"/>
                <a:gd name="connsiteX353" fmla="*/ 278039 w 884748"/>
                <a:gd name="connsiteY353" fmla="*/ 484447 h 1410045"/>
                <a:gd name="connsiteX354" fmla="*/ 280485 w 884748"/>
                <a:gd name="connsiteY354" fmla="*/ 484447 h 1410045"/>
                <a:gd name="connsiteX355" fmla="*/ 280485 w 884748"/>
                <a:gd name="connsiteY355" fmla="*/ 482002 h 1410045"/>
                <a:gd name="connsiteX356" fmla="*/ 280485 w 884748"/>
                <a:gd name="connsiteY356" fmla="*/ 479269 h 1410045"/>
                <a:gd name="connsiteX357" fmla="*/ 282930 w 884748"/>
                <a:gd name="connsiteY357" fmla="*/ 479269 h 1410045"/>
                <a:gd name="connsiteX358" fmla="*/ 282930 w 884748"/>
                <a:gd name="connsiteY358" fmla="*/ 476680 h 1410045"/>
                <a:gd name="connsiteX359" fmla="*/ 285519 w 884748"/>
                <a:gd name="connsiteY359" fmla="*/ 474235 h 1410045"/>
                <a:gd name="connsiteX360" fmla="*/ 285519 w 884748"/>
                <a:gd name="connsiteY360" fmla="*/ 471789 h 1410045"/>
                <a:gd name="connsiteX361" fmla="*/ 288252 w 884748"/>
                <a:gd name="connsiteY361" fmla="*/ 469056 h 1410045"/>
                <a:gd name="connsiteX362" fmla="*/ 288252 w 884748"/>
                <a:gd name="connsiteY362" fmla="*/ 466467 h 1410045"/>
                <a:gd name="connsiteX363" fmla="*/ 290697 w 884748"/>
                <a:gd name="connsiteY363" fmla="*/ 466467 h 1410045"/>
                <a:gd name="connsiteX364" fmla="*/ 290697 w 884748"/>
                <a:gd name="connsiteY364" fmla="*/ 464022 h 1410045"/>
                <a:gd name="connsiteX365" fmla="*/ 290697 w 884748"/>
                <a:gd name="connsiteY365" fmla="*/ 461577 h 1410045"/>
                <a:gd name="connsiteX366" fmla="*/ 293142 w 884748"/>
                <a:gd name="connsiteY366" fmla="*/ 461577 h 1410045"/>
                <a:gd name="connsiteX367" fmla="*/ 293142 w 884748"/>
                <a:gd name="connsiteY367" fmla="*/ 458844 h 1410045"/>
                <a:gd name="connsiteX368" fmla="*/ 295731 w 884748"/>
                <a:gd name="connsiteY368" fmla="*/ 456255 h 1410045"/>
                <a:gd name="connsiteX369" fmla="*/ 295731 w 884748"/>
                <a:gd name="connsiteY369" fmla="*/ 453810 h 1410045"/>
                <a:gd name="connsiteX370" fmla="*/ 298464 w 884748"/>
                <a:gd name="connsiteY370" fmla="*/ 451364 h 1410045"/>
                <a:gd name="connsiteX371" fmla="*/ 298464 w 884748"/>
                <a:gd name="connsiteY371" fmla="*/ 448631 h 1410045"/>
                <a:gd name="connsiteX372" fmla="*/ 300910 w 884748"/>
                <a:gd name="connsiteY372" fmla="*/ 448631 h 1410045"/>
                <a:gd name="connsiteX373" fmla="*/ 300910 w 884748"/>
                <a:gd name="connsiteY373" fmla="*/ 446042 h 1410045"/>
                <a:gd name="connsiteX374" fmla="*/ 300910 w 884748"/>
                <a:gd name="connsiteY374" fmla="*/ 443597 h 1410045"/>
                <a:gd name="connsiteX375" fmla="*/ 303355 w 884748"/>
                <a:gd name="connsiteY375" fmla="*/ 443597 h 1410045"/>
                <a:gd name="connsiteX376" fmla="*/ 303355 w 884748"/>
                <a:gd name="connsiteY376" fmla="*/ 441152 h 1410045"/>
                <a:gd name="connsiteX377" fmla="*/ 303355 w 884748"/>
                <a:gd name="connsiteY377" fmla="*/ 438419 h 1410045"/>
                <a:gd name="connsiteX378" fmla="*/ 305944 w 884748"/>
                <a:gd name="connsiteY378" fmla="*/ 438419 h 1410045"/>
                <a:gd name="connsiteX379" fmla="*/ 305944 w 884748"/>
                <a:gd name="connsiteY379" fmla="*/ 435830 h 1410045"/>
                <a:gd name="connsiteX380" fmla="*/ 305944 w 884748"/>
                <a:gd name="connsiteY380" fmla="*/ 433385 h 1410045"/>
                <a:gd name="connsiteX381" fmla="*/ 308677 w 884748"/>
                <a:gd name="connsiteY381" fmla="*/ 433385 h 1410045"/>
                <a:gd name="connsiteX382" fmla="*/ 308677 w 884748"/>
                <a:gd name="connsiteY382" fmla="*/ 430939 h 1410045"/>
                <a:gd name="connsiteX383" fmla="*/ 311122 w 884748"/>
                <a:gd name="connsiteY383" fmla="*/ 428206 h 1410045"/>
                <a:gd name="connsiteX384" fmla="*/ 311122 w 884748"/>
                <a:gd name="connsiteY384" fmla="*/ 425761 h 1410045"/>
                <a:gd name="connsiteX385" fmla="*/ 313567 w 884748"/>
                <a:gd name="connsiteY385" fmla="*/ 425761 h 1410045"/>
                <a:gd name="connsiteX386" fmla="*/ 313567 w 884748"/>
                <a:gd name="connsiteY386" fmla="*/ 423172 h 1410045"/>
                <a:gd name="connsiteX387" fmla="*/ 313567 w 884748"/>
                <a:gd name="connsiteY387" fmla="*/ 420727 h 1410045"/>
                <a:gd name="connsiteX388" fmla="*/ 316156 w 884748"/>
                <a:gd name="connsiteY388" fmla="*/ 420727 h 1410045"/>
                <a:gd name="connsiteX389" fmla="*/ 316156 w 884748"/>
                <a:gd name="connsiteY389" fmla="*/ 417994 h 1410045"/>
                <a:gd name="connsiteX390" fmla="*/ 316156 w 884748"/>
                <a:gd name="connsiteY390" fmla="*/ 415549 h 1410045"/>
                <a:gd name="connsiteX391" fmla="*/ 318602 w 884748"/>
                <a:gd name="connsiteY391" fmla="*/ 415549 h 1410045"/>
                <a:gd name="connsiteX392" fmla="*/ 318602 w 884748"/>
                <a:gd name="connsiteY392" fmla="*/ 412960 h 1410045"/>
                <a:gd name="connsiteX393" fmla="*/ 321335 w 884748"/>
                <a:gd name="connsiteY393" fmla="*/ 412960 h 1410045"/>
                <a:gd name="connsiteX394" fmla="*/ 321335 w 884748"/>
                <a:gd name="connsiteY394" fmla="*/ 410514 h 1410045"/>
                <a:gd name="connsiteX395" fmla="*/ 321335 w 884748"/>
                <a:gd name="connsiteY395" fmla="*/ 408069 h 1410045"/>
                <a:gd name="connsiteX396" fmla="*/ 323780 w 884748"/>
                <a:gd name="connsiteY396" fmla="*/ 408069 h 1410045"/>
                <a:gd name="connsiteX397" fmla="*/ 323780 w 884748"/>
                <a:gd name="connsiteY397" fmla="*/ 405336 h 1410045"/>
                <a:gd name="connsiteX398" fmla="*/ 323780 w 884748"/>
                <a:gd name="connsiteY398" fmla="*/ 402747 h 1410045"/>
                <a:gd name="connsiteX399" fmla="*/ 326369 w 884748"/>
                <a:gd name="connsiteY399" fmla="*/ 402747 h 1410045"/>
                <a:gd name="connsiteX400" fmla="*/ 326369 w 884748"/>
                <a:gd name="connsiteY400" fmla="*/ 400302 h 1410045"/>
                <a:gd name="connsiteX401" fmla="*/ 326369 w 884748"/>
                <a:gd name="connsiteY401" fmla="*/ 397857 h 1410045"/>
                <a:gd name="connsiteX402" fmla="*/ 328814 w 884748"/>
                <a:gd name="connsiteY402" fmla="*/ 397857 h 1410045"/>
                <a:gd name="connsiteX403" fmla="*/ 328814 w 884748"/>
                <a:gd name="connsiteY403" fmla="*/ 395124 h 1410045"/>
                <a:gd name="connsiteX404" fmla="*/ 331547 w 884748"/>
                <a:gd name="connsiteY404" fmla="*/ 392534 h 1410045"/>
                <a:gd name="connsiteX405" fmla="*/ 331547 w 884748"/>
                <a:gd name="connsiteY405" fmla="*/ 390089 h 1410045"/>
                <a:gd name="connsiteX406" fmla="*/ 333992 w 884748"/>
                <a:gd name="connsiteY406" fmla="*/ 390089 h 1410045"/>
                <a:gd name="connsiteX407" fmla="*/ 333992 w 884748"/>
                <a:gd name="connsiteY407" fmla="*/ 387644 h 1410045"/>
                <a:gd name="connsiteX408" fmla="*/ 333992 w 884748"/>
                <a:gd name="connsiteY408" fmla="*/ 384911 h 1410045"/>
                <a:gd name="connsiteX409" fmla="*/ 336438 w 884748"/>
                <a:gd name="connsiteY409" fmla="*/ 384911 h 1410045"/>
                <a:gd name="connsiteX410" fmla="*/ 336438 w 884748"/>
                <a:gd name="connsiteY410" fmla="*/ 382322 h 1410045"/>
                <a:gd name="connsiteX411" fmla="*/ 339027 w 884748"/>
                <a:gd name="connsiteY411" fmla="*/ 379877 h 1410045"/>
                <a:gd name="connsiteX412" fmla="*/ 339027 w 884748"/>
                <a:gd name="connsiteY412" fmla="*/ 377432 h 1410045"/>
                <a:gd name="connsiteX413" fmla="*/ 341760 w 884748"/>
                <a:gd name="connsiteY413" fmla="*/ 374699 h 1410045"/>
                <a:gd name="connsiteX414" fmla="*/ 341760 w 884748"/>
                <a:gd name="connsiteY414" fmla="*/ 372109 h 1410045"/>
                <a:gd name="connsiteX415" fmla="*/ 344205 w 884748"/>
                <a:gd name="connsiteY415" fmla="*/ 372109 h 1410045"/>
                <a:gd name="connsiteX416" fmla="*/ 344205 w 884748"/>
                <a:gd name="connsiteY416" fmla="*/ 369664 h 1410045"/>
                <a:gd name="connsiteX417" fmla="*/ 344205 w 884748"/>
                <a:gd name="connsiteY417" fmla="*/ 367219 h 1410045"/>
                <a:gd name="connsiteX418" fmla="*/ 346650 w 884748"/>
                <a:gd name="connsiteY418" fmla="*/ 367219 h 1410045"/>
                <a:gd name="connsiteX419" fmla="*/ 346650 w 884748"/>
                <a:gd name="connsiteY419" fmla="*/ 364486 h 1410045"/>
                <a:gd name="connsiteX420" fmla="*/ 346650 w 884748"/>
                <a:gd name="connsiteY420" fmla="*/ 361897 h 1410045"/>
                <a:gd name="connsiteX421" fmla="*/ 349239 w 884748"/>
                <a:gd name="connsiteY421" fmla="*/ 361897 h 1410045"/>
                <a:gd name="connsiteX422" fmla="*/ 349239 w 884748"/>
                <a:gd name="connsiteY422" fmla="*/ 359452 h 1410045"/>
                <a:gd name="connsiteX423" fmla="*/ 351972 w 884748"/>
                <a:gd name="connsiteY423" fmla="*/ 357007 h 1410045"/>
                <a:gd name="connsiteX424" fmla="*/ 351972 w 884748"/>
                <a:gd name="connsiteY424" fmla="*/ 354274 h 1410045"/>
                <a:gd name="connsiteX425" fmla="*/ 354417 w 884748"/>
                <a:gd name="connsiteY425" fmla="*/ 351684 h 1410045"/>
                <a:gd name="connsiteX426" fmla="*/ 354417 w 884748"/>
                <a:gd name="connsiteY426" fmla="*/ 349239 h 1410045"/>
                <a:gd name="connsiteX427" fmla="*/ 356863 w 884748"/>
                <a:gd name="connsiteY427" fmla="*/ 349239 h 1410045"/>
                <a:gd name="connsiteX428" fmla="*/ 356863 w 884748"/>
                <a:gd name="connsiteY428" fmla="*/ 346794 h 1410045"/>
                <a:gd name="connsiteX429" fmla="*/ 356863 w 884748"/>
                <a:gd name="connsiteY429" fmla="*/ 344061 h 1410045"/>
                <a:gd name="connsiteX430" fmla="*/ 359452 w 884748"/>
                <a:gd name="connsiteY430" fmla="*/ 344061 h 1410045"/>
                <a:gd name="connsiteX431" fmla="*/ 359452 w 884748"/>
                <a:gd name="connsiteY431" fmla="*/ 341472 h 1410045"/>
                <a:gd name="connsiteX432" fmla="*/ 362185 w 884748"/>
                <a:gd name="connsiteY432" fmla="*/ 339027 h 1410045"/>
                <a:gd name="connsiteX433" fmla="*/ 362185 w 884748"/>
                <a:gd name="connsiteY433" fmla="*/ 336581 h 1410045"/>
                <a:gd name="connsiteX434" fmla="*/ 364630 w 884748"/>
                <a:gd name="connsiteY434" fmla="*/ 333849 h 1410045"/>
                <a:gd name="connsiteX435" fmla="*/ 364630 w 884748"/>
                <a:gd name="connsiteY435" fmla="*/ 331403 h 1410045"/>
                <a:gd name="connsiteX436" fmla="*/ 367075 w 884748"/>
                <a:gd name="connsiteY436" fmla="*/ 331403 h 1410045"/>
                <a:gd name="connsiteX437" fmla="*/ 367075 w 884748"/>
                <a:gd name="connsiteY437" fmla="*/ 328814 h 1410045"/>
                <a:gd name="connsiteX438" fmla="*/ 367075 w 884748"/>
                <a:gd name="connsiteY438" fmla="*/ 326369 h 1410045"/>
                <a:gd name="connsiteX439" fmla="*/ 369664 w 884748"/>
                <a:gd name="connsiteY439" fmla="*/ 326369 h 1410045"/>
                <a:gd name="connsiteX440" fmla="*/ 369664 w 884748"/>
                <a:gd name="connsiteY440" fmla="*/ 323924 h 1410045"/>
                <a:gd name="connsiteX441" fmla="*/ 369664 w 884748"/>
                <a:gd name="connsiteY441" fmla="*/ 321191 h 1410045"/>
                <a:gd name="connsiteX442" fmla="*/ 372397 w 884748"/>
                <a:gd name="connsiteY442" fmla="*/ 321191 h 1410045"/>
                <a:gd name="connsiteX443" fmla="*/ 372397 w 884748"/>
                <a:gd name="connsiteY443" fmla="*/ 318602 h 1410045"/>
                <a:gd name="connsiteX444" fmla="*/ 374842 w 884748"/>
                <a:gd name="connsiteY444" fmla="*/ 316156 h 1410045"/>
                <a:gd name="connsiteX445" fmla="*/ 374842 w 884748"/>
                <a:gd name="connsiteY445" fmla="*/ 313711 h 1410045"/>
                <a:gd name="connsiteX446" fmla="*/ 377288 w 884748"/>
                <a:gd name="connsiteY446" fmla="*/ 313711 h 1410045"/>
                <a:gd name="connsiteX447" fmla="*/ 377288 w 884748"/>
                <a:gd name="connsiteY447" fmla="*/ 310978 h 1410045"/>
                <a:gd name="connsiteX448" fmla="*/ 377288 w 884748"/>
                <a:gd name="connsiteY448" fmla="*/ 308389 h 1410045"/>
                <a:gd name="connsiteX449" fmla="*/ 379877 w 884748"/>
                <a:gd name="connsiteY449" fmla="*/ 308389 h 1410045"/>
                <a:gd name="connsiteX450" fmla="*/ 379877 w 884748"/>
                <a:gd name="connsiteY450" fmla="*/ 305944 h 1410045"/>
                <a:gd name="connsiteX451" fmla="*/ 382610 w 884748"/>
                <a:gd name="connsiteY451" fmla="*/ 303499 h 1410045"/>
                <a:gd name="connsiteX452" fmla="*/ 382610 w 884748"/>
                <a:gd name="connsiteY452" fmla="*/ 300766 h 1410045"/>
                <a:gd name="connsiteX453" fmla="*/ 385055 w 884748"/>
                <a:gd name="connsiteY453" fmla="*/ 298177 h 1410045"/>
                <a:gd name="connsiteX454" fmla="*/ 385055 w 884748"/>
                <a:gd name="connsiteY454" fmla="*/ 295731 h 1410045"/>
                <a:gd name="connsiteX455" fmla="*/ 387500 w 884748"/>
                <a:gd name="connsiteY455" fmla="*/ 295731 h 1410045"/>
                <a:gd name="connsiteX456" fmla="*/ 387500 w 884748"/>
                <a:gd name="connsiteY456" fmla="*/ 293286 h 1410045"/>
                <a:gd name="connsiteX457" fmla="*/ 387500 w 884748"/>
                <a:gd name="connsiteY457" fmla="*/ 290553 h 1410045"/>
                <a:gd name="connsiteX458" fmla="*/ 390089 w 884748"/>
                <a:gd name="connsiteY458" fmla="*/ 290553 h 1410045"/>
                <a:gd name="connsiteX459" fmla="*/ 390089 w 884748"/>
                <a:gd name="connsiteY459" fmla="*/ 287964 h 1410045"/>
                <a:gd name="connsiteX460" fmla="*/ 390089 w 884748"/>
                <a:gd name="connsiteY460" fmla="*/ 285519 h 1410045"/>
                <a:gd name="connsiteX461" fmla="*/ 392534 w 884748"/>
                <a:gd name="connsiteY461" fmla="*/ 285519 h 1410045"/>
                <a:gd name="connsiteX462" fmla="*/ 392534 w 884748"/>
                <a:gd name="connsiteY462" fmla="*/ 283074 h 1410045"/>
                <a:gd name="connsiteX463" fmla="*/ 395267 w 884748"/>
                <a:gd name="connsiteY463" fmla="*/ 280341 h 1410045"/>
                <a:gd name="connsiteX464" fmla="*/ 395267 w 884748"/>
                <a:gd name="connsiteY464" fmla="*/ 277752 h 1410045"/>
                <a:gd name="connsiteX465" fmla="*/ 397713 w 884748"/>
                <a:gd name="connsiteY465" fmla="*/ 275306 h 1410045"/>
                <a:gd name="connsiteX466" fmla="*/ 397713 w 884748"/>
                <a:gd name="connsiteY466" fmla="*/ 272861 h 1410045"/>
                <a:gd name="connsiteX467" fmla="*/ 400302 w 884748"/>
                <a:gd name="connsiteY467" fmla="*/ 272861 h 1410045"/>
                <a:gd name="connsiteX468" fmla="*/ 400302 w 884748"/>
                <a:gd name="connsiteY468" fmla="*/ 270128 h 1410045"/>
                <a:gd name="connsiteX469" fmla="*/ 402747 w 884748"/>
                <a:gd name="connsiteY469" fmla="*/ 267683 h 1410045"/>
                <a:gd name="connsiteX470" fmla="*/ 402747 w 884748"/>
                <a:gd name="connsiteY470" fmla="*/ 265094 h 1410045"/>
                <a:gd name="connsiteX471" fmla="*/ 405480 w 884748"/>
                <a:gd name="connsiteY471" fmla="*/ 262649 h 1410045"/>
                <a:gd name="connsiteX472" fmla="*/ 405480 w 884748"/>
                <a:gd name="connsiteY472" fmla="*/ 259916 h 1410045"/>
                <a:gd name="connsiteX473" fmla="*/ 407925 w 884748"/>
                <a:gd name="connsiteY473" fmla="*/ 259916 h 1410045"/>
                <a:gd name="connsiteX474" fmla="*/ 407925 w 884748"/>
                <a:gd name="connsiteY474" fmla="*/ 257327 h 1410045"/>
                <a:gd name="connsiteX475" fmla="*/ 407925 w 884748"/>
                <a:gd name="connsiteY475" fmla="*/ 254881 h 1410045"/>
                <a:gd name="connsiteX476" fmla="*/ 410370 w 884748"/>
                <a:gd name="connsiteY476" fmla="*/ 254881 h 1410045"/>
                <a:gd name="connsiteX477" fmla="*/ 410370 w 884748"/>
                <a:gd name="connsiteY477" fmla="*/ 252436 h 1410045"/>
                <a:gd name="connsiteX478" fmla="*/ 410370 w 884748"/>
                <a:gd name="connsiteY478" fmla="*/ 249703 h 1410045"/>
                <a:gd name="connsiteX479" fmla="*/ 412960 w 884748"/>
                <a:gd name="connsiteY479" fmla="*/ 249703 h 1410045"/>
                <a:gd name="connsiteX480" fmla="*/ 412960 w 884748"/>
                <a:gd name="connsiteY480" fmla="*/ 247258 h 1410045"/>
                <a:gd name="connsiteX481" fmla="*/ 412960 w 884748"/>
                <a:gd name="connsiteY481" fmla="*/ 244669 h 1410045"/>
                <a:gd name="connsiteX482" fmla="*/ 415692 w 884748"/>
                <a:gd name="connsiteY482" fmla="*/ 244669 h 1410045"/>
                <a:gd name="connsiteX483" fmla="*/ 415692 w 884748"/>
                <a:gd name="connsiteY483" fmla="*/ 242224 h 1410045"/>
                <a:gd name="connsiteX484" fmla="*/ 418138 w 884748"/>
                <a:gd name="connsiteY484" fmla="*/ 242224 h 1410045"/>
                <a:gd name="connsiteX485" fmla="*/ 418138 w 884748"/>
                <a:gd name="connsiteY485" fmla="*/ 239491 h 1410045"/>
                <a:gd name="connsiteX486" fmla="*/ 418138 w 884748"/>
                <a:gd name="connsiteY486" fmla="*/ 237045 h 1410045"/>
                <a:gd name="connsiteX487" fmla="*/ 420727 w 884748"/>
                <a:gd name="connsiteY487" fmla="*/ 234456 h 1410045"/>
                <a:gd name="connsiteX488" fmla="*/ 420727 w 884748"/>
                <a:gd name="connsiteY488" fmla="*/ 232011 h 1410045"/>
                <a:gd name="connsiteX489" fmla="*/ 423172 w 884748"/>
                <a:gd name="connsiteY489" fmla="*/ 232011 h 1410045"/>
                <a:gd name="connsiteX490" fmla="*/ 423172 w 884748"/>
                <a:gd name="connsiteY490" fmla="*/ 229566 h 1410045"/>
                <a:gd name="connsiteX491" fmla="*/ 423172 w 884748"/>
                <a:gd name="connsiteY491" fmla="*/ 226833 h 1410045"/>
                <a:gd name="connsiteX492" fmla="*/ 425905 w 884748"/>
                <a:gd name="connsiteY492" fmla="*/ 226833 h 1410045"/>
                <a:gd name="connsiteX493" fmla="*/ 425905 w 884748"/>
                <a:gd name="connsiteY493" fmla="*/ 224244 h 1410045"/>
                <a:gd name="connsiteX494" fmla="*/ 428350 w 884748"/>
                <a:gd name="connsiteY494" fmla="*/ 221798 h 1410045"/>
                <a:gd name="connsiteX495" fmla="*/ 428350 w 884748"/>
                <a:gd name="connsiteY495" fmla="*/ 219353 h 1410045"/>
                <a:gd name="connsiteX496" fmla="*/ 430939 w 884748"/>
                <a:gd name="connsiteY496" fmla="*/ 219353 h 1410045"/>
                <a:gd name="connsiteX497" fmla="*/ 430939 w 884748"/>
                <a:gd name="connsiteY497" fmla="*/ 216620 h 1410045"/>
                <a:gd name="connsiteX498" fmla="*/ 430939 w 884748"/>
                <a:gd name="connsiteY498" fmla="*/ 214031 h 1410045"/>
                <a:gd name="connsiteX499" fmla="*/ 433385 w 884748"/>
                <a:gd name="connsiteY499" fmla="*/ 214031 h 1410045"/>
                <a:gd name="connsiteX500" fmla="*/ 433385 w 884748"/>
                <a:gd name="connsiteY500" fmla="*/ 211586 h 1410045"/>
                <a:gd name="connsiteX501" fmla="*/ 433385 w 884748"/>
                <a:gd name="connsiteY501" fmla="*/ 209141 h 1410045"/>
                <a:gd name="connsiteX502" fmla="*/ 436117 w 884748"/>
                <a:gd name="connsiteY502" fmla="*/ 209141 h 1410045"/>
                <a:gd name="connsiteX503" fmla="*/ 436117 w 884748"/>
                <a:gd name="connsiteY503" fmla="*/ 206408 h 1410045"/>
                <a:gd name="connsiteX504" fmla="*/ 438563 w 884748"/>
                <a:gd name="connsiteY504" fmla="*/ 203819 h 1410045"/>
                <a:gd name="connsiteX505" fmla="*/ 438563 w 884748"/>
                <a:gd name="connsiteY505" fmla="*/ 201373 h 1410045"/>
                <a:gd name="connsiteX506" fmla="*/ 441008 w 884748"/>
                <a:gd name="connsiteY506" fmla="*/ 198928 h 1410045"/>
                <a:gd name="connsiteX507" fmla="*/ 441008 w 884748"/>
                <a:gd name="connsiteY507" fmla="*/ 196195 h 1410045"/>
                <a:gd name="connsiteX508" fmla="*/ 443597 w 884748"/>
                <a:gd name="connsiteY508" fmla="*/ 196195 h 1410045"/>
                <a:gd name="connsiteX509" fmla="*/ 443597 w 884748"/>
                <a:gd name="connsiteY509" fmla="*/ 193606 h 1410045"/>
                <a:gd name="connsiteX510" fmla="*/ 446330 w 884748"/>
                <a:gd name="connsiteY510" fmla="*/ 191161 h 1410045"/>
                <a:gd name="connsiteX511" fmla="*/ 446330 w 884748"/>
                <a:gd name="connsiteY511" fmla="*/ 188716 h 1410045"/>
                <a:gd name="connsiteX512" fmla="*/ 448775 w 884748"/>
                <a:gd name="connsiteY512" fmla="*/ 185983 h 1410045"/>
                <a:gd name="connsiteX513" fmla="*/ 448775 w 884748"/>
                <a:gd name="connsiteY513" fmla="*/ 183394 h 1410045"/>
                <a:gd name="connsiteX514" fmla="*/ 451220 w 884748"/>
                <a:gd name="connsiteY514" fmla="*/ 183394 h 1410045"/>
                <a:gd name="connsiteX515" fmla="*/ 451220 w 884748"/>
                <a:gd name="connsiteY515" fmla="*/ 180948 h 1410045"/>
                <a:gd name="connsiteX516" fmla="*/ 451220 w 884748"/>
                <a:gd name="connsiteY516" fmla="*/ 178503 h 1410045"/>
                <a:gd name="connsiteX517" fmla="*/ 453810 w 884748"/>
                <a:gd name="connsiteY517" fmla="*/ 178503 h 1410045"/>
                <a:gd name="connsiteX518" fmla="*/ 453810 w 884748"/>
                <a:gd name="connsiteY518" fmla="*/ 175770 h 1410045"/>
                <a:gd name="connsiteX519" fmla="*/ 453810 w 884748"/>
                <a:gd name="connsiteY519" fmla="*/ 173325 h 1410045"/>
                <a:gd name="connsiteX520" fmla="*/ 456542 w 884748"/>
                <a:gd name="connsiteY520" fmla="*/ 173325 h 1410045"/>
                <a:gd name="connsiteX521" fmla="*/ 456542 w 884748"/>
                <a:gd name="connsiteY521" fmla="*/ 170736 h 1410045"/>
                <a:gd name="connsiteX522" fmla="*/ 458988 w 884748"/>
                <a:gd name="connsiteY522" fmla="*/ 168291 h 1410045"/>
                <a:gd name="connsiteX523" fmla="*/ 458988 w 884748"/>
                <a:gd name="connsiteY523" fmla="*/ 165558 h 1410045"/>
                <a:gd name="connsiteX524" fmla="*/ 461433 w 884748"/>
                <a:gd name="connsiteY524" fmla="*/ 162969 h 1410045"/>
                <a:gd name="connsiteX525" fmla="*/ 461433 w 884748"/>
                <a:gd name="connsiteY525" fmla="*/ 160523 h 1410045"/>
                <a:gd name="connsiteX526" fmla="*/ 464022 w 884748"/>
                <a:gd name="connsiteY526" fmla="*/ 160523 h 1410045"/>
                <a:gd name="connsiteX527" fmla="*/ 464022 w 884748"/>
                <a:gd name="connsiteY527" fmla="*/ 158078 h 1410045"/>
                <a:gd name="connsiteX528" fmla="*/ 464022 w 884748"/>
                <a:gd name="connsiteY528" fmla="*/ 155345 h 1410045"/>
                <a:gd name="connsiteX529" fmla="*/ 466467 w 884748"/>
                <a:gd name="connsiteY529" fmla="*/ 155345 h 1410045"/>
                <a:gd name="connsiteX530" fmla="*/ 466467 w 884748"/>
                <a:gd name="connsiteY530" fmla="*/ 152900 h 1410045"/>
                <a:gd name="connsiteX531" fmla="*/ 469200 w 884748"/>
                <a:gd name="connsiteY531" fmla="*/ 150311 h 1410045"/>
                <a:gd name="connsiteX532" fmla="*/ 469200 w 884748"/>
                <a:gd name="connsiteY532" fmla="*/ 147866 h 1410045"/>
                <a:gd name="connsiteX533" fmla="*/ 471645 w 884748"/>
                <a:gd name="connsiteY533" fmla="*/ 145420 h 1410045"/>
                <a:gd name="connsiteX534" fmla="*/ 471645 w 884748"/>
                <a:gd name="connsiteY534" fmla="*/ 142687 h 1410045"/>
                <a:gd name="connsiteX535" fmla="*/ 474235 w 884748"/>
                <a:gd name="connsiteY535" fmla="*/ 142687 h 1410045"/>
                <a:gd name="connsiteX536" fmla="*/ 474235 w 884748"/>
                <a:gd name="connsiteY536" fmla="*/ 140098 h 1410045"/>
                <a:gd name="connsiteX537" fmla="*/ 476680 w 884748"/>
                <a:gd name="connsiteY537" fmla="*/ 137653 h 1410045"/>
                <a:gd name="connsiteX538" fmla="*/ 476680 w 884748"/>
                <a:gd name="connsiteY538" fmla="*/ 135208 h 1410045"/>
                <a:gd name="connsiteX539" fmla="*/ 476680 w 884748"/>
                <a:gd name="connsiteY539" fmla="*/ 132475 h 1410045"/>
                <a:gd name="connsiteX540" fmla="*/ 479413 w 884748"/>
                <a:gd name="connsiteY540" fmla="*/ 132475 h 1410045"/>
                <a:gd name="connsiteX541" fmla="*/ 479413 w 884748"/>
                <a:gd name="connsiteY541" fmla="*/ 129886 h 1410045"/>
                <a:gd name="connsiteX542" fmla="*/ 481858 w 884748"/>
                <a:gd name="connsiteY542" fmla="*/ 127441 h 1410045"/>
                <a:gd name="connsiteX543" fmla="*/ 481858 w 884748"/>
                <a:gd name="connsiteY543" fmla="*/ 124995 h 1410045"/>
                <a:gd name="connsiteX544" fmla="*/ 484447 w 884748"/>
                <a:gd name="connsiteY544" fmla="*/ 124995 h 1410045"/>
                <a:gd name="connsiteX545" fmla="*/ 484447 w 884748"/>
                <a:gd name="connsiteY545" fmla="*/ 122262 h 1410045"/>
                <a:gd name="connsiteX546" fmla="*/ 484447 w 884748"/>
                <a:gd name="connsiteY546" fmla="*/ 119673 h 1410045"/>
                <a:gd name="connsiteX547" fmla="*/ 486892 w 884748"/>
                <a:gd name="connsiteY547" fmla="*/ 119673 h 1410045"/>
                <a:gd name="connsiteX548" fmla="*/ 486892 w 884748"/>
                <a:gd name="connsiteY548" fmla="*/ 117228 h 1410045"/>
                <a:gd name="connsiteX549" fmla="*/ 489625 w 884748"/>
                <a:gd name="connsiteY549" fmla="*/ 114783 h 1410045"/>
                <a:gd name="connsiteX550" fmla="*/ 489625 w 884748"/>
                <a:gd name="connsiteY550" fmla="*/ 112050 h 1410045"/>
                <a:gd name="connsiteX551" fmla="*/ 492071 w 884748"/>
                <a:gd name="connsiteY551" fmla="*/ 109461 h 1410045"/>
                <a:gd name="connsiteX552" fmla="*/ 492071 w 884748"/>
                <a:gd name="connsiteY552" fmla="*/ 107016 h 1410045"/>
                <a:gd name="connsiteX553" fmla="*/ 494660 w 884748"/>
                <a:gd name="connsiteY553" fmla="*/ 107016 h 1410045"/>
                <a:gd name="connsiteX554" fmla="*/ 494660 w 884748"/>
                <a:gd name="connsiteY554" fmla="*/ 104570 h 1410045"/>
                <a:gd name="connsiteX555" fmla="*/ 494660 w 884748"/>
                <a:gd name="connsiteY555" fmla="*/ 101837 h 1410045"/>
                <a:gd name="connsiteX556" fmla="*/ 497105 w 884748"/>
                <a:gd name="connsiteY556" fmla="*/ 101837 h 1410045"/>
                <a:gd name="connsiteX557" fmla="*/ 497105 w 884748"/>
                <a:gd name="connsiteY557" fmla="*/ 99392 h 1410045"/>
                <a:gd name="connsiteX558" fmla="*/ 499838 w 884748"/>
                <a:gd name="connsiteY558" fmla="*/ 96803 h 1410045"/>
                <a:gd name="connsiteX559" fmla="*/ 499838 w 884748"/>
                <a:gd name="connsiteY559" fmla="*/ 94358 h 1410045"/>
                <a:gd name="connsiteX560" fmla="*/ 502283 w 884748"/>
                <a:gd name="connsiteY560" fmla="*/ 91625 h 1410045"/>
                <a:gd name="connsiteX561" fmla="*/ 502283 w 884748"/>
                <a:gd name="connsiteY561" fmla="*/ 89036 h 1410045"/>
                <a:gd name="connsiteX562" fmla="*/ 504872 w 884748"/>
                <a:gd name="connsiteY562" fmla="*/ 86591 h 1410045"/>
                <a:gd name="connsiteX563" fmla="*/ 504872 w 884748"/>
                <a:gd name="connsiteY563" fmla="*/ 84145 h 1410045"/>
                <a:gd name="connsiteX564" fmla="*/ 507317 w 884748"/>
                <a:gd name="connsiteY564" fmla="*/ 84145 h 1410045"/>
                <a:gd name="connsiteX565" fmla="*/ 507317 w 884748"/>
                <a:gd name="connsiteY565" fmla="*/ 81412 h 1410045"/>
                <a:gd name="connsiteX566" fmla="*/ 507317 w 884748"/>
                <a:gd name="connsiteY566" fmla="*/ 78967 h 1410045"/>
                <a:gd name="connsiteX567" fmla="*/ 510050 w 884748"/>
                <a:gd name="connsiteY567" fmla="*/ 78967 h 1410045"/>
                <a:gd name="connsiteX568" fmla="*/ 510050 w 884748"/>
                <a:gd name="connsiteY568" fmla="*/ 76378 h 1410045"/>
                <a:gd name="connsiteX569" fmla="*/ 512496 w 884748"/>
                <a:gd name="connsiteY569" fmla="*/ 73933 h 1410045"/>
                <a:gd name="connsiteX570" fmla="*/ 512496 w 884748"/>
                <a:gd name="connsiteY570" fmla="*/ 71200 h 1410045"/>
                <a:gd name="connsiteX571" fmla="*/ 515085 w 884748"/>
                <a:gd name="connsiteY571" fmla="*/ 71200 h 1410045"/>
                <a:gd name="connsiteX572" fmla="*/ 515085 w 884748"/>
                <a:gd name="connsiteY572" fmla="*/ 68755 h 1410045"/>
                <a:gd name="connsiteX573" fmla="*/ 515085 w 884748"/>
                <a:gd name="connsiteY573" fmla="*/ 66166 h 1410045"/>
                <a:gd name="connsiteX574" fmla="*/ 517530 w 884748"/>
                <a:gd name="connsiteY574" fmla="*/ 66166 h 1410045"/>
                <a:gd name="connsiteX575" fmla="*/ 517530 w 884748"/>
                <a:gd name="connsiteY575" fmla="*/ 63720 h 1410045"/>
                <a:gd name="connsiteX576" fmla="*/ 517530 w 884748"/>
                <a:gd name="connsiteY576" fmla="*/ 61275 h 1410045"/>
                <a:gd name="connsiteX577" fmla="*/ 520263 w 884748"/>
                <a:gd name="connsiteY577" fmla="*/ 61275 h 1410045"/>
                <a:gd name="connsiteX578" fmla="*/ 520263 w 884748"/>
                <a:gd name="connsiteY578" fmla="*/ 58542 h 1410045"/>
                <a:gd name="connsiteX579" fmla="*/ 520263 w 884748"/>
                <a:gd name="connsiteY579" fmla="*/ 55953 h 1410045"/>
                <a:gd name="connsiteX580" fmla="*/ 522708 w 884748"/>
                <a:gd name="connsiteY580" fmla="*/ 55953 h 1410045"/>
                <a:gd name="connsiteX581" fmla="*/ 522708 w 884748"/>
                <a:gd name="connsiteY581" fmla="*/ 53508 h 1410045"/>
                <a:gd name="connsiteX582" fmla="*/ 525153 w 884748"/>
                <a:gd name="connsiteY582" fmla="*/ 51063 h 1410045"/>
                <a:gd name="connsiteX583" fmla="*/ 525153 w 884748"/>
                <a:gd name="connsiteY583" fmla="*/ 48330 h 1410045"/>
                <a:gd name="connsiteX584" fmla="*/ 527742 w 884748"/>
                <a:gd name="connsiteY584" fmla="*/ 48330 h 1410045"/>
                <a:gd name="connsiteX585" fmla="*/ 527742 w 884748"/>
                <a:gd name="connsiteY585" fmla="*/ 45741 h 1410045"/>
                <a:gd name="connsiteX586" fmla="*/ 527742 w 884748"/>
                <a:gd name="connsiteY586" fmla="*/ 43295 h 1410045"/>
                <a:gd name="connsiteX587" fmla="*/ 530475 w 884748"/>
                <a:gd name="connsiteY587" fmla="*/ 43295 h 1410045"/>
                <a:gd name="connsiteX588" fmla="*/ 530475 w 884748"/>
                <a:gd name="connsiteY588" fmla="*/ 40850 h 1410045"/>
                <a:gd name="connsiteX589" fmla="*/ 532921 w 884748"/>
                <a:gd name="connsiteY589" fmla="*/ 38117 h 1410045"/>
                <a:gd name="connsiteX590" fmla="*/ 532921 w 884748"/>
                <a:gd name="connsiteY590" fmla="*/ 35528 h 1410045"/>
                <a:gd name="connsiteX591" fmla="*/ 535366 w 884748"/>
                <a:gd name="connsiteY591" fmla="*/ 33083 h 1410045"/>
                <a:gd name="connsiteX592" fmla="*/ 535366 w 884748"/>
                <a:gd name="connsiteY592" fmla="*/ 30637 h 1410045"/>
                <a:gd name="connsiteX593" fmla="*/ 537955 w 884748"/>
                <a:gd name="connsiteY593" fmla="*/ 30637 h 1410045"/>
                <a:gd name="connsiteX594" fmla="*/ 537955 w 884748"/>
                <a:gd name="connsiteY594" fmla="*/ 27905 h 1410045"/>
                <a:gd name="connsiteX595" fmla="*/ 537955 w 884748"/>
                <a:gd name="connsiteY595" fmla="*/ 25316 h 1410045"/>
                <a:gd name="connsiteX596" fmla="*/ 540400 w 884748"/>
                <a:gd name="connsiteY596" fmla="*/ 25316 h 1410045"/>
                <a:gd name="connsiteX597" fmla="*/ 540400 w 884748"/>
                <a:gd name="connsiteY597" fmla="*/ 22870 h 1410045"/>
                <a:gd name="connsiteX598" fmla="*/ 540400 w 884748"/>
                <a:gd name="connsiteY598" fmla="*/ 20425 h 1410045"/>
                <a:gd name="connsiteX599" fmla="*/ 543133 w 884748"/>
                <a:gd name="connsiteY599" fmla="*/ 20425 h 1410045"/>
                <a:gd name="connsiteX600" fmla="*/ 543133 w 884748"/>
                <a:gd name="connsiteY600" fmla="*/ 17692 h 1410045"/>
                <a:gd name="connsiteX601" fmla="*/ 545578 w 884748"/>
                <a:gd name="connsiteY601" fmla="*/ 15103 h 1410045"/>
                <a:gd name="connsiteX602" fmla="*/ 545578 w 884748"/>
                <a:gd name="connsiteY602" fmla="*/ 12658 h 1410045"/>
                <a:gd name="connsiteX603" fmla="*/ 548167 w 884748"/>
                <a:gd name="connsiteY603" fmla="*/ 12658 h 1410045"/>
                <a:gd name="connsiteX604" fmla="*/ 548167 w 884748"/>
                <a:gd name="connsiteY604" fmla="*/ 10212 h 1410045"/>
                <a:gd name="connsiteX605" fmla="*/ 548167 w 884748"/>
                <a:gd name="connsiteY605" fmla="*/ 7480 h 1410045"/>
                <a:gd name="connsiteX606" fmla="*/ 550613 w 884748"/>
                <a:gd name="connsiteY606" fmla="*/ 7480 h 1410045"/>
                <a:gd name="connsiteX607" fmla="*/ 550613 w 884748"/>
                <a:gd name="connsiteY607" fmla="*/ 4891 h 1410045"/>
                <a:gd name="connsiteX608" fmla="*/ 550613 w 884748"/>
                <a:gd name="connsiteY608" fmla="*/ 2445 h 1410045"/>
                <a:gd name="connsiteX609" fmla="*/ 553346 w 884748"/>
                <a:gd name="connsiteY609" fmla="*/ 0 h 1410045"/>
                <a:gd name="connsiteX610" fmla="*/ 555791 w 884748"/>
                <a:gd name="connsiteY610" fmla="*/ 0 h 1410045"/>
                <a:gd name="connsiteX611" fmla="*/ 555791 w 884748"/>
                <a:gd name="connsiteY611" fmla="*/ 2445 h 1410045"/>
                <a:gd name="connsiteX612" fmla="*/ 555791 w 884748"/>
                <a:gd name="connsiteY612" fmla="*/ 4891 h 1410045"/>
                <a:gd name="connsiteX613" fmla="*/ 558380 w 884748"/>
                <a:gd name="connsiteY613" fmla="*/ 4891 h 1410045"/>
                <a:gd name="connsiteX614" fmla="*/ 558380 w 884748"/>
                <a:gd name="connsiteY614" fmla="*/ 7480 h 1410045"/>
                <a:gd name="connsiteX615" fmla="*/ 560825 w 884748"/>
                <a:gd name="connsiteY615" fmla="*/ 10212 h 1410045"/>
                <a:gd name="connsiteX616" fmla="*/ 563558 w 884748"/>
                <a:gd name="connsiteY616" fmla="*/ 10212 h 1410045"/>
                <a:gd name="connsiteX617" fmla="*/ 563558 w 884748"/>
                <a:gd name="connsiteY617" fmla="*/ 12658 h 1410045"/>
                <a:gd name="connsiteX618" fmla="*/ 566003 w 884748"/>
                <a:gd name="connsiteY618" fmla="*/ 12658 h 1410045"/>
                <a:gd name="connsiteX619" fmla="*/ 566003 w 884748"/>
                <a:gd name="connsiteY619" fmla="*/ 15103 h 1410045"/>
                <a:gd name="connsiteX620" fmla="*/ 568592 w 884748"/>
                <a:gd name="connsiteY620" fmla="*/ 15103 h 1410045"/>
                <a:gd name="connsiteX621" fmla="*/ 568592 w 884748"/>
                <a:gd name="connsiteY621" fmla="*/ 17692 h 1410045"/>
                <a:gd name="connsiteX622" fmla="*/ 571038 w 884748"/>
                <a:gd name="connsiteY622" fmla="*/ 17692 h 1410045"/>
                <a:gd name="connsiteX623" fmla="*/ 571038 w 884748"/>
                <a:gd name="connsiteY623" fmla="*/ 20425 h 1410045"/>
                <a:gd name="connsiteX624" fmla="*/ 576216 w 884748"/>
                <a:gd name="connsiteY624" fmla="*/ 20425 h 1410045"/>
                <a:gd name="connsiteX625" fmla="*/ 578805 w 884748"/>
                <a:gd name="connsiteY625" fmla="*/ 22870 h 1410045"/>
                <a:gd name="connsiteX626" fmla="*/ 581250 w 884748"/>
                <a:gd name="connsiteY626" fmla="*/ 22870 h 1410045"/>
                <a:gd name="connsiteX627" fmla="*/ 583983 w 884748"/>
                <a:gd name="connsiteY627" fmla="*/ 22870 h 1410045"/>
                <a:gd name="connsiteX628" fmla="*/ 586428 w 884748"/>
                <a:gd name="connsiteY628" fmla="*/ 25316 h 1410045"/>
                <a:gd name="connsiteX629" fmla="*/ 589018 w 884748"/>
                <a:gd name="connsiteY629" fmla="*/ 25316 h 1410045"/>
                <a:gd name="connsiteX630" fmla="*/ 591463 w 884748"/>
                <a:gd name="connsiteY630" fmla="*/ 25316 h 1410045"/>
                <a:gd name="connsiteX631" fmla="*/ 594196 w 884748"/>
                <a:gd name="connsiteY631" fmla="*/ 27905 h 1410045"/>
                <a:gd name="connsiteX632" fmla="*/ 596641 w 884748"/>
                <a:gd name="connsiteY632" fmla="*/ 30637 h 1410045"/>
                <a:gd name="connsiteX633" fmla="*/ 599086 w 884748"/>
                <a:gd name="connsiteY633" fmla="*/ 33083 h 1410045"/>
                <a:gd name="connsiteX634" fmla="*/ 601675 w 884748"/>
                <a:gd name="connsiteY634" fmla="*/ 38117 h 1410045"/>
                <a:gd name="connsiteX635" fmla="*/ 601675 w 884748"/>
                <a:gd name="connsiteY635" fmla="*/ 40850 h 1410045"/>
                <a:gd name="connsiteX636" fmla="*/ 599086 w 884748"/>
                <a:gd name="connsiteY636" fmla="*/ 40850 h 1410045"/>
                <a:gd name="connsiteX637" fmla="*/ 599086 w 884748"/>
                <a:gd name="connsiteY637" fmla="*/ 43295 h 1410045"/>
                <a:gd name="connsiteX638" fmla="*/ 601675 w 884748"/>
                <a:gd name="connsiteY638" fmla="*/ 43295 h 1410045"/>
                <a:gd name="connsiteX639" fmla="*/ 604408 w 884748"/>
                <a:gd name="connsiteY639" fmla="*/ 43295 h 1410045"/>
                <a:gd name="connsiteX640" fmla="*/ 604408 w 884748"/>
                <a:gd name="connsiteY640" fmla="*/ 45741 h 1410045"/>
                <a:gd name="connsiteX641" fmla="*/ 606853 w 884748"/>
                <a:gd name="connsiteY641" fmla="*/ 45741 h 1410045"/>
                <a:gd name="connsiteX642" fmla="*/ 609299 w 884748"/>
                <a:gd name="connsiteY642" fmla="*/ 48330 h 1410045"/>
                <a:gd name="connsiteX643" fmla="*/ 609299 w 884748"/>
                <a:gd name="connsiteY643" fmla="*/ 51063 h 1410045"/>
                <a:gd name="connsiteX644" fmla="*/ 609299 w 884748"/>
                <a:gd name="connsiteY644" fmla="*/ 53508 h 1410045"/>
                <a:gd name="connsiteX645" fmla="*/ 611888 w 884748"/>
                <a:gd name="connsiteY645" fmla="*/ 53508 h 1410045"/>
                <a:gd name="connsiteX646" fmla="*/ 611888 w 884748"/>
                <a:gd name="connsiteY646" fmla="*/ 55953 h 1410045"/>
                <a:gd name="connsiteX647" fmla="*/ 614333 w 884748"/>
                <a:gd name="connsiteY647" fmla="*/ 55953 h 1410045"/>
                <a:gd name="connsiteX648" fmla="*/ 614333 w 884748"/>
                <a:gd name="connsiteY648" fmla="*/ 58542 h 1410045"/>
                <a:gd name="connsiteX649" fmla="*/ 617066 w 884748"/>
                <a:gd name="connsiteY649" fmla="*/ 58542 h 1410045"/>
                <a:gd name="connsiteX650" fmla="*/ 617066 w 884748"/>
                <a:gd name="connsiteY650" fmla="*/ 55953 h 1410045"/>
                <a:gd name="connsiteX651" fmla="*/ 617066 w 884748"/>
                <a:gd name="connsiteY651" fmla="*/ 58542 h 1410045"/>
                <a:gd name="connsiteX652" fmla="*/ 617066 w 884748"/>
                <a:gd name="connsiteY652" fmla="*/ 61275 h 1410045"/>
                <a:gd name="connsiteX653" fmla="*/ 617066 w 884748"/>
                <a:gd name="connsiteY653" fmla="*/ 63720 h 1410045"/>
                <a:gd name="connsiteX654" fmla="*/ 617066 w 884748"/>
                <a:gd name="connsiteY654" fmla="*/ 66166 h 1410045"/>
                <a:gd name="connsiteX655" fmla="*/ 617066 w 884748"/>
                <a:gd name="connsiteY655" fmla="*/ 68755 h 1410045"/>
                <a:gd name="connsiteX656" fmla="*/ 617066 w 884748"/>
                <a:gd name="connsiteY656" fmla="*/ 71200 h 1410045"/>
                <a:gd name="connsiteX657" fmla="*/ 617066 w 884748"/>
                <a:gd name="connsiteY657" fmla="*/ 73933 h 1410045"/>
                <a:gd name="connsiteX658" fmla="*/ 614333 w 884748"/>
                <a:gd name="connsiteY658" fmla="*/ 73933 h 1410045"/>
                <a:gd name="connsiteX659" fmla="*/ 614333 w 884748"/>
                <a:gd name="connsiteY659" fmla="*/ 76378 h 1410045"/>
                <a:gd name="connsiteX660" fmla="*/ 617066 w 884748"/>
                <a:gd name="connsiteY660" fmla="*/ 76378 h 1410045"/>
                <a:gd name="connsiteX661" fmla="*/ 617066 w 884748"/>
                <a:gd name="connsiteY661" fmla="*/ 73933 h 1410045"/>
                <a:gd name="connsiteX662" fmla="*/ 619511 w 884748"/>
                <a:gd name="connsiteY662" fmla="*/ 73933 h 1410045"/>
                <a:gd name="connsiteX663" fmla="*/ 619511 w 884748"/>
                <a:gd name="connsiteY663" fmla="*/ 76378 h 1410045"/>
                <a:gd name="connsiteX664" fmla="*/ 622100 w 884748"/>
                <a:gd name="connsiteY664" fmla="*/ 76378 h 1410045"/>
                <a:gd name="connsiteX665" fmla="*/ 622100 w 884748"/>
                <a:gd name="connsiteY665" fmla="*/ 78967 h 1410045"/>
                <a:gd name="connsiteX666" fmla="*/ 622100 w 884748"/>
                <a:gd name="connsiteY666" fmla="*/ 81412 h 1410045"/>
                <a:gd name="connsiteX667" fmla="*/ 622100 w 884748"/>
                <a:gd name="connsiteY667" fmla="*/ 84145 h 1410045"/>
                <a:gd name="connsiteX668" fmla="*/ 622100 w 884748"/>
                <a:gd name="connsiteY668" fmla="*/ 86591 h 1410045"/>
                <a:gd name="connsiteX669" fmla="*/ 624546 w 884748"/>
                <a:gd name="connsiteY669" fmla="*/ 86591 h 1410045"/>
                <a:gd name="connsiteX670" fmla="*/ 624546 w 884748"/>
                <a:gd name="connsiteY670" fmla="*/ 89036 h 1410045"/>
                <a:gd name="connsiteX671" fmla="*/ 622100 w 884748"/>
                <a:gd name="connsiteY671" fmla="*/ 89036 h 1410045"/>
                <a:gd name="connsiteX672" fmla="*/ 622100 w 884748"/>
                <a:gd name="connsiteY672" fmla="*/ 91625 h 1410045"/>
                <a:gd name="connsiteX673" fmla="*/ 622100 w 884748"/>
                <a:gd name="connsiteY673" fmla="*/ 94358 h 1410045"/>
                <a:gd name="connsiteX674" fmla="*/ 622100 w 884748"/>
                <a:gd name="connsiteY674" fmla="*/ 96803 h 1410045"/>
                <a:gd name="connsiteX675" fmla="*/ 624546 w 884748"/>
                <a:gd name="connsiteY675" fmla="*/ 96803 h 1410045"/>
                <a:gd name="connsiteX676" fmla="*/ 624546 w 884748"/>
                <a:gd name="connsiteY676" fmla="*/ 99392 h 1410045"/>
                <a:gd name="connsiteX677" fmla="*/ 624546 w 884748"/>
                <a:gd name="connsiteY677" fmla="*/ 101837 h 1410045"/>
                <a:gd name="connsiteX678" fmla="*/ 627278 w 884748"/>
                <a:gd name="connsiteY678" fmla="*/ 104570 h 1410045"/>
                <a:gd name="connsiteX679" fmla="*/ 629724 w 884748"/>
                <a:gd name="connsiteY679" fmla="*/ 104570 h 1410045"/>
                <a:gd name="connsiteX680" fmla="*/ 629724 w 884748"/>
                <a:gd name="connsiteY680" fmla="*/ 101837 h 1410045"/>
                <a:gd name="connsiteX681" fmla="*/ 627278 w 884748"/>
                <a:gd name="connsiteY681" fmla="*/ 101837 h 1410045"/>
                <a:gd name="connsiteX682" fmla="*/ 627278 w 884748"/>
                <a:gd name="connsiteY682" fmla="*/ 99392 h 1410045"/>
                <a:gd name="connsiteX683" fmla="*/ 629724 w 884748"/>
                <a:gd name="connsiteY683" fmla="*/ 99392 h 1410045"/>
                <a:gd name="connsiteX684" fmla="*/ 632313 w 884748"/>
                <a:gd name="connsiteY684" fmla="*/ 99392 h 1410045"/>
                <a:gd name="connsiteX685" fmla="*/ 632313 w 884748"/>
                <a:gd name="connsiteY685" fmla="*/ 96803 h 1410045"/>
                <a:gd name="connsiteX686" fmla="*/ 632313 w 884748"/>
                <a:gd name="connsiteY686" fmla="*/ 94358 h 1410045"/>
                <a:gd name="connsiteX687" fmla="*/ 634758 w 884748"/>
                <a:gd name="connsiteY687" fmla="*/ 94358 h 1410045"/>
                <a:gd name="connsiteX688" fmla="*/ 634758 w 884748"/>
                <a:gd name="connsiteY688" fmla="*/ 96803 h 1410045"/>
                <a:gd name="connsiteX689" fmla="*/ 634758 w 884748"/>
                <a:gd name="connsiteY689" fmla="*/ 99392 h 1410045"/>
                <a:gd name="connsiteX690" fmla="*/ 632313 w 884748"/>
                <a:gd name="connsiteY690" fmla="*/ 101837 h 1410045"/>
                <a:gd name="connsiteX691" fmla="*/ 632313 w 884748"/>
                <a:gd name="connsiteY691" fmla="*/ 104570 h 1410045"/>
                <a:gd name="connsiteX692" fmla="*/ 632313 w 884748"/>
                <a:gd name="connsiteY692" fmla="*/ 107016 h 1410045"/>
                <a:gd name="connsiteX693" fmla="*/ 632313 w 884748"/>
                <a:gd name="connsiteY693" fmla="*/ 109461 h 1410045"/>
                <a:gd name="connsiteX694" fmla="*/ 632313 w 884748"/>
                <a:gd name="connsiteY694" fmla="*/ 112050 h 1410045"/>
                <a:gd name="connsiteX695" fmla="*/ 632313 w 884748"/>
                <a:gd name="connsiteY695" fmla="*/ 114783 h 1410045"/>
                <a:gd name="connsiteX696" fmla="*/ 634758 w 884748"/>
                <a:gd name="connsiteY696" fmla="*/ 114783 h 1410045"/>
                <a:gd name="connsiteX697" fmla="*/ 634758 w 884748"/>
                <a:gd name="connsiteY697" fmla="*/ 117228 h 1410045"/>
                <a:gd name="connsiteX698" fmla="*/ 634758 w 884748"/>
                <a:gd name="connsiteY698" fmla="*/ 119673 h 1410045"/>
                <a:gd name="connsiteX699" fmla="*/ 637491 w 884748"/>
                <a:gd name="connsiteY699" fmla="*/ 119673 h 1410045"/>
                <a:gd name="connsiteX700" fmla="*/ 637491 w 884748"/>
                <a:gd name="connsiteY700" fmla="*/ 122262 h 1410045"/>
                <a:gd name="connsiteX701" fmla="*/ 637491 w 884748"/>
                <a:gd name="connsiteY701" fmla="*/ 124995 h 1410045"/>
                <a:gd name="connsiteX702" fmla="*/ 637491 w 884748"/>
                <a:gd name="connsiteY702" fmla="*/ 127441 h 1410045"/>
                <a:gd name="connsiteX703" fmla="*/ 639936 w 884748"/>
                <a:gd name="connsiteY703" fmla="*/ 127441 h 1410045"/>
                <a:gd name="connsiteX704" fmla="*/ 642525 w 884748"/>
                <a:gd name="connsiteY704" fmla="*/ 129886 h 1410045"/>
                <a:gd name="connsiteX705" fmla="*/ 642525 w 884748"/>
                <a:gd name="connsiteY705" fmla="*/ 132475 h 1410045"/>
                <a:gd name="connsiteX706" fmla="*/ 644971 w 884748"/>
                <a:gd name="connsiteY706" fmla="*/ 135208 h 1410045"/>
                <a:gd name="connsiteX707" fmla="*/ 644971 w 884748"/>
                <a:gd name="connsiteY707" fmla="*/ 137653 h 1410045"/>
                <a:gd name="connsiteX708" fmla="*/ 647703 w 884748"/>
                <a:gd name="connsiteY708" fmla="*/ 140098 h 1410045"/>
                <a:gd name="connsiteX709" fmla="*/ 647703 w 884748"/>
                <a:gd name="connsiteY709" fmla="*/ 142687 h 1410045"/>
                <a:gd name="connsiteX710" fmla="*/ 650149 w 884748"/>
                <a:gd name="connsiteY710" fmla="*/ 145420 h 1410045"/>
                <a:gd name="connsiteX711" fmla="*/ 652738 w 884748"/>
                <a:gd name="connsiteY711" fmla="*/ 145420 h 1410045"/>
                <a:gd name="connsiteX712" fmla="*/ 652738 w 884748"/>
                <a:gd name="connsiteY712" fmla="*/ 147866 h 1410045"/>
                <a:gd name="connsiteX713" fmla="*/ 652738 w 884748"/>
                <a:gd name="connsiteY713" fmla="*/ 150311 h 1410045"/>
                <a:gd name="connsiteX714" fmla="*/ 652738 w 884748"/>
                <a:gd name="connsiteY714" fmla="*/ 152900 h 1410045"/>
                <a:gd name="connsiteX715" fmla="*/ 655183 w 884748"/>
                <a:gd name="connsiteY715" fmla="*/ 155345 h 1410045"/>
                <a:gd name="connsiteX716" fmla="*/ 657916 w 884748"/>
                <a:gd name="connsiteY716" fmla="*/ 155345 h 1410045"/>
                <a:gd name="connsiteX717" fmla="*/ 657916 w 884748"/>
                <a:gd name="connsiteY717" fmla="*/ 158078 h 1410045"/>
                <a:gd name="connsiteX718" fmla="*/ 660361 w 884748"/>
                <a:gd name="connsiteY718" fmla="*/ 160523 h 1410045"/>
                <a:gd name="connsiteX719" fmla="*/ 662950 w 884748"/>
                <a:gd name="connsiteY719" fmla="*/ 160523 h 1410045"/>
                <a:gd name="connsiteX720" fmla="*/ 665396 w 884748"/>
                <a:gd name="connsiteY720" fmla="*/ 160523 h 1410045"/>
                <a:gd name="connsiteX721" fmla="*/ 665396 w 884748"/>
                <a:gd name="connsiteY721" fmla="*/ 162969 h 1410045"/>
                <a:gd name="connsiteX722" fmla="*/ 665396 w 884748"/>
                <a:gd name="connsiteY722" fmla="*/ 165558 h 1410045"/>
                <a:gd name="connsiteX723" fmla="*/ 668129 w 884748"/>
                <a:gd name="connsiteY723" fmla="*/ 165558 h 1410045"/>
                <a:gd name="connsiteX724" fmla="*/ 668129 w 884748"/>
                <a:gd name="connsiteY724" fmla="*/ 168291 h 1410045"/>
                <a:gd name="connsiteX725" fmla="*/ 670574 w 884748"/>
                <a:gd name="connsiteY725" fmla="*/ 168291 h 1410045"/>
                <a:gd name="connsiteX726" fmla="*/ 670574 w 884748"/>
                <a:gd name="connsiteY726" fmla="*/ 170736 h 1410045"/>
                <a:gd name="connsiteX727" fmla="*/ 670574 w 884748"/>
                <a:gd name="connsiteY727" fmla="*/ 173325 h 1410045"/>
                <a:gd name="connsiteX728" fmla="*/ 673019 w 884748"/>
                <a:gd name="connsiteY728" fmla="*/ 175770 h 1410045"/>
                <a:gd name="connsiteX729" fmla="*/ 675608 w 884748"/>
                <a:gd name="connsiteY729" fmla="*/ 175770 h 1410045"/>
                <a:gd name="connsiteX730" fmla="*/ 675608 w 884748"/>
                <a:gd name="connsiteY730" fmla="*/ 178503 h 1410045"/>
                <a:gd name="connsiteX731" fmla="*/ 678341 w 884748"/>
                <a:gd name="connsiteY731" fmla="*/ 178503 h 1410045"/>
                <a:gd name="connsiteX732" fmla="*/ 680786 w 884748"/>
                <a:gd name="connsiteY732" fmla="*/ 178503 h 1410045"/>
                <a:gd name="connsiteX733" fmla="*/ 683232 w 884748"/>
                <a:gd name="connsiteY733" fmla="*/ 178503 h 1410045"/>
                <a:gd name="connsiteX734" fmla="*/ 683232 w 884748"/>
                <a:gd name="connsiteY734" fmla="*/ 180948 h 1410045"/>
                <a:gd name="connsiteX735" fmla="*/ 683232 w 884748"/>
                <a:gd name="connsiteY735" fmla="*/ 178503 h 1410045"/>
                <a:gd name="connsiteX736" fmla="*/ 685821 w 884748"/>
                <a:gd name="connsiteY736" fmla="*/ 178503 h 1410045"/>
                <a:gd name="connsiteX737" fmla="*/ 688266 w 884748"/>
                <a:gd name="connsiteY737" fmla="*/ 178503 h 1410045"/>
                <a:gd name="connsiteX738" fmla="*/ 668129 w 884748"/>
                <a:gd name="connsiteY738" fmla="*/ 219353 h 1410045"/>
                <a:gd name="connsiteX739" fmla="*/ 657916 w 884748"/>
                <a:gd name="connsiteY739" fmla="*/ 237045 h 1410045"/>
                <a:gd name="connsiteX740" fmla="*/ 627278 w 884748"/>
                <a:gd name="connsiteY740" fmla="*/ 303499 h 1410045"/>
                <a:gd name="connsiteX741" fmla="*/ 619511 w 884748"/>
                <a:gd name="connsiteY741" fmla="*/ 318602 h 1410045"/>
                <a:gd name="connsiteX742" fmla="*/ 619511 w 884748"/>
                <a:gd name="connsiteY742" fmla="*/ 321191 h 1410045"/>
                <a:gd name="connsiteX743" fmla="*/ 622100 w 884748"/>
                <a:gd name="connsiteY743" fmla="*/ 321191 h 1410045"/>
                <a:gd name="connsiteX744" fmla="*/ 622100 w 884748"/>
                <a:gd name="connsiteY744" fmla="*/ 323924 h 1410045"/>
                <a:gd name="connsiteX745" fmla="*/ 624546 w 884748"/>
                <a:gd name="connsiteY745" fmla="*/ 323924 h 1410045"/>
                <a:gd name="connsiteX746" fmla="*/ 624546 w 884748"/>
                <a:gd name="connsiteY746" fmla="*/ 326369 h 1410045"/>
                <a:gd name="connsiteX747" fmla="*/ 627278 w 884748"/>
                <a:gd name="connsiteY747" fmla="*/ 326369 h 1410045"/>
                <a:gd name="connsiteX748" fmla="*/ 624546 w 884748"/>
                <a:gd name="connsiteY748" fmla="*/ 328814 h 1410045"/>
                <a:gd name="connsiteX749" fmla="*/ 624546 w 884748"/>
                <a:gd name="connsiteY749" fmla="*/ 331403 h 1410045"/>
                <a:gd name="connsiteX750" fmla="*/ 624546 w 884748"/>
                <a:gd name="connsiteY750" fmla="*/ 333849 h 1410045"/>
                <a:gd name="connsiteX751" fmla="*/ 622100 w 884748"/>
                <a:gd name="connsiteY751" fmla="*/ 336581 h 1410045"/>
                <a:gd name="connsiteX752" fmla="*/ 622100 w 884748"/>
                <a:gd name="connsiteY752" fmla="*/ 339027 h 1410045"/>
                <a:gd name="connsiteX753" fmla="*/ 622100 w 884748"/>
                <a:gd name="connsiteY753" fmla="*/ 341472 h 1410045"/>
                <a:gd name="connsiteX754" fmla="*/ 619511 w 884748"/>
                <a:gd name="connsiteY754" fmla="*/ 341472 h 1410045"/>
                <a:gd name="connsiteX755" fmla="*/ 619511 w 884748"/>
                <a:gd name="connsiteY755" fmla="*/ 344061 h 1410045"/>
                <a:gd name="connsiteX756" fmla="*/ 619511 w 884748"/>
                <a:gd name="connsiteY756" fmla="*/ 346794 h 1410045"/>
                <a:gd name="connsiteX757" fmla="*/ 617066 w 884748"/>
                <a:gd name="connsiteY757" fmla="*/ 346794 h 1410045"/>
                <a:gd name="connsiteX758" fmla="*/ 617066 w 884748"/>
                <a:gd name="connsiteY758" fmla="*/ 349239 h 1410045"/>
                <a:gd name="connsiteX759" fmla="*/ 614333 w 884748"/>
                <a:gd name="connsiteY759" fmla="*/ 349239 h 1410045"/>
                <a:gd name="connsiteX760" fmla="*/ 617066 w 884748"/>
                <a:gd name="connsiteY760" fmla="*/ 351684 h 1410045"/>
                <a:gd name="connsiteX761" fmla="*/ 617066 w 884748"/>
                <a:gd name="connsiteY761" fmla="*/ 354274 h 1410045"/>
                <a:gd name="connsiteX762" fmla="*/ 617066 w 884748"/>
                <a:gd name="connsiteY762" fmla="*/ 357007 h 1410045"/>
                <a:gd name="connsiteX763" fmla="*/ 614333 w 884748"/>
                <a:gd name="connsiteY763" fmla="*/ 359452 h 1410045"/>
                <a:gd name="connsiteX764" fmla="*/ 614333 w 884748"/>
                <a:gd name="connsiteY764" fmla="*/ 361897 h 1410045"/>
                <a:gd name="connsiteX765" fmla="*/ 614333 w 884748"/>
                <a:gd name="connsiteY765" fmla="*/ 364486 h 1410045"/>
                <a:gd name="connsiteX766" fmla="*/ 611888 w 884748"/>
                <a:gd name="connsiteY766" fmla="*/ 367219 h 1410045"/>
                <a:gd name="connsiteX767" fmla="*/ 611888 w 884748"/>
                <a:gd name="connsiteY767" fmla="*/ 369664 h 1410045"/>
                <a:gd name="connsiteX768" fmla="*/ 609299 w 884748"/>
                <a:gd name="connsiteY768" fmla="*/ 369664 h 1410045"/>
                <a:gd name="connsiteX769" fmla="*/ 609299 w 884748"/>
                <a:gd name="connsiteY769" fmla="*/ 372109 h 1410045"/>
                <a:gd name="connsiteX770" fmla="*/ 606853 w 884748"/>
                <a:gd name="connsiteY770" fmla="*/ 372109 h 1410045"/>
                <a:gd name="connsiteX771" fmla="*/ 606853 w 884748"/>
                <a:gd name="connsiteY771" fmla="*/ 374699 h 1410045"/>
                <a:gd name="connsiteX772" fmla="*/ 604408 w 884748"/>
                <a:gd name="connsiteY772" fmla="*/ 374699 h 1410045"/>
                <a:gd name="connsiteX773" fmla="*/ 601675 w 884748"/>
                <a:gd name="connsiteY773" fmla="*/ 374699 h 1410045"/>
                <a:gd name="connsiteX774" fmla="*/ 601675 w 884748"/>
                <a:gd name="connsiteY774" fmla="*/ 377432 h 1410045"/>
                <a:gd name="connsiteX775" fmla="*/ 601675 w 884748"/>
                <a:gd name="connsiteY775" fmla="*/ 379877 h 1410045"/>
                <a:gd name="connsiteX776" fmla="*/ 599086 w 884748"/>
                <a:gd name="connsiteY776" fmla="*/ 382322 h 1410045"/>
                <a:gd name="connsiteX777" fmla="*/ 599086 w 884748"/>
                <a:gd name="connsiteY777" fmla="*/ 384911 h 1410045"/>
                <a:gd name="connsiteX778" fmla="*/ 599086 w 884748"/>
                <a:gd name="connsiteY778" fmla="*/ 387644 h 1410045"/>
                <a:gd name="connsiteX779" fmla="*/ 596641 w 884748"/>
                <a:gd name="connsiteY779" fmla="*/ 387644 h 1410045"/>
                <a:gd name="connsiteX780" fmla="*/ 596641 w 884748"/>
                <a:gd name="connsiteY780" fmla="*/ 390089 h 1410045"/>
                <a:gd name="connsiteX781" fmla="*/ 596641 w 884748"/>
                <a:gd name="connsiteY781" fmla="*/ 392534 h 1410045"/>
                <a:gd name="connsiteX782" fmla="*/ 596641 w 884748"/>
                <a:gd name="connsiteY782" fmla="*/ 395124 h 1410045"/>
                <a:gd name="connsiteX783" fmla="*/ 596641 w 884748"/>
                <a:gd name="connsiteY783" fmla="*/ 397857 h 1410045"/>
                <a:gd name="connsiteX784" fmla="*/ 619511 w 884748"/>
                <a:gd name="connsiteY784" fmla="*/ 408069 h 1410045"/>
                <a:gd name="connsiteX785" fmla="*/ 637491 w 884748"/>
                <a:gd name="connsiteY785" fmla="*/ 415549 h 1410045"/>
                <a:gd name="connsiteX786" fmla="*/ 637491 w 884748"/>
                <a:gd name="connsiteY786" fmla="*/ 417994 h 1410045"/>
                <a:gd name="connsiteX787" fmla="*/ 639936 w 884748"/>
                <a:gd name="connsiteY787" fmla="*/ 417994 h 1410045"/>
                <a:gd name="connsiteX788" fmla="*/ 642525 w 884748"/>
                <a:gd name="connsiteY788" fmla="*/ 420727 h 1410045"/>
                <a:gd name="connsiteX789" fmla="*/ 644971 w 884748"/>
                <a:gd name="connsiteY789" fmla="*/ 420727 h 1410045"/>
                <a:gd name="connsiteX790" fmla="*/ 647703 w 884748"/>
                <a:gd name="connsiteY790" fmla="*/ 420727 h 1410045"/>
                <a:gd name="connsiteX791" fmla="*/ 647703 w 884748"/>
                <a:gd name="connsiteY791" fmla="*/ 423172 h 1410045"/>
                <a:gd name="connsiteX792" fmla="*/ 650149 w 884748"/>
                <a:gd name="connsiteY792" fmla="*/ 423172 h 1410045"/>
                <a:gd name="connsiteX793" fmla="*/ 655183 w 884748"/>
                <a:gd name="connsiteY793" fmla="*/ 425761 h 1410045"/>
                <a:gd name="connsiteX794" fmla="*/ 657916 w 884748"/>
                <a:gd name="connsiteY794" fmla="*/ 425761 h 1410045"/>
                <a:gd name="connsiteX795" fmla="*/ 696033 w 884748"/>
                <a:gd name="connsiteY795" fmla="*/ 446042 h 1410045"/>
                <a:gd name="connsiteX796" fmla="*/ 693444 w 884748"/>
                <a:gd name="connsiteY796" fmla="*/ 446042 h 1410045"/>
                <a:gd name="connsiteX797" fmla="*/ 690999 w 884748"/>
                <a:gd name="connsiteY797" fmla="*/ 443597 h 1410045"/>
                <a:gd name="connsiteX798" fmla="*/ 688266 w 884748"/>
                <a:gd name="connsiteY798" fmla="*/ 443597 h 1410045"/>
                <a:gd name="connsiteX799" fmla="*/ 685821 w 884748"/>
                <a:gd name="connsiteY799" fmla="*/ 443597 h 1410045"/>
                <a:gd name="connsiteX800" fmla="*/ 683232 w 884748"/>
                <a:gd name="connsiteY800" fmla="*/ 443597 h 1410045"/>
                <a:gd name="connsiteX801" fmla="*/ 683232 w 884748"/>
                <a:gd name="connsiteY801" fmla="*/ 446042 h 1410045"/>
                <a:gd name="connsiteX802" fmla="*/ 685821 w 884748"/>
                <a:gd name="connsiteY802" fmla="*/ 451364 h 1410045"/>
                <a:gd name="connsiteX803" fmla="*/ 688266 w 884748"/>
                <a:gd name="connsiteY803" fmla="*/ 453810 h 1410045"/>
                <a:gd name="connsiteX804" fmla="*/ 688266 w 884748"/>
                <a:gd name="connsiteY804" fmla="*/ 456255 h 1410045"/>
                <a:gd name="connsiteX805" fmla="*/ 688266 w 884748"/>
                <a:gd name="connsiteY805" fmla="*/ 458844 h 1410045"/>
                <a:gd name="connsiteX806" fmla="*/ 688266 w 884748"/>
                <a:gd name="connsiteY806" fmla="*/ 461577 h 1410045"/>
                <a:gd name="connsiteX807" fmla="*/ 688266 w 884748"/>
                <a:gd name="connsiteY807" fmla="*/ 464022 h 1410045"/>
                <a:gd name="connsiteX808" fmla="*/ 688266 w 884748"/>
                <a:gd name="connsiteY808" fmla="*/ 466467 h 1410045"/>
                <a:gd name="connsiteX809" fmla="*/ 690999 w 884748"/>
                <a:gd name="connsiteY809" fmla="*/ 466467 h 1410045"/>
                <a:gd name="connsiteX810" fmla="*/ 690999 w 884748"/>
                <a:gd name="connsiteY810" fmla="*/ 469056 h 1410045"/>
                <a:gd name="connsiteX811" fmla="*/ 688266 w 884748"/>
                <a:gd name="connsiteY811" fmla="*/ 469056 h 1410045"/>
                <a:gd name="connsiteX812" fmla="*/ 688266 w 884748"/>
                <a:gd name="connsiteY812" fmla="*/ 471789 h 1410045"/>
                <a:gd name="connsiteX813" fmla="*/ 685821 w 884748"/>
                <a:gd name="connsiteY813" fmla="*/ 474235 h 1410045"/>
                <a:gd name="connsiteX814" fmla="*/ 683232 w 884748"/>
                <a:gd name="connsiteY814" fmla="*/ 474235 h 1410045"/>
                <a:gd name="connsiteX815" fmla="*/ 680786 w 884748"/>
                <a:gd name="connsiteY815" fmla="*/ 474235 h 1410045"/>
                <a:gd name="connsiteX816" fmla="*/ 683232 w 884748"/>
                <a:gd name="connsiteY816" fmla="*/ 476680 h 1410045"/>
                <a:gd name="connsiteX817" fmla="*/ 683232 w 884748"/>
                <a:gd name="connsiteY817" fmla="*/ 479269 h 1410045"/>
                <a:gd name="connsiteX818" fmla="*/ 683232 w 884748"/>
                <a:gd name="connsiteY818" fmla="*/ 482002 h 1410045"/>
                <a:gd name="connsiteX819" fmla="*/ 683232 w 884748"/>
                <a:gd name="connsiteY819" fmla="*/ 484447 h 1410045"/>
                <a:gd name="connsiteX820" fmla="*/ 680786 w 884748"/>
                <a:gd name="connsiteY820" fmla="*/ 484447 h 1410045"/>
                <a:gd name="connsiteX821" fmla="*/ 680786 w 884748"/>
                <a:gd name="connsiteY821" fmla="*/ 486892 h 1410045"/>
                <a:gd name="connsiteX822" fmla="*/ 683232 w 884748"/>
                <a:gd name="connsiteY822" fmla="*/ 489481 h 1410045"/>
                <a:gd name="connsiteX823" fmla="*/ 683232 w 884748"/>
                <a:gd name="connsiteY823" fmla="*/ 492214 h 1410045"/>
                <a:gd name="connsiteX824" fmla="*/ 683232 w 884748"/>
                <a:gd name="connsiteY824" fmla="*/ 494660 h 1410045"/>
                <a:gd name="connsiteX825" fmla="*/ 685821 w 884748"/>
                <a:gd name="connsiteY825" fmla="*/ 497105 h 1410045"/>
                <a:gd name="connsiteX826" fmla="*/ 685821 w 884748"/>
                <a:gd name="connsiteY826" fmla="*/ 499694 h 1410045"/>
                <a:gd name="connsiteX827" fmla="*/ 683232 w 884748"/>
                <a:gd name="connsiteY827" fmla="*/ 499694 h 1410045"/>
                <a:gd name="connsiteX828" fmla="*/ 680786 w 884748"/>
                <a:gd name="connsiteY828" fmla="*/ 499694 h 1410045"/>
                <a:gd name="connsiteX829" fmla="*/ 678341 w 884748"/>
                <a:gd name="connsiteY829" fmla="*/ 499694 h 1410045"/>
                <a:gd name="connsiteX830" fmla="*/ 678341 w 884748"/>
                <a:gd name="connsiteY830" fmla="*/ 502139 h 1410045"/>
                <a:gd name="connsiteX831" fmla="*/ 678341 w 884748"/>
                <a:gd name="connsiteY831" fmla="*/ 504872 h 1410045"/>
                <a:gd name="connsiteX832" fmla="*/ 678341 w 884748"/>
                <a:gd name="connsiteY832" fmla="*/ 507317 h 1410045"/>
                <a:gd name="connsiteX833" fmla="*/ 678341 w 884748"/>
                <a:gd name="connsiteY833" fmla="*/ 509906 h 1410045"/>
                <a:gd name="connsiteX834" fmla="*/ 678341 w 884748"/>
                <a:gd name="connsiteY834" fmla="*/ 512352 h 1410045"/>
                <a:gd name="connsiteX835" fmla="*/ 675608 w 884748"/>
                <a:gd name="connsiteY835" fmla="*/ 512352 h 1410045"/>
                <a:gd name="connsiteX836" fmla="*/ 675608 w 884748"/>
                <a:gd name="connsiteY836" fmla="*/ 509906 h 1410045"/>
                <a:gd name="connsiteX837" fmla="*/ 673019 w 884748"/>
                <a:gd name="connsiteY837" fmla="*/ 509906 h 1410045"/>
                <a:gd name="connsiteX838" fmla="*/ 670574 w 884748"/>
                <a:gd name="connsiteY838" fmla="*/ 509906 h 1410045"/>
                <a:gd name="connsiteX839" fmla="*/ 668129 w 884748"/>
                <a:gd name="connsiteY839" fmla="*/ 512352 h 1410045"/>
                <a:gd name="connsiteX840" fmla="*/ 668129 w 884748"/>
                <a:gd name="connsiteY840" fmla="*/ 517530 h 1410045"/>
                <a:gd name="connsiteX841" fmla="*/ 662950 w 884748"/>
                <a:gd name="connsiteY841" fmla="*/ 517530 h 1410045"/>
                <a:gd name="connsiteX842" fmla="*/ 662950 w 884748"/>
                <a:gd name="connsiteY842" fmla="*/ 519975 h 1410045"/>
                <a:gd name="connsiteX843" fmla="*/ 660361 w 884748"/>
                <a:gd name="connsiteY843" fmla="*/ 522564 h 1410045"/>
                <a:gd name="connsiteX844" fmla="*/ 662950 w 884748"/>
                <a:gd name="connsiteY844" fmla="*/ 522564 h 1410045"/>
                <a:gd name="connsiteX845" fmla="*/ 662950 w 884748"/>
                <a:gd name="connsiteY845" fmla="*/ 525297 h 1410045"/>
                <a:gd name="connsiteX846" fmla="*/ 668129 w 884748"/>
                <a:gd name="connsiteY846" fmla="*/ 525297 h 1410045"/>
                <a:gd name="connsiteX847" fmla="*/ 670574 w 884748"/>
                <a:gd name="connsiteY847" fmla="*/ 527742 h 1410045"/>
                <a:gd name="connsiteX848" fmla="*/ 670574 w 884748"/>
                <a:gd name="connsiteY848" fmla="*/ 530188 h 1410045"/>
                <a:gd name="connsiteX849" fmla="*/ 670574 w 884748"/>
                <a:gd name="connsiteY849" fmla="*/ 532777 h 1410045"/>
                <a:gd name="connsiteX850" fmla="*/ 670574 w 884748"/>
                <a:gd name="connsiteY850" fmla="*/ 535510 h 1410045"/>
                <a:gd name="connsiteX851" fmla="*/ 668129 w 884748"/>
                <a:gd name="connsiteY851" fmla="*/ 537955 h 1410045"/>
                <a:gd name="connsiteX852" fmla="*/ 668129 w 884748"/>
                <a:gd name="connsiteY852" fmla="*/ 540400 h 1410045"/>
                <a:gd name="connsiteX853" fmla="*/ 668129 w 884748"/>
                <a:gd name="connsiteY853" fmla="*/ 542989 h 1410045"/>
                <a:gd name="connsiteX854" fmla="*/ 665396 w 884748"/>
                <a:gd name="connsiteY854" fmla="*/ 542989 h 1410045"/>
                <a:gd name="connsiteX855" fmla="*/ 665396 w 884748"/>
                <a:gd name="connsiteY855" fmla="*/ 545722 h 1410045"/>
                <a:gd name="connsiteX856" fmla="*/ 662950 w 884748"/>
                <a:gd name="connsiteY856" fmla="*/ 545722 h 1410045"/>
                <a:gd name="connsiteX857" fmla="*/ 660361 w 884748"/>
                <a:gd name="connsiteY857" fmla="*/ 545722 h 1410045"/>
                <a:gd name="connsiteX858" fmla="*/ 657916 w 884748"/>
                <a:gd name="connsiteY858" fmla="*/ 545722 h 1410045"/>
                <a:gd name="connsiteX859" fmla="*/ 657916 w 884748"/>
                <a:gd name="connsiteY859" fmla="*/ 548167 h 1410045"/>
                <a:gd name="connsiteX860" fmla="*/ 655183 w 884748"/>
                <a:gd name="connsiteY860" fmla="*/ 550613 h 1410045"/>
                <a:gd name="connsiteX861" fmla="*/ 655183 w 884748"/>
                <a:gd name="connsiteY861" fmla="*/ 553202 h 1410045"/>
                <a:gd name="connsiteX862" fmla="*/ 657916 w 884748"/>
                <a:gd name="connsiteY862" fmla="*/ 553202 h 1410045"/>
                <a:gd name="connsiteX863" fmla="*/ 657916 w 884748"/>
                <a:gd name="connsiteY863" fmla="*/ 555935 h 1410045"/>
                <a:gd name="connsiteX864" fmla="*/ 655183 w 884748"/>
                <a:gd name="connsiteY864" fmla="*/ 558380 h 1410045"/>
                <a:gd name="connsiteX865" fmla="*/ 655183 w 884748"/>
                <a:gd name="connsiteY865" fmla="*/ 560825 h 1410045"/>
                <a:gd name="connsiteX866" fmla="*/ 652738 w 884748"/>
                <a:gd name="connsiteY866" fmla="*/ 560825 h 1410045"/>
                <a:gd name="connsiteX867" fmla="*/ 652738 w 884748"/>
                <a:gd name="connsiteY867" fmla="*/ 563414 h 1410045"/>
                <a:gd name="connsiteX868" fmla="*/ 650149 w 884748"/>
                <a:gd name="connsiteY868" fmla="*/ 563414 h 1410045"/>
                <a:gd name="connsiteX869" fmla="*/ 652738 w 884748"/>
                <a:gd name="connsiteY869" fmla="*/ 566147 h 1410045"/>
                <a:gd name="connsiteX870" fmla="*/ 652738 w 884748"/>
                <a:gd name="connsiteY870" fmla="*/ 568592 h 1410045"/>
                <a:gd name="connsiteX871" fmla="*/ 652738 w 884748"/>
                <a:gd name="connsiteY871" fmla="*/ 566147 h 1410045"/>
                <a:gd name="connsiteX872" fmla="*/ 655183 w 884748"/>
                <a:gd name="connsiteY872" fmla="*/ 566147 h 1410045"/>
                <a:gd name="connsiteX873" fmla="*/ 657916 w 884748"/>
                <a:gd name="connsiteY873" fmla="*/ 566147 h 1410045"/>
                <a:gd name="connsiteX874" fmla="*/ 657916 w 884748"/>
                <a:gd name="connsiteY874" fmla="*/ 568592 h 1410045"/>
                <a:gd name="connsiteX875" fmla="*/ 660361 w 884748"/>
                <a:gd name="connsiteY875" fmla="*/ 571038 h 1410045"/>
                <a:gd name="connsiteX876" fmla="*/ 662950 w 884748"/>
                <a:gd name="connsiteY876" fmla="*/ 571038 h 1410045"/>
                <a:gd name="connsiteX877" fmla="*/ 665396 w 884748"/>
                <a:gd name="connsiteY877" fmla="*/ 571038 h 1410045"/>
                <a:gd name="connsiteX878" fmla="*/ 665396 w 884748"/>
                <a:gd name="connsiteY878" fmla="*/ 568592 h 1410045"/>
                <a:gd name="connsiteX879" fmla="*/ 668129 w 884748"/>
                <a:gd name="connsiteY879" fmla="*/ 568592 h 1410045"/>
                <a:gd name="connsiteX880" fmla="*/ 670574 w 884748"/>
                <a:gd name="connsiteY880" fmla="*/ 568592 h 1410045"/>
                <a:gd name="connsiteX881" fmla="*/ 673019 w 884748"/>
                <a:gd name="connsiteY881" fmla="*/ 568592 h 1410045"/>
                <a:gd name="connsiteX882" fmla="*/ 675608 w 884748"/>
                <a:gd name="connsiteY882" fmla="*/ 568592 h 1410045"/>
                <a:gd name="connsiteX883" fmla="*/ 678341 w 884748"/>
                <a:gd name="connsiteY883" fmla="*/ 568592 h 1410045"/>
                <a:gd name="connsiteX884" fmla="*/ 678341 w 884748"/>
                <a:gd name="connsiteY884" fmla="*/ 566147 h 1410045"/>
                <a:gd name="connsiteX885" fmla="*/ 680786 w 884748"/>
                <a:gd name="connsiteY885" fmla="*/ 568592 h 1410045"/>
                <a:gd name="connsiteX886" fmla="*/ 683232 w 884748"/>
                <a:gd name="connsiteY886" fmla="*/ 571038 h 1410045"/>
                <a:gd name="connsiteX887" fmla="*/ 688266 w 884748"/>
                <a:gd name="connsiteY887" fmla="*/ 571038 h 1410045"/>
                <a:gd name="connsiteX888" fmla="*/ 688266 w 884748"/>
                <a:gd name="connsiteY888" fmla="*/ 573627 h 1410045"/>
                <a:gd name="connsiteX889" fmla="*/ 685821 w 884748"/>
                <a:gd name="connsiteY889" fmla="*/ 573627 h 1410045"/>
                <a:gd name="connsiteX890" fmla="*/ 685821 w 884748"/>
                <a:gd name="connsiteY890" fmla="*/ 576360 h 1410045"/>
                <a:gd name="connsiteX891" fmla="*/ 683232 w 884748"/>
                <a:gd name="connsiteY891" fmla="*/ 578805 h 1410045"/>
                <a:gd name="connsiteX892" fmla="*/ 678341 w 884748"/>
                <a:gd name="connsiteY892" fmla="*/ 581250 h 1410045"/>
                <a:gd name="connsiteX893" fmla="*/ 678341 w 884748"/>
                <a:gd name="connsiteY893" fmla="*/ 583695 h 1410045"/>
                <a:gd name="connsiteX894" fmla="*/ 680786 w 884748"/>
                <a:gd name="connsiteY894" fmla="*/ 583695 h 1410045"/>
                <a:gd name="connsiteX895" fmla="*/ 680786 w 884748"/>
                <a:gd name="connsiteY895" fmla="*/ 586572 h 1410045"/>
                <a:gd name="connsiteX896" fmla="*/ 683232 w 884748"/>
                <a:gd name="connsiteY896" fmla="*/ 586572 h 1410045"/>
                <a:gd name="connsiteX897" fmla="*/ 685821 w 884748"/>
                <a:gd name="connsiteY897" fmla="*/ 586572 h 1410045"/>
                <a:gd name="connsiteX898" fmla="*/ 688266 w 884748"/>
                <a:gd name="connsiteY898" fmla="*/ 586572 h 1410045"/>
                <a:gd name="connsiteX899" fmla="*/ 688266 w 884748"/>
                <a:gd name="connsiteY899" fmla="*/ 583695 h 1410045"/>
                <a:gd name="connsiteX900" fmla="*/ 688266 w 884748"/>
                <a:gd name="connsiteY900" fmla="*/ 581250 h 1410045"/>
                <a:gd name="connsiteX901" fmla="*/ 690999 w 884748"/>
                <a:gd name="connsiteY901" fmla="*/ 581250 h 1410045"/>
                <a:gd name="connsiteX902" fmla="*/ 693444 w 884748"/>
                <a:gd name="connsiteY902" fmla="*/ 581250 h 1410045"/>
                <a:gd name="connsiteX903" fmla="*/ 696033 w 884748"/>
                <a:gd name="connsiteY903" fmla="*/ 581250 h 1410045"/>
                <a:gd name="connsiteX904" fmla="*/ 696033 w 884748"/>
                <a:gd name="connsiteY904" fmla="*/ 578805 h 1410045"/>
                <a:gd name="connsiteX905" fmla="*/ 698478 w 884748"/>
                <a:gd name="connsiteY905" fmla="*/ 578805 h 1410045"/>
                <a:gd name="connsiteX906" fmla="*/ 701211 w 884748"/>
                <a:gd name="connsiteY906" fmla="*/ 578805 h 1410045"/>
                <a:gd name="connsiteX907" fmla="*/ 703657 w 884748"/>
                <a:gd name="connsiteY907" fmla="*/ 578805 h 1410045"/>
                <a:gd name="connsiteX908" fmla="*/ 703657 w 884748"/>
                <a:gd name="connsiteY908" fmla="*/ 581250 h 1410045"/>
                <a:gd name="connsiteX909" fmla="*/ 703657 w 884748"/>
                <a:gd name="connsiteY909" fmla="*/ 583695 h 1410045"/>
                <a:gd name="connsiteX910" fmla="*/ 703657 w 884748"/>
                <a:gd name="connsiteY910" fmla="*/ 586572 h 1410045"/>
                <a:gd name="connsiteX911" fmla="*/ 706246 w 884748"/>
                <a:gd name="connsiteY911" fmla="*/ 586572 h 1410045"/>
                <a:gd name="connsiteX912" fmla="*/ 708691 w 884748"/>
                <a:gd name="connsiteY912" fmla="*/ 586572 h 1410045"/>
                <a:gd name="connsiteX913" fmla="*/ 711424 w 884748"/>
                <a:gd name="connsiteY913" fmla="*/ 586572 h 1410045"/>
                <a:gd name="connsiteX914" fmla="*/ 711424 w 884748"/>
                <a:gd name="connsiteY914" fmla="*/ 589017 h 1410045"/>
                <a:gd name="connsiteX915" fmla="*/ 708691 w 884748"/>
                <a:gd name="connsiteY915" fmla="*/ 591463 h 1410045"/>
                <a:gd name="connsiteX916" fmla="*/ 706246 w 884748"/>
                <a:gd name="connsiteY916" fmla="*/ 591463 h 1410045"/>
                <a:gd name="connsiteX917" fmla="*/ 703657 w 884748"/>
                <a:gd name="connsiteY917" fmla="*/ 591463 h 1410045"/>
                <a:gd name="connsiteX918" fmla="*/ 701211 w 884748"/>
                <a:gd name="connsiteY918" fmla="*/ 591463 h 1410045"/>
                <a:gd name="connsiteX919" fmla="*/ 698478 w 884748"/>
                <a:gd name="connsiteY919" fmla="*/ 591463 h 1410045"/>
                <a:gd name="connsiteX920" fmla="*/ 698478 w 884748"/>
                <a:gd name="connsiteY920" fmla="*/ 594052 h 1410045"/>
                <a:gd name="connsiteX921" fmla="*/ 696033 w 884748"/>
                <a:gd name="connsiteY921" fmla="*/ 594052 h 1410045"/>
                <a:gd name="connsiteX922" fmla="*/ 693444 w 884748"/>
                <a:gd name="connsiteY922" fmla="*/ 596497 h 1410045"/>
                <a:gd name="connsiteX923" fmla="*/ 693444 w 884748"/>
                <a:gd name="connsiteY923" fmla="*/ 599230 h 1410045"/>
                <a:gd name="connsiteX924" fmla="*/ 696033 w 884748"/>
                <a:gd name="connsiteY924" fmla="*/ 601675 h 1410045"/>
                <a:gd name="connsiteX925" fmla="*/ 696033 w 884748"/>
                <a:gd name="connsiteY925" fmla="*/ 604264 h 1410045"/>
                <a:gd name="connsiteX926" fmla="*/ 698478 w 884748"/>
                <a:gd name="connsiteY926" fmla="*/ 606710 h 1410045"/>
                <a:gd name="connsiteX927" fmla="*/ 698478 w 884748"/>
                <a:gd name="connsiteY927" fmla="*/ 609442 h 1410045"/>
                <a:gd name="connsiteX928" fmla="*/ 698478 w 884748"/>
                <a:gd name="connsiteY928" fmla="*/ 611888 h 1410045"/>
                <a:gd name="connsiteX929" fmla="*/ 698478 w 884748"/>
                <a:gd name="connsiteY929" fmla="*/ 614333 h 1410045"/>
                <a:gd name="connsiteX930" fmla="*/ 701211 w 884748"/>
                <a:gd name="connsiteY930" fmla="*/ 614333 h 1410045"/>
                <a:gd name="connsiteX931" fmla="*/ 701211 w 884748"/>
                <a:gd name="connsiteY931" fmla="*/ 616922 h 1410045"/>
                <a:gd name="connsiteX932" fmla="*/ 701211 w 884748"/>
                <a:gd name="connsiteY932" fmla="*/ 619655 h 1410045"/>
                <a:gd name="connsiteX933" fmla="*/ 698478 w 884748"/>
                <a:gd name="connsiteY933" fmla="*/ 622100 h 1410045"/>
                <a:gd name="connsiteX934" fmla="*/ 701211 w 884748"/>
                <a:gd name="connsiteY934" fmla="*/ 624545 h 1410045"/>
                <a:gd name="connsiteX935" fmla="*/ 701211 w 884748"/>
                <a:gd name="connsiteY935" fmla="*/ 627135 h 1410045"/>
                <a:gd name="connsiteX936" fmla="*/ 701211 w 884748"/>
                <a:gd name="connsiteY936" fmla="*/ 629867 h 1410045"/>
                <a:gd name="connsiteX937" fmla="*/ 701211 w 884748"/>
                <a:gd name="connsiteY937" fmla="*/ 632313 h 1410045"/>
                <a:gd name="connsiteX938" fmla="*/ 701211 w 884748"/>
                <a:gd name="connsiteY938" fmla="*/ 634758 h 1410045"/>
                <a:gd name="connsiteX939" fmla="*/ 698478 w 884748"/>
                <a:gd name="connsiteY939" fmla="*/ 634758 h 1410045"/>
                <a:gd name="connsiteX940" fmla="*/ 698478 w 884748"/>
                <a:gd name="connsiteY940" fmla="*/ 637347 h 1410045"/>
                <a:gd name="connsiteX941" fmla="*/ 696033 w 884748"/>
                <a:gd name="connsiteY941" fmla="*/ 637347 h 1410045"/>
                <a:gd name="connsiteX942" fmla="*/ 693444 w 884748"/>
                <a:gd name="connsiteY942" fmla="*/ 640080 h 1410045"/>
                <a:gd name="connsiteX943" fmla="*/ 690999 w 884748"/>
                <a:gd name="connsiteY943" fmla="*/ 642525 h 1410045"/>
                <a:gd name="connsiteX944" fmla="*/ 690999 w 884748"/>
                <a:gd name="connsiteY944" fmla="*/ 644970 h 1410045"/>
                <a:gd name="connsiteX945" fmla="*/ 688266 w 884748"/>
                <a:gd name="connsiteY945" fmla="*/ 647560 h 1410045"/>
                <a:gd name="connsiteX946" fmla="*/ 685821 w 884748"/>
                <a:gd name="connsiteY946" fmla="*/ 647560 h 1410045"/>
                <a:gd name="connsiteX947" fmla="*/ 683232 w 884748"/>
                <a:gd name="connsiteY947" fmla="*/ 650293 h 1410045"/>
                <a:gd name="connsiteX948" fmla="*/ 680786 w 884748"/>
                <a:gd name="connsiteY948" fmla="*/ 650293 h 1410045"/>
                <a:gd name="connsiteX949" fmla="*/ 680786 w 884748"/>
                <a:gd name="connsiteY949" fmla="*/ 652738 h 1410045"/>
                <a:gd name="connsiteX950" fmla="*/ 678341 w 884748"/>
                <a:gd name="connsiteY950" fmla="*/ 652738 h 1410045"/>
                <a:gd name="connsiteX951" fmla="*/ 673019 w 884748"/>
                <a:gd name="connsiteY951" fmla="*/ 652738 h 1410045"/>
                <a:gd name="connsiteX952" fmla="*/ 670574 w 884748"/>
                <a:gd name="connsiteY952" fmla="*/ 657772 h 1410045"/>
                <a:gd name="connsiteX953" fmla="*/ 668129 w 884748"/>
                <a:gd name="connsiteY953" fmla="*/ 657772 h 1410045"/>
                <a:gd name="connsiteX954" fmla="*/ 668129 w 884748"/>
                <a:gd name="connsiteY954" fmla="*/ 660505 h 1410045"/>
                <a:gd name="connsiteX955" fmla="*/ 665396 w 884748"/>
                <a:gd name="connsiteY955" fmla="*/ 660505 h 1410045"/>
                <a:gd name="connsiteX956" fmla="*/ 662950 w 884748"/>
                <a:gd name="connsiteY956" fmla="*/ 660505 h 1410045"/>
                <a:gd name="connsiteX957" fmla="*/ 660361 w 884748"/>
                <a:gd name="connsiteY957" fmla="*/ 660505 h 1410045"/>
                <a:gd name="connsiteX958" fmla="*/ 655183 w 884748"/>
                <a:gd name="connsiteY958" fmla="*/ 662950 h 1410045"/>
                <a:gd name="connsiteX959" fmla="*/ 657916 w 884748"/>
                <a:gd name="connsiteY959" fmla="*/ 667841 h 1410045"/>
                <a:gd name="connsiteX960" fmla="*/ 655183 w 884748"/>
                <a:gd name="connsiteY960" fmla="*/ 667841 h 1410045"/>
                <a:gd name="connsiteX961" fmla="*/ 652738 w 884748"/>
                <a:gd name="connsiteY961" fmla="*/ 665395 h 1410045"/>
                <a:gd name="connsiteX962" fmla="*/ 652738 w 884748"/>
                <a:gd name="connsiteY962" fmla="*/ 667841 h 1410045"/>
                <a:gd name="connsiteX963" fmla="*/ 652738 w 884748"/>
                <a:gd name="connsiteY963" fmla="*/ 670718 h 1410045"/>
                <a:gd name="connsiteX964" fmla="*/ 655183 w 884748"/>
                <a:gd name="connsiteY964" fmla="*/ 673163 h 1410045"/>
                <a:gd name="connsiteX965" fmla="*/ 655183 w 884748"/>
                <a:gd name="connsiteY965" fmla="*/ 675608 h 1410045"/>
                <a:gd name="connsiteX966" fmla="*/ 657916 w 884748"/>
                <a:gd name="connsiteY966" fmla="*/ 675608 h 1410045"/>
                <a:gd name="connsiteX967" fmla="*/ 660361 w 884748"/>
                <a:gd name="connsiteY967" fmla="*/ 675608 h 1410045"/>
                <a:gd name="connsiteX968" fmla="*/ 662950 w 884748"/>
                <a:gd name="connsiteY968" fmla="*/ 673163 h 1410045"/>
                <a:gd name="connsiteX969" fmla="*/ 665396 w 884748"/>
                <a:gd name="connsiteY969" fmla="*/ 673163 h 1410045"/>
                <a:gd name="connsiteX970" fmla="*/ 662950 w 884748"/>
                <a:gd name="connsiteY970" fmla="*/ 675608 h 1410045"/>
                <a:gd name="connsiteX971" fmla="*/ 660361 w 884748"/>
                <a:gd name="connsiteY971" fmla="*/ 678053 h 1410045"/>
                <a:gd name="connsiteX972" fmla="*/ 657916 w 884748"/>
                <a:gd name="connsiteY972" fmla="*/ 683375 h 1410045"/>
                <a:gd name="connsiteX973" fmla="*/ 660361 w 884748"/>
                <a:gd name="connsiteY973" fmla="*/ 683375 h 1410045"/>
                <a:gd name="connsiteX974" fmla="*/ 662950 w 884748"/>
                <a:gd name="connsiteY974" fmla="*/ 685821 h 1410045"/>
                <a:gd name="connsiteX975" fmla="*/ 665396 w 884748"/>
                <a:gd name="connsiteY975" fmla="*/ 688410 h 1410045"/>
                <a:gd name="connsiteX976" fmla="*/ 668129 w 884748"/>
                <a:gd name="connsiteY976" fmla="*/ 688410 h 1410045"/>
                <a:gd name="connsiteX977" fmla="*/ 668129 w 884748"/>
                <a:gd name="connsiteY977" fmla="*/ 690855 h 1410045"/>
                <a:gd name="connsiteX978" fmla="*/ 665396 w 884748"/>
                <a:gd name="connsiteY978" fmla="*/ 690855 h 1410045"/>
                <a:gd name="connsiteX979" fmla="*/ 665396 w 884748"/>
                <a:gd name="connsiteY979" fmla="*/ 693588 h 1410045"/>
                <a:gd name="connsiteX980" fmla="*/ 662950 w 884748"/>
                <a:gd name="connsiteY980" fmla="*/ 693588 h 1410045"/>
                <a:gd name="connsiteX981" fmla="*/ 660361 w 884748"/>
                <a:gd name="connsiteY981" fmla="*/ 693588 h 1410045"/>
                <a:gd name="connsiteX982" fmla="*/ 660361 w 884748"/>
                <a:gd name="connsiteY982" fmla="*/ 696033 h 1410045"/>
                <a:gd name="connsiteX983" fmla="*/ 657916 w 884748"/>
                <a:gd name="connsiteY983" fmla="*/ 696033 h 1410045"/>
                <a:gd name="connsiteX984" fmla="*/ 655183 w 884748"/>
                <a:gd name="connsiteY984" fmla="*/ 696033 h 1410045"/>
                <a:gd name="connsiteX985" fmla="*/ 655183 w 884748"/>
                <a:gd name="connsiteY985" fmla="*/ 698478 h 1410045"/>
                <a:gd name="connsiteX986" fmla="*/ 652738 w 884748"/>
                <a:gd name="connsiteY986" fmla="*/ 701068 h 1410045"/>
                <a:gd name="connsiteX987" fmla="*/ 652738 w 884748"/>
                <a:gd name="connsiteY987" fmla="*/ 703800 h 1410045"/>
                <a:gd name="connsiteX988" fmla="*/ 652738 w 884748"/>
                <a:gd name="connsiteY988" fmla="*/ 706246 h 1410045"/>
                <a:gd name="connsiteX989" fmla="*/ 650149 w 884748"/>
                <a:gd name="connsiteY989" fmla="*/ 706246 h 1410045"/>
                <a:gd name="connsiteX990" fmla="*/ 650149 w 884748"/>
                <a:gd name="connsiteY990" fmla="*/ 708691 h 1410045"/>
                <a:gd name="connsiteX991" fmla="*/ 647703 w 884748"/>
                <a:gd name="connsiteY991" fmla="*/ 708691 h 1410045"/>
                <a:gd name="connsiteX992" fmla="*/ 644971 w 884748"/>
                <a:gd name="connsiteY992" fmla="*/ 708691 h 1410045"/>
                <a:gd name="connsiteX993" fmla="*/ 642525 w 884748"/>
                <a:gd name="connsiteY993" fmla="*/ 708691 h 1410045"/>
                <a:gd name="connsiteX994" fmla="*/ 642525 w 884748"/>
                <a:gd name="connsiteY994" fmla="*/ 711280 h 1410045"/>
                <a:gd name="connsiteX995" fmla="*/ 642525 w 884748"/>
                <a:gd name="connsiteY995" fmla="*/ 714013 h 1410045"/>
                <a:gd name="connsiteX996" fmla="*/ 642525 w 884748"/>
                <a:gd name="connsiteY996" fmla="*/ 716458 h 1410045"/>
                <a:gd name="connsiteX997" fmla="*/ 644971 w 884748"/>
                <a:gd name="connsiteY997" fmla="*/ 716458 h 1410045"/>
                <a:gd name="connsiteX998" fmla="*/ 647703 w 884748"/>
                <a:gd name="connsiteY998" fmla="*/ 716458 h 1410045"/>
                <a:gd name="connsiteX999" fmla="*/ 650149 w 884748"/>
                <a:gd name="connsiteY999" fmla="*/ 718903 h 1410045"/>
                <a:gd name="connsiteX1000" fmla="*/ 652738 w 884748"/>
                <a:gd name="connsiteY1000" fmla="*/ 718903 h 1410045"/>
                <a:gd name="connsiteX1001" fmla="*/ 652738 w 884748"/>
                <a:gd name="connsiteY1001" fmla="*/ 721493 h 1410045"/>
                <a:gd name="connsiteX1002" fmla="*/ 655183 w 884748"/>
                <a:gd name="connsiteY1002" fmla="*/ 724225 h 1410045"/>
                <a:gd name="connsiteX1003" fmla="*/ 657916 w 884748"/>
                <a:gd name="connsiteY1003" fmla="*/ 726671 h 1410045"/>
                <a:gd name="connsiteX1004" fmla="*/ 657916 w 884748"/>
                <a:gd name="connsiteY1004" fmla="*/ 731705 h 1410045"/>
                <a:gd name="connsiteX1005" fmla="*/ 660361 w 884748"/>
                <a:gd name="connsiteY1005" fmla="*/ 734438 h 1410045"/>
                <a:gd name="connsiteX1006" fmla="*/ 662950 w 884748"/>
                <a:gd name="connsiteY1006" fmla="*/ 736883 h 1410045"/>
                <a:gd name="connsiteX1007" fmla="*/ 662950 w 884748"/>
                <a:gd name="connsiteY1007" fmla="*/ 741918 h 1410045"/>
                <a:gd name="connsiteX1008" fmla="*/ 662950 w 884748"/>
                <a:gd name="connsiteY1008" fmla="*/ 744650 h 1410045"/>
                <a:gd name="connsiteX1009" fmla="*/ 662950 w 884748"/>
                <a:gd name="connsiteY1009" fmla="*/ 749541 h 1410045"/>
                <a:gd name="connsiteX1010" fmla="*/ 662950 w 884748"/>
                <a:gd name="connsiteY1010" fmla="*/ 752130 h 1410045"/>
                <a:gd name="connsiteX1011" fmla="*/ 665396 w 884748"/>
                <a:gd name="connsiteY1011" fmla="*/ 757308 h 1410045"/>
                <a:gd name="connsiteX1012" fmla="*/ 665396 w 884748"/>
                <a:gd name="connsiteY1012" fmla="*/ 759754 h 1410045"/>
                <a:gd name="connsiteX1013" fmla="*/ 670574 w 884748"/>
                <a:gd name="connsiteY1013" fmla="*/ 759754 h 1410045"/>
                <a:gd name="connsiteX1014" fmla="*/ 670574 w 884748"/>
                <a:gd name="connsiteY1014" fmla="*/ 762199 h 1410045"/>
                <a:gd name="connsiteX1015" fmla="*/ 670574 w 884748"/>
                <a:gd name="connsiteY1015" fmla="*/ 764932 h 1410045"/>
                <a:gd name="connsiteX1016" fmla="*/ 670574 w 884748"/>
                <a:gd name="connsiteY1016" fmla="*/ 767521 h 1410045"/>
                <a:gd name="connsiteX1017" fmla="*/ 668129 w 884748"/>
                <a:gd name="connsiteY1017" fmla="*/ 767521 h 1410045"/>
                <a:gd name="connsiteX1018" fmla="*/ 665396 w 884748"/>
                <a:gd name="connsiteY1018" fmla="*/ 767521 h 1410045"/>
                <a:gd name="connsiteX1019" fmla="*/ 662950 w 884748"/>
                <a:gd name="connsiteY1019" fmla="*/ 769966 h 1410045"/>
                <a:gd name="connsiteX1020" fmla="*/ 660361 w 884748"/>
                <a:gd name="connsiteY1020" fmla="*/ 769966 h 1410045"/>
                <a:gd name="connsiteX1021" fmla="*/ 660361 w 884748"/>
                <a:gd name="connsiteY1021" fmla="*/ 772411 h 1410045"/>
                <a:gd name="connsiteX1022" fmla="*/ 657916 w 884748"/>
                <a:gd name="connsiteY1022" fmla="*/ 772411 h 1410045"/>
                <a:gd name="connsiteX1023" fmla="*/ 657916 w 884748"/>
                <a:gd name="connsiteY1023" fmla="*/ 775000 h 1410045"/>
                <a:gd name="connsiteX1024" fmla="*/ 657916 w 884748"/>
                <a:gd name="connsiteY1024" fmla="*/ 777733 h 1410045"/>
                <a:gd name="connsiteX1025" fmla="*/ 660361 w 884748"/>
                <a:gd name="connsiteY1025" fmla="*/ 775000 h 1410045"/>
                <a:gd name="connsiteX1026" fmla="*/ 662950 w 884748"/>
                <a:gd name="connsiteY1026" fmla="*/ 777733 h 1410045"/>
                <a:gd name="connsiteX1027" fmla="*/ 665396 w 884748"/>
                <a:gd name="connsiteY1027" fmla="*/ 777733 h 1410045"/>
                <a:gd name="connsiteX1028" fmla="*/ 665396 w 884748"/>
                <a:gd name="connsiteY1028" fmla="*/ 780179 h 1410045"/>
                <a:gd name="connsiteX1029" fmla="*/ 665396 w 884748"/>
                <a:gd name="connsiteY1029" fmla="*/ 782624 h 1410045"/>
                <a:gd name="connsiteX1030" fmla="*/ 668129 w 884748"/>
                <a:gd name="connsiteY1030" fmla="*/ 782624 h 1410045"/>
                <a:gd name="connsiteX1031" fmla="*/ 670574 w 884748"/>
                <a:gd name="connsiteY1031" fmla="*/ 780179 h 1410045"/>
                <a:gd name="connsiteX1032" fmla="*/ 673019 w 884748"/>
                <a:gd name="connsiteY1032" fmla="*/ 780179 h 1410045"/>
                <a:gd name="connsiteX1033" fmla="*/ 675608 w 884748"/>
                <a:gd name="connsiteY1033" fmla="*/ 780179 h 1410045"/>
                <a:gd name="connsiteX1034" fmla="*/ 678341 w 884748"/>
                <a:gd name="connsiteY1034" fmla="*/ 780179 h 1410045"/>
                <a:gd name="connsiteX1035" fmla="*/ 678341 w 884748"/>
                <a:gd name="connsiteY1035" fmla="*/ 777733 h 1410045"/>
                <a:gd name="connsiteX1036" fmla="*/ 680786 w 884748"/>
                <a:gd name="connsiteY1036" fmla="*/ 777733 h 1410045"/>
                <a:gd name="connsiteX1037" fmla="*/ 683232 w 884748"/>
                <a:gd name="connsiteY1037" fmla="*/ 777733 h 1410045"/>
                <a:gd name="connsiteX1038" fmla="*/ 680786 w 884748"/>
                <a:gd name="connsiteY1038" fmla="*/ 777733 h 1410045"/>
                <a:gd name="connsiteX1039" fmla="*/ 683232 w 884748"/>
                <a:gd name="connsiteY1039" fmla="*/ 777733 h 1410045"/>
                <a:gd name="connsiteX1040" fmla="*/ 685821 w 884748"/>
                <a:gd name="connsiteY1040" fmla="*/ 777733 h 1410045"/>
                <a:gd name="connsiteX1041" fmla="*/ 688266 w 884748"/>
                <a:gd name="connsiteY1041" fmla="*/ 780179 h 1410045"/>
                <a:gd name="connsiteX1042" fmla="*/ 688266 w 884748"/>
                <a:gd name="connsiteY1042" fmla="*/ 782624 h 1410045"/>
                <a:gd name="connsiteX1043" fmla="*/ 690999 w 884748"/>
                <a:gd name="connsiteY1043" fmla="*/ 785213 h 1410045"/>
                <a:gd name="connsiteX1044" fmla="*/ 690999 w 884748"/>
                <a:gd name="connsiteY1044" fmla="*/ 790391 h 1410045"/>
                <a:gd name="connsiteX1045" fmla="*/ 693444 w 884748"/>
                <a:gd name="connsiteY1045" fmla="*/ 792836 h 1410045"/>
                <a:gd name="connsiteX1046" fmla="*/ 690999 w 884748"/>
                <a:gd name="connsiteY1046" fmla="*/ 795425 h 1410045"/>
                <a:gd name="connsiteX1047" fmla="*/ 693444 w 884748"/>
                <a:gd name="connsiteY1047" fmla="*/ 800604 h 1410045"/>
                <a:gd name="connsiteX1048" fmla="*/ 688266 w 884748"/>
                <a:gd name="connsiteY1048" fmla="*/ 800604 h 1410045"/>
                <a:gd name="connsiteX1049" fmla="*/ 688266 w 884748"/>
                <a:gd name="connsiteY1049" fmla="*/ 803049 h 1410045"/>
                <a:gd name="connsiteX1050" fmla="*/ 690999 w 884748"/>
                <a:gd name="connsiteY1050" fmla="*/ 805638 h 1410045"/>
                <a:gd name="connsiteX1051" fmla="*/ 693444 w 884748"/>
                <a:gd name="connsiteY1051" fmla="*/ 810816 h 1410045"/>
                <a:gd name="connsiteX1052" fmla="*/ 690999 w 884748"/>
                <a:gd name="connsiteY1052" fmla="*/ 813261 h 1410045"/>
                <a:gd name="connsiteX1053" fmla="*/ 693444 w 884748"/>
                <a:gd name="connsiteY1053" fmla="*/ 815850 h 1410045"/>
                <a:gd name="connsiteX1054" fmla="*/ 693444 w 884748"/>
                <a:gd name="connsiteY1054" fmla="*/ 818583 h 1410045"/>
                <a:gd name="connsiteX1055" fmla="*/ 690999 w 884748"/>
                <a:gd name="connsiteY1055" fmla="*/ 818583 h 1410045"/>
                <a:gd name="connsiteX1056" fmla="*/ 688266 w 884748"/>
                <a:gd name="connsiteY1056" fmla="*/ 818583 h 1410045"/>
                <a:gd name="connsiteX1057" fmla="*/ 688266 w 884748"/>
                <a:gd name="connsiteY1057" fmla="*/ 821029 h 1410045"/>
                <a:gd name="connsiteX1058" fmla="*/ 688266 w 884748"/>
                <a:gd name="connsiteY1058" fmla="*/ 826063 h 1410045"/>
                <a:gd name="connsiteX1059" fmla="*/ 688266 w 884748"/>
                <a:gd name="connsiteY1059" fmla="*/ 833686 h 1410045"/>
                <a:gd name="connsiteX1060" fmla="*/ 690999 w 884748"/>
                <a:gd name="connsiteY1060" fmla="*/ 833686 h 1410045"/>
                <a:gd name="connsiteX1061" fmla="*/ 693444 w 884748"/>
                <a:gd name="connsiteY1061" fmla="*/ 833686 h 1410045"/>
                <a:gd name="connsiteX1062" fmla="*/ 693444 w 884748"/>
                <a:gd name="connsiteY1062" fmla="*/ 836275 h 1410045"/>
                <a:gd name="connsiteX1063" fmla="*/ 690999 w 884748"/>
                <a:gd name="connsiteY1063" fmla="*/ 836275 h 1410045"/>
                <a:gd name="connsiteX1064" fmla="*/ 690999 w 884748"/>
                <a:gd name="connsiteY1064" fmla="*/ 839008 h 1410045"/>
                <a:gd name="connsiteX1065" fmla="*/ 688266 w 884748"/>
                <a:gd name="connsiteY1065" fmla="*/ 841454 h 1410045"/>
                <a:gd name="connsiteX1066" fmla="*/ 690999 w 884748"/>
                <a:gd name="connsiteY1066" fmla="*/ 841454 h 1410045"/>
                <a:gd name="connsiteX1067" fmla="*/ 690999 w 884748"/>
                <a:gd name="connsiteY1067" fmla="*/ 843899 h 1410045"/>
                <a:gd name="connsiteX1068" fmla="*/ 690999 w 884748"/>
                <a:gd name="connsiteY1068" fmla="*/ 846488 h 1410045"/>
                <a:gd name="connsiteX1069" fmla="*/ 696033 w 884748"/>
                <a:gd name="connsiteY1069" fmla="*/ 846488 h 1410045"/>
                <a:gd name="connsiteX1070" fmla="*/ 696033 w 884748"/>
                <a:gd name="connsiteY1070" fmla="*/ 851666 h 1410045"/>
                <a:gd name="connsiteX1071" fmla="*/ 698478 w 884748"/>
                <a:gd name="connsiteY1071" fmla="*/ 851666 h 1410045"/>
                <a:gd name="connsiteX1072" fmla="*/ 701211 w 884748"/>
                <a:gd name="connsiteY1072" fmla="*/ 854111 h 1410045"/>
                <a:gd name="connsiteX1073" fmla="*/ 701211 w 884748"/>
                <a:gd name="connsiteY1073" fmla="*/ 856557 h 1410045"/>
                <a:gd name="connsiteX1074" fmla="*/ 701211 w 884748"/>
                <a:gd name="connsiteY1074" fmla="*/ 859146 h 1410045"/>
                <a:gd name="connsiteX1075" fmla="*/ 701211 w 884748"/>
                <a:gd name="connsiteY1075" fmla="*/ 861879 h 1410045"/>
                <a:gd name="connsiteX1076" fmla="*/ 703657 w 884748"/>
                <a:gd name="connsiteY1076" fmla="*/ 861879 h 1410045"/>
                <a:gd name="connsiteX1077" fmla="*/ 703657 w 884748"/>
                <a:gd name="connsiteY1077" fmla="*/ 866769 h 1410045"/>
                <a:gd name="connsiteX1078" fmla="*/ 706246 w 884748"/>
                <a:gd name="connsiteY1078" fmla="*/ 866769 h 1410045"/>
                <a:gd name="connsiteX1079" fmla="*/ 708691 w 884748"/>
                <a:gd name="connsiteY1079" fmla="*/ 866769 h 1410045"/>
                <a:gd name="connsiteX1080" fmla="*/ 708691 w 884748"/>
                <a:gd name="connsiteY1080" fmla="*/ 864324 h 1410045"/>
                <a:gd name="connsiteX1081" fmla="*/ 711424 w 884748"/>
                <a:gd name="connsiteY1081" fmla="*/ 864324 h 1410045"/>
                <a:gd name="connsiteX1082" fmla="*/ 711424 w 884748"/>
                <a:gd name="connsiteY1082" fmla="*/ 866769 h 1410045"/>
                <a:gd name="connsiteX1083" fmla="*/ 713869 w 884748"/>
                <a:gd name="connsiteY1083" fmla="*/ 866769 h 1410045"/>
                <a:gd name="connsiteX1084" fmla="*/ 716458 w 884748"/>
                <a:gd name="connsiteY1084" fmla="*/ 869358 h 1410045"/>
                <a:gd name="connsiteX1085" fmla="*/ 713869 w 884748"/>
                <a:gd name="connsiteY1085" fmla="*/ 869358 h 1410045"/>
                <a:gd name="connsiteX1086" fmla="*/ 713869 w 884748"/>
                <a:gd name="connsiteY1086" fmla="*/ 872091 h 1410045"/>
                <a:gd name="connsiteX1087" fmla="*/ 711424 w 884748"/>
                <a:gd name="connsiteY1087" fmla="*/ 872091 h 1410045"/>
                <a:gd name="connsiteX1088" fmla="*/ 713869 w 884748"/>
                <a:gd name="connsiteY1088" fmla="*/ 874536 h 1410045"/>
                <a:gd name="connsiteX1089" fmla="*/ 711424 w 884748"/>
                <a:gd name="connsiteY1089" fmla="*/ 876982 h 1410045"/>
                <a:gd name="connsiteX1090" fmla="*/ 711424 w 884748"/>
                <a:gd name="connsiteY1090" fmla="*/ 879571 h 1410045"/>
                <a:gd name="connsiteX1091" fmla="*/ 706246 w 884748"/>
                <a:gd name="connsiteY1091" fmla="*/ 876982 h 1410045"/>
                <a:gd name="connsiteX1092" fmla="*/ 703657 w 884748"/>
                <a:gd name="connsiteY1092" fmla="*/ 879571 h 1410045"/>
                <a:gd name="connsiteX1093" fmla="*/ 701211 w 884748"/>
                <a:gd name="connsiteY1093" fmla="*/ 879571 h 1410045"/>
                <a:gd name="connsiteX1094" fmla="*/ 698478 w 884748"/>
                <a:gd name="connsiteY1094" fmla="*/ 879571 h 1410045"/>
                <a:gd name="connsiteX1095" fmla="*/ 698478 w 884748"/>
                <a:gd name="connsiteY1095" fmla="*/ 882304 h 1410045"/>
                <a:gd name="connsiteX1096" fmla="*/ 698478 w 884748"/>
                <a:gd name="connsiteY1096" fmla="*/ 884749 h 1410045"/>
                <a:gd name="connsiteX1097" fmla="*/ 698478 w 884748"/>
                <a:gd name="connsiteY1097" fmla="*/ 887194 h 1410045"/>
                <a:gd name="connsiteX1098" fmla="*/ 701211 w 884748"/>
                <a:gd name="connsiteY1098" fmla="*/ 887194 h 1410045"/>
                <a:gd name="connsiteX1099" fmla="*/ 706246 w 884748"/>
                <a:gd name="connsiteY1099" fmla="*/ 887194 h 1410045"/>
                <a:gd name="connsiteX1100" fmla="*/ 708691 w 884748"/>
                <a:gd name="connsiteY1100" fmla="*/ 884749 h 1410045"/>
                <a:gd name="connsiteX1101" fmla="*/ 708691 w 884748"/>
                <a:gd name="connsiteY1101" fmla="*/ 887194 h 1410045"/>
                <a:gd name="connsiteX1102" fmla="*/ 708691 w 884748"/>
                <a:gd name="connsiteY1102" fmla="*/ 889783 h 1410045"/>
                <a:gd name="connsiteX1103" fmla="*/ 706246 w 884748"/>
                <a:gd name="connsiteY1103" fmla="*/ 892516 h 1410045"/>
                <a:gd name="connsiteX1104" fmla="*/ 706246 w 884748"/>
                <a:gd name="connsiteY1104" fmla="*/ 894961 h 1410045"/>
                <a:gd name="connsiteX1105" fmla="*/ 708691 w 884748"/>
                <a:gd name="connsiteY1105" fmla="*/ 894961 h 1410045"/>
                <a:gd name="connsiteX1106" fmla="*/ 711424 w 884748"/>
                <a:gd name="connsiteY1106" fmla="*/ 894961 h 1410045"/>
                <a:gd name="connsiteX1107" fmla="*/ 711424 w 884748"/>
                <a:gd name="connsiteY1107" fmla="*/ 897407 h 1410045"/>
                <a:gd name="connsiteX1108" fmla="*/ 713869 w 884748"/>
                <a:gd name="connsiteY1108" fmla="*/ 899996 h 1410045"/>
                <a:gd name="connsiteX1109" fmla="*/ 711424 w 884748"/>
                <a:gd name="connsiteY1109" fmla="*/ 899996 h 1410045"/>
                <a:gd name="connsiteX1110" fmla="*/ 711424 w 884748"/>
                <a:gd name="connsiteY1110" fmla="*/ 902729 h 1410045"/>
                <a:gd name="connsiteX1111" fmla="*/ 711424 w 884748"/>
                <a:gd name="connsiteY1111" fmla="*/ 905174 h 1410045"/>
                <a:gd name="connsiteX1112" fmla="*/ 713869 w 884748"/>
                <a:gd name="connsiteY1112" fmla="*/ 905174 h 1410045"/>
                <a:gd name="connsiteX1113" fmla="*/ 713869 w 884748"/>
                <a:gd name="connsiteY1113" fmla="*/ 907619 h 1410045"/>
                <a:gd name="connsiteX1114" fmla="*/ 713869 w 884748"/>
                <a:gd name="connsiteY1114" fmla="*/ 910208 h 1410045"/>
                <a:gd name="connsiteX1115" fmla="*/ 713869 w 884748"/>
                <a:gd name="connsiteY1115" fmla="*/ 912941 h 1410045"/>
                <a:gd name="connsiteX1116" fmla="*/ 713869 w 884748"/>
                <a:gd name="connsiteY1116" fmla="*/ 915386 h 1410045"/>
                <a:gd name="connsiteX1117" fmla="*/ 713869 w 884748"/>
                <a:gd name="connsiteY1117" fmla="*/ 917832 h 1410045"/>
                <a:gd name="connsiteX1118" fmla="*/ 711424 w 884748"/>
                <a:gd name="connsiteY1118" fmla="*/ 917832 h 1410045"/>
                <a:gd name="connsiteX1119" fmla="*/ 711424 w 884748"/>
                <a:gd name="connsiteY1119" fmla="*/ 915386 h 1410045"/>
                <a:gd name="connsiteX1120" fmla="*/ 708691 w 884748"/>
                <a:gd name="connsiteY1120" fmla="*/ 915386 h 1410045"/>
                <a:gd name="connsiteX1121" fmla="*/ 708691 w 884748"/>
                <a:gd name="connsiteY1121" fmla="*/ 917832 h 1410045"/>
                <a:gd name="connsiteX1122" fmla="*/ 706246 w 884748"/>
                <a:gd name="connsiteY1122" fmla="*/ 920421 h 1410045"/>
                <a:gd name="connsiteX1123" fmla="*/ 706246 w 884748"/>
                <a:gd name="connsiteY1123" fmla="*/ 923154 h 1410045"/>
                <a:gd name="connsiteX1124" fmla="*/ 706246 w 884748"/>
                <a:gd name="connsiteY1124" fmla="*/ 925599 h 1410045"/>
                <a:gd name="connsiteX1125" fmla="*/ 701211 w 884748"/>
                <a:gd name="connsiteY1125" fmla="*/ 928044 h 1410045"/>
                <a:gd name="connsiteX1126" fmla="*/ 698478 w 884748"/>
                <a:gd name="connsiteY1126" fmla="*/ 928044 h 1410045"/>
                <a:gd name="connsiteX1127" fmla="*/ 696033 w 884748"/>
                <a:gd name="connsiteY1127" fmla="*/ 928044 h 1410045"/>
                <a:gd name="connsiteX1128" fmla="*/ 696033 w 884748"/>
                <a:gd name="connsiteY1128" fmla="*/ 925599 h 1410045"/>
                <a:gd name="connsiteX1129" fmla="*/ 693444 w 884748"/>
                <a:gd name="connsiteY1129" fmla="*/ 928044 h 1410045"/>
                <a:gd name="connsiteX1130" fmla="*/ 690999 w 884748"/>
                <a:gd name="connsiteY1130" fmla="*/ 928044 h 1410045"/>
                <a:gd name="connsiteX1131" fmla="*/ 688266 w 884748"/>
                <a:gd name="connsiteY1131" fmla="*/ 928044 h 1410045"/>
                <a:gd name="connsiteX1132" fmla="*/ 688266 w 884748"/>
                <a:gd name="connsiteY1132" fmla="*/ 930633 h 1410045"/>
                <a:gd name="connsiteX1133" fmla="*/ 688266 w 884748"/>
                <a:gd name="connsiteY1133" fmla="*/ 933366 h 1410045"/>
                <a:gd name="connsiteX1134" fmla="*/ 685821 w 884748"/>
                <a:gd name="connsiteY1134" fmla="*/ 933366 h 1410045"/>
                <a:gd name="connsiteX1135" fmla="*/ 688266 w 884748"/>
                <a:gd name="connsiteY1135" fmla="*/ 933366 h 1410045"/>
                <a:gd name="connsiteX1136" fmla="*/ 690999 w 884748"/>
                <a:gd name="connsiteY1136" fmla="*/ 933366 h 1410045"/>
                <a:gd name="connsiteX1137" fmla="*/ 690999 w 884748"/>
                <a:gd name="connsiteY1137" fmla="*/ 935811 h 1410045"/>
                <a:gd name="connsiteX1138" fmla="*/ 693444 w 884748"/>
                <a:gd name="connsiteY1138" fmla="*/ 935811 h 1410045"/>
                <a:gd name="connsiteX1139" fmla="*/ 693444 w 884748"/>
                <a:gd name="connsiteY1139" fmla="*/ 938257 h 1410045"/>
                <a:gd name="connsiteX1140" fmla="*/ 693444 w 884748"/>
                <a:gd name="connsiteY1140" fmla="*/ 940702 h 1410045"/>
                <a:gd name="connsiteX1141" fmla="*/ 693444 w 884748"/>
                <a:gd name="connsiteY1141" fmla="*/ 943291 h 1410045"/>
                <a:gd name="connsiteX1142" fmla="*/ 696033 w 884748"/>
                <a:gd name="connsiteY1142" fmla="*/ 943291 h 1410045"/>
                <a:gd name="connsiteX1143" fmla="*/ 696033 w 884748"/>
                <a:gd name="connsiteY1143" fmla="*/ 946024 h 1410045"/>
                <a:gd name="connsiteX1144" fmla="*/ 696033 w 884748"/>
                <a:gd name="connsiteY1144" fmla="*/ 948469 h 1410045"/>
                <a:gd name="connsiteX1145" fmla="*/ 696033 w 884748"/>
                <a:gd name="connsiteY1145" fmla="*/ 950914 h 1410045"/>
                <a:gd name="connsiteX1146" fmla="*/ 696033 w 884748"/>
                <a:gd name="connsiteY1146" fmla="*/ 953503 h 1410045"/>
                <a:gd name="connsiteX1147" fmla="*/ 696033 w 884748"/>
                <a:gd name="connsiteY1147" fmla="*/ 956236 h 1410045"/>
                <a:gd name="connsiteX1148" fmla="*/ 696033 w 884748"/>
                <a:gd name="connsiteY1148" fmla="*/ 958682 h 1410045"/>
                <a:gd name="connsiteX1149" fmla="*/ 698478 w 884748"/>
                <a:gd name="connsiteY1149" fmla="*/ 958682 h 1410045"/>
                <a:gd name="connsiteX1150" fmla="*/ 698478 w 884748"/>
                <a:gd name="connsiteY1150" fmla="*/ 961127 h 1410045"/>
                <a:gd name="connsiteX1151" fmla="*/ 701211 w 884748"/>
                <a:gd name="connsiteY1151" fmla="*/ 963716 h 1410045"/>
                <a:gd name="connsiteX1152" fmla="*/ 703657 w 884748"/>
                <a:gd name="connsiteY1152" fmla="*/ 963716 h 1410045"/>
                <a:gd name="connsiteX1153" fmla="*/ 706246 w 884748"/>
                <a:gd name="connsiteY1153" fmla="*/ 963716 h 1410045"/>
                <a:gd name="connsiteX1154" fmla="*/ 706246 w 884748"/>
                <a:gd name="connsiteY1154" fmla="*/ 966449 h 1410045"/>
                <a:gd name="connsiteX1155" fmla="*/ 703657 w 884748"/>
                <a:gd name="connsiteY1155" fmla="*/ 966449 h 1410045"/>
                <a:gd name="connsiteX1156" fmla="*/ 703657 w 884748"/>
                <a:gd name="connsiteY1156" fmla="*/ 968894 h 1410045"/>
                <a:gd name="connsiteX1157" fmla="*/ 701211 w 884748"/>
                <a:gd name="connsiteY1157" fmla="*/ 971339 h 1410045"/>
                <a:gd name="connsiteX1158" fmla="*/ 698478 w 884748"/>
                <a:gd name="connsiteY1158" fmla="*/ 976661 h 1410045"/>
                <a:gd name="connsiteX1159" fmla="*/ 696033 w 884748"/>
                <a:gd name="connsiteY1159" fmla="*/ 976661 h 1410045"/>
                <a:gd name="connsiteX1160" fmla="*/ 693444 w 884748"/>
                <a:gd name="connsiteY1160" fmla="*/ 979107 h 1410045"/>
                <a:gd name="connsiteX1161" fmla="*/ 693444 w 884748"/>
                <a:gd name="connsiteY1161" fmla="*/ 981552 h 1410045"/>
                <a:gd name="connsiteX1162" fmla="*/ 693444 w 884748"/>
                <a:gd name="connsiteY1162" fmla="*/ 984141 h 1410045"/>
                <a:gd name="connsiteX1163" fmla="*/ 690999 w 884748"/>
                <a:gd name="connsiteY1163" fmla="*/ 981552 h 1410045"/>
                <a:gd name="connsiteX1164" fmla="*/ 688266 w 884748"/>
                <a:gd name="connsiteY1164" fmla="*/ 984141 h 1410045"/>
                <a:gd name="connsiteX1165" fmla="*/ 688266 w 884748"/>
                <a:gd name="connsiteY1165" fmla="*/ 986874 h 1410045"/>
                <a:gd name="connsiteX1166" fmla="*/ 690999 w 884748"/>
                <a:gd name="connsiteY1166" fmla="*/ 989319 h 1410045"/>
                <a:gd name="connsiteX1167" fmla="*/ 690999 w 884748"/>
                <a:gd name="connsiteY1167" fmla="*/ 991764 h 1410045"/>
                <a:gd name="connsiteX1168" fmla="*/ 690999 w 884748"/>
                <a:gd name="connsiteY1168" fmla="*/ 994354 h 1410045"/>
                <a:gd name="connsiteX1169" fmla="*/ 690999 w 884748"/>
                <a:gd name="connsiteY1169" fmla="*/ 997087 h 1410045"/>
                <a:gd name="connsiteX1170" fmla="*/ 690999 w 884748"/>
                <a:gd name="connsiteY1170" fmla="*/ 999532 h 1410045"/>
                <a:gd name="connsiteX1171" fmla="*/ 690999 w 884748"/>
                <a:gd name="connsiteY1171" fmla="*/ 1004422 h 1410045"/>
                <a:gd name="connsiteX1172" fmla="*/ 690999 w 884748"/>
                <a:gd name="connsiteY1172" fmla="*/ 1007299 h 1410045"/>
                <a:gd name="connsiteX1173" fmla="*/ 690999 w 884748"/>
                <a:gd name="connsiteY1173" fmla="*/ 1009744 h 1410045"/>
                <a:gd name="connsiteX1174" fmla="*/ 693444 w 884748"/>
                <a:gd name="connsiteY1174" fmla="*/ 1009744 h 1410045"/>
                <a:gd name="connsiteX1175" fmla="*/ 690999 w 884748"/>
                <a:gd name="connsiteY1175" fmla="*/ 1012189 h 1410045"/>
                <a:gd name="connsiteX1176" fmla="*/ 693444 w 884748"/>
                <a:gd name="connsiteY1176" fmla="*/ 1014779 h 1410045"/>
                <a:gd name="connsiteX1177" fmla="*/ 690999 w 884748"/>
                <a:gd name="connsiteY1177" fmla="*/ 1017512 h 1410045"/>
                <a:gd name="connsiteX1178" fmla="*/ 690999 w 884748"/>
                <a:gd name="connsiteY1178" fmla="*/ 1019957 h 1410045"/>
                <a:gd name="connsiteX1179" fmla="*/ 688266 w 884748"/>
                <a:gd name="connsiteY1179" fmla="*/ 1019957 h 1410045"/>
                <a:gd name="connsiteX1180" fmla="*/ 685821 w 884748"/>
                <a:gd name="connsiteY1180" fmla="*/ 1022402 h 1410045"/>
                <a:gd name="connsiteX1181" fmla="*/ 688266 w 884748"/>
                <a:gd name="connsiteY1181" fmla="*/ 1022402 h 1410045"/>
                <a:gd name="connsiteX1182" fmla="*/ 690999 w 884748"/>
                <a:gd name="connsiteY1182" fmla="*/ 1022402 h 1410045"/>
                <a:gd name="connsiteX1183" fmla="*/ 690999 w 884748"/>
                <a:gd name="connsiteY1183" fmla="*/ 1019957 h 1410045"/>
                <a:gd name="connsiteX1184" fmla="*/ 693444 w 884748"/>
                <a:gd name="connsiteY1184" fmla="*/ 1019957 h 1410045"/>
                <a:gd name="connsiteX1185" fmla="*/ 693444 w 884748"/>
                <a:gd name="connsiteY1185" fmla="*/ 1022402 h 1410045"/>
                <a:gd name="connsiteX1186" fmla="*/ 696033 w 884748"/>
                <a:gd name="connsiteY1186" fmla="*/ 1024991 h 1410045"/>
                <a:gd name="connsiteX1187" fmla="*/ 696033 w 884748"/>
                <a:gd name="connsiteY1187" fmla="*/ 1027724 h 1410045"/>
                <a:gd name="connsiteX1188" fmla="*/ 696033 w 884748"/>
                <a:gd name="connsiteY1188" fmla="*/ 1030169 h 1410045"/>
                <a:gd name="connsiteX1189" fmla="*/ 698478 w 884748"/>
                <a:gd name="connsiteY1189" fmla="*/ 1030169 h 1410045"/>
                <a:gd name="connsiteX1190" fmla="*/ 698478 w 884748"/>
                <a:gd name="connsiteY1190" fmla="*/ 1032614 h 1410045"/>
                <a:gd name="connsiteX1191" fmla="*/ 701211 w 884748"/>
                <a:gd name="connsiteY1191" fmla="*/ 1032614 h 1410045"/>
                <a:gd name="connsiteX1192" fmla="*/ 701211 w 884748"/>
                <a:gd name="connsiteY1192" fmla="*/ 1035060 h 1410045"/>
                <a:gd name="connsiteX1193" fmla="*/ 701211 w 884748"/>
                <a:gd name="connsiteY1193" fmla="*/ 1037649 h 1410045"/>
                <a:gd name="connsiteX1194" fmla="*/ 698478 w 884748"/>
                <a:gd name="connsiteY1194" fmla="*/ 1040382 h 1410045"/>
                <a:gd name="connsiteX1195" fmla="*/ 696033 w 884748"/>
                <a:gd name="connsiteY1195" fmla="*/ 1040382 h 1410045"/>
                <a:gd name="connsiteX1196" fmla="*/ 696033 w 884748"/>
                <a:gd name="connsiteY1196" fmla="*/ 1042827 h 1410045"/>
                <a:gd name="connsiteX1197" fmla="*/ 690999 w 884748"/>
                <a:gd name="connsiteY1197" fmla="*/ 1042827 h 1410045"/>
                <a:gd name="connsiteX1198" fmla="*/ 690999 w 884748"/>
                <a:gd name="connsiteY1198" fmla="*/ 1045272 h 1410045"/>
                <a:gd name="connsiteX1199" fmla="*/ 693444 w 884748"/>
                <a:gd name="connsiteY1199" fmla="*/ 1045272 h 1410045"/>
                <a:gd name="connsiteX1200" fmla="*/ 693444 w 884748"/>
                <a:gd name="connsiteY1200" fmla="*/ 1047861 h 1410045"/>
                <a:gd name="connsiteX1201" fmla="*/ 696033 w 884748"/>
                <a:gd name="connsiteY1201" fmla="*/ 1047861 h 1410045"/>
                <a:gd name="connsiteX1202" fmla="*/ 693444 w 884748"/>
                <a:gd name="connsiteY1202" fmla="*/ 1050594 h 1410045"/>
                <a:gd name="connsiteX1203" fmla="*/ 690999 w 884748"/>
                <a:gd name="connsiteY1203" fmla="*/ 1050594 h 1410045"/>
                <a:gd name="connsiteX1204" fmla="*/ 688266 w 884748"/>
                <a:gd name="connsiteY1204" fmla="*/ 1053040 h 1410045"/>
                <a:gd name="connsiteX1205" fmla="*/ 688266 w 884748"/>
                <a:gd name="connsiteY1205" fmla="*/ 1055485 h 1410045"/>
                <a:gd name="connsiteX1206" fmla="*/ 688266 w 884748"/>
                <a:gd name="connsiteY1206" fmla="*/ 1058074 h 1410045"/>
                <a:gd name="connsiteX1207" fmla="*/ 685821 w 884748"/>
                <a:gd name="connsiteY1207" fmla="*/ 1058074 h 1410045"/>
                <a:gd name="connsiteX1208" fmla="*/ 685821 w 884748"/>
                <a:gd name="connsiteY1208" fmla="*/ 1060807 h 1410045"/>
                <a:gd name="connsiteX1209" fmla="*/ 688266 w 884748"/>
                <a:gd name="connsiteY1209" fmla="*/ 1063252 h 1410045"/>
                <a:gd name="connsiteX1210" fmla="*/ 688266 w 884748"/>
                <a:gd name="connsiteY1210" fmla="*/ 1065697 h 1410045"/>
                <a:gd name="connsiteX1211" fmla="*/ 690999 w 884748"/>
                <a:gd name="connsiteY1211" fmla="*/ 1065697 h 1410045"/>
                <a:gd name="connsiteX1212" fmla="*/ 688266 w 884748"/>
                <a:gd name="connsiteY1212" fmla="*/ 1065697 h 1410045"/>
                <a:gd name="connsiteX1213" fmla="*/ 688266 w 884748"/>
                <a:gd name="connsiteY1213" fmla="*/ 1068286 h 1410045"/>
                <a:gd name="connsiteX1214" fmla="*/ 685821 w 884748"/>
                <a:gd name="connsiteY1214" fmla="*/ 1071019 h 1410045"/>
                <a:gd name="connsiteX1215" fmla="*/ 683232 w 884748"/>
                <a:gd name="connsiteY1215" fmla="*/ 1071019 h 1410045"/>
                <a:gd name="connsiteX1216" fmla="*/ 683232 w 884748"/>
                <a:gd name="connsiteY1216" fmla="*/ 1073465 h 1410045"/>
                <a:gd name="connsiteX1217" fmla="*/ 685821 w 884748"/>
                <a:gd name="connsiteY1217" fmla="*/ 1073465 h 1410045"/>
                <a:gd name="connsiteX1218" fmla="*/ 685821 w 884748"/>
                <a:gd name="connsiteY1218" fmla="*/ 1075910 h 1410045"/>
                <a:gd name="connsiteX1219" fmla="*/ 685821 w 884748"/>
                <a:gd name="connsiteY1219" fmla="*/ 1078499 h 1410045"/>
                <a:gd name="connsiteX1220" fmla="*/ 690999 w 884748"/>
                <a:gd name="connsiteY1220" fmla="*/ 1081232 h 1410045"/>
                <a:gd name="connsiteX1221" fmla="*/ 690999 w 884748"/>
                <a:gd name="connsiteY1221" fmla="*/ 1078499 h 1410045"/>
                <a:gd name="connsiteX1222" fmla="*/ 693444 w 884748"/>
                <a:gd name="connsiteY1222" fmla="*/ 1078499 h 1410045"/>
                <a:gd name="connsiteX1223" fmla="*/ 693444 w 884748"/>
                <a:gd name="connsiteY1223" fmla="*/ 1081232 h 1410045"/>
                <a:gd name="connsiteX1224" fmla="*/ 696033 w 884748"/>
                <a:gd name="connsiteY1224" fmla="*/ 1081232 h 1410045"/>
                <a:gd name="connsiteX1225" fmla="*/ 696033 w 884748"/>
                <a:gd name="connsiteY1225" fmla="*/ 1083677 h 1410045"/>
                <a:gd name="connsiteX1226" fmla="*/ 698478 w 884748"/>
                <a:gd name="connsiteY1226" fmla="*/ 1083677 h 1410045"/>
                <a:gd name="connsiteX1227" fmla="*/ 701211 w 884748"/>
                <a:gd name="connsiteY1227" fmla="*/ 1083677 h 1410045"/>
                <a:gd name="connsiteX1228" fmla="*/ 701211 w 884748"/>
                <a:gd name="connsiteY1228" fmla="*/ 1086122 h 1410045"/>
                <a:gd name="connsiteX1229" fmla="*/ 701211 w 884748"/>
                <a:gd name="connsiteY1229" fmla="*/ 1088568 h 1410045"/>
                <a:gd name="connsiteX1230" fmla="*/ 701211 w 884748"/>
                <a:gd name="connsiteY1230" fmla="*/ 1091444 h 1410045"/>
                <a:gd name="connsiteX1231" fmla="*/ 703657 w 884748"/>
                <a:gd name="connsiteY1231" fmla="*/ 1093890 h 1410045"/>
                <a:gd name="connsiteX1232" fmla="*/ 706246 w 884748"/>
                <a:gd name="connsiteY1232" fmla="*/ 1091444 h 1410045"/>
                <a:gd name="connsiteX1233" fmla="*/ 708691 w 884748"/>
                <a:gd name="connsiteY1233" fmla="*/ 1088568 h 1410045"/>
                <a:gd name="connsiteX1234" fmla="*/ 711424 w 884748"/>
                <a:gd name="connsiteY1234" fmla="*/ 1086122 h 1410045"/>
                <a:gd name="connsiteX1235" fmla="*/ 713869 w 884748"/>
                <a:gd name="connsiteY1235" fmla="*/ 1086122 h 1410045"/>
                <a:gd name="connsiteX1236" fmla="*/ 713869 w 884748"/>
                <a:gd name="connsiteY1236" fmla="*/ 1088568 h 1410045"/>
                <a:gd name="connsiteX1237" fmla="*/ 716458 w 884748"/>
                <a:gd name="connsiteY1237" fmla="*/ 1088568 h 1410045"/>
                <a:gd name="connsiteX1238" fmla="*/ 718903 w 884748"/>
                <a:gd name="connsiteY1238" fmla="*/ 1091444 h 1410045"/>
                <a:gd name="connsiteX1239" fmla="*/ 718903 w 884748"/>
                <a:gd name="connsiteY1239" fmla="*/ 1093890 h 1410045"/>
                <a:gd name="connsiteX1240" fmla="*/ 718903 w 884748"/>
                <a:gd name="connsiteY1240" fmla="*/ 1096335 h 1410045"/>
                <a:gd name="connsiteX1241" fmla="*/ 721636 w 884748"/>
                <a:gd name="connsiteY1241" fmla="*/ 1096335 h 1410045"/>
                <a:gd name="connsiteX1242" fmla="*/ 721636 w 884748"/>
                <a:gd name="connsiteY1242" fmla="*/ 1098780 h 1410045"/>
                <a:gd name="connsiteX1243" fmla="*/ 721636 w 884748"/>
                <a:gd name="connsiteY1243" fmla="*/ 1101513 h 1410045"/>
                <a:gd name="connsiteX1244" fmla="*/ 721636 w 884748"/>
                <a:gd name="connsiteY1244" fmla="*/ 1104102 h 1410045"/>
                <a:gd name="connsiteX1245" fmla="*/ 724082 w 884748"/>
                <a:gd name="connsiteY1245" fmla="*/ 1104102 h 1410045"/>
                <a:gd name="connsiteX1246" fmla="*/ 721636 w 884748"/>
                <a:gd name="connsiteY1246" fmla="*/ 1104102 h 1410045"/>
                <a:gd name="connsiteX1247" fmla="*/ 721636 w 884748"/>
                <a:gd name="connsiteY1247" fmla="*/ 1106547 h 1410045"/>
                <a:gd name="connsiteX1248" fmla="*/ 721636 w 884748"/>
                <a:gd name="connsiteY1248" fmla="*/ 1109136 h 1410045"/>
                <a:gd name="connsiteX1249" fmla="*/ 724082 w 884748"/>
                <a:gd name="connsiteY1249" fmla="*/ 1109136 h 1410045"/>
                <a:gd name="connsiteX1250" fmla="*/ 724082 w 884748"/>
                <a:gd name="connsiteY1250" fmla="*/ 1111869 h 1410045"/>
                <a:gd name="connsiteX1251" fmla="*/ 721636 w 884748"/>
                <a:gd name="connsiteY1251" fmla="*/ 1111869 h 1410045"/>
                <a:gd name="connsiteX1252" fmla="*/ 724082 w 884748"/>
                <a:gd name="connsiteY1252" fmla="*/ 1111869 h 1410045"/>
                <a:gd name="connsiteX1253" fmla="*/ 724082 w 884748"/>
                <a:gd name="connsiteY1253" fmla="*/ 1114315 h 1410045"/>
                <a:gd name="connsiteX1254" fmla="*/ 724082 w 884748"/>
                <a:gd name="connsiteY1254" fmla="*/ 1116760 h 1410045"/>
                <a:gd name="connsiteX1255" fmla="*/ 724082 w 884748"/>
                <a:gd name="connsiteY1255" fmla="*/ 1119205 h 1410045"/>
                <a:gd name="connsiteX1256" fmla="*/ 724082 w 884748"/>
                <a:gd name="connsiteY1256" fmla="*/ 1124527 h 1410045"/>
                <a:gd name="connsiteX1257" fmla="*/ 724082 w 884748"/>
                <a:gd name="connsiteY1257" fmla="*/ 1126972 h 1410045"/>
                <a:gd name="connsiteX1258" fmla="*/ 726671 w 884748"/>
                <a:gd name="connsiteY1258" fmla="*/ 1126972 h 1410045"/>
                <a:gd name="connsiteX1259" fmla="*/ 726671 w 884748"/>
                <a:gd name="connsiteY1259" fmla="*/ 1129418 h 1410045"/>
                <a:gd name="connsiteX1260" fmla="*/ 731849 w 884748"/>
                <a:gd name="connsiteY1260" fmla="*/ 1129418 h 1410045"/>
                <a:gd name="connsiteX1261" fmla="*/ 731849 w 884748"/>
                <a:gd name="connsiteY1261" fmla="*/ 1132007 h 1410045"/>
                <a:gd name="connsiteX1262" fmla="*/ 731849 w 884748"/>
                <a:gd name="connsiteY1262" fmla="*/ 1134740 h 1410045"/>
                <a:gd name="connsiteX1263" fmla="*/ 729116 w 884748"/>
                <a:gd name="connsiteY1263" fmla="*/ 1137185 h 1410045"/>
                <a:gd name="connsiteX1264" fmla="*/ 729116 w 884748"/>
                <a:gd name="connsiteY1264" fmla="*/ 1139630 h 1410045"/>
                <a:gd name="connsiteX1265" fmla="*/ 726671 w 884748"/>
                <a:gd name="connsiteY1265" fmla="*/ 1139630 h 1410045"/>
                <a:gd name="connsiteX1266" fmla="*/ 729116 w 884748"/>
                <a:gd name="connsiteY1266" fmla="*/ 1144952 h 1410045"/>
                <a:gd name="connsiteX1267" fmla="*/ 729116 w 884748"/>
                <a:gd name="connsiteY1267" fmla="*/ 1147397 h 1410045"/>
                <a:gd name="connsiteX1268" fmla="*/ 729116 w 884748"/>
                <a:gd name="connsiteY1268" fmla="*/ 1149843 h 1410045"/>
                <a:gd name="connsiteX1269" fmla="*/ 731849 w 884748"/>
                <a:gd name="connsiteY1269" fmla="*/ 1149843 h 1410045"/>
                <a:gd name="connsiteX1270" fmla="*/ 731849 w 884748"/>
                <a:gd name="connsiteY1270" fmla="*/ 1152432 h 1410045"/>
                <a:gd name="connsiteX1271" fmla="*/ 734294 w 884748"/>
                <a:gd name="connsiteY1271" fmla="*/ 1155165 h 1410045"/>
                <a:gd name="connsiteX1272" fmla="*/ 734294 w 884748"/>
                <a:gd name="connsiteY1272" fmla="*/ 1157610 h 1410045"/>
                <a:gd name="connsiteX1273" fmla="*/ 734294 w 884748"/>
                <a:gd name="connsiteY1273" fmla="*/ 1160055 h 1410045"/>
                <a:gd name="connsiteX1274" fmla="*/ 736883 w 884748"/>
                <a:gd name="connsiteY1274" fmla="*/ 1162644 h 1410045"/>
                <a:gd name="connsiteX1275" fmla="*/ 739328 w 884748"/>
                <a:gd name="connsiteY1275" fmla="*/ 1162644 h 1410045"/>
                <a:gd name="connsiteX1276" fmla="*/ 739328 w 884748"/>
                <a:gd name="connsiteY1276" fmla="*/ 1165377 h 1410045"/>
                <a:gd name="connsiteX1277" fmla="*/ 739328 w 884748"/>
                <a:gd name="connsiteY1277" fmla="*/ 1167822 h 1410045"/>
                <a:gd name="connsiteX1278" fmla="*/ 739328 w 884748"/>
                <a:gd name="connsiteY1278" fmla="*/ 1170268 h 1410045"/>
                <a:gd name="connsiteX1279" fmla="*/ 742061 w 884748"/>
                <a:gd name="connsiteY1279" fmla="*/ 1172857 h 1410045"/>
                <a:gd name="connsiteX1280" fmla="*/ 744507 w 884748"/>
                <a:gd name="connsiteY1280" fmla="*/ 1175590 h 1410045"/>
                <a:gd name="connsiteX1281" fmla="*/ 746952 w 884748"/>
                <a:gd name="connsiteY1281" fmla="*/ 1178035 h 1410045"/>
                <a:gd name="connsiteX1282" fmla="*/ 749541 w 884748"/>
                <a:gd name="connsiteY1282" fmla="*/ 1178035 h 1410045"/>
                <a:gd name="connsiteX1283" fmla="*/ 752274 w 884748"/>
                <a:gd name="connsiteY1283" fmla="*/ 1178035 h 1410045"/>
                <a:gd name="connsiteX1284" fmla="*/ 752274 w 884748"/>
                <a:gd name="connsiteY1284" fmla="*/ 1180480 h 1410045"/>
                <a:gd name="connsiteX1285" fmla="*/ 754719 w 884748"/>
                <a:gd name="connsiteY1285" fmla="*/ 1180480 h 1410045"/>
                <a:gd name="connsiteX1286" fmla="*/ 757164 w 884748"/>
                <a:gd name="connsiteY1286" fmla="*/ 1180480 h 1410045"/>
                <a:gd name="connsiteX1287" fmla="*/ 759753 w 884748"/>
                <a:gd name="connsiteY1287" fmla="*/ 1180480 h 1410045"/>
                <a:gd name="connsiteX1288" fmla="*/ 759753 w 884748"/>
                <a:gd name="connsiteY1288" fmla="*/ 1182926 h 1410045"/>
                <a:gd name="connsiteX1289" fmla="*/ 759753 w 884748"/>
                <a:gd name="connsiteY1289" fmla="*/ 1185658 h 1410045"/>
                <a:gd name="connsiteX1290" fmla="*/ 759753 w 884748"/>
                <a:gd name="connsiteY1290" fmla="*/ 1188247 h 1410045"/>
                <a:gd name="connsiteX1291" fmla="*/ 762199 w 884748"/>
                <a:gd name="connsiteY1291" fmla="*/ 1188247 h 1410045"/>
                <a:gd name="connsiteX1292" fmla="*/ 764932 w 884748"/>
                <a:gd name="connsiteY1292" fmla="*/ 1188247 h 1410045"/>
                <a:gd name="connsiteX1293" fmla="*/ 764932 w 884748"/>
                <a:gd name="connsiteY1293" fmla="*/ 1190693 h 1410045"/>
                <a:gd name="connsiteX1294" fmla="*/ 762199 w 884748"/>
                <a:gd name="connsiteY1294" fmla="*/ 1193138 h 1410045"/>
                <a:gd name="connsiteX1295" fmla="*/ 762199 w 884748"/>
                <a:gd name="connsiteY1295" fmla="*/ 1195871 h 1410045"/>
                <a:gd name="connsiteX1296" fmla="*/ 762199 w 884748"/>
                <a:gd name="connsiteY1296" fmla="*/ 1198460 h 1410045"/>
                <a:gd name="connsiteX1297" fmla="*/ 762199 w 884748"/>
                <a:gd name="connsiteY1297" fmla="*/ 1200905 h 1410045"/>
                <a:gd name="connsiteX1298" fmla="*/ 764932 w 884748"/>
                <a:gd name="connsiteY1298" fmla="*/ 1200905 h 1410045"/>
                <a:gd name="connsiteX1299" fmla="*/ 764932 w 884748"/>
                <a:gd name="connsiteY1299" fmla="*/ 1203351 h 1410045"/>
                <a:gd name="connsiteX1300" fmla="*/ 762199 w 884748"/>
                <a:gd name="connsiteY1300" fmla="*/ 1203351 h 1410045"/>
                <a:gd name="connsiteX1301" fmla="*/ 762199 w 884748"/>
                <a:gd name="connsiteY1301" fmla="*/ 1205939 h 1410045"/>
                <a:gd name="connsiteX1302" fmla="*/ 762199 w 884748"/>
                <a:gd name="connsiteY1302" fmla="*/ 1208672 h 1410045"/>
                <a:gd name="connsiteX1303" fmla="*/ 762199 w 884748"/>
                <a:gd name="connsiteY1303" fmla="*/ 1211118 h 1410045"/>
                <a:gd name="connsiteX1304" fmla="*/ 762199 w 884748"/>
                <a:gd name="connsiteY1304" fmla="*/ 1213563 h 1410045"/>
                <a:gd name="connsiteX1305" fmla="*/ 759753 w 884748"/>
                <a:gd name="connsiteY1305" fmla="*/ 1216152 h 1410045"/>
                <a:gd name="connsiteX1306" fmla="*/ 762199 w 884748"/>
                <a:gd name="connsiteY1306" fmla="*/ 1218885 h 1410045"/>
                <a:gd name="connsiteX1307" fmla="*/ 759753 w 884748"/>
                <a:gd name="connsiteY1307" fmla="*/ 1221330 h 1410045"/>
                <a:gd name="connsiteX1308" fmla="*/ 759753 w 884748"/>
                <a:gd name="connsiteY1308" fmla="*/ 1223776 h 1410045"/>
                <a:gd name="connsiteX1309" fmla="*/ 757164 w 884748"/>
                <a:gd name="connsiteY1309" fmla="*/ 1226364 h 1410045"/>
                <a:gd name="connsiteX1310" fmla="*/ 754719 w 884748"/>
                <a:gd name="connsiteY1310" fmla="*/ 1229097 h 1410045"/>
                <a:gd name="connsiteX1311" fmla="*/ 752274 w 884748"/>
                <a:gd name="connsiteY1311" fmla="*/ 1229097 h 1410045"/>
                <a:gd name="connsiteX1312" fmla="*/ 752274 w 884748"/>
                <a:gd name="connsiteY1312" fmla="*/ 1231543 h 1410045"/>
                <a:gd name="connsiteX1313" fmla="*/ 749541 w 884748"/>
                <a:gd name="connsiteY1313" fmla="*/ 1231543 h 1410045"/>
                <a:gd name="connsiteX1314" fmla="*/ 749541 w 884748"/>
                <a:gd name="connsiteY1314" fmla="*/ 1236577 h 1410045"/>
                <a:gd name="connsiteX1315" fmla="*/ 752274 w 884748"/>
                <a:gd name="connsiteY1315" fmla="*/ 1236577 h 1410045"/>
                <a:gd name="connsiteX1316" fmla="*/ 754719 w 884748"/>
                <a:gd name="connsiteY1316" fmla="*/ 1236577 h 1410045"/>
                <a:gd name="connsiteX1317" fmla="*/ 757164 w 884748"/>
                <a:gd name="connsiteY1317" fmla="*/ 1236577 h 1410045"/>
                <a:gd name="connsiteX1318" fmla="*/ 757164 w 884748"/>
                <a:gd name="connsiteY1318" fmla="*/ 1239310 h 1410045"/>
                <a:gd name="connsiteX1319" fmla="*/ 757164 w 884748"/>
                <a:gd name="connsiteY1319" fmla="*/ 1241755 h 1410045"/>
                <a:gd name="connsiteX1320" fmla="*/ 757164 w 884748"/>
                <a:gd name="connsiteY1320" fmla="*/ 1246790 h 1410045"/>
                <a:gd name="connsiteX1321" fmla="*/ 757164 w 884748"/>
                <a:gd name="connsiteY1321" fmla="*/ 1251968 h 1410045"/>
                <a:gd name="connsiteX1322" fmla="*/ 754719 w 884748"/>
                <a:gd name="connsiteY1322" fmla="*/ 1251968 h 1410045"/>
                <a:gd name="connsiteX1323" fmla="*/ 754719 w 884748"/>
                <a:gd name="connsiteY1323" fmla="*/ 1254413 h 1410045"/>
                <a:gd name="connsiteX1324" fmla="*/ 754719 w 884748"/>
                <a:gd name="connsiteY1324" fmla="*/ 1257002 h 1410045"/>
                <a:gd name="connsiteX1325" fmla="*/ 752274 w 884748"/>
                <a:gd name="connsiteY1325" fmla="*/ 1259735 h 1410045"/>
                <a:gd name="connsiteX1326" fmla="*/ 752274 w 884748"/>
                <a:gd name="connsiteY1326" fmla="*/ 1262180 h 1410045"/>
                <a:gd name="connsiteX1327" fmla="*/ 754719 w 884748"/>
                <a:gd name="connsiteY1327" fmla="*/ 1262180 h 1410045"/>
                <a:gd name="connsiteX1328" fmla="*/ 752274 w 884748"/>
                <a:gd name="connsiteY1328" fmla="*/ 1264626 h 1410045"/>
                <a:gd name="connsiteX1329" fmla="*/ 749541 w 884748"/>
                <a:gd name="connsiteY1329" fmla="*/ 1267215 h 1410045"/>
                <a:gd name="connsiteX1330" fmla="*/ 749541 w 884748"/>
                <a:gd name="connsiteY1330" fmla="*/ 1269947 h 1410045"/>
                <a:gd name="connsiteX1331" fmla="*/ 752274 w 884748"/>
                <a:gd name="connsiteY1331" fmla="*/ 1269947 h 1410045"/>
                <a:gd name="connsiteX1332" fmla="*/ 752274 w 884748"/>
                <a:gd name="connsiteY1332" fmla="*/ 1272393 h 1410045"/>
                <a:gd name="connsiteX1333" fmla="*/ 754719 w 884748"/>
                <a:gd name="connsiteY1333" fmla="*/ 1269947 h 1410045"/>
                <a:gd name="connsiteX1334" fmla="*/ 757164 w 884748"/>
                <a:gd name="connsiteY1334" fmla="*/ 1272393 h 1410045"/>
                <a:gd name="connsiteX1335" fmla="*/ 759753 w 884748"/>
                <a:gd name="connsiteY1335" fmla="*/ 1274838 h 1410045"/>
                <a:gd name="connsiteX1336" fmla="*/ 759753 w 884748"/>
                <a:gd name="connsiteY1336" fmla="*/ 1277283 h 1410045"/>
                <a:gd name="connsiteX1337" fmla="*/ 762199 w 884748"/>
                <a:gd name="connsiteY1337" fmla="*/ 1277283 h 1410045"/>
                <a:gd name="connsiteX1338" fmla="*/ 764932 w 884748"/>
                <a:gd name="connsiteY1338" fmla="*/ 1274838 h 1410045"/>
                <a:gd name="connsiteX1339" fmla="*/ 767377 w 884748"/>
                <a:gd name="connsiteY1339" fmla="*/ 1272393 h 1410045"/>
                <a:gd name="connsiteX1340" fmla="*/ 769966 w 884748"/>
                <a:gd name="connsiteY1340" fmla="*/ 1272393 h 1410045"/>
                <a:gd name="connsiteX1341" fmla="*/ 772411 w 884748"/>
                <a:gd name="connsiteY1341" fmla="*/ 1274838 h 1410045"/>
                <a:gd name="connsiteX1342" fmla="*/ 775144 w 884748"/>
                <a:gd name="connsiteY1342" fmla="*/ 1277283 h 1410045"/>
                <a:gd name="connsiteX1343" fmla="*/ 777589 w 884748"/>
                <a:gd name="connsiteY1343" fmla="*/ 1280016 h 1410045"/>
                <a:gd name="connsiteX1344" fmla="*/ 780178 w 884748"/>
                <a:gd name="connsiteY1344" fmla="*/ 1280016 h 1410045"/>
                <a:gd name="connsiteX1345" fmla="*/ 782624 w 884748"/>
                <a:gd name="connsiteY1345" fmla="*/ 1280016 h 1410045"/>
                <a:gd name="connsiteX1346" fmla="*/ 785357 w 884748"/>
                <a:gd name="connsiteY1346" fmla="*/ 1280016 h 1410045"/>
                <a:gd name="connsiteX1347" fmla="*/ 785357 w 884748"/>
                <a:gd name="connsiteY1347" fmla="*/ 1277283 h 1410045"/>
                <a:gd name="connsiteX1348" fmla="*/ 785357 w 884748"/>
                <a:gd name="connsiteY1348" fmla="*/ 1274838 h 1410045"/>
                <a:gd name="connsiteX1349" fmla="*/ 787802 w 884748"/>
                <a:gd name="connsiteY1349" fmla="*/ 1272393 h 1410045"/>
                <a:gd name="connsiteX1350" fmla="*/ 790391 w 884748"/>
                <a:gd name="connsiteY1350" fmla="*/ 1274838 h 1410045"/>
                <a:gd name="connsiteX1351" fmla="*/ 792836 w 884748"/>
                <a:gd name="connsiteY1351" fmla="*/ 1274838 h 1410045"/>
                <a:gd name="connsiteX1352" fmla="*/ 795569 w 884748"/>
                <a:gd name="connsiteY1352" fmla="*/ 1274838 h 1410045"/>
                <a:gd name="connsiteX1353" fmla="*/ 792836 w 884748"/>
                <a:gd name="connsiteY1353" fmla="*/ 1277283 h 1410045"/>
                <a:gd name="connsiteX1354" fmla="*/ 792836 w 884748"/>
                <a:gd name="connsiteY1354" fmla="*/ 1280016 h 1410045"/>
                <a:gd name="connsiteX1355" fmla="*/ 795569 w 884748"/>
                <a:gd name="connsiteY1355" fmla="*/ 1282605 h 1410045"/>
                <a:gd name="connsiteX1356" fmla="*/ 798014 w 884748"/>
                <a:gd name="connsiteY1356" fmla="*/ 1282605 h 1410045"/>
                <a:gd name="connsiteX1357" fmla="*/ 800604 w 884748"/>
                <a:gd name="connsiteY1357" fmla="*/ 1282605 h 1410045"/>
                <a:gd name="connsiteX1358" fmla="*/ 800604 w 884748"/>
                <a:gd name="connsiteY1358" fmla="*/ 1280016 h 1410045"/>
                <a:gd name="connsiteX1359" fmla="*/ 803049 w 884748"/>
                <a:gd name="connsiteY1359" fmla="*/ 1277283 h 1410045"/>
                <a:gd name="connsiteX1360" fmla="*/ 805782 w 884748"/>
                <a:gd name="connsiteY1360" fmla="*/ 1277283 h 1410045"/>
                <a:gd name="connsiteX1361" fmla="*/ 808227 w 884748"/>
                <a:gd name="connsiteY1361" fmla="*/ 1274838 h 1410045"/>
                <a:gd name="connsiteX1362" fmla="*/ 808227 w 884748"/>
                <a:gd name="connsiteY1362" fmla="*/ 1277283 h 1410045"/>
                <a:gd name="connsiteX1363" fmla="*/ 810816 w 884748"/>
                <a:gd name="connsiteY1363" fmla="*/ 1277283 h 1410045"/>
                <a:gd name="connsiteX1364" fmla="*/ 810816 w 884748"/>
                <a:gd name="connsiteY1364" fmla="*/ 1280016 h 1410045"/>
                <a:gd name="connsiteX1365" fmla="*/ 813261 w 884748"/>
                <a:gd name="connsiteY1365" fmla="*/ 1282605 h 1410045"/>
                <a:gd name="connsiteX1366" fmla="*/ 813261 w 884748"/>
                <a:gd name="connsiteY1366" fmla="*/ 1285051 h 1410045"/>
                <a:gd name="connsiteX1367" fmla="*/ 813261 w 884748"/>
                <a:gd name="connsiteY1367" fmla="*/ 1287496 h 1410045"/>
                <a:gd name="connsiteX1368" fmla="*/ 815994 w 884748"/>
                <a:gd name="connsiteY1368" fmla="*/ 1287496 h 1410045"/>
                <a:gd name="connsiteX1369" fmla="*/ 818439 w 884748"/>
                <a:gd name="connsiteY1369" fmla="*/ 1287496 h 1410045"/>
                <a:gd name="connsiteX1370" fmla="*/ 818439 w 884748"/>
                <a:gd name="connsiteY1370" fmla="*/ 1290229 h 1410045"/>
                <a:gd name="connsiteX1371" fmla="*/ 821029 w 884748"/>
                <a:gd name="connsiteY1371" fmla="*/ 1290229 h 1410045"/>
                <a:gd name="connsiteX1372" fmla="*/ 823474 w 884748"/>
                <a:gd name="connsiteY1372" fmla="*/ 1292818 h 1410045"/>
                <a:gd name="connsiteX1373" fmla="*/ 826207 w 884748"/>
                <a:gd name="connsiteY1373" fmla="*/ 1295263 h 1410045"/>
                <a:gd name="connsiteX1374" fmla="*/ 828652 w 884748"/>
                <a:gd name="connsiteY1374" fmla="*/ 1297708 h 1410045"/>
                <a:gd name="connsiteX1375" fmla="*/ 831097 w 884748"/>
                <a:gd name="connsiteY1375" fmla="*/ 1297708 h 1410045"/>
                <a:gd name="connsiteX1376" fmla="*/ 833686 w 884748"/>
                <a:gd name="connsiteY1376" fmla="*/ 1297708 h 1410045"/>
                <a:gd name="connsiteX1377" fmla="*/ 836132 w 884748"/>
                <a:gd name="connsiteY1377" fmla="*/ 1297708 h 1410045"/>
                <a:gd name="connsiteX1378" fmla="*/ 841454 w 884748"/>
                <a:gd name="connsiteY1378" fmla="*/ 1295263 h 1410045"/>
                <a:gd name="connsiteX1379" fmla="*/ 843899 w 884748"/>
                <a:gd name="connsiteY1379" fmla="*/ 1295263 h 1410045"/>
                <a:gd name="connsiteX1380" fmla="*/ 849077 w 884748"/>
                <a:gd name="connsiteY1380" fmla="*/ 1295263 h 1410045"/>
                <a:gd name="connsiteX1381" fmla="*/ 851666 w 884748"/>
                <a:gd name="connsiteY1381" fmla="*/ 1295263 h 1410045"/>
                <a:gd name="connsiteX1382" fmla="*/ 854111 w 884748"/>
                <a:gd name="connsiteY1382" fmla="*/ 1295263 h 1410045"/>
                <a:gd name="connsiteX1383" fmla="*/ 854111 w 884748"/>
                <a:gd name="connsiteY1383" fmla="*/ 1297708 h 1410045"/>
                <a:gd name="connsiteX1384" fmla="*/ 856557 w 884748"/>
                <a:gd name="connsiteY1384" fmla="*/ 1297708 h 1410045"/>
                <a:gd name="connsiteX1385" fmla="*/ 859289 w 884748"/>
                <a:gd name="connsiteY1385" fmla="*/ 1300297 h 1410045"/>
                <a:gd name="connsiteX1386" fmla="*/ 861735 w 884748"/>
                <a:gd name="connsiteY1386" fmla="*/ 1297708 h 1410045"/>
                <a:gd name="connsiteX1387" fmla="*/ 861735 w 884748"/>
                <a:gd name="connsiteY1387" fmla="*/ 1292818 h 1410045"/>
                <a:gd name="connsiteX1388" fmla="*/ 864324 w 884748"/>
                <a:gd name="connsiteY1388" fmla="*/ 1290229 h 1410045"/>
                <a:gd name="connsiteX1389" fmla="*/ 866769 w 884748"/>
                <a:gd name="connsiteY1389" fmla="*/ 1287496 h 1410045"/>
                <a:gd name="connsiteX1390" fmla="*/ 869502 w 884748"/>
                <a:gd name="connsiteY1390" fmla="*/ 1290229 h 1410045"/>
                <a:gd name="connsiteX1391" fmla="*/ 871947 w 884748"/>
                <a:gd name="connsiteY1391" fmla="*/ 1290229 h 1410045"/>
                <a:gd name="connsiteX1392" fmla="*/ 871947 w 884748"/>
                <a:gd name="connsiteY1392" fmla="*/ 1292818 h 1410045"/>
                <a:gd name="connsiteX1393" fmla="*/ 874536 w 884748"/>
                <a:gd name="connsiteY1393" fmla="*/ 1292818 h 1410045"/>
                <a:gd name="connsiteX1394" fmla="*/ 876982 w 884748"/>
                <a:gd name="connsiteY1394" fmla="*/ 1292818 h 1410045"/>
                <a:gd name="connsiteX1395" fmla="*/ 879715 w 884748"/>
                <a:gd name="connsiteY1395" fmla="*/ 1292818 h 1410045"/>
                <a:gd name="connsiteX1396" fmla="*/ 879715 w 884748"/>
                <a:gd name="connsiteY1396" fmla="*/ 1295263 h 1410045"/>
                <a:gd name="connsiteX1397" fmla="*/ 876982 w 884748"/>
                <a:gd name="connsiteY1397" fmla="*/ 1300297 h 1410045"/>
                <a:gd name="connsiteX1398" fmla="*/ 876982 w 884748"/>
                <a:gd name="connsiteY1398" fmla="*/ 1303030 h 1410045"/>
                <a:gd name="connsiteX1399" fmla="*/ 876982 w 884748"/>
                <a:gd name="connsiteY1399" fmla="*/ 1305476 h 1410045"/>
                <a:gd name="connsiteX1400" fmla="*/ 876982 w 884748"/>
                <a:gd name="connsiteY1400" fmla="*/ 1307921 h 1410045"/>
                <a:gd name="connsiteX1401" fmla="*/ 876982 w 884748"/>
                <a:gd name="connsiteY1401" fmla="*/ 1310510 h 1410045"/>
                <a:gd name="connsiteX1402" fmla="*/ 876982 w 884748"/>
                <a:gd name="connsiteY1402" fmla="*/ 1313243 h 1410045"/>
                <a:gd name="connsiteX1403" fmla="*/ 874536 w 884748"/>
                <a:gd name="connsiteY1403" fmla="*/ 1318133 h 1410045"/>
                <a:gd name="connsiteX1404" fmla="*/ 871947 w 884748"/>
                <a:gd name="connsiteY1404" fmla="*/ 1318133 h 1410045"/>
                <a:gd name="connsiteX1405" fmla="*/ 869502 w 884748"/>
                <a:gd name="connsiteY1405" fmla="*/ 1320723 h 1410045"/>
                <a:gd name="connsiteX1406" fmla="*/ 866769 w 884748"/>
                <a:gd name="connsiteY1406" fmla="*/ 1320723 h 1410045"/>
                <a:gd name="connsiteX1407" fmla="*/ 866769 w 884748"/>
                <a:gd name="connsiteY1407" fmla="*/ 1325901 h 1410045"/>
                <a:gd name="connsiteX1408" fmla="*/ 869502 w 884748"/>
                <a:gd name="connsiteY1408" fmla="*/ 1333668 h 1410045"/>
                <a:gd name="connsiteX1409" fmla="*/ 869502 w 884748"/>
                <a:gd name="connsiteY1409" fmla="*/ 1336113 h 1410045"/>
                <a:gd name="connsiteX1410" fmla="*/ 869502 w 884748"/>
                <a:gd name="connsiteY1410" fmla="*/ 1338558 h 1410045"/>
                <a:gd name="connsiteX1411" fmla="*/ 871947 w 884748"/>
                <a:gd name="connsiteY1411" fmla="*/ 1341148 h 1410045"/>
                <a:gd name="connsiteX1412" fmla="*/ 869502 w 884748"/>
                <a:gd name="connsiteY1412" fmla="*/ 1346326 h 1410045"/>
                <a:gd name="connsiteX1413" fmla="*/ 869502 w 884748"/>
                <a:gd name="connsiteY1413" fmla="*/ 1348771 h 1410045"/>
                <a:gd name="connsiteX1414" fmla="*/ 871947 w 884748"/>
                <a:gd name="connsiteY1414" fmla="*/ 1348771 h 1410045"/>
                <a:gd name="connsiteX1415" fmla="*/ 874536 w 884748"/>
                <a:gd name="connsiteY1415" fmla="*/ 1351360 h 1410045"/>
                <a:gd name="connsiteX1416" fmla="*/ 876982 w 884748"/>
                <a:gd name="connsiteY1416" fmla="*/ 1351360 h 1410045"/>
                <a:gd name="connsiteX1417" fmla="*/ 879715 w 884748"/>
                <a:gd name="connsiteY1417" fmla="*/ 1354093 h 1410045"/>
                <a:gd name="connsiteX1418" fmla="*/ 876982 w 884748"/>
                <a:gd name="connsiteY1418" fmla="*/ 1356538 h 1410045"/>
                <a:gd name="connsiteX1419" fmla="*/ 876982 w 884748"/>
                <a:gd name="connsiteY1419" fmla="*/ 1358983 h 1410045"/>
                <a:gd name="connsiteX1420" fmla="*/ 874536 w 884748"/>
                <a:gd name="connsiteY1420" fmla="*/ 1361429 h 1410045"/>
                <a:gd name="connsiteX1421" fmla="*/ 874536 w 884748"/>
                <a:gd name="connsiteY1421" fmla="*/ 1364305 h 1410045"/>
                <a:gd name="connsiteX1422" fmla="*/ 874536 w 884748"/>
                <a:gd name="connsiteY1422" fmla="*/ 1369196 h 1410045"/>
                <a:gd name="connsiteX1423" fmla="*/ 874536 w 884748"/>
                <a:gd name="connsiteY1423" fmla="*/ 1371641 h 1410045"/>
                <a:gd name="connsiteX1424" fmla="*/ 874536 w 884748"/>
                <a:gd name="connsiteY1424" fmla="*/ 1374374 h 1410045"/>
                <a:gd name="connsiteX1425" fmla="*/ 874536 w 884748"/>
                <a:gd name="connsiteY1425" fmla="*/ 1376963 h 1410045"/>
                <a:gd name="connsiteX1426" fmla="*/ 876982 w 884748"/>
                <a:gd name="connsiteY1426" fmla="*/ 1376963 h 1410045"/>
                <a:gd name="connsiteX1427" fmla="*/ 874536 w 884748"/>
                <a:gd name="connsiteY1427" fmla="*/ 1379408 h 1410045"/>
                <a:gd name="connsiteX1428" fmla="*/ 874536 w 884748"/>
                <a:gd name="connsiteY1428" fmla="*/ 1381854 h 1410045"/>
                <a:gd name="connsiteX1429" fmla="*/ 876982 w 884748"/>
                <a:gd name="connsiteY1429" fmla="*/ 1387176 h 1410045"/>
                <a:gd name="connsiteX1430" fmla="*/ 876982 w 884748"/>
                <a:gd name="connsiteY1430" fmla="*/ 1389621 h 1410045"/>
                <a:gd name="connsiteX1431" fmla="*/ 876982 w 884748"/>
                <a:gd name="connsiteY1431" fmla="*/ 1392066 h 1410045"/>
                <a:gd name="connsiteX1432" fmla="*/ 876982 w 884748"/>
                <a:gd name="connsiteY1432" fmla="*/ 1394655 h 1410045"/>
                <a:gd name="connsiteX1433" fmla="*/ 879715 w 884748"/>
                <a:gd name="connsiteY1433" fmla="*/ 1397388 h 1410045"/>
                <a:gd name="connsiteX1434" fmla="*/ 879715 w 884748"/>
                <a:gd name="connsiteY1434" fmla="*/ 1399834 h 1410045"/>
                <a:gd name="connsiteX1435" fmla="*/ 882160 w 884748"/>
                <a:gd name="connsiteY1435" fmla="*/ 1404868 h 1410045"/>
                <a:gd name="connsiteX1436" fmla="*/ 882160 w 884748"/>
                <a:gd name="connsiteY1436" fmla="*/ 1407601 h 1410045"/>
                <a:gd name="connsiteX1437" fmla="*/ 884749 w 884748"/>
                <a:gd name="connsiteY1437" fmla="*/ 1410046 h 1410045"/>
                <a:gd name="connsiteX1438" fmla="*/ 882160 w 884748"/>
                <a:gd name="connsiteY1438" fmla="*/ 1410046 h 1410045"/>
                <a:gd name="connsiteX1439" fmla="*/ 882160 w 884748"/>
                <a:gd name="connsiteY1439" fmla="*/ 1407601 h 1410045"/>
                <a:gd name="connsiteX1440" fmla="*/ 879715 w 884748"/>
                <a:gd name="connsiteY1440" fmla="*/ 1407601 h 1410045"/>
                <a:gd name="connsiteX1441" fmla="*/ 876982 w 884748"/>
                <a:gd name="connsiteY1441" fmla="*/ 1407601 h 1410045"/>
                <a:gd name="connsiteX1442" fmla="*/ 874536 w 884748"/>
                <a:gd name="connsiteY1442" fmla="*/ 1407601 h 1410045"/>
                <a:gd name="connsiteX1443" fmla="*/ 874536 w 884748"/>
                <a:gd name="connsiteY1443" fmla="*/ 1404868 h 1410045"/>
                <a:gd name="connsiteX1444" fmla="*/ 871947 w 884748"/>
                <a:gd name="connsiteY1444" fmla="*/ 1404868 h 1410045"/>
                <a:gd name="connsiteX1445" fmla="*/ 869502 w 884748"/>
                <a:gd name="connsiteY1445" fmla="*/ 1404868 h 1410045"/>
                <a:gd name="connsiteX1446" fmla="*/ 866769 w 884748"/>
                <a:gd name="connsiteY1446" fmla="*/ 1404868 h 1410045"/>
                <a:gd name="connsiteX1447" fmla="*/ 866769 w 884748"/>
                <a:gd name="connsiteY1447" fmla="*/ 1402279 h 1410045"/>
                <a:gd name="connsiteX1448" fmla="*/ 864324 w 884748"/>
                <a:gd name="connsiteY1448" fmla="*/ 1402279 h 1410045"/>
                <a:gd name="connsiteX1449" fmla="*/ 861735 w 884748"/>
                <a:gd name="connsiteY1449" fmla="*/ 1402279 h 1410045"/>
                <a:gd name="connsiteX1450" fmla="*/ 854111 w 884748"/>
                <a:gd name="connsiteY1450" fmla="*/ 1399834 h 1410045"/>
                <a:gd name="connsiteX1451" fmla="*/ 851666 w 884748"/>
                <a:gd name="connsiteY1451" fmla="*/ 1399834 h 1410045"/>
                <a:gd name="connsiteX1452" fmla="*/ 846344 w 884748"/>
                <a:gd name="connsiteY1452" fmla="*/ 1397388 h 1410045"/>
                <a:gd name="connsiteX1453" fmla="*/ 843899 w 884748"/>
                <a:gd name="connsiteY1453" fmla="*/ 1397388 h 1410045"/>
                <a:gd name="connsiteX1454" fmla="*/ 843899 w 884748"/>
                <a:gd name="connsiteY1454" fmla="*/ 1394655 h 1410045"/>
                <a:gd name="connsiteX1455" fmla="*/ 838864 w 884748"/>
                <a:gd name="connsiteY1455" fmla="*/ 1394655 h 1410045"/>
                <a:gd name="connsiteX1456" fmla="*/ 833686 w 884748"/>
                <a:gd name="connsiteY1456" fmla="*/ 1392066 h 1410045"/>
                <a:gd name="connsiteX1457" fmla="*/ 831097 w 884748"/>
                <a:gd name="connsiteY1457" fmla="*/ 1392066 h 1410045"/>
                <a:gd name="connsiteX1458" fmla="*/ 828652 w 884748"/>
                <a:gd name="connsiteY1458" fmla="*/ 1389621 h 1410045"/>
                <a:gd name="connsiteX1459" fmla="*/ 823474 w 884748"/>
                <a:gd name="connsiteY1459" fmla="*/ 1389621 h 1410045"/>
                <a:gd name="connsiteX1460" fmla="*/ 821029 w 884748"/>
                <a:gd name="connsiteY1460" fmla="*/ 1389621 h 1410045"/>
                <a:gd name="connsiteX1461" fmla="*/ 821029 w 884748"/>
                <a:gd name="connsiteY1461" fmla="*/ 1387176 h 1410045"/>
                <a:gd name="connsiteX1462" fmla="*/ 818439 w 884748"/>
                <a:gd name="connsiteY1462" fmla="*/ 1387176 h 1410045"/>
                <a:gd name="connsiteX1463" fmla="*/ 815994 w 884748"/>
                <a:gd name="connsiteY1463" fmla="*/ 1387176 h 1410045"/>
                <a:gd name="connsiteX1464" fmla="*/ 813261 w 884748"/>
                <a:gd name="connsiteY1464" fmla="*/ 1384443 h 1410045"/>
                <a:gd name="connsiteX1465" fmla="*/ 810816 w 884748"/>
                <a:gd name="connsiteY1465" fmla="*/ 1384443 h 1410045"/>
                <a:gd name="connsiteX1466" fmla="*/ 808227 w 884748"/>
                <a:gd name="connsiteY1466" fmla="*/ 1381854 h 1410045"/>
                <a:gd name="connsiteX1467" fmla="*/ 805782 w 884748"/>
                <a:gd name="connsiteY1467" fmla="*/ 1381854 h 1410045"/>
                <a:gd name="connsiteX1468" fmla="*/ 803049 w 884748"/>
                <a:gd name="connsiteY1468" fmla="*/ 1381854 h 1410045"/>
                <a:gd name="connsiteX1469" fmla="*/ 798014 w 884748"/>
                <a:gd name="connsiteY1469" fmla="*/ 1379408 h 1410045"/>
                <a:gd name="connsiteX1470" fmla="*/ 795569 w 884748"/>
                <a:gd name="connsiteY1470" fmla="*/ 1379408 h 1410045"/>
                <a:gd name="connsiteX1471" fmla="*/ 792836 w 884748"/>
                <a:gd name="connsiteY1471" fmla="*/ 1379408 h 1410045"/>
                <a:gd name="connsiteX1472" fmla="*/ 792836 w 884748"/>
                <a:gd name="connsiteY1472" fmla="*/ 1376963 h 1410045"/>
                <a:gd name="connsiteX1473" fmla="*/ 790391 w 884748"/>
                <a:gd name="connsiteY1473" fmla="*/ 1376963 h 1410045"/>
                <a:gd name="connsiteX1474" fmla="*/ 787802 w 884748"/>
                <a:gd name="connsiteY1474" fmla="*/ 1376963 h 1410045"/>
                <a:gd name="connsiteX1475" fmla="*/ 785357 w 884748"/>
                <a:gd name="connsiteY1475" fmla="*/ 1376963 h 1410045"/>
                <a:gd name="connsiteX1476" fmla="*/ 785357 w 884748"/>
                <a:gd name="connsiteY1476" fmla="*/ 1374374 h 1410045"/>
                <a:gd name="connsiteX1477" fmla="*/ 780178 w 884748"/>
                <a:gd name="connsiteY1477" fmla="*/ 1374374 h 1410045"/>
                <a:gd name="connsiteX1478" fmla="*/ 777589 w 884748"/>
                <a:gd name="connsiteY1478" fmla="*/ 1374374 h 1410045"/>
                <a:gd name="connsiteX1479" fmla="*/ 777589 w 884748"/>
                <a:gd name="connsiteY1479" fmla="*/ 1371641 h 1410045"/>
                <a:gd name="connsiteX1480" fmla="*/ 775144 w 884748"/>
                <a:gd name="connsiteY1480" fmla="*/ 1371641 h 1410045"/>
                <a:gd name="connsiteX1481" fmla="*/ 769966 w 884748"/>
                <a:gd name="connsiteY1481" fmla="*/ 1369196 h 1410045"/>
                <a:gd name="connsiteX1482" fmla="*/ 764932 w 884748"/>
                <a:gd name="connsiteY1482" fmla="*/ 1369196 h 1410045"/>
                <a:gd name="connsiteX1483" fmla="*/ 764932 w 884748"/>
                <a:gd name="connsiteY1483" fmla="*/ 1366751 h 1410045"/>
                <a:gd name="connsiteX1484" fmla="*/ 762199 w 884748"/>
                <a:gd name="connsiteY1484" fmla="*/ 1366751 h 1410045"/>
                <a:gd name="connsiteX1485" fmla="*/ 759753 w 884748"/>
                <a:gd name="connsiteY1485" fmla="*/ 1366751 h 1410045"/>
                <a:gd name="connsiteX1486" fmla="*/ 757164 w 884748"/>
                <a:gd name="connsiteY1486" fmla="*/ 1366751 h 1410045"/>
                <a:gd name="connsiteX1487" fmla="*/ 757164 w 884748"/>
                <a:gd name="connsiteY1487" fmla="*/ 1364305 h 1410045"/>
                <a:gd name="connsiteX1488" fmla="*/ 754719 w 884748"/>
                <a:gd name="connsiteY1488" fmla="*/ 1364305 h 1410045"/>
                <a:gd name="connsiteX1489" fmla="*/ 749541 w 884748"/>
                <a:gd name="connsiteY1489" fmla="*/ 1364305 h 1410045"/>
                <a:gd name="connsiteX1490" fmla="*/ 746952 w 884748"/>
                <a:gd name="connsiteY1490" fmla="*/ 1361429 h 1410045"/>
                <a:gd name="connsiteX1491" fmla="*/ 744507 w 884748"/>
                <a:gd name="connsiteY1491" fmla="*/ 1361429 h 1410045"/>
                <a:gd name="connsiteX1492" fmla="*/ 742061 w 884748"/>
                <a:gd name="connsiteY1492" fmla="*/ 1361429 h 1410045"/>
                <a:gd name="connsiteX1493" fmla="*/ 742061 w 884748"/>
                <a:gd name="connsiteY1493" fmla="*/ 1358983 h 1410045"/>
                <a:gd name="connsiteX1494" fmla="*/ 739328 w 884748"/>
                <a:gd name="connsiteY1494" fmla="*/ 1358983 h 1410045"/>
                <a:gd name="connsiteX1495" fmla="*/ 736883 w 884748"/>
                <a:gd name="connsiteY1495" fmla="*/ 1358983 h 1410045"/>
                <a:gd name="connsiteX1496" fmla="*/ 731849 w 884748"/>
                <a:gd name="connsiteY1496" fmla="*/ 1356538 h 1410045"/>
                <a:gd name="connsiteX1497" fmla="*/ 724082 w 884748"/>
                <a:gd name="connsiteY1497" fmla="*/ 1354093 h 1410045"/>
                <a:gd name="connsiteX1498" fmla="*/ 721636 w 884748"/>
                <a:gd name="connsiteY1498" fmla="*/ 1351360 h 1410045"/>
                <a:gd name="connsiteX1499" fmla="*/ 713869 w 884748"/>
                <a:gd name="connsiteY1499" fmla="*/ 1348771 h 1410045"/>
                <a:gd name="connsiteX1500" fmla="*/ 708691 w 884748"/>
                <a:gd name="connsiteY1500" fmla="*/ 1348771 h 1410045"/>
                <a:gd name="connsiteX1501" fmla="*/ 706246 w 884748"/>
                <a:gd name="connsiteY1501" fmla="*/ 1346326 h 1410045"/>
                <a:gd name="connsiteX1502" fmla="*/ 698478 w 884748"/>
                <a:gd name="connsiteY1502" fmla="*/ 1343881 h 1410045"/>
                <a:gd name="connsiteX1503" fmla="*/ 696033 w 884748"/>
                <a:gd name="connsiteY1503" fmla="*/ 1343881 h 1410045"/>
                <a:gd name="connsiteX1504" fmla="*/ 690999 w 884748"/>
                <a:gd name="connsiteY1504" fmla="*/ 1341148 h 1410045"/>
                <a:gd name="connsiteX1505" fmla="*/ 688266 w 884748"/>
                <a:gd name="connsiteY1505" fmla="*/ 1341148 h 1410045"/>
                <a:gd name="connsiteX1506" fmla="*/ 688266 w 884748"/>
                <a:gd name="connsiteY1506" fmla="*/ 1338558 h 1410045"/>
                <a:gd name="connsiteX1507" fmla="*/ 683232 w 884748"/>
                <a:gd name="connsiteY1507" fmla="*/ 1338558 h 1410045"/>
                <a:gd name="connsiteX1508" fmla="*/ 680786 w 884748"/>
                <a:gd name="connsiteY1508" fmla="*/ 1338558 h 1410045"/>
                <a:gd name="connsiteX1509" fmla="*/ 678341 w 884748"/>
                <a:gd name="connsiteY1509" fmla="*/ 1336113 h 1410045"/>
                <a:gd name="connsiteX1510" fmla="*/ 675608 w 884748"/>
                <a:gd name="connsiteY1510" fmla="*/ 1336113 h 1410045"/>
                <a:gd name="connsiteX1511" fmla="*/ 673019 w 884748"/>
                <a:gd name="connsiteY1511" fmla="*/ 1333668 h 1410045"/>
                <a:gd name="connsiteX1512" fmla="*/ 670574 w 884748"/>
                <a:gd name="connsiteY1512" fmla="*/ 1333668 h 1410045"/>
                <a:gd name="connsiteX1513" fmla="*/ 668129 w 884748"/>
                <a:gd name="connsiteY1513" fmla="*/ 1333668 h 1410045"/>
                <a:gd name="connsiteX1514" fmla="*/ 668129 w 884748"/>
                <a:gd name="connsiteY1514" fmla="*/ 1330935 h 1410045"/>
                <a:gd name="connsiteX1515" fmla="*/ 665396 w 884748"/>
                <a:gd name="connsiteY1515" fmla="*/ 1330935 h 1410045"/>
                <a:gd name="connsiteX1516" fmla="*/ 662950 w 884748"/>
                <a:gd name="connsiteY1516" fmla="*/ 1330935 h 1410045"/>
                <a:gd name="connsiteX1517" fmla="*/ 660361 w 884748"/>
                <a:gd name="connsiteY1517" fmla="*/ 1330935 h 1410045"/>
                <a:gd name="connsiteX1518" fmla="*/ 660361 w 884748"/>
                <a:gd name="connsiteY1518" fmla="*/ 1328346 h 1410045"/>
                <a:gd name="connsiteX1519" fmla="*/ 657916 w 884748"/>
                <a:gd name="connsiteY1519" fmla="*/ 1328346 h 1410045"/>
                <a:gd name="connsiteX1520" fmla="*/ 652738 w 884748"/>
                <a:gd name="connsiteY1520" fmla="*/ 1325901 h 1410045"/>
                <a:gd name="connsiteX1521" fmla="*/ 650149 w 884748"/>
                <a:gd name="connsiteY1521" fmla="*/ 1325901 h 1410045"/>
                <a:gd name="connsiteX1522" fmla="*/ 647703 w 884748"/>
                <a:gd name="connsiteY1522" fmla="*/ 1325901 h 1410045"/>
                <a:gd name="connsiteX1523" fmla="*/ 647703 w 884748"/>
                <a:gd name="connsiteY1523" fmla="*/ 1323455 h 1410045"/>
                <a:gd name="connsiteX1524" fmla="*/ 644971 w 884748"/>
                <a:gd name="connsiteY1524" fmla="*/ 1323455 h 1410045"/>
                <a:gd name="connsiteX1525" fmla="*/ 642525 w 884748"/>
                <a:gd name="connsiteY1525" fmla="*/ 1323455 h 1410045"/>
                <a:gd name="connsiteX1526" fmla="*/ 639936 w 884748"/>
                <a:gd name="connsiteY1526" fmla="*/ 1323455 h 1410045"/>
                <a:gd name="connsiteX1527" fmla="*/ 639936 w 884748"/>
                <a:gd name="connsiteY1527" fmla="*/ 1320723 h 1410045"/>
                <a:gd name="connsiteX1528" fmla="*/ 637491 w 884748"/>
                <a:gd name="connsiteY1528" fmla="*/ 1320723 h 1410045"/>
                <a:gd name="connsiteX1529" fmla="*/ 634758 w 884748"/>
                <a:gd name="connsiteY1529" fmla="*/ 1318133 h 1410045"/>
                <a:gd name="connsiteX1530" fmla="*/ 632313 w 884748"/>
                <a:gd name="connsiteY1530" fmla="*/ 1318133 h 1410045"/>
                <a:gd name="connsiteX1531" fmla="*/ 629724 w 884748"/>
                <a:gd name="connsiteY1531" fmla="*/ 1318133 h 1410045"/>
                <a:gd name="connsiteX1532" fmla="*/ 627278 w 884748"/>
                <a:gd name="connsiteY1532" fmla="*/ 1318133 h 1410045"/>
                <a:gd name="connsiteX1533" fmla="*/ 627278 w 884748"/>
                <a:gd name="connsiteY1533" fmla="*/ 1315688 h 1410045"/>
                <a:gd name="connsiteX1534" fmla="*/ 624546 w 884748"/>
                <a:gd name="connsiteY1534" fmla="*/ 1315688 h 1410045"/>
                <a:gd name="connsiteX1535" fmla="*/ 622100 w 884748"/>
                <a:gd name="connsiteY1535" fmla="*/ 1315688 h 1410045"/>
                <a:gd name="connsiteX1536" fmla="*/ 622100 w 884748"/>
                <a:gd name="connsiteY1536" fmla="*/ 1313243 h 1410045"/>
                <a:gd name="connsiteX1537" fmla="*/ 617066 w 884748"/>
                <a:gd name="connsiteY1537" fmla="*/ 1313243 h 1410045"/>
                <a:gd name="connsiteX1538" fmla="*/ 614333 w 884748"/>
                <a:gd name="connsiteY1538" fmla="*/ 1313243 h 1410045"/>
                <a:gd name="connsiteX1539" fmla="*/ 614333 w 884748"/>
                <a:gd name="connsiteY1539" fmla="*/ 1310510 h 1410045"/>
                <a:gd name="connsiteX1540" fmla="*/ 611888 w 884748"/>
                <a:gd name="connsiteY1540" fmla="*/ 1310510 h 1410045"/>
                <a:gd name="connsiteX1541" fmla="*/ 609299 w 884748"/>
                <a:gd name="connsiteY1541" fmla="*/ 1310510 h 1410045"/>
                <a:gd name="connsiteX1542" fmla="*/ 606853 w 884748"/>
                <a:gd name="connsiteY1542" fmla="*/ 1307921 h 1410045"/>
                <a:gd name="connsiteX1543" fmla="*/ 604408 w 884748"/>
                <a:gd name="connsiteY1543" fmla="*/ 1307921 h 1410045"/>
                <a:gd name="connsiteX1544" fmla="*/ 601675 w 884748"/>
                <a:gd name="connsiteY1544" fmla="*/ 1307921 h 1410045"/>
                <a:gd name="connsiteX1545" fmla="*/ 601675 w 884748"/>
                <a:gd name="connsiteY1545" fmla="*/ 1305476 h 1410045"/>
                <a:gd name="connsiteX1546" fmla="*/ 599086 w 884748"/>
                <a:gd name="connsiteY1546" fmla="*/ 1305476 h 1410045"/>
                <a:gd name="connsiteX1547" fmla="*/ 596641 w 884748"/>
                <a:gd name="connsiteY1547" fmla="*/ 1305476 h 1410045"/>
                <a:gd name="connsiteX1548" fmla="*/ 596641 w 884748"/>
                <a:gd name="connsiteY1548" fmla="*/ 1303030 h 1410045"/>
                <a:gd name="connsiteX1549" fmla="*/ 591463 w 884748"/>
                <a:gd name="connsiteY1549" fmla="*/ 1303030 h 1410045"/>
                <a:gd name="connsiteX1550" fmla="*/ 586428 w 884748"/>
                <a:gd name="connsiteY1550" fmla="*/ 1300297 h 1410045"/>
                <a:gd name="connsiteX1551" fmla="*/ 583983 w 884748"/>
                <a:gd name="connsiteY1551" fmla="*/ 1300297 h 1410045"/>
                <a:gd name="connsiteX1552" fmla="*/ 581250 w 884748"/>
                <a:gd name="connsiteY1552" fmla="*/ 1297708 h 1410045"/>
                <a:gd name="connsiteX1553" fmla="*/ 578805 w 884748"/>
                <a:gd name="connsiteY1553" fmla="*/ 1297708 h 1410045"/>
                <a:gd name="connsiteX1554" fmla="*/ 573771 w 884748"/>
                <a:gd name="connsiteY1554" fmla="*/ 1295263 h 1410045"/>
                <a:gd name="connsiteX1555" fmla="*/ 571038 w 884748"/>
                <a:gd name="connsiteY1555" fmla="*/ 1295263 h 1410045"/>
                <a:gd name="connsiteX1556" fmla="*/ 566003 w 884748"/>
                <a:gd name="connsiteY1556" fmla="*/ 1292818 h 1410045"/>
                <a:gd name="connsiteX1557" fmla="*/ 560825 w 884748"/>
                <a:gd name="connsiteY1557" fmla="*/ 1290229 h 1410045"/>
                <a:gd name="connsiteX1558" fmla="*/ 558380 w 884748"/>
                <a:gd name="connsiteY1558" fmla="*/ 1290229 h 1410045"/>
                <a:gd name="connsiteX1559" fmla="*/ 558380 w 884748"/>
                <a:gd name="connsiteY1559" fmla="*/ 1287496 h 1410045"/>
                <a:gd name="connsiteX1560" fmla="*/ 555791 w 884748"/>
                <a:gd name="connsiteY1560" fmla="*/ 1287496 h 1410045"/>
                <a:gd name="connsiteX1561" fmla="*/ 553346 w 884748"/>
                <a:gd name="connsiteY1561" fmla="*/ 1287496 h 1410045"/>
                <a:gd name="connsiteX1562" fmla="*/ 550613 w 884748"/>
                <a:gd name="connsiteY1562" fmla="*/ 1285051 h 1410045"/>
                <a:gd name="connsiteX1563" fmla="*/ 548167 w 884748"/>
                <a:gd name="connsiteY1563" fmla="*/ 1285051 h 1410045"/>
                <a:gd name="connsiteX1564" fmla="*/ 545578 w 884748"/>
                <a:gd name="connsiteY1564" fmla="*/ 1285051 h 1410045"/>
                <a:gd name="connsiteX1565" fmla="*/ 545578 w 884748"/>
                <a:gd name="connsiteY1565" fmla="*/ 1282605 h 1410045"/>
                <a:gd name="connsiteX1566" fmla="*/ 543133 w 884748"/>
                <a:gd name="connsiteY1566" fmla="*/ 1282605 h 1410045"/>
                <a:gd name="connsiteX1567" fmla="*/ 540400 w 884748"/>
                <a:gd name="connsiteY1567" fmla="*/ 1282605 h 1410045"/>
                <a:gd name="connsiteX1568" fmla="*/ 537955 w 884748"/>
                <a:gd name="connsiteY1568" fmla="*/ 1280016 h 1410045"/>
                <a:gd name="connsiteX1569" fmla="*/ 535366 w 884748"/>
                <a:gd name="connsiteY1569" fmla="*/ 1280016 h 1410045"/>
                <a:gd name="connsiteX1570" fmla="*/ 532921 w 884748"/>
                <a:gd name="connsiteY1570" fmla="*/ 1280016 h 1410045"/>
                <a:gd name="connsiteX1571" fmla="*/ 532921 w 884748"/>
                <a:gd name="connsiteY1571" fmla="*/ 1277283 h 1410045"/>
                <a:gd name="connsiteX1572" fmla="*/ 530475 w 884748"/>
                <a:gd name="connsiteY1572" fmla="*/ 1277283 h 1410045"/>
                <a:gd name="connsiteX1573" fmla="*/ 527742 w 884748"/>
                <a:gd name="connsiteY1573" fmla="*/ 1277283 h 1410045"/>
                <a:gd name="connsiteX1574" fmla="*/ 525153 w 884748"/>
                <a:gd name="connsiteY1574" fmla="*/ 1274838 h 1410045"/>
                <a:gd name="connsiteX1575" fmla="*/ 522708 w 884748"/>
                <a:gd name="connsiteY1575" fmla="*/ 1274838 h 1410045"/>
                <a:gd name="connsiteX1576" fmla="*/ 520263 w 884748"/>
                <a:gd name="connsiteY1576" fmla="*/ 1274838 h 1410045"/>
                <a:gd name="connsiteX1577" fmla="*/ 517530 w 884748"/>
                <a:gd name="connsiteY1577" fmla="*/ 1272393 h 1410045"/>
                <a:gd name="connsiteX1578" fmla="*/ 515085 w 884748"/>
                <a:gd name="connsiteY1578" fmla="*/ 1272393 h 1410045"/>
                <a:gd name="connsiteX1579" fmla="*/ 515085 w 884748"/>
                <a:gd name="connsiteY1579" fmla="*/ 1269947 h 1410045"/>
                <a:gd name="connsiteX1580" fmla="*/ 512496 w 884748"/>
                <a:gd name="connsiteY1580" fmla="*/ 1269947 h 1410045"/>
                <a:gd name="connsiteX1581" fmla="*/ 510050 w 884748"/>
                <a:gd name="connsiteY1581" fmla="*/ 1269947 h 1410045"/>
                <a:gd name="connsiteX1582" fmla="*/ 507317 w 884748"/>
                <a:gd name="connsiteY1582" fmla="*/ 1267215 h 1410045"/>
                <a:gd name="connsiteX1583" fmla="*/ 504872 w 884748"/>
                <a:gd name="connsiteY1583" fmla="*/ 1267215 h 1410045"/>
                <a:gd name="connsiteX1584" fmla="*/ 502283 w 884748"/>
                <a:gd name="connsiteY1584" fmla="*/ 1264626 h 1410045"/>
                <a:gd name="connsiteX1585" fmla="*/ 499838 w 884748"/>
                <a:gd name="connsiteY1585" fmla="*/ 1264626 h 1410045"/>
                <a:gd name="connsiteX1586" fmla="*/ 497105 w 884748"/>
                <a:gd name="connsiteY1586" fmla="*/ 1264626 h 1410045"/>
                <a:gd name="connsiteX1587" fmla="*/ 497105 w 884748"/>
                <a:gd name="connsiteY1587" fmla="*/ 1262180 h 1410045"/>
                <a:gd name="connsiteX1588" fmla="*/ 494660 w 884748"/>
                <a:gd name="connsiteY1588" fmla="*/ 1262180 h 1410045"/>
                <a:gd name="connsiteX1589" fmla="*/ 492071 w 884748"/>
                <a:gd name="connsiteY1589" fmla="*/ 1262180 h 1410045"/>
                <a:gd name="connsiteX1590" fmla="*/ 486892 w 884748"/>
                <a:gd name="connsiteY1590" fmla="*/ 1259735 h 1410045"/>
                <a:gd name="connsiteX1591" fmla="*/ 484447 w 884748"/>
                <a:gd name="connsiteY1591" fmla="*/ 1257002 h 1410045"/>
                <a:gd name="connsiteX1592" fmla="*/ 476680 w 884748"/>
                <a:gd name="connsiteY1592" fmla="*/ 1254413 h 1410045"/>
                <a:gd name="connsiteX1593" fmla="*/ 474235 w 884748"/>
                <a:gd name="connsiteY1593" fmla="*/ 1254413 h 1410045"/>
                <a:gd name="connsiteX1594" fmla="*/ 471645 w 884748"/>
                <a:gd name="connsiteY1594" fmla="*/ 1251968 h 1410045"/>
                <a:gd name="connsiteX1595" fmla="*/ 469200 w 884748"/>
                <a:gd name="connsiteY1595" fmla="*/ 1251968 h 1410045"/>
                <a:gd name="connsiteX1596" fmla="*/ 466467 w 884748"/>
                <a:gd name="connsiteY1596" fmla="*/ 1249522 h 1410045"/>
                <a:gd name="connsiteX1597" fmla="*/ 464022 w 884748"/>
                <a:gd name="connsiteY1597" fmla="*/ 1249522 h 1410045"/>
                <a:gd name="connsiteX1598" fmla="*/ 461433 w 884748"/>
                <a:gd name="connsiteY1598" fmla="*/ 1249522 h 1410045"/>
                <a:gd name="connsiteX1599" fmla="*/ 458988 w 884748"/>
                <a:gd name="connsiteY1599" fmla="*/ 1246790 h 1410045"/>
                <a:gd name="connsiteX1600" fmla="*/ 451220 w 884748"/>
                <a:gd name="connsiteY1600" fmla="*/ 1244201 h 1410045"/>
                <a:gd name="connsiteX1601" fmla="*/ 448775 w 884748"/>
                <a:gd name="connsiteY1601" fmla="*/ 1244201 h 1410045"/>
                <a:gd name="connsiteX1602" fmla="*/ 448775 w 884748"/>
                <a:gd name="connsiteY1602" fmla="*/ 1241755 h 1410045"/>
                <a:gd name="connsiteX1603" fmla="*/ 443597 w 884748"/>
                <a:gd name="connsiteY1603" fmla="*/ 1241755 h 1410045"/>
                <a:gd name="connsiteX1604" fmla="*/ 443597 w 884748"/>
                <a:gd name="connsiteY1604" fmla="*/ 1239310 h 1410045"/>
                <a:gd name="connsiteX1605" fmla="*/ 441008 w 884748"/>
                <a:gd name="connsiteY1605" fmla="*/ 1239310 h 1410045"/>
                <a:gd name="connsiteX1606" fmla="*/ 438563 w 884748"/>
                <a:gd name="connsiteY1606" fmla="*/ 1239310 h 1410045"/>
                <a:gd name="connsiteX1607" fmla="*/ 438563 w 884748"/>
                <a:gd name="connsiteY1607" fmla="*/ 1236577 h 1410045"/>
                <a:gd name="connsiteX1608" fmla="*/ 436117 w 884748"/>
                <a:gd name="connsiteY1608" fmla="*/ 1236577 h 1410045"/>
                <a:gd name="connsiteX1609" fmla="*/ 433385 w 884748"/>
                <a:gd name="connsiteY1609" fmla="*/ 1236577 h 1410045"/>
                <a:gd name="connsiteX1610" fmla="*/ 430939 w 884748"/>
                <a:gd name="connsiteY1610" fmla="*/ 1233988 h 1410045"/>
                <a:gd name="connsiteX1611" fmla="*/ 428350 w 884748"/>
                <a:gd name="connsiteY1611" fmla="*/ 1233988 h 1410045"/>
                <a:gd name="connsiteX1612" fmla="*/ 425905 w 884748"/>
                <a:gd name="connsiteY1612" fmla="*/ 1231543 h 1410045"/>
                <a:gd name="connsiteX1613" fmla="*/ 423172 w 884748"/>
                <a:gd name="connsiteY1613" fmla="*/ 1231543 h 1410045"/>
                <a:gd name="connsiteX1614" fmla="*/ 420727 w 884748"/>
                <a:gd name="connsiteY1614" fmla="*/ 1231543 h 1410045"/>
                <a:gd name="connsiteX1615" fmla="*/ 420727 w 884748"/>
                <a:gd name="connsiteY1615" fmla="*/ 1229097 h 1410045"/>
                <a:gd name="connsiteX1616" fmla="*/ 418138 w 884748"/>
                <a:gd name="connsiteY1616" fmla="*/ 1229097 h 1410045"/>
                <a:gd name="connsiteX1617" fmla="*/ 415692 w 884748"/>
                <a:gd name="connsiteY1617" fmla="*/ 1229097 h 1410045"/>
                <a:gd name="connsiteX1618" fmla="*/ 412960 w 884748"/>
                <a:gd name="connsiteY1618" fmla="*/ 1226364 h 1410045"/>
                <a:gd name="connsiteX1619" fmla="*/ 405480 w 884748"/>
                <a:gd name="connsiteY1619" fmla="*/ 1223776 h 1410045"/>
                <a:gd name="connsiteX1620" fmla="*/ 402747 w 884748"/>
                <a:gd name="connsiteY1620" fmla="*/ 1223776 h 1410045"/>
                <a:gd name="connsiteX1621" fmla="*/ 402747 w 884748"/>
                <a:gd name="connsiteY1621" fmla="*/ 1221330 h 1410045"/>
                <a:gd name="connsiteX1622" fmla="*/ 400302 w 884748"/>
                <a:gd name="connsiteY1622" fmla="*/ 1221330 h 1410045"/>
                <a:gd name="connsiteX1623" fmla="*/ 395267 w 884748"/>
                <a:gd name="connsiteY1623" fmla="*/ 1218885 h 1410045"/>
                <a:gd name="connsiteX1624" fmla="*/ 392534 w 884748"/>
                <a:gd name="connsiteY1624" fmla="*/ 1218885 h 1410045"/>
                <a:gd name="connsiteX1625" fmla="*/ 390089 w 884748"/>
                <a:gd name="connsiteY1625" fmla="*/ 1216152 h 1410045"/>
                <a:gd name="connsiteX1626" fmla="*/ 387500 w 884748"/>
                <a:gd name="connsiteY1626" fmla="*/ 1216152 h 1410045"/>
                <a:gd name="connsiteX1627" fmla="*/ 382610 w 884748"/>
                <a:gd name="connsiteY1627" fmla="*/ 1213563 h 1410045"/>
                <a:gd name="connsiteX1628" fmla="*/ 379877 w 884748"/>
                <a:gd name="connsiteY1628" fmla="*/ 1211118 h 1410045"/>
                <a:gd name="connsiteX1629" fmla="*/ 377288 w 884748"/>
                <a:gd name="connsiteY1629" fmla="*/ 1211118 h 1410045"/>
                <a:gd name="connsiteX1630" fmla="*/ 374842 w 884748"/>
                <a:gd name="connsiteY1630" fmla="*/ 1211118 h 1410045"/>
                <a:gd name="connsiteX1631" fmla="*/ 374842 w 884748"/>
                <a:gd name="connsiteY1631" fmla="*/ 1208672 h 1410045"/>
                <a:gd name="connsiteX1632" fmla="*/ 372397 w 884748"/>
                <a:gd name="connsiteY1632" fmla="*/ 1208672 h 1410045"/>
                <a:gd name="connsiteX1633" fmla="*/ 369664 w 884748"/>
                <a:gd name="connsiteY1633" fmla="*/ 1208672 h 1410045"/>
                <a:gd name="connsiteX1634" fmla="*/ 367075 w 884748"/>
                <a:gd name="connsiteY1634" fmla="*/ 1205939 h 1410045"/>
                <a:gd name="connsiteX1635" fmla="*/ 364630 w 884748"/>
                <a:gd name="connsiteY1635" fmla="*/ 1205939 h 1410045"/>
                <a:gd name="connsiteX1636" fmla="*/ 359452 w 884748"/>
                <a:gd name="connsiteY1636" fmla="*/ 1203351 h 1410045"/>
                <a:gd name="connsiteX1637" fmla="*/ 359452 w 884748"/>
                <a:gd name="connsiteY1637" fmla="*/ 1200905 h 1410045"/>
                <a:gd name="connsiteX1638" fmla="*/ 356863 w 884748"/>
                <a:gd name="connsiteY1638" fmla="*/ 1200905 h 1410045"/>
                <a:gd name="connsiteX1639" fmla="*/ 354417 w 884748"/>
                <a:gd name="connsiteY1639" fmla="*/ 1200905 h 1410045"/>
                <a:gd name="connsiteX1640" fmla="*/ 351972 w 884748"/>
                <a:gd name="connsiteY1640" fmla="*/ 1198460 h 1410045"/>
                <a:gd name="connsiteX1641" fmla="*/ 349239 w 884748"/>
                <a:gd name="connsiteY1641" fmla="*/ 1198460 h 1410045"/>
                <a:gd name="connsiteX1642" fmla="*/ 346650 w 884748"/>
                <a:gd name="connsiteY1642" fmla="*/ 1198460 h 1410045"/>
                <a:gd name="connsiteX1643" fmla="*/ 346650 w 884748"/>
                <a:gd name="connsiteY1643" fmla="*/ 1195871 h 1410045"/>
                <a:gd name="connsiteX1644" fmla="*/ 344205 w 884748"/>
                <a:gd name="connsiteY1644" fmla="*/ 1195871 h 1410045"/>
                <a:gd name="connsiteX1645" fmla="*/ 341760 w 884748"/>
                <a:gd name="connsiteY1645" fmla="*/ 1193138 h 1410045"/>
                <a:gd name="connsiteX1646" fmla="*/ 336438 w 884748"/>
                <a:gd name="connsiteY1646" fmla="*/ 1190693 h 1410045"/>
                <a:gd name="connsiteX1647" fmla="*/ 333992 w 884748"/>
                <a:gd name="connsiteY1647" fmla="*/ 1190693 h 1410045"/>
                <a:gd name="connsiteX1648" fmla="*/ 331547 w 884748"/>
                <a:gd name="connsiteY1648" fmla="*/ 1190693 h 1410045"/>
                <a:gd name="connsiteX1649" fmla="*/ 328814 w 884748"/>
                <a:gd name="connsiteY1649" fmla="*/ 1188247 h 1410045"/>
                <a:gd name="connsiteX1650" fmla="*/ 323780 w 884748"/>
                <a:gd name="connsiteY1650" fmla="*/ 1185658 h 1410045"/>
                <a:gd name="connsiteX1651" fmla="*/ 321335 w 884748"/>
                <a:gd name="connsiteY1651" fmla="*/ 1185658 h 1410045"/>
                <a:gd name="connsiteX1652" fmla="*/ 318602 w 884748"/>
                <a:gd name="connsiteY1652" fmla="*/ 1182926 h 1410045"/>
                <a:gd name="connsiteX1653" fmla="*/ 316156 w 884748"/>
                <a:gd name="connsiteY1653" fmla="*/ 1182926 h 1410045"/>
                <a:gd name="connsiteX1654" fmla="*/ 313567 w 884748"/>
                <a:gd name="connsiteY1654" fmla="*/ 1180480 h 1410045"/>
                <a:gd name="connsiteX1655" fmla="*/ 311122 w 884748"/>
                <a:gd name="connsiteY1655" fmla="*/ 1180480 h 1410045"/>
                <a:gd name="connsiteX1656" fmla="*/ 308677 w 884748"/>
                <a:gd name="connsiteY1656" fmla="*/ 1180480 h 1410045"/>
                <a:gd name="connsiteX1657" fmla="*/ 308677 w 884748"/>
                <a:gd name="connsiteY1657" fmla="*/ 1178035 h 1410045"/>
                <a:gd name="connsiteX1658" fmla="*/ 305944 w 884748"/>
                <a:gd name="connsiteY1658" fmla="*/ 1178035 h 1410045"/>
                <a:gd name="connsiteX1659" fmla="*/ 303355 w 884748"/>
                <a:gd name="connsiteY1659" fmla="*/ 1178035 h 1410045"/>
                <a:gd name="connsiteX1660" fmla="*/ 300910 w 884748"/>
                <a:gd name="connsiteY1660" fmla="*/ 1175590 h 1410045"/>
                <a:gd name="connsiteX1661" fmla="*/ 298464 w 884748"/>
                <a:gd name="connsiteY1661" fmla="*/ 1175590 h 1410045"/>
                <a:gd name="connsiteX1662" fmla="*/ 295731 w 884748"/>
                <a:gd name="connsiteY1662" fmla="*/ 1172857 h 1410045"/>
                <a:gd name="connsiteX1663" fmla="*/ 293142 w 884748"/>
                <a:gd name="connsiteY1663" fmla="*/ 1172857 h 1410045"/>
                <a:gd name="connsiteX1664" fmla="*/ 293142 w 884748"/>
                <a:gd name="connsiteY1664" fmla="*/ 1170268 h 1410045"/>
                <a:gd name="connsiteX1665" fmla="*/ 290697 w 884748"/>
                <a:gd name="connsiteY1665" fmla="*/ 1170268 h 1410045"/>
                <a:gd name="connsiteX1666" fmla="*/ 288252 w 884748"/>
                <a:gd name="connsiteY1666" fmla="*/ 1170268 h 1410045"/>
                <a:gd name="connsiteX1667" fmla="*/ 288252 w 884748"/>
                <a:gd name="connsiteY1667" fmla="*/ 1167822 h 1410045"/>
                <a:gd name="connsiteX1668" fmla="*/ 285519 w 884748"/>
                <a:gd name="connsiteY1668" fmla="*/ 1167822 h 1410045"/>
                <a:gd name="connsiteX1669" fmla="*/ 282930 w 884748"/>
                <a:gd name="connsiteY1669" fmla="*/ 1167822 h 1410045"/>
                <a:gd name="connsiteX1670" fmla="*/ 280485 w 884748"/>
                <a:gd name="connsiteY1670" fmla="*/ 1165377 h 1410045"/>
                <a:gd name="connsiteX1671" fmla="*/ 272717 w 884748"/>
                <a:gd name="connsiteY1671" fmla="*/ 1160055 h 1410045"/>
                <a:gd name="connsiteX1672" fmla="*/ 270272 w 884748"/>
                <a:gd name="connsiteY1672" fmla="*/ 1160055 h 1410045"/>
                <a:gd name="connsiteX1673" fmla="*/ 267827 w 884748"/>
                <a:gd name="connsiteY1673" fmla="*/ 1157610 h 1410045"/>
                <a:gd name="connsiteX1674" fmla="*/ 265094 w 884748"/>
                <a:gd name="connsiteY1674" fmla="*/ 1157610 h 1410045"/>
                <a:gd name="connsiteX1675" fmla="*/ 262649 w 884748"/>
                <a:gd name="connsiteY1675" fmla="*/ 1157610 h 1410045"/>
                <a:gd name="connsiteX1676" fmla="*/ 260059 w 884748"/>
                <a:gd name="connsiteY1676" fmla="*/ 1155165 h 1410045"/>
                <a:gd name="connsiteX1677" fmla="*/ 257614 w 884748"/>
                <a:gd name="connsiteY1677" fmla="*/ 1155165 h 1410045"/>
                <a:gd name="connsiteX1678" fmla="*/ 247402 w 884748"/>
                <a:gd name="connsiteY1678" fmla="*/ 1149843 h 1410045"/>
                <a:gd name="connsiteX1679" fmla="*/ 244669 w 884748"/>
                <a:gd name="connsiteY1679" fmla="*/ 1147397 h 1410045"/>
                <a:gd name="connsiteX1680" fmla="*/ 242080 w 884748"/>
                <a:gd name="connsiteY1680" fmla="*/ 1147397 h 1410045"/>
                <a:gd name="connsiteX1681" fmla="*/ 239634 w 884748"/>
                <a:gd name="connsiteY1681" fmla="*/ 1147397 h 1410045"/>
                <a:gd name="connsiteX1682" fmla="*/ 239634 w 884748"/>
                <a:gd name="connsiteY1682" fmla="*/ 1144952 h 1410045"/>
                <a:gd name="connsiteX1683" fmla="*/ 237189 w 884748"/>
                <a:gd name="connsiteY1683" fmla="*/ 1144952 h 1410045"/>
                <a:gd name="connsiteX1684" fmla="*/ 234744 w 884748"/>
                <a:gd name="connsiteY1684" fmla="*/ 1144952 h 1410045"/>
                <a:gd name="connsiteX1685" fmla="*/ 234744 w 884748"/>
                <a:gd name="connsiteY1685" fmla="*/ 1142219 h 1410045"/>
                <a:gd name="connsiteX1686" fmla="*/ 232011 w 884748"/>
                <a:gd name="connsiteY1686" fmla="*/ 1142219 h 1410045"/>
                <a:gd name="connsiteX1687" fmla="*/ 229422 w 884748"/>
                <a:gd name="connsiteY1687" fmla="*/ 1142219 h 1410045"/>
                <a:gd name="connsiteX1688" fmla="*/ 229422 w 884748"/>
                <a:gd name="connsiteY1688" fmla="*/ 1139630 h 1410045"/>
                <a:gd name="connsiteX1689" fmla="*/ 226977 w 884748"/>
                <a:gd name="connsiteY1689" fmla="*/ 1139630 h 1410045"/>
                <a:gd name="connsiteX1690" fmla="*/ 224531 w 884748"/>
                <a:gd name="connsiteY1690" fmla="*/ 1139630 h 1410045"/>
                <a:gd name="connsiteX1691" fmla="*/ 224531 w 884748"/>
                <a:gd name="connsiteY1691" fmla="*/ 1137185 h 1410045"/>
                <a:gd name="connsiteX1692" fmla="*/ 221799 w 884748"/>
                <a:gd name="connsiteY1692" fmla="*/ 1137185 h 1410045"/>
                <a:gd name="connsiteX1693" fmla="*/ 219209 w 884748"/>
                <a:gd name="connsiteY1693" fmla="*/ 1137185 h 1410045"/>
                <a:gd name="connsiteX1694" fmla="*/ 204106 w 884748"/>
                <a:gd name="connsiteY1694" fmla="*/ 1126972 h 1410045"/>
                <a:gd name="connsiteX1695" fmla="*/ 201374 w 884748"/>
                <a:gd name="connsiteY1695" fmla="*/ 1126972 h 1410045"/>
                <a:gd name="connsiteX1696" fmla="*/ 198784 w 884748"/>
                <a:gd name="connsiteY1696" fmla="*/ 1124527 h 1410045"/>
                <a:gd name="connsiteX1697" fmla="*/ 196339 w 884748"/>
                <a:gd name="connsiteY1697" fmla="*/ 1124527 h 1410045"/>
                <a:gd name="connsiteX1698" fmla="*/ 193894 w 884748"/>
                <a:gd name="connsiteY1698" fmla="*/ 1124527 h 1410045"/>
                <a:gd name="connsiteX1699" fmla="*/ 193894 w 884748"/>
                <a:gd name="connsiteY1699" fmla="*/ 1121794 h 1410045"/>
                <a:gd name="connsiteX1700" fmla="*/ 191161 w 884748"/>
                <a:gd name="connsiteY1700" fmla="*/ 1121794 h 1410045"/>
                <a:gd name="connsiteX1701" fmla="*/ 188572 w 884748"/>
                <a:gd name="connsiteY1701" fmla="*/ 1119205 h 1410045"/>
                <a:gd name="connsiteX1702" fmla="*/ 186127 w 884748"/>
                <a:gd name="connsiteY1702" fmla="*/ 1119205 h 1410045"/>
                <a:gd name="connsiteX1703" fmla="*/ 180948 w 884748"/>
                <a:gd name="connsiteY1703" fmla="*/ 1116760 h 1410045"/>
                <a:gd name="connsiteX1704" fmla="*/ 178503 w 884748"/>
                <a:gd name="connsiteY1704" fmla="*/ 1114315 h 1410045"/>
                <a:gd name="connsiteX1705" fmla="*/ 175914 w 884748"/>
                <a:gd name="connsiteY1705" fmla="*/ 1114315 h 1410045"/>
                <a:gd name="connsiteX1706" fmla="*/ 173469 w 884748"/>
                <a:gd name="connsiteY1706" fmla="*/ 1114315 h 1410045"/>
                <a:gd name="connsiteX1707" fmla="*/ 170736 w 884748"/>
                <a:gd name="connsiteY1707" fmla="*/ 1111869 h 1410045"/>
                <a:gd name="connsiteX1708" fmla="*/ 168147 w 884748"/>
                <a:gd name="connsiteY1708" fmla="*/ 1109136 h 1410045"/>
                <a:gd name="connsiteX1709" fmla="*/ 165702 w 884748"/>
                <a:gd name="connsiteY1709" fmla="*/ 1109136 h 1410045"/>
                <a:gd name="connsiteX1710" fmla="*/ 163256 w 884748"/>
                <a:gd name="connsiteY1710" fmla="*/ 1106547 h 1410045"/>
                <a:gd name="connsiteX1711" fmla="*/ 160811 w 884748"/>
                <a:gd name="connsiteY1711" fmla="*/ 1106547 h 1410045"/>
                <a:gd name="connsiteX1712" fmla="*/ 158078 w 884748"/>
                <a:gd name="connsiteY1712" fmla="*/ 1104102 h 1410045"/>
                <a:gd name="connsiteX1713" fmla="*/ 155489 w 884748"/>
                <a:gd name="connsiteY1713" fmla="*/ 1104102 h 1410045"/>
                <a:gd name="connsiteX1714" fmla="*/ 153044 w 884748"/>
                <a:gd name="connsiteY1714" fmla="*/ 1101513 h 1410045"/>
                <a:gd name="connsiteX1715" fmla="*/ 150599 w 884748"/>
                <a:gd name="connsiteY1715" fmla="*/ 1098780 h 1410045"/>
                <a:gd name="connsiteX1716" fmla="*/ 147866 w 884748"/>
                <a:gd name="connsiteY1716" fmla="*/ 1098780 h 1410045"/>
                <a:gd name="connsiteX1717" fmla="*/ 145277 w 884748"/>
                <a:gd name="connsiteY1717" fmla="*/ 1098780 h 1410045"/>
                <a:gd name="connsiteX1718" fmla="*/ 142831 w 884748"/>
                <a:gd name="connsiteY1718" fmla="*/ 1096335 h 1410045"/>
                <a:gd name="connsiteX1719" fmla="*/ 140386 w 884748"/>
                <a:gd name="connsiteY1719" fmla="*/ 1096335 h 1410045"/>
                <a:gd name="connsiteX1720" fmla="*/ 140386 w 884748"/>
                <a:gd name="connsiteY1720" fmla="*/ 1093890 h 1410045"/>
                <a:gd name="connsiteX1721" fmla="*/ 137653 w 884748"/>
                <a:gd name="connsiteY1721" fmla="*/ 1093890 h 1410045"/>
                <a:gd name="connsiteX1722" fmla="*/ 127441 w 884748"/>
                <a:gd name="connsiteY1722" fmla="*/ 1088568 h 1410045"/>
                <a:gd name="connsiteX1723" fmla="*/ 124852 w 884748"/>
                <a:gd name="connsiteY1723" fmla="*/ 1088568 h 1410045"/>
                <a:gd name="connsiteX1724" fmla="*/ 124852 w 884748"/>
                <a:gd name="connsiteY1724" fmla="*/ 1086122 h 1410045"/>
                <a:gd name="connsiteX1725" fmla="*/ 122406 w 884748"/>
                <a:gd name="connsiteY1725" fmla="*/ 1086122 h 1410045"/>
                <a:gd name="connsiteX1726" fmla="*/ 119961 w 884748"/>
                <a:gd name="connsiteY1726" fmla="*/ 1083677 h 1410045"/>
                <a:gd name="connsiteX1727" fmla="*/ 117228 w 884748"/>
                <a:gd name="connsiteY1727" fmla="*/ 1083677 h 1410045"/>
                <a:gd name="connsiteX1728" fmla="*/ 112194 w 884748"/>
                <a:gd name="connsiteY1728" fmla="*/ 1081232 h 1410045"/>
                <a:gd name="connsiteX1729" fmla="*/ 107016 w 884748"/>
                <a:gd name="connsiteY1729" fmla="*/ 1078499 h 1410045"/>
                <a:gd name="connsiteX1730" fmla="*/ 104427 w 884748"/>
                <a:gd name="connsiteY1730" fmla="*/ 1075910 h 1410045"/>
                <a:gd name="connsiteX1731" fmla="*/ 101981 w 884748"/>
                <a:gd name="connsiteY1731" fmla="*/ 1075910 h 1410045"/>
                <a:gd name="connsiteX1732" fmla="*/ 94214 w 884748"/>
                <a:gd name="connsiteY1732" fmla="*/ 1071019 h 1410045"/>
                <a:gd name="connsiteX1733" fmla="*/ 91769 w 884748"/>
                <a:gd name="connsiteY1733" fmla="*/ 1071019 h 1410045"/>
                <a:gd name="connsiteX1734" fmla="*/ 89324 w 884748"/>
                <a:gd name="connsiteY1734" fmla="*/ 1068286 h 1410045"/>
                <a:gd name="connsiteX1735" fmla="*/ 86878 w 884748"/>
                <a:gd name="connsiteY1735" fmla="*/ 1068286 h 1410045"/>
                <a:gd name="connsiteX1736" fmla="*/ 84002 w 884748"/>
                <a:gd name="connsiteY1736" fmla="*/ 1065697 h 1410045"/>
                <a:gd name="connsiteX1737" fmla="*/ 81556 w 884748"/>
                <a:gd name="connsiteY1737" fmla="*/ 1065697 h 1410045"/>
                <a:gd name="connsiteX1738" fmla="*/ 81556 w 884748"/>
                <a:gd name="connsiteY1738" fmla="*/ 1063252 h 1410045"/>
                <a:gd name="connsiteX1739" fmla="*/ 79111 w 884748"/>
                <a:gd name="connsiteY1739" fmla="*/ 1063252 h 1410045"/>
                <a:gd name="connsiteX1740" fmla="*/ 79111 w 884748"/>
                <a:gd name="connsiteY1740" fmla="*/ 1063252 h 1410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Lst>
              <a:rect l="l" t="t" r="r" b="b"/>
              <a:pathLst>
                <a:path w="884748" h="1410045">
                  <a:moveTo>
                    <a:pt x="79111" y="1063252"/>
                  </a:moveTo>
                  <a:lnTo>
                    <a:pt x="79111" y="1060807"/>
                  </a:lnTo>
                  <a:lnTo>
                    <a:pt x="79111" y="1058074"/>
                  </a:lnTo>
                  <a:lnTo>
                    <a:pt x="79111" y="1055485"/>
                  </a:lnTo>
                  <a:lnTo>
                    <a:pt x="76666" y="1055485"/>
                  </a:lnTo>
                  <a:lnTo>
                    <a:pt x="76666" y="1053040"/>
                  </a:lnTo>
                  <a:lnTo>
                    <a:pt x="76666" y="1050594"/>
                  </a:lnTo>
                  <a:lnTo>
                    <a:pt x="76666" y="1047861"/>
                  </a:lnTo>
                  <a:lnTo>
                    <a:pt x="79111" y="1047861"/>
                  </a:lnTo>
                  <a:lnTo>
                    <a:pt x="79111" y="1045272"/>
                  </a:lnTo>
                  <a:lnTo>
                    <a:pt x="81556" y="1045272"/>
                  </a:lnTo>
                  <a:lnTo>
                    <a:pt x="81556" y="1042827"/>
                  </a:lnTo>
                  <a:lnTo>
                    <a:pt x="84002" y="1042827"/>
                  </a:lnTo>
                  <a:lnTo>
                    <a:pt x="84002" y="1040382"/>
                  </a:lnTo>
                  <a:lnTo>
                    <a:pt x="86878" y="1040382"/>
                  </a:lnTo>
                  <a:lnTo>
                    <a:pt x="86878" y="1037649"/>
                  </a:lnTo>
                  <a:lnTo>
                    <a:pt x="89324" y="1037649"/>
                  </a:lnTo>
                  <a:lnTo>
                    <a:pt x="89324" y="1035060"/>
                  </a:lnTo>
                  <a:lnTo>
                    <a:pt x="91769" y="1035060"/>
                  </a:lnTo>
                  <a:lnTo>
                    <a:pt x="91769" y="1032614"/>
                  </a:lnTo>
                  <a:lnTo>
                    <a:pt x="94214" y="1032614"/>
                  </a:lnTo>
                  <a:lnTo>
                    <a:pt x="94214" y="1030169"/>
                  </a:lnTo>
                  <a:lnTo>
                    <a:pt x="96803" y="1027724"/>
                  </a:lnTo>
                  <a:lnTo>
                    <a:pt x="96803" y="1024991"/>
                  </a:lnTo>
                  <a:lnTo>
                    <a:pt x="94214" y="1024991"/>
                  </a:lnTo>
                  <a:lnTo>
                    <a:pt x="91769" y="1022402"/>
                  </a:lnTo>
                  <a:lnTo>
                    <a:pt x="89324" y="1022402"/>
                  </a:lnTo>
                  <a:lnTo>
                    <a:pt x="86878" y="1022402"/>
                  </a:lnTo>
                  <a:lnTo>
                    <a:pt x="86878" y="1019957"/>
                  </a:lnTo>
                  <a:lnTo>
                    <a:pt x="84002" y="1019957"/>
                  </a:lnTo>
                  <a:lnTo>
                    <a:pt x="81556" y="1019957"/>
                  </a:lnTo>
                  <a:lnTo>
                    <a:pt x="81556" y="1017512"/>
                  </a:lnTo>
                  <a:lnTo>
                    <a:pt x="79111" y="1017512"/>
                  </a:lnTo>
                  <a:lnTo>
                    <a:pt x="76666" y="1017512"/>
                  </a:lnTo>
                  <a:lnTo>
                    <a:pt x="76666" y="1014779"/>
                  </a:lnTo>
                  <a:lnTo>
                    <a:pt x="73789" y="1014779"/>
                  </a:lnTo>
                  <a:lnTo>
                    <a:pt x="71344" y="1014779"/>
                  </a:lnTo>
                  <a:lnTo>
                    <a:pt x="71344" y="1012189"/>
                  </a:lnTo>
                  <a:lnTo>
                    <a:pt x="68899" y="1012189"/>
                  </a:lnTo>
                  <a:lnTo>
                    <a:pt x="66453" y="1012189"/>
                  </a:lnTo>
                  <a:lnTo>
                    <a:pt x="66453" y="1009744"/>
                  </a:lnTo>
                  <a:lnTo>
                    <a:pt x="63720" y="1009744"/>
                  </a:lnTo>
                  <a:lnTo>
                    <a:pt x="63720" y="1012189"/>
                  </a:lnTo>
                  <a:lnTo>
                    <a:pt x="61131" y="1012189"/>
                  </a:lnTo>
                  <a:lnTo>
                    <a:pt x="58686" y="1012189"/>
                  </a:lnTo>
                  <a:lnTo>
                    <a:pt x="56241" y="1012189"/>
                  </a:lnTo>
                  <a:lnTo>
                    <a:pt x="56241" y="1014779"/>
                  </a:lnTo>
                  <a:lnTo>
                    <a:pt x="53508" y="1014779"/>
                  </a:lnTo>
                  <a:lnTo>
                    <a:pt x="50919" y="1014779"/>
                  </a:lnTo>
                  <a:lnTo>
                    <a:pt x="48473" y="1014779"/>
                  </a:lnTo>
                  <a:lnTo>
                    <a:pt x="48473" y="1017512"/>
                  </a:lnTo>
                  <a:lnTo>
                    <a:pt x="46028" y="1017512"/>
                  </a:lnTo>
                  <a:lnTo>
                    <a:pt x="43295" y="1017512"/>
                  </a:lnTo>
                  <a:lnTo>
                    <a:pt x="40706" y="1017512"/>
                  </a:lnTo>
                  <a:lnTo>
                    <a:pt x="40706" y="1014779"/>
                  </a:lnTo>
                  <a:lnTo>
                    <a:pt x="38261" y="1014779"/>
                  </a:lnTo>
                  <a:lnTo>
                    <a:pt x="38261" y="1012189"/>
                  </a:lnTo>
                  <a:lnTo>
                    <a:pt x="35816" y="1009744"/>
                  </a:lnTo>
                  <a:lnTo>
                    <a:pt x="35816" y="1007299"/>
                  </a:lnTo>
                  <a:lnTo>
                    <a:pt x="33083" y="1007299"/>
                  </a:lnTo>
                  <a:lnTo>
                    <a:pt x="33083" y="1004422"/>
                  </a:lnTo>
                  <a:lnTo>
                    <a:pt x="33083" y="1001977"/>
                  </a:lnTo>
                  <a:lnTo>
                    <a:pt x="30494" y="1001977"/>
                  </a:lnTo>
                  <a:lnTo>
                    <a:pt x="30494" y="999532"/>
                  </a:lnTo>
                  <a:lnTo>
                    <a:pt x="28048" y="999532"/>
                  </a:lnTo>
                  <a:lnTo>
                    <a:pt x="28048" y="997087"/>
                  </a:lnTo>
                  <a:lnTo>
                    <a:pt x="28048" y="994354"/>
                  </a:lnTo>
                  <a:lnTo>
                    <a:pt x="25603" y="994354"/>
                  </a:lnTo>
                  <a:lnTo>
                    <a:pt x="25603" y="991764"/>
                  </a:lnTo>
                  <a:lnTo>
                    <a:pt x="22870" y="994354"/>
                  </a:lnTo>
                  <a:lnTo>
                    <a:pt x="20281" y="994354"/>
                  </a:lnTo>
                  <a:lnTo>
                    <a:pt x="20281" y="997087"/>
                  </a:lnTo>
                  <a:lnTo>
                    <a:pt x="17836" y="997087"/>
                  </a:lnTo>
                  <a:lnTo>
                    <a:pt x="17836" y="999532"/>
                  </a:lnTo>
                  <a:lnTo>
                    <a:pt x="15391" y="997087"/>
                  </a:lnTo>
                  <a:lnTo>
                    <a:pt x="12802" y="997087"/>
                  </a:lnTo>
                  <a:lnTo>
                    <a:pt x="12802" y="994354"/>
                  </a:lnTo>
                  <a:lnTo>
                    <a:pt x="10069" y="991764"/>
                  </a:lnTo>
                  <a:lnTo>
                    <a:pt x="7623" y="989319"/>
                  </a:lnTo>
                  <a:lnTo>
                    <a:pt x="7623" y="986874"/>
                  </a:lnTo>
                  <a:lnTo>
                    <a:pt x="5178" y="986874"/>
                  </a:lnTo>
                  <a:lnTo>
                    <a:pt x="5178" y="984141"/>
                  </a:lnTo>
                  <a:lnTo>
                    <a:pt x="2733" y="984141"/>
                  </a:lnTo>
                  <a:lnTo>
                    <a:pt x="2733" y="981552"/>
                  </a:lnTo>
                  <a:lnTo>
                    <a:pt x="0" y="981552"/>
                  </a:lnTo>
                  <a:lnTo>
                    <a:pt x="0" y="979107"/>
                  </a:lnTo>
                  <a:lnTo>
                    <a:pt x="0" y="976661"/>
                  </a:lnTo>
                  <a:lnTo>
                    <a:pt x="0" y="973929"/>
                  </a:lnTo>
                  <a:lnTo>
                    <a:pt x="2733" y="973929"/>
                  </a:lnTo>
                  <a:lnTo>
                    <a:pt x="2733" y="971339"/>
                  </a:lnTo>
                  <a:lnTo>
                    <a:pt x="2733" y="968894"/>
                  </a:lnTo>
                  <a:lnTo>
                    <a:pt x="5178" y="968894"/>
                  </a:lnTo>
                  <a:lnTo>
                    <a:pt x="5178" y="966449"/>
                  </a:lnTo>
                  <a:lnTo>
                    <a:pt x="7623" y="963716"/>
                  </a:lnTo>
                  <a:lnTo>
                    <a:pt x="7623" y="961127"/>
                  </a:lnTo>
                  <a:lnTo>
                    <a:pt x="10069" y="961127"/>
                  </a:lnTo>
                  <a:lnTo>
                    <a:pt x="10069" y="958682"/>
                  </a:lnTo>
                  <a:lnTo>
                    <a:pt x="10069" y="956236"/>
                  </a:lnTo>
                  <a:lnTo>
                    <a:pt x="12802" y="956236"/>
                  </a:lnTo>
                  <a:lnTo>
                    <a:pt x="12802" y="953503"/>
                  </a:lnTo>
                  <a:lnTo>
                    <a:pt x="12802" y="950914"/>
                  </a:lnTo>
                  <a:lnTo>
                    <a:pt x="15391" y="950914"/>
                  </a:lnTo>
                  <a:lnTo>
                    <a:pt x="15391" y="948469"/>
                  </a:lnTo>
                  <a:lnTo>
                    <a:pt x="15391" y="946024"/>
                  </a:lnTo>
                  <a:lnTo>
                    <a:pt x="17836" y="946024"/>
                  </a:lnTo>
                  <a:lnTo>
                    <a:pt x="17836" y="943291"/>
                  </a:lnTo>
                  <a:lnTo>
                    <a:pt x="20281" y="943291"/>
                  </a:lnTo>
                  <a:lnTo>
                    <a:pt x="20281" y="940702"/>
                  </a:lnTo>
                  <a:lnTo>
                    <a:pt x="20281" y="938257"/>
                  </a:lnTo>
                  <a:lnTo>
                    <a:pt x="22870" y="938257"/>
                  </a:lnTo>
                  <a:lnTo>
                    <a:pt x="22870" y="935811"/>
                  </a:lnTo>
                  <a:lnTo>
                    <a:pt x="22870" y="933366"/>
                  </a:lnTo>
                  <a:lnTo>
                    <a:pt x="25603" y="933366"/>
                  </a:lnTo>
                  <a:lnTo>
                    <a:pt x="25603" y="930633"/>
                  </a:lnTo>
                  <a:lnTo>
                    <a:pt x="25603" y="928044"/>
                  </a:lnTo>
                  <a:lnTo>
                    <a:pt x="28048" y="928044"/>
                  </a:lnTo>
                  <a:lnTo>
                    <a:pt x="28048" y="925599"/>
                  </a:lnTo>
                  <a:lnTo>
                    <a:pt x="30494" y="923154"/>
                  </a:lnTo>
                  <a:lnTo>
                    <a:pt x="30494" y="920421"/>
                  </a:lnTo>
                  <a:lnTo>
                    <a:pt x="33083" y="920421"/>
                  </a:lnTo>
                  <a:lnTo>
                    <a:pt x="33083" y="917832"/>
                  </a:lnTo>
                  <a:lnTo>
                    <a:pt x="33083" y="915386"/>
                  </a:lnTo>
                  <a:lnTo>
                    <a:pt x="35816" y="915386"/>
                  </a:lnTo>
                  <a:lnTo>
                    <a:pt x="35816" y="912941"/>
                  </a:lnTo>
                  <a:lnTo>
                    <a:pt x="35816" y="910208"/>
                  </a:lnTo>
                  <a:lnTo>
                    <a:pt x="38261" y="910208"/>
                  </a:lnTo>
                  <a:lnTo>
                    <a:pt x="38261" y="907619"/>
                  </a:lnTo>
                  <a:lnTo>
                    <a:pt x="40706" y="905174"/>
                  </a:lnTo>
                  <a:lnTo>
                    <a:pt x="40706" y="902729"/>
                  </a:lnTo>
                  <a:lnTo>
                    <a:pt x="43295" y="902729"/>
                  </a:lnTo>
                  <a:lnTo>
                    <a:pt x="43295" y="899996"/>
                  </a:lnTo>
                  <a:lnTo>
                    <a:pt x="43295" y="897407"/>
                  </a:lnTo>
                  <a:lnTo>
                    <a:pt x="46028" y="897407"/>
                  </a:lnTo>
                  <a:lnTo>
                    <a:pt x="46028" y="894961"/>
                  </a:lnTo>
                  <a:lnTo>
                    <a:pt x="46028" y="892516"/>
                  </a:lnTo>
                  <a:lnTo>
                    <a:pt x="48473" y="892516"/>
                  </a:lnTo>
                  <a:lnTo>
                    <a:pt x="48473" y="889783"/>
                  </a:lnTo>
                  <a:lnTo>
                    <a:pt x="50919" y="887194"/>
                  </a:lnTo>
                  <a:lnTo>
                    <a:pt x="50919" y="884749"/>
                  </a:lnTo>
                  <a:lnTo>
                    <a:pt x="53508" y="882304"/>
                  </a:lnTo>
                  <a:lnTo>
                    <a:pt x="53508" y="879571"/>
                  </a:lnTo>
                  <a:lnTo>
                    <a:pt x="56241" y="876982"/>
                  </a:lnTo>
                  <a:lnTo>
                    <a:pt x="56241" y="874536"/>
                  </a:lnTo>
                  <a:lnTo>
                    <a:pt x="58686" y="874536"/>
                  </a:lnTo>
                  <a:lnTo>
                    <a:pt x="58686" y="872091"/>
                  </a:lnTo>
                  <a:lnTo>
                    <a:pt x="61131" y="869358"/>
                  </a:lnTo>
                  <a:lnTo>
                    <a:pt x="61131" y="866769"/>
                  </a:lnTo>
                  <a:lnTo>
                    <a:pt x="63720" y="864324"/>
                  </a:lnTo>
                  <a:lnTo>
                    <a:pt x="63720" y="861879"/>
                  </a:lnTo>
                  <a:lnTo>
                    <a:pt x="66453" y="861879"/>
                  </a:lnTo>
                  <a:lnTo>
                    <a:pt x="66453" y="859146"/>
                  </a:lnTo>
                  <a:lnTo>
                    <a:pt x="68899" y="856557"/>
                  </a:lnTo>
                  <a:lnTo>
                    <a:pt x="68899" y="854111"/>
                  </a:lnTo>
                  <a:lnTo>
                    <a:pt x="71344" y="851666"/>
                  </a:lnTo>
                  <a:lnTo>
                    <a:pt x="71344" y="849221"/>
                  </a:lnTo>
                  <a:lnTo>
                    <a:pt x="73789" y="849221"/>
                  </a:lnTo>
                  <a:lnTo>
                    <a:pt x="73789" y="846488"/>
                  </a:lnTo>
                  <a:lnTo>
                    <a:pt x="73789" y="843899"/>
                  </a:lnTo>
                  <a:lnTo>
                    <a:pt x="76666" y="843899"/>
                  </a:lnTo>
                  <a:lnTo>
                    <a:pt x="76666" y="841454"/>
                  </a:lnTo>
                  <a:lnTo>
                    <a:pt x="76666" y="839008"/>
                  </a:lnTo>
                  <a:lnTo>
                    <a:pt x="79111" y="839008"/>
                  </a:lnTo>
                  <a:lnTo>
                    <a:pt x="79111" y="836275"/>
                  </a:lnTo>
                  <a:lnTo>
                    <a:pt x="79111" y="833686"/>
                  </a:lnTo>
                  <a:lnTo>
                    <a:pt x="81556" y="833686"/>
                  </a:lnTo>
                  <a:lnTo>
                    <a:pt x="81556" y="831241"/>
                  </a:lnTo>
                  <a:lnTo>
                    <a:pt x="84002" y="828796"/>
                  </a:lnTo>
                  <a:lnTo>
                    <a:pt x="84002" y="826063"/>
                  </a:lnTo>
                  <a:lnTo>
                    <a:pt x="86878" y="826063"/>
                  </a:lnTo>
                  <a:lnTo>
                    <a:pt x="86878" y="823474"/>
                  </a:lnTo>
                  <a:lnTo>
                    <a:pt x="86878" y="821029"/>
                  </a:lnTo>
                  <a:lnTo>
                    <a:pt x="89324" y="821029"/>
                  </a:lnTo>
                  <a:lnTo>
                    <a:pt x="89324" y="818583"/>
                  </a:lnTo>
                  <a:lnTo>
                    <a:pt x="89324" y="815850"/>
                  </a:lnTo>
                  <a:lnTo>
                    <a:pt x="91769" y="815850"/>
                  </a:lnTo>
                  <a:lnTo>
                    <a:pt x="91769" y="813261"/>
                  </a:lnTo>
                  <a:lnTo>
                    <a:pt x="94214" y="810816"/>
                  </a:lnTo>
                  <a:lnTo>
                    <a:pt x="94214" y="808371"/>
                  </a:lnTo>
                  <a:lnTo>
                    <a:pt x="96803" y="808371"/>
                  </a:lnTo>
                  <a:lnTo>
                    <a:pt x="96803" y="805638"/>
                  </a:lnTo>
                  <a:lnTo>
                    <a:pt x="96803" y="803049"/>
                  </a:lnTo>
                  <a:lnTo>
                    <a:pt x="99536" y="803049"/>
                  </a:lnTo>
                  <a:lnTo>
                    <a:pt x="99536" y="800604"/>
                  </a:lnTo>
                  <a:lnTo>
                    <a:pt x="99536" y="798158"/>
                  </a:lnTo>
                  <a:lnTo>
                    <a:pt x="101981" y="798158"/>
                  </a:lnTo>
                  <a:lnTo>
                    <a:pt x="101981" y="795425"/>
                  </a:lnTo>
                  <a:lnTo>
                    <a:pt x="104427" y="792836"/>
                  </a:lnTo>
                  <a:lnTo>
                    <a:pt x="104427" y="790391"/>
                  </a:lnTo>
                  <a:lnTo>
                    <a:pt x="107016" y="787946"/>
                  </a:lnTo>
                  <a:lnTo>
                    <a:pt x="107016" y="785213"/>
                  </a:lnTo>
                  <a:lnTo>
                    <a:pt x="109749" y="785213"/>
                  </a:lnTo>
                  <a:lnTo>
                    <a:pt x="109749" y="782624"/>
                  </a:lnTo>
                  <a:lnTo>
                    <a:pt x="109749" y="780179"/>
                  </a:lnTo>
                  <a:lnTo>
                    <a:pt x="112194" y="780179"/>
                  </a:lnTo>
                  <a:lnTo>
                    <a:pt x="112194" y="777733"/>
                  </a:lnTo>
                  <a:lnTo>
                    <a:pt x="114639" y="775000"/>
                  </a:lnTo>
                  <a:lnTo>
                    <a:pt x="114639" y="772411"/>
                  </a:lnTo>
                  <a:lnTo>
                    <a:pt x="117228" y="772411"/>
                  </a:lnTo>
                  <a:lnTo>
                    <a:pt x="117228" y="769966"/>
                  </a:lnTo>
                  <a:lnTo>
                    <a:pt x="117228" y="767521"/>
                  </a:lnTo>
                  <a:lnTo>
                    <a:pt x="119961" y="767521"/>
                  </a:lnTo>
                  <a:lnTo>
                    <a:pt x="119961" y="764932"/>
                  </a:lnTo>
                  <a:lnTo>
                    <a:pt x="119961" y="762199"/>
                  </a:lnTo>
                  <a:lnTo>
                    <a:pt x="122406" y="762199"/>
                  </a:lnTo>
                  <a:lnTo>
                    <a:pt x="122406" y="759754"/>
                  </a:lnTo>
                  <a:lnTo>
                    <a:pt x="122406" y="757308"/>
                  </a:lnTo>
                  <a:lnTo>
                    <a:pt x="124852" y="757308"/>
                  </a:lnTo>
                  <a:lnTo>
                    <a:pt x="124852" y="754863"/>
                  </a:lnTo>
                  <a:lnTo>
                    <a:pt x="127441" y="752130"/>
                  </a:lnTo>
                  <a:lnTo>
                    <a:pt x="127441" y="749541"/>
                  </a:lnTo>
                  <a:lnTo>
                    <a:pt x="130174" y="749541"/>
                  </a:lnTo>
                  <a:lnTo>
                    <a:pt x="130174" y="747096"/>
                  </a:lnTo>
                  <a:lnTo>
                    <a:pt x="130174" y="744650"/>
                  </a:lnTo>
                  <a:lnTo>
                    <a:pt x="132619" y="744650"/>
                  </a:lnTo>
                  <a:lnTo>
                    <a:pt x="132619" y="741918"/>
                  </a:lnTo>
                  <a:lnTo>
                    <a:pt x="132619" y="739328"/>
                  </a:lnTo>
                  <a:lnTo>
                    <a:pt x="135064" y="739328"/>
                  </a:lnTo>
                  <a:lnTo>
                    <a:pt x="135064" y="736883"/>
                  </a:lnTo>
                  <a:lnTo>
                    <a:pt x="137653" y="734438"/>
                  </a:lnTo>
                  <a:lnTo>
                    <a:pt x="137653" y="731705"/>
                  </a:lnTo>
                  <a:lnTo>
                    <a:pt x="140386" y="731705"/>
                  </a:lnTo>
                  <a:lnTo>
                    <a:pt x="140386" y="729116"/>
                  </a:lnTo>
                  <a:lnTo>
                    <a:pt x="140386" y="726671"/>
                  </a:lnTo>
                  <a:lnTo>
                    <a:pt x="142831" y="726671"/>
                  </a:lnTo>
                  <a:lnTo>
                    <a:pt x="142831" y="724225"/>
                  </a:lnTo>
                  <a:lnTo>
                    <a:pt x="142831" y="721493"/>
                  </a:lnTo>
                  <a:lnTo>
                    <a:pt x="145277" y="721493"/>
                  </a:lnTo>
                  <a:lnTo>
                    <a:pt x="145277" y="718903"/>
                  </a:lnTo>
                  <a:lnTo>
                    <a:pt x="147866" y="716458"/>
                  </a:lnTo>
                  <a:lnTo>
                    <a:pt x="147866" y="714013"/>
                  </a:lnTo>
                  <a:lnTo>
                    <a:pt x="150599" y="714013"/>
                  </a:lnTo>
                  <a:lnTo>
                    <a:pt x="150599" y="711280"/>
                  </a:lnTo>
                  <a:lnTo>
                    <a:pt x="150599" y="708691"/>
                  </a:lnTo>
                  <a:lnTo>
                    <a:pt x="153044" y="708691"/>
                  </a:lnTo>
                  <a:lnTo>
                    <a:pt x="153044" y="706246"/>
                  </a:lnTo>
                  <a:lnTo>
                    <a:pt x="153044" y="703800"/>
                  </a:lnTo>
                  <a:lnTo>
                    <a:pt x="155489" y="703800"/>
                  </a:lnTo>
                  <a:lnTo>
                    <a:pt x="155489" y="701068"/>
                  </a:lnTo>
                  <a:lnTo>
                    <a:pt x="155489" y="698478"/>
                  </a:lnTo>
                  <a:lnTo>
                    <a:pt x="158078" y="698478"/>
                  </a:lnTo>
                  <a:lnTo>
                    <a:pt x="158078" y="696033"/>
                  </a:lnTo>
                  <a:lnTo>
                    <a:pt x="160811" y="696033"/>
                  </a:lnTo>
                  <a:lnTo>
                    <a:pt x="160811" y="693588"/>
                  </a:lnTo>
                  <a:lnTo>
                    <a:pt x="160811" y="690855"/>
                  </a:lnTo>
                  <a:lnTo>
                    <a:pt x="163256" y="690855"/>
                  </a:lnTo>
                  <a:lnTo>
                    <a:pt x="163256" y="688410"/>
                  </a:lnTo>
                  <a:lnTo>
                    <a:pt x="163256" y="685821"/>
                  </a:lnTo>
                  <a:lnTo>
                    <a:pt x="165702" y="685821"/>
                  </a:lnTo>
                  <a:lnTo>
                    <a:pt x="165702" y="683375"/>
                  </a:lnTo>
                  <a:lnTo>
                    <a:pt x="168147" y="680643"/>
                  </a:lnTo>
                  <a:lnTo>
                    <a:pt x="168147" y="678053"/>
                  </a:lnTo>
                  <a:lnTo>
                    <a:pt x="170736" y="678053"/>
                  </a:lnTo>
                  <a:lnTo>
                    <a:pt x="170736" y="675608"/>
                  </a:lnTo>
                  <a:lnTo>
                    <a:pt x="170736" y="673163"/>
                  </a:lnTo>
                  <a:lnTo>
                    <a:pt x="173469" y="673163"/>
                  </a:lnTo>
                  <a:lnTo>
                    <a:pt x="173469" y="670718"/>
                  </a:lnTo>
                  <a:lnTo>
                    <a:pt x="173469" y="667841"/>
                  </a:lnTo>
                  <a:lnTo>
                    <a:pt x="175914" y="667841"/>
                  </a:lnTo>
                  <a:lnTo>
                    <a:pt x="175914" y="665395"/>
                  </a:lnTo>
                  <a:lnTo>
                    <a:pt x="175914" y="662950"/>
                  </a:lnTo>
                  <a:lnTo>
                    <a:pt x="178503" y="662950"/>
                  </a:lnTo>
                  <a:lnTo>
                    <a:pt x="178503" y="660505"/>
                  </a:lnTo>
                  <a:lnTo>
                    <a:pt x="180948" y="657772"/>
                  </a:lnTo>
                  <a:lnTo>
                    <a:pt x="180948" y="655183"/>
                  </a:lnTo>
                  <a:lnTo>
                    <a:pt x="183681" y="655183"/>
                  </a:lnTo>
                  <a:lnTo>
                    <a:pt x="183681" y="652738"/>
                  </a:lnTo>
                  <a:lnTo>
                    <a:pt x="183681" y="650293"/>
                  </a:lnTo>
                  <a:lnTo>
                    <a:pt x="186127" y="650293"/>
                  </a:lnTo>
                  <a:lnTo>
                    <a:pt x="186127" y="647560"/>
                  </a:lnTo>
                  <a:lnTo>
                    <a:pt x="186127" y="644970"/>
                  </a:lnTo>
                  <a:lnTo>
                    <a:pt x="188572" y="644970"/>
                  </a:lnTo>
                  <a:lnTo>
                    <a:pt x="188572" y="642525"/>
                  </a:lnTo>
                  <a:lnTo>
                    <a:pt x="191161" y="640080"/>
                  </a:lnTo>
                  <a:lnTo>
                    <a:pt x="191161" y="637347"/>
                  </a:lnTo>
                  <a:lnTo>
                    <a:pt x="193894" y="637347"/>
                  </a:lnTo>
                  <a:lnTo>
                    <a:pt x="193894" y="634758"/>
                  </a:lnTo>
                  <a:lnTo>
                    <a:pt x="193894" y="632313"/>
                  </a:lnTo>
                  <a:lnTo>
                    <a:pt x="196339" y="632313"/>
                  </a:lnTo>
                  <a:lnTo>
                    <a:pt x="196339" y="629867"/>
                  </a:lnTo>
                  <a:lnTo>
                    <a:pt x="196339" y="627135"/>
                  </a:lnTo>
                  <a:lnTo>
                    <a:pt x="198784" y="627135"/>
                  </a:lnTo>
                  <a:lnTo>
                    <a:pt x="198784" y="624545"/>
                  </a:lnTo>
                  <a:lnTo>
                    <a:pt x="201374" y="622100"/>
                  </a:lnTo>
                  <a:lnTo>
                    <a:pt x="201374" y="619655"/>
                  </a:lnTo>
                  <a:lnTo>
                    <a:pt x="204106" y="619655"/>
                  </a:lnTo>
                  <a:lnTo>
                    <a:pt x="204106" y="616922"/>
                  </a:lnTo>
                  <a:lnTo>
                    <a:pt x="204106" y="614333"/>
                  </a:lnTo>
                  <a:lnTo>
                    <a:pt x="206552" y="614333"/>
                  </a:lnTo>
                  <a:lnTo>
                    <a:pt x="206552" y="611888"/>
                  </a:lnTo>
                  <a:lnTo>
                    <a:pt x="206552" y="609442"/>
                  </a:lnTo>
                  <a:lnTo>
                    <a:pt x="208997" y="609442"/>
                  </a:lnTo>
                  <a:lnTo>
                    <a:pt x="208997" y="606710"/>
                  </a:lnTo>
                  <a:lnTo>
                    <a:pt x="208997" y="604264"/>
                  </a:lnTo>
                  <a:lnTo>
                    <a:pt x="211586" y="604264"/>
                  </a:lnTo>
                  <a:lnTo>
                    <a:pt x="211586" y="601675"/>
                  </a:lnTo>
                  <a:lnTo>
                    <a:pt x="214319" y="601675"/>
                  </a:lnTo>
                  <a:lnTo>
                    <a:pt x="214319" y="599230"/>
                  </a:lnTo>
                  <a:lnTo>
                    <a:pt x="214319" y="596497"/>
                  </a:lnTo>
                  <a:lnTo>
                    <a:pt x="216764" y="596497"/>
                  </a:lnTo>
                  <a:lnTo>
                    <a:pt x="216764" y="594052"/>
                  </a:lnTo>
                  <a:lnTo>
                    <a:pt x="216764" y="591463"/>
                  </a:lnTo>
                  <a:lnTo>
                    <a:pt x="219209" y="591463"/>
                  </a:lnTo>
                  <a:lnTo>
                    <a:pt x="219209" y="589017"/>
                  </a:lnTo>
                  <a:lnTo>
                    <a:pt x="221799" y="586572"/>
                  </a:lnTo>
                  <a:lnTo>
                    <a:pt x="221799" y="583695"/>
                  </a:lnTo>
                  <a:lnTo>
                    <a:pt x="224531" y="581250"/>
                  </a:lnTo>
                  <a:lnTo>
                    <a:pt x="224531" y="578805"/>
                  </a:lnTo>
                  <a:lnTo>
                    <a:pt x="226977" y="578805"/>
                  </a:lnTo>
                  <a:lnTo>
                    <a:pt x="226977" y="576360"/>
                  </a:lnTo>
                  <a:lnTo>
                    <a:pt x="226977" y="573627"/>
                  </a:lnTo>
                  <a:lnTo>
                    <a:pt x="229422" y="573627"/>
                  </a:lnTo>
                  <a:lnTo>
                    <a:pt x="229422" y="571038"/>
                  </a:lnTo>
                  <a:lnTo>
                    <a:pt x="232011" y="568592"/>
                  </a:lnTo>
                  <a:lnTo>
                    <a:pt x="232011" y="566147"/>
                  </a:lnTo>
                  <a:lnTo>
                    <a:pt x="234744" y="563414"/>
                  </a:lnTo>
                  <a:lnTo>
                    <a:pt x="234744" y="560825"/>
                  </a:lnTo>
                  <a:lnTo>
                    <a:pt x="237189" y="558380"/>
                  </a:lnTo>
                  <a:lnTo>
                    <a:pt x="237189" y="555935"/>
                  </a:lnTo>
                  <a:lnTo>
                    <a:pt x="239634" y="555935"/>
                  </a:lnTo>
                  <a:lnTo>
                    <a:pt x="239634" y="553202"/>
                  </a:lnTo>
                  <a:lnTo>
                    <a:pt x="239634" y="550613"/>
                  </a:lnTo>
                  <a:lnTo>
                    <a:pt x="242080" y="550613"/>
                  </a:lnTo>
                  <a:lnTo>
                    <a:pt x="242080" y="548167"/>
                  </a:lnTo>
                  <a:lnTo>
                    <a:pt x="242080" y="545722"/>
                  </a:lnTo>
                  <a:lnTo>
                    <a:pt x="244669" y="545722"/>
                  </a:lnTo>
                  <a:lnTo>
                    <a:pt x="244669" y="542989"/>
                  </a:lnTo>
                  <a:lnTo>
                    <a:pt x="247402" y="540400"/>
                  </a:lnTo>
                  <a:lnTo>
                    <a:pt x="247402" y="537955"/>
                  </a:lnTo>
                  <a:lnTo>
                    <a:pt x="249847" y="537955"/>
                  </a:lnTo>
                  <a:lnTo>
                    <a:pt x="249847" y="535510"/>
                  </a:lnTo>
                  <a:lnTo>
                    <a:pt x="252436" y="532777"/>
                  </a:lnTo>
                  <a:lnTo>
                    <a:pt x="252436" y="530188"/>
                  </a:lnTo>
                  <a:lnTo>
                    <a:pt x="254881" y="527742"/>
                  </a:lnTo>
                  <a:lnTo>
                    <a:pt x="254881" y="525297"/>
                  </a:lnTo>
                  <a:lnTo>
                    <a:pt x="257614" y="522564"/>
                  </a:lnTo>
                  <a:lnTo>
                    <a:pt x="257614" y="519975"/>
                  </a:lnTo>
                  <a:lnTo>
                    <a:pt x="260059" y="519975"/>
                  </a:lnTo>
                  <a:lnTo>
                    <a:pt x="260059" y="517530"/>
                  </a:lnTo>
                  <a:lnTo>
                    <a:pt x="260059" y="515085"/>
                  </a:lnTo>
                  <a:lnTo>
                    <a:pt x="262649" y="515085"/>
                  </a:lnTo>
                  <a:lnTo>
                    <a:pt x="262649" y="512352"/>
                  </a:lnTo>
                  <a:lnTo>
                    <a:pt x="262649" y="509906"/>
                  </a:lnTo>
                  <a:lnTo>
                    <a:pt x="265094" y="509906"/>
                  </a:lnTo>
                  <a:lnTo>
                    <a:pt x="265094" y="507317"/>
                  </a:lnTo>
                  <a:lnTo>
                    <a:pt x="267827" y="504872"/>
                  </a:lnTo>
                  <a:lnTo>
                    <a:pt x="267827" y="502139"/>
                  </a:lnTo>
                  <a:lnTo>
                    <a:pt x="270272" y="499694"/>
                  </a:lnTo>
                  <a:lnTo>
                    <a:pt x="270272" y="497105"/>
                  </a:lnTo>
                  <a:lnTo>
                    <a:pt x="272717" y="497105"/>
                  </a:lnTo>
                  <a:lnTo>
                    <a:pt x="272717" y="494660"/>
                  </a:lnTo>
                  <a:lnTo>
                    <a:pt x="275306" y="492214"/>
                  </a:lnTo>
                  <a:lnTo>
                    <a:pt x="275306" y="489481"/>
                  </a:lnTo>
                  <a:lnTo>
                    <a:pt x="278039" y="486892"/>
                  </a:lnTo>
                  <a:lnTo>
                    <a:pt x="278039" y="484447"/>
                  </a:lnTo>
                  <a:lnTo>
                    <a:pt x="280485" y="484447"/>
                  </a:lnTo>
                  <a:lnTo>
                    <a:pt x="280485" y="482002"/>
                  </a:lnTo>
                  <a:lnTo>
                    <a:pt x="280485" y="479269"/>
                  </a:lnTo>
                  <a:lnTo>
                    <a:pt x="282930" y="479269"/>
                  </a:lnTo>
                  <a:lnTo>
                    <a:pt x="282930" y="476680"/>
                  </a:lnTo>
                  <a:lnTo>
                    <a:pt x="285519" y="474235"/>
                  </a:lnTo>
                  <a:lnTo>
                    <a:pt x="285519" y="471789"/>
                  </a:lnTo>
                  <a:lnTo>
                    <a:pt x="288252" y="469056"/>
                  </a:lnTo>
                  <a:lnTo>
                    <a:pt x="288252" y="466467"/>
                  </a:lnTo>
                  <a:lnTo>
                    <a:pt x="290697" y="466467"/>
                  </a:lnTo>
                  <a:lnTo>
                    <a:pt x="290697" y="464022"/>
                  </a:lnTo>
                  <a:lnTo>
                    <a:pt x="290697" y="461577"/>
                  </a:lnTo>
                  <a:lnTo>
                    <a:pt x="293142" y="461577"/>
                  </a:lnTo>
                  <a:lnTo>
                    <a:pt x="293142" y="458844"/>
                  </a:lnTo>
                  <a:lnTo>
                    <a:pt x="295731" y="456255"/>
                  </a:lnTo>
                  <a:lnTo>
                    <a:pt x="295731" y="453810"/>
                  </a:lnTo>
                  <a:lnTo>
                    <a:pt x="298464" y="451364"/>
                  </a:lnTo>
                  <a:lnTo>
                    <a:pt x="298464" y="448631"/>
                  </a:lnTo>
                  <a:lnTo>
                    <a:pt x="300910" y="448631"/>
                  </a:lnTo>
                  <a:lnTo>
                    <a:pt x="300910" y="446042"/>
                  </a:lnTo>
                  <a:lnTo>
                    <a:pt x="300910" y="443597"/>
                  </a:lnTo>
                  <a:lnTo>
                    <a:pt x="303355" y="443597"/>
                  </a:lnTo>
                  <a:lnTo>
                    <a:pt x="303355" y="441152"/>
                  </a:lnTo>
                  <a:lnTo>
                    <a:pt x="303355" y="438419"/>
                  </a:lnTo>
                  <a:lnTo>
                    <a:pt x="305944" y="438419"/>
                  </a:lnTo>
                  <a:lnTo>
                    <a:pt x="305944" y="435830"/>
                  </a:lnTo>
                  <a:lnTo>
                    <a:pt x="305944" y="433385"/>
                  </a:lnTo>
                  <a:lnTo>
                    <a:pt x="308677" y="433385"/>
                  </a:lnTo>
                  <a:lnTo>
                    <a:pt x="308677" y="430939"/>
                  </a:lnTo>
                  <a:lnTo>
                    <a:pt x="311122" y="428206"/>
                  </a:lnTo>
                  <a:lnTo>
                    <a:pt x="311122" y="425761"/>
                  </a:lnTo>
                  <a:lnTo>
                    <a:pt x="313567" y="425761"/>
                  </a:lnTo>
                  <a:lnTo>
                    <a:pt x="313567" y="423172"/>
                  </a:lnTo>
                  <a:lnTo>
                    <a:pt x="313567" y="420727"/>
                  </a:lnTo>
                  <a:lnTo>
                    <a:pt x="316156" y="420727"/>
                  </a:lnTo>
                  <a:lnTo>
                    <a:pt x="316156" y="417994"/>
                  </a:lnTo>
                  <a:lnTo>
                    <a:pt x="316156" y="415549"/>
                  </a:lnTo>
                  <a:lnTo>
                    <a:pt x="318602" y="415549"/>
                  </a:lnTo>
                  <a:lnTo>
                    <a:pt x="318602" y="412960"/>
                  </a:lnTo>
                  <a:lnTo>
                    <a:pt x="321335" y="412960"/>
                  </a:lnTo>
                  <a:lnTo>
                    <a:pt x="321335" y="410514"/>
                  </a:lnTo>
                  <a:lnTo>
                    <a:pt x="321335" y="408069"/>
                  </a:lnTo>
                  <a:lnTo>
                    <a:pt x="323780" y="408069"/>
                  </a:lnTo>
                  <a:lnTo>
                    <a:pt x="323780" y="405336"/>
                  </a:lnTo>
                  <a:lnTo>
                    <a:pt x="323780" y="402747"/>
                  </a:lnTo>
                  <a:lnTo>
                    <a:pt x="326369" y="402747"/>
                  </a:lnTo>
                  <a:lnTo>
                    <a:pt x="326369" y="400302"/>
                  </a:lnTo>
                  <a:lnTo>
                    <a:pt x="326369" y="397857"/>
                  </a:lnTo>
                  <a:lnTo>
                    <a:pt x="328814" y="397857"/>
                  </a:lnTo>
                  <a:lnTo>
                    <a:pt x="328814" y="395124"/>
                  </a:lnTo>
                  <a:lnTo>
                    <a:pt x="331547" y="392534"/>
                  </a:lnTo>
                  <a:lnTo>
                    <a:pt x="331547" y="390089"/>
                  </a:lnTo>
                  <a:lnTo>
                    <a:pt x="333992" y="390089"/>
                  </a:lnTo>
                  <a:lnTo>
                    <a:pt x="333992" y="387644"/>
                  </a:lnTo>
                  <a:lnTo>
                    <a:pt x="333992" y="384911"/>
                  </a:lnTo>
                  <a:lnTo>
                    <a:pt x="336438" y="384911"/>
                  </a:lnTo>
                  <a:lnTo>
                    <a:pt x="336438" y="382322"/>
                  </a:lnTo>
                  <a:lnTo>
                    <a:pt x="339027" y="379877"/>
                  </a:lnTo>
                  <a:lnTo>
                    <a:pt x="339027" y="377432"/>
                  </a:lnTo>
                  <a:lnTo>
                    <a:pt x="341760" y="374699"/>
                  </a:lnTo>
                  <a:lnTo>
                    <a:pt x="341760" y="372109"/>
                  </a:lnTo>
                  <a:lnTo>
                    <a:pt x="344205" y="372109"/>
                  </a:lnTo>
                  <a:lnTo>
                    <a:pt x="344205" y="369664"/>
                  </a:lnTo>
                  <a:lnTo>
                    <a:pt x="344205" y="367219"/>
                  </a:lnTo>
                  <a:lnTo>
                    <a:pt x="346650" y="367219"/>
                  </a:lnTo>
                  <a:lnTo>
                    <a:pt x="346650" y="364486"/>
                  </a:lnTo>
                  <a:lnTo>
                    <a:pt x="346650" y="361897"/>
                  </a:lnTo>
                  <a:lnTo>
                    <a:pt x="349239" y="361897"/>
                  </a:lnTo>
                  <a:lnTo>
                    <a:pt x="349239" y="359452"/>
                  </a:lnTo>
                  <a:lnTo>
                    <a:pt x="351972" y="357007"/>
                  </a:lnTo>
                  <a:lnTo>
                    <a:pt x="351972" y="354274"/>
                  </a:lnTo>
                  <a:lnTo>
                    <a:pt x="354417" y="351684"/>
                  </a:lnTo>
                  <a:lnTo>
                    <a:pt x="354417" y="349239"/>
                  </a:lnTo>
                  <a:lnTo>
                    <a:pt x="356863" y="349239"/>
                  </a:lnTo>
                  <a:lnTo>
                    <a:pt x="356863" y="346794"/>
                  </a:lnTo>
                  <a:lnTo>
                    <a:pt x="356863" y="344061"/>
                  </a:lnTo>
                  <a:lnTo>
                    <a:pt x="359452" y="344061"/>
                  </a:lnTo>
                  <a:lnTo>
                    <a:pt x="359452" y="341472"/>
                  </a:lnTo>
                  <a:lnTo>
                    <a:pt x="362185" y="339027"/>
                  </a:lnTo>
                  <a:lnTo>
                    <a:pt x="362185" y="336581"/>
                  </a:lnTo>
                  <a:lnTo>
                    <a:pt x="364630" y="333849"/>
                  </a:lnTo>
                  <a:lnTo>
                    <a:pt x="364630" y="331403"/>
                  </a:lnTo>
                  <a:lnTo>
                    <a:pt x="367075" y="331403"/>
                  </a:lnTo>
                  <a:lnTo>
                    <a:pt x="367075" y="328814"/>
                  </a:lnTo>
                  <a:lnTo>
                    <a:pt x="367075" y="326369"/>
                  </a:lnTo>
                  <a:lnTo>
                    <a:pt x="369664" y="326369"/>
                  </a:lnTo>
                  <a:lnTo>
                    <a:pt x="369664" y="323924"/>
                  </a:lnTo>
                  <a:lnTo>
                    <a:pt x="369664" y="321191"/>
                  </a:lnTo>
                  <a:lnTo>
                    <a:pt x="372397" y="321191"/>
                  </a:lnTo>
                  <a:lnTo>
                    <a:pt x="372397" y="318602"/>
                  </a:lnTo>
                  <a:lnTo>
                    <a:pt x="374842" y="316156"/>
                  </a:lnTo>
                  <a:lnTo>
                    <a:pt x="374842" y="313711"/>
                  </a:lnTo>
                  <a:lnTo>
                    <a:pt x="377288" y="313711"/>
                  </a:lnTo>
                  <a:lnTo>
                    <a:pt x="377288" y="310978"/>
                  </a:lnTo>
                  <a:lnTo>
                    <a:pt x="377288" y="308389"/>
                  </a:lnTo>
                  <a:lnTo>
                    <a:pt x="379877" y="308389"/>
                  </a:lnTo>
                  <a:lnTo>
                    <a:pt x="379877" y="305944"/>
                  </a:lnTo>
                  <a:lnTo>
                    <a:pt x="382610" y="303499"/>
                  </a:lnTo>
                  <a:lnTo>
                    <a:pt x="382610" y="300766"/>
                  </a:lnTo>
                  <a:lnTo>
                    <a:pt x="385055" y="298177"/>
                  </a:lnTo>
                  <a:lnTo>
                    <a:pt x="385055" y="295731"/>
                  </a:lnTo>
                  <a:lnTo>
                    <a:pt x="387500" y="295731"/>
                  </a:lnTo>
                  <a:lnTo>
                    <a:pt x="387500" y="293286"/>
                  </a:lnTo>
                  <a:lnTo>
                    <a:pt x="387500" y="290553"/>
                  </a:lnTo>
                  <a:lnTo>
                    <a:pt x="390089" y="290553"/>
                  </a:lnTo>
                  <a:lnTo>
                    <a:pt x="390089" y="287964"/>
                  </a:lnTo>
                  <a:lnTo>
                    <a:pt x="390089" y="285519"/>
                  </a:lnTo>
                  <a:lnTo>
                    <a:pt x="392534" y="285519"/>
                  </a:lnTo>
                  <a:lnTo>
                    <a:pt x="392534" y="283074"/>
                  </a:lnTo>
                  <a:lnTo>
                    <a:pt x="395267" y="280341"/>
                  </a:lnTo>
                  <a:lnTo>
                    <a:pt x="395267" y="277752"/>
                  </a:lnTo>
                  <a:lnTo>
                    <a:pt x="397713" y="275306"/>
                  </a:lnTo>
                  <a:lnTo>
                    <a:pt x="397713" y="272861"/>
                  </a:lnTo>
                  <a:lnTo>
                    <a:pt x="400302" y="272861"/>
                  </a:lnTo>
                  <a:lnTo>
                    <a:pt x="400302" y="270128"/>
                  </a:lnTo>
                  <a:lnTo>
                    <a:pt x="402747" y="267683"/>
                  </a:lnTo>
                  <a:lnTo>
                    <a:pt x="402747" y="265094"/>
                  </a:lnTo>
                  <a:lnTo>
                    <a:pt x="405480" y="262649"/>
                  </a:lnTo>
                  <a:lnTo>
                    <a:pt x="405480" y="259916"/>
                  </a:lnTo>
                  <a:lnTo>
                    <a:pt x="407925" y="259916"/>
                  </a:lnTo>
                  <a:lnTo>
                    <a:pt x="407925" y="257327"/>
                  </a:lnTo>
                  <a:lnTo>
                    <a:pt x="407925" y="254881"/>
                  </a:lnTo>
                  <a:lnTo>
                    <a:pt x="410370" y="254881"/>
                  </a:lnTo>
                  <a:lnTo>
                    <a:pt x="410370" y="252436"/>
                  </a:lnTo>
                  <a:lnTo>
                    <a:pt x="410370" y="249703"/>
                  </a:lnTo>
                  <a:lnTo>
                    <a:pt x="412960" y="249703"/>
                  </a:lnTo>
                  <a:lnTo>
                    <a:pt x="412960" y="247258"/>
                  </a:lnTo>
                  <a:lnTo>
                    <a:pt x="412960" y="244669"/>
                  </a:lnTo>
                  <a:lnTo>
                    <a:pt x="415692" y="244669"/>
                  </a:lnTo>
                  <a:lnTo>
                    <a:pt x="415692" y="242224"/>
                  </a:lnTo>
                  <a:lnTo>
                    <a:pt x="418138" y="242224"/>
                  </a:lnTo>
                  <a:lnTo>
                    <a:pt x="418138" y="239491"/>
                  </a:lnTo>
                  <a:lnTo>
                    <a:pt x="418138" y="237045"/>
                  </a:lnTo>
                  <a:lnTo>
                    <a:pt x="420727" y="234456"/>
                  </a:lnTo>
                  <a:lnTo>
                    <a:pt x="420727" y="232011"/>
                  </a:lnTo>
                  <a:lnTo>
                    <a:pt x="423172" y="232011"/>
                  </a:lnTo>
                  <a:lnTo>
                    <a:pt x="423172" y="229566"/>
                  </a:lnTo>
                  <a:lnTo>
                    <a:pt x="423172" y="226833"/>
                  </a:lnTo>
                  <a:lnTo>
                    <a:pt x="425905" y="226833"/>
                  </a:lnTo>
                  <a:lnTo>
                    <a:pt x="425905" y="224244"/>
                  </a:lnTo>
                  <a:lnTo>
                    <a:pt x="428350" y="221798"/>
                  </a:lnTo>
                  <a:lnTo>
                    <a:pt x="428350" y="219353"/>
                  </a:lnTo>
                  <a:lnTo>
                    <a:pt x="430939" y="219353"/>
                  </a:lnTo>
                  <a:lnTo>
                    <a:pt x="430939" y="216620"/>
                  </a:lnTo>
                  <a:lnTo>
                    <a:pt x="430939" y="214031"/>
                  </a:lnTo>
                  <a:lnTo>
                    <a:pt x="433385" y="214031"/>
                  </a:lnTo>
                  <a:lnTo>
                    <a:pt x="433385" y="211586"/>
                  </a:lnTo>
                  <a:lnTo>
                    <a:pt x="433385" y="209141"/>
                  </a:lnTo>
                  <a:lnTo>
                    <a:pt x="436117" y="209141"/>
                  </a:lnTo>
                  <a:lnTo>
                    <a:pt x="436117" y="206408"/>
                  </a:lnTo>
                  <a:lnTo>
                    <a:pt x="438563" y="203819"/>
                  </a:lnTo>
                  <a:lnTo>
                    <a:pt x="438563" y="201373"/>
                  </a:lnTo>
                  <a:lnTo>
                    <a:pt x="441008" y="198928"/>
                  </a:lnTo>
                  <a:lnTo>
                    <a:pt x="441008" y="196195"/>
                  </a:lnTo>
                  <a:lnTo>
                    <a:pt x="443597" y="196195"/>
                  </a:lnTo>
                  <a:lnTo>
                    <a:pt x="443597" y="193606"/>
                  </a:lnTo>
                  <a:lnTo>
                    <a:pt x="446330" y="191161"/>
                  </a:lnTo>
                  <a:lnTo>
                    <a:pt x="446330" y="188716"/>
                  </a:lnTo>
                  <a:lnTo>
                    <a:pt x="448775" y="185983"/>
                  </a:lnTo>
                  <a:lnTo>
                    <a:pt x="448775" y="183394"/>
                  </a:lnTo>
                  <a:lnTo>
                    <a:pt x="451220" y="183394"/>
                  </a:lnTo>
                  <a:lnTo>
                    <a:pt x="451220" y="180948"/>
                  </a:lnTo>
                  <a:lnTo>
                    <a:pt x="451220" y="178503"/>
                  </a:lnTo>
                  <a:lnTo>
                    <a:pt x="453810" y="178503"/>
                  </a:lnTo>
                  <a:lnTo>
                    <a:pt x="453810" y="175770"/>
                  </a:lnTo>
                  <a:lnTo>
                    <a:pt x="453810" y="173325"/>
                  </a:lnTo>
                  <a:lnTo>
                    <a:pt x="456542" y="173325"/>
                  </a:lnTo>
                  <a:lnTo>
                    <a:pt x="456542" y="170736"/>
                  </a:lnTo>
                  <a:lnTo>
                    <a:pt x="458988" y="168291"/>
                  </a:lnTo>
                  <a:lnTo>
                    <a:pt x="458988" y="165558"/>
                  </a:lnTo>
                  <a:lnTo>
                    <a:pt x="461433" y="162969"/>
                  </a:lnTo>
                  <a:lnTo>
                    <a:pt x="461433" y="160523"/>
                  </a:lnTo>
                  <a:lnTo>
                    <a:pt x="464022" y="160523"/>
                  </a:lnTo>
                  <a:lnTo>
                    <a:pt x="464022" y="158078"/>
                  </a:lnTo>
                  <a:lnTo>
                    <a:pt x="464022" y="155345"/>
                  </a:lnTo>
                  <a:lnTo>
                    <a:pt x="466467" y="155345"/>
                  </a:lnTo>
                  <a:lnTo>
                    <a:pt x="466467" y="152900"/>
                  </a:lnTo>
                  <a:lnTo>
                    <a:pt x="469200" y="150311"/>
                  </a:lnTo>
                  <a:lnTo>
                    <a:pt x="469200" y="147866"/>
                  </a:lnTo>
                  <a:lnTo>
                    <a:pt x="471645" y="145420"/>
                  </a:lnTo>
                  <a:lnTo>
                    <a:pt x="471645" y="142687"/>
                  </a:lnTo>
                  <a:lnTo>
                    <a:pt x="474235" y="142687"/>
                  </a:lnTo>
                  <a:lnTo>
                    <a:pt x="474235" y="140098"/>
                  </a:lnTo>
                  <a:lnTo>
                    <a:pt x="476680" y="137653"/>
                  </a:lnTo>
                  <a:lnTo>
                    <a:pt x="476680" y="135208"/>
                  </a:lnTo>
                  <a:lnTo>
                    <a:pt x="476680" y="132475"/>
                  </a:lnTo>
                  <a:lnTo>
                    <a:pt x="479413" y="132475"/>
                  </a:lnTo>
                  <a:lnTo>
                    <a:pt x="479413" y="129886"/>
                  </a:lnTo>
                  <a:lnTo>
                    <a:pt x="481858" y="127441"/>
                  </a:lnTo>
                  <a:lnTo>
                    <a:pt x="481858" y="124995"/>
                  </a:lnTo>
                  <a:lnTo>
                    <a:pt x="484447" y="124995"/>
                  </a:lnTo>
                  <a:lnTo>
                    <a:pt x="484447" y="122262"/>
                  </a:lnTo>
                  <a:lnTo>
                    <a:pt x="484447" y="119673"/>
                  </a:lnTo>
                  <a:lnTo>
                    <a:pt x="486892" y="119673"/>
                  </a:lnTo>
                  <a:lnTo>
                    <a:pt x="486892" y="117228"/>
                  </a:lnTo>
                  <a:lnTo>
                    <a:pt x="489625" y="114783"/>
                  </a:lnTo>
                  <a:lnTo>
                    <a:pt x="489625" y="112050"/>
                  </a:lnTo>
                  <a:lnTo>
                    <a:pt x="492071" y="109461"/>
                  </a:lnTo>
                  <a:lnTo>
                    <a:pt x="492071" y="107016"/>
                  </a:lnTo>
                  <a:lnTo>
                    <a:pt x="494660" y="107016"/>
                  </a:lnTo>
                  <a:lnTo>
                    <a:pt x="494660" y="104570"/>
                  </a:lnTo>
                  <a:lnTo>
                    <a:pt x="494660" y="101837"/>
                  </a:lnTo>
                  <a:lnTo>
                    <a:pt x="497105" y="101837"/>
                  </a:lnTo>
                  <a:lnTo>
                    <a:pt x="497105" y="99392"/>
                  </a:lnTo>
                  <a:lnTo>
                    <a:pt x="499838" y="96803"/>
                  </a:lnTo>
                  <a:lnTo>
                    <a:pt x="499838" y="94358"/>
                  </a:lnTo>
                  <a:lnTo>
                    <a:pt x="502283" y="91625"/>
                  </a:lnTo>
                  <a:lnTo>
                    <a:pt x="502283" y="89036"/>
                  </a:lnTo>
                  <a:lnTo>
                    <a:pt x="504872" y="86591"/>
                  </a:lnTo>
                  <a:lnTo>
                    <a:pt x="504872" y="84145"/>
                  </a:lnTo>
                  <a:lnTo>
                    <a:pt x="507317" y="84145"/>
                  </a:lnTo>
                  <a:lnTo>
                    <a:pt x="507317" y="81412"/>
                  </a:lnTo>
                  <a:lnTo>
                    <a:pt x="507317" y="78967"/>
                  </a:lnTo>
                  <a:lnTo>
                    <a:pt x="510050" y="78967"/>
                  </a:lnTo>
                  <a:lnTo>
                    <a:pt x="510050" y="76378"/>
                  </a:lnTo>
                  <a:lnTo>
                    <a:pt x="512496" y="73933"/>
                  </a:lnTo>
                  <a:lnTo>
                    <a:pt x="512496" y="71200"/>
                  </a:lnTo>
                  <a:lnTo>
                    <a:pt x="515085" y="71200"/>
                  </a:lnTo>
                  <a:lnTo>
                    <a:pt x="515085" y="68755"/>
                  </a:lnTo>
                  <a:lnTo>
                    <a:pt x="515085" y="66166"/>
                  </a:lnTo>
                  <a:lnTo>
                    <a:pt x="517530" y="66166"/>
                  </a:lnTo>
                  <a:lnTo>
                    <a:pt x="517530" y="63720"/>
                  </a:lnTo>
                  <a:lnTo>
                    <a:pt x="517530" y="61275"/>
                  </a:lnTo>
                  <a:lnTo>
                    <a:pt x="520263" y="61275"/>
                  </a:lnTo>
                  <a:lnTo>
                    <a:pt x="520263" y="58542"/>
                  </a:lnTo>
                  <a:lnTo>
                    <a:pt x="520263" y="55953"/>
                  </a:lnTo>
                  <a:lnTo>
                    <a:pt x="522708" y="55953"/>
                  </a:lnTo>
                  <a:lnTo>
                    <a:pt x="522708" y="53508"/>
                  </a:lnTo>
                  <a:lnTo>
                    <a:pt x="525153" y="51063"/>
                  </a:lnTo>
                  <a:lnTo>
                    <a:pt x="525153" y="48330"/>
                  </a:lnTo>
                  <a:lnTo>
                    <a:pt x="527742" y="48330"/>
                  </a:lnTo>
                  <a:lnTo>
                    <a:pt x="527742" y="45741"/>
                  </a:lnTo>
                  <a:lnTo>
                    <a:pt x="527742" y="43295"/>
                  </a:lnTo>
                  <a:lnTo>
                    <a:pt x="530475" y="43295"/>
                  </a:lnTo>
                  <a:lnTo>
                    <a:pt x="530475" y="40850"/>
                  </a:lnTo>
                  <a:lnTo>
                    <a:pt x="532921" y="38117"/>
                  </a:lnTo>
                  <a:lnTo>
                    <a:pt x="532921" y="35528"/>
                  </a:lnTo>
                  <a:lnTo>
                    <a:pt x="535366" y="33083"/>
                  </a:lnTo>
                  <a:lnTo>
                    <a:pt x="535366" y="30637"/>
                  </a:lnTo>
                  <a:lnTo>
                    <a:pt x="537955" y="30637"/>
                  </a:lnTo>
                  <a:lnTo>
                    <a:pt x="537955" y="27905"/>
                  </a:lnTo>
                  <a:lnTo>
                    <a:pt x="537955" y="25316"/>
                  </a:lnTo>
                  <a:lnTo>
                    <a:pt x="540400" y="25316"/>
                  </a:lnTo>
                  <a:lnTo>
                    <a:pt x="540400" y="22870"/>
                  </a:lnTo>
                  <a:lnTo>
                    <a:pt x="540400" y="20425"/>
                  </a:lnTo>
                  <a:lnTo>
                    <a:pt x="543133" y="20425"/>
                  </a:lnTo>
                  <a:lnTo>
                    <a:pt x="543133" y="17692"/>
                  </a:lnTo>
                  <a:lnTo>
                    <a:pt x="545578" y="15103"/>
                  </a:lnTo>
                  <a:lnTo>
                    <a:pt x="545578" y="12658"/>
                  </a:lnTo>
                  <a:lnTo>
                    <a:pt x="548167" y="12658"/>
                  </a:lnTo>
                  <a:lnTo>
                    <a:pt x="548167" y="10212"/>
                  </a:lnTo>
                  <a:lnTo>
                    <a:pt x="548167" y="7480"/>
                  </a:lnTo>
                  <a:lnTo>
                    <a:pt x="550613" y="7480"/>
                  </a:lnTo>
                  <a:lnTo>
                    <a:pt x="550613" y="4891"/>
                  </a:lnTo>
                  <a:lnTo>
                    <a:pt x="550613" y="2445"/>
                  </a:lnTo>
                  <a:lnTo>
                    <a:pt x="553346" y="0"/>
                  </a:lnTo>
                  <a:lnTo>
                    <a:pt x="555791" y="0"/>
                  </a:lnTo>
                  <a:lnTo>
                    <a:pt x="555791" y="2445"/>
                  </a:lnTo>
                  <a:lnTo>
                    <a:pt x="555791" y="4891"/>
                  </a:lnTo>
                  <a:lnTo>
                    <a:pt x="558380" y="4891"/>
                  </a:lnTo>
                  <a:lnTo>
                    <a:pt x="558380" y="7480"/>
                  </a:lnTo>
                  <a:lnTo>
                    <a:pt x="560825" y="10212"/>
                  </a:lnTo>
                  <a:lnTo>
                    <a:pt x="563558" y="10212"/>
                  </a:lnTo>
                  <a:lnTo>
                    <a:pt x="563558" y="12658"/>
                  </a:lnTo>
                  <a:lnTo>
                    <a:pt x="566003" y="12658"/>
                  </a:lnTo>
                  <a:lnTo>
                    <a:pt x="566003" y="15103"/>
                  </a:lnTo>
                  <a:lnTo>
                    <a:pt x="568592" y="15103"/>
                  </a:lnTo>
                  <a:lnTo>
                    <a:pt x="568592" y="17692"/>
                  </a:lnTo>
                  <a:lnTo>
                    <a:pt x="571038" y="17692"/>
                  </a:lnTo>
                  <a:lnTo>
                    <a:pt x="571038" y="20425"/>
                  </a:lnTo>
                  <a:lnTo>
                    <a:pt x="576216" y="20425"/>
                  </a:lnTo>
                  <a:lnTo>
                    <a:pt x="578805" y="22870"/>
                  </a:lnTo>
                  <a:lnTo>
                    <a:pt x="581250" y="22870"/>
                  </a:lnTo>
                  <a:lnTo>
                    <a:pt x="583983" y="22870"/>
                  </a:lnTo>
                  <a:lnTo>
                    <a:pt x="586428" y="25316"/>
                  </a:lnTo>
                  <a:lnTo>
                    <a:pt x="589018" y="25316"/>
                  </a:lnTo>
                  <a:lnTo>
                    <a:pt x="591463" y="25316"/>
                  </a:lnTo>
                  <a:lnTo>
                    <a:pt x="594196" y="27905"/>
                  </a:lnTo>
                  <a:lnTo>
                    <a:pt x="596641" y="30637"/>
                  </a:lnTo>
                  <a:lnTo>
                    <a:pt x="599086" y="33083"/>
                  </a:lnTo>
                  <a:lnTo>
                    <a:pt x="601675" y="38117"/>
                  </a:lnTo>
                  <a:lnTo>
                    <a:pt x="601675" y="40850"/>
                  </a:lnTo>
                  <a:lnTo>
                    <a:pt x="599086" y="40850"/>
                  </a:lnTo>
                  <a:lnTo>
                    <a:pt x="599086" y="43295"/>
                  </a:lnTo>
                  <a:lnTo>
                    <a:pt x="601675" y="43295"/>
                  </a:lnTo>
                  <a:lnTo>
                    <a:pt x="604408" y="43295"/>
                  </a:lnTo>
                  <a:lnTo>
                    <a:pt x="604408" y="45741"/>
                  </a:lnTo>
                  <a:lnTo>
                    <a:pt x="606853" y="45741"/>
                  </a:lnTo>
                  <a:lnTo>
                    <a:pt x="609299" y="48330"/>
                  </a:lnTo>
                  <a:lnTo>
                    <a:pt x="609299" y="51063"/>
                  </a:lnTo>
                  <a:lnTo>
                    <a:pt x="609299" y="53508"/>
                  </a:lnTo>
                  <a:lnTo>
                    <a:pt x="611888" y="53508"/>
                  </a:lnTo>
                  <a:lnTo>
                    <a:pt x="611888" y="55953"/>
                  </a:lnTo>
                  <a:lnTo>
                    <a:pt x="614333" y="55953"/>
                  </a:lnTo>
                  <a:lnTo>
                    <a:pt x="614333" y="58542"/>
                  </a:lnTo>
                  <a:lnTo>
                    <a:pt x="617066" y="58542"/>
                  </a:lnTo>
                  <a:lnTo>
                    <a:pt x="617066" y="55953"/>
                  </a:lnTo>
                  <a:lnTo>
                    <a:pt x="617066" y="58542"/>
                  </a:lnTo>
                  <a:lnTo>
                    <a:pt x="617066" y="61275"/>
                  </a:lnTo>
                  <a:lnTo>
                    <a:pt x="617066" y="63720"/>
                  </a:lnTo>
                  <a:lnTo>
                    <a:pt x="617066" y="66166"/>
                  </a:lnTo>
                  <a:lnTo>
                    <a:pt x="617066" y="68755"/>
                  </a:lnTo>
                  <a:lnTo>
                    <a:pt x="617066" y="71200"/>
                  </a:lnTo>
                  <a:lnTo>
                    <a:pt x="617066" y="73933"/>
                  </a:lnTo>
                  <a:lnTo>
                    <a:pt x="614333" y="73933"/>
                  </a:lnTo>
                  <a:lnTo>
                    <a:pt x="614333" y="76378"/>
                  </a:lnTo>
                  <a:lnTo>
                    <a:pt x="617066" y="76378"/>
                  </a:lnTo>
                  <a:lnTo>
                    <a:pt x="617066" y="73933"/>
                  </a:lnTo>
                  <a:lnTo>
                    <a:pt x="619511" y="73933"/>
                  </a:lnTo>
                  <a:lnTo>
                    <a:pt x="619511" y="76378"/>
                  </a:lnTo>
                  <a:lnTo>
                    <a:pt x="622100" y="76378"/>
                  </a:lnTo>
                  <a:lnTo>
                    <a:pt x="622100" y="78967"/>
                  </a:lnTo>
                  <a:lnTo>
                    <a:pt x="622100" y="81412"/>
                  </a:lnTo>
                  <a:lnTo>
                    <a:pt x="622100" y="84145"/>
                  </a:lnTo>
                  <a:lnTo>
                    <a:pt x="622100" y="86591"/>
                  </a:lnTo>
                  <a:lnTo>
                    <a:pt x="624546" y="86591"/>
                  </a:lnTo>
                  <a:lnTo>
                    <a:pt x="624546" y="89036"/>
                  </a:lnTo>
                  <a:lnTo>
                    <a:pt x="622100" y="89036"/>
                  </a:lnTo>
                  <a:lnTo>
                    <a:pt x="622100" y="91625"/>
                  </a:lnTo>
                  <a:lnTo>
                    <a:pt x="622100" y="94358"/>
                  </a:lnTo>
                  <a:lnTo>
                    <a:pt x="622100" y="96803"/>
                  </a:lnTo>
                  <a:lnTo>
                    <a:pt x="624546" y="96803"/>
                  </a:lnTo>
                  <a:lnTo>
                    <a:pt x="624546" y="99392"/>
                  </a:lnTo>
                  <a:lnTo>
                    <a:pt x="624546" y="101837"/>
                  </a:lnTo>
                  <a:lnTo>
                    <a:pt x="627278" y="104570"/>
                  </a:lnTo>
                  <a:lnTo>
                    <a:pt x="629724" y="104570"/>
                  </a:lnTo>
                  <a:lnTo>
                    <a:pt x="629724" y="101837"/>
                  </a:lnTo>
                  <a:lnTo>
                    <a:pt x="627278" y="101837"/>
                  </a:lnTo>
                  <a:lnTo>
                    <a:pt x="627278" y="99392"/>
                  </a:lnTo>
                  <a:lnTo>
                    <a:pt x="629724" y="99392"/>
                  </a:lnTo>
                  <a:lnTo>
                    <a:pt x="632313" y="99392"/>
                  </a:lnTo>
                  <a:lnTo>
                    <a:pt x="632313" y="96803"/>
                  </a:lnTo>
                  <a:lnTo>
                    <a:pt x="632313" y="94358"/>
                  </a:lnTo>
                  <a:lnTo>
                    <a:pt x="634758" y="94358"/>
                  </a:lnTo>
                  <a:lnTo>
                    <a:pt x="634758" y="96803"/>
                  </a:lnTo>
                  <a:lnTo>
                    <a:pt x="634758" y="99392"/>
                  </a:lnTo>
                  <a:lnTo>
                    <a:pt x="632313" y="101837"/>
                  </a:lnTo>
                  <a:lnTo>
                    <a:pt x="632313" y="104570"/>
                  </a:lnTo>
                  <a:lnTo>
                    <a:pt x="632313" y="107016"/>
                  </a:lnTo>
                  <a:lnTo>
                    <a:pt x="632313" y="109461"/>
                  </a:lnTo>
                  <a:lnTo>
                    <a:pt x="632313" y="112050"/>
                  </a:lnTo>
                  <a:lnTo>
                    <a:pt x="632313" y="114783"/>
                  </a:lnTo>
                  <a:lnTo>
                    <a:pt x="634758" y="114783"/>
                  </a:lnTo>
                  <a:lnTo>
                    <a:pt x="634758" y="117228"/>
                  </a:lnTo>
                  <a:lnTo>
                    <a:pt x="634758" y="119673"/>
                  </a:lnTo>
                  <a:lnTo>
                    <a:pt x="637491" y="119673"/>
                  </a:lnTo>
                  <a:lnTo>
                    <a:pt x="637491" y="122262"/>
                  </a:lnTo>
                  <a:lnTo>
                    <a:pt x="637491" y="124995"/>
                  </a:lnTo>
                  <a:lnTo>
                    <a:pt x="637491" y="127441"/>
                  </a:lnTo>
                  <a:lnTo>
                    <a:pt x="639936" y="127441"/>
                  </a:lnTo>
                  <a:lnTo>
                    <a:pt x="642525" y="129886"/>
                  </a:lnTo>
                  <a:lnTo>
                    <a:pt x="642525" y="132475"/>
                  </a:lnTo>
                  <a:lnTo>
                    <a:pt x="644971" y="135208"/>
                  </a:lnTo>
                  <a:lnTo>
                    <a:pt x="644971" y="137653"/>
                  </a:lnTo>
                  <a:lnTo>
                    <a:pt x="647703" y="140098"/>
                  </a:lnTo>
                  <a:lnTo>
                    <a:pt x="647703" y="142687"/>
                  </a:lnTo>
                  <a:lnTo>
                    <a:pt x="650149" y="145420"/>
                  </a:lnTo>
                  <a:lnTo>
                    <a:pt x="652738" y="145420"/>
                  </a:lnTo>
                  <a:lnTo>
                    <a:pt x="652738" y="147866"/>
                  </a:lnTo>
                  <a:lnTo>
                    <a:pt x="652738" y="150311"/>
                  </a:lnTo>
                  <a:lnTo>
                    <a:pt x="652738" y="152900"/>
                  </a:lnTo>
                  <a:lnTo>
                    <a:pt x="655183" y="155345"/>
                  </a:lnTo>
                  <a:lnTo>
                    <a:pt x="657916" y="155345"/>
                  </a:lnTo>
                  <a:lnTo>
                    <a:pt x="657916" y="158078"/>
                  </a:lnTo>
                  <a:lnTo>
                    <a:pt x="660361" y="160523"/>
                  </a:lnTo>
                  <a:lnTo>
                    <a:pt x="662950" y="160523"/>
                  </a:lnTo>
                  <a:lnTo>
                    <a:pt x="665396" y="160523"/>
                  </a:lnTo>
                  <a:lnTo>
                    <a:pt x="665396" y="162969"/>
                  </a:lnTo>
                  <a:lnTo>
                    <a:pt x="665396" y="165558"/>
                  </a:lnTo>
                  <a:lnTo>
                    <a:pt x="668129" y="165558"/>
                  </a:lnTo>
                  <a:lnTo>
                    <a:pt x="668129" y="168291"/>
                  </a:lnTo>
                  <a:lnTo>
                    <a:pt x="670574" y="168291"/>
                  </a:lnTo>
                  <a:lnTo>
                    <a:pt x="670574" y="170736"/>
                  </a:lnTo>
                  <a:lnTo>
                    <a:pt x="670574" y="173325"/>
                  </a:lnTo>
                  <a:lnTo>
                    <a:pt x="673019" y="175770"/>
                  </a:lnTo>
                  <a:lnTo>
                    <a:pt x="675608" y="175770"/>
                  </a:lnTo>
                  <a:lnTo>
                    <a:pt x="675608" y="178503"/>
                  </a:lnTo>
                  <a:lnTo>
                    <a:pt x="678341" y="178503"/>
                  </a:lnTo>
                  <a:lnTo>
                    <a:pt x="680786" y="178503"/>
                  </a:lnTo>
                  <a:lnTo>
                    <a:pt x="683232" y="178503"/>
                  </a:lnTo>
                  <a:lnTo>
                    <a:pt x="683232" y="180948"/>
                  </a:lnTo>
                  <a:lnTo>
                    <a:pt x="683232" y="178503"/>
                  </a:lnTo>
                  <a:lnTo>
                    <a:pt x="685821" y="178503"/>
                  </a:lnTo>
                  <a:lnTo>
                    <a:pt x="688266" y="178503"/>
                  </a:lnTo>
                  <a:lnTo>
                    <a:pt x="668129" y="219353"/>
                  </a:lnTo>
                  <a:lnTo>
                    <a:pt x="657916" y="237045"/>
                  </a:lnTo>
                  <a:lnTo>
                    <a:pt x="627278" y="303499"/>
                  </a:lnTo>
                  <a:lnTo>
                    <a:pt x="619511" y="318602"/>
                  </a:lnTo>
                  <a:lnTo>
                    <a:pt x="619511" y="321191"/>
                  </a:lnTo>
                  <a:lnTo>
                    <a:pt x="622100" y="321191"/>
                  </a:lnTo>
                  <a:lnTo>
                    <a:pt x="622100" y="323924"/>
                  </a:lnTo>
                  <a:lnTo>
                    <a:pt x="624546" y="323924"/>
                  </a:lnTo>
                  <a:lnTo>
                    <a:pt x="624546" y="326369"/>
                  </a:lnTo>
                  <a:lnTo>
                    <a:pt x="627278" y="326369"/>
                  </a:lnTo>
                  <a:lnTo>
                    <a:pt x="624546" y="328814"/>
                  </a:lnTo>
                  <a:lnTo>
                    <a:pt x="624546" y="331403"/>
                  </a:lnTo>
                  <a:lnTo>
                    <a:pt x="624546" y="333849"/>
                  </a:lnTo>
                  <a:lnTo>
                    <a:pt x="622100" y="336581"/>
                  </a:lnTo>
                  <a:lnTo>
                    <a:pt x="622100" y="339027"/>
                  </a:lnTo>
                  <a:lnTo>
                    <a:pt x="622100" y="341472"/>
                  </a:lnTo>
                  <a:lnTo>
                    <a:pt x="619511" y="341472"/>
                  </a:lnTo>
                  <a:lnTo>
                    <a:pt x="619511" y="344061"/>
                  </a:lnTo>
                  <a:lnTo>
                    <a:pt x="619511" y="346794"/>
                  </a:lnTo>
                  <a:lnTo>
                    <a:pt x="617066" y="346794"/>
                  </a:lnTo>
                  <a:lnTo>
                    <a:pt x="617066" y="349239"/>
                  </a:lnTo>
                  <a:lnTo>
                    <a:pt x="614333" y="349239"/>
                  </a:lnTo>
                  <a:lnTo>
                    <a:pt x="617066" y="351684"/>
                  </a:lnTo>
                  <a:lnTo>
                    <a:pt x="617066" y="354274"/>
                  </a:lnTo>
                  <a:lnTo>
                    <a:pt x="617066" y="357007"/>
                  </a:lnTo>
                  <a:lnTo>
                    <a:pt x="614333" y="359452"/>
                  </a:lnTo>
                  <a:lnTo>
                    <a:pt x="614333" y="361897"/>
                  </a:lnTo>
                  <a:lnTo>
                    <a:pt x="614333" y="364486"/>
                  </a:lnTo>
                  <a:lnTo>
                    <a:pt x="611888" y="367219"/>
                  </a:lnTo>
                  <a:lnTo>
                    <a:pt x="611888" y="369664"/>
                  </a:lnTo>
                  <a:lnTo>
                    <a:pt x="609299" y="369664"/>
                  </a:lnTo>
                  <a:lnTo>
                    <a:pt x="609299" y="372109"/>
                  </a:lnTo>
                  <a:lnTo>
                    <a:pt x="606853" y="372109"/>
                  </a:lnTo>
                  <a:lnTo>
                    <a:pt x="606853" y="374699"/>
                  </a:lnTo>
                  <a:lnTo>
                    <a:pt x="604408" y="374699"/>
                  </a:lnTo>
                  <a:lnTo>
                    <a:pt x="601675" y="374699"/>
                  </a:lnTo>
                  <a:lnTo>
                    <a:pt x="601675" y="377432"/>
                  </a:lnTo>
                  <a:lnTo>
                    <a:pt x="601675" y="379877"/>
                  </a:lnTo>
                  <a:lnTo>
                    <a:pt x="599086" y="382322"/>
                  </a:lnTo>
                  <a:lnTo>
                    <a:pt x="599086" y="384911"/>
                  </a:lnTo>
                  <a:lnTo>
                    <a:pt x="599086" y="387644"/>
                  </a:lnTo>
                  <a:lnTo>
                    <a:pt x="596641" y="387644"/>
                  </a:lnTo>
                  <a:lnTo>
                    <a:pt x="596641" y="390089"/>
                  </a:lnTo>
                  <a:lnTo>
                    <a:pt x="596641" y="392534"/>
                  </a:lnTo>
                  <a:lnTo>
                    <a:pt x="596641" y="395124"/>
                  </a:lnTo>
                  <a:lnTo>
                    <a:pt x="596641" y="397857"/>
                  </a:lnTo>
                  <a:lnTo>
                    <a:pt x="619511" y="408069"/>
                  </a:lnTo>
                  <a:lnTo>
                    <a:pt x="637491" y="415549"/>
                  </a:lnTo>
                  <a:lnTo>
                    <a:pt x="637491" y="417994"/>
                  </a:lnTo>
                  <a:lnTo>
                    <a:pt x="639936" y="417994"/>
                  </a:lnTo>
                  <a:lnTo>
                    <a:pt x="642525" y="420727"/>
                  </a:lnTo>
                  <a:lnTo>
                    <a:pt x="644971" y="420727"/>
                  </a:lnTo>
                  <a:lnTo>
                    <a:pt x="647703" y="420727"/>
                  </a:lnTo>
                  <a:lnTo>
                    <a:pt x="647703" y="423172"/>
                  </a:lnTo>
                  <a:lnTo>
                    <a:pt x="650149" y="423172"/>
                  </a:lnTo>
                  <a:lnTo>
                    <a:pt x="655183" y="425761"/>
                  </a:lnTo>
                  <a:lnTo>
                    <a:pt x="657916" y="425761"/>
                  </a:lnTo>
                  <a:lnTo>
                    <a:pt x="696033" y="446042"/>
                  </a:lnTo>
                  <a:lnTo>
                    <a:pt x="693444" y="446042"/>
                  </a:lnTo>
                  <a:lnTo>
                    <a:pt x="690999" y="443597"/>
                  </a:lnTo>
                  <a:lnTo>
                    <a:pt x="688266" y="443597"/>
                  </a:lnTo>
                  <a:lnTo>
                    <a:pt x="685821" y="443597"/>
                  </a:lnTo>
                  <a:lnTo>
                    <a:pt x="683232" y="443597"/>
                  </a:lnTo>
                  <a:lnTo>
                    <a:pt x="683232" y="446042"/>
                  </a:lnTo>
                  <a:lnTo>
                    <a:pt x="685821" y="451364"/>
                  </a:lnTo>
                  <a:lnTo>
                    <a:pt x="688266" y="453810"/>
                  </a:lnTo>
                  <a:lnTo>
                    <a:pt x="688266" y="456255"/>
                  </a:lnTo>
                  <a:lnTo>
                    <a:pt x="688266" y="458844"/>
                  </a:lnTo>
                  <a:lnTo>
                    <a:pt x="688266" y="461577"/>
                  </a:lnTo>
                  <a:lnTo>
                    <a:pt x="688266" y="464022"/>
                  </a:lnTo>
                  <a:lnTo>
                    <a:pt x="688266" y="466467"/>
                  </a:lnTo>
                  <a:lnTo>
                    <a:pt x="690999" y="466467"/>
                  </a:lnTo>
                  <a:lnTo>
                    <a:pt x="690999" y="469056"/>
                  </a:lnTo>
                  <a:lnTo>
                    <a:pt x="688266" y="469056"/>
                  </a:lnTo>
                  <a:lnTo>
                    <a:pt x="688266" y="471789"/>
                  </a:lnTo>
                  <a:lnTo>
                    <a:pt x="685821" y="474235"/>
                  </a:lnTo>
                  <a:lnTo>
                    <a:pt x="683232" y="474235"/>
                  </a:lnTo>
                  <a:lnTo>
                    <a:pt x="680786" y="474235"/>
                  </a:lnTo>
                  <a:lnTo>
                    <a:pt x="683232" y="476680"/>
                  </a:lnTo>
                  <a:lnTo>
                    <a:pt x="683232" y="479269"/>
                  </a:lnTo>
                  <a:lnTo>
                    <a:pt x="683232" y="482002"/>
                  </a:lnTo>
                  <a:lnTo>
                    <a:pt x="683232" y="484447"/>
                  </a:lnTo>
                  <a:lnTo>
                    <a:pt x="680786" y="484447"/>
                  </a:lnTo>
                  <a:lnTo>
                    <a:pt x="680786" y="486892"/>
                  </a:lnTo>
                  <a:lnTo>
                    <a:pt x="683232" y="489481"/>
                  </a:lnTo>
                  <a:lnTo>
                    <a:pt x="683232" y="492214"/>
                  </a:lnTo>
                  <a:lnTo>
                    <a:pt x="683232" y="494660"/>
                  </a:lnTo>
                  <a:lnTo>
                    <a:pt x="685821" y="497105"/>
                  </a:lnTo>
                  <a:lnTo>
                    <a:pt x="685821" y="499694"/>
                  </a:lnTo>
                  <a:lnTo>
                    <a:pt x="683232" y="499694"/>
                  </a:lnTo>
                  <a:lnTo>
                    <a:pt x="680786" y="499694"/>
                  </a:lnTo>
                  <a:lnTo>
                    <a:pt x="678341" y="499694"/>
                  </a:lnTo>
                  <a:lnTo>
                    <a:pt x="678341" y="502139"/>
                  </a:lnTo>
                  <a:lnTo>
                    <a:pt x="678341" y="504872"/>
                  </a:lnTo>
                  <a:lnTo>
                    <a:pt x="678341" y="507317"/>
                  </a:lnTo>
                  <a:lnTo>
                    <a:pt x="678341" y="509906"/>
                  </a:lnTo>
                  <a:lnTo>
                    <a:pt x="678341" y="512352"/>
                  </a:lnTo>
                  <a:lnTo>
                    <a:pt x="675608" y="512352"/>
                  </a:lnTo>
                  <a:lnTo>
                    <a:pt x="675608" y="509906"/>
                  </a:lnTo>
                  <a:lnTo>
                    <a:pt x="673019" y="509906"/>
                  </a:lnTo>
                  <a:lnTo>
                    <a:pt x="670574" y="509906"/>
                  </a:lnTo>
                  <a:lnTo>
                    <a:pt x="668129" y="512352"/>
                  </a:lnTo>
                  <a:lnTo>
                    <a:pt x="668129" y="517530"/>
                  </a:lnTo>
                  <a:lnTo>
                    <a:pt x="662950" y="517530"/>
                  </a:lnTo>
                  <a:lnTo>
                    <a:pt x="662950" y="519975"/>
                  </a:lnTo>
                  <a:lnTo>
                    <a:pt x="660361" y="522564"/>
                  </a:lnTo>
                  <a:lnTo>
                    <a:pt x="662950" y="522564"/>
                  </a:lnTo>
                  <a:lnTo>
                    <a:pt x="662950" y="525297"/>
                  </a:lnTo>
                  <a:lnTo>
                    <a:pt x="668129" y="525297"/>
                  </a:lnTo>
                  <a:lnTo>
                    <a:pt x="670574" y="527742"/>
                  </a:lnTo>
                  <a:lnTo>
                    <a:pt x="670574" y="530188"/>
                  </a:lnTo>
                  <a:lnTo>
                    <a:pt x="670574" y="532777"/>
                  </a:lnTo>
                  <a:lnTo>
                    <a:pt x="670574" y="535510"/>
                  </a:lnTo>
                  <a:lnTo>
                    <a:pt x="668129" y="537955"/>
                  </a:lnTo>
                  <a:lnTo>
                    <a:pt x="668129" y="540400"/>
                  </a:lnTo>
                  <a:lnTo>
                    <a:pt x="668129" y="542989"/>
                  </a:lnTo>
                  <a:lnTo>
                    <a:pt x="665396" y="542989"/>
                  </a:lnTo>
                  <a:lnTo>
                    <a:pt x="665396" y="545722"/>
                  </a:lnTo>
                  <a:lnTo>
                    <a:pt x="662950" y="545722"/>
                  </a:lnTo>
                  <a:lnTo>
                    <a:pt x="660361" y="545722"/>
                  </a:lnTo>
                  <a:lnTo>
                    <a:pt x="657916" y="545722"/>
                  </a:lnTo>
                  <a:lnTo>
                    <a:pt x="657916" y="548167"/>
                  </a:lnTo>
                  <a:lnTo>
                    <a:pt x="655183" y="550613"/>
                  </a:lnTo>
                  <a:lnTo>
                    <a:pt x="655183" y="553202"/>
                  </a:lnTo>
                  <a:lnTo>
                    <a:pt x="657916" y="553202"/>
                  </a:lnTo>
                  <a:lnTo>
                    <a:pt x="657916" y="555935"/>
                  </a:lnTo>
                  <a:lnTo>
                    <a:pt x="655183" y="558380"/>
                  </a:lnTo>
                  <a:lnTo>
                    <a:pt x="655183" y="560825"/>
                  </a:lnTo>
                  <a:lnTo>
                    <a:pt x="652738" y="560825"/>
                  </a:lnTo>
                  <a:lnTo>
                    <a:pt x="652738" y="563414"/>
                  </a:lnTo>
                  <a:lnTo>
                    <a:pt x="650149" y="563414"/>
                  </a:lnTo>
                  <a:lnTo>
                    <a:pt x="652738" y="566147"/>
                  </a:lnTo>
                  <a:lnTo>
                    <a:pt x="652738" y="568592"/>
                  </a:lnTo>
                  <a:lnTo>
                    <a:pt x="652738" y="566147"/>
                  </a:lnTo>
                  <a:lnTo>
                    <a:pt x="655183" y="566147"/>
                  </a:lnTo>
                  <a:lnTo>
                    <a:pt x="657916" y="566147"/>
                  </a:lnTo>
                  <a:lnTo>
                    <a:pt x="657916" y="568592"/>
                  </a:lnTo>
                  <a:lnTo>
                    <a:pt x="660361" y="571038"/>
                  </a:lnTo>
                  <a:lnTo>
                    <a:pt x="662950" y="571038"/>
                  </a:lnTo>
                  <a:lnTo>
                    <a:pt x="665396" y="571038"/>
                  </a:lnTo>
                  <a:lnTo>
                    <a:pt x="665396" y="568592"/>
                  </a:lnTo>
                  <a:lnTo>
                    <a:pt x="668129" y="568592"/>
                  </a:lnTo>
                  <a:lnTo>
                    <a:pt x="670574" y="568592"/>
                  </a:lnTo>
                  <a:lnTo>
                    <a:pt x="673019" y="568592"/>
                  </a:lnTo>
                  <a:lnTo>
                    <a:pt x="675608" y="568592"/>
                  </a:lnTo>
                  <a:lnTo>
                    <a:pt x="678341" y="568592"/>
                  </a:lnTo>
                  <a:lnTo>
                    <a:pt x="678341" y="566147"/>
                  </a:lnTo>
                  <a:lnTo>
                    <a:pt x="680786" y="568592"/>
                  </a:lnTo>
                  <a:lnTo>
                    <a:pt x="683232" y="571038"/>
                  </a:lnTo>
                  <a:lnTo>
                    <a:pt x="688266" y="571038"/>
                  </a:lnTo>
                  <a:lnTo>
                    <a:pt x="688266" y="573627"/>
                  </a:lnTo>
                  <a:lnTo>
                    <a:pt x="685821" y="573627"/>
                  </a:lnTo>
                  <a:lnTo>
                    <a:pt x="685821" y="576360"/>
                  </a:lnTo>
                  <a:lnTo>
                    <a:pt x="683232" y="578805"/>
                  </a:lnTo>
                  <a:lnTo>
                    <a:pt x="678341" y="581250"/>
                  </a:lnTo>
                  <a:lnTo>
                    <a:pt x="678341" y="583695"/>
                  </a:lnTo>
                  <a:lnTo>
                    <a:pt x="680786" y="583695"/>
                  </a:lnTo>
                  <a:lnTo>
                    <a:pt x="680786" y="586572"/>
                  </a:lnTo>
                  <a:lnTo>
                    <a:pt x="683232" y="586572"/>
                  </a:lnTo>
                  <a:lnTo>
                    <a:pt x="685821" y="586572"/>
                  </a:lnTo>
                  <a:lnTo>
                    <a:pt x="688266" y="586572"/>
                  </a:lnTo>
                  <a:lnTo>
                    <a:pt x="688266" y="583695"/>
                  </a:lnTo>
                  <a:lnTo>
                    <a:pt x="688266" y="581250"/>
                  </a:lnTo>
                  <a:lnTo>
                    <a:pt x="690999" y="581250"/>
                  </a:lnTo>
                  <a:lnTo>
                    <a:pt x="693444" y="581250"/>
                  </a:lnTo>
                  <a:lnTo>
                    <a:pt x="696033" y="581250"/>
                  </a:lnTo>
                  <a:lnTo>
                    <a:pt x="696033" y="578805"/>
                  </a:lnTo>
                  <a:lnTo>
                    <a:pt x="698478" y="578805"/>
                  </a:lnTo>
                  <a:lnTo>
                    <a:pt x="701211" y="578805"/>
                  </a:lnTo>
                  <a:lnTo>
                    <a:pt x="703657" y="578805"/>
                  </a:lnTo>
                  <a:lnTo>
                    <a:pt x="703657" y="581250"/>
                  </a:lnTo>
                  <a:lnTo>
                    <a:pt x="703657" y="583695"/>
                  </a:lnTo>
                  <a:lnTo>
                    <a:pt x="703657" y="586572"/>
                  </a:lnTo>
                  <a:lnTo>
                    <a:pt x="706246" y="586572"/>
                  </a:lnTo>
                  <a:lnTo>
                    <a:pt x="708691" y="586572"/>
                  </a:lnTo>
                  <a:lnTo>
                    <a:pt x="711424" y="586572"/>
                  </a:lnTo>
                  <a:lnTo>
                    <a:pt x="711424" y="589017"/>
                  </a:lnTo>
                  <a:lnTo>
                    <a:pt x="708691" y="591463"/>
                  </a:lnTo>
                  <a:lnTo>
                    <a:pt x="706246" y="591463"/>
                  </a:lnTo>
                  <a:lnTo>
                    <a:pt x="703657" y="591463"/>
                  </a:lnTo>
                  <a:lnTo>
                    <a:pt x="701211" y="591463"/>
                  </a:lnTo>
                  <a:lnTo>
                    <a:pt x="698478" y="591463"/>
                  </a:lnTo>
                  <a:lnTo>
                    <a:pt x="698478" y="594052"/>
                  </a:lnTo>
                  <a:lnTo>
                    <a:pt x="696033" y="594052"/>
                  </a:lnTo>
                  <a:lnTo>
                    <a:pt x="693444" y="596497"/>
                  </a:lnTo>
                  <a:lnTo>
                    <a:pt x="693444" y="599230"/>
                  </a:lnTo>
                  <a:lnTo>
                    <a:pt x="696033" y="601675"/>
                  </a:lnTo>
                  <a:lnTo>
                    <a:pt x="696033" y="604264"/>
                  </a:lnTo>
                  <a:lnTo>
                    <a:pt x="698478" y="606710"/>
                  </a:lnTo>
                  <a:lnTo>
                    <a:pt x="698478" y="609442"/>
                  </a:lnTo>
                  <a:lnTo>
                    <a:pt x="698478" y="611888"/>
                  </a:lnTo>
                  <a:lnTo>
                    <a:pt x="698478" y="614333"/>
                  </a:lnTo>
                  <a:lnTo>
                    <a:pt x="701211" y="614333"/>
                  </a:lnTo>
                  <a:lnTo>
                    <a:pt x="701211" y="616922"/>
                  </a:lnTo>
                  <a:lnTo>
                    <a:pt x="701211" y="619655"/>
                  </a:lnTo>
                  <a:lnTo>
                    <a:pt x="698478" y="622100"/>
                  </a:lnTo>
                  <a:lnTo>
                    <a:pt x="701211" y="624545"/>
                  </a:lnTo>
                  <a:lnTo>
                    <a:pt x="701211" y="627135"/>
                  </a:lnTo>
                  <a:lnTo>
                    <a:pt x="701211" y="629867"/>
                  </a:lnTo>
                  <a:lnTo>
                    <a:pt x="701211" y="632313"/>
                  </a:lnTo>
                  <a:lnTo>
                    <a:pt x="701211" y="634758"/>
                  </a:lnTo>
                  <a:lnTo>
                    <a:pt x="698478" y="634758"/>
                  </a:lnTo>
                  <a:lnTo>
                    <a:pt x="698478" y="637347"/>
                  </a:lnTo>
                  <a:lnTo>
                    <a:pt x="696033" y="637347"/>
                  </a:lnTo>
                  <a:lnTo>
                    <a:pt x="693444" y="640080"/>
                  </a:lnTo>
                  <a:lnTo>
                    <a:pt x="690999" y="642525"/>
                  </a:lnTo>
                  <a:lnTo>
                    <a:pt x="690999" y="644970"/>
                  </a:lnTo>
                  <a:lnTo>
                    <a:pt x="688266" y="647560"/>
                  </a:lnTo>
                  <a:lnTo>
                    <a:pt x="685821" y="647560"/>
                  </a:lnTo>
                  <a:lnTo>
                    <a:pt x="683232" y="650293"/>
                  </a:lnTo>
                  <a:lnTo>
                    <a:pt x="680786" y="650293"/>
                  </a:lnTo>
                  <a:lnTo>
                    <a:pt x="680786" y="652738"/>
                  </a:lnTo>
                  <a:lnTo>
                    <a:pt x="678341" y="652738"/>
                  </a:lnTo>
                  <a:lnTo>
                    <a:pt x="673019" y="652738"/>
                  </a:lnTo>
                  <a:lnTo>
                    <a:pt x="670574" y="657772"/>
                  </a:lnTo>
                  <a:lnTo>
                    <a:pt x="668129" y="657772"/>
                  </a:lnTo>
                  <a:lnTo>
                    <a:pt x="668129" y="660505"/>
                  </a:lnTo>
                  <a:lnTo>
                    <a:pt x="665396" y="660505"/>
                  </a:lnTo>
                  <a:lnTo>
                    <a:pt x="662950" y="660505"/>
                  </a:lnTo>
                  <a:lnTo>
                    <a:pt x="660361" y="660505"/>
                  </a:lnTo>
                  <a:lnTo>
                    <a:pt x="655183" y="662950"/>
                  </a:lnTo>
                  <a:lnTo>
                    <a:pt x="657916" y="667841"/>
                  </a:lnTo>
                  <a:lnTo>
                    <a:pt x="655183" y="667841"/>
                  </a:lnTo>
                  <a:lnTo>
                    <a:pt x="652738" y="665395"/>
                  </a:lnTo>
                  <a:lnTo>
                    <a:pt x="652738" y="667841"/>
                  </a:lnTo>
                  <a:lnTo>
                    <a:pt x="652738" y="670718"/>
                  </a:lnTo>
                  <a:lnTo>
                    <a:pt x="655183" y="673163"/>
                  </a:lnTo>
                  <a:lnTo>
                    <a:pt x="655183" y="675608"/>
                  </a:lnTo>
                  <a:lnTo>
                    <a:pt x="657916" y="675608"/>
                  </a:lnTo>
                  <a:lnTo>
                    <a:pt x="660361" y="675608"/>
                  </a:lnTo>
                  <a:lnTo>
                    <a:pt x="662950" y="673163"/>
                  </a:lnTo>
                  <a:lnTo>
                    <a:pt x="665396" y="673163"/>
                  </a:lnTo>
                  <a:lnTo>
                    <a:pt x="662950" y="675608"/>
                  </a:lnTo>
                  <a:lnTo>
                    <a:pt x="660361" y="678053"/>
                  </a:lnTo>
                  <a:lnTo>
                    <a:pt x="657916" y="683375"/>
                  </a:lnTo>
                  <a:lnTo>
                    <a:pt x="660361" y="683375"/>
                  </a:lnTo>
                  <a:lnTo>
                    <a:pt x="662950" y="685821"/>
                  </a:lnTo>
                  <a:lnTo>
                    <a:pt x="665396" y="688410"/>
                  </a:lnTo>
                  <a:lnTo>
                    <a:pt x="668129" y="688410"/>
                  </a:lnTo>
                  <a:lnTo>
                    <a:pt x="668129" y="690855"/>
                  </a:lnTo>
                  <a:lnTo>
                    <a:pt x="665396" y="690855"/>
                  </a:lnTo>
                  <a:lnTo>
                    <a:pt x="665396" y="693588"/>
                  </a:lnTo>
                  <a:lnTo>
                    <a:pt x="662950" y="693588"/>
                  </a:lnTo>
                  <a:lnTo>
                    <a:pt x="660361" y="693588"/>
                  </a:lnTo>
                  <a:lnTo>
                    <a:pt x="660361" y="696033"/>
                  </a:lnTo>
                  <a:lnTo>
                    <a:pt x="657916" y="696033"/>
                  </a:lnTo>
                  <a:lnTo>
                    <a:pt x="655183" y="696033"/>
                  </a:lnTo>
                  <a:lnTo>
                    <a:pt x="655183" y="698478"/>
                  </a:lnTo>
                  <a:lnTo>
                    <a:pt x="652738" y="701068"/>
                  </a:lnTo>
                  <a:lnTo>
                    <a:pt x="652738" y="703800"/>
                  </a:lnTo>
                  <a:lnTo>
                    <a:pt x="652738" y="706246"/>
                  </a:lnTo>
                  <a:lnTo>
                    <a:pt x="650149" y="706246"/>
                  </a:lnTo>
                  <a:lnTo>
                    <a:pt x="650149" y="708691"/>
                  </a:lnTo>
                  <a:lnTo>
                    <a:pt x="647703" y="708691"/>
                  </a:lnTo>
                  <a:lnTo>
                    <a:pt x="644971" y="708691"/>
                  </a:lnTo>
                  <a:lnTo>
                    <a:pt x="642525" y="708691"/>
                  </a:lnTo>
                  <a:lnTo>
                    <a:pt x="642525" y="711280"/>
                  </a:lnTo>
                  <a:lnTo>
                    <a:pt x="642525" y="714013"/>
                  </a:lnTo>
                  <a:lnTo>
                    <a:pt x="642525" y="716458"/>
                  </a:lnTo>
                  <a:lnTo>
                    <a:pt x="644971" y="716458"/>
                  </a:lnTo>
                  <a:lnTo>
                    <a:pt x="647703" y="716458"/>
                  </a:lnTo>
                  <a:lnTo>
                    <a:pt x="650149" y="718903"/>
                  </a:lnTo>
                  <a:lnTo>
                    <a:pt x="652738" y="718903"/>
                  </a:lnTo>
                  <a:lnTo>
                    <a:pt x="652738" y="721493"/>
                  </a:lnTo>
                  <a:lnTo>
                    <a:pt x="655183" y="724225"/>
                  </a:lnTo>
                  <a:lnTo>
                    <a:pt x="657916" y="726671"/>
                  </a:lnTo>
                  <a:lnTo>
                    <a:pt x="657916" y="731705"/>
                  </a:lnTo>
                  <a:lnTo>
                    <a:pt x="660361" y="734438"/>
                  </a:lnTo>
                  <a:lnTo>
                    <a:pt x="662950" y="736883"/>
                  </a:lnTo>
                  <a:lnTo>
                    <a:pt x="662950" y="741918"/>
                  </a:lnTo>
                  <a:lnTo>
                    <a:pt x="662950" y="744650"/>
                  </a:lnTo>
                  <a:lnTo>
                    <a:pt x="662950" y="749541"/>
                  </a:lnTo>
                  <a:lnTo>
                    <a:pt x="662950" y="752130"/>
                  </a:lnTo>
                  <a:lnTo>
                    <a:pt x="665396" y="757308"/>
                  </a:lnTo>
                  <a:lnTo>
                    <a:pt x="665396" y="759754"/>
                  </a:lnTo>
                  <a:lnTo>
                    <a:pt x="670574" y="759754"/>
                  </a:lnTo>
                  <a:lnTo>
                    <a:pt x="670574" y="762199"/>
                  </a:lnTo>
                  <a:lnTo>
                    <a:pt x="670574" y="764932"/>
                  </a:lnTo>
                  <a:lnTo>
                    <a:pt x="670574" y="767521"/>
                  </a:lnTo>
                  <a:lnTo>
                    <a:pt x="668129" y="767521"/>
                  </a:lnTo>
                  <a:lnTo>
                    <a:pt x="665396" y="767521"/>
                  </a:lnTo>
                  <a:lnTo>
                    <a:pt x="662950" y="769966"/>
                  </a:lnTo>
                  <a:lnTo>
                    <a:pt x="660361" y="769966"/>
                  </a:lnTo>
                  <a:lnTo>
                    <a:pt x="660361" y="772411"/>
                  </a:lnTo>
                  <a:lnTo>
                    <a:pt x="657916" y="772411"/>
                  </a:lnTo>
                  <a:lnTo>
                    <a:pt x="657916" y="775000"/>
                  </a:lnTo>
                  <a:lnTo>
                    <a:pt x="657916" y="777733"/>
                  </a:lnTo>
                  <a:lnTo>
                    <a:pt x="660361" y="775000"/>
                  </a:lnTo>
                  <a:lnTo>
                    <a:pt x="662950" y="777733"/>
                  </a:lnTo>
                  <a:lnTo>
                    <a:pt x="665396" y="777733"/>
                  </a:lnTo>
                  <a:lnTo>
                    <a:pt x="665396" y="780179"/>
                  </a:lnTo>
                  <a:lnTo>
                    <a:pt x="665396" y="782624"/>
                  </a:lnTo>
                  <a:lnTo>
                    <a:pt x="668129" y="782624"/>
                  </a:lnTo>
                  <a:lnTo>
                    <a:pt x="670574" y="780179"/>
                  </a:lnTo>
                  <a:lnTo>
                    <a:pt x="673019" y="780179"/>
                  </a:lnTo>
                  <a:lnTo>
                    <a:pt x="675608" y="780179"/>
                  </a:lnTo>
                  <a:lnTo>
                    <a:pt x="678341" y="780179"/>
                  </a:lnTo>
                  <a:lnTo>
                    <a:pt x="678341" y="777733"/>
                  </a:lnTo>
                  <a:lnTo>
                    <a:pt x="680786" y="777733"/>
                  </a:lnTo>
                  <a:lnTo>
                    <a:pt x="683232" y="777733"/>
                  </a:lnTo>
                  <a:lnTo>
                    <a:pt x="680786" y="777733"/>
                  </a:lnTo>
                  <a:lnTo>
                    <a:pt x="683232" y="777733"/>
                  </a:lnTo>
                  <a:lnTo>
                    <a:pt x="685821" y="777733"/>
                  </a:lnTo>
                  <a:lnTo>
                    <a:pt x="688266" y="780179"/>
                  </a:lnTo>
                  <a:lnTo>
                    <a:pt x="688266" y="782624"/>
                  </a:lnTo>
                  <a:lnTo>
                    <a:pt x="690999" y="785213"/>
                  </a:lnTo>
                  <a:lnTo>
                    <a:pt x="690999" y="790391"/>
                  </a:lnTo>
                  <a:lnTo>
                    <a:pt x="693444" y="792836"/>
                  </a:lnTo>
                  <a:lnTo>
                    <a:pt x="690999" y="795425"/>
                  </a:lnTo>
                  <a:lnTo>
                    <a:pt x="693444" y="800604"/>
                  </a:lnTo>
                  <a:lnTo>
                    <a:pt x="688266" y="800604"/>
                  </a:lnTo>
                  <a:lnTo>
                    <a:pt x="688266" y="803049"/>
                  </a:lnTo>
                  <a:lnTo>
                    <a:pt x="690999" y="805638"/>
                  </a:lnTo>
                  <a:lnTo>
                    <a:pt x="693444" y="810816"/>
                  </a:lnTo>
                  <a:lnTo>
                    <a:pt x="690999" y="813261"/>
                  </a:lnTo>
                  <a:lnTo>
                    <a:pt x="693444" y="815850"/>
                  </a:lnTo>
                  <a:lnTo>
                    <a:pt x="693444" y="818583"/>
                  </a:lnTo>
                  <a:lnTo>
                    <a:pt x="690999" y="818583"/>
                  </a:lnTo>
                  <a:lnTo>
                    <a:pt x="688266" y="818583"/>
                  </a:lnTo>
                  <a:lnTo>
                    <a:pt x="688266" y="821029"/>
                  </a:lnTo>
                  <a:lnTo>
                    <a:pt x="688266" y="826063"/>
                  </a:lnTo>
                  <a:lnTo>
                    <a:pt x="688266" y="833686"/>
                  </a:lnTo>
                  <a:lnTo>
                    <a:pt x="690999" y="833686"/>
                  </a:lnTo>
                  <a:lnTo>
                    <a:pt x="693444" y="833686"/>
                  </a:lnTo>
                  <a:lnTo>
                    <a:pt x="693444" y="836275"/>
                  </a:lnTo>
                  <a:lnTo>
                    <a:pt x="690999" y="836275"/>
                  </a:lnTo>
                  <a:lnTo>
                    <a:pt x="690999" y="839008"/>
                  </a:lnTo>
                  <a:lnTo>
                    <a:pt x="688266" y="841454"/>
                  </a:lnTo>
                  <a:lnTo>
                    <a:pt x="690999" y="841454"/>
                  </a:lnTo>
                  <a:lnTo>
                    <a:pt x="690999" y="843899"/>
                  </a:lnTo>
                  <a:lnTo>
                    <a:pt x="690999" y="846488"/>
                  </a:lnTo>
                  <a:lnTo>
                    <a:pt x="696033" y="846488"/>
                  </a:lnTo>
                  <a:lnTo>
                    <a:pt x="696033" y="851666"/>
                  </a:lnTo>
                  <a:lnTo>
                    <a:pt x="698478" y="851666"/>
                  </a:lnTo>
                  <a:lnTo>
                    <a:pt x="701211" y="854111"/>
                  </a:lnTo>
                  <a:lnTo>
                    <a:pt x="701211" y="856557"/>
                  </a:lnTo>
                  <a:lnTo>
                    <a:pt x="701211" y="859146"/>
                  </a:lnTo>
                  <a:lnTo>
                    <a:pt x="701211" y="861879"/>
                  </a:lnTo>
                  <a:lnTo>
                    <a:pt x="703657" y="861879"/>
                  </a:lnTo>
                  <a:lnTo>
                    <a:pt x="703657" y="866769"/>
                  </a:lnTo>
                  <a:lnTo>
                    <a:pt x="706246" y="866769"/>
                  </a:lnTo>
                  <a:lnTo>
                    <a:pt x="708691" y="866769"/>
                  </a:lnTo>
                  <a:lnTo>
                    <a:pt x="708691" y="864324"/>
                  </a:lnTo>
                  <a:lnTo>
                    <a:pt x="711424" y="864324"/>
                  </a:lnTo>
                  <a:lnTo>
                    <a:pt x="711424" y="866769"/>
                  </a:lnTo>
                  <a:lnTo>
                    <a:pt x="713869" y="866769"/>
                  </a:lnTo>
                  <a:lnTo>
                    <a:pt x="716458" y="869358"/>
                  </a:lnTo>
                  <a:lnTo>
                    <a:pt x="713869" y="869358"/>
                  </a:lnTo>
                  <a:lnTo>
                    <a:pt x="713869" y="872091"/>
                  </a:lnTo>
                  <a:lnTo>
                    <a:pt x="711424" y="872091"/>
                  </a:lnTo>
                  <a:lnTo>
                    <a:pt x="713869" y="874536"/>
                  </a:lnTo>
                  <a:lnTo>
                    <a:pt x="711424" y="876982"/>
                  </a:lnTo>
                  <a:lnTo>
                    <a:pt x="711424" y="879571"/>
                  </a:lnTo>
                  <a:lnTo>
                    <a:pt x="706246" y="876982"/>
                  </a:lnTo>
                  <a:lnTo>
                    <a:pt x="703657" y="879571"/>
                  </a:lnTo>
                  <a:lnTo>
                    <a:pt x="701211" y="879571"/>
                  </a:lnTo>
                  <a:lnTo>
                    <a:pt x="698478" y="879571"/>
                  </a:lnTo>
                  <a:lnTo>
                    <a:pt x="698478" y="882304"/>
                  </a:lnTo>
                  <a:lnTo>
                    <a:pt x="698478" y="884749"/>
                  </a:lnTo>
                  <a:lnTo>
                    <a:pt x="698478" y="887194"/>
                  </a:lnTo>
                  <a:lnTo>
                    <a:pt x="701211" y="887194"/>
                  </a:lnTo>
                  <a:lnTo>
                    <a:pt x="706246" y="887194"/>
                  </a:lnTo>
                  <a:lnTo>
                    <a:pt x="708691" y="884749"/>
                  </a:lnTo>
                  <a:lnTo>
                    <a:pt x="708691" y="887194"/>
                  </a:lnTo>
                  <a:lnTo>
                    <a:pt x="708691" y="889783"/>
                  </a:lnTo>
                  <a:lnTo>
                    <a:pt x="706246" y="892516"/>
                  </a:lnTo>
                  <a:lnTo>
                    <a:pt x="706246" y="894961"/>
                  </a:lnTo>
                  <a:lnTo>
                    <a:pt x="708691" y="894961"/>
                  </a:lnTo>
                  <a:lnTo>
                    <a:pt x="711424" y="894961"/>
                  </a:lnTo>
                  <a:lnTo>
                    <a:pt x="711424" y="897407"/>
                  </a:lnTo>
                  <a:lnTo>
                    <a:pt x="713869" y="899996"/>
                  </a:lnTo>
                  <a:lnTo>
                    <a:pt x="711424" y="899996"/>
                  </a:lnTo>
                  <a:lnTo>
                    <a:pt x="711424" y="902729"/>
                  </a:lnTo>
                  <a:lnTo>
                    <a:pt x="711424" y="905174"/>
                  </a:lnTo>
                  <a:lnTo>
                    <a:pt x="713869" y="905174"/>
                  </a:lnTo>
                  <a:lnTo>
                    <a:pt x="713869" y="907619"/>
                  </a:lnTo>
                  <a:lnTo>
                    <a:pt x="713869" y="910208"/>
                  </a:lnTo>
                  <a:lnTo>
                    <a:pt x="713869" y="912941"/>
                  </a:lnTo>
                  <a:lnTo>
                    <a:pt x="713869" y="915386"/>
                  </a:lnTo>
                  <a:lnTo>
                    <a:pt x="713869" y="917832"/>
                  </a:lnTo>
                  <a:lnTo>
                    <a:pt x="711424" y="917832"/>
                  </a:lnTo>
                  <a:lnTo>
                    <a:pt x="711424" y="915386"/>
                  </a:lnTo>
                  <a:lnTo>
                    <a:pt x="708691" y="915386"/>
                  </a:lnTo>
                  <a:lnTo>
                    <a:pt x="708691" y="917832"/>
                  </a:lnTo>
                  <a:lnTo>
                    <a:pt x="706246" y="920421"/>
                  </a:lnTo>
                  <a:lnTo>
                    <a:pt x="706246" y="923154"/>
                  </a:lnTo>
                  <a:lnTo>
                    <a:pt x="706246" y="925599"/>
                  </a:lnTo>
                  <a:lnTo>
                    <a:pt x="701211" y="928044"/>
                  </a:lnTo>
                  <a:lnTo>
                    <a:pt x="698478" y="928044"/>
                  </a:lnTo>
                  <a:lnTo>
                    <a:pt x="696033" y="928044"/>
                  </a:lnTo>
                  <a:lnTo>
                    <a:pt x="696033" y="925599"/>
                  </a:lnTo>
                  <a:lnTo>
                    <a:pt x="693444" y="928044"/>
                  </a:lnTo>
                  <a:lnTo>
                    <a:pt x="690999" y="928044"/>
                  </a:lnTo>
                  <a:lnTo>
                    <a:pt x="688266" y="928044"/>
                  </a:lnTo>
                  <a:lnTo>
                    <a:pt x="688266" y="930633"/>
                  </a:lnTo>
                  <a:lnTo>
                    <a:pt x="688266" y="933366"/>
                  </a:lnTo>
                  <a:lnTo>
                    <a:pt x="685821" y="933366"/>
                  </a:lnTo>
                  <a:lnTo>
                    <a:pt x="688266" y="933366"/>
                  </a:lnTo>
                  <a:lnTo>
                    <a:pt x="690999" y="933366"/>
                  </a:lnTo>
                  <a:lnTo>
                    <a:pt x="690999" y="935811"/>
                  </a:lnTo>
                  <a:lnTo>
                    <a:pt x="693444" y="935811"/>
                  </a:lnTo>
                  <a:lnTo>
                    <a:pt x="693444" y="938257"/>
                  </a:lnTo>
                  <a:lnTo>
                    <a:pt x="693444" y="940702"/>
                  </a:lnTo>
                  <a:lnTo>
                    <a:pt x="693444" y="943291"/>
                  </a:lnTo>
                  <a:lnTo>
                    <a:pt x="696033" y="943291"/>
                  </a:lnTo>
                  <a:lnTo>
                    <a:pt x="696033" y="946024"/>
                  </a:lnTo>
                  <a:lnTo>
                    <a:pt x="696033" y="948469"/>
                  </a:lnTo>
                  <a:lnTo>
                    <a:pt x="696033" y="950914"/>
                  </a:lnTo>
                  <a:lnTo>
                    <a:pt x="696033" y="953503"/>
                  </a:lnTo>
                  <a:lnTo>
                    <a:pt x="696033" y="956236"/>
                  </a:lnTo>
                  <a:lnTo>
                    <a:pt x="696033" y="958682"/>
                  </a:lnTo>
                  <a:lnTo>
                    <a:pt x="698478" y="958682"/>
                  </a:lnTo>
                  <a:lnTo>
                    <a:pt x="698478" y="961127"/>
                  </a:lnTo>
                  <a:lnTo>
                    <a:pt x="701211" y="963716"/>
                  </a:lnTo>
                  <a:lnTo>
                    <a:pt x="703657" y="963716"/>
                  </a:lnTo>
                  <a:lnTo>
                    <a:pt x="706246" y="963716"/>
                  </a:lnTo>
                  <a:lnTo>
                    <a:pt x="706246" y="966449"/>
                  </a:lnTo>
                  <a:lnTo>
                    <a:pt x="703657" y="966449"/>
                  </a:lnTo>
                  <a:lnTo>
                    <a:pt x="703657" y="968894"/>
                  </a:lnTo>
                  <a:lnTo>
                    <a:pt x="701211" y="971339"/>
                  </a:lnTo>
                  <a:lnTo>
                    <a:pt x="698478" y="976661"/>
                  </a:lnTo>
                  <a:lnTo>
                    <a:pt x="696033" y="976661"/>
                  </a:lnTo>
                  <a:lnTo>
                    <a:pt x="693444" y="979107"/>
                  </a:lnTo>
                  <a:lnTo>
                    <a:pt x="693444" y="981552"/>
                  </a:lnTo>
                  <a:lnTo>
                    <a:pt x="693444" y="984141"/>
                  </a:lnTo>
                  <a:lnTo>
                    <a:pt x="690999" y="981552"/>
                  </a:lnTo>
                  <a:lnTo>
                    <a:pt x="688266" y="984141"/>
                  </a:lnTo>
                  <a:lnTo>
                    <a:pt x="688266" y="986874"/>
                  </a:lnTo>
                  <a:lnTo>
                    <a:pt x="690999" y="989319"/>
                  </a:lnTo>
                  <a:lnTo>
                    <a:pt x="690999" y="991764"/>
                  </a:lnTo>
                  <a:lnTo>
                    <a:pt x="690999" y="994354"/>
                  </a:lnTo>
                  <a:lnTo>
                    <a:pt x="690999" y="997087"/>
                  </a:lnTo>
                  <a:lnTo>
                    <a:pt x="690999" y="999532"/>
                  </a:lnTo>
                  <a:lnTo>
                    <a:pt x="690999" y="1004422"/>
                  </a:lnTo>
                  <a:lnTo>
                    <a:pt x="690999" y="1007299"/>
                  </a:lnTo>
                  <a:lnTo>
                    <a:pt x="690999" y="1009744"/>
                  </a:lnTo>
                  <a:lnTo>
                    <a:pt x="693444" y="1009744"/>
                  </a:lnTo>
                  <a:lnTo>
                    <a:pt x="690999" y="1012189"/>
                  </a:lnTo>
                  <a:lnTo>
                    <a:pt x="693444" y="1014779"/>
                  </a:lnTo>
                  <a:lnTo>
                    <a:pt x="690999" y="1017512"/>
                  </a:lnTo>
                  <a:lnTo>
                    <a:pt x="690999" y="1019957"/>
                  </a:lnTo>
                  <a:lnTo>
                    <a:pt x="688266" y="1019957"/>
                  </a:lnTo>
                  <a:lnTo>
                    <a:pt x="685821" y="1022402"/>
                  </a:lnTo>
                  <a:lnTo>
                    <a:pt x="688266" y="1022402"/>
                  </a:lnTo>
                  <a:lnTo>
                    <a:pt x="690999" y="1022402"/>
                  </a:lnTo>
                  <a:lnTo>
                    <a:pt x="690999" y="1019957"/>
                  </a:lnTo>
                  <a:lnTo>
                    <a:pt x="693444" y="1019957"/>
                  </a:lnTo>
                  <a:lnTo>
                    <a:pt x="693444" y="1022402"/>
                  </a:lnTo>
                  <a:lnTo>
                    <a:pt x="696033" y="1024991"/>
                  </a:lnTo>
                  <a:lnTo>
                    <a:pt x="696033" y="1027724"/>
                  </a:lnTo>
                  <a:lnTo>
                    <a:pt x="696033" y="1030169"/>
                  </a:lnTo>
                  <a:lnTo>
                    <a:pt x="698478" y="1030169"/>
                  </a:lnTo>
                  <a:lnTo>
                    <a:pt x="698478" y="1032614"/>
                  </a:lnTo>
                  <a:lnTo>
                    <a:pt x="701211" y="1032614"/>
                  </a:lnTo>
                  <a:lnTo>
                    <a:pt x="701211" y="1035060"/>
                  </a:lnTo>
                  <a:lnTo>
                    <a:pt x="701211" y="1037649"/>
                  </a:lnTo>
                  <a:lnTo>
                    <a:pt x="698478" y="1040382"/>
                  </a:lnTo>
                  <a:lnTo>
                    <a:pt x="696033" y="1040382"/>
                  </a:lnTo>
                  <a:lnTo>
                    <a:pt x="696033" y="1042827"/>
                  </a:lnTo>
                  <a:lnTo>
                    <a:pt x="690999" y="1042827"/>
                  </a:lnTo>
                  <a:lnTo>
                    <a:pt x="690999" y="1045272"/>
                  </a:lnTo>
                  <a:lnTo>
                    <a:pt x="693444" y="1045272"/>
                  </a:lnTo>
                  <a:lnTo>
                    <a:pt x="693444" y="1047861"/>
                  </a:lnTo>
                  <a:lnTo>
                    <a:pt x="696033" y="1047861"/>
                  </a:lnTo>
                  <a:lnTo>
                    <a:pt x="693444" y="1050594"/>
                  </a:lnTo>
                  <a:lnTo>
                    <a:pt x="690999" y="1050594"/>
                  </a:lnTo>
                  <a:lnTo>
                    <a:pt x="688266" y="1053040"/>
                  </a:lnTo>
                  <a:lnTo>
                    <a:pt x="688266" y="1055485"/>
                  </a:lnTo>
                  <a:lnTo>
                    <a:pt x="688266" y="1058074"/>
                  </a:lnTo>
                  <a:lnTo>
                    <a:pt x="685821" y="1058074"/>
                  </a:lnTo>
                  <a:lnTo>
                    <a:pt x="685821" y="1060807"/>
                  </a:lnTo>
                  <a:lnTo>
                    <a:pt x="688266" y="1063252"/>
                  </a:lnTo>
                  <a:lnTo>
                    <a:pt x="688266" y="1065697"/>
                  </a:lnTo>
                  <a:lnTo>
                    <a:pt x="690999" y="1065697"/>
                  </a:lnTo>
                  <a:lnTo>
                    <a:pt x="688266" y="1065697"/>
                  </a:lnTo>
                  <a:lnTo>
                    <a:pt x="688266" y="1068286"/>
                  </a:lnTo>
                  <a:lnTo>
                    <a:pt x="685821" y="1071019"/>
                  </a:lnTo>
                  <a:lnTo>
                    <a:pt x="683232" y="1071019"/>
                  </a:lnTo>
                  <a:lnTo>
                    <a:pt x="683232" y="1073465"/>
                  </a:lnTo>
                  <a:lnTo>
                    <a:pt x="685821" y="1073465"/>
                  </a:lnTo>
                  <a:lnTo>
                    <a:pt x="685821" y="1075910"/>
                  </a:lnTo>
                  <a:lnTo>
                    <a:pt x="685821" y="1078499"/>
                  </a:lnTo>
                  <a:lnTo>
                    <a:pt x="690999" y="1081232"/>
                  </a:lnTo>
                  <a:lnTo>
                    <a:pt x="690999" y="1078499"/>
                  </a:lnTo>
                  <a:lnTo>
                    <a:pt x="693444" y="1078499"/>
                  </a:lnTo>
                  <a:lnTo>
                    <a:pt x="693444" y="1081232"/>
                  </a:lnTo>
                  <a:lnTo>
                    <a:pt x="696033" y="1081232"/>
                  </a:lnTo>
                  <a:lnTo>
                    <a:pt x="696033" y="1083677"/>
                  </a:lnTo>
                  <a:lnTo>
                    <a:pt x="698478" y="1083677"/>
                  </a:lnTo>
                  <a:lnTo>
                    <a:pt x="701211" y="1083677"/>
                  </a:lnTo>
                  <a:lnTo>
                    <a:pt x="701211" y="1086122"/>
                  </a:lnTo>
                  <a:lnTo>
                    <a:pt x="701211" y="1088568"/>
                  </a:lnTo>
                  <a:lnTo>
                    <a:pt x="701211" y="1091444"/>
                  </a:lnTo>
                  <a:lnTo>
                    <a:pt x="703657" y="1093890"/>
                  </a:lnTo>
                  <a:lnTo>
                    <a:pt x="706246" y="1091444"/>
                  </a:lnTo>
                  <a:lnTo>
                    <a:pt x="708691" y="1088568"/>
                  </a:lnTo>
                  <a:lnTo>
                    <a:pt x="711424" y="1086122"/>
                  </a:lnTo>
                  <a:lnTo>
                    <a:pt x="713869" y="1086122"/>
                  </a:lnTo>
                  <a:lnTo>
                    <a:pt x="713869" y="1088568"/>
                  </a:lnTo>
                  <a:lnTo>
                    <a:pt x="716458" y="1088568"/>
                  </a:lnTo>
                  <a:lnTo>
                    <a:pt x="718903" y="1091444"/>
                  </a:lnTo>
                  <a:lnTo>
                    <a:pt x="718903" y="1093890"/>
                  </a:lnTo>
                  <a:lnTo>
                    <a:pt x="718903" y="1096335"/>
                  </a:lnTo>
                  <a:lnTo>
                    <a:pt x="721636" y="1096335"/>
                  </a:lnTo>
                  <a:lnTo>
                    <a:pt x="721636" y="1098780"/>
                  </a:lnTo>
                  <a:lnTo>
                    <a:pt x="721636" y="1101513"/>
                  </a:lnTo>
                  <a:lnTo>
                    <a:pt x="721636" y="1104102"/>
                  </a:lnTo>
                  <a:lnTo>
                    <a:pt x="724082" y="1104102"/>
                  </a:lnTo>
                  <a:lnTo>
                    <a:pt x="721636" y="1104102"/>
                  </a:lnTo>
                  <a:lnTo>
                    <a:pt x="721636" y="1106547"/>
                  </a:lnTo>
                  <a:lnTo>
                    <a:pt x="721636" y="1109136"/>
                  </a:lnTo>
                  <a:lnTo>
                    <a:pt x="724082" y="1109136"/>
                  </a:lnTo>
                  <a:lnTo>
                    <a:pt x="724082" y="1111869"/>
                  </a:lnTo>
                  <a:lnTo>
                    <a:pt x="721636" y="1111869"/>
                  </a:lnTo>
                  <a:lnTo>
                    <a:pt x="724082" y="1111869"/>
                  </a:lnTo>
                  <a:lnTo>
                    <a:pt x="724082" y="1114315"/>
                  </a:lnTo>
                  <a:lnTo>
                    <a:pt x="724082" y="1116760"/>
                  </a:lnTo>
                  <a:lnTo>
                    <a:pt x="724082" y="1119205"/>
                  </a:lnTo>
                  <a:lnTo>
                    <a:pt x="724082" y="1124527"/>
                  </a:lnTo>
                  <a:lnTo>
                    <a:pt x="724082" y="1126972"/>
                  </a:lnTo>
                  <a:lnTo>
                    <a:pt x="726671" y="1126972"/>
                  </a:lnTo>
                  <a:lnTo>
                    <a:pt x="726671" y="1129418"/>
                  </a:lnTo>
                  <a:lnTo>
                    <a:pt x="731849" y="1129418"/>
                  </a:lnTo>
                  <a:lnTo>
                    <a:pt x="731849" y="1132007"/>
                  </a:lnTo>
                  <a:lnTo>
                    <a:pt x="731849" y="1134740"/>
                  </a:lnTo>
                  <a:lnTo>
                    <a:pt x="729116" y="1137185"/>
                  </a:lnTo>
                  <a:lnTo>
                    <a:pt x="729116" y="1139630"/>
                  </a:lnTo>
                  <a:lnTo>
                    <a:pt x="726671" y="1139630"/>
                  </a:lnTo>
                  <a:lnTo>
                    <a:pt x="729116" y="1144952"/>
                  </a:lnTo>
                  <a:lnTo>
                    <a:pt x="729116" y="1147397"/>
                  </a:lnTo>
                  <a:lnTo>
                    <a:pt x="729116" y="1149843"/>
                  </a:lnTo>
                  <a:lnTo>
                    <a:pt x="731849" y="1149843"/>
                  </a:lnTo>
                  <a:lnTo>
                    <a:pt x="731849" y="1152432"/>
                  </a:lnTo>
                  <a:lnTo>
                    <a:pt x="734294" y="1155165"/>
                  </a:lnTo>
                  <a:lnTo>
                    <a:pt x="734294" y="1157610"/>
                  </a:lnTo>
                  <a:lnTo>
                    <a:pt x="734294" y="1160055"/>
                  </a:lnTo>
                  <a:lnTo>
                    <a:pt x="736883" y="1162644"/>
                  </a:lnTo>
                  <a:lnTo>
                    <a:pt x="739328" y="1162644"/>
                  </a:lnTo>
                  <a:lnTo>
                    <a:pt x="739328" y="1165377"/>
                  </a:lnTo>
                  <a:lnTo>
                    <a:pt x="739328" y="1167822"/>
                  </a:lnTo>
                  <a:lnTo>
                    <a:pt x="739328" y="1170268"/>
                  </a:lnTo>
                  <a:lnTo>
                    <a:pt x="742061" y="1172857"/>
                  </a:lnTo>
                  <a:lnTo>
                    <a:pt x="744507" y="1175590"/>
                  </a:lnTo>
                  <a:lnTo>
                    <a:pt x="746952" y="1178035"/>
                  </a:lnTo>
                  <a:lnTo>
                    <a:pt x="749541" y="1178035"/>
                  </a:lnTo>
                  <a:lnTo>
                    <a:pt x="752274" y="1178035"/>
                  </a:lnTo>
                  <a:lnTo>
                    <a:pt x="752274" y="1180480"/>
                  </a:lnTo>
                  <a:lnTo>
                    <a:pt x="754719" y="1180480"/>
                  </a:lnTo>
                  <a:lnTo>
                    <a:pt x="757164" y="1180480"/>
                  </a:lnTo>
                  <a:lnTo>
                    <a:pt x="759753" y="1180480"/>
                  </a:lnTo>
                  <a:lnTo>
                    <a:pt x="759753" y="1182926"/>
                  </a:lnTo>
                  <a:lnTo>
                    <a:pt x="759753" y="1185658"/>
                  </a:lnTo>
                  <a:lnTo>
                    <a:pt x="759753" y="1188247"/>
                  </a:lnTo>
                  <a:lnTo>
                    <a:pt x="762199" y="1188247"/>
                  </a:lnTo>
                  <a:lnTo>
                    <a:pt x="764932" y="1188247"/>
                  </a:lnTo>
                  <a:lnTo>
                    <a:pt x="764932" y="1190693"/>
                  </a:lnTo>
                  <a:lnTo>
                    <a:pt x="762199" y="1193138"/>
                  </a:lnTo>
                  <a:lnTo>
                    <a:pt x="762199" y="1195871"/>
                  </a:lnTo>
                  <a:lnTo>
                    <a:pt x="762199" y="1198460"/>
                  </a:lnTo>
                  <a:lnTo>
                    <a:pt x="762199" y="1200905"/>
                  </a:lnTo>
                  <a:lnTo>
                    <a:pt x="764932" y="1200905"/>
                  </a:lnTo>
                  <a:lnTo>
                    <a:pt x="764932" y="1203351"/>
                  </a:lnTo>
                  <a:lnTo>
                    <a:pt x="762199" y="1203351"/>
                  </a:lnTo>
                  <a:lnTo>
                    <a:pt x="762199" y="1205939"/>
                  </a:lnTo>
                  <a:lnTo>
                    <a:pt x="762199" y="1208672"/>
                  </a:lnTo>
                  <a:lnTo>
                    <a:pt x="762199" y="1211118"/>
                  </a:lnTo>
                  <a:lnTo>
                    <a:pt x="762199" y="1213563"/>
                  </a:lnTo>
                  <a:lnTo>
                    <a:pt x="759753" y="1216152"/>
                  </a:lnTo>
                  <a:lnTo>
                    <a:pt x="762199" y="1218885"/>
                  </a:lnTo>
                  <a:lnTo>
                    <a:pt x="759753" y="1221330"/>
                  </a:lnTo>
                  <a:lnTo>
                    <a:pt x="759753" y="1223776"/>
                  </a:lnTo>
                  <a:lnTo>
                    <a:pt x="757164" y="1226364"/>
                  </a:lnTo>
                  <a:lnTo>
                    <a:pt x="754719" y="1229097"/>
                  </a:lnTo>
                  <a:lnTo>
                    <a:pt x="752274" y="1229097"/>
                  </a:lnTo>
                  <a:lnTo>
                    <a:pt x="752274" y="1231543"/>
                  </a:lnTo>
                  <a:lnTo>
                    <a:pt x="749541" y="1231543"/>
                  </a:lnTo>
                  <a:lnTo>
                    <a:pt x="749541" y="1236577"/>
                  </a:lnTo>
                  <a:lnTo>
                    <a:pt x="752274" y="1236577"/>
                  </a:lnTo>
                  <a:lnTo>
                    <a:pt x="754719" y="1236577"/>
                  </a:lnTo>
                  <a:lnTo>
                    <a:pt x="757164" y="1236577"/>
                  </a:lnTo>
                  <a:lnTo>
                    <a:pt x="757164" y="1239310"/>
                  </a:lnTo>
                  <a:lnTo>
                    <a:pt x="757164" y="1241755"/>
                  </a:lnTo>
                  <a:lnTo>
                    <a:pt x="757164" y="1246790"/>
                  </a:lnTo>
                  <a:lnTo>
                    <a:pt x="757164" y="1251968"/>
                  </a:lnTo>
                  <a:lnTo>
                    <a:pt x="754719" y="1251968"/>
                  </a:lnTo>
                  <a:lnTo>
                    <a:pt x="754719" y="1254413"/>
                  </a:lnTo>
                  <a:lnTo>
                    <a:pt x="754719" y="1257002"/>
                  </a:lnTo>
                  <a:lnTo>
                    <a:pt x="752274" y="1259735"/>
                  </a:lnTo>
                  <a:lnTo>
                    <a:pt x="752274" y="1262180"/>
                  </a:lnTo>
                  <a:lnTo>
                    <a:pt x="754719" y="1262180"/>
                  </a:lnTo>
                  <a:lnTo>
                    <a:pt x="752274" y="1264626"/>
                  </a:lnTo>
                  <a:lnTo>
                    <a:pt x="749541" y="1267215"/>
                  </a:lnTo>
                  <a:lnTo>
                    <a:pt x="749541" y="1269947"/>
                  </a:lnTo>
                  <a:lnTo>
                    <a:pt x="752274" y="1269947"/>
                  </a:lnTo>
                  <a:lnTo>
                    <a:pt x="752274" y="1272393"/>
                  </a:lnTo>
                  <a:lnTo>
                    <a:pt x="754719" y="1269947"/>
                  </a:lnTo>
                  <a:lnTo>
                    <a:pt x="757164" y="1272393"/>
                  </a:lnTo>
                  <a:lnTo>
                    <a:pt x="759753" y="1274838"/>
                  </a:lnTo>
                  <a:lnTo>
                    <a:pt x="759753" y="1277283"/>
                  </a:lnTo>
                  <a:lnTo>
                    <a:pt x="762199" y="1277283"/>
                  </a:lnTo>
                  <a:lnTo>
                    <a:pt x="764932" y="1274838"/>
                  </a:lnTo>
                  <a:lnTo>
                    <a:pt x="767377" y="1272393"/>
                  </a:lnTo>
                  <a:lnTo>
                    <a:pt x="769966" y="1272393"/>
                  </a:lnTo>
                  <a:lnTo>
                    <a:pt x="772411" y="1274838"/>
                  </a:lnTo>
                  <a:lnTo>
                    <a:pt x="775144" y="1277283"/>
                  </a:lnTo>
                  <a:lnTo>
                    <a:pt x="777589" y="1280016"/>
                  </a:lnTo>
                  <a:lnTo>
                    <a:pt x="780178" y="1280016"/>
                  </a:lnTo>
                  <a:lnTo>
                    <a:pt x="782624" y="1280016"/>
                  </a:lnTo>
                  <a:lnTo>
                    <a:pt x="785357" y="1280016"/>
                  </a:lnTo>
                  <a:lnTo>
                    <a:pt x="785357" y="1277283"/>
                  </a:lnTo>
                  <a:lnTo>
                    <a:pt x="785357" y="1274838"/>
                  </a:lnTo>
                  <a:lnTo>
                    <a:pt x="787802" y="1272393"/>
                  </a:lnTo>
                  <a:lnTo>
                    <a:pt x="790391" y="1274838"/>
                  </a:lnTo>
                  <a:lnTo>
                    <a:pt x="792836" y="1274838"/>
                  </a:lnTo>
                  <a:lnTo>
                    <a:pt x="795569" y="1274838"/>
                  </a:lnTo>
                  <a:lnTo>
                    <a:pt x="792836" y="1277283"/>
                  </a:lnTo>
                  <a:lnTo>
                    <a:pt x="792836" y="1280016"/>
                  </a:lnTo>
                  <a:lnTo>
                    <a:pt x="795569" y="1282605"/>
                  </a:lnTo>
                  <a:lnTo>
                    <a:pt x="798014" y="1282605"/>
                  </a:lnTo>
                  <a:lnTo>
                    <a:pt x="800604" y="1282605"/>
                  </a:lnTo>
                  <a:lnTo>
                    <a:pt x="800604" y="1280016"/>
                  </a:lnTo>
                  <a:lnTo>
                    <a:pt x="803049" y="1277283"/>
                  </a:lnTo>
                  <a:lnTo>
                    <a:pt x="805782" y="1277283"/>
                  </a:lnTo>
                  <a:lnTo>
                    <a:pt x="808227" y="1274838"/>
                  </a:lnTo>
                  <a:lnTo>
                    <a:pt x="808227" y="1277283"/>
                  </a:lnTo>
                  <a:lnTo>
                    <a:pt x="810816" y="1277283"/>
                  </a:lnTo>
                  <a:lnTo>
                    <a:pt x="810816" y="1280016"/>
                  </a:lnTo>
                  <a:lnTo>
                    <a:pt x="813261" y="1282605"/>
                  </a:lnTo>
                  <a:lnTo>
                    <a:pt x="813261" y="1285051"/>
                  </a:lnTo>
                  <a:lnTo>
                    <a:pt x="813261" y="1287496"/>
                  </a:lnTo>
                  <a:lnTo>
                    <a:pt x="815994" y="1287496"/>
                  </a:lnTo>
                  <a:lnTo>
                    <a:pt x="818439" y="1287496"/>
                  </a:lnTo>
                  <a:lnTo>
                    <a:pt x="818439" y="1290229"/>
                  </a:lnTo>
                  <a:lnTo>
                    <a:pt x="821029" y="1290229"/>
                  </a:lnTo>
                  <a:lnTo>
                    <a:pt x="823474" y="1292818"/>
                  </a:lnTo>
                  <a:lnTo>
                    <a:pt x="826207" y="1295263"/>
                  </a:lnTo>
                  <a:lnTo>
                    <a:pt x="828652" y="1297708"/>
                  </a:lnTo>
                  <a:lnTo>
                    <a:pt x="831097" y="1297708"/>
                  </a:lnTo>
                  <a:lnTo>
                    <a:pt x="833686" y="1297708"/>
                  </a:lnTo>
                  <a:lnTo>
                    <a:pt x="836132" y="1297708"/>
                  </a:lnTo>
                  <a:lnTo>
                    <a:pt x="841454" y="1295263"/>
                  </a:lnTo>
                  <a:lnTo>
                    <a:pt x="843899" y="1295263"/>
                  </a:lnTo>
                  <a:lnTo>
                    <a:pt x="849077" y="1295263"/>
                  </a:lnTo>
                  <a:lnTo>
                    <a:pt x="851666" y="1295263"/>
                  </a:lnTo>
                  <a:lnTo>
                    <a:pt x="854111" y="1295263"/>
                  </a:lnTo>
                  <a:lnTo>
                    <a:pt x="854111" y="1297708"/>
                  </a:lnTo>
                  <a:lnTo>
                    <a:pt x="856557" y="1297708"/>
                  </a:lnTo>
                  <a:lnTo>
                    <a:pt x="859289" y="1300297"/>
                  </a:lnTo>
                  <a:lnTo>
                    <a:pt x="861735" y="1297708"/>
                  </a:lnTo>
                  <a:lnTo>
                    <a:pt x="861735" y="1292818"/>
                  </a:lnTo>
                  <a:lnTo>
                    <a:pt x="864324" y="1290229"/>
                  </a:lnTo>
                  <a:lnTo>
                    <a:pt x="866769" y="1287496"/>
                  </a:lnTo>
                  <a:lnTo>
                    <a:pt x="869502" y="1290229"/>
                  </a:lnTo>
                  <a:lnTo>
                    <a:pt x="871947" y="1290229"/>
                  </a:lnTo>
                  <a:lnTo>
                    <a:pt x="871947" y="1292818"/>
                  </a:lnTo>
                  <a:lnTo>
                    <a:pt x="874536" y="1292818"/>
                  </a:lnTo>
                  <a:lnTo>
                    <a:pt x="876982" y="1292818"/>
                  </a:lnTo>
                  <a:lnTo>
                    <a:pt x="879715" y="1292818"/>
                  </a:lnTo>
                  <a:lnTo>
                    <a:pt x="879715" y="1295263"/>
                  </a:lnTo>
                  <a:lnTo>
                    <a:pt x="876982" y="1300297"/>
                  </a:lnTo>
                  <a:lnTo>
                    <a:pt x="876982" y="1303030"/>
                  </a:lnTo>
                  <a:lnTo>
                    <a:pt x="876982" y="1305476"/>
                  </a:lnTo>
                  <a:lnTo>
                    <a:pt x="876982" y="1307921"/>
                  </a:lnTo>
                  <a:lnTo>
                    <a:pt x="876982" y="1310510"/>
                  </a:lnTo>
                  <a:lnTo>
                    <a:pt x="876982" y="1313243"/>
                  </a:lnTo>
                  <a:lnTo>
                    <a:pt x="874536" y="1318133"/>
                  </a:lnTo>
                  <a:lnTo>
                    <a:pt x="871947" y="1318133"/>
                  </a:lnTo>
                  <a:lnTo>
                    <a:pt x="869502" y="1320723"/>
                  </a:lnTo>
                  <a:lnTo>
                    <a:pt x="866769" y="1320723"/>
                  </a:lnTo>
                  <a:lnTo>
                    <a:pt x="866769" y="1325901"/>
                  </a:lnTo>
                  <a:lnTo>
                    <a:pt x="869502" y="1333668"/>
                  </a:lnTo>
                  <a:lnTo>
                    <a:pt x="869502" y="1336113"/>
                  </a:lnTo>
                  <a:lnTo>
                    <a:pt x="869502" y="1338558"/>
                  </a:lnTo>
                  <a:lnTo>
                    <a:pt x="871947" y="1341148"/>
                  </a:lnTo>
                  <a:lnTo>
                    <a:pt x="869502" y="1346326"/>
                  </a:lnTo>
                  <a:lnTo>
                    <a:pt x="869502" y="1348771"/>
                  </a:lnTo>
                  <a:lnTo>
                    <a:pt x="871947" y="1348771"/>
                  </a:lnTo>
                  <a:lnTo>
                    <a:pt x="874536" y="1351360"/>
                  </a:lnTo>
                  <a:lnTo>
                    <a:pt x="876982" y="1351360"/>
                  </a:lnTo>
                  <a:lnTo>
                    <a:pt x="879715" y="1354093"/>
                  </a:lnTo>
                  <a:lnTo>
                    <a:pt x="876982" y="1356538"/>
                  </a:lnTo>
                  <a:lnTo>
                    <a:pt x="876982" y="1358983"/>
                  </a:lnTo>
                  <a:lnTo>
                    <a:pt x="874536" y="1361429"/>
                  </a:lnTo>
                  <a:lnTo>
                    <a:pt x="874536" y="1364305"/>
                  </a:lnTo>
                  <a:lnTo>
                    <a:pt x="874536" y="1369196"/>
                  </a:lnTo>
                  <a:lnTo>
                    <a:pt x="874536" y="1371641"/>
                  </a:lnTo>
                  <a:lnTo>
                    <a:pt x="874536" y="1374374"/>
                  </a:lnTo>
                  <a:lnTo>
                    <a:pt x="874536" y="1376963"/>
                  </a:lnTo>
                  <a:lnTo>
                    <a:pt x="876982" y="1376963"/>
                  </a:lnTo>
                  <a:lnTo>
                    <a:pt x="874536" y="1379408"/>
                  </a:lnTo>
                  <a:lnTo>
                    <a:pt x="874536" y="1381854"/>
                  </a:lnTo>
                  <a:lnTo>
                    <a:pt x="876982" y="1387176"/>
                  </a:lnTo>
                  <a:lnTo>
                    <a:pt x="876982" y="1389621"/>
                  </a:lnTo>
                  <a:lnTo>
                    <a:pt x="876982" y="1392066"/>
                  </a:lnTo>
                  <a:lnTo>
                    <a:pt x="876982" y="1394655"/>
                  </a:lnTo>
                  <a:lnTo>
                    <a:pt x="879715" y="1397388"/>
                  </a:lnTo>
                  <a:lnTo>
                    <a:pt x="879715" y="1399834"/>
                  </a:lnTo>
                  <a:lnTo>
                    <a:pt x="882160" y="1404868"/>
                  </a:lnTo>
                  <a:lnTo>
                    <a:pt x="882160" y="1407601"/>
                  </a:lnTo>
                  <a:lnTo>
                    <a:pt x="884749" y="1410046"/>
                  </a:lnTo>
                  <a:lnTo>
                    <a:pt x="882160" y="1410046"/>
                  </a:lnTo>
                  <a:lnTo>
                    <a:pt x="882160" y="1407601"/>
                  </a:lnTo>
                  <a:lnTo>
                    <a:pt x="879715" y="1407601"/>
                  </a:lnTo>
                  <a:lnTo>
                    <a:pt x="876982" y="1407601"/>
                  </a:lnTo>
                  <a:lnTo>
                    <a:pt x="874536" y="1407601"/>
                  </a:lnTo>
                  <a:lnTo>
                    <a:pt x="874536" y="1404868"/>
                  </a:lnTo>
                  <a:lnTo>
                    <a:pt x="871947" y="1404868"/>
                  </a:lnTo>
                  <a:lnTo>
                    <a:pt x="869502" y="1404868"/>
                  </a:lnTo>
                  <a:lnTo>
                    <a:pt x="866769" y="1404868"/>
                  </a:lnTo>
                  <a:lnTo>
                    <a:pt x="866769" y="1402279"/>
                  </a:lnTo>
                  <a:lnTo>
                    <a:pt x="864324" y="1402279"/>
                  </a:lnTo>
                  <a:lnTo>
                    <a:pt x="861735" y="1402279"/>
                  </a:lnTo>
                  <a:lnTo>
                    <a:pt x="854111" y="1399834"/>
                  </a:lnTo>
                  <a:lnTo>
                    <a:pt x="851666" y="1399834"/>
                  </a:lnTo>
                  <a:lnTo>
                    <a:pt x="846344" y="1397388"/>
                  </a:lnTo>
                  <a:lnTo>
                    <a:pt x="843899" y="1397388"/>
                  </a:lnTo>
                  <a:lnTo>
                    <a:pt x="843899" y="1394655"/>
                  </a:lnTo>
                  <a:lnTo>
                    <a:pt x="838864" y="1394655"/>
                  </a:lnTo>
                  <a:lnTo>
                    <a:pt x="833686" y="1392066"/>
                  </a:lnTo>
                  <a:lnTo>
                    <a:pt x="831097" y="1392066"/>
                  </a:lnTo>
                  <a:lnTo>
                    <a:pt x="828652" y="1389621"/>
                  </a:lnTo>
                  <a:lnTo>
                    <a:pt x="823474" y="1389621"/>
                  </a:lnTo>
                  <a:lnTo>
                    <a:pt x="821029" y="1389621"/>
                  </a:lnTo>
                  <a:lnTo>
                    <a:pt x="821029" y="1387176"/>
                  </a:lnTo>
                  <a:lnTo>
                    <a:pt x="818439" y="1387176"/>
                  </a:lnTo>
                  <a:lnTo>
                    <a:pt x="815994" y="1387176"/>
                  </a:lnTo>
                  <a:lnTo>
                    <a:pt x="813261" y="1384443"/>
                  </a:lnTo>
                  <a:lnTo>
                    <a:pt x="810816" y="1384443"/>
                  </a:lnTo>
                  <a:lnTo>
                    <a:pt x="808227" y="1381854"/>
                  </a:lnTo>
                  <a:lnTo>
                    <a:pt x="805782" y="1381854"/>
                  </a:lnTo>
                  <a:lnTo>
                    <a:pt x="803049" y="1381854"/>
                  </a:lnTo>
                  <a:lnTo>
                    <a:pt x="798014" y="1379408"/>
                  </a:lnTo>
                  <a:lnTo>
                    <a:pt x="795569" y="1379408"/>
                  </a:lnTo>
                  <a:lnTo>
                    <a:pt x="792836" y="1379408"/>
                  </a:lnTo>
                  <a:lnTo>
                    <a:pt x="792836" y="1376963"/>
                  </a:lnTo>
                  <a:lnTo>
                    <a:pt x="790391" y="1376963"/>
                  </a:lnTo>
                  <a:lnTo>
                    <a:pt x="787802" y="1376963"/>
                  </a:lnTo>
                  <a:lnTo>
                    <a:pt x="785357" y="1376963"/>
                  </a:lnTo>
                  <a:lnTo>
                    <a:pt x="785357" y="1374374"/>
                  </a:lnTo>
                  <a:lnTo>
                    <a:pt x="780178" y="1374374"/>
                  </a:lnTo>
                  <a:lnTo>
                    <a:pt x="777589" y="1374374"/>
                  </a:lnTo>
                  <a:lnTo>
                    <a:pt x="777589" y="1371641"/>
                  </a:lnTo>
                  <a:lnTo>
                    <a:pt x="775144" y="1371641"/>
                  </a:lnTo>
                  <a:lnTo>
                    <a:pt x="769966" y="1369196"/>
                  </a:lnTo>
                  <a:lnTo>
                    <a:pt x="764932" y="1369196"/>
                  </a:lnTo>
                  <a:lnTo>
                    <a:pt x="764932" y="1366751"/>
                  </a:lnTo>
                  <a:lnTo>
                    <a:pt x="762199" y="1366751"/>
                  </a:lnTo>
                  <a:lnTo>
                    <a:pt x="759753" y="1366751"/>
                  </a:lnTo>
                  <a:lnTo>
                    <a:pt x="757164" y="1366751"/>
                  </a:lnTo>
                  <a:lnTo>
                    <a:pt x="757164" y="1364305"/>
                  </a:lnTo>
                  <a:lnTo>
                    <a:pt x="754719" y="1364305"/>
                  </a:lnTo>
                  <a:lnTo>
                    <a:pt x="749541" y="1364305"/>
                  </a:lnTo>
                  <a:lnTo>
                    <a:pt x="746952" y="1361429"/>
                  </a:lnTo>
                  <a:lnTo>
                    <a:pt x="744507" y="1361429"/>
                  </a:lnTo>
                  <a:lnTo>
                    <a:pt x="742061" y="1361429"/>
                  </a:lnTo>
                  <a:lnTo>
                    <a:pt x="742061" y="1358983"/>
                  </a:lnTo>
                  <a:lnTo>
                    <a:pt x="739328" y="1358983"/>
                  </a:lnTo>
                  <a:lnTo>
                    <a:pt x="736883" y="1358983"/>
                  </a:lnTo>
                  <a:lnTo>
                    <a:pt x="731849" y="1356538"/>
                  </a:lnTo>
                  <a:lnTo>
                    <a:pt x="724082" y="1354093"/>
                  </a:lnTo>
                  <a:lnTo>
                    <a:pt x="721636" y="1351360"/>
                  </a:lnTo>
                  <a:lnTo>
                    <a:pt x="713869" y="1348771"/>
                  </a:lnTo>
                  <a:lnTo>
                    <a:pt x="708691" y="1348771"/>
                  </a:lnTo>
                  <a:lnTo>
                    <a:pt x="706246" y="1346326"/>
                  </a:lnTo>
                  <a:lnTo>
                    <a:pt x="698478" y="1343881"/>
                  </a:lnTo>
                  <a:lnTo>
                    <a:pt x="696033" y="1343881"/>
                  </a:lnTo>
                  <a:lnTo>
                    <a:pt x="690999" y="1341148"/>
                  </a:lnTo>
                  <a:lnTo>
                    <a:pt x="688266" y="1341148"/>
                  </a:lnTo>
                  <a:lnTo>
                    <a:pt x="688266" y="1338558"/>
                  </a:lnTo>
                  <a:lnTo>
                    <a:pt x="683232" y="1338558"/>
                  </a:lnTo>
                  <a:lnTo>
                    <a:pt x="680786" y="1338558"/>
                  </a:lnTo>
                  <a:lnTo>
                    <a:pt x="678341" y="1336113"/>
                  </a:lnTo>
                  <a:lnTo>
                    <a:pt x="675608" y="1336113"/>
                  </a:lnTo>
                  <a:lnTo>
                    <a:pt x="673019" y="1333668"/>
                  </a:lnTo>
                  <a:lnTo>
                    <a:pt x="670574" y="1333668"/>
                  </a:lnTo>
                  <a:lnTo>
                    <a:pt x="668129" y="1333668"/>
                  </a:lnTo>
                  <a:lnTo>
                    <a:pt x="668129" y="1330935"/>
                  </a:lnTo>
                  <a:lnTo>
                    <a:pt x="665396" y="1330935"/>
                  </a:lnTo>
                  <a:lnTo>
                    <a:pt x="662950" y="1330935"/>
                  </a:lnTo>
                  <a:lnTo>
                    <a:pt x="660361" y="1330935"/>
                  </a:lnTo>
                  <a:lnTo>
                    <a:pt x="660361" y="1328346"/>
                  </a:lnTo>
                  <a:lnTo>
                    <a:pt x="657916" y="1328346"/>
                  </a:lnTo>
                  <a:lnTo>
                    <a:pt x="652738" y="1325901"/>
                  </a:lnTo>
                  <a:lnTo>
                    <a:pt x="650149" y="1325901"/>
                  </a:lnTo>
                  <a:lnTo>
                    <a:pt x="647703" y="1325901"/>
                  </a:lnTo>
                  <a:lnTo>
                    <a:pt x="647703" y="1323455"/>
                  </a:lnTo>
                  <a:lnTo>
                    <a:pt x="644971" y="1323455"/>
                  </a:lnTo>
                  <a:lnTo>
                    <a:pt x="642525" y="1323455"/>
                  </a:lnTo>
                  <a:lnTo>
                    <a:pt x="639936" y="1323455"/>
                  </a:lnTo>
                  <a:lnTo>
                    <a:pt x="639936" y="1320723"/>
                  </a:lnTo>
                  <a:lnTo>
                    <a:pt x="637491" y="1320723"/>
                  </a:lnTo>
                  <a:lnTo>
                    <a:pt x="634758" y="1318133"/>
                  </a:lnTo>
                  <a:lnTo>
                    <a:pt x="632313" y="1318133"/>
                  </a:lnTo>
                  <a:lnTo>
                    <a:pt x="629724" y="1318133"/>
                  </a:lnTo>
                  <a:lnTo>
                    <a:pt x="627278" y="1318133"/>
                  </a:lnTo>
                  <a:lnTo>
                    <a:pt x="627278" y="1315688"/>
                  </a:lnTo>
                  <a:lnTo>
                    <a:pt x="624546" y="1315688"/>
                  </a:lnTo>
                  <a:lnTo>
                    <a:pt x="622100" y="1315688"/>
                  </a:lnTo>
                  <a:lnTo>
                    <a:pt x="622100" y="1313243"/>
                  </a:lnTo>
                  <a:lnTo>
                    <a:pt x="617066" y="1313243"/>
                  </a:lnTo>
                  <a:lnTo>
                    <a:pt x="614333" y="1313243"/>
                  </a:lnTo>
                  <a:lnTo>
                    <a:pt x="614333" y="1310510"/>
                  </a:lnTo>
                  <a:lnTo>
                    <a:pt x="611888" y="1310510"/>
                  </a:lnTo>
                  <a:lnTo>
                    <a:pt x="609299" y="1310510"/>
                  </a:lnTo>
                  <a:lnTo>
                    <a:pt x="606853" y="1307921"/>
                  </a:lnTo>
                  <a:lnTo>
                    <a:pt x="604408" y="1307921"/>
                  </a:lnTo>
                  <a:lnTo>
                    <a:pt x="601675" y="1307921"/>
                  </a:lnTo>
                  <a:lnTo>
                    <a:pt x="601675" y="1305476"/>
                  </a:lnTo>
                  <a:lnTo>
                    <a:pt x="599086" y="1305476"/>
                  </a:lnTo>
                  <a:lnTo>
                    <a:pt x="596641" y="1305476"/>
                  </a:lnTo>
                  <a:lnTo>
                    <a:pt x="596641" y="1303030"/>
                  </a:lnTo>
                  <a:lnTo>
                    <a:pt x="591463" y="1303030"/>
                  </a:lnTo>
                  <a:lnTo>
                    <a:pt x="586428" y="1300297"/>
                  </a:lnTo>
                  <a:lnTo>
                    <a:pt x="583983" y="1300297"/>
                  </a:lnTo>
                  <a:lnTo>
                    <a:pt x="581250" y="1297708"/>
                  </a:lnTo>
                  <a:lnTo>
                    <a:pt x="578805" y="1297708"/>
                  </a:lnTo>
                  <a:lnTo>
                    <a:pt x="573771" y="1295263"/>
                  </a:lnTo>
                  <a:lnTo>
                    <a:pt x="571038" y="1295263"/>
                  </a:lnTo>
                  <a:lnTo>
                    <a:pt x="566003" y="1292818"/>
                  </a:lnTo>
                  <a:lnTo>
                    <a:pt x="560825" y="1290229"/>
                  </a:lnTo>
                  <a:lnTo>
                    <a:pt x="558380" y="1290229"/>
                  </a:lnTo>
                  <a:lnTo>
                    <a:pt x="558380" y="1287496"/>
                  </a:lnTo>
                  <a:lnTo>
                    <a:pt x="555791" y="1287496"/>
                  </a:lnTo>
                  <a:lnTo>
                    <a:pt x="553346" y="1287496"/>
                  </a:lnTo>
                  <a:lnTo>
                    <a:pt x="550613" y="1285051"/>
                  </a:lnTo>
                  <a:lnTo>
                    <a:pt x="548167" y="1285051"/>
                  </a:lnTo>
                  <a:lnTo>
                    <a:pt x="545578" y="1285051"/>
                  </a:lnTo>
                  <a:lnTo>
                    <a:pt x="545578" y="1282605"/>
                  </a:lnTo>
                  <a:lnTo>
                    <a:pt x="543133" y="1282605"/>
                  </a:lnTo>
                  <a:lnTo>
                    <a:pt x="540400" y="1282605"/>
                  </a:lnTo>
                  <a:lnTo>
                    <a:pt x="537955" y="1280016"/>
                  </a:lnTo>
                  <a:lnTo>
                    <a:pt x="535366" y="1280016"/>
                  </a:lnTo>
                  <a:lnTo>
                    <a:pt x="532921" y="1280016"/>
                  </a:lnTo>
                  <a:lnTo>
                    <a:pt x="532921" y="1277283"/>
                  </a:lnTo>
                  <a:lnTo>
                    <a:pt x="530475" y="1277283"/>
                  </a:lnTo>
                  <a:lnTo>
                    <a:pt x="527742" y="1277283"/>
                  </a:lnTo>
                  <a:lnTo>
                    <a:pt x="525153" y="1274838"/>
                  </a:lnTo>
                  <a:lnTo>
                    <a:pt x="522708" y="1274838"/>
                  </a:lnTo>
                  <a:lnTo>
                    <a:pt x="520263" y="1274838"/>
                  </a:lnTo>
                  <a:lnTo>
                    <a:pt x="517530" y="1272393"/>
                  </a:lnTo>
                  <a:lnTo>
                    <a:pt x="515085" y="1272393"/>
                  </a:lnTo>
                  <a:lnTo>
                    <a:pt x="515085" y="1269947"/>
                  </a:lnTo>
                  <a:lnTo>
                    <a:pt x="512496" y="1269947"/>
                  </a:lnTo>
                  <a:lnTo>
                    <a:pt x="510050" y="1269947"/>
                  </a:lnTo>
                  <a:lnTo>
                    <a:pt x="507317" y="1267215"/>
                  </a:lnTo>
                  <a:lnTo>
                    <a:pt x="504872" y="1267215"/>
                  </a:lnTo>
                  <a:lnTo>
                    <a:pt x="502283" y="1264626"/>
                  </a:lnTo>
                  <a:lnTo>
                    <a:pt x="499838" y="1264626"/>
                  </a:lnTo>
                  <a:lnTo>
                    <a:pt x="497105" y="1264626"/>
                  </a:lnTo>
                  <a:lnTo>
                    <a:pt x="497105" y="1262180"/>
                  </a:lnTo>
                  <a:lnTo>
                    <a:pt x="494660" y="1262180"/>
                  </a:lnTo>
                  <a:lnTo>
                    <a:pt x="492071" y="1262180"/>
                  </a:lnTo>
                  <a:lnTo>
                    <a:pt x="486892" y="1259735"/>
                  </a:lnTo>
                  <a:lnTo>
                    <a:pt x="484447" y="1257002"/>
                  </a:lnTo>
                  <a:lnTo>
                    <a:pt x="476680" y="1254413"/>
                  </a:lnTo>
                  <a:lnTo>
                    <a:pt x="474235" y="1254413"/>
                  </a:lnTo>
                  <a:lnTo>
                    <a:pt x="471645" y="1251968"/>
                  </a:lnTo>
                  <a:lnTo>
                    <a:pt x="469200" y="1251968"/>
                  </a:lnTo>
                  <a:lnTo>
                    <a:pt x="466467" y="1249522"/>
                  </a:lnTo>
                  <a:lnTo>
                    <a:pt x="464022" y="1249522"/>
                  </a:lnTo>
                  <a:lnTo>
                    <a:pt x="461433" y="1249522"/>
                  </a:lnTo>
                  <a:lnTo>
                    <a:pt x="458988" y="1246790"/>
                  </a:lnTo>
                  <a:lnTo>
                    <a:pt x="451220" y="1244201"/>
                  </a:lnTo>
                  <a:lnTo>
                    <a:pt x="448775" y="1244201"/>
                  </a:lnTo>
                  <a:lnTo>
                    <a:pt x="448775" y="1241755"/>
                  </a:lnTo>
                  <a:lnTo>
                    <a:pt x="443597" y="1241755"/>
                  </a:lnTo>
                  <a:lnTo>
                    <a:pt x="443597" y="1239310"/>
                  </a:lnTo>
                  <a:lnTo>
                    <a:pt x="441008" y="1239310"/>
                  </a:lnTo>
                  <a:lnTo>
                    <a:pt x="438563" y="1239310"/>
                  </a:lnTo>
                  <a:lnTo>
                    <a:pt x="438563" y="1236577"/>
                  </a:lnTo>
                  <a:lnTo>
                    <a:pt x="436117" y="1236577"/>
                  </a:lnTo>
                  <a:lnTo>
                    <a:pt x="433385" y="1236577"/>
                  </a:lnTo>
                  <a:lnTo>
                    <a:pt x="430939" y="1233988"/>
                  </a:lnTo>
                  <a:lnTo>
                    <a:pt x="428350" y="1233988"/>
                  </a:lnTo>
                  <a:lnTo>
                    <a:pt x="425905" y="1231543"/>
                  </a:lnTo>
                  <a:lnTo>
                    <a:pt x="423172" y="1231543"/>
                  </a:lnTo>
                  <a:lnTo>
                    <a:pt x="420727" y="1231543"/>
                  </a:lnTo>
                  <a:lnTo>
                    <a:pt x="420727" y="1229097"/>
                  </a:lnTo>
                  <a:lnTo>
                    <a:pt x="418138" y="1229097"/>
                  </a:lnTo>
                  <a:lnTo>
                    <a:pt x="415692" y="1229097"/>
                  </a:lnTo>
                  <a:lnTo>
                    <a:pt x="412960" y="1226364"/>
                  </a:lnTo>
                  <a:lnTo>
                    <a:pt x="405480" y="1223776"/>
                  </a:lnTo>
                  <a:lnTo>
                    <a:pt x="402747" y="1223776"/>
                  </a:lnTo>
                  <a:lnTo>
                    <a:pt x="402747" y="1221330"/>
                  </a:lnTo>
                  <a:lnTo>
                    <a:pt x="400302" y="1221330"/>
                  </a:lnTo>
                  <a:lnTo>
                    <a:pt x="395267" y="1218885"/>
                  </a:lnTo>
                  <a:lnTo>
                    <a:pt x="392534" y="1218885"/>
                  </a:lnTo>
                  <a:lnTo>
                    <a:pt x="390089" y="1216152"/>
                  </a:lnTo>
                  <a:lnTo>
                    <a:pt x="387500" y="1216152"/>
                  </a:lnTo>
                  <a:lnTo>
                    <a:pt x="382610" y="1213563"/>
                  </a:lnTo>
                  <a:lnTo>
                    <a:pt x="379877" y="1211118"/>
                  </a:lnTo>
                  <a:lnTo>
                    <a:pt x="377288" y="1211118"/>
                  </a:lnTo>
                  <a:lnTo>
                    <a:pt x="374842" y="1211118"/>
                  </a:lnTo>
                  <a:lnTo>
                    <a:pt x="374842" y="1208672"/>
                  </a:lnTo>
                  <a:lnTo>
                    <a:pt x="372397" y="1208672"/>
                  </a:lnTo>
                  <a:lnTo>
                    <a:pt x="369664" y="1208672"/>
                  </a:lnTo>
                  <a:lnTo>
                    <a:pt x="367075" y="1205939"/>
                  </a:lnTo>
                  <a:lnTo>
                    <a:pt x="364630" y="1205939"/>
                  </a:lnTo>
                  <a:lnTo>
                    <a:pt x="359452" y="1203351"/>
                  </a:lnTo>
                  <a:lnTo>
                    <a:pt x="359452" y="1200905"/>
                  </a:lnTo>
                  <a:lnTo>
                    <a:pt x="356863" y="1200905"/>
                  </a:lnTo>
                  <a:lnTo>
                    <a:pt x="354417" y="1200905"/>
                  </a:lnTo>
                  <a:lnTo>
                    <a:pt x="351972" y="1198460"/>
                  </a:lnTo>
                  <a:lnTo>
                    <a:pt x="349239" y="1198460"/>
                  </a:lnTo>
                  <a:lnTo>
                    <a:pt x="346650" y="1198460"/>
                  </a:lnTo>
                  <a:lnTo>
                    <a:pt x="346650" y="1195871"/>
                  </a:lnTo>
                  <a:lnTo>
                    <a:pt x="344205" y="1195871"/>
                  </a:lnTo>
                  <a:lnTo>
                    <a:pt x="341760" y="1193138"/>
                  </a:lnTo>
                  <a:lnTo>
                    <a:pt x="336438" y="1190693"/>
                  </a:lnTo>
                  <a:lnTo>
                    <a:pt x="333992" y="1190693"/>
                  </a:lnTo>
                  <a:lnTo>
                    <a:pt x="331547" y="1190693"/>
                  </a:lnTo>
                  <a:lnTo>
                    <a:pt x="328814" y="1188247"/>
                  </a:lnTo>
                  <a:lnTo>
                    <a:pt x="323780" y="1185658"/>
                  </a:lnTo>
                  <a:lnTo>
                    <a:pt x="321335" y="1185658"/>
                  </a:lnTo>
                  <a:lnTo>
                    <a:pt x="318602" y="1182926"/>
                  </a:lnTo>
                  <a:lnTo>
                    <a:pt x="316156" y="1182926"/>
                  </a:lnTo>
                  <a:lnTo>
                    <a:pt x="313567" y="1180480"/>
                  </a:lnTo>
                  <a:lnTo>
                    <a:pt x="311122" y="1180480"/>
                  </a:lnTo>
                  <a:lnTo>
                    <a:pt x="308677" y="1180480"/>
                  </a:lnTo>
                  <a:lnTo>
                    <a:pt x="308677" y="1178035"/>
                  </a:lnTo>
                  <a:lnTo>
                    <a:pt x="305944" y="1178035"/>
                  </a:lnTo>
                  <a:lnTo>
                    <a:pt x="303355" y="1178035"/>
                  </a:lnTo>
                  <a:lnTo>
                    <a:pt x="300910" y="1175590"/>
                  </a:lnTo>
                  <a:lnTo>
                    <a:pt x="298464" y="1175590"/>
                  </a:lnTo>
                  <a:lnTo>
                    <a:pt x="295731" y="1172857"/>
                  </a:lnTo>
                  <a:lnTo>
                    <a:pt x="293142" y="1172857"/>
                  </a:lnTo>
                  <a:lnTo>
                    <a:pt x="293142" y="1170268"/>
                  </a:lnTo>
                  <a:lnTo>
                    <a:pt x="290697" y="1170268"/>
                  </a:lnTo>
                  <a:lnTo>
                    <a:pt x="288252" y="1170268"/>
                  </a:lnTo>
                  <a:lnTo>
                    <a:pt x="288252" y="1167822"/>
                  </a:lnTo>
                  <a:lnTo>
                    <a:pt x="285519" y="1167822"/>
                  </a:lnTo>
                  <a:lnTo>
                    <a:pt x="282930" y="1167822"/>
                  </a:lnTo>
                  <a:lnTo>
                    <a:pt x="280485" y="1165377"/>
                  </a:lnTo>
                  <a:lnTo>
                    <a:pt x="272717" y="1160055"/>
                  </a:lnTo>
                  <a:lnTo>
                    <a:pt x="270272" y="1160055"/>
                  </a:lnTo>
                  <a:lnTo>
                    <a:pt x="267827" y="1157610"/>
                  </a:lnTo>
                  <a:lnTo>
                    <a:pt x="265094" y="1157610"/>
                  </a:lnTo>
                  <a:lnTo>
                    <a:pt x="262649" y="1157610"/>
                  </a:lnTo>
                  <a:lnTo>
                    <a:pt x="260059" y="1155165"/>
                  </a:lnTo>
                  <a:lnTo>
                    <a:pt x="257614" y="1155165"/>
                  </a:lnTo>
                  <a:lnTo>
                    <a:pt x="247402" y="1149843"/>
                  </a:lnTo>
                  <a:lnTo>
                    <a:pt x="244669" y="1147397"/>
                  </a:lnTo>
                  <a:lnTo>
                    <a:pt x="242080" y="1147397"/>
                  </a:lnTo>
                  <a:lnTo>
                    <a:pt x="239634" y="1147397"/>
                  </a:lnTo>
                  <a:lnTo>
                    <a:pt x="239634" y="1144952"/>
                  </a:lnTo>
                  <a:lnTo>
                    <a:pt x="237189" y="1144952"/>
                  </a:lnTo>
                  <a:lnTo>
                    <a:pt x="234744" y="1144952"/>
                  </a:lnTo>
                  <a:lnTo>
                    <a:pt x="234744" y="1142219"/>
                  </a:lnTo>
                  <a:lnTo>
                    <a:pt x="232011" y="1142219"/>
                  </a:lnTo>
                  <a:lnTo>
                    <a:pt x="229422" y="1142219"/>
                  </a:lnTo>
                  <a:lnTo>
                    <a:pt x="229422" y="1139630"/>
                  </a:lnTo>
                  <a:lnTo>
                    <a:pt x="226977" y="1139630"/>
                  </a:lnTo>
                  <a:lnTo>
                    <a:pt x="224531" y="1139630"/>
                  </a:lnTo>
                  <a:lnTo>
                    <a:pt x="224531" y="1137185"/>
                  </a:lnTo>
                  <a:lnTo>
                    <a:pt x="221799" y="1137185"/>
                  </a:lnTo>
                  <a:lnTo>
                    <a:pt x="219209" y="1137185"/>
                  </a:lnTo>
                  <a:lnTo>
                    <a:pt x="204106" y="1126972"/>
                  </a:lnTo>
                  <a:lnTo>
                    <a:pt x="201374" y="1126972"/>
                  </a:lnTo>
                  <a:lnTo>
                    <a:pt x="198784" y="1124527"/>
                  </a:lnTo>
                  <a:lnTo>
                    <a:pt x="196339" y="1124527"/>
                  </a:lnTo>
                  <a:lnTo>
                    <a:pt x="193894" y="1124527"/>
                  </a:lnTo>
                  <a:lnTo>
                    <a:pt x="193894" y="1121794"/>
                  </a:lnTo>
                  <a:lnTo>
                    <a:pt x="191161" y="1121794"/>
                  </a:lnTo>
                  <a:lnTo>
                    <a:pt x="188572" y="1119205"/>
                  </a:lnTo>
                  <a:lnTo>
                    <a:pt x="186127" y="1119205"/>
                  </a:lnTo>
                  <a:lnTo>
                    <a:pt x="180948" y="1116760"/>
                  </a:lnTo>
                  <a:lnTo>
                    <a:pt x="178503" y="1114315"/>
                  </a:lnTo>
                  <a:lnTo>
                    <a:pt x="175914" y="1114315"/>
                  </a:lnTo>
                  <a:lnTo>
                    <a:pt x="173469" y="1114315"/>
                  </a:lnTo>
                  <a:lnTo>
                    <a:pt x="170736" y="1111869"/>
                  </a:lnTo>
                  <a:lnTo>
                    <a:pt x="168147" y="1109136"/>
                  </a:lnTo>
                  <a:lnTo>
                    <a:pt x="165702" y="1109136"/>
                  </a:lnTo>
                  <a:lnTo>
                    <a:pt x="163256" y="1106547"/>
                  </a:lnTo>
                  <a:lnTo>
                    <a:pt x="160811" y="1106547"/>
                  </a:lnTo>
                  <a:lnTo>
                    <a:pt x="158078" y="1104102"/>
                  </a:lnTo>
                  <a:lnTo>
                    <a:pt x="155489" y="1104102"/>
                  </a:lnTo>
                  <a:lnTo>
                    <a:pt x="153044" y="1101513"/>
                  </a:lnTo>
                  <a:lnTo>
                    <a:pt x="150599" y="1098780"/>
                  </a:lnTo>
                  <a:lnTo>
                    <a:pt x="147866" y="1098780"/>
                  </a:lnTo>
                  <a:lnTo>
                    <a:pt x="145277" y="1098780"/>
                  </a:lnTo>
                  <a:lnTo>
                    <a:pt x="142831" y="1096335"/>
                  </a:lnTo>
                  <a:lnTo>
                    <a:pt x="140386" y="1096335"/>
                  </a:lnTo>
                  <a:lnTo>
                    <a:pt x="140386" y="1093890"/>
                  </a:lnTo>
                  <a:lnTo>
                    <a:pt x="137653" y="1093890"/>
                  </a:lnTo>
                  <a:lnTo>
                    <a:pt x="127441" y="1088568"/>
                  </a:lnTo>
                  <a:lnTo>
                    <a:pt x="124852" y="1088568"/>
                  </a:lnTo>
                  <a:lnTo>
                    <a:pt x="124852" y="1086122"/>
                  </a:lnTo>
                  <a:lnTo>
                    <a:pt x="122406" y="1086122"/>
                  </a:lnTo>
                  <a:lnTo>
                    <a:pt x="119961" y="1083677"/>
                  </a:lnTo>
                  <a:lnTo>
                    <a:pt x="117228" y="1083677"/>
                  </a:lnTo>
                  <a:lnTo>
                    <a:pt x="112194" y="1081232"/>
                  </a:lnTo>
                  <a:lnTo>
                    <a:pt x="107016" y="1078499"/>
                  </a:lnTo>
                  <a:lnTo>
                    <a:pt x="104427" y="1075910"/>
                  </a:lnTo>
                  <a:lnTo>
                    <a:pt x="101981" y="1075910"/>
                  </a:lnTo>
                  <a:lnTo>
                    <a:pt x="94214" y="1071019"/>
                  </a:lnTo>
                  <a:lnTo>
                    <a:pt x="91769" y="1071019"/>
                  </a:lnTo>
                  <a:lnTo>
                    <a:pt x="89324" y="1068286"/>
                  </a:lnTo>
                  <a:lnTo>
                    <a:pt x="86878" y="1068286"/>
                  </a:lnTo>
                  <a:lnTo>
                    <a:pt x="84002" y="1065697"/>
                  </a:lnTo>
                  <a:lnTo>
                    <a:pt x="81556" y="1065697"/>
                  </a:lnTo>
                  <a:lnTo>
                    <a:pt x="81556" y="1063252"/>
                  </a:lnTo>
                  <a:lnTo>
                    <a:pt x="79111" y="1063252"/>
                  </a:lnTo>
                  <a:lnTo>
                    <a:pt x="79111" y="1063252"/>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71" name="Freeform: Shape 7">
              <a:extLst>
                <a:ext uri="{FF2B5EF4-FFF2-40B4-BE49-F238E27FC236}">
                  <a16:creationId xmlns:a16="http://schemas.microsoft.com/office/drawing/2014/main" id="{1A676206-F88E-4BCD-D984-EF00805B7A68}"/>
                </a:ext>
              </a:extLst>
            </p:cNvPr>
            <p:cNvSpPr/>
            <p:nvPr/>
          </p:nvSpPr>
          <p:spPr>
            <a:xfrm>
              <a:off x="8129361" y="4847770"/>
              <a:ext cx="1232622" cy="1868388"/>
            </a:xfrm>
            <a:custGeom>
              <a:avLst/>
              <a:gdLst>
                <a:gd name="connsiteX0" fmla="*/ 453810 w 815706"/>
                <a:gd name="connsiteY0" fmla="*/ 12658 h 1236433"/>
                <a:gd name="connsiteX1" fmla="*/ 451077 w 815706"/>
                <a:gd name="connsiteY1" fmla="*/ 12658 h 1236433"/>
                <a:gd name="connsiteX2" fmla="*/ 451077 w 815706"/>
                <a:gd name="connsiteY2" fmla="*/ 15103 h 1236433"/>
                <a:gd name="connsiteX3" fmla="*/ 451077 w 815706"/>
                <a:gd name="connsiteY3" fmla="*/ 17692 h 1236433"/>
                <a:gd name="connsiteX4" fmla="*/ 451077 w 815706"/>
                <a:gd name="connsiteY4" fmla="*/ 20425 h 1236433"/>
                <a:gd name="connsiteX5" fmla="*/ 453810 w 815706"/>
                <a:gd name="connsiteY5" fmla="*/ 22870 h 1236433"/>
                <a:gd name="connsiteX6" fmla="*/ 451077 w 815706"/>
                <a:gd name="connsiteY6" fmla="*/ 22870 h 1236433"/>
                <a:gd name="connsiteX7" fmla="*/ 453810 w 815706"/>
                <a:gd name="connsiteY7" fmla="*/ 25316 h 1236433"/>
                <a:gd name="connsiteX8" fmla="*/ 451077 w 815706"/>
                <a:gd name="connsiteY8" fmla="*/ 25316 h 1236433"/>
                <a:gd name="connsiteX9" fmla="*/ 453810 w 815706"/>
                <a:gd name="connsiteY9" fmla="*/ 25316 h 1236433"/>
                <a:gd name="connsiteX10" fmla="*/ 453810 w 815706"/>
                <a:gd name="connsiteY10" fmla="*/ 27905 h 1236433"/>
                <a:gd name="connsiteX11" fmla="*/ 453810 w 815706"/>
                <a:gd name="connsiteY11" fmla="*/ 30638 h 1236433"/>
                <a:gd name="connsiteX12" fmla="*/ 453810 w 815706"/>
                <a:gd name="connsiteY12" fmla="*/ 33083 h 1236433"/>
                <a:gd name="connsiteX13" fmla="*/ 453810 w 815706"/>
                <a:gd name="connsiteY13" fmla="*/ 35528 h 1236433"/>
                <a:gd name="connsiteX14" fmla="*/ 456255 w 815706"/>
                <a:gd name="connsiteY14" fmla="*/ 35528 h 1236433"/>
                <a:gd name="connsiteX15" fmla="*/ 453810 w 815706"/>
                <a:gd name="connsiteY15" fmla="*/ 38117 h 1236433"/>
                <a:gd name="connsiteX16" fmla="*/ 453810 w 815706"/>
                <a:gd name="connsiteY16" fmla="*/ 40850 h 1236433"/>
                <a:gd name="connsiteX17" fmla="*/ 453810 w 815706"/>
                <a:gd name="connsiteY17" fmla="*/ 43295 h 1236433"/>
                <a:gd name="connsiteX18" fmla="*/ 453810 w 815706"/>
                <a:gd name="connsiteY18" fmla="*/ 45741 h 1236433"/>
                <a:gd name="connsiteX19" fmla="*/ 453810 w 815706"/>
                <a:gd name="connsiteY19" fmla="*/ 48186 h 1236433"/>
                <a:gd name="connsiteX20" fmla="*/ 453810 w 815706"/>
                <a:gd name="connsiteY20" fmla="*/ 50919 h 1236433"/>
                <a:gd name="connsiteX21" fmla="*/ 453810 w 815706"/>
                <a:gd name="connsiteY21" fmla="*/ 53508 h 1236433"/>
                <a:gd name="connsiteX22" fmla="*/ 451077 w 815706"/>
                <a:gd name="connsiteY22" fmla="*/ 53508 h 1236433"/>
                <a:gd name="connsiteX23" fmla="*/ 453810 w 815706"/>
                <a:gd name="connsiteY23" fmla="*/ 55953 h 1236433"/>
                <a:gd name="connsiteX24" fmla="*/ 453810 w 815706"/>
                <a:gd name="connsiteY24" fmla="*/ 58398 h 1236433"/>
                <a:gd name="connsiteX25" fmla="*/ 453810 w 815706"/>
                <a:gd name="connsiteY25" fmla="*/ 61131 h 1236433"/>
                <a:gd name="connsiteX26" fmla="*/ 456255 w 815706"/>
                <a:gd name="connsiteY26" fmla="*/ 61131 h 1236433"/>
                <a:gd name="connsiteX27" fmla="*/ 456255 w 815706"/>
                <a:gd name="connsiteY27" fmla="*/ 63720 h 1236433"/>
                <a:gd name="connsiteX28" fmla="*/ 453810 w 815706"/>
                <a:gd name="connsiteY28" fmla="*/ 63720 h 1236433"/>
                <a:gd name="connsiteX29" fmla="*/ 453810 w 815706"/>
                <a:gd name="connsiteY29" fmla="*/ 66166 h 1236433"/>
                <a:gd name="connsiteX30" fmla="*/ 453810 w 815706"/>
                <a:gd name="connsiteY30" fmla="*/ 68611 h 1236433"/>
                <a:gd name="connsiteX31" fmla="*/ 456255 w 815706"/>
                <a:gd name="connsiteY31" fmla="*/ 68611 h 1236433"/>
                <a:gd name="connsiteX32" fmla="*/ 456255 w 815706"/>
                <a:gd name="connsiteY32" fmla="*/ 71344 h 1236433"/>
                <a:gd name="connsiteX33" fmla="*/ 456255 w 815706"/>
                <a:gd name="connsiteY33" fmla="*/ 73933 h 1236433"/>
                <a:gd name="connsiteX34" fmla="*/ 458700 w 815706"/>
                <a:gd name="connsiteY34" fmla="*/ 73933 h 1236433"/>
                <a:gd name="connsiteX35" fmla="*/ 458700 w 815706"/>
                <a:gd name="connsiteY35" fmla="*/ 76378 h 1236433"/>
                <a:gd name="connsiteX36" fmla="*/ 458700 w 815706"/>
                <a:gd name="connsiteY36" fmla="*/ 78823 h 1236433"/>
                <a:gd name="connsiteX37" fmla="*/ 458700 w 815706"/>
                <a:gd name="connsiteY37" fmla="*/ 81412 h 1236433"/>
                <a:gd name="connsiteX38" fmla="*/ 458700 w 815706"/>
                <a:gd name="connsiteY38" fmla="*/ 84145 h 1236433"/>
                <a:gd name="connsiteX39" fmla="*/ 458700 w 815706"/>
                <a:gd name="connsiteY39" fmla="*/ 81412 h 1236433"/>
                <a:gd name="connsiteX40" fmla="*/ 458700 w 815706"/>
                <a:gd name="connsiteY40" fmla="*/ 84145 h 1236433"/>
                <a:gd name="connsiteX41" fmla="*/ 461289 w 815706"/>
                <a:gd name="connsiteY41" fmla="*/ 84145 h 1236433"/>
                <a:gd name="connsiteX42" fmla="*/ 458700 w 815706"/>
                <a:gd name="connsiteY42" fmla="*/ 84145 h 1236433"/>
                <a:gd name="connsiteX43" fmla="*/ 458700 w 815706"/>
                <a:gd name="connsiteY43" fmla="*/ 86591 h 1236433"/>
                <a:gd name="connsiteX44" fmla="*/ 458700 w 815706"/>
                <a:gd name="connsiteY44" fmla="*/ 89036 h 1236433"/>
                <a:gd name="connsiteX45" fmla="*/ 461289 w 815706"/>
                <a:gd name="connsiteY45" fmla="*/ 86591 h 1236433"/>
                <a:gd name="connsiteX46" fmla="*/ 461289 w 815706"/>
                <a:gd name="connsiteY46" fmla="*/ 84145 h 1236433"/>
                <a:gd name="connsiteX47" fmla="*/ 461289 w 815706"/>
                <a:gd name="connsiteY47" fmla="*/ 86591 h 1236433"/>
                <a:gd name="connsiteX48" fmla="*/ 463734 w 815706"/>
                <a:gd name="connsiteY48" fmla="*/ 86591 h 1236433"/>
                <a:gd name="connsiteX49" fmla="*/ 461289 w 815706"/>
                <a:gd name="connsiteY49" fmla="*/ 86591 h 1236433"/>
                <a:gd name="connsiteX50" fmla="*/ 461289 w 815706"/>
                <a:gd name="connsiteY50" fmla="*/ 89036 h 1236433"/>
                <a:gd name="connsiteX51" fmla="*/ 458700 w 815706"/>
                <a:gd name="connsiteY51" fmla="*/ 89036 h 1236433"/>
                <a:gd name="connsiteX52" fmla="*/ 461289 w 815706"/>
                <a:gd name="connsiteY52" fmla="*/ 89036 h 1236433"/>
                <a:gd name="connsiteX53" fmla="*/ 458700 w 815706"/>
                <a:gd name="connsiteY53" fmla="*/ 89036 h 1236433"/>
                <a:gd name="connsiteX54" fmla="*/ 461289 w 815706"/>
                <a:gd name="connsiteY54" fmla="*/ 89036 h 1236433"/>
                <a:gd name="connsiteX55" fmla="*/ 458700 w 815706"/>
                <a:gd name="connsiteY55" fmla="*/ 89036 h 1236433"/>
                <a:gd name="connsiteX56" fmla="*/ 458700 w 815706"/>
                <a:gd name="connsiteY56" fmla="*/ 91625 h 1236433"/>
                <a:gd name="connsiteX57" fmla="*/ 456255 w 815706"/>
                <a:gd name="connsiteY57" fmla="*/ 91625 h 1236433"/>
                <a:gd name="connsiteX58" fmla="*/ 456255 w 815706"/>
                <a:gd name="connsiteY58" fmla="*/ 94358 h 1236433"/>
                <a:gd name="connsiteX59" fmla="*/ 456255 w 815706"/>
                <a:gd name="connsiteY59" fmla="*/ 96803 h 1236433"/>
                <a:gd name="connsiteX60" fmla="*/ 453810 w 815706"/>
                <a:gd name="connsiteY60" fmla="*/ 96803 h 1236433"/>
                <a:gd name="connsiteX61" fmla="*/ 456255 w 815706"/>
                <a:gd name="connsiteY61" fmla="*/ 96803 h 1236433"/>
                <a:gd name="connsiteX62" fmla="*/ 456255 w 815706"/>
                <a:gd name="connsiteY62" fmla="*/ 99248 h 1236433"/>
                <a:gd name="connsiteX63" fmla="*/ 453810 w 815706"/>
                <a:gd name="connsiteY63" fmla="*/ 99248 h 1236433"/>
                <a:gd name="connsiteX64" fmla="*/ 453810 w 815706"/>
                <a:gd name="connsiteY64" fmla="*/ 101837 h 1236433"/>
                <a:gd name="connsiteX65" fmla="*/ 456255 w 815706"/>
                <a:gd name="connsiteY65" fmla="*/ 101837 h 1236433"/>
                <a:gd name="connsiteX66" fmla="*/ 456255 w 815706"/>
                <a:gd name="connsiteY66" fmla="*/ 99248 h 1236433"/>
                <a:gd name="connsiteX67" fmla="*/ 456255 w 815706"/>
                <a:gd name="connsiteY67" fmla="*/ 101837 h 1236433"/>
                <a:gd name="connsiteX68" fmla="*/ 453810 w 815706"/>
                <a:gd name="connsiteY68" fmla="*/ 104570 h 1236433"/>
                <a:gd name="connsiteX69" fmla="*/ 456255 w 815706"/>
                <a:gd name="connsiteY69" fmla="*/ 104570 h 1236433"/>
                <a:gd name="connsiteX70" fmla="*/ 456255 w 815706"/>
                <a:gd name="connsiteY70" fmla="*/ 107016 h 1236433"/>
                <a:gd name="connsiteX71" fmla="*/ 456255 w 815706"/>
                <a:gd name="connsiteY71" fmla="*/ 109461 h 1236433"/>
                <a:gd name="connsiteX72" fmla="*/ 456255 w 815706"/>
                <a:gd name="connsiteY72" fmla="*/ 112050 h 1236433"/>
                <a:gd name="connsiteX73" fmla="*/ 453810 w 815706"/>
                <a:gd name="connsiteY73" fmla="*/ 112050 h 1236433"/>
                <a:gd name="connsiteX74" fmla="*/ 453810 w 815706"/>
                <a:gd name="connsiteY74" fmla="*/ 114783 h 1236433"/>
                <a:gd name="connsiteX75" fmla="*/ 456255 w 815706"/>
                <a:gd name="connsiteY75" fmla="*/ 117228 h 1236433"/>
                <a:gd name="connsiteX76" fmla="*/ 456255 w 815706"/>
                <a:gd name="connsiteY76" fmla="*/ 119673 h 1236433"/>
                <a:gd name="connsiteX77" fmla="*/ 456255 w 815706"/>
                <a:gd name="connsiteY77" fmla="*/ 122262 h 1236433"/>
                <a:gd name="connsiteX78" fmla="*/ 456255 w 815706"/>
                <a:gd name="connsiteY78" fmla="*/ 124995 h 1236433"/>
                <a:gd name="connsiteX79" fmla="*/ 458700 w 815706"/>
                <a:gd name="connsiteY79" fmla="*/ 124995 h 1236433"/>
                <a:gd name="connsiteX80" fmla="*/ 458700 w 815706"/>
                <a:gd name="connsiteY80" fmla="*/ 127441 h 1236433"/>
                <a:gd name="connsiteX81" fmla="*/ 461289 w 815706"/>
                <a:gd name="connsiteY81" fmla="*/ 127441 h 1236433"/>
                <a:gd name="connsiteX82" fmla="*/ 461289 w 815706"/>
                <a:gd name="connsiteY82" fmla="*/ 129886 h 1236433"/>
                <a:gd name="connsiteX83" fmla="*/ 461289 w 815706"/>
                <a:gd name="connsiteY83" fmla="*/ 132331 h 1236433"/>
                <a:gd name="connsiteX84" fmla="*/ 463734 w 815706"/>
                <a:gd name="connsiteY84" fmla="*/ 132331 h 1236433"/>
                <a:gd name="connsiteX85" fmla="*/ 466467 w 815706"/>
                <a:gd name="connsiteY85" fmla="*/ 132331 h 1236433"/>
                <a:gd name="connsiteX86" fmla="*/ 466467 w 815706"/>
                <a:gd name="connsiteY86" fmla="*/ 135208 h 1236433"/>
                <a:gd name="connsiteX87" fmla="*/ 466467 w 815706"/>
                <a:gd name="connsiteY87" fmla="*/ 137653 h 1236433"/>
                <a:gd name="connsiteX88" fmla="*/ 468913 w 815706"/>
                <a:gd name="connsiteY88" fmla="*/ 137653 h 1236433"/>
                <a:gd name="connsiteX89" fmla="*/ 466467 w 815706"/>
                <a:gd name="connsiteY89" fmla="*/ 140098 h 1236433"/>
                <a:gd name="connsiteX90" fmla="*/ 466467 w 815706"/>
                <a:gd name="connsiteY90" fmla="*/ 142544 h 1236433"/>
                <a:gd name="connsiteX91" fmla="*/ 468913 w 815706"/>
                <a:gd name="connsiteY91" fmla="*/ 142544 h 1236433"/>
                <a:gd name="connsiteX92" fmla="*/ 468913 w 815706"/>
                <a:gd name="connsiteY92" fmla="*/ 145277 h 1236433"/>
                <a:gd name="connsiteX93" fmla="*/ 471502 w 815706"/>
                <a:gd name="connsiteY93" fmla="*/ 145277 h 1236433"/>
                <a:gd name="connsiteX94" fmla="*/ 471502 w 815706"/>
                <a:gd name="connsiteY94" fmla="*/ 147866 h 1236433"/>
                <a:gd name="connsiteX95" fmla="*/ 473947 w 815706"/>
                <a:gd name="connsiteY95" fmla="*/ 147866 h 1236433"/>
                <a:gd name="connsiteX96" fmla="*/ 473947 w 815706"/>
                <a:gd name="connsiteY96" fmla="*/ 150311 h 1236433"/>
                <a:gd name="connsiteX97" fmla="*/ 473947 w 815706"/>
                <a:gd name="connsiteY97" fmla="*/ 152756 h 1236433"/>
                <a:gd name="connsiteX98" fmla="*/ 473947 w 815706"/>
                <a:gd name="connsiteY98" fmla="*/ 155489 h 1236433"/>
                <a:gd name="connsiteX99" fmla="*/ 476680 w 815706"/>
                <a:gd name="connsiteY99" fmla="*/ 155489 h 1236433"/>
                <a:gd name="connsiteX100" fmla="*/ 476680 w 815706"/>
                <a:gd name="connsiteY100" fmla="*/ 158078 h 1236433"/>
                <a:gd name="connsiteX101" fmla="*/ 476680 w 815706"/>
                <a:gd name="connsiteY101" fmla="*/ 160523 h 1236433"/>
                <a:gd name="connsiteX102" fmla="*/ 479125 w 815706"/>
                <a:gd name="connsiteY102" fmla="*/ 160523 h 1236433"/>
                <a:gd name="connsiteX103" fmla="*/ 481714 w 815706"/>
                <a:gd name="connsiteY103" fmla="*/ 160523 h 1236433"/>
                <a:gd name="connsiteX104" fmla="*/ 484159 w 815706"/>
                <a:gd name="connsiteY104" fmla="*/ 158078 h 1236433"/>
                <a:gd name="connsiteX105" fmla="*/ 484159 w 815706"/>
                <a:gd name="connsiteY105" fmla="*/ 155489 h 1236433"/>
                <a:gd name="connsiteX106" fmla="*/ 486892 w 815706"/>
                <a:gd name="connsiteY106" fmla="*/ 155489 h 1236433"/>
                <a:gd name="connsiteX107" fmla="*/ 486892 w 815706"/>
                <a:gd name="connsiteY107" fmla="*/ 152756 h 1236433"/>
                <a:gd name="connsiteX108" fmla="*/ 486892 w 815706"/>
                <a:gd name="connsiteY108" fmla="*/ 150311 h 1236433"/>
                <a:gd name="connsiteX109" fmla="*/ 489338 w 815706"/>
                <a:gd name="connsiteY109" fmla="*/ 150311 h 1236433"/>
                <a:gd name="connsiteX110" fmla="*/ 489338 w 815706"/>
                <a:gd name="connsiteY110" fmla="*/ 147866 h 1236433"/>
                <a:gd name="connsiteX111" fmla="*/ 491927 w 815706"/>
                <a:gd name="connsiteY111" fmla="*/ 150311 h 1236433"/>
                <a:gd name="connsiteX112" fmla="*/ 494372 w 815706"/>
                <a:gd name="connsiteY112" fmla="*/ 152756 h 1236433"/>
                <a:gd name="connsiteX113" fmla="*/ 497105 w 815706"/>
                <a:gd name="connsiteY113" fmla="*/ 152756 h 1236433"/>
                <a:gd name="connsiteX114" fmla="*/ 499550 w 815706"/>
                <a:gd name="connsiteY114" fmla="*/ 152756 h 1236433"/>
                <a:gd name="connsiteX115" fmla="*/ 502139 w 815706"/>
                <a:gd name="connsiteY115" fmla="*/ 152756 h 1236433"/>
                <a:gd name="connsiteX116" fmla="*/ 504584 w 815706"/>
                <a:gd name="connsiteY116" fmla="*/ 152756 h 1236433"/>
                <a:gd name="connsiteX117" fmla="*/ 507317 w 815706"/>
                <a:gd name="connsiteY117" fmla="*/ 152756 h 1236433"/>
                <a:gd name="connsiteX118" fmla="*/ 509763 w 815706"/>
                <a:gd name="connsiteY118" fmla="*/ 152756 h 1236433"/>
                <a:gd name="connsiteX119" fmla="*/ 512352 w 815706"/>
                <a:gd name="connsiteY119" fmla="*/ 152756 h 1236433"/>
                <a:gd name="connsiteX120" fmla="*/ 512352 w 815706"/>
                <a:gd name="connsiteY120" fmla="*/ 150311 h 1236433"/>
                <a:gd name="connsiteX121" fmla="*/ 512352 w 815706"/>
                <a:gd name="connsiteY121" fmla="*/ 152756 h 1236433"/>
                <a:gd name="connsiteX122" fmla="*/ 512352 w 815706"/>
                <a:gd name="connsiteY122" fmla="*/ 150311 h 1236433"/>
                <a:gd name="connsiteX123" fmla="*/ 512352 w 815706"/>
                <a:gd name="connsiteY123" fmla="*/ 147866 h 1236433"/>
                <a:gd name="connsiteX124" fmla="*/ 512352 w 815706"/>
                <a:gd name="connsiteY124" fmla="*/ 150311 h 1236433"/>
                <a:gd name="connsiteX125" fmla="*/ 514797 w 815706"/>
                <a:gd name="connsiteY125" fmla="*/ 150311 h 1236433"/>
                <a:gd name="connsiteX126" fmla="*/ 517530 w 815706"/>
                <a:gd name="connsiteY126" fmla="*/ 150311 h 1236433"/>
                <a:gd name="connsiteX127" fmla="*/ 514797 w 815706"/>
                <a:gd name="connsiteY127" fmla="*/ 150311 h 1236433"/>
                <a:gd name="connsiteX128" fmla="*/ 517530 w 815706"/>
                <a:gd name="connsiteY128" fmla="*/ 150311 h 1236433"/>
                <a:gd name="connsiteX129" fmla="*/ 517530 w 815706"/>
                <a:gd name="connsiteY129" fmla="*/ 147866 h 1236433"/>
                <a:gd name="connsiteX130" fmla="*/ 517530 w 815706"/>
                <a:gd name="connsiteY130" fmla="*/ 150311 h 1236433"/>
                <a:gd name="connsiteX131" fmla="*/ 519975 w 815706"/>
                <a:gd name="connsiteY131" fmla="*/ 150311 h 1236433"/>
                <a:gd name="connsiteX132" fmla="*/ 522420 w 815706"/>
                <a:gd name="connsiteY132" fmla="*/ 150311 h 1236433"/>
                <a:gd name="connsiteX133" fmla="*/ 519975 w 815706"/>
                <a:gd name="connsiteY133" fmla="*/ 150311 h 1236433"/>
                <a:gd name="connsiteX134" fmla="*/ 522420 w 815706"/>
                <a:gd name="connsiteY134" fmla="*/ 150311 h 1236433"/>
                <a:gd name="connsiteX135" fmla="*/ 522420 w 815706"/>
                <a:gd name="connsiteY135" fmla="*/ 152756 h 1236433"/>
                <a:gd name="connsiteX136" fmla="*/ 525009 w 815706"/>
                <a:gd name="connsiteY136" fmla="*/ 152756 h 1236433"/>
                <a:gd name="connsiteX137" fmla="*/ 525009 w 815706"/>
                <a:gd name="connsiteY137" fmla="*/ 150311 h 1236433"/>
                <a:gd name="connsiteX138" fmla="*/ 525009 w 815706"/>
                <a:gd name="connsiteY138" fmla="*/ 152756 h 1236433"/>
                <a:gd name="connsiteX139" fmla="*/ 527742 w 815706"/>
                <a:gd name="connsiteY139" fmla="*/ 152756 h 1236433"/>
                <a:gd name="connsiteX140" fmla="*/ 530188 w 815706"/>
                <a:gd name="connsiteY140" fmla="*/ 152756 h 1236433"/>
                <a:gd name="connsiteX141" fmla="*/ 530188 w 815706"/>
                <a:gd name="connsiteY141" fmla="*/ 150311 h 1236433"/>
                <a:gd name="connsiteX142" fmla="*/ 532633 w 815706"/>
                <a:gd name="connsiteY142" fmla="*/ 150311 h 1236433"/>
                <a:gd name="connsiteX143" fmla="*/ 532633 w 815706"/>
                <a:gd name="connsiteY143" fmla="*/ 152756 h 1236433"/>
                <a:gd name="connsiteX144" fmla="*/ 532633 w 815706"/>
                <a:gd name="connsiteY144" fmla="*/ 155489 h 1236433"/>
                <a:gd name="connsiteX145" fmla="*/ 535222 w 815706"/>
                <a:gd name="connsiteY145" fmla="*/ 155489 h 1236433"/>
                <a:gd name="connsiteX146" fmla="*/ 535222 w 815706"/>
                <a:gd name="connsiteY146" fmla="*/ 158078 h 1236433"/>
                <a:gd name="connsiteX147" fmla="*/ 537667 w 815706"/>
                <a:gd name="connsiteY147" fmla="*/ 158078 h 1236433"/>
                <a:gd name="connsiteX148" fmla="*/ 537667 w 815706"/>
                <a:gd name="connsiteY148" fmla="*/ 160523 h 1236433"/>
                <a:gd name="connsiteX149" fmla="*/ 537667 w 815706"/>
                <a:gd name="connsiteY149" fmla="*/ 158078 h 1236433"/>
                <a:gd name="connsiteX150" fmla="*/ 537667 w 815706"/>
                <a:gd name="connsiteY150" fmla="*/ 155489 h 1236433"/>
                <a:gd name="connsiteX151" fmla="*/ 540400 w 815706"/>
                <a:gd name="connsiteY151" fmla="*/ 155489 h 1236433"/>
                <a:gd name="connsiteX152" fmla="*/ 540400 w 815706"/>
                <a:gd name="connsiteY152" fmla="*/ 152756 h 1236433"/>
                <a:gd name="connsiteX153" fmla="*/ 542846 w 815706"/>
                <a:gd name="connsiteY153" fmla="*/ 152756 h 1236433"/>
                <a:gd name="connsiteX154" fmla="*/ 545434 w 815706"/>
                <a:gd name="connsiteY154" fmla="*/ 152756 h 1236433"/>
                <a:gd name="connsiteX155" fmla="*/ 545434 w 815706"/>
                <a:gd name="connsiteY155" fmla="*/ 150311 h 1236433"/>
                <a:gd name="connsiteX156" fmla="*/ 545434 w 815706"/>
                <a:gd name="connsiteY156" fmla="*/ 152756 h 1236433"/>
                <a:gd name="connsiteX157" fmla="*/ 547880 w 815706"/>
                <a:gd name="connsiteY157" fmla="*/ 152756 h 1236433"/>
                <a:gd name="connsiteX158" fmla="*/ 547880 w 815706"/>
                <a:gd name="connsiteY158" fmla="*/ 150311 h 1236433"/>
                <a:gd name="connsiteX159" fmla="*/ 550613 w 815706"/>
                <a:gd name="connsiteY159" fmla="*/ 150311 h 1236433"/>
                <a:gd name="connsiteX160" fmla="*/ 553058 w 815706"/>
                <a:gd name="connsiteY160" fmla="*/ 155489 h 1236433"/>
                <a:gd name="connsiteX161" fmla="*/ 550613 w 815706"/>
                <a:gd name="connsiteY161" fmla="*/ 155489 h 1236433"/>
                <a:gd name="connsiteX162" fmla="*/ 553058 w 815706"/>
                <a:gd name="connsiteY162" fmla="*/ 155489 h 1236433"/>
                <a:gd name="connsiteX163" fmla="*/ 553058 w 815706"/>
                <a:gd name="connsiteY163" fmla="*/ 158078 h 1236433"/>
                <a:gd name="connsiteX164" fmla="*/ 553058 w 815706"/>
                <a:gd name="connsiteY164" fmla="*/ 160523 h 1236433"/>
                <a:gd name="connsiteX165" fmla="*/ 553058 w 815706"/>
                <a:gd name="connsiteY165" fmla="*/ 162969 h 1236433"/>
                <a:gd name="connsiteX166" fmla="*/ 553058 w 815706"/>
                <a:gd name="connsiteY166" fmla="*/ 165702 h 1236433"/>
                <a:gd name="connsiteX167" fmla="*/ 553058 w 815706"/>
                <a:gd name="connsiteY167" fmla="*/ 168291 h 1236433"/>
                <a:gd name="connsiteX168" fmla="*/ 555647 w 815706"/>
                <a:gd name="connsiteY168" fmla="*/ 168291 h 1236433"/>
                <a:gd name="connsiteX169" fmla="*/ 555647 w 815706"/>
                <a:gd name="connsiteY169" fmla="*/ 170736 h 1236433"/>
                <a:gd name="connsiteX170" fmla="*/ 555647 w 815706"/>
                <a:gd name="connsiteY170" fmla="*/ 173181 h 1236433"/>
                <a:gd name="connsiteX171" fmla="*/ 555647 w 815706"/>
                <a:gd name="connsiteY171" fmla="*/ 175770 h 1236433"/>
                <a:gd name="connsiteX172" fmla="*/ 555647 w 815706"/>
                <a:gd name="connsiteY172" fmla="*/ 178503 h 1236433"/>
                <a:gd name="connsiteX173" fmla="*/ 555647 w 815706"/>
                <a:gd name="connsiteY173" fmla="*/ 180948 h 1236433"/>
                <a:gd name="connsiteX174" fmla="*/ 555647 w 815706"/>
                <a:gd name="connsiteY174" fmla="*/ 183394 h 1236433"/>
                <a:gd name="connsiteX175" fmla="*/ 558092 w 815706"/>
                <a:gd name="connsiteY175" fmla="*/ 183394 h 1236433"/>
                <a:gd name="connsiteX176" fmla="*/ 558092 w 815706"/>
                <a:gd name="connsiteY176" fmla="*/ 185983 h 1236433"/>
                <a:gd name="connsiteX177" fmla="*/ 558092 w 815706"/>
                <a:gd name="connsiteY177" fmla="*/ 188716 h 1236433"/>
                <a:gd name="connsiteX178" fmla="*/ 560825 w 815706"/>
                <a:gd name="connsiteY178" fmla="*/ 191161 h 1236433"/>
                <a:gd name="connsiteX179" fmla="*/ 560825 w 815706"/>
                <a:gd name="connsiteY179" fmla="*/ 193606 h 1236433"/>
                <a:gd name="connsiteX180" fmla="*/ 560825 w 815706"/>
                <a:gd name="connsiteY180" fmla="*/ 196052 h 1236433"/>
                <a:gd name="connsiteX181" fmla="*/ 563271 w 815706"/>
                <a:gd name="connsiteY181" fmla="*/ 198928 h 1236433"/>
                <a:gd name="connsiteX182" fmla="*/ 563271 w 815706"/>
                <a:gd name="connsiteY182" fmla="*/ 201373 h 1236433"/>
                <a:gd name="connsiteX183" fmla="*/ 565859 w 815706"/>
                <a:gd name="connsiteY183" fmla="*/ 201373 h 1236433"/>
                <a:gd name="connsiteX184" fmla="*/ 565859 w 815706"/>
                <a:gd name="connsiteY184" fmla="*/ 203819 h 1236433"/>
                <a:gd name="connsiteX185" fmla="*/ 565859 w 815706"/>
                <a:gd name="connsiteY185" fmla="*/ 206408 h 1236433"/>
                <a:gd name="connsiteX186" fmla="*/ 565859 w 815706"/>
                <a:gd name="connsiteY186" fmla="*/ 209141 h 1236433"/>
                <a:gd name="connsiteX187" fmla="*/ 568305 w 815706"/>
                <a:gd name="connsiteY187" fmla="*/ 209141 h 1236433"/>
                <a:gd name="connsiteX188" fmla="*/ 568305 w 815706"/>
                <a:gd name="connsiteY188" fmla="*/ 211586 h 1236433"/>
                <a:gd name="connsiteX189" fmla="*/ 568305 w 815706"/>
                <a:gd name="connsiteY189" fmla="*/ 214031 h 1236433"/>
                <a:gd name="connsiteX190" fmla="*/ 571038 w 815706"/>
                <a:gd name="connsiteY190" fmla="*/ 216620 h 1236433"/>
                <a:gd name="connsiteX191" fmla="*/ 573483 w 815706"/>
                <a:gd name="connsiteY191" fmla="*/ 219353 h 1236433"/>
                <a:gd name="connsiteX192" fmla="*/ 571038 w 815706"/>
                <a:gd name="connsiteY192" fmla="*/ 219353 h 1236433"/>
                <a:gd name="connsiteX193" fmla="*/ 573483 w 815706"/>
                <a:gd name="connsiteY193" fmla="*/ 221798 h 1236433"/>
                <a:gd name="connsiteX194" fmla="*/ 573483 w 815706"/>
                <a:gd name="connsiteY194" fmla="*/ 224244 h 1236433"/>
                <a:gd name="connsiteX195" fmla="*/ 576072 w 815706"/>
                <a:gd name="connsiteY195" fmla="*/ 229422 h 1236433"/>
                <a:gd name="connsiteX196" fmla="*/ 576072 w 815706"/>
                <a:gd name="connsiteY196" fmla="*/ 232011 h 1236433"/>
                <a:gd name="connsiteX197" fmla="*/ 576072 w 815706"/>
                <a:gd name="connsiteY197" fmla="*/ 234456 h 1236433"/>
                <a:gd name="connsiteX198" fmla="*/ 576072 w 815706"/>
                <a:gd name="connsiteY198" fmla="*/ 232011 h 1236433"/>
                <a:gd name="connsiteX199" fmla="*/ 576072 w 815706"/>
                <a:gd name="connsiteY199" fmla="*/ 234456 h 1236433"/>
                <a:gd name="connsiteX200" fmla="*/ 576072 w 815706"/>
                <a:gd name="connsiteY200" fmla="*/ 236902 h 1236433"/>
                <a:gd name="connsiteX201" fmla="*/ 576072 w 815706"/>
                <a:gd name="connsiteY201" fmla="*/ 239635 h 1236433"/>
                <a:gd name="connsiteX202" fmla="*/ 578517 w 815706"/>
                <a:gd name="connsiteY202" fmla="*/ 239635 h 1236433"/>
                <a:gd name="connsiteX203" fmla="*/ 578517 w 815706"/>
                <a:gd name="connsiteY203" fmla="*/ 242223 h 1236433"/>
                <a:gd name="connsiteX204" fmla="*/ 578517 w 815706"/>
                <a:gd name="connsiteY204" fmla="*/ 244669 h 1236433"/>
                <a:gd name="connsiteX205" fmla="*/ 578517 w 815706"/>
                <a:gd name="connsiteY205" fmla="*/ 247114 h 1236433"/>
                <a:gd name="connsiteX206" fmla="*/ 578517 w 815706"/>
                <a:gd name="connsiteY206" fmla="*/ 249847 h 1236433"/>
                <a:gd name="connsiteX207" fmla="*/ 581250 w 815706"/>
                <a:gd name="connsiteY207" fmla="*/ 249847 h 1236433"/>
                <a:gd name="connsiteX208" fmla="*/ 581250 w 815706"/>
                <a:gd name="connsiteY208" fmla="*/ 252436 h 1236433"/>
                <a:gd name="connsiteX209" fmla="*/ 581250 w 815706"/>
                <a:gd name="connsiteY209" fmla="*/ 254881 h 1236433"/>
                <a:gd name="connsiteX210" fmla="*/ 581250 w 815706"/>
                <a:gd name="connsiteY210" fmla="*/ 257327 h 1236433"/>
                <a:gd name="connsiteX211" fmla="*/ 583696 w 815706"/>
                <a:gd name="connsiteY211" fmla="*/ 259916 h 1236433"/>
                <a:gd name="connsiteX212" fmla="*/ 583696 w 815706"/>
                <a:gd name="connsiteY212" fmla="*/ 262649 h 1236433"/>
                <a:gd name="connsiteX213" fmla="*/ 586284 w 815706"/>
                <a:gd name="connsiteY213" fmla="*/ 270128 h 1236433"/>
                <a:gd name="connsiteX214" fmla="*/ 588730 w 815706"/>
                <a:gd name="connsiteY214" fmla="*/ 272861 h 1236433"/>
                <a:gd name="connsiteX215" fmla="*/ 588730 w 815706"/>
                <a:gd name="connsiteY215" fmla="*/ 275306 h 1236433"/>
                <a:gd name="connsiteX216" fmla="*/ 591463 w 815706"/>
                <a:gd name="connsiteY216" fmla="*/ 277752 h 1236433"/>
                <a:gd name="connsiteX217" fmla="*/ 591463 w 815706"/>
                <a:gd name="connsiteY217" fmla="*/ 280197 h 1236433"/>
                <a:gd name="connsiteX218" fmla="*/ 591463 w 815706"/>
                <a:gd name="connsiteY218" fmla="*/ 283074 h 1236433"/>
                <a:gd name="connsiteX219" fmla="*/ 593908 w 815706"/>
                <a:gd name="connsiteY219" fmla="*/ 283074 h 1236433"/>
                <a:gd name="connsiteX220" fmla="*/ 593908 w 815706"/>
                <a:gd name="connsiteY220" fmla="*/ 285519 h 1236433"/>
                <a:gd name="connsiteX221" fmla="*/ 593908 w 815706"/>
                <a:gd name="connsiteY221" fmla="*/ 287964 h 1236433"/>
                <a:gd name="connsiteX222" fmla="*/ 596497 w 815706"/>
                <a:gd name="connsiteY222" fmla="*/ 287964 h 1236433"/>
                <a:gd name="connsiteX223" fmla="*/ 596497 w 815706"/>
                <a:gd name="connsiteY223" fmla="*/ 290409 h 1236433"/>
                <a:gd name="connsiteX224" fmla="*/ 598942 w 815706"/>
                <a:gd name="connsiteY224" fmla="*/ 293142 h 1236433"/>
                <a:gd name="connsiteX225" fmla="*/ 598942 w 815706"/>
                <a:gd name="connsiteY225" fmla="*/ 295731 h 1236433"/>
                <a:gd name="connsiteX226" fmla="*/ 598942 w 815706"/>
                <a:gd name="connsiteY226" fmla="*/ 298177 h 1236433"/>
                <a:gd name="connsiteX227" fmla="*/ 601675 w 815706"/>
                <a:gd name="connsiteY227" fmla="*/ 298177 h 1236433"/>
                <a:gd name="connsiteX228" fmla="*/ 601675 w 815706"/>
                <a:gd name="connsiteY228" fmla="*/ 300766 h 1236433"/>
                <a:gd name="connsiteX229" fmla="*/ 601675 w 815706"/>
                <a:gd name="connsiteY229" fmla="*/ 303499 h 1236433"/>
                <a:gd name="connsiteX230" fmla="*/ 601675 w 815706"/>
                <a:gd name="connsiteY230" fmla="*/ 305944 h 1236433"/>
                <a:gd name="connsiteX231" fmla="*/ 601675 w 815706"/>
                <a:gd name="connsiteY231" fmla="*/ 308389 h 1236433"/>
                <a:gd name="connsiteX232" fmla="*/ 601675 w 815706"/>
                <a:gd name="connsiteY232" fmla="*/ 313711 h 1236433"/>
                <a:gd name="connsiteX233" fmla="*/ 601675 w 815706"/>
                <a:gd name="connsiteY233" fmla="*/ 316157 h 1236433"/>
                <a:gd name="connsiteX234" fmla="*/ 601675 w 815706"/>
                <a:gd name="connsiteY234" fmla="*/ 318602 h 1236433"/>
                <a:gd name="connsiteX235" fmla="*/ 616778 w 815706"/>
                <a:gd name="connsiteY235" fmla="*/ 341472 h 1236433"/>
                <a:gd name="connsiteX236" fmla="*/ 619367 w 815706"/>
                <a:gd name="connsiteY236" fmla="*/ 341472 h 1236433"/>
                <a:gd name="connsiteX237" fmla="*/ 621813 w 815706"/>
                <a:gd name="connsiteY237" fmla="*/ 341472 h 1236433"/>
                <a:gd name="connsiteX238" fmla="*/ 621813 w 815706"/>
                <a:gd name="connsiteY238" fmla="*/ 344205 h 1236433"/>
                <a:gd name="connsiteX239" fmla="*/ 624546 w 815706"/>
                <a:gd name="connsiteY239" fmla="*/ 341472 h 1236433"/>
                <a:gd name="connsiteX240" fmla="*/ 624546 w 815706"/>
                <a:gd name="connsiteY240" fmla="*/ 344205 h 1236433"/>
                <a:gd name="connsiteX241" fmla="*/ 629580 w 815706"/>
                <a:gd name="connsiteY241" fmla="*/ 341472 h 1236433"/>
                <a:gd name="connsiteX242" fmla="*/ 632025 w 815706"/>
                <a:gd name="connsiteY242" fmla="*/ 341472 h 1236433"/>
                <a:gd name="connsiteX243" fmla="*/ 634758 w 815706"/>
                <a:gd name="connsiteY243" fmla="*/ 341472 h 1236433"/>
                <a:gd name="connsiteX244" fmla="*/ 637203 w 815706"/>
                <a:gd name="connsiteY244" fmla="*/ 339027 h 1236433"/>
                <a:gd name="connsiteX245" fmla="*/ 639792 w 815706"/>
                <a:gd name="connsiteY245" fmla="*/ 339027 h 1236433"/>
                <a:gd name="connsiteX246" fmla="*/ 642238 w 815706"/>
                <a:gd name="connsiteY246" fmla="*/ 336582 h 1236433"/>
                <a:gd name="connsiteX247" fmla="*/ 644971 w 815706"/>
                <a:gd name="connsiteY247" fmla="*/ 336582 h 1236433"/>
                <a:gd name="connsiteX248" fmla="*/ 644971 w 815706"/>
                <a:gd name="connsiteY248" fmla="*/ 333992 h 1236433"/>
                <a:gd name="connsiteX249" fmla="*/ 647416 w 815706"/>
                <a:gd name="connsiteY249" fmla="*/ 333992 h 1236433"/>
                <a:gd name="connsiteX250" fmla="*/ 650005 w 815706"/>
                <a:gd name="connsiteY250" fmla="*/ 333992 h 1236433"/>
                <a:gd name="connsiteX251" fmla="*/ 650005 w 815706"/>
                <a:gd name="connsiteY251" fmla="*/ 331259 h 1236433"/>
                <a:gd name="connsiteX252" fmla="*/ 652450 w 815706"/>
                <a:gd name="connsiteY252" fmla="*/ 331259 h 1236433"/>
                <a:gd name="connsiteX253" fmla="*/ 655183 w 815706"/>
                <a:gd name="connsiteY253" fmla="*/ 331259 h 1236433"/>
                <a:gd name="connsiteX254" fmla="*/ 657628 w 815706"/>
                <a:gd name="connsiteY254" fmla="*/ 328814 h 1236433"/>
                <a:gd name="connsiteX255" fmla="*/ 660217 w 815706"/>
                <a:gd name="connsiteY255" fmla="*/ 328814 h 1236433"/>
                <a:gd name="connsiteX256" fmla="*/ 660217 w 815706"/>
                <a:gd name="connsiteY256" fmla="*/ 326369 h 1236433"/>
                <a:gd name="connsiteX257" fmla="*/ 662663 w 815706"/>
                <a:gd name="connsiteY257" fmla="*/ 326369 h 1236433"/>
                <a:gd name="connsiteX258" fmla="*/ 665396 w 815706"/>
                <a:gd name="connsiteY258" fmla="*/ 326369 h 1236433"/>
                <a:gd name="connsiteX259" fmla="*/ 665396 w 815706"/>
                <a:gd name="connsiteY259" fmla="*/ 323780 h 1236433"/>
                <a:gd name="connsiteX260" fmla="*/ 667841 w 815706"/>
                <a:gd name="connsiteY260" fmla="*/ 323780 h 1236433"/>
                <a:gd name="connsiteX261" fmla="*/ 670430 w 815706"/>
                <a:gd name="connsiteY261" fmla="*/ 321047 h 1236433"/>
                <a:gd name="connsiteX262" fmla="*/ 672875 w 815706"/>
                <a:gd name="connsiteY262" fmla="*/ 321047 h 1236433"/>
                <a:gd name="connsiteX263" fmla="*/ 675608 w 815706"/>
                <a:gd name="connsiteY263" fmla="*/ 321047 h 1236433"/>
                <a:gd name="connsiteX264" fmla="*/ 675608 w 815706"/>
                <a:gd name="connsiteY264" fmla="*/ 318602 h 1236433"/>
                <a:gd name="connsiteX265" fmla="*/ 678053 w 815706"/>
                <a:gd name="connsiteY265" fmla="*/ 318602 h 1236433"/>
                <a:gd name="connsiteX266" fmla="*/ 680499 w 815706"/>
                <a:gd name="connsiteY266" fmla="*/ 318602 h 1236433"/>
                <a:gd name="connsiteX267" fmla="*/ 683088 w 815706"/>
                <a:gd name="connsiteY267" fmla="*/ 316157 h 1236433"/>
                <a:gd name="connsiteX268" fmla="*/ 685533 w 815706"/>
                <a:gd name="connsiteY268" fmla="*/ 316157 h 1236433"/>
                <a:gd name="connsiteX269" fmla="*/ 688266 w 815706"/>
                <a:gd name="connsiteY269" fmla="*/ 316157 h 1236433"/>
                <a:gd name="connsiteX270" fmla="*/ 690855 w 815706"/>
                <a:gd name="connsiteY270" fmla="*/ 316157 h 1236433"/>
                <a:gd name="connsiteX271" fmla="*/ 693300 w 815706"/>
                <a:gd name="connsiteY271" fmla="*/ 316157 h 1236433"/>
                <a:gd name="connsiteX272" fmla="*/ 695745 w 815706"/>
                <a:gd name="connsiteY272" fmla="*/ 316157 h 1236433"/>
                <a:gd name="connsiteX273" fmla="*/ 695745 w 815706"/>
                <a:gd name="connsiteY273" fmla="*/ 313711 h 1236433"/>
                <a:gd name="connsiteX274" fmla="*/ 698478 w 815706"/>
                <a:gd name="connsiteY274" fmla="*/ 313711 h 1236433"/>
                <a:gd name="connsiteX275" fmla="*/ 698478 w 815706"/>
                <a:gd name="connsiteY275" fmla="*/ 316157 h 1236433"/>
                <a:gd name="connsiteX276" fmla="*/ 701068 w 815706"/>
                <a:gd name="connsiteY276" fmla="*/ 316157 h 1236433"/>
                <a:gd name="connsiteX277" fmla="*/ 703513 w 815706"/>
                <a:gd name="connsiteY277" fmla="*/ 316157 h 1236433"/>
                <a:gd name="connsiteX278" fmla="*/ 705958 w 815706"/>
                <a:gd name="connsiteY278" fmla="*/ 316157 h 1236433"/>
                <a:gd name="connsiteX279" fmla="*/ 705958 w 815706"/>
                <a:gd name="connsiteY279" fmla="*/ 318602 h 1236433"/>
                <a:gd name="connsiteX280" fmla="*/ 708691 w 815706"/>
                <a:gd name="connsiteY280" fmla="*/ 318602 h 1236433"/>
                <a:gd name="connsiteX281" fmla="*/ 711136 w 815706"/>
                <a:gd name="connsiteY281" fmla="*/ 316157 h 1236433"/>
                <a:gd name="connsiteX282" fmla="*/ 713725 w 815706"/>
                <a:gd name="connsiteY282" fmla="*/ 316157 h 1236433"/>
                <a:gd name="connsiteX283" fmla="*/ 713725 w 815706"/>
                <a:gd name="connsiteY283" fmla="*/ 318602 h 1236433"/>
                <a:gd name="connsiteX284" fmla="*/ 718903 w 815706"/>
                <a:gd name="connsiteY284" fmla="*/ 318602 h 1236433"/>
                <a:gd name="connsiteX285" fmla="*/ 718903 w 815706"/>
                <a:gd name="connsiteY285" fmla="*/ 321047 h 1236433"/>
                <a:gd name="connsiteX286" fmla="*/ 721349 w 815706"/>
                <a:gd name="connsiteY286" fmla="*/ 321047 h 1236433"/>
                <a:gd name="connsiteX287" fmla="*/ 723938 w 815706"/>
                <a:gd name="connsiteY287" fmla="*/ 321047 h 1236433"/>
                <a:gd name="connsiteX288" fmla="*/ 726383 w 815706"/>
                <a:gd name="connsiteY288" fmla="*/ 323780 h 1236433"/>
                <a:gd name="connsiteX289" fmla="*/ 726383 w 815706"/>
                <a:gd name="connsiteY289" fmla="*/ 321047 h 1236433"/>
                <a:gd name="connsiteX290" fmla="*/ 729116 w 815706"/>
                <a:gd name="connsiteY290" fmla="*/ 323780 h 1236433"/>
                <a:gd name="connsiteX291" fmla="*/ 731561 w 815706"/>
                <a:gd name="connsiteY291" fmla="*/ 326369 h 1236433"/>
                <a:gd name="connsiteX292" fmla="*/ 734150 w 815706"/>
                <a:gd name="connsiteY292" fmla="*/ 326369 h 1236433"/>
                <a:gd name="connsiteX293" fmla="*/ 736596 w 815706"/>
                <a:gd name="connsiteY293" fmla="*/ 328814 h 1236433"/>
                <a:gd name="connsiteX294" fmla="*/ 741774 w 815706"/>
                <a:gd name="connsiteY294" fmla="*/ 331259 h 1236433"/>
                <a:gd name="connsiteX295" fmla="*/ 741774 w 815706"/>
                <a:gd name="connsiteY295" fmla="*/ 333992 h 1236433"/>
                <a:gd name="connsiteX296" fmla="*/ 744363 w 815706"/>
                <a:gd name="connsiteY296" fmla="*/ 333992 h 1236433"/>
                <a:gd name="connsiteX297" fmla="*/ 749541 w 815706"/>
                <a:gd name="connsiteY297" fmla="*/ 336582 h 1236433"/>
                <a:gd name="connsiteX298" fmla="*/ 751986 w 815706"/>
                <a:gd name="connsiteY298" fmla="*/ 339027 h 1236433"/>
                <a:gd name="connsiteX299" fmla="*/ 754575 w 815706"/>
                <a:gd name="connsiteY299" fmla="*/ 339027 h 1236433"/>
                <a:gd name="connsiteX300" fmla="*/ 757021 w 815706"/>
                <a:gd name="connsiteY300" fmla="*/ 339027 h 1236433"/>
                <a:gd name="connsiteX301" fmla="*/ 757021 w 815706"/>
                <a:gd name="connsiteY301" fmla="*/ 341472 h 1236433"/>
                <a:gd name="connsiteX302" fmla="*/ 759466 w 815706"/>
                <a:gd name="connsiteY302" fmla="*/ 341472 h 1236433"/>
                <a:gd name="connsiteX303" fmla="*/ 762199 w 815706"/>
                <a:gd name="connsiteY303" fmla="*/ 341472 h 1236433"/>
                <a:gd name="connsiteX304" fmla="*/ 764644 w 815706"/>
                <a:gd name="connsiteY304" fmla="*/ 341472 h 1236433"/>
                <a:gd name="connsiteX305" fmla="*/ 764644 w 815706"/>
                <a:gd name="connsiteY305" fmla="*/ 344205 h 1236433"/>
                <a:gd name="connsiteX306" fmla="*/ 767233 w 815706"/>
                <a:gd name="connsiteY306" fmla="*/ 344205 h 1236433"/>
                <a:gd name="connsiteX307" fmla="*/ 769678 w 815706"/>
                <a:gd name="connsiteY307" fmla="*/ 344205 h 1236433"/>
                <a:gd name="connsiteX308" fmla="*/ 772411 w 815706"/>
                <a:gd name="connsiteY308" fmla="*/ 344205 h 1236433"/>
                <a:gd name="connsiteX309" fmla="*/ 775000 w 815706"/>
                <a:gd name="connsiteY309" fmla="*/ 344205 h 1236433"/>
                <a:gd name="connsiteX310" fmla="*/ 777446 w 815706"/>
                <a:gd name="connsiteY310" fmla="*/ 344205 h 1236433"/>
                <a:gd name="connsiteX311" fmla="*/ 779891 w 815706"/>
                <a:gd name="connsiteY311" fmla="*/ 346794 h 1236433"/>
                <a:gd name="connsiteX312" fmla="*/ 782624 w 815706"/>
                <a:gd name="connsiteY312" fmla="*/ 346794 h 1236433"/>
                <a:gd name="connsiteX313" fmla="*/ 785213 w 815706"/>
                <a:gd name="connsiteY313" fmla="*/ 346794 h 1236433"/>
                <a:gd name="connsiteX314" fmla="*/ 787658 w 815706"/>
                <a:gd name="connsiteY314" fmla="*/ 346794 h 1236433"/>
                <a:gd name="connsiteX315" fmla="*/ 790103 w 815706"/>
                <a:gd name="connsiteY315" fmla="*/ 346794 h 1236433"/>
                <a:gd name="connsiteX316" fmla="*/ 792836 w 815706"/>
                <a:gd name="connsiteY316" fmla="*/ 346794 h 1236433"/>
                <a:gd name="connsiteX317" fmla="*/ 795281 w 815706"/>
                <a:gd name="connsiteY317" fmla="*/ 346794 h 1236433"/>
                <a:gd name="connsiteX318" fmla="*/ 795281 w 815706"/>
                <a:gd name="connsiteY318" fmla="*/ 349239 h 1236433"/>
                <a:gd name="connsiteX319" fmla="*/ 797871 w 815706"/>
                <a:gd name="connsiteY319" fmla="*/ 349239 h 1236433"/>
                <a:gd name="connsiteX320" fmla="*/ 800316 w 815706"/>
                <a:gd name="connsiteY320" fmla="*/ 349239 h 1236433"/>
                <a:gd name="connsiteX321" fmla="*/ 803049 w 815706"/>
                <a:gd name="connsiteY321" fmla="*/ 351684 h 1236433"/>
                <a:gd name="connsiteX322" fmla="*/ 805494 w 815706"/>
                <a:gd name="connsiteY322" fmla="*/ 351684 h 1236433"/>
                <a:gd name="connsiteX323" fmla="*/ 808083 w 815706"/>
                <a:gd name="connsiteY323" fmla="*/ 351684 h 1236433"/>
                <a:gd name="connsiteX324" fmla="*/ 810528 w 815706"/>
                <a:gd name="connsiteY324" fmla="*/ 354274 h 1236433"/>
                <a:gd name="connsiteX325" fmla="*/ 813261 w 815706"/>
                <a:gd name="connsiteY325" fmla="*/ 354274 h 1236433"/>
                <a:gd name="connsiteX326" fmla="*/ 815707 w 815706"/>
                <a:gd name="connsiteY326" fmla="*/ 354274 h 1236433"/>
                <a:gd name="connsiteX327" fmla="*/ 810528 w 815706"/>
                <a:gd name="connsiteY327" fmla="*/ 359452 h 1236433"/>
                <a:gd name="connsiteX328" fmla="*/ 759466 w 815706"/>
                <a:gd name="connsiteY328" fmla="*/ 428350 h 1236433"/>
                <a:gd name="connsiteX329" fmla="*/ 751986 w 815706"/>
                <a:gd name="connsiteY329" fmla="*/ 438419 h 1236433"/>
                <a:gd name="connsiteX330" fmla="*/ 741774 w 815706"/>
                <a:gd name="connsiteY330" fmla="*/ 451364 h 1236433"/>
                <a:gd name="connsiteX331" fmla="*/ 739328 w 815706"/>
                <a:gd name="connsiteY331" fmla="*/ 453810 h 1236433"/>
                <a:gd name="connsiteX332" fmla="*/ 701068 w 815706"/>
                <a:gd name="connsiteY332" fmla="*/ 502283 h 1236433"/>
                <a:gd name="connsiteX333" fmla="*/ 662663 w 815706"/>
                <a:gd name="connsiteY333" fmla="*/ 553202 h 1236433"/>
                <a:gd name="connsiteX334" fmla="*/ 647416 w 815706"/>
                <a:gd name="connsiteY334" fmla="*/ 571038 h 1236433"/>
                <a:gd name="connsiteX335" fmla="*/ 644971 w 815706"/>
                <a:gd name="connsiteY335" fmla="*/ 573483 h 1236433"/>
                <a:gd name="connsiteX336" fmla="*/ 644971 w 815706"/>
                <a:gd name="connsiteY336" fmla="*/ 576216 h 1236433"/>
                <a:gd name="connsiteX337" fmla="*/ 642238 w 815706"/>
                <a:gd name="connsiteY337" fmla="*/ 578805 h 1236433"/>
                <a:gd name="connsiteX338" fmla="*/ 642238 w 815706"/>
                <a:gd name="connsiteY338" fmla="*/ 581250 h 1236433"/>
                <a:gd name="connsiteX339" fmla="*/ 611600 w 815706"/>
                <a:gd name="connsiteY339" fmla="*/ 619655 h 1236433"/>
                <a:gd name="connsiteX340" fmla="*/ 609155 w 815706"/>
                <a:gd name="connsiteY340" fmla="*/ 624546 h 1236433"/>
                <a:gd name="connsiteX341" fmla="*/ 606709 w 815706"/>
                <a:gd name="connsiteY341" fmla="*/ 624546 h 1236433"/>
                <a:gd name="connsiteX342" fmla="*/ 596497 w 815706"/>
                <a:gd name="connsiteY342" fmla="*/ 639936 h 1236433"/>
                <a:gd name="connsiteX343" fmla="*/ 593908 w 815706"/>
                <a:gd name="connsiteY343" fmla="*/ 642525 h 1236433"/>
                <a:gd name="connsiteX344" fmla="*/ 581250 w 815706"/>
                <a:gd name="connsiteY344" fmla="*/ 660361 h 1236433"/>
                <a:gd name="connsiteX345" fmla="*/ 578517 w 815706"/>
                <a:gd name="connsiteY345" fmla="*/ 662950 h 1236433"/>
                <a:gd name="connsiteX346" fmla="*/ 571038 w 815706"/>
                <a:gd name="connsiteY346" fmla="*/ 673163 h 1236433"/>
                <a:gd name="connsiteX347" fmla="*/ 568305 w 815706"/>
                <a:gd name="connsiteY347" fmla="*/ 678054 h 1236433"/>
                <a:gd name="connsiteX348" fmla="*/ 565859 w 815706"/>
                <a:gd name="connsiteY348" fmla="*/ 678054 h 1236433"/>
                <a:gd name="connsiteX349" fmla="*/ 560825 w 815706"/>
                <a:gd name="connsiteY349" fmla="*/ 685820 h 1236433"/>
                <a:gd name="connsiteX350" fmla="*/ 553058 w 815706"/>
                <a:gd name="connsiteY350" fmla="*/ 696033 h 1236433"/>
                <a:gd name="connsiteX351" fmla="*/ 550613 w 815706"/>
                <a:gd name="connsiteY351" fmla="*/ 700924 h 1236433"/>
                <a:gd name="connsiteX352" fmla="*/ 545434 w 815706"/>
                <a:gd name="connsiteY352" fmla="*/ 708691 h 1236433"/>
                <a:gd name="connsiteX353" fmla="*/ 542846 w 815706"/>
                <a:gd name="connsiteY353" fmla="*/ 711280 h 1236433"/>
                <a:gd name="connsiteX354" fmla="*/ 540400 w 815706"/>
                <a:gd name="connsiteY354" fmla="*/ 711280 h 1236433"/>
                <a:gd name="connsiteX355" fmla="*/ 540400 w 815706"/>
                <a:gd name="connsiteY355" fmla="*/ 714013 h 1236433"/>
                <a:gd name="connsiteX356" fmla="*/ 537667 w 815706"/>
                <a:gd name="connsiteY356" fmla="*/ 716458 h 1236433"/>
                <a:gd name="connsiteX357" fmla="*/ 535222 w 815706"/>
                <a:gd name="connsiteY357" fmla="*/ 718904 h 1236433"/>
                <a:gd name="connsiteX358" fmla="*/ 535222 w 815706"/>
                <a:gd name="connsiteY358" fmla="*/ 721493 h 1236433"/>
                <a:gd name="connsiteX359" fmla="*/ 532633 w 815706"/>
                <a:gd name="connsiteY359" fmla="*/ 721493 h 1236433"/>
                <a:gd name="connsiteX360" fmla="*/ 530188 w 815706"/>
                <a:gd name="connsiteY360" fmla="*/ 724225 h 1236433"/>
                <a:gd name="connsiteX361" fmla="*/ 527742 w 815706"/>
                <a:gd name="connsiteY361" fmla="*/ 726670 h 1236433"/>
                <a:gd name="connsiteX362" fmla="*/ 525009 w 815706"/>
                <a:gd name="connsiteY362" fmla="*/ 729116 h 1236433"/>
                <a:gd name="connsiteX363" fmla="*/ 519975 w 815706"/>
                <a:gd name="connsiteY363" fmla="*/ 736883 h 1236433"/>
                <a:gd name="connsiteX364" fmla="*/ 499550 w 815706"/>
                <a:gd name="connsiteY364" fmla="*/ 757308 h 1236433"/>
                <a:gd name="connsiteX365" fmla="*/ 486892 w 815706"/>
                <a:gd name="connsiteY365" fmla="*/ 769966 h 1236433"/>
                <a:gd name="connsiteX366" fmla="*/ 458700 w 815706"/>
                <a:gd name="connsiteY366" fmla="*/ 798015 h 1236433"/>
                <a:gd name="connsiteX367" fmla="*/ 440864 w 815706"/>
                <a:gd name="connsiteY367" fmla="*/ 815706 h 1236433"/>
                <a:gd name="connsiteX368" fmla="*/ 440864 w 815706"/>
                <a:gd name="connsiteY368" fmla="*/ 841454 h 1236433"/>
                <a:gd name="connsiteX369" fmla="*/ 440864 w 815706"/>
                <a:gd name="connsiteY369" fmla="*/ 843899 h 1236433"/>
                <a:gd name="connsiteX370" fmla="*/ 440864 w 815706"/>
                <a:gd name="connsiteY370" fmla="*/ 872091 h 1236433"/>
                <a:gd name="connsiteX371" fmla="*/ 440864 w 815706"/>
                <a:gd name="connsiteY371" fmla="*/ 907619 h 1236433"/>
                <a:gd name="connsiteX372" fmla="*/ 440864 w 815706"/>
                <a:gd name="connsiteY372" fmla="*/ 910064 h 1236433"/>
                <a:gd name="connsiteX373" fmla="*/ 443597 w 815706"/>
                <a:gd name="connsiteY373" fmla="*/ 930489 h 1236433"/>
                <a:gd name="connsiteX374" fmla="*/ 443597 w 815706"/>
                <a:gd name="connsiteY374" fmla="*/ 946024 h 1236433"/>
                <a:gd name="connsiteX375" fmla="*/ 443597 w 815706"/>
                <a:gd name="connsiteY375" fmla="*/ 958682 h 1236433"/>
                <a:gd name="connsiteX376" fmla="*/ 443597 w 815706"/>
                <a:gd name="connsiteY376" fmla="*/ 989319 h 1236433"/>
                <a:gd name="connsiteX377" fmla="*/ 443597 w 815706"/>
                <a:gd name="connsiteY377" fmla="*/ 1007155 h 1236433"/>
                <a:gd name="connsiteX378" fmla="*/ 443597 w 815706"/>
                <a:gd name="connsiteY378" fmla="*/ 1009744 h 1236433"/>
                <a:gd name="connsiteX379" fmla="*/ 443597 w 815706"/>
                <a:gd name="connsiteY379" fmla="*/ 1012189 h 1236433"/>
                <a:gd name="connsiteX380" fmla="*/ 443597 w 815706"/>
                <a:gd name="connsiteY380" fmla="*/ 1017368 h 1236433"/>
                <a:gd name="connsiteX381" fmla="*/ 443597 w 815706"/>
                <a:gd name="connsiteY381" fmla="*/ 1019957 h 1236433"/>
                <a:gd name="connsiteX382" fmla="*/ 443597 w 815706"/>
                <a:gd name="connsiteY382" fmla="*/ 1045272 h 1236433"/>
                <a:gd name="connsiteX383" fmla="*/ 443597 w 815706"/>
                <a:gd name="connsiteY383" fmla="*/ 1047861 h 1236433"/>
                <a:gd name="connsiteX384" fmla="*/ 443597 w 815706"/>
                <a:gd name="connsiteY384" fmla="*/ 1063252 h 1236433"/>
                <a:gd name="connsiteX385" fmla="*/ 443597 w 815706"/>
                <a:gd name="connsiteY385" fmla="*/ 1065697 h 1236433"/>
                <a:gd name="connsiteX386" fmla="*/ 443597 w 815706"/>
                <a:gd name="connsiteY386" fmla="*/ 1073465 h 1236433"/>
                <a:gd name="connsiteX387" fmla="*/ 443597 w 815706"/>
                <a:gd name="connsiteY387" fmla="*/ 1078355 h 1236433"/>
                <a:gd name="connsiteX388" fmla="*/ 443597 w 815706"/>
                <a:gd name="connsiteY388" fmla="*/ 1086122 h 1236433"/>
                <a:gd name="connsiteX389" fmla="*/ 443597 w 815706"/>
                <a:gd name="connsiteY389" fmla="*/ 1088567 h 1236433"/>
                <a:gd name="connsiteX390" fmla="*/ 443597 w 815706"/>
                <a:gd name="connsiteY390" fmla="*/ 1093890 h 1236433"/>
                <a:gd name="connsiteX391" fmla="*/ 443597 w 815706"/>
                <a:gd name="connsiteY391" fmla="*/ 1101513 h 1236433"/>
                <a:gd name="connsiteX392" fmla="*/ 443597 w 815706"/>
                <a:gd name="connsiteY392" fmla="*/ 1104102 h 1236433"/>
                <a:gd name="connsiteX393" fmla="*/ 443597 w 815706"/>
                <a:gd name="connsiteY393" fmla="*/ 1111726 h 1236433"/>
                <a:gd name="connsiteX394" fmla="*/ 443597 w 815706"/>
                <a:gd name="connsiteY394" fmla="*/ 1119205 h 1236433"/>
                <a:gd name="connsiteX395" fmla="*/ 443597 w 815706"/>
                <a:gd name="connsiteY395" fmla="*/ 1126972 h 1236433"/>
                <a:gd name="connsiteX396" fmla="*/ 443597 w 815706"/>
                <a:gd name="connsiteY396" fmla="*/ 1132150 h 1236433"/>
                <a:gd name="connsiteX397" fmla="*/ 443597 w 815706"/>
                <a:gd name="connsiteY397" fmla="*/ 1137185 h 1236433"/>
                <a:gd name="connsiteX398" fmla="*/ 443597 w 815706"/>
                <a:gd name="connsiteY398" fmla="*/ 1142219 h 1236433"/>
                <a:gd name="connsiteX399" fmla="*/ 443597 w 815706"/>
                <a:gd name="connsiteY399" fmla="*/ 1147397 h 1236433"/>
                <a:gd name="connsiteX400" fmla="*/ 443597 w 815706"/>
                <a:gd name="connsiteY400" fmla="*/ 1149843 h 1236433"/>
                <a:gd name="connsiteX401" fmla="*/ 443597 w 815706"/>
                <a:gd name="connsiteY401" fmla="*/ 1155021 h 1236433"/>
                <a:gd name="connsiteX402" fmla="*/ 443597 w 815706"/>
                <a:gd name="connsiteY402" fmla="*/ 1157610 h 1236433"/>
                <a:gd name="connsiteX403" fmla="*/ 443597 w 815706"/>
                <a:gd name="connsiteY403" fmla="*/ 1160055 h 1236433"/>
                <a:gd name="connsiteX404" fmla="*/ 443597 w 815706"/>
                <a:gd name="connsiteY404" fmla="*/ 1162501 h 1236433"/>
                <a:gd name="connsiteX405" fmla="*/ 443597 w 815706"/>
                <a:gd name="connsiteY405" fmla="*/ 1165233 h 1236433"/>
                <a:gd name="connsiteX406" fmla="*/ 443597 w 815706"/>
                <a:gd name="connsiteY406" fmla="*/ 1167822 h 1236433"/>
                <a:gd name="connsiteX407" fmla="*/ 443597 w 815706"/>
                <a:gd name="connsiteY407" fmla="*/ 1170268 h 1236433"/>
                <a:gd name="connsiteX408" fmla="*/ 443597 w 815706"/>
                <a:gd name="connsiteY408" fmla="*/ 1172713 h 1236433"/>
                <a:gd name="connsiteX409" fmla="*/ 443597 w 815706"/>
                <a:gd name="connsiteY409" fmla="*/ 1175446 h 1236433"/>
                <a:gd name="connsiteX410" fmla="*/ 443597 w 815706"/>
                <a:gd name="connsiteY410" fmla="*/ 1178035 h 1236433"/>
                <a:gd name="connsiteX411" fmla="*/ 446042 w 815706"/>
                <a:gd name="connsiteY411" fmla="*/ 1178035 h 1236433"/>
                <a:gd name="connsiteX412" fmla="*/ 446042 w 815706"/>
                <a:gd name="connsiteY412" fmla="*/ 1180480 h 1236433"/>
                <a:gd name="connsiteX413" fmla="*/ 446042 w 815706"/>
                <a:gd name="connsiteY413" fmla="*/ 1182925 h 1236433"/>
                <a:gd name="connsiteX414" fmla="*/ 446042 w 815706"/>
                <a:gd name="connsiteY414" fmla="*/ 1185658 h 1236433"/>
                <a:gd name="connsiteX415" fmla="*/ 446042 w 815706"/>
                <a:gd name="connsiteY415" fmla="*/ 1188248 h 1236433"/>
                <a:gd name="connsiteX416" fmla="*/ 446042 w 815706"/>
                <a:gd name="connsiteY416" fmla="*/ 1190693 h 1236433"/>
                <a:gd name="connsiteX417" fmla="*/ 446042 w 815706"/>
                <a:gd name="connsiteY417" fmla="*/ 1193138 h 1236433"/>
                <a:gd name="connsiteX418" fmla="*/ 443597 w 815706"/>
                <a:gd name="connsiteY418" fmla="*/ 1193138 h 1236433"/>
                <a:gd name="connsiteX419" fmla="*/ 443597 w 815706"/>
                <a:gd name="connsiteY419" fmla="*/ 1195871 h 1236433"/>
                <a:gd name="connsiteX420" fmla="*/ 446042 w 815706"/>
                <a:gd name="connsiteY420" fmla="*/ 1195871 h 1236433"/>
                <a:gd name="connsiteX421" fmla="*/ 446042 w 815706"/>
                <a:gd name="connsiteY421" fmla="*/ 1198460 h 1236433"/>
                <a:gd name="connsiteX422" fmla="*/ 446042 w 815706"/>
                <a:gd name="connsiteY422" fmla="*/ 1200905 h 1236433"/>
                <a:gd name="connsiteX423" fmla="*/ 446042 w 815706"/>
                <a:gd name="connsiteY423" fmla="*/ 1203351 h 1236433"/>
                <a:gd name="connsiteX424" fmla="*/ 446042 w 815706"/>
                <a:gd name="connsiteY424" fmla="*/ 1206083 h 1236433"/>
                <a:gd name="connsiteX425" fmla="*/ 446042 w 815706"/>
                <a:gd name="connsiteY425" fmla="*/ 1208672 h 1236433"/>
                <a:gd name="connsiteX426" fmla="*/ 446042 w 815706"/>
                <a:gd name="connsiteY426" fmla="*/ 1211118 h 1236433"/>
                <a:gd name="connsiteX427" fmla="*/ 446042 w 815706"/>
                <a:gd name="connsiteY427" fmla="*/ 1213563 h 1236433"/>
                <a:gd name="connsiteX428" fmla="*/ 446042 w 815706"/>
                <a:gd name="connsiteY428" fmla="*/ 1216296 h 1236433"/>
                <a:gd name="connsiteX429" fmla="*/ 446042 w 815706"/>
                <a:gd name="connsiteY429" fmla="*/ 1218741 h 1236433"/>
                <a:gd name="connsiteX430" fmla="*/ 446042 w 815706"/>
                <a:gd name="connsiteY430" fmla="*/ 1221330 h 1236433"/>
                <a:gd name="connsiteX431" fmla="*/ 446042 w 815706"/>
                <a:gd name="connsiteY431" fmla="*/ 1223776 h 1236433"/>
                <a:gd name="connsiteX432" fmla="*/ 446042 w 815706"/>
                <a:gd name="connsiteY432" fmla="*/ 1226365 h 1236433"/>
                <a:gd name="connsiteX433" fmla="*/ 446042 w 815706"/>
                <a:gd name="connsiteY433" fmla="*/ 1229098 h 1236433"/>
                <a:gd name="connsiteX434" fmla="*/ 446042 w 815706"/>
                <a:gd name="connsiteY434" fmla="*/ 1231543 h 1236433"/>
                <a:gd name="connsiteX435" fmla="*/ 446042 w 815706"/>
                <a:gd name="connsiteY435" fmla="*/ 1233988 h 1236433"/>
                <a:gd name="connsiteX436" fmla="*/ 446042 w 815706"/>
                <a:gd name="connsiteY436" fmla="*/ 1236433 h 1236433"/>
                <a:gd name="connsiteX437" fmla="*/ 443597 w 815706"/>
                <a:gd name="connsiteY437" fmla="*/ 1236433 h 1236433"/>
                <a:gd name="connsiteX438" fmla="*/ 440864 w 815706"/>
                <a:gd name="connsiteY438" fmla="*/ 1236433 h 1236433"/>
                <a:gd name="connsiteX439" fmla="*/ 438275 w 815706"/>
                <a:gd name="connsiteY439" fmla="*/ 1236433 h 1236433"/>
                <a:gd name="connsiteX440" fmla="*/ 435830 w 815706"/>
                <a:gd name="connsiteY440" fmla="*/ 1236433 h 1236433"/>
                <a:gd name="connsiteX441" fmla="*/ 433385 w 815706"/>
                <a:gd name="connsiteY441" fmla="*/ 1236433 h 1236433"/>
                <a:gd name="connsiteX442" fmla="*/ 430652 w 815706"/>
                <a:gd name="connsiteY442" fmla="*/ 1236433 h 1236433"/>
                <a:gd name="connsiteX443" fmla="*/ 428062 w 815706"/>
                <a:gd name="connsiteY443" fmla="*/ 1236433 h 1236433"/>
                <a:gd name="connsiteX444" fmla="*/ 425617 w 815706"/>
                <a:gd name="connsiteY444" fmla="*/ 1236433 h 1236433"/>
                <a:gd name="connsiteX445" fmla="*/ 423172 w 815706"/>
                <a:gd name="connsiteY445" fmla="*/ 1236433 h 1236433"/>
                <a:gd name="connsiteX446" fmla="*/ 420439 w 815706"/>
                <a:gd name="connsiteY446" fmla="*/ 1236433 h 1236433"/>
                <a:gd name="connsiteX447" fmla="*/ 417994 w 815706"/>
                <a:gd name="connsiteY447" fmla="*/ 1236433 h 1236433"/>
                <a:gd name="connsiteX448" fmla="*/ 415405 w 815706"/>
                <a:gd name="connsiteY448" fmla="*/ 1236433 h 1236433"/>
                <a:gd name="connsiteX449" fmla="*/ 412960 w 815706"/>
                <a:gd name="connsiteY449" fmla="*/ 1236433 h 1236433"/>
                <a:gd name="connsiteX450" fmla="*/ 410227 w 815706"/>
                <a:gd name="connsiteY450" fmla="*/ 1236433 h 1236433"/>
                <a:gd name="connsiteX451" fmla="*/ 407781 w 815706"/>
                <a:gd name="connsiteY451" fmla="*/ 1236433 h 1236433"/>
                <a:gd name="connsiteX452" fmla="*/ 405192 w 815706"/>
                <a:gd name="connsiteY452" fmla="*/ 1236433 h 1236433"/>
                <a:gd name="connsiteX453" fmla="*/ 402747 w 815706"/>
                <a:gd name="connsiteY453" fmla="*/ 1236433 h 1236433"/>
                <a:gd name="connsiteX454" fmla="*/ 400014 w 815706"/>
                <a:gd name="connsiteY454" fmla="*/ 1236433 h 1236433"/>
                <a:gd name="connsiteX455" fmla="*/ 397569 w 815706"/>
                <a:gd name="connsiteY455" fmla="*/ 1236433 h 1236433"/>
                <a:gd name="connsiteX456" fmla="*/ 394980 w 815706"/>
                <a:gd name="connsiteY456" fmla="*/ 1236433 h 1236433"/>
                <a:gd name="connsiteX457" fmla="*/ 392534 w 815706"/>
                <a:gd name="connsiteY457" fmla="*/ 1236433 h 1236433"/>
                <a:gd name="connsiteX458" fmla="*/ 389802 w 815706"/>
                <a:gd name="connsiteY458" fmla="*/ 1236433 h 1236433"/>
                <a:gd name="connsiteX459" fmla="*/ 387356 w 815706"/>
                <a:gd name="connsiteY459" fmla="*/ 1236433 h 1236433"/>
                <a:gd name="connsiteX460" fmla="*/ 384767 w 815706"/>
                <a:gd name="connsiteY460" fmla="*/ 1236433 h 1236433"/>
                <a:gd name="connsiteX461" fmla="*/ 382322 w 815706"/>
                <a:gd name="connsiteY461" fmla="*/ 1236433 h 1236433"/>
                <a:gd name="connsiteX462" fmla="*/ 379877 w 815706"/>
                <a:gd name="connsiteY462" fmla="*/ 1236433 h 1236433"/>
                <a:gd name="connsiteX463" fmla="*/ 377144 w 815706"/>
                <a:gd name="connsiteY463" fmla="*/ 1236433 h 1236433"/>
                <a:gd name="connsiteX464" fmla="*/ 374555 w 815706"/>
                <a:gd name="connsiteY464" fmla="*/ 1236433 h 1236433"/>
                <a:gd name="connsiteX465" fmla="*/ 372109 w 815706"/>
                <a:gd name="connsiteY465" fmla="*/ 1236433 h 1236433"/>
                <a:gd name="connsiteX466" fmla="*/ 369664 w 815706"/>
                <a:gd name="connsiteY466" fmla="*/ 1236433 h 1236433"/>
                <a:gd name="connsiteX467" fmla="*/ 366931 w 815706"/>
                <a:gd name="connsiteY467" fmla="*/ 1236433 h 1236433"/>
                <a:gd name="connsiteX468" fmla="*/ 364486 w 815706"/>
                <a:gd name="connsiteY468" fmla="*/ 1236433 h 1236433"/>
                <a:gd name="connsiteX469" fmla="*/ 361897 w 815706"/>
                <a:gd name="connsiteY469" fmla="*/ 1236433 h 1236433"/>
                <a:gd name="connsiteX470" fmla="*/ 359452 w 815706"/>
                <a:gd name="connsiteY470" fmla="*/ 1236433 h 1236433"/>
                <a:gd name="connsiteX471" fmla="*/ 356719 w 815706"/>
                <a:gd name="connsiteY471" fmla="*/ 1236433 h 1236433"/>
                <a:gd name="connsiteX472" fmla="*/ 354274 w 815706"/>
                <a:gd name="connsiteY472" fmla="*/ 1236433 h 1236433"/>
                <a:gd name="connsiteX473" fmla="*/ 351684 w 815706"/>
                <a:gd name="connsiteY473" fmla="*/ 1236433 h 1236433"/>
                <a:gd name="connsiteX474" fmla="*/ 349239 w 815706"/>
                <a:gd name="connsiteY474" fmla="*/ 1236433 h 1236433"/>
                <a:gd name="connsiteX475" fmla="*/ 346506 w 815706"/>
                <a:gd name="connsiteY475" fmla="*/ 1236433 h 1236433"/>
                <a:gd name="connsiteX476" fmla="*/ 343917 w 815706"/>
                <a:gd name="connsiteY476" fmla="*/ 1236433 h 1236433"/>
                <a:gd name="connsiteX477" fmla="*/ 341472 w 815706"/>
                <a:gd name="connsiteY477" fmla="*/ 1236433 h 1236433"/>
                <a:gd name="connsiteX478" fmla="*/ 339027 w 815706"/>
                <a:gd name="connsiteY478" fmla="*/ 1236433 h 1236433"/>
                <a:gd name="connsiteX479" fmla="*/ 336294 w 815706"/>
                <a:gd name="connsiteY479" fmla="*/ 1236433 h 1236433"/>
                <a:gd name="connsiteX480" fmla="*/ 333849 w 815706"/>
                <a:gd name="connsiteY480" fmla="*/ 1236433 h 1236433"/>
                <a:gd name="connsiteX481" fmla="*/ 331259 w 815706"/>
                <a:gd name="connsiteY481" fmla="*/ 1236433 h 1236433"/>
                <a:gd name="connsiteX482" fmla="*/ 328814 w 815706"/>
                <a:gd name="connsiteY482" fmla="*/ 1236433 h 1236433"/>
                <a:gd name="connsiteX483" fmla="*/ 326081 w 815706"/>
                <a:gd name="connsiteY483" fmla="*/ 1236433 h 1236433"/>
                <a:gd name="connsiteX484" fmla="*/ 323636 w 815706"/>
                <a:gd name="connsiteY484" fmla="*/ 1236433 h 1236433"/>
                <a:gd name="connsiteX485" fmla="*/ 321047 w 815706"/>
                <a:gd name="connsiteY485" fmla="*/ 1236433 h 1236433"/>
                <a:gd name="connsiteX486" fmla="*/ 318602 w 815706"/>
                <a:gd name="connsiteY486" fmla="*/ 1236433 h 1236433"/>
                <a:gd name="connsiteX487" fmla="*/ 315869 w 815706"/>
                <a:gd name="connsiteY487" fmla="*/ 1236433 h 1236433"/>
                <a:gd name="connsiteX488" fmla="*/ 313423 w 815706"/>
                <a:gd name="connsiteY488" fmla="*/ 1236433 h 1236433"/>
                <a:gd name="connsiteX489" fmla="*/ 310834 w 815706"/>
                <a:gd name="connsiteY489" fmla="*/ 1236433 h 1236433"/>
                <a:gd name="connsiteX490" fmla="*/ 308389 w 815706"/>
                <a:gd name="connsiteY490" fmla="*/ 1236433 h 1236433"/>
                <a:gd name="connsiteX491" fmla="*/ 305944 w 815706"/>
                <a:gd name="connsiteY491" fmla="*/ 1236433 h 1236433"/>
                <a:gd name="connsiteX492" fmla="*/ 303211 w 815706"/>
                <a:gd name="connsiteY492" fmla="*/ 1236433 h 1236433"/>
                <a:gd name="connsiteX493" fmla="*/ 300622 w 815706"/>
                <a:gd name="connsiteY493" fmla="*/ 1236433 h 1236433"/>
                <a:gd name="connsiteX494" fmla="*/ 298177 w 815706"/>
                <a:gd name="connsiteY494" fmla="*/ 1236433 h 1236433"/>
                <a:gd name="connsiteX495" fmla="*/ 295731 w 815706"/>
                <a:gd name="connsiteY495" fmla="*/ 1236433 h 1236433"/>
                <a:gd name="connsiteX496" fmla="*/ 292998 w 815706"/>
                <a:gd name="connsiteY496" fmla="*/ 1236433 h 1236433"/>
                <a:gd name="connsiteX497" fmla="*/ 290409 w 815706"/>
                <a:gd name="connsiteY497" fmla="*/ 1236433 h 1236433"/>
                <a:gd name="connsiteX498" fmla="*/ 287964 w 815706"/>
                <a:gd name="connsiteY498" fmla="*/ 1236433 h 1236433"/>
                <a:gd name="connsiteX499" fmla="*/ 285519 w 815706"/>
                <a:gd name="connsiteY499" fmla="*/ 1236433 h 1236433"/>
                <a:gd name="connsiteX500" fmla="*/ 282786 w 815706"/>
                <a:gd name="connsiteY500" fmla="*/ 1236433 h 1236433"/>
                <a:gd name="connsiteX501" fmla="*/ 280341 w 815706"/>
                <a:gd name="connsiteY501" fmla="*/ 1236433 h 1236433"/>
                <a:gd name="connsiteX502" fmla="*/ 277752 w 815706"/>
                <a:gd name="connsiteY502" fmla="*/ 1236433 h 1236433"/>
                <a:gd name="connsiteX503" fmla="*/ 275306 w 815706"/>
                <a:gd name="connsiteY503" fmla="*/ 1236433 h 1236433"/>
                <a:gd name="connsiteX504" fmla="*/ 272573 w 815706"/>
                <a:gd name="connsiteY504" fmla="*/ 1236433 h 1236433"/>
                <a:gd name="connsiteX505" fmla="*/ 270128 w 815706"/>
                <a:gd name="connsiteY505" fmla="*/ 1236433 h 1236433"/>
                <a:gd name="connsiteX506" fmla="*/ 267539 w 815706"/>
                <a:gd name="connsiteY506" fmla="*/ 1236433 h 1236433"/>
                <a:gd name="connsiteX507" fmla="*/ 265094 w 815706"/>
                <a:gd name="connsiteY507" fmla="*/ 1236433 h 1236433"/>
                <a:gd name="connsiteX508" fmla="*/ 262361 w 815706"/>
                <a:gd name="connsiteY508" fmla="*/ 1236433 h 1236433"/>
                <a:gd name="connsiteX509" fmla="*/ 259772 w 815706"/>
                <a:gd name="connsiteY509" fmla="*/ 1236433 h 1236433"/>
                <a:gd name="connsiteX510" fmla="*/ 257327 w 815706"/>
                <a:gd name="connsiteY510" fmla="*/ 1236433 h 1236433"/>
                <a:gd name="connsiteX511" fmla="*/ 254881 w 815706"/>
                <a:gd name="connsiteY511" fmla="*/ 1236433 h 1236433"/>
                <a:gd name="connsiteX512" fmla="*/ 252148 w 815706"/>
                <a:gd name="connsiteY512" fmla="*/ 1236433 h 1236433"/>
                <a:gd name="connsiteX513" fmla="*/ 249703 w 815706"/>
                <a:gd name="connsiteY513" fmla="*/ 1236433 h 1236433"/>
                <a:gd name="connsiteX514" fmla="*/ 247114 w 815706"/>
                <a:gd name="connsiteY514" fmla="*/ 1236433 h 1236433"/>
                <a:gd name="connsiteX515" fmla="*/ 244669 w 815706"/>
                <a:gd name="connsiteY515" fmla="*/ 1236433 h 1236433"/>
                <a:gd name="connsiteX516" fmla="*/ 241936 w 815706"/>
                <a:gd name="connsiteY516" fmla="*/ 1236433 h 1236433"/>
                <a:gd name="connsiteX517" fmla="*/ 239491 w 815706"/>
                <a:gd name="connsiteY517" fmla="*/ 1236433 h 1236433"/>
                <a:gd name="connsiteX518" fmla="*/ 236902 w 815706"/>
                <a:gd name="connsiteY518" fmla="*/ 1236433 h 1236433"/>
                <a:gd name="connsiteX519" fmla="*/ 234456 w 815706"/>
                <a:gd name="connsiteY519" fmla="*/ 1236433 h 1236433"/>
                <a:gd name="connsiteX520" fmla="*/ 232011 w 815706"/>
                <a:gd name="connsiteY520" fmla="*/ 1236433 h 1236433"/>
                <a:gd name="connsiteX521" fmla="*/ 229278 w 815706"/>
                <a:gd name="connsiteY521" fmla="*/ 1236433 h 1236433"/>
                <a:gd name="connsiteX522" fmla="*/ 226689 w 815706"/>
                <a:gd name="connsiteY522" fmla="*/ 1236433 h 1236433"/>
                <a:gd name="connsiteX523" fmla="*/ 224244 w 815706"/>
                <a:gd name="connsiteY523" fmla="*/ 1236433 h 1236433"/>
                <a:gd name="connsiteX524" fmla="*/ 221798 w 815706"/>
                <a:gd name="connsiteY524" fmla="*/ 1236433 h 1236433"/>
                <a:gd name="connsiteX525" fmla="*/ 219066 w 815706"/>
                <a:gd name="connsiteY525" fmla="*/ 1236433 h 1236433"/>
                <a:gd name="connsiteX526" fmla="*/ 216477 w 815706"/>
                <a:gd name="connsiteY526" fmla="*/ 1233988 h 1236433"/>
                <a:gd name="connsiteX527" fmla="*/ 214031 w 815706"/>
                <a:gd name="connsiteY527" fmla="*/ 1233988 h 1236433"/>
                <a:gd name="connsiteX528" fmla="*/ 211586 w 815706"/>
                <a:gd name="connsiteY528" fmla="*/ 1233988 h 1236433"/>
                <a:gd name="connsiteX529" fmla="*/ 208853 w 815706"/>
                <a:gd name="connsiteY529" fmla="*/ 1233988 h 1236433"/>
                <a:gd name="connsiteX530" fmla="*/ 206264 w 815706"/>
                <a:gd name="connsiteY530" fmla="*/ 1233988 h 1236433"/>
                <a:gd name="connsiteX531" fmla="*/ 203819 w 815706"/>
                <a:gd name="connsiteY531" fmla="*/ 1233988 h 1236433"/>
                <a:gd name="connsiteX532" fmla="*/ 201373 w 815706"/>
                <a:gd name="connsiteY532" fmla="*/ 1233988 h 1236433"/>
                <a:gd name="connsiteX533" fmla="*/ 198641 w 815706"/>
                <a:gd name="connsiteY533" fmla="*/ 1233988 h 1236433"/>
                <a:gd name="connsiteX534" fmla="*/ 196052 w 815706"/>
                <a:gd name="connsiteY534" fmla="*/ 1233988 h 1236433"/>
                <a:gd name="connsiteX535" fmla="*/ 193606 w 815706"/>
                <a:gd name="connsiteY535" fmla="*/ 1233988 h 1236433"/>
                <a:gd name="connsiteX536" fmla="*/ 191161 w 815706"/>
                <a:gd name="connsiteY536" fmla="*/ 1233988 h 1236433"/>
                <a:gd name="connsiteX537" fmla="*/ 188428 w 815706"/>
                <a:gd name="connsiteY537" fmla="*/ 1233988 h 1236433"/>
                <a:gd name="connsiteX538" fmla="*/ 185983 w 815706"/>
                <a:gd name="connsiteY538" fmla="*/ 1233988 h 1236433"/>
                <a:gd name="connsiteX539" fmla="*/ 183394 w 815706"/>
                <a:gd name="connsiteY539" fmla="*/ 1233988 h 1236433"/>
                <a:gd name="connsiteX540" fmla="*/ 180948 w 815706"/>
                <a:gd name="connsiteY540" fmla="*/ 1233988 h 1236433"/>
                <a:gd name="connsiteX541" fmla="*/ 178216 w 815706"/>
                <a:gd name="connsiteY541" fmla="*/ 1233988 h 1236433"/>
                <a:gd name="connsiteX542" fmla="*/ 175770 w 815706"/>
                <a:gd name="connsiteY542" fmla="*/ 1233988 h 1236433"/>
                <a:gd name="connsiteX543" fmla="*/ 173181 w 815706"/>
                <a:gd name="connsiteY543" fmla="*/ 1233988 h 1236433"/>
                <a:gd name="connsiteX544" fmla="*/ 170736 w 815706"/>
                <a:gd name="connsiteY544" fmla="*/ 1233988 h 1236433"/>
                <a:gd name="connsiteX545" fmla="*/ 168003 w 815706"/>
                <a:gd name="connsiteY545" fmla="*/ 1233988 h 1236433"/>
                <a:gd name="connsiteX546" fmla="*/ 165558 w 815706"/>
                <a:gd name="connsiteY546" fmla="*/ 1233988 h 1236433"/>
                <a:gd name="connsiteX547" fmla="*/ 162969 w 815706"/>
                <a:gd name="connsiteY547" fmla="*/ 1233988 h 1236433"/>
                <a:gd name="connsiteX548" fmla="*/ 160524 w 815706"/>
                <a:gd name="connsiteY548" fmla="*/ 1233988 h 1236433"/>
                <a:gd name="connsiteX549" fmla="*/ 158078 w 815706"/>
                <a:gd name="connsiteY549" fmla="*/ 1233988 h 1236433"/>
                <a:gd name="connsiteX550" fmla="*/ 155345 w 815706"/>
                <a:gd name="connsiteY550" fmla="*/ 1233988 h 1236433"/>
                <a:gd name="connsiteX551" fmla="*/ 152756 w 815706"/>
                <a:gd name="connsiteY551" fmla="*/ 1233988 h 1236433"/>
                <a:gd name="connsiteX552" fmla="*/ 150311 w 815706"/>
                <a:gd name="connsiteY552" fmla="*/ 1233988 h 1236433"/>
                <a:gd name="connsiteX553" fmla="*/ 147866 w 815706"/>
                <a:gd name="connsiteY553" fmla="*/ 1233988 h 1236433"/>
                <a:gd name="connsiteX554" fmla="*/ 145133 w 815706"/>
                <a:gd name="connsiteY554" fmla="*/ 1233988 h 1236433"/>
                <a:gd name="connsiteX555" fmla="*/ 142544 w 815706"/>
                <a:gd name="connsiteY555" fmla="*/ 1233988 h 1236433"/>
                <a:gd name="connsiteX556" fmla="*/ 140099 w 815706"/>
                <a:gd name="connsiteY556" fmla="*/ 1233988 h 1236433"/>
                <a:gd name="connsiteX557" fmla="*/ 137653 w 815706"/>
                <a:gd name="connsiteY557" fmla="*/ 1233988 h 1236433"/>
                <a:gd name="connsiteX558" fmla="*/ 134920 w 815706"/>
                <a:gd name="connsiteY558" fmla="*/ 1231543 h 1236433"/>
                <a:gd name="connsiteX559" fmla="*/ 132331 w 815706"/>
                <a:gd name="connsiteY559" fmla="*/ 1231543 h 1236433"/>
                <a:gd name="connsiteX560" fmla="*/ 129886 w 815706"/>
                <a:gd name="connsiteY560" fmla="*/ 1231543 h 1236433"/>
                <a:gd name="connsiteX561" fmla="*/ 127441 w 815706"/>
                <a:gd name="connsiteY561" fmla="*/ 1231543 h 1236433"/>
                <a:gd name="connsiteX562" fmla="*/ 124708 w 815706"/>
                <a:gd name="connsiteY562" fmla="*/ 1231543 h 1236433"/>
                <a:gd name="connsiteX563" fmla="*/ 122119 w 815706"/>
                <a:gd name="connsiteY563" fmla="*/ 1231543 h 1236433"/>
                <a:gd name="connsiteX564" fmla="*/ 119673 w 815706"/>
                <a:gd name="connsiteY564" fmla="*/ 1231543 h 1236433"/>
                <a:gd name="connsiteX565" fmla="*/ 117228 w 815706"/>
                <a:gd name="connsiteY565" fmla="*/ 1231543 h 1236433"/>
                <a:gd name="connsiteX566" fmla="*/ 114495 w 815706"/>
                <a:gd name="connsiteY566" fmla="*/ 1231543 h 1236433"/>
                <a:gd name="connsiteX567" fmla="*/ 111906 w 815706"/>
                <a:gd name="connsiteY567" fmla="*/ 1231543 h 1236433"/>
                <a:gd name="connsiteX568" fmla="*/ 109461 w 815706"/>
                <a:gd name="connsiteY568" fmla="*/ 1231543 h 1236433"/>
                <a:gd name="connsiteX569" fmla="*/ 107016 w 815706"/>
                <a:gd name="connsiteY569" fmla="*/ 1231543 h 1236433"/>
                <a:gd name="connsiteX570" fmla="*/ 104283 w 815706"/>
                <a:gd name="connsiteY570" fmla="*/ 1231543 h 1236433"/>
                <a:gd name="connsiteX571" fmla="*/ 101694 w 815706"/>
                <a:gd name="connsiteY571" fmla="*/ 1231543 h 1236433"/>
                <a:gd name="connsiteX572" fmla="*/ 99248 w 815706"/>
                <a:gd name="connsiteY572" fmla="*/ 1231543 h 1236433"/>
                <a:gd name="connsiteX573" fmla="*/ 96803 w 815706"/>
                <a:gd name="connsiteY573" fmla="*/ 1231543 h 1236433"/>
                <a:gd name="connsiteX574" fmla="*/ 94070 w 815706"/>
                <a:gd name="connsiteY574" fmla="*/ 1231543 h 1236433"/>
                <a:gd name="connsiteX575" fmla="*/ 91625 w 815706"/>
                <a:gd name="connsiteY575" fmla="*/ 1231543 h 1236433"/>
                <a:gd name="connsiteX576" fmla="*/ 89036 w 815706"/>
                <a:gd name="connsiteY576" fmla="*/ 1231543 h 1236433"/>
                <a:gd name="connsiteX577" fmla="*/ 86591 w 815706"/>
                <a:gd name="connsiteY577" fmla="*/ 1231543 h 1236433"/>
                <a:gd name="connsiteX578" fmla="*/ 84145 w 815706"/>
                <a:gd name="connsiteY578" fmla="*/ 1231543 h 1236433"/>
                <a:gd name="connsiteX579" fmla="*/ 81412 w 815706"/>
                <a:gd name="connsiteY579" fmla="*/ 1231543 h 1236433"/>
                <a:gd name="connsiteX580" fmla="*/ 78823 w 815706"/>
                <a:gd name="connsiteY580" fmla="*/ 1229098 h 1236433"/>
                <a:gd name="connsiteX581" fmla="*/ 76378 w 815706"/>
                <a:gd name="connsiteY581" fmla="*/ 1229098 h 1236433"/>
                <a:gd name="connsiteX582" fmla="*/ 73933 w 815706"/>
                <a:gd name="connsiteY582" fmla="*/ 1229098 h 1236433"/>
                <a:gd name="connsiteX583" fmla="*/ 71200 w 815706"/>
                <a:gd name="connsiteY583" fmla="*/ 1229098 h 1236433"/>
                <a:gd name="connsiteX584" fmla="*/ 68611 w 815706"/>
                <a:gd name="connsiteY584" fmla="*/ 1229098 h 1236433"/>
                <a:gd name="connsiteX585" fmla="*/ 66166 w 815706"/>
                <a:gd name="connsiteY585" fmla="*/ 1229098 h 1236433"/>
                <a:gd name="connsiteX586" fmla="*/ 63720 w 815706"/>
                <a:gd name="connsiteY586" fmla="*/ 1229098 h 1236433"/>
                <a:gd name="connsiteX587" fmla="*/ 60987 w 815706"/>
                <a:gd name="connsiteY587" fmla="*/ 1229098 h 1236433"/>
                <a:gd name="connsiteX588" fmla="*/ 58398 w 815706"/>
                <a:gd name="connsiteY588" fmla="*/ 1229098 h 1236433"/>
                <a:gd name="connsiteX589" fmla="*/ 55953 w 815706"/>
                <a:gd name="connsiteY589" fmla="*/ 1229098 h 1236433"/>
                <a:gd name="connsiteX590" fmla="*/ 53508 w 815706"/>
                <a:gd name="connsiteY590" fmla="*/ 1229098 h 1236433"/>
                <a:gd name="connsiteX591" fmla="*/ 50775 w 815706"/>
                <a:gd name="connsiteY591" fmla="*/ 1229098 h 1236433"/>
                <a:gd name="connsiteX592" fmla="*/ 48186 w 815706"/>
                <a:gd name="connsiteY592" fmla="*/ 1229098 h 1236433"/>
                <a:gd name="connsiteX593" fmla="*/ 45740 w 815706"/>
                <a:gd name="connsiteY593" fmla="*/ 1229098 h 1236433"/>
                <a:gd name="connsiteX594" fmla="*/ 43295 w 815706"/>
                <a:gd name="connsiteY594" fmla="*/ 1229098 h 1236433"/>
                <a:gd name="connsiteX595" fmla="*/ 40562 w 815706"/>
                <a:gd name="connsiteY595" fmla="*/ 1229098 h 1236433"/>
                <a:gd name="connsiteX596" fmla="*/ 37973 w 815706"/>
                <a:gd name="connsiteY596" fmla="*/ 1229098 h 1236433"/>
                <a:gd name="connsiteX597" fmla="*/ 35528 w 815706"/>
                <a:gd name="connsiteY597" fmla="*/ 1229098 h 1236433"/>
                <a:gd name="connsiteX598" fmla="*/ 33083 w 815706"/>
                <a:gd name="connsiteY598" fmla="*/ 1229098 h 1236433"/>
                <a:gd name="connsiteX599" fmla="*/ 30350 w 815706"/>
                <a:gd name="connsiteY599" fmla="*/ 1226365 h 1236433"/>
                <a:gd name="connsiteX600" fmla="*/ 27905 w 815706"/>
                <a:gd name="connsiteY600" fmla="*/ 1226365 h 1236433"/>
                <a:gd name="connsiteX601" fmla="*/ 25315 w 815706"/>
                <a:gd name="connsiteY601" fmla="*/ 1226365 h 1236433"/>
                <a:gd name="connsiteX602" fmla="*/ 22870 w 815706"/>
                <a:gd name="connsiteY602" fmla="*/ 1226365 h 1236433"/>
                <a:gd name="connsiteX603" fmla="*/ 20137 w 815706"/>
                <a:gd name="connsiteY603" fmla="*/ 1226365 h 1236433"/>
                <a:gd name="connsiteX604" fmla="*/ 17548 w 815706"/>
                <a:gd name="connsiteY604" fmla="*/ 1226365 h 1236433"/>
                <a:gd name="connsiteX605" fmla="*/ 15103 w 815706"/>
                <a:gd name="connsiteY605" fmla="*/ 1226365 h 1236433"/>
                <a:gd name="connsiteX606" fmla="*/ 12658 w 815706"/>
                <a:gd name="connsiteY606" fmla="*/ 1226365 h 1236433"/>
                <a:gd name="connsiteX607" fmla="*/ 10213 w 815706"/>
                <a:gd name="connsiteY607" fmla="*/ 1226365 h 1236433"/>
                <a:gd name="connsiteX608" fmla="*/ 7336 w 815706"/>
                <a:gd name="connsiteY608" fmla="*/ 1226365 h 1236433"/>
                <a:gd name="connsiteX609" fmla="*/ 4890 w 815706"/>
                <a:gd name="connsiteY609" fmla="*/ 1226365 h 1236433"/>
                <a:gd name="connsiteX610" fmla="*/ 2445 w 815706"/>
                <a:gd name="connsiteY610" fmla="*/ 1226365 h 1236433"/>
                <a:gd name="connsiteX611" fmla="*/ 0 w 815706"/>
                <a:gd name="connsiteY611" fmla="*/ 1226365 h 1236433"/>
                <a:gd name="connsiteX612" fmla="*/ 0 w 815706"/>
                <a:gd name="connsiteY612" fmla="*/ 1223776 h 1236433"/>
                <a:gd name="connsiteX613" fmla="*/ 2445 w 815706"/>
                <a:gd name="connsiteY613" fmla="*/ 1221330 h 1236433"/>
                <a:gd name="connsiteX614" fmla="*/ 2445 w 815706"/>
                <a:gd name="connsiteY614" fmla="*/ 1216296 h 1236433"/>
                <a:gd name="connsiteX615" fmla="*/ 2445 w 815706"/>
                <a:gd name="connsiteY615" fmla="*/ 1213563 h 1236433"/>
                <a:gd name="connsiteX616" fmla="*/ 2445 w 815706"/>
                <a:gd name="connsiteY616" fmla="*/ 1206083 h 1236433"/>
                <a:gd name="connsiteX617" fmla="*/ 0 w 815706"/>
                <a:gd name="connsiteY617" fmla="*/ 1206083 h 1236433"/>
                <a:gd name="connsiteX618" fmla="*/ 0 w 815706"/>
                <a:gd name="connsiteY618" fmla="*/ 1198460 h 1236433"/>
                <a:gd name="connsiteX619" fmla="*/ 0 w 815706"/>
                <a:gd name="connsiteY619" fmla="*/ 1195871 h 1236433"/>
                <a:gd name="connsiteX620" fmla="*/ 0 w 815706"/>
                <a:gd name="connsiteY620" fmla="*/ 1190693 h 1236433"/>
                <a:gd name="connsiteX621" fmla="*/ 2445 w 815706"/>
                <a:gd name="connsiteY621" fmla="*/ 1188248 h 1236433"/>
                <a:gd name="connsiteX622" fmla="*/ 2445 w 815706"/>
                <a:gd name="connsiteY622" fmla="*/ 1185658 h 1236433"/>
                <a:gd name="connsiteX623" fmla="*/ 2445 w 815706"/>
                <a:gd name="connsiteY623" fmla="*/ 1182925 h 1236433"/>
                <a:gd name="connsiteX624" fmla="*/ 2445 w 815706"/>
                <a:gd name="connsiteY624" fmla="*/ 1175446 h 1236433"/>
                <a:gd name="connsiteX625" fmla="*/ 2445 w 815706"/>
                <a:gd name="connsiteY625" fmla="*/ 1170268 h 1236433"/>
                <a:gd name="connsiteX626" fmla="*/ 2445 w 815706"/>
                <a:gd name="connsiteY626" fmla="*/ 1167822 h 1236433"/>
                <a:gd name="connsiteX627" fmla="*/ 0 w 815706"/>
                <a:gd name="connsiteY627" fmla="*/ 1167822 h 1236433"/>
                <a:gd name="connsiteX628" fmla="*/ 0 w 815706"/>
                <a:gd name="connsiteY628" fmla="*/ 1162501 h 1236433"/>
                <a:gd name="connsiteX629" fmla="*/ 2445 w 815706"/>
                <a:gd name="connsiteY629" fmla="*/ 1160055 h 1236433"/>
                <a:gd name="connsiteX630" fmla="*/ 2445 w 815706"/>
                <a:gd name="connsiteY630" fmla="*/ 1155021 h 1236433"/>
                <a:gd name="connsiteX631" fmla="*/ 2445 w 815706"/>
                <a:gd name="connsiteY631" fmla="*/ 1147397 h 1236433"/>
                <a:gd name="connsiteX632" fmla="*/ 2445 w 815706"/>
                <a:gd name="connsiteY632" fmla="*/ 1144952 h 1236433"/>
                <a:gd name="connsiteX633" fmla="*/ 2445 w 815706"/>
                <a:gd name="connsiteY633" fmla="*/ 1139630 h 1236433"/>
                <a:gd name="connsiteX634" fmla="*/ 2445 w 815706"/>
                <a:gd name="connsiteY634" fmla="*/ 1134740 h 1236433"/>
                <a:gd name="connsiteX635" fmla="*/ 2445 w 815706"/>
                <a:gd name="connsiteY635" fmla="*/ 1129417 h 1236433"/>
                <a:gd name="connsiteX636" fmla="*/ 0 w 815706"/>
                <a:gd name="connsiteY636" fmla="*/ 1129417 h 1236433"/>
                <a:gd name="connsiteX637" fmla="*/ 0 w 815706"/>
                <a:gd name="connsiteY637" fmla="*/ 1126972 h 1236433"/>
                <a:gd name="connsiteX638" fmla="*/ 2445 w 815706"/>
                <a:gd name="connsiteY638" fmla="*/ 1124527 h 1236433"/>
                <a:gd name="connsiteX639" fmla="*/ 2445 w 815706"/>
                <a:gd name="connsiteY639" fmla="*/ 1121938 h 1236433"/>
                <a:gd name="connsiteX640" fmla="*/ 2445 w 815706"/>
                <a:gd name="connsiteY640" fmla="*/ 1119205 h 1236433"/>
                <a:gd name="connsiteX641" fmla="*/ 2445 w 815706"/>
                <a:gd name="connsiteY641" fmla="*/ 1116760 h 1236433"/>
                <a:gd name="connsiteX642" fmla="*/ 2445 w 815706"/>
                <a:gd name="connsiteY642" fmla="*/ 1114315 h 1236433"/>
                <a:gd name="connsiteX643" fmla="*/ 2445 w 815706"/>
                <a:gd name="connsiteY643" fmla="*/ 1111726 h 1236433"/>
                <a:gd name="connsiteX644" fmla="*/ 2445 w 815706"/>
                <a:gd name="connsiteY644" fmla="*/ 1108993 h 1236433"/>
                <a:gd name="connsiteX645" fmla="*/ 2445 w 815706"/>
                <a:gd name="connsiteY645" fmla="*/ 1106547 h 1236433"/>
                <a:gd name="connsiteX646" fmla="*/ 2445 w 815706"/>
                <a:gd name="connsiteY646" fmla="*/ 1104102 h 1236433"/>
                <a:gd name="connsiteX647" fmla="*/ 2445 w 815706"/>
                <a:gd name="connsiteY647" fmla="*/ 1101513 h 1236433"/>
                <a:gd name="connsiteX648" fmla="*/ 2445 w 815706"/>
                <a:gd name="connsiteY648" fmla="*/ 1098780 h 1236433"/>
                <a:gd name="connsiteX649" fmla="*/ 2445 w 815706"/>
                <a:gd name="connsiteY649" fmla="*/ 1096335 h 1236433"/>
                <a:gd name="connsiteX650" fmla="*/ 2445 w 815706"/>
                <a:gd name="connsiteY650" fmla="*/ 1093890 h 1236433"/>
                <a:gd name="connsiteX651" fmla="*/ 2445 w 815706"/>
                <a:gd name="connsiteY651" fmla="*/ 1091300 h 1236433"/>
                <a:gd name="connsiteX652" fmla="*/ 2445 w 815706"/>
                <a:gd name="connsiteY652" fmla="*/ 1088567 h 1236433"/>
                <a:gd name="connsiteX653" fmla="*/ 2445 w 815706"/>
                <a:gd name="connsiteY653" fmla="*/ 1086122 h 1236433"/>
                <a:gd name="connsiteX654" fmla="*/ 2445 w 815706"/>
                <a:gd name="connsiteY654" fmla="*/ 1081088 h 1236433"/>
                <a:gd name="connsiteX655" fmla="*/ 2445 w 815706"/>
                <a:gd name="connsiteY655" fmla="*/ 1078355 h 1236433"/>
                <a:gd name="connsiteX656" fmla="*/ 2445 w 815706"/>
                <a:gd name="connsiteY656" fmla="*/ 1073465 h 1236433"/>
                <a:gd name="connsiteX657" fmla="*/ 2445 w 815706"/>
                <a:gd name="connsiteY657" fmla="*/ 1071019 h 1236433"/>
                <a:gd name="connsiteX658" fmla="*/ 2445 w 815706"/>
                <a:gd name="connsiteY658" fmla="*/ 1068143 h 1236433"/>
                <a:gd name="connsiteX659" fmla="*/ 2445 w 815706"/>
                <a:gd name="connsiteY659" fmla="*/ 1065697 h 1236433"/>
                <a:gd name="connsiteX660" fmla="*/ 2445 w 815706"/>
                <a:gd name="connsiteY660" fmla="*/ 1063252 h 1236433"/>
                <a:gd name="connsiteX661" fmla="*/ 2445 w 815706"/>
                <a:gd name="connsiteY661" fmla="*/ 1057930 h 1236433"/>
                <a:gd name="connsiteX662" fmla="*/ 2445 w 815706"/>
                <a:gd name="connsiteY662" fmla="*/ 1055485 h 1236433"/>
                <a:gd name="connsiteX663" fmla="*/ 4890 w 815706"/>
                <a:gd name="connsiteY663" fmla="*/ 1053039 h 1236433"/>
                <a:gd name="connsiteX664" fmla="*/ 2445 w 815706"/>
                <a:gd name="connsiteY664" fmla="*/ 1053039 h 1236433"/>
                <a:gd name="connsiteX665" fmla="*/ 2445 w 815706"/>
                <a:gd name="connsiteY665" fmla="*/ 1050594 h 1236433"/>
                <a:gd name="connsiteX666" fmla="*/ 2445 w 815706"/>
                <a:gd name="connsiteY666" fmla="*/ 1047861 h 1236433"/>
                <a:gd name="connsiteX667" fmla="*/ 2445 w 815706"/>
                <a:gd name="connsiteY667" fmla="*/ 1045272 h 1236433"/>
                <a:gd name="connsiteX668" fmla="*/ 2445 w 815706"/>
                <a:gd name="connsiteY668" fmla="*/ 1042827 h 1236433"/>
                <a:gd name="connsiteX669" fmla="*/ 2445 w 815706"/>
                <a:gd name="connsiteY669" fmla="*/ 1037793 h 1236433"/>
                <a:gd name="connsiteX670" fmla="*/ 2445 w 815706"/>
                <a:gd name="connsiteY670" fmla="*/ 1035060 h 1236433"/>
                <a:gd name="connsiteX671" fmla="*/ 2445 w 815706"/>
                <a:gd name="connsiteY671" fmla="*/ 1032615 h 1236433"/>
                <a:gd name="connsiteX672" fmla="*/ 2445 w 815706"/>
                <a:gd name="connsiteY672" fmla="*/ 1030169 h 1236433"/>
                <a:gd name="connsiteX673" fmla="*/ 2445 w 815706"/>
                <a:gd name="connsiteY673" fmla="*/ 1027580 h 1236433"/>
                <a:gd name="connsiteX674" fmla="*/ 2445 w 815706"/>
                <a:gd name="connsiteY674" fmla="*/ 1024847 h 1236433"/>
                <a:gd name="connsiteX675" fmla="*/ 2445 w 815706"/>
                <a:gd name="connsiteY675" fmla="*/ 1022402 h 1236433"/>
                <a:gd name="connsiteX676" fmla="*/ 2445 w 815706"/>
                <a:gd name="connsiteY676" fmla="*/ 1019957 h 1236433"/>
                <a:gd name="connsiteX677" fmla="*/ 4890 w 815706"/>
                <a:gd name="connsiteY677" fmla="*/ 1017368 h 1236433"/>
                <a:gd name="connsiteX678" fmla="*/ 4890 w 815706"/>
                <a:gd name="connsiteY678" fmla="*/ 1014635 h 1236433"/>
                <a:gd name="connsiteX679" fmla="*/ 4890 w 815706"/>
                <a:gd name="connsiteY679" fmla="*/ 1012189 h 1236433"/>
                <a:gd name="connsiteX680" fmla="*/ 2445 w 815706"/>
                <a:gd name="connsiteY680" fmla="*/ 1012189 h 1236433"/>
                <a:gd name="connsiteX681" fmla="*/ 2445 w 815706"/>
                <a:gd name="connsiteY681" fmla="*/ 1007155 h 1236433"/>
                <a:gd name="connsiteX682" fmla="*/ 2445 w 815706"/>
                <a:gd name="connsiteY682" fmla="*/ 1004422 h 1236433"/>
                <a:gd name="connsiteX683" fmla="*/ 2445 w 815706"/>
                <a:gd name="connsiteY683" fmla="*/ 1001977 h 1236433"/>
                <a:gd name="connsiteX684" fmla="*/ 2445 w 815706"/>
                <a:gd name="connsiteY684" fmla="*/ 999532 h 1236433"/>
                <a:gd name="connsiteX685" fmla="*/ 2445 w 815706"/>
                <a:gd name="connsiteY685" fmla="*/ 996943 h 1236433"/>
                <a:gd name="connsiteX686" fmla="*/ 2445 w 815706"/>
                <a:gd name="connsiteY686" fmla="*/ 994210 h 1236433"/>
                <a:gd name="connsiteX687" fmla="*/ 2445 w 815706"/>
                <a:gd name="connsiteY687" fmla="*/ 989319 h 1236433"/>
                <a:gd name="connsiteX688" fmla="*/ 2445 w 815706"/>
                <a:gd name="connsiteY688" fmla="*/ 986730 h 1236433"/>
                <a:gd name="connsiteX689" fmla="*/ 2445 w 815706"/>
                <a:gd name="connsiteY689" fmla="*/ 983997 h 1236433"/>
                <a:gd name="connsiteX690" fmla="*/ 4890 w 815706"/>
                <a:gd name="connsiteY690" fmla="*/ 981552 h 1236433"/>
                <a:gd name="connsiteX691" fmla="*/ 4890 w 815706"/>
                <a:gd name="connsiteY691" fmla="*/ 979107 h 1236433"/>
                <a:gd name="connsiteX692" fmla="*/ 4890 w 815706"/>
                <a:gd name="connsiteY692" fmla="*/ 976661 h 1236433"/>
                <a:gd name="connsiteX693" fmla="*/ 4890 w 815706"/>
                <a:gd name="connsiteY693" fmla="*/ 973928 h 1236433"/>
                <a:gd name="connsiteX694" fmla="*/ 2445 w 815706"/>
                <a:gd name="connsiteY694" fmla="*/ 973928 h 1236433"/>
                <a:gd name="connsiteX695" fmla="*/ 2445 w 815706"/>
                <a:gd name="connsiteY695" fmla="*/ 971339 h 1236433"/>
                <a:gd name="connsiteX696" fmla="*/ 2445 w 815706"/>
                <a:gd name="connsiteY696" fmla="*/ 966305 h 1236433"/>
                <a:gd name="connsiteX697" fmla="*/ 2445 w 815706"/>
                <a:gd name="connsiteY697" fmla="*/ 963572 h 1236433"/>
                <a:gd name="connsiteX698" fmla="*/ 2445 w 815706"/>
                <a:gd name="connsiteY698" fmla="*/ 961127 h 1236433"/>
                <a:gd name="connsiteX699" fmla="*/ 2445 w 815706"/>
                <a:gd name="connsiteY699" fmla="*/ 958682 h 1236433"/>
                <a:gd name="connsiteX700" fmla="*/ 2445 w 815706"/>
                <a:gd name="connsiteY700" fmla="*/ 956237 h 1236433"/>
                <a:gd name="connsiteX701" fmla="*/ 2445 w 815706"/>
                <a:gd name="connsiteY701" fmla="*/ 953648 h 1236433"/>
                <a:gd name="connsiteX702" fmla="*/ 2445 w 815706"/>
                <a:gd name="connsiteY702" fmla="*/ 950915 h 1236433"/>
                <a:gd name="connsiteX703" fmla="*/ 4890 w 815706"/>
                <a:gd name="connsiteY703" fmla="*/ 948469 h 1236433"/>
                <a:gd name="connsiteX704" fmla="*/ 4890 w 815706"/>
                <a:gd name="connsiteY704" fmla="*/ 946024 h 1236433"/>
                <a:gd name="connsiteX705" fmla="*/ 4890 w 815706"/>
                <a:gd name="connsiteY705" fmla="*/ 943435 h 1236433"/>
                <a:gd name="connsiteX706" fmla="*/ 4890 w 815706"/>
                <a:gd name="connsiteY706" fmla="*/ 940702 h 1236433"/>
                <a:gd name="connsiteX707" fmla="*/ 4890 w 815706"/>
                <a:gd name="connsiteY707" fmla="*/ 935811 h 1236433"/>
                <a:gd name="connsiteX708" fmla="*/ 4890 w 815706"/>
                <a:gd name="connsiteY708" fmla="*/ 933222 h 1236433"/>
                <a:gd name="connsiteX709" fmla="*/ 4890 w 815706"/>
                <a:gd name="connsiteY709" fmla="*/ 930489 h 1236433"/>
                <a:gd name="connsiteX710" fmla="*/ 4890 w 815706"/>
                <a:gd name="connsiteY710" fmla="*/ 928044 h 1236433"/>
                <a:gd name="connsiteX711" fmla="*/ 4890 w 815706"/>
                <a:gd name="connsiteY711" fmla="*/ 925599 h 1236433"/>
                <a:gd name="connsiteX712" fmla="*/ 4890 w 815706"/>
                <a:gd name="connsiteY712" fmla="*/ 923010 h 1236433"/>
                <a:gd name="connsiteX713" fmla="*/ 4890 w 815706"/>
                <a:gd name="connsiteY713" fmla="*/ 915387 h 1236433"/>
                <a:gd name="connsiteX714" fmla="*/ 4890 w 815706"/>
                <a:gd name="connsiteY714" fmla="*/ 912797 h 1236433"/>
                <a:gd name="connsiteX715" fmla="*/ 4890 w 815706"/>
                <a:gd name="connsiteY715" fmla="*/ 910064 h 1236433"/>
                <a:gd name="connsiteX716" fmla="*/ 4890 w 815706"/>
                <a:gd name="connsiteY716" fmla="*/ 907619 h 1236433"/>
                <a:gd name="connsiteX717" fmla="*/ 4890 w 815706"/>
                <a:gd name="connsiteY717" fmla="*/ 905174 h 1236433"/>
                <a:gd name="connsiteX718" fmla="*/ 7336 w 815706"/>
                <a:gd name="connsiteY718" fmla="*/ 902729 h 1236433"/>
                <a:gd name="connsiteX719" fmla="*/ 7336 w 815706"/>
                <a:gd name="connsiteY719" fmla="*/ 899852 h 1236433"/>
                <a:gd name="connsiteX720" fmla="*/ 4890 w 815706"/>
                <a:gd name="connsiteY720" fmla="*/ 899852 h 1236433"/>
                <a:gd name="connsiteX721" fmla="*/ 4890 w 815706"/>
                <a:gd name="connsiteY721" fmla="*/ 897407 h 1236433"/>
                <a:gd name="connsiteX722" fmla="*/ 4890 w 815706"/>
                <a:gd name="connsiteY722" fmla="*/ 894961 h 1236433"/>
                <a:gd name="connsiteX723" fmla="*/ 4890 w 815706"/>
                <a:gd name="connsiteY723" fmla="*/ 892372 h 1236433"/>
                <a:gd name="connsiteX724" fmla="*/ 4890 w 815706"/>
                <a:gd name="connsiteY724" fmla="*/ 889639 h 1236433"/>
                <a:gd name="connsiteX725" fmla="*/ 4890 w 815706"/>
                <a:gd name="connsiteY725" fmla="*/ 887194 h 1236433"/>
                <a:gd name="connsiteX726" fmla="*/ 4890 w 815706"/>
                <a:gd name="connsiteY726" fmla="*/ 884749 h 1236433"/>
                <a:gd name="connsiteX727" fmla="*/ 4890 w 815706"/>
                <a:gd name="connsiteY727" fmla="*/ 882304 h 1236433"/>
                <a:gd name="connsiteX728" fmla="*/ 4890 w 815706"/>
                <a:gd name="connsiteY728" fmla="*/ 876982 h 1236433"/>
                <a:gd name="connsiteX729" fmla="*/ 4890 w 815706"/>
                <a:gd name="connsiteY729" fmla="*/ 872091 h 1236433"/>
                <a:gd name="connsiteX730" fmla="*/ 4890 w 815706"/>
                <a:gd name="connsiteY730" fmla="*/ 869502 h 1236433"/>
                <a:gd name="connsiteX731" fmla="*/ 7336 w 815706"/>
                <a:gd name="connsiteY731" fmla="*/ 864324 h 1236433"/>
                <a:gd name="connsiteX732" fmla="*/ 7336 w 815706"/>
                <a:gd name="connsiteY732" fmla="*/ 861879 h 1236433"/>
                <a:gd name="connsiteX733" fmla="*/ 4890 w 815706"/>
                <a:gd name="connsiteY733" fmla="*/ 861879 h 1236433"/>
                <a:gd name="connsiteX734" fmla="*/ 4890 w 815706"/>
                <a:gd name="connsiteY734" fmla="*/ 859289 h 1236433"/>
                <a:gd name="connsiteX735" fmla="*/ 4890 w 815706"/>
                <a:gd name="connsiteY735" fmla="*/ 851666 h 1236433"/>
                <a:gd name="connsiteX736" fmla="*/ 4890 w 815706"/>
                <a:gd name="connsiteY736" fmla="*/ 846344 h 1236433"/>
                <a:gd name="connsiteX737" fmla="*/ 4890 w 815706"/>
                <a:gd name="connsiteY737" fmla="*/ 841454 h 1236433"/>
                <a:gd name="connsiteX738" fmla="*/ 7336 w 815706"/>
                <a:gd name="connsiteY738" fmla="*/ 838865 h 1236433"/>
                <a:gd name="connsiteX739" fmla="*/ 7336 w 815706"/>
                <a:gd name="connsiteY739" fmla="*/ 836132 h 1236433"/>
                <a:gd name="connsiteX740" fmla="*/ 7336 w 815706"/>
                <a:gd name="connsiteY740" fmla="*/ 831241 h 1236433"/>
                <a:gd name="connsiteX741" fmla="*/ 7336 w 815706"/>
                <a:gd name="connsiteY741" fmla="*/ 825919 h 1236433"/>
                <a:gd name="connsiteX742" fmla="*/ 7336 w 815706"/>
                <a:gd name="connsiteY742" fmla="*/ 823474 h 1236433"/>
                <a:gd name="connsiteX743" fmla="*/ 4890 w 815706"/>
                <a:gd name="connsiteY743" fmla="*/ 823474 h 1236433"/>
                <a:gd name="connsiteX744" fmla="*/ 4890 w 815706"/>
                <a:gd name="connsiteY744" fmla="*/ 821029 h 1236433"/>
                <a:gd name="connsiteX745" fmla="*/ 4890 w 815706"/>
                <a:gd name="connsiteY745" fmla="*/ 818583 h 1236433"/>
                <a:gd name="connsiteX746" fmla="*/ 4890 w 815706"/>
                <a:gd name="connsiteY746" fmla="*/ 815706 h 1236433"/>
                <a:gd name="connsiteX747" fmla="*/ 4890 w 815706"/>
                <a:gd name="connsiteY747" fmla="*/ 810816 h 1236433"/>
                <a:gd name="connsiteX748" fmla="*/ 4890 w 815706"/>
                <a:gd name="connsiteY748" fmla="*/ 808371 h 1236433"/>
                <a:gd name="connsiteX749" fmla="*/ 4890 w 815706"/>
                <a:gd name="connsiteY749" fmla="*/ 805638 h 1236433"/>
                <a:gd name="connsiteX750" fmla="*/ 7336 w 815706"/>
                <a:gd name="connsiteY750" fmla="*/ 805638 h 1236433"/>
                <a:gd name="connsiteX751" fmla="*/ 7336 w 815706"/>
                <a:gd name="connsiteY751" fmla="*/ 800604 h 1236433"/>
                <a:gd name="connsiteX752" fmla="*/ 7336 w 815706"/>
                <a:gd name="connsiteY752" fmla="*/ 798015 h 1236433"/>
                <a:gd name="connsiteX753" fmla="*/ 7336 w 815706"/>
                <a:gd name="connsiteY753" fmla="*/ 795282 h 1236433"/>
                <a:gd name="connsiteX754" fmla="*/ 7336 w 815706"/>
                <a:gd name="connsiteY754" fmla="*/ 792836 h 1236433"/>
                <a:gd name="connsiteX755" fmla="*/ 7336 w 815706"/>
                <a:gd name="connsiteY755" fmla="*/ 790391 h 1236433"/>
                <a:gd name="connsiteX756" fmla="*/ 7336 w 815706"/>
                <a:gd name="connsiteY756" fmla="*/ 787946 h 1236433"/>
                <a:gd name="connsiteX757" fmla="*/ 7336 w 815706"/>
                <a:gd name="connsiteY757" fmla="*/ 785213 h 1236433"/>
                <a:gd name="connsiteX758" fmla="*/ 4890 w 815706"/>
                <a:gd name="connsiteY758" fmla="*/ 785213 h 1236433"/>
                <a:gd name="connsiteX759" fmla="*/ 4890 w 815706"/>
                <a:gd name="connsiteY759" fmla="*/ 777733 h 1236433"/>
                <a:gd name="connsiteX760" fmla="*/ 7336 w 815706"/>
                <a:gd name="connsiteY760" fmla="*/ 747096 h 1236433"/>
                <a:gd name="connsiteX761" fmla="*/ 4890 w 815706"/>
                <a:gd name="connsiteY761" fmla="*/ 747096 h 1236433"/>
                <a:gd name="connsiteX762" fmla="*/ 7336 w 815706"/>
                <a:gd name="connsiteY762" fmla="*/ 731561 h 1236433"/>
                <a:gd name="connsiteX763" fmla="*/ 7336 w 815706"/>
                <a:gd name="connsiteY763" fmla="*/ 724225 h 1236433"/>
                <a:gd name="connsiteX764" fmla="*/ 7336 w 815706"/>
                <a:gd name="connsiteY764" fmla="*/ 721493 h 1236433"/>
                <a:gd name="connsiteX765" fmla="*/ 7336 w 815706"/>
                <a:gd name="connsiteY765" fmla="*/ 718904 h 1236433"/>
                <a:gd name="connsiteX766" fmla="*/ 7336 w 815706"/>
                <a:gd name="connsiteY766" fmla="*/ 708691 h 1236433"/>
                <a:gd name="connsiteX767" fmla="*/ 4890 w 815706"/>
                <a:gd name="connsiteY767" fmla="*/ 708691 h 1236433"/>
                <a:gd name="connsiteX768" fmla="*/ 7336 w 815706"/>
                <a:gd name="connsiteY768" fmla="*/ 703800 h 1236433"/>
                <a:gd name="connsiteX769" fmla="*/ 7336 w 815706"/>
                <a:gd name="connsiteY769" fmla="*/ 688266 h 1236433"/>
                <a:gd name="connsiteX770" fmla="*/ 7336 w 815706"/>
                <a:gd name="connsiteY770" fmla="*/ 678054 h 1236433"/>
                <a:gd name="connsiteX771" fmla="*/ 7336 w 815706"/>
                <a:gd name="connsiteY771" fmla="*/ 675608 h 1236433"/>
                <a:gd name="connsiteX772" fmla="*/ 7336 w 815706"/>
                <a:gd name="connsiteY772" fmla="*/ 670574 h 1236433"/>
                <a:gd name="connsiteX773" fmla="*/ 4890 w 815706"/>
                <a:gd name="connsiteY773" fmla="*/ 667841 h 1236433"/>
                <a:gd name="connsiteX774" fmla="*/ 7336 w 815706"/>
                <a:gd name="connsiteY774" fmla="*/ 652738 h 1236433"/>
                <a:gd name="connsiteX775" fmla="*/ 7336 w 815706"/>
                <a:gd name="connsiteY775" fmla="*/ 650292 h 1236433"/>
                <a:gd name="connsiteX776" fmla="*/ 7336 w 815706"/>
                <a:gd name="connsiteY776" fmla="*/ 644970 h 1236433"/>
                <a:gd name="connsiteX777" fmla="*/ 7336 w 815706"/>
                <a:gd name="connsiteY777" fmla="*/ 639936 h 1236433"/>
                <a:gd name="connsiteX778" fmla="*/ 7336 w 815706"/>
                <a:gd name="connsiteY778" fmla="*/ 629868 h 1236433"/>
                <a:gd name="connsiteX779" fmla="*/ 4890 w 815706"/>
                <a:gd name="connsiteY779" fmla="*/ 629868 h 1236433"/>
                <a:gd name="connsiteX780" fmla="*/ 7336 w 815706"/>
                <a:gd name="connsiteY780" fmla="*/ 622100 h 1236433"/>
                <a:gd name="connsiteX781" fmla="*/ 7336 w 815706"/>
                <a:gd name="connsiteY781" fmla="*/ 616922 h 1236433"/>
                <a:gd name="connsiteX782" fmla="*/ 7336 w 815706"/>
                <a:gd name="connsiteY782" fmla="*/ 614333 h 1236433"/>
                <a:gd name="connsiteX783" fmla="*/ 7336 w 815706"/>
                <a:gd name="connsiteY783" fmla="*/ 611888 h 1236433"/>
                <a:gd name="connsiteX784" fmla="*/ 10213 w 815706"/>
                <a:gd name="connsiteY784" fmla="*/ 593908 h 1236433"/>
                <a:gd name="connsiteX785" fmla="*/ 10213 w 815706"/>
                <a:gd name="connsiteY785" fmla="*/ 591463 h 1236433"/>
                <a:gd name="connsiteX786" fmla="*/ 7336 w 815706"/>
                <a:gd name="connsiteY786" fmla="*/ 591463 h 1236433"/>
                <a:gd name="connsiteX787" fmla="*/ 7336 w 815706"/>
                <a:gd name="connsiteY787" fmla="*/ 589018 h 1236433"/>
                <a:gd name="connsiteX788" fmla="*/ 7336 w 815706"/>
                <a:gd name="connsiteY788" fmla="*/ 576216 h 1236433"/>
                <a:gd name="connsiteX789" fmla="*/ 7336 w 815706"/>
                <a:gd name="connsiteY789" fmla="*/ 573483 h 1236433"/>
                <a:gd name="connsiteX790" fmla="*/ 7336 w 815706"/>
                <a:gd name="connsiteY790" fmla="*/ 571038 h 1236433"/>
                <a:gd name="connsiteX791" fmla="*/ 7336 w 815706"/>
                <a:gd name="connsiteY791" fmla="*/ 566003 h 1236433"/>
                <a:gd name="connsiteX792" fmla="*/ 10213 w 815706"/>
                <a:gd name="connsiteY792" fmla="*/ 553202 h 1236433"/>
                <a:gd name="connsiteX793" fmla="*/ 7336 w 815706"/>
                <a:gd name="connsiteY793" fmla="*/ 553202 h 1236433"/>
                <a:gd name="connsiteX794" fmla="*/ 7336 w 815706"/>
                <a:gd name="connsiteY794" fmla="*/ 548168 h 1236433"/>
                <a:gd name="connsiteX795" fmla="*/ 7336 w 815706"/>
                <a:gd name="connsiteY795" fmla="*/ 545578 h 1236433"/>
                <a:gd name="connsiteX796" fmla="*/ 7336 w 815706"/>
                <a:gd name="connsiteY796" fmla="*/ 542845 h 1236433"/>
                <a:gd name="connsiteX797" fmla="*/ 7336 w 815706"/>
                <a:gd name="connsiteY797" fmla="*/ 540400 h 1236433"/>
                <a:gd name="connsiteX798" fmla="*/ 7336 w 815706"/>
                <a:gd name="connsiteY798" fmla="*/ 532777 h 1236433"/>
                <a:gd name="connsiteX799" fmla="*/ 7336 w 815706"/>
                <a:gd name="connsiteY799" fmla="*/ 530188 h 1236433"/>
                <a:gd name="connsiteX800" fmla="*/ 7336 w 815706"/>
                <a:gd name="connsiteY800" fmla="*/ 527742 h 1236433"/>
                <a:gd name="connsiteX801" fmla="*/ 10213 w 815706"/>
                <a:gd name="connsiteY801" fmla="*/ 525297 h 1236433"/>
                <a:gd name="connsiteX802" fmla="*/ 10213 w 815706"/>
                <a:gd name="connsiteY802" fmla="*/ 517530 h 1236433"/>
                <a:gd name="connsiteX803" fmla="*/ 10213 w 815706"/>
                <a:gd name="connsiteY803" fmla="*/ 512496 h 1236433"/>
                <a:gd name="connsiteX804" fmla="*/ 7336 w 815706"/>
                <a:gd name="connsiteY804" fmla="*/ 512496 h 1236433"/>
                <a:gd name="connsiteX805" fmla="*/ 7336 w 815706"/>
                <a:gd name="connsiteY805" fmla="*/ 507317 h 1236433"/>
                <a:gd name="connsiteX806" fmla="*/ 7336 w 815706"/>
                <a:gd name="connsiteY806" fmla="*/ 494660 h 1236433"/>
                <a:gd name="connsiteX807" fmla="*/ 10213 w 815706"/>
                <a:gd name="connsiteY807" fmla="*/ 492070 h 1236433"/>
                <a:gd name="connsiteX808" fmla="*/ 10213 w 815706"/>
                <a:gd name="connsiteY808" fmla="*/ 489337 h 1236433"/>
                <a:gd name="connsiteX809" fmla="*/ 10213 w 815706"/>
                <a:gd name="connsiteY809" fmla="*/ 482002 h 1236433"/>
                <a:gd name="connsiteX810" fmla="*/ 10213 w 815706"/>
                <a:gd name="connsiteY810" fmla="*/ 474235 h 1236433"/>
                <a:gd name="connsiteX811" fmla="*/ 7336 w 815706"/>
                <a:gd name="connsiteY811" fmla="*/ 474235 h 1236433"/>
                <a:gd name="connsiteX812" fmla="*/ 7336 w 815706"/>
                <a:gd name="connsiteY812" fmla="*/ 471646 h 1236433"/>
                <a:gd name="connsiteX813" fmla="*/ 7336 w 815706"/>
                <a:gd name="connsiteY813" fmla="*/ 468913 h 1236433"/>
                <a:gd name="connsiteX814" fmla="*/ 7336 w 815706"/>
                <a:gd name="connsiteY814" fmla="*/ 466467 h 1236433"/>
                <a:gd name="connsiteX815" fmla="*/ 7336 w 815706"/>
                <a:gd name="connsiteY815" fmla="*/ 461577 h 1236433"/>
                <a:gd name="connsiteX816" fmla="*/ 7336 w 815706"/>
                <a:gd name="connsiteY816" fmla="*/ 456255 h 1236433"/>
                <a:gd name="connsiteX817" fmla="*/ 7336 w 815706"/>
                <a:gd name="connsiteY817" fmla="*/ 453810 h 1236433"/>
                <a:gd name="connsiteX818" fmla="*/ 7336 w 815706"/>
                <a:gd name="connsiteY818" fmla="*/ 446042 h 1236433"/>
                <a:gd name="connsiteX819" fmla="*/ 10213 w 815706"/>
                <a:gd name="connsiteY819" fmla="*/ 435830 h 1236433"/>
                <a:gd name="connsiteX820" fmla="*/ 10213 w 815706"/>
                <a:gd name="connsiteY820" fmla="*/ 430939 h 1236433"/>
                <a:gd name="connsiteX821" fmla="*/ 10213 w 815706"/>
                <a:gd name="connsiteY821" fmla="*/ 428350 h 1236433"/>
                <a:gd name="connsiteX822" fmla="*/ 10213 w 815706"/>
                <a:gd name="connsiteY822" fmla="*/ 418138 h 1236433"/>
                <a:gd name="connsiteX823" fmla="*/ 10213 w 815706"/>
                <a:gd name="connsiteY823" fmla="*/ 410514 h 1236433"/>
                <a:gd name="connsiteX824" fmla="*/ 12658 w 815706"/>
                <a:gd name="connsiteY824" fmla="*/ 394980 h 1236433"/>
                <a:gd name="connsiteX825" fmla="*/ 12658 w 815706"/>
                <a:gd name="connsiteY825" fmla="*/ 392535 h 1236433"/>
                <a:gd name="connsiteX826" fmla="*/ 12658 w 815706"/>
                <a:gd name="connsiteY826" fmla="*/ 387500 h 1236433"/>
                <a:gd name="connsiteX827" fmla="*/ 15103 w 815706"/>
                <a:gd name="connsiteY827" fmla="*/ 364486 h 1236433"/>
                <a:gd name="connsiteX828" fmla="*/ 15103 w 815706"/>
                <a:gd name="connsiteY828" fmla="*/ 354274 h 1236433"/>
                <a:gd name="connsiteX829" fmla="*/ 15103 w 815706"/>
                <a:gd name="connsiteY829" fmla="*/ 344205 h 1236433"/>
                <a:gd name="connsiteX830" fmla="*/ 15103 w 815706"/>
                <a:gd name="connsiteY830" fmla="*/ 341472 h 1236433"/>
                <a:gd name="connsiteX831" fmla="*/ 15103 w 815706"/>
                <a:gd name="connsiteY831" fmla="*/ 336582 h 1236433"/>
                <a:gd name="connsiteX832" fmla="*/ 15103 w 815706"/>
                <a:gd name="connsiteY832" fmla="*/ 333992 h 1236433"/>
                <a:gd name="connsiteX833" fmla="*/ 15103 w 815706"/>
                <a:gd name="connsiteY833" fmla="*/ 331259 h 1236433"/>
                <a:gd name="connsiteX834" fmla="*/ 17548 w 815706"/>
                <a:gd name="connsiteY834" fmla="*/ 321047 h 1236433"/>
                <a:gd name="connsiteX835" fmla="*/ 17548 w 815706"/>
                <a:gd name="connsiteY835" fmla="*/ 318602 h 1236433"/>
                <a:gd name="connsiteX836" fmla="*/ 17548 w 815706"/>
                <a:gd name="connsiteY836" fmla="*/ 316157 h 1236433"/>
                <a:gd name="connsiteX837" fmla="*/ 17548 w 815706"/>
                <a:gd name="connsiteY837" fmla="*/ 310834 h 1236433"/>
                <a:gd name="connsiteX838" fmla="*/ 17548 w 815706"/>
                <a:gd name="connsiteY838" fmla="*/ 303499 h 1236433"/>
                <a:gd name="connsiteX839" fmla="*/ 17548 w 815706"/>
                <a:gd name="connsiteY839" fmla="*/ 298177 h 1236433"/>
                <a:gd name="connsiteX840" fmla="*/ 20137 w 815706"/>
                <a:gd name="connsiteY840" fmla="*/ 287964 h 1236433"/>
                <a:gd name="connsiteX841" fmla="*/ 20137 w 815706"/>
                <a:gd name="connsiteY841" fmla="*/ 285519 h 1236433"/>
                <a:gd name="connsiteX842" fmla="*/ 20137 w 815706"/>
                <a:gd name="connsiteY842" fmla="*/ 283074 h 1236433"/>
                <a:gd name="connsiteX843" fmla="*/ 22870 w 815706"/>
                <a:gd name="connsiteY843" fmla="*/ 236902 h 1236433"/>
                <a:gd name="connsiteX844" fmla="*/ 22870 w 815706"/>
                <a:gd name="connsiteY844" fmla="*/ 234456 h 1236433"/>
                <a:gd name="connsiteX845" fmla="*/ 22870 w 815706"/>
                <a:gd name="connsiteY845" fmla="*/ 229422 h 1236433"/>
                <a:gd name="connsiteX846" fmla="*/ 22870 w 815706"/>
                <a:gd name="connsiteY846" fmla="*/ 224244 h 1236433"/>
                <a:gd name="connsiteX847" fmla="*/ 25315 w 815706"/>
                <a:gd name="connsiteY847" fmla="*/ 214031 h 1236433"/>
                <a:gd name="connsiteX848" fmla="*/ 25315 w 815706"/>
                <a:gd name="connsiteY848" fmla="*/ 211586 h 1236433"/>
                <a:gd name="connsiteX849" fmla="*/ 25315 w 815706"/>
                <a:gd name="connsiteY849" fmla="*/ 209141 h 1236433"/>
                <a:gd name="connsiteX850" fmla="*/ 25315 w 815706"/>
                <a:gd name="connsiteY850" fmla="*/ 193606 h 1236433"/>
                <a:gd name="connsiteX851" fmla="*/ 27905 w 815706"/>
                <a:gd name="connsiteY851" fmla="*/ 178503 h 1236433"/>
                <a:gd name="connsiteX852" fmla="*/ 27905 w 815706"/>
                <a:gd name="connsiteY852" fmla="*/ 168291 h 1236433"/>
                <a:gd name="connsiteX853" fmla="*/ 27905 w 815706"/>
                <a:gd name="connsiteY853" fmla="*/ 160523 h 1236433"/>
                <a:gd name="connsiteX854" fmla="*/ 27905 w 815706"/>
                <a:gd name="connsiteY854" fmla="*/ 152756 h 1236433"/>
                <a:gd name="connsiteX855" fmla="*/ 27905 w 815706"/>
                <a:gd name="connsiteY855" fmla="*/ 147866 h 1236433"/>
                <a:gd name="connsiteX856" fmla="*/ 30350 w 815706"/>
                <a:gd name="connsiteY856" fmla="*/ 145277 h 1236433"/>
                <a:gd name="connsiteX857" fmla="*/ 30350 w 815706"/>
                <a:gd name="connsiteY857" fmla="*/ 142544 h 1236433"/>
                <a:gd name="connsiteX858" fmla="*/ 30350 w 815706"/>
                <a:gd name="connsiteY858" fmla="*/ 140098 h 1236433"/>
                <a:gd name="connsiteX859" fmla="*/ 30350 w 815706"/>
                <a:gd name="connsiteY859" fmla="*/ 117228 h 1236433"/>
                <a:gd name="connsiteX860" fmla="*/ 30350 w 815706"/>
                <a:gd name="connsiteY860" fmla="*/ 114783 h 1236433"/>
                <a:gd name="connsiteX861" fmla="*/ 33083 w 815706"/>
                <a:gd name="connsiteY861" fmla="*/ 99248 h 1236433"/>
                <a:gd name="connsiteX862" fmla="*/ 33083 w 815706"/>
                <a:gd name="connsiteY862" fmla="*/ 96803 h 1236433"/>
                <a:gd name="connsiteX863" fmla="*/ 33083 w 815706"/>
                <a:gd name="connsiteY863" fmla="*/ 94358 h 1236433"/>
                <a:gd name="connsiteX864" fmla="*/ 35528 w 815706"/>
                <a:gd name="connsiteY864" fmla="*/ 58398 h 1236433"/>
                <a:gd name="connsiteX865" fmla="*/ 35528 w 815706"/>
                <a:gd name="connsiteY865" fmla="*/ 40850 h 1236433"/>
                <a:gd name="connsiteX866" fmla="*/ 35528 w 815706"/>
                <a:gd name="connsiteY866" fmla="*/ 38117 h 1236433"/>
                <a:gd name="connsiteX867" fmla="*/ 37973 w 815706"/>
                <a:gd name="connsiteY867" fmla="*/ 33083 h 1236433"/>
                <a:gd name="connsiteX868" fmla="*/ 37973 w 815706"/>
                <a:gd name="connsiteY868" fmla="*/ 20425 h 1236433"/>
                <a:gd name="connsiteX869" fmla="*/ 37973 w 815706"/>
                <a:gd name="connsiteY869" fmla="*/ 7480 h 1236433"/>
                <a:gd name="connsiteX870" fmla="*/ 37973 w 815706"/>
                <a:gd name="connsiteY870" fmla="*/ 4890 h 1236433"/>
                <a:gd name="connsiteX871" fmla="*/ 37973 w 815706"/>
                <a:gd name="connsiteY871" fmla="*/ 2445 h 1236433"/>
                <a:gd name="connsiteX872" fmla="*/ 37973 w 815706"/>
                <a:gd name="connsiteY872" fmla="*/ 0 h 1236433"/>
                <a:gd name="connsiteX873" fmla="*/ 40562 w 815706"/>
                <a:gd name="connsiteY873" fmla="*/ 0 h 1236433"/>
                <a:gd name="connsiteX874" fmla="*/ 45740 w 815706"/>
                <a:gd name="connsiteY874" fmla="*/ 0 h 1236433"/>
                <a:gd name="connsiteX875" fmla="*/ 45740 w 815706"/>
                <a:gd name="connsiteY875" fmla="*/ 2445 h 1236433"/>
                <a:gd name="connsiteX876" fmla="*/ 48186 w 815706"/>
                <a:gd name="connsiteY876" fmla="*/ 2445 h 1236433"/>
                <a:gd name="connsiteX877" fmla="*/ 50775 w 815706"/>
                <a:gd name="connsiteY877" fmla="*/ 2445 h 1236433"/>
                <a:gd name="connsiteX878" fmla="*/ 55953 w 815706"/>
                <a:gd name="connsiteY878" fmla="*/ 2445 h 1236433"/>
                <a:gd name="connsiteX879" fmla="*/ 58398 w 815706"/>
                <a:gd name="connsiteY879" fmla="*/ 2445 h 1236433"/>
                <a:gd name="connsiteX880" fmla="*/ 60987 w 815706"/>
                <a:gd name="connsiteY880" fmla="*/ 2445 h 1236433"/>
                <a:gd name="connsiteX881" fmla="*/ 63720 w 815706"/>
                <a:gd name="connsiteY881" fmla="*/ 2445 h 1236433"/>
                <a:gd name="connsiteX882" fmla="*/ 68611 w 815706"/>
                <a:gd name="connsiteY882" fmla="*/ 2445 h 1236433"/>
                <a:gd name="connsiteX883" fmla="*/ 71200 w 815706"/>
                <a:gd name="connsiteY883" fmla="*/ 2445 h 1236433"/>
                <a:gd name="connsiteX884" fmla="*/ 81412 w 815706"/>
                <a:gd name="connsiteY884" fmla="*/ 2445 h 1236433"/>
                <a:gd name="connsiteX885" fmla="*/ 84145 w 815706"/>
                <a:gd name="connsiteY885" fmla="*/ 2445 h 1236433"/>
                <a:gd name="connsiteX886" fmla="*/ 86591 w 815706"/>
                <a:gd name="connsiteY886" fmla="*/ 2445 h 1236433"/>
                <a:gd name="connsiteX887" fmla="*/ 89036 w 815706"/>
                <a:gd name="connsiteY887" fmla="*/ 4890 h 1236433"/>
                <a:gd name="connsiteX888" fmla="*/ 91625 w 815706"/>
                <a:gd name="connsiteY888" fmla="*/ 4890 h 1236433"/>
                <a:gd name="connsiteX889" fmla="*/ 94070 w 815706"/>
                <a:gd name="connsiteY889" fmla="*/ 4890 h 1236433"/>
                <a:gd name="connsiteX890" fmla="*/ 96803 w 815706"/>
                <a:gd name="connsiteY890" fmla="*/ 4890 h 1236433"/>
                <a:gd name="connsiteX891" fmla="*/ 99248 w 815706"/>
                <a:gd name="connsiteY891" fmla="*/ 4890 h 1236433"/>
                <a:gd name="connsiteX892" fmla="*/ 101694 w 815706"/>
                <a:gd name="connsiteY892" fmla="*/ 4890 h 1236433"/>
                <a:gd name="connsiteX893" fmla="*/ 104283 w 815706"/>
                <a:gd name="connsiteY893" fmla="*/ 4890 h 1236433"/>
                <a:gd name="connsiteX894" fmla="*/ 109461 w 815706"/>
                <a:gd name="connsiteY894" fmla="*/ 4890 h 1236433"/>
                <a:gd name="connsiteX895" fmla="*/ 111906 w 815706"/>
                <a:gd name="connsiteY895" fmla="*/ 4890 h 1236433"/>
                <a:gd name="connsiteX896" fmla="*/ 119673 w 815706"/>
                <a:gd name="connsiteY896" fmla="*/ 4890 h 1236433"/>
                <a:gd name="connsiteX897" fmla="*/ 122119 w 815706"/>
                <a:gd name="connsiteY897" fmla="*/ 4890 h 1236433"/>
                <a:gd name="connsiteX898" fmla="*/ 127441 w 815706"/>
                <a:gd name="connsiteY898" fmla="*/ 4890 h 1236433"/>
                <a:gd name="connsiteX899" fmla="*/ 129886 w 815706"/>
                <a:gd name="connsiteY899" fmla="*/ 4890 h 1236433"/>
                <a:gd name="connsiteX900" fmla="*/ 132331 w 815706"/>
                <a:gd name="connsiteY900" fmla="*/ 4890 h 1236433"/>
                <a:gd name="connsiteX901" fmla="*/ 132331 w 815706"/>
                <a:gd name="connsiteY901" fmla="*/ 7480 h 1236433"/>
                <a:gd name="connsiteX902" fmla="*/ 134920 w 815706"/>
                <a:gd name="connsiteY902" fmla="*/ 7480 h 1236433"/>
                <a:gd name="connsiteX903" fmla="*/ 137653 w 815706"/>
                <a:gd name="connsiteY903" fmla="*/ 7480 h 1236433"/>
                <a:gd name="connsiteX904" fmla="*/ 140099 w 815706"/>
                <a:gd name="connsiteY904" fmla="*/ 7480 h 1236433"/>
                <a:gd name="connsiteX905" fmla="*/ 142544 w 815706"/>
                <a:gd name="connsiteY905" fmla="*/ 7480 h 1236433"/>
                <a:gd name="connsiteX906" fmla="*/ 147866 w 815706"/>
                <a:gd name="connsiteY906" fmla="*/ 7480 h 1236433"/>
                <a:gd name="connsiteX907" fmla="*/ 150311 w 815706"/>
                <a:gd name="connsiteY907" fmla="*/ 7480 h 1236433"/>
                <a:gd name="connsiteX908" fmla="*/ 152756 w 815706"/>
                <a:gd name="connsiteY908" fmla="*/ 7480 h 1236433"/>
                <a:gd name="connsiteX909" fmla="*/ 175770 w 815706"/>
                <a:gd name="connsiteY909" fmla="*/ 7480 h 1236433"/>
                <a:gd name="connsiteX910" fmla="*/ 178216 w 815706"/>
                <a:gd name="connsiteY910" fmla="*/ 7480 h 1236433"/>
                <a:gd name="connsiteX911" fmla="*/ 180948 w 815706"/>
                <a:gd name="connsiteY911" fmla="*/ 7480 h 1236433"/>
                <a:gd name="connsiteX912" fmla="*/ 183394 w 815706"/>
                <a:gd name="connsiteY912" fmla="*/ 7480 h 1236433"/>
                <a:gd name="connsiteX913" fmla="*/ 185983 w 815706"/>
                <a:gd name="connsiteY913" fmla="*/ 7480 h 1236433"/>
                <a:gd name="connsiteX914" fmla="*/ 188428 w 815706"/>
                <a:gd name="connsiteY914" fmla="*/ 7480 h 1236433"/>
                <a:gd name="connsiteX915" fmla="*/ 191161 w 815706"/>
                <a:gd name="connsiteY915" fmla="*/ 10213 h 1236433"/>
                <a:gd name="connsiteX916" fmla="*/ 193606 w 815706"/>
                <a:gd name="connsiteY916" fmla="*/ 10213 h 1236433"/>
                <a:gd name="connsiteX917" fmla="*/ 198641 w 815706"/>
                <a:gd name="connsiteY917" fmla="*/ 10213 h 1236433"/>
                <a:gd name="connsiteX918" fmla="*/ 201373 w 815706"/>
                <a:gd name="connsiteY918" fmla="*/ 10213 h 1236433"/>
                <a:gd name="connsiteX919" fmla="*/ 203819 w 815706"/>
                <a:gd name="connsiteY919" fmla="*/ 10213 h 1236433"/>
                <a:gd name="connsiteX920" fmla="*/ 206264 w 815706"/>
                <a:gd name="connsiteY920" fmla="*/ 10213 h 1236433"/>
                <a:gd name="connsiteX921" fmla="*/ 208853 w 815706"/>
                <a:gd name="connsiteY921" fmla="*/ 10213 h 1236433"/>
                <a:gd name="connsiteX922" fmla="*/ 211586 w 815706"/>
                <a:gd name="connsiteY922" fmla="*/ 10213 h 1236433"/>
                <a:gd name="connsiteX923" fmla="*/ 214031 w 815706"/>
                <a:gd name="connsiteY923" fmla="*/ 10213 h 1236433"/>
                <a:gd name="connsiteX924" fmla="*/ 216477 w 815706"/>
                <a:gd name="connsiteY924" fmla="*/ 10213 h 1236433"/>
                <a:gd name="connsiteX925" fmla="*/ 219066 w 815706"/>
                <a:gd name="connsiteY925" fmla="*/ 10213 h 1236433"/>
                <a:gd name="connsiteX926" fmla="*/ 221798 w 815706"/>
                <a:gd name="connsiteY926" fmla="*/ 10213 h 1236433"/>
                <a:gd name="connsiteX927" fmla="*/ 224244 w 815706"/>
                <a:gd name="connsiteY927" fmla="*/ 10213 h 1236433"/>
                <a:gd name="connsiteX928" fmla="*/ 226689 w 815706"/>
                <a:gd name="connsiteY928" fmla="*/ 10213 h 1236433"/>
                <a:gd name="connsiteX929" fmla="*/ 229278 w 815706"/>
                <a:gd name="connsiteY929" fmla="*/ 10213 h 1236433"/>
                <a:gd name="connsiteX930" fmla="*/ 232011 w 815706"/>
                <a:gd name="connsiteY930" fmla="*/ 10213 h 1236433"/>
                <a:gd name="connsiteX931" fmla="*/ 234456 w 815706"/>
                <a:gd name="connsiteY931" fmla="*/ 10213 h 1236433"/>
                <a:gd name="connsiteX932" fmla="*/ 236902 w 815706"/>
                <a:gd name="connsiteY932" fmla="*/ 10213 h 1236433"/>
                <a:gd name="connsiteX933" fmla="*/ 239491 w 815706"/>
                <a:gd name="connsiteY933" fmla="*/ 10213 h 1236433"/>
                <a:gd name="connsiteX934" fmla="*/ 241936 w 815706"/>
                <a:gd name="connsiteY934" fmla="*/ 10213 h 1236433"/>
                <a:gd name="connsiteX935" fmla="*/ 244669 w 815706"/>
                <a:gd name="connsiteY935" fmla="*/ 10213 h 1236433"/>
                <a:gd name="connsiteX936" fmla="*/ 247114 w 815706"/>
                <a:gd name="connsiteY936" fmla="*/ 10213 h 1236433"/>
                <a:gd name="connsiteX937" fmla="*/ 249703 w 815706"/>
                <a:gd name="connsiteY937" fmla="*/ 10213 h 1236433"/>
                <a:gd name="connsiteX938" fmla="*/ 252148 w 815706"/>
                <a:gd name="connsiteY938" fmla="*/ 10213 h 1236433"/>
                <a:gd name="connsiteX939" fmla="*/ 254881 w 815706"/>
                <a:gd name="connsiteY939" fmla="*/ 10213 h 1236433"/>
                <a:gd name="connsiteX940" fmla="*/ 257327 w 815706"/>
                <a:gd name="connsiteY940" fmla="*/ 10213 h 1236433"/>
                <a:gd name="connsiteX941" fmla="*/ 259772 w 815706"/>
                <a:gd name="connsiteY941" fmla="*/ 10213 h 1236433"/>
                <a:gd name="connsiteX942" fmla="*/ 262361 w 815706"/>
                <a:gd name="connsiteY942" fmla="*/ 10213 h 1236433"/>
                <a:gd name="connsiteX943" fmla="*/ 265094 w 815706"/>
                <a:gd name="connsiteY943" fmla="*/ 10213 h 1236433"/>
                <a:gd name="connsiteX944" fmla="*/ 267539 w 815706"/>
                <a:gd name="connsiteY944" fmla="*/ 10213 h 1236433"/>
                <a:gd name="connsiteX945" fmla="*/ 270128 w 815706"/>
                <a:gd name="connsiteY945" fmla="*/ 10213 h 1236433"/>
                <a:gd name="connsiteX946" fmla="*/ 272573 w 815706"/>
                <a:gd name="connsiteY946" fmla="*/ 10213 h 1236433"/>
                <a:gd name="connsiteX947" fmla="*/ 275306 w 815706"/>
                <a:gd name="connsiteY947" fmla="*/ 12658 h 1236433"/>
                <a:gd name="connsiteX948" fmla="*/ 277752 w 815706"/>
                <a:gd name="connsiteY948" fmla="*/ 12658 h 1236433"/>
                <a:gd name="connsiteX949" fmla="*/ 280341 w 815706"/>
                <a:gd name="connsiteY949" fmla="*/ 12658 h 1236433"/>
                <a:gd name="connsiteX950" fmla="*/ 282786 w 815706"/>
                <a:gd name="connsiteY950" fmla="*/ 12658 h 1236433"/>
                <a:gd name="connsiteX951" fmla="*/ 285519 w 815706"/>
                <a:gd name="connsiteY951" fmla="*/ 12658 h 1236433"/>
                <a:gd name="connsiteX952" fmla="*/ 287964 w 815706"/>
                <a:gd name="connsiteY952" fmla="*/ 12658 h 1236433"/>
                <a:gd name="connsiteX953" fmla="*/ 290409 w 815706"/>
                <a:gd name="connsiteY953" fmla="*/ 12658 h 1236433"/>
                <a:gd name="connsiteX954" fmla="*/ 292998 w 815706"/>
                <a:gd name="connsiteY954" fmla="*/ 12658 h 1236433"/>
                <a:gd name="connsiteX955" fmla="*/ 298177 w 815706"/>
                <a:gd name="connsiteY955" fmla="*/ 12658 h 1236433"/>
                <a:gd name="connsiteX956" fmla="*/ 300622 w 815706"/>
                <a:gd name="connsiteY956" fmla="*/ 12658 h 1236433"/>
                <a:gd name="connsiteX957" fmla="*/ 303211 w 815706"/>
                <a:gd name="connsiteY957" fmla="*/ 12658 h 1236433"/>
                <a:gd name="connsiteX958" fmla="*/ 310834 w 815706"/>
                <a:gd name="connsiteY958" fmla="*/ 12658 h 1236433"/>
                <a:gd name="connsiteX959" fmla="*/ 313423 w 815706"/>
                <a:gd name="connsiteY959" fmla="*/ 12658 h 1236433"/>
                <a:gd name="connsiteX960" fmla="*/ 315869 w 815706"/>
                <a:gd name="connsiteY960" fmla="*/ 12658 h 1236433"/>
                <a:gd name="connsiteX961" fmla="*/ 321047 w 815706"/>
                <a:gd name="connsiteY961" fmla="*/ 12658 h 1236433"/>
                <a:gd name="connsiteX962" fmla="*/ 323636 w 815706"/>
                <a:gd name="connsiteY962" fmla="*/ 12658 h 1236433"/>
                <a:gd name="connsiteX963" fmla="*/ 326081 w 815706"/>
                <a:gd name="connsiteY963" fmla="*/ 12658 h 1236433"/>
                <a:gd name="connsiteX964" fmla="*/ 328814 w 815706"/>
                <a:gd name="connsiteY964" fmla="*/ 12658 h 1236433"/>
                <a:gd name="connsiteX965" fmla="*/ 331259 w 815706"/>
                <a:gd name="connsiteY965" fmla="*/ 12658 h 1236433"/>
                <a:gd name="connsiteX966" fmla="*/ 333849 w 815706"/>
                <a:gd name="connsiteY966" fmla="*/ 12658 h 1236433"/>
                <a:gd name="connsiteX967" fmla="*/ 336294 w 815706"/>
                <a:gd name="connsiteY967" fmla="*/ 12658 h 1236433"/>
                <a:gd name="connsiteX968" fmla="*/ 341472 w 815706"/>
                <a:gd name="connsiteY968" fmla="*/ 12658 h 1236433"/>
                <a:gd name="connsiteX969" fmla="*/ 346506 w 815706"/>
                <a:gd name="connsiteY969" fmla="*/ 12658 h 1236433"/>
                <a:gd name="connsiteX970" fmla="*/ 349239 w 815706"/>
                <a:gd name="connsiteY970" fmla="*/ 12658 h 1236433"/>
                <a:gd name="connsiteX971" fmla="*/ 351684 w 815706"/>
                <a:gd name="connsiteY971" fmla="*/ 12658 h 1236433"/>
                <a:gd name="connsiteX972" fmla="*/ 354274 w 815706"/>
                <a:gd name="connsiteY972" fmla="*/ 12658 h 1236433"/>
                <a:gd name="connsiteX973" fmla="*/ 356719 w 815706"/>
                <a:gd name="connsiteY973" fmla="*/ 12658 h 1236433"/>
                <a:gd name="connsiteX974" fmla="*/ 361897 w 815706"/>
                <a:gd name="connsiteY974" fmla="*/ 12658 h 1236433"/>
                <a:gd name="connsiteX975" fmla="*/ 364486 w 815706"/>
                <a:gd name="connsiteY975" fmla="*/ 12658 h 1236433"/>
                <a:gd name="connsiteX976" fmla="*/ 366931 w 815706"/>
                <a:gd name="connsiteY976" fmla="*/ 12658 h 1236433"/>
                <a:gd name="connsiteX977" fmla="*/ 369664 w 815706"/>
                <a:gd name="connsiteY977" fmla="*/ 12658 h 1236433"/>
                <a:gd name="connsiteX978" fmla="*/ 372109 w 815706"/>
                <a:gd name="connsiteY978" fmla="*/ 12658 h 1236433"/>
                <a:gd name="connsiteX979" fmla="*/ 374555 w 815706"/>
                <a:gd name="connsiteY979" fmla="*/ 12658 h 1236433"/>
                <a:gd name="connsiteX980" fmla="*/ 377144 w 815706"/>
                <a:gd name="connsiteY980" fmla="*/ 12658 h 1236433"/>
                <a:gd name="connsiteX981" fmla="*/ 382322 w 815706"/>
                <a:gd name="connsiteY981" fmla="*/ 12658 h 1236433"/>
                <a:gd name="connsiteX982" fmla="*/ 384767 w 815706"/>
                <a:gd name="connsiteY982" fmla="*/ 12658 h 1236433"/>
                <a:gd name="connsiteX983" fmla="*/ 389802 w 815706"/>
                <a:gd name="connsiteY983" fmla="*/ 12658 h 1236433"/>
                <a:gd name="connsiteX984" fmla="*/ 392534 w 815706"/>
                <a:gd name="connsiteY984" fmla="*/ 12658 h 1236433"/>
                <a:gd name="connsiteX985" fmla="*/ 394980 w 815706"/>
                <a:gd name="connsiteY985" fmla="*/ 12658 h 1236433"/>
                <a:gd name="connsiteX986" fmla="*/ 400014 w 815706"/>
                <a:gd name="connsiteY986" fmla="*/ 12658 h 1236433"/>
                <a:gd name="connsiteX987" fmla="*/ 402747 w 815706"/>
                <a:gd name="connsiteY987" fmla="*/ 12658 h 1236433"/>
                <a:gd name="connsiteX988" fmla="*/ 405192 w 815706"/>
                <a:gd name="connsiteY988" fmla="*/ 12658 h 1236433"/>
                <a:gd name="connsiteX989" fmla="*/ 407781 w 815706"/>
                <a:gd name="connsiteY989" fmla="*/ 12658 h 1236433"/>
                <a:gd name="connsiteX990" fmla="*/ 410227 w 815706"/>
                <a:gd name="connsiteY990" fmla="*/ 12658 h 1236433"/>
                <a:gd name="connsiteX991" fmla="*/ 412960 w 815706"/>
                <a:gd name="connsiteY991" fmla="*/ 12658 h 1236433"/>
                <a:gd name="connsiteX992" fmla="*/ 415405 w 815706"/>
                <a:gd name="connsiteY992" fmla="*/ 12658 h 1236433"/>
                <a:gd name="connsiteX993" fmla="*/ 417994 w 815706"/>
                <a:gd name="connsiteY993" fmla="*/ 12658 h 1236433"/>
                <a:gd name="connsiteX994" fmla="*/ 428062 w 815706"/>
                <a:gd name="connsiteY994" fmla="*/ 12658 h 1236433"/>
                <a:gd name="connsiteX995" fmla="*/ 430652 w 815706"/>
                <a:gd name="connsiteY995" fmla="*/ 12658 h 1236433"/>
                <a:gd name="connsiteX996" fmla="*/ 433385 w 815706"/>
                <a:gd name="connsiteY996" fmla="*/ 12658 h 1236433"/>
                <a:gd name="connsiteX997" fmla="*/ 435830 w 815706"/>
                <a:gd name="connsiteY997" fmla="*/ 12658 h 1236433"/>
                <a:gd name="connsiteX998" fmla="*/ 440864 w 815706"/>
                <a:gd name="connsiteY998" fmla="*/ 12658 h 1236433"/>
                <a:gd name="connsiteX999" fmla="*/ 443597 w 815706"/>
                <a:gd name="connsiteY999" fmla="*/ 12658 h 1236433"/>
                <a:gd name="connsiteX1000" fmla="*/ 446042 w 815706"/>
                <a:gd name="connsiteY1000" fmla="*/ 12658 h 1236433"/>
                <a:gd name="connsiteX1001" fmla="*/ 451077 w 815706"/>
                <a:gd name="connsiteY1001" fmla="*/ 12658 h 1236433"/>
                <a:gd name="connsiteX1002" fmla="*/ 453810 w 815706"/>
                <a:gd name="connsiteY1002" fmla="*/ 12658 h 1236433"/>
                <a:gd name="connsiteX1003" fmla="*/ 453810 w 815706"/>
                <a:gd name="connsiteY1003" fmla="*/ 12658 h 1236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Lst>
              <a:rect l="l" t="t" r="r" b="b"/>
              <a:pathLst>
                <a:path w="815706" h="1236433">
                  <a:moveTo>
                    <a:pt x="453810" y="12658"/>
                  </a:moveTo>
                  <a:lnTo>
                    <a:pt x="451077" y="12658"/>
                  </a:lnTo>
                  <a:lnTo>
                    <a:pt x="451077" y="15103"/>
                  </a:lnTo>
                  <a:lnTo>
                    <a:pt x="451077" y="17692"/>
                  </a:lnTo>
                  <a:lnTo>
                    <a:pt x="451077" y="20425"/>
                  </a:lnTo>
                  <a:lnTo>
                    <a:pt x="453810" y="22870"/>
                  </a:lnTo>
                  <a:lnTo>
                    <a:pt x="451077" y="22870"/>
                  </a:lnTo>
                  <a:lnTo>
                    <a:pt x="453810" y="25316"/>
                  </a:lnTo>
                  <a:lnTo>
                    <a:pt x="451077" y="25316"/>
                  </a:lnTo>
                  <a:lnTo>
                    <a:pt x="453810" y="25316"/>
                  </a:lnTo>
                  <a:lnTo>
                    <a:pt x="453810" y="27905"/>
                  </a:lnTo>
                  <a:lnTo>
                    <a:pt x="453810" y="30638"/>
                  </a:lnTo>
                  <a:lnTo>
                    <a:pt x="453810" y="33083"/>
                  </a:lnTo>
                  <a:lnTo>
                    <a:pt x="453810" y="35528"/>
                  </a:lnTo>
                  <a:lnTo>
                    <a:pt x="456255" y="35528"/>
                  </a:lnTo>
                  <a:lnTo>
                    <a:pt x="453810" y="38117"/>
                  </a:lnTo>
                  <a:lnTo>
                    <a:pt x="453810" y="40850"/>
                  </a:lnTo>
                  <a:lnTo>
                    <a:pt x="453810" y="43295"/>
                  </a:lnTo>
                  <a:lnTo>
                    <a:pt x="453810" y="45741"/>
                  </a:lnTo>
                  <a:lnTo>
                    <a:pt x="453810" y="48186"/>
                  </a:lnTo>
                  <a:lnTo>
                    <a:pt x="453810" y="50919"/>
                  </a:lnTo>
                  <a:lnTo>
                    <a:pt x="453810" y="53508"/>
                  </a:lnTo>
                  <a:lnTo>
                    <a:pt x="451077" y="53508"/>
                  </a:lnTo>
                  <a:lnTo>
                    <a:pt x="453810" y="55953"/>
                  </a:lnTo>
                  <a:lnTo>
                    <a:pt x="453810" y="58398"/>
                  </a:lnTo>
                  <a:lnTo>
                    <a:pt x="453810" y="61131"/>
                  </a:lnTo>
                  <a:lnTo>
                    <a:pt x="456255" y="61131"/>
                  </a:lnTo>
                  <a:lnTo>
                    <a:pt x="456255" y="63720"/>
                  </a:lnTo>
                  <a:lnTo>
                    <a:pt x="453810" y="63720"/>
                  </a:lnTo>
                  <a:lnTo>
                    <a:pt x="453810" y="66166"/>
                  </a:lnTo>
                  <a:lnTo>
                    <a:pt x="453810" y="68611"/>
                  </a:lnTo>
                  <a:lnTo>
                    <a:pt x="456255" y="68611"/>
                  </a:lnTo>
                  <a:lnTo>
                    <a:pt x="456255" y="71344"/>
                  </a:lnTo>
                  <a:lnTo>
                    <a:pt x="456255" y="73933"/>
                  </a:lnTo>
                  <a:lnTo>
                    <a:pt x="458700" y="73933"/>
                  </a:lnTo>
                  <a:lnTo>
                    <a:pt x="458700" y="76378"/>
                  </a:lnTo>
                  <a:lnTo>
                    <a:pt x="458700" y="78823"/>
                  </a:lnTo>
                  <a:lnTo>
                    <a:pt x="458700" y="81412"/>
                  </a:lnTo>
                  <a:lnTo>
                    <a:pt x="458700" y="84145"/>
                  </a:lnTo>
                  <a:lnTo>
                    <a:pt x="458700" y="81412"/>
                  </a:lnTo>
                  <a:lnTo>
                    <a:pt x="458700" y="84145"/>
                  </a:lnTo>
                  <a:lnTo>
                    <a:pt x="461289" y="84145"/>
                  </a:lnTo>
                  <a:lnTo>
                    <a:pt x="458700" y="84145"/>
                  </a:lnTo>
                  <a:lnTo>
                    <a:pt x="458700" y="86591"/>
                  </a:lnTo>
                  <a:lnTo>
                    <a:pt x="458700" y="89036"/>
                  </a:lnTo>
                  <a:lnTo>
                    <a:pt x="461289" y="86591"/>
                  </a:lnTo>
                  <a:lnTo>
                    <a:pt x="461289" y="84145"/>
                  </a:lnTo>
                  <a:lnTo>
                    <a:pt x="461289" y="86591"/>
                  </a:lnTo>
                  <a:lnTo>
                    <a:pt x="463734" y="86591"/>
                  </a:lnTo>
                  <a:lnTo>
                    <a:pt x="461289" y="86591"/>
                  </a:lnTo>
                  <a:lnTo>
                    <a:pt x="461289" y="89036"/>
                  </a:lnTo>
                  <a:lnTo>
                    <a:pt x="458700" y="89036"/>
                  </a:lnTo>
                  <a:lnTo>
                    <a:pt x="461289" y="89036"/>
                  </a:lnTo>
                  <a:lnTo>
                    <a:pt x="458700" y="89036"/>
                  </a:lnTo>
                  <a:lnTo>
                    <a:pt x="461289" y="89036"/>
                  </a:lnTo>
                  <a:lnTo>
                    <a:pt x="458700" y="89036"/>
                  </a:lnTo>
                  <a:lnTo>
                    <a:pt x="458700" y="91625"/>
                  </a:lnTo>
                  <a:lnTo>
                    <a:pt x="456255" y="91625"/>
                  </a:lnTo>
                  <a:lnTo>
                    <a:pt x="456255" y="94358"/>
                  </a:lnTo>
                  <a:lnTo>
                    <a:pt x="456255" y="96803"/>
                  </a:lnTo>
                  <a:lnTo>
                    <a:pt x="453810" y="96803"/>
                  </a:lnTo>
                  <a:lnTo>
                    <a:pt x="456255" y="96803"/>
                  </a:lnTo>
                  <a:lnTo>
                    <a:pt x="456255" y="99248"/>
                  </a:lnTo>
                  <a:lnTo>
                    <a:pt x="453810" y="99248"/>
                  </a:lnTo>
                  <a:lnTo>
                    <a:pt x="453810" y="101837"/>
                  </a:lnTo>
                  <a:lnTo>
                    <a:pt x="456255" y="101837"/>
                  </a:lnTo>
                  <a:lnTo>
                    <a:pt x="456255" y="99248"/>
                  </a:lnTo>
                  <a:lnTo>
                    <a:pt x="456255" y="101837"/>
                  </a:lnTo>
                  <a:lnTo>
                    <a:pt x="453810" y="104570"/>
                  </a:lnTo>
                  <a:lnTo>
                    <a:pt x="456255" y="104570"/>
                  </a:lnTo>
                  <a:lnTo>
                    <a:pt x="456255" y="107016"/>
                  </a:lnTo>
                  <a:lnTo>
                    <a:pt x="456255" y="109461"/>
                  </a:lnTo>
                  <a:lnTo>
                    <a:pt x="456255" y="112050"/>
                  </a:lnTo>
                  <a:lnTo>
                    <a:pt x="453810" y="112050"/>
                  </a:lnTo>
                  <a:lnTo>
                    <a:pt x="453810" y="114783"/>
                  </a:lnTo>
                  <a:lnTo>
                    <a:pt x="456255" y="117228"/>
                  </a:lnTo>
                  <a:lnTo>
                    <a:pt x="456255" y="119673"/>
                  </a:lnTo>
                  <a:lnTo>
                    <a:pt x="456255" y="122262"/>
                  </a:lnTo>
                  <a:lnTo>
                    <a:pt x="456255" y="124995"/>
                  </a:lnTo>
                  <a:lnTo>
                    <a:pt x="458700" y="124995"/>
                  </a:lnTo>
                  <a:lnTo>
                    <a:pt x="458700" y="127441"/>
                  </a:lnTo>
                  <a:lnTo>
                    <a:pt x="461289" y="127441"/>
                  </a:lnTo>
                  <a:lnTo>
                    <a:pt x="461289" y="129886"/>
                  </a:lnTo>
                  <a:lnTo>
                    <a:pt x="461289" y="132331"/>
                  </a:lnTo>
                  <a:lnTo>
                    <a:pt x="463734" y="132331"/>
                  </a:lnTo>
                  <a:lnTo>
                    <a:pt x="466467" y="132331"/>
                  </a:lnTo>
                  <a:lnTo>
                    <a:pt x="466467" y="135208"/>
                  </a:lnTo>
                  <a:lnTo>
                    <a:pt x="466467" y="137653"/>
                  </a:lnTo>
                  <a:lnTo>
                    <a:pt x="468913" y="137653"/>
                  </a:lnTo>
                  <a:lnTo>
                    <a:pt x="466467" y="140098"/>
                  </a:lnTo>
                  <a:lnTo>
                    <a:pt x="466467" y="142544"/>
                  </a:lnTo>
                  <a:lnTo>
                    <a:pt x="468913" y="142544"/>
                  </a:lnTo>
                  <a:lnTo>
                    <a:pt x="468913" y="145277"/>
                  </a:lnTo>
                  <a:lnTo>
                    <a:pt x="471502" y="145277"/>
                  </a:lnTo>
                  <a:lnTo>
                    <a:pt x="471502" y="147866"/>
                  </a:lnTo>
                  <a:lnTo>
                    <a:pt x="473947" y="147866"/>
                  </a:lnTo>
                  <a:lnTo>
                    <a:pt x="473947" y="150311"/>
                  </a:lnTo>
                  <a:lnTo>
                    <a:pt x="473947" y="152756"/>
                  </a:lnTo>
                  <a:lnTo>
                    <a:pt x="473947" y="155489"/>
                  </a:lnTo>
                  <a:lnTo>
                    <a:pt x="476680" y="155489"/>
                  </a:lnTo>
                  <a:lnTo>
                    <a:pt x="476680" y="158078"/>
                  </a:lnTo>
                  <a:lnTo>
                    <a:pt x="476680" y="160523"/>
                  </a:lnTo>
                  <a:lnTo>
                    <a:pt x="479125" y="160523"/>
                  </a:lnTo>
                  <a:lnTo>
                    <a:pt x="481714" y="160523"/>
                  </a:lnTo>
                  <a:lnTo>
                    <a:pt x="484159" y="158078"/>
                  </a:lnTo>
                  <a:lnTo>
                    <a:pt x="484159" y="155489"/>
                  </a:lnTo>
                  <a:lnTo>
                    <a:pt x="486892" y="155489"/>
                  </a:lnTo>
                  <a:lnTo>
                    <a:pt x="486892" y="152756"/>
                  </a:lnTo>
                  <a:lnTo>
                    <a:pt x="486892" y="150311"/>
                  </a:lnTo>
                  <a:lnTo>
                    <a:pt x="489338" y="150311"/>
                  </a:lnTo>
                  <a:lnTo>
                    <a:pt x="489338" y="147866"/>
                  </a:lnTo>
                  <a:lnTo>
                    <a:pt x="491927" y="150311"/>
                  </a:lnTo>
                  <a:lnTo>
                    <a:pt x="494372" y="152756"/>
                  </a:lnTo>
                  <a:lnTo>
                    <a:pt x="497105" y="152756"/>
                  </a:lnTo>
                  <a:lnTo>
                    <a:pt x="499550" y="152756"/>
                  </a:lnTo>
                  <a:lnTo>
                    <a:pt x="502139" y="152756"/>
                  </a:lnTo>
                  <a:lnTo>
                    <a:pt x="504584" y="152756"/>
                  </a:lnTo>
                  <a:lnTo>
                    <a:pt x="507317" y="152756"/>
                  </a:lnTo>
                  <a:lnTo>
                    <a:pt x="509763" y="152756"/>
                  </a:lnTo>
                  <a:lnTo>
                    <a:pt x="512352" y="152756"/>
                  </a:lnTo>
                  <a:lnTo>
                    <a:pt x="512352" y="150311"/>
                  </a:lnTo>
                  <a:lnTo>
                    <a:pt x="512352" y="152756"/>
                  </a:lnTo>
                  <a:lnTo>
                    <a:pt x="512352" y="150311"/>
                  </a:lnTo>
                  <a:lnTo>
                    <a:pt x="512352" y="147866"/>
                  </a:lnTo>
                  <a:lnTo>
                    <a:pt x="512352" y="150311"/>
                  </a:lnTo>
                  <a:lnTo>
                    <a:pt x="514797" y="150311"/>
                  </a:lnTo>
                  <a:lnTo>
                    <a:pt x="517530" y="150311"/>
                  </a:lnTo>
                  <a:lnTo>
                    <a:pt x="514797" y="150311"/>
                  </a:lnTo>
                  <a:lnTo>
                    <a:pt x="517530" y="150311"/>
                  </a:lnTo>
                  <a:lnTo>
                    <a:pt x="517530" y="147866"/>
                  </a:lnTo>
                  <a:lnTo>
                    <a:pt x="517530" y="150311"/>
                  </a:lnTo>
                  <a:lnTo>
                    <a:pt x="519975" y="150311"/>
                  </a:lnTo>
                  <a:lnTo>
                    <a:pt x="522420" y="150311"/>
                  </a:lnTo>
                  <a:lnTo>
                    <a:pt x="519975" y="150311"/>
                  </a:lnTo>
                  <a:lnTo>
                    <a:pt x="522420" y="150311"/>
                  </a:lnTo>
                  <a:lnTo>
                    <a:pt x="522420" y="152756"/>
                  </a:lnTo>
                  <a:lnTo>
                    <a:pt x="525009" y="152756"/>
                  </a:lnTo>
                  <a:lnTo>
                    <a:pt x="525009" y="150311"/>
                  </a:lnTo>
                  <a:lnTo>
                    <a:pt x="525009" y="152756"/>
                  </a:lnTo>
                  <a:lnTo>
                    <a:pt x="527742" y="152756"/>
                  </a:lnTo>
                  <a:lnTo>
                    <a:pt x="530188" y="152756"/>
                  </a:lnTo>
                  <a:lnTo>
                    <a:pt x="530188" y="150311"/>
                  </a:lnTo>
                  <a:lnTo>
                    <a:pt x="532633" y="150311"/>
                  </a:lnTo>
                  <a:lnTo>
                    <a:pt x="532633" y="152756"/>
                  </a:lnTo>
                  <a:lnTo>
                    <a:pt x="532633" y="155489"/>
                  </a:lnTo>
                  <a:lnTo>
                    <a:pt x="535222" y="155489"/>
                  </a:lnTo>
                  <a:lnTo>
                    <a:pt x="535222" y="158078"/>
                  </a:lnTo>
                  <a:lnTo>
                    <a:pt x="537667" y="158078"/>
                  </a:lnTo>
                  <a:lnTo>
                    <a:pt x="537667" y="160523"/>
                  </a:lnTo>
                  <a:lnTo>
                    <a:pt x="537667" y="158078"/>
                  </a:lnTo>
                  <a:lnTo>
                    <a:pt x="537667" y="155489"/>
                  </a:lnTo>
                  <a:lnTo>
                    <a:pt x="540400" y="155489"/>
                  </a:lnTo>
                  <a:lnTo>
                    <a:pt x="540400" y="152756"/>
                  </a:lnTo>
                  <a:lnTo>
                    <a:pt x="542846" y="152756"/>
                  </a:lnTo>
                  <a:lnTo>
                    <a:pt x="545434" y="152756"/>
                  </a:lnTo>
                  <a:lnTo>
                    <a:pt x="545434" y="150311"/>
                  </a:lnTo>
                  <a:lnTo>
                    <a:pt x="545434" y="152756"/>
                  </a:lnTo>
                  <a:lnTo>
                    <a:pt x="547880" y="152756"/>
                  </a:lnTo>
                  <a:lnTo>
                    <a:pt x="547880" y="150311"/>
                  </a:lnTo>
                  <a:lnTo>
                    <a:pt x="550613" y="150311"/>
                  </a:lnTo>
                  <a:lnTo>
                    <a:pt x="553058" y="155489"/>
                  </a:lnTo>
                  <a:lnTo>
                    <a:pt x="550613" y="155489"/>
                  </a:lnTo>
                  <a:lnTo>
                    <a:pt x="553058" y="155489"/>
                  </a:lnTo>
                  <a:lnTo>
                    <a:pt x="553058" y="158078"/>
                  </a:lnTo>
                  <a:lnTo>
                    <a:pt x="553058" y="160523"/>
                  </a:lnTo>
                  <a:lnTo>
                    <a:pt x="553058" y="162969"/>
                  </a:lnTo>
                  <a:lnTo>
                    <a:pt x="553058" y="165702"/>
                  </a:lnTo>
                  <a:lnTo>
                    <a:pt x="553058" y="168291"/>
                  </a:lnTo>
                  <a:lnTo>
                    <a:pt x="555647" y="168291"/>
                  </a:lnTo>
                  <a:lnTo>
                    <a:pt x="555647" y="170736"/>
                  </a:lnTo>
                  <a:lnTo>
                    <a:pt x="555647" y="173181"/>
                  </a:lnTo>
                  <a:lnTo>
                    <a:pt x="555647" y="175770"/>
                  </a:lnTo>
                  <a:lnTo>
                    <a:pt x="555647" y="178503"/>
                  </a:lnTo>
                  <a:lnTo>
                    <a:pt x="555647" y="180948"/>
                  </a:lnTo>
                  <a:lnTo>
                    <a:pt x="555647" y="183394"/>
                  </a:lnTo>
                  <a:lnTo>
                    <a:pt x="558092" y="183394"/>
                  </a:lnTo>
                  <a:lnTo>
                    <a:pt x="558092" y="185983"/>
                  </a:lnTo>
                  <a:lnTo>
                    <a:pt x="558092" y="188716"/>
                  </a:lnTo>
                  <a:lnTo>
                    <a:pt x="560825" y="191161"/>
                  </a:lnTo>
                  <a:lnTo>
                    <a:pt x="560825" y="193606"/>
                  </a:lnTo>
                  <a:lnTo>
                    <a:pt x="560825" y="196052"/>
                  </a:lnTo>
                  <a:lnTo>
                    <a:pt x="563271" y="198928"/>
                  </a:lnTo>
                  <a:lnTo>
                    <a:pt x="563271" y="201373"/>
                  </a:lnTo>
                  <a:lnTo>
                    <a:pt x="565859" y="201373"/>
                  </a:lnTo>
                  <a:lnTo>
                    <a:pt x="565859" y="203819"/>
                  </a:lnTo>
                  <a:lnTo>
                    <a:pt x="565859" y="206408"/>
                  </a:lnTo>
                  <a:lnTo>
                    <a:pt x="565859" y="209141"/>
                  </a:lnTo>
                  <a:lnTo>
                    <a:pt x="568305" y="209141"/>
                  </a:lnTo>
                  <a:lnTo>
                    <a:pt x="568305" y="211586"/>
                  </a:lnTo>
                  <a:lnTo>
                    <a:pt x="568305" y="214031"/>
                  </a:lnTo>
                  <a:lnTo>
                    <a:pt x="571038" y="216620"/>
                  </a:lnTo>
                  <a:lnTo>
                    <a:pt x="573483" y="219353"/>
                  </a:lnTo>
                  <a:lnTo>
                    <a:pt x="571038" y="219353"/>
                  </a:lnTo>
                  <a:lnTo>
                    <a:pt x="573483" y="221798"/>
                  </a:lnTo>
                  <a:lnTo>
                    <a:pt x="573483" y="224244"/>
                  </a:lnTo>
                  <a:lnTo>
                    <a:pt x="576072" y="229422"/>
                  </a:lnTo>
                  <a:lnTo>
                    <a:pt x="576072" y="232011"/>
                  </a:lnTo>
                  <a:lnTo>
                    <a:pt x="576072" y="234456"/>
                  </a:lnTo>
                  <a:lnTo>
                    <a:pt x="576072" y="232011"/>
                  </a:lnTo>
                  <a:lnTo>
                    <a:pt x="576072" y="234456"/>
                  </a:lnTo>
                  <a:lnTo>
                    <a:pt x="576072" y="236902"/>
                  </a:lnTo>
                  <a:lnTo>
                    <a:pt x="576072" y="239635"/>
                  </a:lnTo>
                  <a:lnTo>
                    <a:pt x="578517" y="239635"/>
                  </a:lnTo>
                  <a:lnTo>
                    <a:pt x="578517" y="242223"/>
                  </a:lnTo>
                  <a:lnTo>
                    <a:pt x="578517" y="244669"/>
                  </a:lnTo>
                  <a:lnTo>
                    <a:pt x="578517" y="247114"/>
                  </a:lnTo>
                  <a:lnTo>
                    <a:pt x="578517" y="249847"/>
                  </a:lnTo>
                  <a:lnTo>
                    <a:pt x="581250" y="249847"/>
                  </a:lnTo>
                  <a:lnTo>
                    <a:pt x="581250" y="252436"/>
                  </a:lnTo>
                  <a:lnTo>
                    <a:pt x="581250" y="254881"/>
                  </a:lnTo>
                  <a:lnTo>
                    <a:pt x="581250" y="257327"/>
                  </a:lnTo>
                  <a:lnTo>
                    <a:pt x="583696" y="259916"/>
                  </a:lnTo>
                  <a:lnTo>
                    <a:pt x="583696" y="262649"/>
                  </a:lnTo>
                  <a:lnTo>
                    <a:pt x="586284" y="270128"/>
                  </a:lnTo>
                  <a:lnTo>
                    <a:pt x="588730" y="272861"/>
                  </a:lnTo>
                  <a:lnTo>
                    <a:pt x="588730" y="275306"/>
                  </a:lnTo>
                  <a:lnTo>
                    <a:pt x="591463" y="277752"/>
                  </a:lnTo>
                  <a:lnTo>
                    <a:pt x="591463" y="280197"/>
                  </a:lnTo>
                  <a:lnTo>
                    <a:pt x="591463" y="283074"/>
                  </a:lnTo>
                  <a:lnTo>
                    <a:pt x="593908" y="283074"/>
                  </a:lnTo>
                  <a:lnTo>
                    <a:pt x="593908" y="285519"/>
                  </a:lnTo>
                  <a:lnTo>
                    <a:pt x="593908" y="287964"/>
                  </a:lnTo>
                  <a:lnTo>
                    <a:pt x="596497" y="287964"/>
                  </a:lnTo>
                  <a:lnTo>
                    <a:pt x="596497" y="290409"/>
                  </a:lnTo>
                  <a:lnTo>
                    <a:pt x="598942" y="293142"/>
                  </a:lnTo>
                  <a:lnTo>
                    <a:pt x="598942" y="295731"/>
                  </a:lnTo>
                  <a:lnTo>
                    <a:pt x="598942" y="298177"/>
                  </a:lnTo>
                  <a:lnTo>
                    <a:pt x="601675" y="298177"/>
                  </a:lnTo>
                  <a:lnTo>
                    <a:pt x="601675" y="300766"/>
                  </a:lnTo>
                  <a:lnTo>
                    <a:pt x="601675" y="303499"/>
                  </a:lnTo>
                  <a:lnTo>
                    <a:pt x="601675" y="305944"/>
                  </a:lnTo>
                  <a:lnTo>
                    <a:pt x="601675" y="308389"/>
                  </a:lnTo>
                  <a:lnTo>
                    <a:pt x="601675" y="313711"/>
                  </a:lnTo>
                  <a:lnTo>
                    <a:pt x="601675" y="316157"/>
                  </a:lnTo>
                  <a:lnTo>
                    <a:pt x="601675" y="318602"/>
                  </a:lnTo>
                  <a:lnTo>
                    <a:pt x="616778" y="341472"/>
                  </a:lnTo>
                  <a:lnTo>
                    <a:pt x="619367" y="341472"/>
                  </a:lnTo>
                  <a:lnTo>
                    <a:pt x="621813" y="341472"/>
                  </a:lnTo>
                  <a:lnTo>
                    <a:pt x="621813" y="344205"/>
                  </a:lnTo>
                  <a:lnTo>
                    <a:pt x="624546" y="341472"/>
                  </a:lnTo>
                  <a:lnTo>
                    <a:pt x="624546" y="344205"/>
                  </a:lnTo>
                  <a:lnTo>
                    <a:pt x="629580" y="341472"/>
                  </a:lnTo>
                  <a:lnTo>
                    <a:pt x="632025" y="341472"/>
                  </a:lnTo>
                  <a:lnTo>
                    <a:pt x="634758" y="341472"/>
                  </a:lnTo>
                  <a:lnTo>
                    <a:pt x="637203" y="339027"/>
                  </a:lnTo>
                  <a:lnTo>
                    <a:pt x="639792" y="339027"/>
                  </a:lnTo>
                  <a:lnTo>
                    <a:pt x="642238" y="336582"/>
                  </a:lnTo>
                  <a:lnTo>
                    <a:pt x="644971" y="336582"/>
                  </a:lnTo>
                  <a:lnTo>
                    <a:pt x="644971" y="333992"/>
                  </a:lnTo>
                  <a:lnTo>
                    <a:pt x="647416" y="333992"/>
                  </a:lnTo>
                  <a:lnTo>
                    <a:pt x="650005" y="333992"/>
                  </a:lnTo>
                  <a:lnTo>
                    <a:pt x="650005" y="331259"/>
                  </a:lnTo>
                  <a:lnTo>
                    <a:pt x="652450" y="331259"/>
                  </a:lnTo>
                  <a:lnTo>
                    <a:pt x="655183" y="331259"/>
                  </a:lnTo>
                  <a:lnTo>
                    <a:pt x="657628" y="328814"/>
                  </a:lnTo>
                  <a:lnTo>
                    <a:pt x="660217" y="328814"/>
                  </a:lnTo>
                  <a:lnTo>
                    <a:pt x="660217" y="326369"/>
                  </a:lnTo>
                  <a:lnTo>
                    <a:pt x="662663" y="326369"/>
                  </a:lnTo>
                  <a:lnTo>
                    <a:pt x="665396" y="326369"/>
                  </a:lnTo>
                  <a:lnTo>
                    <a:pt x="665396" y="323780"/>
                  </a:lnTo>
                  <a:lnTo>
                    <a:pt x="667841" y="323780"/>
                  </a:lnTo>
                  <a:lnTo>
                    <a:pt x="670430" y="321047"/>
                  </a:lnTo>
                  <a:lnTo>
                    <a:pt x="672875" y="321047"/>
                  </a:lnTo>
                  <a:lnTo>
                    <a:pt x="675608" y="321047"/>
                  </a:lnTo>
                  <a:lnTo>
                    <a:pt x="675608" y="318602"/>
                  </a:lnTo>
                  <a:lnTo>
                    <a:pt x="678053" y="318602"/>
                  </a:lnTo>
                  <a:lnTo>
                    <a:pt x="680499" y="318602"/>
                  </a:lnTo>
                  <a:lnTo>
                    <a:pt x="683088" y="316157"/>
                  </a:lnTo>
                  <a:lnTo>
                    <a:pt x="685533" y="316157"/>
                  </a:lnTo>
                  <a:lnTo>
                    <a:pt x="688266" y="316157"/>
                  </a:lnTo>
                  <a:lnTo>
                    <a:pt x="690855" y="316157"/>
                  </a:lnTo>
                  <a:lnTo>
                    <a:pt x="693300" y="316157"/>
                  </a:lnTo>
                  <a:lnTo>
                    <a:pt x="695745" y="316157"/>
                  </a:lnTo>
                  <a:lnTo>
                    <a:pt x="695745" y="313711"/>
                  </a:lnTo>
                  <a:lnTo>
                    <a:pt x="698478" y="313711"/>
                  </a:lnTo>
                  <a:lnTo>
                    <a:pt x="698478" y="316157"/>
                  </a:lnTo>
                  <a:lnTo>
                    <a:pt x="701068" y="316157"/>
                  </a:lnTo>
                  <a:lnTo>
                    <a:pt x="703513" y="316157"/>
                  </a:lnTo>
                  <a:lnTo>
                    <a:pt x="705958" y="316157"/>
                  </a:lnTo>
                  <a:lnTo>
                    <a:pt x="705958" y="318602"/>
                  </a:lnTo>
                  <a:lnTo>
                    <a:pt x="708691" y="318602"/>
                  </a:lnTo>
                  <a:lnTo>
                    <a:pt x="711136" y="316157"/>
                  </a:lnTo>
                  <a:lnTo>
                    <a:pt x="713725" y="316157"/>
                  </a:lnTo>
                  <a:lnTo>
                    <a:pt x="713725" y="318602"/>
                  </a:lnTo>
                  <a:lnTo>
                    <a:pt x="718903" y="318602"/>
                  </a:lnTo>
                  <a:lnTo>
                    <a:pt x="718903" y="321047"/>
                  </a:lnTo>
                  <a:lnTo>
                    <a:pt x="721349" y="321047"/>
                  </a:lnTo>
                  <a:lnTo>
                    <a:pt x="723938" y="321047"/>
                  </a:lnTo>
                  <a:lnTo>
                    <a:pt x="726383" y="323780"/>
                  </a:lnTo>
                  <a:lnTo>
                    <a:pt x="726383" y="321047"/>
                  </a:lnTo>
                  <a:lnTo>
                    <a:pt x="729116" y="323780"/>
                  </a:lnTo>
                  <a:lnTo>
                    <a:pt x="731561" y="326369"/>
                  </a:lnTo>
                  <a:lnTo>
                    <a:pt x="734150" y="326369"/>
                  </a:lnTo>
                  <a:lnTo>
                    <a:pt x="736596" y="328814"/>
                  </a:lnTo>
                  <a:lnTo>
                    <a:pt x="741774" y="331259"/>
                  </a:lnTo>
                  <a:lnTo>
                    <a:pt x="741774" y="333992"/>
                  </a:lnTo>
                  <a:lnTo>
                    <a:pt x="744363" y="333992"/>
                  </a:lnTo>
                  <a:lnTo>
                    <a:pt x="749541" y="336582"/>
                  </a:lnTo>
                  <a:lnTo>
                    <a:pt x="751986" y="339027"/>
                  </a:lnTo>
                  <a:lnTo>
                    <a:pt x="754575" y="339027"/>
                  </a:lnTo>
                  <a:lnTo>
                    <a:pt x="757021" y="339027"/>
                  </a:lnTo>
                  <a:lnTo>
                    <a:pt x="757021" y="341472"/>
                  </a:lnTo>
                  <a:lnTo>
                    <a:pt x="759466" y="341472"/>
                  </a:lnTo>
                  <a:lnTo>
                    <a:pt x="762199" y="341472"/>
                  </a:lnTo>
                  <a:lnTo>
                    <a:pt x="764644" y="341472"/>
                  </a:lnTo>
                  <a:lnTo>
                    <a:pt x="764644" y="344205"/>
                  </a:lnTo>
                  <a:lnTo>
                    <a:pt x="767233" y="344205"/>
                  </a:lnTo>
                  <a:lnTo>
                    <a:pt x="769678" y="344205"/>
                  </a:lnTo>
                  <a:lnTo>
                    <a:pt x="772411" y="344205"/>
                  </a:lnTo>
                  <a:lnTo>
                    <a:pt x="775000" y="344205"/>
                  </a:lnTo>
                  <a:lnTo>
                    <a:pt x="777446" y="344205"/>
                  </a:lnTo>
                  <a:lnTo>
                    <a:pt x="779891" y="346794"/>
                  </a:lnTo>
                  <a:lnTo>
                    <a:pt x="782624" y="346794"/>
                  </a:lnTo>
                  <a:lnTo>
                    <a:pt x="785213" y="346794"/>
                  </a:lnTo>
                  <a:lnTo>
                    <a:pt x="787658" y="346794"/>
                  </a:lnTo>
                  <a:lnTo>
                    <a:pt x="790103" y="346794"/>
                  </a:lnTo>
                  <a:lnTo>
                    <a:pt x="792836" y="346794"/>
                  </a:lnTo>
                  <a:lnTo>
                    <a:pt x="795281" y="346794"/>
                  </a:lnTo>
                  <a:lnTo>
                    <a:pt x="795281" y="349239"/>
                  </a:lnTo>
                  <a:lnTo>
                    <a:pt x="797871" y="349239"/>
                  </a:lnTo>
                  <a:lnTo>
                    <a:pt x="800316" y="349239"/>
                  </a:lnTo>
                  <a:lnTo>
                    <a:pt x="803049" y="351684"/>
                  </a:lnTo>
                  <a:lnTo>
                    <a:pt x="805494" y="351684"/>
                  </a:lnTo>
                  <a:lnTo>
                    <a:pt x="808083" y="351684"/>
                  </a:lnTo>
                  <a:lnTo>
                    <a:pt x="810528" y="354274"/>
                  </a:lnTo>
                  <a:lnTo>
                    <a:pt x="813261" y="354274"/>
                  </a:lnTo>
                  <a:lnTo>
                    <a:pt x="815707" y="354274"/>
                  </a:lnTo>
                  <a:lnTo>
                    <a:pt x="810528" y="359452"/>
                  </a:lnTo>
                  <a:lnTo>
                    <a:pt x="759466" y="428350"/>
                  </a:lnTo>
                  <a:lnTo>
                    <a:pt x="751986" y="438419"/>
                  </a:lnTo>
                  <a:lnTo>
                    <a:pt x="741774" y="451364"/>
                  </a:lnTo>
                  <a:lnTo>
                    <a:pt x="739328" y="453810"/>
                  </a:lnTo>
                  <a:lnTo>
                    <a:pt x="701068" y="502283"/>
                  </a:lnTo>
                  <a:lnTo>
                    <a:pt x="662663" y="553202"/>
                  </a:lnTo>
                  <a:lnTo>
                    <a:pt x="647416" y="571038"/>
                  </a:lnTo>
                  <a:lnTo>
                    <a:pt x="644971" y="573483"/>
                  </a:lnTo>
                  <a:lnTo>
                    <a:pt x="644971" y="576216"/>
                  </a:lnTo>
                  <a:lnTo>
                    <a:pt x="642238" y="578805"/>
                  </a:lnTo>
                  <a:lnTo>
                    <a:pt x="642238" y="581250"/>
                  </a:lnTo>
                  <a:lnTo>
                    <a:pt x="611600" y="619655"/>
                  </a:lnTo>
                  <a:lnTo>
                    <a:pt x="609155" y="624546"/>
                  </a:lnTo>
                  <a:lnTo>
                    <a:pt x="606709" y="624546"/>
                  </a:lnTo>
                  <a:lnTo>
                    <a:pt x="596497" y="639936"/>
                  </a:lnTo>
                  <a:lnTo>
                    <a:pt x="593908" y="642525"/>
                  </a:lnTo>
                  <a:lnTo>
                    <a:pt x="581250" y="660361"/>
                  </a:lnTo>
                  <a:lnTo>
                    <a:pt x="578517" y="662950"/>
                  </a:lnTo>
                  <a:lnTo>
                    <a:pt x="571038" y="673163"/>
                  </a:lnTo>
                  <a:lnTo>
                    <a:pt x="568305" y="678054"/>
                  </a:lnTo>
                  <a:lnTo>
                    <a:pt x="565859" y="678054"/>
                  </a:lnTo>
                  <a:lnTo>
                    <a:pt x="560825" y="685820"/>
                  </a:lnTo>
                  <a:lnTo>
                    <a:pt x="553058" y="696033"/>
                  </a:lnTo>
                  <a:lnTo>
                    <a:pt x="550613" y="700924"/>
                  </a:lnTo>
                  <a:lnTo>
                    <a:pt x="545434" y="708691"/>
                  </a:lnTo>
                  <a:lnTo>
                    <a:pt x="542846" y="711280"/>
                  </a:lnTo>
                  <a:lnTo>
                    <a:pt x="540400" y="711280"/>
                  </a:lnTo>
                  <a:lnTo>
                    <a:pt x="540400" y="714013"/>
                  </a:lnTo>
                  <a:lnTo>
                    <a:pt x="537667" y="716458"/>
                  </a:lnTo>
                  <a:lnTo>
                    <a:pt x="535222" y="718904"/>
                  </a:lnTo>
                  <a:lnTo>
                    <a:pt x="535222" y="721493"/>
                  </a:lnTo>
                  <a:lnTo>
                    <a:pt x="532633" y="721493"/>
                  </a:lnTo>
                  <a:lnTo>
                    <a:pt x="530188" y="724225"/>
                  </a:lnTo>
                  <a:lnTo>
                    <a:pt x="527742" y="726670"/>
                  </a:lnTo>
                  <a:lnTo>
                    <a:pt x="525009" y="729116"/>
                  </a:lnTo>
                  <a:lnTo>
                    <a:pt x="519975" y="736883"/>
                  </a:lnTo>
                  <a:lnTo>
                    <a:pt x="499550" y="757308"/>
                  </a:lnTo>
                  <a:lnTo>
                    <a:pt x="486892" y="769966"/>
                  </a:lnTo>
                  <a:lnTo>
                    <a:pt x="458700" y="798015"/>
                  </a:lnTo>
                  <a:lnTo>
                    <a:pt x="440864" y="815706"/>
                  </a:lnTo>
                  <a:lnTo>
                    <a:pt x="440864" y="841454"/>
                  </a:lnTo>
                  <a:lnTo>
                    <a:pt x="440864" y="843899"/>
                  </a:lnTo>
                  <a:lnTo>
                    <a:pt x="440864" y="872091"/>
                  </a:lnTo>
                  <a:lnTo>
                    <a:pt x="440864" y="907619"/>
                  </a:lnTo>
                  <a:lnTo>
                    <a:pt x="440864" y="910064"/>
                  </a:lnTo>
                  <a:lnTo>
                    <a:pt x="443597" y="930489"/>
                  </a:lnTo>
                  <a:lnTo>
                    <a:pt x="443597" y="946024"/>
                  </a:lnTo>
                  <a:lnTo>
                    <a:pt x="443597" y="958682"/>
                  </a:lnTo>
                  <a:lnTo>
                    <a:pt x="443597" y="989319"/>
                  </a:lnTo>
                  <a:lnTo>
                    <a:pt x="443597" y="1007155"/>
                  </a:lnTo>
                  <a:lnTo>
                    <a:pt x="443597" y="1009744"/>
                  </a:lnTo>
                  <a:lnTo>
                    <a:pt x="443597" y="1012189"/>
                  </a:lnTo>
                  <a:lnTo>
                    <a:pt x="443597" y="1017368"/>
                  </a:lnTo>
                  <a:lnTo>
                    <a:pt x="443597" y="1019957"/>
                  </a:lnTo>
                  <a:lnTo>
                    <a:pt x="443597" y="1045272"/>
                  </a:lnTo>
                  <a:lnTo>
                    <a:pt x="443597" y="1047861"/>
                  </a:lnTo>
                  <a:lnTo>
                    <a:pt x="443597" y="1063252"/>
                  </a:lnTo>
                  <a:lnTo>
                    <a:pt x="443597" y="1065697"/>
                  </a:lnTo>
                  <a:lnTo>
                    <a:pt x="443597" y="1073465"/>
                  </a:lnTo>
                  <a:lnTo>
                    <a:pt x="443597" y="1078355"/>
                  </a:lnTo>
                  <a:lnTo>
                    <a:pt x="443597" y="1086122"/>
                  </a:lnTo>
                  <a:lnTo>
                    <a:pt x="443597" y="1088567"/>
                  </a:lnTo>
                  <a:lnTo>
                    <a:pt x="443597" y="1093890"/>
                  </a:lnTo>
                  <a:lnTo>
                    <a:pt x="443597" y="1101513"/>
                  </a:lnTo>
                  <a:lnTo>
                    <a:pt x="443597" y="1104102"/>
                  </a:lnTo>
                  <a:lnTo>
                    <a:pt x="443597" y="1111726"/>
                  </a:lnTo>
                  <a:lnTo>
                    <a:pt x="443597" y="1119205"/>
                  </a:lnTo>
                  <a:lnTo>
                    <a:pt x="443597" y="1126972"/>
                  </a:lnTo>
                  <a:lnTo>
                    <a:pt x="443597" y="1132150"/>
                  </a:lnTo>
                  <a:lnTo>
                    <a:pt x="443597" y="1137185"/>
                  </a:lnTo>
                  <a:lnTo>
                    <a:pt x="443597" y="1142219"/>
                  </a:lnTo>
                  <a:lnTo>
                    <a:pt x="443597" y="1147397"/>
                  </a:lnTo>
                  <a:lnTo>
                    <a:pt x="443597" y="1149843"/>
                  </a:lnTo>
                  <a:lnTo>
                    <a:pt x="443597" y="1155021"/>
                  </a:lnTo>
                  <a:lnTo>
                    <a:pt x="443597" y="1157610"/>
                  </a:lnTo>
                  <a:lnTo>
                    <a:pt x="443597" y="1160055"/>
                  </a:lnTo>
                  <a:lnTo>
                    <a:pt x="443597" y="1162501"/>
                  </a:lnTo>
                  <a:lnTo>
                    <a:pt x="443597" y="1165233"/>
                  </a:lnTo>
                  <a:lnTo>
                    <a:pt x="443597" y="1167822"/>
                  </a:lnTo>
                  <a:lnTo>
                    <a:pt x="443597" y="1170268"/>
                  </a:lnTo>
                  <a:lnTo>
                    <a:pt x="443597" y="1172713"/>
                  </a:lnTo>
                  <a:lnTo>
                    <a:pt x="443597" y="1175446"/>
                  </a:lnTo>
                  <a:lnTo>
                    <a:pt x="443597" y="1178035"/>
                  </a:lnTo>
                  <a:lnTo>
                    <a:pt x="446042" y="1178035"/>
                  </a:lnTo>
                  <a:lnTo>
                    <a:pt x="446042" y="1180480"/>
                  </a:lnTo>
                  <a:lnTo>
                    <a:pt x="446042" y="1182925"/>
                  </a:lnTo>
                  <a:lnTo>
                    <a:pt x="446042" y="1185658"/>
                  </a:lnTo>
                  <a:lnTo>
                    <a:pt x="446042" y="1188248"/>
                  </a:lnTo>
                  <a:lnTo>
                    <a:pt x="446042" y="1190693"/>
                  </a:lnTo>
                  <a:lnTo>
                    <a:pt x="446042" y="1193138"/>
                  </a:lnTo>
                  <a:lnTo>
                    <a:pt x="443597" y="1193138"/>
                  </a:lnTo>
                  <a:lnTo>
                    <a:pt x="443597" y="1195871"/>
                  </a:lnTo>
                  <a:lnTo>
                    <a:pt x="446042" y="1195871"/>
                  </a:lnTo>
                  <a:lnTo>
                    <a:pt x="446042" y="1198460"/>
                  </a:lnTo>
                  <a:lnTo>
                    <a:pt x="446042" y="1200905"/>
                  </a:lnTo>
                  <a:lnTo>
                    <a:pt x="446042" y="1203351"/>
                  </a:lnTo>
                  <a:lnTo>
                    <a:pt x="446042" y="1206083"/>
                  </a:lnTo>
                  <a:lnTo>
                    <a:pt x="446042" y="1208672"/>
                  </a:lnTo>
                  <a:lnTo>
                    <a:pt x="446042" y="1211118"/>
                  </a:lnTo>
                  <a:lnTo>
                    <a:pt x="446042" y="1213563"/>
                  </a:lnTo>
                  <a:lnTo>
                    <a:pt x="446042" y="1216296"/>
                  </a:lnTo>
                  <a:lnTo>
                    <a:pt x="446042" y="1218741"/>
                  </a:lnTo>
                  <a:lnTo>
                    <a:pt x="446042" y="1221330"/>
                  </a:lnTo>
                  <a:lnTo>
                    <a:pt x="446042" y="1223776"/>
                  </a:lnTo>
                  <a:lnTo>
                    <a:pt x="446042" y="1226365"/>
                  </a:lnTo>
                  <a:lnTo>
                    <a:pt x="446042" y="1229098"/>
                  </a:lnTo>
                  <a:lnTo>
                    <a:pt x="446042" y="1231543"/>
                  </a:lnTo>
                  <a:lnTo>
                    <a:pt x="446042" y="1233988"/>
                  </a:lnTo>
                  <a:lnTo>
                    <a:pt x="446042" y="1236433"/>
                  </a:lnTo>
                  <a:lnTo>
                    <a:pt x="443597" y="1236433"/>
                  </a:lnTo>
                  <a:lnTo>
                    <a:pt x="440864" y="1236433"/>
                  </a:lnTo>
                  <a:lnTo>
                    <a:pt x="438275" y="1236433"/>
                  </a:lnTo>
                  <a:lnTo>
                    <a:pt x="435830" y="1236433"/>
                  </a:lnTo>
                  <a:lnTo>
                    <a:pt x="433385" y="1236433"/>
                  </a:lnTo>
                  <a:lnTo>
                    <a:pt x="430652" y="1236433"/>
                  </a:lnTo>
                  <a:lnTo>
                    <a:pt x="428062" y="1236433"/>
                  </a:lnTo>
                  <a:lnTo>
                    <a:pt x="425617" y="1236433"/>
                  </a:lnTo>
                  <a:lnTo>
                    <a:pt x="423172" y="1236433"/>
                  </a:lnTo>
                  <a:lnTo>
                    <a:pt x="420439" y="1236433"/>
                  </a:lnTo>
                  <a:lnTo>
                    <a:pt x="417994" y="1236433"/>
                  </a:lnTo>
                  <a:lnTo>
                    <a:pt x="415405" y="1236433"/>
                  </a:lnTo>
                  <a:lnTo>
                    <a:pt x="412960" y="1236433"/>
                  </a:lnTo>
                  <a:lnTo>
                    <a:pt x="410227" y="1236433"/>
                  </a:lnTo>
                  <a:lnTo>
                    <a:pt x="407781" y="1236433"/>
                  </a:lnTo>
                  <a:lnTo>
                    <a:pt x="405192" y="1236433"/>
                  </a:lnTo>
                  <a:lnTo>
                    <a:pt x="402747" y="1236433"/>
                  </a:lnTo>
                  <a:lnTo>
                    <a:pt x="400014" y="1236433"/>
                  </a:lnTo>
                  <a:lnTo>
                    <a:pt x="397569" y="1236433"/>
                  </a:lnTo>
                  <a:lnTo>
                    <a:pt x="394980" y="1236433"/>
                  </a:lnTo>
                  <a:lnTo>
                    <a:pt x="392534" y="1236433"/>
                  </a:lnTo>
                  <a:lnTo>
                    <a:pt x="389802" y="1236433"/>
                  </a:lnTo>
                  <a:lnTo>
                    <a:pt x="387356" y="1236433"/>
                  </a:lnTo>
                  <a:lnTo>
                    <a:pt x="384767" y="1236433"/>
                  </a:lnTo>
                  <a:lnTo>
                    <a:pt x="382322" y="1236433"/>
                  </a:lnTo>
                  <a:lnTo>
                    <a:pt x="379877" y="1236433"/>
                  </a:lnTo>
                  <a:lnTo>
                    <a:pt x="377144" y="1236433"/>
                  </a:lnTo>
                  <a:lnTo>
                    <a:pt x="374555" y="1236433"/>
                  </a:lnTo>
                  <a:lnTo>
                    <a:pt x="372109" y="1236433"/>
                  </a:lnTo>
                  <a:lnTo>
                    <a:pt x="369664" y="1236433"/>
                  </a:lnTo>
                  <a:lnTo>
                    <a:pt x="366931" y="1236433"/>
                  </a:lnTo>
                  <a:lnTo>
                    <a:pt x="364486" y="1236433"/>
                  </a:lnTo>
                  <a:lnTo>
                    <a:pt x="361897" y="1236433"/>
                  </a:lnTo>
                  <a:lnTo>
                    <a:pt x="359452" y="1236433"/>
                  </a:lnTo>
                  <a:lnTo>
                    <a:pt x="356719" y="1236433"/>
                  </a:lnTo>
                  <a:lnTo>
                    <a:pt x="354274" y="1236433"/>
                  </a:lnTo>
                  <a:lnTo>
                    <a:pt x="351684" y="1236433"/>
                  </a:lnTo>
                  <a:lnTo>
                    <a:pt x="349239" y="1236433"/>
                  </a:lnTo>
                  <a:lnTo>
                    <a:pt x="346506" y="1236433"/>
                  </a:lnTo>
                  <a:lnTo>
                    <a:pt x="343917" y="1236433"/>
                  </a:lnTo>
                  <a:lnTo>
                    <a:pt x="341472" y="1236433"/>
                  </a:lnTo>
                  <a:lnTo>
                    <a:pt x="339027" y="1236433"/>
                  </a:lnTo>
                  <a:lnTo>
                    <a:pt x="336294" y="1236433"/>
                  </a:lnTo>
                  <a:lnTo>
                    <a:pt x="333849" y="1236433"/>
                  </a:lnTo>
                  <a:lnTo>
                    <a:pt x="331259" y="1236433"/>
                  </a:lnTo>
                  <a:lnTo>
                    <a:pt x="328814" y="1236433"/>
                  </a:lnTo>
                  <a:lnTo>
                    <a:pt x="326081" y="1236433"/>
                  </a:lnTo>
                  <a:lnTo>
                    <a:pt x="323636" y="1236433"/>
                  </a:lnTo>
                  <a:lnTo>
                    <a:pt x="321047" y="1236433"/>
                  </a:lnTo>
                  <a:lnTo>
                    <a:pt x="318602" y="1236433"/>
                  </a:lnTo>
                  <a:lnTo>
                    <a:pt x="315869" y="1236433"/>
                  </a:lnTo>
                  <a:lnTo>
                    <a:pt x="313423" y="1236433"/>
                  </a:lnTo>
                  <a:lnTo>
                    <a:pt x="310834" y="1236433"/>
                  </a:lnTo>
                  <a:lnTo>
                    <a:pt x="308389" y="1236433"/>
                  </a:lnTo>
                  <a:lnTo>
                    <a:pt x="305944" y="1236433"/>
                  </a:lnTo>
                  <a:lnTo>
                    <a:pt x="303211" y="1236433"/>
                  </a:lnTo>
                  <a:lnTo>
                    <a:pt x="300622" y="1236433"/>
                  </a:lnTo>
                  <a:lnTo>
                    <a:pt x="298177" y="1236433"/>
                  </a:lnTo>
                  <a:lnTo>
                    <a:pt x="295731" y="1236433"/>
                  </a:lnTo>
                  <a:lnTo>
                    <a:pt x="292998" y="1236433"/>
                  </a:lnTo>
                  <a:lnTo>
                    <a:pt x="290409" y="1236433"/>
                  </a:lnTo>
                  <a:lnTo>
                    <a:pt x="287964" y="1236433"/>
                  </a:lnTo>
                  <a:lnTo>
                    <a:pt x="285519" y="1236433"/>
                  </a:lnTo>
                  <a:lnTo>
                    <a:pt x="282786" y="1236433"/>
                  </a:lnTo>
                  <a:lnTo>
                    <a:pt x="280341" y="1236433"/>
                  </a:lnTo>
                  <a:lnTo>
                    <a:pt x="277752" y="1236433"/>
                  </a:lnTo>
                  <a:lnTo>
                    <a:pt x="275306" y="1236433"/>
                  </a:lnTo>
                  <a:lnTo>
                    <a:pt x="272573" y="1236433"/>
                  </a:lnTo>
                  <a:lnTo>
                    <a:pt x="270128" y="1236433"/>
                  </a:lnTo>
                  <a:lnTo>
                    <a:pt x="267539" y="1236433"/>
                  </a:lnTo>
                  <a:lnTo>
                    <a:pt x="265094" y="1236433"/>
                  </a:lnTo>
                  <a:lnTo>
                    <a:pt x="262361" y="1236433"/>
                  </a:lnTo>
                  <a:lnTo>
                    <a:pt x="259772" y="1236433"/>
                  </a:lnTo>
                  <a:lnTo>
                    <a:pt x="257327" y="1236433"/>
                  </a:lnTo>
                  <a:lnTo>
                    <a:pt x="254881" y="1236433"/>
                  </a:lnTo>
                  <a:lnTo>
                    <a:pt x="252148" y="1236433"/>
                  </a:lnTo>
                  <a:lnTo>
                    <a:pt x="249703" y="1236433"/>
                  </a:lnTo>
                  <a:lnTo>
                    <a:pt x="247114" y="1236433"/>
                  </a:lnTo>
                  <a:lnTo>
                    <a:pt x="244669" y="1236433"/>
                  </a:lnTo>
                  <a:lnTo>
                    <a:pt x="241936" y="1236433"/>
                  </a:lnTo>
                  <a:lnTo>
                    <a:pt x="239491" y="1236433"/>
                  </a:lnTo>
                  <a:lnTo>
                    <a:pt x="236902" y="1236433"/>
                  </a:lnTo>
                  <a:lnTo>
                    <a:pt x="234456" y="1236433"/>
                  </a:lnTo>
                  <a:lnTo>
                    <a:pt x="232011" y="1236433"/>
                  </a:lnTo>
                  <a:lnTo>
                    <a:pt x="229278" y="1236433"/>
                  </a:lnTo>
                  <a:lnTo>
                    <a:pt x="226689" y="1236433"/>
                  </a:lnTo>
                  <a:lnTo>
                    <a:pt x="224244" y="1236433"/>
                  </a:lnTo>
                  <a:lnTo>
                    <a:pt x="221798" y="1236433"/>
                  </a:lnTo>
                  <a:lnTo>
                    <a:pt x="219066" y="1236433"/>
                  </a:lnTo>
                  <a:lnTo>
                    <a:pt x="216477" y="1233988"/>
                  </a:lnTo>
                  <a:lnTo>
                    <a:pt x="214031" y="1233988"/>
                  </a:lnTo>
                  <a:lnTo>
                    <a:pt x="211586" y="1233988"/>
                  </a:lnTo>
                  <a:lnTo>
                    <a:pt x="208853" y="1233988"/>
                  </a:lnTo>
                  <a:lnTo>
                    <a:pt x="206264" y="1233988"/>
                  </a:lnTo>
                  <a:lnTo>
                    <a:pt x="203819" y="1233988"/>
                  </a:lnTo>
                  <a:lnTo>
                    <a:pt x="201373" y="1233988"/>
                  </a:lnTo>
                  <a:lnTo>
                    <a:pt x="198641" y="1233988"/>
                  </a:lnTo>
                  <a:lnTo>
                    <a:pt x="196052" y="1233988"/>
                  </a:lnTo>
                  <a:lnTo>
                    <a:pt x="193606" y="1233988"/>
                  </a:lnTo>
                  <a:lnTo>
                    <a:pt x="191161" y="1233988"/>
                  </a:lnTo>
                  <a:lnTo>
                    <a:pt x="188428" y="1233988"/>
                  </a:lnTo>
                  <a:lnTo>
                    <a:pt x="185983" y="1233988"/>
                  </a:lnTo>
                  <a:lnTo>
                    <a:pt x="183394" y="1233988"/>
                  </a:lnTo>
                  <a:lnTo>
                    <a:pt x="180948" y="1233988"/>
                  </a:lnTo>
                  <a:lnTo>
                    <a:pt x="178216" y="1233988"/>
                  </a:lnTo>
                  <a:lnTo>
                    <a:pt x="175770" y="1233988"/>
                  </a:lnTo>
                  <a:lnTo>
                    <a:pt x="173181" y="1233988"/>
                  </a:lnTo>
                  <a:lnTo>
                    <a:pt x="170736" y="1233988"/>
                  </a:lnTo>
                  <a:lnTo>
                    <a:pt x="168003" y="1233988"/>
                  </a:lnTo>
                  <a:lnTo>
                    <a:pt x="165558" y="1233988"/>
                  </a:lnTo>
                  <a:lnTo>
                    <a:pt x="162969" y="1233988"/>
                  </a:lnTo>
                  <a:lnTo>
                    <a:pt x="160524" y="1233988"/>
                  </a:lnTo>
                  <a:lnTo>
                    <a:pt x="158078" y="1233988"/>
                  </a:lnTo>
                  <a:lnTo>
                    <a:pt x="155345" y="1233988"/>
                  </a:lnTo>
                  <a:lnTo>
                    <a:pt x="152756" y="1233988"/>
                  </a:lnTo>
                  <a:lnTo>
                    <a:pt x="150311" y="1233988"/>
                  </a:lnTo>
                  <a:lnTo>
                    <a:pt x="147866" y="1233988"/>
                  </a:lnTo>
                  <a:lnTo>
                    <a:pt x="145133" y="1233988"/>
                  </a:lnTo>
                  <a:lnTo>
                    <a:pt x="142544" y="1233988"/>
                  </a:lnTo>
                  <a:lnTo>
                    <a:pt x="140099" y="1233988"/>
                  </a:lnTo>
                  <a:lnTo>
                    <a:pt x="137653" y="1233988"/>
                  </a:lnTo>
                  <a:lnTo>
                    <a:pt x="134920" y="1231543"/>
                  </a:lnTo>
                  <a:lnTo>
                    <a:pt x="132331" y="1231543"/>
                  </a:lnTo>
                  <a:lnTo>
                    <a:pt x="129886" y="1231543"/>
                  </a:lnTo>
                  <a:lnTo>
                    <a:pt x="127441" y="1231543"/>
                  </a:lnTo>
                  <a:lnTo>
                    <a:pt x="124708" y="1231543"/>
                  </a:lnTo>
                  <a:lnTo>
                    <a:pt x="122119" y="1231543"/>
                  </a:lnTo>
                  <a:lnTo>
                    <a:pt x="119673" y="1231543"/>
                  </a:lnTo>
                  <a:lnTo>
                    <a:pt x="117228" y="1231543"/>
                  </a:lnTo>
                  <a:lnTo>
                    <a:pt x="114495" y="1231543"/>
                  </a:lnTo>
                  <a:lnTo>
                    <a:pt x="111906" y="1231543"/>
                  </a:lnTo>
                  <a:lnTo>
                    <a:pt x="109461" y="1231543"/>
                  </a:lnTo>
                  <a:lnTo>
                    <a:pt x="107016" y="1231543"/>
                  </a:lnTo>
                  <a:lnTo>
                    <a:pt x="104283" y="1231543"/>
                  </a:lnTo>
                  <a:lnTo>
                    <a:pt x="101694" y="1231543"/>
                  </a:lnTo>
                  <a:lnTo>
                    <a:pt x="99248" y="1231543"/>
                  </a:lnTo>
                  <a:lnTo>
                    <a:pt x="96803" y="1231543"/>
                  </a:lnTo>
                  <a:lnTo>
                    <a:pt x="94070" y="1231543"/>
                  </a:lnTo>
                  <a:lnTo>
                    <a:pt x="91625" y="1231543"/>
                  </a:lnTo>
                  <a:lnTo>
                    <a:pt x="89036" y="1231543"/>
                  </a:lnTo>
                  <a:lnTo>
                    <a:pt x="86591" y="1231543"/>
                  </a:lnTo>
                  <a:lnTo>
                    <a:pt x="84145" y="1231543"/>
                  </a:lnTo>
                  <a:lnTo>
                    <a:pt x="81412" y="1231543"/>
                  </a:lnTo>
                  <a:lnTo>
                    <a:pt x="78823" y="1229098"/>
                  </a:lnTo>
                  <a:lnTo>
                    <a:pt x="76378" y="1229098"/>
                  </a:lnTo>
                  <a:lnTo>
                    <a:pt x="73933" y="1229098"/>
                  </a:lnTo>
                  <a:lnTo>
                    <a:pt x="71200" y="1229098"/>
                  </a:lnTo>
                  <a:lnTo>
                    <a:pt x="68611" y="1229098"/>
                  </a:lnTo>
                  <a:lnTo>
                    <a:pt x="66166" y="1229098"/>
                  </a:lnTo>
                  <a:lnTo>
                    <a:pt x="63720" y="1229098"/>
                  </a:lnTo>
                  <a:lnTo>
                    <a:pt x="60987" y="1229098"/>
                  </a:lnTo>
                  <a:lnTo>
                    <a:pt x="58398" y="1229098"/>
                  </a:lnTo>
                  <a:lnTo>
                    <a:pt x="55953" y="1229098"/>
                  </a:lnTo>
                  <a:lnTo>
                    <a:pt x="53508" y="1229098"/>
                  </a:lnTo>
                  <a:lnTo>
                    <a:pt x="50775" y="1229098"/>
                  </a:lnTo>
                  <a:lnTo>
                    <a:pt x="48186" y="1229098"/>
                  </a:lnTo>
                  <a:lnTo>
                    <a:pt x="45740" y="1229098"/>
                  </a:lnTo>
                  <a:lnTo>
                    <a:pt x="43295" y="1229098"/>
                  </a:lnTo>
                  <a:lnTo>
                    <a:pt x="40562" y="1229098"/>
                  </a:lnTo>
                  <a:lnTo>
                    <a:pt x="37973" y="1229098"/>
                  </a:lnTo>
                  <a:lnTo>
                    <a:pt x="35528" y="1229098"/>
                  </a:lnTo>
                  <a:lnTo>
                    <a:pt x="33083" y="1229098"/>
                  </a:lnTo>
                  <a:lnTo>
                    <a:pt x="30350" y="1226365"/>
                  </a:lnTo>
                  <a:lnTo>
                    <a:pt x="27905" y="1226365"/>
                  </a:lnTo>
                  <a:lnTo>
                    <a:pt x="25315" y="1226365"/>
                  </a:lnTo>
                  <a:lnTo>
                    <a:pt x="22870" y="1226365"/>
                  </a:lnTo>
                  <a:lnTo>
                    <a:pt x="20137" y="1226365"/>
                  </a:lnTo>
                  <a:lnTo>
                    <a:pt x="17548" y="1226365"/>
                  </a:lnTo>
                  <a:lnTo>
                    <a:pt x="15103" y="1226365"/>
                  </a:lnTo>
                  <a:lnTo>
                    <a:pt x="12658" y="1226365"/>
                  </a:lnTo>
                  <a:lnTo>
                    <a:pt x="10213" y="1226365"/>
                  </a:lnTo>
                  <a:lnTo>
                    <a:pt x="7336" y="1226365"/>
                  </a:lnTo>
                  <a:lnTo>
                    <a:pt x="4890" y="1226365"/>
                  </a:lnTo>
                  <a:lnTo>
                    <a:pt x="2445" y="1226365"/>
                  </a:lnTo>
                  <a:lnTo>
                    <a:pt x="0" y="1226365"/>
                  </a:lnTo>
                  <a:lnTo>
                    <a:pt x="0" y="1223776"/>
                  </a:lnTo>
                  <a:lnTo>
                    <a:pt x="2445" y="1221330"/>
                  </a:lnTo>
                  <a:lnTo>
                    <a:pt x="2445" y="1216296"/>
                  </a:lnTo>
                  <a:lnTo>
                    <a:pt x="2445" y="1213563"/>
                  </a:lnTo>
                  <a:lnTo>
                    <a:pt x="2445" y="1206083"/>
                  </a:lnTo>
                  <a:lnTo>
                    <a:pt x="0" y="1206083"/>
                  </a:lnTo>
                  <a:lnTo>
                    <a:pt x="0" y="1198460"/>
                  </a:lnTo>
                  <a:lnTo>
                    <a:pt x="0" y="1195871"/>
                  </a:lnTo>
                  <a:lnTo>
                    <a:pt x="0" y="1190693"/>
                  </a:lnTo>
                  <a:lnTo>
                    <a:pt x="2445" y="1188248"/>
                  </a:lnTo>
                  <a:lnTo>
                    <a:pt x="2445" y="1185658"/>
                  </a:lnTo>
                  <a:lnTo>
                    <a:pt x="2445" y="1182925"/>
                  </a:lnTo>
                  <a:lnTo>
                    <a:pt x="2445" y="1175446"/>
                  </a:lnTo>
                  <a:lnTo>
                    <a:pt x="2445" y="1170268"/>
                  </a:lnTo>
                  <a:lnTo>
                    <a:pt x="2445" y="1167822"/>
                  </a:lnTo>
                  <a:lnTo>
                    <a:pt x="0" y="1167822"/>
                  </a:lnTo>
                  <a:lnTo>
                    <a:pt x="0" y="1162501"/>
                  </a:lnTo>
                  <a:lnTo>
                    <a:pt x="2445" y="1160055"/>
                  </a:lnTo>
                  <a:lnTo>
                    <a:pt x="2445" y="1155021"/>
                  </a:lnTo>
                  <a:lnTo>
                    <a:pt x="2445" y="1147397"/>
                  </a:lnTo>
                  <a:lnTo>
                    <a:pt x="2445" y="1144952"/>
                  </a:lnTo>
                  <a:lnTo>
                    <a:pt x="2445" y="1139630"/>
                  </a:lnTo>
                  <a:lnTo>
                    <a:pt x="2445" y="1134740"/>
                  </a:lnTo>
                  <a:lnTo>
                    <a:pt x="2445" y="1129417"/>
                  </a:lnTo>
                  <a:lnTo>
                    <a:pt x="0" y="1129417"/>
                  </a:lnTo>
                  <a:lnTo>
                    <a:pt x="0" y="1126972"/>
                  </a:lnTo>
                  <a:lnTo>
                    <a:pt x="2445" y="1124527"/>
                  </a:lnTo>
                  <a:lnTo>
                    <a:pt x="2445" y="1121938"/>
                  </a:lnTo>
                  <a:lnTo>
                    <a:pt x="2445" y="1119205"/>
                  </a:lnTo>
                  <a:lnTo>
                    <a:pt x="2445" y="1116760"/>
                  </a:lnTo>
                  <a:lnTo>
                    <a:pt x="2445" y="1114315"/>
                  </a:lnTo>
                  <a:lnTo>
                    <a:pt x="2445" y="1111726"/>
                  </a:lnTo>
                  <a:lnTo>
                    <a:pt x="2445" y="1108993"/>
                  </a:lnTo>
                  <a:lnTo>
                    <a:pt x="2445" y="1106547"/>
                  </a:lnTo>
                  <a:lnTo>
                    <a:pt x="2445" y="1104102"/>
                  </a:lnTo>
                  <a:lnTo>
                    <a:pt x="2445" y="1101513"/>
                  </a:lnTo>
                  <a:lnTo>
                    <a:pt x="2445" y="1098780"/>
                  </a:lnTo>
                  <a:lnTo>
                    <a:pt x="2445" y="1096335"/>
                  </a:lnTo>
                  <a:lnTo>
                    <a:pt x="2445" y="1093890"/>
                  </a:lnTo>
                  <a:lnTo>
                    <a:pt x="2445" y="1091300"/>
                  </a:lnTo>
                  <a:lnTo>
                    <a:pt x="2445" y="1088567"/>
                  </a:lnTo>
                  <a:lnTo>
                    <a:pt x="2445" y="1086122"/>
                  </a:lnTo>
                  <a:lnTo>
                    <a:pt x="2445" y="1081088"/>
                  </a:lnTo>
                  <a:lnTo>
                    <a:pt x="2445" y="1078355"/>
                  </a:lnTo>
                  <a:lnTo>
                    <a:pt x="2445" y="1073465"/>
                  </a:lnTo>
                  <a:lnTo>
                    <a:pt x="2445" y="1071019"/>
                  </a:lnTo>
                  <a:lnTo>
                    <a:pt x="2445" y="1068143"/>
                  </a:lnTo>
                  <a:lnTo>
                    <a:pt x="2445" y="1065697"/>
                  </a:lnTo>
                  <a:lnTo>
                    <a:pt x="2445" y="1063252"/>
                  </a:lnTo>
                  <a:lnTo>
                    <a:pt x="2445" y="1057930"/>
                  </a:lnTo>
                  <a:lnTo>
                    <a:pt x="2445" y="1055485"/>
                  </a:lnTo>
                  <a:lnTo>
                    <a:pt x="4890" y="1053039"/>
                  </a:lnTo>
                  <a:lnTo>
                    <a:pt x="2445" y="1053039"/>
                  </a:lnTo>
                  <a:lnTo>
                    <a:pt x="2445" y="1050594"/>
                  </a:lnTo>
                  <a:lnTo>
                    <a:pt x="2445" y="1047861"/>
                  </a:lnTo>
                  <a:lnTo>
                    <a:pt x="2445" y="1045272"/>
                  </a:lnTo>
                  <a:lnTo>
                    <a:pt x="2445" y="1042827"/>
                  </a:lnTo>
                  <a:lnTo>
                    <a:pt x="2445" y="1037793"/>
                  </a:lnTo>
                  <a:lnTo>
                    <a:pt x="2445" y="1035060"/>
                  </a:lnTo>
                  <a:lnTo>
                    <a:pt x="2445" y="1032615"/>
                  </a:lnTo>
                  <a:lnTo>
                    <a:pt x="2445" y="1030169"/>
                  </a:lnTo>
                  <a:lnTo>
                    <a:pt x="2445" y="1027580"/>
                  </a:lnTo>
                  <a:lnTo>
                    <a:pt x="2445" y="1024847"/>
                  </a:lnTo>
                  <a:lnTo>
                    <a:pt x="2445" y="1022402"/>
                  </a:lnTo>
                  <a:lnTo>
                    <a:pt x="2445" y="1019957"/>
                  </a:lnTo>
                  <a:lnTo>
                    <a:pt x="4890" y="1017368"/>
                  </a:lnTo>
                  <a:lnTo>
                    <a:pt x="4890" y="1014635"/>
                  </a:lnTo>
                  <a:lnTo>
                    <a:pt x="4890" y="1012189"/>
                  </a:lnTo>
                  <a:lnTo>
                    <a:pt x="2445" y="1012189"/>
                  </a:lnTo>
                  <a:lnTo>
                    <a:pt x="2445" y="1007155"/>
                  </a:lnTo>
                  <a:lnTo>
                    <a:pt x="2445" y="1004422"/>
                  </a:lnTo>
                  <a:lnTo>
                    <a:pt x="2445" y="1001977"/>
                  </a:lnTo>
                  <a:lnTo>
                    <a:pt x="2445" y="999532"/>
                  </a:lnTo>
                  <a:lnTo>
                    <a:pt x="2445" y="996943"/>
                  </a:lnTo>
                  <a:lnTo>
                    <a:pt x="2445" y="994210"/>
                  </a:lnTo>
                  <a:lnTo>
                    <a:pt x="2445" y="989319"/>
                  </a:lnTo>
                  <a:lnTo>
                    <a:pt x="2445" y="986730"/>
                  </a:lnTo>
                  <a:lnTo>
                    <a:pt x="2445" y="983997"/>
                  </a:lnTo>
                  <a:lnTo>
                    <a:pt x="4890" y="981552"/>
                  </a:lnTo>
                  <a:lnTo>
                    <a:pt x="4890" y="979107"/>
                  </a:lnTo>
                  <a:lnTo>
                    <a:pt x="4890" y="976661"/>
                  </a:lnTo>
                  <a:lnTo>
                    <a:pt x="4890" y="973928"/>
                  </a:lnTo>
                  <a:lnTo>
                    <a:pt x="2445" y="973928"/>
                  </a:lnTo>
                  <a:lnTo>
                    <a:pt x="2445" y="971339"/>
                  </a:lnTo>
                  <a:lnTo>
                    <a:pt x="2445" y="966305"/>
                  </a:lnTo>
                  <a:lnTo>
                    <a:pt x="2445" y="963572"/>
                  </a:lnTo>
                  <a:lnTo>
                    <a:pt x="2445" y="961127"/>
                  </a:lnTo>
                  <a:lnTo>
                    <a:pt x="2445" y="958682"/>
                  </a:lnTo>
                  <a:lnTo>
                    <a:pt x="2445" y="956237"/>
                  </a:lnTo>
                  <a:lnTo>
                    <a:pt x="2445" y="953648"/>
                  </a:lnTo>
                  <a:lnTo>
                    <a:pt x="2445" y="950915"/>
                  </a:lnTo>
                  <a:lnTo>
                    <a:pt x="4890" y="948469"/>
                  </a:lnTo>
                  <a:lnTo>
                    <a:pt x="4890" y="946024"/>
                  </a:lnTo>
                  <a:lnTo>
                    <a:pt x="4890" y="943435"/>
                  </a:lnTo>
                  <a:lnTo>
                    <a:pt x="4890" y="940702"/>
                  </a:lnTo>
                  <a:lnTo>
                    <a:pt x="4890" y="935811"/>
                  </a:lnTo>
                  <a:lnTo>
                    <a:pt x="4890" y="933222"/>
                  </a:lnTo>
                  <a:lnTo>
                    <a:pt x="4890" y="930489"/>
                  </a:lnTo>
                  <a:lnTo>
                    <a:pt x="4890" y="928044"/>
                  </a:lnTo>
                  <a:lnTo>
                    <a:pt x="4890" y="925599"/>
                  </a:lnTo>
                  <a:lnTo>
                    <a:pt x="4890" y="923010"/>
                  </a:lnTo>
                  <a:lnTo>
                    <a:pt x="4890" y="915387"/>
                  </a:lnTo>
                  <a:lnTo>
                    <a:pt x="4890" y="912797"/>
                  </a:lnTo>
                  <a:lnTo>
                    <a:pt x="4890" y="910064"/>
                  </a:lnTo>
                  <a:lnTo>
                    <a:pt x="4890" y="907619"/>
                  </a:lnTo>
                  <a:lnTo>
                    <a:pt x="4890" y="905174"/>
                  </a:lnTo>
                  <a:lnTo>
                    <a:pt x="7336" y="902729"/>
                  </a:lnTo>
                  <a:lnTo>
                    <a:pt x="7336" y="899852"/>
                  </a:lnTo>
                  <a:lnTo>
                    <a:pt x="4890" y="899852"/>
                  </a:lnTo>
                  <a:lnTo>
                    <a:pt x="4890" y="897407"/>
                  </a:lnTo>
                  <a:lnTo>
                    <a:pt x="4890" y="894961"/>
                  </a:lnTo>
                  <a:lnTo>
                    <a:pt x="4890" y="892372"/>
                  </a:lnTo>
                  <a:lnTo>
                    <a:pt x="4890" y="889639"/>
                  </a:lnTo>
                  <a:lnTo>
                    <a:pt x="4890" y="887194"/>
                  </a:lnTo>
                  <a:lnTo>
                    <a:pt x="4890" y="884749"/>
                  </a:lnTo>
                  <a:lnTo>
                    <a:pt x="4890" y="882304"/>
                  </a:lnTo>
                  <a:lnTo>
                    <a:pt x="4890" y="876982"/>
                  </a:lnTo>
                  <a:lnTo>
                    <a:pt x="4890" y="872091"/>
                  </a:lnTo>
                  <a:lnTo>
                    <a:pt x="4890" y="869502"/>
                  </a:lnTo>
                  <a:lnTo>
                    <a:pt x="7336" y="864324"/>
                  </a:lnTo>
                  <a:lnTo>
                    <a:pt x="7336" y="861879"/>
                  </a:lnTo>
                  <a:lnTo>
                    <a:pt x="4890" y="861879"/>
                  </a:lnTo>
                  <a:lnTo>
                    <a:pt x="4890" y="859289"/>
                  </a:lnTo>
                  <a:lnTo>
                    <a:pt x="4890" y="851666"/>
                  </a:lnTo>
                  <a:lnTo>
                    <a:pt x="4890" y="846344"/>
                  </a:lnTo>
                  <a:lnTo>
                    <a:pt x="4890" y="841454"/>
                  </a:lnTo>
                  <a:lnTo>
                    <a:pt x="7336" y="838865"/>
                  </a:lnTo>
                  <a:lnTo>
                    <a:pt x="7336" y="836132"/>
                  </a:lnTo>
                  <a:lnTo>
                    <a:pt x="7336" y="831241"/>
                  </a:lnTo>
                  <a:lnTo>
                    <a:pt x="7336" y="825919"/>
                  </a:lnTo>
                  <a:lnTo>
                    <a:pt x="7336" y="823474"/>
                  </a:lnTo>
                  <a:lnTo>
                    <a:pt x="4890" y="823474"/>
                  </a:lnTo>
                  <a:lnTo>
                    <a:pt x="4890" y="821029"/>
                  </a:lnTo>
                  <a:lnTo>
                    <a:pt x="4890" y="818583"/>
                  </a:lnTo>
                  <a:lnTo>
                    <a:pt x="4890" y="815706"/>
                  </a:lnTo>
                  <a:lnTo>
                    <a:pt x="4890" y="810816"/>
                  </a:lnTo>
                  <a:lnTo>
                    <a:pt x="4890" y="808371"/>
                  </a:lnTo>
                  <a:lnTo>
                    <a:pt x="4890" y="805638"/>
                  </a:lnTo>
                  <a:lnTo>
                    <a:pt x="7336" y="805638"/>
                  </a:lnTo>
                  <a:lnTo>
                    <a:pt x="7336" y="800604"/>
                  </a:lnTo>
                  <a:lnTo>
                    <a:pt x="7336" y="798015"/>
                  </a:lnTo>
                  <a:lnTo>
                    <a:pt x="7336" y="795282"/>
                  </a:lnTo>
                  <a:lnTo>
                    <a:pt x="7336" y="792836"/>
                  </a:lnTo>
                  <a:lnTo>
                    <a:pt x="7336" y="790391"/>
                  </a:lnTo>
                  <a:lnTo>
                    <a:pt x="7336" y="787946"/>
                  </a:lnTo>
                  <a:lnTo>
                    <a:pt x="7336" y="785213"/>
                  </a:lnTo>
                  <a:lnTo>
                    <a:pt x="4890" y="785213"/>
                  </a:lnTo>
                  <a:lnTo>
                    <a:pt x="4890" y="777733"/>
                  </a:lnTo>
                  <a:lnTo>
                    <a:pt x="7336" y="747096"/>
                  </a:lnTo>
                  <a:lnTo>
                    <a:pt x="4890" y="747096"/>
                  </a:lnTo>
                  <a:lnTo>
                    <a:pt x="7336" y="731561"/>
                  </a:lnTo>
                  <a:lnTo>
                    <a:pt x="7336" y="724225"/>
                  </a:lnTo>
                  <a:lnTo>
                    <a:pt x="7336" y="721493"/>
                  </a:lnTo>
                  <a:lnTo>
                    <a:pt x="7336" y="718904"/>
                  </a:lnTo>
                  <a:lnTo>
                    <a:pt x="7336" y="708691"/>
                  </a:lnTo>
                  <a:lnTo>
                    <a:pt x="4890" y="708691"/>
                  </a:lnTo>
                  <a:lnTo>
                    <a:pt x="7336" y="703800"/>
                  </a:lnTo>
                  <a:lnTo>
                    <a:pt x="7336" y="688266"/>
                  </a:lnTo>
                  <a:lnTo>
                    <a:pt x="7336" y="678054"/>
                  </a:lnTo>
                  <a:lnTo>
                    <a:pt x="7336" y="675608"/>
                  </a:lnTo>
                  <a:lnTo>
                    <a:pt x="7336" y="670574"/>
                  </a:lnTo>
                  <a:lnTo>
                    <a:pt x="4890" y="667841"/>
                  </a:lnTo>
                  <a:lnTo>
                    <a:pt x="7336" y="652738"/>
                  </a:lnTo>
                  <a:lnTo>
                    <a:pt x="7336" y="650292"/>
                  </a:lnTo>
                  <a:lnTo>
                    <a:pt x="7336" y="644970"/>
                  </a:lnTo>
                  <a:lnTo>
                    <a:pt x="7336" y="639936"/>
                  </a:lnTo>
                  <a:lnTo>
                    <a:pt x="7336" y="629868"/>
                  </a:lnTo>
                  <a:lnTo>
                    <a:pt x="4890" y="629868"/>
                  </a:lnTo>
                  <a:lnTo>
                    <a:pt x="7336" y="622100"/>
                  </a:lnTo>
                  <a:lnTo>
                    <a:pt x="7336" y="616922"/>
                  </a:lnTo>
                  <a:lnTo>
                    <a:pt x="7336" y="614333"/>
                  </a:lnTo>
                  <a:lnTo>
                    <a:pt x="7336" y="611888"/>
                  </a:lnTo>
                  <a:lnTo>
                    <a:pt x="10213" y="593908"/>
                  </a:lnTo>
                  <a:lnTo>
                    <a:pt x="10213" y="591463"/>
                  </a:lnTo>
                  <a:lnTo>
                    <a:pt x="7336" y="591463"/>
                  </a:lnTo>
                  <a:lnTo>
                    <a:pt x="7336" y="589018"/>
                  </a:lnTo>
                  <a:lnTo>
                    <a:pt x="7336" y="576216"/>
                  </a:lnTo>
                  <a:lnTo>
                    <a:pt x="7336" y="573483"/>
                  </a:lnTo>
                  <a:lnTo>
                    <a:pt x="7336" y="571038"/>
                  </a:lnTo>
                  <a:lnTo>
                    <a:pt x="7336" y="566003"/>
                  </a:lnTo>
                  <a:lnTo>
                    <a:pt x="10213" y="553202"/>
                  </a:lnTo>
                  <a:lnTo>
                    <a:pt x="7336" y="553202"/>
                  </a:lnTo>
                  <a:lnTo>
                    <a:pt x="7336" y="548168"/>
                  </a:lnTo>
                  <a:lnTo>
                    <a:pt x="7336" y="545578"/>
                  </a:lnTo>
                  <a:lnTo>
                    <a:pt x="7336" y="542845"/>
                  </a:lnTo>
                  <a:lnTo>
                    <a:pt x="7336" y="540400"/>
                  </a:lnTo>
                  <a:lnTo>
                    <a:pt x="7336" y="532777"/>
                  </a:lnTo>
                  <a:lnTo>
                    <a:pt x="7336" y="530188"/>
                  </a:lnTo>
                  <a:lnTo>
                    <a:pt x="7336" y="527742"/>
                  </a:lnTo>
                  <a:lnTo>
                    <a:pt x="10213" y="525297"/>
                  </a:lnTo>
                  <a:lnTo>
                    <a:pt x="10213" y="517530"/>
                  </a:lnTo>
                  <a:lnTo>
                    <a:pt x="10213" y="512496"/>
                  </a:lnTo>
                  <a:lnTo>
                    <a:pt x="7336" y="512496"/>
                  </a:lnTo>
                  <a:lnTo>
                    <a:pt x="7336" y="507317"/>
                  </a:lnTo>
                  <a:lnTo>
                    <a:pt x="7336" y="494660"/>
                  </a:lnTo>
                  <a:lnTo>
                    <a:pt x="10213" y="492070"/>
                  </a:lnTo>
                  <a:lnTo>
                    <a:pt x="10213" y="489337"/>
                  </a:lnTo>
                  <a:lnTo>
                    <a:pt x="10213" y="482002"/>
                  </a:lnTo>
                  <a:lnTo>
                    <a:pt x="10213" y="474235"/>
                  </a:lnTo>
                  <a:lnTo>
                    <a:pt x="7336" y="474235"/>
                  </a:lnTo>
                  <a:lnTo>
                    <a:pt x="7336" y="471646"/>
                  </a:lnTo>
                  <a:lnTo>
                    <a:pt x="7336" y="468913"/>
                  </a:lnTo>
                  <a:lnTo>
                    <a:pt x="7336" y="466467"/>
                  </a:lnTo>
                  <a:lnTo>
                    <a:pt x="7336" y="461577"/>
                  </a:lnTo>
                  <a:lnTo>
                    <a:pt x="7336" y="456255"/>
                  </a:lnTo>
                  <a:lnTo>
                    <a:pt x="7336" y="453810"/>
                  </a:lnTo>
                  <a:lnTo>
                    <a:pt x="7336" y="446042"/>
                  </a:lnTo>
                  <a:lnTo>
                    <a:pt x="10213" y="435830"/>
                  </a:lnTo>
                  <a:lnTo>
                    <a:pt x="10213" y="430939"/>
                  </a:lnTo>
                  <a:lnTo>
                    <a:pt x="10213" y="428350"/>
                  </a:lnTo>
                  <a:lnTo>
                    <a:pt x="10213" y="418138"/>
                  </a:lnTo>
                  <a:lnTo>
                    <a:pt x="10213" y="410514"/>
                  </a:lnTo>
                  <a:lnTo>
                    <a:pt x="12658" y="394980"/>
                  </a:lnTo>
                  <a:lnTo>
                    <a:pt x="12658" y="392535"/>
                  </a:lnTo>
                  <a:lnTo>
                    <a:pt x="12658" y="387500"/>
                  </a:lnTo>
                  <a:lnTo>
                    <a:pt x="15103" y="364486"/>
                  </a:lnTo>
                  <a:lnTo>
                    <a:pt x="15103" y="354274"/>
                  </a:lnTo>
                  <a:lnTo>
                    <a:pt x="15103" y="344205"/>
                  </a:lnTo>
                  <a:lnTo>
                    <a:pt x="15103" y="341472"/>
                  </a:lnTo>
                  <a:lnTo>
                    <a:pt x="15103" y="336582"/>
                  </a:lnTo>
                  <a:lnTo>
                    <a:pt x="15103" y="333992"/>
                  </a:lnTo>
                  <a:lnTo>
                    <a:pt x="15103" y="331259"/>
                  </a:lnTo>
                  <a:lnTo>
                    <a:pt x="17548" y="321047"/>
                  </a:lnTo>
                  <a:lnTo>
                    <a:pt x="17548" y="318602"/>
                  </a:lnTo>
                  <a:lnTo>
                    <a:pt x="17548" y="316157"/>
                  </a:lnTo>
                  <a:lnTo>
                    <a:pt x="17548" y="310834"/>
                  </a:lnTo>
                  <a:lnTo>
                    <a:pt x="17548" y="303499"/>
                  </a:lnTo>
                  <a:lnTo>
                    <a:pt x="17548" y="298177"/>
                  </a:lnTo>
                  <a:lnTo>
                    <a:pt x="20137" y="287964"/>
                  </a:lnTo>
                  <a:lnTo>
                    <a:pt x="20137" y="285519"/>
                  </a:lnTo>
                  <a:lnTo>
                    <a:pt x="20137" y="283074"/>
                  </a:lnTo>
                  <a:lnTo>
                    <a:pt x="22870" y="236902"/>
                  </a:lnTo>
                  <a:lnTo>
                    <a:pt x="22870" y="234456"/>
                  </a:lnTo>
                  <a:lnTo>
                    <a:pt x="22870" y="229422"/>
                  </a:lnTo>
                  <a:lnTo>
                    <a:pt x="22870" y="224244"/>
                  </a:lnTo>
                  <a:lnTo>
                    <a:pt x="25315" y="214031"/>
                  </a:lnTo>
                  <a:lnTo>
                    <a:pt x="25315" y="211586"/>
                  </a:lnTo>
                  <a:lnTo>
                    <a:pt x="25315" y="209141"/>
                  </a:lnTo>
                  <a:lnTo>
                    <a:pt x="25315" y="193606"/>
                  </a:lnTo>
                  <a:lnTo>
                    <a:pt x="27905" y="178503"/>
                  </a:lnTo>
                  <a:lnTo>
                    <a:pt x="27905" y="168291"/>
                  </a:lnTo>
                  <a:lnTo>
                    <a:pt x="27905" y="160523"/>
                  </a:lnTo>
                  <a:lnTo>
                    <a:pt x="27905" y="152756"/>
                  </a:lnTo>
                  <a:lnTo>
                    <a:pt x="27905" y="147866"/>
                  </a:lnTo>
                  <a:lnTo>
                    <a:pt x="30350" y="145277"/>
                  </a:lnTo>
                  <a:lnTo>
                    <a:pt x="30350" y="142544"/>
                  </a:lnTo>
                  <a:lnTo>
                    <a:pt x="30350" y="140098"/>
                  </a:lnTo>
                  <a:lnTo>
                    <a:pt x="30350" y="117228"/>
                  </a:lnTo>
                  <a:lnTo>
                    <a:pt x="30350" y="114783"/>
                  </a:lnTo>
                  <a:lnTo>
                    <a:pt x="33083" y="99248"/>
                  </a:lnTo>
                  <a:lnTo>
                    <a:pt x="33083" y="96803"/>
                  </a:lnTo>
                  <a:lnTo>
                    <a:pt x="33083" y="94358"/>
                  </a:lnTo>
                  <a:lnTo>
                    <a:pt x="35528" y="58398"/>
                  </a:lnTo>
                  <a:lnTo>
                    <a:pt x="35528" y="40850"/>
                  </a:lnTo>
                  <a:lnTo>
                    <a:pt x="35528" y="38117"/>
                  </a:lnTo>
                  <a:lnTo>
                    <a:pt x="37973" y="33083"/>
                  </a:lnTo>
                  <a:lnTo>
                    <a:pt x="37973" y="20425"/>
                  </a:lnTo>
                  <a:lnTo>
                    <a:pt x="37973" y="7480"/>
                  </a:lnTo>
                  <a:lnTo>
                    <a:pt x="37973" y="4890"/>
                  </a:lnTo>
                  <a:lnTo>
                    <a:pt x="37973" y="2445"/>
                  </a:lnTo>
                  <a:lnTo>
                    <a:pt x="37973" y="0"/>
                  </a:lnTo>
                  <a:lnTo>
                    <a:pt x="40562" y="0"/>
                  </a:lnTo>
                  <a:lnTo>
                    <a:pt x="45740" y="0"/>
                  </a:lnTo>
                  <a:lnTo>
                    <a:pt x="45740" y="2445"/>
                  </a:lnTo>
                  <a:lnTo>
                    <a:pt x="48186" y="2445"/>
                  </a:lnTo>
                  <a:lnTo>
                    <a:pt x="50775" y="2445"/>
                  </a:lnTo>
                  <a:lnTo>
                    <a:pt x="55953" y="2445"/>
                  </a:lnTo>
                  <a:lnTo>
                    <a:pt x="58398" y="2445"/>
                  </a:lnTo>
                  <a:lnTo>
                    <a:pt x="60987" y="2445"/>
                  </a:lnTo>
                  <a:lnTo>
                    <a:pt x="63720" y="2445"/>
                  </a:lnTo>
                  <a:lnTo>
                    <a:pt x="68611" y="2445"/>
                  </a:lnTo>
                  <a:lnTo>
                    <a:pt x="71200" y="2445"/>
                  </a:lnTo>
                  <a:lnTo>
                    <a:pt x="81412" y="2445"/>
                  </a:lnTo>
                  <a:lnTo>
                    <a:pt x="84145" y="2445"/>
                  </a:lnTo>
                  <a:lnTo>
                    <a:pt x="86591" y="2445"/>
                  </a:lnTo>
                  <a:lnTo>
                    <a:pt x="89036" y="4890"/>
                  </a:lnTo>
                  <a:lnTo>
                    <a:pt x="91625" y="4890"/>
                  </a:lnTo>
                  <a:lnTo>
                    <a:pt x="94070" y="4890"/>
                  </a:lnTo>
                  <a:lnTo>
                    <a:pt x="96803" y="4890"/>
                  </a:lnTo>
                  <a:lnTo>
                    <a:pt x="99248" y="4890"/>
                  </a:lnTo>
                  <a:lnTo>
                    <a:pt x="101694" y="4890"/>
                  </a:lnTo>
                  <a:lnTo>
                    <a:pt x="104283" y="4890"/>
                  </a:lnTo>
                  <a:lnTo>
                    <a:pt x="109461" y="4890"/>
                  </a:lnTo>
                  <a:lnTo>
                    <a:pt x="111906" y="4890"/>
                  </a:lnTo>
                  <a:lnTo>
                    <a:pt x="119673" y="4890"/>
                  </a:lnTo>
                  <a:lnTo>
                    <a:pt x="122119" y="4890"/>
                  </a:lnTo>
                  <a:lnTo>
                    <a:pt x="127441" y="4890"/>
                  </a:lnTo>
                  <a:lnTo>
                    <a:pt x="129886" y="4890"/>
                  </a:lnTo>
                  <a:lnTo>
                    <a:pt x="132331" y="4890"/>
                  </a:lnTo>
                  <a:lnTo>
                    <a:pt x="132331" y="7480"/>
                  </a:lnTo>
                  <a:lnTo>
                    <a:pt x="134920" y="7480"/>
                  </a:lnTo>
                  <a:lnTo>
                    <a:pt x="137653" y="7480"/>
                  </a:lnTo>
                  <a:lnTo>
                    <a:pt x="140099" y="7480"/>
                  </a:lnTo>
                  <a:lnTo>
                    <a:pt x="142544" y="7480"/>
                  </a:lnTo>
                  <a:lnTo>
                    <a:pt x="147866" y="7480"/>
                  </a:lnTo>
                  <a:lnTo>
                    <a:pt x="150311" y="7480"/>
                  </a:lnTo>
                  <a:lnTo>
                    <a:pt x="152756" y="7480"/>
                  </a:lnTo>
                  <a:lnTo>
                    <a:pt x="175770" y="7480"/>
                  </a:lnTo>
                  <a:lnTo>
                    <a:pt x="178216" y="7480"/>
                  </a:lnTo>
                  <a:lnTo>
                    <a:pt x="180948" y="7480"/>
                  </a:lnTo>
                  <a:lnTo>
                    <a:pt x="183394" y="7480"/>
                  </a:lnTo>
                  <a:lnTo>
                    <a:pt x="185983" y="7480"/>
                  </a:lnTo>
                  <a:lnTo>
                    <a:pt x="188428" y="7480"/>
                  </a:lnTo>
                  <a:lnTo>
                    <a:pt x="191161" y="10213"/>
                  </a:lnTo>
                  <a:lnTo>
                    <a:pt x="193606" y="10213"/>
                  </a:lnTo>
                  <a:lnTo>
                    <a:pt x="198641" y="10213"/>
                  </a:lnTo>
                  <a:lnTo>
                    <a:pt x="201373" y="10213"/>
                  </a:lnTo>
                  <a:lnTo>
                    <a:pt x="203819" y="10213"/>
                  </a:lnTo>
                  <a:lnTo>
                    <a:pt x="206264" y="10213"/>
                  </a:lnTo>
                  <a:lnTo>
                    <a:pt x="208853" y="10213"/>
                  </a:lnTo>
                  <a:lnTo>
                    <a:pt x="211586" y="10213"/>
                  </a:lnTo>
                  <a:lnTo>
                    <a:pt x="214031" y="10213"/>
                  </a:lnTo>
                  <a:lnTo>
                    <a:pt x="216477" y="10213"/>
                  </a:lnTo>
                  <a:lnTo>
                    <a:pt x="219066" y="10213"/>
                  </a:lnTo>
                  <a:lnTo>
                    <a:pt x="221798" y="10213"/>
                  </a:lnTo>
                  <a:lnTo>
                    <a:pt x="224244" y="10213"/>
                  </a:lnTo>
                  <a:lnTo>
                    <a:pt x="226689" y="10213"/>
                  </a:lnTo>
                  <a:lnTo>
                    <a:pt x="229278" y="10213"/>
                  </a:lnTo>
                  <a:lnTo>
                    <a:pt x="232011" y="10213"/>
                  </a:lnTo>
                  <a:lnTo>
                    <a:pt x="234456" y="10213"/>
                  </a:lnTo>
                  <a:lnTo>
                    <a:pt x="236902" y="10213"/>
                  </a:lnTo>
                  <a:lnTo>
                    <a:pt x="239491" y="10213"/>
                  </a:lnTo>
                  <a:lnTo>
                    <a:pt x="241936" y="10213"/>
                  </a:lnTo>
                  <a:lnTo>
                    <a:pt x="244669" y="10213"/>
                  </a:lnTo>
                  <a:lnTo>
                    <a:pt x="247114" y="10213"/>
                  </a:lnTo>
                  <a:lnTo>
                    <a:pt x="249703" y="10213"/>
                  </a:lnTo>
                  <a:lnTo>
                    <a:pt x="252148" y="10213"/>
                  </a:lnTo>
                  <a:lnTo>
                    <a:pt x="254881" y="10213"/>
                  </a:lnTo>
                  <a:lnTo>
                    <a:pt x="257327" y="10213"/>
                  </a:lnTo>
                  <a:lnTo>
                    <a:pt x="259772" y="10213"/>
                  </a:lnTo>
                  <a:lnTo>
                    <a:pt x="262361" y="10213"/>
                  </a:lnTo>
                  <a:lnTo>
                    <a:pt x="265094" y="10213"/>
                  </a:lnTo>
                  <a:lnTo>
                    <a:pt x="267539" y="10213"/>
                  </a:lnTo>
                  <a:lnTo>
                    <a:pt x="270128" y="10213"/>
                  </a:lnTo>
                  <a:lnTo>
                    <a:pt x="272573" y="10213"/>
                  </a:lnTo>
                  <a:lnTo>
                    <a:pt x="275306" y="12658"/>
                  </a:lnTo>
                  <a:lnTo>
                    <a:pt x="277752" y="12658"/>
                  </a:lnTo>
                  <a:lnTo>
                    <a:pt x="280341" y="12658"/>
                  </a:lnTo>
                  <a:lnTo>
                    <a:pt x="282786" y="12658"/>
                  </a:lnTo>
                  <a:lnTo>
                    <a:pt x="285519" y="12658"/>
                  </a:lnTo>
                  <a:lnTo>
                    <a:pt x="287964" y="12658"/>
                  </a:lnTo>
                  <a:lnTo>
                    <a:pt x="290409" y="12658"/>
                  </a:lnTo>
                  <a:lnTo>
                    <a:pt x="292998" y="12658"/>
                  </a:lnTo>
                  <a:lnTo>
                    <a:pt x="298177" y="12658"/>
                  </a:lnTo>
                  <a:lnTo>
                    <a:pt x="300622" y="12658"/>
                  </a:lnTo>
                  <a:lnTo>
                    <a:pt x="303211" y="12658"/>
                  </a:lnTo>
                  <a:lnTo>
                    <a:pt x="310834" y="12658"/>
                  </a:lnTo>
                  <a:lnTo>
                    <a:pt x="313423" y="12658"/>
                  </a:lnTo>
                  <a:lnTo>
                    <a:pt x="315869" y="12658"/>
                  </a:lnTo>
                  <a:lnTo>
                    <a:pt x="321047" y="12658"/>
                  </a:lnTo>
                  <a:lnTo>
                    <a:pt x="323636" y="12658"/>
                  </a:lnTo>
                  <a:lnTo>
                    <a:pt x="326081" y="12658"/>
                  </a:lnTo>
                  <a:lnTo>
                    <a:pt x="328814" y="12658"/>
                  </a:lnTo>
                  <a:lnTo>
                    <a:pt x="331259" y="12658"/>
                  </a:lnTo>
                  <a:lnTo>
                    <a:pt x="333849" y="12658"/>
                  </a:lnTo>
                  <a:lnTo>
                    <a:pt x="336294" y="12658"/>
                  </a:lnTo>
                  <a:lnTo>
                    <a:pt x="341472" y="12658"/>
                  </a:lnTo>
                  <a:lnTo>
                    <a:pt x="346506" y="12658"/>
                  </a:lnTo>
                  <a:lnTo>
                    <a:pt x="349239" y="12658"/>
                  </a:lnTo>
                  <a:lnTo>
                    <a:pt x="351684" y="12658"/>
                  </a:lnTo>
                  <a:lnTo>
                    <a:pt x="354274" y="12658"/>
                  </a:lnTo>
                  <a:lnTo>
                    <a:pt x="356719" y="12658"/>
                  </a:lnTo>
                  <a:lnTo>
                    <a:pt x="361897" y="12658"/>
                  </a:lnTo>
                  <a:lnTo>
                    <a:pt x="364486" y="12658"/>
                  </a:lnTo>
                  <a:lnTo>
                    <a:pt x="366931" y="12658"/>
                  </a:lnTo>
                  <a:lnTo>
                    <a:pt x="369664" y="12658"/>
                  </a:lnTo>
                  <a:lnTo>
                    <a:pt x="372109" y="12658"/>
                  </a:lnTo>
                  <a:lnTo>
                    <a:pt x="374555" y="12658"/>
                  </a:lnTo>
                  <a:lnTo>
                    <a:pt x="377144" y="12658"/>
                  </a:lnTo>
                  <a:lnTo>
                    <a:pt x="382322" y="12658"/>
                  </a:lnTo>
                  <a:lnTo>
                    <a:pt x="384767" y="12658"/>
                  </a:lnTo>
                  <a:lnTo>
                    <a:pt x="389802" y="12658"/>
                  </a:lnTo>
                  <a:lnTo>
                    <a:pt x="392534" y="12658"/>
                  </a:lnTo>
                  <a:lnTo>
                    <a:pt x="394980" y="12658"/>
                  </a:lnTo>
                  <a:lnTo>
                    <a:pt x="400014" y="12658"/>
                  </a:lnTo>
                  <a:lnTo>
                    <a:pt x="402747" y="12658"/>
                  </a:lnTo>
                  <a:lnTo>
                    <a:pt x="405192" y="12658"/>
                  </a:lnTo>
                  <a:lnTo>
                    <a:pt x="407781" y="12658"/>
                  </a:lnTo>
                  <a:lnTo>
                    <a:pt x="410227" y="12658"/>
                  </a:lnTo>
                  <a:lnTo>
                    <a:pt x="412960" y="12658"/>
                  </a:lnTo>
                  <a:lnTo>
                    <a:pt x="415405" y="12658"/>
                  </a:lnTo>
                  <a:lnTo>
                    <a:pt x="417994" y="12658"/>
                  </a:lnTo>
                  <a:lnTo>
                    <a:pt x="428062" y="12658"/>
                  </a:lnTo>
                  <a:lnTo>
                    <a:pt x="430652" y="12658"/>
                  </a:lnTo>
                  <a:lnTo>
                    <a:pt x="433385" y="12658"/>
                  </a:lnTo>
                  <a:lnTo>
                    <a:pt x="435830" y="12658"/>
                  </a:lnTo>
                  <a:lnTo>
                    <a:pt x="440864" y="12658"/>
                  </a:lnTo>
                  <a:lnTo>
                    <a:pt x="443597" y="12658"/>
                  </a:lnTo>
                  <a:lnTo>
                    <a:pt x="446042" y="12658"/>
                  </a:lnTo>
                  <a:lnTo>
                    <a:pt x="451077" y="12658"/>
                  </a:lnTo>
                  <a:lnTo>
                    <a:pt x="453810" y="12658"/>
                  </a:lnTo>
                  <a:lnTo>
                    <a:pt x="453810" y="12658"/>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grpSp>
          <p:nvGrpSpPr>
            <p:cNvPr id="72" name="Group 71">
              <a:extLst>
                <a:ext uri="{FF2B5EF4-FFF2-40B4-BE49-F238E27FC236}">
                  <a16:creationId xmlns:a16="http://schemas.microsoft.com/office/drawing/2014/main" id="{D7CB3E2E-BA4B-2C51-1815-16F452EEC537}"/>
                </a:ext>
              </a:extLst>
            </p:cNvPr>
            <p:cNvGrpSpPr/>
            <p:nvPr/>
          </p:nvGrpSpPr>
          <p:grpSpPr>
            <a:xfrm>
              <a:off x="8795120" y="5379639"/>
              <a:ext cx="2390257" cy="2370261"/>
              <a:chOff x="5820300" y="3560055"/>
              <a:chExt cx="1581788" cy="1568555"/>
            </a:xfrm>
            <a:grpFill/>
          </p:grpSpPr>
          <p:sp>
            <p:nvSpPr>
              <p:cNvPr id="276" name="Freeform: Shape 27">
                <a:extLst>
                  <a:ext uri="{FF2B5EF4-FFF2-40B4-BE49-F238E27FC236}">
                    <a16:creationId xmlns:a16="http://schemas.microsoft.com/office/drawing/2014/main" id="{B66A5041-0D02-8DED-8F45-CCCD76558473}"/>
                  </a:ext>
                </a:extLst>
              </p:cNvPr>
              <p:cNvSpPr/>
              <p:nvPr/>
            </p:nvSpPr>
            <p:spPr>
              <a:xfrm>
                <a:off x="5820300" y="3560055"/>
                <a:ext cx="1581788" cy="1568555"/>
              </a:xfrm>
              <a:custGeom>
                <a:avLst/>
                <a:gdLst>
                  <a:gd name="connsiteX0" fmla="*/ 1578624 w 1581788"/>
                  <a:gd name="connsiteY0" fmla="*/ 1093602 h 1568555"/>
                  <a:gd name="connsiteX1" fmla="*/ 1578624 w 1581788"/>
                  <a:gd name="connsiteY1" fmla="*/ 1091157 h 1568555"/>
                  <a:gd name="connsiteX2" fmla="*/ 1575891 w 1581788"/>
                  <a:gd name="connsiteY2" fmla="*/ 1091157 h 1568555"/>
                  <a:gd name="connsiteX3" fmla="*/ 1575891 w 1581788"/>
                  <a:gd name="connsiteY3" fmla="*/ 1088711 h 1568555"/>
                  <a:gd name="connsiteX4" fmla="*/ 1570857 w 1581788"/>
                  <a:gd name="connsiteY4" fmla="*/ 1088711 h 1568555"/>
                  <a:gd name="connsiteX5" fmla="*/ 1570857 w 1581788"/>
                  <a:gd name="connsiteY5" fmla="*/ 1086122 h 1568555"/>
                  <a:gd name="connsiteX6" fmla="*/ 1568412 w 1581788"/>
                  <a:gd name="connsiteY6" fmla="*/ 1086122 h 1568555"/>
                  <a:gd name="connsiteX7" fmla="*/ 1568412 w 1581788"/>
                  <a:gd name="connsiteY7" fmla="*/ 1055485 h 1568555"/>
                  <a:gd name="connsiteX8" fmla="*/ 1550432 w 1581788"/>
                  <a:gd name="connsiteY8" fmla="*/ 1055485 h 1568555"/>
                  <a:gd name="connsiteX9" fmla="*/ 1550432 w 1581788"/>
                  <a:gd name="connsiteY9" fmla="*/ 1052752 h 1568555"/>
                  <a:gd name="connsiteX10" fmla="*/ 1542809 w 1581788"/>
                  <a:gd name="connsiteY10" fmla="*/ 1052752 h 1568555"/>
                  <a:gd name="connsiteX11" fmla="*/ 1542809 w 1581788"/>
                  <a:gd name="connsiteY11" fmla="*/ 1055485 h 1568555"/>
                  <a:gd name="connsiteX12" fmla="*/ 1527562 w 1581788"/>
                  <a:gd name="connsiteY12" fmla="*/ 1055485 h 1568555"/>
                  <a:gd name="connsiteX13" fmla="*/ 1527562 w 1581788"/>
                  <a:gd name="connsiteY13" fmla="*/ 1058074 h 1568555"/>
                  <a:gd name="connsiteX14" fmla="*/ 1522384 w 1581788"/>
                  <a:gd name="connsiteY14" fmla="*/ 1058074 h 1568555"/>
                  <a:gd name="connsiteX15" fmla="*/ 1522384 w 1581788"/>
                  <a:gd name="connsiteY15" fmla="*/ 1059944 h 1568555"/>
                  <a:gd name="connsiteX16" fmla="*/ 1519795 w 1581788"/>
                  <a:gd name="connsiteY16" fmla="*/ 1062389 h 1568555"/>
                  <a:gd name="connsiteX17" fmla="*/ 1517349 w 1581788"/>
                  <a:gd name="connsiteY17" fmla="*/ 1065122 h 1568555"/>
                  <a:gd name="connsiteX18" fmla="*/ 1514904 w 1581788"/>
                  <a:gd name="connsiteY18" fmla="*/ 1065122 h 1568555"/>
                  <a:gd name="connsiteX19" fmla="*/ 1512171 w 1581788"/>
                  <a:gd name="connsiteY19" fmla="*/ 1067711 h 1568555"/>
                  <a:gd name="connsiteX20" fmla="*/ 1504691 w 1581788"/>
                  <a:gd name="connsiteY20" fmla="*/ 1067711 h 1568555"/>
                  <a:gd name="connsiteX21" fmla="*/ 1504691 w 1581788"/>
                  <a:gd name="connsiteY21" fmla="*/ 1070156 h 1568555"/>
                  <a:gd name="connsiteX22" fmla="*/ 1501958 w 1581788"/>
                  <a:gd name="connsiteY22" fmla="*/ 1070156 h 1568555"/>
                  <a:gd name="connsiteX23" fmla="*/ 1499513 w 1581788"/>
                  <a:gd name="connsiteY23" fmla="*/ 1072602 h 1568555"/>
                  <a:gd name="connsiteX24" fmla="*/ 1499513 w 1581788"/>
                  <a:gd name="connsiteY24" fmla="*/ 1075335 h 1568555"/>
                  <a:gd name="connsiteX25" fmla="*/ 1497643 w 1581788"/>
                  <a:gd name="connsiteY25" fmla="*/ 1075335 h 1568555"/>
                  <a:gd name="connsiteX26" fmla="*/ 1495198 w 1581788"/>
                  <a:gd name="connsiteY26" fmla="*/ 1077924 h 1568555"/>
                  <a:gd name="connsiteX27" fmla="*/ 1490020 w 1581788"/>
                  <a:gd name="connsiteY27" fmla="*/ 1077924 h 1568555"/>
                  <a:gd name="connsiteX28" fmla="*/ 1490020 w 1581788"/>
                  <a:gd name="connsiteY28" fmla="*/ 1080369 h 1568555"/>
                  <a:gd name="connsiteX29" fmla="*/ 1487431 w 1581788"/>
                  <a:gd name="connsiteY29" fmla="*/ 1080369 h 1568555"/>
                  <a:gd name="connsiteX30" fmla="*/ 1487431 w 1581788"/>
                  <a:gd name="connsiteY30" fmla="*/ 1082814 h 1568555"/>
                  <a:gd name="connsiteX31" fmla="*/ 1484986 w 1581788"/>
                  <a:gd name="connsiteY31" fmla="*/ 1082814 h 1568555"/>
                  <a:gd name="connsiteX32" fmla="*/ 1484986 w 1581788"/>
                  <a:gd name="connsiteY32" fmla="*/ 1085547 h 1568555"/>
                  <a:gd name="connsiteX33" fmla="*/ 1482541 w 1581788"/>
                  <a:gd name="connsiteY33" fmla="*/ 1085547 h 1568555"/>
                  <a:gd name="connsiteX34" fmla="*/ 1479808 w 1581788"/>
                  <a:gd name="connsiteY34" fmla="*/ 1088136 h 1568555"/>
                  <a:gd name="connsiteX35" fmla="*/ 1474773 w 1581788"/>
                  <a:gd name="connsiteY35" fmla="*/ 1088136 h 1568555"/>
                  <a:gd name="connsiteX36" fmla="*/ 1474773 w 1581788"/>
                  <a:gd name="connsiteY36" fmla="*/ 1093026 h 1568555"/>
                  <a:gd name="connsiteX37" fmla="*/ 1472328 w 1581788"/>
                  <a:gd name="connsiteY37" fmla="*/ 1093026 h 1568555"/>
                  <a:gd name="connsiteX38" fmla="*/ 1472328 w 1581788"/>
                  <a:gd name="connsiteY38" fmla="*/ 1095759 h 1568555"/>
                  <a:gd name="connsiteX39" fmla="*/ 1468876 w 1581788"/>
                  <a:gd name="connsiteY39" fmla="*/ 1095759 h 1568555"/>
                  <a:gd name="connsiteX40" fmla="*/ 1468876 w 1581788"/>
                  <a:gd name="connsiteY40" fmla="*/ 1098349 h 1568555"/>
                  <a:gd name="connsiteX41" fmla="*/ 1466287 w 1581788"/>
                  <a:gd name="connsiteY41" fmla="*/ 1100794 h 1568555"/>
                  <a:gd name="connsiteX42" fmla="*/ 1461396 w 1581788"/>
                  <a:gd name="connsiteY42" fmla="*/ 1100794 h 1568555"/>
                  <a:gd name="connsiteX43" fmla="*/ 1458663 w 1581788"/>
                  <a:gd name="connsiteY43" fmla="*/ 1098349 h 1568555"/>
                  <a:gd name="connsiteX44" fmla="*/ 1456074 w 1581788"/>
                  <a:gd name="connsiteY44" fmla="*/ 1098349 h 1568555"/>
                  <a:gd name="connsiteX45" fmla="*/ 1456074 w 1581788"/>
                  <a:gd name="connsiteY45" fmla="*/ 1095759 h 1568555"/>
                  <a:gd name="connsiteX46" fmla="*/ 1453629 w 1581788"/>
                  <a:gd name="connsiteY46" fmla="*/ 1095759 h 1568555"/>
                  <a:gd name="connsiteX47" fmla="*/ 1453629 w 1581788"/>
                  <a:gd name="connsiteY47" fmla="*/ 1093026 h 1568555"/>
                  <a:gd name="connsiteX48" fmla="*/ 1445862 w 1581788"/>
                  <a:gd name="connsiteY48" fmla="*/ 1093026 h 1568555"/>
                  <a:gd name="connsiteX49" fmla="*/ 1445862 w 1581788"/>
                  <a:gd name="connsiteY49" fmla="*/ 1090581 h 1568555"/>
                  <a:gd name="connsiteX50" fmla="*/ 1435649 w 1581788"/>
                  <a:gd name="connsiteY50" fmla="*/ 1090581 h 1568555"/>
                  <a:gd name="connsiteX51" fmla="*/ 1435649 w 1581788"/>
                  <a:gd name="connsiteY51" fmla="*/ 1093026 h 1568555"/>
                  <a:gd name="connsiteX52" fmla="*/ 1433204 w 1581788"/>
                  <a:gd name="connsiteY52" fmla="*/ 1093026 h 1568555"/>
                  <a:gd name="connsiteX53" fmla="*/ 1433204 w 1581788"/>
                  <a:gd name="connsiteY53" fmla="*/ 1098349 h 1568555"/>
                  <a:gd name="connsiteX54" fmla="*/ 1428026 w 1581788"/>
                  <a:gd name="connsiteY54" fmla="*/ 1098349 h 1568555"/>
                  <a:gd name="connsiteX55" fmla="*/ 1428026 w 1581788"/>
                  <a:gd name="connsiteY55" fmla="*/ 1100794 h 1568555"/>
                  <a:gd name="connsiteX56" fmla="*/ 1420546 w 1581788"/>
                  <a:gd name="connsiteY56" fmla="*/ 1100794 h 1568555"/>
                  <a:gd name="connsiteX57" fmla="*/ 1420546 w 1581788"/>
                  <a:gd name="connsiteY57" fmla="*/ 1098349 h 1568555"/>
                  <a:gd name="connsiteX58" fmla="*/ 1402567 w 1581788"/>
                  <a:gd name="connsiteY58" fmla="*/ 1098349 h 1568555"/>
                  <a:gd name="connsiteX59" fmla="*/ 1402567 w 1581788"/>
                  <a:gd name="connsiteY59" fmla="*/ 1095759 h 1568555"/>
                  <a:gd name="connsiteX60" fmla="*/ 1397676 w 1581788"/>
                  <a:gd name="connsiteY60" fmla="*/ 1095759 h 1568555"/>
                  <a:gd name="connsiteX61" fmla="*/ 1397676 w 1581788"/>
                  <a:gd name="connsiteY61" fmla="*/ 1088711 h 1568555"/>
                  <a:gd name="connsiteX62" fmla="*/ 1394943 w 1581788"/>
                  <a:gd name="connsiteY62" fmla="*/ 1088711 h 1568555"/>
                  <a:gd name="connsiteX63" fmla="*/ 1392354 w 1581788"/>
                  <a:gd name="connsiteY63" fmla="*/ 1086122 h 1568555"/>
                  <a:gd name="connsiteX64" fmla="*/ 1392354 w 1581788"/>
                  <a:gd name="connsiteY64" fmla="*/ 1080944 h 1568555"/>
                  <a:gd name="connsiteX65" fmla="*/ 1387463 w 1581788"/>
                  <a:gd name="connsiteY65" fmla="*/ 1080944 h 1568555"/>
                  <a:gd name="connsiteX66" fmla="*/ 1387463 w 1581788"/>
                  <a:gd name="connsiteY66" fmla="*/ 1075910 h 1568555"/>
                  <a:gd name="connsiteX67" fmla="*/ 1384730 w 1581788"/>
                  <a:gd name="connsiteY67" fmla="*/ 1075910 h 1568555"/>
                  <a:gd name="connsiteX68" fmla="*/ 1384730 w 1581788"/>
                  <a:gd name="connsiteY68" fmla="*/ 1065697 h 1568555"/>
                  <a:gd name="connsiteX69" fmla="*/ 1377251 w 1581788"/>
                  <a:gd name="connsiteY69" fmla="*/ 1065697 h 1568555"/>
                  <a:gd name="connsiteX70" fmla="*/ 1377251 w 1581788"/>
                  <a:gd name="connsiteY70" fmla="*/ 1062964 h 1568555"/>
                  <a:gd name="connsiteX71" fmla="*/ 1374518 w 1581788"/>
                  <a:gd name="connsiteY71" fmla="*/ 1062964 h 1568555"/>
                  <a:gd name="connsiteX72" fmla="*/ 1374518 w 1581788"/>
                  <a:gd name="connsiteY72" fmla="*/ 1065697 h 1568555"/>
                  <a:gd name="connsiteX73" fmla="*/ 1371929 w 1581788"/>
                  <a:gd name="connsiteY73" fmla="*/ 1065697 h 1568555"/>
                  <a:gd name="connsiteX74" fmla="*/ 1371929 w 1581788"/>
                  <a:gd name="connsiteY74" fmla="*/ 1068286 h 1568555"/>
                  <a:gd name="connsiteX75" fmla="*/ 1374518 w 1581788"/>
                  <a:gd name="connsiteY75" fmla="*/ 1068286 h 1568555"/>
                  <a:gd name="connsiteX76" fmla="*/ 1374518 w 1581788"/>
                  <a:gd name="connsiteY76" fmla="*/ 1075910 h 1568555"/>
                  <a:gd name="connsiteX77" fmla="*/ 1371929 w 1581788"/>
                  <a:gd name="connsiteY77" fmla="*/ 1075910 h 1568555"/>
                  <a:gd name="connsiteX78" fmla="*/ 1371929 w 1581788"/>
                  <a:gd name="connsiteY78" fmla="*/ 1078499 h 1568555"/>
                  <a:gd name="connsiteX79" fmla="*/ 1367039 w 1581788"/>
                  <a:gd name="connsiteY79" fmla="*/ 1078499 h 1568555"/>
                  <a:gd name="connsiteX80" fmla="*/ 1367039 w 1581788"/>
                  <a:gd name="connsiteY80" fmla="*/ 1075910 h 1568555"/>
                  <a:gd name="connsiteX81" fmla="*/ 1361716 w 1581788"/>
                  <a:gd name="connsiteY81" fmla="*/ 1075910 h 1568555"/>
                  <a:gd name="connsiteX82" fmla="*/ 1361716 w 1581788"/>
                  <a:gd name="connsiteY82" fmla="*/ 1073177 h 1568555"/>
                  <a:gd name="connsiteX83" fmla="*/ 1351504 w 1581788"/>
                  <a:gd name="connsiteY83" fmla="*/ 1073177 h 1568555"/>
                  <a:gd name="connsiteX84" fmla="*/ 1351504 w 1581788"/>
                  <a:gd name="connsiteY84" fmla="*/ 1070732 h 1568555"/>
                  <a:gd name="connsiteX85" fmla="*/ 1349059 w 1581788"/>
                  <a:gd name="connsiteY85" fmla="*/ 1070732 h 1568555"/>
                  <a:gd name="connsiteX86" fmla="*/ 1349059 w 1581788"/>
                  <a:gd name="connsiteY86" fmla="*/ 1068286 h 1568555"/>
                  <a:gd name="connsiteX87" fmla="*/ 1346613 w 1581788"/>
                  <a:gd name="connsiteY87" fmla="*/ 1068286 h 1568555"/>
                  <a:gd name="connsiteX88" fmla="*/ 1344168 w 1581788"/>
                  <a:gd name="connsiteY88" fmla="*/ 1065697 h 1568555"/>
                  <a:gd name="connsiteX89" fmla="*/ 1344168 w 1581788"/>
                  <a:gd name="connsiteY89" fmla="*/ 1062964 h 1568555"/>
                  <a:gd name="connsiteX90" fmla="*/ 1341291 w 1581788"/>
                  <a:gd name="connsiteY90" fmla="*/ 1062964 h 1568555"/>
                  <a:gd name="connsiteX91" fmla="*/ 1344168 w 1581788"/>
                  <a:gd name="connsiteY91" fmla="*/ 1060519 h 1568555"/>
                  <a:gd name="connsiteX92" fmla="*/ 1344168 w 1581788"/>
                  <a:gd name="connsiteY92" fmla="*/ 1058074 h 1568555"/>
                  <a:gd name="connsiteX93" fmla="*/ 1339421 w 1581788"/>
                  <a:gd name="connsiteY93" fmla="*/ 1058074 h 1568555"/>
                  <a:gd name="connsiteX94" fmla="*/ 1339421 w 1581788"/>
                  <a:gd name="connsiteY94" fmla="*/ 1055485 h 1568555"/>
                  <a:gd name="connsiteX95" fmla="*/ 1334531 w 1581788"/>
                  <a:gd name="connsiteY95" fmla="*/ 1055485 h 1568555"/>
                  <a:gd name="connsiteX96" fmla="*/ 1334531 w 1581788"/>
                  <a:gd name="connsiteY96" fmla="*/ 1052752 h 1568555"/>
                  <a:gd name="connsiteX97" fmla="*/ 1329209 w 1581788"/>
                  <a:gd name="connsiteY97" fmla="*/ 1052752 h 1568555"/>
                  <a:gd name="connsiteX98" fmla="*/ 1326764 w 1581788"/>
                  <a:gd name="connsiteY98" fmla="*/ 1050306 h 1568555"/>
                  <a:gd name="connsiteX99" fmla="*/ 1321586 w 1581788"/>
                  <a:gd name="connsiteY99" fmla="*/ 1050306 h 1568555"/>
                  <a:gd name="connsiteX100" fmla="*/ 1321586 w 1581788"/>
                  <a:gd name="connsiteY100" fmla="*/ 1047861 h 1568555"/>
                  <a:gd name="connsiteX101" fmla="*/ 1314106 w 1581788"/>
                  <a:gd name="connsiteY101" fmla="*/ 1047861 h 1568555"/>
                  <a:gd name="connsiteX102" fmla="*/ 1314106 w 1581788"/>
                  <a:gd name="connsiteY102" fmla="*/ 1045560 h 1568555"/>
                  <a:gd name="connsiteX103" fmla="*/ 1310654 w 1581788"/>
                  <a:gd name="connsiteY103" fmla="*/ 1045560 h 1568555"/>
                  <a:gd name="connsiteX104" fmla="*/ 1308065 w 1581788"/>
                  <a:gd name="connsiteY104" fmla="*/ 1048005 h 1568555"/>
                  <a:gd name="connsiteX105" fmla="*/ 1290229 w 1581788"/>
                  <a:gd name="connsiteY105" fmla="*/ 1048005 h 1568555"/>
                  <a:gd name="connsiteX106" fmla="*/ 1290229 w 1581788"/>
                  <a:gd name="connsiteY106" fmla="*/ 1045560 h 1568555"/>
                  <a:gd name="connsiteX107" fmla="*/ 1282749 w 1581788"/>
                  <a:gd name="connsiteY107" fmla="*/ 1045560 h 1568555"/>
                  <a:gd name="connsiteX108" fmla="*/ 1280016 w 1581788"/>
                  <a:gd name="connsiteY108" fmla="*/ 1048005 h 1568555"/>
                  <a:gd name="connsiteX109" fmla="*/ 1280016 w 1581788"/>
                  <a:gd name="connsiteY109" fmla="*/ 1045560 h 1568555"/>
                  <a:gd name="connsiteX110" fmla="*/ 1264769 w 1581788"/>
                  <a:gd name="connsiteY110" fmla="*/ 1045560 h 1568555"/>
                  <a:gd name="connsiteX111" fmla="*/ 1264769 w 1581788"/>
                  <a:gd name="connsiteY111" fmla="*/ 1048005 h 1568555"/>
                  <a:gd name="connsiteX112" fmla="*/ 1262324 w 1581788"/>
                  <a:gd name="connsiteY112" fmla="*/ 1048005 h 1568555"/>
                  <a:gd name="connsiteX113" fmla="*/ 1262324 w 1581788"/>
                  <a:gd name="connsiteY113" fmla="*/ 1050450 h 1568555"/>
                  <a:gd name="connsiteX114" fmla="*/ 1259879 w 1581788"/>
                  <a:gd name="connsiteY114" fmla="*/ 1048005 h 1568555"/>
                  <a:gd name="connsiteX115" fmla="*/ 1229241 w 1581788"/>
                  <a:gd name="connsiteY115" fmla="*/ 1048005 h 1568555"/>
                  <a:gd name="connsiteX116" fmla="*/ 1229241 w 1581788"/>
                  <a:gd name="connsiteY116" fmla="*/ 1042971 h 1568555"/>
                  <a:gd name="connsiteX117" fmla="*/ 1226508 w 1581788"/>
                  <a:gd name="connsiteY117" fmla="*/ 1042971 h 1568555"/>
                  <a:gd name="connsiteX118" fmla="*/ 1226508 w 1581788"/>
                  <a:gd name="connsiteY118" fmla="*/ 1040238 h 1568555"/>
                  <a:gd name="connsiteX119" fmla="*/ 1221474 w 1581788"/>
                  <a:gd name="connsiteY119" fmla="*/ 1040238 h 1568555"/>
                  <a:gd name="connsiteX120" fmla="*/ 1221474 w 1581788"/>
                  <a:gd name="connsiteY120" fmla="*/ 1037793 h 1568555"/>
                  <a:gd name="connsiteX121" fmla="*/ 1216296 w 1581788"/>
                  <a:gd name="connsiteY121" fmla="*/ 1037793 h 1568555"/>
                  <a:gd name="connsiteX122" fmla="*/ 1213707 w 1581788"/>
                  <a:gd name="connsiteY122" fmla="*/ 1035348 h 1568555"/>
                  <a:gd name="connsiteX123" fmla="*/ 1211261 w 1581788"/>
                  <a:gd name="connsiteY123" fmla="*/ 1035348 h 1568555"/>
                  <a:gd name="connsiteX124" fmla="*/ 1211261 w 1581788"/>
                  <a:gd name="connsiteY124" fmla="*/ 1032758 h 1568555"/>
                  <a:gd name="connsiteX125" fmla="*/ 1208816 w 1581788"/>
                  <a:gd name="connsiteY125" fmla="*/ 1032758 h 1568555"/>
                  <a:gd name="connsiteX126" fmla="*/ 1208816 w 1581788"/>
                  <a:gd name="connsiteY126" fmla="*/ 1030026 h 1568555"/>
                  <a:gd name="connsiteX127" fmla="*/ 1206084 w 1581788"/>
                  <a:gd name="connsiteY127" fmla="*/ 1030026 h 1568555"/>
                  <a:gd name="connsiteX128" fmla="*/ 1206084 w 1581788"/>
                  <a:gd name="connsiteY128" fmla="*/ 1027580 h 1568555"/>
                  <a:gd name="connsiteX129" fmla="*/ 1203494 w 1581788"/>
                  <a:gd name="connsiteY129" fmla="*/ 1027580 h 1568555"/>
                  <a:gd name="connsiteX130" fmla="*/ 1203494 w 1581788"/>
                  <a:gd name="connsiteY130" fmla="*/ 1019813 h 1568555"/>
                  <a:gd name="connsiteX131" fmla="*/ 1201049 w 1581788"/>
                  <a:gd name="connsiteY131" fmla="*/ 1019813 h 1568555"/>
                  <a:gd name="connsiteX132" fmla="*/ 1198604 w 1581788"/>
                  <a:gd name="connsiteY132" fmla="*/ 1017368 h 1568555"/>
                  <a:gd name="connsiteX133" fmla="*/ 1195583 w 1581788"/>
                  <a:gd name="connsiteY133" fmla="*/ 1017368 h 1568555"/>
                  <a:gd name="connsiteX134" fmla="*/ 1195583 w 1581788"/>
                  <a:gd name="connsiteY134" fmla="*/ 1014922 h 1568555"/>
                  <a:gd name="connsiteX135" fmla="*/ 1192850 w 1581788"/>
                  <a:gd name="connsiteY135" fmla="*/ 1014922 h 1568555"/>
                  <a:gd name="connsiteX136" fmla="*/ 1192850 w 1581788"/>
                  <a:gd name="connsiteY136" fmla="*/ 1009600 h 1568555"/>
                  <a:gd name="connsiteX137" fmla="*/ 1190405 w 1581788"/>
                  <a:gd name="connsiteY137" fmla="*/ 1009600 h 1568555"/>
                  <a:gd name="connsiteX138" fmla="*/ 1190405 w 1581788"/>
                  <a:gd name="connsiteY138" fmla="*/ 1007155 h 1568555"/>
                  <a:gd name="connsiteX139" fmla="*/ 1187960 w 1581788"/>
                  <a:gd name="connsiteY139" fmla="*/ 1004710 h 1568555"/>
                  <a:gd name="connsiteX140" fmla="*/ 1187960 w 1581788"/>
                  <a:gd name="connsiteY140" fmla="*/ 1002408 h 1568555"/>
                  <a:gd name="connsiteX141" fmla="*/ 1182638 w 1581788"/>
                  <a:gd name="connsiteY141" fmla="*/ 1002408 h 1568555"/>
                  <a:gd name="connsiteX142" fmla="*/ 1182638 w 1581788"/>
                  <a:gd name="connsiteY142" fmla="*/ 999676 h 1568555"/>
                  <a:gd name="connsiteX143" fmla="*/ 1181199 w 1581788"/>
                  <a:gd name="connsiteY143" fmla="*/ 999676 h 1568555"/>
                  <a:gd name="connsiteX144" fmla="*/ 1181199 w 1581788"/>
                  <a:gd name="connsiteY144" fmla="*/ 997231 h 1568555"/>
                  <a:gd name="connsiteX145" fmla="*/ 1178754 w 1581788"/>
                  <a:gd name="connsiteY145" fmla="*/ 997231 h 1568555"/>
                  <a:gd name="connsiteX146" fmla="*/ 1178754 w 1581788"/>
                  <a:gd name="connsiteY146" fmla="*/ 994785 h 1568555"/>
                  <a:gd name="connsiteX147" fmla="*/ 1176309 w 1581788"/>
                  <a:gd name="connsiteY147" fmla="*/ 994785 h 1568555"/>
                  <a:gd name="connsiteX148" fmla="*/ 1173432 w 1581788"/>
                  <a:gd name="connsiteY148" fmla="*/ 992196 h 1568555"/>
                  <a:gd name="connsiteX149" fmla="*/ 1173432 w 1581788"/>
                  <a:gd name="connsiteY149" fmla="*/ 989463 h 1568555"/>
                  <a:gd name="connsiteX150" fmla="*/ 1170987 w 1581788"/>
                  <a:gd name="connsiteY150" fmla="*/ 987018 h 1568555"/>
                  <a:gd name="connsiteX151" fmla="*/ 1170987 w 1581788"/>
                  <a:gd name="connsiteY151" fmla="*/ 984573 h 1568555"/>
                  <a:gd name="connsiteX152" fmla="*/ 1168542 w 1581788"/>
                  <a:gd name="connsiteY152" fmla="*/ 984573 h 1568555"/>
                  <a:gd name="connsiteX153" fmla="*/ 1168542 w 1581788"/>
                  <a:gd name="connsiteY153" fmla="*/ 981983 h 1568555"/>
                  <a:gd name="connsiteX154" fmla="*/ 1166096 w 1581788"/>
                  <a:gd name="connsiteY154" fmla="*/ 981983 h 1568555"/>
                  <a:gd name="connsiteX155" fmla="*/ 1163363 w 1581788"/>
                  <a:gd name="connsiteY155" fmla="*/ 979251 h 1568555"/>
                  <a:gd name="connsiteX156" fmla="*/ 1160774 w 1581788"/>
                  <a:gd name="connsiteY156" fmla="*/ 976805 h 1568555"/>
                  <a:gd name="connsiteX157" fmla="*/ 1160774 w 1581788"/>
                  <a:gd name="connsiteY157" fmla="*/ 964147 h 1568555"/>
                  <a:gd name="connsiteX158" fmla="*/ 1158329 w 1581788"/>
                  <a:gd name="connsiteY158" fmla="*/ 961702 h 1568555"/>
                  <a:gd name="connsiteX159" fmla="*/ 1158329 w 1581788"/>
                  <a:gd name="connsiteY159" fmla="*/ 959257 h 1568555"/>
                  <a:gd name="connsiteX160" fmla="*/ 1155884 w 1581788"/>
                  <a:gd name="connsiteY160" fmla="*/ 956524 h 1568555"/>
                  <a:gd name="connsiteX161" fmla="*/ 1153151 w 1581788"/>
                  <a:gd name="connsiteY161" fmla="*/ 954079 h 1568555"/>
                  <a:gd name="connsiteX162" fmla="*/ 1153151 w 1581788"/>
                  <a:gd name="connsiteY162" fmla="*/ 951634 h 1568555"/>
                  <a:gd name="connsiteX163" fmla="*/ 1150562 w 1581788"/>
                  <a:gd name="connsiteY163" fmla="*/ 951634 h 1568555"/>
                  <a:gd name="connsiteX164" fmla="*/ 1150562 w 1581788"/>
                  <a:gd name="connsiteY164" fmla="*/ 949045 h 1568555"/>
                  <a:gd name="connsiteX165" fmla="*/ 1148117 w 1581788"/>
                  <a:gd name="connsiteY165" fmla="*/ 949045 h 1568555"/>
                  <a:gd name="connsiteX166" fmla="*/ 1148117 w 1581788"/>
                  <a:gd name="connsiteY166" fmla="*/ 941421 h 1568555"/>
                  <a:gd name="connsiteX167" fmla="*/ 1145671 w 1581788"/>
                  <a:gd name="connsiteY167" fmla="*/ 941421 h 1568555"/>
                  <a:gd name="connsiteX168" fmla="*/ 1145671 w 1581788"/>
                  <a:gd name="connsiteY168" fmla="*/ 933654 h 1568555"/>
                  <a:gd name="connsiteX169" fmla="*/ 1148117 w 1581788"/>
                  <a:gd name="connsiteY169" fmla="*/ 931208 h 1568555"/>
                  <a:gd name="connsiteX170" fmla="*/ 1148117 w 1581788"/>
                  <a:gd name="connsiteY170" fmla="*/ 928619 h 1568555"/>
                  <a:gd name="connsiteX171" fmla="*/ 1145671 w 1581788"/>
                  <a:gd name="connsiteY171" fmla="*/ 925886 h 1568555"/>
                  <a:gd name="connsiteX172" fmla="*/ 1145671 w 1581788"/>
                  <a:gd name="connsiteY172" fmla="*/ 918407 h 1568555"/>
                  <a:gd name="connsiteX173" fmla="*/ 1142938 w 1581788"/>
                  <a:gd name="connsiteY173" fmla="*/ 915674 h 1568555"/>
                  <a:gd name="connsiteX174" fmla="*/ 1142938 w 1581788"/>
                  <a:gd name="connsiteY174" fmla="*/ 903016 h 1568555"/>
                  <a:gd name="connsiteX175" fmla="*/ 1140349 w 1581788"/>
                  <a:gd name="connsiteY175" fmla="*/ 900571 h 1568555"/>
                  <a:gd name="connsiteX176" fmla="*/ 1140349 w 1581788"/>
                  <a:gd name="connsiteY176" fmla="*/ 890358 h 1568555"/>
                  <a:gd name="connsiteX177" fmla="*/ 1138048 w 1581788"/>
                  <a:gd name="connsiteY177" fmla="*/ 887338 h 1568555"/>
                  <a:gd name="connsiteX178" fmla="*/ 1138048 w 1581788"/>
                  <a:gd name="connsiteY178" fmla="*/ 882160 h 1568555"/>
                  <a:gd name="connsiteX179" fmla="*/ 1135603 w 1581788"/>
                  <a:gd name="connsiteY179" fmla="*/ 871947 h 1568555"/>
                  <a:gd name="connsiteX180" fmla="*/ 1135603 w 1581788"/>
                  <a:gd name="connsiteY180" fmla="*/ 861735 h 1568555"/>
                  <a:gd name="connsiteX181" fmla="*/ 1132870 w 1581788"/>
                  <a:gd name="connsiteY181" fmla="*/ 861735 h 1568555"/>
                  <a:gd name="connsiteX182" fmla="*/ 1132870 w 1581788"/>
                  <a:gd name="connsiteY182" fmla="*/ 851522 h 1568555"/>
                  <a:gd name="connsiteX183" fmla="*/ 1130281 w 1581788"/>
                  <a:gd name="connsiteY183" fmla="*/ 846632 h 1568555"/>
                  <a:gd name="connsiteX184" fmla="*/ 1130281 w 1581788"/>
                  <a:gd name="connsiteY184" fmla="*/ 836419 h 1568555"/>
                  <a:gd name="connsiteX185" fmla="*/ 1127835 w 1581788"/>
                  <a:gd name="connsiteY185" fmla="*/ 828652 h 1568555"/>
                  <a:gd name="connsiteX186" fmla="*/ 1127835 w 1581788"/>
                  <a:gd name="connsiteY186" fmla="*/ 820885 h 1568555"/>
                  <a:gd name="connsiteX187" fmla="*/ 1125390 w 1581788"/>
                  <a:gd name="connsiteY187" fmla="*/ 815994 h 1568555"/>
                  <a:gd name="connsiteX188" fmla="*/ 1125390 w 1581788"/>
                  <a:gd name="connsiteY188" fmla="*/ 810672 h 1568555"/>
                  <a:gd name="connsiteX189" fmla="*/ 1122801 w 1581788"/>
                  <a:gd name="connsiteY189" fmla="*/ 800460 h 1568555"/>
                  <a:gd name="connsiteX190" fmla="*/ 1122801 w 1581788"/>
                  <a:gd name="connsiteY190" fmla="*/ 795569 h 1568555"/>
                  <a:gd name="connsiteX191" fmla="*/ 1120068 w 1581788"/>
                  <a:gd name="connsiteY191" fmla="*/ 787802 h 1568555"/>
                  <a:gd name="connsiteX192" fmla="*/ 1120068 w 1581788"/>
                  <a:gd name="connsiteY192" fmla="*/ 780322 h 1568555"/>
                  <a:gd name="connsiteX193" fmla="*/ 1117623 w 1581788"/>
                  <a:gd name="connsiteY193" fmla="*/ 780322 h 1568555"/>
                  <a:gd name="connsiteX194" fmla="*/ 1117623 w 1581788"/>
                  <a:gd name="connsiteY194" fmla="*/ 770110 h 1568555"/>
                  <a:gd name="connsiteX195" fmla="*/ 1115178 w 1581788"/>
                  <a:gd name="connsiteY195" fmla="*/ 762486 h 1568555"/>
                  <a:gd name="connsiteX196" fmla="*/ 1115178 w 1581788"/>
                  <a:gd name="connsiteY196" fmla="*/ 757165 h 1568555"/>
                  <a:gd name="connsiteX197" fmla="*/ 1112588 w 1581788"/>
                  <a:gd name="connsiteY197" fmla="*/ 754719 h 1568555"/>
                  <a:gd name="connsiteX198" fmla="*/ 1112588 w 1581788"/>
                  <a:gd name="connsiteY198" fmla="*/ 742061 h 1568555"/>
                  <a:gd name="connsiteX199" fmla="*/ 1109280 w 1581788"/>
                  <a:gd name="connsiteY199" fmla="*/ 742061 h 1568555"/>
                  <a:gd name="connsiteX200" fmla="*/ 1109280 w 1581788"/>
                  <a:gd name="connsiteY200" fmla="*/ 731849 h 1568555"/>
                  <a:gd name="connsiteX201" fmla="*/ 1106835 w 1581788"/>
                  <a:gd name="connsiteY201" fmla="*/ 726527 h 1568555"/>
                  <a:gd name="connsiteX202" fmla="*/ 1106835 w 1581788"/>
                  <a:gd name="connsiteY202" fmla="*/ 721636 h 1568555"/>
                  <a:gd name="connsiteX203" fmla="*/ 1104390 w 1581788"/>
                  <a:gd name="connsiteY203" fmla="*/ 711424 h 1568555"/>
                  <a:gd name="connsiteX204" fmla="*/ 1104390 w 1581788"/>
                  <a:gd name="connsiteY204" fmla="*/ 708979 h 1568555"/>
                  <a:gd name="connsiteX205" fmla="*/ 1101801 w 1581788"/>
                  <a:gd name="connsiteY205" fmla="*/ 701211 h 1568555"/>
                  <a:gd name="connsiteX206" fmla="*/ 1101801 w 1581788"/>
                  <a:gd name="connsiteY206" fmla="*/ 693444 h 1568555"/>
                  <a:gd name="connsiteX207" fmla="*/ 1099068 w 1581788"/>
                  <a:gd name="connsiteY207" fmla="*/ 685964 h 1568555"/>
                  <a:gd name="connsiteX208" fmla="*/ 1099068 w 1581788"/>
                  <a:gd name="connsiteY208" fmla="*/ 678341 h 1568555"/>
                  <a:gd name="connsiteX209" fmla="*/ 1096622 w 1581788"/>
                  <a:gd name="connsiteY209" fmla="*/ 673019 h 1568555"/>
                  <a:gd name="connsiteX210" fmla="*/ 1096622 w 1581788"/>
                  <a:gd name="connsiteY210" fmla="*/ 668129 h 1568555"/>
                  <a:gd name="connsiteX211" fmla="*/ 1094177 w 1581788"/>
                  <a:gd name="connsiteY211" fmla="*/ 660361 h 1568555"/>
                  <a:gd name="connsiteX212" fmla="*/ 1094177 w 1581788"/>
                  <a:gd name="connsiteY212" fmla="*/ 650149 h 1568555"/>
                  <a:gd name="connsiteX213" fmla="*/ 1091732 w 1581788"/>
                  <a:gd name="connsiteY213" fmla="*/ 645114 h 1568555"/>
                  <a:gd name="connsiteX214" fmla="*/ 1086410 w 1581788"/>
                  <a:gd name="connsiteY214" fmla="*/ 619511 h 1568555"/>
                  <a:gd name="connsiteX215" fmla="*/ 1081520 w 1581788"/>
                  <a:gd name="connsiteY215" fmla="*/ 586428 h 1568555"/>
                  <a:gd name="connsiteX216" fmla="*/ 1078787 w 1581788"/>
                  <a:gd name="connsiteY216" fmla="*/ 568448 h 1568555"/>
                  <a:gd name="connsiteX217" fmla="*/ 1076197 w 1581788"/>
                  <a:gd name="connsiteY217" fmla="*/ 566003 h 1568555"/>
                  <a:gd name="connsiteX218" fmla="*/ 1076197 w 1581788"/>
                  <a:gd name="connsiteY218" fmla="*/ 560969 h 1568555"/>
                  <a:gd name="connsiteX219" fmla="*/ 1071307 w 1581788"/>
                  <a:gd name="connsiteY219" fmla="*/ 537811 h 1568555"/>
                  <a:gd name="connsiteX220" fmla="*/ 1068574 w 1581788"/>
                  <a:gd name="connsiteY220" fmla="*/ 522708 h 1568555"/>
                  <a:gd name="connsiteX221" fmla="*/ 1065985 w 1581788"/>
                  <a:gd name="connsiteY221" fmla="*/ 510050 h 1568555"/>
                  <a:gd name="connsiteX222" fmla="*/ 1063540 w 1581788"/>
                  <a:gd name="connsiteY222" fmla="*/ 512496 h 1568555"/>
                  <a:gd name="connsiteX223" fmla="*/ 1063540 w 1581788"/>
                  <a:gd name="connsiteY223" fmla="*/ 514941 h 1568555"/>
                  <a:gd name="connsiteX224" fmla="*/ 1061094 w 1581788"/>
                  <a:gd name="connsiteY224" fmla="*/ 514941 h 1568555"/>
                  <a:gd name="connsiteX225" fmla="*/ 1061094 w 1581788"/>
                  <a:gd name="connsiteY225" fmla="*/ 520263 h 1568555"/>
                  <a:gd name="connsiteX226" fmla="*/ 1058362 w 1581788"/>
                  <a:gd name="connsiteY226" fmla="*/ 517674 h 1568555"/>
                  <a:gd name="connsiteX227" fmla="*/ 1058362 w 1581788"/>
                  <a:gd name="connsiteY227" fmla="*/ 525153 h 1568555"/>
                  <a:gd name="connsiteX228" fmla="*/ 1055772 w 1581788"/>
                  <a:gd name="connsiteY228" fmla="*/ 525153 h 1568555"/>
                  <a:gd name="connsiteX229" fmla="*/ 1055772 w 1581788"/>
                  <a:gd name="connsiteY229" fmla="*/ 522708 h 1568555"/>
                  <a:gd name="connsiteX230" fmla="*/ 1053327 w 1581788"/>
                  <a:gd name="connsiteY230" fmla="*/ 522708 h 1568555"/>
                  <a:gd name="connsiteX231" fmla="*/ 1053327 w 1581788"/>
                  <a:gd name="connsiteY231" fmla="*/ 527742 h 1568555"/>
                  <a:gd name="connsiteX232" fmla="*/ 1055772 w 1581788"/>
                  <a:gd name="connsiteY232" fmla="*/ 530619 h 1568555"/>
                  <a:gd name="connsiteX233" fmla="*/ 1058362 w 1581788"/>
                  <a:gd name="connsiteY233" fmla="*/ 530619 h 1568555"/>
                  <a:gd name="connsiteX234" fmla="*/ 1058362 w 1581788"/>
                  <a:gd name="connsiteY234" fmla="*/ 537955 h 1568555"/>
                  <a:gd name="connsiteX235" fmla="*/ 1055772 w 1581788"/>
                  <a:gd name="connsiteY235" fmla="*/ 543277 h 1568555"/>
                  <a:gd name="connsiteX236" fmla="*/ 1053327 w 1581788"/>
                  <a:gd name="connsiteY236" fmla="*/ 545722 h 1568555"/>
                  <a:gd name="connsiteX237" fmla="*/ 1050882 w 1581788"/>
                  <a:gd name="connsiteY237" fmla="*/ 548168 h 1568555"/>
                  <a:gd name="connsiteX238" fmla="*/ 1048293 w 1581788"/>
                  <a:gd name="connsiteY238" fmla="*/ 548168 h 1568555"/>
                  <a:gd name="connsiteX239" fmla="*/ 1048293 w 1581788"/>
                  <a:gd name="connsiteY239" fmla="*/ 545722 h 1568555"/>
                  <a:gd name="connsiteX240" fmla="*/ 1043115 w 1581788"/>
                  <a:gd name="connsiteY240" fmla="*/ 545722 h 1568555"/>
                  <a:gd name="connsiteX241" fmla="*/ 1043115 w 1581788"/>
                  <a:gd name="connsiteY241" fmla="*/ 543277 h 1568555"/>
                  <a:gd name="connsiteX242" fmla="*/ 1040669 w 1581788"/>
                  <a:gd name="connsiteY242" fmla="*/ 543277 h 1568555"/>
                  <a:gd name="connsiteX243" fmla="*/ 1040669 w 1581788"/>
                  <a:gd name="connsiteY243" fmla="*/ 540832 h 1568555"/>
                  <a:gd name="connsiteX244" fmla="*/ 1038080 w 1581788"/>
                  <a:gd name="connsiteY244" fmla="*/ 540832 h 1568555"/>
                  <a:gd name="connsiteX245" fmla="*/ 1038080 w 1581788"/>
                  <a:gd name="connsiteY245" fmla="*/ 537955 h 1568555"/>
                  <a:gd name="connsiteX246" fmla="*/ 1030457 w 1581788"/>
                  <a:gd name="connsiteY246" fmla="*/ 537955 h 1568555"/>
                  <a:gd name="connsiteX247" fmla="*/ 1030457 w 1581788"/>
                  <a:gd name="connsiteY247" fmla="*/ 535510 h 1568555"/>
                  <a:gd name="connsiteX248" fmla="*/ 1027868 w 1581788"/>
                  <a:gd name="connsiteY248" fmla="*/ 535510 h 1568555"/>
                  <a:gd name="connsiteX249" fmla="*/ 1027868 w 1581788"/>
                  <a:gd name="connsiteY249" fmla="*/ 537955 h 1568555"/>
                  <a:gd name="connsiteX250" fmla="*/ 1020244 w 1581788"/>
                  <a:gd name="connsiteY250" fmla="*/ 537955 h 1568555"/>
                  <a:gd name="connsiteX251" fmla="*/ 1020244 w 1581788"/>
                  <a:gd name="connsiteY251" fmla="*/ 535510 h 1568555"/>
                  <a:gd name="connsiteX252" fmla="*/ 1010032 w 1581788"/>
                  <a:gd name="connsiteY252" fmla="*/ 535510 h 1568555"/>
                  <a:gd name="connsiteX253" fmla="*/ 1010032 w 1581788"/>
                  <a:gd name="connsiteY253" fmla="*/ 533064 h 1568555"/>
                  <a:gd name="connsiteX254" fmla="*/ 1007587 w 1581788"/>
                  <a:gd name="connsiteY254" fmla="*/ 530619 h 1568555"/>
                  <a:gd name="connsiteX255" fmla="*/ 1004710 w 1581788"/>
                  <a:gd name="connsiteY255" fmla="*/ 530619 h 1568555"/>
                  <a:gd name="connsiteX256" fmla="*/ 1004710 w 1581788"/>
                  <a:gd name="connsiteY256" fmla="*/ 527742 h 1568555"/>
                  <a:gd name="connsiteX257" fmla="*/ 1002265 w 1581788"/>
                  <a:gd name="connsiteY257" fmla="*/ 525297 h 1568555"/>
                  <a:gd name="connsiteX258" fmla="*/ 1002265 w 1581788"/>
                  <a:gd name="connsiteY258" fmla="*/ 520407 h 1568555"/>
                  <a:gd name="connsiteX259" fmla="*/ 999819 w 1581788"/>
                  <a:gd name="connsiteY259" fmla="*/ 517818 h 1568555"/>
                  <a:gd name="connsiteX260" fmla="*/ 997374 w 1581788"/>
                  <a:gd name="connsiteY260" fmla="*/ 517818 h 1568555"/>
                  <a:gd name="connsiteX261" fmla="*/ 997374 w 1581788"/>
                  <a:gd name="connsiteY261" fmla="*/ 512640 h 1568555"/>
                  <a:gd name="connsiteX262" fmla="*/ 994641 w 1581788"/>
                  <a:gd name="connsiteY262" fmla="*/ 510194 h 1568555"/>
                  <a:gd name="connsiteX263" fmla="*/ 994641 w 1581788"/>
                  <a:gd name="connsiteY263" fmla="*/ 507605 h 1568555"/>
                  <a:gd name="connsiteX264" fmla="*/ 992052 w 1581788"/>
                  <a:gd name="connsiteY264" fmla="*/ 507605 h 1568555"/>
                  <a:gd name="connsiteX265" fmla="*/ 992052 w 1581788"/>
                  <a:gd name="connsiteY265" fmla="*/ 502427 h 1568555"/>
                  <a:gd name="connsiteX266" fmla="*/ 989607 w 1581788"/>
                  <a:gd name="connsiteY266" fmla="*/ 499982 h 1568555"/>
                  <a:gd name="connsiteX267" fmla="*/ 989607 w 1581788"/>
                  <a:gd name="connsiteY267" fmla="*/ 497393 h 1568555"/>
                  <a:gd name="connsiteX268" fmla="*/ 987162 w 1581788"/>
                  <a:gd name="connsiteY268" fmla="*/ 494660 h 1568555"/>
                  <a:gd name="connsiteX269" fmla="*/ 987162 w 1581788"/>
                  <a:gd name="connsiteY269" fmla="*/ 492214 h 1568555"/>
                  <a:gd name="connsiteX270" fmla="*/ 984429 w 1581788"/>
                  <a:gd name="connsiteY270" fmla="*/ 492214 h 1568555"/>
                  <a:gd name="connsiteX271" fmla="*/ 984429 w 1581788"/>
                  <a:gd name="connsiteY271" fmla="*/ 489769 h 1568555"/>
                  <a:gd name="connsiteX272" fmla="*/ 979826 w 1581788"/>
                  <a:gd name="connsiteY272" fmla="*/ 489769 h 1568555"/>
                  <a:gd name="connsiteX273" fmla="*/ 979826 w 1581788"/>
                  <a:gd name="connsiteY273" fmla="*/ 487180 h 1568555"/>
                  <a:gd name="connsiteX274" fmla="*/ 977381 w 1581788"/>
                  <a:gd name="connsiteY274" fmla="*/ 487180 h 1568555"/>
                  <a:gd name="connsiteX275" fmla="*/ 977381 w 1581788"/>
                  <a:gd name="connsiteY275" fmla="*/ 484591 h 1568555"/>
                  <a:gd name="connsiteX276" fmla="*/ 974791 w 1581788"/>
                  <a:gd name="connsiteY276" fmla="*/ 484591 h 1568555"/>
                  <a:gd name="connsiteX277" fmla="*/ 974791 w 1581788"/>
                  <a:gd name="connsiteY277" fmla="*/ 482146 h 1568555"/>
                  <a:gd name="connsiteX278" fmla="*/ 967168 w 1581788"/>
                  <a:gd name="connsiteY278" fmla="*/ 482146 h 1568555"/>
                  <a:gd name="connsiteX279" fmla="*/ 967168 w 1581788"/>
                  <a:gd name="connsiteY279" fmla="*/ 479701 h 1568555"/>
                  <a:gd name="connsiteX280" fmla="*/ 964579 w 1581788"/>
                  <a:gd name="connsiteY280" fmla="*/ 479701 h 1568555"/>
                  <a:gd name="connsiteX281" fmla="*/ 964579 w 1581788"/>
                  <a:gd name="connsiteY281" fmla="*/ 477112 h 1568555"/>
                  <a:gd name="connsiteX282" fmla="*/ 961846 w 1581788"/>
                  <a:gd name="connsiteY282" fmla="*/ 477112 h 1568555"/>
                  <a:gd name="connsiteX283" fmla="*/ 961846 w 1581788"/>
                  <a:gd name="connsiteY283" fmla="*/ 474379 h 1568555"/>
                  <a:gd name="connsiteX284" fmla="*/ 959401 w 1581788"/>
                  <a:gd name="connsiteY284" fmla="*/ 474379 h 1568555"/>
                  <a:gd name="connsiteX285" fmla="*/ 959401 w 1581788"/>
                  <a:gd name="connsiteY285" fmla="*/ 469488 h 1568555"/>
                  <a:gd name="connsiteX286" fmla="*/ 951058 w 1581788"/>
                  <a:gd name="connsiteY286" fmla="*/ 469488 h 1568555"/>
                  <a:gd name="connsiteX287" fmla="*/ 951058 w 1581788"/>
                  <a:gd name="connsiteY287" fmla="*/ 466899 h 1568555"/>
                  <a:gd name="connsiteX288" fmla="*/ 938400 w 1581788"/>
                  <a:gd name="connsiteY288" fmla="*/ 466899 h 1568555"/>
                  <a:gd name="connsiteX289" fmla="*/ 935955 w 1581788"/>
                  <a:gd name="connsiteY289" fmla="*/ 464166 h 1568555"/>
                  <a:gd name="connsiteX290" fmla="*/ 928188 w 1581788"/>
                  <a:gd name="connsiteY290" fmla="*/ 464166 h 1568555"/>
                  <a:gd name="connsiteX291" fmla="*/ 928188 w 1581788"/>
                  <a:gd name="connsiteY291" fmla="*/ 461721 h 1568555"/>
                  <a:gd name="connsiteX292" fmla="*/ 925743 w 1581788"/>
                  <a:gd name="connsiteY292" fmla="*/ 461721 h 1568555"/>
                  <a:gd name="connsiteX293" fmla="*/ 925743 w 1581788"/>
                  <a:gd name="connsiteY293" fmla="*/ 455823 h 1568555"/>
                  <a:gd name="connsiteX294" fmla="*/ 923298 w 1581788"/>
                  <a:gd name="connsiteY294" fmla="*/ 455823 h 1568555"/>
                  <a:gd name="connsiteX295" fmla="*/ 923298 w 1581788"/>
                  <a:gd name="connsiteY295" fmla="*/ 452946 h 1568555"/>
                  <a:gd name="connsiteX296" fmla="*/ 920421 w 1581788"/>
                  <a:gd name="connsiteY296" fmla="*/ 452946 h 1568555"/>
                  <a:gd name="connsiteX297" fmla="*/ 920421 w 1581788"/>
                  <a:gd name="connsiteY297" fmla="*/ 448056 h 1568555"/>
                  <a:gd name="connsiteX298" fmla="*/ 917975 w 1581788"/>
                  <a:gd name="connsiteY298" fmla="*/ 445611 h 1568555"/>
                  <a:gd name="connsiteX299" fmla="*/ 915530 w 1581788"/>
                  <a:gd name="connsiteY299" fmla="*/ 445611 h 1568555"/>
                  <a:gd name="connsiteX300" fmla="*/ 913085 w 1581788"/>
                  <a:gd name="connsiteY300" fmla="*/ 442878 h 1568555"/>
                  <a:gd name="connsiteX301" fmla="*/ 915530 w 1581788"/>
                  <a:gd name="connsiteY301" fmla="*/ 440289 h 1568555"/>
                  <a:gd name="connsiteX302" fmla="*/ 913085 w 1581788"/>
                  <a:gd name="connsiteY302" fmla="*/ 437844 h 1568555"/>
                  <a:gd name="connsiteX303" fmla="*/ 913085 w 1581788"/>
                  <a:gd name="connsiteY303" fmla="*/ 430076 h 1568555"/>
                  <a:gd name="connsiteX304" fmla="*/ 910352 w 1581788"/>
                  <a:gd name="connsiteY304" fmla="*/ 427631 h 1568555"/>
                  <a:gd name="connsiteX305" fmla="*/ 905318 w 1581788"/>
                  <a:gd name="connsiteY305" fmla="*/ 425186 h 1568555"/>
                  <a:gd name="connsiteX306" fmla="*/ 902872 w 1581788"/>
                  <a:gd name="connsiteY306" fmla="*/ 422597 h 1568555"/>
                  <a:gd name="connsiteX307" fmla="*/ 897550 w 1581788"/>
                  <a:gd name="connsiteY307" fmla="*/ 417418 h 1568555"/>
                  <a:gd name="connsiteX308" fmla="*/ 895105 w 1581788"/>
                  <a:gd name="connsiteY308" fmla="*/ 412384 h 1568555"/>
                  <a:gd name="connsiteX309" fmla="*/ 890071 w 1581788"/>
                  <a:gd name="connsiteY309" fmla="*/ 409651 h 1568555"/>
                  <a:gd name="connsiteX310" fmla="*/ 887338 w 1581788"/>
                  <a:gd name="connsiteY310" fmla="*/ 409651 h 1568555"/>
                  <a:gd name="connsiteX311" fmla="*/ 887338 w 1581788"/>
                  <a:gd name="connsiteY311" fmla="*/ 407206 h 1568555"/>
                  <a:gd name="connsiteX312" fmla="*/ 884893 w 1581788"/>
                  <a:gd name="connsiteY312" fmla="*/ 407206 h 1568555"/>
                  <a:gd name="connsiteX313" fmla="*/ 882447 w 1581788"/>
                  <a:gd name="connsiteY313" fmla="*/ 404761 h 1568555"/>
                  <a:gd name="connsiteX314" fmla="*/ 879858 w 1581788"/>
                  <a:gd name="connsiteY314" fmla="*/ 402172 h 1568555"/>
                  <a:gd name="connsiteX315" fmla="*/ 879858 w 1581788"/>
                  <a:gd name="connsiteY315" fmla="*/ 398288 h 1568555"/>
                  <a:gd name="connsiteX316" fmla="*/ 877125 w 1581788"/>
                  <a:gd name="connsiteY316" fmla="*/ 398288 h 1568555"/>
                  <a:gd name="connsiteX317" fmla="*/ 874680 w 1581788"/>
                  <a:gd name="connsiteY317" fmla="*/ 395843 h 1568555"/>
                  <a:gd name="connsiteX318" fmla="*/ 872235 w 1581788"/>
                  <a:gd name="connsiteY318" fmla="*/ 393254 h 1568555"/>
                  <a:gd name="connsiteX319" fmla="*/ 869646 w 1581788"/>
                  <a:gd name="connsiteY319" fmla="*/ 390521 h 1568555"/>
                  <a:gd name="connsiteX320" fmla="*/ 866913 w 1581788"/>
                  <a:gd name="connsiteY320" fmla="*/ 388076 h 1568555"/>
                  <a:gd name="connsiteX321" fmla="*/ 862022 w 1581788"/>
                  <a:gd name="connsiteY321" fmla="*/ 388076 h 1568555"/>
                  <a:gd name="connsiteX322" fmla="*/ 862022 w 1581788"/>
                  <a:gd name="connsiteY322" fmla="*/ 385630 h 1568555"/>
                  <a:gd name="connsiteX323" fmla="*/ 856700 w 1581788"/>
                  <a:gd name="connsiteY323" fmla="*/ 385630 h 1568555"/>
                  <a:gd name="connsiteX324" fmla="*/ 856700 w 1581788"/>
                  <a:gd name="connsiteY324" fmla="*/ 383041 h 1568555"/>
                  <a:gd name="connsiteX325" fmla="*/ 854255 w 1581788"/>
                  <a:gd name="connsiteY325" fmla="*/ 383041 h 1568555"/>
                  <a:gd name="connsiteX326" fmla="*/ 854255 w 1581788"/>
                  <a:gd name="connsiteY326" fmla="*/ 375418 h 1568555"/>
                  <a:gd name="connsiteX327" fmla="*/ 851810 w 1581788"/>
                  <a:gd name="connsiteY327" fmla="*/ 372972 h 1568555"/>
                  <a:gd name="connsiteX328" fmla="*/ 851810 w 1581788"/>
                  <a:gd name="connsiteY328" fmla="*/ 357438 h 1568555"/>
                  <a:gd name="connsiteX329" fmla="*/ 854255 w 1581788"/>
                  <a:gd name="connsiteY329" fmla="*/ 354993 h 1568555"/>
                  <a:gd name="connsiteX330" fmla="*/ 851810 w 1581788"/>
                  <a:gd name="connsiteY330" fmla="*/ 352548 h 1568555"/>
                  <a:gd name="connsiteX331" fmla="*/ 854255 w 1581788"/>
                  <a:gd name="connsiteY331" fmla="*/ 352548 h 1568555"/>
                  <a:gd name="connsiteX332" fmla="*/ 856700 w 1581788"/>
                  <a:gd name="connsiteY332" fmla="*/ 349815 h 1568555"/>
                  <a:gd name="connsiteX333" fmla="*/ 856700 w 1581788"/>
                  <a:gd name="connsiteY333" fmla="*/ 347226 h 1568555"/>
                  <a:gd name="connsiteX334" fmla="*/ 859433 w 1581788"/>
                  <a:gd name="connsiteY334" fmla="*/ 347226 h 1568555"/>
                  <a:gd name="connsiteX335" fmla="*/ 859433 w 1581788"/>
                  <a:gd name="connsiteY335" fmla="*/ 344780 h 1568555"/>
                  <a:gd name="connsiteX336" fmla="*/ 856700 w 1581788"/>
                  <a:gd name="connsiteY336" fmla="*/ 339746 h 1568555"/>
                  <a:gd name="connsiteX337" fmla="*/ 856700 w 1581788"/>
                  <a:gd name="connsiteY337" fmla="*/ 332122 h 1568555"/>
                  <a:gd name="connsiteX338" fmla="*/ 854255 w 1581788"/>
                  <a:gd name="connsiteY338" fmla="*/ 329533 h 1568555"/>
                  <a:gd name="connsiteX339" fmla="*/ 851810 w 1581788"/>
                  <a:gd name="connsiteY339" fmla="*/ 324355 h 1568555"/>
                  <a:gd name="connsiteX340" fmla="*/ 849221 w 1581788"/>
                  <a:gd name="connsiteY340" fmla="*/ 321910 h 1568555"/>
                  <a:gd name="connsiteX341" fmla="*/ 849221 w 1581788"/>
                  <a:gd name="connsiteY341" fmla="*/ 316588 h 1568555"/>
                  <a:gd name="connsiteX342" fmla="*/ 846488 w 1581788"/>
                  <a:gd name="connsiteY342" fmla="*/ 314143 h 1568555"/>
                  <a:gd name="connsiteX343" fmla="*/ 846488 w 1581788"/>
                  <a:gd name="connsiteY343" fmla="*/ 297601 h 1568555"/>
                  <a:gd name="connsiteX344" fmla="*/ 849221 w 1581788"/>
                  <a:gd name="connsiteY344" fmla="*/ 297601 h 1568555"/>
                  <a:gd name="connsiteX345" fmla="*/ 849221 w 1581788"/>
                  <a:gd name="connsiteY345" fmla="*/ 283217 h 1568555"/>
                  <a:gd name="connsiteX346" fmla="*/ 844043 w 1581788"/>
                  <a:gd name="connsiteY346" fmla="*/ 278327 h 1568555"/>
                  <a:gd name="connsiteX347" fmla="*/ 844043 w 1581788"/>
                  <a:gd name="connsiteY347" fmla="*/ 273005 h 1568555"/>
                  <a:gd name="connsiteX348" fmla="*/ 841597 w 1581788"/>
                  <a:gd name="connsiteY348" fmla="*/ 273005 h 1568555"/>
                  <a:gd name="connsiteX349" fmla="*/ 841597 w 1581788"/>
                  <a:gd name="connsiteY349" fmla="*/ 268115 h 1568555"/>
                  <a:gd name="connsiteX350" fmla="*/ 839152 w 1581788"/>
                  <a:gd name="connsiteY350" fmla="*/ 268115 h 1568555"/>
                  <a:gd name="connsiteX351" fmla="*/ 839152 w 1581788"/>
                  <a:gd name="connsiteY351" fmla="*/ 262792 h 1568555"/>
                  <a:gd name="connsiteX352" fmla="*/ 836275 w 1581788"/>
                  <a:gd name="connsiteY352" fmla="*/ 260347 h 1568555"/>
                  <a:gd name="connsiteX353" fmla="*/ 833830 w 1581788"/>
                  <a:gd name="connsiteY353" fmla="*/ 257902 h 1568555"/>
                  <a:gd name="connsiteX354" fmla="*/ 831385 w 1581788"/>
                  <a:gd name="connsiteY354" fmla="*/ 257902 h 1568555"/>
                  <a:gd name="connsiteX355" fmla="*/ 828939 w 1581788"/>
                  <a:gd name="connsiteY355" fmla="*/ 260347 h 1568555"/>
                  <a:gd name="connsiteX356" fmla="*/ 831385 w 1581788"/>
                  <a:gd name="connsiteY356" fmla="*/ 255313 h 1568555"/>
                  <a:gd name="connsiteX357" fmla="*/ 828939 w 1581788"/>
                  <a:gd name="connsiteY357" fmla="*/ 255313 h 1568555"/>
                  <a:gd name="connsiteX358" fmla="*/ 828939 w 1581788"/>
                  <a:gd name="connsiteY358" fmla="*/ 252580 h 1568555"/>
                  <a:gd name="connsiteX359" fmla="*/ 826350 w 1581788"/>
                  <a:gd name="connsiteY359" fmla="*/ 250135 h 1568555"/>
                  <a:gd name="connsiteX360" fmla="*/ 826350 w 1581788"/>
                  <a:gd name="connsiteY360" fmla="*/ 247689 h 1568555"/>
                  <a:gd name="connsiteX361" fmla="*/ 821604 w 1581788"/>
                  <a:gd name="connsiteY361" fmla="*/ 247689 h 1568555"/>
                  <a:gd name="connsiteX362" fmla="*/ 824049 w 1581788"/>
                  <a:gd name="connsiteY362" fmla="*/ 245100 h 1568555"/>
                  <a:gd name="connsiteX363" fmla="*/ 821604 w 1581788"/>
                  <a:gd name="connsiteY363" fmla="*/ 240066 h 1568555"/>
                  <a:gd name="connsiteX364" fmla="*/ 821604 w 1581788"/>
                  <a:gd name="connsiteY364" fmla="*/ 229854 h 1568555"/>
                  <a:gd name="connsiteX365" fmla="*/ 824049 w 1581788"/>
                  <a:gd name="connsiteY365" fmla="*/ 224819 h 1568555"/>
                  <a:gd name="connsiteX366" fmla="*/ 824049 w 1581788"/>
                  <a:gd name="connsiteY366" fmla="*/ 191593 h 1568555"/>
                  <a:gd name="connsiteX367" fmla="*/ 826782 w 1581788"/>
                  <a:gd name="connsiteY367" fmla="*/ 189004 h 1568555"/>
                  <a:gd name="connsiteX368" fmla="*/ 826782 w 1581788"/>
                  <a:gd name="connsiteY368" fmla="*/ 171167 h 1568555"/>
                  <a:gd name="connsiteX369" fmla="*/ 821604 w 1581788"/>
                  <a:gd name="connsiteY369" fmla="*/ 171167 h 1568555"/>
                  <a:gd name="connsiteX370" fmla="*/ 821604 w 1581788"/>
                  <a:gd name="connsiteY370" fmla="*/ 158366 h 1568555"/>
                  <a:gd name="connsiteX371" fmla="*/ 819159 w 1581788"/>
                  <a:gd name="connsiteY371" fmla="*/ 155921 h 1568555"/>
                  <a:gd name="connsiteX372" fmla="*/ 819159 w 1581788"/>
                  <a:gd name="connsiteY372" fmla="*/ 145708 h 1568555"/>
                  <a:gd name="connsiteX373" fmla="*/ 816569 w 1581788"/>
                  <a:gd name="connsiteY373" fmla="*/ 145708 h 1568555"/>
                  <a:gd name="connsiteX374" fmla="*/ 816569 w 1581788"/>
                  <a:gd name="connsiteY374" fmla="*/ 143263 h 1568555"/>
                  <a:gd name="connsiteX375" fmla="*/ 813837 w 1581788"/>
                  <a:gd name="connsiteY375" fmla="*/ 143263 h 1568555"/>
                  <a:gd name="connsiteX376" fmla="*/ 813837 w 1581788"/>
                  <a:gd name="connsiteY376" fmla="*/ 148153 h 1568555"/>
                  <a:gd name="connsiteX377" fmla="*/ 816569 w 1581788"/>
                  <a:gd name="connsiteY377" fmla="*/ 148153 h 1568555"/>
                  <a:gd name="connsiteX378" fmla="*/ 816569 w 1581788"/>
                  <a:gd name="connsiteY378" fmla="*/ 153476 h 1568555"/>
                  <a:gd name="connsiteX379" fmla="*/ 813837 w 1581788"/>
                  <a:gd name="connsiteY379" fmla="*/ 150886 h 1568555"/>
                  <a:gd name="connsiteX380" fmla="*/ 811391 w 1581788"/>
                  <a:gd name="connsiteY380" fmla="*/ 153476 h 1568555"/>
                  <a:gd name="connsiteX381" fmla="*/ 808946 w 1581788"/>
                  <a:gd name="connsiteY381" fmla="*/ 150886 h 1568555"/>
                  <a:gd name="connsiteX382" fmla="*/ 808946 w 1581788"/>
                  <a:gd name="connsiteY382" fmla="*/ 148153 h 1568555"/>
                  <a:gd name="connsiteX383" fmla="*/ 803624 w 1581788"/>
                  <a:gd name="connsiteY383" fmla="*/ 148153 h 1568555"/>
                  <a:gd name="connsiteX384" fmla="*/ 803624 w 1581788"/>
                  <a:gd name="connsiteY384" fmla="*/ 150886 h 1568555"/>
                  <a:gd name="connsiteX385" fmla="*/ 801179 w 1581788"/>
                  <a:gd name="connsiteY385" fmla="*/ 148153 h 1568555"/>
                  <a:gd name="connsiteX386" fmla="*/ 798734 w 1581788"/>
                  <a:gd name="connsiteY386" fmla="*/ 145708 h 1568555"/>
                  <a:gd name="connsiteX387" fmla="*/ 792836 w 1581788"/>
                  <a:gd name="connsiteY387" fmla="*/ 145708 h 1568555"/>
                  <a:gd name="connsiteX388" fmla="*/ 792836 w 1581788"/>
                  <a:gd name="connsiteY388" fmla="*/ 143263 h 1568555"/>
                  <a:gd name="connsiteX389" fmla="*/ 790391 w 1581788"/>
                  <a:gd name="connsiteY389" fmla="*/ 140674 h 1568555"/>
                  <a:gd name="connsiteX390" fmla="*/ 790391 w 1581788"/>
                  <a:gd name="connsiteY390" fmla="*/ 143263 h 1568555"/>
                  <a:gd name="connsiteX391" fmla="*/ 787946 w 1581788"/>
                  <a:gd name="connsiteY391" fmla="*/ 143263 h 1568555"/>
                  <a:gd name="connsiteX392" fmla="*/ 787946 w 1581788"/>
                  <a:gd name="connsiteY392" fmla="*/ 145708 h 1568555"/>
                  <a:gd name="connsiteX393" fmla="*/ 785357 w 1581788"/>
                  <a:gd name="connsiteY393" fmla="*/ 148153 h 1568555"/>
                  <a:gd name="connsiteX394" fmla="*/ 778452 w 1581788"/>
                  <a:gd name="connsiteY394" fmla="*/ 148153 h 1568555"/>
                  <a:gd name="connsiteX395" fmla="*/ 778452 w 1581788"/>
                  <a:gd name="connsiteY395" fmla="*/ 150886 h 1568555"/>
                  <a:gd name="connsiteX396" fmla="*/ 775863 w 1581788"/>
                  <a:gd name="connsiteY396" fmla="*/ 153476 h 1568555"/>
                  <a:gd name="connsiteX397" fmla="*/ 775863 w 1581788"/>
                  <a:gd name="connsiteY397" fmla="*/ 150886 h 1568555"/>
                  <a:gd name="connsiteX398" fmla="*/ 778452 w 1581788"/>
                  <a:gd name="connsiteY398" fmla="*/ 145708 h 1568555"/>
                  <a:gd name="connsiteX399" fmla="*/ 775863 w 1581788"/>
                  <a:gd name="connsiteY399" fmla="*/ 143263 h 1568555"/>
                  <a:gd name="connsiteX400" fmla="*/ 775863 w 1581788"/>
                  <a:gd name="connsiteY400" fmla="*/ 140674 h 1568555"/>
                  <a:gd name="connsiteX401" fmla="*/ 770685 w 1581788"/>
                  <a:gd name="connsiteY401" fmla="*/ 140674 h 1568555"/>
                  <a:gd name="connsiteX402" fmla="*/ 765651 w 1581788"/>
                  <a:gd name="connsiteY402" fmla="*/ 143263 h 1568555"/>
                  <a:gd name="connsiteX403" fmla="*/ 760473 w 1581788"/>
                  <a:gd name="connsiteY403" fmla="*/ 145708 h 1568555"/>
                  <a:gd name="connsiteX404" fmla="*/ 758027 w 1581788"/>
                  <a:gd name="connsiteY404" fmla="*/ 145708 h 1568555"/>
                  <a:gd name="connsiteX405" fmla="*/ 755582 w 1581788"/>
                  <a:gd name="connsiteY405" fmla="*/ 143263 h 1568555"/>
                  <a:gd name="connsiteX406" fmla="*/ 749685 w 1581788"/>
                  <a:gd name="connsiteY406" fmla="*/ 143263 h 1568555"/>
                  <a:gd name="connsiteX407" fmla="*/ 749685 w 1581788"/>
                  <a:gd name="connsiteY407" fmla="*/ 145708 h 1568555"/>
                  <a:gd name="connsiteX408" fmla="*/ 747239 w 1581788"/>
                  <a:gd name="connsiteY408" fmla="*/ 145708 h 1568555"/>
                  <a:gd name="connsiteX409" fmla="*/ 744794 w 1581788"/>
                  <a:gd name="connsiteY409" fmla="*/ 143263 h 1568555"/>
                  <a:gd name="connsiteX410" fmla="*/ 742205 w 1581788"/>
                  <a:gd name="connsiteY410" fmla="*/ 143263 h 1568555"/>
                  <a:gd name="connsiteX411" fmla="*/ 742205 w 1581788"/>
                  <a:gd name="connsiteY411" fmla="*/ 145708 h 1568555"/>
                  <a:gd name="connsiteX412" fmla="*/ 739472 w 1581788"/>
                  <a:gd name="connsiteY412" fmla="*/ 145708 h 1568555"/>
                  <a:gd name="connsiteX413" fmla="*/ 737027 w 1581788"/>
                  <a:gd name="connsiteY413" fmla="*/ 143263 h 1568555"/>
                  <a:gd name="connsiteX414" fmla="*/ 726814 w 1581788"/>
                  <a:gd name="connsiteY414" fmla="*/ 143263 h 1568555"/>
                  <a:gd name="connsiteX415" fmla="*/ 726814 w 1581788"/>
                  <a:gd name="connsiteY415" fmla="*/ 145708 h 1568555"/>
                  <a:gd name="connsiteX416" fmla="*/ 729260 w 1581788"/>
                  <a:gd name="connsiteY416" fmla="*/ 145708 h 1568555"/>
                  <a:gd name="connsiteX417" fmla="*/ 729260 w 1581788"/>
                  <a:gd name="connsiteY417" fmla="*/ 148153 h 1568555"/>
                  <a:gd name="connsiteX418" fmla="*/ 724369 w 1581788"/>
                  <a:gd name="connsiteY418" fmla="*/ 145708 h 1568555"/>
                  <a:gd name="connsiteX419" fmla="*/ 719047 w 1581788"/>
                  <a:gd name="connsiteY419" fmla="*/ 143263 h 1568555"/>
                  <a:gd name="connsiteX420" fmla="*/ 714157 w 1581788"/>
                  <a:gd name="connsiteY420" fmla="*/ 140674 h 1568555"/>
                  <a:gd name="connsiteX421" fmla="*/ 711568 w 1581788"/>
                  <a:gd name="connsiteY421" fmla="*/ 140674 h 1568555"/>
                  <a:gd name="connsiteX422" fmla="*/ 706389 w 1581788"/>
                  <a:gd name="connsiteY422" fmla="*/ 143263 h 1568555"/>
                  <a:gd name="connsiteX423" fmla="*/ 706389 w 1581788"/>
                  <a:gd name="connsiteY423" fmla="*/ 145708 h 1568555"/>
                  <a:gd name="connsiteX424" fmla="*/ 701355 w 1581788"/>
                  <a:gd name="connsiteY424" fmla="*/ 148153 h 1568555"/>
                  <a:gd name="connsiteX425" fmla="*/ 698622 w 1581788"/>
                  <a:gd name="connsiteY425" fmla="*/ 148153 h 1568555"/>
                  <a:gd name="connsiteX426" fmla="*/ 693732 w 1581788"/>
                  <a:gd name="connsiteY426" fmla="*/ 145708 h 1568555"/>
                  <a:gd name="connsiteX427" fmla="*/ 691142 w 1581788"/>
                  <a:gd name="connsiteY427" fmla="*/ 145708 h 1568555"/>
                  <a:gd name="connsiteX428" fmla="*/ 688410 w 1581788"/>
                  <a:gd name="connsiteY428" fmla="*/ 148153 h 1568555"/>
                  <a:gd name="connsiteX429" fmla="*/ 685964 w 1581788"/>
                  <a:gd name="connsiteY429" fmla="*/ 145708 h 1568555"/>
                  <a:gd name="connsiteX430" fmla="*/ 685964 w 1581788"/>
                  <a:gd name="connsiteY430" fmla="*/ 148153 h 1568555"/>
                  <a:gd name="connsiteX431" fmla="*/ 678485 w 1581788"/>
                  <a:gd name="connsiteY431" fmla="*/ 148153 h 1568555"/>
                  <a:gd name="connsiteX432" fmla="*/ 678485 w 1581788"/>
                  <a:gd name="connsiteY432" fmla="*/ 150886 h 1568555"/>
                  <a:gd name="connsiteX433" fmla="*/ 675752 w 1581788"/>
                  <a:gd name="connsiteY433" fmla="*/ 153476 h 1568555"/>
                  <a:gd name="connsiteX434" fmla="*/ 660649 w 1581788"/>
                  <a:gd name="connsiteY434" fmla="*/ 153476 h 1568555"/>
                  <a:gd name="connsiteX435" fmla="*/ 660649 w 1581788"/>
                  <a:gd name="connsiteY435" fmla="*/ 155921 h 1568555"/>
                  <a:gd name="connsiteX436" fmla="*/ 658060 w 1581788"/>
                  <a:gd name="connsiteY436" fmla="*/ 155921 h 1568555"/>
                  <a:gd name="connsiteX437" fmla="*/ 652882 w 1581788"/>
                  <a:gd name="connsiteY437" fmla="*/ 153476 h 1568555"/>
                  <a:gd name="connsiteX438" fmla="*/ 647847 w 1581788"/>
                  <a:gd name="connsiteY438" fmla="*/ 153476 h 1568555"/>
                  <a:gd name="connsiteX439" fmla="*/ 645114 w 1581788"/>
                  <a:gd name="connsiteY439" fmla="*/ 150886 h 1568555"/>
                  <a:gd name="connsiteX440" fmla="*/ 642669 w 1581788"/>
                  <a:gd name="connsiteY440" fmla="*/ 150886 h 1568555"/>
                  <a:gd name="connsiteX441" fmla="*/ 642669 w 1581788"/>
                  <a:gd name="connsiteY441" fmla="*/ 153476 h 1568555"/>
                  <a:gd name="connsiteX442" fmla="*/ 637635 w 1581788"/>
                  <a:gd name="connsiteY442" fmla="*/ 153476 h 1568555"/>
                  <a:gd name="connsiteX443" fmla="*/ 634902 w 1581788"/>
                  <a:gd name="connsiteY443" fmla="*/ 150886 h 1568555"/>
                  <a:gd name="connsiteX444" fmla="*/ 634902 w 1581788"/>
                  <a:gd name="connsiteY444" fmla="*/ 148153 h 1568555"/>
                  <a:gd name="connsiteX445" fmla="*/ 632457 w 1581788"/>
                  <a:gd name="connsiteY445" fmla="*/ 145708 h 1568555"/>
                  <a:gd name="connsiteX446" fmla="*/ 627422 w 1581788"/>
                  <a:gd name="connsiteY446" fmla="*/ 145708 h 1568555"/>
                  <a:gd name="connsiteX447" fmla="*/ 627422 w 1581788"/>
                  <a:gd name="connsiteY447" fmla="*/ 143263 h 1568555"/>
                  <a:gd name="connsiteX448" fmla="*/ 620230 w 1581788"/>
                  <a:gd name="connsiteY448" fmla="*/ 143263 h 1568555"/>
                  <a:gd name="connsiteX449" fmla="*/ 617641 w 1581788"/>
                  <a:gd name="connsiteY449" fmla="*/ 140674 h 1568555"/>
                  <a:gd name="connsiteX450" fmla="*/ 614908 w 1581788"/>
                  <a:gd name="connsiteY450" fmla="*/ 140674 h 1568555"/>
                  <a:gd name="connsiteX451" fmla="*/ 612463 w 1581788"/>
                  <a:gd name="connsiteY451" fmla="*/ 137941 h 1568555"/>
                  <a:gd name="connsiteX452" fmla="*/ 610018 w 1581788"/>
                  <a:gd name="connsiteY452" fmla="*/ 135496 h 1568555"/>
                  <a:gd name="connsiteX453" fmla="*/ 607429 w 1581788"/>
                  <a:gd name="connsiteY453" fmla="*/ 135496 h 1568555"/>
                  <a:gd name="connsiteX454" fmla="*/ 607429 w 1581788"/>
                  <a:gd name="connsiteY454" fmla="*/ 133050 h 1568555"/>
                  <a:gd name="connsiteX455" fmla="*/ 604983 w 1581788"/>
                  <a:gd name="connsiteY455" fmla="*/ 130461 h 1568555"/>
                  <a:gd name="connsiteX456" fmla="*/ 599805 w 1581788"/>
                  <a:gd name="connsiteY456" fmla="*/ 127728 h 1568555"/>
                  <a:gd name="connsiteX457" fmla="*/ 599805 w 1581788"/>
                  <a:gd name="connsiteY457" fmla="*/ 124995 h 1568555"/>
                  <a:gd name="connsiteX458" fmla="*/ 592038 w 1581788"/>
                  <a:gd name="connsiteY458" fmla="*/ 122550 h 1568555"/>
                  <a:gd name="connsiteX459" fmla="*/ 589593 w 1581788"/>
                  <a:gd name="connsiteY459" fmla="*/ 122550 h 1568555"/>
                  <a:gd name="connsiteX460" fmla="*/ 584558 w 1581788"/>
                  <a:gd name="connsiteY460" fmla="*/ 120105 h 1568555"/>
                  <a:gd name="connsiteX461" fmla="*/ 581826 w 1581788"/>
                  <a:gd name="connsiteY461" fmla="*/ 117228 h 1568555"/>
                  <a:gd name="connsiteX462" fmla="*/ 579380 w 1581788"/>
                  <a:gd name="connsiteY462" fmla="*/ 117228 h 1568555"/>
                  <a:gd name="connsiteX463" fmla="*/ 576935 w 1581788"/>
                  <a:gd name="connsiteY463" fmla="*/ 114783 h 1568555"/>
                  <a:gd name="connsiteX464" fmla="*/ 558955 w 1581788"/>
                  <a:gd name="connsiteY464" fmla="*/ 114783 h 1568555"/>
                  <a:gd name="connsiteX465" fmla="*/ 556510 w 1581788"/>
                  <a:gd name="connsiteY465" fmla="*/ 112338 h 1568555"/>
                  <a:gd name="connsiteX466" fmla="*/ 553921 w 1581788"/>
                  <a:gd name="connsiteY466" fmla="*/ 112338 h 1568555"/>
                  <a:gd name="connsiteX467" fmla="*/ 546297 w 1581788"/>
                  <a:gd name="connsiteY467" fmla="*/ 107016 h 1568555"/>
                  <a:gd name="connsiteX468" fmla="*/ 538530 w 1581788"/>
                  <a:gd name="connsiteY468" fmla="*/ 104570 h 1568555"/>
                  <a:gd name="connsiteX469" fmla="*/ 536085 w 1581788"/>
                  <a:gd name="connsiteY469" fmla="*/ 102125 h 1568555"/>
                  <a:gd name="connsiteX470" fmla="*/ 531051 w 1581788"/>
                  <a:gd name="connsiteY470" fmla="*/ 102125 h 1568555"/>
                  <a:gd name="connsiteX471" fmla="*/ 520838 w 1581788"/>
                  <a:gd name="connsiteY471" fmla="*/ 99680 h 1568555"/>
                  <a:gd name="connsiteX472" fmla="*/ 515660 w 1581788"/>
                  <a:gd name="connsiteY472" fmla="*/ 94358 h 1568555"/>
                  <a:gd name="connsiteX473" fmla="*/ 513071 w 1581788"/>
                  <a:gd name="connsiteY473" fmla="*/ 96947 h 1568555"/>
                  <a:gd name="connsiteX474" fmla="*/ 510626 w 1581788"/>
                  <a:gd name="connsiteY474" fmla="*/ 96947 h 1568555"/>
                  <a:gd name="connsiteX475" fmla="*/ 510626 w 1581788"/>
                  <a:gd name="connsiteY475" fmla="*/ 94358 h 1568555"/>
                  <a:gd name="connsiteX476" fmla="*/ 507893 w 1581788"/>
                  <a:gd name="connsiteY476" fmla="*/ 96947 h 1568555"/>
                  <a:gd name="connsiteX477" fmla="*/ 505447 w 1581788"/>
                  <a:gd name="connsiteY477" fmla="*/ 94358 h 1568555"/>
                  <a:gd name="connsiteX478" fmla="*/ 495235 w 1581788"/>
                  <a:gd name="connsiteY478" fmla="*/ 94358 h 1568555"/>
                  <a:gd name="connsiteX479" fmla="*/ 487468 w 1581788"/>
                  <a:gd name="connsiteY479" fmla="*/ 91913 h 1568555"/>
                  <a:gd name="connsiteX480" fmla="*/ 487468 w 1581788"/>
                  <a:gd name="connsiteY480" fmla="*/ 94358 h 1568555"/>
                  <a:gd name="connsiteX481" fmla="*/ 485022 w 1581788"/>
                  <a:gd name="connsiteY481" fmla="*/ 91913 h 1568555"/>
                  <a:gd name="connsiteX482" fmla="*/ 477255 w 1581788"/>
                  <a:gd name="connsiteY482" fmla="*/ 86734 h 1568555"/>
                  <a:gd name="connsiteX483" fmla="*/ 479988 w 1581788"/>
                  <a:gd name="connsiteY483" fmla="*/ 84145 h 1568555"/>
                  <a:gd name="connsiteX484" fmla="*/ 476392 w 1581788"/>
                  <a:gd name="connsiteY484" fmla="*/ 84145 h 1568555"/>
                  <a:gd name="connsiteX485" fmla="*/ 473947 w 1581788"/>
                  <a:gd name="connsiteY485" fmla="*/ 81700 h 1568555"/>
                  <a:gd name="connsiteX486" fmla="*/ 468912 w 1581788"/>
                  <a:gd name="connsiteY486" fmla="*/ 81700 h 1568555"/>
                  <a:gd name="connsiteX487" fmla="*/ 468912 w 1581788"/>
                  <a:gd name="connsiteY487" fmla="*/ 79255 h 1568555"/>
                  <a:gd name="connsiteX488" fmla="*/ 466179 w 1581788"/>
                  <a:gd name="connsiteY488" fmla="*/ 79255 h 1568555"/>
                  <a:gd name="connsiteX489" fmla="*/ 461289 w 1581788"/>
                  <a:gd name="connsiteY489" fmla="*/ 69042 h 1568555"/>
                  <a:gd name="connsiteX490" fmla="*/ 461289 w 1581788"/>
                  <a:gd name="connsiteY490" fmla="*/ 66453 h 1568555"/>
                  <a:gd name="connsiteX491" fmla="*/ 458700 w 1581788"/>
                  <a:gd name="connsiteY491" fmla="*/ 61275 h 1568555"/>
                  <a:gd name="connsiteX492" fmla="*/ 453522 w 1581788"/>
                  <a:gd name="connsiteY492" fmla="*/ 58830 h 1568555"/>
                  <a:gd name="connsiteX493" fmla="*/ 453522 w 1581788"/>
                  <a:gd name="connsiteY493" fmla="*/ 56241 h 1568555"/>
                  <a:gd name="connsiteX494" fmla="*/ 451077 w 1581788"/>
                  <a:gd name="connsiteY494" fmla="*/ 51063 h 1568555"/>
                  <a:gd name="connsiteX495" fmla="*/ 448487 w 1581788"/>
                  <a:gd name="connsiteY495" fmla="*/ 51063 h 1568555"/>
                  <a:gd name="connsiteX496" fmla="*/ 446042 w 1581788"/>
                  <a:gd name="connsiteY496" fmla="*/ 48617 h 1568555"/>
                  <a:gd name="connsiteX497" fmla="*/ 443309 w 1581788"/>
                  <a:gd name="connsiteY497" fmla="*/ 46028 h 1568555"/>
                  <a:gd name="connsiteX498" fmla="*/ 443309 w 1581788"/>
                  <a:gd name="connsiteY498" fmla="*/ 43295 h 1568555"/>
                  <a:gd name="connsiteX499" fmla="*/ 440864 w 1581788"/>
                  <a:gd name="connsiteY499" fmla="*/ 40850 h 1568555"/>
                  <a:gd name="connsiteX500" fmla="*/ 433097 w 1581788"/>
                  <a:gd name="connsiteY500" fmla="*/ 35960 h 1568555"/>
                  <a:gd name="connsiteX501" fmla="*/ 428062 w 1581788"/>
                  <a:gd name="connsiteY501" fmla="*/ 35960 h 1568555"/>
                  <a:gd name="connsiteX502" fmla="*/ 422884 w 1581788"/>
                  <a:gd name="connsiteY502" fmla="*/ 33083 h 1568555"/>
                  <a:gd name="connsiteX503" fmla="*/ 420439 w 1581788"/>
                  <a:gd name="connsiteY503" fmla="*/ 33083 h 1568555"/>
                  <a:gd name="connsiteX504" fmla="*/ 420439 w 1581788"/>
                  <a:gd name="connsiteY504" fmla="*/ 30638 h 1568555"/>
                  <a:gd name="connsiteX505" fmla="*/ 415405 w 1581788"/>
                  <a:gd name="connsiteY505" fmla="*/ 30638 h 1568555"/>
                  <a:gd name="connsiteX506" fmla="*/ 415405 w 1581788"/>
                  <a:gd name="connsiteY506" fmla="*/ 28192 h 1568555"/>
                  <a:gd name="connsiteX507" fmla="*/ 412672 w 1581788"/>
                  <a:gd name="connsiteY507" fmla="*/ 28192 h 1568555"/>
                  <a:gd name="connsiteX508" fmla="*/ 410226 w 1581788"/>
                  <a:gd name="connsiteY508" fmla="*/ 25747 h 1568555"/>
                  <a:gd name="connsiteX509" fmla="*/ 410226 w 1581788"/>
                  <a:gd name="connsiteY509" fmla="*/ 23014 h 1568555"/>
                  <a:gd name="connsiteX510" fmla="*/ 407781 w 1581788"/>
                  <a:gd name="connsiteY510" fmla="*/ 23014 h 1568555"/>
                  <a:gd name="connsiteX511" fmla="*/ 407781 w 1581788"/>
                  <a:gd name="connsiteY511" fmla="*/ 20425 h 1568555"/>
                  <a:gd name="connsiteX512" fmla="*/ 402459 w 1581788"/>
                  <a:gd name="connsiteY512" fmla="*/ 20425 h 1568555"/>
                  <a:gd name="connsiteX513" fmla="*/ 400014 w 1581788"/>
                  <a:gd name="connsiteY513" fmla="*/ 17980 h 1568555"/>
                  <a:gd name="connsiteX514" fmla="*/ 397569 w 1581788"/>
                  <a:gd name="connsiteY514" fmla="*/ 17980 h 1568555"/>
                  <a:gd name="connsiteX515" fmla="*/ 394980 w 1581788"/>
                  <a:gd name="connsiteY515" fmla="*/ 15535 h 1568555"/>
                  <a:gd name="connsiteX516" fmla="*/ 394980 w 1581788"/>
                  <a:gd name="connsiteY516" fmla="*/ 12802 h 1568555"/>
                  <a:gd name="connsiteX517" fmla="*/ 392247 w 1581788"/>
                  <a:gd name="connsiteY517" fmla="*/ 12802 h 1568555"/>
                  <a:gd name="connsiteX518" fmla="*/ 387356 w 1581788"/>
                  <a:gd name="connsiteY518" fmla="*/ 7767 h 1568555"/>
                  <a:gd name="connsiteX519" fmla="*/ 384767 w 1581788"/>
                  <a:gd name="connsiteY519" fmla="*/ 7767 h 1568555"/>
                  <a:gd name="connsiteX520" fmla="*/ 384767 w 1581788"/>
                  <a:gd name="connsiteY520" fmla="*/ 2589 h 1568555"/>
                  <a:gd name="connsiteX521" fmla="*/ 382322 w 1581788"/>
                  <a:gd name="connsiteY521" fmla="*/ 2589 h 1568555"/>
                  <a:gd name="connsiteX522" fmla="*/ 382322 w 1581788"/>
                  <a:gd name="connsiteY522" fmla="*/ 0 h 1568555"/>
                  <a:gd name="connsiteX523" fmla="*/ 379589 w 1581788"/>
                  <a:gd name="connsiteY523" fmla="*/ 2589 h 1568555"/>
                  <a:gd name="connsiteX524" fmla="*/ 375705 w 1581788"/>
                  <a:gd name="connsiteY524" fmla="*/ 2589 h 1568555"/>
                  <a:gd name="connsiteX525" fmla="*/ 370527 w 1581788"/>
                  <a:gd name="connsiteY525" fmla="*/ 7767 h 1568555"/>
                  <a:gd name="connsiteX526" fmla="*/ 319465 w 1581788"/>
                  <a:gd name="connsiteY526" fmla="*/ 76666 h 1568555"/>
                  <a:gd name="connsiteX527" fmla="*/ 311985 w 1581788"/>
                  <a:gd name="connsiteY527" fmla="*/ 86734 h 1568555"/>
                  <a:gd name="connsiteX528" fmla="*/ 301773 w 1581788"/>
                  <a:gd name="connsiteY528" fmla="*/ 99680 h 1568555"/>
                  <a:gd name="connsiteX529" fmla="*/ 299327 w 1581788"/>
                  <a:gd name="connsiteY529" fmla="*/ 102125 h 1568555"/>
                  <a:gd name="connsiteX530" fmla="*/ 260635 w 1581788"/>
                  <a:gd name="connsiteY530" fmla="*/ 150311 h 1568555"/>
                  <a:gd name="connsiteX531" fmla="*/ 222374 w 1581788"/>
                  <a:gd name="connsiteY531" fmla="*/ 201086 h 1568555"/>
                  <a:gd name="connsiteX532" fmla="*/ 207127 w 1581788"/>
                  <a:gd name="connsiteY532" fmla="*/ 219066 h 1568555"/>
                  <a:gd name="connsiteX533" fmla="*/ 204682 w 1581788"/>
                  <a:gd name="connsiteY533" fmla="*/ 221511 h 1568555"/>
                  <a:gd name="connsiteX534" fmla="*/ 204682 w 1581788"/>
                  <a:gd name="connsiteY534" fmla="*/ 224244 h 1568555"/>
                  <a:gd name="connsiteX535" fmla="*/ 201949 w 1581788"/>
                  <a:gd name="connsiteY535" fmla="*/ 226833 h 1568555"/>
                  <a:gd name="connsiteX536" fmla="*/ 201949 w 1581788"/>
                  <a:gd name="connsiteY536" fmla="*/ 229278 h 1568555"/>
                  <a:gd name="connsiteX537" fmla="*/ 171311 w 1581788"/>
                  <a:gd name="connsiteY537" fmla="*/ 267683 h 1568555"/>
                  <a:gd name="connsiteX538" fmla="*/ 168866 w 1581788"/>
                  <a:gd name="connsiteY538" fmla="*/ 272574 h 1568555"/>
                  <a:gd name="connsiteX539" fmla="*/ 166421 w 1581788"/>
                  <a:gd name="connsiteY539" fmla="*/ 272574 h 1568555"/>
                  <a:gd name="connsiteX540" fmla="*/ 156208 w 1581788"/>
                  <a:gd name="connsiteY540" fmla="*/ 288108 h 1568555"/>
                  <a:gd name="connsiteX541" fmla="*/ 153619 w 1581788"/>
                  <a:gd name="connsiteY541" fmla="*/ 290553 h 1568555"/>
                  <a:gd name="connsiteX542" fmla="*/ 140961 w 1581788"/>
                  <a:gd name="connsiteY542" fmla="*/ 308389 h 1568555"/>
                  <a:gd name="connsiteX543" fmla="*/ 138229 w 1581788"/>
                  <a:gd name="connsiteY543" fmla="*/ 310978 h 1568555"/>
                  <a:gd name="connsiteX544" fmla="*/ 130749 w 1581788"/>
                  <a:gd name="connsiteY544" fmla="*/ 321191 h 1568555"/>
                  <a:gd name="connsiteX545" fmla="*/ 128016 w 1581788"/>
                  <a:gd name="connsiteY545" fmla="*/ 326081 h 1568555"/>
                  <a:gd name="connsiteX546" fmla="*/ 125571 w 1581788"/>
                  <a:gd name="connsiteY546" fmla="*/ 326081 h 1568555"/>
                  <a:gd name="connsiteX547" fmla="*/ 120536 w 1581788"/>
                  <a:gd name="connsiteY547" fmla="*/ 333848 h 1568555"/>
                  <a:gd name="connsiteX548" fmla="*/ 112769 w 1581788"/>
                  <a:gd name="connsiteY548" fmla="*/ 344061 h 1568555"/>
                  <a:gd name="connsiteX549" fmla="*/ 110324 w 1581788"/>
                  <a:gd name="connsiteY549" fmla="*/ 349095 h 1568555"/>
                  <a:gd name="connsiteX550" fmla="*/ 105146 w 1581788"/>
                  <a:gd name="connsiteY550" fmla="*/ 356719 h 1568555"/>
                  <a:gd name="connsiteX551" fmla="*/ 102556 w 1581788"/>
                  <a:gd name="connsiteY551" fmla="*/ 359308 h 1568555"/>
                  <a:gd name="connsiteX552" fmla="*/ 100111 w 1581788"/>
                  <a:gd name="connsiteY552" fmla="*/ 359308 h 1568555"/>
                  <a:gd name="connsiteX553" fmla="*/ 100111 w 1581788"/>
                  <a:gd name="connsiteY553" fmla="*/ 362041 h 1568555"/>
                  <a:gd name="connsiteX554" fmla="*/ 97378 w 1581788"/>
                  <a:gd name="connsiteY554" fmla="*/ 364486 h 1568555"/>
                  <a:gd name="connsiteX555" fmla="*/ 94933 w 1581788"/>
                  <a:gd name="connsiteY555" fmla="*/ 366931 h 1568555"/>
                  <a:gd name="connsiteX556" fmla="*/ 94933 w 1581788"/>
                  <a:gd name="connsiteY556" fmla="*/ 369520 h 1568555"/>
                  <a:gd name="connsiteX557" fmla="*/ 92344 w 1581788"/>
                  <a:gd name="connsiteY557" fmla="*/ 369520 h 1568555"/>
                  <a:gd name="connsiteX558" fmla="*/ 89899 w 1581788"/>
                  <a:gd name="connsiteY558" fmla="*/ 372397 h 1568555"/>
                  <a:gd name="connsiteX559" fmla="*/ 87454 w 1581788"/>
                  <a:gd name="connsiteY559" fmla="*/ 374842 h 1568555"/>
                  <a:gd name="connsiteX560" fmla="*/ 84721 w 1581788"/>
                  <a:gd name="connsiteY560" fmla="*/ 377288 h 1568555"/>
                  <a:gd name="connsiteX561" fmla="*/ 79686 w 1581788"/>
                  <a:gd name="connsiteY561" fmla="*/ 385055 h 1568555"/>
                  <a:gd name="connsiteX562" fmla="*/ 59261 w 1581788"/>
                  <a:gd name="connsiteY562" fmla="*/ 405336 h 1568555"/>
                  <a:gd name="connsiteX563" fmla="*/ 46603 w 1581788"/>
                  <a:gd name="connsiteY563" fmla="*/ 417994 h 1568555"/>
                  <a:gd name="connsiteX564" fmla="*/ 17836 w 1581788"/>
                  <a:gd name="connsiteY564" fmla="*/ 446761 h 1568555"/>
                  <a:gd name="connsiteX565" fmla="*/ 0 w 1581788"/>
                  <a:gd name="connsiteY565" fmla="*/ 464310 h 1568555"/>
                  <a:gd name="connsiteX566" fmla="*/ 0 w 1581788"/>
                  <a:gd name="connsiteY566" fmla="*/ 558668 h 1568555"/>
                  <a:gd name="connsiteX567" fmla="*/ 2733 w 1581788"/>
                  <a:gd name="connsiteY567" fmla="*/ 579093 h 1568555"/>
                  <a:gd name="connsiteX568" fmla="*/ 2733 w 1581788"/>
                  <a:gd name="connsiteY568" fmla="*/ 826638 h 1568555"/>
                  <a:gd name="connsiteX569" fmla="*/ 5178 w 1581788"/>
                  <a:gd name="connsiteY569" fmla="*/ 826638 h 1568555"/>
                  <a:gd name="connsiteX570" fmla="*/ 5178 w 1581788"/>
                  <a:gd name="connsiteY570" fmla="*/ 841741 h 1568555"/>
                  <a:gd name="connsiteX571" fmla="*/ 2733 w 1581788"/>
                  <a:gd name="connsiteY571" fmla="*/ 841741 h 1568555"/>
                  <a:gd name="connsiteX572" fmla="*/ 2733 w 1581788"/>
                  <a:gd name="connsiteY572" fmla="*/ 844186 h 1568555"/>
                  <a:gd name="connsiteX573" fmla="*/ 5178 w 1581788"/>
                  <a:gd name="connsiteY573" fmla="*/ 844186 h 1568555"/>
                  <a:gd name="connsiteX574" fmla="*/ 5178 w 1581788"/>
                  <a:gd name="connsiteY574" fmla="*/ 846775 h 1568555"/>
                  <a:gd name="connsiteX575" fmla="*/ 20425 w 1581788"/>
                  <a:gd name="connsiteY575" fmla="*/ 846775 h 1568555"/>
                  <a:gd name="connsiteX576" fmla="*/ 22870 w 1581788"/>
                  <a:gd name="connsiteY576" fmla="*/ 849221 h 1568555"/>
                  <a:gd name="connsiteX577" fmla="*/ 28048 w 1581788"/>
                  <a:gd name="connsiteY577" fmla="*/ 849221 h 1568555"/>
                  <a:gd name="connsiteX578" fmla="*/ 28048 w 1581788"/>
                  <a:gd name="connsiteY578" fmla="*/ 861879 h 1568555"/>
                  <a:gd name="connsiteX579" fmla="*/ 30494 w 1581788"/>
                  <a:gd name="connsiteY579" fmla="*/ 861879 h 1568555"/>
                  <a:gd name="connsiteX580" fmla="*/ 30494 w 1581788"/>
                  <a:gd name="connsiteY580" fmla="*/ 872091 h 1568555"/>
                  <a:gd name="connsiteX581" fmla="*/ 32939 w 1581788"/>
                  <a:gd name="connsiteY581" fmla="*/ 872091 h 1568555"/>
                  <a:gd name="connsiteX582" fmla="*/ 32939 w 1581788"/>
                  <a:gd name="connsiteY582" fmla="*/ 884749 h 1568555"/>
                  <a:gd name="connsiteX583" fmla="*/ 35672 w 1581788"/>
                  <a:gd name="connsiteY583" fmla="*/ 884749 h 1568555"/>
                  <a:gd name="connsiteX584" fmla="*/ 35672 w 1581788"/>
                  <a:gd name="connsiteY584" fmla="*/ 892516 h 1568555"/>
                  <a:gd name="connsiteX585" fmla="*/ 38117 w 1581788"/>
                  <a:gd name="connsiteY585" fmla="*/ 892516 h 1568555"/>
                  <a:gd name="connsiteX586" fmla="*/ 38117 w 1581788"/>
                  <a:gd name="connsiteY586" fmla="*/ 902729 h 1568555"/>
                  <a:gd name="connsiteX587" fmla="*/ 35672 w 1581788"/>
                  <a:gd name="connsiteY587" fmla="*/ 902729 h 1568555"/>
                  <a:gd name="connsiteX588" fmla="*/ 35672 w 1581788"/>
                  <a:gd name="connsiteY588" fmla="*/ 905174 h 1568555"/>
                  <a:gd name="connsiteX589" fmla="*/ 38117 w 1581788"/>
                  <a:gd name="connsiteY589" fmla="*/ 905174 h 1568555"/>
                  <a:gd name="connsiteX590" fmla="*/ 38117 w 1581788"/>
                  <a:gd name="connsiteY590" fmla="*/ 910496 h 1568555"/>
                  <a:gd name="connsiteX591" fmla="*/ 40706 w 1581788"/>
                  <a:gd name="connsiteY591" fmla="*/ 910496 h 1568555"/>
                  <a:gd name="connsiteX592" fmla="*/ 40706 w 1581788"/>
                  <a:gd name="connsiteY592" fmla="*/ 912941 h 1568555"/>
                  <a:gd name="connsiteX593" fmla="*/ 43151 w 1581788"/>
                  <a:gd name="connsiteY593" fmla="*/ 912941 h 1568555"/>
                  <a:gd name="connsiteX594" fmla="*/ 43151 w 1581788"/>
                  <a:gd name="connsiteY594" fmla="*/ 915387 h 1568555"/>
                  <a:gd name="connsiteX595" fmla="*/ 48330 w 1581788"/>
                  <a:gd name="connsiteY595" fmla="*/ 915387 h 1568555"/>
                  <a:gd name="connsiteX596" fmla="*/ 48330 w 1581788"/>
                  <a:gd name="connsiteY596" fmla="*/ 918120 h 1568555"/>
                  <a:gd name="connsiteX597" fmla="*/ 56097 w 1581788"/>
                  <a:gd name="connsiteY597" fmla="*/ 918120 h 1568555"/>
                  <a:gd name="connsiteX598" fmla="*/ 56097 w 1581788"/>
                  <a:gd name="connsiteY598" fmla="*/ 915387 h 1568555"/>
                  <a:gd name="connsiteX599" fmla="*/ 61131 w 1581788"/>
                  <a:gd name="connsiteY599" fmla="*/ 915387 h 1568555"/>
                  <a:gd name="connsiteX600" fmla="*/ 61131 w 1581788"/>
                  <a:gd name="connsiteY600" fmla="*/ 918120 h 1568555"/>
                  <a:gd name="connsiteX601" fmla="*/ 63576 w 1581788"/>
                  <a:gd name="connsiteY601" fmla="*/ 918120 h 1568555"/>
                  <a:gd name="connsiteX602" fmla="*/ 66309 w 1581788"/>
                  <a:gd name="connsiteY602" fmla="*/ 915387 h 1568555"/>
                  <a:gd name="connsiteX603" fmla="*/ 68755 w 1581788"/>
                  <a:gd name="connsiteY603" fmla="*/ 918120 h 1568555"/>
                  <a:gd name="connsiteX604" fmla="*/ 68755 w 1581788"/>
                  <a:gd name="connsiteY604" fmla="*/ 923154 h 1568555"/>
                  <a:gd name="connsiteX605" fmla="*/ 99392 w 1581788"/>
                  <a:gd name="connsiteY605" fmla="*/ 923154 h 1568555"/>
                  <a:gd name="connsiteX606" fmla="*/ 99392 w 1581788"/>
                  <a:gd name="connsiteY606" fmla="*/ 925599 h 1568555"/>
                  <a:gd name="connsiteX607" fmla="*/ 102413 w 1581788"/>
                  <a:gd name="connsiteY607" fmla="*/ 925599 h 1568555"/>
                  <a:gd name="connsiteX608" fmla="*/ 102413 w 1581788"/>
                  <a:gd name="connsiteY608" fmla="*/ 935811 h 1568555"/>
                  <a:gd name="connsiteX609" fmla="*/ 120393 w 1581788"/>
                  <a:gd name="connsiteY609" fmla="*/ 935811 h 1568555"/>
                  <a:gd name="connsiteX610" fmla="*/ 120393 w 1581788"/>
                  <a:gd name="connsiteY610" fmla="*/ 933366 h 1568555"/>
                  <a:gd name="connsiteX611" fmla="*/ 127872 w 1581788"/>
                  <a:gd name="connsiteY611" fmla="*/ 933366 h 1568555"/>
                  <a:gd name="connsiteX612" fmla="*/ 127872 w 1581788"/>
                  <a:gd name="connsiteY612" fmla="*/ 928332 h 1568555"/>
                  <a:gd name="connsiteX613" fmla="*/ 131180 w 1581788"/>
                  <a:gd name="connsiteY613" fmla="*/ 928332 h 1568555"/>
                  <a:gd name="connsiteX614" fmla="*/ 131180 w 1581788"/>
                  <a:gd name="connsiteY614" fmla="*/ 925599 h 1568555"/>
                  <a:gd name="connsiteX615" fmla="*/ 136215 w 1581788"/>
                  <a:gd name="connsiteY615" fmla="*/ 925599 h 1568555"/>
                  <a:gd name="connsiteX616" fmla="*/ 136215 w 1581788"/>
                  <a:gd name="connsiteY616" fmla="*/ 923154 h 1568555"/>
                  <a:gd name="connsiteX617" fmla="*/ 141393 w 1581788"/>
                  <a:gd name="connsiteY617" fmla="*/ 923154 h 1568555"/>
                  <a:gd name="connsiteX618" fmla="*/ 141393 w 1581788"/>
                  <a:gd name="connsiteY618" fmla="*/ 920709 h 1568555"/>
                  <a:gd name="connsiteX619" fmla="*/ 145564 w 1581788"/>
                  <a:gd name="connsiteY619" fmla="*/ 920709 h 1568555"/>
                  <a:gd name="connsiteX620" fmla="*/ 145564 w 1581788"/>
                  <a:gd name="connsiteY620" fmla="*/ 923154 h 1568555"/>
                  <a:gd name="connsiteX621" fmla="*/ 163400 w 1581788"/>
                  <a:gd name="connsiteY621" fmla="*/ 923154 h 1568555"/>
                  <a:gd name="connsiteX622" fmla="*/ 163400 w 1581788"/>
                  <a:gd name="connsiteY622" fmla="*/ 925599 h 1568555"/>
                  <a:gd name="connsiteX623" fmla="*/ 168434 w 1581788"/>
                  <a:gd name="connsiteY623" fmla="*/ 925599 h 1568555"/>
                  <a:gd name="connsiteX624" fmla="*/ 170880 w 1581788"/>
                  <a:gd name="connsiteY624" fmla="*/ 928332 h 1568555"/>
                  <a:gd name="connsiteX625" fmla="*/ 176058 w 1581788"/>
                  <a:gd name="connsiteY625" fmla="*/ 928332 h 1568555"/>
                  <a:gd name="connsiteX626" fmla="*/ 176058 w 1581788"/>
                  <a:gd name="connsiteY626" fmla="*/ 930489 h 1568555"/>
                  <a:gd name="connsiteX627" fmla="*/ 186270 w 1581788"/>
                  <a:gd name="connsiteY627" fmla="*/ 930489 h 1568555"/>
                  <a:gd name="connsiteX628" fmla="*/ 186270 w 1581788"/>
                  <a:gd name="connsiteY628" fmla="*/ 935380 h 1568555"/>
                  <a:gd name="connsiteX629" fmla="*/ 181092 w 1581788"/>
                  <a:gd name="connsiteY629" fmla="*/ 935380 h 1568555"/>
                  <a:gd name="connsiteX630" fmla="*/ 181092 w 1581788"/>
                  <a:gd name="connsiteY630" fmla="*/ 940702 h 1568555"/>
                  <a:gd name="connsiteX631" fmla="*/ 186270 w 1581788"/>
                  <a:gd name="connsiteY631" fmla="*/ 940702 h 1568555"/>
                  <a:gd name="connsiteX632" fmla="*/ 186270 w 1581788"/>
                  <a:gd name="connsiteY632" fmla="*/ 943147 h 1568555"/>
                  <a:gd name="connsiteX633" fmla="*/ 188716 w 1581788"/>
                  <a:gd name="connsiteY633" fmla="*/ 943147 h 1568555"/>
                  <a:gd name="connsiteX634" fmla="*/ 188716 w 1581788"/>
                  <a:gd name="connsiteY634" fmla="*/ 940702 h 1568555"/>
                  <a:gd name="connsiteX635" fmla="*/ 196339 w 1581788"/>
                  <a:gd name="connsiteY635" fmla="*/ 940702 h 1568555"/>
                  <a:gd name="connsiteX636" fmla="*/ 196339 w 1581788"/>
                  <a:gd name="connsiteY636" fmla="*/ 943147 h 1568555"/>
                  <a:gd name="connsiteX637" fmla="*/ 198928 w 1581788"/>
                  <a:gd name="connsiteY637" fmla="*/ 943147 h 1568555"/>
                  <a:gd name="connsiteX638" fmla="*/ 198928 w 1581788"/>
                  <a:gd name="connsiteY638" fmla="*/ 953360 h 1568555"/>
                  <a:gd name="connsiteX639" fmla="*/ 201373 w 1581788"/>
                  <a:gd name="connsiteY639" fmla="*/ 953360 h 1568555"/>
                  <a:gd name="connsiteX640" fmla="*/ 201373 w 1581788"/>
                  <a:gd name="connsiteY640" fmla="*/ 955805 h 1568555"/>
                  <a:gd name="connsiteX641" fmla="*/ 204106 w 1581788"/>
                  <a:gd name="connsiteY641" fmla="*/ 955805 h 1568555"/>
                  <a:gd name="connsiteX642" fmla="*/ 204106 w 1581788"/>
                  <a:gd name="connsiteY642" fmla="*/ 961127 h 1568555"/>
                  <a:gd name="connsiteX643" fmla="*/ 206552 w 1581788"/>
                  <a:gd name="connsiteY643" fmla="*/ 961127 h 1568555"/>
                  <a:gd name="connsiteX644" fmla="*/ 206552 w 1581788"/>
                  <a:gd name="connsiteY644" fmla="*/ 963572 h 1568555"/>
                  <a:gd name="connsiteX645" fmla="*/ 211586 w 1581788"/>
                  <a:gd name="connsiteY645" fmla="*/ 963572 h 1568555"/>
                  <a:gd name="connsiteX646" fmla="*/ 211586 w 1581788"/>
                  <a:gd name="connsiteY646" fmla="*/ 950915 h 1568555"/>
                  <a:gd name="connsiteX647" fmla="*/ 219353 w 1581788"/>
                  <a:gd name="connsiteY647" fmla="*/ 950915 h 1568555"/>
                  <a:gd name="connsiteX648" fmla="*/ 219353 w 1581788"/>
                  <a:gd name="connsiteY648" fmla="*/ 948325 h 1568555"/>
                  <a:gd name="connsiteX649" fmla="*/ 229566 w 1581788"/>
                  <a:gd name="connsiteY649" fmla="*/ 948325 h 1568555"/>
                  <a:gd name="connsiteX650" fmla="*/ 229566 w 1581788"/>
                  <a:gd name="connsiteY650" fmla="*/ 950915 h 1568555"/>
                  <a:gd name="connsiteX651" fmla="*/ 232011 w 1581788"/>
                  <a:gd name="connsiteY651" fmla="*/ 953360 h 1568555"/>
                  <a:gd name="connsiteX652" fmla="*/ 232011 w 1581788"/>
                  <a:gd name="connsiteY652" fmla="*/ 959257 h 1568555"/>
                  <a:gd name="connsiteX653" fmla="*/ 234744 w 1581788"/>
                  <a:gd name="connsiteY653" fmla="*/ 959257 h 1568555"/>
                  <a:gd name="connsiteX654" fmla="*/ 234744 w 1581788"/>
                  <a:gd name="connsiteY654" fmla="*/ 961846 h 1568555"/>
                  <a:gd name="connsiteX655" fmla="*/ 242223 w 1581788"/>
                  <a:gd name="connsiteY655" fmla="*/ 961846 h 1568555"/>
                  <a:gd name="connsiteX656" fmla="*/ 242223 w 1581788"/>
                  <a:gd name="connsiteY656" fmla="*/ 964291 h 1568555"/>
                  <a:gd name="connsiteX657" fmla="*/ 249991 w 1581788"/>
                  <a:gd name="connsiteY657" fmla="*/ 964291 h 1568555"/>
                  <a:gd name="connsiteX658" fmla="*/ 249991 w 1581788"/>
                  <a:gd name="connsiteY658" fmla="*/ 966736 h 1568555"/>
                  <a:gd name="connsiteX659" fmla="*/ 252436 w 1581788"/>
                  <a:gd name="connsiteY659" fmla="*/ 964291 h 1568555"/>
                  <a:gd name="connsiteX660" fmla="*/ 254881 w 1581788"/>
                  <a:gd name="connsiteY660" fmla="*/ 966736 h 1568555"/>
                  <a:gd name="connsiteX661" fmla="*/ 254881 w 1581788"/>
                  <a:gd name="connsiteY661" fmla="*/ 973641 h 1568555"/>
                  <a:gd name="connsiteX662" fmla="*/ 260635 w 1581788"/>
                  <a:gd name="connsiteY662" fmla="*/ 973641 h 1568555"/>
                  <a:gd name="connsiteX663" fmla="*/ 260635 w 1581788"/>
                  <a:gd name="connsiteY663" fmla="*/ 976086 h 1568555"/>
                  <a:gd name="connsiteX664" fmla="*/ 263224 w 1581788"/>
                  <a:gd name="connsiteY664" fmla="*/ 976086 h 1568555"/>
                  <a:gd name="connsiteX665" fmla="*/ 265669 w 1581788"/>
                  <a:gd name="connsiteY665" fmla="*/ 973641 h 1568555"/>
                  <a:gd name="connsiteX666" fmla="*/ 268402 w 1581788"/>
                  <a:gd name="connsiteY666" fmla="*/ 973641 h 1568555"/>
                  <a:gd name="connsiteX667" fmla="*/ 268402 w 1581788"/>
                  <a:gd name="connsiteY667" fmla="*/ 976086 h 1568555"/>
                  <a:gd name="connsiteX668" fmla="*/ 265669 w 1581788"/>
                  <a:gd name="connsiteY668" fmla="*/ 976086 h 1568555"/>
                  <a:gd name="connsiteX669" fmla="*/ 265669 w 1581788"/>
                  <a:gd name="connsiteY669" fmla="*/ 981264 h 1568555"/>
                  <a:gd name="connsiteX670" fmla="*/ 268402 w 1581788"/>
                  <a:gd name="connsiteY670" fmla="*/ 981264 h 1568555"/>
                  <a:gd name="connsiteX671" fmla="*/ 268402 w 1581788"/>
                  <a:gd name="connsiteY671" fmla="*/ 978531 h 1568555"/>
                  <a:gd name="connsiteX672" fmla="*/ 281060 w 1581788"/>
                  <a:gd name="connsiteY672" fmla="*/ 978531 h 1568555"/>
                  <a:gd name="connsiteX673" fmla="*/ 281060 w 1581788"/>
                  <a:gd name="connsiteY673" fmla="*/ 976086 h 1568555"/>
                  <a:gd name="connsiteX674" fmla="*/ 288827 w 1581788"/>
                  <a:gd name="connsiteY674" fmla="*/ 976086 h 1568555"/>
                  <a:gd name="connsiteX675" fmla="*/ 291272 w 1581788"/>
                  <a:gd name="connsiteY675" fmla="*/ 973641 h 1568555"/>
                  <a:gd name="connsiteX676" fmla="*/ 293861 w 1581788"/>
                  <a:gd name="connsiteY676" fmla="*/ 973641 h 1568555"/>
                  <a:gd name="connsiteX677" fmla="*/ 293861 w 1581788"/>
                  <a:gd name="connsiteY677" fmla="*/ 971052 h 1568555"/>
                  <a:gd name="connsiteX678" fmla="*/ 296307 w 1581788"/>
                  <a:gd name="connsiteY678" fmla="*/ 971052 h 1568555"/>
                  <a:gd name="connsiteX679" fmla="*/ 296307 w 1581788"/>
                  <a:gd name="connsiteY679" fmla="*/ 968319 h 1568555"/>
                  <a:gd name="connsiteX680" fmla="*/ 299040 w 1581788"/>
                  <a:gd name="connsiteY680" fmla="*/ 965873 h 1568555"/>
                  <a:gd name="connsiteX681" fmla="*/ 301485 w 1581788"/>
                  <a:gd name="connsiteY681" fmla="*/ 965873 h 1568555"/>
                  <a:gd name="connsiteX682" fmla="*/ 301485 w 1581788"/>
                  <a:gd name="connsiteY682" fmla="*/ 963428 h 1568555"/>
                  <a:gd name="connsiteX683" fmla="*/ 306519 w 1581788"/>
                  <a:gd name="connsiteY683" fmla="*/ 963428 h 1568555"/>
                  <a:gd name="connsiteX684" fmla="*/ 306519 w 1581788"/>
                  <a:gd name="connsiteY684" fmla="*/ 960983 h 1568555"/>
                  <a:gd name="connsiteX685" fmla="*/ 309252 w 1581788"/>
                  <a:gd name="connsiteY685" fmla="*/ 960983 h 1568555"/>
                  <a:gd name="connsiteX686" fmla="*/ 309252 w 1581788"/>
                  <a:gd name="connsiteY686" fmla="*/ 959257 h 1568555"/>
                  <a:gd name="connsiteX687" fmla="*/ 314286 w 1581788"/>
                  <a:gd name="connsiteY687" fmla="*/ 959257 h 1568555"/>
                  <a:gd name="connsiteX688" fmla="*/ 314286 w 1581788"/>
                  <a:gd name="connsiteY688" fmla="*/ 956524 h 1568555"/>
                  <a:gd name="connsiteX689" fmla="*/ 316732 w 1581788"/>
                  <a:gd name="connsiteY689" fmla="*/ 959257 h 1568555"/>
                  <a:gd name="connsiteX690" fmla="*/ 316732 w 1581788"/>
                  <a:gd name="connsiteY690" fmla="*/ 956524 h 1568555"/>
                  <a:gd name="connsiteX691" fmla="*/ 319177 w 1581788"/>
                  <a:gd name="connsiteY691" fmla="*/ 956524 h 1568555"/>
                  <a:gd name="connsiteX692" fmla="*/ 319177 w 1581788"/>
                  <a:gd name="connsiteY692" fmla="*/ 964291 h 1568555"/>
                  <a:gd name="connsiteX693" fmla="*/ 321910 w 1581788"/>
                  <a:gd name="connsiteY693" fmla="*/ 964291 h 1568555"/>
                  <a:gd name="connsiteX694" fmla="*/ 321910 w 1581788"/>
                  <a:gd name="connsiteY694" fmla="*/ 969182 h 1568555"/>
                  <a:gd name="connsiteX695" fmla="*/ 324499 w 1581788"/>
                  <a:gd name="connsiteY695" fmla="*/ 969182 h 1568555"/>
                  <a:gd name="connsiteX696" fmla="*/ 324499 w 1581788"/>
                  <a:gd name="connsiteY696" fmla="*/ 971915 h 1568555"/>
                  <a:gd name="connsiteX697" fmla="*/ 326944 w 1581788"/>
                  <a:gd name="connsiteY697" fmla="*/ 974504 h 1568555"/>
                  <a:gd name="connsiteX698" fmla="*/ 326944 w 1581788"/>
                  <a:gd name="connsiteY698" fmla="*/ 971915 h 1568555"/>
                  <a:gd name="connsiteX699" fmla="*/ 334711 w 1581788"/>
                  <a:gd name="connsiteY699" fmla="*/ 971915 h 1568555"/>
                  <a:gd name="connsiteX700" fmla="*/ 334711 w 1581788"/>
                  <a:gd name="connsiteY700" fmla="*/ 969182 h 1568555"/>
                  <a:gd name="connsiteX701" fmla="*/ 339602 w 1581788"/>
                  <a:gd name="connsiteY701" fmla="*/ 969182 h 1568555"/>
                  <a:gd name="connsiteX702" fmla="*/ 339602 w 1581788"/>
                  <a:gd name="connsiteY702" fmla="*/ 971915 h 1568555"/>
                  <a:gd name="connsiteX703" fmla="*/ 344780 w 1581788"/>
                  <a:gd name="connsiteY703" fmla="*/ 971915 h 1568555"/>
                  <a:gd name="connsiteX704" fmla="*/ 344780 w 1581788"/>
                  <a:gd name="connsiteY704" fmla="*/ 969182 h 1568555"/>
                  <a:gd name="connsiteX705" fmla="*/ 346938 w 1581788"/>
                  <a:gd name="connsiteY705" fmla="*/ 969182 h 1568555"/>
                  <a:gd name="connsiteX706" fmla="*/ 346938 w 1581788"/>
                  <a:gd name="connsiteY706" fmla="*/ 971915 h 1568555"/>
                  <a:gd name="connsiteX707" fmla="*/ 349383 w 1581788"/>
                  <a:gd name="connsiteY707" fmla="*/ 971915 h 1568555"/>
                  <a:gd name="connsiteX708" fmla="*/ 349383 w 1581788"/>
                  <a:gd name="connsiteY708" fmla="*/ 969182 h 1568555"/>
                  <a:gd name="connsiteX709" fmla="*/ 352116 w 1581788"/>
                  <a:gd name="connsiteY709" fmla="*/ 971915 h 1568555"/>
                  <a:gd name="connsiteX710" fmla="*/ 354561 w 1581788"/>
                  <a:gd name="connsiteY710" fmla="*/ 971915 h 1568555"/>
                  <a:gd name="connsiteX711" fmla="*/ 354561 w 1581788"/>
                  <a:gd name="connsiteY711" fmla="*/ 969182 h 1568555"/>
                  <a:gd name="connsiteX712" fmla="*/ 377575 w 1581788"/>
                  <a:gd name="connsiteY712" fmla="*/ 969182 h 1568555"/>
                  <a:gd name="connsiteX713" fmla="*/ 377575 w 1581788"/>
                  <a:gd name="connsiteY713" fmla="*/ 971915 h 1568555"/>
                  <a:gd name="connsiteX714" fmla="*/ 380021 w 1581788"/>
                  <a:gd name="connsiteY714" fmla="*/ 971915 h 1568555"/>
                  <a:gd name="connsiteX715" fmla="*/ 380021 w 1581788"/>
                  <a:gd name="connsiteY715" fmla="*/ 976949 h 1568555"/>
                  <a:gd name="connsiteX716" fmla="*/ 382753 w 1581788"/>
                  <a:gd name="connsiteY716" fmla="*/ 976949 h 1568555"/>
                  <a:gd name="connsiteX717" fmla="*/ 382753 w 1581788"/>
                  <a:gd name="connsiteY717" fmla="*/ 979394 h 1568555"/>
                  <a:gd name="connsiteX718" fmla="*/ 392678 w 1581788"/>
                  <a:gd name="connsiteY718" fmla="*/ 979394 h 1568555"/>
                  <a:gd name="connsiteX719" fmla="*/ 392678 w 1581788"/>
                  <a:gd name="connsiteY719" fmla="*/ 976949 h 1568555"/>
                  <a:gd name="connsiteX720" fmla="*/ 413103 w 1581788"/>
                  <a:gd name="connsiteY720" fmla="*/ 976949 h 1568555"/>
                  <a:gd name="connsiteX721" fmla="*/ 415836 w 1581788"/>
                  <a:gd name="connsiteY721" fmla="*/ 974504 h 1568555"/>
                  <a:gd name="connsiteX722" fmla="*/ 418857 w 1581788"/>
                  <a:gd name="connsiteY722" fmla="*/ 974504 h 1568555"/>
                  <a:gd name="connsiteX723" fmla="*/ 421302 w 1581788"/>
                  <a:gd name="connsiteY723" fmla="*/ 971915 h 1568555"/>
                  <a:gd name="connsiteX724" fmla="*/ 418857 w 1581788"/>
                  <a:gd name="connsiteY724" fmla="*/ 971915 h 1568555"/>
                  <a:gd name="connsiteX725" fmla="*/ 423747 w 1581788"/>
                  <a:gd name="connsiteY725" fmla="*/ 969182 h 1568555"/>
                  <a:gd name="connsiteX726" fmla="*/ 423747 w 1581788"/>
                  <a:gd name="connsiteY726" fmla="*/ 966736 h 1568555"/>
                  <a:gd name="connsiteX727" fmla="*/ 428925 w 1581788"/>
                  <a:gd name="connsiteY727" fmla="*/ 966736 h 1568555"/>
                  <a:gd name="connsiteX728" fmla="*/ 428925 w 1581788"/>
                  <a:gd name="connsiteY728" fmla="*/ 961846 h 1568555"/>
                  <a:gd name="connsiteX729" fmla="*/ 431515 w 1581788"/>
                  <a:gd name="connsiteY729" fmla="*/ 961846 h 1568555"/>
                  <a:gd name="connsiteX730" fmla="*/ 431515 w 1581788"/>
                  <a:gd name="connsiteY730" fmla="*/ 954079 h 1568555"/>
                  <a:gd name="connsiteX731" fmla="*/ 433241 w 1581788"/>
                  <a:gd name="connsiteY731" fmla="*/ 954079 h 1568555"/>
                  <a:gd name="connsiteX732" fmla="*/ 433241 w 1581788"/>
                  <a:gd name="connsiteY732" fmla="*/ 943866 h 1568555"/>
                  <a:gd name="connsiteX733" fmla="*/ 435974 w 1581788"/>
                  <a:gd name="connsiteY733" fmla="*/ 943866 h 1568555"/>
                  <a:gd name="connsiteX734" fmla="*/ 435974 w 1581788"/>
                  <a:gd name="connsiteY734" fmla="*/ 938832 h 1568555"/>
                  <a:gd name="connsiteX735" fmla="*/ 433241 w 1581788"/>
                  <a:gd name="connsiteY735" fmla="*/ 938832 h 1568555"/>
                  <a:gd name="connsiteX736" fmla="*/ 433241 w 1581788"/>
                  <a:gd name="connsiteY736" fmla="*/ 928619 h 1568555"/>
                  <a:gd name="connsiteX737" fmla="*/ 435974 w 1581788"/>
                  <a:gd name="connsiteY737" fmla="*/ 928619 h 1568555"/>
                  <a:gd name="connsiteX738" fmla="*/ 435974 w 1581788"/>
                  <a:gd name="connsiteY738" fmla="*/ 925886 h 1568555"/>
                  <a:gd name="connsiteX739" fmla="*/ 438419 w 1581788"/>
                  <a:gd name="connsiteY739" fmla="*/ 923441 h 1568555"/>
                  <a:gd name="connsiteX740" fmla="*/ 443453 w 1581788"/>
                  <a:gd name="connsiteY740" fmla="*/ 923441 h 1568555"/>
                  <a:gd name="connsiteX741" fmla="*/ 443453 w 1581788"/>
                  <a:gd name="connsiteY741" fmla="*/ 920996 h 1568555"/>
                  <a:gd name="connsiteX742" fmla="*/ 448631 w 1581788"/>
                  <a:gd name="connsiteY742" fmla="*/ 920996 h 1568555"/>
                  <a:gd name="connsiteX743" fmla="*/ 448631 w 1581788"/>
                  <a:gd name="connsiteY743" fmla="*/ 918407 h 1568555"/>
                  <a:gd name="connsiteX744" fmla="*/ 453666 w 1581788"/>
                  <a:gd name="connsiteY744" fmla="*/ 918407 h 1568555"/>
                  <a:gd name="connsiteX745" fmla="*/ 453666 w 1581788"/>
                  <a:gd name="connsiteY745" fmla="*/ 915674 h 1568555"/>
                  <a:gd name="connsiteX746" fmla="*/ 458844 w 1581788"/>
                  <a:gd name="connsiteY746" fmla="*/ 915674 h 1568555"/>
                  <a:gd name="connsiteX747" fmla="*/ 458844 w 1581788"/>
                  <a:gd name="connsiteY747" fmla="*/ 913229 h 1568555"/>
                  <a:gd name="connsiteX748" fmla="*/ 462008 w 1581788"/>
                  <a:gd name="connsiteY748" fmla="*/ 913229 h 1568555"/>
                  <a:gd name="connsiteX749" fmla="*/ 464453 w 1581788"/>
                  <a:gd name="connsiteY749" fmla="*/ 910784 h 1568555"/>
                  <a:gd name="connsiteX750" fmla="*/ 464453 w 1581788"/>
                  <a:gd name="connsiteY750" fmla="*/ 918407 h 1568555"/>
                  <a:gd name="connsiteX751" fmla="*/ 462008 w 1581788"/>
                  <a:gd name="connsiteY751" fmla="*/ 920996 h 1568555"/>
                  <a:gd name="connsiteX752" fmla="*/ 459419 w 1581788"/>
                  <a:gd name="connsiteY752" fmla="*/ 923441 h 1568555"/>
                  <a:gd name="connsiteX753" fmla="*/ 462008 w 1581788"/>
                  <a:gd name="connsiteY753" fmla="*/ 923441 h 1568555"/>
                  <a:gd name="connsiteX754" fmla="*/ 462008 w 1581788"/>
                  <a:gd name="connsiteY754" fmla="*/ 925886 h 1568555"/>
                  <a:gd name="connsiteX755" fmla="*/ 459419 w 1581788"/>
                  <a:gd name="connsiteY755" fmla="*/ 928619 h 1568555"/>
                  <a:gd name="connsiteX756" fmla="*/ 459419 w 1581788"/>
                  <a:gd name="connsiteY756" fmla="*/ 933654 h 1568555"/>
                  <a:gd name="connsiteX757" fmla="*/ 456974 w 1581788"/>
                  <a:gd name="connsiteY757" fmla="*/ 933654 h 1568555"/>
                  <a:gd name="connsiteX758" fmla="*/ 456974 w 1581788"/>
                  <a:gd name="connsiteY758" fmla="*/ 938832 h 1568555"/>
                  <a:gd name="connsiteX759" fmla="*/ 464453 w 1581788"/>
                  <a:gd name="connsiteY759" fmla="*/ 938832 h 1568555"/>
                  <a:gd name="connsiteX760" fmla="*/ 464453 w 1581788"/>
                  <a:gd name="connsiteY760" fmla="*/ 936099 h 1568555"/>
                  <a:gd name="connsiteX761" fmla="*/ 469632 w 1581788"/>
                  <a:gd name="connsiteY761" fmla="*/ 936099 h 1568555"/>
                  <a:gd name="connsiteX762" fmla="*/ 469632 w 1581788"/>
                  <a:gd name="connsiteY762" fmla="*/ 930489 h 1568555"/>
                  <a:gd name="connsiteX763" fmla="*/ 472221 w 1581788"/>
                  <a:gd name="connsiteY763" fmla="*/ 930489 h 1568555"/>
                  <a:gd name="connsiteX764" fmla="*/ 472221 w 1581788"/>
                  <a:gd name="connsiteY764" fmla="*/ 920277 h 1568555"/>
                  <a:gd name="connsiteX765" fmla="*/ 474666 w 1581788"/>
                  <a:gd name="connsiteY765" fmla="*/ 917688 h 1568555"/>
                  <a:gd name="connsiteX766" fmla="*/ 476392 w 1581788"/>
                  <a:gd name="connsiteY766" fmla="*/ 917688 h 1568555"/>
                  <a:gd name="connsiteX767" fmla="*/ 476392 w 1581788"/>
                  <a:gd name="connsiteY767" fmla="*/ 914955 h 1568555"/>
                  <a:gd name="connsiteX768" fmla="*/ 473947 w 1581788"/>
                  <a:gd name="connsiteY768" fmla="*/ 914955 h 1568555"/>
                  <a:gd name="connsiteX769" fmla="*/ 473947 w 1581788"/>
                  <a:gd name="connsiteY769" fmla="*/ 904742 h 1568555"/>
                  <a:gd name="connsiteX770" fmla="*/ 476392 w 1581788"/>
                  <a:gd name="connsiteY770" fmla="*/ 904742 h 1568555"/>
                  <a:gd name="connsiteX771" fmla="*/ 476392 w 1581788"/>
                  <a:gd name="connsiteY771" fmla="*/ 902297 h 1568555"/>
                  <a:gd name="connsiteX772" fmla="*/ 481714 w 1581788"/>
                  <a:gd name="connsiteY772" fmla="*/ 902297 h 1568555"/>
                  <a:gd name="connsiteX773" fmla="*/ 481714 w 1581788"/>
                  <a:gd name="connsiteY773" fmla="*/ 899852 h 1568555"/>
                  <a:gd name="connsiteX774" fmla="*/ 479125 w 1581788"/>
                  <a:gd name="connsiteY774" fmla="*/ 899852 h 1568555"/>
                  <a:gd name="connsiteX775" fmla="*/ 479125 w 1581788"/>
                  <a:gd name="connsiteY775" fmla="*/ 894530 h 1568555"/>
                  <a:gd name="connsiteX776" fmla="*/ 481714 w 1581788"/>
                  <a:gd name="connsiteY776" fmla="*/ 894530 h 1568555"/>
                  <a:gd name="connsiteX777" fmla="*/ 481714 w 1581788"/>
                  <a:gd name="connsiteY777" fmla="*/ 892084 h 1568555"/>
                  <a:gd name="connsiteX778" fmla="*/ 479125 w 1581788"/>
                  <a:gd name="connsiteY778" fmla="*/ 892084 h 1568555"/>
                  <a:gd name="connsiteX779" fmla="*/ 479125 w 1581788"/>
                  <a:gd name="connsiteY779" fmla="*/ 884317 h 1568555"/>
                  <a:gd name="connsiteX780" fmla="*/ 481714 w 1581788"/>
                  <a:gd name="connsiteY780" fmla="*/ 884317 h 1568555"/>
                  <a:gd name="connsiteX781" fmla="*/ 481714 w 1581788"/>
                  <a:gd name="connsiteY781" fmla="*/ 879427 h 1568555"/>
                  <a:gd name="connsiteX782" fmla="*/ 491927 w 1581788"/>
                  <a:gd name="connsiteY782" fmla="*/ 879427 h 1568555"/>
                  <a:gd name="connsiteX783" fmla="*/ 494372 w 1581788"/>
                  <a:gd name="connsiteY783" fmla="*/ 881872 h 1568555"/>
                  <a:gd name="connsiteX784" fmla="*/ 494372 w 1581788"/>
                  <a:gd name="connsiteY784" fmla="*/ 884317 h 1568555"/>
                  <a:gd name="connsiteX785" fmla="*/ 496817 w 1581788"/>
                  <a:gd name="connsiteY785" fmla="*/ 887050 h 1568555"/>
                  <a:gd name="connsiteX786" fmla="*/ 496817 w 1581788"/>
                  <a:gd name="connsiteY786" fmla="*/ 892084 h 1568555"/>
                  <a:gd name="connsiteX787" fmla="*/ 494372 w 1581788"/>
                  <a:gd name="connsiteY787" fmla="*/ 897263 h 1568555"/>
                  <a:gd name="connsiteX788" fmla="*/ 494372 w 1581788"/>
                  <a:gd name="connsiteY788" fmla="*/ 899852 h 1568555"/>
                  <a:gd name="connsiteX789" fmla="*/ 496817 w 1581788"/>
                  <a:gd name="connsiteY789" fmla="*/ 899852 h 1568555"/>
                  <a:gd name="connsiteX790" fmla="*/ 496817 w 1581788"/>
                  <a:gd name="connsiteY790" fmla="*/ 902297 h 1568555"/>
                  <a:gd name="connsiteX791" fmla="*/ 499550 w 1581788"/>
                  <a:gd name="connsiteY791" fmla="*/ 902297 h 1568555"/>
                  <a:gd name="connsiteX792" fmla="*/ 499550 w 1581788"/>
                  <a:gd name="connsiteY792" fmla="*/ 904742 h 1568555"/>
                  <a:gd name="connsiteX793" fmla="*/ 502139 w 1581788"/>
                  <a:gd name="connsiteY793" fmla="*/ 904742 h 1568555"/>
                  <a:gd name="connsiteX794" fmla="*/ 502139 w 1581788"/>
                  <a:gd name="connsiteY794" fmla="*/ 907475 h 1568555"/>
                  <a:gd name="connsiteX795" fmla="*/ 504584 w 1581788"/>
                  <a:gd name="connsiteY795" fmla="*/ 904742 h 1568555"/>
                  <a:gd name="connsiteX796" fmla="*/ 507030 w 1581788"/>
                  <a:gd name="connsiteY796" fmla="*/ 904742 h 1568555"/>
                  <a:gd name="connsiteX797" fmla="*/ 504584 w 1581788"/>
                  <a:gd name="connsiteY797" fmla="*/ 902297 h 1568555"/>
                  <a:gd name="connsiteX798" fmla="*/ 512208 w 1581788"/>
                  <a:gd name="connsiteY798" fmla="*/ 892084 h 1568555"/>
                  <a:gd name="connsiteX799" fmla="*/ 512208 w 1581788"/>
                  <a:gd name="connsiteY799" fmla="*/ 884317 h 1568555"/>
                  <a:gd name="connsiteX800" fmla="*/ 509763 w 1581788"/>
                  <a:gd name="connsiteY800" fmla="*/ 881872 h 1568555"/>
                  <a:gd name="connsiteX801" fmla="*/ 507030 w 1581788"/>
                  <a:gd name="connsiteY801" fmla="*/ 881872 h 1568555"/>
                  <a:gd name="connsiteX802" fmla="*/ 507030 w 1581788"/>
                  <a:gd name="connsiteY802" fmla="*/ 879427 h 1568555"/>
                  <a:gd name="connsiteX803" fmla="*/ 502139 w 1581788"/>
                  <a:gd name="connsiteY803" fmla="*/ 879427 h 1568555"/>
                  <a:gd name="connsiteX804" fmla="*/ 502139 w 1581788"/>
                  <a:gd name="connsiteY804" fmla="*/ 876982 h 1568555"/>
                  <a:gd name="connsiteX805" fmla="*/ 499550 w 1581788"/>
                  <a:gd name="connsiteY805" fmla="*/ 876982 h 1568555"/>
                  <a:gd name="connsiteX806" fmla="*/ 499550 w 1581788"/>
                  <a:gd name="connsiteY806" fmla="*/ 866769 h 1568555"/>
                  <a:gd name="connsiteX807" fmla="*/ 496817 w 1581788"/>
                  <a:gd name="connsiteY807" fmla="*/ 866769 h 1568555"/>
                  <a:gd name="connsiteX808" fmla="*/ 496817 w 1581788"/>
                  <a:gd name="connsiteY808" fmla="*/ 858570 h 1568555"/>
                  <a:gd name="connsiteX809" fmla="*/ 499550 w 1581788"/>
                  <a:gd name="connsiteY809" fmla="*/ 861016 h 1568555"/>
                  <a:gd name="connsiteX810" fmla="*/ 499550 w 1581788"/>
                  <a:gd name="connsiteY810" fmla="*/ 863748 h 1568555"/>
                  <a:gd name="connsiteX811" fmla="*/ 502139 w 1581788"/>
                  <a:gd name="connsiteY811" fmla="*/ 863748 h 1568555"/>
                  <a:gd name="connsiteX812" fmla="*/ 504584 w 1581788"/>
                  <a:gd name="connsiteY812" fmla="*/ 866338 h 1568555"/>
                  <a:gd name="connsiteX813" fmla="*/ 504584 w 1581788"/>
                  <a:gd name="connsiteY813" fmla="*/ 863748 h 1568555"/>
                  <a:gd name="connsiteX814" fmla="*/ 507030 w 1581788"/>
                  <a:gd name="connsiteY814" fmla="*/ 861016 h 1568555"/>
                  <a:gd name="connsiteX815" fmla="*/ 512208 w 1581788"/>
                  <a:gd name="connsiteY815" fmla="*/ 861016 h 1568555"/>
                  <a:gd name="connsiteX816" fmla="*/ 512208 w 1581788"/>
                  <a:gd name="connsiteY816" fmla="*/ 858570 h 1568555"/>
                  <a:gd name="connsiteX817" fmla="*/ 514797 w 1581788"/>
                  <a:gd name="connsiteY817" fmla="*/ 858570 h 1568555"/>
                  <a:gd name="connsiteX818" fmla="*/ 512208 w 1581788"/>
                  <a:gd name="connsiteY818" fmla="*/ 861016 h 1568555"/>
                  <a:gd name="connsiteX819" fmla="*/ 514797 w 1581788"/>
                  <a:gd name="connsiteY819" fmla="*/ 861016 h 1568555"/>
                  <a:gd name="connsiteX820" fmla="*/ 514797 w 1581788"/>
                  <a:gd name="connsiteY820" fmla="*/ 863748 h 1568555"/>
                  <a:gd name="connsiteX821" fmla="*/ 517242 w 1581788"/>
                  <a:gd name="connsiteY821" fmla="*/ 863748 h 1568555"/>
                  <a:gd name="connsiteX822" fmla="*/ 519975 w 1581788"/>
                  <a:gd name="connsiteY822" fmla="*/ 866338 h 1568555"/>
                  <a:gd name="connsiteX823" fmla="*/ 533927 w 1581788"/>
                  <a:gd name="connsiteY823" fmla="*/ 866338 h 1568555"/>
                  <a:gd name="connsiteX824" fmla="*/ 533927 w 1581788"/>
                  <a:gd name="connsiteY824" fmla="*/ 868783 h 1568555"/>
                  <a:gd name="connsiteX825" fmla="*/ 544140 w 1581788"/>
                  <a:gd name="connsiteY825" fmla="*/ 868783 h 1568555"/>
                  <a:gd name="connsiteX826" fmla="*/ 544140 w 1581788"/>
                  <a:gd name="connsiteY826" fmla="*/ 871228 h 1568555"/>
                  <a:gd name="connsiteX827" fmla="*/ 546729 w 1581788"/>
                  <a:gd name="connsiteY827" fmla="*/ 871228 h 1568555"/>
                  <a:gd name="connsiteX828" fmla="*/ 549174 w 1581788"/>
                  <a:gd name="connsiteY828" fmla="*/ 868783 h 1568555"/>
                  <a:gd name="connsiteX829" fmla="*/ 551619 w 1581788"/>
                  <a:gd name="connsiteY829" fmla="*/ 868783 h 1568555"/>
                  <a:gd name="connsiteX830" fmla="*/ 551619 w 1581788"/>
                  <a:gd name="connsiteY830" fmla="*/ 873673 h 1568555"/>
                  <a:gd name="connsiteX831" fmla="*/ 554352 w 1581788"/>
                  <a:gd name="connsiteY831" fmla="*/ 873673 h 1568555"/>
                  <a:gd name="connsiteX832" fmla="*/ 559387 w 1581788"/>
                  <a:gd name="connsiteY832" fmla="*/ 871228 h 1568555"/>
                  <a:gd name="connsiteX833" fmla="*/ 561832 w 1581788"/>
                  <a:gd name="connsiteY833" fmla="*/ 873673 h 1568555"/>
                  <a:gd name="connsiteX834" fmla="*/ 564565 w 1581788"/>
                  <a:gd name="connsiteY834" fmla="*/ 876550 h 1568555"/>
                  <a:gd name="connsiteX835" fmla="*/ 569599 w 1581788"/>
                  <a:gd name="connsiteY835" fmla="*/ 876550 h 1568555"/>
                  <a:gd name="connsiteX836" fmla="*/ 569599 w 1581788"/>
                  <a:gd name="connsiteY836" fmla="*/ 878996 h 1568555"/>
                  <a:gd name="connsiteX837" fmla="*/ 577079 w 1581788"/>
                  <a:gd name="connsiteY837" fmla="*/ 878996 h 1568555"/>
                  <a:gd name="connsiteX838" fmla="*/ 577079 w 1581788"/>
                  <a:gd name="connsiteY838" fmla="*/ 876550 h 1568555"/>
                  <a:gd name="connsiteX839" fmla="*/ 587291 w 1581788"/>
                  <a:gd name="connsiteY839" fmla="*/ 876550 h 1568555"/>
                  <a:gd name="connsiteX840" fmla="*/ 587291 w 1581788"/>
                  <a:gd name="connsiteY840" fmla="*/ 873673 h 1568555"/>
                  <a:gd name="connsiteX841" fmla="*/ 589737 w 1581788"/>
                  <a:gd name="connsiteY841" fmla="*/ 876550 h 1568555"/>
                  <a:gd name="connsiteX842" fmla="*/ 589737 w 1581788"/>
                  <a:gd name="connsiteY842" fmla="*/ 871228 h 1568555"/>
                  <a:gd name="connsiteX843" fmla="*/ 591463 w 1581788"/>
                  <a:gd name="connsiteY843" fmla="*/ 871228 h 1568555"/>
                  <a:gd name="connsiteX844" fmla="*/ 591463 w 1581788"/>
                  <a:gd name="connsiteY844" fmla="*/ 873673 h 1568555"/>
                  <a:gd name="connsiteX845" fmla="*/ 594196 w 1581788"/>
                  <a:gd name="connsiteY845" fmla="*/ 876550 h 1568555"/>
                  <a:gd name="connsiteX846" fmla="*/ 596641 w 1581788"/>
                  <a:gd name="connsiteY846" fmla="*/ 876550 h 1568555"/>
                  <a:gd name="connsiteX847" fmla="*/ 599230 w 1581788"/>
                  <a:gd name="connsiteY847" fmla="*/ 878996 h 1568555"/>
                  <a:gd name="connsiteX848" fmla="*/ 601675 w 1581788"/>
                  <a:gd name="connsiteY848" fmla="*/ 878996 h 1568555"/>
                  <a:gd name="connsiteX849" fmla="*/ 601675 w 1581788"/>
                  <a:gd name="connsiteY849" fmla="*/ 876550 h 1568555"/>
                  <a:gd name="connsiteX850" fmla="*/ 604408 w 1581788"/>
                  <a:gd name="connsiteY850" fmla="*/ 876550 h 1568555"/>
                  <a:gd name="connsiteX851" fmla="*/ 604408 w 1581788"/>
                  <a:gd name="connsiteY851" fmla="*/ 873673 h 1568555"/>
                  <a:gd name="connsiteX852" fmla="*/ 606853 w 1581788"/>
                  <a:gd name="connsiteY852" fmla="*/ 873673 h 1568555"/>
                  <a:gd name="connsiteX853" fmla="*/ 609442 w 1581788"/>
                  <a:gd name="connsiteY853" fmla="*/ 871228 h 1568555"/>
                  <a:gd name="connsiteX854" fmla="*/ 617066 w 1581788"/>
                  <a:gd name="connsiteY854" fmla="*/ 871228 h 1568555"/>
                  <a:gd name="connsiteX855" fmla="*/ 617066 w 1581788"/>
                  <a:gd name="connsiteY855" fmla="*/ 878996 h 1568555"/>
                  <a:gd name="connsiteX856" fmla="*/ 622100 w 1581788"/>
                  <a:gd name="connsiteY856" fmla="*/ 878996 h 1568555"/>
                  <a:gd name="connsiteX857" fmla="*/ 622100 w 1581788"/>
                  <a:gd name="connsiteY857" fmla="*/ 873673 h 1568555"/>
                  <a:gd name="connsiteX858" fmla="*/ 624546 w 1581788"/>
                  <a:gd name="connsiteY858" fmla="*/ 876550 h 1568555"/>
                  <a:gd name="connsiteX859" fmla="*/ 624546 w 1581788"/>
                  <a:gd name="connsiteY859" fmla="*/ 873673 h 1568555"/>
                  <a:gd name="connsiteX860" fmla="*/ 627278 w 1581788"/>
                  <a:gd name="connsiteY860" fmla="*/ 873673 h 1568555"/>
                  <a:gd name="connsiteX861" fmla="*/ 629867 w 1581788"/>
                  <a:gd name="connsiteY861" fmla="*/ 871228 h 1568555"/>
                  <a:gd name="connsiteX862" fmla="*/ 629867 w 1581788"/>
                  <a:gd name="connsiteY862" fmla="*/ 873673 h 1568555"/>
                  <a:gd name="connsiteX863" fmla="*/ 632313 w 1581788"/>
                  <a:gd name="connsiteY863" fmla="*/ 873673 h 1568555"/>
                  <a:gd name="connsiteX864" fmla="*/ 634758 w 1581788"/>
                  <a:gd name="connsiteY864" fmla="*/ 876550 h 1568555"/>
                  <a:gd name="connsiteX865" fmla="*/ 632313 w 1581788"/>
                  <a:gd name="connsiteY865" fmla="*/ 876550 h 1568555"/>
                  <a:gd name="connsiteX866" fmla="*/ 632313 w 1581788"/>
                  <a:gd name="connsiteY866" fmla="*/ 878996 h 1568555"/>
                  <a:gd name="connsiteX867" fmla="*/ 634614 w 1581788"/>
                  <a:gd name="connsiteY867" fmla="*/ 878996 h 1568555"/>
                  <a:gd name="connsiteX868" fmla="*/ 634614 w 1581788"/>
                  <a:gd name="connsiteY868" fmla="*/ 881441 h 1568555"/>
                  <a:gd name="connsiteX869" fmla="*/ 637347 w 1581788"/>
                  <a:gd name="connsiteY869" fmla="*/ 883886 h 1568555"/>
                  <a:gd name="connsiteX870" fmla="*/ 639936 w 1581788"/>
                  <a:gd name="connsiteY870" fmla="*/ 883886 h 1568555"/>
                  <a:gd name="connsiteX871" fmla="*/ 639936 w 1581788"/>
                  <a:gd name="connsiteY871" fmla="*/ 889208 h 1568555"/>
                  <a:gd name="connsiteX872" fmla="*/ 642381 w 1581788"/>
                  <a:gd name="connsiteY872" fmla="*/ 889208 h 1568555"/>
                  <a:gd name="connsiteX873" fmla="*/ 642381 w 1581788"/>
                  <a:gd name="connsiteY873" fmla="*/ 891653 h 1568555"/>
                  <a:gd name="connsiteX874" fmla="*/ 644827 w 1581788"/>
                  <a:gd name="connsiteY874" fmla="*/ 894098 h 1568555"/>
                  <a:gd name="connsiteX875" fmla="*/ 647559 w 1581788"/>
                  <a:gd name="connsiteY875" fmla="*/ 899420 h 1568555"/>
                  <a:gd name="connsiteX876" fmla="*/ 647559 w 1581788"/>
                  <a:gd name="connsiteY876" fmla="*/ 901866 h 1568555"/>
                  <a:gd name="connsiteX877" fmla="*/ 650149 w 1581788"/>
                  <a:gd name="connsiteY877" fmla="*/ 907044 h 1568555"/>
                  <a:gd name="connsiteX878" fmla="*/ 647559 w 1581788"/>
                  <a:gd name="connsiteY878" fmla="*/ 907044 h 1568555"/>
                  <a:gd name="connsiteX879" fmla="*/ 647559 w 1581788"/>
                  <a:gd name="connsiteY879" fmla="*/ 909633 h 1568555"/>
                  <a:gd name="connsiteX880" fmla="*/ 650149 w 1581788"/>
                  <a:gd name="connsiteY880" fmla="*/ 909633 h 1568555"/>
                  <a:gd name="connsiteX881" fmla="*/ 652594 w 1581788"/>
                  <a:gd name="connsiteY881" fmla="*/ 912078 h 1568555"/>
                  <a:gd name="connsiteX882" fmla="*/ 655039 w 1581788"/>
                  <a:gd name="connsiteY882" fmla="*/ 919846 h 1568555"/>
                  <a:gd name="connsiteX883" fmla="*/ 657772 w 1581788"/>
                  <a:gd name="connsiteY883" fmla="*/ 922291 h 1568555"/>
                  <a:gd name="connsiteX884" fmla="*/ 657772 w 1581788"/>
                  <a:gd name="connsiteY884" fmla="*/ 927469 h 1568555"/>
                  <a:gd name="connsiteX885" fmla="*/ 660361 w 1581788"/>
                  <a:gd name="connsiteY885" fmla="*/ 930058 h 1568555"/>
                  <a:gd name="connsiteX886" fmla="*/ 660361 w 1581788"/>
                  <a:gd name="connsiteY886" fmla="*/ 932503 h 1568555"/>
                  <a:gd name="connsiteX887" fmla="*/ 665252 w 1581788"/>
                  <a:gd name="connsiteY887" fmla="*/ 937681 h 1568555"/>
                  <a:gd name="connsiteX888" fmla="*/ 667985 w 1581788"/>
                  <a:gd name="connsiteY888" fmla="*/ 942716 h 1568555"/>
                  <a:gd name="connsiteX889" fmla="*/ 675464 w 1581788"/>
                  <a:gd name="connsiteY889" fmla="*/ 945161 h 1568555"/>
                  <a:gd name="connsiteX890" fmla="*/ 675464 w 1581788"/>
                  <a:gd name="connsiteY890" fmla="*/ 947894 h 1568555"/>
                  <a:gd name="connsiteX891" fmla="*/ 673019 w 1581788"/>
                  <a:gd name="connsiteY891" fmla="*/ 947894 h 1568555"/>
                  <a:gd name="connsiteX892" fmla="*/ 675464 w 1581788"/>
                  <a:gd name="connsiteY892" fmla="*/ 950483 h 1568555"/>
                  <a:gd name="connsiteX893" fmla="*/ 678197 w 1581788"/>
                  <a:gd name="connsiteY893" fmla="*/ 947894 h 1568555"/>
                  <a:gd name="connsiteX894" fmla="*/ 678197 w 1581788"/>
                  <a:gd name="connsiteY894" fmla="*/ 950483 h 1568555"/>
                  <a:gd name="connsiteX895" fmla="*/ 680642 w 1581788"/>
                  <a:gd name="connsiteY895" fmla="*/ 950483 h 1568555"/>
                  <a:gd name="connsiteX896" fmla="*/ 680642 w 1581788"/>
                  <a:gd name="connsiteY896" fmla="*/ 952928 h 1568555"/>
                  <a:gd name="connsiteX897" fmla="*/ 688122 w 1581788"/>
                  <a:gd name="connsiteY897" fmla="*/ 955374 h 1568555"/>
                  <a:gd name="connsiteX898" fmla="*/ 698334 w 1581788"/>
                  <a:gd name="connsiteY898" fmla="*/ 958107 h 1568555"/>
                  <a:gd name="connsiteX899" fmla="*/ 703657 w 1581788"/>
                  <a:gd name="connsiteY899" fmla="*/ 958107 h 1568555"/>
                  <a:gd name="connsiteX900" fmla="*/ 706102 w 1581788"/>
                  <a:gd name="connsiteY900" fmla="*/ 955374 h 1568555"/>
                  <a:gd name="connsiteX901" fmla="*/ 718760 w 1581788"/>
                  <a:gd name="connsiteY901" fmla="*/ 955374 h 1568555"/>
                  <a:gd name="connsiteX902" fmla="*/ 718760 w 1581788"/>
                  <a:gd name="connsiteY902" fmla="*/ 952928 h 1568555"/>
                  <a:gd name="connsiteX903" fmla="*/ 721492 w 1581788"/>
                  <a:gd name="connsiteY903" fmla="*/ 952928 h 1568555"/>
                  <a:gd name="connsiteX904" fmla="*/ 721492 w 1581788"/>
                  <a:gd name="connsiteY904" fmla="*/ 950483 h 1568555"/>
                  <a:gd name="connsiteX905" fmla="*/ 735301 w 1581788"/>
                  <a:gd name="connsiteY905" fmla="*/ 950483 h 1568555"/>
                  <a:gd name="connsiteX906" fmla="*/ 735301 w 1581788"/>
                  <a:gd name="connsiteY906" fmla="*/ 947894 h 1568555"/>
                  <a:gd name="connsiteX907" fmla="*/ 755726 w 1581788"/>
                  <a:gd name="connsiteY907" fmla="*/ 947894 h 1568555"/>
                  <a:gd name="connsiteX908" fmla="*/ 755726 w 1581788"/>
                  <a:gd name="connsiteY908" fmla="*/ 955374 h 1568555"/>
                  <a:gd name="connsiteX909" fmla="*/ 753137 w 1581788"/>
                  <a:gd name="connsiteY909" fmla="*/ 955374 h 1568555"/>
                  <a:gd name="connsiteX910" fmla="*/ 753137 w 1581788"/>
                  <a:gd name="connsiteY910" fmla="*/ 959257 h 1568555"/>
                  <a:gd name="connsiteX911" fmla="*/ 749685 w 1581788"/>
                  <a:gd name="connsiteY911" fmla="*/ 959257 h 1568555"/>
                  <a:gd name="connsiteX912" fmla="*/ 749685 w 1581788"/>
                  <a:gd name="connsiteY912" fmla="*/ 964291 h 1568555"/>
                  <a:gd name="connsiteX913" fmla="*/ 752418 w 1581788"/>
                  <a:gd name="connsiteY913" fmla="*/ 964291 h 1568555"/>
                  <a:gd name="connsiteX914" fmla="*/ 752418 w 1581788"/>
                  <a:gd name="connsiteY914" fmla="*/ 971915 h 1568555"/>
                  <a:gd name="connsiteX915" fmla="*/ 749685 w 1581788"/>
                  <a:gd name="connsiteY915" fmla="*/ 971915 h 1568555"/>
                  <a:gd name="connsiteX916" fmla="*/ 749685 w 1581788"/>
                  <a:gd name="connsiteY916" fmla="*/ 973641 h 1568555"/>
                  <a:gd name="connsiteX917" fmla="*/ 747239 w 1581788"/>
                  <a:gd name="connsiteY917" fmla="*/ 973641 h 1568555"/>
                  <a:gd name="connsiteX918" fmla="*/ 747239 w 1581788"/>
                  <a:gd name="connsiteY918" fmla="*/ 978531 h 1568555"/>
                  <a:gd name="connsiteX919" fmla="*/ 749685 w 1581788"/>
                  <a:gd name="connsiteY919" fmla="*/ 978531 h 1568555"/>
                  <a:gd name="connsiteX920" fmla="*/ 747239 w 1581788"/>
                  <a:gd name="connsiteY920" fmla="*/ 981264 h 1568555"/>
                  <a:gd name="connsiteX921" fmla="*/ 747239 w 1581788"/>
                  <a:gd name="connsiteY921" fmla="*/ 986299 h 1568555"/>
                  <a:gd name="connsiteX922" fmla="*/ 744794 w 1581788"/>
                  <a:gd name="connsiteY922" fmla="*/ 986299 h 1568555"/>
                  <a:gd name="connsiteX923" fmla="*/ 744794 w 1581788"/>
                  <a:gd name="connsiteY923" fmla="*/ 988744 h 1568555"/>
                  <a:gd name="connsiteX924" fmla="*/ 749685 w 1581788"/>
                  <a:gd name="connsiteY924" fmla="*/ 988744 h 1568555"/>
                  <a:gd name="connsiteX925" fmla="*/ 752418 w 1581788"/>
                  <a:gd name="connsiteY925" fmla="*/ 991477 h 1568555"/>
                  <a:gd name="connsiteX926" fmla="*/ 752418 w 1581788"/>
                  <a:gd name="connsiteY926" fmla="*/ 994066 h 1568555"/>
                  <a:gd name="connsiteX927" fmla="*/ 755007 w 1581788"/>
                  <a:gd name="connsiteY927" fmla="*/ 994066 h 1568555"/>
                  <a:gd name="connsiteX928" fmla="*/ 757452 w 1581788"/>
                  <a:gd name="connsiteY928" fmla="*/ 996511 h 1568555"/>
                  <a:gd name="connsiteX929" fmla="*/ 762343 w 1581788"/>
                  <a:gd name="connsiteY929" fmla="*/ 996511 h 1568555"/>
                  <a:gd name="connsiteX930" fmla="*/ 765075 w 1581788"/>
                  <a:gd name="connsiteY930" fmla="*/ 998957 h 1568555"/>
                  <a:gd name="connsiteX931" fmla="*/ 767664 w 1581788"/>
                  <a:gd name="connsiteY931" fmla="*/ 998957 h 1568555"/>
                  <a:gd name="connsiteX932" fmla="*/ 767664 w 1581788"/>
                  <a:gd name="connsiteY932" fmla="*/ 1002408 h 1568555"/>
                  <a:gd name="connsiteX933" fmla="*/ 770110 w 1581788"/>
                  <a:gd name="connsiteY933" fmla="*/ 1002408 h 1568555"/>
                  <a:gd name="connsiteX934" fmla="*/ 770110 w 1581788"/>
                  <a:gd name="connsiteY934" fmla="*/ 1004997 h 1568555"/>
                  <a:gd name="connsiteX935" fmla="*/ 772555 w 1581788"/>
                  <a:gd name="connsiteY935" fmla="*/ 1004997 h 1568555"/>
                  <a:gd name="connsiteX936" fmla="*/ 772555 w 1581788"/>
                  <a:gd name="connsiteY936" fmla="*/ 1009888 h 1568555"/>
                  <a:gd name="connsiteX937" fmla="*/ 780322 w 1581788"/>
                  <a:gd name="connsiteY937" fmla="*/ 1009888 h 1568555"/>
                  <a:gd name="connsiteX938" fmla="*/ 780322 w 1581788"/>
                  <a:gd name="connsiteY938" fmla="*/ 1015210 h 1568555"/>
                  <a:gd name="connsiteX939" fmla="*/ 782768 w 1581788"/>
                  <a:gd name="connsiteY939" fmla="*/ 1015210 h 1568555"/>
                  <a:gd name="connsiteX940" fmla="*/ 782768 w 1581788"/>
                  <a:gd name="connsiteY940" fmla="*/ 1020101 h 1568555"/>
                  <a:gd name="connsiteX941" fmla="*/ 780322 w 1581788"/>
                  <a:gd name="connsiteY941" fmla="*/ 1020101 h 1568555"/>
                  <a:gd name="connsiteX942" fmla="*/ 780322 w 1581788"/>
                  <a:gd name="connsiteY942" fmla="*/ 1022834 h 1568555"/>
                  <a:gd name="connsiteX943" fmla="*/ 778452 w 1581788"/>
                  <a:gd name="connsiteY943" fmla="*/ 1022834 h 1568555"/>
                  <a:gd name="connsiteX944" fmla="*/ 778452 w 1581788"/>
                  <a:gd name="connsiteY944" fmla="*/ 1027868 h 1568555"/>
                  <a:gd name="connsiteX945" fmla="*/ 775863 w 1581788"/>
                  <a:gd name="connsiteY945" fmla="*/ 1027868 h 1568555"/>
                  <a:gd name="connsiteX946" fmla="*/ 775863 w 1581788"/>
                  <a:gd name="connsiteY946" fmla="*/ 1033046 h 1568555"/>
                  <a:gd name="connsiteX947" fmla="*/ 773130 w 1581788"/>
                  <a:gd name="connsiteY947" fmla="*/ 1035635 h 1568555"/>
                  <a:gd name="connsiteX948" fmla="*/ 775863 w 1581788"/>
                  <a:gd name="connsiteY948" fmla="*/ 1035635 h 1568555"/>
                  <a:gd name="connsiteX949" fmla="*/ 775863 w 1581788"/>
                  <a:gd name="connsiteY949" fmla="*/ 1040526 h 1568555"/>
                  <a:gd name="connsiteX950" fmla="*/ 773130 w 1581788"/>
                  <a:gd name="connsiteY950" fmla="*/ 1043258 h 1568555"/>
                  <a:gd name="connsiteX951" fmla="*/ 773130 w 1581788"/>
                  <a:gd name="connsiteY951" fmla="*/ 1053183 h 1568555"/>
                  <a:gd name="connsiteX952" fmla="*/ 783343 w 1581788"/>
                  <a:gd name="connsiteY952" fmla="*/ 1053183 h 1568555"/>
                  <a:gd name="connsiteX953" fmla="*/ 783343 w 1581788"/>
                  <a:gd name="connsiteY953" fmla="*/ 1058505 h 1568555"/>
                  <a:gd name="connsiteX954" fmla="*/ 786076 w 1581788"/>
                  <a:gd name="connsiteY954" fmla="*/ 1058505 h 1568555"/>
                  <a:gd name="connsiteX955" fmla="*/ 786076 w 1581788"/>
                  <a:gd name="connsiteY955" fmla="*/ 1059944 h 1568555"/>
                  <a:gd name="connsiteX956" fmla="*/ 788665 w 1581788"/>
                  <a:gd name="connsiteY956" fmla="*/ 1057498 h 1568555"/>
                  <a:gd name="connsiteX957" fmla="*/ 788665 w 1581788"/>
                  <a:gd name="connsiteY957" fmla="*/ 1052176 h 1568555"/>
                  <a:gd name="connsiteX958" fmla="*/ 791110 w 1581788"/>
                  <a:gd name="connsiteY958" fmla="*/ 1052176 h 1568555"/>
                  <a:gd name="connsiteX959" fmla="*/ 791110 w 1581788"/>
                  <a:gd name="connsiteY959" fmla="*/ 1054909 h 1568555"/>
                  <a:gd name="connsiteX960" fmla="*/ 792836 w 1581788"/>
                  <a:gd name="connsiteY960" fmla="*/ 1054909 h 1568555"/>
                  <a:gd name="connsiteX961" fmla="*/ 795569 w 1581788"/>
                  <a:gd name="connsiteY961" fmla="*/ 1052176 h 1568555"/>
                  <a:gd name="connsiteX962" fmla="*/ 798158 w 1581788"/>
                  <a:gd name="connsiteY962" fmla="*/ 1052176 h 1568555"/>
                  <a:gd name="connsiteX963" fmla="*/ 798158 w 1581788"/>
                  <a:gd name="connsiteY963" fmla="*/ 1054909 h 1568555"/>
                  <a:gd name="connsiteX964" fmla="*/ 803049 w 1581788"/>
                  <a:gd name="connsiteY964" fmla="*/ 1054909 h 1568555"/>
                  <a:gd name="connsiteX965" fmla="*/ 803049 w 1581788"/>
                  <a:gd name="connsiteY965" fmla="*/ 1057498 h 1568555"/>
                  <a:gd name="connsiteX966" fmla="*/ 805782 w 1581788"/>
                  <a:gd name="connsiteY966" fmla="*/ 1057498 h 1568555"/>
                  <a:gd name="connsiteX967" fmla="*/ 805782 w 1581788"/>
                  <a:gd name="connsiteY967" fmla="*/ 1059944 h 1568555"/>
                  <a:gd name="connsiteX968" fmla="*/ 803049 w 1581788"/>
                  <a:gd name="connsiteY968" fmla="*/ 1059944 h 1568555"/>
                  <a:gd name="connsiteX969" fmla="*/ 803049 w 1581788"/>
                  <a:gd name="connsiteY969" fmla="*/ 1065122 h 1568555"/>
                  <a:gd name="connsiteX970" fmla="*/ 800603 w 1581788"/>
                  <a:gd name="connsiteY970" fmla="*/ 1065122 h 1568555"/>
                  <a:gd name="connsiteX971" fmla="*/ 800603 w 1581788"/>
                  <a:gd name="connsiteY971" fmla="*/ 1062389 h 1568555"/>
                  <a:gd name="connsiteX972" fmla="*/ 795569 w 1581788"/>
                  <a:gd name="connsiteY972" fmla="*/ 1062389 h 1568555"/>
                  <a:gd name="connsiteX973" fmla="*/ 795569 w 1581788"/>
                  <a:gd name="connsiteY973" fmla="*/ 1065122 h 1568555"/>
                  <a:gd name="connsiteX974" fmla="*/ 790391 w 1581788"/>
                  <a:gd name="connsiteY974" fmla="*/ 1065122 h 1568555"/>
                  <a:gd name="connsiteX975" fmla="*/ 790391 w 1581788"/>
                  <a:gd name="connsiteY975" fmla="*/ 1067711 h 1568555"/>
                  <a:gd name="connsiteX976" fmla="*/ 792836 w 1581788"/>
                  <a:gd name="connsiteY976" fmla="*/ 1067711 h 1568555"/>
                  <a:gd name="connsiteX977" fmla="*/ 792836 w 1581788"/>
                  <a:gd name="connsiteY977" fmla="*/ 1075335 h 1568555"/>
                  <a:gd name="connsiteX978" fmla="*/ 790391 w 1581788"/>
                  <a:gd name="connsiteY978" fmla="*/ 1075335 h 1568555"/>
                  <a:gd name="connsiteX979" fmla="*/ 790391 w 1581788"/>
                  <a:gd name="connsiteY979" fmla="*/ 1077924 h 1568555"/>
                  <a:gd name="connsiteX980" fmla="*/ 792836 w 1581788"/>
                  <a:gd name="connsiteY980" fmla="*/ 1077924 h 1568555"/>
                  <a:gd name="connsiteX981" fmla="*/ 792836 w 1581788"/>
                  <a:gd name="connsiteY981" fmla="*/ 1080369 h 1568555"/>
                  <a:gd name="connsiteX982" fmla="*/ 795569 w 1581788"/>
                  <a:gd name="connsiteY982" fmla="*/ 1080369 h 1568555"/>
                  <a:gd name="connsiteX983" fmla="*/ 795569 w 1581788"/>
                  <a:gd name="connsiteY983" fmla="*/ 1077924 h 1568555"/>
                  <a:gd name="connsiteX984" fmla="*/ 798158 w 1581788"/>
                  <a:gd name="connsiteY984" fmla="*/ 1077924 h 1568555"/>
                  <a:gd name="connsiteX985" fmla="*/ 795569 w 1581788"/>
                  <a:gd name="connsiteY985" fmla="*/ 1075335 h 1568555"/>
                  <a:gd name="connsiteX986" fmla="*/ 798158 w 1581788"/>
                  <a:gd name="connsiteY986" fmla="*/ 1072602 h 1568555"/>
                  <a:gd name="connsiteX987" fmla="*/ 800603 w 1581788"/>
                  <a:gd name="connsiteY987" fmla="*/ 1072602 h 1568555"/>
                  <a:gd name="connsiteX988" fmla="*/ 800603 w 1581788"/>
                  <a:gd name="connsiteY988" fmla="*/ 1077924 h 1568555"/>
                  <a:gd name="connsiteX989" fmla="*/ 803049 w 1581788"/>
                  <a:gd name="connsiteY989" fmla="*/ 1077924 h 1568555"/>
                  <a:gd name="connsiteX990" fmla="*/ 803049 w 1581788"/>
                  <a:gd name="connsiteY990" fmla="*/ 1080369 h 1568555"/>
                  <a:gd name="connsiteX991" fmla="*/ 800603 w 1581788"/>
                  <a:gd name="connsiteY991" fmla="*/ 1080369 h 1568555"/>
                  <a:gd name="connsiteX992" fmla="*/ 800603 w 1581788"/>
                  <a:gd name="connsiteY992" fmla="*/ 1082814 h 1568555"/>
                  <a:gd name="connsiteX993" fmla="*/ 798158 w 1581788"/>
                  <a:gd name="connsiteY993" fmla="*/ 1082814 h 1568555"/>
                  <a:gd name="connsiteX994" fmla="*/ 798158 w 1581788"/>
                  <a:gd name="connsiteY994" fmla="*/ 1085547 h 1568555"/>
                  <a:gd name="connsiteX995" fmla="*/ 795569 w 1581788"/>
                  <a:gd name="connsiteY995" fmla="*/ 1085547 h 1568555"/>
                  <a:gd name="connsiteX996" fmla="*/ 795569 w 1581788"/>
                  <a:gd name="connsiteY996" fmla="*/ 1090581 h 1568555"/>
                  <a:gd name="connsiteX997" fmla="*/ 792836 w 1581788"/>
                  <a:gd name="connsiteY997" fmla="*/ 1090581 h 1568555"/>
                  <a:gd name="connsiteX998" fmla="*/ 792836 w 1581788"/>
                  <a:gd name="connsiteY998" fmla="*/ 1098349 h 1568555"/>
                  <a:gd name="connsiteX999" fmla="*/ 798158 w 1581788"/>
                  <a:gd name="connsiteY999" fmla="*/ 1098349 h 1568555"/>
                  <a:gd name="connsiteX1000" fmla="*/ 798158 w 1581788"/>
                  <a:gd name="connsiteY1000" fmla="*/ 1103239 h 1568555"/>
                  <a:gd name="connsiteX1001" fmla="*/ 803049 w 1581788"/>
                  <a:gd name="connsiteY1001" fmla="*/ 1103239 h 1568555"/>
                  <a:gd name="connsiteX1002" fmla="*/ 803049 w 1581788"/>
                  <a:gd name="connsiteY1002" fmla="*/ 1098349 h 1568555"/>
                  <a:gd name="connsiteX1003" fmla="*/ 808371 w 1581788"/>
                  <a:gd name="connsiteY1003" fmla="*/ 1098349 h 1568555"/>
                  <a:gd name="connsiteX1004" fmla="*/ 808371 w 1581788"/>
                  <a:gd name="connsiteY1004" fmla="*/ 1095759 h 1568555"/>
                  <a:gd name="connsiteX1005" fmla="*/ 810816 w 1581788"/>
                  <a:gd name="connsiteY1005" fmla="*/ 1095759 h 1568555"/>
                  <a:gd name="connsiteX1006" fmla="*/ 810816 w 1581788"/>
                  <a:gd name="connsiteY1006" fmla="*/ 1098349 h 1568555"/>
                  <a:gd name="connsiteX1007" fmla="*/ 818583 w 1581788"/>
                  <a:gd name="connsiteY1007" fmla="*/ 1098349 h 1568555"/>
                  <a:gd name="connsiteX1008" fmla="*/ 818583 w 1581788"/>
                  <a:gd name="connsiteY1008" fmla="*/ 1093026 h 1568555"/>
                  <a:gd name="connsiteX1009" fmla="*/ 821604 w 1581788"/>
                  <a:gd name="connsiteY1009" fmla="*/ 1093026 h 1568555"/>
                  <a:gd name="connsiteX1010" fmla="*/ 821604 w 1581788"/>
                  <a:gd name="connsiteY1010" fmla="*/ 1090581 h 1568555"/>
                  <a:gd name="connsiteX1011" fmla="*/ 824049 w 1581788"/>
                  <a:gd name="connsiteY1011" fmla="*/ 1090581 h 1568555"/>
                  <a:gd name="connsiteX1012" fmla="*/ 824049 w 1581788"/>
                  <a:gd name="connsiteY1012" fmla="*/ 1093026 h 1568555"/>
                  <a:gd name="connsiteX1013" fmla="*/ 829371 w 1581788"/>
                  <a:gd name="connsiteY1013" fmla="*/ 1093026 h 1568555"/>
                  <a:gd name="connsiteX1014" fmla="*/ 829371 w 1581788"/>
                  <a:gd name="connsiteY1014" fmla="*/ 1095759 h 1568555"/>
                  <a:gd name="connsiteX1015" fmla="*/ 831816 w 1581788"/>
                  <a:gd name="connsiteY1015" fmla="*/ 1095759 h 1568555"/>
                  <a:gd name="connsiteX1016" fmla="*/ 831816 w 1581788"/>
                  <a:gd name="connsiteY1016" fmla="*/ 1105972 h 1568555"/>
                  <a:gd name="connsiteX1017" fmla="*/ 829371 w 1581788"/>
                  <a:gd name="connsiteY1017" fmla="*/ 1105972 h 1568555"/>
                  <a:gd name="connsiteX1018" fmla="*/ 829371 w 1581788"/>
                  <a:gd name="connsiteY1018" fmla="*/ 1111006 h 1568555"/>
                  <a:gd name="connsiteX1019" fmla="*/ 834262 w 1581788"/>
                  <a:gd name="connsiteY1019" fmla="*/ 1111006 h 1568555"/>
                  <a:gd name="connsiteX1020" fmla="*/ 834262 w 1581788"/>
                  <a:gd name="connsiteY1020" fmla="*/ 1113452 h 1568555"/>
                  <a:gd name="connsiteX1021" fmla="*/ 844474 w 1581788"/>
                  <a:gd name="connsiteY1021" fmla="*/ 1113452 h 1568555"/>
                  <a:gd name="connsiteX1022" fmla="*/ 844474 w 1581788"/>
                  <a:gd name="connsiteY1022" fmla="*/ 1111006 h 1568555"/>
                  <a:gd name="connsiteX1023" fmla="*/ 846919 w 1581788"/>
                  <a:gd name="connsiteY1023" fmla="*/ 1111006 h 1568555"/>
                  <a:gd name="connsiteX1024" fmla="*/ 846919 w 1581788"/>
                  <a:gd name="connsiteY1024" fmla="*/ 1113452 h 1568555"/>
                  <a:gd name="connsiteX1025" fmla="*/ 849652 w 1581788"/>
                  <a:gd name="connsiteY1025" fmla="*/ 1113452 h 1568555"/>
                  <a:gd name="connsiteX1026" fmla="*/ 849652 w 1581788"/>
                  <a:gd name="connsiteY1026" fmla="*/ 1117479 h 1568555"/>
                  <a:gd name="connsiteX1027" fmla="*/ 872666 w 1581788"/>
                  <a:gd name="connsiteY1027" fmla="*/ 1117479 h 1568555"/>
                  <a:gd name="connsiteX1028" fmla="*/ 872666 w 1581788"/>
                  <a:gd name="connsiteY1028" fmla="*/ 1120068 h 1568555"/>
                  <a:gd name="connsiteX1029" fmla="*/ 875112 w 1581788"/>
                  <a:gd name="connsiteY1029" fmla="*/ 1120068 h 1568555"/>
                  <a:gd name="connsiteX1030" fmla="*/ 875112 w 1581788"/>
                  <a:gd name="connsiteY1030" fmla="*/ 1117479 h 1568555"/>
                  <a:gd name="connsiteX1031" fmla="*/ 880290 w 1581788"/>
                  <a:gd name="connsiteY1031" fmla="*/ 1117479 h 1568555"/>
                  <a:gd name="connsiteX1032" fmla="*/ 882879 w 1581788"/>
                  <a:gd name="connsiteY1032" fmla="*/ 1120068 h 1568555"/>
                  <a:gd name="connsiteX1033" fmla="*/ 920852 w 1581788"/>
                  <a:gd name="connsiteY1033" fmla="*/ 1120068 h 1568555"/>
                  <a:gd name="connsiteX1034" fmla="*/ 920852 w 1581788"/>
                  <a:gd name="connsiteY1034" fmla="*/ 1117479 h 1568555"/>
                  <a:gd name="connsiteX1035" fmla="*/ 923729 w 1581788"/>
                  <a:gd name="connsiteY1035" fmla="*/ 1117479 h 1568555"/>
                  <a:gd name="connsiteX1036" fmla="*/ 923729 w 1581788"/>
                  <a:gd name="connsiteY1036" fmla="*/ 1120068 h 1568555"/>
                  <a:gd name="connsiteX1037" fmla="*/ 926174 w 1581788"/>
                  <a:gd name="connsiteY1037" fmla="*/ 1120068 h 1568555"/>
                  <a:gd name="connsiteX1038" fmla="*/ 926174 w 1581788"/>
                  <a:gd name="connsiteY1038" fmla="*/ 1117479 h 1568555"/>
                  <a:gd name="connsiteX1039" fmla="*/ 933798 w 1581788"/>
                  <a:gd name="connsiteY1039" fmla="*/ 1117479 h 1568555"/>
                  <a:gd name="connsiteX1040" fmla="*/ 933798 w 1581788"/>
                  <a:gd name="connsiteY1040" fmla="*/ 1114746 h 1568555"/>
                  <a:gd name="connsiteX1041" fmla="*/ 941277 w 1581788"/>
                  <a:gd name="connsiteY1041" fmla="*/ 1114746 h 1568555"/>
                  <a:gd name="connsiteX1042" fmla="*/ 941277 w 1581788"/>
                  <a:gd name="connsiteY1042" fmla="*/ 1112301 h 1568555"/>
                  <a:gd name="connsiteX1043" fmla="*/ 944010 w 1581788"/>
                  <a:gd name="connsiteY1043" fmla="*/ 1112301 h 1568555"/>
                  <a:gd name="connsiteX1044" fmla="*/ 944010 w 1581788"/>
                  <a:gd name="connsiteY1044" fmla="*/ 1114746 h 1568555"/>
                  <a:gd name="connsiteX1045" fmla="*/ 941277 w 1581788"/>
                  <a:gd name="connsiteY1045" fmla="*/ 1114746 h 1568555"/>
                  <a:gd name="connsiteX1046" fmla="*/ 941277 w 1581788"/>
                  <a:gd name="connsiteY1046" fmla="*/ 1117479 h 1568555"/>
                  <a:gd name="connsiteX1047" fmla="*/ 946599 w 1581788"/>
                  <a:gd name="connsiteY1047" fmla="*/ 1117479 h 1568555"/>
                  <a:gd name="connsiteX1048" fmla="*/ 946599 w 1581788"/>
                  <a:gd name="connsiteY1048" fmla="*/ 1114746 h 1568555"/>
                  <a:gd name="connsiteX1049" fmla="*/ 954223 w 1581788"/>
                  <a:gd name="connsiteY1049" fmla="*/ 1114746 h 1568555"/>
                  <a:gd name="connsiteX1050" fmla="*/ 954223 w 1581788"/>
                  <a:gd name="connsiteY1050" fmla="*/ 1112301 h 1568555"/>
                  <a:gd name="connsiteX1051" fmla="*/ 964435 w 1581788"/>
                  <a:gd name="connsiteY1051" fmla="*/ 1112301 h 1568555"/>
                  <a:gd name="connsiteX1052" fmla="*/ 964435 w 1581788"/>
                  <a:gd name="connsiteY1052" fmla="*/ 1114746 h 1568555"/>
                  <a:gd name="connsiteX1053" fmla="*/ 977237 w 1581788"/>
                  <a:gd name="connsiteY1053" fmla="*/ 1114746 h 1568555"/>
                  <a:gd name="connsiteX1054" fmla="*/ 977237 w 1581788"/>
                  <a:gd name="connsiteY1054" fmla="*/ 1117479 h 1568555"/>
                  <a:gd name="connsiteX1055" fmla="*/ 997662 w 1581788"/>
                  <a:gd name="connsiteY1055" fmla="*/ 1117479 h 1568555"/>
                  <a:gd name="connsiteX1056" fmla="*/ 997662 w 1581788"/>
                  <a:gd name="connsiteY1056" fmla="*/ 1114746 h 1568555"/>
                  <a:gd name="connsiteX1057" fmla="*/ 1007874 w 1581788"/>
                  <a:gd name="connsiteY1057" fmla="*/ 1114746 h 1568555"/>
                  <a:gd name="connsiteX1058" fmla="*/ 1007874 w 1581788"/>
                  <a:gd name="connsiteY1058" fmla="*/ 1112301 h 1568555"/>
                  <a:gd name="connsiteX1059" fmla="*/ 1012765 w 1581788"/>
                  <a:gd name="connsiteY1059" fmla="*/ 1112301 h 1568555"/>
                  <a:gd name="connsiteX1060" fmla="*/ 1012765 w 1581788"/>
                  <a:gd name="connsiteY1060" fmla="*/ 1114746 h 1568555"/>
                  <a:gd name="connsiteX1061" fmla="*/ 1010319 w 1581788"/>
                  <a:gd name="connsiteY1061" fmla="*/ 1114746 h 1568555"/>
                  <a:gd name="connsiteX1062" fmla="*/ 1010319 w 1581788"/>
                  <a:gd name="connsiteY1062" fmla="*/ 1124959 h 1568555"/>
                  <a:gd name="connsiteX1063" fmla="*/ 1012765 w 1581788"/>
                  <a:gd name="connsiteY1063" fmla="*/ 1124959 h 1568555"/>
                  <a:gd name="connsiteX1064" fmla="*/ 1012765 w 1581788"/>
                  <a:gd name="connsiteY1064" fmla="*/ 1117479 h 1568555"/>
                  <a:gd name="connsiteX1065" fmla="*/ 1017943 w 1581788"/>
                  <a:gd name="connsiteY1065" fmla="*/ 1117479 h 1568555"/>
                  <a:gd name="connsiteX1066" fmla="*/ 1017943 w 1581788"/>
                  <a:gd name="connsiteY1066" fmla="*/ 1112301 h 1568555"/>
                  <a:gd name="connsiteX1067" fmla="*/ 1025423 w 1581788"/>
                  <a:gd name="connsiteY1067" fmla="*/ 1112301 h 1568555"/>
                  <a:gd name="connsiteX1068" fmla="*/ 1025423 w 1581788"/>
                  <a:gd name="connsiteY1068" fmla="*/ 1114746 h 1568555"/>
                  <a:gd name="connsiteX1069" fmla="*/ 1028155 w 1581788"/>
                  <a:gd name="connsiteY1069" fmla="*/ 1114746 h 1568555"/>
                  <a:gd name="connsiteX1070" fmla="*/ 1028155 w 1581788"/>
                  <a:gd name="connsiteY1070" fmla="*/ 1120068 h 1568555"/>
                  <a:gd name="connsiteX1071" fmla="*/ 1033190 w 1581788"/>
                  <a:gd name="connsiteY1071" fmla="*/ 1120068 h 1568555"/>
                  <a:gd name="connsiteX1072" fmla="*/ 1033190 w 1581788"/>
                  <a:gd name="connsiteY1072" fmla="*/ 1122514 h 1568555"/>
                  <a:gd name="connsiteX1073" fmla="*/ 1035635 w 1581788"/>
                  <a:gd name="connsiteY1073" fmla="*/ 1122514 h 1568555"/>
                  <a:gd name="connsiteX1074" fmla="*/ 1035635 w 1581788"/>
                  <a:gd name="connsiteY1074" fmla="*/ 1120068 h 1568555"/>
                  <a:gd name="connsiteX1075" fmla="*/ 1040957 w 1581788"/>
                  <a:gd name="connsiteY1075" fmla="*/ 1120068 h 1568555"/>
                  <a:gd name="connsiteX1076" fmla="*/ 1038368 w 1581788"/>
                  <a:gd name="connsiteY1076" fmla="*/ 1122514 h 1568555"/>
                  <a:gd name="connsiteX1077" fmla="*/ 1053615 w 1581788"/>
                  <a:gd name="connsiteY1077" fmla="*/ 1122514 h 1568555"/>
                  <a:gd name="connsiteX1078" fmla="*/ 1053615 w 1581788"/>
                  <a:gd name="connsiteY1078" fmla="*/ 1120068 h 1568555"/>
                  <a:gd name="connsiteX1079" fmla="*/ 1056060 w 1581788"/>
                  <a:gd name="connsiteY1079" fmla="*/ 1120068 h 1568555"/>
                  <a:gd name="connsiteX1080" fmla="*/ 1056060 w 1581788"/>
                  <a:gd name="connsiteY1080" fmla="*/ 1124959 h 1568555"/>
                  <a:gd name="connsiteX1081" fmla="*/ 1058649 w 1581788"/>
                  <a:gd name="connsiteY1081" fmla="*/ 1124959 h 1568555"/>
                  <a:gd name="connsiteX1082" fmla="*/ 1058649 w 1581788"/>
                  <a:gd name="connsiteY1082" fmla="*/ 1122514 h 1568555"/>
                  <a:gd name="connsiteX1083" fmla="*/ 1063827 w 1581788"/>
                  <a:gd name="connsiteY1083" fmla="*/ 1122514 h 1568555"/>
                  <a:gd name="connsiteX1084" fmla="*/ 1063827 w 1581788"/>
                  <a:gd name="connsiteY1084" fmla="*/ 1120068 h 1568555"/>
                  <a:gd name="connsiteX1085" fmla="*/ 1068862 w 1581788"/>
                  <a:gd name="connsiteY1085" fmla="*/ 1120068 h 1568555"/>
                  <a:gd name="connsiteX1086" fmla="*/ 1068862 w 1581788"/>
                  <a:gd name="connsiteY1086" fmla="*/ 1117479 h 1568555"/>
                  <a:gd name="connsiteX1087" fmla="*/ 1071595 w 1581788"/>
                  <a:gd name="connsiteY1087" fmla="*/ 1120068 h 1568555"/>
                  <a:gd name="connsiteX1088" fmla="*/ 1071595 w 1581788"/>
                  <a:gd name="connsiteY1088" fmla="*/ 1114746 h 1568555"/>
                  <a:gd name="connsiteX1089" fmla="*/ 1074040 w 1581788"/>
                  <a:gd name="connsiteY1089" fmla="*/ 1114746 h 1568555"/>
                  <a:gd name="connsiteX1090" fmla="*/ 1074040 w 1581788"/>
                  <a:gd name="connsiteY1090" fmla="*/ 1112301 h 1568555"/>
                  <a:gd name="connsiteX1091" fmla="*/ 1079074 w 1581788"/>
                  <a:gd name="connsiteY1091" fmla="*/ 1112301 h 1568555"/>
                  <a:gd name="connsiteX1092" fmla="*/ 1079074 w 1581788"/>
                  <a:gd name="connsiteY1092" fmla="*/ 1109856 h 1568555"/>
                  <a:gd name="connsiteX1093" fmla="*/ 1081807 w 1581788"/>
                  <a:gd name="connsiteY1093" fmla="*/ 1109856 h 1568555"/>
                  <a:gd name="connsiteX1094" fmla="*/ 1081807 w 1581788"/>
                  <a:gd name="connsiteY1094" fmla="*/ 1107267 h 1568555"/>
                  <a:gd name="connsiteX1095" fmla="*/ 1084252 w 1581788"/>
                  <a:gd name="connsiteY1095" fmla="*/ 1107267 h 1568555"/>
                  <a:gd name="connsiteX1096" fmla="*/ 1084252 w 1581788"/>
                  <a:gd name="connsiteY1096" fmla="*/ 1104534 h 1568555"/>
                  <a:gd name="connsiteX1097" fmla="*/ 1086698 w 1581788"/>
                  <a:gd name="connsiteY1097" fmla="*/ 1104534 h 1568555"/>
                  <a:gd name="connsiteX1098" fmla="*/ 1084252 w 1581788"/>
                  <a:gd name="connsiteY1098" fmla="*/ 1107267 h 1568555"/>
                  <a:gd name="connsiteX1099" fmla="*/ 1089143 w 1581788"/>
                  <a:gd name="connsiteY1099" fmla="*/ 1107267 h 1568555"/>
                  <a:gd name="connsiteX1100" fmla="*/ 1092020 w 1581788"/>
                  <a:gd name="connsiteY1100" fmla="*/ 1109856 h 1568555"/>
                  <a:gd name="connsiteX1101" fmla="*/ 1094896 w 1581788"/>
                  <a:gd name="connsiteY1101" fmla="*/ 1109856 h 1568555"/>
                  <a:gd name="connsiteX1102" fmla="*/ 1094896 w 1581788"/>
                  <a:gd name="connsiteY1102" fmla="*/ 1107267 h 1568555"/>
                  <a:gd name="connsiteX1103" fmla="*/ 1097342 w 1581788"/>
                  <a:gd name="connsiteY1103" fmla="*/ 1107267 h 1568555"/>
                  <a:gd name="connsiteX1104" fmla="*/ 1094896 w 1581788"/>
                  <a:gd name="connsiteY1104" fmla="*/ 1109856 h 1568555"/>
                  <a:gd name="connsiteX1105" fmla="*/ 1094896 w 1581788"/>
                  <a:gd name="connsiteY1105" fmla="*/ 1112301 h 1568555"/>
                  <a:gd name="connsiteX1106" fmla="*/ 1092451 w 1581788"/>
                  <a:gd name="connsiteY1106" fmla="*/ 1109856 h 1568555"/>
                  <a:gd name="connsiteX1107" fmla="*/ 1092451 w 1581788"/>
                  <a:gd name="connsiteY1107" fmla="*/ 1112301 h 1568555"/>
                  <a:gd name="connsiteX1108" fmla="*/ 1089574 w 1581788"/>
                  <a:gd name="connsiteY1108" fmla="*/ 1112301 h 1568555"/>
                  <a:gd name="connsiteX1109" fmla="*/ 1092451 w 1581788"/>
                  <a:gd name="connsiteY1109" fmla="*/ 1109856 h 1568555"/>
                  <a:gd name="connsiteX1110" fmla="*/ 1084684 w 1581788"/>
                  <a:gd name="connsiteY1110" fmla="*/ 1109856 h 1568555"/>
                  <a:gd name="connsiteX1111" fmla="*/ 1087129 w 1581788"/>
                  <a:gd name="connsiteY1111" fmla="*/ 1112301 h 1568555"/>
                  <a:gd name="connsiteX1112" fmla="*/ 1084684 w 1581788"/>
                  <a:gd name="connsiteY1112" fmla="*/ 1112301 h 1568555"/>
                  <a:gd name="connsiteX1113" fmla="*/ 1084684 w 1581788"/>
                  <a:gd name="connsiteY1113" fmla="*/ 1114746 h 1568555"/>
                  <a:gd name="connsiteX1114" fmla="*/ 1082239 w 1581788"/>
                  <a:gd name="connsiteY1114" fmla="*/ 1114746 h 1568555"/>
                  <a:gd name="connsiteX1115" fmla="*/ 1079506 w 1581788"/>
                  <a:gd name="connsiteY1115" fmla="*/ 1117479 h 1568555"/>
                  <a:gd name="connsiteX1116" fmla="*/ 1079506 w 1581788"/>
                  <a:gd name="connsiteY1116" fmla="*/ 1120068 h 1568555"/>
                  <a:gd name="connsiteX1117" fmla="*/ 1082239 w 1581788"/>
                  <a:gd name="connsiteY1117" fmla="*/ 1120068 h 1568555"/>
                  <a:gd name="connsiteX1118" fmla="*/ 1084684 w 1581788"/>
                  <a:gd name="connsiteY1118" fmla="*/ 1117479 h 1568555"/>
                  <a:gd name="connsiteX1119" fmla="*/ 1084684 w 1581788"/>
                  <a:gd name="connsiteY1119" fmla="*/ 1122514 h 1568555"/>
                  <a:gd name="connsiteX1120" fmla="*/ 1087129 w 1581788"/>
                  <a:gd name="connsiteY1120" fmla="*/ 1122514 h 1568555"/>
                  <a:gd name="connsiteX1121" fmla="*/ 1087129 w 1581788"/>
                  <a:gd name="connsiteY1121" fmla="*/ 1120068 h 1568555"/>
                  <a:gd name="connsiteX1122" fmla="*/ 1089574 w 1581788"/>
                  <a:gd name="connsiteY1122" fmla="*/ 1117479 h 1568555"/>
                  <a:gd name="connsiteX1123" fmla="*/ 1089574 w 1581788"/>
                  <a:gd name="connsiteY1123" fmla="*/ 1122514 h 1568555"/>
                  <a:gd name="connsiteX1124" fmla="*/ 1092451 w 1581788"/>
                  <a:gd name="connsiteY1124" fmla="*/ 1122514 h 1568555"/>
                  <a:gd name="connsiteX1125" fmla="*/ 1089574 w 1581788"/>
                  <a:gd name="connsiteY1125" fmla="*/ 1124959 h 1568555"/>
                  <a:gd name="connsiteX1126" fmla="*/ 1092451 w 1581788"/>
                  <a:gd name="connsiteY1126" fmla="*/ 1124959 h 1568555"/>
                  <a:gd name="connsiteX1127" fmla="*/ 1092451 w 1581788"/>
                  <a:gd name="connsiteY1127" fmla="*/ 1130281 h 1568555"/>
                  <a:gd name="connsiteX1128" fmla="*/ 1097342 w 1581788"/>
                  <a:gd name="connsiteY1128" fmla="*/ 1130281 h 1568555"/>
                  <a:gd name="connsiteX1129" fmla="*/ 1097342 w 1581788"/>
                  <a:gd name="connsiteY1129" fmla="*/ 1131863 h 1568555"/>
                  <a:gd name="connsiteX1130" fmla="*/ 1099787 w 1581788"/>
                  <a:gd name="connsiteY1130" fmla="*/ 1131863 h 1568555"/>
                  <a:gd name="connsiteX1131" fmla="*/ 1102520 w 1581788"/>
                  <a:gd name="connsiteY1131" fmla="*/ 1134308 h 1568555"/>
                  <a:gd name="connsiteX1132" fmla="*/ 1099787 w 1581788"/>
                  <a:gd name="connsiteY1132" fmla="*/ 1134308 h 1568555"/>
                  <a:gd name="connsiteX1133" fmla="*/ 1099787 w 1581788"/>
                  <a:gd name="connsiteY1133" fmla="*/ 1139486 h 1568555"/>
                  <a:gd name="connsiteX1134" fmla="*/ 1105109 w 1581788"/>
                  <a:gd name="connsiteY1134" fmla="*/ 1139486 h 1568555"/>
                  <a:gd name="connsiteX1135" fmla="*/ 1105109 w 1581788"/>
                  <a:gd name="connsiteY1135" fmla="*/ 1142075 h 1568555"/>
                  <a:gd name="connsiteX1136" fmla="*/ 1107554 w 1581788"/>
                  <a:gd name="connsiteY1136" fmla="*/ 1142075 h 1568555"/>
                  <a:gd name="connsiteX1137" fmla="*/ 1107554 w 1581788"/>
                  <a:gd name="connsiteY1137" fmla="*/ 1146966 h 1568555"/>
                  <a:gd name="connsiteX1138" fmla="*/ 1112732 w 1581788"/>
                  <a:gd name="connsiteY1138" fmla="*/ 1146966 h 1568555"/>
                  <a:gd name="connsiteX1139" fmla="*/ 1112732 w 1581788"/>
                  <a:gd name="connsiteY1139" fmla="*/ 1149699 h 1568555"/>
                  <a:gd name="connsiteX1140" fmla="*/ 1115321 w 1581788"/>
                  <a:gd name="connsiteY1140" fmla="*/ 1149699 h 1568555"/>
                  <a:gd name="connsiteX1141" fmla="*/ 1115321 w 1581788"/>
                  <a:gd name="connsiteY1141" fmla="*/ 1152288 h 1568555"/>
                  <a:gd name="connsiteX1142" fmla="*/ 1122945 w 1581788"/>
                  <a:gd name="connsiteY1142" fmla="*/ 1152288 h 1568555"/>
                  <a:gd name="connsiteX1143" fmla="*/ 1122945 w 1581788"/>
                  <a:gd name="connsiteY1143" fmla="*/ 1162501 h 1568555"/>
                  <a:gd name="connsiteX1144" fmla="*/ 1125534 w 1581788"/>
                  <a:gd name="connsiteY1144" fmla="*/ 1164946 h 1568555"/>
                  <a:gd name="connsiteX1145" fmla="*/ 1127979 w 1581788"/>
                  <a:gd name="connsiteY1145" fmla="*/ 1167391 h 1568555"/>
                  <a:gd name="connsiteX1146" fmla="*/ 1127979 w 1581788"/>
                  <a:gd name="connsiteY1146" fmla="*/ 1164946 h 1568555"/>
                  <a:gd name="connsiteX1147" fmla="*/ 1130424 w 1581788"/>
                  <a:gd name="connsiteY1147" fmla="*/ 1164946 h 1568555"/>
                  <a:gd name="connsiteX1148" fmla="*/ 1130424 w 1581788"/>
                  <a:gd name="connsiteY1148" fmla="*/ 1170124 h 1568555"/>
                  <a:gd name="connsiteX1149" fmla="*/ 1133013 w 1581788"/>
                  <a:gd name="connsiteY1149" fmla="*/ 1170124 h 1568555"/>
                  <a:gd name="connsiteX1150" fmla="*/ 1133013 w 1581788"/>
                  <a:gd name="connsiteY1150" fmla="*/ 1175014 h 1568555"/>
                  <a:gd name="connsiteX1151" fmla="*/ 1135746 w 1581788"/>
                  <a:gd name="connsiteY1151" fmla="*/ 1172569 h 1568555"/>
                  <a:gd name="connsiteX1152" fmla="*/ 1135746 w 1581788"/>
                  <a:gd name="connsiteY1152" fmla="*/ 1175014 h 1568555"/>
                  <a:gd name="connsiteX1153" fmla="*/ 1138048 w 1581788"/>
                  <a:gd name="connsiteY1153" fmla="*/ 1175014 h 1568555"/>
                  <a:gd name="connsiteX1154" fmla="*/ 1138048 w 1581788"/>
                  <a:gd name="connsiteY1154" fmla="*/ 1172569 h 1568555"/>
                  <a:gd name="connsiteX1155" fmla="*/ 1143082 w 1581788"/>
                  <a:gd name="connsiteY1155" fmla="*/ 1172569 h 1568555"/>
                  <a:gd name="connsiteX1156" fmla="*/ 1143082 w 1581788"/>
                  <a:gd name="connsiteY1156" fmla="*/ 1167247 h 1568555"/>
                  <a:gd name="connsiteX1157" fmla="*/ 1145815 w 1581788"/>
                  <a:gd name="connsiteY1157" fmla="*/ 1167247 h 1568555"/>
                  <a:gd name="connsiteX1158" fmla="*/ 1145815 w 1581788"/>
                  <a:gd name="connsiteY1158" fmla="*/ 1164802 h 1568555"/>
                  <a:gd name="connsiteX1159" fmla="*/ 1148261 w 1581788"/>
                  <a:gd name="connsiteY1159" fmla="*/ 1164802 h 1568555"/>
                  <a:gd name="connsiteX1160" fmla="*/ 1148261 w 1581788"/>
                  <a:gd name="connsiteY1160" fmla="*/ 1167247 h 1568555"/>
                  <a:gd name="connsiteX1161" fmla="*/ 1150706 w 1581788"/>
                  <a:gd name="connsiteY1161" fmla="*/ 1167247 h 1568555"/>
                  <a:gd name="connsiteX1162" fmla="*/ 1150706 w 1581788"/>
                  <a:gd name="connsiteY1162" fmla="*/ 1175014 h 1568555"/>
                  <a:gd name="connsiteX1163" fmla="*/ 1152432 w 1581788"/>
                  <a:gd name="connsiteY1163" fmla="*/ 1175014 h 1568555"/>
                  <a:gd name="connsiteX1164" fmla="*/ 1152432 w 1581788"/>
                  <a:gd name="connsiteY1164" fmla="*/ 1177460 h 1568555"/>
                  <a:gd name="connsiteX1165" fmla="*/ 1149843 w 1581788"/>
                  <a:gd name="connsiteY1165" fmla="*/ 1177460 h 1568555"/>
                  <a:gd name="connsiteX1166" fmla="*/ 1149843 w 1581788"/>
                  <a:gd name="connsiteY1166" fmla="*/ 1180192 h 1568555"/>
                  <a:gd name="connsiteX1167" fmla="*/ 1147397 w 1581788"/>
                  <a:gd name="connsiteY1167" fmla="*/ 1180192 h 1568555"/>
                  <a:gd name="connsiteX1168" fmla="*/ 1147397 w 1581788"/>
                  <a:gd name="connsiteY1168" fmla="*/ 1185227 h 1568555"/>
                  <a:gd name="connsiteX1169" fmla="*/ 1155165 w 1581788"/>
                  <a:gd name="connsiteY1169" fmla="*/ 1185227 h 1568555"/>
                  <a:gd name="connsiteX1170" fmla="*/ 1157610 w 1581788"/>
                  <a:gd name="connsiteY1170" fmla="*/ 1187672 h 1568555"/>
                  <a:gd name="connsiteX1171" fmla="*/ 1160055 w 1581788"/>
                  <a:gd name="connsiteY1171" fmla="*/ 1187672 h 1568555"/>
                  <a:gd name="connsiteX1172" fmla="*/ 1160055 w 1581788"/>
                  <a:gd name="connsiteY1172" fmla="*/ 1192994 h 1568555"/>
                  <a:gd name="connsiteX1173" fmla="*/ 1157610 w 1581788"/>
                  <a:gd name="connsiteY1173" fmla="*/ 1192994 h 1568555"/>
                  <a:gd name="connsiteX1174" fmla="*/ 1157610 w 1581788"/>
                  <a:gd name="connsiteY1174" fmla="*/ 1200618 h 1568555"/>
                  <a:gd name="connsiteX1175" fmla="*/ 1162644 w 1581788"/>
                  <a:gd name="connsiteY1175" fmla="*/ 1200618 h 1568555"/>
                  <a:gd name="connsiteX1176" fmla="*/ 1162644 w 1581788"/>
                  <a:gd name="connsiteY1176" fmla="*/ 1197885 h 1568555"/>
                  <a:gd name="connsiteX1177" fmla="*/ 1165377 w 1581788"/>
                  <a:gd name="connsiteY1177" fmla="*/ 1197885 h 1568555"/>
                  <a:gd name="connsiteX1178" fmla="*/ 1165377 w 1581788"/>
                  <a:gd name="connsiteY1178" fmla="*/ 1203782 h 1568555"/>
                  <a:gd name="connsiteX1179" fmla="*/ 1167823 w 1581788"/>
                  <a:gd name="connsiteY1179" fmla="*/ 1206227 h 1568555"/>
                  <a:gd name="connsiteX1180" fmla="*/ 1165377 w 1581788"/>
                  <a:gd name="connsiteY1180" fmla="*/ 1206227 h 1568555"/>
                  <a:gd name="connsiteX1181" fmla="*/ 1165377 w 1581788"/>
                  <a:gd name="connsiteY1181" fmla="*/ 1208672 h 1568555"/>
                  <a:gd name="connsiteX1182" fmla="*/ 1167823 w 1581788"/>
                  <a:gd name="connsiteY1182" fmla="*/ 1208672 h 1568555"/>
                  <a:gd name="connsiteX1183" fmla="*/ 1167823 w 1581788"/>
                  <a:gd name="connsiteY1183" fmla="*/ 1213994 h 1568555"/>
                  <a:gd name="connsiteX1184" fmla="*/ 1175589 w 1581788"/>
                  <a:gd name="connsiteY1184" fmla="*/ 1213994 h 1568555"/>
                  <a:gd name="connsiteX1185" fmla="*/ 1175589 w 1581788"/>
                  <a:gd name="connsiteY1185" fmla="*/ 1216440 h 1568555"/>
                  <a:gd name="connsiteX1186" fmla="*/ 1172713 w 1581788"/>
                  <a:gd name="connsiteY1186" fmla="*/ 1216440 h 1568555"/>
                  <a:gd name="connsiteX1187" fmla="*/ 1172713 w 1581788"/>
                  <a:gd name="connsiteY1187" fmla="*/ 1221618 h 1568555"/>
                  <a:gd name="connsiteX1188" fmla="*/ 1175589 w 1581788"/>
                  <a:gd name="connsiteY1188" fmla="*/ 1224063 h 1568555"/>
                  <a:gd name="connsiteX1189" fmla="*/ 1175589 w 1581788"/>
                  <a:gd name="connsiteY1189" fmla="*/ 1221618 h 1568555"/>
                  <a:gd name="connsiteX1190" fmla="*/ 1181199 w 1581788"/>
                  <a:gd name="connsiteY1190" fmla="*/ 1221618 h 1568555"/>
                  <a:gd name="connsiteX1191" fmla="*/ 1181199 w 1581788"/>
                  <a:gd name="connsiteY1191" fmla="*/ 1224063 h 1568555"/>
                  <a:gd name="connsiteX1192" fmla="*/ 1188967 w 1581788"/>
                  <a:gd name="connsiteY1192" fmla="*/ 1224063 h 1568555"/>
                  <a:gd name="connsiteX1193" fmla="*/ 1188967 w 1581788"/>
                  <a:gd name="connsiteY1193" fmla="*/ 1231543 h 1568555"/>
                  <a:gd name="connsiteX1194" fmla="*/ 1186377 w 1581788"/>
                  <a:gd name="connsiteY1194" fmla="*/ 1231543 h 1568555"/>
                  <a:gd name="connsiteX1195" fmla="*/ 1186377 w 1581788"/>
                  <a:gd name="connsiteY1195" fmla="*/ 1229098 h 1568555"/>
                  <a:gd name="connsiteX1196" fmla="*/ 1178754 w 1581788"/>
                  <a:gd name="connsiteY1196" fmla="*/ 1229098 h 1568555"/>
                  <a:gd name="connsiteX1197" fmla="*/ 1178754 w 1581788"/>
                  <a:gd name="connsiteY1197" fmla="*/ 1231543 h 1568555"/>
                  <a:gd name="connsiteX1198" fmla="*/ 1176309 w 1581788"/>
                  <a:gd name="connsiteY1198" fmla="*/ 1231543 h 1568555"/>
                  <a:gd name="connsiteX1199" fmla="*/ 1176309 w 1581788"/>
                  <a:gd name="connsiteY1199" fmla="*/ 1224063 h 1568555"/>
                  <a:gd name="connsiteX1200" fmla="*/ 1173432 w 1581788"/>
                  <a:gd name="connsiteY1200" fmla="*/ 1224063 h 1568555"/>
                  <a:gd name="connsiteX1201" fmla="*/ 1173432 w 1581788"/>
                  <a:gd name="connsiteY1201" fmla="*/ 1226652 h 1568555"/>
                  <a:gd name="connsiteX1202" fmla="*/ 1170987 w 1581788"/>
                  <a:gd name="connsiteY1202" fmla="*/ 1226652 h 1568555"/>
                  <a:gd name="connsiteX1203" fmla="*/ 1170987 w 1581788"/>
                  <a:gd name="connsiteY1203" fmla="*/ 1224063 h 1568555"/>
                  <a:gd name="connsiteX1204" fmla="*/ 1173432 w 1581788"/>
                  <a:gd name="connsiteY1204" fmla="*/ 1224063 h 1568555"/>
                  <a:gd name="connsiteX1205" fmla="*/ 1173432 w 1581788"/>
                  <a:gd name="connsiteY1205" fmla="*/ 1221618 h 1568555"/>
                  <a:gd name="connsiteX1206" fmla="*/ 1163363 w 1581788"/>
                  <a:gd name="connsiteY1206" fmla="*/ 1221618 h 1568555"/>
                  <a:gd name="connsiteX1207" fmla="*/ 1163363 w 1581788"/>
                  <a:gd name="connsiteY1207" fmla="*/ 1229098 h 1568555"/>
                  <a:gd name="connsiteX1208" fmla="*/ 1160774 w 1581788"/>
                  <a:gd name="connsiteY1208" fmla="*/ 1229098 h 1568555"/>
                  <a:gd name="connsiteX1209" fmla="*/ 1160774 w 1581788"/>
                  <a:gd name="connsiteY1209" fmla="*/ 1226652 h 1568555"/>
                  <a:gd name="connsiteX1210" fmla="*/ 1158329 w 1581788"/>
                  <a:gd name="connsiteY1210" fmla="*/ 1226652 h 1568555"/>
                  <a:gd name="connsiteX1211" fmla="*/ 1158329 w 1581788"/>
                  <a:gd name="connsiteY1211" fmla="*/ 1229098 h 1568555"/>
                  <a:gd name="connsiteX1212" fmla="*/ 1155884 w 1581788"/>
                  <a:gd name="connsiteY1212" fmla="*/ 1229098 h 1568555"/>
                  <a:gd name="connsiteX1213" fmla="*/ 1158329 w 1581788"/>
                  <a:gd name="connsiteY1213" fmla="*/ 1231543 h 1568555"/>
                  <a:gd name="connsiteX1214" fmla="*/ 1158329 w 1581788"/>
                  <a:gd name="connsiteY1214" fmla="*/ 1236865 h 1568555"/>
                  <a:gd name="connsiteX1215" fmla="*/ 1166096 w 1581788"/>
                  <a:gd name="connsiteY1215" fmla="*/ 1236865 h 1568555"/>
                  <a:gd name="connsiteX1216" fmla="*/ 1166096 w 1581788"/>
                  <a:gd name="connsiteY1216" fmla="*/ 1239310 h 1568555"/>
                  <a:gd name="connsiteX1217" fmla="*/ 1168542 w 1581788"/>
                  <a:gd name="connsiteY1217" fmla="*/ 1239310 h 1568555"/>
                  <a:gd name="connsiteX1218" fmla="*/ 1168542 w 1581788"/>
                  <a:gd name="connsiteY1218" fmla="*/ 1241756 h 1568555"/>
                  <a:gd name="connsiteX1219" fmla="*/ 1170987 w 1581788"/>
                  <a:gd name="connsiteY1219" fmla="*/ 1241756 h 1568555"/>
                  <a:gd name="connsiteX1220" fmla="*/ 1170987 w 1581788"/>
                  <a:gd name="connsiteY1220" fmla="*/ 1244488 h 1568555"/>
                  <a:gd name="connsiteX1221" fmla="*/ 1168542 w 1581788"/>
                  <a:gd name="connsiteY1221" fmla="*/ 1244488 h 1568555"/>
                  <a:gd name="connsiteX1222" fmla="*/ 1168542 w 1581788"/>
                  <a:gd name="connsiteY1222" fmla="*/ 1249522 h 1568555"/>
                  <a:gd name="connsiteX1223" fmla="*/ 1170987 w 1581788"/>
                  <a:gd name="connsiteY1223" fmla="*/ 1249522 h 1568555"/>
                  <a:gd name="connsiteX1224" fmla="*/ 1170987 w 1581788"/>
                  <a:gd name="connsiteY1224" fmla="*/ 1257290 h 1568555"/>
                  <a:gd name="connsiteX1225" fmla="*/ 1168542 w 1581788"/>
                  <a:gd name="connsiteY1225" fmla="*/ 1259735 h 1568555"/>
                  <a:gd name="connsiteX1226" fmla="*/ 1168542 w 1581788"/>
                  <a:gd name="connsiteY1226" fmla="*/ 1261317 h 1568555"/>
                  <a:gd name="connsiteX1227" fmla="*/ 1166096 w 1581788"/>
                  <a:gd name="connsiteY1227" fmla="*/ 1261317 h 1568555"/>
                  <a:gd name="connsiteX1228" fmla="*/ 1166096 w 1581788"/>
                  <a:gd name="connsiteY1228" fmla="*/ 1264050 h 1568555"/>
                  <a:gd name="connsiteX1229" fmla="*/ 1160774 w 1581788"/>
                  <a:gd name="connsiteY1229" fmla="*/ 1264050 h 1568555"/>
                  <a:gd name="connsiteX1230" fmla="*/ 1160774 w 1581788"/>
                  <a:gd name="connsiteY1230" fmla="*/ 1261317 h 1568555"/>
                  <a:gd name="connsiteX1231" fmla="*/ 1150562 w 1581788"/>
                  <a:gd name="connsiteY1231" fmla="*/ 1261317 h 1568555"/>
                  <a:gd name="connsiteX1232" fmla="*/ 1150562 w 1581788"/>
                  <a:gd name="connsiteY1232" fmla="*/ 1258872 h 1568555"/>
                  <a:gd name="connsiteX1233" fmla="*/ 1148117 w 1581788"/>
                  <a:gd name="connsiteY1233" fmla="*/ 1258872 h 1568555"/>
                  <a:gd name="connsiteX1234" fmla="*/ 1148117 w 1581788"/>
                  <a:gd name="connsiteY1234" fmla="*/ 1261317 h 1568555"/>
                  <a:gd name="connsiteX1235" fmla="*/ 1145671 w 1581788"/>
                  <a:gd name="connsiteY1235" fmla="*/ 1261317 h 1568555"/>
                  <a:gd name="connsiteX1236" fmla="*/ 1145671 w 1581788"/>
                  <a:gd name="connsiteY1236" fmla="*/ 1258872 h 1568555"/>
                  <a:gd name="connsiteX1237" fmla="*/ 1138048 w 1581788"/>
                  <a:gd name="connsiteY1237" fmla="*/ 1258872 h 1568555"/>
                  <a:gd name="connsiteX1238" fmla="*/ 1135603 w 1581788"/>
                  <a:gd name="connsiteY1238" fmla="*/ 1256427 h 1568555"/>
                  <a:gd name="connsiteX1239" fmla="*/ 1125390 w 1581788"/>
                  <a:gd name="connsiteY1239" fmla="*/ 1256427 h 1568555"/>
                  <a:gd name="connsiteX1240" fmla="*/ 1125390 w 1581788"/>
                  <a:gd name="connsiteY1240" fmla="*/ 1253838 h 1568555"/>
                  <a:gd name="connsiteX1241" fmla="*/ 1122801 w 1581788"/>
                  <a:gd name="connsiteY1241" fmla="*/ 1253838 h 1568555"/>
                  <a:gd name="connsiteX1242" fmla="*/ 1122801 w 1581788"/>
                  <a:gd name="connsiteY1242" fmla="*/ 1248659 h 1568555"/>
                  <a:gd name="connsiteX1243" fmla="*/ 1120068 w 1581788"/>
                  <a:gd name="connsiteY1243" fmla="*/ 1246214 h 1568555"/>
                  <a:gd name="connsiteX1244" fmla="*/ 1120068 w 1581788"/>
                  <a:gd name="connsiteY1244" fmla="*/ 1243625 h 1568555"/>
                  <a:gd name="connsiteX1245" fmla="*/ 1117623 w 1581788"/>
                  <a:gd name="connsiteY1245" fmla="*/ 1243625 h 1568555"/>
                  <a:gd name="connsiteX1246" fmla="*/ 1115178 w 1581788"/>
                  <a:gd name="connsiteY1246" fmla="*/ 1246214 h 1568555"/>
                  <a:gd name="connsiteX1247" fmla="*/ 1109280 w 1581788"/>
                  <a:gd name="connsiteY1247" fmla="*/ 1246214 h 1568555"/>
                  <a:gd name="connsiteX1248" fmla="*/ 1109280 w 1581788"/>
                  <a:gd name="connsiteY1248" fmla="*/ 1248659 h 1568555"/>
                  <a:gd name="connsiteX1249" fmla="*/ 1106835 w 1581788"/>
                  <a:gd name="connsiteY1249" fmla="*/ 1248659 h 1568555"/>
                  <a:gd name="connsiteX1250" fmla="*/ 1106835 w 1581788"/>
                  <a:gd name="connsiteY1250" fmla="*/ 1251105 h 1568555"/>
                  <a:gd name="connsiteX1251" fmla="*/ 1104390 w 1581788"/>
                  <a:gd name="connsiteY1251" fmla="*/ 1251105 h 1568555"/>
                  <a:gd name="connsiteX1252" fmla="*/ 1104390 w 1581788"/>
                  <a:gd name="connsiteY1252" fmla="*/ 1256427 h 1568555"/>
                  <a:gd name="connsiteX1253" fmla="*/ 1101801 w 1581788"/>
                  <a:gd name="connsiteY1253" fmla="*/ 1256427 h 1568555"/>
                  <a:gd name="connsiteX1254" fmla="*/ 1101801 w 1581788"/>
                  <a:gd name="connsiteY1254" fmla="*/ 1261317 h 1568555"/>
                  <a:gd name="connsiteX1255" fmla="*/ 1099068 w 1581788"/>
                  <a:gd name="connsiteY1255" fmla="*/ 1261317 h 1568555"/>
                  <a:gd name="connsiteX1256" fmla="*/ 1099068 w 1581788"/>
                  <a:gd name="connsiteY1256" fmla="*/ 1240892 h 1568555"/>
                  <a:gd name="connsiteX1257" fmla="*/ 1094896 w 1581788"/>
                  <a:gd name="connsiteY1257" fmla="*/ 1240892 h 1568555"/>
                  <a:gd name="connsiteX1258" fmla="*/ 1094896 w 1581788"/>
                  <a:gd name="connsiteY1258" fmla="*/ 1238447 h 1568555"/>
                  <a:gd name="connsiteX1259" fmla="*/ 1092451 w 1581788"/>
                  <a:gd name="connsiteY1259" fmla="*/ 1238447 h 1568555"/>
                  <a:gd name="connsiteX1260" fmla="*/ 1089574 w 1581788"/>
                  <a:gd name="connsiteY1260" fmla="*/ 1240892 h 1568555"/>
                  <a:gd name="connsiteX1261" fmla="*/ 1087129 w 1581788"/>
                  <a:gd name="connsiteY1261" fmla="*/ 1240892 h 1568555"/>
                  <a:gd name="connsiteX1262" fmla="*/ 1087129 w 1581788"/>
                  <a:gd name="connsiteY1262" fmla="*/ 1243625 h 1568555"/>
                  <a:gd name="connsiteX1263" fmla="*/ 1084684 w 1581788"/>
                  <a:gd name="connsiteY1263" fmla="*/ 1243625 h 1568555"/>
                  <a:gd name="connsiteX1264" fmla="*/ 1084684 w 1581788"/>
                  <a:gd name="connsiteY1264" fmla="*/ 1246933 h 1568555"/>
                  <a:gd name="connsiteX1265" fmla="*/ 1082239 w 1581788"/>
                  <a:gd name="connsiteY1265" fmla="*/ 1246933 h 1568555"/>
                  <a:gd name="connsiteX1266" fmla="*/ 1082239 w 1581788"/>
                  <a:gd name="connsiteY1266" fmla="*/ 1244344 h 1568555"/>
                  <a:gd name="connsiteX1267" fmla="*/ 1084684 w 1581788"/>
                  <a:gd name="connsiteY1267" fmla="*/ 1244344 h 1568555"/>
                  <a:gd name="connsiteX1268" fmla="*/ 1084684 w 1581788"/>
                  <a:gd name="connsiteY1268" fmla="*/ 1241612 h 1568555"/>
                  <a:gd name="connsiteX1269" fmla="*/ 1087129 w 1581788"/>
                  <a:gd name="connsiteY1269" fmla="*/ 1241612 h 1568555"/>
                  <a:gd name="connsiteX1270" fmla="*/ 1087129 w 1581788"/>
                  <a:gd name="connsiteY1270" fmla="*/ 1236721 h 1568555"/>
                  <a:gd name="connsiteX1271" fmla="*/ 1089574 w 1581788"/>
                  <a:gd name="connsiteY1271" fmla="*/ 1236721 h 1568555"/>
                  <a:gd name="connsiteX1272" fmla="*/ 1089574 w 1581788"/>
                  <a:gd name="connsiteY1272" fmla="*/ 1231399 h 1568555"/>
                  <a:gd name="connsiteX1273" fmla="*/ 1087129 w 1581788"/>
                  <a:gd name="connsiteY1273" fmla="*/ 1231399 h 1568555"/>
                  <a:gd name="connsiteX1274" fmla="*/ 1087129 w 1581788"/>
                  <a:gd name="connsiteY1274" fmla="*/ 1228954 h 1568555"/>
                  <a:gd name="connsiteX1275" fmla="*/ 1089574 w 1581788"/>
                  <a:gd name="connsiteY1275" fmla="*/ 1228954 h 1568555"/>
                  <a:gd name="connsiteX1276" fmla="*/ 1089574 w 1581788"/>
                  <a:gd name="connsiteY1276" fmla="*/ 1226508 h 1568555"/>
                  <a:gd name="connsiteX1277" fmla="*/ 1092451 w 1581788"/>
                  <a:gd name="connsiteY1277" fmla="*/ 1226508 h 1568555"/>
                  <a:gd name="connsiteX1278" fmla="*/ 1092451 w 1581788"/>
                  <a:gd name="connsiteY1278" fmla="*/ 1223919 h 1568555"/>
                  <a:gd name="connsiteX1279" fmla="*/ 1084684 w 1581788"/>
                  <a:gd name="connsiteY1279" fmla="*/ 1223919 h 1568555"/>
                  <a:gd name="connsiteX1280" fmla="*/ 1084684 w 1581788"/>
                  <a:gd name="connsiteY1280" fmla="*/ 1234132 h 1568555"/>
                  <a:gd name="connsiteX1281" fmla="*/ 1082239 w 1581788"/>
                  <a:gd name="connsiteY1281" fmla="*/ 1234132 h 1568555"/>
                  <a:gd name="connsiteX1282" fmla="*/ 1082239 w 1581788"/>
                  <a:gd name="connsiteY1282" fmla="*/ 1228954 h 1568555"/>
                  <a:gd name="connsiteX1283" fmla="*/ 1079506 w 1581788"/>
                  <a:gd name="connsiteY1283" fmla="*/ 1228954 h 1568555"/>
                  <a:gd name="connsiteX1284" fmla="*/ 1079506 w 1581788"/>
                  <a:gd name="connsiteY1284" fmla="*/ 1231399 h 1568555"/>
                  <a:gd name="connsiteX1285" fmla="*/ 1076917 w 1581788"/>
                  <a:gd name="connsiteY1285" fmla="*/ 1231399 h 1568555"/>
                  <a:gd name="connsiteX1286" fmla="*/ 1079506 w 1581788"/>
                  <a:gd name="connsiteY1286" fmla="*/ 1228954 h 1568555"/>
                  <a:gd name="connsiteX1287" fmla="*/ 1079506 w 1581788"/>
                  <a:gd name="connsiteY1287" fmla="*/ 1226508 h 1568555"/>
                  <a:gd name="connsiteX1288" fmla="*/ 1072026 w 1581788"/>
                  <a:gd name="connsiteY1288" fmla="*/ 1226508 h 1568555"/>
                  <a:gd name="connsiteX1289" fmla="*/ 1072026 w 1581788"/>
                  <a:gd name="connsiteY1289" fmla="*/ 1221474 h 1568555"/>
                  <a:gd name="connsiteX1290" fmla="*/ 1069293 w 1581788"/>
                  <a:gd name="connsiteY1290" fmla="*/ 1221474 h 1568555"/>
                  <a:gd name="connsiteX1291" fmla="*/ 1069293 w 1581788"/>
                  <a:gd name="connsiteY1291" fmla="*/ 1223919 h 1568555"/>
                  <a:gd name="connsiteX1292" fmla="*/ 1066129 w 1581788"/>
                  <a:gd name="connsiteY1292" fmla="*/ 1223919 h 1568555"/>
                  <a:gd name="connsiteX1293" fmla="*/ 1066129 w 1581788"/>
                  <a:gd name="connsiteY1293" fmla="*/ 1211261 h 1568555"/>
                  <a:gd name="connsiteX1294" fmla="*/ 1061238 w 1581788"/>
                  <a:gd name="connsiteY1294" fmla="*/ 1211261 h 1568555"/>
                  <a:gd name="connsiteX1295" fmla="*/ 1061238 w 1581788"/>
                  <a:gd name="connsiteY1295" fmla="*/ 1208528 h 1568555"/>
                  <a:gd name="connsiteX1296" fmla="*/ 1058505 w 1581788"/>
                  <a:gd name="connsiteY1296" fmla="*/ 1208528 h 1568555"/>
                  <a:gd name="connsiteX1297" fmla="*/ 1058505 w 1581788"/>
                  <a:gd name="connsiteY1297" fmla="*/ 1203782 h 1568555"/>
                  <a:gd name="connsiteX1298" fmla="*/ 1061238 w 1581788"/>
                  <a:gd name="connsiteY1298" fmla="*/ 1203782 h 1568555"/>
                  <a:gd name="connsiteX1299" fmla="*/ 1061238 w 1581788"/>
                  <a:gd name="connsiteY1299" fmla="*/ 1198460 h 1568555"/>
                  <a:gd name="connsiteX1300" fmla="*/ 1055916 w 1581788"/>
                  <a:gd name="connsiteY1300" fmla="*/ 1198460 h 1568555"/>
                  <a:gd name="connsiteX1301" fmla="*/ 1055916 w 1581788"/>
                  <a:gd name="connsiteY1301" fmla="*/ 1201193 h 1568555"/>
                  <a:gd name="connsiteX1302" fmla="*/ 1030601 w 1581788"/>
                  <a:gd name="connsiteY1302" fmla="*/ 1201193 h 1568555"/>
                  <a:gd name="connsiteX1303" fmla="*/ 1030601 w 1581788"/>
                  <a:gd name="connsiteY1303" fmla="*/ 1203782 h 1568555"/>
                  <a:gd name="connsiteX1304" fmla="*/ 1028012 w 1581788"/>
                  <a:gd name="connsiteY1304" fmla="*/ 1206227 h 1568555"/>
                  <a:gd name="connsiteX1305" fmla="*/ 1028012 w 1581788"/>
                  <a:gd name="connsiteY1305" fmla="*/ 1208672 h 1568555"/>
                  <a:gd name="connsiteX1306" fmla="*/ 1030601 w 1581788"/>
                  <a:gd name="connsiteY1306" fmla="*/ 1206227 h 1568555"/>
                  <a:gd name="connsiteX1307" fmla="*/ 1030601 w 1581788"/>
                  <a:gd name="connsiteY1307" fmla="*/ 1208672 h 1568555"/>
                  <a:gd name="connsiteX1308" fmla="*/ 1038224 w 1581788"/>
                  <a:gd name="connsiteY1308" fmla="*/ 1208672 h 1568555"/>
                  <a:gd name="connsiteX1309" fmla="*/ 1038224 w 1581788"/>
                  <a:gd name="connsiteY1309" fmla="*/ 1213994 h 1568555"/>
                  <a:gd name="connsiteX1310" fmla="*/ 1040813 w 1581788"/>
                  <a:gd name="connsiteY1310" fmla="*/ 1211405 h 1568555"/>
                  <a:gd name="connsiteX1311" fmla="*/ 1040813 w 1581788"/>
                  <a:gd name="connsiteY1311" fmla="*/ 1213994 h 1568555"/>
                  <a:gd name="connsiteX1312" fmla="*/ 1043259 w 1581788"/>
                  <a:gd name="connsiteY1312" fmla="*/ 1213994 h 1568555"/>
                  <a:gd name="connsiteX1313" fmla="*/ 1043259 w 1581788"/>
                  <a:gd name="connsiteY1313" fmla="*/ 1216440 h 1568555"/>
                  <a:gd name="connsiteX1314" fmla="*/ 1045704 w 1581788"/>
                  <a:gd name="connsiteY1314" fmla="*/ 1216440 h 1568555"/>
                  <a:gd name="connsiteX1315" fmla="*/ 1045704 w 1581788"/>
                  <a:gd name="connsiteY1315" fmla="*/ 1218166 h 1568555"/>
                  <a:gd name="connsiteX1316" fmla="*/ 1048437 w 1581788"/>
                  <a:gd name="connsiteY1316" fmla="*/ 1218166 h 1568555"/>
                  <a:gd name="connsiteX1317" fmla="*/ 1048437 w 1581788"/>
                  <a:gd name="connsiteY1317" fmla="*/ 1220899 h 1568555"/>
                  <a:gd name="connsiteX1318" fmla="*/ 1051026 w 1581788"/>
                  <a:gd name="connsiteY1318" fmla="*/ 1220899 h 1568555"/>
                  <a:gd name="connsiteX1319" fmla="*/ 1051026 w 1581788"/>
                  <a:gd name="connsiteY1319" fmla="*/ 1223344 h 1568555"/>
                  <a:gd name="connsiteX1320" fmla="*/ 1053471 w 1581788"/>
                  <a:gd name="connsiteY1320" fmla="*/ 1223344 h 1568555"/>
                  <a:gd name="connsiteX1321" fmla="*/ 1053471 w 1581788"/>
                  <a:gd name="connsiteY1321" fmla="*/ 1228378 h 1568555"/>
                  <a:gd name="connsiteX1322" fmla="*/ 1055916 w 1581788"/>
                  <a:gd name="connsiteY1322" fmla="*/ 1228378 h 1568555"/>
                  <a:gd name="connsiteX1323" fmla="*/ 1055916 w 1581788"/>
                  <a:gd name="connsiteY1323" fmla="*/ 1225933 h 1568555"/>
                  <a:gd name="connsiteX1324" fmla="*/ 1058505 w 1581788"/>
                  <a:gd name="connsiteY1324" fmla="*/ 1228378 h 1568555"/>
                  <a:gd name="connsiteX1325" fmla="*/ 1061238 w 1581788"/>
                  <a:gd name="connsiteY1325" fmla="*/ 1228378 h 1568555"/>
                  <a:gd name="connsiteX1326" fmla="*/ 1061238 w 1581788"/>
                  <a:gd name="connsiteY1326" fmla="*/ 1230824 h 1568555"/>
                  <a:gd name="connsiteX1327" fmla="*/ 1058505 w 1581788"/>
                  <a:gd name="connsiteY1327" fmla="*/ 1230824 h 1568555"/>
                  <a:gd name="connsiteX1328" fmla="*/ 1058505 w 1581788"/>
                  <a:gd name="connsiteY1328" fmla="*/ 1233557 h 1568555"/>
                  <a:gd name="connsiteX1329" fmla="*/ 1061238 w 1581788"/>
                  <a:gd name="connsiteY1329" fmla="*/ 1233557 h 1568555"/>
                  <a:gd name="connsiteX1330" fmla="*/ 1061238 w 1581788"/>
                  <a:gd name="connsiteY1330" fmla="*/ 1238591 h 1568555"/>
                  <a:gd name="connsiteX1331" fmla="*/ 1063684 w 1581788"/>
                  <a:gd name="connsiteY1331" fmla="*/ 1238591 h 1568555"/>
                  <a:gd name="connsiteX1332" fmla="*/ 1063684 w 1581788"/>
                  <a:gd name="connsiteY1332" fmla="*/ 1241036 h 1568555"/>
                  <a:gd name="connsiteX1333" fmla="*/ 1066129 w 1581788"/>
                  <a:gd name="connsiteY1333" fmla="*/ 1241036 h 1568555"/>
                  <a:gd name="connsiteX1334" fmla="*/ 1066129 w 1581788"/>
                  <a:gd name="connsiteY1334" fmla="*/ 1243769 h 1568555"/>
                  <a:gd name="connsiteX1335" fmla="*/ 1068718 w 1581788"/>
                  <a:gd name="connsiteY1335" fmla="*/ 1243769 h 1568555"/>
                  <a:gd name="connsiteX1336" fmla="*/ 1068718 w 1581788"/>
                  <a:gd name="connsiteY1336" fmla="*/ 1248803 h 1568555"/>
                  <a:gd name="connsiteX1337" fmla="*/ 1071451 w 1581788"/>
                  <a:gd name="connsiteY1337" fmla="*/ 1251248 h 1568555"/>
                  <a:gd name="connsiteX1338" fmla="*/ 1068718 w 1581788"/>
                  <a:gd name="connsiteY1338" fmla="*/ 1251248 h 1568555"/>
                  <a:gd name="connsiteX1339" fmla="*/ 1071451 w 1581788"/>
                  <a:gd name="connsiteY1339" fmla="*/ 1253981 h 1568555"/>
                  <a:gd name="connsiteX1340" fmla="*/ 1071451 w 1581788"/>
                  <a:gd name="connsiteY1340" fmla="*/ 1256571 h 1568555"/>
                  <a:gd name="connsiteX1341" fmla="*/ 1068718 w 1581788"/>
                  <a:gd name="connsiteY1341" fmla="*/ 1253981 h 1568555"/>
                  <a:gd name="connsiteX1342" fmla="*/ 1068718 w 1581788"/>
                  <a:gd name="connsiteY1342" fmla="*/ 1259016 h 1568555"/>
                  <a:gd name="connsiteX1343" fmla="*/ 1071451 w 1581788"/>
                  <a:gd name="connsiteY1343" fmla="*/ 1259016 h 1568555"/>
                  <a:gd name="connsiteX1344" fmla="*/ 1071451 w 1581788"/>
                  <a:gd name="connsiteY1344" fmla="*/ 1269228 h 1568555"/>
                  <a:gd name="connsiteX1345" fmla="*/ 1068718 w 1581788"/>
                  <a:gd name="connsiteY1345" fmla="*/ 1269228 h 1568555"/>
                  <a:gd name="connsiteX1346" fmla="*/ 1068718 w 1581788"/>
                  <a:gd name="connsiteY1346" fmla="*/ 1274407 h 1568555"/>
                  <a:gd name="connsiteX1347" fmla="*/ 1066129 w 1581788"/>
                  <a:gd name="connsiteY1347" fmla="*/ 1274407 h 1568555"/>
                  <a:gd name="connsiteX1348" fmla="*/ 1066129 w 1581788"/>
                  <a:gd name="connsiteY1348" fmla="*/ 1281886 h 1568555"/>
                  <a:gd name="connsiteX1349" fmla="*/ 1063684 w 1581788"/>
                  <a:gd name="connsiteY1349" fmla="*/ 1281886 h 1568555"/>
                  <a:gd name="connsiteX1350" fmla="*/ 1063684 w 1581788"/>
                  <a:gd name="connsiteY1350" fmla="*/ 1284619 h 1568555"/>
                  <a:gd name="connsiteX1351" fmla="*/ 1061238 w 1581788"/>
                  <a:gd name="connsiteY1351" fmla="*/ 1284619 h 1568555"/>
                  <a:gd name="connsiteX1352" fmla="*/ 1061238 w 1581788"/>
                  <a:gd name="connsiteY1352" fmla="*/ 1287208 h 1568555"/>
                  <a:gd name="connsiteX1353" fmla="*/ 1058505 w 1581788"/>
                  <a:gd name="connsiteY1353" fmla="*/ 1287208 h 1568555"/>
                  <a:gd name="connsiteX1354" fmla="*/ 1058505 w 1581788"/>
                  <a:gd name="connsiteY1354" fmla="*/ 1290085 h 1568555"/>
                  <a:gd name="connsiteX1355" fmla="*/ 1055916 w 1581788"/>
                  <a:gd name="connsiteY1355" fmla="*/ 1290085 h 1568555"/>
                  <a:gd name="connsiteX1356" fmla="*/ 1055916 w 1581788"/>
                  <a:gd name="connsiteY1356" fmla="*/ 1297852 h 1568555"/>
                  <a:gd name="connsiteX1357" fmla="*/ 1053471 w 1581788"/>
                  <a:gd name="connsiteY1357" fmla="*/ 1297852 h 1568555"/>
                  <a:gd name="connsiteX1358" fmla="*/ 1053471 w 1581788"/>
                  <a:gd name="connsiteY1358" fmla="*/ 1318853 h 1568555"/>
                  <a:gd name="connsiteX1359" fmla="*/ 1051026 w 1581788"/>
                  <a:gd name="connsiteY1359" fmla="*/ 1318853 h 1568555"/>
                  <a:gd name="connsiteX1360" fmla="*/ 1051026 w 1581788"/>
                  <a:gd name="connsiteY1360" fmla="*/ 1321442 h 1568555"/>
                  <a:gd name="connsiteX1361" fmla="*/ 1048437 w 1581788"/>
                  <a:gd name="connsiteY1361" fmla="*/ 1321442 h 1568555"/>
                  <a:gd name="connsiteX1362" fmla="*/ 1048437 w 1581788"/>
                  <a:gd name="connsiteY1362" fmla="*/ 1323887 h 1568555"/>
                  <a:gd name="connsiteX1363" fmla="*/ 1045704 w 1581788"/>
                  <a:gd name="connsiteY1363" fmla="*/ 1323887 h 1568555"/>
                  <a:gd name="connsiteX1364" fmla="*/ 1045704 w 1581788"/>
                  <a:gd name="connsiteY1364" fmla="*/ 1331654 h 1568555"/>
                  <a:gd name="connsiteX1365" fmla="*/ 1048437 w 1581788"/>
                  <a:gd name="connsiteY1365" fmla="*/ 1331654 h 1568555"/>
                  <a:gd name="connsiteX1366" fmla="*/ 1048437 w 1581788"/>
                  <a:gd name="connsiteY1366" fmla="*/ 1339278 h 1568555"/>
                  <a:gd name="connsiteX1367" fmla="*/ 1051026 w 1581788"/>
                  <a:gd name="connsiteY1367" fmla="*/ 1339278 h 1568555"/>
                  <a:gd name="connsiteX1368" fmla="*/ 1051026 w 1581788"/>
                  <a:gd name="connsiteY1368" fmla="*/ 1352079 h 1568555"/>
                  <a:gd name="connsiteX1369" fmla="*/ 1053471 w 1581788"/>
                  <a:gd name="connsiteY1369" fmla="*/ 1352079 h 1568555"/>
                  <a:gd name="connsiteX1370" fmla="*/ 1053471 w 1581788"/>
                  <a:gd name="connsiteY1370" fmla="*/ 1369915 h 1568555"/>
                  <a:gd name="connsiteX1371" fmla="*/ 1055916 w 1581788"/>
                  <a:gd name="connsiteY1371" fmla="*/ 1369915 h 1568555"/>
                  <a:gd name="connsiteX1372" fmla="*/ 1055916 w 1581788"/>
                  <a:gd name="connsiteY1372" fmla="*/ 1376388 h 1568555"/>
                  <a:gd name="connsiteX1373" fmla="*/ 1058505 w 1581788"/>
                  <a:gd name="connsiteY1373" fmla="*/ 1376388 h 1568555"/>
                  <a:gd name="connsiteX1374" fmla="*/ 1058505 w 1581788"/>
                  <a:gd name="connsiteY1374" fmla="*/ 1391779 h 1568555"/>
                  <a:gd name="connsiteX1375" fmla="*/ 1061238 w 1581788"/>
                  <a:gd name="connsiteY1375" fmla="*/ 1394368 h 1568555"/>
                  <a:gd name="connsiteX1376" fmla="*/ 1061238 w 1581788"/>
                  <a:gd name="connsiteY1376" fmla="*/ 1407025 h 1568555"/>
                  <a:gd name="connsiteX1377" fmla="*/ 1058505 w 1581788"/>
                  <a:gd name="connsiteY1377" fmla="*/ 1407025 h 1568555"/>
                  <a:gd name="connsiteX1378" fmla="*/ 1058505 w 1581788"/>
                  <a:gd name="connsiteY1378" fmla="*/ 1412203 h 1568555"/>
                  <a:gd name="connsiteX1379" fmla="*/ 1055916 w 1581788"/>
                  <a:gd name="connsiteY1379" fmla="*/ 1412203 h 1568555"/>
                  <a:gd name="connsiteX1380" fmla="*/ 1055916 w 1581788"/>
                  <a:gd name="connsiteY1380" fmla="*/ 1414793 h 1568555"/>
                  <a:gd name="connsiteX1381" fmla="*/ 1053471 w 1581788"/>
                  <a:gd name="connsiteY1381" fmla="*/ 1414793 h 1568555"/>
                  <a:gd name="connsiteX1382" fmla="*/ 1053471 w 1581788"/>
                  <a:gd name="connsiteY1382" fmla="*/ 1417238 h 1568555"/>
                  <a:gd name="connsiteX1383" fmla="*/ 1051026 w 1581788"/>
                  <a:gd name="connsiteY1383" fmla="*/ 1417238 h 1568555"/>
                  <a:gd name="connsiteX1384" fmla="*/ 1051026 w 1581788"/>
                  <a:gd name="connsiteY1384" fmla="*/ 1419539 h 1568555"/>
                  <a:gd name="connsiteX1385" fmla="*/ 1045704 w 1581788"/>
                  <a:gd name="connsiteY1385" fmla="*/ 1419539 h 1568555"/>
                  <a:gd name="connsiteX1386" fmla="*/ 1045704 w 1581788"/>
                  <a:gd name="connsiteY1386" fmla="*/ 1422272 h 1568555"/>
                  <a:gd name="connsiteX1387" fmla="*/ 1040813 w 1581788"/>
                  <a:gd name="connsiteY1387" fmla="*/ 1422272 h 1568555"/>
                  <a:gd name="connsiteX1388" fmla="*/ 1040813 w 1581788"/>
                  <a:gd name="connsiteY1388" fmla="*/ 1429752 h 1568555"/>
                  <a:gd name="connsiteX1389" fmla="*/ 1038224 w 1581788"/>
                  <a:gd name="connsiteY1389" fmla="*/ 1429752 h 1568555"/>
                  <a:gd name="connsiteX1390" fmla="*/ 1038224 w 1581788"/>
                  <a:gd name="connsiteY1390" fmla="*/ 1432485 h 1568555"/>
                  <a:gd name="connsiteX1391" fmla="*/ 1035491 w 1581788"/>
                  <a:gd name="connsiteY1391" fmla="*/ 1435074 h 1568555"/>
                  <a:gd name="connsiteX1392" fmla="*/ 1035491 w 1581788"/>
                  <a:gd name="connsiteY1392" fmla="*/ 1437519 h 1568555"/>
                  <a:gd name="connsiteX1393" fmla="*/ 1030601 w 1581788"/>
                  <a:gd name="connsiteY1393" fmla="*/ 1437519 h 1568555"/>
                  <a:gd name="connsiteX1394" fmla="*/ 1030601 w 1581788"/>
                  <a:gd name="connsiteY1394" fmla="*/ 1439965 h 1568555"/>
                  <a:gd name="connsiteX1395" fmla="*/ 1033046 w 1581788"/>
                  <a:gd name="connsiteY1395" fmla="*/ 1439965 h 1568555"/>
                  <a:gd name="connsiteX1396" fmla="*/ 1030601 w 1581788"/>
                  <a:gd name="connsiteY1396" fmla="*/ 1442697 h 1568555"/>
                  <a:gd name="connsiteX1397" fmla="*/ 1028012 w 1581788"/>
                  <a:gd name="connsiteY1397" fmla="*/ 1442697 h 1568555"/>
                  <a:gd name="connsiteX1398" fmla="*/ 1028012 w 1581788"/>
                  <a:gd name="connsiteY1398" fmla="*/ 1445286 h 1568555"/>
                  <a:gd name="connsiteX1399" fmla="*/ 1022977 w 1581788"/>
                  <a:gd name="connsiteY1399" fmla="*/ 1445286 h 1568555"/>
                  <a:gd name="connsiteX1400" fmla="*/ 1020532 w 1581788"/>
                  <a:gd name="connsiteY1400" fmla="*/ 1447731 h 1568555"/>
                  <a:gd name="connsiteX1401" fmla="*/ 1015210 w 1581788"/>
                  <a:gd name="connsiteY1401" fmla="*/ 1447731 h 1568555"/>
                  <a:gd name="connsiteX1402" fmla="*/ 1015210 w 1581788"/>
                  <a:gd name="connsiteY1402" fmla="*/ 1450177 h 1568555"/>
                  <a:gd name="connsiteX1403" fmla="*/ 1012765 w 1581788"/>
                  <a:gd name="connsiteY1403" fmla="*/ 1450177 h 1568555"/>
                  <a:gd name="connsiteX1404" fmla="*/ 1012765 w 1581788"/>
                  <a:gd name="connsiteY1404" fmla="*/ 1452910 h 1568555"/>
                  <a:gd name="connsiteX1405" fmla="*/ 1015210 w 1581788"/>
                  <a:gd name="connsiteY1405" fmla="*/ 1452910 h 1568555"/>
                  <a:gd name="connsiteX1406" fmla="*/ 1015210 w 1581788"/>
                  <a:gd name="connsiteY1406" fmla="*/ 1455499 h 1568555"/>
                  <a:gd name="connsiteX1407" fmla="*/ 1012765 w 1581788"/>
                  <a:gd name="connsiteY1407" fmla="*/ 1455499 h 1568555"/>
                  <a:gd name="connsiteX1408" fmla="*/ 1012765 w 1581788"/>
                  <a:gd name="connsiteY1408" fmla="*/ 1493472 h 1568555"/>
                  <a:gd name="connsiteX1409" fmla="*/ 1010319 w 1581788"/>
                  <a:gd name="connsiteY1409" fmla="*/ 1493472 h 1568555"/>
                  <a:gd name="connsiteX1410" fmla="*/ 1010319 w 1581788"/>
                  <a:gd name="connsiteY1410" fmla="*/ 1498794 h 1568555"/>
                  <a:gd name="connsiteX1411" fmla="*/ 1007874 w 1581788"/>
                  <a:gd name="connsiteY1411" fmla="*/ 1498794 h 1568555"/>
                  <a:gd name="connsiteX1412" fmla="*/ 1007874 w 1581788"/>
                  <a:gd name="connsiteY1412" fmla="*/ 1501239 h 1568555"/>
                  <a:gd name="connsiteX1413" fmla="*/ 1004998 w 1581788"/>
                  <a:gd name="connsiteY1413" fmla="*/ 1501239 h 1568555"/>
                  <a:gd name="connsiteX1414" fmla="*/ 1004998 w 1581788"/>
                  <a:gd name="connsiteY1414" fmla="*/ 1503685 h 1568555"/>
                  <a:gd name="connsiteX1415" fmla="*/ 1010319 w 1581788"/>
                  <a:gd name="connsiteY1415" fmla="*/ 1503685 h 1568555"/>
                  <a:gd name="connsiteX1416" fmla="*/ 1010319 w 1581788"/>
                  <a:gd name="connsiteY1416" fmla="*/ 1506418 h 1568555"/>
                  <a:gd name="connsiteX1417" fmla="*/ 1012765 w 1581788"/>
                  <a:gd name="connsiteY1417" fmla="*/ 1506418 h 1568555"/>
                  <a:gd name="connsiteX1418" fmla="*/ 1015210 w 1581788"/>
                  <a:gd name="connsiteY1418" fmla="*/ 1503685 h 1568555"/>
                  <a:gd name="connsiteX1419" fmla="*/ 1017943 w 1581788"/>
                  <a:gd name="connsiteY1419" fmla="*/ 1503685 h 1568555"/>
                  <a:gd name="connsiteX1420" fmla="*/ 1017943 w 1581788"/>
                  <a:gd name="connsiteY1420" fmla="*/ 1506418 h 1568555"/>
                  <a:gd name="connsiteX1421" fmla="*/ 1020532 w 1581788"/>
                  <a:gd name="connsiteY1421" fmla="*/ 1506418 h 1568555"/>
                  <a:gd name="connsiteX1422" fmla="*/ 1020532 w 1581788"/>
                  <a:gd name="connsiteY1422" fmla="*/ 1503685 h 1568555"/>
                  <a:gd name="connsiteX1423" fmla="*/ 1022977 w 1581788"/>
                  <a:gd name="connsiteY1423" fmla="*/ 1503685 h 1568555"/>
                  <a:gd name="connsiteX1424" fmla="*/ 1022977 w 1581788"/>
                  <a:gd name="connsiteY1424" fmla="*/ 1521665 h 1568555"/>
                  <a:gd name="connsiteX1425" fmla="*/ 1020532 w 1581788"/>
                  <a:gd name="connsiteY1425" fmla="*/ 1524110 h 1568555"/>
                  <a:gd name="connsiteX1426" fmla="*/ 1010319 w 1581788"/>
                  <a:gd name="connsiteY1426" fmla="*/ 1524110 h 1568555"/>
                  <a:gd name="connsiteX1427" fmla="*/ 1010319 w 1581788"/>
                  <a:gd name="connsiteY1427" fmla="*/ 1526842 h 1568555"/>
                  <a:gd name="connsiteX1428" fmla="*/ 1004998 w 1581788"/>
                  <a:gd name="connsiteY1428" fmla="*/ 1526842 h 1568555"/>
                  <a:gd name="connsiteX1429" fmla="*/ 1004998 w 1581788"/>
                  <a:gd name="connsiteY1429" fmla="*/ 1529432 h 1568555"/>
                  <a:gd name="connsiteX1430" fmla="*/ 990614 w 1581788"/>
                  <a:gd name="connsiteY1430" fmla="*/ 1529432 h 1568555"/>
                  <a:gd name="connsiteX1431" fmla="*/ 990614 w 1581788"/>
                  <a:gd name="connsiteY1431" fmla="*/ 1526842 h 1568555"/>
                  <a:gd name="connsiteX1432" fmla="*/ 982847 w 1581788"/>
                  <a:gd name="connsiteY1432" fmla="*/ 1526842 h 1568555"/>
                  <a:gd name="connsiteX1433" fmla="*/ 982847 w 1581788"/>
                  <a:gd name="connsiteY1433" fmla="*/ 1529432 h 1568555"/>
                  <a:gd name="connsiteX1434" fmla="*/ 975367 w 1581788"/>
                  <a:gd name="connsiteY1434" fmla="*/ 1529432 h 1568555"/>
                  <a:gd name="connsiteX1435" fmla="*/ 975367 w 1581788"/>
                  <a:gd name="connsiteY1435" fmla="*/ 1531877 h 1568555"/>
                  <a:gd name="connsiteX1436" fmla="*/ 972634 w 1581788"/>
                  <a:gd name="connsiteY1436" fmla="*/ 1531877 h 1568555"/>
                  <a:gd name="connsiteX1437" fmla="*/ 972634 w 1581788"/>
                  <a:gd name="connsiteY1437" fmla="*/ 1554747 h 1568555"/>
                  <a:gd name="connsiteX1438" fmla="*/ 975367 w 1581788"/>
                  <a:gd name="connsiteY1438" fmla="*/ 1554747 h 1568555"/>
                  <a:gd name="connsiteX1439" fmla="*/ 975367 w 1581788"/>
                  <a:gd name="connsiteY1439" fmla="*/ 1559926 h 1568555"/>
                  <a:gd name="connsiteX1440" fmla="*/ 977956 w 1581788"/>
                  <a:gd name="connsiteY1440" fmla="*/ 1559926 h 1568555"/>
                  <a:gd name="connsiteX1441" fmla="*/ 977956 w 1581788"/>
                  <a:gd name="connsiteY1441" fmla="*/ 1563378 h 1568555"/>
                  <a:gd name="connsiteX1442" fmla="*/ 988168 w 1581788"/>
                  <a:gd name="connsiteY1442" fmla="*/ 1563378 h 1568555"/>
                  <a:gd name="connsiteX1443" fmla="*/ 988168 w 1581788"/>
                  <a:gd name="connsiteY1443" fmla="*/ 1565823 h 1568555"/>
                  <a:gd name="connsiteX1444" fmla="*/ 993059 w 1581788"/>
                  <a:gd name="connsiteY1444" fmla="*/ 1565823 h 1568555"/>
                  <a:gd name="connsiteX1445" fmla="*/ 994210 w 1581788"/>
                  <a:gd name="connsiteY1445" fmla="*/ 1563378 h 1568555"/>
                  <a:gd name="connsiteX1446" fmla="*/ 999388 w 1581788"/>
                  <a:gd name="connsiteY1446" fmla="*/ 1563378 h 1568555"/>
                  <a:gd name="connsiteX1447" fmla="*/ 999388 w 1581788"/>
                  <a:gd name="connsiteY1447" fmla="*/ 1560789 h 1568555"/>
                  <a:gd name="connsiteX1448" fmla="*/ 1001833 w 1581788"/>
                  <a:gd name="connsiteY1448" fmla="*/ 1560789 h 1568555"/>
                  <a:gd name="connsiteX1449" fmla="*/ 1004278 w 1581788"/>
                  <a:gd name="connsiteY1449" fmla="*/ 1558343 h 1568555"/>
                  <a:gd name="connsiteX1450" fmla="*/ 1009600 w 1581788"/>
                  <a:gd name="connsiteY1450" fmla="*/ 1558343 h 1568555"/>
                  <a:gd name="connsiteX1451" fmla="*/ 1009600 w 1581788"/>
                  <a:gd name="connsiteY1451" fmla="*/ 1555610 h 1568555"/>
                  <a:gd name="connsiteX1452" fmla="*/ 1014491 w 1581788"/>
                  <a:gd name="connsiteY1452" fmla="*/ 1555610 h 1568555"/>
                  <a:gd name="connsiteX1453" fmla="*/ 1014491 w 1581788"/>
                  <a:gd name="connsiteY1453" fmla="*/ 1558343 h 1568555"/>
                  <a:gd name="connsiteX1454" fmla="*/ 1017224 w 1581788"/>
                  <a:gd name="connsiteY1454" fmla="*/ 1558343 h 1568555"/>
                  <a:gd name="connsiteX1455" fmla="*/ 1017224 w 1581788"/>
                  <a:gd name="connsiteY1455" fmla="*/ 1560789 h 1568555"/>
                  <a:gd name="connsiteX1456" fmla="*/ 1019813 w 1581788"/>
                  <a:gd name="connsiteY1456" fmla="*/ 1560789 h 1568555"/>
                  <a:gd name="connsiteX1457" fmla="*/ 1019813 w 1581788"/>
                  <a:gd name="connsiteY1457" fmla="*/ 1563378 h 1568555"/>
                  <a:gd name="connsiteX1458" fmla="*/ 1022258 w 1581788"/>
                  <a:gd name="connsiteY1458" fmla="*/ 1565823 h 1568555"/>
                  <a:gd name="connsiteX1459" fmla="*/ 1022258 w 1581788"/>
                  <a:gd name="connsiteY1459" fmla="*/ 1568555 h 1568555"/>
                  <a:gd name="connsiteX1460" fmla="*/ 1024703 w 1581788"/>
                  <a:gd name="connsiteY1460" fmla="*/ 1568555 h 1568555"/>
                  <a:gd name="connsiteX1461" fmla="*/ 1024703 w 1581788"/>
                  <a:gd name="connsiteY1461" fmla="*/ 1560789 h 1568555"/>
                  <a:gd name="connsiteX1462" fmla="*/ 1022977 w 1581788"/>
                  <a:gd name="connsiteY1462" fmla="*/ 1560789 h 1568555"/>
                  <a:gd name="connsiteX1463" fmla="*/ 1022977 w 1581788"/>
                  <a:gd name="connsiteY1463" fmla="*/ 1558343 h 1568555"/>
                  <a:gd name="connsiteX1464" fmla="*/ 1025423 w 1581788"/>
                  <a:gd name="connsiteY1464" fmla="*/ 1558343 h 1568555"/>
                  <a:gd name="connsiteX1465" fmla="*/ 1025423 w 1581788"/>
                  <a:gd name="connsiteY1465" fmla="*/ 1550720 h 1568555"/>
                  <a:gd name="connsiteX1466" fmla="*/ 1028155 w 1581788"/>
                  <a:gd name="connsiteY1466" fmla="*/ 1550720 h 1568555"/>
                  <a:gd name="connsiteX1467" fmla="*/ 1028155 w 1581788"/>
                  <a:gd name="connsiteY1467" fmla="*/ 1545398 h 1568555"/>
                  <a:gd name="connsiteX1468" fmla="*/ 1030744 w 1581788"/>
                  <a:gd name="connsiteY1468" fmla="*/ 1545398 h 1568555"/>
                  <a:gd name="connsiteX1469" fmla="*/ 1030744 w 1581788"/>
                  <a:gd name="connsiteY1469" fmla="*/ 1542952 h 1568555"/>
                  <a:gd name="connsiteX1470" fmla="*/ 1033190 w 1581788"/>
                  <a:gd name="connsiteY1470" fmla="*/ 1542952 h 1568555"/>
                  <a:gd name="connsiteX1471" fmla="*/ 1033190 w 1581788"/>
                  <a:gd name="connsiteY1471" fmla="*/ 1540507 h 1568555"/>
                  <a:gd name="connsiteX1472" fmla="*/ 1038368 w 1581788"/>
                  <a:gd name="connsiteY1472" fmla="*/ 1540507 h 1568555"/>
                  <a:gd name="connsiteX1473" fmla="*/ 1038368 w 1581788"/>
                  <a:gd name="connsiteY1473" fmla="*/ 1537918 h 1568555"/>
                  <a:gd name="connsiteX1474" fmla="*/ 1040957 w 1581788"/>
                  <a:gd name="connsiteY1474" fmla="*/ 1537918 h 1568555"/>
                  <a:gd name="connsiteX1475" fmla="*/ 1040957 w 1581788"/>
                  <a:gd name="connsiteY1475" fmla="*/ 1534610 h 1568555"/>
                  <a:gd name="connsiteX1476" fmla="*/ 1043402 w 1581788"/>
                  <a:gd name="connsiteY1476" fmla="*/ 1534610 h 1568555"/>
                  <a:gd name="connsiteX1477" fmla="*/ 1045848 w 1581788"/>
                  <a:gd name="connsiteY1477" fmla="*/ 1532164 h 1568555"/>
                  <a:gd name="connsiteX1478" fmla="*/ 1045848 w 1581788"/>
                  <a:gd name="connsiteY1478" fmla="*/ 1529719 h 1568555"/>
                  <a:gd name="connsiteX1479" fmla="*/ 1048581 w 1581788"/>
                  <a:gd name="connsiteY1479" fmla="*/ 1529719 h 1568555"/>
                  <a:gd name="connsiteX1480" fmla="*/ 1051170 w 1581788"/>
                  <a:gd name="connsiteY1480" fmla="*/ 1527130 h 1568555"/>
                  <a:gd name="connsiteX1481" fmla="*/ 1053615 w 1581788"/>
                  <a:gd name="connsiteY1481" fmla="*/ 1527130 h 1568555"/>
                  <a:gd name="connsiteX1482" fmla="*/ 1053615 w 1581788"/>
                  <a:gd name="connsiteY1482" fmla="*/ 1524397 h 1568555"/>
                  <a:gd name="connsiteX1483" fmla="*/ 1066129 w 1581788"/>
                  <a:gd name="connsiteY1483" fmla="*/ 1524397 h 1568555"/>
                  <a:gd name="connsiteX1484" fmla="*/ 1066129 w 1581788"/>
                  <a:gd name="connsiteY1484" fmla="*/ 1521952 h 1568555"/>
                  <a:gd name="connsiteX1485" fmla="*/ 1063684 w 1581788"/>
                  <a:gd name="connsiteY1485" fmla="*/ 1521952 h 1568555"/>
                  <a:gd name="connsiteX1486" fmla="*/ 1063684 w 1581788"/>
                  <a:gd name="connsiteY1486" fmla="*/ 1520226 h 1568555"/>
                  <a:gd name="connsiteX1487" fmla="*/ 1066129 w 1581788"/>
                  <a:gd name="connsiteY1487" fmla="*/ 1520226 h 1568555"/>
                  <a:gd name="connsiteX1488" fmla="*/ 1066129 w 1581788"/>
                  <a:gd name="connsiteY1488" fmla="*/ 1517637 h 1568555"/>
                  <a:gd name="connsiteX1489" fmla="*/ 1068718 w 1581788"/>
                  <a:gd name="connsiteY1489" fmla="*/ 1517637 h 1568555"/>
                  <a:gd name="connsiteX1490" fmla="*/ 1068718 w 1581788"/>
                  <a:gd name="connsiteY1490" fmla="*/ 1520226 h 1568555"/>
                  <a:gd name="connsiteX1491" fmla="*/ 1066129 w 1581788"/>
                  <a:gd name="connsiteY1491" fmla="*/ 1520226 h 1568555"/>
                  <a:gd name="connsiteX1492" fmla="*/ 1066129 w 1581788"/>
                  <a:gd name="connsiteY1492" fmla="*/ 1522671 h 1568555"/>
                  <a:gd name="connsiteX1493" fmla="*/ 1068718 w 1581788"/>
                  <a:gd name="connsiteY1493" fmla="*/ 1525117 h 1568555"/>
                  <a:gd name="connsiteX1494" fmla="*/ 1071451 w 1581788"/>
                  <a:gd name="connsiteY1494" fmla="*/ 1522671 h 1568555"/>
                  <a:gd name="connsiteX1495" fmla="*/ 1071451 w 1581788"/>
                  <a:gd name="connsiteY1495" fmla="*/ 1507424 h 1568555"/>
                  <a:gd name="connsiteX1496" fmla="*/ 1073896 w 1581788"/>
                  <a:gd name="connsiteY1496" fmla="*/ 1507424 h 1568555"/>
                  <a:gd name="connsiteX1497" fmla="*/ 1073896 w 1581788"/>
                  <a:gd name="connsiteY1497" fmla="*/ 1504692 h 1568555"/>
                  <a:gd name="connsiteX1498" fmla="*/ 1076341 w 1581788"/>
                  <a:gd name="connsiteY1498" fmla="*/ 1504692 h 1568555"/>
                  <a:gd name="connsiteX1499" fmla="*/ 1076341 w 1581788"/>
                  <a:gd name="connsiteY1499" fmla="*/ 1502246 h 1568555"/>
                  <a:gd name="connsiteX1500" fmla="*/ 1078930 w 1581788"/>
                  <a:gd name="connsiteY1500" fmla="*/ 1502246 h 1568555"/>
                  <a:gd name="connsiteX1501" fmla="*/ 1078930 w 1581788"/>
                  <a:gd name="connsiteY1501" fmla="*/ 1499801 h 1568555"/>
                  <a:gd name="connsiteX1502" fmla="*/ 1081663 w 1581788"/>
                  <a:gd name="connsiteY1502" fmla="*/ 1499801 h 1568555"/>
                  <a:gd name="connsiteX1503" fmla="*/ 1081663 w 1581788"/>
                  <a:gd name="connsiteY1503" fmla="*/ 1497212 h 1568555"/>
                  <a:gd name="connsiteX1504" fmla="*/ 1084109 w 1581788"/>
                  <a:gd name="connsiteY1504" fmla="*/ 1497212 h 1568555"/>
                  <a:gd name="connsiteX1505" fmla="*/ 1084109 w 1581788"/>
                  <a:gd name="connsiteY1505" fmla="*/ 1494479 h 1568555"/>
                  <a:gd name="connsiteX1506" fmla="*/ 1086554 w 1581788"/>
                  <a:gd name="connsiteY1506" fmla="*/ 1492034 h 1568555"/>
                  <a:gd name="connsiteX1507" fmla="*/ 1086554 w 1581788"/>
                  <a:gd name="connsiteY1507" fmla="*/ 1489588 h 1568555"/>
                  <a:gd name="connsiteX1508" fmla="*/ 1088999 w 1581788"/>
                  <a:gd name="connsiteY1508" fmla="*/ 1489588 h 1568555"/>
                  <a:gd name="connsiteX1509" fmla="*/ 1088999 w 1581788"/>
                  <a:gd name="connsiteY1509" fmla="*/ 1486999 h 1568555"/>
                  <a:gd name="connsiteX1510" fmla="*/ 1091876 w 1581788"/>
                  <a:gd name="connsiteY1510" fmla="*/ 1486999 h 1568555"/>
                  <a:gd name="connsiteX1511" fmla="*/ 1091876 w 1581788"/>
                  <a:gd name="connsiteY1511" fmla="*/ 1484554 h 1568555"/>
                  <a:gd name="connsiteX1512" fmla="*/ 1094896 w 1581788"/>
                  <a:gd name="connsiteY1512" fmla="*/ 1484554 h 1568555"/>
                  <a:gd name="connsiteX1513" fmla="*/ 1097342 w 1581788"/>
                  <a:gd name="connsiteY1513" fmla="*/ 1481821 h 1568555"/>
                  <a:gd name="connsiteX1514" fmla="*/ 1099787 w 1581788"/>
                  <a:gd name="connsiteY1514" fmla="*/ 1481821 h 1568555"/>
                  <a:gd name="connsiteX1515" fmla="*/ 1099787 w 1581788"/>
                  <a:gd name="connsiteY1515" fmla="*/ 1479376 h 1568555"/>
                  <a:gd name="connsiteX1516" fmla="*/ 1102520 w 1581788"/>
                  <a:gd name="connsiteY1516" fmla="*/ 1479376 h 1568555"/>
                  <a:gd name="connsiteX1517" fmla="*/ 1102520 w 1581788"/>
                  <a:gd name="connsiteY1517" fmla="*/ 1476787 h 1568555"/>
                  <a:gd name="connsiteX1518" fmla="*/ 1105109 w 1581788"/>
                  <a:gd name="connsiteY1518" fmla="*/ 1476787 h 1568555"/>
                  <a:gd name="connsiteX1519" fmla="*/ 1105109 w 1581788"/>
                  <a:gd name="connsiteY1519" fmla="*/ 1474342 h 1568555"/>
                  <a:gd name="connsiteX1520" fmla="*/ 1109280 w 1581788"/>
                  <a:gd name="connsiteY1520" fmla="*/ 1474342 h 1568555"/>
                  <a:gd name="connsiteX1521" fmla="*/ 1109280 w 1581788"/>
                  <a:gd name="connsiteY1521" fmla="*/ 1471609 h 1568555"/>
                  <a:gd name="connsiteX1522" fmla="*/ 1124815 w 1581788"/>
                  <a:gd name="connsiteY1522" fmla="*/ 1471609 h 1568555"/>
                  <a:gd name="connsiteX1523" fmla="*/ 1124815 w 1581788"/>
                  <a:gd name="connsiteY1523" fmla="*/ 1469164 h 1568555"/>
                  <a:gd name="connsiteX1524" fmla="*/ 1155452 w 1581788"/>
                  <a:gd name="connsiteY1524" fmla="*/ 1469164 h 1568555"/>
                  <a:gd name="connsiteX1525" fmla="*/ 1155452 w 1581788"/>
                  <a:gd name="connsiteY1525" fmla="*/ 1471609 h 1568555"/>
                  <a:gd name="connsiteX1526" fmla="*/ 1175877 w 1581788"/>
                  <a:gd name="connsiteY1526" fmla="*/ 1471609 h 1568555"/>
                  <a:gd name="connsiteX1527" fmla="*/ 1175877 w 1581788"/>
                  <a:gd name="connsiteY1527" fmla="*/ 1466718 h 1568555"/>
                  <a:gd name="connsiteX1528" fmla="*/ 1173000 w 1581788"/>
                  <a:gd name="connsiteY1528" fmla="*/ 1466718 h 1568555"/>
                  <a:gd name="connsiteX1529" fmla="*/ 1173000 w 1581788"/>
                  <a:gd name="connsiteY1529" fmla="*/ 1464129 h 1568555"/>
                  <a:gd name="connsiteX1530" fmla="*/ 1175877 w 1581788"/>
                  <a:gd name="connsiteY1530" fmla="*/ 1464129 h 1568555"/>
                  <a:gd name="connsiteX1531" fmla="*/ 1175877 w 1581788"/>
                  <a:gd name="connsiteY1531" fmla="*/ 1461396 h 1568555"/>
                  <a:gd name="connsiteX1532" fmla="*/ 1181199 w 1581788"/>
                  <a:gd name="connsiteY1532" fmla="*/ 1461396 h 1568555"/>
                  <a:gd name="connsiteX1533" fmla="*/ 1183645 w 1581788"/>
                  <a:gd name="connsiteY1533" fmla="*/ 1458951 h 1568555"/>
                  <a:gd name="connsiteX1534" fmla="*/ 1183645 w 1581788"/>
                  <a:gd name="connsiteY1534" fmla="*/ 1453917 h 1568555"/>
                  <a:gd name="connsiteX1535" fmla="*/ 1186377 w 1581788"/>
                  <a:gd name="connsiteY1535" fmla="*/ 1453917 h 1568555"/>
                  <a:gd name="connsiteX1536" fmla="*/ 1186377 w 1581788"/>
                  <a:gd name="connsiteY1536" fmla="*/ 1448307 h 1568555"/>
                  <a:gd name="connsiteX1537" fmla="*/ 1188967 w 1581788"/>
                  <a:gd name="connsiteY1537" fmla="*/ 1448307 h 1568555"/>
                  <a:gd name="connsiteX1538" fmla="*/ 1188967 w 1581788"/>
                  <a:gd name="connsiteY1538" fmla="*/ 1445862 h 1568555"/>
                  <a:gd name="connsiteX1539" fmla="*/ 1191412 w 1581788"/>
                  <a:gd name="connsiteY1539" fmla="*/ 1445862 h 1568555"/>
                  <a:gd name="connsiteX1540" fmla="*/ 1191412 w 1581788"/>
                  <a:gd name="connsiteY1540" fmla="*/ 1443273 h 1568555"/>
                  <a:gd name="connsiteX1541" fmla="*/ 1201625 w 1581788"/>
                  <a:gd name="connsiteY1541" fmla="*/ 1443273 h 1568555"/>
                  <a:gd name="connsiteX1542" fmla="*/ 1201625 w 1581788"/>
                  <a:gd name="connsiteY1542" fmla="*/ 1440540 h 1568555"/>
                  <a:gd name="connsiteX1543" fmla="*/ 1206659 w 1581788"/>
                  <a:gd name="connsiteY1543" fmla="*/ 1440540 h 1568555"/>
                  <a:gd name="connsiteX1544" fmla="*/ 1206659 w 1581788"/>
                  <a:gd name="connsiteY1544" fmla="*/ 1438095 h 1568555"/>
                  <a:gd name="connsiteX1545" fmla="*/ 1211837 w 1581788"/>
                  <a:gd name="connsiteY1545" fmla="*/ 1438095 h 1568555"/>
                  <a:gd name="connsiteX1546" fmla="*/ 1211837 w 1581788"/>
                  <a:gd name="connsiteY1546" fmla="*/ 1435649 h 1568555"/>
                  <a:gd name="connsiteX1547" fmla="*/ 1219604 w 1581788"/>
                  <a:gd name="connsiteY1547" fmla="*/ 1435649 h 1568555"/>
                  <a:gd name="connsiteX1548" fmla="*/ 1219604 w 1581788"/>
                  <a:gd name="connsiteY1548" fmla="*/ 1433060 h 1568555"/>
                  <a:gd name="connsiteX1549" fmla="*/ 1224351 w 1581788"/>
                  <a:gd name="connsiteY1549" fmla="*/ 1433060 h 1568555"/>
                  <a:gd name="connsiteX1550" fmla="*/ 1224351 w 1581788"/>
                  <a:gd name="connsiteY1550" fmla="*/ 1430327 h 1568555"/>
                  <a:gd name="connsiteX1551" fmla="*/ 1237153 w 1581788"/>
                  <a:gd name="connsiteY1551" fmla="*/ 1430327 h 1568555"/>
                  <a:gd name="connsiteX1552" fmla="*/ 1237153 w 1581788"/>
                  <a:gd name="connsiteY1552" fmla="*/ 1427882 h 1568555"/>
                  <a:gd name="connsiteX1553" fmla="*/ 1244776 w 1581788"/>
                  <a:gd name="connsiteY1553" fmla="*/ 1427882 h 1568555"/>
                  <a:gd name="connsiteX1554" fmla="*/ 1244776 w 1581788"/>
                  <a:gd name="connsiteY1554" fmla="*/ 1425437 h 1568555"/>
                  <a:gd name="connsiteX1555" fmla="*/ 1247365 w 1581788"/>
                  <a:gd name="connsiteY1555" fmla="*/ 1425437 h 1568555"/>
                  <a:gd name="connsiteX1556" fmla="*/ 1247365 w 1581788"/>
                  <a:gd name="connsiteY1556" fmla="*/ 1422848 h 1568555"/>
                  <a:gd name="connsiteX1557" fmla="*/ 1257433 w 1581788"/>
                  <a:gd name="connsiteY1557" fmla="*/ 1422848 h 1568555"/>
                  <a:gd name="connsiteX1558" fmla="*/ 1257433 w 1581788"/>
                  <a:gd name="connsiteY1558" fmla="*/ 1419539 h 1568555"/>
                  <a:gd name="connsiteX1559" fmla="*/ 1277859 w 1581788"/>
                  <a:gd name="connsiteY1559" fmla="*/ 1419539 h 1568555"/>
                  <a:gd name="connsiteX1560" fmla="*/ 1277859 w 1581788"/>
                  <a:gd name="connsiteY1560" fmla="*/ 1417094 h 1568555"/>
                  <a:gd name="connsiteX1561" fmla="*/ 1283181 w 1581788"/>
                  <a:gd name="connsiteY1561" fmla="*/ 1417094 h 1568555"/>
                  <a:gd name="connsiteX1562" fmla="*/ 1283181 w 1581788"/>
                  <a:gd name="connsiteY1562" fmla="*/ 1414649 h 1568555"/>
                  <a:gd name="connsiteX1563" fmla="*/ 1288071 w 1581788"/>
                  <a:gd name="connsiteY1563" fmla="*/ 1414649 h 1568555"/>
                  <a:gd name="connsiteX1564" fmla="*/ 1288071 w 1581788"/>
                  <a:gd name="connsiteY1564" fmla="*/ 1409327 h 1568555"/>
                  <a:gd name="connsiteX1565" fmla="*/ 1285626 w 1581788"/>
                  <a:gd name="connsiteY1565" fmla="*/ 1409327 h 1568555"/>
                  <a:gd name="connsiteX1566" fmla="*/ 1285626 w 1581788"/>
                  <a:gd name="connsiteY1566" fmla="*/ 1406881 h 1568555"/>
                  <a:gd name="connsiteX1567" fmla="*/ 1277859 w 1581788"/>
                  <a:gd name="connsiteY1567" fmla="*/ 1406881 h 1568555"/>
                  <a:gd name="connsiteX1568" fmla="*/ 1277859 w 1581788"/>
                  <a:gd name="connsiteY1568" fmla="*/ 1399114 h 1568555"/>
                  <a:gd name="connsiteX1569" fmla="*/ 1275413 w 1581788"/>
                  <a:gd name="connsiteY1569" fmla="*/ 1399114 h 1568555"/>
                  <a:gd name="connsiteX1570" fmla="*/ 1275413 w 1581788"/>
                  <a:gd name="connsiteY1570" fmla="*/ 1396669 h 1568555"/>
                  <a:gd name="connsiteX1571" fmla="*/ 1272968 w 1581788"/>
                  <a:gd name="connsiteY1571" fmla="*/ 1396669 h 1568555"/>
                  <a:gd name="connsiteX1572" fmla="*/ 1272968 w 1581788"/>
                  <a:gd name="connsiteY1572" fmla="*/ 1386457 h 1568555"/>
                  <a:gd name="connsiteX1573" fmla="*/ 1270379 w 1581788"/>
                  <a:gd name="connsiteY1573" fmla="*/ 1386457 h 1568555"/>
                  <a:gd name="connsiteX1574" fmla="*/ 1270379 w 1581788"/>
                  <a:gd name="connsiteY1574" fmla="*/ 1376388 h 1568555"/>
                  <a:gd name="connsiteX1575" fmla="*/ 1265201 w 1581788"/>
                  <a:gd name="connsiteY1575" fmla="*/ 1376388 h 1568555"/>
                  <a:gd name="connsiteX1576" fmla="*/ 1265201 w 1581788"/>
                  <a:gd name="connsiteY1576" fmla="*/ 1379121 h 1568555"/>
                  <a:gd name="connsiteX1577" fmla="*/ 1262756 w 1581788"/>
                  <a:gd name="connsiteY1577" fmla="*/ 1379121 h 1568555"/>
                  <a:gd name="connsiteX1578" fmla="*/ 1262756 w 1581788"/>
                  <a:gd name="connsiteY1578" fmla="*/ 1381710 h 1568555"/>
                  <a:gd name="connsiteX1579" fmla="*/ 1257433 w 1581788"/>
                  <a:gd name="connsiteY1579" fmla="*/ 1381710 h 1568555"/>
                  <a:gd name="connsiteX1580" fmla="*/ 1257433 w 1581788"/>
                  <a:gd name="connsiteY1580" fmla="*/ 1384155 h 1568555"/>
                  <a:gd name="connsiteX1581" fmla="*/ 1254988 w 1581788"/>
                  <a:gd name="connsiteY1581" fmla="*/ 1384155 h 1568555"/>
                  <a:gd name="connsiteX1582" fmla="*/ 1254988 w 1581788"/>
                  <a:gd name="connsiteY1582" fmla="*/ 1386600 h 1568555"/>
                  <a:gd name="connsiteX1583" fmla="*/ 1252543 w 1581788"/>
                  <a:gd name="connsiteY1583" fmla="*/ 1386600 h 1568555"/>
                  <a:gd name="connsiteX1584" fmla="*/ 1252543 w 1581788"/>
                  <a:gd name="connsiteY1584" fmla="*/ 1391779 h 1568555"/>
                  <a:gd name="connsiteX1585" fmla="*/ 1250098 w 1581788"/>
                  <a:gd name="connsiteY1585" fmla="*/ 1391779 h 1568555"/>
                  <a:gd name="connsiteX1586" fmla="*/ 1250098 w 1581788"/>
                  <a:gd name="connsiteY1586" fmla="*/ 1389333 h 1568555"/>
                  <a:gd name="connsiteX1587" fmla="*/ 1237153 w 1581788"/>
                  <a:gd name="connsiteY1587" fmla="*/ 1389333 h 1568555"/>
                  <a:gd name="connsiteX1588" fmla="*/ 1237153 w 1581788"/>
                  <a:gd name="connsiteY1588" fmla="*/ 1391779 h 1568555"/>
                  <a:gd name="connsiteX1589" fmla="*/ 1232118 w 1581788"/>
                  <a:gd name="connsiteY1589" fmla="*/ 1391779 h 1568555"/>
                  <a:gd name="connsiteX1590" fmla="*/ 1232118 w 1581788"/>
                  <a:gd name="connsiteY1590" fmla="*/ 1389333 h 1568555"/>
                  <a:gd name="connsiteX1591" fmla="*/ 1214138 w 1581788"/>
                  <a:gd name="connsiteY1591" fmla="*/ 1389333 h 1568555"/>
                  <a:gd name="connsiteX1592" fmla="*/ 1214138 w 1581788"/>
                  <a:gd name="connsiteY1592" fmla="*/ 1386600 h 1568555"/>
                  <a:gd name="connsiteX1593" fmla="*/ 1211693 w 1581788"/>
                  <a:gd name="connsiteY1593" fmla="*/ 1386600 h 1568555"/>
                  <a:gd name="connsiteX1594" fmla="*/ 1211693 w 1581788"/>
                  <a:gd name="connsiteY1594" fmla="*/ 1379121 h 1568555"/>
                  <a:gd name="connsiteX1595" fmla="*/ 1214138 w 1581788"/>
                  <a:gd name="connsiteY1595" fmla="*/ 1379121 h 1568555"/>
                  <a:gd name="connsiteX1596" fmla="*/ 1214138 w 1581788"/>
                  <a:gd name="connsiteY1596" fmla="*/ 1376388 h 1568555"/>
                  <a:gd name="connsiteX1597" fmla="*/ 1216727 w 1581788"/>
                  <a:gd name="connsiteY1597" fmla="*/ 1376388 h 1568555"/>
                  <a:gd name="connsiteX1598" fmla="*/ 1216727 w 1581788"/>
                  <a:gd name="connsiteY1598" fmla="*/ 1368908 h 1568555"/>
                  <a:gd name="connsiteX1599" fmla="*/ 1219460 w 1581788"/>
                  <a:gd name="connsiteY1599" fmla="*/ 1368908 h 1568555"/>
                  <a:gd name="connsiteX1600" fmla="*/ 1219460 w 1581788"/>
                  <a:gd name="connsiteY1600" fmla="*/ 1363730 h 1568555"/>
                  <a:gd name="connsiteX1601" fmla="*/ 1221905 w 1581788"/>
                  <a:gd name="connsiteY1601" fmla="*/ 1363730 h 1568555"/>
                  <a:gd name="connsiteX1602" fmla="*/ 1221905 w 1581788"/>
                  <a:gd name="connsiteY1602" fmla="*/ 1353518 h 1568555"/>
                  <a:gd name="connsiteX1603" fmla="*/ 1224351 w 1581788"/>
                  <a:gd name="connsiteY1603" fmla="*/ 1353518 h 1568555"/>
                  <a:gd name="connsiteX1604" fmla="*/ 1224351 w 1581788"/>
                  <a:gd name="connsiteY1604" fmla="*/ 1348483 h 1568555"/>
                  <a:gd name="connsiteX1605" fmla="*/ 1229673 w 1581788"/>
                  <a:gd name="connsiteY1605" fmla="*/ 1348483 h 1568555"/>
                  <a:gd name="connsiteX1606" fmla="*/ 1229673 w 1581788"/>
                  <a:gd name="connsiteY1606" fmla="*/ 1343305 h 1568555"/>
                  <a:gd name="connsiteX1607" fmla="*/ 1237153 w 1581788"/>
                  <a:gd name="connsiteY1607" fmla="*/ 1343305 h 1568555"/>
                  <a:gd name="connsiteX1608" fmla="*/ 1237153 w 1581788"/>
                  <a:gd name="connsiteY1608" fmla="*/ 1340860 h 1568555"/>
                  <a:gd name="connsiteX1609" fmla="*/ 1239885 w 1581788"/>
                  <a:gd name="connsiteY1609" fmla="*/ 1340860 h 1568555"/>
                  <a:gd name="connsiteX1610" fmla="*/ 1239885 w 1581788"/>
                  <a:gd name="connsiteY1610" fmla="*/ 1343305 h 1568555"/>
                  <a:gd name="connsiteX1611" fmla="*/ 1242331 w 1581788"/>
                  <a:gd name="connsiteY1611" fmla="*/ 1343305 h 1568555"/>
                  <a:gd name="connsiteX1612" fmla="*/ 1242331 w 1581788"/>
                  <a:gd name="connsiteY1612" fmla="*/ 1338271 h 1568555"/>
                  <a:gd name="connsiteX1613" fmla="*/ 1244776 w 1581788"/>
                  <a:gd name="connsiteY1613" fmla="*/ 1338271 h 1568555"/>
                  <a:gd name="connsiteX1614" fmla="*/ 1244776 w 1581788"/>
                  <a:gd name="connsiteY1614" fmla="*/ 1333236 h 1568555"/>
                  <a:gd name="connsiteX1615" fmla="*/ 1247365 w 1581788"/>
                  <a:gd name="connsiteY1615" fmla="*/ 1333236 h 1568555"/>
                  <a:gd name="connsiteX1616" fmla="*/ 1247365 w 1581788"/>
                  <a:gd name="connsiteY1616" fmla="*/ 1328202 h 1568555"/>
                  <a:gd name="connsiteX1617" fmla="*/ 1250098 w 1581788"/>
                  <a:gd name="connsiteY1617" fmla="*/ 1328202 h 1568555"/>
                  <a:gd name="connsiteX1618" fmla="*/ 1250098 w 1581788"/>
                  <a:gd name="connsiteY1618" fmla="*/ 1325469 h 1568555"/>
                  <a:gd name="connsiteX1619" fmla="*/ 1252543 w 1581788"/>
                  <a:gd name="connsiteY1619" fmla="*/ 1325469 h 1568555"/>
                  <a:gd name="connsiteX1620" fmla="*/ 1252543 w 1581788"/>
                  <a:gd name="connsiteY1620" fmla="*/ 1323024 h 1568555"/>
                  <a:gd name="connsiteX1621" fmla="*/ 1254988 w 1581788"/>
                  <a:gd name="connsiteY1621" fmla="*/ 1320579 h 1568555"/>
                  <a:gd name="connsiteX1622" fmla="*/ 1254988 w 1581788"/>
                  <a:gd name="connsiteY1622" fmla="*/ 1318853 h 1568555"/>
                  <a:gd name="connsiteX1623" fmla="*/ 1262756 w 1581788"/>
                  <a:gd name="connsiteY1623" fmla="*/ 1318853 h 1568555"/>
                  <a:gd name="connsiteX1624" fmla="*/ 1262756 w 1581788"/>
                  <a:gd name="connsiteY1624" fmla="*/ 1316120 h 1568555"/>
                  <a:gd name="connsiteX1625" fmla="*/ 1265201 w 1581788"/>
                  <a:gd name="connsiteY1625" fmla="*/ 1316120 h 1568555"/>
                  <a:gd name="connsiteX1626" fmla="*/ 1265201 w 1581788"/>
                  <a:gd name="connsiteY1626" fmla="*/ 1313675 h 1568555"/>
                  <a:gd name="connsiteX1627" fmla="*/ 1272968 w 1581788"/>
                  <a:gd name="connsiteY1627" fmla="*/ 1313675 h 1568555"/>
                  <a:gd name="connsiteX1628" fmla="*/ 1272968 w 1581788"/>
                  <a:gd name="connsiteY1628" fmla="*/ 1311229 h 1568555"/>
                  <a:gd name="connsiteX1629" fmla="*/ 1275413 w 1581788"/>
                  <a:gd name="connsiteY1629" fmla="*/ 1311229 h 1568555"/>
                  <a:gd name="connsiteX1630" fmla="*/ 1275413 w 1581788"/>
                  <a:gd name="connsiteY1630" fmla="*/ 1308640 h 1568555"/>
                  <a:gd name="connsiteX1631" fmla="*/ 1285626 w 1581788"/>
                  <a:gd name="connsiteY1631" fmla="*/ 1308640 h 1568555"/>
                  <a:gd name="connsiteX1632" fmla="*/ 1285626 w 1581788"/>
                  <a:gd name="connsiteY1632" fmla="*/ 1306195 h 1568555"/>
                  <a:gd name="connsiteX1633" fmla="*/ 1288071 w 1581788"/>
                  <a:gd name="connsiteY1633" fmla="*/ 1306195 h 1568555"/>
                  <a:gd name="connsiteX1634" fmla="*/ 1288071 w 1581788"/>
                  <a:gd name="connsiteY1634" fmla="*/ 1303462 h 1568555"/>
                  <a:gd name="connsiteX1635" fmla="*/ 1298284 w 1581788"/>
                  <a:gd name="connsiteY1635" fmla="*/ 1303462 h 1568555"/>
                  <a:gd name="connsiteX1636" fmla="*/ 1298284 w 1581788"/>
                  <a:gd name="connsiteY1636" fmla="*/ 1301017 h 1568555"/>
                  <a:gd name="connsiteX1637" fmla="*/ 1303606 w 1581788"/>
                  <a:gd name="connsiteY1637" fmla="*/ 1301017 h 1568555"/>
                  <a:gd name="connsiteX1638" fmla="*/ 1303606 w 1581788"/>
                  <a:gd name="connsiteY1638" fmla="*/ 1298571 h 1568555"/>
                  <a:gd name="connsiteX1639" fmla="*/ 1308496 w 1581788"/>
                  <a:gd name="connsiteY1639" fmla="*/ 1298571 h 1568555"/>
                  <a:gd name="connsiteX1640" fmla="*/ 1308496 w 1581788"/>
                  <a:gd name="connsiteY1640" fmla="*/ 1295982 h 1568555"/>
                  <a:gd name="connsiteX1641" fmla="*/ 1313818 w 1581788"/>
                  <a:gd name="connsiteY1641" fmla="*/ 1295982 h 1568555"/>
                  <a:gd name="connsiteX1642" fmla="*/ 1313818 w 1581788"/>
                  <a:gd name="connsiteY1642" fmla="*/ 1293249 h 1568555"/>
                  <a:gd name="connsiteX1643" fmla="*/ 1321298 w 1581788"/>
                  <a:gd name="connsiteY1643" fmla="*/ 1293249 h 1568555"/>
                  <a:gd name="connsiteX1644" fmla="*/ 1321298 w 1581788"/>
                  <a:gd name="connsiteY1644" fmla="*/ 1290085 h 1568555"/>
                  <a:gd name="connsiteX1645" fmla="*/ 1328921 w 1581788"/>
                  <a:gd name="connsiteY1645" fmla="*/ 1290085 h 1568555"/>
                  <a:gd name="connsiteX1646" fmla="*/ 1328921 w 1581788"/>
                  <a:gd name="connsiteY1646" fmla="*/ 1287639 h 1568555"/>
                  <a:gd name="connsiteX1647" fmla="*/ 1336688 w 1581788"/>
                  <a:gd name="connsiteY1647" fmla="*/ 1287639 h 1568555"/>
                  <a:gd name="connsiteX1648" fmla="*/ 1336688 w 1581788"/>
                  <a:gd name="connsiteY1648" fmla="*/ 1285051 h 1568555"/>
                  <a:gd name="connsiteX1649" fmla="*/ 1341579 w 1581788"/>
                  <a:gd name="connsiteY1649" fmla="*/ 1285051 h 1568555"/>
                  <a:gd name="connsiteX1650" fmla="*/ 1341579 w 1581788"/>
                  <a:gd name="connsiteY1650" fmla="*/ 1282318 h 1568555"/>
                  <a:gd name="connsiteX1651" fmla="*/ 1346901 w 1581788"/>
                  <a:gd name="connsiteY1651" fmla="*/ 1282318 h 1568555"/>
                  <a:gd name="connsiteX1652" fmla="*/ 1346901 w 1581788"/>
                  <a:gd name="connsiteY1652" fmla="*/ 1279873 h 1568555"/>
                  <a:gd name="connsiteX1653" fmla="*/ 1351791 w 1581788"/>
                  <a:gd name="connsiteY1653" fmla="*/ 1279873 h 1568555"/>
                  <a:gd name="connsiteX1654" fmla="*/ 1351791 w 1581788"/>
                  <a:gd name="connsiteY1654" fmla="*/ 1277427 h 1568555"/>
                  <a:gd name="connsiteX1655" fmla="*/ 1353805 w 1581788"/>
                  <a:gd name="connsiteY1655" fmla="*/ 1277427 h 1568555"/>
                  <a:gd name="connsiteX1656" fmla="*/ 1353805 w 1581788"/>
                  <a:gd name="connsiteY1656" fmla="*/ 1279873 h 1568555"/>
                  <a:gd name="connsiteX1657" fmla="*/ 1356538 w 1581788"/>
                  <a:gd name="connsiteY1657" fmla="*/ 1279873 h 1568555"/>
                  <a:gd name="connsiteX1658" fmla="*/ 1358983 w 1581788"/>
                  <a:gd name="connsiteY1658" fmla="*/ 1277427 h 1568555"/>
                  <a:gd name="connsiteX1659" fmla="*/ 1358983 w 1581788"/>
                  <a:gd name="connsiteY1659" fmla="*/ 1274838 h 1568555"/>
                  <a:gd name="connsiteX1660" fmla="*/ 1361429 w 1581788"/>
                  <a:gd name="connsiteY1660" fmla="*/ 1274838 h 1568555"/>
                  <a:gd name="connsiteX1661" fmla="*/ 1361429 w 1581788"/>
                  <a:gd name="connsiteY1661" fmla="*/ 1272105 h 1568555"/>
                  <a:gd name="connsiteX1662" fmla="*/ 1364018 w 1581788"/>
                  <a:gd name="connsiteY1662" fmla="*/ 1272105 h 1568555"/>
                  <a:gd name="connsiteX1663" fmla="*/ 1364018 w 1581788"/>
                  <a:gd name="connsiteY1663" fmla="*/ 1274838 h 1568555"/>
                  <a:gd name="connsiteX1664" fmla="*/ 1369196 w 1581788"/>
                  <a:gd name="connsiteY1664" fmla="*/ 1274838 h 1568555"/>
                  <a:gd name="connsiteX1665" fmla="*/ 1369196 w 1581788"/>
                  <a:gd name="connsiteY1665" fmla="*/ 1277427 h 1568555"/>
                  <a:gd name="connsiteX1666" fmla="*/ 1366751 w 1581788"/>
                  <a:gd name="connsiteY1666" fmla="*/ 1274838 h 1568555"/>
                  <a:gd name="connsiteX1667" fmla="*/ 1366751 w 1581788"/>
                  <a:gd name="connsiteY1667" fmla="*/ 1277427 h 1568555"/>
                  <a:gd name="connsiteX1668" fmla="*/ 1369196 w 1581788"/>
                  <a:gd name="connsiteY1668" fmla="*/ 1279873 h 1568555"/>
                  <a:gd name="connsiteX1669" fmla="*/ 1374230 w 1581788"/>
                  <a:gd name="connsiteY1669" fmla="*/ 1279873 h 1568555"/>
                  <a:gd name="connsiteX1670" fmla="*/ 1374230 w 1581788"/>
                  <a:gd name="connsiteY1670" fmla="*/ 1282318 h 1568555"/>
                  <a:gd name="connsiteX1671" fmla="*/ 1376963 w 1581788"/>
                  <a:gd name="connsiteY1671" fmla="*/ 1282318 h 1568555"/>
                  <a:gd name="connsiteX1672" fmla="*/ 1376963 w 1581788"/>
                  <a:gd name="connsiteY1672" fmla="*/ 1279873 h 1568555"/>
                  <a:gd name="connsiteX1673" fmla="*/ 1382573 w 1581788"/>
                  <a:gd name="connsiteY1673" fmla="*/ 1279873 h 1568555"/>
                  <a:gd name="connsiteX1674" fmla="*/ 1385162 w 1581788"/>
                  <a:gd name="connsiteY1674" fmla="*/ 1277427 h 1568555"/>
                  <a:gd name="connsiteX1675" fmla="*/ 1387895 w 1581788"/>
                  <a:gd name="connsiteY1675" fmla="*/ 1277427 h 1568555"/>
                  <a:gd name="connsiteX1676" fmla="*/ 1387895 w 1581788"/>
                  <a:gd name="connsiteY1676" fmla="*/ 1274838 h 1568555"/>
                  <a:gd name="connsiteX1677" fmla="*/ 1392785 w 1581788"/>
                  <a:gd name="connsiteY1677" fmla="*/ 1274838 h 1568555"/>
                  <a:gd name="connsiteX1678" fmla="*/ 1392785 w 1581788"/>
                  <a:gd name="connsiteY1678" fmla="*/ 1279873 h 1568555"/>
                  <a:gd name="connsiteX1679" fmla="*/ 1390340 w 1581788"/>
                  <a:gd name="connsiteY1679" fmla="*/ 1279873 h 1568555"/>
                  <a:gd name="connsiteX1680" fmla="*/ 1390340 w 1581788"/>
                  <a:gd name="connsiteY1680" fmla="*/ 1282318 h 1568555"/>
                  <a:gd name="connsiteX1681" fmla="*/ 1395375 w 1581788"/>
                  <a:gd name="connsiteY1681" fmla="*/ 1282318 h 1568555"/>
                  <a:gd name="connsiteX1682" fmla="*/ 1395375 w 1581788"/>
                  <a:gd name="connsiteY1682" fmla="*/ 1285051 h 1568555"/>
                  <a:gd name="connsiteX1683" fmla="*/ 1398107 w 1581788"/>
                  <a:gd name="connsiteY1683" fmla="*/ 1285051 h 1568555"/>
                  <a:gd name="connsiteX1684" fmla="*/ 1400553 w 1581788"/>
                  <a:gd name="connsiteY1684" fmla="*/ 1282318 h 1568555"/>
                  <a:gd name="connsiteX1685" fmla="*/ 1400553 w 1581788"/>
                  <a:gd name="connsiteY1685" fmla="*/ 1285051 h 1568555"/>
                  <a:gd name="connsiteX1686" fmla="*/ 1405587 w 1581788"/>
                  <a:gd name="connsiteY1686" fmla="*/ 1285051 h 1568555"/>
                  <a:gd name="connsiteX1687" fmla="*/ 1405587 w 1581788"/>
                  <a:gd name="connsiteY1687" fmla="*/ 1282318 h 1568555"/>
                  <a:gd name="connsiteX1688" fmla="*/ 1408320 w 1581788"/>
                  <a:gd name="connsiteY1688" fmla="*/ 1282318 h 1568555"/>
                  <a:gd name="connsiteX1689" fmla="*/ 1408320 w 1581788"/>
                  <a:gd name="connsiteY1689" fmla="*/ 1279873 h 1568555"/>
                  <a:gd name="connsiteX1690" fmla="*/ 1410765 w 1581788"/>
                  <a:gd name="connsiteY1690" fmla="*/ 1279873 h 1568555"/>
                  <a:gd name="connsiteX1691" fmla="*/ 1413210 w 1581788"/>
                  <a:gd name="connsiteY1691" fmla="*/ 1277427 h 1568555"/>
                  <a:gd name="connsiteX1692" fmla="*/ 1415799 w 1581788"/>
                  <a:gd name="connsiteY1692" fmla="*/ 1277427 h 1568555"/>
                  <a:gd name="connsiteX1693" fmla="*/ 1415799 w 1581788"/>
                  <a:gd name="connsiteY1693" fmla="*/ 1274838 h 1568555"/>
                  <a:gd name="connsiteX1694" fmla="*/ 1418532 w 1581788"/>
                  <a:gd name="connsiteY1694" fmla="*/ 1274838 h 1568555"/>
                  <a:gd name="connsiteX1695" fmla="*/ 1418532 w 1581788"/>
                  <a:gd name="connsiteY1695" fmla="*/ 1272105 h 1568555"/>
                  <a:gd name="connsiteX1696" fmla="*/ 1410765 w 1581788"/>
                  <a:gd name="connsiteY1696" fmla="*/ 1272105 h 1568555"/>
                  <a:gd name="connsiteX1697" fmla="*/ 1410765 w 1581788"/>
                  <a:gd name="connsiteY1697" fmla="*/ 1274838 h 1568555"/>
                  <a:gd name="connsiteX1698" fmla="*/ 1408320 w 1581788"/>
                  <a:gd name="connsiteY1698" fmla="*/ 1272105 h 1568555"/>
                  <a:gd name="connsiteX1699" fmla="*/ 1410765 w 1581788"/>
                  <a:gd name="connsiteY1699" fmla="*/ 1272105 h 1568555"/>
                  <a:gd name="connsiteX1700" fmla="*/ 1410765 w 1581788"/>
                  <a:gd name="connsiteY1700" fmla="*/ 1267215 h 1568555"/>
                  <a:gd name="connsiteX1701" fmla="*/ 1413210 w 1581788"/>
                  <a:gd name="connsiteY1701" fmla="*/ 1264626 h 1568555"/>
                  <a:gd name="connsiteX1702" fmla="*/ 1415799 w 1581788"/>
                  <a:gd name="connsiteY1702" fmla="*/ 1264626 h 1568555"/>
                  <a:gd name="connsiteX1703" fmla="*/ 1415799 w 1581788"/>
                  <a:gd name="connsiteY1703" fmla="*/ 1261317 h 1568555"/>
                  <a:gd name="connsiteX1704" fmla="*/ 1418532 w 1581788"/>
                  <a:gd name="connsiteY1704" fmla="*/ 1261317 h 1568555"/>
                  <a:gd name="connsiteX1705" fmla="*/ 1418532 w 1581788"/>
                  <a:gd name="connsiteY1705" fmla="*/ 1256427 h 1568555"/>
                  <a:gd name="connsiteX1706" fmla="*/ 1420978 w 1581788"/>
                  <a:gd name="connsiteY1706" fmla="*/ 1256427 h 1568555"/>
                  <a:gd name="connsiteX1707" fmla="*/ 1420978 w 1581788"/>
                  <a:gd name="connsiteY1707" fmla="*/ 1251105 h 1568555"/>
                  <a:gd name="connsiteX1708" fmla="*/ 1418532 w 1581788"/>
                  <a:gd name="connsiteY1708" fmla="*/ 1251105 h 1568555"/>
                  <a:gd name="connsiteX1709" fmla="*/ 1418532 w 1581788"/>
                  <a:gd name="connsiteY1709" fmla="*/ 1253838 h 1568555"/>
                  <a:gd name="connsiteX1710" fmla="*/ 1415799 w 1581788"/>
                  <a:gd name="connsiteY1710" fmla="*/ 1253838 h 1568555"/>
                  <a:gd name="connsiteX1711" fmla="*/ 1415799 w 1581788"/>
                  <a:gd name="connsiteY1711" fmla="*/ 1258872 h 1568555"/>
                  <a:gd name="connsiteX1712" fmla="*/ 1413210 w 1581788"/>
                  <a:gd name="connsiteY1712" fmla="*/ 1258872 h 1568555"/>
                  <a:gd name="connsiteX1713" fmla="*/ 1413210 w 1581788"/>
                  <a:gd name="connsiteY1713" fmla="*/ 1253838 h 1568555"/>
                  <a:gd name="connsiteX1714" fmla="*/ 1415799 w 1581788"/>
                  <a:gd name="connsiteY1714" fmla="*/ 1253838 h 1568555"/>
                  <a:gd name="connsiteX1715" fmla="*/ 1415799 w 1581788"/>
                  <a:gd name="connsiteY1715" fmla="*/ 1251105 h 1568555"/>
                  <a:gd name="connsiteX1716" fmla="*/ 1418532 w 1581788"/>
                  <a:gd name="connsiteY1716" fmla="*/ 1251105 h 1568555"/>
                  <a:gd name="connsiteX1717" fmla="*/ 1418532 w 1581788"/>
                  <a:gd name="connsiteY1717" fmla="*/ 1248659 h 1568555"/>
                  <a:gd name="connsiteX1718" fmla="*/ 1420978 w 1581788"/>
                  <a:gd name="connsiteY1718" fmla="*/ 1246214 h 1568555"/>
                  <a:gd name="connsiteX1719" fmla="*/ 1423423 w 1581788"/>
                  <a:gd name="connsiteY1719" fmla="*/ 1246214 h 1568555"/>
                  <a:gd name="connsiteX1720" fmla="*/ 1423423 w 1581788"/>
                  <a:gd name="connsiteY1720" fmla="*/ 1243625 h 1568555"/>
                  <a:gd name="connsiteX1721" fmla="*/ 1425724 w 1581788"/>
                  <a:gd name="connsiteY1721" fmla="*/ 1243625 h 1568555"/>
                  <a:gd name="connsiteX1722" fmla="*/ 1425724 w 1581788"/>
                  <a:gd name="connsiteY1722" fmla="*/ 1240892 h 1568555"/>
                  <a:gd name="connsiteX1723" fmla="*/ 1428313 w 1581788"/>
                  <a:gd name="connsiteY1723" fmla="*/ 1240892 h 1568555"/>
                  <a:gd name="connsiteX1724" fmla="*/ 1428313 w 1581788"/>
                  <a:gd name="connsiteY1724" fmla="*/ 1238447 h 1568555"/>
                  <a:gd name="connsiteX1725" fmla="*/ 1431046 w 1581788"/>
                  <a:gd name="connsiteY1725" fmla="*/ 1238447 h 1568555"/>
                  <a:gd name="connsiteX1726" fmla="*/ 1431046 w 1581788"/>
                  <a:gd name="connsiteY1726" fmla="*/ 1236002 h 1568555"/>
                  <a:gd name="connsiteX1727" fmla="*/ 1438526 w 1581788"/>
                  <a:gd name="connsiteY1727" fmla="*/ 1236002 h 1568555"/>
                  <a:gd name="connsiteX1728" fmla="*/ 1441259 w 1581788"/>
                  <a:gd name="connsiteY1728" fmla="*/ 1240892 h 1568555"/>
                  <a:gd name="connsiteX1729" fmla="*/ 1443704 w 1581788"/>
                  <a:gd name="connsiteY1729" fmla="*/ 1243625 h 1568555"/>
                  <a:gd name="connsiteX1730" fmla="*/ 1446150 w 1581788"/>
                  <a:gd name="connsiteY1730" fmla="*/ 1243625 h 1568555"/>
                  <a:gd name="connsiteX1731" fmla="*/ 1448739 w 1581788"/>
                  <a:gd name="connsiteY1731" fmla="*/ 1240892 h 1568555"/>
                  <a:gd name="connsiteX1732" fmla="*/ 1448739 w 1581788"/>
                  <a:gd name="connsiteY1732" fmla="*/ 1243625 h 1568555"/>
                  <a:gd name="connsiteX1733" fmla="*/ 1451471 w 1581788"/>
                  <a:gd name="connsiteY1733" fmla="*/ 1243625 h 1568555"/>
                  <a:gd name="connsiteX1734" fmla="*/ 1451471 w 1581788"/>
                  <a:gd name="connsiteY1734" fmla="*/ 1246933 h 1568555"/>
                  <a:gd name="connsiteX1735" fmla="*/ 1453916 w 1581788"/>
                  <a:gd name="connsiteY1735" fmla="*/ 1244344 h 1568555"/>
                  <a:gd name="connsiteX1736" fmla="*/ 1456362 w 1581788"/>
                  <a:gd name="connsiteY1736" fmla="*/ 1241612 h 1568555"/>
                  <a:gd name="connsiteX1737" fmla="*/ 1456362 w 1581788"/>
                  <a:gd name="connsiteY1737" fmla="*/ 1236721 h 1568555"/>
                  <a:gd name="connsiteX1738" fmla="*/ 1458951 w 1581788"/>
                  <a:gd name="connsiteY1738" fmla="*/ 1236721 h 1568555"/>
                  <a:gd name="connsiteX1739" fmla="*/ 1458951 w 1581788"/>
                  <a:gd name="connsiteY1739" fmla="*/ 1234132 h 1568555"/>
                  <a:gd name="connsiteX1740" fmla="*/ 1461684 w 1581788"/>
                  <a:gd name="connsiteY1740" fmla="*/ 1231399 h 1568555"/>
                  <a:gd name="connsiteX1741" fmla="*/ 1466574 w 1581788"/>
                  <a:gd name="connsiteY1741" fmla="*/ 1231399 h 1568555"/>
                  <a:gd name="connsiteX1742" fmla="*/ 1466574 w 1581788"/>
                  <a:gd name="connsiteY1742" fmla="*/ 1228954 h 1568555"/>
                  <a:gd name="connsiteX1743" fmla="*/ 1469163 w 1581788"/>
                  <a:gd name="connsiteY1743" fmla="*/ 1226508 h 1568555"/>
                  <a:gd name="connsiteX1744" fmla="*/ 1469163 w 1581788"/>
                  <a:gd name="connsiteY1744" fmla="*/ 1223919 h 1568555"/>
                  <a:gd name="connsiteX1745" fmla="*/ 1466574 w 1581788"/>
                  <a:gd name="connsiteY1745" fmla="*/ 1223919 h 1568555"/>
                  <a:gd name="connsiteX1746" fmla="*/ 1466574 w 1581788"/>
                  <a:gd name="connsiteY1746" fmla="*/ 1221474 h 1568555"/>
                  <a:gd name="connsiteX1747" fmla="*/ 1471896 w 1581788"/>
                  <a:gd name="connsiteY1747" fmla="*/ 1221474 h 1568555"/>
                  <a:gd name="connsiteX1748" fmla="*/ 1471896 w 1581788"/>
                  <a:gd name="connsiteY1748" fmla="*/ 1218166 h 1568555"/>
                  <a:gd name="connsiteX1749" fmla="*/ 1474342 w 1581788"/>
                  <a:gd name="connsiteY1749" fmla="*/ 1215720 h 1568555"/>
                  <a:gd name="connsiteX1750" fmla="*/ 1476787 w 1581788"/>
                  <a:gd name="connsiteY1750" fmla="*/ 1213275 h 1568555"/>
                  <a:gd name="connsiteX1751" fmla="*/ 1479376 w 1581788"/>
                  <a:gd name="connsiteY1751" fmla="*/ 1213275 h 1568555"/>
                  <a:gd name="connsiteX1752" fmla="*/ 1482109 w 1581788"/>
                  <a:gd name="connsiteY1752" fmla="*/ 1210686 h 1568555"/>
                  <a:gd name="connsiteX1753" fmla="*/ 1484554 w 1581788"/>
                  <a:gd name="connsiteY1753" fmla="*/ 1207953 h 1568555"/>
                  <a:gd name="connsiteX1754" fmla="*/ 1484554 w 1581788"/>
                  <a:gd name="connsiteY1754" fmla="*/ 1205508 h 1568555"/>
                  <a:gd name="connsiteX1755" fmla="*/ 1487000 w 1581788"/>
                  <a:gd name="connsiteY1755" fmla="*/ 1205508 h 1568555"/>
                  <a:gd name="connsiteX1756" fmla="*/ 1487000 w 1581788"/>
                  <a:gd name="connsiteY1756" fmla="*/ 1203782 h 1568555"/>
                  <a:gd name="connsiteX1757" fmla="*/ 1489589 w 1581788"/>
                  <a:gd name="connsiteY1757" fmla="*/ 1203782 h 1568555"/>
                  <a:gd name="connsiteX1758" fmla="*/ 1489589 w 1581788"/>
                  <a:gd name="connsiteY1758" fmla="*/ 1193570 h 1568555"/>
                  <a:gd name="connsiteX1759" fmla="*/ 1492321 w 1581788"/>
                  <a:gd name="connsiteY1759" fmla="*/ 1190980 h 1568555"/>
                  <a:gd name="connsiteX1760" fmla="*/ 1492321 w 1581788"/>
                  <a:gd name="connsiteY1760" fmla="*/ 1188248 h 1568555"/>
                  <a:gd name="connsiteX1761" fmla="*/ 1494766 w 1581788"/>
                  <a:gd name="connsiteY1761" fmla="*/ 1188248 h 1568555"/>
                  <a:gd name="connsiteX1762" fmla="*/ 1494766 w 1581788"/>
                  <a:gd name="connsiteY1762" fmla="*/ 1183357 h 1568555"/>
                  <a:gd name="connsiteX1763" fmla="*/ 1497643 w 1581788"/>
                  <a:gd name="connsiteY1763" fmla="*/ 1183357 h 1568555"/>
                  <a:gd name="connsiteX1764" fmla="*/ 1497643 w 1581788"/>
                  <a:gd name="connsiteY1764" fmla="*/ 1180768 h 1568555"/>
                  <a:gd name="connsiteX1765" fmla="*/ 1500232 w 1581788"/>
                  <a:gd name="connsiteY1765" fmla="*/ 1178035 h 1568555"/>
                  <a:gd name="connsiteX1766" fmla="*/ 1500232 w 1581788"/>
                  <a:gd name="connsiteY1766" fmla="*/ 1175014 h 1568555"/>
                  <a:gd name="connsiteX1767" fmla="*/ 1502678 w 1581788"/>
                  <a:gd name="connsiteY1767" fmla="*/ 1175014 h 1568555"/>
                  <a:gd name="connsiteX1768" fmla="*/ 1502678 w 1581788"/>
                  <a:gd name="connsiteY1768" fmla="*/ 1172569 h 1568555"/>
                  <a:gd name="connsiteX1769" fmla="*/ 1505411 w 1581788"/>
                  <a:gd name="connsiteY1769" fmla="*/ 1169980 h 1568555"/>
                  <a:gd name="connsiteX1770" fmla="*/ 1505411 w 1581788"/>
                  <a:gd name="connsiteY1770" fmla="*/ 1167247 h 1568555"/>
                  <a:gd name="connsiteX1771" fmla="*/ 1507856 w 1581788"/>
                  <a:gd name="connsiteY1771" fmla="*/ 1164802 h 1568555"/>
                  <a:gd name="connsiteX1772" fmla="*/ 1507856 w 1581788"/>
                  <a:gd name="connsiteY1772" fmla="*/ 1162357 h 1568555"/>
                  <a:gd name="connsiteX1773" fmla="*/ 1510301 w 1581788"/>
                  <a:gd name="connsiteY1773" fmla="*/ 1162357 h 1568555"/>
                  <a:gd name="connsiteX1774" fmla="*/ 1510301 w 1581788"/>
                  <a:gd name="connsiteY1774" fmla="*/ 1160631 h 1568555"/>
                  <a:gd name="connsiteX1775" fmla="*/ 1512890 w 1581788"/>
                  <a:gd name="connsiteY1775" fmla="*/ 1157898 h 1568555"/>
                  <a:gd name="connsiteX1776" fmla="*/ 1515623 w 1581788"/>
                  <a:gd name="connsiteY1776" fmla="*/ 1155453 h 1568555"/>
                  <a:gd name="connsiteX1777" fmla="*/ 1515623 w 1581788"/>
                  <a:gd name="connsiteY1777" fmla="*/ 1153007 h 1568555"/>
                  <a:gd name="connsiteX1778" fmla="*/ 1518069 w 1581788"/>
                  <a:gd name="connsiteY1778" fmla="*/ 1153007 h 1568555"/>
                  <a:gd name="connsiteX1779" fmla="*/ 1518069 w 1581788"/>
                  <a:gd name="connsiteY1779" fmla="*/ 1147685 h 1568555"/>
                  <a:gd name="connsiteX1780" fmla="*/ 1520514 w 1581788"/>
                  <a:gd name="connsiteY1780" fmla="*/ 1147685 h 1568555"/>
                  <a:gd name="connsiteX1781" fmla="*/ 1520514 w 1581788"/>
                  <a:gd name="connsiteY1781" fmla="*/ 1145240 h 1568555"/>
                  <a:gd name="connsiteX1782" fmla="*/ 1523103 w 1581788"/>
                  <a:gd name="connsiteY1782" fmla="*/ 1145240 h 1568555"/>
                  <a:gd name="connsiteX1783" fmla="*/ 1523103 w 1581788"/>
                  <a:gd name="connsiteY1783" fmla="*/ 1142795 h 1568555"/>
                  <a:gd name="connsiteX1784" fmla="*/ 1525836 w 1581788"/>
                  <a:gd name="connsiteY1784" fmla="*/ 1142795 h 1568555"/>
                  <a:gd name="connsiteX1785" fmla="*/ 1528281 w 1581788"/>
                  <a:gd name="connsiteY1785" fmla="*/ 1140205 h 1568555"/>
                  <a:gd name="connsiteX1786" fmla="*/ 1528281 w 1581788"/>
                  <a:gd name="connsiteY1786" fmla="*/ 1137473 h 1568555"/>
                  <a:gd name="connsiteX1787" fmla="*/ 1530726 w 1581788"/>
                  <a:gd name="connsiteY1787" fmla="*/ 1137473 h 1568555"/>
                  <a:gd name="connsiteX1788" fmla="*/ 1530726 w 1581788"/>
                  <a:gd name="connsiteY1788" fmla="*/ 1135027 h 1568555"/>
                  <a:gd name="connsiteX1789" fmla="*/ 1536048 w 1581788"/>
                  <a:gd name="connsiteY1789" fmla="*/ 1135027 h 1568555"/>
                  <a:gd name="connsiteX1790" fmla="*/ 1536048 w 1581788"/>
                  <a:gd name="connsiteY1790" fmla="*/ 1131863 h 1568555"/>
                  <a:gd name="connsiteX1791" fmla="*/ 1538493 w 1581788"/>
                  <a:gd name="connsiteY1791" fmla="*/ 1129417 h 1568555"/>
                  <a:gd name="connsiteX1792" fmla="*/ 1538493 w 1581788"/>
                  <a:gd name="connsiteY1792" fmla="*/ 1126828 h 1568555"/>
                  <a:gd name="connsiteX1793" fmla="*/ 1543528 w 1581788"/>
                  <a:gd name="connsiteY1793" fmla="*/ 1126828 h 1568555"/>
                  <a:gd name="connsiteX1794" fmla="*/ 1543528 w 1581788"/>
                  <a:gd name="connsiteY1794" fmla="*/ 1124096 h 1568555"/>
                  <a:gd name="connsiteX1795" fmla="*/ 1548706 w 1581788"/>
                  <a:gd name="connsiteY1795" fmla="*/ 1124096 h 1568555"/>
                  <a:gd name="connsiteX1796" fmla="*/ 1548706 w 1581788"/>
                  <a:gd name="connsiteY1796" fmla="*/ 1121651 h 1568555"/>
                  <a:gd name="connsiteX1797" fmla="*/ 1558919 w 1581788"/>
                  <a:gd name="connsiteY1797" fmla="*/ 1121651 h 1568555"/>
                  <a:gd name="connsiteX1798" fmla="*/ 1558919 w 1581788"/>
                  <a:gd name="connsiteY1798" fmla="*/ 1119205 h 1568555"/>
                  <a:gd name="connsiteX1799" fmla="*/ 1561364 w 1581788"/>
                  <a:gd name="connsiteY1799" fmla="*/ 1119205 h 1568555"/>
                  <a:gd name="connsiteX1800" fmla="*/ 1566686 w 1581788"/>
                  <a:gd name="connsiteY1800" fmla="*/ 1113883 h 1568555"/>
                  <a:gd name="connsiteX1801" fmla="*/ 1569131 w 1581788"/>
                  <a:gd name="connsiteY1801" fmla="*/ 1113883 h 1568555"/>
                  <a:gd name="connsiteX1802" fmla="*/ 1569131 w 1581788"/>
                  <a:gd name="connsiteY1802" fmla="*/ 1111438 h 1568555"/>
                  <a:gd name="connsiteX1803" fmla="*/ 1571576 w 1581788"/>
                  <a:gd name="connsiteY1803" fmla="*/ 1111438 h 1568555"/>
                  <a:gd name="connsiteX1804" fmla="*/ 1574165 w 1581788"/>
                  <a:gd name="connsiteY1804" fmla="*/ 1108993 h 1568555"/>
                  <a:gd name="connsiteX1805" fmla="*/ 1576610 w 1581788"/>
                  <a:gd name="connsiteY1805" fmla="*/ 1101225 h 1568555"/>
                  <a:gd name="connsiteX1806" fmla="*/ 1581789 w 1581788"/>
                  <a:gd name="connsiteY1806" fmla="*/ 1093458 h 1568555"/>
                  <a:gd name="connsiteX1807" fmla="*/ 1099068 w 1581788"/>
                  <a:gd name="connsiteY1807" fmla="*/ 1098924 h 1568555"/>
                  <a:gd name="connsiteX1808" fmla="*/ 1099068 w 1581788"/>
                  <a:gd name="connsiteY1808" fmla="*/ 1096335 h 1568555"/>
                  <a:gd name="connsiteX1809" fmla="*/ 1101801 w 1581788"/>
                  <a:gd name="connsiteY1809" fmla="*/ 1098924 h 1568555"/>
                  <a:gd name="connsiteX1810" fmla="*/ 1104390 w 1581788"/>
                  <a:gd name="connsiteY1810" fmla="*/ 1106547 h 1568555"/>
                  <a:gd name="connsiteX1811" fmla="*/ 1101801 w 1581788"/>
                  <a:gd name="connsiteY1811" fmla="*/ 1106547 h 1568555"/>
                  <a:gd name="connsiteX1812" fmla="*/ 1101801 w 1581788"/>
                  <a:gd name="connsiteY1812" fmla="*/ 1103814 h 1568555"/>
                  <a:gd name="connsiteX1813" fmla="*/ 1104390 w 1581788"/>
                  <a:gd name="connsiteY1813" fmla="*/ 1103814 h 1568555"/>
                  <a:gd name="connsiteX1814" fmla="*/ 1112013 w 1581788"/>
                  <a:gd name="connsiteY1814" fmla="*/ 1096335 h 1568555"/>
                  <a:gd name="connsiteX1815" fmla="*/ 1112013 w 1581788"/>
                  <a:gd name="connsiteY1815" fmla="*/ 1098924 h 1568555"/>
                  <a:gd name="connsiteX1816" fmla="*/ 1109280 w 1581788"/>
                  <a:gd name="connsiteY1816" fmla="*/ 1098924 h 1568555"/>
                  <a:gd name="connsiteX1817" fmla="*/ 1119493 w 1581788"/>
                  <a:gd name="connsiteY1817" fmla="*/ 1103814 h 1568555"/>
                  <a:gd name="connsiteX1818" fmla="*/ 1109280 w 1581788"/>
                  <a:gd name="connsiteY1818" fmla="*/ 1103814 h 1568555"/>
                  <a:gd name="connsiteX1819" fmla="*/ 1109280 w 1581788"/>
                  <a:gd name="connsiteY1819" fmla="*/ 1101369 h 1568555"/>
                  <a:gd name="connsiteX1820" fmla="*/ 1117047 w 1581788"/>
                  <a:gd name="connsiteY1820" fmla="*/ 1101369 h 1568555"/>
                  <a:gd name="connsiteX1821" fmla="*/ 1117047 w 1581788"/>
                  <a:gd name="connsiteY1821" fmla="*/ 1103814 h 1568555"/>
                  <a:gd name="connsiteX1822" fmla="*/ 1119493 w 1581788"/>
                  <a:gd name="connsiteY1822" fmla="*/ 1101369 h 1568555"/>
                  <a:gd name="connsiteX1823" fmla="*/ 1122226 w 1581788"/>
                  <a:gd name="connsiteY1823" fmla="*/ 1098924 h 1568555"/>
                  <a:gd name="connsiteX1824" fmla="*/ 1127260 w 1581788"/>
                  <a:gd name="connsiteY1824" fmla="*/ 1098924 h 1568555"/>
                  <a:gd name="connsiteX1825" fmla="*/ 1124815 w 1581788"/>
                  <a:gd name="connsiteY1825" fmla="*/ 1098924 h 1568555"/>
                  <a:gd name="connsiteX1826" fmla="*/ 1124815 w 1581788"/>
                  <a:gd name="connsiteY1826" fmla="*/ 1096335 h 1568555"/>
                  <a:gd name="connsiteX1827" fmla="*/ 1127260 w 1581788"/>
                  <a:gd name="connsiteY1827" fmla="*/ 1096335 h 1568555"/>
                  <a:gd name="connsiteX1828" fmla="*/ 1402567 w 1581788"/>
                  <a:gd name="connsiteY1828" fmla="*/ 1246933 h 1568555"/>
                  <a:gd name="connsiteX1829" fmla="*/ 1405156 w 1581788"/>
                  <a:gd name="connsiteY1829" fmla="*/ 1246933 h 1568555"/>
                  <a:gd name="connsiteX1830" fmla="*/ 1405156 w 1581788"/>
                  <a:gd name="connsiteY1830" fmla="*/ 1244344 h 1568555"/>
                  <a:gd name="connsiteX1831" fmla="*/ 1407889 w 1581788"/>
                  <a:gd name="connsiteY1831" fmla="*/ 1244344 h 1568555"/>
                  <a:gd name="connsiteX1832" fmla="*/ 1407889 w 1581788"/>
                  <a:gd name="connsiteY1832" fmla="*/ 1246933 h 1568555"/>
                  <a:gd name="connsiteX1833" fmla="*/ 1405156 w 1581788"/>
                  <a:gd name="connsiteY1833" fmla="*/ 1246933 h 1568555"/>
                  <a:gd name="connsiteX1834" fmla="*/ 1402567 w 1581788"/>
                  <a:gd name="connsiteY1834" fmla="*/ 1249379 h 1568555"/>
                  <a:gd name="connsiteX1835" fmla="*/ 1410334 w 1581788"/>
                  <a:gd name="connsiteY1835" fmla="*/ 1262036 h 1568555"/>
                  <a:gd name="connsiteX1836" fmla="*/ 1407889 w 1581788"/>
                  <a:gd name="connsiteY1836" fmla="*/ 1262036 h 1568555"/>
                  <a:gd name="connsiteX1837" fmla="*/ 1407889 w 1581788"/>
                  <a:gd name="connsiteY1837" fmla="*/ 1259591 h 1568555"/>
                  <a:gd name="connsiteX1838" fmla="*/ 1405156 w 1581788"/>
                  <a:gd name="connsiteY1838" fmla="*/ 1262036 h 1568555"/>
                  <a:gd name="connsiteX1839" fmla="*/ 1402567 w 1581788"/>
                  <a:gd name="connsiteY1839" fmla="*/ 1262036 h 1568555"/>
                  <a:gd name="connsiteX1840" fmla="*/ 1402567 w 1581788"/>
                  <a:gd name="connsiteY1840" fmla="*/ 1264769 h 1568555"/>
                  <a:gd name="connsiteX1841" fmla="*/ 1400121 w 1581788"/>
                  <a:gd name="connsiteY1841" fmla="*/ 1264769 h 1568555"/>
                  <a:gd name="connsiteX1842" fmla="*/ 1400121 w 1581788"/>
                  <a:gd name="connsiteY1842" fmla="*/ 1261317 h 1568555"/>
                  <a:gd name="connsiteX1843" fmla="*/ 1402567 w 1581788"/>
                  <a:gd name="connsiteY1843" fmla="*/ 1258872 h 1568555"/>
                  <a:gd name="connsiteX1844" fmla="*/ 1410334 w 1581788"/>
                  <a:gd name="connsiteY1844" fmla="*/ 1258872 h 1568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Lst>
                <a:rect l="l" t="t" r="r" b="b"/>
                <a:pathLst>
                  <a:path w="1581788" h="1568555">
                    <a:moveTo>
                      <a:pt x="1578624" y="1093602"/>
                    </a:moveTo>
                    <a:lnTo>
                      <a:pt x="1578624" y="1091157"/>
                    </a:lnTo>
                    <a:lnTo>
                      <a:pt x="1575891" y="1091157"/>
                    </a:lnTo>
                    <a:lnTo>
                      <a:pt x="1575891" y="1088711"/>
                    </a:lnTo>
                    <a:lnTo>
                      <a:pt x="1570857" y="1088711"/>
                    </a:lnTo>
                    <a:lnTo>
                      <a:pt x="1570857" y="1086122"/>
                    </a:lnTo>
                    <a:lnTo>
                      <a:pt x="1568412" y="1086122"/>
                    </a:lnTo>
                    <a:lnTo>
                      <a:pt x="1568412" y="1055485"/>
                    </a:lnTo>
                    <a:lnTo>
                      <a:pt x="1550432" y="1055485"/>
                    </a:lnTo>
                    <a:lnTo>
                      <a:pt x="1550432" y="1052752"/>
                    </a:lnTo>
                    <a:lnTo>
                      <a:pt x="1542809" y="1052752"/>
                    </a:lnTo>
                    <a:lnTo>
                      <a:pt x="1542809" y="1055485"/>
                    </a:lnTo>
                    <a:lnTo>
                      <a:pt x="1527562" y="1055485"/>
                    </a:lnTo>
                    <a:lnTo>
                      <a:pt x="1527562" y="1058074"/>
                    </a:lnTo>
                    <a:lnTo>
                      <a:pt x="1522384" y="1058074"/>
                    </a:lnTo>
                    <a:lnTo>
                      <a:pt x="1522384" y="1059944"/>
                    </a:lnTo>
                    <a:lnTo>
                      <a:pt x="1519795" y="1062389"/>
                    </a:lnTo>
                    <a:lnTo>
                      <a:pt x="1517349" y="1065122"/>
                    </a:lnTo>
                    <a:lnTo>
                      <a:pt x="1514904" y="1065122"/>
                    </a:lnTo>
                    <a:lnTo>
                      <a:pt x="1512171" y="1067711"/>
                    </a:lnTo>
                    <a:lnTo>
                      <a:pt x="1504691" y="1067711"/>
                    </a:lnTo>
                    <a:lnTo>
                      <a:pt x="1504691" y="1070156"/>
                    </a:lnTo>
                    <a:lnTo>
                      <a:pt x="1501958" y="1070156"/>
                    </a:lnTo>
                    <a:lnTo>
                      <a:pt x="1499513" y="1072602"/>
                    </a:lnTo>
                    <a:lnTo>
                      <a:pt x="1499513" y="1075335"/>
                    </a:lnTo>
                    <a:lnTo>
                      <a:pt x="1497643" y="1075335"/>
                    </a:lnTo>
                    <a:lnTo>
                      <a:pt x="1495198" y="1077924"/>
                    </a:lnTo>
                    <a:lnTo>
                      <a:pt x="1490020" y="1077924"/>
                    </a:lnTo>
                    <a:lnTo>
                      <a:pt x="1490020" y="1080369"/>
                    </a:lnTo>
                    <a:lnTo>
                      <a:pt x="1487431" y="1080369"/>
                    </a:lnTo>
                    <a:lnTo>
                      <a:pt x="1487431" y="1082814"/>
                    </a:lnTo>
                    <a:lnTo>
                      <a:pt x="1484986" y="1082814"/>
                    </a:lnTo>
                    <a:lnTo>
                      <a:pt x="1484986" y="1085547"/>
                    </a:lnTo>
                    <a:lnTo>
                      <a:pt x="1482541" y="1085547"/>
                    </a:lnTo>
                    <a:lnTo>
                      <a:pt x="1479808" y="1088136"/>
                    </a:lnTo>
                    <a:lnTo>
                      <a:pt x="1474773" y="1088136"/>
                    </a:lnTo>
                    <a:lnTo>
                      <a:pt x="1474773" y="1093026"/>
                    </a:lnTo>
                    <a:lnTo>
                      <a:pt x="1472328" y="1093026"/>
                    </a:lnTo>
                    <a:lnTo>
                      <a:pt x="1472328" y="1095759"/>
                    </a:lnTo>
                    <a:lnTo>
                      <a:pt x="1468876" y="1095759"/>
                    </a:lnTo>
                    <a:lnTo>
                      <a:pt x="1468876" y="1098349"/>
                    </a:lnTo>
                    <a:lnTo>
                      <a:pt x="1466287" y="1100794"/>
                    </a:lnTo>
                    <a:lnTo>
                      <a:pt x="1461396" y="1100794"/>
                    </a:lnTo>
                    <a:lnTo>
                      <a:pt x="1458663" y="1098349"/>
                    </a:lnTo>
                    <a:lnTo>
                      <a:pt x="1456074" y="1098349"/>
                    </a:lnTo>
                    <a:lnTo>
                      <a:pt x="1456074" y="1095759"/>
                    </a:lnTo>
                    <a:lnTo>
                      <a:pt x="1453629" y="1095759"/>
                    </a:lnTo>
                    <a:lnTo>
                      <a:pt x="1453629" y="1093026"/>
                    </a:lnTo>
                    <a:lnTo>
                      <a:pt x="1445862" y="1093026"/>
                    </a:lnTo>
                    <a:lnTo>
                      <a:pt x="1445862" y="1090581"/>
                    </a:lnTo>
                    <a:lnTo>
                      <a:pt x="1435649" y="1090581"/>
                    </a:lnTo>
                    <a:lnTo>
                      <a:pt x="1435649" y="1093026"/>
                    </a:lnTo>
                    <a:lnTo>
                      <a:pt x="1433204" y="1093026"/>
                    </a:lnTo>
                    <a:lnTo>
                      <a:pt x="1433204" y="1098349"/>
                    </a:lnTo>
                    <a:lnTo>
                      <a:pt x="1428026" y="1098349"/>
                    </a:lnTo>
                    <a:lnTo>
                      <a:pt x="1428026" y="1100794"/>
                    </a:lnTo>
                    <a:lnTo>
                      <a:pt x="1420546" y="1100794"/>
                    </a:lnTo>
                    <a:lnTo>
                      <a:pt x="1420546" y="1098349"/>
                    </a:lnTo>
                    <a:lnTo>
                      <a:pt x="1402567" y="1098349"/>
                    </a:lnTo>
                    <a:lnTo>
                      <a:pt x="1402567" y="1095759"/>
                    </a:lnTo>
                    <a:lnTo>
                      <a:pt x="1397676" y="1095759"/>
                    </a:lnTo>
                    <a:lnTo>
                      <a:pt x="1397676" y="1088711"/>
                    </a:lnTo>
                    <a:lnTo>
                      <a:pt x="1394943" y="1088711"/>
                    </a:lnTo>
                    <a:lnTo>
                      <a:pt x="1392354" y="1086122"/>
                    </a:lnTo>
                    <a:lnTo>
                      <a:pt x="1392354" y="1080944"/>
                    </a:lnTo>
                    <a:lnTo>
                      <a:pt x="1387463" y="1080944"/>
                    </a:lnTo>
                    <a:lnTo>
                      <a:pt x="1387463" y="1075910"/>
                    </a:lnTo>
                    <a:lnTo>
                      <a:pt x="1384730" y="1075910"/>
                    </a:lnTo>
                    <a:lnTo>
                      <a:pt x="1384730" y="1065697"/>
                    </a:lnTo>
                    <a:lnTo>
                      <a:pt x="1377251" y="1065697"/>
                    </a:lnTo>
                    <a:lnTo>
                      <a:pt x="1377251" y="1062964"/>
                    </a:lnTo>
                    <a:lnTo>
                      <a:pt x="1374518" y="1062964"/>
                    </a:lnTo>
                    <a:lnTo>
                      <a:pt x="1374518" y="1065697"/>
                    </a:lnTo>
                    <a:lnTo>
                      <a:pt x="1371929" y="1065697"/>
                    </a:lnTo>
                    <a:lnTo>
                      <a:pt x="1371929" y="1068286"/>
                    </a:lnTo>
                    <a:lnTo>
                      <a:pt x="1374518" y="1068286"/>
                    </a:lnTo>
                    <a:lnTo>
                      <a:pt x="1374518" y="1075910"/>
                    </a:lnTo>
                    <a:lnTo>
                      <a:pt x="1371929" y="1075910"/>
                    </a:lnTo>
                    <a:lnTo>
                      <a:pt x="1371929" y="1078499"/>
                    </a:lnTo>
                    <a:lnTo>
                      <a:pt x="1367039" y="1078499"/>
                    </a:lnTo>
                    <a:lnTo>
                      <a:pt x="1367039" y="1075910"/>
                    </a:lnTo>
                    <a:lnTo>
                      <a:pt x="1361716" y="1075910"/>
                    </a:lnTo>
                    <a:lnTo>
                      <a:pt x="1361716" y="1073177"/>
                    </a:lnTo>
                    <a:lnTo>
                      <a:pt x="1351504" y="1073177"/>
                    </a:lnTo>
                    <a:lnTo>
                      <a:pt x="1351504" y="1070732"/>
                    </a:lnTo>
                    <a:lnTo>
                      <a:pt x="1349059" y="1070732"/>
                    </a:lnTo>
                    <a:lnTo>
                      <a:pt x="1349059" y="1068286"/>
                    </a:lnTo>
                    <a:lnTo>
                      <a:pt x="1346613" y="1068286"/>
                    </a:lnTo>
                    <a:lnTo>
                      <a:pt x="1344168" y="1065697"/>
                    </a:lnTo>
                    <a:lnTo>
                      <a:pt x="1344168" y="1062964"/>
                    </a:lnTo>
                    <a:lnTo>
                      <a:pt x="1341291" y="1062964"/>
                    </a:lnTo>
                    <a:lnTo>
                      <a:pt x="1344168" y="1060519"/>
                    </a:lnTo>
                    <a:lnTo>
                      <a:pt x="1344168" y="1058074"/>
                    </a:lnTo>
                    <a:lnTo>
                      <a:pt x="1339421" y="1058074"/>
                    </a:lnTo>
                    <a:lnTo>
                      <a:pt x="1339421" y="1055485"/>
                    </a:lnTo>
                    <a:lnTo>
                      <a:pt x="1334531" y="1055485"/>
                    </a:lnTo>
                    <a:lnTo>
                      <a:pt x="1334531" y="1052752"/>
                    </a:lnTo>
                    <a:lnTo>
                      <a:pt x="1329209" y="1052752"/>
                    </a:lnTo>
                    <a:lnTo>
                      <a:pt x="1326764" y="1050306"/>
                    </a:lnTo>
                    <a:lnTo>
                      <a:pt x="1321586" y="1050306"/>
                    </a:lnTo>
                    <a:lnTo>
                      <a:pt x="1321586" y="1047861"/>
                    </a:lnTo>
                    <a:lnTo>
                      <a:pt x="1314106" y="1047861"/>
                    </a:lnTo>
                    <a:lnTo>
                      <a:pt x="1314106" y="1045560"/>
                    </a:lnTo>
                    <a:lnTo>
                      <a:pt x="1310654" y="1045560"/>
                    </a:lnTo>
                    <a:lnTo>
                      <a:pt x="1308065" y="1048005"/>
                    </a:lnTo>
                    <a:lnTo>
                      <a:pt x="1290229" y="1048005"/>
                    </a:lnTo>
                    <a:lnTo>
                      <a:pt x="1290229" y="1045560"/>
                    </a:lnTo>
                    <a:lnTo>
                      <a:pt x="1282749" y="1045560"/>
                    </a:lnTo>
                    <a:lnTo>
                      <a:pt x="1280016" y="1048005"/>
                    </a:lnTo>
                    <a:lnTo>
                      <a:pt x="1280016" y="1045560"/>
                    </a:lnTo>
                    <a:lnTo>
                      <a:pt x="1264769" y="1045560"/>
                    </a:lnTo>
                    <a:lnTo>
                      <a:pt x="1264769" y="1048005"/>
                    </a:lnTo>
                    <a:lnTo>
                      <a:pt x="1262324" y="1048005"/>
                    </a:lnTo>
                    <a:lnTo>
                      <a:pt x="1262324" y="1050450"/>
                    </a:lnTo>
                    <a:lnTo>
                      <a:pt x="1259879" y="1048005"/>
                    </a:lnTo>
                    <a:lnTo>
                      <a:pt x="1229241" y="1048005"/>
                    </a:lnTo>
                    <a:lnTo>
                      <a:pt x="1229241" y="1042971"/>
                    </a:lnTo>
                    <a:lnTo>
                      <a:pt x="1226508" y="1042971"/>
                    </a:lnTo>
                    <a:lnTo>
                      <a:pt x="1226508" y="1040238"/>
                    </a:lnTo>
                    <a:lnTo>
                      <a:pt x="1221474" y="1040238"/>
                    </a:lnTo>
                    <a:lnTo>
                      <a:pt x="1221474" y="1037793"/>
                    </a:lnTo>
                    <a:lnTo>
                      <a:pt x="1216296" y="1037793"/>
                    </a:lnTo>
                    <a:lnTo>
                      <a:pt x="1213707" y="1035348"/>
                    </a:lnTo>
                    <a:lnTo>
                      <a:pt x="1211261" y="1035348"/>
                    </a:lnTo>
                    <a:lnTo>
                      <a:pt x="1211261" y="1032758"/>
                    </a:lnTo>
                    <a:lnTo>
                      <a:pt x="1208816" y="1032758"/>
                    </a:lnTo>
                    <a:lnTo>
                      <a:pt x="1208816" y="1030026"/>
                    </a:lnTo>
                    <a:lnTo>
                      <a:pt x="1206084" y="1030026"/>
                    </a:lnTo>
                    <a:lnTo>
                      <a:pt x="1206084" y="1027580"/>
                    </a:lnTo>
                    <a:lnTo>
                      <a:pt x="1203494" y="1027580"/>
                    </a:lnTo>
                    <a:lnTo>
                      <a:pt x="1203494" y="1019813"/>
                    </a:lnTo>
                    <a:lnTo>
                      <a:pt x="1201049" y="1019813"/>
                    </a:lnTo>
                    <a:lnTo>
                      <a:pt x="1198604" y="1017368"/>
                    </a:lnTo>
                    <a:lnTo>
                      <a:pt x="1195583" y="1017368"/>
                    </a:lnTo>
                    <a:lnTo>
                      <a:pt x="1195583" y="1014922"/>
                    </a:lnTo>
                    <a:lnTo>
                      <a:pt x="1192850" y="1014922"/>
                    </a:lnTo>
                    <a:lnTo>
                      <a:pt x="1192850" y="1009600"/>
                    </a:lnTo>
                    <a:lnTo>
                      <a:pt x="1190405" y="1009600"/>
                    </a:lnTo>
                    <a:lnTo>
                      <a:pt x="1190405" y="1007155"/>
                    </a:lnTo>
                    <a:lnTo>
                      <a:pt x="1187960" y="1004710"/>
                    </a:lnTo>
                    <a:lnTo>
                      <a:pt x="1187960" y="1002408"/>
                    </a:lnTo>
                    <a:lnTo>
                      <a:pt x="1182638" y="1002408"/>
                    </a:lnTo>
                    <a:lnTo>
                      <a:pt x="1182638" y="999676"/>
                    </a:lnTo>
                    <a:lnTo>
                      <a:pt x="1181199" y="999676"/>
                    </a:lnTo>
                    <a:lnTo>
                      <a:pt x="1181199" y="997231"/>
                    </a:lnTo>
                    <a:lnTo>
                      <a:pt x="1178754" y="997231"/>
                    </a:lnTo>
                    <a:lnTo>
                      <a:pt x="1178754" y="994785"/>
                    </a:lnTo>
                    <a:lnTo>
                      <a:pt x="1176309" y="994785"/>
                    </a:lnTo>
                    <a:lnTo>
                      <a:pt x="1173432" y="992196"/>
                    </a:lnTo>
                    <a:lnTo>
                      <a:pt x="1173432" y="989463"/>
                    </a:lnTo>
                    <a:lnTo>
                      <a:pt x="1170987" y="987018"/>
                    </a:lnTo>
                    <a:lnTo>
                      <a:pt x="1170987" y="984573"/>
                    </a:lnTo>
                    <a:lnTo>
                      <a:pt x="1168542" y="984573"/>
                    </a:lnTo>
                    <a:lnTo>
                      <a:pt x="1168542" y="981983"/>
                    </a:lnTo>
                    <a:lnTo>
                      <a:pt x="1166096" y="981983"/>
                    </a:lnTo>
                    <a:lnTo>
                      <a:pt x="1163363" y="979251"/>
                    </a:lnTo>
                    <a:lnTo>
                      <a:pt x="1160774" y="976805"/>
                    </a:lnTo>
                    <a:lnTo>
                      <a:pt x="1160774" y="964147"/>
                    </a:lnTo>
                    <a:lnTo>
                      <a:pt x="1158329" y="961702"/>
                    </a:lnTo>
                    <a:lnTo>
                      <a:pt x="1158329" y="959257"/>
                    </a:lnTo>
                    <a:lnTo>
                      <a:pt x="1155884" y="956524"/>
                    </a:lnTo>
                    <a:lnTo>
                      <a:pt x="1153151" y="954079"/>
                    </a:lnTo>
                    <a:lnTo>
                      <a:pt x="1153151" y="951634"/>
                    </a:lnTo>
                    <a:lnTo>
                      <a:pt x="1150562" y="951634"/>
                    </a:lnTo>
                    <a:lnTo>
                      <a:pt x="1150562" y="949045"/>
                    </a:lnTo>
                    <a:lnTo>
                      <a:pt x="1148117" y="949045"/>
                    </a:lnTo>
                    <a:lnTo>
                      <a:pt x="1148117" y="941421"/>
                    </a:lnTo>
                    <a:lnTo>
                      <a:pt x="1145671" y="941421"/>
                    </a:lnTo>
                    <a:lnTo>
                      <a:pt x="1145671" y="933654"/>
                    </a:lnTo>
                    <a:lnTo>
                      <a:pt x="1148117" y="931208"/>
                    </a:lnTo>
                    <a:lnTo>
                      <a:pt x="1148117" y="928619"/>
                    </a:lnTo>
                    <a:lnTo>
                      <a:pt x="1145671" y="925886"/>
                    </a:lnTo>
                    <a:lnTo>
                      <a:pt x="1145671" y="918407"/>
                    </a:lnTo>
                    <a:lnTo>
                      <a:pt x="1142938" y="915674"/>
                    </a:lnTo>
                    <a:lnTo>
                      <a:pt x="1142938" y="903016"/>
                    </a:lnTo>
                    <a:lnTo>
                      <a:pt x="1140349" y="900571"/>
                    </a:lnTo>
                    <a:lnTo>
                      <a:pt x="1140349" y="890358"/>
                    </a:lnTo>
                    <a:lnTo>
                      <a:pt x="1138048" y="887338"/>
                    </a:lnTo>
                    <a:lnTo>
                      <a:pt x="1138048" y="882160"/>
                    </a:lnTo>
                    <a:lnTo>
                      <a:pt x="1135603" y="871947"/>
                    </a:lnTo>
                    <a:lnTo>
                      <a:pt x="1135603" y="861735"/>
                    </a:lnTo>
                    <a:lnTo>
                      <a:pt x="1132870" y="861735"/>
                    </a:lnTo>
                    <a:lnTo>
                      <a:pt x="1132870" y="851522"/>
                    </a:lnTo>
                    <a:lnTo>
                      <a:pt x="1130281" y="846632"/>
                    </a:lnTo>
                    <a:lnTo>
                      <a:pt x="1130281" y="836419"/>
                    </a:lnTo>
                    <a:lnTo>
                      <a:pt x="1127835" y="828652"/>
                    </a:lnTo>
                    <a:lnTo>
                      <a:pt x="1127835" y="820885"/>
                    </a:lnTo>
                    <a:lnTo>
                      <a:pt x="1125390" y="815994"/>
                    </a:lnTo>
                    <a:lnTo>
                      <a:pt x="1125390" y="810672"/>
                    </a:lnTo>
                    <a:lnTo>
                      <a:pt x="1122801" y="800460"/>
                    </a:lnTo>
                    <a:lnTo>
                      <a:pt x="1122801" y="795569"/>
                    </a:lnTo>
                    <a:lnTo>
                      <a:pt x="1120068" y="787802"/>
                    </a:lnTo>
                    <a:lnTo>
                      <a:pt x="1120068" y="780322"/>
                    </a:lnTo>
                    <a:lnTo>
                      <a:pt x="1117623" y="780322"/>
                    </a:lnTo>
                    <a:lnTo>
                      <a:pt x="1117623" y="770110"/>
                    </a:lnTo>
                    <a:lnTo>
                      <a:pt x="1115178" y="762486"/>
                    </a:lnTo>
                    <a:lnTo>
                      <a:pt x="1115178" y="757165"/>
                    </a:lnTo>
                    <a:lnTo>
                      <a:pt x="1112588" y="754719"/>
                    </a:lnTo>
                    <a:lnTo>
                      <a:pt x="1112588" y="742061"/>
                    </a:lnTo>
                    <a:lnTo>
                      <a:pt x="1109280" y="742061"/>
                    </a:lnTo>
                    <a:lnTo>
                      <a:pt x="1109280" y="731849"/>
                    </a:lnTo>
                    <a:lnTo>
                      <a:pt x="1106835" y="726527"/>
                    </a:lnTo>
                    <a:lnTo>
                      <a:pt x="1106835" y="721636"/>
                    </a:lnTo>
                    <a:lnTo>
                      <a:pt x="1104390" y="711424"/>
                    </a:lnTo>
                    <a:lnTo>
                      <a:pt x="1104390" y="708979"/>
                    </a:lnTo>
                    <a:lnTo>
                      <a:pt x="1101801" y="701211"/>
                    </a:lnTo>
                    <a:lnTo>
                      <a:pt x="1101801" y="693444"/>
                    </a:lnTo>
                    <a:lnTo>
                      <a:pt x="1099068" y="685964"/>
                    </a:lnTo>
                    <a:lnTo>
                      <a:pt x="1099068" y="678341"/>
                    </a:lnTo>
                    <a:lnTo>
                      <a:pt x="1096622" y="673019"/>
                    </a:lnTo>
                    <a:lnTo>
                      <a:pt x="1096622" y="668129"/>
                    </a:lnTo>
                    <a:lnTo>
                      <a:pt x="1094177" y="660361"/>
                    </a:lnTo>
                    <a:lnTo>
                      <a:pt x="1094177" y="650149"/>
                    </a:lnTo>
                    <a:lnTo>
                      <a:pt x="1091732" y="645114"/>
                    </a:lnTo>
                    <a:lnTo>
                      <a:pt x="1086410" y="619511"/>
                    </a:lnTo>
                    <a:lnTo>
                      <a:pt x="1081520" y="586428"/>
                    </a:lnTo>
                    <a:lnTo>
                      <a:pt x="1078787" y="568448"/>
                    </a:lnTo>
                    <a:lnTo>
                      <a:pt x="1076197" y="566003"/>
                    </a:lnTo>
                    <a:lnTo>
                      <a:pt x="1076197" y="560969"/>
                    </a:lnTo>
                    <a:lnTo>
                      <a:pt x="1071307" y="537811"/>
                    </a:lnTo>
                    <a:lnTo>
                      <a:pt x="1068574" y="522708"/>
                    </a:lnTo>
                    <a:lnTo>
                      <a:pt x="1065985" y="510050"/>
                    </a:lnTo>
                    <a:lnTo>
                      <a:pt x="1063540" y="512496"/>
                    </a:lnTo>
                    <a:lnTo>
                      <a:pt x="1063540" y="514941"/>
                    </a:lnTo>
                    <a:lnTo>
                      <a:pt x="1061094" y="514941"/>
                    </a:lnTo>
                    <a:lnTo>
                      <a:pt x="1061094" y="520263"/>
                    </a:lnTo>
                    <a:lnTo>
                      <a:pt x="1058362" y="517674"/>
                    </a:lnTo>
                    <a:lnTo>
                      <a:pt x="1058362" y="525153"/>
                    </a:lnTo>
                    <a:lnTo>
                      <a:pt x="1055772" y="525153"/>
                    </a:lnTo>
                    <a:lnTo>
                      <a:pt x="1055772" y="522708"/>
                    </a:lnTo>
                    <a:lnTo>
                      <a:pt x="1053327" y="522708"/>
                    </a:lnTo>
                    <a:lnTo>
                      <a:pt x="1053327" y="527742"/>
                    </a:lnTo>
                    <a:lnTo>
                      <a:pt x="1055772" y="530619"/>
                    </a:lnTo>
                    <a:lnTo>
                      <a:pt x="1058362" y="530619"/>
                    </a:lnTo>
                    <a:lnTo>
                      <a:pt x="1058362" y="537955"/>
                    </a:lnTo>
                    <a:lnTo>
                      <a:pt x="1055772" y="543277"/>
                    </a:lnTo>
                    <a:lnTo>
                      <a:pt x="1053327" y="545722"/>
                    </a:lnTo>
                    <a:lnTo>
                      <a:pt x="1050882" y="548168"/>
                    </a:lnTo>
                    <a:lnTo>
                      <a:pt x="1048293" y="548168"/>
                    </a:lnTo>
                    <a:lnTo>
                      <a:pt x="1048293" y="545722"/>
                    </a:lnTo>
                    <a:lnTo>
                      <a:pt x="1043115" y="545722"/>
                    </a:lnTo>
                    <a:lnTo>
                      <a:pt x="1043115" y="543277"/>
                    </a:lnTo>
                    <a:lnTo>
                      <a:pt x="1040669" y="543277"/>
                    </a:lnTo>
                    <a:lnTo>
                      <a:pt x="1040669" y="540832"/>
                    </a:lnTo>
                    <a:lnTo>
                      <a:pt x="1038080" y="540832"/>
                    </a:lnTo>
                    <a:lnTo>
                      <a:pt x="1038080" y="537955"/>
                    </a:lnTo>
                    <a:lnTo>
                      <a:pt x="1030457" y="537955"/>
                    </a:lnTo>
                    <a:lnTo>
                      <a:pt x="1030457" y="535510"/>
                    </a:lnTo>
                    <a:lnTo>
                      <a:pt x="1027868" y="535510"/>
                    </a:lnTo>
                    <a:lnTo>
                      <a:pt x="1027868" y="537955"/>
                    </a:lnTo>
                    <a:lnTo>
                      <a:pt x="1020244" y="537955"/>
                    </a:lnTo>
                    <a:lnTo>
                      <a:pt x="1020244" y="535510"/>
                    </a:lnTo>
                    <a:lnTo>
                      <a:pt x="1010032" y="535510"/>
                    </a:lnTo>
                    <a:lnTo>
                      <a:pt x="1010032" y="533064"/>
                    </a:lnTo>
                    <a:lnTo>
                      <a:pt x="1007587" y="530619"/>
                    </a:lnTo>
                    <a:lnTo>
                      <a:pt x="1004710" y="530619"/>
                    </a:lnTo>
                    <a:lnTo>
                      <a:pt x="1004710" y="527742"/>
                    </a:lnTo>
                    <a:lnTo>
                      <a:pt x="1002265" y="525297"/>
                    </a:lnTo>
                    <a:lnTo>
                      <a:pt x="1002265" y="520407"/>
                    </a:lnTo>
                    <a:lnTo>
                      <a:pt x="999819" y="517818"/>
                    </a:lnTo>
                    <a:lnTo>
                      <a:pt x="997374" y="517818"/>
                    </a:lnTo>
                    <a:lnTo>
                      <a:pt x="997374" y="512640"/>
                    </a:lnTo>
                    <a:lnTo>
                      <a:pt x="994641" y="510194"/>
                    </a:lnTo>
                    <a:lnTo>
                      <a:pt x="994641" y="507605"/>
                    </a:lnTo>
                    <a:lnTo>
                      <a:pt x="992052" y="507605"/>
                    </a:lnTo>
                    <a:lnTo>
                      <a:pt x="992052" y="502427"/>
                    </a:lnTo>
                    <a:lnTo>
                      <a:pt x="989607" y="499982"/>
                    </a:lnTo>
                    <a:lnTo>
                      <a:pt x="989607" y="497393"/>
                    </a:lnTo>
                    <a:lnTo>
                      <a:pt x="987162" y="494660"/>
                    </a:lnTo>
                    <a:lnTo>
                      <a:pt x="987162" y="492214"/>
                    </a:lnTo>
                    <a:lnTo>
                      <a:pt x="984429" y="492214"/>
                    </a:lnTo>
                    <a:lnTo>
                      <a:pt x="984429" y="489769"/>
                    </a:lnTo>
                    <a:lnTo>
                      <a:pt x="979826" y="489769"/>
                    </a:lnTo>
                    <a:lnTo>
                      <a:pt x="979826" y="487180"/>
                    </a:lnTo>
                    <a:lnTo>
                      <a:pt x="977381" y="487180"/>
                    </a:lnTo>
                    <a:lnTo>
                      <a:pt x="977381" y="484591"/>
                    </a:lnTo>
                    <a:lnTo>
                      <a:pt x="974791" y="484591"/>
                    </a:lnTo>
                    <a:lnTo>
                      <a:pt x="974791" y="482146"/>
                    </a:lnTo>
                    <a:lnTo>
                      <a:pt x="967168" y="482146"/>
                    </a:lnTo>
                    <a:lnTo>
                      <a:pt x="967168" y="479701"/>
                    </a:lnTo>
                    <a:lnTo>
                      <a:pt x="964579" y="479701"/>
                    </a:lnTo>
                    <a:lnTo>
                      <a:pt x="964579" y="477112"/>
                    </a:lnTo>
                    <a:lnTo>
                      <a:pt x="961846" y="477112"/>
                    </a:lnTo>
                    <a:lnTo>
                      <a:pt x="961846" y="474379"/>
                    </a:lnTo>
                    <a:lnTo>
                      <a:pt x="959401" y="474379"/>
                    </a:lnTo>
                    <a:lnTo>
                      <a:pt x="959401" y="469488"/>
                    </a:lnTo>
                    <a:lnTo>
                      <a:pt x="951058" y="469488"/>
                    </a:lnTo>
                    <a:lnTo>
                      <a:pt x="951058" y="466899"/>
                    </a:lnTo>
                    <a:lnTo>
                      <a:pt x="938400" y="466899"/>
                    </a:lnTo>
                    <a:lnTo>
                      <a:pt x="935955" y="464166"/>
                    </a:lnTo>
                    <a:lnTo>
                      <a:pt x="928188" y="464166"/>
                    </a:lnTo>
                    <a:lnTo>
                      <a:pt x="928188" y="461721"/>
                    </a:lnTo>
                    <a:lnTo>
                      <a:pt x="925743" y="461721"/>
                    </a:lnTo>
                    <a:lnTo>
                      <a:pt x="925743" y="455823"/>
                    </a:lnTo>
                    <a:lnTo>
                      <a:pt x="923298" y="455823"/>
                    </a:lnTo>
                    <a:lnTo>
                      <a:pt x="923298" y="452946"/>
                    </a:lnTo>
                    <a:lnTo>
                      <a:pt x="920421" y="452946"/>
                    </a:lnTo>
                    <a:lnTo>
                      <a:pt x="920421" y="448056"/>
                    </a:lnTo>
                    <a:lnTo>
                      <a:pt x="917975" y="445611"/>
                    </a:lnTo>
                    <a:lnTo>
                      <a:pt x="915530" y="445611"/>
                    </a:lnTo>
                    <a:lnTo>
                      <a:pt x="913085" y="442878"/>
                    </a:lnTo>
                    <a:lnTo>
                      <a:pt x="915530" y="440289"/>
                    </a:lnTo>
                    <a:lnTo>
                      <a:pt x="913085" y="437844"/>
                    </a:lnTo>
                    <a:lnTo>
                      <a:pt x="913085" y="430076"/>
                    </a:lnTo>
                    <a:lnTo>
                      <a:pt x="910352" y="427631"/>
                    </a:lnTo>
                    <a:lnTo>
                      <a:pt x="905318" y="425186"/>
                    </a:lnTo>
                    <a:lnTo>
                      <a:pt x="902872" y="422597"/>
                    </a:lnTo>
                    <a:lnTo>
                      <a:pt x="897550" y="417418"/>
                    </a:lnTo>
                    <a:lnTo>
                      <a:pt x="895105" y="412384"/>
                    </a:lnTo>
                    <a:lnTo>
                      <a:pt x="890071" y="409651"/>
                    </a:lnTo>
                    <a:lnTo>
                      <a:pt x="887338" y="409651"/>
                    </a:lnTo>
                    <a:lnTo>
                      <a:pt x="887338" y="407206"/>
                    </a:lnTo>
                    <a:lnTo>
                      <a:pt x="884893" y="407206"/>
                    </a:lnTo>
                    <a:lnTo>
                      <a:pt x="882447" y="404761"/>
                    </a:lnTo>
                    <a:lnTo>
                      <a:pt x="879858" y="402172"/>
                    </a:lnTo>
                    <a:lnTo>
                      <a:pt x="879858" y="398288"/>
                    </a:lnTo>
                    <a:lnTo>
                      <a:pt x="877125" y="398288"/>
                    </a:lnTo>
                    <a:lnTo>
                      <a:pt x="874680" y="395843"/>
                    </a:lnTo>
                    <a:lnTo>
                      <a:pt x="872235" y="393254"/>
                    </a:lnTo>
                    <a:lnTo>
                      <a:pt x="869646" y="390521"/>
                    </a:lnTo>
                    <a:lnTo>
                      <a:pt x="866913" y="388076"/>
                    </a:lnTo>
                    <a:lnTo>
                      <a:pt x="862022" y="388076"/>
                    </a:lnTo>
                    <a:lnTo>
                      <a:pt x="862022" y="385630"/>
                    </a:lnTo>
                    <a:lnTo>
                      <a:pt x="856700" y="385630"/>
                    </a:lnTo>
                    <a:lnTo>
                      <a:pt x="856700" y="383041"/>
                    </a:lnTo>
                    <a:lnTo>
                      <a:pt x="854255" y="383041"/>
                    </a:lnTo>
                    <a:lnTo>
                      <a:pt x="854255" y="375418"/>
                    </a:lnTo>
                    <a:lnTo>
                      <a:pt x="851810" y="372972"/>
                    </a:lnTo>
                    <a:lnTo>
                      <a:pt x="851810" y="357438"/>
                    </a:lnTo>
                    <a:lnTo>
                      <a:pt x="854255" y="354993"/>
                    </a:lnTo>
                    <a:lnTo>
                      <a:pt x="851810" y="352548"/>
                    </a:lnTo>
                    <a:lnTo>
                      <a:pt x="854255" y="352548"/>
                    </a:lnTo>
                    <a:lnTo>
                      <a:pt x="856700" y="349815"/>
                    </a:lnTo>
                    <a:lnTo>
                      <a:pt x="856700" y="347226"/>
                    </a:lnTo>
                    <a:lnTo>
                      <a:pt x="859433" y="347226"/>
                    </a:lnTo>
                    <a:lnTo>
                      <a:pt x="859433" y="344780"/>
                    </a:lnTo>
                    <a:lnTo>
                      <a:pt x="856700" y="339746"/>
                    </a:lnTo>
                    <a:lnTo>
                      <a:pt x="856700" y="332122"/>
                    </a:lnTo>
                    <a:lnTo>
                      <a:pt x="854255" y="329533"/>
                    </a:lnTo>
                    <a:lnTo>
                      <a:pt x="851810" y="324355"/>
                    </a:lnTo>
                    <a:lnTo>
                      <a:pt x="849221" y="321910"/>
                    </a:lnTo>
                    <a:lnTo>
                      <a:pt x="849221" y="316588"/>
                    </a:lnTo>
                    <a:lnTo>
                      <a:pt x="846488" y="314143"/>
                    </a:lnTo>
                    <a:lnTo>
                      <a:pt x="846488" y="297601"/>
                    </a:lnTo>
                    <a:lnTo>
                      <a:pt x="849221" y="297601"/>
                    </a:lnTo>
                    <a:lnTo>
                      <a:pt x="849221" y="283217"/>
                    </a:lnTo>
                    <a:lnTo>
                      <a:pt x="844043" y="278327"/>
                    </a:lnTo>
                    <a:lnTo>
                      <a:pt x="844043" y="273005"/>
                    </a:lnTo>
                    <a:lnTo>
                      <a:pt x="841597" y="273005"/>
                    </a:lnTo>
                    <a:lnTo>
                      <a:pt x="841597" y="268115"/>
                    </a:lnTo>
                    <a:lnTo>
                      <a:pt x="839152" y="268115"/>
                    </a:lnTo>
                    <a:lnTo>
                      <a:pt x="839152" y="262792"/>
                    </a:lnTo>
                    <a:lnTo>
                      <a:pt x="836275" y="260347"/>
                    </a:lnTo>
                    <a:lnTo>
                      <a:pt x="833830" y="257902"/>
                    </a:lnTo>
                    <a:lnTo>
                      <a:pt x="831385" y="257902"/>
                    </a:lnTo>
                    <a:lnTo>
                      <a:pt x="828939" y="260347"/>
                    </a:lnTo>
                    <a:lnTo>
                      <a:pt x="831385" y="255313"/>
                    </a:lnTo>
                    <a:lnTo>
                      <a:pt x="828939" y="255313"/>
                    </a:lnTo>
                    <a:lnTo>
                      <a:pt x="828939" y="252580"/>
                    </a:lnTo>
                    <a:lnTo>
                      <a:pt x="826350" y="250135"/>
                    </a:lnTo>
                    <a:lnTo>
                      <a:pt x="826350" y="247689"/>
                    </a:lnTo>
                    <a:lnTo>
                      <a:pt x="821604" y="247689"/>
                    </a:lnTo>
                    <a:lnTo>
                      <a:pt x="824049" y="245100"/>
                    </a:lnTo>
                    <a:lnTo>
                      <a:pt x="821604" y="240066"/>
                    </a:lnTo>
                    <a:lnTo>
                      <a:pt x="821604" y="229854"/>
                    </a:lnTo>
                    <a:lnTo>
                      <a:pt x="824049" y="224819"/>
                    </a:lnTo>
                    <a:lnTo>
                      <a:pt x="824049" y="191593"/>
                    </a:lnTo>
                    <a:lnTo>
                      <a:pt x="826782" y="189004"/>
                    </a:lnTo>
                    <a:lnTo>
                      <a:pt x="826782" y="171167"/>
                    </a:lnTo>
                    <a:lnTo>
                      <a:pt x="821604" y="171167"/>
                    </a:lnTo>
                    <a:lnTo>
                      <a:pt x="821604" y="158366"/>
                    </a:lnTo>
                    <a:lnTo>
                      <a:pt x="819159" y="155921"/>
                    </a:lnTo>
                    <a:lnTo>
                      <a:pt x="819159" y="145708"/>
                    </a:lnTo>
                    <a:lnTo>
                      <a:pt x="816569" y="145708"/>
                    </a:lnTo>
                    <a:lnTo>
                      <a:pt x="816569" y="143263"/>
                    </a:lnTo>
                    <a:lnTo>
                      <a:pt x="813837" y="143263"/>
                    </a:lnTo>
                    <a:lnTo>
                      <a:pt x="813837" y="148153"/>
                    </a:lnTo>
                    <a:lnTo>
                      <a:pt x="816569" y="148153"/>
                    </a:lnTo>
                    <a:lnTo>
                      <a:pt x="816569" y="153476"/>
                    </a:lnTo>
                    <a:lnTo>
                      <a:pt x="813837" y="150886"/>
                    </a:lnTo>
                    <a:lnTo>
                      <a:pt x="811391" y="153476"/>
                    </a:lnTo>
                    <a:lnTo>
                      <a:pt x="808946" y="150886"/>
                    </a:lnTo>
                    <a:lnTo>
                      <a:pt x="808946" y="148153"/>
                    </a:lnTo>
                    <a:lnTo>
                      <a:pt x="803624" y="148153"/>
                    </a:lnTo>
                    <a:lnTo>
                      <a:pt x="803624" y="150886"/>
                    </a:lnTo>
                    <a:lnTo>
                      <a:pt x="801179" y="148153"/>
                    </a:lnTo>
                    <a:lnTo>
                      <a:pt x="798734" y="145708"/>
                    </a:lnTo>
                    <a:lnTo>
                      <a:pt x="792836" y="145708"/>
                    </a:lnTo>
                    <a:lnTo>
                      <a:pt x="792836" y="143263"/>
                    </a:lnTo>
                    <a:lnTo>
                      <a:pt x="790391" y="140674"/>
                    </a:lnTo>
                    <a:lnTo>
                      <a:pt x="790391" y="143263"/>
                    </a:lnTo>
                    <a:lnTo>
                      <a:pt x="787946" y="143263"/>
                    </a:lnTo>
                    <a:lnTo>
                      <a:pt x="787946" y="145708"/>
                    </a:lnTo>
                    <a:lnTo>
                      <a:pt x="785357" y="148153"/>
                    </a:lnTo>
                    <a:lnTo>
                      <a:pt x="778452" y="148153"/>
                    </a:lnTo>
                    <a:lnTo>
                      <a:pt x="778452" y="150886"/>
                    </a:lnTo>
                    <a:lnTo>
                      <a:pt x="775863" y="153476"/>
                    </a:lnTo>
                    <a:lnTo>
                      <a:pt x="775863" y="150886"/>
                    </a:lnTo>
                    <a:lnTo>
                      <a:pt x="778452" y="145708"/>
                    </a:lnTo>
                    <a:lnTo>
                      <a:pt x="775863" y="143263"/>
                    </a:lnTo>
                    <a:lnTo>
                      <a:pt x="775863" y="140674"/>
                    </a:lnTo>
                    <a:lnTo>
                      <a:pt x="770685" y="140674"/>
                    </a:lnTo>
                    <a:lnTo>
                      <a:pt x="765651" y="143263"/>
                    </a:lnTo>
                    <a:lnTo>
                      <a:pt x="760473" y="145708"/>
                    </a:lnTo>
                    <a:lnTo>
                      <a:pt x="758027" y="145708"/>
                    </a:lnTo>
                    <a:lnTo>
                      <a:pt x="755582" y="143263"/>
                    </a:lnTo>
                    <a:lnTo>
                      <a:pt x="749685" y="143263"/>
                    </a:lnTo>
                    <a:lnTo>
                      <a:pt x="749685" y="145708"/>
                    </a:lnTo>
                    <a:lnTo>
                      <a:pt x="747239" y="145708"/>
                    </a:lnTo>
                    <a:lnTo>
                      <a:pt x="744794" y="143263"/>
                    </a:lnTo>
                    <a:lnTo>
                      <a:pt x="742205" y="143263"/>
                    </a:lnTo>
                    <a:lnTo>
                      <a:pt x="742205" y="145708"/>
                    </a:lnTo>
                    <a:lnTo>
                      <a:pt x="739472" y="145708"/>
                    </a:lnTo>
                    <a:lnTo>
                      <a:pt x="737027" y="143263"/>
                    </a:lnTo>
                    <a:lnTo>
                      <a:pt x="726814" y="143263"/>
                    </a:lnTo>
                    <a:lnTo>
                      <a:pt x="726814" y="145708"/>
                    </a:lnTo>
                    <a:lnTo>
                      <a:pt x="729260" y="145708"/>
                    </a:lnTo>
                    <a:lnTo>
                      <a:pt x="729260" y="148153"/>
                    </a:lnTo>
                    <a:lnTo>
                      <a:pt x="724369" y="145708"/>
                    </a:lnTo>
                    <a:lnTo>
                      <a:pt x="719047" y="143263"/>
                    </a:lnTo>
                    <a:lnTo>
                      <a:pt x="714157" y="140674"/>
                    </a:lnTo>
                    <a:lnTo>
                      <a:pt x="711568" y="140674"/>
                    </a:lnTo>
                    <a:lnTo>
                      <a:pt x="706389" y="143263"/>
                    </a:lnTo>
                    <a:lnTo>
                      <a:pt x="706389" y="145708"/>
                    </a:lnTo>
                    <a:lnTo>
                      <a:pt x="701355" y="148153"/>
                    </a:lnTo>
                    <a:lnTo>
                      <a:pt x="698622" y="148153"/>
                    </a:lnTo>
                    <a:lnTo>
                      <a:pt x="693732" y="145708"/>
                    </a:lnTo>
                    <a:lnTo>
                      <a:pt x="691142" y="145708"/>
                    </a:lnTo>
                    <a:lnTo>
                      <a:pt x="688410" y="148153"/>
                    </a:lnTo>
                    <a:lnTo>
                      <a:pt x="685964" y="145708"/>
                    </a:lnTo>
                    <a:lnTo>
                      <a:pt x="685964" y="148153"/>
                    </a:lnTo>
                    <a:lnTo>
                      <a:pt x="678485" y="148153"/>
                    </a:lnTo>
                    <a:lnTo>
                      <a:pt x="678485" y="150886"/>
                    </a:lnTo>
                    <a:lnTo>
                      <a:pt x="675752" y="153476"/>
                    </a:lnTo>
                    <a:lnTo>
                      <a:pt x="660649" y="153476"/>
                    </a:lnTo>
                    <a:lnTo>
                      <a:pt x="660649" y="155921"/>
                    </a:lnTo>
                    <a:lnTo>
                      <a:pt x="658060" y="155921"/>
                    </a:lnTo>
                    <a:lnTo>
                      <a:pt x="652882" y="153476"/>
                    </a:lnTo>
                    <a:lnTo>
                      <a:pt x="647847" y="153476"/>
                    </a:lnTo>
                    <a:lnTo>
                      <a:pt x="645114" y="150886"/>
                    </a:lnTo>
                    <a:lnTo>
                      <a:pt x="642669" y="150886"/>
                    </a:lnTo>
                    <a:lnTo>
                      <a:pt x="642669" y="153476"/>
                    </a:lnTo>
                    <a:lnTo>
                      <a:pt x="637635" y="153476"/>
                    </a:lnTo>
                    <a:lnTo>
                      <a:pt x="634902" y="150886"/>
                    </a:lnTo>
                    <a:lnTo>
                      <a:pt x="634902" y="148153"/>
                    </a:lnTo>
                    <a:lnTo>
                      <a:pt x="632457" y="145708"/>
                    </a:lnTo>
                    <a:lnTo>
                      <a:pt x="627422" y="145708"/>
                    </a:lnTo>
                    <a:lnTo>
                      <a:pt x="627422" y="143263"/>
                    </a:lnTo>
                    <a:lnTo>
                      <a:pt x="620230" y="143263"/>
                    </a:lnTo>
                    <a:lnTo>
                      <a:pt x="617641" y="140674"/>
                    </a:lnTo>
                    <a:lnTo>
                      <a:pt x="614908" y="140674"/>
                    </a:lnTo>
                    <a:lnTo>
                      <a:pt x="612463" y="137941"/>
                    </a:lnTo>
                    <a:lnTo>
                      <a:pt x="610018" y="135496"/>
                    </a:lnTo>
                    <a:lnTo>
                      <a:pt x="607429" y="135496"/>
                    </a:lnTo>
                    <a:lnTo>
                      <a:pt x="607429" y="133050"/>
                    </a:lnTo>
                    <a:lnTo>
                      <a:pt x="604983" y="130461"/>
                    </a:lnTo>
                    <a:lnTo>
                      <a:pt x="599805" y="127728"/>
                    </a:lnTo>
                    <a:lnTo>
                      <a:pt x="599805" y="124995"/>
                    </a:lnTo>
                    <a:lnTo>
                      <a:pt x="592038" y="122550"/>
                    </a:lnTo>
                    <a:lnTo>
                      <a:pt x="589593" y="122550"/>
                    </a:lnTo>
                    <a:lnTo>
                      <a:pt x="584558" y="120105"/>
                    </a:lnTo>
                    <a:lnTo>
                      <a:pt x="581826" y="117228"/>
                    </a:lnTo>
                    <a:lnTo>
                      <a:pt x="579380" y="117228"/>
                    </a:lnTo>
                    <a:lnTo>
                      <a:pt x="576935" y="114783"/>
                    </a:lnTo>
                    <a:lnTo>
                      <a:pt x="558955" y="114783"/>
                    </a:lnTo>
                    <a:lnTo>
                      <a:pt x="556510" y="112338"/>
                    </a:lnTo>
                    <a:lnTo>
                      <a:pt x="553921" y="112338"/>
                    </a:lnTo>
                    <a:lnTo>
                      <a:pt x="546297" y="107016"/>
                    </a:lnTo>
                    <a:lnTo>
                      <a:pt x="538530" y="104570"/>
                    </a:lnTo>
                    <a:lnTo>
                      <a:pt x="536085" y="102125"/>
                    </a:lnTo>
                    <a:lnTo>
                      <a:pt x="531051" y="102125"/>
                    </a:lnTo>
                    <a:lnTo>
                      <a:pt x="520838" y="99680"/>
                    </a:lnTo>
                    <a:lnTo>
                      <a:pt x="515660" y="94358"/>
                    </a:lnTo>
                    <a:lnTo>
                      <a:pt x="513071" y="96947"/>
                    </a:lnTo>
                    <a:lnTo>
                      <a:pt x="510626" y="96947"/>
                    </a:lnTo>
                    <a:lnTo>
                      <a:pt x="510626" y="94358"/>
                    </a:lnTo>
                    <a:lnTo>
                      <a:pt x="507893" y="96947"/>
                    </a:lnTo>
                    <a:lnTo>
                      <a:pt x="505447" y="94358"/>
                    </a:lnTo>
                    <a:lnTo>
                      <a:pt x="495235" y="94358"/>
                    </a:lnTo>
                    <a:lnTo>
                      <a:pt x="487468" y="91913"/>
                    </a:lnTo>
                    <a:lnTo>
                      <a:pt x="487468" y="94358"/>
                    </a:lnTo>
                    <a:lnTo>
                      <a:pt x="485022" y="91913"/>
                    </a:lnTo>
                    <a:lnTo>
                      <a:pt x="477255" y="86734"/>
                    </a:lnTo>
                    <a:lnTo>
                      <a:pt x="479988" y="84145"/>
                    </a:lnTo>
                    <a:lnTo>
                      <a:pt x="476392" y="84145"/>
                    </a:lnTo>
                    <a:lnTo>
                      <a:pt x="473947" y="81700"/>
                    </a:lnTo>
                    <a:lnTo>
                      <a:pt x="468912" y="81700"/>
                    </a:lnTo>
                    <a:lnTo>
                      <a:pt x="468912" y="79255"/>
                    </a:lnTo>
                    <a:lnTo>
                      <a:pt x="466179" y="79255"/>
                    </a:lnTo>
                    <a:lnTo>
                      <a:pt x="461289" y="69042"/>
                    </a:lnTo>
                    <a:lnTo>
                      <a:pt x="461289" y="66453"/>
                    </a:lnTo>
                    <a:lnTo>
                      <a:pt x="458700" y="61275"/>
                    </a:lnTo>
                    <a:lnTo>
                      <a:pt x="453522" y="58830"/>
                    </a:lnTo>
                    <a:lnTo>
                      <a:pt x="453522" y="56241"/>
                    </a:lnTo>
                    <a:lnTo>
                      <a:pt x="451077" y="51063"/>
                    </a:lnTo>
                    <a:lnTo>
                      <a:pt x="448487" y="51063"/>
                    </a:lnTo>
                    <a:lnTo>
                      <a:pt x="446042" y="48617"/>
                    </a:lnTo>
                    <a:lnTo>
                      <a:pt x="443309" y="46028"/>
                    </a:lnTo>
                    <a:lnTo>
                      <a:pt x="443309" y="43295"/>
                    </a:lnTo>
                    <a:lnTo>
                      <a:pt x="440864" y="40850"/>
                    </a:lnTo>
                    <a:lnTo>
                      <a:pt x="433097" y="35960"/>
                    </a:lnTo>
                    <a:lnTo>
                      <a:pt x="428062" y="35960"/>
                    </a:lnTo>
                    <a:lnTo>
                      <a:pt x="422884" y="33083"/>
                    </a:lnTo>
                    <a:lnTo>
                      <a:pt x="420439" y="33083"/>
                    </a:lnTo>
                    <a:lnTo>
                      <a:pt x="420439" y="30638"/>
                    </a:lnTo>
                    <a:lnTo>
                      <a:pt x="415405" y="30638"/>
                    </a:lnTo>
                    <a:lnTo>
                      <a:pt x="415405" y="28192"/>
                    </a:lnTo>
                    <a:lnTo>
                      <a:pt x="412672" y="28192"/>
                    </a:lnTo>
                    <a:lnTo>
                      <a:pt x="410226" y="25747"/>
                    </a:lnTo>
                    <a:lnTo>
                      <a:pt x="410226" y="23014"/>
                    </a:lnTo>
                    <a:lnTo>
                      <a:pt x="407781" y="23014"/>
                    </a:lnTo>
                    <a:lnTo>
                      <a:pt x="407781" y="20425"/>
                    </a:lnTo>
                    <a:lnTo>
                      <a:pt x="402459" y="20425"/>
                    </a:lnTo>
                    <a:lnTo>
                      <a:pt x="400014" y="17980"/>
                    </a:lnTo>
                    <a:lnTo>
                      <a:pt x="397569" y="17980"/>
                    </a:lnTo>
                    <a:lnTo>
                      <a:pt x="394980" y="15535"/>
                    </a:lnTo>
                    <a:lnTo>
                      <a:pt x="394980" y="12802"/>
                    </a:lnTo>
                    <a:lnTo>
                      <a:pt x="392247" y="12802"/>
                    </a:lnTo>
                    <a:lnTo>
                      <a:pt x="387356" y="7767"/>
                    </a:lnTo>
                    <a:lnTo>
                      <a:pt x="384767" y="7767"/>
                    </a:lnTo>
                    <a:lnTo>
                      <a:pt x="384767" y="2589"/>
                    </a:lnTo>
                    <a:lnTo>
                      <a:pt x="382322" y="2589"/>
                    </a:lnTo>
                    <a:lnTo>
                      <a:pt x="382322" y="0"/>
                    </a:lnTo>
                    <a:lnTo>
                      <a:pt x="379589" y="2589"/>
                    </a:lnTo>
                    <a:lnTo>
                      <a:pt x="375705" y="2589"/>
                    </a:lnTo>
                    <a:lnTo>
                      <a:pt x="370527" y="7767"/>
                    </a:lnTo>
                    <a:lnTo>
                      <a:pt x="319465" y="76666"/>
                    </a:lnTo>
                    <a:lnTo>
                      <a:pt x="311985" y="86734"/>
                    </a:lnTo>
                    <a:lnTo>
                      <a:pt x="301773" y="99680"/>
                    </a:lnTo>
                    <a:lnTo>
                      <a:pt x="299327" y="102125"/>
                    </a:lnTo>
                    <a:lnTo>
                      <a:pt x="260635" y="150311"/>
                    </a:lnTo>
                    <a:lnTo>
                      <a:pt x="222374" y="201086"/>
                    </a:lnTo>
                    <a:lnTo>
                      <a:pt x="207127" y="219066"/>
                    </a:lnTo>
                    <a:lnTo>
                      <a:pt x="204682" y="221511"/>
                    </a:lnTo>
                    <a:lnTo>
                      <a:pt x="204682" y="224244"/>
                    </a:lnTo>
                    <a:lnTo>
                      <a:pt x="201949" y="226833"/>
                    </a:lnTo>
                    <a:lnTo>
                      <a:pt x="201949" y="229278"/>
                    </a:lnTo>
                    <a:lnTo>
                      <a:pt x="171311" y="267683"/>
                    </a:lnTo>
                    <a:lnTo>
                      <a:pt x="168866" y="272574"/>
                    </a:lnTo>
                    <a:lnTo>
                      <a:pt x="166421" y="272574"/>
                    </a:lnTo>
                    <a:lnTo>
                      <a:pt x="156208" y="288108"/>
                    </a:lnTo>
                    <a:lnTo>
                      <a:pt x="153619" y="290553"/>
                    </a:lnTo>
                    <a:lnTo>
                      <a:pt x="140961" y="308389"/>
                    </a:lnTo>
                    <a:lnTo>
                      <a:pt x="138229" y="310978"/>
                    </a:lnTo>
                    <a:lnTo>
                      <a:pt x="130749" y="321191"/>
                    </a:lnTo>
                    <a:lnTo>
                      <a:pt x="128016" y="326081"/>
                    </a:lnTo>
                    <a:lnTo>
                      <a:pt x="125571" y="326081"/>
                    </a:lnTo>
                    <a:lnTo>
                      <a:pt x="120536" y="333848"/>
                    </a:lnTo>
                    <a:lnTo>
                      <a:pt x="112769" y="344061"/>
                    </a:lnTo>
                    <a:lnTo>
                      <a:pt x="110324" y="349095"/>
                    </a:lnTo>
                    <a:lnTo>
                      <a:pt x="105146" y="356719"/>
                    </a:lnTo>
                    <a:lnTo>
                      <a:pt x="102556" y="359308"/>
                    </a:lnTo>
                    <a:lnTo>
                      <a:pt x="100111" y="359308"/>
                    </a:lnTo>
                    <a:lnTo>
                      <a:pt x="100111" y="362041"/>
                    </a:lnTo>
                    <a:lnTo>
                      <a:pt x="97378" y="364486"/>
                    </a:lnTo>
                    <a:lnTo>
                      <a:pt x="94933" y="366931"/>
                    </a:lnTo>
                    <a:lnTo>
                      <a:pt x="94933" y="369520"/>
                    </a:lnTo>
                    <a:lnTo>
                      <a:pt x="92344" y="369520"/>
                    </a:lnTo>
                    <a:lnTo>
                      <a:pt x="89899" y="372397"/>
                    </a:lnTo>
                    <a:lnTo>
                      <a:pt x="87454" y="374842"/>
                    </a:lnTo>
                    <a:lnTo>
                      <a:pt x="84721" y="377288"/>
                    </a:lnTo>
                    <a:lnTo>
                      <a:pt x="79686" y="385055"/>
                    </a:lnTo>
                    <a:lnTo>
                      <a:pt x="59261" y="405336"/>
                    </a:lnTo>
                    <a:lnTo>
                      <a:pt x="46603" y="417994"/>
                    </a:lnTo>
                    <a:lnTo>
                      <a:pt x="17836" y="446761"/>
                    </a:lnTo>
                    <a:lnTo>
                      <a:pt x="0" y="464310"/>
                    </a:lnTo>
                    <a:lnTo>
                      <a:pt x="0" y="558668"/>
                    </a:lnTo>
                    <a:lnTo>
                      <a:pt x="2733" y="579093"/>
                    </a:lnTo>
                    <a:lnTo>
                      <a:pt x="2733" y="826638"/>
                    </a:lnTo>
                    <a:lnTo>
                      <a:pt x="5178" y="826638"/>
                    </a:lnTo>
                    <a:lnTo>
                      <a:pt x="5178" y="841741"/>
                    </a:lnTo>
                    <a:lnTo>
                      <a:pt x="2733" y="841741"/>
                    </a:lnTo>
                    <a:lnTo>
                      <a:pt x="2733" y="844186"/>
                    </a:lnTo>
                    <a:lnTo>
                      <a:pt x="5178" y="844186"/>
                    </a:lnTo>
                    <a:lnTo>
                      <a:pt x="5178" y="846775"/>
                    </a:lnTo>
                    <a:lnTo>
                      <a:pt x="20425" y="846775"/>
                    </a:lnTo>
                    <a:lnTo>
                      <a:pt x="22870" y="849221"/>
                    </a:lnTo>
                    <a:lnTo>
                      <a:pt x="28048" y="849221"/>
                    </a:lnTo>
                    <a:lnTo>
                      <a:pt x="28048" y="861879"/>
                    </a:lnTo>
                    <a:lnTo>
                      <a:pt x="30494" y="861879"/>
                    </a:lnTo>
                    <a:lnTo>
                      <a:pt x="30494" y="872091"/>
                    </a:lnTo>
                    <a:lnTo>
                      <a:pt x="32939" y="872091"/>
                    </a:lnTo>
                    <a:lnTo>
                      <a:pt x="32939" y="884749"/>
                    </a:lnTo>
                    <a:lnTo>
                      <a:pt x="35672" y="884749"/>
                    </a:lnTo>
                    <a:lnTo>
                      <a:pt x="35672" y="892516"/>
                    </a:lnTo>
                    <a:lnTo>
                      <a:pt x="38117" y="892516"/>
                    </a:lnTo>
                    <a:lnTo>
                      <a:pt x="38117" y="902729"/>
                    </a:lnTo>
                    <a:lnTo>
                      <a:pt x="35672" y="902729"/>
                    </a:lnTo>
                    <a:lnTo>
                      <a:pt x="35672" y="905174"/>
                    </a:lnTo>
                    <a:lnTo>
                      <a:pt x="38117" y="905174"/>
                    </a:lnTo>
                    <a:lnTo>
                      <a:pt x="38117" y="910496"/>
                    </a:lnTo>
                    <a:lnTo>
                      <a:pt x="40706" y="910496"/>
                    </a:lnTo>
                    <a:lnTo>
                      <a:pt x="40706" y="912941"/>
                    </a:lnTo>
                    <a:lnTo>
                      <a:pt x="43151" y="912941"/>
                    </a:lnTo>
                    <a:lnTo>
                      <a:pt x="43151" y="915387"/>
                    </a:lnTo>
                    <a:lnTo>
                      <a:pt x="48330" y="915387"/>
                    </a:lnTo>
                    <a:lnTo>
                      <a:pt x="48330" y="918120"/>
                    </a:lnTo>
                    <a:lnTo>
                      <a:pt x="56097" y="918120"/>
                    </a:lnTo>
                    <a:lnTo>
                      <a:pt x="56097" y="915387"/>
                    </a:lnTo>
                    <a:lnTo>
                      <a:pt x="61131" y="915387"/>
                    </a:lnTo>
                    <a:lnTo>
                      <a:pt x="61131" y="918120"/>
                    </a:lnTo>
                    <a:lnTo>
                      <a:pt x="63576" y="918120"/>
                    </a:lnTo>
                    <a:lnTo>
                      <a:pt x="66309" y="915387"/>
                    </a:lnTo>
                    <a:lnTo>
                      <a:pt x="68755" y="918120"/>
                    </a:lnTo>
                    <a:lnTo>
                      <a:pt x="68755" y="923154"/>
                    </a:lnTo>
                    <a:lnTo>
                      <a:pt x="99392" y="923154"/>
                    </a:lnTo>
                    <a:lnTo>
                      <a:pt x="99392" y="925599"/>
                    </a:lnTo>
                    <a:lnTo>
                      <a:pt x="102413" y="925599"/>
                    </a:lnTo>
                    <a:lnTo>
                      <a:pt x="102413" y="935811"/>
                    </a:lnTo>
                    <a:lnTo>
                      <a:pt x="120393" y="935811"/>
                    </a:lnTo>
                    <a:lnTo>
                      <a:pt x="120393" y="933366"/>
                    </a:lnTo>
                    <a:lnTo>
                      <a:pt x="127872" y="933366"/>
                    </a:lnTo>
                    <a:lnTo>
                      <a:pt x="127872" y="928332"/>
                    </a:lnTo>
                    <a:lnTo>
                      <a:pt x="131180" y="928332"/>
                    </a:lnTo>
                    <a:lnTo>
                      <a:pt x="131180" y="925599"/>
                    </a:lnTo>
                    <a:lnTo>
                      <a:pt x="136215" y="925599"/>
                    </a:lnTo>
                    <a:lnTo>
                      <a:pt x="136215" y="923154"/>
                    </a:lnTo>
                    <a:lnTo>
                      <a:pt x="141393" y="923154"/>
                    </a:lnTo>
                    <a:lnTo>
                      <a:pt x="141393" y="920709"/>
                    </a:lnTo>
                    <a:lnTo>
                      <a:pt x="145564" y="920709"/>
                    </a:lnTo>
                    <a:lnTo>
                      <a:pt x="145564" y="923154"/>
                    </a:lnTo>
                    <a:lnTo>
                      <a:pt x="163400" y="923154"/>
                    </a:lnTo>
                    <a:lnTo>
                      <a:pt x="163400" y="925599"/>
                    </a:lnTo>
                    <a:lnTo>
                      <a:pt x="168434" y="925599"/>
                    </a:lnTo>
                    <a:lnTo>
                      <a:pt x="170880" y="928332"/>
                    </a:lnTo>
                    <a:lnTo>
                      <a:pt x="176058" y="928332"/>
                    </a:lnTo>
                    <a:lnTo>
                      <a:pt x="176058" y="930489"/>
                    </a:lnTo>
                    <a:lnTo>
                      <a:pt x="186270" y="930489"/>
                    </a:lnTo>
                    <a:lnTo>
                      <a:pt x="186270" y="935380"/>
                    </a:lnTo>
                    <a:lnTo>
                      <a:pt x="181092" y="935380"/>
                    </a:lnTo>
                    <a:lnTo>
                      <a:pt x="181092" y="940702"/>
                    </a:lnTo>
                    <a:lnTo>
                      <a:pt x="186270" y="940702"/>
                    </a:lnTo>
                    <a:lnTo>
                      <a:pt x="186270" y="943147"/>
                    </a:lnTo>
                    <a:lnTo>
                      <a:pt x="188716" y="943147"/>
                    </a:lnTo>
                    <a:lnTo>
                      <a:pt x="188716" y="940702"/>
                    </a:lnTo>
                    <a:lnTo>
                      <a:pt x="196339" y="940702"/>
                    </a:lnTo>
                    <a:lnTo>
                      <a:pt x="196339" y="943147"/>
                    </a:lnTo>
                    <a:lnTo>
                      <a:pt x="198928" y="943147"/>
                    </a:lnTo>
                    <a:lnTo>
                      <a:pt x="198928" y="953360"/>
                    </a:lnTo>
                    <a:lnTo>
                      <a:pt x="201373" y="953360"/>
                    </a:lnTo>
                    <a:lnTo>
                      <a:pt x="201373" y="955805"/>
                    </a:lnTo>
                    <a:lnTo>
                      <a:pt x="204106" y="955805"/>
                    </a:lnTo>
                    <a:lnTo>
                      <a:pt x="204106" y="961127"/>
                    </a:lnTo>
                    <a:lnTo>
                      <a:pt x="206552" y="961127"/>
                    </a:lnTo>
                    <a:lnTo>
                      <a:pt x="206552" y="963572"/>
                    </a:lnTo>
                    <a:lnTo>
                      <a:pt x="211586" y="963572"/>
                    </a:lnTo>
                    <a:lnTo>
                      <a:pt x="211586" y="950915"/>
                    </a:lnTo>
                    <a:lnTo>
                      <a:pt x="219353" y="950915"/>
                    </a:lnTo>
                    <a:lnTo>
                      <a:pt x="219353" y="948325"/>
                    </a:lnTo>
                    <a:lnTo>
                      <a:pt x="229566" y="948325"/>
                    </a:lnTo>
                    <a:lnTo>
                      <a:pt x="229566" y="950915"/>
                    </a:lnTo>
                    <a:lnTo>
                      <a:pt x="232011" y="953360"/>
                    </a:lnTo>
                    <a:lnTo>
                      <a:pt x="232011" y="959257"/>
                    </a:lnTo>
                    <a:lnTo>
                      <a:pt x="234744" y="959257"/>
                    </a:lnTo>
                    <a:lnTo>
                      <a:pt x="234744" y="961846"/>
                    </a:lnTo>
                    <a:lnTo>
                      <a:pt x="242223" y="961846"/>
                    </a:lnTo>
                    <a:lnTo>
                      <a:pt x="242223" y="964291"/>
                    </a:lnTo>
                    <a:lnTo>
                      <a:pt x="249991" y="964291"/>
                    </a:lnTo>
                    <a:lnTo>
                      <a:pt x="249991" y="966736"/>
                    </a:lnTo>
                    <a:lnTo>
                      <a:pt x="252436" y="964291"/>
                    </a:lnTo>
                    <a:lnTo>
                      <a:pt x="254881" y="966736"/>
                    </a:lnTo>
                    <a:lnTo>
                      <a:pt x="254881" y="973641"/>
                    </a:lnTo>
                    <a:lnTo>
                      <a:pt x="260635" y="973641"/>
                    </a:lnTo>
                    <a:lnTo>
                      <a:pt x="260635" y="976086"/>
                    </a:lnTo>
                    <a:lnTo>
                      <a:pt x="263224" y="976086"/>
                    </a:lnTo>
                    <a:lnTo>
                      <a:pt x="265669" y="973641"/>
                    </a:lnTo>
                    <a:lnTo>
                      <a:pt x="268402" y="973641"/>
                    </a:lnTo>
                    <a:lnTo>
                      <a:pt x="268402" y="976086"/>
                    </a:lnTo>
                    <a:lnTo>
                      <a:pt x="265669" y="976086"/>
                    </a:lnTo>
                    <a:lnTo>
                      <a:pt x="265669" y="981264"/>
                    </a:lnTo>
                    <a:lnTo>
                      <a:pt x="268402" y="981264"/>
                    </a:lnTo>
                    <a:lnTo>
                      <a:pt x="268402" y="978531"/>
                    </a:lnTo>
                    <a:lnTo>
                      <a:pt x="281060" y="978531"/>
                    </a:lnTo>
                    <a:lnTo>
                      <a:pt x="281060" y="976086"/>
                    </a:lnTo>
                    <a:lnTo>
                      <a:pt x="288827" y="976086"/>
                    </a:lnTo>
                    <a:lnTo>
                      <a:pt x="291272" y="973641"/>
                    </a:lnTo>
                    <a:lnTo>
                      <a:pt x="293861" y="973641"/>
                    </a:lnTo>
                    <a:lnTo>
                      <a:pt x="293861" y="971052"/>
                    </a:lnTo>
                    <a:lnTo>
                      <a:pt x="296307" y="971052"/>
                    </a:lnTo>
                    <a:lnTo>
                      <a:pt x="296307" y="968319"/>
                    </a:lnTo>
                    <a:lnTo>
                      <a:pt x="299040" y="965873"/>
                    </a:lnTo>
                    <a:lnTo>
                      <a:pt x="301485" y="965873"/>
                    </a:lnTo>
                    <a:lnTo>
                      <a:pt x="301485" y="963428"/>
                    </a:lnTo>
                    <a:lnTo>
                      <a:pt x="306519" y="963428"/>
                    </a:lnTo>
                    <a:lnTo>
                      <a:pt x="306519" y="960983"/>
                    </a:lnTo>
                    <a:lnTo>
                      <a:pt x="309252" y="960983"/>
                    </a:lnTo>
                    <a:lnTo>
                      <a:pt x="309252" y="959257"/>
                    </a:lnTo>
                    <a:lnTo>
                      <a:pt x="314286" y="959257"/>
                    </a:lnTo>
                    <a:lnTo>
                      <a:pt x="314286" y="956524"/>
                    </a:lnTo>
                    <a:lnTo>
                      <a:pt x="316732" y="959257"/>
                    </a:lnTo>
                    <a:lnTo>
                      <a:pt x="316732" y="956524"/>
                    </a:lnTo>
                    <a:lnTo>
                      <a:pt x="319177" y="956524"/>
                    </a:lnTo>
                    <a:lnTo>
                      <a:pt x="319177" y="964291"/>
                    </a:lnTo>
                    <a:lnTo>
                      <a:pt x="321910" y="964291"/>
                    </a:lnTo>
                    <a:lnTo>
                      <a:pt x="321910" y="969182"/>
                    </a:lnTo>
                    <a:lnTo>
                      <a:pt x="324499" y="969182"/>
                    </a:lnTo>
                    <a:lnTo>
                      <a:pt x="324499" y="971915"/>
                    </a:lnTo>
                    <a:lnTo>
                      <a:pt x="326944" y="974504"/>
                    </a:lnTo>
                    <a:lnTo>
                      <a:pt x="326944" y="971915"/>
                    </a:lnTo>
                    <a:lnTo>
                      <a:pt x="334711" y="971915"/>
                    </a:lnTo>
                    <a:lnTo>
                      <a:pt x="334711" y="969182"/>
                    </a:lnTo>
                    <a:lnTo>
                      <a:pt x="339602" y="969182"/>
                    </a:lnTo>
                    <a:lnTo>
                      <a:pt x="339602" y="971915"/>
                    </a:lnTo>
                    <a:lnTo>
                      <a:pt x="344780" y="971915"/>
                    </a:lnTo>
                    <a:lnTo>
                      <a:pt x="344780" y="969182"/>
                    </a:lnTo>
                    <a:lnTo>
                      <a:pt x="346938" y="969182"/>
                    </a:lnTo>
                    <a:lnTo>
                      <a:pt x="346938" y="971915"/>
                    </a:lnTo>
                    <a:lnTo>
                      <a:pt x="349383" y="971915"/>
                    </a:lnTo>
                    <a:lnTo>
                      <a:pt x="349383" y="969182"/>
                    </a:lnTo>
                    <a:lnTo>
                      <a:pt x="352116" y="971915"/>
                    </a:lnTo>
                    <a:lnTo>
                      <a:pt x="354561" y="971915"/>
                    </a:lnTo>
                    <a:lnTo>
                      <a:pt x="354561" y="969182"/>
                    </a:lnTo>
                    <a:lnTo>
                      <a:pt x="377575" y="969182"/>
                    </a:lnTo>
                    <a:lnTo>
                      <a:pt x="377575" y="971915"/>
                    </a:lnTo>
                    <a:lnTo>
                      <a:pt x="380021" y="971915"/>
                    </a:lnTo>
                    <a:lnTo>
                      <a:pt x="380021" y="976949"/>
                    </a:lnTo>
                    <a:lnTo>
                      <a:pt x="382753" y="976949"/>
                    </a:lnTo>
                    <a:lnTo>
                      <a:pt x="382753" y="979394"/>
                    </a:lnTo>
                    <a:lnTo>
                      <a:pt x="392678" y="979394"/>
                    </a:lnTo>
                    <a:lnTo>
                      <a:pt x="392678" y="976949"/>
                    </a:lnTo>
                    <a:lnTo>
                      <a:pt x="413103" y="976949"/>
                    </a:lnTo>
                    <a:lnTo>
                      <a:pt x="415836" y="974504"/>
                    </a:lnTo>
                    <a:lnTo>
                      <a:pt x="418857" y="974504"/>
                    </a:lnTo>
                    <a:lnTo>
                      <a:pt x="421302" y="971915"/>
                    </a:lnTo>
                    <a:lnTo>
                      <a:pt x="418857" y="971915"/>
                    </a:lnTo>
                    <a:lnTo>
                      <a:pt x="423747" y="969182"/>
                    </a:lnTo>
                    <a:lnTo>
                      <a:pt x="423747" y="966736"/>
                    </a:lnTo>
                    <a:lnTo>
                      <a:pt x="428925" y="966736"/>
                    </a:lnTo>
                    <a:lnTo>
                      <a:pt x="428925" y="961846"/>
                    </a:lnTo>
                    <a:lnTo>
                      <a:pt x="431515" y="961846"/>
                    </a:lnTo>
                    <a:lnTo>
                      <a:pt x="431515" y="954079"/>
                    </a:lnTo>
                    <a:lnTo>
                      <a:pt x="433241" y="954079"/>
                    </a:lnTo>
                    <a:lnTo>
                      <a:pt x="433241" y="943866"/>
                    </a:lnTo>
                    <a:lnTo>
                      <a:pt x="435974" y="943866"/>
                    </a:lnTo>
                    <a:lnTo>
                      <a:pt x="435974" y="938832"/>
                    </a:lnTo>
                    <a:lnTo>
                      <a:pt x="433241" y="938832"/>
                    </a:lnTo>
                    <a:lnTo>
                      <a:pt x="433241" y="928619"/>
                    </a:lnTo>
                    <a:lnTo>
                      <a:pt x="435974" y="928619"/>
                    </a:lnTo>
                    <a:lnTo>
                      <a:pt x="435974" y="925886"/>
                    </a:lnTo>
                    <a:lnTo>
                      <a:pt x="438419" y="923441"/>
                    </a:lnTo>
                    <a:lnTo>
                      <a:pt x="443453" y="923441"/>
                    </a:lnTo>
                    <a:lnTo>
                      <a:pt x="443453" y="920996"/>
                    </a:lnTo>
                    <a:lnTo>
                      <a:pt x="448631" y="920996"/>
                    </a:lnTo>
                    <a:lnTo>
                      <a:pt x="448631" y="918407"/>
                    </a:lnTo>
                    <a:lnTo>
                      <a:pt x="453666" y="918407"/>
                    </a:lnTo>
                    <a:lnTo>
                      <a:pt x="453666" y="915674"/>
                    </a:lnTo>
                    <a:lnTo>
                      <a:pt x="458844" y="915674"/>
                    </a:lnTo>
                    <a:lnTo>
                      <a:pt x="458844" y="913229"/>
                    </a:lnTo>
                    <a:lnTo>
                      <a:pt x="462008" y="913229"/>
                    </a:lnTo>
                    <a:lnTo>
                      <a:pt x="464453" y="910784"/>
                    </a:lnTo>
                    <a:lnTo>
                      <a:pt x="464453" y="918407"/>
                    </a:lnTo>
                    <a:lnTo>
                      <a:pt x="462008" y="920996"/>
                    </a:lnTo>
                    <a:lnTo>
                      <a:pt x="459419" y="923441"/>
                    </a:lnTo>
                    <a:lnTo>
                      <a:pt x="462008" y="923441"/>
                    </a:lnTo>
                    <a:lnTo>
                      <a:pt x="462008" y="925886"/>
                    </a:lnTo>
                    <a:lnTo>
                      <a:pt x="459419" y="928619"/>
                    </a:lnTo>
                    <a:lnTo>
                      <a:pt x="459419" y="933654"/>
                    </a:lnTo>
                    <a:lnTo>
                      <a:pt x="456974" y="933654"/>
                    </a:lnTo>
                    <a:lnTo>
                      <a:pt x="456974" y="938832"/>
                    </a:lnTo>
                    <a:lnTo>
                      <a:pt x="464453" y="938832"/>
                    </a:lnTo>
                    <a:lnTo>
                      <a:pt x="464453" y="936099"/>
                    </a:lnTo>
                    <a:lnTo>
                      <a:pt x="469632" y="936099"/>
                    </a:lnTo>
                    <a:lnTo>
                      <a:pt x="469632" y="930489"/>
                    </a:lnTo>
                    <a:lnTo>
                      <a:pt x="472221" y="930489"/>
                    </a:lnTo>
                    <a:lnTo>
                      <a:pt x="472221" y="920277"/>
                    </a:lnTo>
                    <a:lnTo>
                      <a:pt x="474666" y="917688"/>
                    </a:lnTo>
                    <a:lnTo>
                      <a:pt x="476392" y="917688"/>
                    </a:lnTo>
                    <a:lnTo>
                      <a:pt x="476392" y="914955"/>
                    </a:lnTo>
                    <a:lnTo>
                      <a:pt x="473947" y="914955"/>
                    </a:lnTo>
                    <a:lnTo>
                      <a:pt x="473947" y="904742"/>
                    </a:lnTo>
                    <a:lnTo>
                      <a:pt x="476392" y="904742"/>
                    </a:lnTo>
                    <a:lnTo>
                      <a:pt x="476392" y="902297"/>
                    </a:lnTo>
                    <a:lnTo>
                      <a:pt x="481714" y="902297"/>
                    </a:lnTo>
                    <a:lnTo>
                      <a:pt x="481714" y="899852"/>
                    </a:lnTo>
                    <a:lnTo>
                      <a:pt x="479125" y="899852"/>
                    </a:lnTo>
                    <a:lnTo>
                      <a:pt x="479125" y="894530"/>
                    </a:lnTo>
                    <a:lnTo>
                      <a:pt x="481714" y="894530"/>
                    </a:lnTo>
                    <a:lnTo>
                      <a:pt x="481714" y="892084"/>
                    </a:lnTo>
                    <a:lnTo>
                      <a:pt x="479125" y="892084"/>
                    </a:lnTo>
                    <a:lnTo>
                      <a:pt x="479125" y="884317"/>
                    </a:lnTo>
                    <a:lnTo>
                      <a:pt x="481714" y="884317"/>
                    </a:lnTo>
                    <a:lnTo>
                      <a:pt x="481714" y="879427"/>
                    </a:lnTo>
                    <a:lnTo>
                      <a:pt x="491927" y="879427"/>
                    </a:lnTo>
                    <a:lnTo>
                      <a:pt x="494372" y="881872"/>
                    </a:lnTo>
                    <a:lnTo>
                      <a:pt x="494372" y="884317"/>
                    </a:lnTo>
                    <a:lnTo>
                      <a:pt x="496817" y="887050"/>
                    </a:lnTo>
                    <a:lnTo>
                      <a:pt x="496817" y="892084"/>
                    </a:lnTo>
                    <a:lnTo>
                      <a:pt x="494372" y="897263"/>
                    </a:lnTo>
                    <a:lnTo>
                      <a:pt x="494372" y="899852"/>
                    </a:lnTo>
                    <a:lnTo>
                      <a:pt x="496817" y="899852"/>
                    </a:lnTo>
                    <a:lnTo>
                      <a:pt x="496817" y="902297"/>
                    </a:lnTo>
                    <a:lnTo>
                      <a:pt x="499550" y="902297"/>
                    </a:lnTo>
                    <a:lnTo>
                      <a:pt x="499550" y="904742"/>
                    </a:lnTo>
                    <a:lnTo>
                      <a:pt x="502139" y="904742"/>
                    </a:lnTo>
                    <a:lnTo>
                      <a:pt x="502139" y="907475"/>
                    </a:lnTo>
                    <a:lnTo>
                      <a:pt x="504584" y="904742"/>
                    </a:lnTo>
                    <a:lnTo>
                      <a:pt x="507030" y="904742"/>
                    </a:lnTo>
                    <a:lnTo>
                      <a:pt x="504584" y="902297"/>
                    </a:lnTo>
                    <a:lnTo>
                      <a:pt x="512208" y="892084"/>
                    </a:lnTo>
                    <a:lnTo>
                      <a:pt x="512208" y="884317"/>
                    </a:lnTo>
                    <a:lnTo>
                      <a:pt x="509763" y="881872"/>
                    </a:lnTo>
                    <a:lnTo>
                      <a:pt x="507030" y="881872"/>
                    </a:lnTo>
                    <a:lnTo>
                      <a:pt x="507030" y="879427"/>
                    </a:lnTo>
                    <a:lnTo>
                      <a:pt x="502139" y="879427"/>
                    </a:lnTo>
                    <a:lnTo>
                      <a:pt x="502139" y="876982"/>
                    </a:lnTo>
                    <a:lnTo>
                      <a:pt x="499550" y="876982"/>
                    </a:lnTo>
                    <a:lnTo>
                      <a:pt x="499550" y="866769"/>
                    </a:lnTo>
                    <a:lnTo>
                      <a:pt x="496817" y="866769"/>
                    </a:lnTo>
                    <a:lnTo>
                      <a:pt x="496817" y="858570"/>
                    </a:lnTo>
                    <a:lnTo>
                      <a:pt x="499550" y="861016"/>
                    </a:lnTo>
                    <a:lnTo>
                      <a:pt x="499550" y="863748"/>
                    </a:lnTo>
                    <a:lnTo>
                      <a:pt x="502139" y="863748"/>
                    </a:lnTo>
                    <a:lnTo>
                      <a:pt x="504584" y="866338"/>
                    </a:lnTo>
                    <a:lnTo>
                      <a:pt x="504584" y="863748"/>
                    </a:lnTo>
                    <a:lnTo>
                      <a:pt x="507030" y="861016"/>
                    </a:lnTo>
                    <a:lnTo>
                      <a:pt x="512208" y="861016"/>
                    </a:lnTo>
                    <a:lnTo>
                      <a:pt x="512208" y="858570"/>
                    </a:lnTo>
                    <a:lnTo>
                      <a:pt x="514797" y="858570"/>
                    </a:lnTo>
                    <a:lnTo>
                      <a:pt x="512208" y="861016"/>
                    </a:lnTo>
                    <a:lnTo>
                      <a:pt x="514797" y="861016"/>
                    </a:lnTo>
                    <a:lnTo>
                      <a:pt x="514797" y="863748"/>
                    </a:lnTo>
                    <a:lnTo>
                      <a:pt x="517242" y="863748"/>
                    </a:lnTo>
                    <a:lnTo>
                      <a:pt x="519975" y="866338"/>
                    </a:lnTo>
                    <a:lnTo>
                      <a:pt x="533927" y="866338"/>
                    </a:lnTo>
                    <a:lnTo>
                      <a:pt x="533927" y="868783"/>
                    </a:lnTo>
                    <a:lnTo>
                      <a:pt x="544140" y="868783"/>
                    </a:lnTo>
                    <a:lnTo>
                      <a:pt x="544140" y="871228"/>
                    </a:lnTo>
                    <a:lnTo>
                      <a:pt x="546729" y="871228"/>
                    </a:lnTo>
                    <a:lnTo>
                      <a:pt x="549174" y="868783"/>
                    </a:lnTo>
                    <a:lnTo>
                      <a:pt x="551619" y="868783"/>
                    </a:lnTo>
                    <a:lnTo>
                      <a:pt x="551619" y="873673"/>
                    </a:lnTo>
                    <a:lnTo>
                      <a:pt x="554352" y="873673"/>
                    </a:lnTo>
                    <a:lnTo>
                      <a:pt x="559387" y="871228"/>
                    </a:lnTo>
                    <a:lnTo>
                      <a:pt x="561832" y="873673"/>
                    </a:lnTo>
                    <a:lnTo>
                      <a:pt x="564565" y="876550"/>
                    </a:lnTo>
                    <a:lnTo>
                      <a:pt x="569599" y="876550"/>
                    </a:lnTo>
                    <a:lnTo>
                      <a:pt x="569599" y="878996"/>
                    </a:lnTo>
                    <a:lnTo>
                      <a:pt x="577079" y="878996"/>
                    </a:lnTo>
                    <a:lnTo>
                      <a:pt x="577079" y="876550"/>
                    </a:lnTo>
                    <a:lnTo>
                      <a:pt x="587291" y="876550"/>
                    </a:lnTo>
                    <a:lnTo>
                      <a:pt x="587291" y="873673"/>
                    </a:lnTo>
                    <a:lnTo>
                      <a:pt x="589737" y="876550"/>
                    </a:lnTo>
                    <a:lnTo>
                      <a:pt x="589737" y="871228"/>
                    </a:lnTo>
                    <a:lnTo>
                      <a:pt x="591463" y="871228"/>
                    </a:lnTo>
                    <a:lnTo>
                      <a:pt x="591463" y="873673"/>
                    </a:lnTo>
                    <a:lnTo>
                      <a:pt x="594196" y="876550"/>
                    </a:lnTo>
                    <a:lnTo>
                      <a:pt x="596641" y="876550"/>
                    </a:lnTo>
                    <a:lnTo>
                      <a:pt x="599230" y="878996"/>
                    </a:lnTo>
                    <a:lnTo>
                      <a:pt x="601675" y="878996"/>
                    </a:lnTo>
                    <a:lnTo>
                      <a:pt x="601675" y="876550"/>
                    </a:lnTo>
                    <a:lnTo>
                      <a:pt x="604408" y="876550"/>
                    </a:lnTo>
                    <a:lnTo>
                      <a:pt x="604408" y="873673"/>
                    </a:lnTo>
                    <a:lnTo>
                      <a:pt x="606853" y="873673"/>
                    </a:lnTo>
                    <a:lnTo>
                      <a:pt x="609442" y="871228"/>
                    </a:lnTo>
                    <a:lnTo>
                      <a:pt x="617066" y="871228"/>
                    </a:lnTo>
                    <a:lnTo>
                      <a:pt x="617066" y="878996"/>
                    </a:lnTo>
                    <a:lnTo>
                      <a:pt x="622100" y="878996"/>
                    </a:lnTo>
                    <a:lnTo>
                      <a:pt x="622100" y="873673"/>
                    </a:lnTo>
                    <a:lnTo>
                      <a:pt x="624546" y="876550"/>
                    </a:lnTo>
                    <a:lnTo>
                      <a:pt x="624546" y="873673"/>
                    </a:lnTo>
                    <a:lnTo>
                      <a:pt x="627278" y="873673"/>
                    </a:lnTo>
                    <a:lnTo>
                      <a:pt x="629867" y="871228"/>
                    </a:lnTo>
                    <a:lnTo>
                      <a:pt x="629867" y="873673"/>
                    </a:lnTo>
                    <a:lnTo>
                      <a:pt x="632313" y="873673"/>
                    </a:lnTo>
                    <a:lnTo>
                      <a:pt x="634758" y="876550"/>
                    </a:lnTo>
                    <a:lnTo>
                      <a:pt x="632313" y="876550"/>
                    </a:lnTo>
                    <a:lnTo>
                      <a:pt x="632313" y="878996"/>
                    </a:lnTo>
                    <a:lnTo>
                      <a:pt x="634614" y="878996"/>
                    </a:lnTo>
                    <a:lnTo>
                      <a:pt x="634614" y="881441"/>
                    </a:lnTo>
                    <a:lnTo>
                      <a:pt x="637347" y="883886"/>
                    </a:lnTo>
                    <a:lnTo>
                      <a:pt x="639936" y="883886"/>
                    </a:lnTo>
                    <a:lnTo>
                      <a:pt x="639936" y="889208"/>
                    </a:lnTo>
                    <a:lnTo>
                      <a:pt x="642381" y="889208"/>
                    </a:lnTo>
                    <a:lnTo>
                      <a:pt x="642381" y="891653"/>
                    </a:lnTo>
                    <a:lnTo>
                      <a:pt x="644827" y="894098"/>
                    </a:lnTo>
                    <a:lnTo>
                      <a:pt x="647559" y="899420"/>
                    </a:lnTo>
                    <a:lnTo>
                      <a:pt x="647559" y="901866"/>
                    </a:lnTo>
                    <a:lnTo>
                      <a:pt x="650149" y="907044"/>
                    </a:lnTo>
                    <a:lnTo>
                      <a:pt x="647559" y="907044"/>
                    </a:lnTo>
                    <a:lnTo>
                      <a:pt x="647559" y="909633"/>
                    </a:lnTo>
                    <a:lnTo>
                      <a:pt x="650149" y="909633"/>
                    </a:lnTo>
                    <a:lnTo>
                      <a:pt x="652594" y="912078"/>
                    </a:lnTo>
                    <a:lnTo>
                      <a:pt x="655039" y="919846"/>
                    </a:lnTo>
                    <a:lnTo>
                      <a:pt x="657772" y="922291"/>
                    </a:lnTo>
                    <a:lnTo>
                      <a:pt x="657772" y="927469"/>
                    </a:lnTo>
                    <a:lnTo>
                      <a:pt x="660361" y="930058"/>
                    </a:lnTo>
                    <a:lnTo>
                      <a:pt x="660361" y="932503"/>
                    </a:lnTo>
                    <a:lnTo>
                      <a:pt x="665252" y="937681"/>
                    </a:lnTo>
                    <a:lnTo>
                      <a:pt x="667985" y="942716"/>
                    </a:lnTo>
                    <a:lnTo>
                      <a:pt x="675464" y="945161"/>
                    </a:lnTo>
                    <a:lnTo>
                      <a:pt x="675464" y="947894"/>
                    </a:lnTo>
                    <a:lnTo>
                      <a:pt x="673019" y="947894"/>
                    </a:lnTo>
                    <a:lnTo>
                      <a:pt x="675464" y="950483"/>
                    </a:lnTo>
                    <a:lnTo>
                      <a:pt x="678197" y="947894"/>
                    </a:lnTo>
                    <a:lnTo>
                      <a:pt x="678197" y="950483"/>
                    </a:lnTo>
                    <a:lnTo>
                      <a:pt x="680642" y="950483"/>
                    </a:lnTo>
                    <a:lnTo>
                      <a:pt x="680642" y="952928"/>
                    </a:lnTo>
                    <a:lnTo>
                      <a:pt x="688122" y="955374"/>
                    </a:lnTo>
                    <a:lnTo>
                      <a:pt x="698334" y="958107"/>
                    </a:lnTo>
                    <a:lnTo>
                      <a:pt x="703657" y="958107"/>
                    </a:lnTo>
                    <a:lnTo>
                      <a:pt x="706102" y="955374"/>
                    </a:lnTo>
                    <a:lnTo>
                      <a:pt x="718760" y="955374"/>
                    </a:lnTo>
                    <a:lnTo>
                      <a:pt x="718760" y="952928"/>
                    </a:lnTo>
                    <a:lnTo>
                      <a:pt x="721492" y="952928"/>
                    </a:lnTo>
                    <a:lnTo>
                      <a:pt x="721492" y="950483"/>
                    </a:lnTo>
                    <a:lnTo>
                      <a:pt x="735301" y="950483"/>
                    </a:lnTo>
                    <a:lnTo>
                      <a:pt x="735301" y="947894"/>
                    </a:lnTo>
                    <a:lnTo>
                      <a:pt x="755726" y="947894"/>
                    </a:lnTo>
                    <a:lnTo>
                      <a:pt x="755726" y="955374"/>
                    </a:lnTo>
                    <a:lnTo>
                      <a:pt x="753137" y="955374"/>
                    </a:lnTo>
                    <a:lnTo>
                      <a:pt x="753137" y="959257"/>
                    </a:lnTo>
                    <a:lnTo>
                      <a:pt x="749685" y="959257"/>
                    </a:lnTo>
                    <a:lnTo>
                      <a:pt x="749685" y="964291"/>
                    </a:lnTo>
                    <a:lnTo>
                      <a:pt x="752418" y="964291"/>
                    </a:lnTo>
                    <a:lnTo>
                      <a:pt x="752418" y="971915"/>
                    </a:lnTo>
                    <a:lnTo>
                      <a:pt x="749685" y="971915"/>
                    </a:lnTo>
                    <a:lnTo>
                      <a:pt x="749685" y="973641"/>
                    </a:lnTo>
                    <a:lnTo>
                      <a:pt x="747239" y="973641"/>
                    </a:lnTo>
                    <a:lnTo>
                      <a:pt x="747239" y="978531"/>
                    </a:lnTo>
                    <a:lnTo>
                      <a:pt x="749685" y="978531"/>
                    </a:lnTo>
                    <a:lnTo>
                      <a:pt x="747239" y="981264"/>
                    </a:lnTo>
                    <a:lnTo>
                      <a:pt x="747239" y="986299"/>
                    </a:lnTo>
                    <a:lnTo>
                      <a:pt x="744794" y="986299"/>
                    </a:lnTo>
                    <a:lnTo>
                      <a:pt x="744794" y="988744"/>
                    </a:lnTo>
                    <a:lnTo>
                      <a:pt x="749685" y="988744"/>
                    </a:lnTo>
                    <a:lnTo>
                      <a:pt x="752418" y="991477"/>
                    </a:lnTo>
                    <a:lnTo>
                      <a:pt x="752418" y="994066"/>
                    </a:lnTo>
                    <a:lnTo>
                      <a:pt x="755007" y="994066"/>
                    </a:lnTo>
                    <a:lnTo>
                      <a:pt x="757452" y="996511"/>
                    </a:lnTo>
                    <a:lnTo>
                      <a:pt x="762343" y="996511"/>
                    </a:lnTo>
                    <a:lnTo>
                      <a:pt x="765075" y="998957"/>
                    </a:lnTo>
                    <a:lnTo>
                      <a:pt x="767664" y="998957"/>
                    </a:lnTo>
                    <a:lnTo>
                      <a:pt x="767664" y="1002408"/>
                    </a:lnTo>
                    <a:lnTo>
                      <a:pt x="770110" y="1002408"/>
                    </a:lnTo>
                    <a:lnTo>
                      <a:pt x="770110" y="1004997"/>
                    </a:lnTo>
                    <a:lnTo>
                      <a:pt x="772555" y="1004997"/>
                    </a:lnTo>
                    <a:lnTo>
                      <a:pt x="772555" y="1009888"/>
                    </a:lnTo>
                    <a:lnTo>
                      <a:pt x="780322" y="1009888"/>
                    </a:lnTo>
                    <a:lnTo>
                      <a:pt x="780322" y="1015210"/>
                    </a:lnTo>
                    <a:lnTo>
                      <a:pt x="782768" y="1015210"/>
                    </a:lnTo>
                    <a:lnTo>
                      <a:pt x="782768" y="1020101"/>
                    </a:lnTo>
                    <a:lnTo>
                      <a:pt x="780322" y="1020101"/>
                    </a:lnTo>
                    <a:lnTo>
                      <a:pt x="780322" y="1022834"/>
                    </a:lnTo>
                    <a:lnTo>
                      <a:pt x="778452" y="1022834"/>
                    </a:lnTo>
                    <a:lnTo>
                      <a:pt x="778452" y="1027868"/>
                    </a:lnTo>
                    <a:lnTo>
                      <a:pt x="775863" y="1027868"/>
                    </a:lnTo>
                    <a:lnTo>
                      <a:pt x="775863" y="1033046"/>
                    </a:lnTo>
                    <a:lnTo>
                      <a:pt x="773130" y="1035635"/>
                    </a:lnTo>
                    <a:lnTo>
                      <a:pt x="775863" y="1035635"/>
                    </a:lnTo>
                    <a:lnTo>
                      <a:pt x="775863" y="1040526"/>
                    </a:lnTo>
                    <a:lnTo>
                      <a:pt x="773130" y="1043258"/>
                    </a:lnTo>
                    <a:lnTo>
                      <a:pt x="773130" y="1053183"/>
                    </a:lnTo>
                    <a:lnTo>
                      <a:pt x="783343" y="1053183"/>
                    </a:lnTo>
                    <a:lnTo>
                      <a:pt x="783343" y="1058505"/>
                    </a:lnTo>
                    <a:lnTo>
                      <a:pt x="786076" y="1058505"/>
                    </a:lnTo>
                    <a:lnTo>
                      <a:pt x="786076" y="1059944"/>
                    </a:lnTo>
                    <a:lnTo>
                      <a:pt x="788665" y="1057498"/>
                    </a:lnTo>
                    <a:lnTo>
                      <a:pt x="788665" y="1052176"/>
                    </a:lnTo>
                    <a:lnTo>
                      <a:pt x="791110" y="1052176"/>
                    </a:lnTo>
                    <a:lnTo>
                      <a:pt x="791110" y="1054909"/>
                    </a:lnTo>
                    <a:lnTo>
                      <a:pt x="792836" y="1054909"/>
                    </a:lnTo>
                    <a:lnTo>
                      <a:pt x="795569" y="1052176"/>
                    </a:lnTo>
                    <a:lnTo>
                      <a:pt x="798158" y="1052176"/>
                    </a:lnTo>
                    <a:lnTo>
                      <a:pt x="798158" y="1054909"/>
                    </a:lnTo>
                    <a:lnTo>
                      <a:pt x="803049" y="1054909"/>
                    </a:lnTo>
                    <a:lnTo>
                      <a:pt x="803049" y="1057498"/>
                    </a:lnTo>
                    <a:lnTo>
                      <a:pt x="805782" y="1057498"/>
                    </a:lnTo>
                    <a:lnTo>
                      <a:pt x="805782" y="1059944"/>
                    </a:lnTo>
                    <a:lnTo>
                      <a:pt x="803049" y="1059944"/>
                    </a:lnTo>
                    <a:lnTo>
                      <a:pt x="803049" y="1065122"/>
                    </a:lnTo>
                    <a:lnTo>
                      <a:pt x="800603" y="1065122"/>
                    </a:lnTo>
                    <a:lnTo>
                      <a:pt x="800603" y="1062389"/>
                    </a:lnTo>
                    <a:lnTo>
                      <a:pt x="795569" y="1062389"/>
                    </a:lnTo>
                    <a:lnTo>
                      <a:pt x="795569" y="1065122"/>
                    </a:lnTo>
                    <a:lnTo>
                      <a:pt x="790391" y="1065122"/>
                    </a:lnTo>
                    <a:lnTo>
                      <a:pt x="790391" y="1067711"/>
                    </a:lnTo>
                    <a:lnTo>
                      <a:pt x="792836" y="1067711"/>
                    </a:lnTo>
                    <a:lnTo>
                      <a:pt x="792836" y="1075335"/>
                    </a:lnTo>
                    <a:lnTo>
                      <a:pt x="790391" y="1075335"/>
                    </a:lnTo>
                    <a:lnTo>
                      <a:pt x="790391" y="1077924"/>
                    </a:lnTo>
                    <a:lnTo>
                      <a:pt x="792836" y="1077924"/>
                    </a:lnTo>
                    <a:lnTo>
                      <a:pt x="792836" y="1080369"/>
                    </a:lnTo>
                    <a:lnTo>
                      <a:pt x="795569" y="1080369"/>
                    </a:lnTo>
                    <a:lnTo>
                      <a:pt x="795569" y="1077924"/>
                    </a:lnTo>
                    <a:lnTo>
                      <a:pt x="798158" y="1077924"/>
                    </a:lnTo>
                    <a:lnTo>
                      <a:pt x="795569" y="1075335"/>
                    </a:lnTo>
                    <a:lnTo>
                      <a:pt x="798158" y="1072602"/>
                    </a:lnTo>
                    <a:lnTo>
                      <a:pt x="800603" y="1072602"/>
                    </a:lnTo>
                    <a:lnTo>
                      <a:pt x="800603" y="1077924"/>
                    </a:lnTo>
                    <a:lnTo>
                      <a:pt x="803049" y="1077924"/>
                    </a:lnTo>
                    <a:lnTo>
                      <a:pt x="803049" y="1080369"/>
                    </a:lnTo>
                    <a:lnTo>
                      <a:pt x="800603" y="1080369"/>
                    </a:lnTo>
                    <a:lnTo>
                      <a:pt x="800603" y="1082814"/>
                    </a:lnTo>
                    <a:lnTo>
                      <a:pt x="798158" y="1082814"/>
                    </a:lnTo>
                    <a:lnTo>
                      <a:pt x="798158" y="1085547"/>
                    </a:lnTo>
                    <a:lnTo>
                      <a:pt x="795569" y="1085547"/>
                    </a:lnTo>
                    <a:lnTo>
                      <a:pt x="795569" y="1090581"/>
                    </a:lnTo>
                    <a:lnTo>
                      <a:pt x="792836" y="1090581"/>
                    </a:lnTo>
                    <a:lnTo>
                      <a:pt x="792836" y="1098349"/>
                    </a:lnTo>
                    <a:lnTo>
                      <a:pt x="798158" y="1098349"/>
                    </a:lnTo>
                    <a:lnTo>
                      <a:pt x="798158" y="1103239"/>
                    </a:lnTo>
                    <a:lnTo>
                      <a:pt x="803049" y="1103239"/>
                    </a:lnTo>
                    <a:lnTo>
                      <a:pt x="803049" y="1098349"/>
                    </a:lnTo>
                    <a:lnTo>
                      <a:pt x="808371" y="1098349"/>
                    </a:lnTo>
                    <a:lnTo>
                      <a:pt x="808371" y="1095759"/>
                    </a:lnTo>
                    <a:lnTo>
                      <a:pt x="810816" y="1095759"/>
                    </a:lnTo>
                    <a:lnTo>
                      <a:pt x="810816" y="1098349"/>
                    </a:lnTo>
                    <a:lnTo>
                      <a:pt x="818583" y="1098349"/>
                    </a:lnTo>
                    <a:lnTo>
                      <a:pt x="818583" y="1093026"/>
                    </a:lnTo>
                    <a:lnTo>
                      <a:pt x="821604" y="1093026"/>
                    </a:lnTo>
                    <a:lnTo>
                      <a:pt x="821604" y="1090581"/>
                    </a:lnTo>
                    <a:lnTo>
                      <a:pt x="824049" y="1090581"/>
                    </a:lnTo>
                    <a:lnTo>
                      <a:pt x="824049" y="1093026"/>
                    </a:lnTo>
                    <a:lnTo>
                      <a:pt x="829371" y="1093026"/>
                    </a:lnTo>
                    <a:lnTo>
                      <a:pt x="829371" y="1095759"/>
                    </a:lnTo>
                    <a:lnTo>
                      <a:pt x="831816" y="1095759"/>
                    </a:lnTo>
                    <a:lnTo>
                      <a:pt x="831816" y="1105972"/>
                    </a:lnTo>
                    <a:lnTo>
                      <a:pt x="829371" y="1105972"/>
                    </a:lnTo>
                    <a:lnTo>
                      <a:pt x="829371" y="1111006"/>
                    </a:lnTo>
                    <a:lnTo>
                      <a:pt x="834262" y="1111006"/>
                    </a:lnTo>
                    <a:lnTo>
                      <a:pt x="834262" y="1113452"/>
                    </a:lnTo>
                    <a:lnTo>
                      <a:pt x="844474" y="1113452"/>
                    </a:lnTo>
                    <a:lnTo>
                      <a:pt x="844474" y="1111006"/>
                    </a:lnTo>
                    <a:lnTo>
                      <a:pt x="846919" y="1111006"/>
                    </a:lnTo>
                    <a:lnTo>
                      <a:pt x="846919" y="1113452"/>
                    </a:lnTo>
                    <a:lnTo>
                      <a:pt x="849652" y="1113452"/>
                    </a:lnTo>
                    <a:lnTo>
                      <a:pt x="849652" y="1117479"/>
                    </a:lnTo>
                    <a:lnTo>
                      <a:pt x="872666" y="1117479"/>
                    </a:lnTo>
                    <a:lnTo>
                      <a:pt x="872666" y="1120068"/>
                    </a:lnTo>
                    <a:lnTo>
                      <a:pt x="875112" y="1120068"/>
                    </a:lnTo>
                    <a:lnTo>
                      <a:pt x="875112" y="1117479"/>
                    </a:lnTo>
                    <a:lnTo>
                      <a:pt x="880290" y="1117479"/>
                    </a:lnTo>
                    <a:lnTo>
                      <a:pt x="882879" y="1120068"/>
                    </a:lnTo>
                    <a:lnTo>
                      <a:pt x="920852" y="1120068"/>
                    </a:lnTo>
                    <a:lnTo>
                      <a:pt x="920852" y="1117479"/>
                    </a:lnTo>
                    <a:lnTo>
                      <a:pt x="923729" y="1117479"/>
                    </a:lnTo>
                    <a:lnTo>
                      <a:pt x="923729" y="1120068"/>
                    </a:lnTo>
                    <a:lnTo>
                      <a:pt x="926174" y="1120068"/>
                    </a:lnTo>
                    <a:lnTo>
                      <a:pt x="926174" y="1117479"/>
                    </a:lnTo>
                    <a:lnTo>
                      <a:pt x="933798" y="1117479"/>
                    </a:lnTo>
                    <a:lnTo>
                      <a:pt x="933798" y="1114746"/>
                    </a:lnTo>
                    <a:lnTo>
                      <a:pt x="941277" y="1114746"/>
                    </a:lnTo>
                    <a:lnTo>
                      <a:pt x="941277" y="1112301"/>
                    </a:lnTo>
                    <a:lnTo>
                      <a:pt x="944010" y="1112301"/>
                    </a:lnTo>
                    <a:lnTo>
                      <a:pt x="944010" y="1114746"/>
                    </a:lnTo>
                    <a:lnTo>
                      <a:pt x="941277" y="1114746"/>
                    </a:lnTo>
                    <a:lnTo>
                      <a:pt x="941277" y="1117479"/>
                    </a:lnTo>
                    <a:lnTo>
                      <a:pt x="946599" y="1117479"/>
                    </a:lnTo>
                    <a:lnTo>
                      <a:pt x="946599" y="1114746"/>
                    </a:lnTo>
                    <a:lnTo>
                      <a:pt x="954223" y="1114746"/>
                    </a:lnTo>
                    <a:lnTo>
                      <a:pt x="954223" y="1112301"/>
                    </a:lnTo>
                    <a:lnTo>
                      <a:pt x="964435" y="1112301"/>
                    </a:lnTo>
                    <a:lnTo>
                      <a:pt x="964435" y="1114746"/>
                    </a:lnTo>
                    <a:lnTo>
                      <a:pt x="977237" y="1114746"/>
                    </a:lnTo>
                    <a:lnTo>
                      <a:pt x="977237" y="1117479"/>
                    </a:lnTo>
                    <a:lnTo>
                      <a:pt x="997662" y="1117479"/>
                    </a:lnTo>
                    <a:lnTo>
                      <a:pt x="997662" y="1114746"/>
                    </a:lnTo>
                    <a:lnTo>
                      <a:pt x="1007874" y="1114746"/>
                    </a:lnTo>
                    <a:lnTo>
                      <a:pt x="1007874" y="1112301"/>
                    </a:lnTo>
                    <a:lnTo>
                      <a:pt x="1012765" y="1112301"/>
                    </a:lnTo>
                    <a:lnTo>
                      <a:pt x="1012765" y="1114746"/>
                    </a:lnTo>
                    <a:lnTo>
                      <a:pt x="1010319" y="1114746"/>
                    </a:lnTo>
                    <a:lnTo>
                      <a:pt x="1010319" y="1124959"/>
                    </a:lnTo>
                    <a:lnTo>
                      <a:pt x="1012765" y="1124959"/>
                    </a:lnTo>
                    <a:lnTo>
                      <a:pt x="1012765" y="1117479"/>
                    </a:lnTo>
                    <a:lnTo>
                      <a:pt x="1017943" y="1117479"/>
                    </a:lnTo>
                    <a:lnTo>
                      <a:pt x="1017943" y="1112301"/>
                    </a:lnTo>
                    <a:lnTo>
                      <a:pt x="1025423" y="1112301"/>
                    </a:lnTo>
                    <a:lnTo>
                      <a:pt x="1025423" y="1114746"/>
                    </a:lnTo>
                    <a:lnTo>
                      <a:pt x="1028155" y="1114746"/>
                    </a:lnTo>
                    <a:lnTo>
                      <a:pt x="1028155" y="1120068"/>
                    </a:lnTo>
                    <a:lnTo>
                      <a:pt x="1033190" y="1120068"/>
                    </a:lnTo>
                    <a:lnTo>
                      <a:pt x="1033190" y="1122514"/>
                    </a:lnTo>
                    <a:lnTo>
                      <a:pt x="1035635" y="1122514"/>
                    </a:lnTo>
                    <a:lnTo>
                      <a:pt x="1035635" y="1120068"/>
                    </a:lnTo>
                    <a:lnTo>
                      <a:pt x="1040957" y="1120068"/>
                    </a:lnTo>
                    <a:lnTo>
                      <a:pt x="1038368" y="1122514"/>
                    </a:lnTo>
                    <a:lnTo>
                      <a:pt x="1053615" y="1122514"/>
                    </a:lnTo>
                    <a:lnTo>
                      <a:pt x="1053615" y="1120068"/>
                    </a:lnTo>
                    <a:lnTo>
                      <a:pt x="1056060" y="1120068"/>
                    </a:lnTo>
                    <a:lnTo>
                      <a:pt x="1056060" y="1124959"/>
                    </a:lnTo>
                    <a:lnTo>
                      <a:pt x="1058649" y="1124959"/>
                    </a:lnTo>
                    <a:lnTo>
                      <a:pt x="1058649" y="1122514"/>
                    </a:lnTo>
                    <a:lnTo>
                      <a:pt x="1063827" y="1122514"/>
                    </a:lnTo>
                    <a:lnTo>
                      <a:pt x="1063827" y="1120068"/>
                    </a:lnTo>
                    <a:lnTo>
                      <a:pt x="1068862" y="1120068"/>
                    </a:lnTo>
                    <a:lnTo>
                      <a:pt x="1068862" y="1117479"/>
                    </a:lnTo>
                    <a:lnTo>
                      <a:pt x="1071595" y="1120068"/>
                    </a:lnTo>
                    <a:lnTo>
                      <a:pt x="1071595" y="1114746"/>
                    </a:lnTo>
                    <a:lnTo>
                      <a:pt x="1074040" y="1114746"/>
                    </a:lnTo>
                    <a:lnTo>
                      <a:pt x="1074040" y="1112301"/>
                    </a:lnTo>
                    <a:lnTo>
                      <a:pt x="1079074" y="1112301"/>
                    </a:lnTo>
                    <a:lnTo>
                      <a:pt x="1079074" y="1109856"/>
                    </a:lnTo>
                    <a:lnTo>
                      <a:pt x="1081807" y="1109856"/>
                    </a:lnTo>
                    <a:lnTo>
                      <a:pt x="1081807" y="1107267"/>
                    </a:lnTo>
                    <a:lnTo>
                      <a:pt x="1084252" y="1107267"/>
                    </a:lnTo>
                    <a:lnTo>
                      <a:pt x="1084252" y="1104534"/>
                    </a:lnTo>
                    <a:lnTo>
                      <a:pt x="1086698" y="1104534"/>
                    </a:lnTo>
                    <a:lnTo>
                      <a:pt x="1084252" y="1107267"/>
                    </a:lnTo>
                    <a:lnTo>
                      <a:pt x="1089143" y="1107267"/>
                    </a:lnTo>
                    <a:lnTo>
                      <a:pt x="1092020" y="1109856"/>
                    </a:lnTo>
                    <a:lnTo>
                      <a:pt x="1094896" y="1109856"/>
                    </a:lnTo>
                    <a:lnTo>
                      <a:pt x="1094896" y="1107267"/>
                    </a:lnTo>
                    <a:lnTo>
                      <a:pt x="1097342" y="1107267"/>
                    </a:lnTo>
                    <a:lnTo>
                      <a:pt x="1094896" y="1109856"/>
                    </a:lnTo>
                    <a:lnTo>
                      <a:pt x="1094896" y="1112301"/>
                    </a:lnTo>
                    <a:lnTo>
                      <a:pt x="1092451" y="1109856"/>
                    </a:lnTo>
                    <a:lnTo>
                      <a:pt x="1092451" y="1112301"/>
                    </a:lnTo>
                    <a:lnTo>
                      <a:pt x="1089574" y="1112301"/>
                    </a:lnTo>
                    <a:lnTo>
                      <a:pt x="1092451" y="1109856"/>
                    </a:lnTo>
                    <a:lnTo>
                      <a:pt x="1084684" y="1109856"/>
                    </a:lnTo>
                    <a:lnTo>
                      <a:pt x="1087129" y="1112301"/>
                    </a:lnTo>
                    <a:lnTo>
                      <a:pt x="1084684" y="1112301"/>
                    </a:lnTo>
                    <a:lnTo>
                      <a:pt x="1084684" y="1114746"/>
                    </a:lnTo>
                    <a:lnTo>
                      <a:pt x="1082239" y="1114746"/>
                    </a:lnTo>
                    <a:lnTo>
                      <a:pt x="1079506" y="1117479"/>
                    </a:lnTo>
                    <a:lnTo>
                      <a:pt x="1079506" y="1120068"/>
                    </a:lnTo>
                    <a:lnTo>
                      <a:pt x="1082239" y="1120068"/>
                    </a:lnTo>
                    <a:lnTo>
                      <a:pt x="1084684" y="1117479"/>
                    </a:lnTo>
                    <a:lnTo>
                      <a:pt x="1084684" y="1122514"/>
                    </a:lnTo>
                    <a:lnTo>
                      <a:pt x="1087129" y="1122514"/>
                    </a:lnTo>
                    <a:lnTo>
                      <a:pt x="1087129" y="1120068"/>
                    </a:lnTo>
                    <a:lnTo>
                      <a:pt x="1089574" y="1117479"/>
                    </a:lnTo>
                    <a:lnTo>
                      <a:pt x="1089574" y="1122514"/>
                    </a:lnTo>
                    <a:lnTo>
                      <a:pt x="1092451" y="1122514"/>
                    </a:lnTo>
                    <a:lnTo>
                      <a:pt x="1089574" y="1124959"/>
                    </a:lnTo>
                    <a:lnTo>
                      <a:pt x="1092451" y="1124959"/>
                    </a:lnTo>
                    <a:lnTo>
                      <a:pt x="1092451" y="1130281"/>
                    </a:lnTo>
                    <a:lnTo>
                      <a:pt x="1097342" y="1130281"/>
                    </a:lnTo>
                    <a:lnTo>
                      <a:pt x="1097342" y="1131863"/>
                    </a:lnTo>
                    <a:lnTo>
                      <a:pt x="1099787" y="1131863"/>
                    </a:lnTo>
                    <a:lnTo>
                      <a:pt x="1102520" y="1134308"/>
                    </a:lnTo>
                    <a:lnTo>
                      <a:pt x="1099787" y="1134308"/>
                    </a:lnTo>
                    <a:lnTo>
                      <a:pt x="1099787" y="1139486"/>
                    </a:lnTo>
                    <a:lnTo>
                      <a:pt x="1105109" y="1139486"/>
                    </a:lnTo>
                    <a:lnTo>
                      <a:pt x="1105109" y="1142075"/>
                    </a:lnTo>
                    <a:lnTo>
                      <a:pt x="1107554" y="1142075"/>
                    </a:lnTo>
                    <a:lnTo>
                      <a:pt x="1107554" y="1146966"/>
                    </a:lnTo>
                    <a:lnTo>
                      <a:pt x="1112732" y="1146966"/>
                    </a:lnTo>
                    <a:lnTo>
                      <a:pt x="1112732" y="1149699"/>
                    </a:lnTo>
                    <a:lnTo>
                      <a:pt x="1115321" y="1149699"/>
                    </a:lnTo>
                    <a:lnTo>
                      <a:pt x="1115321" y="1152288"/>
                    </a:lnTo>
                    <a:lnTo>
                      <a:pt x="1122945" y="1152288"/>
                    </a:lnTo>
                    <a:lnTo>
                      <a:pt x="1122945" y="1162501"/>
                    </a:lnTo>
                    <a:lnTo>
                      <a:pt x="1125534" y="1164946"/>
                    </a:lnTo>
                    <a:lnTo>
                      <a:pt x="1127979" y="1167391"/>
                    </a:lnTo>
                    <a:lnTo>
                      <a:pt x="1127979" y="1164946"/>
                    </a:lnTo>
                    <a:lnTo>
                      <a:pt x="1130424" y="1164946"/>
                    </a:lnTo>
                    <a:lnTo>
                      <a:pt x="1130424" y="1170124"/>
                    </a:lnTo>
                    <a:lnTo>
                      <a:pt x="1133013" y="1170124"/>
                    </a:lnTo>
                    <a:lnTo>
                      <a:pt x="1133013" y="1175014"/>
                    </a:lnTo>
                    <a:lnTo>
                      <a:pt x="1135746" y="1172569"/>
                    </a:lnTo>
                    <a:lnTo>
                      <a:pt x="1135746" y="1175014"/>
                    </a:lnTo>
                    <a:lnTo>
                      <a:pt x="1138048" y="1175014"/>
                    </a:lnTo>
                    <a:lnTo>
                      <a:pt x="1138048" y="1172569"/>
                    </a:lnTo>
                    <a:lnTo>
                      <a:pt x="1143082" y="1172569"/>
                    </a:lnTo>
                    <a:lnTo>
                      <a:pt x="1143082" y="1167247"/>
                    </a:lnTo>
                    <a:lnTo>
                      <a:pt x="1145815" y="1167247"/>
                    </a:lnTo>
                    <a:lnTo>
                      <a:pt x="1145815" y="1164802"/>
                    </a:lnTo>
                    <a:lnTo>
                      <a:pt x="1148261" y="1164802"/>
                    </a:lnTo>
                    <a:lnTo>
                      <a:pt x="1148261" y="1167247"/>
                    </a:lnTo>
                    <a:lnTo>
                      <a:pt x="1150706" y="1167247"/>
                    </a:lnTo>
                    <a:lnTo>
                      <a:pt x="1150706" y="1175014"/>
                    </a:lnTo>
                    <a:lnTo>
                      <a:pt x="1152432" y="1175014"/>
                    </a:lnTo>
                    <a:lnTo>
                      <a:pt x="1152432" y="1177460"/>
                    </a:lnTo>
                    <a:lnTo>
                      <a:pt x="1149843" y="1177460"/>
                    </a:lnTo>
                    <a:lnTo>
                      <a:pt x="1149843" y="1180192"/>
                    </a:lnTo>
                    <a:lnTo>
                      <a:pt x="1147397" y="1180192"/>
                    </a:lnTo>
                    <a:lnTo>
                      <a:pt x="1147397" y="1185227"/>
                    </a:lnTo>
                    <a:lnTo>
                      <a:pt x="1155165" y="1185227"/>
                    </a:lnTo>
                    <a:lnTo>
                      <a:pt x="1157610" y="1187672"/>
                    </a:lnTo>
                    <a:lnTo>
                      <a:pt x="1160055" y="1187672"/>
                    </a:lnTo>
                    <a:lnTo>
                      <a:pt x="1160055" y="1192994"/>
                    </a:lnTo>
                    <a:lnTo>
                      <a:pt x="1157610" y="1192994"/>
                    </a:lnTo>
                    <a:lnTo>
                      <a:pt x="1157610" y="1200618"/>
                    </a:lnTo>
                    <a:lnTo>
                      <a:pt x="1162644" y="1200618"/>
                    </a:lnTo>
                    <a:lnTo>
                      <a:pt x="1162644" y="1197885"/>
                    </a:lnTo>
                    <a:lnTo>
                      <a:pt x="1165377" y="1197885"/>
                    </a:lnTo>
                    <a:lnTo>
                      <a:pt x="1165377" y="1203782"/>
                    </a:lnTo>
                    <a:lnTo>
                      <a:pt x="1167823" y="1206227"/>
                    </a:lnTo>
                    <a:lnTo>
                      <a:pt x="1165377" y="1206227"/>
                    </a:lnTo>
                    <a:lnTo>
                      <a:pt x="1165377" y="1208672"/>
                    </a:lnTo>
                    <a:lnTo>
                      <a:pt x="1167823" y="1208672"/>
                    </a:lnTo>
                    <a:lnTo>
                      <a:pt x="1167823" y="1213994"/>
                    </a:lnTo>
                    <a:lnTo>
                      <a:pt x="1175589" y="1213994"/>
                    </a:lnTo>
                    <a:lnTo>
                      <a:pt x="1175589" y="1216440"/>
                    </a:lnTo>
                    <a:lnTo>
                      <a:pt x="1172713" y="1216440"/>
                    </a:lnTo>
                    <a:lnTo>
                      <a:pt x="1172713" y="1221618"/>
                    </a:lnTo>
                    <a:lnTo>
                      <a:pt x="1175589" y="1224063"/>
                    </a:lnTo>
                    <a:lnTo>
                      <a:pt x="1175589" y="1221618"/>
                    </a:lnTo>
                    <a:lnTo>
                      <a:pt x="1181199" y="1221618"/>
                    </a:lnTo>
                    <a:lnTo>
                      <a:pt x="1181199" y="1224063"/>
                    </a:lnTo>
                    <a:lnTo>
                      <a:pt x="1188967" y="1224063"/>
                    </a:lnTo>
                    <a:lnTo>
                      <a:pt x="1188967" y="1231543"/>
                    </a:lnTo>
                    <a:lnTo>
                      <a:pt x="1186377" y="1231543"/>
                    </a:lnTo>
                    <a:lnTo>
                      <a:pt x="1186377" y="1229098"/>
                    </a:lnTo>
                    <a:lnTo>
                      <a:pt x="1178754" y="1229098"/>
                    </a:lnTo>
                    <a:lnTo>
                      <a:pt x="1178754" y="1231543"/>
                    </a:lnTo>
                    <a:lnTo>
                      <a:pt x="1176309" y="1231543"/>
                    </a:lnTo>
                    <a:lnTo>
                      <a:pt x="1176309" y="1224063"/>
                    </a:lnTo>
                    <a:lnTo>
                      <a:pt x="1173432" y="1224063"/>
                    </a:lnTo>
                    <a:lnTo>
                      <a:pt x="1173432" y="1226652"/>
                    </a:lnTo>
                    <a:lnTo>
                      <a:pt x="1170987" y="1226652"/>
                    </a:lnTo>
                    <a:lnTo>
                      <a:pt x="1170987" y="1224063"/>
                    </a:lnTo>
                    <a:lnTo>
                      <a:pt x="1173432" y="1224063"/>
                    </a:lnTo>
                    <a:lnTo>
                      <a:pt x="1173432" y="1221618"/>
                    </a:lnTo>
                    <a:lnTo>
                      <a:pt x="1163363" y="1221618"/>
                    </a:lnTo>
                    <a:lnTo>
                      <a:pt x="1163363" y="1229098"/>
                    </a:lnTo>
                    <a:lnTo>
                      <a:pt x="1160774" y="1229098"/>
                    </a:lnTo>
                    <a:lnTo>
                      <a:pt x="1160774" y="1226652"/>
                    </a:lnTo>
                    <a:lnTo>
                      <a:pt x="1158329" y="1226652"/>
                    </a:lnTo>
                    <a:lnTo>
                      <a:pt x="1158329" y="1229098"/>
                    </a:lnTo>
                    <a:lnTo>
                      <a:pt x="1155884" y="1229098"/>
                    </a:lnTo>
                    <a:lnTo>
                      <a:pt x="1158329" y="1231543"/>
                    </a:lnTo>
                    <a:lnTo>
                      <a:pt x="1158329" y="1236865"/>
                    </a:lnTo>
                    <a:lnTo>
                      <a:pt x="1166096" y="1236865"/>
                    </a:lnTo>
                    <a:lnTo>
                      <a:pt x="1166096" y="1239310"/>
                    </a:lnTo>
                    <a:lnTo>
                      <a:pt x="1168542" y="1239310"/>
                    </a:lnTo>
                    <a:lnTo>
                      <a:pt x="1168542" y="1241756"/>
                    </a:lnTo>
                    <a:lnTo>
                      <a:pt x="1170987" y="1241756"/>
                    </a:lnTo>
                    <a:lnTo>
                      <a:pt x="1170987" y="1244488"/>
                    </a:lnTo>
                    <a:lnTo>
                      <a:pt x="1168542" y="1244488"/>
                    </a:lnTo>
                    <a:lnTo>
                      <a:pt x="1168542" y="1249522"/>
                    </a:lnTo>
                    <a:lnTo>
                      <a:pt x="1170987" y="1249522"/>
                    </a:lnTo>
                    <a:lnTo>
                      <a:pt x="1170987" y="1257290"/>
                    </a:lnTo>
                    <a:lnTo>
                      <a:pt x="1168542" y="1259735"/>
                    </a:lnTo>
                    <a:lnTo>
                      <a:pt x="1168542" y="1261317"/>
                    </a:lnTo>
                    <a:lnTo>
                      <a:pt x="1166096" y="1261317"/>
                    </a:lnTo>
                    <a:lnTo>
                      <a:pt x="1166096" y="1264050"/>
                    </a:lnTo>
                    <a:lnTo>
                      <a:pt x="1160774" y="1264050"/>
                    </a:lnTo>
                    <a:lnTo>
                      <a:pt x="1160774" y="1261317"/>
                    </a:lnTo>
                    <a:lnTo>
                      <a:pt x="1150562" y="1261317"/>
                    </a:lnTo>
                    <a:lnTo>
                      <a:pt x="1150562" y="1258872"/>
                    </a:lnTo>
                    <a:lnTo>
                      <a:pt x="1148117" y="1258872"/>
                    </a:lnTo>
                    <a:lnTo>
                      <a:pt x="1148117" y="1261317"/>
                    </a:lnTo>
                    <a:lnTo>
                      <a:pt x="1145671" y="1261317"/>
                    </a:lnTo>
                    <a:lnTo>
                      <a:pt x="1145671" y="1258872"/>
                    </a:lnTo>
                    <a:lnTo>
                      <a:pt x="1138048" y="1258872"/>
                    </a:lnTo>
                    <a:lnTo>
                      <a:pt x="1135603" y="1256427"/>
                    </a:lnTo>
                    <a:lnTo>
                      <a:pt x="1125390" y="1256427"/>
                    </a:lnTo>
                    <a:lnTo>
                      <a:pt x="1125390" y="1253838"/>
                    </a:lnTo>
                    <a:lnTo>
                      <a:pt x="1122801" y="1253838"/>
                    </a:lnTo>
                    <a:lnTo>
                      <a:pt x="1122801" y="1248659"/>
                    </a:lnTo>
                    <a:lnTo>
                      <a:pt x="1120068" y="1246214"/>
                    </a:lnTo>
                    <a:lnTo>
                      <a:pt x="1120068" y="1243625"/>
                    </a:lnTo>
                    <a:lnTo>
                      <a:pt x="1117623" y="1243625"/>
                    </a:lnTo>
                    <a:lnTo>
                      <a:pt x="1115178" y="1246214"/>
                    </a:lnTo>
                    <a:lnTo>
                      <a:pt x="1109280" y="1246214"/>
                    </a:lnTo>
                    <a:lnTo>
                      <a:pt x="1109280" y="1248659"/>
                    </a:lnTo>
                    <a:lnTo>
                      <a:pt x="1106835" y="1248659"/>
                    </a:lnTo>
                    <a:lnTo>
                      <a:pt x="1106835" y="1251105"/>
                    </a:lnTo>
                    <a:lnTo>
                      <a:pt x="1104390" y="1251105"/>
                    </a:lnTo>
                    <a:lnTo>
                      <a:pt x="1104390" y="1256427"/>
                    </a:lnTo>
                    <a:lnTo>
                      <a:pt x="1101801" y="1256427"/>
                    </a:lnTo>
                    <a:lnTo>
                      <a:pt x="1101801" y="1261317"/>
                    </a:lnTo>
                    <a:lnTo>
                      <a:pt x="1099068" y="1261317"/>
                    </a:lnTo>
                    <a:lnTo>
                      <a:pt x="1099068" y="1240892"/>
                    </a:lnTo>
                    <a:lnTo>
                      <a:pt x="1094896" y="1240892"/>
                    </a:lnTo>
                    <a:lnTo>
                      <a:pt x="1094896" y="1238447"/>
                    </a:lnTo>
                    <a:lnTo>
                      <a:pt x="1092451" y="1238447"/>
                    </a:lnTo>
                    <a:lnTo>
                      <a:pt x="1089574" y="1240892"/>
                    </a:lnTo>
                    <a:lnTo>
                      <a:pt x="1087129" y="1240892"/>
                    </a:lnTo>
                    <a:lnTo>
                      <a:pt x="1087129" y="1243625"/>
                    </a:lnTo>
                    <a:lnTo>
                      <a:pt x="1084684" y="1243625"/>
                    </a:lnTo>
                    <a:lnTo>
                      <a:pt x="1084684" y="1246933"/>
                    </a:lnTo>
                    <a:lnTo>
                      <a:pt x="1082239" y="1246933"/>
                    </a:lnTo>
                    <a:lnTo>
                      <a:pt x="1082239" y="1244344"/>
                    </a:lnTo>
                    <a:lnTo>
                      <a:pt x="1084684" y="1244344"/>
                    </a:lnTo>
                    <a:lnTo>
                      <a:pt x="1084684" y="1241612"/>
                    </a:lnTo>
                    <a:lnTo>
                      <a:pt x="1087129" y="1241612"/>
                    </a:lnTo>
                    <a:lnTo>
                      <a:pt x="1087129" y="1236721"/>
                    </a:lnTo>
                    <a:lnTo>
                      <a:pt x="1089574" y="1236721"/>
                    </a:lnTo>
                    <a:lnTo>
                      <a:pt x="1089574" y="1231399"/>
                    </a:lnTo>
                    <a:lnTo>
                      <a:pt x="1087129" y="1231399"/>
                    </a:lnTo>
                    <a:lnTo>
                      <a:pt x="1087129" y="1228954"/>
                    </a:lnTo>
                    <a:lnTo>
                      <a:pt x="1089574" y="1228954"/>
                    </a:lnTo>
                    <a:lnTo>
                      <a:pt x="1089574" y="1226508"/>
                    </a:lnTo>
                    <a:lnTo>
                      <a:pt x="1092451" y="1226508"/>
                    </a:lnTo>
                    <a:lnTo>
                      <a:pt x="1092451" y="1223919"/>
                    </a:lnTo>
                    <a:lnTo>
                      <a:pt x="1084684" y="1223919"/>
                    </a:lnTo>
                    <a:lnTo>
                      <a:pt x="1084684" y="1234132"/>
                    </a:lnTo>
                    <a:lnTo>
                      <a:pt x="1082239" y="1234132"/>
                    </a:lnTo>
                    <a:lnTo>
                      <a:pt x="1082239" y="1228954"/>
                    </a:lnTo>
                    <a:lnTo>
                      <a:pt x="1079506" y="1228954"/>
                    </a:lnTo>
                    <a:lnTo>
                      <a:pt x="1079506" y="1231399"/>
                    </a:lnTo>
                    <a:lnTo>
                      <a:pt x="1076917" y="1231399"/>
                    </a:lnTo>
                    <a:lnTo>
                      <a:pt x="1079506" y="1228954"/>
                    </a:lnTo>
                    <a:lnTo>
                      <a:pt x="1079506" y="1226508"/>
                    </a:lnTo>
                    <a:lnTo>
                      <a:pt x="1072026" y="1226508"/>
                    </a:lnTo>
                    <a:lnTo>
                      <a:pt x="1072026" y="1221474"/>
                    </a:lnTo>
                    <a:lnTo>
                      <a:pt x="1069293" y="1221474"/>
                    </a:lnTo>
                    <a:lnTo>
                      <a:pt x="1069293" y="1223919"/>
                    </a:lnTo>
                    <a:lnTo>
                      <a:pt x="1066129" y="1223919"/>
                    </a:lnTo>
                    <a:lnTo>
                      <a:pt x="1066129" y="1211261"/>
                    </a:lnTo>
                    <a:lnTo>
                      <a:pt x="1061238" y="1211261"/>
                    </a:lnTo>
                    <a:lnTo>
                      <a:pt x="1061238" y="1208528"/>
                    </a:lnTo>
                    <a:lnTo>
                      <a:pt x="1058505" y="1208528"/>
                    </a:lnTo>
                    <a:lnTo>
                      <a:pt x="1058505" y="1203782"/>
                    </a:lnTo>
                    <a:lnTo>
                      <a:pt x="1061238" y="1203782"/>
                    </a:lnTo>
                    <a:lnTo>
                      <a:pt x="1061238" y="1198460"/>
                    </a:lnTo>
                    <a:lnTo>
                      <a:pt x="1055916" y="1198460"/>
                    </a:lnTo>
                    <a:lnTo>
                      <a:pt x="1055916" y="1201193"/>
                    </a:lnTo>
                    <a:lnTo>
                      <a:pt x="1030601" y="1201193"/>
                    </a:lnTo>
                    <a:lnTo>
                      <a:pt x="1030601" y="1203782"/>
                    </a:lnTo>
                    <a:lnTo>
                      <a:pt x="1028012" y="1206227"/>
                    </a:lnTo>
                    <a:lnTo>
                      <a:pt x="1028012" y="1208672"/>
                    </a:lnTo>
                    <a:lnTo>
                      <a:pt x="1030601" y="1206227"/>
                    </a:lnTo>
                    <a:lnTo>
                      <a:pt x="1030601" y="1208672"/>
                    </a:lnTo>
                    <a:lnTo>
                      <a:pt x="1038224" y="1208672"/>
                    </a:lnTo>
                    <a:lnTo>
                      <a:pt x="1038224" y="1213994"/>
                    </a:lnTo>
                    <a:lnTo>
                      <a:pt x="1040813" y="1211405"/>
                    </a:lnTo>
                    <a:lnTo>
                      <a:pt x="1040813" y="1213994"/>
                    </a:lnTo>
                    <a:lnTo>
                      <a:pt x="1043259" y="1213994"/>
                    </a:lnTo>
                    <a:lnTo>
                      <a:pt x="1043259" y="1216440"/>
                    </a:lnTo>
                    <a:lnTo>
                      <a:pt x="1045704" y="1216440"/>
                    </a:lnTo>
                    <a:lnTo>
                      <a:pt x="1045704" y="1218166"/>
                    </a:lnTo>
                    <a:lnTo>
                      <a:pt x="1048437" y="1218166"/>
                    </a:lnTo>
                    <a:lnTo>
                      <a:pt x="1048437" y="1220899"/>
                    </a:lnTo>
                    <a:lnTo>
                      <a:pt x="1051026" y="1220899"/>
                    </a:lnTo>
                    <a:lnTo>
                      <a:pt x="1051026" y="1223344"/>
                    </a:lnTo>
                    <a:lnTo>
                      <a:pt x="1053471" y="1223344"/>
                    </a:lnTo>
                    <a:lnTo>
                      <a:pt x="1053471" y="1228378"/>
                    </a:lnTo>
                    <a:lnTo>
                      <a:pt x="1055916" y="1228378"/>
                    </a:lnTo>
                    <a:lnTo>
                      <a:pt x="1055916" y="1225933"/>
                    </a:lnTo>
                    <a:lnTo>
                      <a:pt x="1058505" y="1228378"/>
                    </a:lnTo>
                    <a:lnTo>
                      <a:pt x="1061238" y="1228378"/>
                    </a:lnTo>
                    <a:lnTo>
                      <a:pt x="1061238" y="1230824"/>
                    </a:lnTo>
                    <a:lnTo>
                      <a:pt x="1058505" y="1230824"/>
                    </a:lnTo>
                    <a:lnTo>
                      <a:pt x="1058505" y="1233557"/>
                    </a:lnTo>
                    <a:lnTo>
                      <a:pt x="1061238" y="1233557"/>
                    </a:lnTo>
                    <a:lnTo>
                      <a:pt x="1061238" y="1238591"/>
                    </a:lnTo>
                    <a:lnTo>
                      <a:pt x="1063684" y="1238591"/>
                    </a:lnTo>
                    <a:lnTo>
                      <a:pt x="1063684" y="1241036"/>
                    </a:lnTo>
                    <a:lnTo>
                      <a:pt x="1066129" y="1241036"/>
                    </a:lnTo>
                    <a:lnTo>
                      <a:pt x="1066129" y="1243769"/>
                    </a:lnTo>
                    <a:lnTo>
                      <a:pt x="1068718" y="1243769"/>
                    </a:lnTo>
                    <a:lnTo>
                      <a:pt x="1068718" y="1248803"/>
                    </a:lnTo>
                    <a:lnTo>
                      <a:pt x="1071451" y="1251248"/>
                    </a:lnTo>
                    <a:lnTo>
                      <a:pt x="1068718" y="1251248"/>
                    </a:lnTo>
                    <a:lnTo>
                      <a:pt x="1071451" y="1253981"/>
                    </a:lnTo>
                    <a:lnTo>
                      <a:pt x="1071451" y="1256571"/>
                    </a:lnTo>
                    <a:lnTo>
                      <a:pt x="1068718" y="1253981"/>
                    </a:lnTo>
                    <a:lnTo>
                      <a:pt x="1068718" y="1259016"/>
                    </a:lnTo>
                    <a:lnTo>
                      <a:pt x="1071451" y="1259016"/>
                    </a:lnTo>
                    <a:lnTo>
                      <a:pt x="1071451" y="1269228"/>
                    </a:lnTo>
                    <a:lnTo>
                      <a:pt x="1068718" y="1269228"/>
                    </a:lnTo>
                    <a:lnTo>
                      <a:pt x="1068718" y="1274407"/>
                    </a:lnTo>
                    <a:lnTo>
                      <a:pt x="1066129" y="1274407"/>
                    </a:lnTo>
                    <a:lnTo>
                      <a:pt x="1066129" y="1281886"/>
                    </a:lnTo>
                    <a:lnTo>
                      <a:pt x="1063684" y="1281886"/>
                    </a:lnTo>
                    <a:lnTo>
                      <a:pt x="1063684" y="1284619"/>
                    </a:lnTo>
                    <a:lnTo>
                      <a:pt x="1061238" y="1284619"/>
                    </a:lnTo>
                    <a:lnTo>
                      <a:pt x="1061238" y="1287208"/>
                    </a:lnTo>
                    <a:lnTo>
                      <a:pt x="1058505" y="1287208"/>
                    </a:lnTo>
                    <a:lnTo>
                      <a:pt x="1058505" y="1290085"/>
                    </a:lnTo>
                    <a:lnTo>
                      <a:pt x="1055916" y="1290085"/>
                    </a:lnTo>
                    <a:lnTo>
                      <a:pt x="1055916" y="1297852"/>
                    </a:lnTo>
                    <a:lnTo>
                      <a:pt x="1053471" y="1297852"/>
                    </a:lnTo>
                    <a:lnTo>
                      <a:pt x="1053471" y="1318853"/>
                    </a:lnTo>
                    <a:lnTo>
                      <a:pt x="1051026" y="1318853"/>
                    </a:lnTo>
                    <a:lnTo>
                      <a:pt x="1051026" y="1321442"/>
                    </a:lnTo>
                    <a:lnTo>
                      <a:pt x="1048437" y="1321442"/>
                    </a:lnTo>
                    <a:lnTo>
                      <a:pt x="1048437" y="1323887"/>
                    </a:lnTo>
                    <a:lnTo>
                      <a:pt x="1045704" y="1323887"/>
                    </a:lnTo>
                    <a:lnTo>
                      <a:pt x="1045704" y="1331654"/>
                    </a:lnTo>
                    <a:lnTo>
                      <a:pt x="1048437" y="1331654"/>
                    </a:lnTo>
                    <a:lnTo>
                      <a:pt x="1048437" y="1339278"/>
                    </a:lnTo>
                    <a:lnTo>
                      <a:pt x="1051026" y="1339278"/>
                    </a:lnTo>
                    <a:lnTo>
                      <a:pt x="1051026" y="1352079"/>
                    </a:lnTo>
                    <a:lnTo>
                      <a:pt x="1053471" y="1352079"/>
                    </a:lnTo>
                    <a:lnTo>
                      <a:pt x="1053471" y="1369915"/>
                    </a:lnTo>
                    <a:lnTo>
                      <a:pt x="1055916" y="1369915"/>
                    </a:lnTo>
                    <a:lnTo>
                      <a:pt x="1055916" y="1376388"/>
                    </a:lnTo>
                    <a:lnTo>
                      <a:pt x="1058505" y="1376388"/>
                    </a:lnTo>
                    <a:lnTo>
                      <a:pt x="1058505" y="1391779"/>
                    </a:lnTo>
                    <a:lnTo>
                      <a:pt x="1061238" y="1394368"/>
                    </a:lnTo>
                    <a:lnTo>
                      <a:pt x="1061238" y="1407025"/>
                    </a:lnTo>
                    <a:lnTo>
                      <a:pt x="1058505" y="1407025"/>
                    </a:lnTo>
                    <a:lnTo>
                      <a:pt x="1058505" y="1412203"/>
                    </a:lnTo>
                    <a:lnTo>
                      <a:pt x="1055916" y="1412203"/>
                    </a:lnTo>
                    <a:lnTo>
                      <a:pt x="1055916" y="1414793"/>
                    </a:lnTo>
                    <a:lnTo>
                      <a:pt x="1053471" y="1414793"/>
                    </a:lnTo>
                    <a:lnTo>
                      <a:pt x="1053471" y="1417238"/>
                    </a:lnTo>
                    <a:lnTo>
                      <a:pt x="1051026" y="1417238"/>
                    </a:lnTo>
                    <a:lnTo>
                      <a:pt x="1051026" y="1419539"/>
                    </a:lnTo>
                    <a:lnTo>
                      <a:pt x="1045704" y="1419539"/>
                    </a:lnTo>
                    <a:lnTo>
                      <a:pt x="1045704" y="1422272"/>
                    </a:lnTo>
                    <a:lnTo>
                      <a:pt x="1040813" y="1422272"/>
                    </a:lnTo>
                    <a:lnTo>
                      <a:pt x="1040813" y="1429752"/>
                    </a:lnTo>
                    <a:lnTo>
                      <a:pt x="1038224" y="1429752"/>
                    </a:lnTo>
                    <a:lnTo>
                      <a:pt x="1038224" y="1432485"/>
                    </a:lnTo>
                    <a:lnTo>
                      <a:pt x="1035491" y="1435074"/>
                    </a:lnTo>
                    <a:lnTo>
                      <a:pt x="1035491" y="1437519"/>
                    </a:lnTo>
                    <a:lnTo>
                      <a:pt x="1030601" y="1437519"/>
                    </a:lnTo>
                    <a:lnTo>
                      <a:pt x="1030601" y="1439965"/>
                    </a:lnTo>
                    <a:lnTo>
                      <a:pt x="1033046" y="1439965"/>
                    </a:lnTo>
                    <a:lnTo>
                      <a:pt x="1030601" y="1442697"/>
                    </a:lnTo>
                    <a:lnTo>
                      <a:pt x="1028012" y="1442697"/>
                    </a:lnTo>
                    <a:lnTo>
                      <a:pt x="1028012" y="1445286"/>
                    </a:lnTo>
                    <a:lnTo>
                      <a:pt x="1022977" y="1445286"/>
                    </a:lnTo>
                    <a:lnTo>
                      <a:pt x="1020532" y="1447731"/>
                    </a:lnTo>
                    <a:lnTo>
                      <a:pt x="1015210" y="1447731"/>
                    </a:lnTo>
                    <a:lnTo>
                      <a:pt x="1015210" y="1450177"/>
                    </a:lnTo>
                    <a:lnTo>
                      <a:pt x="1012765" y="1450177"/>
                    </a:lnTo>
                    <a:lnTo>
                      <a:pt x="1012765" y="1452910"/>
                    </a:lnTo>
                    <a:lnTo>
                      <a:pt x="1015210" y="1452910"/>
                    </a:lnTo>
                    <a:lnTo>
                      <a:pt x="1015210" y="1455499"/>
                    </a:lnTo>
                    <a:lnTo>
                      <a:pt x="1012765" y="1455499"/>
                    </a:lnTo>
                    <a:lnTo>
                      <a:pt x="1012765" y="1493472"/>
                    </a:lnTo>
                    <a:lnTo>
                      <a:pt x="1010319" y="1493472"/>
                    </a:lnTo>
                    <a:lnTo>
                      <a:pt x="1010319" y="1498794"/>
                    </a:lnTo>
                    <a:lnTo>
                      <a:pt x="1007874" y="1498794"/>
                    </a:lnTo>
                    <a:lnTo>
                      <a:pt x="1007874" y="1501239"/>
                    </a:lnTo>
                    <a:lnTo>
                      <a:pt x="1004998" y="1501239"/>
                    </a:lnTo>
                    <a:lnTo>
                      <a:pt x="1004998" y="1503685"/>
                    </a:lnTo>
                    <a:lnTo>
                      <a:pt x="1010319" y="1503685"/>
                    </a:lnTo>
                    <a:lnTo>
                      <a:pt x="1010319" y="1506418"/>
                    </a:lnTo>
                    <a:lnTo>
                      <a:pt x="1012765" y="1506418"/>
                    </a:lnTo>
                    <a:lnTo>
                      <a:pt x="1015210" y="1503685"/>
                    </a:lnTo>
                    <a:lnTo>
                      <a:pt x="1017943" y="1503685"/>
                    </a:lnTo>
                    <a:lnTo>
                      <a:pt x="1017943" y="1506418"/>
                    </a:lnTo>
                    <a:lnTo>
                      <a:pt x="1020532" y="1506418"/>
                    </a:lnTo>
                    <a:lnTo>
                      <a:pt x="1020532" y="1503685"/>
                    </a:lnTo>
                    <a:lnTo>
                      <a:pt x="1022977" y="1503685"/>
                    </a:lnTo>
                    <a:lnTo>
                      <a:pt x="1022977" y="1521665"/>
                    </a:lnTo>
                    <a:lnTo>
                      <a:pt x="1020532" y="1524110"/>
                    </a:lnTo>
                    <a:lnTo>
                      <a:pt x="1010319" y="1524110"/>
                    </a:lnTo>
                    <a:lnTo>
                      <a:pt x="1010319" y="1526842"/>
                    </a:lnTo>
                    <a:lnTo>
                      <a:pt x="1004998" y="1526842"/>
                    </a:lnTo>
                    <a:lnTo>
                      <a:pt x="1004998" y="1529432"/>
                    </a:lnTo>
                    <a:lnTo>
                      <a:pt x="990614" y="1529432"/>
                    </a:lnTo>
                    <a:lnTo>
                      <a:pt x="990614" y="1526842"/>
                    </a:lnTo>
                    <a:lnTo>
                      <a:pt x="982847" y="1526842"/>
                    </a:lnTo>
                    <a:lnTo>
                      <a:pt x="982847" y="1529432"/>
                    </a:lnTo>
                    <a:lnTo>
                      <a:pt x="975367" y="1529432"/>
                    </a:lnTo>
                    <a:lnTo>
                      <a:pt x="975367" y="1531877"/>
                    </a:lnTo>
                    <a:lnTo>
                      <a:pt x="972634" y="1531877"/>
                    </a:lnTo>
                    <a:lnTo>
                      <a:pt x="972634" y="1554747"/>
                    </a:lnTo>
                    <a:lnTo>
                      <a:pt x="975367" y="1554747"/>
                    </a:lnTo>
                    <a:lnTo>
                      <a:pt x="975367" y="1559926"/>
                    </a:lnTo>
                    <a:lnTo>
                      <a:pt x="977956" y="1559926"/>
                    </a:lnTo>
                    <a:lnTo>
                      <a:pt x="977956" y="1563378"/>
                    </a:lnTo>
                    <a:lnTo>
                      <a:pt x="988168" y="1563378"/>
                    </a:lnTo>
                    <a:lnTo>
                      <a:pt x="988168" y="1565823"/>
                    </a:lnTo>
                    <a:lnTo>
                      <a:pt x="993059" y="1565823"/>
                    </a:lnTo>
                    <a:lnTo>
                      <a:pt x="994210" y="1563378"/>
                    </a:lnTo>
                    <a:lnTo>
                      <a:pt x="999388" y="1563378"/>
                    </a:lnTo>
                    <a:lnTo>
                      <a:pt x="999388" y="1560789"/>
                    </a:lnTo>
                    <a:lnTo>
                      <a:pt x="1001833" y="1560789"/>
                    </a:lnTo>
                    <a:lnTo>
                      <a:pt x="1004278" y="1558343"/>
                    </a:lnTo>
                    <a:lnTo>
                      <a:pt x="1009600" y="1558343"/>
                    </a:lnTo>
                    <a:lnTo>
                      <a:pt x="1009600" y="1555610"/>
                    </a:lnTo>
                    <a:lnTo>
                      <a:pt x="1014491" y="1555610"/>
                    </a:lnTo>
                    <a:lnTo>
                      <a:pt x="1014491" y="1558343"/>
                    </a:lnTo>
                    <a:lnTo>
                      <a:pt x="1017224" y="1558343"/>
                    </a:lnTo>
                    <a:lnTo>
                      <a:pt x="1017224" y="1560789"/>
                    </a:lnTo>
                    <a:lnTo>
                      <a:pt x="1019813" y="1560789"/>
                    </a:lnTo>
                    <a:lnTo>
                      <a:pt x="1019813" y="1563378"/>
                    </a:lnTo>
                    <a:lnTo>
                      <a:pt x="1022258" y="1565823"/>
                    </a:lnTo>
                    <a:lnTo>
                      <a:pt x="1022258" y="1568555"/>
                    </a:lnTo>
                    <a:lnTo>
                      <a:pt x="1024703" y="1568555"/>
                    </a:lnTo>
                    <a:lnTo>
                      <a:pt x="1024703" y="1560789"/>
                    </a:lnTo>
                    <a:lnTo>
                      <a:pt x="1022977" y="1560789"/>
                    </a:lnTo>
                    <a:lnTo>
                      <a:pt x="1022977" y="1558343"/>
                    </a:lnTo>
                    <a:lnTo>
                      <a:pt x="1025423" y="1558343"/>
                    </a:lnTo>
                    <a:lnTo>
                      <a:pt x="1025423" y="1550720"/>
                    </a:lnTo>
                    <a:lnTo>
                      <a:pt x="1028155" y="1550720"/>
                    </a:lnTo>
                    <a:lnTo>
                      <a:pt x="1028155" y="1545398"/>
                    </a:lnTo>
                    <a:lnTo>
                      <a:pt x="1030744" y="1545398"/>
                    </a:lnTo>
                    <a:lnTo>
                      <a:pt x="1030744" y="1542952"/>
                    </a:lnTo>
                    <a:lnTo>
                      <a:pt x="1033190" y="1542952"/>
                    </a:lnTo>
                    <a:lnTo>
                      <a:pt x="1033190" y="1540507"/>
                    </a:lnTo>
                    <a:lnTo>
                      <a:pt x="1038368" y="1540507"/>
                    </a:lnTo>
                    <a:lnTo>
                      <a:pt x="1038368" y="1537918"/>
                    </a:lnTo>
                    <a:lnTo>
                      <a:pt x="1040957" y="1537918"/>
                    </a:lnTo>
                    <a:lnTo>
                      <a:pt x="1040957" y="1534610"/>
                    </a:lnTo>
                    <a:lnTo>
                      <a:pt x="1043402" y="1534610"/>
                    </a:lnTo>
                    <a:lnTo>
                      <a:pt x="1045848" y="1532164"/>
                    </a:lnTo>
                    <a:lnTo>
                      <a:pt x="1045848" y="1529719"/>
                    </a:lnTo>
                    <a:lnTo>
                      <a:pt x="1048581" y="1529719"/>
                    </a:lnTo>
                    <a:lnTo>
                      <a:pt x="1051170" y="1527130"/>
                    </a:lnTo>
                    <a:lnTo>
                      <a:pt x="1053615" y="1527130"/>
                    </a:lnTo>
                    <a:lnTo>
                      <a:pt x="1053615" y="1524397"/>
                    </a:lnTo>
                    <a:lnTo>
                      <a:pt x="1066129" y="1524397"/>
                    </a:lnTo>
                    <a:lnTo>
                      <a:pt x="1066129" y="1521952"/>
                    </a:lnTo>
                    <a:lnTo>
                      <a:pt x="1063684" y="1521952"/>
                    </a:lnTo>
                    <a:lnTo>
                      <a:pt x="1063684" y="1520226"/>
                    </a:lnTo>
                    <a:lnTo>
                      <a:pt x="1066129" y="1520226"/>
                    </a:lnTo>
                    <a:lnTo>
                      <a:pt x="1066129" y="1517637"/>
                    </a:lnTo>
                    <a:lnTo>
                      <a:pt x="1068718" y="1517637"/>
                    </a:lnTo>
                    <a:lnTo>
                      <a:pt x="1068718" y="1520226"/>
                    </a:lnTo>
                    <a:lnTo>
                      <a:pt x="1066129" y="1520226"/>
                    </a:lnTo>
                    <a:lnTo>
                      <a:pt x="1066129" y="1522671"/>
                    </a:lnTo>
                    <a:lnTo>
                      <a:pt x="1068718" y="1525117"/>
                    </a:lnTo>
                    <a:lnTo>
                      <a:pt x="1071451" y="1522671"/>
                    </a:lnTo>
                    <a:lnTo>
                      <a:pt x="1071451" y="1507424"/>
                    </a:lnTo>
                    <a:lnTo>
                      <a:pt x="1073896" y="1507424"/>
                    </a:lnTo>
                    <a:lnTo>
                      <a:pt x="1073896" y="1504692"/>
                    </a:lnTo>
                    <a:lnTo>
                      <a:pt x="1076341" y="1504692"/>
                    </a:lnTo>
                    <a:lnTo>
                      <a:pt x="1076341" y="1502246"/>
                    </a:lnTo>
                    <a:lnTo>
                      <a:pt x="1078930" y="1502246"/>
                    </a:lnTo>
                    <a:lnTo>
                      <a:pt x="1078930" y="1499801"/>
                    </a:lnTo>
                    <a:lnTo>
                      <a:pt x="1081663" y="1499801"/>
                    </a:lnTo>
                    <a:lnTo>
                      <a:pt x="1081663" y="1497212"/>
                    </a:lnTo>
                    <a:lnTo>
                      <a:pt x="1084109" y="1497212"/>
                    </a:lnTo>
                    <a:lnTo>
                      <a:pt x="1084109" y="1494479"/>
                    </a:lnTo>
                    <a:lnTo>
                      <a:pt x="1086554" y="1492034"/>
                    </a:lnTo>
                    <a:lnTo>
                      <a:pt x="1086554" y="1489588"/>
                    </a:lnTo>
                    <a:lnTo>
                      <a:pt x="1088999" y="1489588"/>
                    </a:lnTo>
                    <a:lnTo>
                      <a:pt x="1088999" y="1486999"/>
                    </a:lnTo>
                    <a:lnTo>
                      <a:pt x="1091876" y="1486999"/>
                    </a:lnTo>
                    <a:lnTo>
                      <a:pt x="1091876" y="1484554"/>
                    </a:lnTo>
                    <a:lnTo>
                      <a:pt x="1094896" y="1484554"/>
                    </a:lnTo>
                    <a:lnTo>
                      <a:pt x="1097342" y="1481821"/>
                    </a:lnTo>
                    <a:lnTo>
                      <a:pt x="1099787" y="1481821"/>
                    </a:lnTo>
                    <a:lnTo>
                      <a:pt x="1099787" y="1479376"/>
                    </a:lnTo>
                    <a:lnTo>
                      <a:pt x="1102520" y="1479376"/>
                    </a:lnTo>
                    <a:lnTo>
                      <a:pt x="1102520" y="1476787"/>
                    </a:lnTo>
                    <a:lnTo>
                      <a:pt x="1105109" y="1476787"/>
                    </a:lnTo>
                    <a:lnTo>
                      <a:pt x="1105109" y="1474342"/>
                    </a:lnTo>
                    <a:lnTo>
                      <a:pt x="1109280" y="1474342"/>
                    </a:lnTo>
                    <a:lnTo>
                      <a:pt x="1109280" y="1471609"/>
                    </a:lnTo>
                    <a:lnTo>
                      <a:pt x="1124815" y="1471609"/>
                    </a:lnTo>
                    <a:lnTo>
                      <a:pt x="1124815" y="1469164"/>
                    </a:lnTo>
                    <a:lnTo>
                      <a:pt x="1155452" y="1469164"/>
                    </a:lnTo>
                    <a:lnTo>
                      <a:pt x="1155452" y="1471609"/>
                    </a:lnTo>
                    <a:lnTo>
                      <a:pt x="1175877" y="1471609"/>
                    </a:lnTo>
                    <a:lnTo>
                      <a:pt x="1175877" y="1466718"/>
                    </a:lnTo>
                    <a:lnTo>
                      <a:pt x="1173000" y="1466718"/>
                    </a:lnTo>
                    <a:lnTo>
                      <a:pt x="1173000" y="1464129"/>
                    </a:lnTo>
                    <a:lnTo>
                      <a:pt x="1175877" y="1464129"/>
                    </a:lnTo>
                    <a:lnTo>
                      <a:pt x="1175877" y="1461396"/>
                    </a:lnTo>
                    <a:lnTo>
                      <a:pt x="1181199" y="1461396"/>
                    </a:lnTo>
                    <a:lnTo>
                      <a:pt x="1183645" y="1458951"/>
                    </a:lnTo>
                    <a:lnTo>
                      <a:pt x="1183645" y="1453917"/>
                    </a:lnTo>
                    <a:lnTo>
                      <a:pt x="1186377" y="1453917"/>
                    </a:lnTo>
                    <a:lnTo>
                      <a:pt x="1186377" y="1448307"/>
                    </a:lnTo>
                    <a:lnTo>
                      <a:pt x="1188967" y="1448307"/>
                    </a:lnTo>
                    <a:lnTo>
                      <a:pt x="1188967" y="1445862"/>
                    </a:lnTo>
                    <a:lnTo>
                      <a:pt x="1191412" y="1445862"/>
                    </a:lnTo>
                    <a:lnTo>
                      <a:pt x="1191412" y="1443273"/>
                    </a:lnTo>
                    <a:lnTo>
                      <a:pt x="1201625" y="1443273"/>
                    </a:lnTo>
                    <a:lnTo>
                      <a:pt x="1201625" y="1440540"/>
                    </a:lnTo>
                    <a:lnTo>
                      <a:pt x="1206659" y="1440540"/>
                    </a:lnTo>
                    <a:lnTo>
                      <a:pt x="1206659" y="1438095"/>
                    </a:lnTo>
                    <a:lnTo>
                      <a:pt x="1211837" y="1438095"/>
                    </a:lnTo>
                    <a:lnTo>
                      <a:pt x="1211837" y="1435649"/>
                    </a:lnTo>
                    <a:lnTo>
                      <a:pt x="1219604" y="1435649"/>
                    </a:lnTo>
                    <a:lnTo>
                      <a:pt x="1219604" y="1433060"/>
                    </a:lnTo>
                    <a:lnTo>
                      <a:pt x="1224351" y="1433060"/>
                    </a:lnTo>
                    <a:lnTo>
                      <a:pt x="1224351" y="1430327"/>
                    </a:lnTo>
                    <a:lnTo>
                      <a:pt x="1237153" y="1430327"/>
                    </a:lnTo>
                    <a:lnTo>
                      <a:pt x="1237153" y="1427882"/>
                    </a:lnTo>
                    <a:lnTo>
                      <a:pt x="1244776" y="1427882"/>
                    </a:lnTo>
                    <a:lnTo>
                      <a:pt x="1244776" y="1425437"/>
                    </a:lnTo>
                    <a:lnTo>
                      <a:pt x="1247365" y="1425437"/>
                    </a:lnTo>
                    <a:lnTo>
                      <a:pt x="1247365" y="1422848"/>
                    </a:lnTo>
                    <a:lnTo>
                      <a:pt x="1257433" y="1422848"/>
                    </a:lnTo>
                    <a:lnTo>
                      <a:pt x="1257433" y="1419539"/>
                    </a:lnTo>
                    <a:lnTo>
                      <a:pt x="1277859" y="1419539"/>
                    </a:lnTo>
                    <a:lnTo>
                      <a:pt x="1277859" y="1417094"/>
                    </a:lnTo>
                    <a:lnTo>
                      <a:pt x="1283181" y="1417094"/>
                    </a:lnTo>
                    <a:lnTo>
                      <a:pt x="1283181" y="1414649"/>
                    </a:lnTo>
                    <a:lnTo>
                      <a:pt x="1288071" y="1414649"/>
                    </a:lnTo>
                    <a:lnTo>
                      <a:pt x="1288071" y="1409327"/>
                    </a:lnTo>
                    <a:lnTo>
                      <a:pt x="1285626" y="1409327"/>
                    </a:lnTo>
                    <a:lnTo>
                      <a:pt x="1285626" y="1406881"/>
                    </a:lnTo>
                    <a:lnTo>
                      <a:pt x="1277859" y="1406881"/>
                    </a:lnTo>
                    <a:lnTo>
                      <a:pt x="1277859" y="1399114"/>
                    </a:lnTo>
                    <a:lnTo>
                      <a:pt x="1275413" y="1399114"/>
                    </a:lnTo>
                    <a:lnTo>
                      <a:pt x="1275413" y="1396669"/>
                    </a:lnTo>
                    <a:lnTo>
                      <a:pt x="1272968" y="1396669"/>
                    </a:lnTo>
                    <a:lnTo>
                      <a:pt x="1272968" y="1386457"/>
                    </a:lnTo>
                    <a:lnTo>
                      <a:pt x="1270379" y="1386457"/>
                    </a:lnTo>
                    <a:lnTo>
                      <a:pt x="1270379" y="1376388"/>
                    </a:lnTo>
                    <a:lnTo>
                      <a:pt x="1265201" y="1376388"/>
                    </a:lnTo>
                    <a:lnTo>
                      <a:pt x="1265201" y="1379121"/>
                    </a:lnTo>
                    <a:lnTo>
                      <a:pt x="1262756" y="1379121"/>
                    </a:lnTo>
                    <a:lnTo>
                      <a:pt x="1262756" y="1381710"/>
                    </a:lnTo>
                    <a:lnTo>
                      <a:pt x="1257433" y="1381710"/>
                    </a:lnTo>
                    <a:lnTo>
                      <a:pt x="1257433" y="1384155"/>
                    </a:lnTo>
                    <a:lnTo>
                      <a:pt x="1254988" y="1384155"/>
                    </a:lnTo>
                    <a:lnTo>
                      <a:pt x="1254988" y="1386600"/>
                    </a:lnTo>
                    <a:lnTo>
                      <a:pt x="1252543" y="1386600"/>
                    </a:lnTo>
                    <a:lnTo>
                      <a:pt x="1252543" y="1391779"/>
                    </a:lnTo>
                    <a:lnTo>
                      <a:pt x="1250098" y="1391779"/>
                    </a:lnTo>
                    <a:lnTo>
                      <a:pt x="1250098" y="1389333"/>
                    </a:lnTo>
                    <a:lnTo>
                      <a:pt x="1237153" y="1389333"/>
                    </a:lnTo>
                    <a:lnTo>
                      <a:pt x="1237153" y="1391779"/>
                    </a:lnTo>
                    <a:lnTo>
                      <a:pt x="1232118" y="1391779"/>
                    </a:lnTo>
                    <a:lnTo>
                      <a:pt x="1232118" y="1389333"/>
                    </a:lnTo>
                    <a:lnTo>
                      <a:pt x="1214138" y="1389333"/>
                    </a:lnTo>
                    <a:lnTo>
                      <a:pt x="1214138" y="1386600"/>
                    </a:lnTo>
                    <a:lnTo>
                      <a:pt x="1211693" y="1386600"/>
                    </a:lnTo>
                    <a:lnTo>
                      <a:pt x="1211693" y="1379121"/>
                    </a:lnTo>
                    <a:lnTo>
                      <a:pt x="1214138" y="1379121"/>
                    </a:lnTo>
                    <a:lnTo>
                      <a:pt x="1214138" y="1376388"/>
                    </a:lnTo>
                    <a:lnTo>
                      <a:pt x="1216727" y="1376388"/>
                    </a:lnTo>
                    <a:lnTo>
                      <a:pt x="1216727" y="1368908"/>
                    </a:lnTo>
                    <a:lnTo>
                      <a:pt x="1219460" y="1368908"/>
                    </a:lnTo>
                    <a:lnTo>
                      <a:pt x="1219460" y="1363730"/>
                    </a:lnTo>
                    <a:lnTo>
                      <a:pt x="1221905" y="1363730"/>
                    </a:lnTo>
                    <a:lnTo>
                      <a:pt x="1221905" y="1353518"/>
                    </a:lnTo>
                    <a:lnTo>
                      <a:pt x="1224351" y="1353518"/>
                    </a:lnTo>
                    <a:lnTo>
                      <a:pt x="1224351" y="1348483"/>
                    </a:lnTo>
                    <a:lnTo>
                      <a:pt x="1229673" y="1348483"/>
                    </a:lnTo>
                    <a:lnTo>
                      <a:pt x="1229673" y="1343305"/>
                    </a:lnTo>
                    <a:lnTo>
                      <a:pt x="1237153" y="1343305"/>
                    </a:lnTo>
                    <a:lnTo>
                      <a:pt x="1237153" y="1340860"/>
                    </a:lnTo>
                    <a:lnTo>
                      <a:pt x="1239885" y="1340860"/>
                    </a:lnTo>
                    <a:lnTo>
                      <a:pt x="1239885" y="1343305"/>
                    </a:lnTo>
                    <a:lnTo>
                      <a:pt x="1242331" y="1343305"/>
                    </a:lnTo>
                    <a:lnTo>
                      <a:pt x="1242331" y="1338271"/>
                    </a:lnTo>
                    <a:lnTo>
                      <a:pt x="1244776" y="1338271"/>
                    </a:lnTo>
                    <a:lnTo>
                      <a:pt x="1244776" y="1333236"/>
                    </a:lnTo>
                    <a:lnTo>
                      <a:pt x="1247365" y="1333236"/>
                    </a:lnTo>
                    <a:lnTo>
                      <a:pt x="1247365" y="1328202"/>
                    </a:lnTo>
                    <a:lnTo>
                      <a:pt x="1250098" y="1328202"/>
                    </a:lnTo>
                    <a:lnTo>
                      <a:pt x="1250098" y="1325469"/>
                    </a:lnTo>
                    <a:lnTo>
                      <a:pt x="1252543" y="1325469"/>
                    </a:lnTo>
                    <a:lnTo>
                      <a:pt x="1252543" y="1323024"/>
                    </a:lnTo>
                    <a:lnTo>
                      <a:pt x="1254988" y="1320579"/>
                    </a:lnTo>
                    <a:lnTo>
                      <a:pt x="1254988" y="1318853"/>
                    </a:lnTo>
                    <a:lnTo>
                      <a:pt x="1262756" y="1318853"/>
                    </a:lnTo>
                    <a:lnTo>
                      <a:pt x="1262756" y="1316120"/>
                    </a:lnTo>
                    <a:lnTo>
                      <a:pt x="1265201" y="1316120"/>
                    </a:lnTo>
                    <a:lnTo>
                      <a:pt x="1265201" y="1313675"/>
                    </a:lnTo>
                    <a:lnTo>
                      <a:pt x="1272968" y="1313675"/>
                    </a:lnTo>
                    <a:lnTo>
                      <a:pt x="1272968" y="1311229"/>
                    </a:lnTo>
                    <a:lnTo>
                      <a:pt x="1275413" y="1311229"/>
                    </a:lnTo>
                    <a:lnTo>
                      <a:pt x="1275413" y="1308640"/>
                    </a:lnTo>
                    <a:lnTo>
                      <a:pt x="1285626" y="1308640"/>
                    </a:lnTo>
                    <a:lnTo>
                      <a:pt x="1285626" y="1306195"/>
                    </a:lnTo>
                    <a:lnTo>
                      <a:pt x="1288071" y="1306195"/>
                    </a:lnTo>
                    <a:lnTo>
                      <a:pt x="1288071" y="1303462"/>
                    </a:lnTo>
                    <a:lnTo>
                      <a:pt x="1298284" y="1303462"/>
                    </a:lnTo>
                    <a:lnTo>
                      <a:pt x="1298284" y="1301017"/>
                    </a:lnTo>
                    <a:lnTo>
                      <a:pt x="1303606" y="1301017"/>
                    </a:lnTo>
                    <a:lnTo>
                      <a:pt x="1303606" y="1298571"/>
                    </a:lnTo>
                    <a:lnTo>
                      <a:pt x="1308496" y="1298571"/>
                    </a:lnTo>
                    <a:lnTo>
                      <a:pt x="1308496" y="1295982"/>
                    </a:lnTo>
                    <a:lnTo>
                      <a:pt x="1313818" y="1295982"/>
                    </a:lnTo>
                    <a:lnTo>
                      <a:pt x="1313818" y="1293249"/>
                    </a:lnTo>
                    <a:lnTo>
                      <a:pt x="1321298" y="1293249"/>
                    </a:lnTo>
                    <a:lnTo>
                      <a:pt x="1321298" y="1290085"/>
                    </a:lnTo>
                    <a:lnTo>
                      <a:pt x="1328921" y="1290085"/>
                    </a:lnTo>
                    <a:lnTo>
                      <a:pt x="1328921" y="1287639"/>
                    </a:lnTo>
                    <a:lnTo>
                      <a:pt x="1336688" y="1287639"/>
                    </a:lnTo>
                    <a:lnTo>
                      <a:pt x="1336688" y="1285051"/>
                    </a:lnTo>
                    <a:lnTo>
                      <a:pt x="1341579" y="1285051"/>
                    </a:lnTo>
                    <a:lnTo>
                      <a:pt x="1341579" y="1282318"/>
                    </a:lnTo>
                    <a:lnTo>
                      <a:pt x="1346901" y="1282318"/>
                    </a:lnTo>
                    <a:lnTo>
                      <a:pt x="1346901" y="1279873"/>
                    </a:lnTo>
                    <a:lnTo>
                      <a:pt x="1351791" y="1279873"/>
                    </a:lnTo>
                    <a:lnTo>
                      <a:pt x="1351791" y="1277427"/>
                    </a:lnTo>
                    <a:lnTo>
                      <a:pt x="1353805" y="1277427"/>
                    </a:lnTo>
                    <a:lnTo>
                      <a:pt x="1353805" y="1279873"/>
                    </a:lnTo>
                    <a:lnTo>
                      <a:pt x="1356538" y="1279873"/>
                    </a:lnTo>
                    <a:lnTo>
                      <a:pt x="1358983" y="1277427"/>
                    </a:lnTo>
                    <a:lnTo>
                      <a:pt x="1358983" y="1274838"/>
                    </a:lnTo>
                    <a:lnTo>
                      <a:pt x="1361429" y="1274838"/>
                    </a:lnTo>
                    <a:lnTo>
                      <a:pt x="1361429" y="1272105"/>
                    </a:lnTo>
                    <a:lnTo>
                      <a:pt x="1364018" y="1272105"/>
                    </a:lnTo>
                    <a:lnTo>
                      <a:pt x="1364018" y="1274838"/>
                    </a:lnTo>
                    <a:lnTo>
                      <a:pt x="1369196" y="1274838"/>
                    </a:lnTo>
                    <a:lnTo>
                      <a:pt x="1369196" y="1277427"/>
                    </a:lnTo>
                    <a:lnTo>
                      <a:pt x="1366751" y="1274838"/>
                    </a:lnTo>
                    <a:lnTo>
                      <a:pt x="1366751" y="1277427"/>
                    </a:lnTo>
                    <a:lnTo>
                      <a:pt x="1369196" y="1279873"/>
                    </a:lnTo>
                    <a:lnTo>
                      <a:pt x="1374230" y="1279873"/>
                    </a:lnTo>
                    <a:lnTo>
                      <a:pt x="1374230" y="1282318"/>
                    </a:lnTo>
                    <a:lnTo>
                      <a:pt x="1376963" y="1282318"/>
                    </a:lnTo>
                    <a:lnTo>
                      <a:pt x="1376963" y="1279873"/>
                    </a:lnTo>
                    <a:lnTo>
                      <a:pt x="1382573" y="1279873"/>
                    </a:lnTo>
                    <a:lnTo>
                      <a:pt x="1385162" y="1277427"/>
                    </a:lnTo>
                    <a:lnTo>
                      <a:pt x="1387895" y="1277427"/>
                    </a:lnTo>
                    <a:lnTo>
                      <a:pt x="1387895" y="1274838"/>
                    </a:lnTo>
                    <a:lnTo>
                      <a:pt x="1392785" y="1274838"/>
                    </a:lnTo>
                    <a:lnTo>
                      <a:pt x="1392785" y="1279873"/>
                    </a:lnTo>
                    <a:lnTo>
                      <a:pt x="1390340" y="1279873"/>
                    </a:lnTo>
                    <a:lnTo>
                      <a:pt x="1390340" y="1282318"/>
                    </a:lnTo>
                    <a:lnTo>
                      <a:pt x="1395375" y="1282318"/>
                    </a:lnTo>
                    <a:lnTo>
                      <a:pt x="1395375" y="1285051"/>
                    </a:lnTo>
                    <a:lnTo>
                      <a:pt x="1398107" y="1285051"/>
                    </a:lnTo>
                    <a:lnTo>
                      <a:pt x="1400553" y="1282318"/>
                    </a:lnTo>
                    <a:lnTo>
                      <a:pt x="1400553" y="1285051"/>
                    </a:lnTo>
                    <a:lnTo>
                      <a:pt x="1405587" y="1285051"/>
                    </a:lnTo>
                    <a:lnTo>
                      <a:pt x="1405587" y="1282318"/>
                    </a:lnTo>
                    <a:lnTo>
                      <a:pt x="1408320" y="1282318"/>
                    </a:lnTo>
                    <a:lnTo>
                      <a:pt x="1408320" y="1279873"/>
                    </a:lnTo>
                    <a:lnTo>
                      <a:pt x="1410765" y="1279873"/>
                    </a:lnTo>
                    <a:lnTo>
                      <a:pt x="1413210" y="1277427"/>
                    </a:lnTo>
                    <a:lnTo>
                      <a:pt x="1415799" y="1277427"/>
                    </a:lnTo>
                    <a:lnTo>
                      <a:pt x="1415799" y="1274838"/>
                    </a:lnTo>
                    <a:lnTo>
                      <a:pt x="1418532" y="1274838"/>
                    </a:lnTo>
                    <a:lnTo>
                      <a:pt x="1418532" y="1272105"/>
                    </a:lnTo>
                    <a:lnTo>
                      <a:pt x="1410765" y="1272105"/>
                    </a:lnTo>
                    <a:lnTo>
                      <a:pt x="1410765" y="1274838"/>
                    </a:lnTo>
                    <a:lnTo>
                      <a:pt x="1408320" y="1272105"/>
                    </a:lnTo>
                    <a:lnTo>
                      <a:pt x="1410765" y="1272105"/>
                    </a:lnTo>
                    <a:lnTo>
                      <a:pt x="1410765" y="1267215"/>
                    </a:lnTo>
                    <a:lnTo>
                      <a:pt x="1413210" y="1264626"/>
                    </a:lnTo>
                    <a:lnTo>
                      <a:pt x="1415799" y="1264626"/>
                    </a:lnTo>
                    <a:lnTo>
                      <a:pt x="1415799" y="1261317"/>
                    </a:lnTo>
                    <a:lnTo>
                      <a:pt x="1418532" y="1261317"/>
                    </a:lnTo>
                    <a:lnTo>
                      <a:pt x="1418532" y="1256427"/>
                    </a:lnTo>
                    <a:lnTo>
                      <a:pt x="1420978" y="1256427"/>
                    </a:lnTo>
                    <a:lnTo>
                      <a:pt x="1420978" y="1251105"/>
                    </a:lnTo>
                    <a:lnTo>
                      <a:pt x="1418532" y="1251105"/>
                    </a:lnTo>
                    <a:lnTo>
                      <a:pt x="1418532" y="1253838"/>
                    </a:lnTo>
                    <a:lnTo>
                      <a:pt x="1415799" y="1253838"/>
                    </a:lnTo>
                    <a:lnTo>
                      <a:pt x="1415799" y="1258872"/>
                    </a:lnTo>
                    <a:lnTo>
                      <a:pt x="1413210" y="1258872"/>
                    </a:lnTo>
                    <a:lnTo>
                      <a:pt x="1413210" y="1253838"/>
                    </a:lnTo>
                    <a:lnTo>
                      <a:pt x="1415799" y="1253838"/>
                    </a:lnTo>
                    <a:lnTo>
                      <a:pt x="1415799" y="1251105"/>
                    </a:lnTo>
                    <a:lnTo>
                      <a:pt x="1418532" y="1251105"/>
                    </a:lnTo>
                    <a:lnTo>
                      <a:pt x="1418532" y="1248659"/>
                    </a:lnTo>
                    <a:lnTo>
                      <a:pt x="1420978" y="1246214"/>
                    </a:lnTo>
                    <a:lnTo>
                      <a:pt x="1423423" y="1246214"/>
                    </a:lnTo>
                    <a:lnTo>
                      <a:pt x="1423423" y="1243625"/>
                    </a:lnTo>
                    <a:lnTo>
                      <a:pt x="1425724" y="1243625"/>
                    </a:lnTo>
                    <a:lnTo>
                      <a:pt x="1425724" y="1240892"/>
                    </a:lnTo>
                    <a:lnTo>
                      <a:pt x="1428313" y="1240892"/>
                    </a:lnTo>
                    <a:lnTo>
                      <a:pt x="1428313" y="1238447"/>
                    </a:lnTo>
                    <a:lnTo>
                      <a:pt x="1431046" y="1238447"/>
                    </a:lnTo>
                    <a:lnTo>
                      <a:pt x="1431046" y="1236002"/>
                    </a:lnTo>
                    <a:lnTo>
                      <a:pt x="1438526" y="1236002"/>
                    </a:lnTo>
                    <a:lnTo>
                      <a:pt x="1441259" y="1240892"/>
                    </a:lnTo>
                    <a:lnTo>
                      <a:pt x="1443704" y="1243625"/>
                    </a:lnTo>
                    <a:lnTo>
                      <a:pt x="1446150" y="1243625"/>
                    </a:lnTo>
                    <a:lnTo>
                      <a:pt x="1448739" y="1240892"/>
                    </a:lnTo>
                    <a:lnTo>
                      <a:pt x="1448739" y="1243625"/>
                    </a:lnTo>
                    <a:lnTo>
                      <a:pt x="1451471" y="1243625"/>
                    </a:lnTo>
                    <a:lnTo>
                      <a:pt x="1451471" y="1246933"/>
                    </a:lnTo>
                    <a:lnTo>
                      <a:pt x="1453916" y="1244344"/>
                    </a:lnTo>
                    <a:lnTo>
                      <a:pt x="1456362" y="1241612"/>
                    </a:lnTo>
                    <a:lnTo>
                      <a:pt x="1456362" y="1236721"/>
                    </a:lnTo>
                    <a:lnTo>
                      <a:pt x="1458951" y="1236721"/>
                    </a:lnTo>
                    <a:lnTo>
                      <a:pt x="1458951" y="1234132"/>
                    </a:lnTo>
                    <a:lnTo>
                      <a:pt x="1461684" y="1231399"/>
                    </a:lnTo>
                    <a:lnTo>
                      <a:pt x="1466574" y="1231399"/>
                    </a:lnTo>
                    <a:lnTo>
                      <a:pt x="1466574" y="1228954"/>
                    </a:lnTo>
                    <a:lnTo>
                      <a:pt x="1469163" y="1226508"/>
                    </a:lnTo>
                    <a:lnTo>
                      <a:pt x="1469163" y="1223919"/>
                    </a:lnTo>
                    <a:lnTo>
                      <a:pt x="1466574" y="1223919"/>
                    </a:lnTo>
                    <a:lnTo>
                      <a:pt x="1466574" y="1221474"/>
                    </a:lnTo>
                    <a:lnTo>
                      <a:pt x="1471896" y="1221474"/>
                    </a:lnTo>
                    <a:lnTo>
                      <a:pt x="1471896" y="1218166"/>
                    </a:lnTo>
                    <a:lnTo>
                      <a:pt x="1474342" y="1215720"/>
                    </a:lnTo>
                    <a:lnTo>
                      <a:pt x="1476787" y="1213275"/>
                    </a:lnTo>
                    <a:lnTo>
                      <a:pt x="1479376" y="1213275"/>
                    </a:lnTo>
                    <a:lnTo>
                      <a:pt x="1482109" y="1210686"/>
                    </a:lnTo>
                    <a:lnTo>
                      <a:pt x="1484554" y="1207953"/>
                    </a:lnTo>
                    <a:lnTo>
                      <a:pt x="1484554" y="1205508"/>
                    </a:lnTo>
                    <a:lnTo>
                      <a:pt x="1487000" y="1205508"/>
                    </a:lnTo>
                    <a:lnTo>
                      <a:pt x="1487000" y="1203782"/>
                    </a:lnTo>
                    <a:lnTo>
                      <a:pt x="1489589" y="1203782"/>
                    </a:lnTo>
                    <a:lnTo>
                      <a:pt x="1489589" y="1193570"/>
                    </a:lnTo>
                    <a:lnTo>
                      <a:pt x="1492321" y="1190980"/>
                    </a:lnTo>
                    <a:lnTo>
                      <a:pt x="1492321" y="1188248"/>
                    </a:lnTo>
                    <a:lnTo>
                      <a:pt x="1494766" y="1188248"/>
                    </a:lnTo>
                    <a:lnTo>
                      <a:pt x="1494766" y="1183357"/>
                    </a:lnTo>
                    <a:lnTo>
                      <a:pt x="1497643" y="1183357"/>
                    </a:lnTo>
                    <a:lnTo>
                      <a:pt x="1497643" y="1180768"/>
                    </a:lnTo>
                    <a:lnTo>
                      <a:pt x="1500232" y="1178035"/>
                    </a:lnTo>
                    <a:lnTo>
                      <a:pt x="1500232" y="1175014"/>
                    </a:lnTo>
                    <a:lnTo>
                      <a:pt x="1502678" y="1175014"/>
                    </a:lnTo>
                    <a:lnTo>
                      <a:pt x="1502678" y="1172569"/>
                    </a:lnTo>
                    <a:lnTo>
                      <a:pt x="1505411" y="1169980"/>
                    </a:lnTo>
                    <a:lnTo>
                      <a:pt x="1505411" y="1167247"/>
                    </a:lnTo>
                    <a:lnTo>
                      <a:pt x="1507856" y="1164802"/>
                    </a:lnTo>
                    <a:lnTo>
                      <a:pt x="1507856" y="1162357"/>
                    </a:lnTo>
                    <a:lnTo>
                      <a:pt x="1510301" y="1162357"/>
                    </a:lnTo>
                    <a:lnTo>
                      <a:pt x="1510301" y="1160631"/>
                    </a:lnTo>
                    <a:lnTo>
                      <a:pt x="1512890" y="1157898"/>
                    </a:lnTo>
                    <a:lnTo>
                      <a:pt x="1515623" y="1155453"/>
                    </a:lnTo>
                    <a:lnTo>
                      <a:pt x="1515623" y="1153007"/>
                    </a:lnTo>
                    <a:lnTo>
                      <a:pt x="1518069" y="1153007"/>
                    </a:lnTo>
                    <a:lnTo>
                      <a:pt x="1518069" y="1147685"/>
                    </a:lnTo>
                    <a:lnTo>
                      <a:pt x="1520514" y="1147685"/>
                    </a:lnTo>
                    <a:lnTo>
                      <a:pt x="1520514" y="1145240"/>
                    </a:lnTo>
                    <a:lnTo>
                      <a:pt x="1523103" y="1145240"/>
                    </a:lnTo>
                    <a:lnTo>
                      <a:pt x="1523103" y="1142795"/>
                    </a:lnTo>
                    <a:lnTo>
                      <a:pt x="1525836" y="1142795"/>
                    </a:lnTo>
                    <a:lnTo>
                      <a:pt x="1528281" y="1140205"/>
                    </a:lnTo>
                    <a:lnTo>
                      <a:pt x="1528281" y="1137473"/>
                    </a:lnTo>
                    <a:lnTo>
                      <a:pt x="1530726" y="1137473"/>
                    </a:lnTo>
                    <a:lnTo>
                      <a:pt x="1530726" y="1135027"/>
                    </a:lnTo>
                    <a:lnTo>
                      <a:pt x="1536048" y="1135027"/>
                    </a:lnTo>
                    <a:lnTo>
                      <a:pt x="1536048" y="1131863"/>
                    </a:lnTo>
                    <a:lnTo>
                      <a:pt x="1538493" y="1129417"/>
                    </a:lnTo>
                    <a:lnTo>
                      <a:pt x="1538493" y="1126828"/>
                    </a:lnTo>
                    <a:lnTo>
                      <a:pt x="1543528" y="1126828"/>
                    </a:lnTo>
                    <a:lnTo>
                      <a:pt x="1543528" y="1124096"/>
                    </a:lnTo>
                    <a:lnTo>
                      <a:pt x="1548706" y="1124096"/>
                    </a:lnTo>
                    <a:lnTo>
                      <a:pt x="1548706" y="1121651"/>
                    </a:lnTo>
                    <a:lnTo>
                      <a:pt x="1558919" y="1121651"/>
                    </a:lnTo>
                    <a:lnTo>
                      <a:pt x="1558919" y="1119205"/>
                    </a:lnTo>
                    <a:lnTo>
                      <a:pt x="1561364" y="1119205"/>
                    </a:lnTo>
                    <a:lnTo>
                      <a:pt x="1566686" y="1113883"/>
                    </a:lnTo>
                    <a:lnTo>
                      <a:pt x="1569131" y="1113883"/>
                    </a:lnTo>
                    <a:lnTo>
                      <a:pt x="1569131" y="1111438"/>
                    </a:lnTo>
                    <a:lnTo>
                      <a:pt x="1571576" y="1111438"/>
                    </a:lnTo>
                    <a:lnTo>
                      <a:pt x="1574165" y="1108993"/>
                    </a:lnTo>
                    <a:lnTo>
                      <a:pt x="1576610" y="1101225"/>
                    </a:lnTo>
                    <a:lnTo>
                      <a:pt x="1581789" y="1093458"/>
                    </a:lnTo>
                    <a:close/>
                    <a:moveTo>
                      <a:pt x="1099068" y="1098924"/>
                    </a:moveTo>
                    <a:lnTo>
                      <a:pt x="1099068" y="1096335"/>
                    </a:lnTo>
                    <a:lnTo>
                      <a:pt x="1101801" y="1098924"/>
                    </a:lnTo>
                    <a:close/>
                    <a:moveTo>
                      <a:pt x="1104390" y="1106547"/>
                    </a:moveTo>
                    <a:lnTo>
                      <a:pt x="1101801" y="1106547"/>
                    </a:lnTo>
                    <a:lnTo>
                      <a:pt x="1101801" y="1103814"/>
                    </a:lnTo>
                    <a:lnTo>
                      <a:pt x="1104390" y="1103814"/>
                    </a:lnTo>
                    <a:close/>
                    <a:moveTo>
                      <a:pt x="1112013" y="1096335"/>
                    </a:moveTo>
                    <a:lnTo>
                      <a:pt x="1112013" y="1098924"/>
                    </a:lnTo>
                    <a:lnTo>
                      <a:pt x="1109280" y="1098924"/>
                    </a:lnTo>
                    <a:close/>
                    <a:moveTo>
                      <a:pt x="1119493" y="1103814"/>
                    </a:moveTo>
                    <a:lnTo>
                      <a:pt x="1109280" y="1103814"/>
                    </a:lnTo>
                    <a:lnTo>
                      <a:pt x="1109280" y="1101369"/>
                    </a:lnTo>
                    <a:lnTo>
                      <a:pt x="1117047" y="1101369"/>
                    </a:lnTo>
                    <a:lnTo>
                      <a:pt x="1117047" y="1103814"/>
                    </a:lnTo>
                    <a:lnTo>
                      <a:pt x="1119493" y="1101369"/>
                    </a:lnTo>
                    <a:lnTo>
                      <a:pt x="1122226" y="1098924"/>
                    </a:lnTo>
                    <a:close/>
                    <a:moveTo>
                      <a:pt x="1127260" y="1098924"/>
                    </a:moveTo>
                    <a:lnTo>
                      <a:pt x="1124815" y="1098924"/>
                    </a:lnTo>
                    <a:lnTo>
                      <a:pt x="1124815" y="1096335"/>
                    </a:lnTo>
                    <a:lnTo>
                      <a:pt x="1127260" y="1096335"/>
                    </a:lnTo>
                    <a:close/>
                    <a:moveTo>
                      <a:pt x="1402567" y="1246933"/>
                    </a:moveTo>
                    <a:lnTo>
                      <a:pt x="1405156" y="1246933"/>
                    </a:lnTo>
                    <a:lnTo>
                      <a:pt x="1405156" y="1244344"/>
                    </a:lnTo>
                    <a:lnTo>
                      <a:pt x="1407889" y="1244344"/>
                    </a:lnTo>
                    <a:lnTo>
                      <a:pt x="1407889" y="1246933"/>
                    </a:lnTo>
                    <a:lnTo>
                      <a:pt x="1405156" y="1246933"/>
                    </a:lnTo>
                    <a:lnTo>
                      <a:pt x="1402567" y="1249379"/>
                    </a:lnTo>
                    <a:close/>
                    <a:moveTo>
                      <a:pt x="1410334" y="1262036"/>
                    </a:moveTo>
                    <a:lnTo>
                      <a:pt x="1407889" y="1262036"/>
                    </a:lnTo>
                    <a:lnTo>
                      <a:pt x="1407889" y="1259591"/>
                    </a:lnTo>
                    <a:lnTo>
                      <a:pt x="1405156" y="1262036"/>
                    </a:lnTo>
                    <a:lnTo>
                      <a:pt x="1402567" y="1262036"/>
                    </a:lnTo>
                    <a:lnTo>
                      <a:pt x="1402567" y="1264769"/>
                    </a:lnTo>
                    <a:lnTo>
                      <a:pt x="1400121" y="1264769"/>
                    </a:lnTo>
                    <a:lnTo>
                      <a:pt x="1400121" y="1261317"/>
                    </a:lnTo>
                    <a:lnTo>
                      <a:pt x="1402567" y="1258872"/>
                    </a:lnTo>
                    <a:lnTo>
                      <a:pt x="1410334" y="1258872"/>
                    </a:lnTo>
                    <a:close/>
                  </a:path>
                </a:pathLst>
              </a:custGeom>
              <a:grpFill/>
              <a:ln w="3594" cap="rnd">
                <a:solidFill>
                  <a:srgbClr val="FFFFFF"/>
                </a:solidFill>
                <a:prstDash val="solid"/>
                <a:round/>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77" name="Freeform: Shape 34">
                <a:extLst>
                  <a:ext uri="{FF2B5EF4-FFF2-40B4-BE49-F238E27FC236}">
                    <a16:creationId xmlns:a16="http://schemas.microsoft.com/office/drawing/2014/main" id="{3D966002-11AE-4E69-E6B9-533CE9674F8A}"/>
                  </a:ext>
                </a:extLst>
              </p:cNvPr>
              <p:cNvSpPr/>
              <p:nvPr/>
            </p:nvSpPr>
            <p:spPr>
              <a:xfrm>
                <a:off x="6723316" y="4687027"/>
                <a:ext cx="124851" cy="48329"/>
              </a:xfrm>
              <a:custGeom>
                <a:avLst/>
                <a:gdLst>
                  <a:gd name="connsiteX0" fmla="*/ 68611 w 124851"/>
                  <a:gd name="connsiteY0" fmla="*/ 38117 h 48329"/>
                  <a:gd name="connsiteX1" fmla="*/ 71344 w 124851"/>
                  <a:gd name="connsiteY1" fmla="*/ 38117 h 48329"/>
                  <a:gd name="connsiteX2" fmla="*/ 73933 w 124851"/>
                  <a:gd name="connsiteY2" fmla="*/ 38117 h 48329"/>
                  <a:gd name="connsiteX3" fmla="*/ 76378 w 124851"/>
                  <a:gd name="connsiteY3" fmla="*/ 38117 h 48329"/>
                  <a:gd name="connsiteX4" fmla="*/ 76378 w 124851"/>
                  <a:gd name="connsiteY4" fmla="*/ 40562 h 48329"/>
                  <a:gd name="connsiteX5" fmla="*/ 78823 w 124851"/>
                  <a:gd name="connsiteY5" fmla="*/ 40562 h 48329"/>
                  <a:gd name="connsiteX6" fmla="*/ 81269 w 124851"/>
                  <a:gd name="connsiteY6" fmla="*/ 40562 h 48329"/>
                  <a:gd name="connsiteX7" fmla="*/ 81269 w 124851"/>
                  <a:gd name="connsiteY7" fmla="*/ 43295 h 48329"/>
                  <a:gd name="connsiteX8" fmla="*/ 84145 w 124851"/>
                  <a:gd name="connsiteY8" fmla="*/ 43295 h 48329"/>
                  <a:gd name="connsiteX9" fmla="*/ 86590 w 124851"/>
                  <a:gd name="connsiteY9" fmla="*/ 43295 h 48329"/>
                  <a:gd name="connsiteX10" fmla="*/ 89036 w 124851"/>
                  <a:gd name="connsiteY10" fmla="*/ 43295 h 48329"/>
                  <a:gd name="connsiteX11" fmla="*/ 89036 w 124851"/>
                  <a:gd name="connsiteY11" fmla="*/ 45884 h 48329"/>
                  <a:gd name="connsiteX12" fmla="*/ 91625 w 124851"/>
                  <a:gd name="connsiteY12" fmla="*/ 45884 h 48329"/>
                  <a:gd name="connsiteX13" fmla="*/ 91625 w 124851"/>
                  <a:gd name="connsiteY13" fmla="*/ 48329 h 48329"/>
                  <a:gd name="connsiteX14" fmla="*/ 94358 w 124851"/>
                  <a:gd name="connsiteY14" fmla="*/ 48329 h 48329"/>
                  <a:gd name="connsiteX15" fmla="*/ 96803 w 124851"/>
                  <a:gd name="connsiteY15" fmla="*/ 45884 h 48329"/>
                  <a:gd name="connsiteX16" fmla="*/ 96803 w 124851"/>
                  <a:gd name="connsiteY16" fmla="*/ 43295 h 48329"/>
                  <a:gd name="connsiteX17" fmla="*/ 99248 w 124851"/>
                  <a:gd name="connsiteY17" fmla="*/ 43295 h 48329"/>
                  <a:gd name="connsiteX18" fmla="*/ 101837 w 124851"/>
                  <a:gd name="connsiteY18" fmla="*/ 40562 h 48329"/>
                  <a:gd name="connsiteX19" fmla="*/ 101837 w 124851"/>
                  <a:gd name="connsiteY19" fmla="*/ 43295 h 48329"/>
                  <a:gd name="connsiteX20" fmla="*/ 104570 w 124851"/>
                  <a:gd name="connsiteY20" fmla="*/ 43295 h 48329"/>
                  <a:gd name="connsiteX21" fmla="*/ 104570 w 124851"/>
                  <a:gd name="connsiteY21" fmla="*/ 40562 h 48329"/>
                  <a:gd name="connsiteX22" fmla="*/ 104570 w 124851"/>
                  <a:gd name="connsiteY22" fmla="*/ 38117 h 48329"/>
                  <a:gd name="connsiteX23" fmla="*/ 104570 w 124851"/>
                  <a:gd name="connsiteY23" fmla="*/ 35672 h 48329"/>
                  <a:gd name="connsiteX24" fmla="*/ 107016 w 124851"/>
                  <a:gd name="connsiteY24" fmla="*/ 35672 h 48329"/>
                  <a:gd name="connsiteX25" fmla="*/ 107016 w 124851"/>
                  <a:gd name="connsiteY25" fmla="*/ 33083 h 48329"/>
                  <a:gd name="connsiteX26" fmla="*/ 109461 w 124851"/>
                  <a:gd name="connsiteY26" fmla="*/ 33083 h 48329"/>
                  <a:gd name="connsiteX27" fmla="*/ 109461 w 124851"/>
                  <a:gd name="connsiteY27" fmla="*/ 30350 h 48329"/>
                  <a:gd name="connsiteX28" fmla="*/ 111906 w 124851"/>
                  <a:gd name="connsiteY28" fmla="*/ 30350 h 48329"/>
                  <a:gd name="connsiteX29" fmla="*/ 114639 w 124851"/>
                  <a:gd name="connsiteY29" fmla="*/ 30350 h 48329"/>
                  <a:gd name="connsiteX30" fmla="*/ 114639 w 124851"/>
                  <a:gd name="connsiteY30" fmla="*/ 33083 h 48329"/>
                  <a:gd name="connsiteX31" fmla="*/ 111906 w 124851"/>
                  <a:gd name="connsiteY31" fmla="*/ 33083 h 48329"/>
                  <a:gd name="connsiteX32" fmla="*/ 111906 w 124851"/>
                  <a:gd name="connsiteY32" fmla="*/ 35672 h 48329"/>
                  <a:gd name="connsiteX33" fmla="*/ 109461 w 124851"/>
                  <a:gd name="connsiteY33" fmla="*/ 35672 h 48329"/>
                  <a:gd name="connsiteX34" fmla="*/ 109461 w 124851"/>
                  <a:gd name="connsiteY34" fmla="*/ 38117 h 48329"/>
                  <a:gd name="connsiteX35" fmla="*/ 107016 w 124851"/>
                  <a:gd name="connsiteY35" fmla="*/ 38117 h 48329"/>
                  <a:gd name="connsiteX36" fmla="*/ 107016 w 124851"/>
                  <a:gd name="connsiteY36" fmla="*/ 40562 h 48329"/>
                  <a:gd name="connsiteX37" fmla="*/ 107016 w 124851"/>
                  <a:gd name="connsiteY37" fmla="*/ 43295 h 48329"/>
                  <a:gd name="connsiteX38" fmla="*/ 104570 w 124851"/>
                  <a:gd name="connsiteY38" fmla="*/ 43295 h 48329"/>
                  <a:gd name="connsiteX39" fmla="*/ 104570 w 124851"/>
                  <a:gd name="connsiteY39" fmla="*/ 45884 h 48329"/>
                  <a:gd name="connsiteX40" fmla="*/ 104570 w 124851"/>
                  <a:gd name="connsiteY40" fmla="*/ 48329 h 48329"/>
                  <a:gd name="connsiteX41" fmla="*/ 107016 w 124851"/>
                  <a:gd name="connsiteY41" fmla="*/ 48329 h 48329"/>
                  <a:gd name="connsiteX42" fmla="*/ 109461 w 124851"/>
                  <a:gd name="connsiteY42" fmla="*/ 48329 h 48329"/>
                  <a:gd name="connsiteX43" fmla="*/ 111906 w 124851"/>
                  <a:gd name="connsiteY43" fmla="*/ 48329 h 48329"/>
                  <a:gd name="connsiteX44" fmla="*/ 114639 w 124851"/>
                  <a:gd name="connsiteY44" fmla="*/ 48329 h 48329"/>
                  <a:gd name="connsiteX45" fmla="*/ 114639 w 124851"/>
                  <a:gd name="connsiteY45" fmla="*/ 45884 h 48329"/>
                  <a:gd name="connsiteX46" fmla="*/ 114639 w 124851"/>
                  <a:gd name="connsiteY46" fmla="*/ 43295 h 48329"/>
                  <a:gd name="connsiteX47" fmla="*/ 117228 w 124851"/>
                  <a:gd name="connsiteY47" fmla="*/ 40562 h 48329"/>
                  <a:gd name="connsiteX48" fmla="*/ 117228 w 124851"/>
                  <a:gd name="connsiteY48" fmla="*/ 38117 h 48329"/>
                  <a:gd name="connsiteX49" fmla="*/ 119673 w 124851"/>
                  <a:gd name="connsiteY49" fmla="*/ 38117 h 48329"/>
                  <a:gd name="connsiteX50" fmla="*/ 119673 w 124851"/>
                  <a:gd name="connsiteY50" fmla="*/ 35672 h 48329"/>
                  <a:gd name="connsiteX51" fmla="*/ 119673 w 124851"/>
                  <a:gd name="connsiteY51" fmla="*/ 33083 h 48329"/>
                  <a:gd name="connsiteX52" fmla="*/ 119673 w 124851"/>
                  <a:gd name="connsiteY52" fmla="*/ 30350 h 48329"/>
                  <a:gd name="connsiteX53" fmla="*/ 122119 w 124851"/>
                  <a:gd name="connsiteY53" fmla="*/ 30350 h 48329"/>
                  <a:gd name="connsiteX54" fmla="*/ 122119 w 124851"/>
                  <a:gd name="connsiteY54" fmla="*/ 27905 h 48329"/>
                  <a:gd name="connsiteX55" fmla="*/ 119673 w 124851"/>
                  <a:gd name="connsiteY55" fmla="*/ 27905 h 48329"/>
                  <a:gd name="connsiteX56" fmla="*/ 119673 w 124851"/>
                  <a:gd name="connsiteY56" fmla="*/ 25459 h 48329"/>
                  <a:gd name="connsiteX57" fmla="*/ 122119 w 124851"/>
                  <a:gd name="connsiteY57" fmla="*/ 25459 h 48329"/>
                  <a:gd name="connsiteX58" fmla="*/ 124851 w 124851"/>
                  <a:gd name="connsiteY58" fmla="*/ 25459 h 48329"/>
                  <a:gd name="connsiteX59" fmla="*/ 124851 w 124851"/>
                  <a:gd name="connsiteY59" fmla="*/ 22870 h 48329"/>
                  <a:gd name="connsiteX60" fmla="*/ 124851 w 124851"/>
                  <a:gd name="connsiteY60" fmla="*/ 20137 h 48329"/>
                  <a:gd name="connsiteX61" fmla="*/ 124851 w 124851"/>
                  <a:gd name="connsiteY61" fmla="*/ 17692 h 48329"/>
                  <a:gd name="connsiteX62" fmla="*/ 124851 w 124851"/>
                  <a:gd name="connsiteY62" fmla="*/ 15247 h 48329"/>
                  <a:gd name="connsiteX63" fmla="*/ 122119 w 124851"/>
                  <a:gd name="connsiteY63" fmla="*/ 15247 h 48329"/>
                  <a:gd name="connsiteX64" fmla="*/ 122119 w 124851"/>
                  <a:gd name="connsiteY64" fmla="*/ 17692 h 48329"/>
                  <a:gd name="connsiteX65" fmla="*/ 119673 w 124851"/>
                  <a:gd name="connsiteY65" fmla="*/ 17692 h 48329"/>
                  <a:gd name="connsiteX66" fmla="*/ 117228 w 124851"/>
                  <a:gd name="connsiteY66" fmla="*/ 17692 h 48329"/>
                  <a:gd name="connsiteX67" fmla="*/ 117228 w 124851"/>
                  <a:gd name="connsiteY67" fmla="*/ 15247 h 48329"/>
                  <a:gd name="connsiteX68" fmla="*/ 119673 w 124851"/>
                  <a:gd name="connsiteY68" fmla="*/ 15247 h 48329"/>
                  <a:gd name="connsiteX69" fmla="*/ 119673 w 124851"/>
                  <a:gd name="connsiteY69" fmla="*/ 12801 h 48329"/>
                  <a:gd name="connsiteX70" fmla="*/ 119673 w 124851"/>
                  <a:gd name="connsiteY70" fmla="*/ 9925 h 48329"/>
                  <a:gd name="connsiteX71" fmla="*/ 119673 w 124851"/>
                  <a:gd name="connsiteY71" fmla="*/ 7479 h 48329"/>
                  <a:gd name="connsiteX72" fmla="*/ 119673 w 124851"/>
                  <a:gd name="connsiteY72" fmla="*/ 5034 h 48329"/>
                  <a:gd name="connsiteX73" fmla="*/ 117228 w 124851"/>
                  <a:gd name="connsiteY73" fmla="*/ 5034 h 48329"/>
                  <a:gd name="connsiteX74" fmla="*/ 117228 w 124851"/>
                  <a:gd name="connsiteY74" fmla="*/ 7479 h 48329"/>
                  <a:gd name="connsiteX75" fmla="*/ 114639 w 124851"/>
                  <a:gd name="connsiteY75" fmla="*/ 7479 h 48329"/>
                  <a:gd name="connsiteX76" fmla="*/ 114639 w 124851"/>
                  <a:gd name="connsiteY76" fmla="*/ 9925 h 48329"/>
                  <a:gd name="connsiteX77" fmla="*/ 114639 w 124851"/>
                  <a:gd name="connsiteY77" fmla="*/ 12801 h 48329"/>
                  <a:gd name="connsiteX78" fmla="*/ 111906 w 124851"/>
                  <a:gd name="connsiteY78" fmla="*/ 12801 h 48329"/>
                  <a:gd name="connsiteX79" fmla="*/ 111906 w 124851"/>
                  <a:gd name="connsiteY79" fmla="*/ 15247 h 48329"/>
                  <a:gd name="connsiteX80" fmla="*/ 111906 w 124851"/>
                  <a:gd name="connsiteY80" fmla="*/ 17692 h 48329"/>
                  <a:gd name="connsiteX81" fmla="*/ 111906 w 124851"/>
                  <a:gd name="connsiteY81" fmla="*/ 20137 h 48329"/>
                  <a:gd name="connsiteX82" fmla="*/ 109461 w 124851"/>
                  <a:gd name="connsiteY82" fmla="*/ 22870 h 48329"/>
                  <a:gd name="connsiteX83" fmla="*/ 111906 w 124851"/>
                  <a:gd name="connsiteY83" fmla="*/ 22870 h 48329"/>
                  <a:gd name="connsiteX84" fmla="*/ 111906 w 124851"/>
                  <a:gd name="connsiteY84" fmla="*/ 25459 h 48329"/>
                  <a:gd name="connsiteX85" fmla="*/ 109461 w 124851"/>
                  <a:gd name="connsiteY85" fmla="*/ 25459 h 48329"/>
                  <a:gd name="connsiteX86" fmla="*/ 109461 w 124851"/>
                  <a:gd name="connsiteY86" fmla="*/ 22870 h 48329"/>
                  <a:gd name="connsiteX87" fmla="*/ 107016 w 124851"/>
                  <a:gd name="connsiteY87" fmla="*/ 22870 h 48329"/>
                  <a:gd name="connsiteX88" fmla="*/ 107016 w 124851"/>
                  <a:gd name="connsiteY88" fmla="*/ 20137 h 48329"/>
                  <a:gd name="connsiteX89" fmla="*/ 107016 w 124851"/>
                  <a:gd name="connsiteY89" fmla="*/ 17692 h 48329"/>
                  <a:gd name="connsiteX90" fmla="*/ 107016 w 124851"/>
                  <a:gd name="connsiteY90" fmla="*/ 15247 h 48329"/>
                  <a:gd name="connsiteX91" fmla="*/ 107016 w 124851"/>
                  <a:gd name="connsiteY91" fmla="*/ 12801 h 48329"/>
                  <a:gd name="connsiteX92" fmla="*/ 107016 w 124851"/>
                  <a:gd name="connsiteY92" fmla="*/ 9925 h 48329"/>
                  <a:gd name="connsiteX93" fmla="*/ 104570 w 124851"/>
                  <a:gd name="connsiteY93" fmla="*/ 9925 h 48329"/>
                  <a:gd name="connsiteX94" fmla="*/ 101837 w 124851"/>
                  <a:gd name="connsiteY94" fmla="*/ 9925 h 48329"/>
                  <a:gd name="connsiteX95" fmla="*/ 99248 w 124851"/>
                  <a:gd name="connsiteY95" fmla="*/ 9925 h 48329"/>
                  <a:gd name="connsiteX96" fmla="*/ 99248 w 124851"/>
                  <a:gd name="connsiteY96" fmla="*/ 7479 h 48329"/>
                  <a:gd name="connsiteX97" fmla="*/ 99248 w 124851"/>
                  <a:gd name="connsiteY97" fmla="*/ 5034 h 48329"/>
                  <a:gd name="connsiteX98" fmla="*/ 99248 w 124851"/>
                  <a:gd name="connsiteY98" fmla="*/ 2445 h 48329"/>
                  <a:gd name="connsiteX99" fmla="*/ 99248 w 124851"/>
                  <a:gd name="connsiteY99" fmla="*/ 0 h 48329"/>
                  <a:gd name="connsiteX100" fmla="*/ 96803 w 124851"/>
                  <a:gd name="connsiteY100" fmla="*/ 0 h 48329"/>
                  <a:gd name="connsiteX101" fmla="*/ 94358 w 124851"/>
                  <a:gd name="connsiteY101" fmla="*/ 0 h 48329"/>
                  <a:gd name="connsiteX102" fmla="*/ 91625 w 124851"/>
                  <a:gd name="connsiteY102" fmla="*/ 0 h 48329"/>
                  <a:gd name="connsiteX103" fmla="*/ 91625 w 124851"/>
                  <a:gd name="connsiteY103" fmla="*/ 2445 h 48329"/>
                  <a:gd name="connsiteX104" fmla="*/ 89036 w 124851"/>
                  <a:gd name="connsiteY104" fmla="*/ 2445 h 48329"/>
                  <a:gd name="connsiteX105" fmla="*/ 89036 w 124851"/>
                  <a:gd name="connsiteY105" fmla="*/ 5034 h 48329"/>
                  <a:gd name="connsiteX106" fmla="*/ 86590 w 124851"/>
                  <a:gd name="connsiteY106" fmla="*/ 5034 h 48329"/>
                  <a:gd name="connsiteX107" fmla="*/ 86590 w 124851"/>
                  <a:gd name="connsiteY107" fmla="*/ 7479 h 48329"/>
                  <a:gd name="connsiteX108" fmla="*/ 84145 w 124851"/>
                  <a:gd name="connsiteY108" fmla="*/ 7479 h 48329"/>
                  <a:gd name="connsiteX109" fmla="*/ 84145 w 124851"/>
                  <a:gd name="connsiteY109" fmla="*/ 9925 h 48329"/>
                  <a:gd name="connsiteX110" fmla="*/ 84145 w 124851"/>
                  <a:gd name="connsiteY110" fmla="*/ 12801 h 48329"/>
                  <a:gd name="connsiteX111" fmla="*/ 84145 w 124851"/>
                  <a:gd name="connsiteY111" fmla="*/ 15247 h 48329"/>
                  <a:gd name="connsiteX112" fmla="*/ 84145 w 124851"/>
                  <a:gd name="connsiteY112" fmla="*/ 17692 h 48329"/>
                  <a:gd name="connsiteX113" fmla="*/ 81269 w 124851"/>
                  <a:gd name="connsiteY113" fmla="*/ 17692 h 48329"/>
                  <a:gd name="connsiteX114" fmla="*/ 81269 w 124851"/>
                  <a:gd name="connsiteY114" fmla="*/ 15247 h 48329"/>
                  <a:gd name="connsiteX115" fmla="*/ 78823 w 124851"/>
                  <a:gd name="connsiteY115" fmla="*/ 15247 h 48329"/>
                  <a:gd name="connsiteX116" fmla="*/ 78823 w 124851"/>
                  <a:gd name="connsiteY116" fmla="*/ 12801 h 48329"/>
                  <a:gd name="connsiteX117" fmla="*/ 76378 w 124851"/>
                  <a:gd name="connsiteY117" fmla="*/ 12801 h 48329"/>
                  <a:gd name="connsiteX118" fmla="*/ 76378 w 124851"/>
                  <a:gd name="connsiteY118" fmla="*/ 9925 h 48329"/>
                  <a:gd name="connsiteX119" fmla="*/ 76378 w 124851"/>
                  <a:gd name="connsiteY119" fmla="*/ 7479 h 48329"/>
                  <a:gd name="connsiteX120" fmla="*/ 73933 w 124851"/>
                  <a:gd name="connsiteY120" fmla="*/ 7479 h 48329"/>
                  <a:gd name="connsiteX121" fmla="*/ 73933 w 124851"/>
                  <a:gd name="connsiteY121" fmla="*/ 9925 h 48329"/>
                  <a:gd name="connsiteX122" fmla="*/ 73933 w 124851"/>
                  <a:gd name="connsiteY122" fmla="*/ 12801 h 48329"/>
                  <a:gd name="connsiteX123" fmla="*/ 71344 w 124851"/>
                  <a:gd name="connsiteY123" fmla="*/ 12801 h 48329"/>
                  <a:gd name="connsiteX124" fmla="*/ 71344 w 124851"/>
                  <a:gd name="connsiteY124" fmla="*/ 9925 h 48329"/>
                  <a:gd name="connsiteX125" fmla="*/ 71344 w 124851"/>
                  <a:gd name="connsiteY125" fmla="*/ 7479 h 48329"/>
                  <a:gd name="connsiteX126" fmla="*/ 71344 w 124851"/>
                  <a:gd name="connsiteY126" fmla="*/ 5034 h 48329"/>
                  <a:gd name="connsiteX127" fmla="*/ 68611 w 124851"/>
                  <a:gd name="connsiteY127" fmla="*/ 5034 h 48329"/>
                  <a:gd name="connsiteX128" fmla="*/ 66165 w 124851"/>
                  <a:gd name="connsiteY128" fmla="*/ 5034 h 48329"/>
                  <a:gd name="connsiteX129" fmla="*/ 63720 w 124851"/>
                  <a:gd name="connsiteY129" fmla="*/ 5034 h 48329"/>
                  <a:gd name="connsiteX130" fmla="*/ 63720 w 124851"/>
                  <a:gd name="connsiteY130" fmla="*/ 7479 h 48329"/>
                  <a:gd name="connsiteX131" fmla="*/ 61131 w 124851"/>
                  <a:gd name="connsiteY131" fmla="*/ 7479 h 48329"/>
                  <a:gd name="connsiteX132" fmla="*/ 58398 w 124851"/>
                  <a:gd name="connsiteY132" fmla="*/ 7479 h 48329"/>
                  <a:gd name="connsiteX133" fmla="*/ 55953 w 124851"/>
                  <a:gd name="connsiteY133" fmla="*/ 9925 h 48329"/>
                  <a:gd name="connsiteX134" fmla="*/ 58398 w 124851"/>
                  <a:gd name="connsiteY134" fmla="*/ 9925 h 48329"/>
                  <a:gd name="connsiteX135" fmla="*/ 58398 w 124851"/>
                  <a:gd name="connsiteY135" fmla="*/ 12801 h 48329"/>
                  <a:gd name="connsiteX136" fmla="*/ 55953 w 124851"/>
                  <a:gd name="connsiteY136" fmla="*/ 12801 h 48329"/>
                  <a:gd name="connsiteX137" fmla="*/ 55953 w 124851"/>
                  <a:gd name="connsiteY137" fmla="*/ 9925 h 48329"/>
                  <a:gd name="connsiteX138" fmla="*/ 53508 w 124851"/>
                  <a:gd name="connsiteY138" fmla="*/ 9925 h 48329"/>
                  <a:gd name="connsiteX139" fmla="*/ 53508 w 124851"/>
                  <a:gd name="connsiteY139" fmla="*/ 12801 h 48329"/>
                  <a:gd name="connsiteX140" fmla="*/ 53508 w 124851"/>
                  <a:gd name="connsiteY140" fmla="*/ 15247 h 48329"/>
                  <a:gd name="connsiteX141" fmla="*/ 50919 w 124851"/>
                  <a:gd name="connsiteY141" fmla="*/ 15247 h 48329"/>
                  <a:gd name="connsiteX142" fmla="*/ 50919 w 124851"/>
                  <a:gd name="connsiteY142" fmla="*/ 17692 h 48329"/>
                  <a:gd name="connsiteX143" fmla="*/ 48186 w 124851"/>
                  <a:gd name="connsiteY143" fmla="*/ 17692 h 48329"/>
                  <a:gd name="connsiteX144" fmla="*/ 48186 w 124851"/>
                  <a:gd name="connsiteY144" fmla="*/ 20137 h 48329"/>
                  <a:gd name="connsiteX145" fmla="*/ 50919 w 124851"/>
                  <a:gd name="connsiteY145" fmla="*/ 20137 h 48329"/>
                  <a:gd name="connsiteX146" fmla="*/ 50919 w 124851"/>
                  <a:gd name="connsiteY146" fmla="*/ 22870 h 48329"/>
                  <a:gd name="connsiteX147" fmla="*/ 53508 w 124851"/>
                  <a:gd name="connsiteY147" fmla="*/ 22870 h 48329"/>
                  <a:gd name="connsiteX148" fmla="*/ 53508 w 124851"/>
                  <a:gd name="connsiteY148" fmla="*/ 20137 h 48329"/>
                  <a:gd name="connsiteX149" fmla="*/ 55953 w 124851"/>
                  <a:gd name="connsiteY149" fmla="*/ 20137 h 48329"/>
                  <a:gd name="connsiteX150" fmla="*/ 55953 w 124851"/>
                  <a:gd name="connsiteY150" fmla="*/ 22870 h 48329"/>
                  <a:gd name="connsiteX151" fmla="*/ 55953 w 124851"/>
                  <a:gd name="connsiteY151" fmla="*/ 25459 h 48329"/>
                  <a:gd name="connsiteX152" fmla="*/ 55953 w 124851"/>
                  <a:gd name="connsiteY152" fmla="*/ 27905 h 48329"/>
                  <a:gd name="connsiteX153" fmla="*/ 53508 w 124851"/>
                  <a:gd name="connsiteY153" fmla="*/ 27905 h 48329"/>
                  <a:gd name="connsiteX154" fmla="*/ 53508 w 124851"/>
                  <a:gd name="connsiteY154" fmla="*/ 25459 h 48329"/>
                  <a:gd name="connsiteX155" fmla="*/ 50919 w 124851"/>
                  <a:gd name="connsiteY155" fmla="*/ 25459 h 48329"/>
                  <a:gd name="connsiteX156" fmla="*/ 50919 w 124851"/>
                  <a:gd name="connsiteY156" fmla="*/ 22870 h 48329"/>
                  <a:gd name="connsiteX157" fmla="*/ 48186 w 124851"/>
                  <a:gd name="connsiteY157" fmla="*/ 22870 h 48329"/>
                  <a:gd name="connsiteX158" fmla="*/ 48186 w 124851"/>
                  <a:gd name="connsiteY158" fmla="*/ 25459 h 48329"/>
                  <a:gd name="connsiteX159" fmla="*/ 45740 w 124851"/>
                  <a:gd name="connsiteY159" fmla="*/ 25459 h 48329"/>
                  <a:gd name="connsiteX160" fmla="*/ 45740 w 124851"/>
                  <a:gd name="connsiteY160" fmla="*/ 22870 h 48329"/>
                  <a:gd name="connsiteX161" fmla="*/ 43295 w 124851"/>
                  <a:gd name="connsiteY161" fmla="*/ 22870 h 48329"/>
                  <a:gd name="connsiteX162" fmla="*/ 40706 w 124851"/>
                  <a:gd name="connsiteY162" fmla="*/ 22870 h 48329"/>
                  <a:gd name="connsiteX163" fmla="*/ 40706 w 124851"/>
                  <a:gd name="connsiteY163" fmla="*/ 25459 h 48329"/>
                  <a:gd name="connsiteX164" fmla="*/ 37973 w 124851"/>
                  <a:gd name="connsiteY164" fmla="*/ 25459 h 48329"/>
                  <a:gd name="connsiteX165" fmla="*/ 35528 w 124851"/>
                  <a:gd name="connsiteY165" fmla="*/ 22870 h 48329"/>
                  <a:gd name="connsiteX166" fmla="*/ 35528 w 124851"/>
                  <a:gd name="connsiteY166" fmla="*/ 20137 h 48329"/>
                  <a:gd name="connsiteX167" fmla="*/ 33083 w 124851"/>
                  <a:gd name="connsiteY167" fmla="*/ 20137 h 48329"/>
                  <a:gd name="connsiteX168" fmla="*/ 30494 w 124851"/>
                  <a:gd name="connsiteY168" fmla="*/ 20137 h 48329"/>
                  <a:gd name="connsiteX169" fmla="*/ 30494 w 124851"/>
                  <a:gd name="connsiteY169" fmla="*/ 17692 h 48329"/>
                  <a:gd name="connsiteX170" fmla="*/ 30494 w 124851"/>
                  <a:gd name="connsiteY170" fmla="*/ 15247 h 48329"/>
                  <a:gd name="connsiteX171" fmla="*/ 30494 w 124851"/>
                  <a:gd name="connsiteY171" fmla="*/ 12801 h 48329"/>
                  <a:gd name="connsiteX172" fmla="*/ 30494 w 124851"/>
                  <a:gd name="connsiteY172" fmla="*/ 9925 h 48329"/>
                  <a:gd name="connsiteX173" fmla="*/ 27761 w 124851"/>
                  <a:gd name="connsiteY173" fmla="*/ 9925 h 48329"/>
                  <a:gd name="connsiteX174" fmla="*/ 27761 w 124851"/>
                  <a:gd name="connsiteY174" fmla="*/ 12801 h 48329"/>
                  <a:gd name="connsiteX175" fmla="*/ 25315 w 124851"/>
                  <a:gd name="connsiteY175" fmla="*/ 12801 h 48329"/>
                  <a:gd name="connsiteX176" fmla="*/ 25315 w 124851"/>
                  <a:gd name="connsiteY176" fmla="*/ 15247 h 48329"/>
                  <a:gd name="connsiteX177" fmla="*/ 22870 w 124851"/>
                  <a:gd name="connsiteY177" fmla="*/ 12801 h 48329"/>
                  <a:gd name="connsiteX178" fmla="*/ 22870 w 124851"/>
                  <a:gd name="connsiteY178" fmla="*/ 15247 h 48329"/>
                  <a:gd name="connsiteX179" fmla="*/ 22870 w 124851"/>
                  <a:gd name="connsiteY179" fmla="*/ 17692 h 48329"/>
                  <a:gd name="connsiteX180" fmla="*/ 20281 w 124851"/>
                  <a:gd name="connsiteY180" fmla="*/ 17692 h 48329"/>
                  <a:gd name="connsiteX181" fmla="*/ 17548 w 124851"/>
                  <a:gd name="connsiteY181" fmla="*/ 17692 h 48329"/>
                  <a:gd name="connsiteX182" fmla="*/ 15103 w 124851"/>
                  <a:gd name="connsiteY182" fmla="*/ 17692 h 48329"/>
                  <a:gd name="connsiteX183" fmla="*/ 15103 w 124851"/>
                  <a:gd name="connsiteY183" fmla="*/ 15247 h 48329"/>
                  <a:gd name="connsiteX184" fmla="*/ 12658 w 124851"/>
                  <a:gd name="connsiteY184" fmla="*/ 15247 h 48329"/>
                  <a:gd name="connsiteX185" fmla="*/ 12658 w 124851"/>
                  <a:gd name="connsiteY185" fmla="*/ 17692 h 48329"/>
                  <a:gd name="connsiteX186" fmla="*/ 12658 w 124851"/>
                  <a:gd name="connsiteY186" fmla="*/ 20137 h 48329"/>
                  <a:gd name="connsiteX187" fmla="*/ 10212 w 124851"/>
                  <a:gd name="connsiteY187" fmla="*/ 20137 h 48329"/>
                  <a:gd name="connsiteX188" fmla="*/ 10212 w 124851"/>
                  <a:gd name="connsiteY188" fmla="*/ 17692 h 48329"/>
                  <a:gd name="connsiteX189" fmla="*/ 7479 w 124851"/>
                  <a:gd name="connsiteY189" fmla="*/ 17692 h 48329"/>
                  <a:gd name="connsiteX190" fmla="*/ 4890 w 124851"/>
                  <a:gd name="connsiteY190" fmla="*/ 17692 h 48329"/>
                  <a:gd name="connsiteX191" fmla="*/ 2445 w 124851"/>
                  <a:gd name="connsiteY191" fmla="*/ 17692 h 48329"/>
                  <a:gd name="connsiteX192" fmla="*/ 2445 w 124851"/>
                  <a:gd name="connsiteY192" fmla="*/ 20137 h 48329"/>
                  <a:gd name="connsiteX193" fmla="*/ 2445 w 124851"/>
                  <a:gd name="connsiteY193" fmla="*/ 22870 h 48329"/>
                  <a:gd name="connsiteX194" fmla="*/ 0 w 124851"/>
                  <a:gd name="connsiteY194" fmla="*/ 22870 h 48329"/>
                  <a:gd name="connsiteX195" fmla="*/ 2445 w 124851"/>
                  <a:gd name="connsiteY195" fmla="*/ 25459 h 48329"/>
                  <a:gd name="connsiteX196" fmla="*/ 2445 w 124851"/>
                  <a:gd name="connsiteY196" fmla="*/ 27905 h 48329"/>
                  <a:gd name="connsiteX197" fmla="*/ 4890 w 124851"/>
                  <a:gd name="connsiteY197" fmla="*/ 27905 h 48329"/>
                  <a:gd name="connsiteX198" fmla="*/ 7479 w 124851"/>
                  <a:gd name="connsiteY198" fmla="*/ 27905 h 48329"/>
                  <a:gd name="connsiteX199" fmla="*/ 7479 w 124851"/>
                  <a:gd name="connsiteY199" fmla="*/ 25459 h 48329"/>
                  <a:gd name="connsiteX200" fmla="*/ 10212 w 124851"/>
                  <a:gd name="connsiteY200" fmla="*/ 25459 h 48329"/>
                  <a:gd name="connsiteX201" fmla="*/ 12658 w 124851"/>
                  <a:gd name="connsiteY201" fmla="*/ 25459 h 48329"/>
                  <a:gd name="connsiteX202" fmla="*/ 12658 w 124851"/>
                  <a:gd name="connsiteY202" fmla="*/ 27905 h 48329"/>
                  <a:gd name="connsiteX203" fmla="*/ 15103 w 124851"/>
                  <a:gd name="connsiteY203" fmla="*/ 27905 h 48329"/>
                  <a:gd name="connsiteX204" fmla="*/ 17548 w 124851"/>
                  <a:gd name="connsiteY204" fmla="*/ 27905 h 48329"/>
                  <a:gd name="connsiteX205" fmla="*/ 17548 w 124851"/>
                  <a:gd name="connsiteY205" fmla="*/ 30350 h 48329"/>
                  <a:gd name="connsiteX206" fmla="*/ 20281 w 124851"/>
                  <a:gd name="connsiteY206" fmla="*/ 30350 h 48329"/>
                  <a:gd name="connsiteX207" fmla="*/ 22870 w 124851"/>
                  <a:gd name="connsiteY207" fmla="*/ 30350 h 48329"/>
                  <a:gd name="connsiteX208" fmla="*/ 25315 w 124851"/>
                  <a:gd name="connsiteY208" fmla="*/ 30350 h 48329"/>
                  <a:gd name="connsiteX209" fmla="*/ 27761 w 124851"/>
                  <a:gd name="connsiteY209" fmla="*/ 30350 h 48329"/>
                  <a:gd name="connsiteX210" fmla="*/ 30494 w 124851"/>
                  <a:gd name="connsiteY210" fmla="*/ 30350 h 48329"/>
                  <a:gd name="connsiteX211" fmla="*/ 30494 w 124851"/>
                  <a:gd name="connsiteY211" fmla="*/ 27905 h 48329"/>
                  <a:gd name="connsiteX212" fmla="*/ 33083 w 124851"/>
                  <a:gd name="connsiteY212" fmla="*/ 27905 h 48329"/>
                  <a:gd name="connsiteX213" fmla="*/ 33083 w 124851"/>
                  <a:gd name="connsiteY213" fmla="*/ 30350 h 48329"/>
                  <a:gd name="connsiteX214" fmla="*/ 35528 w 124851"/>
                  <a:gd name="connsiteY214" fmla="*/ 30350 h 48329"/>
                  <a:gd name="connsiteX215" fmla="*/ 37973 w 124851"/>
                  <a:gd name="connsiteY215" fmla="*/ 30350 h 48329"/>
                  <a:gd name="connsiteX216" fmla="*/ 40706 w 124851"/>
                  <a:gd name="connsiteY216" fmla="*/ 30350 h 48329"/>
                  <a:gd name="connsiteX217" fmla="*/ 40706 w 124851"/>
                  <a:gd name="connsiteY217" fmla="*/ 33083 h 48329"/>
                  <a:gd name="connsiteX218" fmla="*/ 43295 w 124851"/>
                  <a:gd name="connsiteY218" fmla="*/ 30350 h 48329"/>
                  <a:gd name="connsiteX219" fmla="*/ 45740 w 124851"/>
                  <a:gd name="connsiteY219" fmla="*/ 30350 h 48329"/>
                  <a:gd name="connsiteX220" fmla="*/ 45740 w 124851"/>
                  <a:gd name="connsiteY220" fmla="*/ 33083 h 48329"/>
                  <a:gd name="connsiteX221" fmla="*/ 48186 w 124851"/>
                  <a:gd name="connsiteY221" fmla="*/ 33083 h 48329"/>
                  <a:gd name="connsiteX222" fmla="*/ 50919 w 124851"/>
                  <a:gd name="connsiteY222" fmla="*/ 33083 h 48329"/>
                  <a:gd name="connsiteX223" fmla="*/ 53508 w 124851"/>
                  <a:gd name="connsiteY223" fmla="*/ 33083 h 48329"/>
                  <a:gd name="connsiteX224" fmla="*/ 55953 w 124851"/>
                  <a:gd name="connsiteY224" fmla="*/ 33083 h 48329"/>
                  <a:gd name="connsiteX225" fmla="*/ 58398 w 124851"/>
                  <a:gd name="connsiteY225" fmla="*/ 33083 h 48329"/>
                  <a:gd name="connsiteX226" fmla="*/ 58398 w 124851"/>
                  <a:gd name="connsiteY226" fmla="*/ 35672 h 48329"/>
                  <a:gd name="connsiteX227" fmla="*/ 61131 w 124851"/>
                  <a:gd name="connsiteY227" fmla="*/ 35672 h 48329"/>
                  <a:gd name="connsiteX228" fmla="*/ 61131 w 124851"/>
                  <a:gd name="connsiteY228" fmla="*/ 38117 h 48329"/>
                  <a:gd name="connsiteX229" fmla="*/ 63720 w 124851"/>
                  <a:gd name="connsiteY229" fmla="*/ 38117 h 48329"/>
                  <a:gd name="connsiteX230" fmla="*/ 63720 w 124851"/>
                  <a:gd name="connsiteY230" fmla="*/ 35672 h 48329"/>
                  <a:gd name="connsiteX231" fmla="*/ 66165 w 124851"/>
                  <a:gd name="connsiteY231" fmla="*/ 35672 h 48329"/>
                  <a:gd name="connsiteX232" fmla="*/ 68611 w 124851"/>
                  <a:gd name="connsiteY232" fmla="*/ 35672 h 48329"/>
                  <a:gd name="connsiteX233" fmla="*/ 68611 w 124851"/>
                  <a:gd name="connsiteY233" fmla="*/ 38117 h 48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Lst>
                <a:rect l="l" t="t" r="r" b="b"/>
                <a:pathLst>
                  <a:path w="124851" h="48329">
                    <a:moveTo>
                      <a:pt x="68611" y="38117"/>
                    </a:moveTo>
                    <a:lnTo>
                      <a:pt x="71344" y="38117"/>
                    </a:lnTo>
                    <a:lnTo>
                      <a:pt x="73933" y="38117"/>
                    </a:lnTo>
                    <a:lnTo>
                      <a:pt x="76378" y="38117"/>
                    </a:lnTo>
                    <a:lnTo>
                      <a:pt x="76378" y="40562"/>
                    </a:lnTo>
                    <a:lnTo>
                      <a:pt x="78823" y="40562"/>
                    </a:lnTo>
                    <a:lnTo>
                      <a:pt x="81269" y="40562"/>
                    </a:lnTo>
                    <a:lnTo>
                      <a:pt x="81269" y="43295"/>
                    </a:lnTo>
                    <a:lnTo>
                      <a:pt x="84145" y="43295"/>
                    </a:lnTo>
                    <a:lnTo>
                      <a:pt x="86590" y="43295"/>
                    </a:lnTo>
                    <a:lnTo>
                      <a:pt x="89036" y="43295"/>
                    </a:lnTo>
                    <a:lnTo>
                      <a:pt x="89036" y="45884"/>
                    </a:lnTo>
                    <a:lnTo>
                      <a:pt x="91625" y="45884"/>
                    </a:lnTo>
                    <a:lnTo>
                      <a:pt x="91625" y="48329"/>
                    </a:lnTo>
                    <a:lnTo>
                      <a:pt x="94358" y="48329"/>
                    </a:lnTo>
                    <a:lnTo>
                      <a:pt x="96803" y="45884"/>
                    </a:lnTo>
                    <a:lnTo>
                      <a:pt x="96803" y="43295"/>
                    </a:lnTo>
                    <a:lnTo>
                      <a:pt x="99248" y="43295"/>
                    </a:lnTo>
                    <a:lnTo>
                      <a:pt x="101837" y="40562"/>
                    </a:lnTo>
                    <a:lnTo>
                      <a:pt x="101837" y="43295"/>
                    </a:lnTo>
                    <a:lnTo>
                      <a:pt x="104570" y="43295"/>
                    </a:lnTo>
                    <a:lnTo>
                      <a:pt x="104570" y="40562"/>
                    </a:lnTo>
                    <a:lnTo>
                      <a:pt x="104570" y="38117"/>
                    </a:lnTo>
                    <a:lnTo>
                      <a:pt x="104570" y="35672"/>
                    </a:lnTo>
                    <a:lnTo>
                      <a:pt x="107016" y="35672"/>
                    </a:lnTo>
                    <a:lnTo>
                      <a:pt x="107016" y="33083"/>
                    </a:lnTo>
                    <a:lnTo>
                      <a:pt x="109461" y="33083"/>
                    </a:lnTo>
                    <a:lnTo>
                      <a:pt x="109461" y="30350"/>
                    </a:lnTo>
                    <a:lnTo>
                      <a:pt x="111906" y="30350"/>
                    </a:lnTo>
                    <a:lnTo>
                      <a:pt x="114639" y="30350"/>
                    </a:lnTo>
                    <a:lnTo>
                      <a:pt x="114639" y="33083"/>
                    </a:lnTo>
                    <a:lnTo>
                      <a:pt x="111906" y="33083"/>
                    </a:lnTo>
                    <a:lnTo>
                      <a:pt x="111906" y="35672"/>
                    </a:lnTo>
                    <a:lnTo>
                      <a:pt x="109461" y="35672"/>
                    </a:lnTo>
                    <a:lnTo>
                      <a:pt x="109461" y="38117"/>
                    </a:lnTo>
                    <a:lnTo>
                      <a:pt x="107016" y="38117"/>
                    </a:lnTo>
                    <a:lnTo>
                      <a:pt x="107016" y="40562"/>
                    </a:lnTo>
                    <a:lnTo>
                      <a:pt x="107016" y="43295"/>
                    </a:lnTo>
                    <a:lnTo>
                      <a:pt x="104570" y="43295"/>
                    </a:lnTo>
                    <a:lnTo>
                      <a:pt x="104570" y="45884"/>
                    </a:lnTo>
                    <a:lnTo>
                      <a:pt x="104570" y="48329"/>
                    </a:lnTo>
                    <a:lnTo>
                      <a:pt x="107016" y="48329"/>
                    </a:lnTo>
                    <a:lnTo>
                      <a:pt x="109461" y="48329"/>
                    </a:lnTo>
                    <a:lnTo>
                      <a:pt x="111906" y="48329"/>
                    </a:lnTo>
                    <a:lnTo>
                      <a:pt x="114639" y="48329"/>
                    </a:lnTo>
                    <a:lnTo>
                      <a:pt x="114639" y="45884"/>
                    </a:lnTo>
                    <a:lnTo>
                      <a:pt x="114639" y="43295"/>
                    </a:lnTo>
                    <a:lnTo>
                      <a:pt x="117228" y="40562"/>
                    </a:lnTo>
                    <a:lnTo>
                      <a:pt x="117228" y="38117"/>
                    </a:lnTo>
                    <a:lnTo>
                      <a:pt x="119673" y="38117"/>
                    </a:lnTo>
                    <a:lnTo>
                      <a:pt x="119673" y="35672"/>
                    </a:lnTo>
                    <a:lnTo>
                      <a:pt x="119673" y="33083"/>
                    </a:lnTo>
                    <a:lnTo>
                      <a:pt x="119673" y="30350"/>
                    </a:lnTo>
                    <a:lnTo>
                      <a:pt x="122119" y="30350"/>
                    </a:lnTo>
                    <a:lnTo>
                      <a:pt x="122119" y="27905"/>
                    </a:lnTo>
                    <a:lnTo>
                      <a:pt x="119673" y="27905"/>
                    </a:lnTo>
                    <a:lnTo>
                      <a:pt x="119673" y="25459"/>
                    </a:lnTo>
                    <a:lnTo>
                      <a:pt x="122119" y="25459"/>
                    </a:lnTo>
                    <a:lnTo>
                      <a:pt x="124851" y="25459"/>
                    </a:lnTo>
                    <a:lnTo>
                      <a:pt x="124851" y="22870"/>
                    </a:lnTo>
                    <a:lnTo>
                      <a:pt x="124851" y="20137"/>
                    </a:lnTo>
                    <a:lnTo>
                      <a:pt x="124851" y="17692"/>
                    </a:lnTo>
                    <a:lnTo>
                      <a:pt x="124851" y="15247"/>
                    </a:lnTo>
                    <a:lnTo>
                      <a:pt x="122119" y="15247"/>
                    </a:lnTo>
                    <a:lnTo>
                      <a:pt x="122119" y="17692"/>
                    </a:lnTo>
                    <a:lnTo>
                      <a:pt x="119673" y="17692"/>
                    </a:lnTo>
                    <a:lnTo>
                      <a:pt x="117228" y="17692"/>
                    </a:lnTo>
                    <a:lnTo>
                      <a:pt x="117228" y="15247"/>
                    </a:lnTo>
                    <a:lnTo>
                      <a:pt x="119673" y="15247"/>
                    </a:lnTo>
                    <a:lnTo>
                      <a:pt x="119673" y="12801"/>
                    </a:lnTo>
                    <a:lnTo>
                      <a:pt x="119673" y="9925"/>
                    </a:lnTo>
                    <a:lnTo>
                      <a:pt x="119673" y="7479"/>
                    </a:lnTo>
                    <a:lnTo>
                      <a:pt x="119673" y="5034"/>
                    </a:lnTo>
                    <a:lnTo>
                      <a:pt x="117228" y="5034"/>
                    </a:lnTo>
                    <a:lnTo>
                      <a:pt x="117228" y="7479"/>
                    </a:lnTo>
                    <a:lnTo>
                      <a:pt x="114639" y="7479"/>
                    </a:lnTo>
                    <a:lnTo>
                      <a:pt x="114639" y="9925"/>
                    </a:lnTo>
                    <a:lnTo>
                      <a:pt x="114639" y="12801"/>
                    </a:lnTo>
                    <a:lnTo>
                      <a:pt x="111906" y="12801"/>
                    </a:lnTo>
                    <a:lnTo>
                      <a:pt x="111906" y="15247"/>
                    </a:lnTo>
                    <a:lnTo>
                      <a:pt x="111906" y="17692"/>
                    </a:lnTo>
                    <a:lnTo>
                      <a:pt x="111906" y="20137"/>
                    </a:lnTo>
                    <a:lnTo>
                      <a:pt x="109461" y="22870"/>
                    </a:lnTo>
                    <a:lnTo>
                      <a:pt x="111906" y="22870"/>
                    </a:lnTo>
                    <a:lnTo>
                      <a:pt x="111906" y="25459"/>
                    </a:lnTo>
                    <a:lnTo>
                      <a:pt x="109461" y="25459"/>
                    </a:lnTo>
                    <a:lnTo>
                      <a:pt x="109461" y="22870"/>
                    </a:lnTo>
                    <a:lnTo>
                      <a:pt x="107016" y="22870"/>
                    </a:lnTo>
                    <a:lnTo>
                      <a:pt x="107016" y="20137"/>
                    </a:lnTo>
                    <a:lnTo>
                      <a:pt x="107016" y="17692"/>
                    </a:lnTo>
                    <a:lnTo>
                      <a:pt x="107016" y="15247"/>
                    </a:lnTo>
                    <a:lnTo>
                      <a:pt x="107016" y="12801"/>
                    </a:lnTo>
                    <a:lnTo>
                      <a:pt x="107016" y="9925"/>
                    </a:lnTo>
                    <a:lnTo>
                      <a:pt x="104570" y="9925"/>
                    </a:lnTo>
                    <a:lnTo>
                      <a:pt x="101837" y="9925"/>
                    </a:lnTo>
                    <a:lnTo>
                      <a:pt x="99248" y="9925"/>
                    </a:lnTo>
                    <a:lnTo>
                      <a:pt x="99248" y="7479"/>
                    </a:lnTo>
                    <a:lnTo>
                      <a:pt x="99248" y="5034"/>
                    </a:lnTo>
                    <a:lnTo>
                      <a:pt x="99248" y="2445"/>
                    </a:lnTo>
                    <a:lnTo>
                      <a:pt x="99248" y="0"/>
                    </a:lnTo>
                    <a:lnTo>
                      <a:pt x="96803" y="0"/>
                    </a:lnTo>
                    <a:lnTo>
                      <a:pt x="94358" y="0"/>
                    </a:lnTo>
                    <a:lnTo>
                      <a:pt x="91625" y="0"/>
                    </a:lnTo>
                    <a:lnTo>
                      <a:pt x="91625" y="2445"/>
                    </a:lnTo>
                    <a:lnTo>
                      <a:pt x="89036" y="2445"/>
                    </a:lnTo>
                    <a:lnTo>
                      <a:pt x="89036" y="5034"/>
                    </a:lnTo>
                    <a:lnTo>
                      <a:pt x="86590" y="5034"/>
                    </a:lnTo>
                    <a:lnTo>
                      <a:pt x="86590" y="7479"/>
                    </a:lnTo>
                    <a:lnTo>
                      <a:pt x="84145" y="7479"/>
                    </a:lnTo>
                    <a:lnTo>
                      <a:pt x="84145" y="9925"/>
                    </a:lnTo>
                    <a:lnTo>
                      <a:pt x="84145" y="12801"/>
                    </a:lnTo>
                    <a:lnTo>
                      <a:pt x="84145" y="15247"/>
                    </a:lnTo>
                    <a:lnTo>
                      <a:pt x="84145" y="17692"/>
                    </a:lnTo>
                    <a:lnTo>
                      <a:pt x="81269" y="17692"/>
                    </a:lnTo>
                    <a:lnTo>
                      <a:pt x="81269" y="15247"/>
                    </a:lnTo>
                    <a:lnTo>
                      <a:pt x="78823" y="15247"/>
                    </a:lnTo>
                    <a:lnTo>
                      <a:pt x="78823" y="12801"/>
                    </a:lnTo>
                    <a:lnTo>
                      <a:pt x="76378" y="12801"/>
                    </a:lnTo>
                    <a:lnTo>
                      <a:pt x="76378" y="9925"/>
                    </a:lnTo>
                    <a:lnTo>
                      <a:pt x="76378" y="7479"/>
                    </a:lnTo>
                    <a:lnTo>
                      <a:pt x="73933" y="7479"/>
                    </a:lnTo>
                    <a:lnTo>
                      <a:pt x="73933" y="9925"/>
                    </a:lnTo>
                    <a:lnTo>
                      <a:pt x="73933" y="12801"/>
                    </a:lnTo>
                    <a:lnTo>
                      <a:pt x="71344" y="12801"/>
                    </a:lnTo>
                    <a:lnTo>
                      <a:pt x="71344" y="9925"/>
                    </a:lnTo>
                    <a:lnTo>
                      <a:pt x="71344" y="7479"/>
                    </a:lnTo>
                    <a:lnTo>
                      <a:pt x="71344" y="5034"/>
                    </a:lnTo>
                    <a:lnTo>
                      <a:pt x="68611" y="5034"/>
                    </a:lnTo>
                    <a:lnTo>
                      <a:pt x="66165" y="5034"/>
                    </a:lnTo>
                    <a:lnTo>
                      <a:pt x="63720" y="5034"/>
                    </a:lnTo>
                    <a:lnTo>
                      <a:pt x="63720" y="7479"/>
                    </a:lnTo>
                    <a:lnTo>
                      <a:pt x="61131" y="7479"/>
                    </a:lnTo>
                    <a:lnTo>
                      <a:pt x="58398" y="7479"/>
                    </a:lnTo>
                    <a:lnTo>
                      <a:pt x="55953" y="9925"/>
                    </a:lnTo>
                    <a:lnTo>
                      <a:pt x="58398" y="9925"/>
                    </a:lnTo>
                    <a:lnTo>
                      <a:pt x="58398" y="12801"/>
                    </a:lnTo>
                    <a:lnTo>
                      <a:pt x="55953" y="12801"/>
                    </a:lnTo>
                    <a:lnTo>
                      <a:pt x="55953" y="9925"/>
                    </a:lnTo>
                    <a:lnTo>
                      <a:pt x="53508" y="9925"/>
                    </a:lnTo>
                    <a:lnTo>
                      <a:pt x="53508" y="12801"/>
                    </a:lnTo>
                    <a:lnTo>
                      <a:pt x="53508" y="15247"/>
                    </a:lnTo>
                    <a:lnTo>
                      <a:pt x="50919" y="15247"/>
                    </a:lnTo>
                    <a:lnTo>
                      <a:pt x="50919" y="17692"/>
                    </a:lnTo>
                    <a:lnTo>
                      <a:pt x="48186" y="17692"/>
                    </a:lnTo>
                    <a:lnTo>
                      <a:pt x="48186" y="20137"/>
                    </a:lnTo>
                    <a:lnTo>
                      <a:pt x="50919" y="20137"/>
                    </a:lnTo>
                    <a:lnTo>
                      <a:pt x="50919" y="22870"/>
                    </a:lnTo>
                    <a:lnTo>
                      <a:pt x="53508" y="22870"/>
                    </a:lnTo>
                    <a:lnTo>
                      <a:pt x="53508" y="20137"/>
                    </a:lnTo>
                    <a:lnTo>
                      <a:pt x="55953" y="20137"/>
                    </a:lnTo>
                    <a:lnTo>
                      <a:pt x="55953" y="22870"/>
                    </a:lnTo>
                    <a:lnTo>
                      <a:pt x="55953" y="25459"/>
                    </a:lnTo>
                    <a:lnTo>
                      <a:pt x="55953" y="27905"/>
                    </a:lnTo>
                    <a:lnTo>
                      <a:pt x="53508" y="27905"/>
                    </a:lnTo>
                    <a:lnTo>
                      <a:pt x="53508" y="25459"/>
                    </a:lnTo>
                    <a:lnTo>
                      <a:pt x="50919" y="25459"/>
                    </a:lnTo>
                    <a:lnTo>
                      <a:pt x="50919" y="22870"/>
                    </a:lnTo>
                    <a:lnTo>
                      <a:pt x="48186" y="22870"/>
                    </a:lnTo>
                    <a:lnTo>
                      <a:pt x="48186" y="25459"/>
                    </a:lnTo>
                    <a:lnTo>
                      <a:pt x="45740" y="25459"/>
                    </a:lnTo>
                    <a:lnTo>
                      <a:pt x="45740" y="22870"/>
                    </a:lnTo>
                    <a:lnTo>
                      <a:pt x="43295" y="22870"/>
                    </a:lnTo>
                    <a:lnTo>
                      <a:pt x="40706" y="22870"/>
                    </a:lnTo>
                    <a:lnTo>
                      <a:pt x="40706" y="25459"/>
                    </a:lnTo>
                    <a:lnTo>
                      <a:pt x="37973" y="25459"/>
                    </a:lnTo>
                    <a:lnTo>
                      <a:pt x="35528" y="22870"/>
                    </a:lnTo>
                    <a:lnTo>
                      <a:pt x="35528" y="20137"/>
                    </a:lnTo>
                    <a:lnTo>
                      <a:pt x="33083" y="20137"/>
                    </a:lnTo>
                    <a:lnTo>
                      <a:pt x="30494" y="20137"/>
                    </a:lnTo>
                    <a:lnTo>
                      <a:pt x="30494" y="17692"/>
                    </a:lnTo>
                    <a:lnTo>
                      <a:pt x="30494" y="15247"/>
                    </a:lnTo>
                    <a:lnTo>
                      <a:pt x="30494" y="12801"/>
                    </a:lnTo>
                    <a:lnTo>
                      <a:pt x="30494" y="9925"/>
                    </a:lnTo>
                    <a:lnTo>
                      <a:pt x="27761" y="9925"/>
                    </a:lnTo>
                    <a:lnTo>
                      <a:pt x="27761" y="12801"/>
                    </a:lnTo>
                    <a:lnTo>
                      <a:pt x="25315" y="12801"/>
                    </a:lnTo>
                    <a:lnTo>
                      <a:pt x="25315" y="15247"/>
                    </a:lnTo>
                    <a:lnTo>
                      <a:pt x="22870" y="12801"/>
                    </a:lnTo>
                    <a:lnTo>
                      <a:pt x="22870" y="15247"/>
                    </a:lnTo>
                    <a:lnTo>
                      <a:pt x="22870" y="17692"/>
                    </a:lnTo>
                    <a:lnTo>
                      <a:pt x="20281" y="17692"/>
                    </a:lnTo>
                    <a:lnTo>
                      <a:pt x="17548" y="17692"/>
                    </a:lnTo>
                    <a:lnTo>
                      <a:pt x="15103" y="17692"/>
                    </a:lnTo>
                    <a:lnTo>
                      <a:pt x="15103" y="15247"/>
                    </a:lnTo>
                    <a:lnTo>
                      <a:pt x="12658" y="15247"/>
                    </a:lnTo>
                    <a:lnTo>
                      <a:pt x="12658" y="17692"/>
                    </a:lnTo>
                    <a:lnTo>
                      <a:pt x="12658" y="20137"/>
                    </a:lnTo>
                    <a:lnTo>
                      <a:pt x="10212" y="20137"/>
                    </a:lnTo>
                    <a:lnTo>
                      <a:pt x="10212" y="17692"/>
                    </a:lnTo>
                    <a:lnTo>
                      <a:pt x="7479" y="17692"/>
                    </a:lnTo>
                    <a:lnTo>
                      <a:pt x="4890" y="17692"/>
                    </a:lnTo>
                    <a:lnTo>
                      <a:pt x="2445" y="17692"/>
                    </a:lnTo>
                    <a:lnTo>
                      <a:pt x="2445" y="20137"/>
                    </a:lnTo>
                    <a:lnTo>
                      <a:pt x="2445" y="22870"/>
                    </a:lnTo>
                    <a:lnTo>
                      <a:pt x="0" y="22870"/>
                    </a:lnTo>
                    <a:lnTo>
                      <a:pt x="2445" y="25459"/>
                    </a:lnTo>
                    <a:lnTo>
                      <a:pt x="2445" y="27905"/>
                    </a:lnTo>
                    <a:lnTo>
                      <a:pt x="4890" y="27905"/>
                    </a:lnTo>
                    <a:lnTo>
                      <a:pt x="7479" y="27905"/>
                    </a:lnTo>
                    <a:lnTo>
                      <a:pt x="7479" y="25459"/>
                    </a:lnTo>
                    <a:lnTo>
                      <a:pt x="10212" y="25459"/>
                    </a:lnTo>
                    <a:lnTo>
                      <a:pt x="12658" y="25459"/>
                    </a:lnTo>
                    <a:lnTo>
                      <a:pt x="12658" y="27905"/>
                    </a:lnTo>
                    <a:lnTo>
                      <a:pt x="15103" y="27905"/>
                    </a:lnTo>
                    <a:lnTo>
                      <a:pt x="17548" y="27905"/>
                    </a:lnTo>
                    <a:lnTo>
                      <a:pt x="17548" y="30350"/>
                    </a:lnTo>
                    <a:lnTo>
                      <a:pt x="20281" y="30350"/>
                    </a:lnTo>
                    <a:lnTo>
                      <a:pt x="22870" y="30350"/>
                    </a:lnTo>
                    <a:lnTo>
                      <a:pt x="25315" y="30350"/>
                    </a:lnTo>
                    <a:lnTo>
                      <a:pt x="27761" y="30350"/>
                    </a:lnTo>
                    <a:lnTo>
                      <a:pt x="30494" y="30350"/>
                    </a:lnTo>
                    <a:lnTo>
                      <a:pt x="30494" y="27905"/>
                    </a:lnTo>
                    <a:lnTo>
                      <a:pt x="33083" y="27905"/>
                    </a:lnTo>
                    <a:lnTo>
                      <a:pt x="33083" y="30350"/>
                    </a:lnTo>
                    <a:lnTo>
                      <a:pt x="35528" y="30350"/>
                    </a:lnTo>
                    <a:lnTo>
                      <a:pt x="37973" y="30350"/>
                    </a:lnTo>
                    <a:lnTo>
                      <a:pt x="40706" y="30350"/>
                    </a:lnTo>
                    <a:lnTo>
                      <a:pt x="40706" y="33083"/>
                    </a:lnTo>
                    <a:lnTo>
                      <a:pt x="43295" y="30350"/>
                    </a:lnTo>
                    <a:lnTo>
                      <a:pt x="45740" y="30350"/>
                    </a:lnTo>
                    <a:lnTo>
                      <a:pt x="45740" y="33083"/>
                    </a:lnTo>
                    <a:lnTo>
                      <a:pt x="48186" y="33083"/>
                    </a:lnTo>
                    <a:lnTo>
                      <a:pt x="50919" y="33083"/>
                    </a:lnTo>
                    <a:lnTo>
                      <a:pt x="53508" y="33083"/>
                    </a:lnTo>
                    <a:lnTo>
                      <a:pt x="55953" y="33083"/>
                    </a:lnTo>
                    <a:lnTo>
                      <a:pt x="58398" y="33083"/>
                    </a:lnTo>
                    <a:lnTo>
                      <a:pt x="58398" y="35672"/>
                    </a:lnTo>
                    <a:lnTo>
                      <a:pt x="61131" y="35672"/>
                    </a:lnTo>
                    <a:lnTo>
                      <a:pt x="61131" y="38117"/>
                    </a:lnTo>
                    <a:lnTo>
                      <a:pt x="63720" y="38117"/>
                    </a:lnTo>
                    <a:lnTo>
                      <a:pt x="63720" y="35672"/>
                    </a:lnTo>
                    <a:lnTo>
                      <a:pt x="66165" y="35672"/>
                    </a:lnTo>
                    <a:lnTo>
                      <a:pt x="68611" y="35672"/>
                    </a:lnTo>
                    <a:lnTo>
                      <a:pt x="68611" y="38117"/>
                    </a:lnTo>
                    <a:close/>
                  </a:path>
                </a:pathLst>
              </a:custGeom>
              <a:grpFill/>
              <a:ln w="3594" cap="rnd">
                <a:solidFill>
                  <a:srgbClr val="FFFFFF"/>
                </a:solidFill>
                <a:prstDash val="solid"/>
                <a:round/>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78" name="Freeform: Shape 36">
                <a:extLst>
                  <a:ext uri="{FF2B5EF4-FFF2-40B4-BE49-F238E27FC236}">
                    <a16:creationId xmlns:a16="http://schemas.microsoft.com/office/drawing/2014/main" id="{A660F99C-3AAF-8D96-53AE-575FEC2A6334}"/>
                  </a:ext>
                </a:extLst>
              </p:cNvPr>
              <p:cNvSpPr/>
              <p:nvPr/>
            </p:nvSpPr>
            <p:spPr>
              <a:xfrm>
                <a:off x="6690090" y="3901671"/>
                <a:ext cx="94357" cy="53507"/>
              </a:xfrm>
              <a:custGeom>
                <a:avLst/>
                <a:gdLst>
                  <a:gd name="connsiteX0" fmla="*/ 5034 w 94357"/>
                  <a:gd name="connsiteY0" fmla="*/ 33083 h 53507"/>
                  <a:gd name="connsiteX1" fmla="*/ 5034 w 94357"/>
                  <a:gd name="connsiteY1" fmla="*/ 35528 h 53507"/>
                  <a:gd name="connsiteX2" fmla="*/ 7479 w 94357"/>
                  <a:gd name="connsiteY2" fmla="*/ 35528 h 53507"/>
                  <a:gd name="connsiteX3" fmla="*/ 12802 w 94357"/>
                  <a:gd name="connsiteY3" fmla="*/ 35528 h 53507"/>
                  <a:gd name="connsiteX4" fmla="*/ 20425 w 94357"/>
                  <a:gd name="connsiteY4" fmla="*/ 37973 h 53507"/>
                  <a:gd name="connsiteX5" fmla="*/ 30637 w 94357"/>
                  <a:gd name="connsiteY5" fmla="*/ 40706 h 53507"/>
                  <a:gd name="connsiteX6" fmla="*/ 35672 w 94357"/>
                  <a:gd name="connsiteY6" fmla="*/ 40706 h 53507"/>
                  <a:gd name="connsiteX7" fmla="*/ 38117 w 94357"/>
                  <a:gd name="connsiteY7" fmla="*/ 40706 h 53507"/>
                  <a:gd name="connsiteX8" fmla="*/ 48330 w 94357"/>
                  <a:gd name="connsiteY8" fmla="*/ 40706 h 53507"/>
                  <a:gd name="connsiteX9" fmla="*/ 50775 w 94357"/>
                  <a:gd name="connsiteY9" fmla="*/ 40706 h 53507"/>
                  <a:gd name="connsiteX10" fmla="*/ 58542 w 94357"/>
                  <a:gd name="connsiteY10" fmla="*/ 43295 h 53507"/>
                  <a:gd name="connsiteX11" fmla="*/ 63720 w 94357"/>
                  <a:gd name="connsiteY11" fmla="*/ 45740 h 53507"/>
                  <a:gd name="connsiteX12" fmla="*/ 66309 w 94357"/>
                  <a:gd name="connsiteY12" fmla="*/ 45740 h 53507"/>
                  <a:gd name="connsiteX13" fmla="*/ 68755 w 94357"/>
                  <a:gd name="connsiteY13" fmla="*/ 48186 h 53507"/>
                  <a:gd name="connsiteX14" fmla="*/ 71200 w 94357"/>
                  <a:gd name="connsiteY14" fmla="*/ 48186 h 53507"/>
                  <a:gd name="connsiteX15" fmla="*/ 78967 w 94357"/>
                  <a:gd name="connsiteY15" fmla="*/ 48186 h 53507"/>
                  <a:gd name="connsiteX16" fmla="*/ 81412 w 94357"/>
                  <a:gd name="connsiteY16" fmla="*/ 48186 h 53507"/>
                  <a:gd name="connsiteX17" fmla="*/ 84145 w 94357"/>
                  <a:gd name="connsiteY17" fmla="*/ 48186 h 53507"/>
                  <a:gd name="connsiteX18" fmla="*/ 89180 w 94357"/>
                  <a:gd name="connsiteY18" fmla="*/ 50919 h 53507"/>
                  <a:gd name="connsiteX19" fmla="*/ 94358 w 94357"/>
                  <a:gd name="connsiteY19" fmla="*/ 53508 h 53507"/>
                  <a:gd name="connsiteX20" fmla="*/ 94358 w 94357"/>
                  <a:gd name="connsiteY20" fmla="*/ 45740 h 53507"/>
                  <a:gd name="connsiteX21" fmla="*/ 94358 w 94357"/>
                  <a:gd name="connsiteY21" fmla="*/ 40706 h 53507"/>
                  <a:gd name="connsiteX22" fmla="*/ 91625 w 94357"/>
                  <a:gd name="connsiteY22" fmla="*/ 37973 h 53507"/>
                  <a:gd name="connsiteX23" fmla="*/ 89180 w 94357"/>
                  <a:gd name="connsiteY23" fmla="*/ 35528 h 53507"/>
                  <a:gd name="connsiteX24" fmla="*/ 86734 w 94357"/>
                  <a:gd name="connsiteY24" fmla="*/ 25316 h 53507"/>
                  <a:gd name="connsiteX25" fmla="*/ 81412 w 94357"/>
                  <a:gd name="connsiteY25" fmla="*/ 22870 h 53507"/>
                  <a:gd name="connsiteX26" fmla="*/ 78967 w 94357"/>
                  <a:gd name="connsiteY26" fmla="*/ 17692 h 53507"/>
                  <a:gd name="connsiteX27" fmla="*/ 68755 w 94357"/>
                  <a:gd name="connsiteY27" fmla="*/ 10212 h 53507"/>
                  <a:gd name="connsiteX28" fmla="*/ 66309 w 94357"/>
                  <a:gd name="connsiteY28" fmla="*/ 7336 h 53507"/>
                  <a:gd name="connsiteX29" fmla="*/ 63720 w 94357"/>
                  <a:gd name="connsiteY29" fmla="*/ 7336 h 53507"/>
                  <a:gd name="connsiteX30" fmla="*/ 56097 w 94357"/>
                  <a:gd name="connsiteY30" fmla="*/ 2445 h 53507"/>
                  <a:gd name="connsiteX31" fmla="*/ 53508 w 94357"/>
                  <a:gd name="connsiteY31" fmla="*/ 2445 h 53507"/>
                  <a:gd name="connsiteX32" fmla="*/ 48330 w 94357"/>
                  <a:gd name="connsiteY32" fmla="*/ 2445 h 53507"/>
                  <a:gd name="connsiteX33" fmla="*/ 45884 w 94357"/>
                  <a:gd name="connsiteY33" fmla="*/ 0 h 53507"/>
                  <a:gd name="connsiteX34" fmla="*/ 43439 w 94357"/>
                  <a:gd name="connsiteY34" fmla="*/ 0 h 53507"/>
                  <a:gd name="connsiteX35" fmla="*/ 35672 w 94357"/>
                  <a:gd name="connsiteY35" fmla="*/ 2445 h 53507"/>
                  <a:gd name="connsiteX36" fmla="*/ 30637 w 94357"/>
                  <a:gd name="connsiteY36" fmla="*/ 4890 h 53507"/>
                  <a:gd name="connsiteX37" fmla="*/ 27904 w 94357"/>
                  <a:gd name="connsiteY37" fmla="*/ 4890 h 53507"/>
                  <a:gd name="connsiteX38" fmla="*/ 25459 w 94357"/>
                  <a:gd name="connsiteY38" fmla="*/ 4890 h 53507"/>
                  <a:gd name="connsiteX39" fmla="*/ 17692 w 94357"/>
                  <a:gd name="connsiteY39" fmla="*/ 10212 h 53507"/>
                  <a:gd name="connsiteX40" fmla="*/ 15247 w 94357"/>
                  <a:gd name="connsiteY40" fmla="*/ 12658 h 53507"/>
                  <a:gd name="connsiteX41" fmla="*/ 12802 w 94357"/>
                  <a:gd name="connsiteY41" fmla="*/ 10212 h 53507"/>
                  <a:gd name="connsiteX42" fmla="*/ 7479 w 94357"/>
                  <a:gd name="connsiteY42" fmla="*/ 15103 h 53507"/>
                  <a:gd name="connsiteX43" fmla="*/ 2589 w 94357"/>
                  <a:gd name="connsiteY43" fmla="*/ 22870 h 53507"/>
                  <a:gd name="connsiteX44" fmla="*/ 0 w 94357"/>
                  <a:gd name="connsiteY44" fmla="*/ 25316 h 53507"/>
                  <a:gd name="connsiteX45" fmla="*/ 0 w 94357"/>
                  <a:gd name="connsiteY45" fmla="*/ 27905 h 53507"/>
                  <a:gd name="connsiteX46" fmla="*/ 0 w 94357"/>
                  <a:gd name="connsiteY46" fmla="*/ 30638 h 53507"/>
                  <a:gd name="connsiteX47" fmla="*/ 0 w 94357"/>
                  <a:gd name="connsiteY47" fmla="*/ 33083 h 53507"/>
                  <a:gd name="connsiteX48" fmla="*/ 2589 w 94357"/>
                  <a:gd name="connsiteY48" fmla="*/ 33083 h 53507"/>
                  <a:gd name="connsiteX49" fmla="*/ 5034 w 94357"/>
                  <a:gd name="connsiteY49" fmla="*/ 33083 h 53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94357" h="53507">
                    <a:moveTo>
                      <a:pt x="5034" y="33083"/>
                    </a:moveTo>
                    <a:lnTo>
                      <a:pt x="5034" y="35528"/>
                    </a:lnTo>
                    <a:lnTo>
                      <a:pt x="7479" y="35528"/>
                    </a:lnTo>
                    <a:lnTo>
                      <a:pt x="12802" y="35528"/>
                    </a:lnTo>
                    <a:lnTo>
                      <a:pt x="20425" y="37973"/>
                    </a:lnTo>
                    <a:lnTo>
                      <a:pt x="30637" y="40706"/>
                    </a:lnTo>
                    <a:lnTo>
                      <a:pt x="35672" y="40706"/>
                    </a:lnTo>
                    <a:lnTo>
                      <a:pt x="38117" y="40706"/>
                    </a:lnTo>
                    <a:lnTo>
                      <a:pt x="48330" y="40706"/>
                    </a:lnTo>
                    <a:lnTo>
                      <a:pt x="50775" y="40706"/>
                    </a:lnTo>
                    <a:lnTo>
                      <a:pt x="58542" y="43295"/>
                    </a:lnTo>
                    <a:lnTo>
                      <a:pt x="63720" y="45740"/>
                    </a:lnTo>
                    <a:lnTo>
                      <a:pt x="66309" y="45740"/>
                    </a:lnTo>
                    <a:lnTo>
                      <a:pt x="68755" y="48186"/>
                    </a:lnTo>
                    <a:lnTo>
                      <a:pt x="71200" y="48186"/>
                    </a:lnTo>
                    <a:lnTo>
                      <a:pt x="78967" y="48186"/>
                    </a:lnTo>
                    <a:lnTo>
                      <a:pt x="81412" y="48186"/>
                    </a:lnTo>
                    <a:lnTo>
                      <a:pt x="84145" y="48186"/>
                    </a:lnTo>
                    <a:lnTo>
                      <a:pt x="89180" y="50919"/>
                    </a:lnTo>
                    <a:lnTo>
                      <a:pt x="94358" y="53508"/>
                    </a:lnTo>
                    <a:lnTo>
                      <a:pt x="94358" y="45740"/>
                    </a:lnTo>
                    <a:lnTo>
                      <a:pt x="94358" y="40706"/>
                    </a:lnTo>
                    <a:lnTo>
                      <a:pt x="91625" y="37973"/>
                    </a:lnTo>
                    <a:lnTo>
                      <a:pt x="89180" y="35528"/>
                    </a:lnTo>
                    <a:lnTo>
                      <a:pt x="86734" y="25316"/>
                    </a:lnTo>
                    <a:lnTo>
                      <a:pt x="81412" y="22870"/>
                    </a:lnTo>
                    <a:lnTo>
                      <a:pt x="78967" y="17692"/>
                    </a:lnTo>
                    <a:lnTo>
                      <a:pt x="68755" y="10212"/>
                    </a:lnTo>
                    <a:lnTo>
                      <a:pt x="66309" y="7336"/>
                    </a:lnTo>
                    <a:lnTo>
                      <a:pt x="63720" y="7336"/>
                    </a:lnTo>
                    <a:lnTo>
                      <a:pt x="56097" y="2445"/>
                    </a:lnTo>
                    <a:lnTo>
                      <a:pt x="53508" y="2445"/>
                    </a:lnTo>
                    <a:lnTo>
                      <a:pt x="48330" y="2445"/>
                    </a:lnTo>
                    <a:lnTo>
                      <a:pt x="45884" y="0"/>
                    </a:lnTo>
                    <a:lnTo>
                      <a:pt x="43439" y="0"/>
                    </a:lnTo>
                    <a:lnTo>
                      <a:pt x="35672" y="2445"/>
                    </a:lnTo>
                    <a:lnTo>
                      <a:pt x="30637" y="4890"/>
                    </a:lnTo>
                    <a:lnTo>
                      <a:pt x="27904" y="4890"/>
                    </a:lnTo>
                    <a:lnTo>
                      <a:pt x="25459" y="4890"/>
                    </a:lnTo>
                    <a:lnTo>
                      <a:pt x="17692" y="10212"/>
                    </a:lnTo>
                    <a:lnTo>
                      <a:pt x="15247" y="12658"/>
                    </a:lnTo>
                    <a:lnTo>
                      <a:pt x="12802" y="10212"/>
                    </a:lnTo>
                    <a:lnTo>
                      <a:pt x="7479" y="15103"/>
                    </a:lnTo>
                    <a:lnTo>
                      <a:pt x="2589" y="22870"/>
                    </a:lnTo>
                    <a:lnTo>
                      <a:pt x="0" y="25316"/>
                    </a:lnTo>
                    <a:lnTo>
                      <a:pt x="0" y="27905"/>
                    </a:lnTo>
                    <a:lnTo>
                      <a:pt x="0" y="30638"/>
                    </a:lnTo>
                    <a:lnTo>
                      <a:pt x="0" y="33083"/>
                    </a:lnTo>
                    <a:lnTo>
                      <a:pt x="2589" y="33083"/>
                    </a:lnTo>
                    <a:lnTo>
                      <a:pt x="5034" y="33083"/>
                    </a:lnTo>
                    <a:close/>
                  </a:path>
                </a:pathLst>
              </a:custGeom>
              <a:grpFill/>
              <a:ln w="3594" cap="rnd">
                <a:solidFill>
                  <a:srgbClr val="FFFFFF"/>
                </a:solidFill>
                <a:prstDash val="solid"/>
                <a:round/>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grpSp>
        <p:sp>
          <p:nvSpPr>
            <p:cNvPr id="73" name="Freeform: Shape 745">
              <a:extLst>
                <a:ext uri="{FF2B5EF4-FFF2-40B4-BE49-F238E27FC236}">
                  <a16:creationId xmlns:a16="http://schemas.microsoft.com/office/drawing/2014/main" id="{D0677654-F102-8864-C0EA-640D1544B824}"/>
                </a:ext>
              </a:extLst>
            </p:cNvPr>
            <p:cNvSpPr/>
            <p:nvPr/>
          </p:nvSpPr>
          <p:spPr>
            <a:xfrm>
              <a:off x="9073115" y="2234938"/>
              <a:ext cx="2215073" cy="1938160"/>
            </a:xfrm>
            <a:custGeom>
              <a:avLst/>
              <a:gdLst>
                <a:gd name="connsiteX0" fmla="*/ 1453200 w 1465857"/>
                <a:gd name="connsiteY0" fmla="*/ 1241900 h 1282606"/>
                <a:gd name="connsiteX1" fmla="*/ 1455933 w 1465857"/>
                <a:gd name="connsiteY1" fmla="*/ 1241900 h 1282606"/>
                <a:gd name="connsiteX2" fmla="*/ 1455933 w 1465857"/>
                <a:gd name="connsiteY2" fmla="*/ 1244633 h 1282606"/>
                <a:gd name="connsiteX3" fmla="*/ 1453200 w 1465857"/>
                <a:gd name="connsiteY3" fmla="*/ 1247078 h 1282606"/>
                <a:gd name="connsiteX4" fmla="*/ 1455933 w 1465857"/>
                <a:gd name="connsiteY4" fmla="*/ 1247078 h 1282606"/>
                <a:gd name="connsiteX5" fmla="*/ 1455933 w 1465857"/>
                <a:gd name="connsiteY5" fmla="*/ 1249523 h 1282606"/>
                <a:gd name="connsiteX6" fmla="*/ 1458378 w 1465857"/>
                <a:gd name="connsiteY6" fmla="*/ 1247078 h 1282606"/>
                <a:gd name="connsiteX7" fmla="*/ 1460823 w 1465857"/>
                <a:gd name="connsiteY7" fmla="*/ 1247078 h 1282606"/>
                <a:gd name="connsiteX8" fmla="*/ 1460823 w 1465857"/>
                <a:gd name="connsiteY8" fmla="*/ 1254845 h 1282606"/>
                <a:gd name="connsiteX9" fmla="*/ 1460823 w 1465857"/>
                <a:gd name="connsiteY9" fmla="*/ 1257291 h 1282606"/>
                <a:gd name="connsiteX10" fmla="*/ 1463412 w 1465857"/>
                <a:gd name="connsiteY10" fmla="*/ 1257291 h 1282606"/>
                <a:gd name="connsiteX11" fmla="*/ 1463412 w 1465857"/>
                <a:gd name="connsiteY11" fmla="*/ 1259736 h 1282606"/>
                <a:gd name="connsiteX12" fmla="*/ 1463412 w 1465857"/>
                <a:gd name="connsiteY12" fmla="*/ 1262181 h 1282606"/>
                <a:gd name="connsiteX13" fmla="*/ 1463412 w 1465857"/>
                <a:gd name="connsiteY13" fmla="*/ 1264914 h 1282606"/>
                <a:gd name="connsiteX14" fmla="*/ 1465857 w 1465857"/>
                <a:gd name="connsiteY14" fmla="*/ 1264914 h 1282606"/>
                <a:gd name="connsiteX15" fmla="*/ 1463412 w 1465857"/>
                <a:gd name="connsiteY15" fmla="*/ 1267503 h 1282606"/>
                <a:gd name="connsiteX16" fmla="*/ 1463412 w 1465857"/>
                <a:gd name="connsiteY16" fmla="*/ 1269948 h 1282606"/>
                <a:gd name="connsiteX17" fmla="*/ 1460823 w 1465857"/>
                <a:gd name="connsiteY17" fmla="*/ 1269948 h 1282606"/>
                <a:gd name="connsiteX18" fmla="*/ 1460823 w 1465857"/>
                <a:gd name="connsiteY18" fmla="*/ 1272394 h 1282606"/>
                <a:gd name="connsiteX19" fmla="*/ 1463412 w 1465857"/>
                <a:gd name="connsiteY19" fmla="*/ 1272394 h 1282606"/>
                <a:gd name="connsiteX20" fmla="*/ 1463412 w 1465857"/>
                <a:gd name="connsiteY20" fmla="*/ 1275127 h 1282606"/>
                <a:gd name="connsiteX21" fmla="*/ 1463412 w 1465857"/>
                <a:gd name="connsiteY21" fmla="*/ 1277716 h 1282606"/>
                <a:gd name="connsiteX22" fmla="*/ 1460823 w 1465857"/>
                <a:gd name="connsiteY22" fmla="*/ 1277716 h 1282606"/>
                <a:gd name="connsiteX23" fmla="*/ 1463412 w 1465857"/>
                <a:gd name="connsiteY23" fmla="*/ 1282606 h 1282606"/>
                <a:gd name="connsiteX24" fmla="*/ 1460823 w 1465857"/>
                <a:gd name="connsiteY24" fmla="*/ 1282606 h 1282606"/>
                <a:gd name="connsiteX25" fmla="*/ 1458378 w 1465857"/>
                <a:gd name="connsiteY25" fmla="*/ 1282606 h 1282606"/>
                <a:gd name="connsiteX26" fmla="*/ 1458378 w 1465857"/>
                <a:gd name="connsiteY26" fmla="*/ 1280161 h 1282606"/>
                <a:gd name="connsiteX27" fmla="*/ 1455933 w 1465857"/>
                <a:gd name="connsiteY27" fmla="*/ 1280161 h 1282606"/>
                <a:gd name="connsiteX28" fmla="*/ 1453200 w 1465857"/>
                <a:gd name="connsiteY28" fmla="*/ 1280161 h 1282606"/>
                <a:gd name="connsiteX29" fmla="*/ 1453200 w 1465857"/>
                <a:gd name="connsiteY29" fmla="*/ 1277716 h 1282606"/>
                <a:gd name="connsiteX30" fmla="*/ 1453200 w 1465857"/>
                <a:gd name="connsiteY30" fmla="*/ 1275127 h 1282606"/>
                <a:gd name="connsiteX31" fmla="*/ 1450611 w 1465857"/>
                <a:gd name="connsiteY31" fmla="*/ 1277716 h 1282606"/>
                <a:gd name="connsiteX32" fmla="*/ 1448166 w 1465857"/>
                <a:gd name="connsiteY32" fmla="*/ 1275127 h 1282606"/>
                <a:gd name="connsiteX33" fmla="*/ 1448166 w 1465857"/>
                <a:gd name="connsiteY33" fmla="*/ 1277716 h 1282606"/>
                <a:gd name="connsiteX34" fmla="*/ 1445720 w 1465857"/>
                <a:gd name="connsiteY34" fmla="*/ 1275127 h 1282606"/>
                <a:gd name="connsiteX35" fmla="*/ 1442987 w 1465857"/>
                <a:gd name="connsiteY35" fmla="*/ 1275127 h 1282606"/>
                <a:gd name="connsiteX36" fmla="*/ 1442987 w 1465857"/>
                <a:gd name="connsiteY36" fmla="*/ 1272394 h 1282606"/>
                <a:gd name="connsiteX37" fmla="*/ 1440398 w 1465857"/>
                <a:gd name="connsiteY37" fmla="*/ 1272394 h 1282606"/>
                <a:gd name="connsiteX38" fmla="*/ 1437953 w 1465857"/>
                <a:gd name="connsiteY38" fmla="*/ 1272394 h 1282606"/>
                <a:gd name="connsiteX39" fmla="*/ 1437953 w 1465857"/>
                <a:gd name="connsiteY39" fmla="*/ 1269948 h 1282606"/>
                <a:gd name="connsiteX40" fmla="*/ 1435508 w 1465857"/>
                <a:gd name="connsiteY40" fmla="*/ 1269948 h 1282606"/>
                <a:gd name="connsiteX41" fmla="*/ 1432775 w 1465857"/>
                <a:gd name="connsiteY41" fmla="*/ 1267503 h 1282606"/>
                <a:gd name="connsiteX42" fmla="*/ 1432775 w 1465857"/>
                <a:gd name="connsiteY42" fmla="*/ 1269948 h 1282606"/>
                <a:gd name="connsiteX43" fmla="*/ 1430186 w 1465857"/>
                <a:gd name="connsiteY43" fmla="*/ 1269948 h 1282606"/>
                <a:gd name="connsiteX44" fmla="*/ 1430186 w 1465857"/>
                <a:gd name="connsiteY44" fmla="*/ 1267503 h 1282606"/>
                <a:gd name="connsiteX45" fmla="*/ 1427740 w 1465857"/>
                <a:gd name="connsiteY45" fmla="*/ 1267503 h 1282606"/>
                <a:gd name="connsiteX46" fmla="*/ 1425295 w 1465857"/>
                <a:gd name="connsiteY46" fmla="*/ 1267503 h 1282606"/>
                <a:gd name="connsiteX47" fmla="*/ 1422562 w 1465857"/>
                <a:gd name="connsiteY47" fmla="*/ 1267503 h 1282606"/>
                <a:gd name="connsiteX48" fmla="*/ 1422562 w 1465857"/>
                <a:gd name="connsiteY48" fmla="*/ 1264914 h 1282606"/>
                <a:gd name="connsiteX49" fmla="*/ 1419973 w 1465857"/>
                <a:gd name="connsiteY49" fmla="*/ 1264914 h 1282606"/>
                <a:gd name="connsiteX50" fmla="*/ 1417528 w 1465857"/>
                <a:gd name="connsiteY50" fmla="*/ 1264914 h 1282606"/>
                <a:gd name="connsiteX51" fmla="*/ 1417528 w 1465857"/>
                <a:gd name="connsiteY51" fmla="*/ 1262181 h 1282606"/>
                <a:gd name="connsiteX52" fmla="*/ 1417528 w 1465857"/>
                <a:gd name="connsiteY52" fmla="*/ 1259736 h 1282606"/>
                <a:gd name="connsiteX53" fmla="*/ 1417528 w 1465857"/>
                <a:gd name="connsiteY53" fmla="*/ 1257291 h 1282606"/>
                <a:gd name="connsiteX54" fmla="*/ 1419973 w 1465857"/>
                <a:gd name="connsiteY54" fmla="*/ 1254845 h 1282606"/>
                <a:gd name="connsiteX55" fmla="*/ 1422562 w 1465857"/>
                <a:gd name="connsiteY55" fmla="*/ 1254845 h 1282606"/>
                <a:gd name="connsiteX56" fmla="*/ 1425295 w 1465857"/>
                <a:gd name="connsiteY56" fmla="*/ 1252112 h 1282606"/>
                <a:gd name="connsiteX57" fmla="*/ 1425295 w 1465857"/>
                <a:gd name="connsiteY57" fmla="*/ 1249523 h 1282606"/>
                <a:gd name="connsiteX58" fmla="*/ 1432775 w 1465857"/>
                <a:gd name="connsiteY58" fmla="*/ 1247078 h 1282606"/>
                <a:gd name="connsiteX59" fmla="*/ 1435508 w 1465857"/>
                <a:gd name="connsiteY59" fmla="*/ 1244633 h 1282606"/>
                <a:gd name="connsiteX60" fmla="*/ 1437953 w 1465857"/>
                <a:gd name="connsiteY60" fmla="*/ 1244633 h 1282606"/>
                <a:gd name="connsiteX61" fmla="*/ 1440398 w 1465857"/>
                <a:gd name="connsiteY61" fmla="*/ 1244633 h 1282606"/>
                <a:gd name="connsiteX62" fmla="*/ 1440398 w 1465857"/>
                <a:gd name="connsiteY62" fmla="*/ 1247078 h 1282606"/>
                <a:gd name="connsiteX63" fmla="*/ 1442987 w 1465857"/>
                <a:gd name="connsiteY63" fmla="*/ 1247078 h 1282606"/>
                <a:gd name="connsiteX64" fmla="*/ 1442987 w 1465857"/>
                <a:gd name="connsiteY64" fmla="*/ 1244633 h 1282606"/>
                <a:gd name="connsiteX65" fmla="*/ 1445720 w 1465857"/>
                <a:gd name="connsiteY65" fmla="*/ 1244633 h 1282606"/>
                <a:gd name="connsiteX66" fmla="*/ 1448166 w 1465857"/>
                <a:gd name="connsiteY66" fmla="*/ 1244633 h 1282606"/>
                <a:gd name="connsiteX67" fmla="*/ 1450611 w 1465857"/>
                <a:gd name="connsiteY67" fmla="*/ 1244633 h 1282606"/>
                <a:gd name="connsiteX68" fmla="*/ 1453200 w 1465857"/>
                <a:gd name="connsiteY68" fmla="*/ 1244633 h 1282606"/>
                <a:gd name="connsiteX69" fmla="*/ 1422562 w 1465857"/>
                <a:gd name="connsiteY69" fmla="*/ 1218886 h 1282606"/>
                <a:gd name="connsiteX70" fmla="*/ 1425295 w 1465857"/>
                <a:gd name="connsiteY70" fmla="*/ 1221475 h 1282606"/>
                <a:gd name="connsiteX71" fmla="*/ 1430186 w 1465857"/>
                <a:gd name="connsiteY71" fmla="*/ 1224208 h 1282606"/>
                <a:gd name="connsiteX72" fmla="*/ 1430186 w 1465857"/>
                <a:gd name="connsiteY72" fmla="*/ 1226653 h 1282606"/>
                <a:gd name="connsiteX73" fmla="*/ 1432775 w 1465857"/>
                <a:gd name="connsiteY73" fmla="*/ 1226653 h 1282606"/>
                <a:gd name="connsiteX74" fmla="*/ 1435508 w 1465857"/>
                <a:gd name="connsiteY74" fmla="*/ 1226653 h 1282606"/>
                <a:gd name="connsiteX75" fmla="*/ 1435508 w 1465857"/>
                <a:gd name="connsiteY75" fmla="*/ 1229099 h 1282606"/>
                <a:gd name="connsiteX76" fmla="*/ 1437953 w 1465857"/>
                <a:gd name="connsiteY76" fmla="*/ 1229099 h 1282606"/>
                <a:gd name="connsiteX77" fmla="*/ 1437953 w 1465857"/>
                <a:gd name="connsiteY77" fmla="*/ 1226653 h 1282606"/>
                <a:gd name="connsiteX78" fmla="*/ 1440398 w 1465857"/>
                <a:gd name="connsiteY78" fmla="*/ 1226653 h 1282606"/>
                <a:gd name="connsiteX79" fmla="*/ 1440398 w 1465857"/>
                <a:gd name="connsiteY79" fmla="*/ 1229099 h 1282606"/>
                <a:gd name="connsiteX80" fmla="*/ 1442987 w 1465857"/>
                <a:gd name="connsiteY80" fmla="*/ 1231688 h 1282606"/>
                <a:gd name="connsiteX81" fmla="*/ 1445720 w 1465857"/>
                <a:gd name="connsiteY81" fmla="*/ 1231688 h 1282606"/>
                <a:gd name="connsiteX82" fmla="*/ 1445720 w 1465857"/>
                <a:gd name="connsiteY82" fmla="*/ 1234421 h 1282606"/>
                <a:gd name="connsiteX83" fmla="*/ 1445720 w 1465857"/>
                <a:gd name="connsiteY83" fmla="*/ 1236866 h 1282606"/>
                <a:gd name="connsiteX84" fmla="*/ 1442987 w 1465857"/>
                <a:gd name="connsiteY84" fmla="*/ 1239311 h 1282606"/>
                <a:gd name="connsiteX85" fmla="*/ 1440398 w 1465857"/>
                <a:gd name="connsiteY85" fmla="*/ 1239311 h 1282606"/>
                <a:gd name="connsiteX86" fmla="*/ 1440398 w 1465857"/>
                <a:gd name="connsiteY86" fmla="*/ 1241900 h 1282606"/>
                <a:gd name="connsiteX87" fmla="*/ 1437953 w 1465857"/>
                <a:gd name="connsiteY87" fmla="*/ 1239311 h 1282606"/>
                <a:gd name="connsiteX88" fmla="*/ 1435508 w 1465857"/>
                <a:gd name="connsiteY88" fmla="*/ 1239311 h 1282606"/>
                <a:gd name="connsiteX89" fmla="*/ 1435508 w 1465857"/>
                <a:gd name="connsiteY89" fmla="*/ 1236866 h 1282606"/>
                <a:gd name="connsiteX90" fmla="*/ 1430186 w 1465857"/>
                <a:gd name="connsiteY90" fmla="*/ 1236866 h 1282606"/>
                <a:gd name="connsiteX91" fmla="*/ 1427740 w 1465857"/>
                <a:gd name="connsiteY91" fmla="*/ 1236866 h 1282606"/>
                <a:gd name="connsiteX92" fmla="*/ 1425295 w 1465857"/>
                <a:gd name="connsiteY92" fmla="*/ 1234421 h 1282606"/>
                <a:gd name="connsiteX93" fmla="*/ 1422562 w 1465857"/>
                <a:gd name="connsiteY93" fmla="*/ 1234421 h 1282606"/>
                <a:gd name="connsiteX94" fmla="*/ 1422562 w 1465857"/>
                <a:gd name="connsiteY94" fmla="*/ 1231688 h 1282606"/>
                <a:gd name="connsiteX95" fmla="*/ 1419973 w 1465857"/>
                <a:gd name="connsiteY95" fmla="*/ 1229099 h 1282606"/>
                <a:gd name="connsiteX96" fmla="*/ 1417528 w 1465857"/>
                <a:gd name="connsiteY96" fmla="*/ 1224208 h 1282606"/>
                <a:gd name="connsiteX97" fmla="*/ 1419973 w 1465857"/>
                <a:gd name="connsiteY97" fmla="*/ 1224208 h 1282606"/>
                <a:gd name="connsiteX98" fmla="*/ 1419973 w 1465857"/>
                <a:gd name="connsiteY98" fmla="*/ 1221475 h 1282606"/>
                <a:gd name="connsiteX99" fmla="*/ 1422562 w 1465857"/>
                <a:gd name="connsiteY99" fmla="*/ 1221475 h 1282606"/>
                <a:gd name="connsiteX100" fmla="*/ 1076056 w 1465857"/>
                <a:gd name="connsiteY100" fmla="*/ 1216441 h 1282606"/>
                <a:gd name="connsiteX101" fmla="*/ 1093604 w 1465857"/>
                <a:gd name="connsiteY101" fmla="*/ 1218886 h 1282606"/>
                <a:gd name="connsiteX102" fmla="*/ 1098926 w 1465857"/>
                <a:gd name="connsiteY102" fmla="*/ 1216441 h 1282606"/>
                <a:gd name="connsiteX103" fmla="*/ 1101371 w 1465857"/>
                <a:gd name="connsiteY103" fmla="*/ 1216441 h 1282606"/>
                <a:gd name="connsiteX104" fmla="*/ 1101371 w 1465857"/>
                <a:gd name="connsiteY104" fmla="*/ 1218886 h 1282606"/>
                <a:gd name="connsiteX105" fmla="*/ 1103817 w 1465857"/>
                <a:gd name="connsiteY105" fmla="*/ 1218886 h 1282606"/>
                <a:gd name="connsiteX106" fmla="*/ 1106406 w 1465857"/>
                <a:gd name="connsiteY106" fmla="*/ 1218886 h 1282606"/>
                <a:gd name="connsiteX107" fmla="*/ 1106406 w 1465857"/>
                <a:gd name="connsiteY107" fmla="*/ 1221475 h 1282606"/>
                <a:gd name="connsiteX108" fmla="*/ 1109139 w 1465857"/>
                <a:gd name="connsiteY108" fmla="*/ 1221475 h 1282606"/>
                <a:gd name="connsiteX109" fmla="*/ 1109139 w 1465857"/>
                <a:gd name="connsiteY109" fmla="*/ 1218886 h 1282606"/>
                <a:gd name="connsiteX110" fmla="*/ 1111584 w 1465857"/>
                <a:gd name="connsiteY110" fmla="*/ 1218886 h 1282606"/>
                <a:gd name="connsiteX111" fmla="*/ 1114029 w 1465857"/>
                <a:gd name="connsiteY111" fmla="*/ 1218886 h 1282606"/>
                <a:gd name="connsiteX112" fmla="*/ 1114029 w 1465857"/>
                <a:gd name="connsiteY112" fmla="*/ 1221475 h 1282606"/>
                <a:gd name="connsiteX113" fmla="*/ 1116618 w 1465857"/>
                <a:gd name="connsiteY113" fmla="*/ 1221475 h 1282606"/>
                <a:gd name="connsiteX114" fmla="*/ 1119351 w 1465857"/>
                <a:gd name="connsiteY114" fmla="*/ 1221475 h 1282606"/>
                <a:gd name="connsiteX115" fmla="*/ 1121796 w 1465857"/>
                <a:gd name="connsiteY115" fmla="*/ 1224208 h 1282606"/>
                <a:gd name="connsiteX116" fmla="*/ 1119351 w 1465857"/>
                <a:gd name="connsiteY116" fmla="*/ 1224208 h 1282606"/>
                <a:gd name="connsiteX117" fmla="*/ 1121796 w 1465857"/>
                <a:gd name="connsiteY117" fmla="*/ 1226654 h 1282606"/>
                <a:gd name="connsiteX118" fmla="*/ 1124241 w 1465857"/>
                <a:gd name="connsiteY118" fmla="*/ 1226654 h 1282606"/>
                <a:gd name="connsiteX119" fmla="*/ 1124241 w 1465857"/>
                <a:gd name="connsiteY119" fmla="*/ 1231688 h 1282606"/>
                <a:gd name="connsiteX120" fmla="*/ 1126831 w 1465857"/>
                <a:gd name="connsiteY120" fmla="*/ 1229099 h 1282606"/>
                <a:gd name="connsiteX121" fmla="*/ 1129564 w 1465857"/>
                <a:gd name="connsiteY121" fmla="*/ 1229099 h 1282606"/>
                <a:gd name="connsiteX122" fmla="*/ 1134454 w 1465857"/>
                <a:gd name="connsiteY122" fmla="*/ 1234421 h 1282606"/>
                <a:gd name="connsiteX123" fmla="*/ 1136899 w 1465857"/>
                <a:gd name="connsiteY123" fmla="*/ 1236866 h 1282606"/>
                <a:gd name="connsiteX124" fmla="*/ 1134454 w 1465857"/>
                <a:gd name="connsiteY124" fmla="*/ 1239311 h 1282606"/>
                <a:gd name="connsiteX125" fmla="*/ 1132009 w 1465857"/>
                <a:gd name="connsiteY125" fmla="*/ 1244633 h 1282606"/>
                <a:gd name="connsiteX126" fmla="*/ 1129564 w 1465857"/>
                <a:gd name="connsiteY126" fmla="*/ 1244633 h 1282606"/>
                <a:gd name="connsiteX127" fmla="*/ 1129564 w 1465857"/>
                <a:gd name="connsiteY127" fmla="*/ 1247079 h 1282606"/>
                <a:gd name="connsiteX128" fmla="*/ 1121796 w 1465857"/>
                <a:gd name="connsiteY128" fmla="*/ 1247079 h 1282606"/>
                <a:gd name="connsiteX129" fmla="*/ 1116618 w 1465857"/>
                <a:gd name="connsiteY129" fmla="*/ 1247079 h 1282606"/>
                <a:gd name="connsiteX130" fmla="*/ 1111584 w 1465857"/>
                <a:gd name="connsiteY130" fmla="*/ 1241900 h 1282606"/>
                <a:gd name="connsiteX131" fmla="*/ 1114029 w 1465857"/>
                <a:gd name="connsiteY131" fmla="*/ 1244633 h 1282606"/>
                <a:gd name="connsiteX132" fmla="*/ 1116618 w 1465857"/>
                <a:gd name="connsiteY132" fmla="*/ 1247079 h 1282606"/>
                <a:gd name="connsiteX133" fmla="*/ 1114029 w 1465857"/>
                <a:gd name="connsiteY133" fmla="*/ 1247079 h 1282606"/>
                <a:gd name="connsiteX134" fmla="*/ 1111584 w 1465857"/>
                <a:gd name="connsiteY134" fmla="*/ 1247079 h 1282606"/>
                <a:gd name="connsiteX135" fmla="*/ 1109139 w 1465857"/>
                <a:gd name="connsiteY135" fmla="*/ 1247079 h 1282606"/>
                <a:gd name="connsiteX136" fmla="*/ 1109139 w 1465857"/>
                <a:gd name="connsiteY136" fmla="*/ 1244633 h 1282606"/>
                <a:gd name="connsiteX137" fmla="*/ 1103817 w 1465857"/>
                <a:gd name="connsiteY137" fmla="*/ 1241900 h 1282606"/>
                <a:gd name="connsiteX138" fmla="*/ 1101371 w 1465857"/>
                <a:gd name="connsiteY138" fmla="*/ 1239311 h 1282606"/>
                <a:gd name="connsiteX139" fmla="*/ 1103817 w 1465857"/>
                <a:gd name="connsiteY139" fmla="*/ 1236866 h 1282606"/>
                <a:gd name="connsiteX140" fmla="*/ 1101371 w 1465857"/>
                <a:gd name="connsiteY140" fmla="*/ 1236866 h 1282606"/>
                <a:gd name="connsiteX141" fmla="*/ 1098926 w 1465857"/>
                <a:gd name="connsiteY141" fmla="*/ 1231688 h 1282606"/>
                <a:gd name="connsiteX142" fmla="*/ 1098926 w 1465857"/>
                <a:gd name="connsiteY142" fmla="*/ 1229099 h 1282606"/>
                <a:gd name="connsiteX143" fmla="*/ 1096193 w 1465857"/>
                <a:gd name="connsiteY143" fmla="*/ 1229099 h 1282606"/>
                <a:gd name="connsiteX144" fmla="*/ 1093604 w 1465857"/>
                <a:gd name="connsiteY144" fmla="*/ 1229099 h 1282606"/>
                <a:gd name="connsiteX145" fmla="*/ 1098926 w 1465857"/>
                <a:gd name="connsiteY145" fmla="*/ 1226654 h 1282606"/>
                <a:gd name="connsiteX146" fmla="*/ 1101371 w 1465857"/>
                <a:gd name="connsiteY146" fmla="*/ 1226654 h 1282606"/>
                <a:gd name="connsiteX147" fmla="*/ 1101371 w 1465857"/>
                <a:gd name="connsiteY147" fmla="*/ 1224208 h 1282606"/>
                <a:gd name="connsiteX148" fmla="*/ 1098926 w 1465857"/>
                <a:gd name="connsiteY148" fmla="*/ 1224208 h 1282606"/>
                <a:gd name="connsiteX149" fmla="*/ 1096193 w 1465857"/>
                <a:gd name="connsiteY149" fmla="*/ 1224208 h 1282606"/>
                <a:gd name="connsiteX150" fmla="*/ 1091159 w 1465857"/>
                <a:gd name="connsiteY150" fmla="*/ 1221475 h 1282606"/>
                <a:gd name="connsiteX151" fmla="*/ 1091159 w 1465857"/>
                <a:gd name="connsiteY151" fmla="*/ 1224208 h 1282606"/>
                <a:gd name="connsiteX152" fmla="*/ 1088713 w 1465857"/>
                <a:gd name="connsiteY152" fmla="*/ 1224208 h 1282606"/>
                <a:gd name="connsiteX153" fmla="*/ 1086268 w 1465857"/>
                <a:gd name="connsiteY153" fmla="*/ 1224208 h 1282606"/>
                <a:gd name="connsiteX154" fmla="*/ 1083391 w 1465857"/>
                <a:gd name="connsiteY154" fmla="*/ 1221475 h 1282606"/>
                <a:gd name="connsiteX155" fmla="*/ 1078501 w 1465857"/>
                <a:gd name="connsiteY155" fmla="*/ 1221475 h 1282606"/>
                <a:gd name="connsiteX156" fmla="*/ 1076056 w 1465857"/>
                <a:gd name="connsiteY156" fmla="*/ 1221475 h 1282606"/>
                <a:gd name="connsiteX157" fmla="*/ 1073323 w 1465857"/>
                <a:gd name="connsiteY157" fmla="*/ 1218886 h 1282606"/>
                <a:gd name="connsiteX158" fmla="*/ 1371787 w 1465857"/>
                <a:gd name="connsiteY158" fmla="*/ 1211262 h 1282606"/>
                <a:gd name="connsiteX159" fmla="*/ 1374232 w 1465857"/>
                <a:gd name="connsiteY159" fmla="*/ 1211262 h 1282606"/>
                <a:gd name="connsiteX160" fmla="*/ 1376677 w 1465857"/>
                <a:gd name="connsiteY160" fmla="*/ 1213995 h 1282606"/>
                <a:gd name="connsiteX161" fmla="*/ 1379266 w 1465857"/>
                <a:gd name="connsiteY161" fmla="*/ 1213995 h 1282606"/>
                <a:gd name="connsiteX162" fmla="*/ 1379266 w 1465857"/>
                <a:gd name="connsiteY162" fmla="*/ 1216440 h 1282606"/>
                <a:gd name="connsiteX163" fmla="*/ 1379266 w 1465857"/>
                <a:gd name="connsiteY163" fmla="*/ 1218885 h 1282606"/>
                <a:gd name="connsiteX164" fmla="*/ 1376677 w 1465857"/>
                <a:gd name="connsiteY164" fmla="*/ 1218885 h 1282606"/>
                <a:gd name="connsiteX165" fmla="*/ 1374232 w 1465857"/>
                <a:gd name="connsiteY165" fmla="*/ 1216440 h 1282606"/>
                <a:gd name="connsiteX166" fmla="*/ 1374232 w 1465857"/>
                <a:gd name="connsiteY166" fmla="*/ 1213995 h 1282606"/>
                <a:gd name="connsiteX167" fmla="*/ 1371787 w 1465857"/>
                <a:gd name="connsiteY167" fmla="*/ 1213995 h 1282606"/>
                <a:gd name="connsiteX168" fmla="*/ 1371787 w 1465857"/>
                <a:gd name="connsiteY168" fmla="*/ 1216440 h 1282606"/>
                <a:gd name="connsiteX169" fmla="*/ 1369054 w 1465857"/>
                <a:gd name="connsiteY169" fmla="*/ 1213995 h 1282606"/>
                <a:gd name="connsiteX170" fmla="*/ 1147831 w 1465857"/>
                <a:gd name="connsiteY170" fmla="*/ 1207379 h 1282606"/>
                <a:gd name="connsiteX171" fmla="*/ 1150420 w 1465857"/>
                <a:gd name="connsiteY171" fmla="*/ 1209105 h 1282606"/>
                <a:gd name="connsiteX172" fmla="*/ 1147831 w 1465857"/>
                <a:gd name="connsiteY172" fmla="*/ 1209105 h 1282606"/>
                <a:gd name="connsiteX173" fmla="*/ 1146393 w 1465857"/>
                <a:gd name="connsiteY173" fmla="*/ 1206372 h 1282606"/>
                <a:gd name="connsiteX174" fmla="*/ 1147831 w 1465857"/>
                <a:gd name="connsiteY174" fmla="*/ 1206372 h 1282606"/>
                <a:gd name="connsiteX175" fmla="*/ 1147831 w 1465857"/>
                <a:gd name="connsiteY175" fmla="*/ 1207379 h 1282606"/>
                <a:gd name="connsiteX176" fmla="*/ 1142653 w 1465857"/>
                <a:gd name="connsiteY176" fmla="*/ 1203927 h 1282606"/>
                <a:gd name="connsiteX177" fmla="*/ 1146393 w 1465857"/>
                <a:gd name="connsiteY177" fmla="*/ 1206372 h 1282606"/>
                <a:gd name="connsiteX178" fmla="*/ 1145386 w 1465857"/>
                <a:gd name="connsiteY178" fmla="*/ 1206372 h 1282606"/>
                <a:gd name="connsiteX179" fmla="*/ 1076775 w 1465857"/>
                <a:gd name="connsiteY179" fmla="*/ 1201482 h 1282606"/>
                <a:gd name="connsiteX180" fmla="*/ 1079220 w 1465857"/>
                <a:gd name="connsiteY180" fmla="*/ 1201482 h 1282606"/>
                <a:gd name="connsiteX181" fmla="*/ 1081953 w 1465857"/>
                <a:gd name="connsiteY181" fmla="*/ 1201482 h 1282606"/>
                <a:gd name="connsiteX182" fmla="*/ 1079220 w 1465857"/>
                <a:gd name="connsiteY182" fmla="*/ 1203927 h 1282606"/>
                <a:gd name="connsiteX183" fmla="*/ 1422131 w 1465857"/>
                <a:gd name="connsiteY183" fmla="*/ 1135460 h 1282606"/>
                <a:gd name="connsiteX184" fmla="*/ 1424576 w 1465857"/>
                <a:gd name="connsiteY184" fmla="*/ 1135460 h 1282606"/>
                <a:gd name="connsiteX185" fmla="*/ 1427165 w 1465857"/>
                <a:gd name="connsiteY185" fmla="*/ 1137905 h 1282606"/>
                <a:gd name="connsiteX186" fmla="*/ 1429898 w 1465857"/>
                <a:gd name="connsiteY186" fmla="*/ 1135460 h 1282606"/>
                <a:gd name="connsiteX187" fmla="*/ 1432343 w 1465857"/>
                <a:gd name="connsiteY187" fmla="*/ 1137905 h 1282606"/>
                <a:gd name="connsiteX188" fmla="*/ 1432343 w 1465857"/>
                <a:gd name="connsiteY188" fmla="*/ 1140494 h 1282606"/>
                <a:gd name="connsiteX189" fmla="*/ 1427165 w 1465857"/>
                <a:gd name="connsiteY189" fmla="*/ 1142939 h 1282606"/>
                <a:gd name="connsiteX190" fmla="*/ 1434789 w 1465857"/>
                <a:gd name="connsiteY190" fmla="*/ 1142939 h 1282606"/>
                <a:gd name="connsiteX191" fmla="*/ 1432343 w 1465857"/>
                <a:gd name="connsiteY191" fmla="*/ 1145672 h 1282606"/>
                <a:gd name="connsiteX192" fmla="*/ 1429898 w 1465857"/>
                <a:gd name="connsiteY192" fmla="*/ 1148118 h 1282606"/>
                <a:gd name="connsiteX193" fmla="*/ 1432343 w 1465857"/>
                <a:gd name="connsiteY193" fmla="*/ 1150563 h 1282606"/>
                <a:gd name="connsiteX194" fmla="*/ 1432343 w 1465857"/>
                <a:gd name="connsiteY194" fmla="*/ 1153008 h 1282606"/>
                <a:gd name="connsiteX195" fmla="*/ 1429898 w 1465857"/>
                <a:gd name="connsiteY195" fmla="*/ 1153008 h 1282606"/>
                <a:gd name="connsiteX196" fmla="*/ 1429898 w 1465857"/>
                <a:gd name="connsiteY196" fmla="*/ 1155741 h 1282606"/>
                <a:gd name="connsiteX197" fmla="*/ 1424576 w 1465857"/>
                <a:gd name="connsiteY197" fmla="*/ 1158330 h 1282606"/>
                <a:gd name="connsiteX198" fmla="*/ 1422131 w 1465857"/>
                <a:gd name="connsiteY198" fmla="*/ 1158330 h 1282606"/>
                <a:gd name="connsiteX199" fmla="*/ 1419685 w 1465857"/>
                <a:gd name="connsiteY199" fmla="*/ 1160775 h 1282606"/>
                <a:gd name="connsiteX200" fmla="*/ 1417096 w 1465857"/>
                <a:gd name="connsiteY200" fmla="*/ 1160488 h 1282606"/>
                <a:gd name="connsiteX201" fmla="*/ 1417096 w 1465857"/>
                <a:gd name="connsiteY201" fmla="*/ 1158042 h 1282606"/>
                <a:gd name="connsiteX202" fmla="*/ 1406884 w 1465857"/>
                <a:gd name="connsiteY202" fmla="*/ 1158042 h 1282606"/>
                <a:gd name="connsiteX203" fmla="*/ 1406884 w 1465857"/>
                <a:gd name="connsiteY203" fmla="*/ 1152721 h 1282606"/>
                <a:gd name="connsiteX204" fmla="*/ 1404438 w 1465857"/>
                <a:gd name="connsiteY204" fmla="*/ 1152721 h 1282606"/>
                <a:gd name="connsiteX205" fmla="*/ 1396959 w 1465857"/>
                <a:gd name="connsiteY205" fmla="*/ 1152721 h 1282606"/>
                <a:gd name="connsiteX206" fmla="*/ 1399548 w 1465857"/>
                <a:gd name="connsiteY206" fmla="*/ 1150275 h 1282606"/>
                <a:gd name="connsiteX207" fmla="*/ 1399548 w 1465857"/>
                <a:gd name="connsiteY207" fmla="*/ 1147542 h 1282606"/>
                <a:gd name="connsiteX208" fmla="*/ 1404726 w 1465857"/>
                <a:gd name="connsiteY208" fmla="*/ 1142508 h 1282606"/>
                <a:gd name="connsiteX209" fmla="*/ 1406596 w 1465857"/>
                <a:gd name="connsiteY209" fmla="*/ 1142508 h 1282606"/>
                <a:gd name="connsiteX210" fmla="*/ 1406596 w 1465857"/>
                <a:gd name="connsiteY210" fmla="*/ 1140494 h 1282606"/>
                <a:gd name="connsiteX211" fmla="*/ 1411774 w 1465857"/>
                <a:gd name="connsiteY211" fmla="*/ 1140494 h 1282606"/>
                <a:gd name="connsiteX212" fmla="*/ 1414363 w 1465857"/>
                <a:gd name="connsiteY212" fmla="*/ 1142939 h 1282606"/>
                <a:gd name="connsiteX213" fmla="*/ 1416809 w 1465857"/>
                <a:gd name="connsiteY213" fmla="*/ 1142939 h 1282606"/>
                <a:gd name="connsiteX214" fmla="*/ 1414363 w 1465857"/>
                <a:gd name="connsiteY214" fmla="*/ 1140494 h 1282606"/>
                <a:gd name="connsiteX215" fmla="*/ 1416952 w 1465857"/>
                <a:gd name="connsiteY215" fmla="*/ 1140494 h 1282606"/>
                <a:gd name="connsiteX216" fmla="*/ 1419685 w 1465857"/>
                <a:gd name="connsiteY216" fmla="*/ 1137905 h 1282606"/>
                <a:gd name="connsiteX217" fmla="*/ 1422131 w 1465857"/>
                <a:gd name="connsiteY217" fmla="*/ 1140494 h 1282606"/>
                <a:gd name="connsiteX218" fmla="*/ 1226367 w 1465857"/>
                <a:gd name="connsiteY218" fmla="*/ 1127117 h 1282606"/>
                <a:gd name="connsiteX219" fmla="*/ 1228812 w 1465857"/>
                <a:gd name="connsiteY219" fmla="*/ 1127117 h 1282606"/>
                <a:gd name="connsiteX220" fmla="*/ 1231257 w 1465857"/>
                <a:gd name="connsiteY220" fmla="*/ 1129850 h 1282606"/>
                <a:gd name="connsiteX221" fmla="*/ 1231257 w 1465857"/>
                <a:gd name="connsiteY221" fmla="*/ 1132295 h 1282606"/>
                <a:gd name="connsiteX222" fmla="*/ 1228812 w 1465857"/>
                <a:gd name="connsiteY222" fmla="*/ 1129850 h 1282606"/>
                <a:gd name="connsiteX223" fmla="*/ 1277429 w 1465857"/>
                <a:gd name="connsiteY223" fmla="*/ 1124528 h 1282606"/>
                <a:gd name="connsiteX224" fmla="*/ 1279874 w 1465857"/>
                <a:gd name="connsiteY224" fmla="*/ 1124528 h 1282606"/>
                <a:gd name="connsiteX225" fmla="*/ 1282319 w 1465857"/>
                <a:gd name="connsiteY225" fmla="*/ 1127117 h 1282606"/>
                <a:gd name="connsiteX226" fmla="*/ 1284908 w 1465857"/>
                <a:gd name="connsiteY226" fmla="*/ 1127117 h 1282606"/>
                <a:gd name="connsiteX227" fmla="*/ 1292532 w 1465857"/>
                <a:gd name="connsiteY227" fmla="*/ 1132295 h 1282606"/>
                <a:gd name="connsiteX228" fmla="*/ 1292532 w 1465857"/>
                <a:gd name="connsiteY228" fmla="*/ 1134741 h 1282606"/>
                <a:gd name="connsiteX229" fmla="*/ 1290086 w 1465857"/>
                <a:gd name="connsiteY229" fmla="*/ 1134741 h 1282606"/>
                <a:gd name="connsiteX230" fmla="*/ 1290086 w 1465857"/>
                <a:gd name="connsiteY230" fmla="*/ 1132295 h 1282606"/>
                <a:gd name="connsiteX231" fmla="*/ 1287641 w 1465857"/>
                <a:gd name="connsiteY231" fmla="*/ 1132295 h 1282606"/>
                <a:gd name="connsiteX232" fmla="*/ 1279874 w 1465857"/>
                <a:gd name="connsiteY232" fmla="*/ 1127117 h 1282606"/>
                <a:gd name="connsiteX233" fmla="*/ 1231257 w 1465857"/>
                <a:gd name="connsiteY233" fmla="*/ 1124528 h 1282606"/>
                <a:gd name="connsiteX234" fmla="*/ 1233990 w 1465857"/>
                <a:gd name="connsiteY234" fmla="*/ 1124528 h 1282606"/>
                <a:gd name="connsiteX235" fmla="*/ 1236579 w 1465857"/>
                <a:gd name="connsiteY235" fmla="*/ 1124528 h 1282606"/>
                <a:gd name="connsiteX236" fmla="*/ 1239024 w 1465857"/>
                <a:gd name="connsiteY236" fmla="*/ 1127117 h 1282606"/>
                <a:gd name="connsiteX237" fmla="*/ 1239024 w 1465857"/>
                <a:gd name="connsiteY237" fmla="*/ 1129850 h 1282606"/>
                <a:gd name="connsiteX238" fmla="*/ 1233990 w 1465857"/>
                <a:gd name="connsiteY238" fmla="*/ 1127117 h 1282606"/>
                <a:gd name="connsiteX239" fmla="*/ 1297711 w 1465857"/>
                <a:gd name="connsiteY239" fmla="*/ 1120069 h 1282606"/>
                <a:gd name="connsiteX240" fmla="*/ 1300156 w 1465857"/>
                <a:gd name="connsiteY240" fmla="*/ 1120069 h 1282606"/>
                <a:gd name="connsiteX241" fmla="*/ 1302889 w 1465857"/>
                <a:gd name="connsiteY241" fmla="*/ 1122514 h 1282606"/>
                <a:gd name="connsiteX242" fmla="*/ 1300156 w 1465857"/>
                <a:gd name="connsiteY242" fmla="*/ 1122514 h 1282606"/>
                <a:gd name="connsiteX243" fmla="*/ 1216154 w 1465857"/>
                <a:gd name="connsiteY243" fmla="*/ 1119638 h 1282606"/>
                <a:gd name="connsiteX244" fmla="*/ 1218599 w 1465857"/>
                <a:gd name="connsiteY244" fmla="*/ 1119638 h 1282606"/>
                <a:gd name="connsiteX245" fmla="*/ 1221044 w 1465857"/>
                <a:gd name="connsiteY245" fmla="*/ 1122083 h 1282606"/>
                <a:gd name="connsiteX246" fmla="*/ 1223921 w 1465857"/>
                <a:gd name="connsiteY246" fmla="*/ 1122083 h 1282606"/>
                <a:gd name="connsiteX247" fmla="*/ 1226366 w 1465857"/>
                <a:gd name="connsiteY247" fmla="*/ 1124528 h 1282606"/>
                <a:gd name="connsiteX248" fmla="*/ 1226366 w 1465857"/>
                <a:gd name="connsiteY248" fmla="*/ 1127118 h 1282606"/>
                <a:gd name="connsiteX249" fmla="*/ 1223921 w 1465857"/>
                <a:gd name="connsiteY249" fmla="*/ 1127118 h 1282606"/>
                <a:gd name="connsiteX250" fmla="*/ 1221044 w 1465857"/>
                <a:gd name="connsiteY250" fmla="*/ 1124528 h 1282606"/>
                <a:gd name="connsiteX251" fmla="*/ 1218599 w 1465857"/>
                <a:gd name="connsiteY251" fmla="*/ 1122083 h 1282606"/>
                <a:gd name="connsiteX252" fmla="*/ 1363588 w 1465857"/>
                <a:gd name="connsiteY252" fmla="*/ 848359 h 1282606"/>
                <a:gd name="connsiteX253" fmla="*/ 1366321 w 1465857"/>
                <a:gd name="connsiteY253" fmla="*/ 848359 h 1282606"/>
                <a:gd name="connsiteX254" fmla="*/ 1368766 w 1465857"/>
                <a:gd name="connsiteY254" fmla="*/ 850804 h 1282606"/>
                <a:gd name="connsiteX255" fmla="*/ 1366321 w 1465857"/>
                <a:gd name="connsiteY255" fmla="*/ 850804 h 1282606"/>
                <a:gd name="connsiteX256" fmla="*/ 1368766 w 1465857"/>
                <a:gd name="connsiteY256" fmla="*/ 853537 h 1282606"/>
                <a:gd name="connsiteX257" fmla="*/ 1368766 w 1465857"/>
                <a:gd name="connsiteY257" fmla="*/ 855982 h 1282606"/>
                <a:gd name="connsiteX258" fmla="*/ 1368766 w 1465857"/>
                <a:gd name="connsiteY258" fmla="*/ 858428 h 1282606"/>
                <a:gd name="connsiteX259" fmla="*/ 1371356 w 1465857"/>
                <a:gd name="connsiteY259" fmla="*/ 858428 h 1282606"/>
                <a:gd name="connsiteX260" fmla="*/ 1371356 w 1465857"/>
                <a:gd name="connsiteY260" fmla="*/ 861017 h 1282606"/>
                <a:gd name="connsiteX261" fmla="*/ 1368766 w 1465857"/>
                <a:gd name="connsiteY261" fmla="*/ 861017 h 1282606"/>
                <a:gd name="connsiteX262" fmla="*/ 1366321 w 1465857"/>
                <a:gd name="connsiteY262" fmla="*/ 861017 h 1282606"/>
                <a:gd name="connsiteX263" fmla="*/ 1363588 w 1465857"/>
                <a:gd name="connsiteY263" fmla="*/ 861017 h 1282606"/>
                <a:gd name="connsiteX264" fmla="*/ 1363588 w 1465857"/>
                <a:gd name="connsiteY264" fmla="*/ 858428 h 1282606"/>
                <a:gd name="connsiteX265" fmla="*/ 1363588 w 1465857"/>
                <a:gd name="connsiteY265" fmla="*/ 855982 h 1282606"/>
                <a:gd name="connsiteX266" fmla="*/ 1361143 w 1465857"/>
                <a:gd name="connsiteY266" fmla="*/ 855982 h 1282606"/>
                <a:gd name="connsiteX267" fmla="*/ 1363588 w 1465857"/>
                <a:gd name="connsiteY267" fmla="*/ 853537 h 1282606"/>
                <a:gd name="connsiteX268" fmla="*/ 1363588 w 1465857"/>
                <a:gd name="connsiteY268" fmla="*/ 850804 h 1282606"/>
                <a:gd name="connsiteX269" fmla="*/ 1152865 w 1465857"/>
                <a:gd name="connsiteY269" fmla="*/ 840879 h 1282606"/>
                <a:gd name="connsiteX270" fmla="*/ 1155598 w 1465857"/>
                <a:gd name="connsiteY270" fmla="*/ 840879 h 1282606"/>
                <a:gd name="connsiteX271" fmla="*/ 1155598 w 1465857"/>
                <a:gd name="connsiteY271" fmla="*/ 842173 h 1282606"/>
                <a:gd name="connsiteX272" fmla="*/ 1140207 w 1465857"/>
                <a:gd name="connsiteY272" fmla="*/ 736740 h 1282606"/>
                <a:gd name="connsiteX273" fmla="*/ 1140207 w 1465857"/>
                <a:gd name="connsiteY273" fmla="*/ 739185 h 1282606"/>
                <a:gd name="connsiteX274" fmla="*/ 1140207 w 1465857"/>
                <a:gd name="connsiteY274" fmla="*/ 741630 h 1282606"/>
                <a:gd name="connsiteX275" fmla="*/ 1137762 w 1465857"/>
                <a:gd name="connsiteY275" fmla="*/ 741630 h 1282606"/>
                <a:gd name="connsiteX276" fmla="*/ 1135317 w 1465857"/>
                <a:gd name="connsiteY276" fmla="*/ 741630 h 1282606"/>
                <a:gd name="connsiteX277" fmla="*/ 1135317 w 1465857"/>
                <a:gd name="connsiteY277" fmla="*/ 739185 h 1282606"/>
                <a:gd name="connsiteX278" fmla="*/ 509908 w 1465857"/>
                <a:gd name="connsiteY278" fmla="*/ 675752 h 1282606"/>
                <a:gd name="connsiteX279" fmla="*/ 509908 w 1465857"/>
                <a:gd name="connsiteY279" fmla="*/ 678485 h 1282606"/>
                <a:gd name="connsiteX280" fmla="*/ 509908 w 1465857"/>
                <a:gd name="connsiteY280" fmla="*/ 680930 h 1282606"/>
                <a:gd name="connsiteX281" fmla="*/ 507319 w 1465857"/>
                <a:gd name="connsiteY281" fmla="*/ 680930 h 1282606"/>
                <a:gd name="connsiteX282" fmla="*/ 507319 w 1465857"/>
                <a:gd name="connsiteY282" fmla="*/ 678485 h 1282606"/>
                <a:gd name="connsiteX283" fmla="*/ 504586 w 1465857"/>
                <a:gd name="connsiteY283" fmla="*/ 675752 h 1282606"/>
                <a:gd name="connsiteX284" fmla="*/ 507319 w 1465857"/>
                <a:gd name="connsiteY284" fmla="*/ 675752 h 1282606"/>
                <a:gd name="connsiteX285" fmla="*/ 507319 w 1465857"/>
                <a:gd name="connsiteY285" fmla="*/ 678485 h 1282606"/>
                <a:gd name="connsiteX286" fmla="*/ 504586 w 1465857"/>
                <a:gd name="connsiteY286" fmla="*/ 678485 h 1282606"/>
                <a:gd name="connsiteX287" fmla="*/ 556223 w 1465857"/>
                <a:gd name="connsiteY287" fmla="*/ 670574 h 1282606"/>
                <a:gd name="connsiteX288" fmla="*/ 558668 w 1465857"/>
                <a:gd name="connsiteY288" fmla="*/ 670574 h 1282606"/>
                <a:gd name="connsiteX289" fmla="*/ 561257 w 1465857"/>
                <a:gd name="connsiteY289" fmla="*/ 675752 h 1282606"/>
                <a:gd name="connsiteX290" fmla="*/ 561257 w 1465857"/>
                <a:gd name="connsiteY290" fmla="*/ 678197 h 1282606"/>
                <a:gd name="connsiteX291" fmla="*/ 558668 w 1465857"/>
                <a:gd name="connsiteY291" fmla="*/ 678197 h 1282606"/>
                <a:gd name="connsiteX292" fmla="*/ 556223 w 1465857"/>
                <a:gd name="connsiteY292" fmla="*/ 678197 h 1282606"/>
                <a:gd name="connsiteX293" fmla="*/ 556223 w 1465857"/>
                <a:gd name="connsiteY293" fmla="*/ 675752 h 1282606"/>
                <a:gd name="connsiteX294" fmla="*/ 556223 w 1465857"/>
                <a:gd name="connsiteY294" fmla="*/ 673019 h 1282606"/>
                <a:gd name="connsiteX295" fmla="*/ 538388 w 1465857"/>
                <a:gd name="connsiteY295" fmla="*/ 663094 h 1282606"/>
                <a:gd name="connsiteX296" fmla="*/ 540833 w 1465857"/>
                <a:gd name="connsiteY296" fmla="*/ 663094 h 1282606"/>
                <a:gd name="connsiteX297" fmla="*/ 543278 w 1465857"/>
                <a:gd name="connsiteY297" fmla="*/ 667985 h 1282606"/>
                <a:gd name="connsiteX298" fmla="*/ 546011 w 1465857"/>
                <a:gd name="connsiteY298" fmla="*/ 670574 h 1282606"/>
                <a:gd name="connsiteX299" fmla="*/ 548600 w 1465857"/>
                <a:gd name="connsiteY299" fmla="*/ 673019 h 1282606"/>
                <a:gd name="connsiteX300" fmla="*/ 548600 w 1465857"/>
                <a:gd name="connsiteY300" fmla="*/ 675752 h 1282606"/>
                <a:gd name="connsiteX301" fmla="*/ 543278 w 1465857"/>
                <a:gd name="connsiteY301" fmla="*/ 680642 h 1282606"/>
                <a:gd name="connsiteX302" fmla="*/ 540833 w 1465857"/>
                <a:gd name="connsiteY302" fmla="*/ 685820 h 1282606"/>
                <a:gd name="connsiteX303" fmla="*/ 538388 w 1465857"/>
                <a:gd name="connsiteY303" fmla="*/ 688410 h 1282606"/>
                <a:gd name="connsiteX304" fmla="*/ 535942 w 1465857"/>
                <a:gd name="connsiteY304" fmla="*/ 685820 h 1282606"/>
                <a:gd name="connsiteX305" fmla="*/ 535942 w 1465857"/>
                <a:gd name="connsiteY305" fmla="*/ 683231 h 1282606"/>
                <a:gd name="connsiteX306" fmla="*/ 533209 w 1465857"/>
                <a:gd name="connsiteY306" fmla="*/ 683231 h 1282606"/>
                <a:gd name="connsiteX307" fmla="*/ 530620 w 1465857"/>
                <a:gd name="connsiteY307" fmla="*/ 680642 h 1282606"/>
                <a:gd name="connsiteX308" fmla="*/ 530620 w 1465857"/>
                <a:gd name="connsiteY308" fmla="*/ 673019 h 1282606"/>
                <a:gd name="connsiteX309" fmla="*/ 528175 w 1465857"/>
                <a:gd name="connsiteY309" fmla="*/ 670574 h 1282606"/>
                <a:gd name="connsiteX310" fmla="*/ 530620 w 1465857"/>
                <a:gd name="connsiteY310" fmla="*/ 665539 h 1282606"/>
                <a:gd name="connsiteX311" fmla="*/ 533209 w 1465857"/>
                <a:gd name="connsiteY311" fmla="*/ 665539 h 1282606"/>
                <a:gd name="connsiteX312" fmla="*/ 535942 w 1465857"/>
                <a:gd name="connsiteY312" fmla="*/ 665539 h 1282606"/>
                <a:gd name="connsiteX313" fmla="*/ 538388 w 1465857"/>
                <a:gd name="connsiteY313" fmla="*/ 665539 h 1282606"/>
                <a:gd name="connsiteX314" fmla="*/ 749110 w 1465857"/>
                <a:gd name="connsiteY314" fmla="*/ 640080 h 1282606"/>
                <a:gd name="connsiteX315" fmla="*/ 751699 w 1465857"/>
                <a:gd name="connsiteY315" fmla="*/ 640080 h 1282606"/>
                <a:gd name="connsiteX316" fmla="*/ 759322 w 1465857"/>
                <a:gd name="connsiteY316" fmla="*/ 642669 h 1282606"/>
                <a:gd name="connsiteX317" fmla="*/ 759322 w 1465857"/>
                <a:gd name="connsiteY317" fmla="*/ 647703 h 1282606"/>
                <a:gd name="connsiteX318" fmla="*/ 756877 w 1465857"/>
                <a:gd name="connsiteY318" fmla="*/ 650149 h 1282606"/>
                <a:gd name="connsiteX319" fmla="*/ 759322 w 1465857"/>
                <a:gd name="connsiteY319" fmla="*/ 652882 h 1282606"/>
                <a:gd name="connsiteX320" fmla="*/ 761768 w 1465857"/>
                <a:gd name="connsiteY320" fmla="*/ 652882 h 1282606"/>
                <a:gd name="connsiteX321" fmla="*/ 764213 w 1465857"/>
                <a:gd name="connsiteY321" fmla="*/ 650149 h 1282606"/>
                <a:gd name="connsiteX322" fmla="*/ 766946 w 1465857"/>
                <a:gd name="connsiteY322" fmla="*/ 650149 h 1282606"/>
                <a:gd name="connsiteX323" fmla="*/ 774425 w 1465857"/>
                <a:gd name="connsiteY323" fmla="*/ 652882 h 1282606"/>
                <a:gd name="connsiteX324" fmla="*/ 777158 w 1465857"/>
                <a:gd name="connsiteY324" fmla="*/ 652882 h 1282606"/>
                <a:gd name="connsiteX325" fmla="*/ 779603 w 1465857"/>
                <a:gd name="connsiteY325" fmla="*/ 655327 h 1282606"/>
                <a:gd name="connsiteX326" fmla="*/ 782049 w 1465857"/>
                <a:gd name="connsiteY326" fmla="*/ 655327 h 1282606"/>
                <a:gd name="connsiteX327" fmla="*/ 782049 w 1465857"/>
                <a:gd name="connsiteY327" fmla="*/ 652882 h 1282606"/>
                <a:gd name="connsiteX328" fmla="*/ 787371 w 1465857"/>
                <a:gd name="connsiteY328" fmla="*/ 652882 h 1282606"/>
                <a:gd name="connsiteX329" fmla="*/ 792261 w 1465857"/>
                <a:gd name="connsiteY329" fmla="*/ 650149 h 1282606"/>
                <a:gd name="connsiteX330" fmla="*/ 800028 w 1465857"/>
                <a:gd name="connsiteY330" fmla="*/ 652882 h 1282606"/>
                <a:gd name="connsiteX331" fmla="*/ 800028 w 1465857"/>
                <a:gd name="connsiteY331" fmla="*/ 655327 h 1282606"/>
                <a:gd name="connsiteX332" fmla="*/ 800028 w 1465857"/>
                <a:gd name="connsiteY332" fmla="*/ 660361 h 1282606"/>
                <a:gd name="connsiteX333" fmla="*/ 804919 w 1465857"/>
                <a:gd name="connsiteY333" fmla="*/ 665539 h 1282606"/>
                <a:gd name="connsiteX334" fmla="*/ 804919 w 1465857"/>
                <a:gd name="connsiteY334" fmla="*/ 667985 h 1282606"/>
                <a:gd name="connsiteX335" fmla="*/ 807364 w 1465857"/>
                <a:gd name="connsiteY335" fmla="*/ 667985 h 1282606"/>
                <a:gd name="connsiteX336" fmla="*/ 807364 w 1465857"/>
                <a:gd name="connsiteY336" fmla="*/ 670574 h 1282606"/>
                <a:gd name="connsiteX337" fmla="*/ 804919 w 1465857"/>
                <a:gd name="connsiteY337" fmla="*/ 675752 h 1282606"/>
                <a:gd name="connsiteX338" fmla="*/ 804919 w 1465857"/>
                <a:gd name="connsiteY338" fmla="*/ 680642 h 1282606"/>
                <a:gd name="connsiteX339" fmla="*/ 800028 w 1465857"/>
                <a:gd name="connsiteY339" fmla="*/ 680642 h 1282606"/>
                <a:gd name="connsiteX340" fmla="*/ 794707 w 1465857"/>
                <a:gd name="connsiteY340" fmla="*/ 680642 h 1282606"/>
                <a:gd name="connsiteX341" fmla="*/ 792261 w 1465857"/>
                <a:gd name="connsiteY341" fmla="*/ 680642 h 1282606"/>
                <a:gd name="connsiteX342" fmla="*/ 789816 w 1465857"/>
                <a:gd name="connsiteY342" fmla="*/ 683231 h 1282606"/>
                <a:gd name="connsiteX343" fmla="*/ 784638 w 1465857"/>
                <a:gd name="connsiteY343" fmla="*/ 683231 h 1282606"/>
                <a:gd name="connsiteX344" fmla="*/ 782049 w 1465857"/>
                <a:gd name="connsiteY344" fmla="*/ 683231 h 1282606"/>
                <a:gd name="connsiteX345" fmla="*/ 774425 w 1465857"/>
                <a:gd name="connsiteY345" fmla="*/ 685820 h 1282606"/>
                <a:gd name="connsiteX346" fmla="*/ 766946 w 1465857"/>
                <a:gd name="connsiteY346" fmla="*/ 688410 h 1282606"/>
                <a:gd name="connsiteX347" fmla="*/ 761768 w 1465857"/>
                <a:gd name="connsiteY347" fmla="*/ 688410 h 1282606"/>
                <a:gd name="connsiteX348" fmla="*/ 754144 w 1465857"/>
                <a:gd name="connsiteY348" fmla="*/ 688410 h 1282606"/>
                <a:gd name="connsiteX349" fmla="*/ 749110 w 1465857"/>
                <a:gd name="connsiteY349" fmla="*/ 683231 h 1282606"/>
                <a:gd name="connsiteX350" fmla="*/ 741486 w 1465857"/>
                <a:gd name="connsiteY350" fmla="*/ 675752 h 1282606"/>
                <a:gd name="connsiteX351" fmla="*/ 739041 w 1465857"/>
                <a:gd name="connsiteY351" fmla="*/ 673019 h 1282606"/>
                <a:gd name="connsiteX352" fmla="*/ 739041 w 1465857"/>
                <a:gd name="connsiteY352" fmla="*/ 670574 h 1282606"/>
                <a:gd name="connsiteX353" fmla="*/ 736452 w 1465857"/>
                <a:gd name="connsiteY353" fmla="*/ 665539 h 1282606"/>
                <a:gd name="connsiteX354" fmla="*/ 736452 w 1465857"/>
                <a:gd name="connsiteY354" fmla="*/ 657916 h 1282606"/>
                <a:gd name="connsiteX355" fmla="*/ 743932 w 1465857"/>
                <a:gd name="connsiteY355" fmla="*/ 655327 h 1282606"/>
                <a:gd name="connsiteX356" fmla="*/ 749110 w 1465857"/>
                <a:gd name="connsiteY356" fmla="*/ 652882 h 1282606"/>
                <a:gd name="connsiteX357" fmla="*/ 749110 w 1465857"/>
                <a:gd name="connsiteY357" fmla="*/ 650149 h 1282606"/>
                <a:gd name="connsiteX358" fmla="*/ 749110 w 1465857"/>
                <a:gd name="connsiteY358" fmla="*/ 647703 h 1282606"/>
                <a:gd name="connsiteX359" fmla="*/ 751699 w 1465857"/>
                <a:gd name="connsiteY359" fmla="*/ 647703 h 1282606"/>
                <a:gd name="connsiteX360" fmla="*/ 749110 w 1465857"/>
                <a:gd name="connsiteY360" fmla="*/ 645258 h 1282606"/>
                <a:gd name="connsiteX361" fmla="*/ 749110 w 1465857"/>
                <a:gd name="connsiteY361" fmla="*/ 642669 h 1282606"/>
                <a:gd name="connsiteX362" fmla="*/ 542990 w 1465857"/>
                <a:gd name="connsiteY362" fmla="*/ 640080 h 1282606"/>
                <a:gd name="connsiteX363" fmla="*/ 545435 w 1465857"/>
                <a:gd name="connsiteY363" fmla="*/ 640080 h 1282606"/>
                <a:gd name="connsiteX364" fmla="*/ 548168 w 1465857"/>
                <a:gd name="connsiteY364" fmla="*/ 640080 h 1282606"/>
                <a:gd name="connsiteX365" fmla="*/ 548168 w 1465857"/>
                <a:gd name="connsiteY365" fmla="*/ 645402 h 1282606"/>
                <a:gd name="connsiteX366" fmla="*/ 550758 w 1465857"/>
                <a:gd name="connsiteY366" fmla="*/ 645402 h 1282606"/>
                <a:gd name="connsiteX367" fmla="*/ 553203 w 1465857"/>
                <a:gd name="connsiteY367" fmla="*/ 645402 h 1282606"/>
                <a:gd name="connsiteX368" fmla="*/ 550758 w 1465857"/>
                <a:gd name="connsiteY368" fmla="*/ 652882 h 1282606"/>
                <a:gd name="connsiteX369" fmla="*/ 545435 w 1465857"/>
                <a:gd name="connsiteY369" fmla="*/ 655615 h 1282606"/>
                <a:gd name="connsiteX370" fmla="*/ 542990 w 1465857"/>
                <a:gd name="connsiteY370" fmla="*/ 655615 h 1282606"/>
                <a:gd name="connsiteX371" fmla="*/ 542990 w 1465857"/>
                <a:gd name="connsiteY371" fmla="*/ 652882 h 1282606"/>
                <a:gd name="connsiteX372" fmla="*/ 540545 w 1465857"/>
                <a:gd name="connsiteY372" fmla="*/ 652882 h 1282606"/>
                <a:gd name="connsiteX373" fmla="*/ 540545 w 1465857"/>
                <a:gd name="connsiteY373" fmla="*/ 650292 h 1282606"/>
                <a:gd name="connsiteX374" fmla="*/ 537956 w 1465857"/>
                <a:gd name="connsiteY374" fmla="*/ 652882 h 1282606"/>
                <a:gd name="connsiteX375" fmla="*/ 537956 w 1465857"/>
                <a:gd name="connsiteY375" fmla="*/ 645402 h 1282606"/>
                <a:gd name="connsiteX376" fmla="*/ 540545 w 1465857"/>
                <a:gd name="connsiteY376" fmla="*/ 645402 h 1282606"/>
                <a:gd name="connsiteX377" fmla="*/ 540545 w 1465857"/>
                <a:gd name="connsiteY377" fmla="*/ 642669 h 1282606"/>
                <a:gd name="connsiteX378" fmla="*/ 683232 w 1465857"/>
                <a:gd name="connsiteY378" fmla="*/ 635046 h 1282606"/>
                <a:gd name="connsiteX379" fmla="*/ 690568 w 1465857"/>
                <a:gd name="connsiteY379" fmla="*/ 637491 h 1282606"/>
                <a:gd name="connsiteX380" fmla="*/ 693300 w 1465857"/>
                <a:gd name="connsiteY380" fmla="*/ 637491 h 1282606"/>
                <a:gd name="connsiteX381" fmla="*/ 695890 w 1465857"/>
                <a:gd name="connsiteY381" fmla="*/ 640080 h 1282606"/>
                <a:gd name="connsiteX382" fmla="*/ 700780 w 1465857"/>
                <a:gd name="connsiteY382" fmla="*/ 640080 h 1282606"/>
                <a:gd name="connsiteX383" fmla="*/ 708547 w 1465857"/>
                <a:gd name="connsiteY383" fmla="*/ 640080 h 1282606"/>
                <a:gd name="connsiteX384" fmla="*/ 713725 w 1465857"/>
                <a:gd name="connsiteY384" fmla="*/ 640080 h 1282606"/>
                <a:gd name="connsiteX385" fmla="*/ 721061 w 1465857"/>
                <a:gd name="connsiteY385" fmla="*/ 647704 h 1282606"/>
                <a:gd name="connsiteX386" fmla="*/ 723650 w 1465857"/>
                <a:gd name="connsiteY386" fmla="*/ 652882 h 1282606"/>
                <a:gd name="connsiteX387" fmla="*/ 723650 w 1465857"/>
                <a:gd name="connsiteY387" fmla="*/ 663094 h 1282606"/>
                <a:gd name="connsiteX388" fmla="*/ 721061 w 1465857"/>
                <a:gd name="connsiteY388" fmla="*/ 673019 h 1282606"/>
                <a:gd name="connsiteX389" fmla="*/ 721061 w 1465857"/>
                <a:gd name="connsiteY389" fmla="*/ 675752 h 1282606"/>
                <a:gd name="connsiteX390" fmla="*/ 723650 w 1465857"/>
                <a:gd name="connsiteY390" fmla="*/ 680643 h 1282606"/>
                <a:gd name="connsiteX391" fmla="*/ 728829 w 1465857"/>
                <a:gd name="connsiteY391" fmla="*/ 688410 h 1282606"/>
                <a:gd name="connsiteX392" fmla="*/ 736452 w 1465857"/>
                <a:gd name="connsiteY392" fmla="*/ 713726 h 1282606"/>
                <a:gd name="connsiteX393" fmla="*/ 736452 w 1465857"/>
                <a:gd name="connsiteY393" fmla="*/ 726527 h 1282606"/>
                <a:gd name="connsiteX394" fmla="*/ 733719 w 1465857"/>
                <a:gd name="connsiteY394" fmla="*/ 736740 h 1282606"/>
                <a:gd name="connsiteX395" fmla="*/ 731274 w 1465857"/>
                <a:gd name="connsiteY395" fmla="*/ 739185 h 1282606"/>
                <a:gd name="connsiteX396" fmla="*/ 731274 w 1465857"/>
                <a:gd name="connsiteY396" fmla="*/ 741630 h 1282606"/>
                <a:gd name="connsiteX397" fmla="*/ 728829 w 1465857"/>
                <a:gd name="connsiteY397" fmla="*/ 749397 h 1282606"/>
                <a:gd name="connsiteX398" fmla="*/ 723650 w 1465857"/>
                <a:gd name="connsiteY398" fmla="*/ 751843 h 1282606"/>
                <a:gd name="connsiteX399" fmla="*/ 721061 w 1465857"/>
                <a:gd name="connsiteY399" fmla="*/ 756877 h 1282606"/>
                <a:gd name="connsiteX400" fmla="*/ 718616 w 1465857"/>
                <a:gd name="connsiteY400" fmla="*/ 759610 h 1282606"/>
                <a:gd name="connsiteX401" fmla="*/ 713725 w 1465857"/>
                <a:gd name="connsiteY401" fmla="*/ 764500 h 1282606"/>
                <a:gd name="connsiteX402" fmla="*/ 708547 w 1465857"/>
                <a:gd name="connsiteY402" fmla="*/ 766946 h 1282606"/>
                <a:gd name="connsiteX403" fmla="*/ 705958 w 1465857"/>
                <a:gd name="connsiteY403" fmla="*/ 769679 h 1282606"/>
                <a:gd name="connsiteX404" fmla="*/ 703513 w 1465857"/>
                <a:gd name="connsiteY404" fmla="*/ 769679 h 1282606"/>
                <a:gd name="connsiteX405" fmla="*/ 698335 w 1465857"/>
                <a:gd name="connsiteY405" fmla="*/ 769679 h 1282606"/>
                <a:gd name="connsiteX406" fmla="*/ 695890 w 1465857"/>
                <a:gd name="connsiteY406" fmla="*/ 772124 h 1282606"/>
                <a:gd name="connsiteX407" fmla="*/ 693300 w 1465857"/>
                <a:gd name="connsiteY407" fmla="*/ 769679 h 1282606"/>
                <a:gd name="connsiteX408" fmla="*/ 690568 w 1465857"/>
                <a:gd name="connsiteY408" fmla="*/ 772124 h 1282606"/>
                <a:gd name="connsiteX409" fmla="*/ 688122 w 1465857"/>
                <a:gd name="connsiteY409" fmla="*/ 772124 h 1282606"/>
                <a:gd name="connsiteX410" fmla="*/ 688122 w 1465857"/>
                <a:gd name="connsiteY410" fmla="*/ 774713 h 1282606"/>
                <a:gd name="connsiteX411" fmla="*/ 685677 w 1465857"/>
                <a:gd name="connsiteY411" fmla="*/ 774713 h 1282606"/>
                <a:gd name="connsiteX412" fmla="*/ 675465 w 1465857"/>
                <a:gd name="connsiteY412" fmla="*/ 779891 h 1282606"/>
                <a:gd name="connsiteX413" fmla="*/ 673019 w 1465857"/>
                <a:gd name="connsiteY413" fmla="*/ 782336 h 1282606"/>
                <a:gd name="connsiteX414" fmla="*/ 667841 w 1465857"/>
                <a:gd name="connsiteY414" fmla="*/ 779891 h 1282606"/>
                <a:gd name="connsiteX415" fmla="*/ 657629 w 1465857"/>
                <a:gd name="connsiteY415" fmla="*/ 779891 h 1282606"/>
                <a:gd name="connsiteX416" fmla="*/ 655183 w 1465857"/>
                <a:gd name="connsiteY416" fmla="*/ 779891 h 1282606"/>
                <a:gd name="connsiteX417" fmla="*/ 652738 w 1465857"/>
                <a:gd name="connsiteY417" fmla="*/ 777158 h 1282606"/>
                <a:gd name="connsiteX418" fmla="*/ 640080 w 1465857"/>
                <a:gd name="connsiteY418" fmla="*/ 756877 h 1282606"/>
                <a:gd name="connsiteX419" fmla="*/ 640080 w 1465857"/>
                <a:gd name="connsiteY419" fmla="*/ 746952 h 1282606"/>
                <a:gd name="connsiteX420" fmla="*/ 634902 w 1465857"/>
                <a:gd name="connsiteY420" fmla="*/ 736740 h 1282606"/>
                <a:gd name="connsiteX421" fmla="*/ 629868 w 1465857"/>
                <a:gd name="connsiteY421" fmla="*/ 728972 h 1282606"/>
                <a:gd name="connsiteX422" fmla="*/ 629868 w 1465857"/>
                <a:gd name="connsiteY422" fmla="*/ 713726 h 1282606"/>
                <a:gd name="connsiteX423" fmla="*/ 629868 w 1465857"/>
                <a:gd name="connsiteY423" fmla="*/ 711137 h 1282606"/>
                <a:gd name="connsiteX424" fmla="*/ 632313 w 1465857"/>
                <a:gd name="connsiteY424" fmla="*/ 701068 h 1282606"/>
                <a:gd name="connsiteX425" fmla="*/ 632313 w 1465857"/>
                <a:gd name="connsiteY425" fmla="*/ 696033 h 1282606"/>
                <a:gd name="connsiteX426" fmla="*/ 634902 w 1465857"/>
                <a:gd name="connsiteY426" fmla="*/ 693301 h 1282606"/>
                <a:gd name="connsiteX427" fmla="*/ 634902 w 1465857"/>
                <a:gd name="connsiteY427" fmla="*/ 690855 h 1282606"/>
                <a:gd name="connsiteX428" fmla="*/ 637347 w 1465857"/>
                <a:gd name="connsiteY428" fmla="*/ 685821 h 1282606"/>
                <a:gd name="connsiteX429" fmla="*/ 634902 w 1465857"/>
                <a:gd name="connsiteY429" fmla="*/ 680643 h 1282606"/>
                <a:gd name="connsiteX430" fmla="*/ 637347 w 1465857"/>
                <a:gd name="connsiteY430" fmla="*/ 673019 h 1282606"/>
                <a:gd name="connsiteX431" fmla="*/ 640080 w 1465857"/>
                <a:gd name="connsiteY431" fmla="*/ 673019 h 1282606"/>
                <a:gd name="connsiteX432" fmla="*/ 640080 w 1465857"/>
                <a:gd name="connsiteY432" fmla="*/ 667985 h 1282606"/>
                <a:gd name="connsiteX433" fmla="*/ 644971 w 1465857"/>
                <a:gd name="connsiteY433" fmla="*/ 655327 h 1282606"/>
                <a:gd name="connsiteX434" fmla="*/ 652738 w 1465857"/>
                <a:gd name="connsiteY434" fmla="*/ 650149 h 1282606"/>
                <a:gd name="connsiteX435" fmla="*/ 660074 w 1465857"/>
                <a:gd name="connsiteY435" fmla="*/ 640080 h 1282606"/>
                <a:gd name="connsiteX436" fmla="*/ 662807 w 1465857"/>
                <a:gd name="connsiteY436" fmla="*/ 645259 h 1282606"/>
                <a:gd name="connsiteX437" fmla="*/ 670287 w 1465857"/>
                <a:gd name="connsiteY437" fmla="*/ 645259 h 1282606"/>
                <a:gd name="connsiteX438" fmla="*/ 670287 w 1465857"/>
                <a:gd name="connsiteY438" fmla="*/ 642669 h 1282606"/>
                <a:gd name="connsiteX439" fmla="*/ 673019 w 1465857"/>
                <a:gd name="connsiteY439" fmla="*/ 637491 h 1282606"/>
                <a:gd name="connsiteX440" fmla="*/ 675465 w 1465857"/>
                <a:gd name="connsiteY440" fmla="*/ 637491 h 1282606"/>
                <a:gd name="connsiteX441" fmla="*/ 545435 w 1465857"/>
                <a:gd name="connsiteY441" fmla="*/ 624977 h 1282606"/>
                <a:gd name="connsiteX442" fmla="*/ 550758 w 1465857"/>
                <a:gd name="connsiteY442" fmla="*/ 627422 h 1282606"/>
                <a:gd name="connsiteX443" fmla="*/ 550758 w 1465857"/>
                <a:gd name="connsiteY443" fmla="*/ 629867 h 1282606"/>
                <a:gd name="connsiteX444" fmla="*/ 553203 w 1465857"/>
                <a:gd name="connsiteY444" fmla="*/ 629867 h 1282606"/>
                <a:gd name="connsiteX445" fmla="*/ 555648 w 1465857"/>
                <a:gd name="connsiteY445" fmla="*/ 627422 h 1282606"/>
                <a:gd name="connsiteX446" fmla="*/ 555648 w 1465857"/>
                <a:gd name="connsiteY446" fmla="*/ 629867 h 1282606"/>
                <a:gd name="connsiteX447" fmla="*/ 558381 w 1465857"/>
                <a:gd name="connsiteY447" fmla="*/ 635189 h 1282606"/>
                <a:gd name="connsiteX448" fmla="*/ 553203 w 1465857"/>
                <a:gd name="connsiteY448" fmla="*/ 640080 h 1282606"/>
                <a:gd name="connsiteX449" fmla="*/ 548168 w 1465857"/>
                <a:gd name="connsiteY449" fmla="*/ 640080 h 1282606"/>
                <a:gd name="connsiteX450" fmla="*/ 548168 w 1465857"/>
                <a:gd name="connsiteY450" fmla="*/ 637635 h 1282606"/>
                <a:gd name="connsiteX451" fmla="*/ 548168 w 1465857"/>
                <a:gd name="connsiteY451" fmla="*/ 635189 h 1282606"/>
                <a:gd name="connsiteX452" fmla="*/ 542990 w 1465857"/>
                <a:gd name="connsiteY452" fmla="*/ 632457 h 1282606"/>
                <a:gd name="connsiteX453" fmla="*/ 537956 w 1465857"/>
                <a:gd name="connsiteY453" fmla="*/ 629867 h 1282606"/>
                <a:gd name="connsiteX454" fmla="*/ 535223 w 1465857"/>
                <a:gd name="connsiteY454" fmla="*/ 629867 h 1282606"/>
                <a:gd name="connsiteX455" fmla="*/ 537956 w 1465857"/>
                <a:gd name="connsiteY455" fmla="*/ 627422 h 1282606"/>
                <a:gd name="connsiteX456" fmla="*/ 1330649 w 1465857"/>
                <a:gd name="connsiteY456" fmla="*/ 602108 h 1282606"/>
                <a:gd name="connsiteX457" fmla="*/ 1330649 w 1465857"/>
                <a:gd name="connsiteY457" fmla="*/ 604553 h 1282606"/>
                <a:gd name="connsiteX458" fmla="*/ 1333094 w 1465857"/>
                <a:gd name="connsiteY458" fmla="*/ 604553 h 1282606"/>
                <a:gd name="connsiteX459" fmla="*/ 1333094 w 1465857"/>
                <a:gd name="connsiteY459" fmla="*/ 606998 h 1282606"/>
                <a:gd name="connsiteX460" fmla="*/ 1333094 w 1465857"/>
                <a:gd name="connsiteY460" fmla="*/ 609444 h 1282606"/>
                <a:gd name="connsiteX461" fmla="*/ 1330649 w 1465857"/>
                <a:gd name="connsiteY461" fmla="*/ 609444 h 1282606"/>
                <a:gd name="connsiteX462" fmla="*/ 1328204 w 1465857"/>
                <a:gd name="connsiteY462" fmla="*/ 609444 h 1282606"/>
                <a:gd name="connsiteX463" fmla="*/ 1328204 w 1465857"/>
                <a:gd name="connsiteY463" fmla="*/ 606998 h 1282606"/>
                <a:gd name="connsiteX464" fmla="*/ 1328204 w 1465857"/>
                <a:gd name="connsiteY464" fmla="*/ 604553 h 1282606"/>
                <a:gd name="connsiteX465" fmla="*/ 1330649 w 1465857"/>
                <a:gd name="connsiteY465" fmla="*/ 594340 h 1282606"/>
                <a:gd name="connsiteX466" fmla="*/ 1333094 w 1465857"/>
                <a:gd name="connsiteY466" fmla="*/ 594340 h 1282606"/>
                <a:gd name="connsiteX467" fmla="*/ 1333094 w 1465857"/>
                <a:gd name="connsiteY467" fmla="*/ 596929 h 1282606"/>
                <a:gd name="connsiteX468" fmla="*/ 693300 w 1465857"/>
                <a:gd name="connsiteY468" fmla="*/ 584271 h 1282606"/>
                <a:gd name="connsiteX469" fmla="*/ 695889 w 1465857"/>
                <a:gd name="connsiteY469" fmla="*/ 584271 h 1282606"/>
                <a:gd name="connsiteX470" fmla="*/ 698334 w 1465857"/>
                <a:gd name="connsiteY470" fmla="*/ 586716 h 1282606"/>
                <a:gd name="connsiteX471" fmla="*/ 703513 w 1465857"/>
                <a:gd name="connsiteY471" fmla="*/ 586716 h 1282606"/>
                <a:gd name="connsiteX472" fmla="*/ 705958 w 1465857"/>
                <a:gd name="connsiteY472" fmla="*/ 586716 h 1282606"/>
                <a:gd name="connsiteX473" fmla="*/ 705958 w 1465857"/>
                <a:gd name="connsiteY473" fmla="*/ 589161 h 1282606"/>
                <a:gd name="connsiteX474" fmla="*/ 708547 w 1465857"/>
                <a:gd name="connsiteY474" fmla="*/ 589161 h 1282606"/>
                <a:gd name="connsiteX475" fmla="*/ 710992 w 1465857"/>
                <a:gd name="connsiteY475" fmla="*/ 594340 h 1282606"/>
                <a:gd name="connsiteX476" fmla="*/ 710992 w 1465857"/>
                <a:gd name="connsiteY476" fmla="*/ 596929 h 1282606"/>
                <a:gd name="connsiteX477" fmla="*/ 713725 w 1465857"/>
                <a:gd name="connsiteY477" fmla="*/ 599374 h 1282606"/>
                <a:gd name="connsiteX478" fmla="*/ 716170 w 1465857"/>
                <a:gd name="connsiteY478" fmla="*/ 602107 h 1282606"/>
                <a:gd name="connsiteX479" fmla="*/ 718616 w 1465857"/>
                <a:gd name="connsiteY479" fmla="*/ 604552 h 1282606"/>
                <a:gd name="connsiteX480" fmla="*/ 721061 w 1465857"/>
                <a:gd name="connsiteY480" fmla="*/ 606997 h 1282606"/>
                <a:gd name="connsiteX481" fmla="*/ 721061 w 1465857"/>
                <a:gd name="connsiteY481" fmla="*/ 609443 h 1282606"/>
                <a:gd name="connsiteX482" fmla="*/ 721061 w 1465857"/>
                <a:gd name="connsiteY482" fmla="*/ 612176 h 1282606"/>
                <a:gd name="connsiteX483" fmla="*/ 718616 w 1465857"/>
                <a:gd name="connsiteY483" fmla="*/ 614765 h 1282606"/>
                <a:gd name="connsiteX484" fmla="*/ 718616 w 1465857"/>
                <a:gd name="connsiteY484" fmla="*/ 617210 h 1282606"/>
                <a:gd name="connsiteX485" fmla="*/ 721061 w 1465857"/>
                <a:gd name="connsiteY485" fmla="*/ 617210 h 1282606"/>
                <a:gd name="connsiteX486" fmla="*/ 721061 w 1465857"/>
                <a:gd name="connsiteY486" fmla="*/ 614765 h 1282606"/>
                <a:gd name="connsiteX487" fmla="*/ 726383 w 1465857"/>
                <a:gd name="connsiteY487" fmla="*/ 617210 h 1282606"/>
                <a:gd name="connsiteX488" fmla="*/ 721061 w 1465857"/>
                <a:gd name="connsiteY488" fmla="*/ 622388 h 1282606"/>
                <a:gd name="connsiteX489" fmla="*/ 723650 w 1465857"/>
                <a:gd name="connsiteY489" fmla="*/ 622388 h 1282606"/>
                <a:gd name="connsiteX490" fmla="*/ 726383 w 1465857"/>
                <a:gd name="connsiteY490" fmla="*/ 622388 h 1282606"/>
                <a:gd name="connsiteX491" fmla="*/ 723650 w 1465857"/>
                <a:gd name="connsiteY491" fmla="*/ 624833 h 1282606"/>
                <a:gd name="connsiteX492" fmla="*/ 723650 w 1465857"/>
                <a:gd name="connsiteY492" fmla="*/ 627422 h 1282606"/>
                <a:gd name="connsiteX493" fmla="*/ 721061 w 1465857"/>
                <a:gd name="connsiteY493" fmla="*/ 624833 h 1282606"/>
                <a:gd name="connsiteX494" fmla="*/ 718616 w 1465857"/>
                <a:gd name="connsiteY494" fmla="*/ 627422 h 1282606"/>
                <a:gd name="connsiteX495" fmla="*/ 716170 w 1465857"/>
                <a:gd name="connsiteY495" fmla="*/ 624833 h 1282606"/>
                <a:gd name="connsiteX496" fmla="*/ 716170 w 1465857"/>
                <a:gd name="connsiteY496" fmla="*/ 622388 h 1282606"/>
                <a:gd name="connsiteX497" fmla="*/ 710992 w 1465857"/>
                <a:gd name="connsiteY497" fmla="*/ 619655 h 1282606"/>
                <a:gd name="connsiteX498" fmla="*/ 708547 w 1465857"/>
                <a:gd name="connsiteY498" fmla="*/ 619655 h 1282606"/>
                <a:gd name="connsiteX499" fmla="*/ 705958 w 1465857"/>
                <a:gd name="connsiteY499" fmla="*/ 617210 h 1282606"/>
                <a:gd name="connsiteX500" fmla="*/ 703513 w 1465857"/>
                <a:gd name="connsiteY500" fmla="*/ 617210 h 1282606"/>
                <a:gd name="connsiteX501" fmla="*/ 698334 w 1465857"/>
                <a:gd name="connsiteY501" fmla="*/ 614765 h 1282606"/>
                <a:gd name="connsiteX502" fmla="*/ 695889 w 1465857"/>
                <a:gd name="connsiteY502" fmla="*/ 612176 h 1282606"/>
                <a:gd name="connsiteX503" fmla="*/ 693300 w 1465857"/>
                <a:gd name="connsiteY503" fmla="*/ 609443 h 1282606"/>
                <a:gd name="connsiteX504" fmla="*/ 693300 w 1465857"/>
                <a:gd name="connsiteY504" fmla="*/ 606997 h 1282606"/>
                <a:gd name="connsiteX505" fmla="*/ 693300 w 1465857"/>
                <a:gd name="connsiteY505" fmla="*/ 604552 h 1282606"/>
                <a:gd name="connsiteX506" fmla="*/ 690567 w 1465857"/>
                <a:gd name="connsiteY506" fmla="*/ 596929 h 1282606"/>
                <a:gd name="connsiteX507" fmla="*/ 693300 w 1465857"/>
                <a:gd name="connsiteY507" fmla="*/ 594340 h 1282606"/>
                <a:gd name="connsiteX508" fmla="*/ 693300 w 1465857"/>
                <a:gd name="connsiteY508" fmla="*/ 586716 h 1282606"/>
                <a:gd name="connsiteX509" fmla="*/ 609587 w 1465857"/>
                <a:gd name="connsiteY509" fmla="*/ 551188 h 1282606"/>
                <a:gd name="connsiteX510" fmla="*/ 612032 w 1465857"/>
                <a:gd name="connsiteY510" fmla="*/ 551188 h 1282606"/>
                <a:gd name="connsiteX511" fmla="*/ 612032 w 1465857"/>
                <a:gd name="connsiteY511" fmla="*/ 553633 h 1282606"/>
                <a:gd name="connsiteX512" fmla="*/ 609587 w 1465857"/>
                <a:gd name="connsiteY512" fmla="*/ 553633 h 1282606"/>
                <a:gd name="connsiteX513" fmla="*/ 533209 w 1465857"/>
                <a:gd name="connsiteY513" fmla="*/ 533352 h 1282606"/>
                <a:gd name="connsiteX514" fmla="*/ 535942 w 1465857"/>
                <a:gd name="connsiteY514" fmla="*/ 533352 h 1282606"/>
                <a:gd name="connsiteX515" fmla="*/ 538387 w 1465857"/>
                <a:gd name="connsiteY515" fmla="*/ 533352 h 1282606"/>
                <a:gd name="connsiteX516" fmla="*/ 543278 w 1465857"/>
                <a:gd name="connsiteY516" fmla="*/ 533352 h 1282606"/>
                <a:gd name="connsiteX517" fmla="*/ 546010 w 1465857"/>
                <a:gd name="connsiteY517" fmla="*/ 541119 h 1282606"/>
                <a:gd name="connsiteX518" fmla="*/ 548599 w 1465857"/>
                <a:gd name="connsiteY518" fmla="*/ 543564 h 1282606"/>
                <a:gd name="connsiteX519" fmla="*/ 546010 w 1465857"/>
                <a:gd name="connsiteY519" fmla="*/ 546010 h 1282606"/>
                <a:gd name="connsiteX520" fmla="*/ 546010 w 1465857"/>
                <a:gd name="connsiteY520" fmla="*/ 548743 h 1282606"/>
                <a:gd name="connsiteX521" fmla="*/ 546010 w 1465857"/>
                <a:gd name="connsiteY521" fmla="*/ 553777 h 1282606"/>
                <a:gd name="connsiteX522" fmla="*/ 546010 w 1465857"/>
                <a:gd name="connsiteY522" fmla="*/ 556222 h 1282606"/>
                <a:gd name="connsiteX523" fmla="*/ 543278 w 1465857"/>
                <a:gd name="connsiteY523" fmla="*/ 556222 h 1282606"/>
                <a:gd name="connsiteX524" fmla="*/ 543278 w 1465857"/>
                <a:gd name="connsiteY524" fmla="*/ 553777 h 1282606"/>
                <a:gd name="connsiteX525" fmla="*/ 540832 w 1465857"/>
                <a:gd name="connsiteY525" fmla="*/ 553777 h 1282606"/>
                <a:gd name="connsiteX526" fmla="*/ 538387 w 1465857"/>
                <a:gd name="connsiteY526" fmla="*/ 553777 h 1282606"/>
                <a:gd name="connsiteX527" fmla="*/ 540832 w 1465857"/>
                <a:gd name="connsiteY527" fmla="*/ 558955 h 1282606"/>
                <a:gd name="connsiteX528" fmla="*/ 540832 w 1465857"/>
                <a:gd name="connsiteY528" fmla="*/ 561400 h 1282606"/>
                <a:gd name="connsiteX529" fmla="*/ 538387 w 1465857"/>
                <a:gd name="connsiteY529" fmla="*/ 561400 h 1282606"/>
                <a:gd name="connsiteX530" fmla="*/ 538387 w 1465857"/>
                <a:gd name="connsiteY530" fmla="*/ 563846 h 1282606"/>
                <a:gd name="connsiteX531" fmla="*/ 538387 w 1465857"/>
                <a:gd name="connsiteY531" fmla="*/ 569024 h 1282606"/>
                <a:gd name="connsiteX532" fmla="*/ 538387 w 1465857"/>
                <a:gd name="connsiteY532" fmla="*/ 571613 h 1282606"/>
                <a:gd name="connsiteX533" fmla="*/ 535942 w 1465857"/>
                <a:gd name="connsiteY533" fmla="*/ 574058 h 1282606"/>
                <a:gd name="connsiteX534" fmla="*/ 535942 w 1465857"/>
                <a:gd name="connsiteY534" fmla="*/ 576503 h 1282606"/>
                <a:gd name="connsiteX535" fmla="*/ 535942 w 1465857"/>
                <a:gd name="connsiteY535" fmla="*/ 578949 h 1282606"/>
                <a:gd name="connsiteX536" fmla="*/ 533209 w 1465857"/>
                <a:gd name="connsiteY536" fmla="*/ 581682 h 1282606"/>
                <a:gd name="connsiteX537" fmla="*/ 533209 w 1465857"/>
                <a:gd name="connsiteY537" fmla="*/ 584271 h 1282606"/>
                <a:gd name="connsiteX538" fmla="*/ 535942 w 1465857"/>
                <a:gd name="connsiteY538" fmla="*/ 586716 h 1282606"/>
                <a:gd name="connsiteX539" fmla="*/ 530620 w 1465857"/>
                <a:gd name="connsiteY539" fmla="*/ 591894 h 1282606"/>
                <a:gd name="connsiteX540" fmla="*/ 530620 w 1465857"/>
                <a:gd name="connsiteY540" fmla="*/ 594339 h 1282606"/>
                <a:gd name="connsiteX541" fmla="*/ 528174 w 1465857"/>
                <a:gd name="connsiteY541" fmla="*/ 596928 h 1282606"/>
                <a:gd name="connsiteX542" fmla="*/ 525729 w 1465857"/>
                <a:gd name="connsiteY542" fmla="*/ 599374 h 1282606"/>
                <a:gd name="connsiteX543" fmla="*/ 522996 w 1465857"/>
                <a:gd name="connsiteY543" fmla="*/ 599374 h 1282606"/>
                <a:gd name="connsiteX544" fmla="*/ 518106 w 1465857"/>
                <a:gd name="connsiteY544" fmla="*/ 602107 h 1282606"/>
                <a:gd name="connsiteX545" fmla="*/ 515517 w 1465857"/>
                <a:gd name="connsiteY545" fmla="*/ 604552 h 1282606"/>
                <a:gd name="connsiteX546" fmla="*/ 515517 w 1465857"/>
                <a:gd name="connsiteY546" fmla="*/ 606997 h 1282606"/>
                <a:gd name="connsiteX547" fmla="*/ 512784 w 1465857"/>
                <a:gd name="connsiteY547" fmla="*/ 609442 h 1282606"/>
                <a:gd name="connsiteX548" fmla="*/ 510338 w 1465857"/>
                <a:gd name="connsiteY548" fmla="*/ 606997 h 1282606"/>
                <a:gd name="connsiteX549" fmla="*/ 507893 w 1465857"/>
                <a:gd name="connsiteY549" fmla="*/ 604552 h 1282606"/>
                <a:gd name="connsiteX550" fmla="*/ 507893 w 1465857"/>
                <a:gd name="connsiteY550" fmla="*/ 602107 h 1282606"/>
                <a:gd name="connsiteX551" fmla="*/ 505448 w 1465857"/>
                <a:gd name="connsiteY551" fmla="*/ 599374 h 1282606"/>
                <a:gd name="connsiteX552" fmla="*/ 505448 w 1465857"/>
                <a:gd name="connsiteY552" fmla="*/ 596928 h 1282606"/>
                <a:gd name="connsiteX553" fmla="*/ 510338 w 1465857"/>
                <a:gd name="connsiteY553" fmla="*/ 591894 h 1282606"/>
                <a:gd name="connsiteX554" fmla="*/ 507893 w 1465857"/>
                <a:gd name="connsiteY554" fmla="*/ 586716 h 1282606"/>
                <a:gd name="connsiteX555" fmla="*/ 510338 w 1465857"/>
                <a:gd name="connsiteY555" fmla="*/ 576503 h 1282606"/>
                <a:gd name="connsiteX556" fmla="*/ 512784 w 1465857"/>
                <a:gd name="connsiteY556" fmla="*/ 574058 h 1282606"/>
                <a:gd name="connsiteX557" fmla="*/ 515517 w 1465857"/>
                <a:gd name="connsiteY557" fmla="*/ 576503 h 1282606"/>
                <a:gd name="connsiteX558" fmla="*/ 518106 w 1465857"/>
                <a:gd name="connsiteY558" fmla="*/ 571613 h 1282606"/>
                <a:gd name="connsiteX559" fmla="*/ 520551 w 1465857"/>
                <a:gd name="connsiteY559" fmla="*/ 571613 h 1282606"/>
                <a:gd name="connsiteX560" fmla="*/ 520551 w 1465857"/>
                <a:gd name="connsiteY560" fmla="*/ 569024 h 1282606"/>
                <a:gd name="connsiteX561" fmla="*/ 522996 w 1465857"/>
                <a:gd name="connsiteY561" fmla="*/ 566435 h 1282606"/>
                <a:gd name="connsiteX562" fmla="*/ 522996 w 1465857"/>
                <a:gd name="connsiteY562" fmla="*/ 558955 h 1282606"/>
                <a:gd name="connsiteX563" fmla="*/ 525729 w 1465857"/>
                <a:gd name="connsiteY563" fmla="*/ 553777 h 1282606"/>
                <a:gd name="connsiteX564" fmla="*/ 528174 w 1465857"/>
                <a:gd name="connsiteY564" fmla="*/ 548743 h 1282606"/>
                <a:gd name="connsiteX565" fmla="*/ 530620 w 1465857"/>
                <a:gd name="connsiteY565" fmla="*/ 551188 h 1282606"/>
                <a:gd name="connsiteX566" fmla="*/ 533209 w 1465857"/>
                <a:gd name="connsiteY566" fmla="*/ 551188 h 1282606"/>
                <a:gd name="connsiteX567" fmla="*/ 528174 w 1465857"/>
                <a:gd name="connsiteY567" fmla="*/ 546010 h 1282606"/>
                <a:gd name="connsiteX568" fmla="*/ 525729 w 1465857"/>
                <a:gd name="connsiteY568" fmla="*/ 546010 h 1282606"/>
                <a:gd name="connsiteX569" fmla="*/ 525729 w 1465857"/>
                <a:gd name="connsiteY569" fmla="*/ 541119 h 1282606"/>
                <a:gd name="connsiteX570" fmla="*/ 528174 w 1465857"/>
                <a:gd name="connsiteY570" fmla="*/ 541119 h 1282606"/>
                <a:gd name="connsiteX571" fmla="*/ 528174 w 1465857"/>
                <a:gd name="connsiteY571" fmla="*/ 538530 h 1282606"/>
                <a:gd name="connsiteX572" fmla="*/ 528174 w 1465857"/>
                <a:gd name="connsiteY572" fmla="*/ 535797 h 1282606"/>
                <a:gd name="connsiteX573" fmla="*/ 530620 w 1465857"/>
                <a:gd name="connsiteY573" fmla="*/ 535797 h 1282606"/>
                <a:gd name="connsiteX574" fmla="*/ 533209 w 1465857"/>
                <a:gd name="connsiteY574" fmla="*/ 535797 h 1282606"/>
                <a:gd name="connsiteX575" fmla="*/ 1046281 w 1465857"/>
                <a:gd name="connsiteY575" fmla="*/ 530908 h 1282606"/>
                <a:gd name="connsiteX576" fmla="*/ 1046281 w 1465857"/>
                <a:gd name="connsiteY576" fmla="*/ 533353 h 1282606"/>
                <a:gd name="connsiteX577" fmla="*/ 1043692 w 1465857"/>
                <a:gd name="connsiteY577" fmla="*/ 535799 h 1282606"/>
                <a:gd name="connsiteX578" fmla="*/ 1071741 w 1465857"/>
                <a:gd name="connsiteY578" fmla="*/ 515517 h 1282606"/>
                <a:gd name="connsiteX579" fmla="*/ 1074186 w 1465857"/>
                <a:gd name="connsiteY579" fmla="*/ 515517 h 1282606"/>
                <a:gd name="connsiteX580" fmla="*/ 1074186 w 1465857"/>
                <a:gd name="connsiteY580" fmla="*/ 518250 h 1282606"/>
                <a:gd name="connsiteX581" fmla="*/ 1079221 w 1465857"/>
                <a:gd name="connsiteY581" fmla="*/ 518250 h 1282606"/>
                <a:gd name="connsiteX582" fmla="*/ 1076775 w 1465857"/>
                <a:gd name="connsiteY582" fmla="*/ 520695 h 1282606"/>
                <a:gd name="connsiteX583" fmla="*/ 1076775 w 1465857"/>
                <a:gd name="connsiteY583" fmla="*/ 523284 h 1282606"/>
                <a:gd name="connsiteX584" fmla="*/ 1074186 w 1465857"/>
                <a:gd name="connsiteY584" fmla="*/ 523284 h 1282606"/>
                <a:gd name="connsiteX585" fmla="*/ 1071741 w 1465857"/>
                <a:gd name="connsiteY585" fmla="*/ 520695 h 1282606"/>
                <a:gd name="connsiteX586" fmla="*/ 609586 w 1465857"/>
                <a:gd name="connsiteY586" fmla="*/ 510626 h 1282606"/>
                <a:gd name="connsiteX587" fmla="*/ 612032 w 1465857"/>
                <a:gd name="connsiteY587" fmla="*/ 515516 h 1282606"/>
                <a:gd name="connsiteX588" fmla="*/ 614477 w 1465857"/>
                <a:gd name="connsiteY588" fmla="*/ 515516 h 1282606"/>
                <a:gd name="connsiteX589" fmla="*/ 614477 w 1465857"/>
                <a:gd name="connsiteY589" fmla="*/ 520695 h 1282606"/>
                <a:gd name="connsiteX590" fmla="*/ 616922 w 1465857"/>
                <a:gd name="connsiteY590" fmla="*/ 520695 h 1282606"/>
                <a:gd name="connsiteX591" fmla="*/ 614477 w 1465857"/>
                <a:gd name="connsiteY591" fmla="*/ 523284 h 1282606"/>
                <a:gd name="connsiteX592" fmla="*/ 616922 w 1465857"/>
                <a:gd name="connsiteY592" fmla="*/ 525729 h 1282606"/>
                <a:gd name="connsiteX593" fmla="*/ 614477 w 1465857"/>
                <a:gd name="connsiteY593" fmla="*/ 525729 h 1282606"/>
                <a:gd name="connsiteX594" fmla="*/ 612032 w 1465857"/>
                <a:gd name="connsiteY594" fmla="*/ 530907 h 1282606"/>
                <a:gd name="connsiteX595" fmla="*/ 609586 w 1465857"/>
                <a:gd name="connsiteY595" fmla="*/ 533352 h 1282606"/>
                <a:gd name="connsiteX596" fmla="*/ 606853 w 1465857"/>
                <a:gd name="connsiteY596" fmla="*/ 538531 h 1282606"/>
                <a:gd name="connsiteX597" fmla="*/ 606853 w 1465857"/>
                <a:gd name="connsiteY597" fmla="*/ 541120 h 1282606"/>
                <a:gd name="connsiteX598" fmla="*/ 609586 w 1465857"/>
                <a:gd name="connsiteY598" fmla="*/ 546010 h 1282606"/>
                <a:gd name="connsiteX599" fmla="*/ 609586 w 1465857"/>
                <a:gd name="connsiteY599" fmla="*/ 548743 h 1282606"/>
                <a:gd name="connsiteX600" fmla="*/ 612032 w 1465857"/>
                <a:gd name="connsiteY600" fmla="*/ 548743 h 1282606"/>
                <a:gd name="connsiteX601" fmla="*/ 609586 w 1465857"/>
                <a:gd name="connsiteY601" fmla="*/ 551188 h 1282606"/>
                <a:gd name="connsiteX602" fmla="*/ 606853 w 1465857"/>
                <a:gd name="connsiteY602" fmla="*/ 548743 h 1282606"/>
                <a:gd name="connsiteX603" fmla="*/ 604264 w 1465857"/>
                <a:gd name="connsiteY603" fmla="*/ 548743 h 1282606"/>
                <a:gd name="connsiteX604" fmla="*/ 604264 w 1465857"/>
                <a:gd name="connsiteY604" fmla="*/ 551188 h 1282606"/>
                <a:gd name="connsiteX605" fmla="*/ 601819 w 1465857"/>
                <a:gd name="connsiteY605" fmla="*/ 551188 h 1282606"/>
                <a:gd name="connsiteX606" fmla="*/ 601819 w 1465857"/>
                <a:gd name="connsiteY606" fmla="*/ 553777 h 1282606"/>
                <a:gd name="connsiteX607" fmla="*/ 596641 w 1465857"/>
                <a:gd name="connsiteY607" fmla="*/ 553777 h 1282606"/>
                <a:gd name="connsiteX608" fmla="*/ 594196 w 1465857"/>
                <a:gd name="connsiteY608" fmla="*/ 553777 h 1282606"/>
                <a:gd name="connsiteX609" fmla="*/ 589161 w 1465857"/>
                <a:gd name="connsiteY609" fmla="*/ 546010 h 1282606"/>
                <a:gd name="connsiteX610" fmla="*/ 586428 w 1465857"/>
                <a:gd name="connsiteY610" fmla="*/ 541120 h 1282606"/>
                <a:gd name="connsiteX611" fmla="*/ 586428 w 1465857"/>
                <a:gd name="connsiteY611" fmla="*/ 538531 h 1282606"/>
                <a:gd name="connsiteX612" fmla="*/ 583983 w 1465857"/>
                <a:gd name="connsiteY612" fmla="*/ 535798 h 1282606"/>
                <a:gd name="connsiteX613" fmla="*/ 586428 w 1465857"/>
                <a:gd name="connsiteY613" fmla="*/ 533352 h 1282606"/>
                <a:gd name="connsiteX614" fmla="*/ 586428 w 1465857"/>
                <a:gd name="connsiteY614" fmla="*/ 530907 h 1282606"/>
                <a:gd name="connsiteX615" fmla="*/ 581538 w 1465857"/>
                <a:gd name="connsiteY615" fmla="*/ 520695 h 1282606"/>
                <a:gd name="connsiteX616" fmla="*/ 583983 w 1465857"/>
                <a:gd name="connsiteY616" fmla="*/ 518249 h 1282606"/>
                <a:gd name="connsiteX617" fmla="*/ 586428 w 1465857"/>
                <a:gd name="connsiteY617" fmla="*/ 518249 h 1282606"/>
                <a:gd name="connsiteX618" fmla="*/ 589161 w 1465857"/>
                <a:gd name="connsiteY618" fmla="*/ 515516 h 1282606"/>
                <a:gd name="connsiteX619" fmla="*/ 591750 w 1465857"/>
                <a:gd name="connsiteY619" fmla="*/ 513071 h 1282606"/>
                <a:gd name="connsiteX620" fmla="*/ 596641 w 1465857"/>
                <a:gd name="connsiteY620" fmla="*/ 513071 h 1282606"/>
                <a:gd name="connsiteX621" fmla="*/ 596641 w 1465857"/>
                <a:gd name="connsiteY621" fmla="*/ 515516 h 1282606"/>
                <a:gd name="connsiteX622" fmla="*/ 599374 w 1465857"/>
                <a:gd name="connsiteY622" fmla="*/ 515516 h 1282606"/>
                <a:gd name="connsiteX623" fmla="*/ 599374 w 1465857"/>
                <a:gd name="connsiteY623" fmla="*/ 518249 h 1282606"/>
                <a:gd name="connsiteX624" fmla="*/ 609586 w 1465857"/>
                <a:gd name="connsiteY624" fmla="*/ 515516 h 1282606"/>
                <a:gd name="connsiteX625" fmla="*/ 1023411 w 1465857"/>
                <a:gd name="connsiteY625" fmla="*/ 500414 h 1282606"/>
                <a:gd name="connsiteX626" fmla="*/ 1025856 w 1465857"/>
                <a:gd name="connsiteY626" fmla="*/ 500414 h 1282606"/>
                <a:gd name="connsiteX627" fmla="*/ 1025856 w 1465857"/>
                <a:gd name="connsiteY627" fmla="*/ 502859 h 1282606"/>
                <a:gd name="connsiteX628" fmla="*/ 1023411 w 1465857"/>
                <a:gd name="connsiteY628" fmla="*/ 505304 h 1282606"/>
                <a:gd name="connsiteX629" fmla="*/ 1020965 w 1465857"/>
                <a:gd name="connsiteY629" fmla="*/ 505304 h 1282606"/>
                <a:gd name="connsiteX630" fmla="*/ 1018232 w 1465857"/>
                <a:gd name="connsiteY630" fmla="*/ 505304 h 1282606"/>
                <a:gd name="connsiteX631" fmla="*/ 1015787 w 1465857"/>
                <a:gd name="connsiteY631" fmla="*/ 505304 h 1282606"/>
                <a:gd name="connsiteX632" fmla="*/ 1013198 w 1465857"/>
                <a:gd name="connsiteY632" fmla="*/ 502859 h 1282606"/>
                <a:gd name="connsiteX633" fmla="*/ 1015787 w 1465857"/>
                <a:gd name="connsiteY633" fmla="*/ 502859 h 1282606"/>
                <a:gd name="connsiteX634" fmla="*/ 1018232 w 1465857"/>
                <a:gd name="connsiteY634" fmla="*/ 502859 h 1282606"/>
                <a:gd name="connsiteX635" fmla="*/ 1020965 w 1465857"/>
                <a:gd name="connsiteY635" fmla="*/ 502859 h 1282606"/>
                <a:gd name="connsiteX636" fmla="*/ 1023411 w 1465857"/>
                <a:gd name="connsiteY636" fmla="*/ 502859 h 1282606"/>
                <a:gd name="connsiteX637" fmla="*/ 985294 w 1465857"/>
                <a:gd name="connsiteY637" fmla="*/ 487756 h 1282606"/>
                <a:gd name="connsiteX638" fmla="*/ 987883 w 1465857"/>
                <a:gd name="connsiteY638" fmla="*/ 487756 h 1282606"/>
                <a:gd name="connsiteX639" fmla="*/ 992917 w 1465857"/>
                <a:gd name="connsiteY639" fmla="*/ 487756 h 1282606"/>
                <a:gd name="connsiteX640" fmla="*/ 995362 w 1465857"/>
                <a:gd name="connsiteY640" fmla="*/ 487756 h 1282606"/>
                <a:gd name="connsiteX641" fmla="*/ 1000541 w 1465857"/>
                <a:gd name="connsiteY641" fmla="*/ 487756 h 1282606"/>
                <a:gd name="connsiteX642" fmla="*/ 1003130 w 1465857"/>
                <a:gd name="connsiteY642" fmla="*/ 487756 h 1282606"/>
                <a:gd name="connsiteX643" fmla="*/ 1013198 w 1465857"/>
                <a:gd name="connsiteY643" fmla="*/ 487756 h 1282606"/>
                <a:gd name="connsiteX644" fmla="*/ 1023411 w 1465857"/>
                <a:gd name="connsiteY644" fmla="*/ 487756 h 1282606"/>
                <a:gd name="connsiteX645" fmla="*/ 1025856 w 1465857"/>
                <a:gd name="connsiteY645" fmla="*/ 490201 h 1282606"/>
                <a:gd name="connsiteX646" fmla="*/ 1023411 w 1465857"/>
                <a:gd name="connsiteY646" fmla="*/ 490201 h 1282606"/>
                <a:gd name="connsiteX647" fmla="*/ 1020966 w 1465857"/>
                <a:gd name="connsiteY647" fmla="*/ 492647 h 1282606"/>
                <a:gd name="connsiteX648" fmla="*/ 1015788 w 1465857"/>
                <a:gd name="connsiteY648" fmla="*/ 492647 h 1282606"/>
                <a:gd name="connsiteX649" fmla="*/ 1008308 w 1465857"/>
                <a:gd name="connsiteY649" fmla="*/ 490201 h 1282606"/>
                <a:gd name="connsiteX650" fmla="*/ 1000541 w 1465857"/>
                <a:gd name="connsiteY650" fmla="*/ 490201 h 1282606"/>
                <a:gd name="connsiteX651" fmla="*/ 998095 w 1465857"/>
                <a:gd name="connsiteY651" fmla="*/ 490201 h 1282606"/>
                <a:gd name="connsiteX652" fmla="*/ 995362 w 1465857"/>
                <a:gd name="connsiteY652" fmla="*/ 490201 h 1282606"/>
                <a:gd name="connsiteX653" fmla="*/ 992917 w 1465857"/>
                <a:gd name="connsiteY653" fmla="*/ 490201 h 1282606"/>
                <a:gd name="connsiteX654" fmla="*/ 987883 w 1465857"/>
                <a:gd name="connsiteY654" fmla="*/ 490201 h 1282606"/>
                <a:gd name="connsiteX655" fmla="*/ 538387 w 1465857"/>
                <a:gd name="connsiteY655" fmla="*/ 485310 h 1282606"/>
                <a:gd name="connsiteX656" fmla="*/ 540833 w 1465857"/>
                <a:gd name="connsiteY656" fmla="*/ 485310 h 1282606"/>
                <a:gd name="connsiteX657" fmla="*/ 540833 w 1465857"/>
                <a:gd name="connsiteY657" fmla="*/ 487755 h 1282606"/>
                <a:gd name="connsiteX658" fmla="*/ 546011 w 1465857"/>
                <a:gd name="connsiteY658" fmla="*/ 487755 h 1282606"/>
                <a:gd name="connsiteX659" fmla="*/ 548600 w 1465857"/>
                <a:gd name="connsiteY659" fmla="*/ 490201 h 1282606"/>
                <a:gd name="connsiteX660" fmla="*/ 551045 w 1465857"/>
                <a:gd name="connsiteY660" fmla="*/ 492646 h 1282606"/>
                <a:gd name="connsiteX661" fmla="*/ 551045 w 1465857"/>
                <a:gd name="connsiteY661" fmla="*/ 495235 h 1282606"/>
                <a:gd name="connsiteX662" fmla="*/ 551045 w 1465857"/>
                <a:gd name="connsiteY662" fmla="*/ 500413 h 1282606"/>
                <a:gd name="connsiteX663" fmla="*/ 548600 w 1465857"/>
                <a:gd name="connsiteY663" fmla="*/ 505304 h 1282606"/>
                <a:gd name="connsiteX664" fmla="*/ 546011 w 1465857"/>
                <a:gd name="connsiteY664" fmla="*/ 505304 h 1282606"/>
                <a:gd name="connsiteX665" fmla="*/ 538387 w 1465857"/>
                <a:gd name="connsiteY665" fmla="*/ 510626 h 1282606"/>
                <a:gd name="connsiteX666" fmla="*/ 538387 w 1465857"/>
                <a:gd name="connsiteY666" fmla="*/ 513071 h 1282606"/>
                <a:gd name="connsiteX667" fmla="*/ 535942 w 1465857"/>
                <a:gd name="connsiteY667" fmla="*/ 515516 h 1282606"/>
                <a:gd name="connsiteX668" fmla="*/ 530620 w 1465857"/>
                <a:gd name="connsiteY668" fmla="*/ 520694 h 1282606"/>
                <a:gd name="connsiteX669" fmla="*/ 528175 w 1465857"/>
                <a:gd name="connsiteY669" fmla="*/ 523283 h 1282606"/>
                <a:gd name="connsiteX670" fmla="*/ 528175 w 1465857"/>
                <a:gd name="connsiteY670" fmla="*/ 520694 h 1282606"/>
                <a:gd name="connsiteX671" fmla="*/ 528175 w 1465857"/>
                <a:gd name="connsiteY671" fmla="*/ 518249 h 1282606"/>
                <a:gd name="connsiteX672" fmla="*/ 525730 w 1465857"/>
                <a:gd name="connsiteY672" fmla="*/ 518249 h 1282606"/>
                <a:gd name="connsiteX673" fmla="*/ 522997 w 1465857"/>
                <a:gd name="connsiteY673" fmla="*/ 520694 h 1282606"/>
                <a:gd name="connsiteX674" fmla="*/ 522997 w 1465857"/>
                <a:gd name="connsiteY674" fmla="*/ 523283 h 1282606"/>
                <a:gd name="connsiteX675" fmla="*/ 518106 w 1465857"/>
                <a:gd name="connsiteY675" fmla="*/ 525729 h 1282606"/>
                <a:gd name="connsiteX676" fmla="*/ 518106 w 1465857"/>
                <a:gd name="connsiteY676" fmla="*/ 528461 h 1282606"/>
                <a:gd name="connsiteX677" fmla="*/ 515517 w 1465857"/>
                <a:gd name="connsiteY677" fmla="*/ 525729 h 1282606"/>
                <a:gd name="connsiteX678" fmla="*/ 515517 w 1465857"/>
                <a:gd name="connsiteY678" fmla="*/ 523283 h 1282606"/>
                <a:gd name="connsiteX679" fmla="*/ 518106 w 1465857"/>
                <a:gd name="connsiteY679" fmla="*/ 520694 h 1282606"/>
                <a:gd name="connsiteX680" fmla="*/ 520551 w 1465857"/>
                <a:gd name="connsiteY680" fmla="*/ 515516 h 1282606"/>
                <a:gd name="connsiteX681" fmla="*/ 522997 w 1465857"/>
                <a:gd name="connsiteY681" fmla="*/ 505304 h 1282606"/>
                <a:gd name="connsiteX682" fmla="*/ 528175 w 1465857"/>
                <a:gd name="connsiteY682" fmla="*/ 500413 h 1282606"/>
                <a:gd name="connsiteX683" fmla="*/ 530620 w 1465857"/>
                <a:gd name="connsiteY683" fmla="*/ 500413 h 1282606"/>
                <a:gd name="connsiteX684" fmla="*/ 530620 w 1465857"/>
                <a:gd name="connsiteY684" fmla="*/ 495235 h 1282606"/>
                <a:gd name="connsiteX685" fmla="*/ 533209 w 1465857"/>
                <a:gd name="connsiteY685" fmla="*/ 495235 h 1282606"/>
                <a:gd name="connsiteX686" fmla="*/ 535942 w 1465857"/>
                <a:gd name="connsiteY686" fmla="*/ 495235 h 1282606"/>
                <a:gd name="connsiteX687" fmla="*/ 535942 w 1465857"/>
                <a:gd name="connsiteY687" fmla="*/ 497968 h 1282606"/>
                <a:gd name="connsiteX688" fmla="*/ 538387 w 1465857"/>
                <a:gd name="connsiteY688" fmla="*/ 495235 h 1282606"/>
                <a:gd name="connsiteX689" fmla="*/ 535942 w 1465857"/>
                <a:gd name="connsiteY689" fmla="*/ 490201 h 1282606"/>
                <a:gd name="connsiteX690" fmla="*/ 538387 w 1465857"/>
                <a:gd name="connsiteY690" fmla="*/ 490201 h 1282606"/>
                <a:gd name="connsiteX691" fmla="*/ 538387 w 1465857"/>
                <a:gd name="connsiteY691" fmla="*/ 487755 h 1282606"/>
                <a:gd name="connsiteX692" fmla="*/ 538388 w 1465857"/>
                <a:gd name="connsiteY692" fmla="*/ 462152 h 1282606"/>
                <a:gd name="connsiteX693" fmla="*/ 540833 w 1465857"/>
                <a:gd name="connsiteY693" fmla="*/ 465029 h 1282606"/>
                <a:gd name="connsiteX694" fmla="*/ 540833 w 1465857"/>
                <a:gd name="connsiteY694" fmla="*/ 469919 h 1282606"/>
                <a:gd name="connsiteX695" fmla="*/ 540833 w 1465857"/>
                <a:gd name="connsiteY695" fmla="*/ 472365 h 1282606"/>
                <a:gd name="connsiteX696" fmla="*/ 540833 w 1465857"/>
                <a:gd name="connsiteY696" fmla="*/ 475098 h 1282606"/>
                <a:gd name="connsiteX697" fmla="*/ 538388 w 1465857"/>
                <a:gd name="connsiteY697" fmla="*/ 475098 h 1282606"/>
                <a:gd name="connsiteX698" fmla="*/ 538388 w 1465857"/>
                <a:gd name="connsiteY698" fmla="*/ 465029 h 1282606"/>
                <a:gd name="connsiteX699" fmla="*/ 490058 w 1465857"/>
                <a:gd name="connsiteY699" fmla="*/ 406487 h 1282606"/>
                <a:gd name="connsiteX700" fmla="*/ 492791 w 1465857"/>
                <a:gd name="connsiteY700" fmla="*/ 408932 h 1282606"/>
                <a:gd name="connsiteX701" fmla="*/ 490058 w 1465857"/>
                <a:gd name="connsiteY701" fmla="*/ 408932 h 1282606"/>
                <a:gd name="connsiteX702" fmla="*/ 995361 w 1465857"/>
                <a:gd name="connsiteY702" fmla="*/ 381171 h 1282606"/>
                <a:gd name="connsiteX703" fmla="*/ 998094 w 1465857"/>
                <a:gd name="connsiteY703" fmla="*/ 381171 h 1282606"/>
                <a:gd name="connsiteX704" fmla="*/ 998094 w 1465857"/>
                <a:gd name="connsiteY704" fmla="*/ 383616 h 1282606"/>
                <a:gd name="connsiteX705" fmla="*/ 1003129 w 1465857"/>
                <a:gd name="connsiteY705" fmla="*/ 383616 h 1282606"/>
                <a:gd name="connsiteX706" fmla="*/ 1005574 w 1465857"/>
                <a:gd name="connsiteY706" fmla="*/ 383616 h 1282606"/>
                <a:gd name="connsiteX707" fmla="*/ 1005574 w 1465857"/>
                <a:gd name="connsiteY707" fmla="*/ 386061 h 1282606"/>
                <a:gd name="connsiteX708" fmla="*/ 995361 w 1465857"/>
                <a:gd name="connsiteY708" fmla="*/ 391240 h 1282606"/>
                <a:gd name="connsiteX709" fmla="*/ 998094 w 1465857"/>
                <a:gd name="connsiteY709" fmla="*/ 391240 h 1282606"/>
                <a:gd name="connsiteX710" fmla="*/ 1000540 w 1465857"/>
                <a:gd name="connsiteY710" fmla="*/ 391240 h 1282606"/>
                <a:gd name="connsiteX711" fmla="*/ 995361 w 1465857"/>
                <a:gd name="connsiteY711" fmla="*/ 393829 h 1282606"/>
                <a:gd name="connsiteX712" fmla="*/ 992916 w 1465857"/>
                <a:gd name="connsiteY712" fmla="*/ 393829 h 1282606"/>
                <a:gd name="connsiteX713" fmla="*/ 990471 w 1465857"/>
                <a:gd name="connsiteY713" fmla="*/ 393829 h 1282606"/>
                <a:gd name="connsiteX714" fmla="*/ 987882 w 1465857"/>
                <a:gd name="connsiteY714" fmla="*/ 393829 h 1282606"/>
                <a:gd name="connsiteX715" fmla="*/ 987882 w 1465857"/>
                <a:gd name="connsiteY715" fmla="*/ 391240 h 1282606"/>
                <a:gd name="connsiteX716" fmla="*/ 990471 w 1465857"/>
                <a:gd name="connsiteY716" fmla="*/ 391240 h 1282606"/>
                <a:gd name="connsiteX717" fmla="*/ 992916 w 1465857"/>
                <a:gd name="connsiteY717" fmla="*/ 388650 h 1282606"/>
                <a:gd name="connsiteX718" fmla="*/ 995361 w 1465857"/>
                <a:gd name="connsiteY718" fmla="*/ 386061 h 1282606"/>
                <a:gd name="connsiteX719" fmla="*/ 479845 w 1465857"/>
                <a:gd name="connsiteY719" fmla="*/ 375993 h 1282606"/>
                <a:gd name="connsiteX720" fmla="*/ 487468 w 1465857"/>
                <a:gd name="connsiteY720" fmla="*/ 381171 h 1282606"/>
                <a:gd name="connsiteX721" fmla="*/ 487468 w 1465857"/>
                <a:gd name="connsiteY721" fmla="*/ 383616 h 1282606"/>
                <a:gd name="connsiteX722" fmla="*/ 485023 w 1465857"/>
                <a:gd name="connsiteY722" fmla="*/ 381171 h 1282606"/>
                <a:gd name="connsiteX723" fmla="*/ 482578 w 1465857"/>
                <a:gd name="connsiteY723" fmla="*/ 381171 h 1282606"/>
                <a:gd name="connsiteX724" fmla="*/ 479845 w 1465857"/>
                <a:gd name="connsiteY724" fmla="*/ 378438 h 1282606"/>
                <a:gd name="connsiteX725" fmla="*/ 975081 w 1465857"/>
                <a:gd name="connsiteY725" fmla="*/ 373404 h 1282606"/>
                <a:gd name="connsiteX726" fmla="*/ 977814 w 1465857"/>
                <a:gd name="connsiteY726" fmla="*/ 375993 h 1282606"/>
                <a:gd name="connsiteX727" fmla="*/ 980259 w 1465857"/>
                <a:gd name="connsiteY727" fmla="*/ 375993 h 1282606"/>
                <a:gd name="connsiteX728" fmla="*/ 982704 w 1465857"/>
                <a:gd name="connsiteY728" fmla="*/ 375993 h 1282606"/>
                <a:gd name="connsiteX729" fmla="*/ 982704 w 1465857"/>
                <a:gd name="connsiteY729" fmla="*/ 378438 h 1282606"/>
                <a:gd name="connsiteX730" fmla="*/ 985293 w 1465857"/>
                <a:gd name="connsiteY730" fmla="*/ 378438 h 1282606"/>
                <a:gd name="connsiteX731" fmla="*/ 982704 w 1465857"/>
                <a:gd name="connsiteY731" fmla="*/ 383617 h 1282606"/>
                <a:gd name="connsiteX732" fmla="*/ 982704 w 1465857"/>
                <a:gd name="connsiteY732" fmla="*/ 386062 h 1282606"/>
                <a:gd name="connsiteX733" fmla="*/ 982704 w 1465857"/>
                <a:gd name="connsiteY733" fmla="*/ 393829 h 1282606"/>
                <a:gd name="connsiteX734" fmla="*/ 980259 w 1465857"/>
                <a:gd name="connsiteY734" fmla="*/ 396274 h 1282606"/>
                <a:gd name="connsiteX735" fmla="*/ 977814 w 1465857"/>
                <a:gd name="connsiteY735" fmla="*/ 396274 h 1282606"/>
                <a:gd name="connsiteX736" fmla="*/ 964868 w 1465857"/>
                <a:gd name="connsiteY736" fmla="*/ 393829 h 1282606"/>
                <a:gd name="connsiteX737" fmla="*/ 962423 w 1465857"/>
                <a:gd name="connsiteY737" fmla="*/ 393829 h 1282606"/>
                <a:gd name="connsiteX738" fmla="*/ 967601 w 1465857"/>
                <a:gd name="connsiteY738" fmla="*/ 383617 h 1282606"/>
                <a:gd name="connsiteX739" fmla="*/ 970046 w 1465857"/>
                <a:gd name="connsiteY739" fmla="*/ 378438 h 1282606"/>
                <a:gd name="connsiteX740" fmla="*/ 972492 w 1465857"/>
                <a:gd name="connsiteY740" fmla="*/ 378438 h 1282606"/>
                <a:gd name="connsiteX741" fmla="*/ 975081 w 1465857"/>
                <a:gd name="connsiteY741" fmla="*/ 378438 h 1282606"/>
                <a:gd name="connsiteX742" fmla="*/ 972492 w 1465857"/>
                <a:gd name="connsiteY742" fmla="*/ 375993 h 1282606"/>
                <a:gd name="connsiteX743" fmla="*/ 850804 w 1465857"/>
                <a:gd name="connsiteY743" fmla="*/ 289690 h 1282606"/>
                <a:gd name="connsiteX744" fmla="*/ 850804 w 1465857"/>
                <a:gd name="connsiteY744" fmla="*/ 292135 h 1282606"/>
                <a:gd name="connsiteX745" fmla="*/ 850804 w 1465857"/>
                <a:gd name="connsiteY745" fmla="*/ 294581 h 1282606"/>
                <a:gd name="connsiteX746" fmla="*/ 848071 w 1465857"/>
                <a:gd name="connsiteY746" fmla="*/ 292135 h 1282606"/>
                <a:gd name="connsiteX747" fmla="*/ 761769 w 1465857"/>
                <a:gd name="connsiteY747" fmla="*/ 256607 h 1282606"/>
                <a:gd name="connsiteX748" fmla="*/ 761769 w 1465857"/>
                <a:gd name="connsiteY748" fmla="*/ 259196 h 1282606"/>
                <a:gd name="connsiteX749" fmla="*/ 766947 w 1465857"/>
                <a:gd name="connsiteY749" fmla="*/ 259196 h 1282606"/>
                <a:gd name="connsiteX750" fmla="*/ 777159 w 1465857"/>
                <a:gd name="connsiteY750" fmla="*/ 259196 h 1282606"/>
                <a:gd name="connsiteX751" fmla="*/ 782050 w 1465857"/>
                <a:gd name="connsiteY751" fmla="*/ 259196 h 1282606"/>
                <a:gd name="connsiteX752" fmla="*/ 784639 w 1465857"/>
                <a:gd name="connsiteY752" fmla="*/ 264087 h 1282606"/>
                <a:gd name="connsiteX753" fmla="*/ 782050 w 1465857"/>
                <a:gd name="connsiteY753" fmla="*/ 271854 h 1282606"/>
                <a:gd name="connsiteX754" fmla="*/ 777159 w 1465857"/>
                <a:gd name="connsiteY754" fmla="*/ 274299 h 1282606"/>
                <a:gd name="connsiteX755" fmla="*/ 774426 w 1465857"/>
                <a:gd name="connsiteY755" fmla="*/ 277032 h 1282606"/>
                <a:gd name="connsiteX756" fmla="*/ 769536 w 1465857"/>
                <a:gd name="connsiteY756" fmla="*/ 281923 h 1282606"/>
                <a:gd name="connsiteX757" fmla="*/ 766947 w 1465857"/>
                <a:gd name="connsiteY757" fmla="*/ 284368 h 1282606"/>
                <a:gd name="connsiteX758" fmla="*/ 764214 w 1465857"/>
                <a:gd name="connsiteY758" fmla="*/ 289690 h 1282606"/>
                <a:gd name="connsiteX759" fmla="*/ 759324 w 1465857"/>
                <a:gd name="connsiteY759" fmla="*/ 292135 h 1282606"/>
                <a:gd name="connsiteX760" fmla="*/ 756878 w 1465857"/>
                <a:gd name="connsiteY760" fmla="*/ 287101 h 1282606"/>
                <a:gd name="connsiteX761" fmla="*/ 751700 w 1465857"/>
                <a:gd name="connsiteY761" fmla="*/ 284368 h 1282606"/>
                <a:gd name="connsiteX762" fmla="*/ 749111 w 1465857"/>
                <a:gd name="connsiteY762" fmla="*/ 279477 h 1282606"/>
                <a:gd name="connsiteX763" fmla="*/ 751700 w 1465857"/>
                <a:gd name="connsiteY763" fmla="*/ 277032 h 1282606"/>
                <a:gd name="connsiteX764" fmla="*/ 751700 w 1465857"/>
                <a:gd name="connsiteY764" fmla="*/ 279477 h 1282606"/>
                <a:gd name="connsiteX765" fmla="*/ 754145 w 1465857"/>
                <a:gd name="connsiteY765" fmla="*/ 279477 h 1282606"/>
                <a:gd name="connsiteX766" fmla="*/ 756878 w 1465857"/>
                <a:gd name="connsiteY766" fmla="*/ 277032 h 1282606"/>
                <a:gd name="connsiteX767" fmla="*/ 756878 w 1465857"/>
                <a:gd name="connsiteY767" fmla="*/ 266819 h 1282606"/>
                <a:gd name="connsiteX768" fmla="*/ 754145 w 1465857"/>
                <a:gd name="connsiteY768" fmla="*/ 264087 h 1282606"/>
                <a:gd name="connsiteX769" fmla="*/ 756878 w 1465857"/>
                <a:gd name="connsiteY769" fmla="*/ 259196 h 1282606"/>
                <a:gd name="connsiteX770" fmla="*/ 789817 w 1465857"/>
                <a:gd name="connsiteY770" fmla="*/ 236326 h 1282606"/>
                <a:gd name="connsiteX771" fmla="*/ 789817 w 1465857"/>
                <a:gd name="connsiteY771" fmla="*/ 238771 h 1282606"/>
                <a:gd name="connsiteX772" fmla="*/ 792262 w 1465857"/>
                <a:gd name="connsiteY772" fmla="*/ 238771 h 1282606"/>
                <a:gd name="connsiteX773" fmla="*/ 789817 w 1465857"/>
                <a:gd name="connsiteY773" fmla="*/ 243806 h 1282606"/>
                <a:gd name="connsiteX774" fmla="*/ 789817 w 1465857"/>
                <a:gd name="connsiteY774" fmla="*/ 246538 h 1282606"/>
                <a:gd name="connsiteX775" fmla="*/ 787372 w 1465857"/>
                <a:gd name="connsiteY775" fmla="*/ 251429 h 1282606"/>
                <a:gd name="connsiteX776" fmla="*/ 784639 w 1465857"/>
                <a:gd name="connsiteY776" fmla="*/ 248984 h 1282606"/>
                <a:gd name="connsiteX777" fmla="*/ 787372 w 1465857"/>
                <a:gd name="connsiteY777" fmla="*/ 241217 h 1282606"/>
                <a:gd name="connsiteX778" fmla="*/ 703513 w 1465857"/>
                <a:gd name="connsiteY778" fmla="*/ 193175 h 1282606"/>
                <a:gd name="connsiteX779" fmla="*/ 705959 w 1465857"/>
                <a:gd name="connsiteY779" fmla="*/ 193175 h 1282606"/>
                <a:gd name="connsiteX780" fmla="*/ 708548 w 1465857"/>
                <a:gd name="connsiteY780" fmla="*/ 195620 h 1282606"/>
                <a:gd name="connsiteX781" fmla="*/ 710993 w 1465857"/>
                <a:gd name="connsiteY781" fmla="*/ 198209 h 1282606"/>
                <a:gd name="connsiteX782" fmla="*/ 710993 w 1465857"/>
                <a:gd name="connsiteY782" fmla="*/ 208278 h 1282606"/>
                <a:gd name="connsiteX783" fmla="*/ 708548 w 1465857"/>
                <a:gd name="connsiteY783" fmla="*/ 210723 h 1282606"/>
                <a:gd name="connsiteX784" fmla="*/ 705959 w 1465857"/>
                <a:gd name="connsiteY784" fmla="*/ 210723 h 1282606"/>
                <a:gd name="connsiteX785" fmla="*/ 703513 w 1465857"/>
                <a:gd name="connsiteY785" fmla="*/ 210723 h 1282606"/>
                <a:gd name="connsiteX786" fmla="*/ 698335 w 1465857"/>
                <a:gd name="connsiteY786" fmla="*/ 208278 h 1282606"/>
                <a:gd name="connsiteX787" fmla="*/ 695890 w 1465857"/>
                <a:gd name="connsiteY787" fmla="*/ 198209 h 1282606"/>
                <a:gd name="connsiteX788" fmla="*/ 683233 w 1465857"/>
                <a:gd name="connsiteY788" fmla="*/ 193175 h 1282606"/>
                <a:gd name="connsiteX789" fmla="*/ 688123 w 1465857"/>
                <a:gd name="connsiteY789" fmla="*/ 193175 h 1282606"/>
                <a:gd name="connsiteX790" fmla="*/ 688123 w 1465857"/>
                <a:gd name="connsiteY790" fmla="*/ 195620 h 1282606"/>
                <a:gd name="connsiteX791" fmla="*/ 685678 w 1465857"/>
                <a:gd name="connsiteY791" fmla="*/ 198209 h 1282606"/>
                <a:gd name="connsiteX792" fmla="*/ 685678 w 1465857"/>
                <a:gd name="connsiteY792" fmla="*/ 200655 h 1282606"/>
                <a:gd name="connsiteX793" fmla="*/ 685678 w 1465857"/>
                <a:gd name="connsiteY793" fmla="*/ 203387 h 1282606"/>
                <a:gd name="connsiteX794" fmla="*/ 685678 w 1465857"/>
                <a:gd name="connsiteY794" fmla="*/ 210723 h 1282606"/>
                <a:gd name="connsiteX795" fmla="*/ 683233 w 1465857"/>
                <a:gd name="connsiteY795" fmla="*/ 213456 h 1282606"/>
                <a:gd name="connsiteX796" fmla="*/ 680500 w 1465857"/>
                <a:gd name="connsiteY796" fmla="*/ 210723 h 1282606"/>
                <a:gd name="connsiteX797" fmla="*/ 680500 w 1465857"/>
                <a:gd name="connsiteY797" fmla="*/ 208278 h 1282606"/>
                <a:gd name="connsiteX798" fmla="*/ 680500 w 1465857"/>
                <a:gd name="connsiteY798" fmla="*/ 200655 h 1282606"/>
                <a:gd name="connsiteX799" fmla="*/ 683233 w 1465857"/>
                <a:gd name="connsiteY799" fmla="*/ 198209 h 1282606"/>
                <a:gd name="connsiteX800" fmla="*/ 604265 w 1465857"/>
                <a:gd name="connsiteY800" fmla="*/ 142400 h 1282606"/>
                <a:gd name="connsiteX801" fmla="*/ 606854 w 1465857"/>
                <a:gd name="connsiteY801" fmla="*/ 142400 h 1282606"/>
                <a:gd name="connsiteX802" fmla="*/ 609587 w 1465857"/>
                <a:gd name="connsiteY802" fmla="*/ 142400 h 1282606"/>
                <a:gd name="connsiteX803" fmla="*/ 612033 w 1465857"/>
                <a:gd name="connsiteY803" fmla="*/ 142400 h 1282606"/>
                <a:gd name="connsiteX804" fmla="*/ 609587 w 1465857"/>
                <a:gd name="connsiteY804" fmla="*/ 147291 h 1282606"/>
                <a:gd name="connsiteX805" fmla="*/ 609587 w 1465857"/>
                <a:gd name="connsiteY805" fmla="*/ 149736 h 1282606"/>
                <a:gd name="connsiteX806" fmla="*/ 606854 w 1465857"/>
                <a:gd name="connsiteY806" fmla="*/ 149736 h 1282606"/>
                <a:gd name="connsiteX807" fmla="*/ 604265 w 1465857"/>
                <a:gd name="connsiteY807" fmla="*/ 152469 h 1282606"/>
                <a:gd name="connsiteX808" fmla="*/ 601820 w 1465857"/>
                <a:gd name="connsiteY808" fmla="*/ 152469 h 1282606"/>
                <a:gd name="connsiteX809" fmla="*/ 601820 w 1465857"/>
                <a:gd name="connsiteY809" fmla="*/ 149736 h 1282606"/>
                <a:gd name="connsiteX810" fmla="*/ 601820 w 1465857"/>
                <a:gd name="connsiteY810" fmla="*/ 144845 h 1282606"/>
                <a:gd name="connsiteX811" fmla="*/ 604265 w 1465857"/>
                <a:gd name="connsiteY811" fmla="*/ 144845 h 1282606"/>
                <a:gd name="connsiteX812" fmla="*/ 291848 w 1465857"/>
                <a:gd name="connsiteY812" fmla="*/ 0 h 1282606"/>
                <a:gd name="connsiteX813" fmla="*/ 304793 w 1465857"/>
                <a:gd name="connsiteY813" fmla="*/ 0 h 1282606"/>
                <a:gd name="connsiteX814" fmla="*/ 309684 w 1465857"/>
                <a:gd name="connsiteY814" fmla="*/ 2445 h 1282606"/>
                <a:gd name="connsiteX815" fmla="*/ 309684 w 1465857"/>
                <a:gd name="connsiteY815" fmla="*/ 5178 h 1282606"/>
                <a:gd name="connsiteX816" fmla="*/ 312273 w 1465857"/>
                <a:gd name="connsiteY816" fmla="*/ 7767 h 1282606"/>
                <a:gd name="connsiteX817" fmla="*/ 312273 w 1465857"/>
                <a:gd name="connsiteY817" fmla="*/ 10212 h 1282606"/>
                <a:gd name="connsiteX818" fmla="*/ 319896 w 1465857"/>
                <a:gd name="connsiteY818" fmla="*/ 15391 h 1282606"/>
                <a:gd name="connsiteX819" fmla="*/ 322341 w 1465857"/>
                <a:gd name="connsiteY819" fmla="*/ 20281 h 1282606"/>
                <a:gd name="connsiteX820" fmla="*/ 322341 w 1465857"/>
                <a:gd name="connsiteY820" fmla="*/ 22870 h 1282606"/>
                <a:gd name="connsiteX821" fmla="*/ 325074 w 1465857"/>
                <a:gd name="connsiteY821" fmla="*/ 25603 h 1282606"/>
                <a:gd name="connsiteX822" fmla="*/ 325074 w 1465857"/>
                <a:gd name="connsiteY822" fmla="*/ 28049 h 1282606"/>
                <a:gd name="connsiteX823" fmla="*/ 327520 w 1465857"/>
                <a:gd name="connsiteY823" fmla="*/ 32939 h 1282606"/>
                <a:gd name="connsiteX824" fmla="*/ 327520 w 1465857"/>
                <a:gd name="connsiteY824" fmla="*/ 35672 h 1282606"/>
                <a:gd name="connsiteX825" fmla="*/ 327520 w 1465857"/>
                <a:gd name="connsiteY825" fmla="*/ 38117 h 1282606"/>
                <a:gd name="connsiteX826" fmla="*/ 327520 w 1465857"/>
                <a:gd name="connsiteY826" fmla="*/ 43151 h 1282606"/>
                <a:gd name="connsiteX827" fmla="*/ 330109 w 1465857"/>
                <a:gd name="connsiteY827" fmla="*/ 53364 h 1282606"/>
                <a:gd name="connsiteX828" fmla="*/ 330109 w 1465857"/>
                <a:gd name="connsiteY828" fmla="*/ 55809 h 1282606"/>
                <a:gd name="connsiteX829" fmla="*/ 330109 w 1465857"/>
                <a:gd name="connsiteY829" fmla="*/ 58542 h 1282606"/>
                <a:gd name="connsiteX830" fmla="*/ 332554 w 1465857"/>
                <a:gd name="connsiteY830" fmla="*/ 58542 h 1282606"/>
                <a:gd name="connsiteX831" fmla="*/ 332554 w 1465857"/>
                <a:gd name="connsiteY831" fmla="*/ 60987 h 1282606"/>
                <a:gd name="connsiteX832" fmla="*/ 342766 w 1465857"/>
                <a:gd name="connsiteY832" fmla="*/ 63433 h 1282606"/>
                <a:gd name="connsiteX833" fmla="*/ 345499 w 1465857"/>
                <a:gd name="connsiteY833" fmla="*/ 66022 h 1282606"/>
                <a:gd name="connsiteX834" fmla="*/ 347945 w 1465857"/>
                <a:gd name="connsiteY834" fmla="*/ 66022 h 1282606"/>
                <a:gd name="connsiteX835" fmla="*/ 352835 w 1465857"/>
                <a:gd name="connsiteY835" fmla="*/ 66022 h 1282606"/>
                <a:gd name="connsiteX836" fmla="*/ 355424 w 1465857"/>
                <a:gd name="connsiteY836" fmla="*/ 68755 h 1282606"/>
                <a:gd name="connsiteX837" fmla="*/ 358013 w 1465857"/>
                <a:gd name="connsiteY837" fmla="*/ 71200 h 1282606"/>
                <a:gd name="connsiteX838" fmla="*/ 358013 w 1465857"/>
                <a:gd name="connsiteY838" fmla="*/ 73645 h 1282606"/>
                <a:gd name="connsiteX839" fmla="*/ 360603 w 1465857"/>
                <a:gd name="connsiteY839" fmla="*/ 78823 h 1282606"/>
                <a:gd name="connsiteX840" fmla="*/ 358013 w 1465857"/>
                <a:gd name="connsiteY840" fmla="*/ 83858 h 1282606"/>
                <a:gd name="connsiteX841" fmla="*/ 360603 w 1465857"/>
                <a:gd name="connsiteY841" fmla="*/ 86303 h 1282606"/>
                <a:gd name="connsiteX842" fmla="*/ 358013 w 1465857"/>
                <a:gd name="connsiteY842" fmla="*/ 89036 h 1282606"/>
                <a:gd name="connsiteX843" fmla="*/ 358013 w 1465857"/>
                <a:gd name="connsiteY843" fmla="*/ 91481 h 1282606"/>
                <a:gd name="connsiteX844" fmla="*/ 358013 w 1465857"/>
                <a:gd name="connsiteY844" fmla="*/ 93926 h 1282606"/>
                <a:gd name="connsiteX845" fmla="*/ 360603 w 1465857"/>
                <a:gd name="connsiteY845" fmla="*/ 99248 h 1282606"/>
                <a:gd name="connsiteX846" fmla="*/ 363048 w 1465857"/>
                <a:gd name="connsiteY846" fmla="*/ 101694 h 1282606"/>
                <a:gd name="connsiteX847" fmla="*/ 365493 w 1465857"/>
                <a:gd name="connsiteY847" fmla="*/ 109317 h 1282606"/>
                <a:gd name="connsiteX848" fmla="*/ 365493 w 1465857"/>
                <a:gd name="connsiteY848" fmla="*/ 111906 h 1282606"/>
                <a:gd name="connsiteX849" fmla="*/ 368226 w 1465857"/>
                <a:gd name="connsiteY849" fmla="*/ 111906 h 1282606"/>
                <a:gd name="connsiteX850" fmla="*/ 373260 w 1465857"/>
                <a:gd name="connsiteY850" fmla="*/ 111906 h 1282606"/>
                <a:gd name="connsiteX851" fmla="*/ 375705 w 1465857"/>
                <a:gd name="connsiteY851" fmla="*/ 114351 h 1282606"/>
                <a:gd name="connsiteX852" fmla="*/ 378438 w 1465857"/>
                <a:gd name="connsiteY852" fmla="*/ 114351 h 1282606"/>
                <a:gd name="connsiteX853" fmla="*/ 378438 w 1465857"/>
                <a:gd name="connsiteY853" fmla="*/ 119530 h 1282606"/>
                <a:gd name="connsiteX854" fmla="*/ 380884 w 1465857"/>
                <a:gd name="connsiteY854" fmla="*/ 121975 h 1282606"/>
                <a:gd name="connsiteX855" fmla="*/ 370671 w 1465857"/>
                <a:gd name="connsiteY855" fmla="*/ 132187 h 1282606"/>
                <a:gd name="connsiteX856" fmla="*/ 370671 w 1465857"/>
                <a:gd name="connsiteY856" fmla="*/ 137078 h 1282606"/>
                <a:gd name="connsiteX857" fmla="*/ 370671 w 1465857"/>
                <a:gd name="connsiteY857" fmla="*/ 139811 h 1282606"/>
                <a:gd name="connsiteX858" fmla="*/ 370671 w 1465857"/>
                <a:gd name="connsiteY858" fmla="*/ 144845 h 1282606"/>
                <a:gd name="connsiteX859" fmla="*/ 368226 w 1465857"/>
                <a:gd name="connsiteY859" fmla="*/ 147290 h 1282606"/>
                <a:gd name="connsiteX860" fmla="*/ 363048 w 1465857"/>
                <a:gd name="connsiteY860" fmla="*/ 155058 h 1282606"/>
                <a:gd name="connsiteX861" fmla="*/ 358013 w 1465857"/>
                <a:gd name="connsiteY861" fmla="*/ 162681 h 1282606"/>
                <a:gd name="connsiteX862" fmla="*/ 355424 w 1465857"/>
                <a:gd name="connsiteY862" fmla="*/ 167572 h 1282606"/>
                <a:gd name="connsiteX863" fmla="*/ 352835 w 1465857"/>
                <a:gd name="connsiteY863" fmla="*/ 177784 h 1282606"/>
                <a:gd name="connsiteX864" fmla="*/ 350390 w 1465857"/>
                <a:gd name="connsiteY864" fmla="*/ 180229 h 1282606"/>
                <a:gd name="connsiteX865" fmla="*/ 350390 w 1465857"/>
                <a:gd name="connsiteY865" fmla="*/ 185551 h 1282606"/>
                <a:gd name="connsiteX866" fmla="*/ 345499 w 1465857"/>
                <a:gd name="connsiteY866" fmla="*/ 193175 h 1282606"/>
                <a:gd name="connsiteX867" fmla="*/ 347945 w 1465857"/>
                <a:gd name="connsiteY867" fmla="*/ 193175 h 1282606"/>
                <a:gd name="connsiteX868" fmla="*/ 350390 w 1465857"/>
                <a:gd name="connsiteY868" fmla="*/ 190442 h 1282606"/>
                <a:gd name="connsiteX869" fmla="*/ 352835 w 1465857"/>
                <a:gd name="connsiteY869" fmla="*/ 187997 h 1282606"/>
                <a:gd name="connsiteX870" fmla="*/ 352835 w 1465857"/>
                <a:gd name="connsiteY870" fmla="*/ 185551 h 1282606"/>
                <a:gd name="connsiteX871" fmla="*/ 355424 w 1465857"/>
                <a:gd name="connsiteY871" fmla="*/ 180229 h 1282606"/>
                <a:gd name="connsiteX872" fmla="*/ 360603 w 1465857"/>
                <a:gd name="connsiteY872" fmla="*/ 170161 h 1282606"/>
                <a:gd name="connsiteX873" fmla="*/ 360603 w 1465857"/>
                <a:gd name="connsiteY873" fmla="*/ 162681 h 1282606"/>
                <a:gd name="connsiteX874" fmla="*/ 365493 w 1465857"/>
                <a:gd name="connsiteY874" fmla="*/ 162681 h 1282606"/>
                <a:gd name="connsiteX875" fmla="*/ 368226 w 1465857"/>
                <a:gd name="connsiteY875" fmla="*/ 157503 h 1282606"/>
                <a:gd name="connsiteX876" fmla="*/ 370671 w 1465857"/>
                <a:gd name="connsiteY876" fmla="*/ 152469 h 1282606"/>
                <a:gd name="connsiteX877" fmla="*/ 373260 w 1465857"/>
                <a:gd name="connsiteY877" fmla="*/ 149736 h 1282606"/>
                <a:gd name="connsiteX878" fmla="*/ 373260 w 1465857"/>
                <a:gd name="connsiteY878" fmla="*/ 152469 h 1282606"/>
                <a:gd name="connsiteX879" fmla="*/ 375705 w 1465857"/>
                <a:gd name="connsiteY879" fmla="*/ 155058 h 1282606"/>
                <a:gd name="connsiteX880" fmla="*/ 375705 w 1465857"/>
                <a:gd name="connsiteY880" fmla="*/ 157503 h 1282606"/>
                <a:gd name="connsiteX881" fmla="*/ 375705 w 1465857"/>
                <a:gd name="connsiteY881" fmla="*/ 159948 h 1282606"/>
                <a:gd name="connsiteX882" fmla="*/ 375705 w 1465857"/>
                <a:gd name="connsiteY882" fmla="*/ 165126 h 1282606"/>
                <a:gd name="connsiteX883" fmla="*/ 378438 w 1465857"/>
                <a:gd name="connsiteY883" fmla="*/ 167572 h 1282606"/>
                <a:gd name="connsiteX884" fmla="*/ 370671 w 1465857"/>
                <a:gd name="connsiteY884" fmla="*/ 175339 h 1282606"/>
                <a:gd name="connsiteX885" fmla="*/ 368226 w 1465857"/>
                <a:gd name="connsiteY885" fmla="*/ 187997 h 1282606"/>
                <a:gd name="connsiteX886" fmla="*/ 365493 w 1465857"/>
                <a:gd name="connsiteY886" fmla="*/ 193175 h 1282606"/>
                <a:gd name="connsiteX887" fmla="*/ 368226 w 1465857"/>
                <a:gd name="connsiteY887" fmla="*/ 193175 h 1282606"/>
                <a:gd name="connsiteX888" fmla="*/ 365493 w 1465857"/>
                <a:gd name="connsiteY888" fmla="*/ 195620 h 1282606"/>
                <a:gd name="connsiteX889" fmla="*/ 363048 w 1465857"/>
                <a:gd name="connsiteY889" fmla="*/ 195620 h 1282606"/>
                <a:gd name="connsiteX890" fmla="*/ 363048 w 1465857"/>
                <a:gd name="connsiteY890" fmla="*/ 198209 h 1282606"/>
                <a:gd name="connsiteX891" fmla="*/ 365493 w 1465857"/>
                <a:gd name="connsiteY891" fmla="*/ 198209 h 1282606"/>
                <a:gd name="connsiteX892" fmla="*/ 368226 w 1465857"/>
                <a:gd name="connsiteY892" fmla="*/ 198209 h 1282606"/>
                <a:gd name="connsiteX893" fmla="*/ 368226 w 1465857"/>
                <a:gd name="connsiteY893" fmla="*/ 200654 h 1282606"/>
                <a:gd name="connsiteX894" fmla="*/ 370671 w 1465857"/>
                <a:gd name="connsiteY894" fmla="*/ 200654 h 1282606"/>
                <a:gd name="connsiteX895" fmla="*/ 375705 w 1465857"/>
                <a:gd name="connsiteY895" fmla="*/ 203387 h 1282606"/>
                <a:gd name="connsiteX896" fmla="*/ 378438 w 1465857"/>
                <a:gd name="connsiteY896" fmla="*/ 205833 h 1282606"/>
                <a:gd name="connsiteX897" fmla="*/ 380884 w 1465857"/>
                <a:gd name="connsiteY897" fmla="*/ 208278 h 1282606"/>
                <a:gd name="connsiteX898" fmla="*/ 383329 w 1465857"/>
                <a:gd name="connsiteY898" fmla="*/ 208278 h 1282606"/>
                <a:gd name="connsiteX899" fmla="*/ 383329 w 1465857"/>
                <a:gd name="connsiteY899" fmla="*/ 210723 h 1282606"/>
                <a:gd name="connsiteX900" fmla="*/ 380884 w 1465857"/>
                <a:gd name="connsiteY900" fmla="*/ 210723 h 1282606"/>
                <a:gd name="connsiteX901" fmla="*/ 375705 w 1465857"/>
                <a:gd name="connsiteY901" fmla="*/ 208278 h 1282606"/>
                <a:gd name="connsiteX902" fmla="*/ 373260 w 1465857"/>
                <a:gd name="connsiteY902" fmla="*/ 208278 h 1282606"/>
                <a:gd name="connsiteX903" fmla="*/ 368226 w 1465857"/>
                <a:gd name="connsiteY903" fmla="*/ 210723 h 1282606"/>
                <a:gd name="connsiteX904" fmla="*/ 365493 w 1465857"/>
                <a:gd name="connsiteY904" fmla="*/ 210723 h 1282606"/>
                <a:gd name="connsiteX905" fmla="*/ 363048 w 1465857"/>
                <a:gd name="connsiteY905" fmla="*/ 210723 h 1282606"/>
                <a:gd name="connsiteX906" fmla="*/ 363048 w 1465857"/>
                <a:gd name="connsiteY906" fmla="*/ 213456 h 1282606"/>
                <a:gd name="connsiteX907" fmla="*/ 365493 w 1465857"/>
                <a:gd name="connsiteY907" fmla="*/ 213456 h 1282606"/>
                <a:gd name="connsiteX908" fmla="*/ 360603 w 1465857"/>
                <a:gd name="connsiteY908" fmla="*/ 216045 h 1282606"/>
                <a:gd name="connsiteX909" fmla="*/ 363048 w 1465857"/>
                <a:gd name="connsiteY909" fmla="*/ 216045 h 1282606"/>
                <a:gd name="connsiteX910" fmla="*/ 368226 w 1465857"/>
                <a:gd name="connsiteY910" fmla="*/ 216045 h 1282606"/>
                <a:gd name="connsiteX911" fmla="*/ 370671 w 1465857"/>
                <a:gd name="connsiteY911" fmla="*/ 216045 h 1282606"/>
                <a:gd name="connsiteX912" fmla="*/ 373260 w 1465857"/>
                <a:gd name="connsiteY912" fmla="*/ 218490 h 1282606"/>
                <a:gd name="connsiteX913" fmla="*/ 373260 w 1465857"/>
                <a:gd name="connsiteY913" fmla="*/ 223668 h 1282606"/>
                <a:gd name="connsiteX914" fmla="*/ 373260 w 1465857"/>
                <a:gd name="connsiteY914" fmla="*/ 231148 h 1282606"/>
                <a:gd name="connsiteX915" fmla="*/ 370671 w 1465857"/>
                <a:gd name="connsiteY915" fmla="*/ 236326 h 1282606"/>
                <a:gd name="connsiteX916" fmla="*/ 370671 w 1465857"/>
                <a:gd name="connsiteY916" fmla="*/ 238772 h 1282606"/>
                <a:gd name="connsiteX917" fmla="*/ 373260 w 1465857"/>
                <a:gd name="connsiteY917" fmla="*/ 238772 h 1282606"/>
                <a:gd name="connsiteX918" fmla="*/ 375705 w 1465857"/>
                <a:gd name="connsiteY918" fmla="*/ 236326 h 1282606"/>
                <a:gd name="connsiteX919" fmla="*/ 375705 w 1465857"/>
                <a:gd name="connsiteY919" fmla="*/ 233593 h 1282606"/>
                <a:gd name="connsiteX920" fmla="*/ 378438 w 1465857"/>
                <a:gd name="connsiteY920" fmla="*/ 231148 h 1282606"/>
                <a:gd name="connsiteX921" fmla="*/ 378438 w 1465857"/>
                <a:gd name="connsiteY921" fmla="*/ 223668 h 1282606"/>
                <a:gd name="connsiteX922" fmla="*/ 380884 w 1465857"/>
                <a:gd name="connsiteY922" fmla="*/ 218490 h 1282606"/>
                <a:gd name="connsiteX923" fmla="*/ 385918 w 1465857"/>
                <a:gd name="connsiteY923" fmla="*/ 218490 h 1282606"/>
                <a:gd name="connsiteX924" fmla="*/ 385918 w 1465857"/>
                <a:gd name="connsiteY924" fmla="*/ 216045 h 1282606"/>
                <a:gd name="connsiteX925" fmla="*/ 391096 w 1465857"/>
                <a:gd name="connsiteY925" fmla="*/ 213456 h 1282606"/>
                <a:gd name="connsiteX926" fmla="*/ 391096 w 1465857"/>
                <a:gd name="connsiteY926" fmla="*/ 208278 h 1282606"/>
                <a:gd name="connsiteX927" fmla="*/ 388651 w 1465857"/>
                <a:gd name="connsiteY927" fmla="*/ 203387 h 1282606"/>
                <a:gd name="connsiteX928" fmla="*/ 385918 w 1465857"/>
                <a:gd name="connsiteY928" fmla="*/ 203387 h 1282606"/>
                <a:gd name="connsiteX929" fmla="*/ 385918 w 1465857"/>
                <a:gd name="connsiteY929" fmla="*/ 200654 h 1282606"/>
                <a:gd name="connsiteX930" fmla="*/ 383329 w 1465857"/>
                <a:gd name="connsiteY930" fmla="*/ 195620 h 1282606"/>
                <a:gd name="connsiteX931" fmla="*/ 385918 w 1465857"/>
                <a:gd name="connsiteY931" fmla="*/ 193175 h 1282606"/>
                <a:gd name="connsiteX932" fmla="*/ 385918 w 1465857"/>
                <a:gd name="connsiteY932" fmla="*/ 195620 h 1282606"/>
                <a:gd name="connsiteX933" fmla="*/ 388651 w 1465857"/>
                <a:gd name="connsiteY933" fmla="*/ 195620 h 1282606"/>
                <a:gd name="connsiteX934" fmla="*/ 391096 w 1465857"/>
                <a:gd name="connsiteY934" fmla="*/ 193175 h 1282606"/>
                <a:gd name="connsiteX935" fmla="*/ 388651 w 1465857"/>
                <a:gd name="connsiteY935" fmla="*/ 190442 h 1282606"/>
                <a:gd name="connsiteX936" fmla="*/ 393541 w 1465857"/>
                <a:gd name="connsiteY936" fmla="*/ 193175 h 1282606"/>
                <a:gd name="connsiteX937" fmla="*/ 388651 w 1465857"/>
                <a:gd name="connsiteY937" fmla="*/ 187997 h 1282606"/>
                <a:gd name="connsiteX938" fmla="*/ 388651 w 1465857"/>
                <a:gd name="connsiteY938" fmla="*/ 180229 h 1282606"/>
                <a:gd name="connsiteX939" fmla="*/ 388651 w 1465857"/>
                <a:gd name="connsiteY939" fmla="*/ 177784 h 1282606"/>
                <a:gd name="connsiteX940" fmla="*/ 391096 w 1465857"/>
                <a:gd name="connsiteY940" fmla="*/ 177784 h 1282606"/>
                <a:gd name="connsiteX941" fmla="*/ 393541 w 1465857"/>
                <a:gd name="connsiteY941" fmla="*/ 180229 h 1282606"/>
                <a:gd name="connsiteX942" fmla="*/ 395987 w 1465857"/>
                <a:gd name="connsiteY942" fmla="*/ 185551 h 1282606"/>
                <a:gd name="connsiteX943" fmla="*/ 401165 w 1465857"/>
                <a:gd name="connsiteY943" fmla="*/ 190442 h 1282606"/>
                <a:gd name="connsiteX944" fmla="*/ 401165 w 1465857"/>
                <a:gd name="connsiteY944" fmla="*/ 193175 h 1282606"/>
                <a:gd name="connsiteX945" fmla="*/ 403754 w 1465857"/>
                <a:gd name="connsiteY945" fmla="*/ 193175 h 1282606"/>
                <a:gd name="connsiteX946" fmla="*/ 411377 w 1465857"/>
                <a:gd name="connsiteY946" fmla="*/ 195620 h 1282606"/>
                <a:gd name="connsiteX947" fmla="*/ 413823 w 1465857"/>
                <a:gd name="connsiteY947" fmla="*/ 195620 h 1282606"/>
                <a:gd name="connsiteX948" fmla="*/ 416412 w 1465857"/>
                <a:gd name="connsiteY948" fmla="*/ 195620 h 1282606"/>
                <a:gd name="connsiteX949" fmla="*/ 413823 w 1465857"/>
                <a:gd name="connsiteY949" fmla="*/ 193175 h 1282606"/>
                <a:gd name="connsiteX950" fmla="*/ 403754 w 1465857"/>
                <a:gd name="connsiteY950" fmla="*/ 190442 h 1282606"/>
                <a:gd name="connsiteX951" fmla="*/ 395987 w 1465857"/>
                <a:gd name="connsiteY951" fmla="*/ 177784 h 1282606"/>
                <a:gd name="connsiteX952" fmla="*/ 393541 w 1465857"/>
                <a:gd name="connsiteY952" fmla="*/ 175339 h 1282606"/>
                <a:gd name="connsiteX953" fmla="*/ 391096 w 1465857"/>
                <a:gd name="connsiteY953" fmla="*/ 175339 h 1282606"/>
                <a:gd name="connsiteX954" fmla="*/ 393541 w 1465857"/>
                <a:gd name="connsiteY954" fmla="*/ 167572 h 1282606"/>
                <a:gd name="connsiteX955" fmla="*/ 395987 w 1465857"/>
                <a:gd name="connsiteY955" fmla="*/ 165126 h 1282606"/>
                <a:gd name="connsiteX956" fmla="*/ 398720 w 1465857"/>
                <a:gd name="connsiteY956" fmla="*/ 162681 h 1282606"/>
                <a:gd name="connsiteX957" fmla="*/ 401165 w 1465857"/>
                <a:gd name="connsiteY957" fmla="*/ 157503 h 1282606"/>
                <a:gd name="connsiteX958" fmla="*/ 401165 w 1465857"/>
                <a:gd name="connsiteY958" fmla="*/ 149736 h 1282606"/>
                <a:gd name="connsiteX959" fmla="*/ 403754 w 1465857"/>
                <a:gd name="connsiteY959" fmla="*/ 149736 h 1282606"/>
                <a:gd name="connsiteX960" fmla="*/ 403754 w 1465857"/>
                <a:gd name="connsiteY960" fmla="*/ 152469 h 1282606"/>
                <a:gd name="connsiteX961" fmla="*/ 406199 w 1465857"/>
                <a:gd name="connsiteY961" fmla="*/ 152469 h 1282606"/>
                <a:gd name="connsiteX962" fmla="*/ 406199 w 1465857"/>
                <a:gd name="connsiteY962" fmla="*/ 157503 h 1282606"/>
                <a:gd name="connsiteX963" fmla="*/ 406199 w 1465857"/>
                <a:gd name="connsiteY963" fmla="*/ 159948 h 1282606"/>
                <a:gd name="connsiteX964" fmla="*/ 408932 w 1465857"/>
                <a:gd name="connsiteY964" fmla="*/ 162681 h 1282606"/>
                <a:gd name="connsiteX965" fmla="*/ 413823 w 1465857"/>
                <a:gd name="connsiteY965" fmla="*/ 167572 h 1282606"/>
                <a:gd name="connsiteX966" fmla="*/ 413823 w 1465857"/>
                <a:gd name="connsiteY966" fmla="*/ 175339 h 1282606"/>
                <a:gd name="connsiteX967" fmla="*/ 408932 w 1465857"/>
                <a:gd name="connsiteY967" fmla="*/ 180229 h 1282606"/>
                <a:gd name="connsiteX968" fmla="*/ 408932 w 1465857"/>
                <a:gd name="connsiteY968" fmla="*/ 185551 h 1282606"/>
                <a:gd name="connsiteX969" fmla="*/ 411377 w 1465857"/>
                <a:gd name="connsiteY969" fmla="*/ 185551 h 1282606"/>
                <a:gd name="connsiteX970" fmla="*/ 413823 w 1465857"/>
                <a:gd name="connsiteY970" fmla="*/ 185551 h 1282606"/>
                <a:gd name="connsiteX971" fmla="*/ 411377 w 1465857"/>
                <a:gd name="connsiteY971" fmla="*/ 182962 h 1282606"/>
                <a:gd name="connsiteX972" fmla="*/ 413823 w 1465857"/>
                <a:gd name="connsiteY972" fmla="*/ 180229 h 1282606"/>
                <a:gd name="connsiteX973" fmla="*/ 413823 w 1465857"/>
                <a:gd name="connsiteY973" fmla="*/ 177784 h 1282606"/>
                <a:gd name="connsiteX974" fmla="*/ 419145 w 1465857"/>
                <a:gd name="connsiteY974" fmla="*/ 175339 h 1282606"/>
                <a:gd name="connsiteX975" fmla="*/ 421590 w 1465857"/>
                <a:gd name="connsiteY975" fmla="*/ 172894 h 1282606"/>
                <a:gd name="connsiteX976" fmla="*/ 419145 w 1465857"/>
                <a:gd name="connsiteY976" fmla="*/ 167572 h 1282606"/>
                <a:gd name="connsiteX977" fmla="*/ 421590 w 1465857"/>
                <a:gd name="connsiteY977" fmla="*/ 165126 h 1282606"/>
                <a:gd name="connsiteX978" fmla="*/ 419145 w 1465857"/>
                <a:gd name="connsiteY978" fmla="*/ 165126 h 1282606"/>
                <a:gd name="connsiteX979" fmla="*/ 416412 w 1465857"/>
                <a:gd name="connsiteY979" fmla="*/ 167572 h 1282606"/>
                <a:gd name="connsiteX980" fmla="*/ 413823 w 1465857"/>
                <a:gd name="connsiteY980" fmla="*/ 162681 h 1282606"/>
                <a:gd name="connsiteX981" fmla="*/ 408932 w 1465857"/>
                <a:gd name="connsiteY981" fmla="*/ 159948 h 1282606"/>
                <a:gd name="connsiteX982" fmla="*/ 408932 w 1465857"/>
                <a:gd name="connsiteY982" fmla="*/ 157503 h 1282606"/>
                <a:gd name="connsiteX983" fmla="*/ 411377 w 1465857"/>
                <a:gd name="connsiteY983" fmla="*/ 159948 h 1282606"/>
                <a:gd name="connsiteX984" fmla="*/ 411377 w 1465857"/>
                <a:gd name="connsiteY984" fmla="*/ 157503 h 1282606"/>
                <a:gd name="connsiteX985" fmla="*/ 411377 w 1465857"/>
                <a:gd name="connsiteY985" fmla="*/ 155058 h 1282606"/>
                <a:gd name="connsiteX986" fmla="*/ 416412 w 1465857"/>
                <a:gd name="connsiteY986" fmla="*/ 157503 h 1282606"/>
                <a:gd name="connsiteX987" fmla="*/ 419145 w 1465857"/>
                <a:gd name="connsiteY987" fmla="*/ 157503 h 1282606"/>
                <a:gd name="connsiteX988" fmla="*/ 419145 w 1465857"/>
                <a:gd name="connsiteY988" fmla="*/ 159948 h 1282606"/>
                <a:gd name="connsiteX989" fmla="*/ 419145 w 1465857"/>
                <a:gd name="connsiteY989" fmla="*/ 162681 h 1282606"/>
                <a:gd name="connsiteX990" fmla="*/ 421590 w 1465857"/>
                <a:gd name="connsiteY990" fmla="*/ 162681 h 1282606"/>
                <a:gd name="connsiteX991" fmla="*/ 421590 w 1465857"/>
                <a:gd name="connsiteY991" fmla="*/ 157503 h 1282606"/>
                <a:gd name="connsiteX992" fmla="*/ 424035 w 1465857"/>
                <a:gd name="connsiteY992" fmla="*/ 157503 h 1282606"/>
                <a:gd name="connsiteX993" fmla="*/ 424035 w 1465857"/>
                <a:gd name="connsiteY993" fmla="*/ 159948 h 1282606"/>
                <a:gd name="connsiteX994" fmla="*/ 431802 w 1465857"/>
                <a:gd name="connsiteY994" fmla="*/ 162681 h 1282606"/>
                <a:gd name="connsiteX995" fmla="*/ 434248 w 1465857"/>
                <a:gd name="connsiteY995" fmla="*/ 167572 h 1282606"/>
                <a:gd name="connsiteX996" fmla="*/ 439138 w 1465857"/>
                <a:gd name="connsiteY996" fmla="*/ 170161 h 1282606"/>
                <a:gd name="connsiteX997" fmla="*/ 439138 w 1465857"/>
                <a:gd name="connsiteY997" fmla="*/ 172894 h 1282606"/>
                <a:gd name="connsiteX998" fmla="*/ 441871 w 1465857"/>
                <a:gd name="connsiteY998" fmla="*/ 172894 h 1282606"/>
                <a:gd name="connsiteX999" fmla="*/ 441871 w 1465857"/>
                <a:gd name="connsiteY999" fmla="*/ 177784 h 1282606"/>
                <a:gd name="connsiteX1000" fmla="*/ 444316 w 1465857"/>
                <a:gd name="connsiteY1000" fmla="*/ 182962 h 1282606"/>
                <a:gd name="connsiteX1001" fmla="*/ 441871 w 1465857"/>
                <a:gd name="connsiteY1001" fmla="*/ 185551 h 1282606"/>
                <a:gd name="connsiteX1002" fmla="*/ 441871 w 1465857"/>
                <a:gd name="connsiteY1002" fmla="*/ 187997 h 1282606"/>
                <a:gd name="connsiteX1003" fmla="*/ 441871 w 1465857"/>
                <a:gd name="connsiteY1003" fmla="*/ 195620 h 1282606"/>
                <a:gd name="connsiteX1004" fmla="*/ 444316 w 1465857"/>
                <a:gd name="connsiteY1004" fmla="*/ 198209 h 1282606"/>
                <a:gd name="connsiteX1005" fmla="*/ 441871 w 1465857"/>
                <a:gd name="connsiteY1005" fmla="*/ 198209 h 1282606"/>
                <a:gd name="connsiteX1006" fmla="*/ 439138 w 1465857"/>
                <a:gd name="connsiteY1006" fmla="*/ 210723 h 1282606"/>
                <a:gd name="connsiteX1007" fmla="*/ 439138 w 1465857"/>
                <a:gd name="connsiteY1007" fmla="*/ 213456 h 1282606"/>
                <a:gd name="connsiteX1008" fmla="*/ 441871 w 1465857"/>
                <a:gd name="connsiteY1008" fmla="*/ 216045 h 1282606"/>
                <a:gd name="connsiteX1009" fmla="*/ 444316 w 1465857"/>
                <a:gd name="connsiteY1009" fmla="*/ 213456 h 1282606"/>
                <a:gd name="connsiteX1010" fmla="*/ 446905 w 1465857"/>
                <a:gd name="connsiteY1010" fmla="*/ 213456 h 1282606"/>
                <a:gd name="connsiteX1011" fmla="*/ 459563 w 1465857"/>
                <a:gd name="connsiteY1011" fmla="*/ 216045 h 1282606"/>
                <a:gd name="connsiteX1012" fmla="*/ 464741 w 1465857"/>
                <a:gd name="connsiteY1012" fmla="*/ 220935 h 1282606"/>
                <a:gd name="connsiteX1013" fmla="*/ 467186 w 1465857"/>
                <a:gd name="connsiteY1013" fmla="*/ 223668 h 1282606"/>
                <a:gd name="connsiteX1014" fmla="*/ 469632 w 1465857"/>
                <a:gd name="connsiteY1014" fmla="*/ 223668 h 1282606"/>
                <a:gd name="connsiteX1015" fmla="*/ 469632 w 1465857"/>
                <a:gd name="connsiteY1015" fmla="*/ 220935 h 1282606"/>
                <a:gd name="connsiteX1016" fmla="*/ 464741 w 1465857"/>
                <a:gd name="connsiteY1016" fmla="*/ 218490 h 1282606"/>
                <a:gd name="connsiteX1017" fmla="*/ 464741 w 1465857"/>
                <a:gd name="connsiteY1017" fmla="*/ 213456 h 1282606"/>
                <a:gd name="connsiteX1018" fmla="*/ 452084 w 1465857"/>
                <a:gd name="connsiteY1018" fmla="*/ 210723 h 1282606"/>
                <a:gd name="connsiteX1019" fmla="*/ 454529 w 1465857"/>
                <a:gd name="connsiteY1019" fmla="*/ 208278 h 1282606"/>
                <a:gd name="connsiteX1020" fmla="*/ 452084 w 1465857"/>
                <a:gd name="connsiteY1020" fmla="*/ 208278 h 1282606"/>
                <a:gd name="connsiteX1021" fmla="*/ 449351 w 1465857"/>
                <a:gd name="connsiteY1021" fmla="*/ 205833 h 1282606"/>
                <a:gd name="connsiteX1022" fmla="*/ 449351 w 1465857"/>
                <a:gd name="connsiteY1022" fmla="*/ 200654 h 1282606"/>
                <a:gd name="connsiteX1023" fmla="*/ 449351 w 1465857"/>
                <a:gd name="connsiteY1023" fmla="*/ 198209 h 1282606"/>
                <a:gd name="connsiteX1024" fmla="*/ 446905 w 1465857"/>
                <a:gd name="connsiteY1024" fmla="*/ 190442 h 1282606"/>
                <a:gd name="connsiteX1025" fmla="*/ 446905 w 1465857"/>
                <a:gd name="connsiteY1025" fmla="*/ 187997 h 1282606"/>
                <a:gd name="connsiteX1026" fmla="*/ 446905 w 1465857"/>
                <a:gd name="connsiteY1026" fmla="*/ 185551 h 1282606"/>
                <a:gd name="connsiteX1027" fmla="*/ 449351 w 1465857"/>
                <a:gd name="connsiteY1027" fmla="*/ 185551 h 1282606"/>
                <a:gd name="connsiteX1028" fmla="*/ 456974 w 1465857"/>
                <a:gd name="connsiteY1028" fmla="*/ 187997 h 1282606"/>
                <a:gd name="connsiteX1029" fmla="*/ 464741 w 1465857"/>
                <a:gd name="connsiteY1029" fmla="*/ 190442 h 1282606"/>
                <a:gd name="connsiteX1030" fmla="*/ 467186 w 1465857"/>
                <a:gd name="connsiteY1030" fmla="*/ 198209 h 1282606"/>
                <a:gd name="connsiteX1031" fmla="*/ 469632 w 1465857"/>
                <a:gd name="connsiteY1031" fmla="*/ 200654 h 1282606"/>
                <a:gd name="connsiteX1032" fmla="*/ 469632 w 1465857"/>
                <a:gd name="connsiteY1032" fmla="*/ 203387 h 1282606"/>
                <a:gd name="connsiteX1033" fmla="*/ 472365 w 1465857"/>
                <a:gd name="connsiteY1033" fmla="*/ 208278 h 1282606"/>
                <a:gd name="connsiteX1034" fmla="*/ 474954 w 1465857"/>
                <a:gd name="connsiteY1034" fmla="*/ 213456 h 1282606"/>
                <a:gd name="connsiteX1035" fmla="*/ 477399 w 1465857"/>
                <a:gd name="connsiteY1035" fmla="*/ 216045 h 1282606"/>
                <a:gd name="connsiteX1036" fmla="*/ 479844 w 1465857"/>
                <a:gd name="connsiteY1036" fmla="*/ 216045 h 1282606"/>
                <a:gd name="connsiteX1037" fmla="*/ 485022 w 1465857"/>
                <a:gd name="connsiteY1037" fmla="*/ 223668 h 1282606"/>
                <a:gd name="connsiteX1038" fmla="*/ 492790 w 1465857"/>
                <a:gd name="connsiteY1038" fmla="*/ 228703 h 1282606"/>
                <a:gd name="connsiteX1039" fmla="*/ 495235 w 1465857"/>
                <a:gd name="connsiteY1039" fmla="*/ 228703 h 1282606"/>
                <a:gd name="connsiteX1040" fmla="*/ 497680 w 1465857"/>
                <a:gd name="connsiteY1040" fmla="*/ 228703 h 1282606"/>
                <a:gd name="connsiteX1041" fmla="*/ 487468 w 1465857"/>
                <a:gd name="connsiteY1041" fmla="*/ 223668 h 1282606"/>
                <a:gd name="connsiteX1042" fmla="*/ 474954 w 1465857"/>
                <a:gd name="connsiteY1042" fmla="*/ 210723 h 1282606"/>
                <a:gd name="connsiteX1043" fmla="*/ 477399 w 1465857"/>
                <a:gd name="connsiteY1043" fmla="*/ 208278 h 1282606"/>
                <a:gd name="connsiteX1044" fmla="*/ 482577 w 1465857"/>
                <a:gd name="connsiteY1044" fmla="*/ 205833 h 1282606"/>
                <a:gd name="connsiteX1045" fmla="*/ 482577 w 1465857"/>
                <a:gd name="connsiteY1045" fmla="*/ 208278 h 1282606"/>
                <a:gd name="connsiteX1046" fmla="*/ 487468 w 1465857"/>
                <a:gd name="connsiteY1046" fmla="*/ 213456 h 1282606"/>
                <a:gd name="connsiteX1047" fmla="*/ 490057 w 1465857"/>
                <a:gd name="connsiteY1047" fmla="*/ 213456 h 1282606"/>
                <a:gd name="connsiteX1048" fmla="*/ 490057 w 1465857"/>
                <a:gd name="connsiteY1048" fmla="*/ 210723 h 1282606"/>
                <a:gd name="connsiteX1049" fmla="*/ 487468 w 1465857"/>
                <a:gd name="connsiteY1049" fmla="*/ 208278 h 1282606"/>
                <a:gd name="connsiteX1050" fmla="*/ 485022 w 1465857"/>
                <a:gd name="connsiteY1050" fmla="*/ 208278 h 1282606"/>
                <a:gd name="connsiteX1051" fmla="*/ 482577 w 1465857"/>
                <a:gd name="connsiteY1051" fmla="*/ 203387 h 1282606"/>
                <a:gd name="connsiteX1052" fmla="*/ 477399 w 1465857"/>
                <a:gd name="connsiteY1052" fmla="*/ 205833 h 1282606"/>
                <a:gd name="connsiteX1053" fmla="*/ 474954 w 1465857"/>
                <a:gd name="connsiteY1053" fmla="*/ 203387 h 1282606"/>
                <a:gd name="connsiteX1054" fmla="*/ 472365 w 1465857"/>
                <a:gd name="connsiteY1054" fmla="*/ 203387 h 1282606"/>
                <a:gd name="connsiteX1055" fmla="*/ 472365 w 1465857"/>
                <a:gd name="connsiteY1055" fmla="*/ 198209 h 1282606"/>
                <a:gd name="connsiteX1056" fmla="*/ 469632 w 1465857"/>
                <a:gd name="connsiteY1056" fmla="*/ 190442 h 1282606"/>
                <a:gd name="connsiteX1057" fmla="*/ 464741 w 1465857"/>
                <a:gd name="connsiteY1057" fmla="*/ 187997 h 1282606"/>
                <a:gd name="connsiteX1058" fmla="*/ 452084 w 1465857"/>
                <a:gd name="connsiteY1058" fmla="*/ 182962 h 1282606"/>
                <a:gd name="connsiteX1059" fmla="*/ 444316 w 1465857"/>
                <a:gd name="connsiteY1059" fmla="*/ 177784 h 1282606"/>
                <a:gd name="connsiteX1060" fmla="*/ 444316 w 1465857"/>
                <a:gd name="connsiteY1060" fmla="*/ 175339 h 1282606"/>
                <a:gd name="connsiteX1061" fmla="*/ 449351 w 1465857"/>
                <a:gd name="connsiteY1061" fmla="*/ 170161 h 1282606"/>
                <a:gd name="connsiteX1062" fmla="*/ 444316 w 1465857"/>
                <a:gd name="connsiteY1062" fmla="*/ 165126 h 1282606"/>
                <a:gd name="connsiteX1063" fmla="*/ 444316 w 1465857"/>
                <a:gd name="connsiteY1063" fmla="*/ 162681 h 1282606"/>
                <a:gd name="connsiteX1064" fmla="*/ 449351 w 1465857"/>
                <a:gd name="connsiteY1064" fmla="*/ 162681 h 1282606"/>
                <a:gd name="connsiteX1065" fmla="*/ 452084 w 1465857"/>
                <a:gd name="connsiteY1065" fmla="*/ 159948 h 1282606"/>
                <a:gd name="connsiteX1066" fmla="*/ 452084 w 1465857"/>
                <a:gd name="connsiteY1066" fmla="*/ 157503 h 1282606"/>
                <a:gd name="connsiteX1067" fmla="*/ 454529 w 1465857"/>
                <a:gd name="connsiteY1067" fmla="*/ 157503 h 1282606"/>
                <a:gd name="connsiteX1068" fmla="*/ 456974 w 1465857"/>
                <a:gd name="connsiteY1068" fmla="*/ 159948 h 1282606"/>
                <a:gd name="connsiteX1069" fmla="*/ 459563 w 1465857"/>
                <a:gd name="connsiteY1069" fmla="*/ 162681 h 1282606"/>
                <a:gd name="connsiteX1070" fmla="*/ 464741 w 1465857"/>
                <a:gd name="connsiteY1070" fmla="*/ 162681 h 1282606"/>
                <a:gd name="connsiteX1071" fmla="*/ 469632 w 1465857"/>
                <a:gd name="connsiteY1071" fmla="*/ 162681 h 1282606"/>
                <a:gd name="connsiteX1072" fmla="*/ 479844 w 1465857"/>
                <a:gd name="connsiteY1072" fmla="*/ 165126 h 1282606"/>
                <a:gd name="connsiteX1073" fmla="*/ 485022 w 1465857"/>
                <a:gd name="connsiteY1073" fmla="*/ 165126 h 1282606"/>
                <a:gd name="connsiteX1074" fmla="*/ 487468 w 1465857"/>
                <a:gd name="connsiteY1074" fmla="*/ 167572 h 1282606"/>
                <a:gd name="connsiteX1075" fmla="*/ 490057 w 1465857"/>
                <a:gd name="connsiteY1075" fmla="*/ 167572 h 1282606"/>
                <a:gd name="connsiteX1076" fmla="*/ 492790 w 1465857"/>
                <a:gd name="connsiteY1076" fmla="*/ 170161 h 1282606"/>
                <a:gd name="connsiteX1077" fmla="*/ 495235 w 1465857"/>
                <a:gd name="connsiteY1077" fmla="*/ 172894 h 1282606"/>
                <a:gd name="connsiteX1078" fmla="*/ 495235 w 1465857"/>
                <a:gd name="connsiteY1078" fmla="*/ 175339 h 1282606"/>
                <a:gd name="connsiteX1079" fmla="*/ 497680 w 1465857"/>
                <a:gd name="connsiteY1079" fmla="*/ 180229 h 1282606"/>
                <a:gd name="connsiteX1080" fmla="*/ 497680 w 1465857"/>
                <a:gd name="connsiteY1080" fmla="*/ 185551 h 1282606"/>
                <a:gd name="connsiteX1081" fmla="*/ 500126 w 1465857"/>
                <a:gd name="connsiteY1081" fmla="*/ 180229 h 1282606"/>
                <a:gd name="connsiteX1082" fmla="*/ 497680 w 1465857"/>
                <a:gd name="connsiteY1082" fmla="*/ 177784 h 1282606"/>
                <a:gd name="connsiteX1083" fmla="*/ 497680 w 1465857"/>
                <a:gd name="connsiteY1083" fmla="*/ 175339 h 1282606"/>
                <a:gd name="connsiteX1084" fmla="*/ 497680 w 1465857"/>
                <a:gd name="connsiteY1084" fmla="*/ 172894 h 1282606"/>
                <a:gd name="connsiteX1085" fmla="*/ 500126 w 1465857"/>
                <a:gd name="connsiteY1085" fmla="*/ 172894 h 1282606"/>
                <a:gd name="connsiteX1086" fmla="*/ 505447 w 1465857"/>
                <a:gd name="connsiteY1086" fmla="*/ 172894 h 1282606"/>
                <a:gd name="connsiteX1087" fmla="*/ 507893 w 1465857"/>
                <a:gd name="connsiteY1087" fmla="*/ 170161 h 1282606"/>
                <a:gd name="connsiteX1088" fmla="*/ 512783 w 1465857"/>
                <a:gd name="connsiteY1088" fmla="*/ 172894 h 1282606"/>
                <a:gd name="connsiteX1089" fmla="*/ 520551 w 1465857"/>
                <a:gd name="connsiteY1089" fmla="*/ 175339 h 1282606"/>
                <a:gd name="connsiteX1090" fmla="*/ 520551 w 1465857"/>
                <a:gd name="connsiteY1090" fmla="*/ 172894 h 1282606"/>
                <a:gd name="connsiteX1091" fmla="*/ 518105 w 1465857"/>
                <a:gd name="connsiteY1091" fmla="*/ 172894 h 1282606"/>
                <a:gd name="connsiteX1092" fmla="*/ 512783 w 1465857"/>
                <a:gd name="connsiteY1092" fmla="*/ 170161 h 1282606"/>
                <a:gd name="connsiteX1093" fmla="*/ 510338 w 1465857"/>
                <a:gd name="connsiteY1093" fmla="*/ 167572 h 1282606"/>
                <a:gd name="connsiteX1094" fmla="*/ 507893 w 1465857"/>
                <a:gd name="connsiteY1094" fmla="*/ 167572 h 1282606"/>
                <a:gd name="connsiteX1095" fmla="*/ 505447 w 1465857"/>
                <a:gd name="connsiteY1095" fmla="*/ 170161 h 1282606"/>
                <a:gd name="connsiteX1096" fmla="*/ 497680 w 1465857"/>
                <a:gd name="connsiteY1096" fmla="*/ 170161 h 1282606"/>
                <a:gd name="connsiteX1097" fmla="*/ 487468 w 1465857"/>
                <a:gd name="connsiteY1097" fmla="*/ 165126 h 1282606"/>
                <a:gd name="connsiteX1098" fmla="*/ 485022 w 1465857"/>
                <a:gd name="connsiteY1098" fmla="*/ 162681 h 1282606"/>
                <a:gd name="connsiteX1099" fmla="*/ 482577 w 1465857"/>
                <a:gd name="connsiteY1099" fmla="*/ 162681 h 1282606"/>
                <a:gd name="connsiteX1100" fmla="*/ 482577 w 1465857"/>
                <a:gd name="connsiteY1100" fmla="*/ 159948 h 1282606"/>
                <a:gd name="connsiteX1101" fmla="*/ 469632 w 1465857"/>
                <a:gd name="connsiteY1101" fmla="*/ 159948 h 1282606"/>
                <a:gd name="connsiteX1102" fmla="*/ 467186 w 1465857"/>
                <a:gd name="connsiteY1102" fmla="*/ 157503 h 1282606"/>
                <a:gd name="connsiteX1103" fmla="*/ 464741 w 1465857"/>
                <a:gd name="connsiteY1103" fmla="*/ 155058 h 1282606"/>
                <a:gd name="connsiteX1104" fmla="*/ 456974 w 1465857"/>
                <a:gd name="connsiteY1104" fmla="*/ 152469 h 1282606"/>
                <a:gd name="connsiteX1105" fmla="*/ 456974 w 1465857"/>
                <a:gd name="connsiteY1105" fmla="*/ 149736 h 1282606"/>
                <a:gd name="connsiteX1106" fmla="*/ 454529 w 1465857"/>
                <a:gd name="connsiteY1106" fmla="*/ 147290 h 1282606"/>
                <a:gd name="connsiteX1107" fmla="*/ 452084 w 1465857"/>
                <a:gd name="connsiteY1107" fmla="*/ 147290 h 1282606"/>
                <a:gd name="connsiteX1108" fmla="*/ 452084 w 1465857"/>
                <a:gd name="connsiteY1108" fmla="*/ 142400 h 1282606"/>
                <a:gd name="connsiteX1109" fmla="*/ 452084 w 1465857"/>
                <a:gd name="connsiteY1109" fmla="*/ 139811 h 1282606"/>
                <a:gd name="connsiteX1110" fmla="*/ 454529 w 1465857"/>
                <a:gd name="connsiteY1110" fmla="*/ 129742 h 1282606"/>
                <a:gd name="connsiteX1111" fmla="*/ 456974 w 1465857"/>
                <a:gd name="connsiteY1111" fmla="*/ 124420 h 1282606"/>
                <a:gd name="connsiteX1112" fmla="*/ 459563 w 1465857"/>
                <a:gd name="connsiteY1112" fmla="*/ 119530 h 1282606"/>
                <a:gd name="connsiteX1113" fmla="*/ 462296 w 1465857"/>
                <a:gd name="connsiteY1113" fmla="*/ 116797 h 1282606"/>
                <a:gd name="connsiteX1114" fmla="*/ 464741 w 1465857"/>
                <a:gd name="connsiteY1114" fmla="*/ 114351 h 1282606"/>
                <a:gd name="connsiteX1115" fmla="*/ 469632 w 1465857"/>
                <a:gd name="connsiteY1115" fmla="*/ 109317 h 1282606"/>
                <a:gd name="connsiteX1116" fmla="*/ 474954 w 1465857"/>
                <a:gd name="connsiteY1116" fmla="*/ 106584 h 1282606"/>
                <a:gd name="connsiteX1117" fmla="*/ 477399 w 1465857"/>
                <a:gd name="connsiteY1117" fmla="*/ 104139 h 1282606"/>
                <a:gd name="connsiteX1118" fmla="*/ 482577 w 1465857"/>
                <a:gd name="connsiteY1118" fmla="*/ 99248 h 1282606"/>
                <a:gd name="connsiteX1119" fmla="*/ 485022 w 1465857"/>
                <a:gd name="connsiteY1119" fmla="*/ 96515 h 1282606"/>
                <a:gd name="connsiteX1120" fmla="*/ 490057 w 1465857"/>
                <a:gd name="connsiteY1120" fmla="*/ 96515 h 1282606"/>
                <a:gd name="connsiteX1121" fmla="*/ 502715 w 1465857"/>
                <a:gd name="connsiteY1121" fmla="*/ 93926 h 1282606"/>
                <a:gd name="connsiteX1122" fmla="*/ 515516 w 1465857"/>
                <a:gd name="connsiteY1122" fmla="*/ 96515 h 1282606"/>
                <a:gd name="connsiteX1123" fmla="*/ 518105 w 1465857"/>
                <a:gd name="connsiteY1123" fmla="*/ 99248 h 1282606"/>
                <a:gd name="connsiteX1124" fmla="*/ 520551 w 1465857"/>
                <a:gd name="connsiteY1124" fmla="*/ 101694 h 1282606"/>
                <a:gd name="connsiteX1125" fmla="*/ 520551 w 1465857"/>
                <a:gd name="connsiteY1125" fmla="*/ 104139 h 1282606"/>
                <a:gd name="connsiteX1126" fmla="*/ 522996 w 1465857"/>
                <a:gd name="connsiteY1126" fmla="*/ 106584 h 1282606"/>
                <a:gd name="connsiteX1127" fmla="*/ 525729 w 1465857"/>
                <a:gd name="connsiteY1127" fmla="*/ 106584 h 1282606"/>
                <a:gd name="connsiteX1128" fmla="*/ 535941 w 1465857"/>
                <a:gd name="connsiteY1128" fmla="*/ 106584 h 1282606"/>
                <a:gd name="connsiteX1129" fmla="*/ 543277 w 1465857"/>
                <a:gd name="connsiteY1129" fmla="*/ 106584 h 1282606"/>
                <a:gd name="connsiteX1130" fmla="*/ 543277 w 1465857"/>
                <a:gd name="connsiteY1130" fmla="*/ 109317 h 1282606"/>
                <a:gd name="connsiteX1131" fmla="*/ 543277 w 1465857"/>
                <a:gd name="connsiteY1131" fmla="*/ 114351 h 1282606"/>
                <a:gd name="connsiteX1132" fmla="*/ 546010 w 1465857"/>
                <a:gd name="connsiteY1132" fmla="*/ 119530 h 1282606"/>
                <a:gd name="connsiteX1133" fmla="*/ 548599 w 1465857"/>
                <a:gd name="connsiteY1133" fmla="*/ 121975 h 1282606"/>
                <a:gd name="connsiteX1134" fmla="*/ 548599 w 1465857"/>
                <a:gd name="connsiteY1134" fmla="*/ 119530 h 1282606"/>
                <a:gd name="connsiteX1135" fmla="*/ 548599 w 1465857"/>
                <a:gd name="connsiteY1135" fmla="*/ 116797 h 1282606"/>
                <a:gd name="connsiteX1136" fmla="*/ 546010 w 1465857"/>
                <a:gd name="connsiteY1136" fmla="*/ 114351 h 1282606"/>
                <a:gd name="connsiteX1137" fmla="*/ 546010 w 1465857"/>
                <a:gd name="connsiteY1137" fmla="*/ 111906 h 1282606"/>
                <a:gd name="connsiteX1138" fmla="*/ 548599 w 1465857"/>
                <a:gd name="connsiteY1138" fmla="*/ 106584 h 1282606"/>
                <a:gd name="connsiteX1139" fmla="*/ 551044 w 1465857"/>
                <a:gd name="connsiteY1139" fmla="*/ 106584 h 1282606"/>
                <a:gd name="connsiteX1140" fmla="*/ 556222 w 1465857"/>
                <a:gd name="connsiteY1140" fmla="*/ 106584 h 1282606"/>
                <a:gd name="connsiteX1141" fmla="*/ 556222 w 1465857"/>
                <a:gd name="connsiteY1141" fmla="*/ 104139 h 1282606"/>
                <a:gd name="connsiteX1142" fmla="*/ 563702 w 1465857"/>
                <a:gd name="connsiteY1142" fmla="*/ 106584 h 1282606"/>
                <a:gd name="connsiteX1143" fmla="*/ 566435 w 1465857"/>
                <a:gd name="connsiteY1143" fmla="*/ 106584 h 1282606"/>
                <a:gd name="connsiteX1144" fmla="*/ 568880 w 1465857"/>
                <a:gd name="connsiteY1144" fmla="*/ 109317 h 1282606"/>
                <a:gd name="connsiteX1145" fmla="*/ 571325 w 1465857"/>
                <a:gd name="connsiteY1145" fmla="*/ 109317 h 1282606"/>
                <a:gd name="connsiteX1146" fmla="*/ 581538 w 1465857"/>
                <a:gd name="connsiteY1146" fmla="*/ 111906 h 1282606"/>
                <a:gd name="connsiteX1147" fmla="*/ 581538 w 1465857"/>
                <a:gd name="connsiteY1147" fmla="*/ 116797 h 1282606"/>
                <a:gd name="connsiteX1148" fmla="*/ 583983 w 1465857"/>
                <a:gd name="connsiteY1148" fmla="*/ 116797 h 1282606"/>
                <a:gd name="connsiteX1149" fmla="*/ 583983 w 1465857"/>
                <a:gd name="connsiteY1149" fmla="*/ 119530 h 1282606"/>
                <a:gd name="connsiteX1150" fmla="*/ 586428 w 1465857"/>
                <a:gd name="connsiteY1150" fmla="*/ 121975 h 1282606"/>
                <a:gd name="connsiteX1151" fmla="*/ 589161 w 1465857"/>
                <a:gd name="connsiteY1151" fmla="*/ 127009 h 1282606"/>
                <a:gd name="connsiteX1152" fmla="*/ 594196 w 1465857"/>
                <a:gd name="connsiteY1152" fmla="*/ 134633 h 1282606"/>
                <a:gd name="connsiteX1153" fmla="*/ 599374 w 1465857"/>
                <a:gd name="connsiteY1153" fmla="*/ 139811 h 1282606"/>
                <a:gd name="connsiteX1154" fmla="*/ 596641 w 1465857"/>
                <a:gd name="connsiteY1154" fmla="*/ 149736 h 1282606"/>
                <a:gd name="connsiteX1155" fmla="*/ 594196 w 1465857"/>
                <a:gd name="connsiteY1155" fmla="*/ 155058 h 1282606"/>
                <a:gd name="connsiteX1156" fmla="*/ 591750 w 1465857"/>
                <a:gd name="connsiteY1156" fmla="*/ 157503 h 1282606"/>
                <a:gd name="connsiteX1157" fmla="*/ 586428 w 1465857"/>
                <a:gd name="connsiteY1157" fmla="*/ 159948 h 1282606"/>
                <a:gd name="connsiteX1158" fmla="*/ 581538 w 1465857"/>
                <a:gd name="connsiteY1158" fmla="*/ 159948 h 1282606"/>
                <a:gd name="connsiteX1159" fmla="*/ 581538 w 1465857"/>
                <a:gd name="connsiteY1159" fmla="*/ 157503 h 1282606"/>
                <a:gd name="connsiteX1160" fmla="*/ 573771 w 1465857"/>
                <a:gd name="connsiteY1160" fmla="*/ 162681 h 1282606"/>
                <a:gd name="connsiteX1161" fmla="*/ 566435 w 1465857"/>
                <a:gd name="connsiteY1161" fmla="*/ 165126 h 1282606"/>
                <a:gd name="connsiteX1162" fmla="*/ 563702 w 1465857"/>
                <a:gd name="connsiteY1162" fmla="*/ 170161 h 1282606"/>
                <a:gd name="connsiteX1163" fmla="*/ 561257 w 1465857"/>
                <a:gd name="connsiteY1163" fmla="*/ 172894 h 1282606"/>
                <a:gd name="connsiteX1164" fmla="*/ 561257 w 1465857"/>
                <a:gd name="connsiteY1164" fmla="*/ 177784 h 1282606"/>
                <a:gd name="connsiteX1165" fmla="*/ 561257 w 1465857"/>
                <a:gd name="connsiteY1165" fmla="*/ 180229 h 1282606"/>
                <a:gd name="connsiteX1166" fmla="*/ 561257 w 1465857"/>
                <a:gd name="connsiteY1166" fmla="*/ 185551 h 1282606"/>
                <a:gd name="connsiteX1167" fmla="*/ 556222 w 1465857"/>
                <a:gd name="connsiteY1167" fmla="*/ 193175 h 1282606"/>
                <a:gd name="connsiteX1168" fmla="*/ 553489 w 1465857"/>
                <a:gd name="connsiteY1168" fmla="*/ 195620 h 1282606"/>
                <a:gd name="connsiteX1169" fmla="*/ 553489 w 1465857"/>
                <a:gd name="connsiteY1169" fmla="*/ 205833 h 1282606"/>
                <a:gd name="connsiteX1170" fmla="*/ 556222 w 1465857"/>
                <a:gd name="connsiteY1170" fmla="*/ 200654 h 1282606"/>
                <a:gd name="connsiteX1171" fmla="*/ 556222 w 1465857"/>
                <a:gd name="connsiteY1171" fmla="*/ 198209 h 1282606"/>
                <a:gd name="connsiteX1172" fmla="*/ 558668 w 1465857"/>
                <a:gd name="connsiteY1172" fmla="*/ 195620 h 1282606"/>
                <a:gd name="connsiteX1173" fmla="*/ 563702 w 1465857"/>
                <a:gd name="connsiteY1173" fmla="*/ 185551 h 1282606"/>
                <a:gd name="connsiteX1174" fmla="*/ 563702 w 1465857"/>
                <a:gd name="connsiteY1174" fmla="*/ 177784 h 1282606"/>
                <a:gd name="connsiteX1175" fmla="*/ 568880 w 1465857"/>
                <a:gd name="connsiteY1175" fmla="*/ 170161 h 1282606"/>
                <a:gd name="connsiteX1176" fmla="*/ 573771 w 1465857"/>
                <a:gd name="connsiteY1176" fmla="*/ 167572 h 1282606"/>
                <a:gd name="connsiteX1177" fmla="*/ 579093 w 1465857"/>
                <a:gd name="connsiteY1177" fmla="*/ 165126 h 1282606"/>
                <a:gd name="connsiteX1178" fmla="*/ 581538 w 1465857"/>
                <a:gd name="connsiteY1178" fmla="*/ 165126 h 1282606"/>
                <a:gd name="connsiteX1179" fmla="*/ 586428 w 1465857"/>
                <a:gd name="connsiteY1179" fmla="*/ 162681 h 1282606"/>
                <a:gd name="connsiteX1180" fmla="*/ 594196 w 1465857"/>
                <a:gd name="connsiteY1180" fmla="*/ 165126 h 1282606"/>
                <a:gd name="connsiteX1181" fmla="*/ 594196 w 1465857"/>
                <a:gd name="connsiteY1181" fmla="*/ 170161 h 1282606"/>
                <a:gd name="connsiteX1182" fmla="*/ 591750 w 1465857"/>
                <a:gd name="connsiteY1182" fmla="*/ 172894 h 1282606"/>
                <a:gd name="connsiteX1183" fmla="*/ 586428 w 1465857"/>
                <a:gd name="connsiteY1183" fmla="*/ 175339 h 1282606"/>
                <a:gd name="connsiteX1184" fmla="*/ 583983 w 1465857"/>
                <a:gd name="connsiteY1184" fmla="*/ 175339 h 1282606"/>
                <a:gd name="connsiteX1185" fmla="*/ 581538 w 1465857"/>
                <a:gd name="connsiteY1185" fmla="*/ 180229 h 1282606"/>
                <a:gd name="connsiteX1186" fmla="*/ 581538 w 1465857"/>
                <a:gd name="connsiteY1186" fmla="*/ 185551 h 1282606"/>
                <a:gd name="connsiteX1187" fmla="*/ 581538 w 1465857"/>
                <a:gd name="connsiteY1187" fmla="*/ 190442 h 1282606"/>
                <a:gd name="connsiteX1188" fmla="*/ 581538 w 1465857"/>
                <a:gd name="connsiteY1188" fmla="*/ 198209 h 1282606"/>
                <a:gd name="connsiteX1189" fmla="*/ 581538 w 1465857"/>
                <a:gd name="connsiteY1189" fmla="*/ 203387 h 1282606"/>
                <a:gd name="connsiteX1190" fmla="*/ 581538 w 1465857"/>
                <a:gd name="connsiteY1190" fmla="*/ 208278 h 1282606"/>
                <a:gd name="connsiteX1191" fmla="*/ 583983 w 1465857"/>
                <a:gd name="connsiteY1191" fmla="*/ 200654 h 1282606"/>
                <a:gd name="connsiteX1192" fmla="*/ 583983 w 1465857"/>
                <a:gd name="connsiteY1192" fmla="*/ 195620 h 1282606"/>
                <a:gd name="connsiteX1193" fmla="*/ 583983 w 1465857"/>
                <a:gd name="connsiteY1193" fmla="*/ 190442 h 1282606"/>
                <a:gd name="connsiteX1194" fmla="*/ 583983 w 1465857"/>
                <a:gd name="connsiteY1194" fmla="*/ 180229 h 1282606"/>
                <a:gd name="connsiteX1195" fmla="*/ 589161 w 1465857"/>
                <a:gd name="connsiteY1195" fmla="*/ 177784 h 1282606"/>
                <a:gd name="connsiteX1196" fmla="*/ 594196 w 1465857"/>
                <a:gd name="connsiteY1196" fmla="*/ 175339 h 1282606"/>
                <a:gd name="connsiteX1197" fmla="*/ 596641 w 1465857"/>
                <a:gd name="connsiteY1197" fmla="*/ 172894 h 1282606"/>
                <a:gd name="connsiteX1198" fmla="*/ 596641 w 1465857"/>
                <a:gd name="connsiteY1198" fmla="*/ 170161 h 1282606"/>
                <a:gd name="connsiteX1199" fmla="*/ 596641 w 1465857"/>
                <a:gd name="connsiteY1199" fmla="*/ 159948 h 1282606"/>
                <a:gd name="connsiteX1200" fmla="*/ 599374 w 1465857"/>
                <a:gd name="connsiteY1200" fmla="*/ 157503 h 1282606"/>
                <a:gd name="connsiteX1201" fmla="*/ 601819 w 1465857"/>
                <a:gd name="connsiteY1201" fmla="*/ 157503 h 1282606"/>
                <a:gd name="connsiteX1202" fmla="*/ 606853 w 1465857"/>
                <a:gd name="connsiteY1202" fmla="*/ 159948 h 1282606"/>
                <a:gd name="connsiteX1203" fmla="*/ 609586 w 1465857"/>
                <a:gd name="connsiteY1203" fmla="*/ 157503 h 1282606"/>
                <a:gd name="connsiteX1204" fmla="*/ 632313 w 1465857"/>
                <a:gd name="connsiteY1204" fmla="*/ 157503 h 1282606"/>
                <a:gd name="connsiteX1205" fmla="*/ 640080 w 1465857"/>
                <a:gd name="connsiteY1205" fmla="*/ 167572 h 1282606"/>
                <a:gd name="connsiteX1206" fmla="*/ 640080 w 1465857"/>
                <a:gd name="connsiteY1206" fmla="*/ 172894 h 1282606"/>
                <a:gd name="connsiteX1207" fmla="*/ 637347 w 1465857"/>
                <a:gd name="connsiteY1207" fmla="*/ 177784 h 1282606"/>
                <a:gd name="connsiteX1208" fmla="*/ 642525 w 1465857"/>
                <a:gd name="connsiteY1208" fmla="*/ 180229 h 1282606"/>
                <a:gd name="connsiteX1209" fmla="*/ 642525 w 1465857"/>
                <a:gd name="connsiteY1209" fmla="*/ 182962 h 1282606"/>
                <a:gd name="connsiteX1210" fmla="*/ 640080 w 1465857"/>
                <a:gd name="connsiteY1210" fmla="*/ 190442 h 1282606"/>
                <a:gd name="connsiteX1211" fmla="*/ 632313 w 1465857"/>
                <a:gd name="connsiteY1211" fmla="*/ 193175 h 1282606"/>
                <a:gd name="connsiteX1212" fmla="*/ 629868 w 1465857"/>
                <a:gd name="connsiteY1212" fmla="*/ 193175 h 1282606"/>
                <a:gd name="connsiteX1213" fmla="*/ 629868 w 1465857"/>
                <a:gd name="connsiteY1213" fmla="*/ 190442 h 1282606"/>
                <a:gd name="connsiteX1214" fmla="*/ 627135 w 1465857"/>
                <a:gd name="connsiteY1214" fmla="*/ 190442 h 1282606"/>
                <a:gd name="connsiteX1215" fmla="*/ 627135 w 1465857"/>
                <a:gd name="connsiteY1215" fmla="*/ 195620 h 1282606"/>
                <a:gd name="connsiteX1216" fmla="*/ 624689 w 1465857"/>
                <a:gd name="connsiteY1216" fmla="*/ 200654 h 1282606"/>
                <a:gd name="connsiteX1217" fmla="*/ 624689 w 1465857"/>
                <a:gd name="connsiteY1217" fmla="*/ 203387 h 1282606"/>
                <a:gd name="connsiteX1218" fmla="*/ 619655 w 1465857"/>
                <a:gd name="connsiteY1218" fmla="*/ 205833 h 1282606"/>
                <a:gd name="connsiteX1219" fmla="*/ 616922 w 1465857"/>
                <a:gd name="connsiteY1219" fmla="*/ 210723 h 1282606"/>
                <a:gd name="connsiteX1220" fmla="*/ 609586 w 1465857"/>
                <a:gd name="connsiteY1220" fmla="*/ 210723 h 1282606"/>
                <a:gd name="connsiteX1221" fmla="*/ 606853 w 1465857"/>
                <a:gd name="connsiteY1221" fmla="*/ 210723 h 1282606"/>
                <a:gd name="connsiteX1222" fmla="*/ 606853 w 1465857"/>
                <a:gd name="connsiteY1222" fmla="*/ 213456 h 1282606"/>
                <a:gd name="connsiteX1223" fmla="*/ 604264 w 1465857"/>
                <a:gd name="connsiteY1223" fmla="*/ 216045 h 1282606"/>
                <a:gd name="connsiteX1224" fmla="*/ 601819 w 1465857"/>
                <a:gd name="connsiteY1224" fmla="*/ 216045 h 1282606"/>
                <a:gd name="connsiteX1225" fmla="*/ 599374 w 1465857"/>
                <a:gd name="connsiteY1225" fmla="*/ 216045 h 1282606"/>
                <a:gd name="connsiteX1226" fmla="*/ 599374 w 1465857"/>
                <a:gd name="connsiteY1226" fmla="*/ 218490 h 1282606"/>
                <a:gd name="connsiteX1227" fmla="*/ 601819 w 1465857"/>
                <a:gd name="connsiteY1227" fmla="*/ 218490 h 1282606"/>
                <a:gd name="connsiteX1228" fmla="*/ 609586 w 1465857"/>
                <a:gd name="connsiteY1228" fmla="*/ 213456 h 1282606"/>
                <a:gd name="connsiteX1229" fmla="*/ 612032 w 1465857"/>
                <a:gd name="connsiteY1229" fmla="*/ 213456 h 1282606"/>
                <a:gd name="connsiteX1230" fmla="*/ 614477 w 1465857"/>
                <a:gd name="connsiteY1230" fmla="*/ 213456 h 1282606"/>
                <a:gd name="connsiteX1231" fmla="*/ 616922 w 1465857"/>
                <a:gd name="connsiteY1231" fmla="*/ 213456 h 1282606"/>
                <a:gd name="connsiteX1232" fmla="*/ 619655 w 1465857"/>
                <a:gd name="connsiteY1232" fmla="*/ 213456 h 1282606"/>
                <a:gd name="connsiteX1233" fmla="*/ 616922 w 1465857"/>
                <a:gd name="connsiteY1233" fmla="*/ 218490 h 1282606"/>
                <a:gd name="connsiteX1234" fmla="*/ 612032 w 1465857"/>
                <a:gd name="connsiteY1234" fmla="*/ 223668 h 1282606"/>
                <a:gd name="connsiteX1235" fmla="*/ 609586 w 1465857"/>
                <a:gd name="connsiteY1235" fmla="*/ 226114 h 1282606"/>
                <a:gd name="connsiteX1236" fmla="*/ 609586 w 1465857"/>
                <a:gd name="connsiteY1236" fmla="*/ 231148 h 1282606"/>
                <a:gd name="connsiteX1237" fmla="*/ 607285 w 1465857"/>
                <a:gd name="connsiteY1237" fmla="*/ 233306 h 1282606"/>
                <a:gd name="connsiteX1238" fmla="*/ 612032 w 1465857"/>
                <a:gd name="connsiteY1238" fmla="*/ 231148 h 1282606"/>
                <a:gd name="connsiteX1239" fmla="*/ 614477 w 1465857"/>
                <a:gd name="connsiteY1239" fmla="*/ 223668 h 1282606"/>
                <a:gd name="connsiteX1240" fmla="*/ 619655 w 1465857"/>
                <a:gd name="connsiteY1240" fmla="*/ 220935 h 1282606"/>
                <a:gd name="connsiteX1241" fmla="*/ 622244 w 1465857"/>
                <a:gd name="connsiteY1241" fmla="*/ 210723 h 1282606"/>
                <a:gd name="connsiteX1242" fmla="*/ 624689 w 1465857"/>
                <a:gd name="connsiteY1242" fmla="*/ 210723 h 1282606"/>
                <a:gd name="connsiteX1243" fmla="*/ 627135 w 1465857"/>
                <a:gd name="connsiteY1243" fmla="*/ 208278 h 1282606"/>
                <a:gd name="connsiteX1244" fmla="*/ 627135 w 1465857"/>
                <a:gd name="connsiteY1244" fmla="*/ 210723 h 1282606"/>
                <a:gd name="connsiteX1245" fmla="*/ 629868 w 1465857"/>
                <a:gd name="connsiteY1245" fmla="*/ 210723 h 1282606"/>
                <a:gd name="connsiteX1246" fmla="*/ 629868 w 1465857"/>
                <a:gd name="connsiteY1246" fmla="*/ 213456 h 1282606"/>
                <a:gd name="connsiteX1247" fmla="*/ 629868 w 1465857"/>
                <a:gd name="connsiteY1247" fmla="*/ 223668 h 1282606"/>
                <a:gd name="connsiteX1248" fmla="*/ 624689 w 1465857"/>
                <a:gd name="connsiteY1248" fmla="*/ 231148 h 1282606"/>
                <a:gd name="connsiteX1249" fmla="*/ 627135 w 1465857"/>
                <a:gd name="connsiteY1249" fmla="*/ 233593 h 1282606"/>
                <a:gd name="connsiteX1250" fmla="*/ 627135 w 1465857"/>
                <a:gd name="connsiteY1250" fmla="*/ 236326 h 1282606"/>
                <a:gd name="connsiteX1251" fmla="*/ 624689 w 1465857"/>
                <a:gd name="connsiteY1251" fmla="*/ 241217 h 1282606"/>
                <a:gd name="connsiteX1252" fmla="*/ 627135 w 1465857"/>
                <a:gd name="connsiteY1252" fmla="*/ 241217 h 1282606"/>
                <a:gd name="connsiteX1253" fmla="*/ 629868 w 1465857"/>
                <a:gd name="connsiteY1253" fmla="*/ 241217 h 1282606"/>
                <a:gd name="connsiteX1254" fmla="*/ 632313 w 1465857"/>
                <a:gd name="connsiteY1254" fmla="*/ 241217 h 1282606"/>
                <a:gd name="connsiteX1255" fmla="*/ 634902 w 1465857"/>
                <a:gd name="connsiteY1255" fmla="*/ 246539 h 1282606"/>
                <a:gd name="connsiteX1256" fmla="*/ 632313 w 1465857"/>
                <a:gd name="connsiteY1256" fmla="*/ 253874 h 1282606"/>
                <a:gd name="connsiteX1257" fmla="*/ 632313 w 1465857"/>
                <a:gd name="connsiteY1257" fmla="*/ 264087 h 1282606"/>
                <a:gd name="connsiteX1258" fmla="*/ 629868 w 1465857"/>
                <a:gd name="connsiteY1258" fmla="*/ 266820 h 1282606"/>
                <a:gd name="connsiteX1259" fmla="*/ 629868 w 1465857"/>
                <a:gd name="connsiteY1259" fmla="*/ 271854 h 1282606"/>
                <a:gd name="connsiteX1260" fmla="*/ 624689 w 1465857"/>
                <a:gd name="connsiteY1260" fmla="*/ 274299 h 1282606"/>
                <a:gd name="connsiteX1261" fmla="*/ 627135 w 1465857"/>
                <a:gd name="connsiteY1261" fmla="*/ 277032 h 1282606"/>
                <a:gd name="connsiteX1262" fmla="*/ 634902 w 1465857"/>
                <a:gd name="connsiteY1262" fmla="*/ 266820 h 1282606"/>
                <a:gd name="connsiteX1263" fmla="*/ 637347 w 1465857"/>
                <a:gd name="connsiteY1263" fmla="*/ 253874 h 1282606"/>
                <a:gd name="connsiteX1264" fmla="*/ 640080 w 1465857"/>
                <a:gd name="connsiteY1264" fmla="*/ 248984 h 1282606"/>
                <a:gd name="connsiteX1265" fmla="*/ 637347 w 1465857"/>
                <a:gd name="connsiteY1265" fmla="*/ 241217 h 1282606"/>
                <a:gd name="connsiteX1266" fmla="*/ 634902 w 1465857"/>
                <a:gd name="connsiteY1266" fmla="*/ 241217 h 1282606"/>
                <a:gd name="connsiteX1267" fmla="*/ 632313 w 1465857"/>
                <a:gd name="connsiteY1267" fmla="*/ 238772 h 1282606"/>
                <a:gd name="connsiteX1268" fmla="*/ 632313 w 1465857"/>
                <a:gd name="connsiteY1268" fmla="*/ 233593 h 1282606"/>
                <a:gd name="connsiteX1269" fmla="*/ 629868 w 1465857"/>
                <a:gd name="connsiteY1269" fmla="*/ 231148 h 1282606"/>
                <a:gd name="connsiteX1270" fmla="*/ 632313 w 1465857"/>
                <a:gd name="connsiteY1270" fmla="*/ 226114 h 1282606"/>
                <a:gd name="connsiteX1271" fmla="*/ 634902 w 1465857"/>
                <a:gd name="connsiteY1271" fmla="*/ 226114 h 1282606"/>
                <a:gd name="connsiteX1272" fmla="*/ 634902 w 1465857"/>
                <a:gd name="connsiteY1272" fmla="*/ 220935 h 1282606"/>
                <a:gd name="connsiteX1273" fmla="*/ 634902 w 1465857"/>
                <a:gd name="connsiteY1273" fmla="*/ 210723 h 1282606"/>
                <a:gd name="connsiteX1274" fmla="*/ 640080 w 1465857"/>
                <a:gd name="connsiteY1274" fmla="*/ 208278 h 1282606"/>
                <a:gd name="connsiteX1275" fmla="*/ 642525 w 1465857"/>
                <a:gd name="connsiteY1275" fmla="*/ 200654 h 1282606"/>
                <a:gd name="connsiteX1276" fmla="*/ 647416 w 1465857"/>
                <a:gd name="connsiteY1276" fmla="*/ 198209 h 1282606"/>
                <a:gd name="connsiteX1277" fmla="*/ 650005 w 1465857"/>
                <a:gd name="connsiteY1277" fmla="*/ 203387 h 1282606"/>
                <a:gd name="connsiteX1278" fmla="*/ 650005 w 1465857"/>
                <a:gd name="connsiteY1278" fmla="*/ 208278 h 1282606"/>
                <a:gd name="connsiteX1279" fmla="*/ 644971 w 1465857"/>
                <a:gd name="connsiteY1279" fmla="*/ 216045 h 1282606"/>
                <a:gd name="connsiteX1280" fmla="*/ 650005 w 1465857"/>
                <a:gd name="connsiteY1280" fmla="*/ 220935 h 1282606"/>
                <a:gd name="connsiteX1281" fmla="*/ 652738 w 1465857"/>
                <a:gd name="connsiteY1281" fmla="*/ 223668 h 1282606"/>
                <a:gd name="connsiteX1282" fmla="*/ 655183 w 1465857"/>
                <a:gd name="connsiteY1282" fmla="*/ 223668 h 1282606"/>
                <a:gd name="connsiteX1283" fmla="*/ 652738 w 1465857"/>
                <a:gd name="connsiteY1283" fmla="*/ 220935 h 1282606"/>
                <a:gd name="connsiteX1284" fmla="*/ 650005 w 1465857"/>
                <a:gd name="connsiteY1284" fmla="*/ 218490 h 1282606"/>
                <a:gd name="connsiteX1285" fmla="*/ 650005 w 1465857"/>
                <a:gd name="connsiteY1285" fmla="*/ 216045 h 1282606"/>
                <a:gd name="connsiteX1286" fmla="*/ 647416 w 1465857"/>
                <a:gd name="connsiteY1286" fmla="*/ 216045 h 1282606"/>
                <a:gd name="connsiteX1287" fmla="*/ 647416 w 1465857"/>
                <a:gd name="connsiteY1287" fmla="*/ 213456 h 1282606"/>
                <a:gd name="connsiteX1288" fmla="*/ 650005 w 1465857"/>
                <a:gd name="connsiteY1288" fmla="*/ 213456 h 1282606"/>
                <a:gd name="connsiteX1289" fmla="*/ 650005 w 1465857"/>
                <a:gd name="connsiteY1289" fmla="*/ 210723 h 1282606"/>
                <a:gd name="connsiteX1290" fmla="*/ 652738 w 1465857"/>
                <a:gd name="connsiteY1290" fmla="*/ 205833 h 1282606"/>
                <a:gd name="connsiteX1291" fmla="*/ 652738 w 1465857"/>
                <a:gd name="connsiteY1291" fmla="*/ 195620 h 1282606"/>
                <a:gd name="connsiteX1292" fmla="*/ 652738 w 1465857"/>
                <a:gd name="connsiteY1292" fmla="*/ 193175 h 1282606"/>
                <a:gd name="connsiteX1293" fmla="*/ 655183 w 1465857"/>
                <a:gd name="connsiteY1293" fmla="*/ 190442 h 1282606"/>
                <a:gd name="connsiteX1294" fmla="*/ 662807 w 1465857"/>
                <a:gd name="connsiteY1294" fmla="*/ 187997 h 1282606"/>
                <a:gd name="connsiteX1295" fmla="*/ 665396 w 1465857"/>
                <a:gd name="connsiteY1295" fmla="*/ 195620 h 1282606"/>
                <a:gd name="connsiteX1296" fmla="*/ 665396 w 1465857"/>
                <a:gd name="connsiteY1296" fmla="*/ 190442 h 1282606"/>
                <a:gd name="connsiteX1297" fmla="*/ 665396 w 1465857"/>
                <a:gd name="connsiteY1297" fmla="*/ 187997 h 1282606"/>
                <a:gd name="connsiteX1298" fmla="*/ 667841 w 1465857"/>
                <a:gd name="connsiteY1298" fmla="*/ 190442 h 1282606"/>
                <a:gd name="connsiteX1299" fmla="*/ 667841 w 1465857"/>
                <a:gd name="connsiteY1299" fmla="*/ 193175 h 1282606"/>
                <a:gd name="connsiteX1300" fmla="*/ 667841 w 1465857"/>
                <a:gd name="connsiteY1300" fmla="*/ 195620 h 1282606"/>
                <a:gd name="connsiteX1301" fmla="*/ 667841 w 1465857"/>
                <a:gd name="connsiteY1301" fmla="*/ 198209 h 1282606"/>
                <a:gd name="connsiteX1302" fmla="*/ 665396 w 1465857"/>
                <a:gd name="connsiteY1302" fmla="*/ 200654 h 1282606"/>
                <a:gd name="connsiteX1303" fmla="*/ 662807 w 1465857"/>
                <a:gd name="connsiteY1303" fmla="*/ 205833 h 1282606"/>
                <a:gd name="connsiteX1304" fmla="*/ 662807 w 1465857"/>
                <a:gd name="connsiteY1304" fmla="*/ 208278 h 1282606"/>
                <a:gd name="connsiteX1305" fmla="*/ 660074 w 1465857"/>
                <a:gd name="connsiteY1305" fmla="*/ 213456 h 1282606"/>
                <a:gd name="connsiteX1306" fmla="*/ 662807 w 1465857"/>
                <a:gd name="connsiteY1306" fmla="*/ 216045 h 1282606"/>
                <a:gd name="connsiteX1307" fmla="*/ 660074 w 1465857"/>
                <a:gd name="connsiteY1307" fmla="*/ 218490 h 1282606"/>
                <a:gd name="connsiteX1308" fmla="*/ 657628 w 1465857"/>
                <a:gd name="connsiteY1308" fmla="*/ 223668 h 1282606"/>
                <a:gd name="connsiteX1309" fmla="*/ 660074 w 1465857"/>
                <a:gd name="connsiteY1309" fmla="*/ 220935 h 1282606"/>
                <a:gd name="connsiteX1310" fmla="*/ 660074 w 1465857"/>
                <a:gd name="connsiteY1310" fmla="*/ 223668 h 1282606"/>
                <a:gd name="connsiteX1311" fmla="*/ 660074 w 1465857"/>
                <a:gd name="connsiteY1311" fmla="*/ 228703 h 1282606"/>
                <a:gd name="connsiteX1312" fmla="*/ 662807 w 1465857"/>
                <a:gd name="connsiteY1312" fmla="*/ 231148 h 1282606"/>
                <a:gd name="connsiteX1313" fmla="*/ 660074 w 1465857"/>
                <a:gd name="connsiteY1313" fmla="*/ 233593 h 1282606"/>
                <a:gd name="connsiteX1314" fmla="*/ 662807 w 1465857"/>
                <a:gd name="connsiteY1314" fmla="*/ 233593 h 1282606"/>
                <a:gd name="connsiteX1315" fmla="*/ 662807 w 1465857"/>
                <a:gd name="connsiteY1315" fmla="*/ 241217 h 1282606"/>
                <a:gd name="connsiteX1316" fmla="*/ 662807 w 1465857"/>
                <a:gd name="connsiteY1316" fmla="*/ 243806 h 1282606"/>
                <a:gd name="connsiteX1317" fmla="*/ 662807 w 1465857"/>
                <a:gd name="connsiteY1317" fmla="*/ 248984 h 1282606"/>
                <a:gd name="connsiteX1318" fmla="*/ 660074 w 1465857"/>
                <a:gd name="connsiteY1318" fmla="*/ 251429 h 1282606"/>
                <a:gd name="connsiteX1319" fmla="*/ 662807 w 1465857"/>
                <a:gd name="connsiteY1319" fmla="*/ 251429 h 1282606"/>
                <a:gd name="connsiteX1320" fmla="*/ 665396 w 1465857"/>
                <a:gd name="connsiteY1320" fmla="*/ 253874 h 1282606"/>
                <a:gd name="connsiteX1321" fmla="*/ 662807 w 1465857"/>
                <a:gd name="connsiteY1321" fmla="*/ 256607 h 1282606"/>
                <a:gd name="connsiteX1322" fmla="*/ 662807 w 1465857"/>
                <a:gd name="connsiteY1322" fmla="*/ 261642 h 1282606"/>
                <a:gd name="connsiteX1323" fmla="*/ 660074 w 1465857"/>
                <a:gd name="connsiteY1323" fmla="*/ 266820 h 1282606"/>
                <a:gd name="connsiteX1324" fmla="*/ 662807 w 1465857"/>
                <a:gd name="connsiteY1324" fmla="*/ 266820 h 1282606"/>
                <a:gd name="connsiteX1325" fmla="*/ 665396 w 1465857"/>
                <a:gd name="connsiteY1325" fmla="*/ 261642 h 1282606"/>
                <a:gd name="connsiteX1326" fmla="*/ 665396 w 1465857"/>
                <a:gd name="connsiteY1326" fmla="*/ 256607 h 1282606"/>
                <a:gd name="connsiteX1327" fmla="*/ 667841 w 1465857"/>
                <a:gd name="connsiteY1327" fmla="*/ 251429 h 1282606"/>
                <a:gd name="connsiteX1328" fmla="*/ 667841 w 1465857"/>
                <a:gd name="connsiteY1328" fmla="*/ 246539 h 1282606"/>
                <a:gd name="connsiteX1329" fmla="*/ 665396 w 1465857"/>
                <a:gd name="connsiteY1329" fmla="*/ 243806 h 1282606"/>
                <a:gd name="connsiteX1330" fmla="*/ 665396 w 1465857"/>
                <a:gd name="connsiteY1330" fmla="*/ 236326 h 1282606"/>
                <a:gd name="connsiteX1331" fmla="*/ 667841 w 1465857"/>
                <a:gd name="connsiteY1331" fmla="*/ 231148 h 1282606"/>
                <a:gd name="connsiteX1332" fmla="*/ 665396 w 1465857"/>
                <a:gd name="connsiteY1332" fmla="*/ 228703 h 1282606"/>
                <a:gd name="connsiteX1333" fmla="*/ 665396 w 1465857"/>
                <a:gd name="connsiteY1333" fmla="*/ 220935 h 1282606"/>
                <a:gd name="connsiteX1334" fmla="*/ 667841 w 1465857"/>
                <a:gd name="connsiteY1334" fmla="*/ 213456 h 1282606"/>
                <a:gd name="connsiteX1335" fmla="*/ 670286 w 1465857"/>
                <a:gd name="connsiteY1335" fmla="*/ 210723 h 1282606"/>
                <a:gd name="connsiteX1336" fmla="*/ 675464 w 1465857"/>
                <a:gd name="connsiteY1336" fmla="*/ 216045 h 1282606"/>
                <a:gd name="connsiteX1337" fmla="*/ 678053 w 1465857"/>
                <a:gd name="connsiteY1337" fmla="*/ 223668 h 1282606"/>
                <a:gd name="connsiteX1338" fmla="*/ 678053 w 1465857"/>
                <a:gd name="connsiteY1338" fmla="*/ 226114 h 1282606"/>
                <a:gd name="connsiteX1339" fmla="*/ 675464 w 1465857"/>
                <a:gd name="connsiteY1339" fmla="*/ 231148 h 1282606"/>
                <a:gd name="connsiteX1340" fmla="*/ 678053 w 1465857"/>
                <a:gd name="connsiteY1340" fmla="*/ 231148 h 1282606"/>
                <a:gd name="connsiteX1341" fmla="*/ 678053 w 1465857"/>
                <a:gd name="connsiteY1341" fmla="*/ 233593 h 1282606"/>
                <a:gd name="connsiteX1342" fmla="*/ 680499 w 1465857"/>
                <a:gd name="connsiteY1342" fmla="*/ 236326 h 1282606"/>
                <a:gd name="connsiteX1343" fmla="*/ 680499 w 1465857"/>
                <a:gd name="connsiteY1343" fmla="*/ 241217 h 1282606"/>
                <a:gd name="connsiteX1344" fmla="*/ 683232 w 1465857"/>
                <a:gd name="connsiteY1344" fmla="*/ 241217 h 1282606"/>
                <a:gd name="connsiteX1345" fmla="*/ 683232 w 1465857"/>
                <a:gd name="connsiteY1345" fmla="*/ 238772 h 1282606"/>
                <a:gd name="connsiteX1346" fmla="*/ 683232 w 1465857"/>
                <a:gd name="connsiteY1346" fmla="*/ 236326 h 1282606"/>
                <a:gd name="connsiteX1347" fmla="*/ 683232 w 1465857"/>
                <a:gd name="connsiteY1347" fmla="*/ 233593 h 1282606"/>
                <a:gd name="connsiteX1348" fmla="*/ 683232 w 1465857"/>
                <a:gd name="connsiteY1348" fmla="*/ 231148 h 1282606"/>
                <a:gd name="connsiteX1349" fmla="*/ 683232 w 1465857"/>
                <a:gd name="connsiteY1349" fmla="*/ 228703 h 1282606"/>
                <a:gd name="connsiteX1350" fmla="*/ 685677 w 1465857"/>
                <a:gd name="connsiteY1350" fmla="*/ 228703 h 1282606"/>
                <a:gd name="connsiteX1351" fmla="*/ 688122 w 1465857"/>
                <a:gd name="connsiteY1351" fmla="*/ 233593 h 1282606"/>
                <a:gd name="connsiteX1352" fmla="*/ 688122 w 1465857"/>
                <a:gd name="connsiteY1352" fmla="*/ 236326 h 1282606"/>
                <a:gd name="connsiteX1353" fmla="*/ 685677 w 1465857"/>
                <a:gd name="connsiteY1353" fmla="*/ 238772 h 1282606"/>
                <a:gd name="connsiteX1354" fmla="*/ 685677 w 1465857"/>
                <a:gd name="connsiteY1354" fmla="*/ 241217 h 1282606"/>
                <a:gd name="connsiteX1355" fmla="*/ 683232 w 1465857"/>
                <a:gd name="connsiteY1355" fmla="*/ 246539 h 1282606"/>
                <a:gd name="connsiteX1356" fmla="*/ 683232 w 1465857"/>
                <a:gd name="connsiteY1356" fmla="*/ 253874 h 1282606"/>
                <a:gd name="connsiteX1357" fmla="*/ 683232 w 1465857"/>
                <a:gd name="connsiteY1357" fmla="*/ 261642 h 1282606"/>
                <a:gd name="connsiteX1358" fmla="*/ 683232 w 1465857"/>
                <a:gd name="connsiteY1358" fmla="*/ 264087 h 1282606"/>
                <a:gd name="connsiteX1359" fmla="*/ 685677 w 1465857"/>
                <a:gd name="connsiteY1359" fmla="*/ 271854 h 1282606"/>
                <a:gd name="connsiteX1360" fmla="*/ 685677 w 1465857"/>
                <a:gd name="connsiteY1360" fmla="*/ 274299 h 1282606"/>
                <a:gd name="connsiteX1361" fmla="*/ 683232 w 1465857"/>
                <a:gd name="connsiteY1361" fmla="*/ 277032 h 1282606"/>
                <a:gd name="connsiteX1362" fmla="*/ 680499 w 1465857"/>
                <a:gd name="connsiteY1362" fmla="*/ 279478 h 1282606"/>
                <a:gd name="connsiteX1363" fmla="*/ 680499 w 1465857"/>
                <a:gd name="connsiteY1363" fmla="*/ 281923 h 1282606"/>
                <a:gd name="connsiteX1364" fmla="*/ 683232 w 1465857"/>
                <a:gd name="connsiteY1364" fmla="*/ 279478 h 1282606"/>
                <a:gd name="connsiteX1365" fmla="*/ 685677 w 1465857"/>
                <a:gd name="connsiteY1365" fmla="*/ 277032 h 1282606"/>
                <a:gd name="connsiteX1366" fmla="*/ 688122 w 1465857"/>
                <a:gd name="connsiteY1366" fmla="*/ 274299 h 1282606"/>
                <a:gd name="connsiteX1367" fmla="*/ 685677 w 1465857"/>
                <a:gd name="connsiteY1367" fmla="*/ 266820 h 1282606"/>
                <a:gd name="connsiteX1368" fmla="*/ 685677 w 1465857"/>
                <a:gd name="connsiteY1368" fmla="*/ 264087 h 1282606"/>
                <a:gd name="connsiteX1369" fmla="*/ 685677 w 1465857"/>
                <a:gd name="connsiteY1369" fmla="*/ 256607 h 1282606"/>
                <a:gd name="connsiteX1370" fmla="*/ 685677 w 1465857"/>
                <a:gd name="connsiteY1370" fmla="*/ 248984 h 1282606"/>
                <a:gd name="connsiteX1371" fmla="*/ 690567 w 1465857"/>
                <a:gd name="connsiteY1371" fmla="*/ 243806 h 1282606"/>
                <a:gd name="connsiteX1372" fmla="*/ 690567 w 1465857"/>
                <a:gd name="connsiteY1372" fmla="*/ 238772 h 1282606"/>
                <a:gd name="connsiteX1373" fmla="*/ 693300 w 1465857"/>
                <a:gd name="connsiteY1373" fmla="*/ 241217 h 1282606"/>
                <a:gd name="connsiteX1374" fmla="*/ 695889 w 1465857"/>
                <a:gd name="connsiteY1374" fmla="*/ 241217 h 1282606"/>
                <a:gd name="connsiteX1375" fmla="*/ 698335 w 1465857"/>
                <a:gd name="connsiteY1375" fmla="*/ 241217 h 1282606"/>
                <a:gd name="connsiteX1376" fmla="*/ 700780 w 1465857"/>
                <a:gd name="connsiteY1376" fmla="*/ 241217 h 1282606"/>
                <a:gd name="connsiteX1377" fmla="*/ 700780 w 1465857"/>
                <a:gd name="connsiteY1377" fmla="*/ 243806 h 1282606"/>
                <a:gd name="connsiteX1378" fmla="*/ 703513 w 1465857"/>
                <a:gd name="connsiteY1378" fmla="*/ 243806 h 1282606"/>
                <a:gd name="connsiteX1379" fmla="*/ 705958 w 1465857"/>
                <a:gd name="connsiteY1379" fmla="*/ 243806 h 1282606"/>
                <a:gd name="connsiteX1380" fmla="*/ 700780 w 1465857"/>
                <a:gd name="connsiteY1380" fmla="*/ 251429 h 1282606"/>
                <a:gd name="connsiteX1381" fmla="*/ 700780 w 1465857"/>
                <a:gd name="connsiteY1381" fmla="*/ 253874 h 1282606"/>
                <a:gd name="connsiteX1382" fmla="*/ 700780 w 1465857"/>
                <a:gd name="connsiteY1382" fmla="*/ 256607 h 1282606"/>
                <a:gd name="connsiteX1383" fmla="*/ 703513 w 1465857"/>
                <a:gd name="connsiteY1383" fmla="*/ 259197 h 1282606"/>
                <a:gd name="connsiteX1384" fmla="*/ 703513 w 1465857"/>
                <a:gd name="connsiteY1384" fmla="*/ 261642 h 1282606"/>
                <a:gd name="connsiteX1385" fmla="*/ 703513 w 1465857"/>
                <a:gd name="connsiteY1385" fmla="*/ 264087 h 1282606"/>
                <a:gd name="connsiteX1386" fmla="*/ 700780 w 1465857"/>
                <a:gd name="connsiteY1386" fmla="*/ 274299 h 1282606"/>
                <a:gd name="connsiteX1387" fmla="*/ 698335 w 1465857"/>
                <a:gd name="connsiteY1387" fmla="*/ 279478 h 1282606"/>
                <a:gd name="connsiteX1388" fmla="*/ 698335 w 1465857"/>
                <a:gd name="connsiteY1388" fmla="*/ 281923 h 1282606"/>
                <a:gd name="connsiteX1389" fmla="*/ 700780 w 1465857"/>
                <a:gd name="connsiteY1389" fmla="*/ 284368 h 1282606"/>
                <a:gd name="connsiteX1390" fmla="*/ 703513 w 1465857"/>
                <a:gd name="connsiteY1390" fmla="*/ 287101 h 1282606"/>
                <a:gd name="connsiteX1391" fmla="*/ 703513 w 1465857"/>
                <a:gd name="connsiteY1391" fmla="*/ 284368 h 1282606"/>
                <a:gd name="connsiteX1392" fmla="*/ 703513 w 1465857"/>
                <a:gd name="connsiteY1392" fmla="*/ 281923 h 1282606"/>
                <a:gd name="connsiteX1393" fmla="*/ 700780 w 1465857"/>
                <a:gd name="connsiteY1393" fmla="*/ 279478 h 1282606"/>
                <a:gd name="connsiteX1394" fmla="*/ 703513 w 1465857"/>
                <a:gd name="connsiteY1394" fmla="*/ 271854 h 1282606"/>
                <a:gd name="connsiteX1395" fmla="*/ 705958 w 1465857"/>
                <a:gd name="connsiteY1395" fmla="*/ 264087 h 1282606"/>
                <a:gd name="connsiteX1396" fmla="*/ 705958 w 1465857"/>
                <a:gd name="connsiteY1396" fmla="*/ 261642 h 1282606"/>
                <a:gd name="connsiteX1397" fmla="*/ 705958 w 1465857"/>
                <a:gd name="connsiteY1397" fmla="*/ 259197 h 1282606"/>
                <a:gd name="connsiteX1398" fmla="*/ 703513 w 1465857"/>
                <a:gd name="connsiteY1398" fmla="*/ 253874 h 1282606"/>
                <a:gd name="connsiteX1399" fmla="*/ 705958 w 1465857"/>
                <a:gd name="connsiteY1399" fmla="*/ 251429 h 1282606"/>
                <a:gd name="connsiteX1400" fmla="*/ 708547 w 1465857"/>
                <a:gd name="connsiteY1400" fmla="*/ 251429 h 1282606"/>
                <a:gd name="connsiteX1401" fmla="*/ 708547 w 1465857"/>
                <a:gd name="connsiteY1401" fmla="*/ 236326 h 1282606"/>
                <a:gd name="connsiteX1402" fmla="*/ 705958 w 1465857"/>
                <a:gd name="connsiteY1402" fmla="*/ 236326 h 1282606"/>
                <a:gd name="connsiteX1403" fmla="*/ 705958 w 1465857"/>
                <a:gd name="connsiteY1403" fmla="*/ 238772 h 1282606"/>
                <a:gd name="connsiteX1404" fmla="*/ 705958 w 1465857"/>
                <a:gd name="connsiteY1404" fmla="*/ 241217 h 1282606"/>
                <a:gd name="connsiteX1405" fmla="*/ 703513 w 1465857"/>
                <a:gd name="connsiteY1405" fmla="*/ 241217 h 1282606"/>
                <a:gd name="connsiteX1406" fmla="*/ 703513 w 1465857"/>
                <a:gd name="connsiteY1406" fmla="*/ 238772 h 1282606"/>
                <a:gd name="connsiteX1407" fmla="*/ 700780 w 1465857"/>
                <a:gd name="connsiteY1407" fmla="*/ 238772 h 1282606"/>
                <a:gd name="connsiteX1408" fmla="*/ 698335 w 1465857"/>
                <a:gd name="connsiteY1408" fmla="*/ 238772 h 1282606"/>
                <a:gd name="connsiteX1409" fmla="*/ 693300 w 1465857"/>
                <a:gd name="connsiteY1409" fmla="*/ 236326 h 1282606"/>
                <a:gd name="connsiteX1410" fmla="*/ 693300 w 1465857"/>
                <a:gd name="connsiteY1410" fmla="*/ 228703 h 1282606"/>
                <a:gd name="connsiteX1411" fmla="*/ 690567 w 1465857"/>
                <a:gd name="connsiteY1411" fmla="*/ 228703 h 1282606"/>
                <a:gd name="connsiteX1412" fmla="*/ 690567 w 1465857"/>
                <a:gd name="connsiteY1412" fmla="*/ 226114 h 1282606"/>
                <a:gd name="connsiteX1413" fmla="*/ 688122 w 1465857"/>
                <a:gd name="connsiteY1413" fmla="*/ 223668 h 1282606"/>
                <a:gd name="connsiteX1414" fmla="*/ 685677 w 1465857"/>
                <a:gd name="connsiteY1414" fmla="*/ 223668 h 1282606"/>
                <a:gd name="connsiteX1415" fmla="*/ 683232 w 1465857"/>
                <a:gd name="connsiteY1415" fmla="*/ 218490 h 1282606"/>
                <a:gd name="connsiteX1416" fmla="*/ 693300 w 1465857"/>
                <a:gd name="connsiteY1416" fmla="*/ 208278 h 1282606"/>
                <a:gd name="connsiteX1417" fmla="*/ 693300 w 1465857"/>
                <a:gd name="connsiteY1417" fmla="*/ 210723 h 1282606"/>
                <a:gd name="connsiteX1418" fmla="*/ 698335 w 1465857"/>
                <a:gd name="connsiteY1418" fmla="*/ 213456 h 1282606"/>
                <a:gd name="connsiteX1419" fmla="*/ 700780 w 1465857"/>
                <a:gd name="connsiteY1419" fmla="*/ 213456 h 1282606"/>
                <a:gd name="connsiteX1420" fmla="*/ 705958 w 1465857"/>
                <a:gd name="connsiteY1420" fmla="*/ 218490 h 1282606"/>
                <a:gd name="connsiteX1421" fmla="*/ 708547 w 1465857"/>
                <a:gd name="connsiteY1421" fmla="*/ 220935 h 1282606"/>
                <a:gd name="connsiteX1422" fmla="*/ 708547 w 1465857"/>
                <a:gd name="connsiteY1422" fmla="*/ 223668 h 1282606"/>
                <a:gd name="connsiteX1423" fmla="*/ 703513 w 1465857"/>
                <a:gd name="connsiteY1423" fmla="*/ 226114 h 1282606"/>
                <a:gd name="connsiteX1424" fmla="*/ 703513 w 1465857"/>
                <a:gd name="connsiteY1424" fmla="*/ 228703 h 1282606"/>
                <a:gd name="connsiteX1425" fmla="*/ 708547 w 1465857"/>
                <a:gd name="connsiteY1425" fmla="*/ 226114 h 1282606"/>
                <a:gd name="connsiteX1426" fmla="*/ 710992 w 1465857"/>
                <a:gd name="connsiteY1426" fmla="*/ 223668 h 1282606"/>
                <a:gd name="connsiteX1427" fmla="*/ 713725 w 1465857"/>
                <a:gd name="connsiteY1427" fmla="*/ 220935 h 1282606"/>
                <a:gd name="connsiteX1428" fmla="*/ 710992 w 1465857"/>
                <a:gd name="connsiteY1428" fmla="*/ 220935 h 1282606"/>
                <a:gd name="connsiteX1429" fmla="*/ 705958 w 1465857"/>
                <a:gd name="connsiteY1429" fmla="*/ 216045 h 1282606"/>
                <a:gd name="connsiteX1430" fmla="*/ 705958 w 1465857"/>
                <a:gd name="connsiteY1430" fmla="*/ 213456 h 1282606"/>
                <a:gd name="connsiteX1431" fmla="*/ 708547 w 1465857"/>
                <a:gd name="connsiteY1431" fmla="*/ 213456 h 1282606"/>
                <a:gd name="connsiteX1432" fmla="*/ 713725 w 1465857"/>
                <a:gd name="connsiteY1432" fmla="*/ 208278 h 1282606"/>
                <a:gd name="connsiteX1433" fmla="*/ 713725 w 1465857"/>
                <a:gd name="connsiteY1433" fmla="*/ 203387 h 1282606"/>
                <a:gd name="connsiteX1434" fmla="*/ 710992 w 1465857"/>
                <a:gd name="connsiteY1434" fmla="*/ 195620 h 1282606"/>
                <a:gd name="connsiteX1435" fmla="*/ 710992 w 1465857"/>
                <a:gd name="connsiteY1435" fmla="*/ 190442 h 1282606"/>
                <a:gd name="connsiteX1436" fmla="*/ 713725 w 1465857"/>
                <a:gd name="connsiteY1436" fmla="*/ 193175 h 1282606"/>
                <a:gd name="connsiteX1437" fmla="*/ 718616 w 1465857"/>
                <a:gd name="connsiteY1437" fmla="*/ 193175 h 1282606"/>
                <a:gd name="connsiteX1438" fmla="*/ 721061 w 1465857"/>
                <a:gd name="connsiteY1438" fmla="*/ 193175 h 1282606"/>
                <a:gd name="connsiteX1439" fmla="*/ 731273 w 1465857"/>
                <a:gd name="connsiteY1439" fmla="*/ 195620 h 1282606"/>
                <a:gd name="connsiteX1440" fmla="*/ 741486 w 1465857"/>
                <a:gd name="connsiteY1440" fmla="*/ 195620 h 1282606"/>
                <a:gd name="connsiteX1441" fmla="*/ 743931 w 1465857"/>
                <a:gd name="connsiteY1441" fmla="*/ 198209 h 1282606"/>
                <a:gd name="connsiteX1442" fmla="*/ 756877 w 1465857"/>
                <a:gd name="connsiteY1442" fmla="*/ 200654 h 1282606"/>
                <a:gd name="connsiteX1443" fmla="*/ 759322 w 1465857"/>
                <a:gd name="connsiteY1443" fmla="*/ 200654 h 1282606"/>
                <a:gd name="connsiteX1444" fmla="*/ 761767 w 1465857"/>
                <a:gd name="connsiteY1444" fmla="*/ 203387 h 1282606"/>
                <a:gd name="connsiteX1445" fmla="*/ 764212 w 1465857"/>
                <a:gd name="connsiteY1445" fmla="*/ 203387 h 1282606"/>
                <a:gd name="connsiteX1446" fmla="*/ 764212 w 1465857"/>
                <a:gd name="connsiteY1446" fmla="*/ 208278 h 1282606"/>
                <a:gd name="connsiteX1447" fmla="*/ 769534 w 1465857"/>
                <a:gd name="connsiteY1447" fmla="*/ 210723 h 1282606"/>
                <a:gd name="connsiteX1448" fmla="*/ 771980 w 1465857"/>
                <a:gd name="connsiteY1448" fmla="*/ 210723 h 1282606"/>
                <a:gd name="connsiteX1449" fmla="*/ 774425 w 1465857"/>
                <a:gd name="connsiteY1449" fmla="*/ 213456 h 1282606"/>
                <a:gd name="connsiteX1450" fmla="*/ 779603 w 1465857"/>
                <a:gd name="connsiteY1450" fmla="*/ 218490 h 1282606"/>
                <a:gd name="connsiteX1451" fmla="*/ 779603 w 1465857"/>
                <a:gd name="connsiteY1451" fmla="*/ 220935 h 1282606"/>
                <a:gd name="connsiteX1452" fmla="*/ 782048 w 1465857"/>
                <a:gd name="connsiteY1452" fmla="*/ 223668 h 1282606"/>
                <a:gd name="connsiteX1453" fmla="*/ 784637 w 1465857"/>
                <a:gd name="connsiteY1453" fmla="*/ 228703 h 1282606"/>
                <a:gd name="connsiteX1454" fmla="*/ 779603 w 1465857"/>
                <a:gd name="connsiteY1454" fmla="*/ 236326 h 1282606"/>
                <a:gd name="connsiteX1455" fmla="*/ 777158 w 1465857"/>
                <a:gd name="connsiteY1455" fmla="*/ 243806 h 1282606"/>
                <a:gd name="connsiteX1456" fmla="*/ 777158 w 1465857"/>
                <a:gd name="connsiteY1456" fmla="*/ 251429 h 1282606"/>
                <a:gd name="connsiteX1457" fmla="*/ 774425 w 1465857"/>
                <a:gd name="connsiteY1457" fmla="*/ 253874 h 1282606"/>
                <a:gd name="connsiteX1458" fmla="*/ 771980 w 1465857"/>
                <a:gd name="connsiteY1458" fmla="*/ 253874 h 1282606"/>
                <a:gd name="connsiteX1459" fmla="*/ 759322 w 1465857"/>
                <a:gd name="connsiteY1459" fmla="*/ 251429 h 1282606"/>
                <a:gd name="connsiteX1460" fmla="*/ 751698 w 1465857"/>
                <a:gd name="connsiteY1460" fmla="*/ 259197 h 1282606"/>
                <a:gd name="connsiteX1461" fmla="*/ 751698 w 1465857"/>
                <a:gd name="connsiteY1461" fmla="*/ 261642 h 1282606"/>
                <a:gd name="connsiteX1462" fmla="*/ 751698 w 1465857"/>
                <a:gd name="connsiteY1462" fmla="*/ 266820 h 1282606"/>
                <a:gd name="connsiteX1463" fmla="*/ 751698 w 1465857"/>
                <a:gd name="connsiteY1463" fmla="*/ 274299 h 1282606"/>
                <a:gd name="connsiteX1464" fmla="*/ 749109 w 1465857"/>
                <a:gd name="connsiteY1464" fmla="*/ 274299 h 1282606"/>
                <a:gd name="connsiteX1465" fmla="*/ 746664 w 1465857"/>
                <a:gd name="connsiteY1465" fmla="*/ 277032 h 1282606"/>
                <a:gd name="connsiteX1466" fmla="*/ 749109 w 1465857"/>
                <a:gd name="connsiteY1466" fmla="*/ 281923 h 1282606"/>
                <a:gd name="connsiteX1467" fmla="*/ 749109 w 1465857"/>
                <a:gd name="connsiteY1467" fmla="*/ 284368 h 1282606"/>
                <a:gd name="connsiteX1468" fmla="*/ 741486 w 1465857"/>
                <a:gd name="connsiteY1468" fmla="*/ 292135 h 1282606"/>
                <a:gd name="connsiteX1469" fmla="*/ 733719 w 1465857"/>
                <a:gd name="connsiteY1469" fmla="*/ 299759 h 1282606"/>
                <a:gd name="connsiteX1470" fmla="*/ 739041 w 1465857"/>
                <a:gd name="connsiteY1470" fmla="*/ 297314 h 1282606"/>
                <a:gd name="connsiteX1471" fmla="*/ 743931 w 1465857"/>
                <a:gd name="connsiteY1471" fmla="*/ 294581 h 1282606"/>
                <a:gd name="connsiteX1472" fmla="*/ 746664 w 1465857"/>
                <a:gd name="connsiteY1472" fmla="*/ 292135 h 1282606"/>
                <a:gd name="connsiteX1473" fmla="*/ 749109 w 1465857"/>
                <a:gd name="connsiteY1473" fmla="*/ 289690 h 1282606"/>
                <a:gd name="connsiteX1474" fmla="*/ 751698 w 1465857"/>
                <a:gd name="connsiteY1474" fmla="*/ 287101 h 1282606"/>
                <a:gd name="connsiteX1475" fmla="*/ 754144 w 1465857"/>
                <a:gd name="connsiteY1475" fmla="*/ 289690 h 1282606"/>
                <a:gd name="connsiteX1476" fmla="*/ 756877 w 1465857"/>
                <a:gd name="connsiteY1476" fmla="*/ 289690 h 1282606"/>
                <a:gd name="connsiteX1477" fmla="*/ 756877 w 1465857"/>
                <a:gd name="connsiteY1477" fmla="*/ 292135 h 1282606"/>
                <a:gd name="connsiteX1478" fmla="*/ 756877 w 1465857"/>
                <a:gd name="connsiteY1478" fmla="*/ 294581 h 1282606"/>
                <a:gd name="connsiteX1479" fmla="*/ 754144 w 1465857"/>
                <a:gd name="connsiteY1479" fmla="*/ 302204 h 1282606"/>
                <a:gd name="connsiteX1480" fmla="*/ 754144 w 1465857"/>
                <a:gd name="connsiteY1480" fmla="*/ 307526 h 1282606"/>
                <a:gd name="connsiteX1481" fmla="*/ 754144 w 1465857"/>
                <a:gd name="connsiteY1481" fmla="*/ 309971 h 1282606"/>
                <a:gd name="connsiteX1482" fmla="*/ 751698 w 1465857"/>
                <a:gd name="connsiteY1482" fmla="*/ 312417 h 1282606"/>
                <a:gd name="connsiteX1483" fmla="*/ 749109 w 1465857"/>
                <a:gd name="connsiteY1483" fmla="*/ 315006 h 1282606"/>
                <a:gd name="connsiteX1484" fmla="*/ 746664 w 1465857"/>
                <a:gd name="connsiteY1484" fmla="*/ 317451 h 1282606"/>
                <a:gd name="connsiteX1485" fmla="*/ 743931 w 1465857"/>
                <a:gd name="connsiteY1485" fmla="*/ 320184 h 1282606"/>
                <a:gd name="connsiteX1486" fmla="*/ 746664 w 1465857"/>
                <a:gd name="connsiteY1486" fmla="*/ 320184 h 1282606"/>
                <a:gd name="connsiteX1487" fmla="*/ 749109 w 1465857"/>
                <a:gd name="connsiteY1487" fmla="*/ 322629 h 1282606"/>
                <a:gd name="connsiteX1488" fmla="*/ 756877 w 1465857"/>
                <a:gd name="connsiteY1488" fmla="*/ 312417 h 1282606"/>
                <a:gd name="connsiteX1489" fmla="*/ 756877 w 1465857"/>
                <a:gd name="connsiteY1489" fmla="*/ 307526 h 1282606"/>
                <a:gd name="connsiteX1490" fmla="*/ 756877 w 1465857"/>
                <a:gd name="connsiteY1490" fmla="*/ 304793 h 1282606"/>
                <a:gd name="connsiteX1491" fmla="*/ 759322 w 1465857"/>
                <a:gd name="connsiteY1491" fmla="*/ 297314 h 1282606"/>
                <a:gd name="connsiteX1492" fmla="*/ 769534 w 1465857"/>
                <a:gd name="connsiteY1492" fmla="*/ 292135 h 1282606"/>
                <a:gd name="connsiteX1493" fmla="*/ 769534 w 1465857"/>
                <a:gd name="connsiteY1493" fmla="*/ 289690 h 1282606"/>
                <a:gd name="connsiteX1494" fmla="*/ 771980 w 1465857"/>
                <a:gd name="connsiteY1494" fmla="*/ 289690 h 1282606"/>
                <a:gd name="connsiteX1495" fmla="*/ 774425 w 1465857"/>
                <a:gd name="connsiteY1495" fmla="*/ 287101 h 1282606"/>
                <a:gd name="connsiteX1496" fmla="*/ 774425 w 1465857"/>
                <a:gd name="connsiteY1496" fmla="*/ 284368 h 1282606"/>
                <a:gd name="connsiteX1497" fmla="*/ 777158 w 1465857"/>
                <a:gd name="connsiteY1497" fmla="*/ 281923 h 1282606"/>
                <a:gd name="connsiteX1498" fmla="*/ 779603 w 1465857"/>
                <a:gd name="connsiteY1498" fmla="*/ 279478 h 1282606"/>
                <a:gd name="connsiteX1499" fmla="*/ 784637 w 1465857"/>
                <a:gd name="connsiteY1499" fmla="*/ 277032 h 1282606"/>
                <a:gd name="connsiteX1500" fmla="*/ 789816 w 1465857"/>
                <a:gd name="connsiteY1500" fmla="*/ 274299 h 1282606"/>
                <a:gd name="connsiteX1501" fmla="*/ 794706 w 1465857"/>
                <a:gd name="connsiteY1501" fmla="*/ 277032 h 1282606"/>
                <a:gd name="connsiteX1502" fmla="*/ 797295 w 1465857"/>
                <a:gd name="connsiteY1502" fmla="*/ 277032 h 1282606"/>
                <a:gd name="connsiteX1503" fmla="*/ 794706 w 1465857"/>
                <a:gd name="connsiteY1503" fmla="*/ 274299 h 1282606"/>
                <a:gd name="connsiteX1504" fmla="*/ 789816 w 1465857"/>
                <a:gd name="connsiteY1504" fmla="*/ 271854 h 1282606"/>
                <a:gd name="connsiteX1505" fmla="*/ 789816 w 1465857"/>
                <a:gd name="connsiteY1505" fmla="*/ 261642 h 1282606"/>
                <a:gd name="connsiteX1506" fmla="*/ 789816 w 1465857"/>
                <a:gd name="connsiteY1506" fmla="*/ 256607 h 1282606"/>
                <a:gd name="connsiteX1507" fmla="*/ 794706 w 1465857"/>
                <a:gd name="connsiteY1507" fmla="*/ 251429 h 1282606"/>
                <a:gd name="connsiteX1508" fmla="*/ 802474 w 1465857"/>
                <a:gd name="connsiteY1508" fmla="*/ 238772 h 1282606"/>
                <a:gd name="connsiteX1509" fmla="*/ 804919 w 1465857"/>
                <a:gd name="connsiteY1509" fmla="*/ 238772 h 1282606"/>
                <a:gd name="connsiteX1510" fmla="*/ 812686 w 1465857"/>
                <a:gd name="connsiteY1510" fmla="*/ 241217 h 1282606"/>
                <a:gd name="connsiteX1511" fmla="*/ 812686 w 1465857"/>
                <a:gd name="connsiteY1511" fmla="*/ 246539 h 1282606"/>
                <a:gd name="connsiteX1512" fmla="*/ 815131 w 1465857"/>
                <a:gd name="connsiteY1512" fmla="*/ 251429 h 1282606"/>
                <a:gd name="connsiteX1513" fmla="*/ 820309 w 1465857"/>
                <a:gd name="connsiteY1513" fmla="*/ 259197 h 1282606"/>
                <a:gd name="connsiteX1514" fmla="*/ 817576 w 1465857"/>
                <a:gd name="connsiteY1514" fmla="*/ 266820 h 1282606"/>
                <a:gd name="connsiteX1515" fmla="*/ 817576 w 1465857"/>
                <a:gd name="connsiteY1515" fmla="*/ 269265 h 1282606"/>
                <a:gd name="connsiteX1516" fmla="*/ 815131 w 1465857"/>
                <a:gd name="connsiteY1516" fmla="*/ 271854 h 1282606"/>
                <a:gd name="connsiteX1517" fmla="*/ 817576 w 1465857"/>
                <a:gd name="connsiteY1517" fmla="*/ 284368 h 1282606"/>
                <a:gd name="connsiteX1518" fmla="*/ 815131 w 1465857"/>
                <a:gd name="connsiteY1518" fmla="*/ 287101 h 1282606"/>
                <a:gd name="connsiteX1519" fmla="*/ 815131 w 1465857"/>
                <a:gd name="connsiteY1519" fmla="*/ 289690 h 1282606"/>
                <a:gd name="connsiteX1520" fmla="*/ 812686 w 1465857"/>
                <a:gd name="connsiteY1520" fmla="*/ 292135 h 1282606"/>
                <a:gd name="connsiteX1521" fmla="*/ 807364 w 1465857"/>
                <a:gd name="connsiteY1521" fmla="*/ 297314 h 1282606"/>
                <a:gd name="connsiteX1522" fmla="*/ 807364 w 1465857"/>
                <a:gd name="connsiteY1522" fmla="*/ 307526 h 1282606"/>
                <a:gd name="connsiteX1523" fmla="*/ 794706 w 1465857"/>
                <a:gd name="connsiteY1523" fmla="*/ 307526 h 1282606"/>
                <a:gd name="connsiteX1524" fmla="*/ 787370 w 1465857"/>
                <a:gd name="connsiteY1524" fmla="*/ 309971 h 1282606"/>
                <a:gd name="connsiteX1525" fmla="*/ 789816 w 1465857"/>
                <a:gd name="connsiteY1525" fmla="*/ 315006 h 1282606"/>
                <a:gd name="connsiteX1526" fmla="*/ 792261 w 1465857"/>
                <a:gd name="connsiteY1526" fmla="*/ 317451 h 1282606"/>
                <a:gd name="connsiteX1527" fmla="*/ 787370 w 1465857"/>
                <a:gd name="connsiteY1527" fmla="*/ 325074 h 1282606"/>
                <a:gd name="connsiteX1528" fmla="*/ 787370 w 1465857"/>
                <a:gd name="connsiteY1528" fmla="*/ 332842 h 1282606"/>
                <a:gd name="connsiteX1529" fmla="*/ 784637 w 1465857"/>
                <a:gd name="connsiteY1529" fmla="*/ 335287 h 1282606"/>
                <a:gd name="connsiteX1530" fmla="*/ 779603 w 1465857"/>
                <a:gd name="connsiteY1530" fmla="*/ 337732 h 1282606"/>
                <a:gd name="connsiteX1531" fmla="*/ 779603 w 1465857"/>
                <a:gd name="connsiteY1531" fmla="*/ 340465 h 1282606"/>
                <a:gd name="connsiteX1532" fmla="*/ 782048 w 1465857"/>
                <a:gd name="connsiteY1532" fmla="*/ 340465 h 1282606"/>
                <a:gd name="connsiteX1533" fmla="*/ 782048 w 1465857"/>
                <a:gd name="connsiteY1533" fmla="*/ 337732 h 1282606"/>
                <a:gd name="connsiteX1534" fmla="*/ 789816 w 1465857"/>
                <a:gd name="connsiteY1534" fmla="*/ 335287 h 1282606"/>
                <a:gd name="connsiteX1535" fmla="*/ 789816 w 1465857"/>
                <a:gd name="connsiteY1535" fmla="*/ 347945 h 1282606"/>
                <a:gd name="connsiteX1536" fmla="*/ 789816 w 1465857"/>
                <a:gd name="connsiteY1536" fmla="*/ 353123 h 1282606"/>
                <a:gd name="connsiteX1537" fmla="*/ 792261 w 1465857"/>
                <a:gd name="connsiteY1537" fmla="*/ 350678 h 1282606"/>
                <a:gd name="connsiteX1538" fmla="*/ 792261 w 1465857"/>
                <a:gd name="connsiteY1538" fmla="*/ 337732 h 1282606"/>
                <a:gd name="connsiteX1539" fmla="*/ 792261 w 1465857"/>
                <a:gd name="connsiteY1539" fmla="*/ 335287 h 1282606"/>
                <a:gd name="connsiteX1540" fmla="*/ 792261 w 1465857"/>
                <a:gd name="connsiteY1540" fmla="*/ 330253 h 1282606"/>
                <a:gd name="connsiteX1541" fmla="*/ 794706 w 1465857"/>
                <a:gd name="connsiteY1541" fmla="*/ 320184 h 1282606"/>
                <a:gd name="connsiteX1542" fmla="*/ 792261 w 1465857"/>
                <a:gd name="connsiteY1542" fmla="*/ 315006 h 1282606"/>
                <a:gd name="connsiteX1543" fmla="*/ 797295 w 1465857"/>
                <a:gd name="connsiteY1543" fmla="*/ 312417 h 1282606"/>
                <a:gd name="connsiteX1544" fmla="*/ 797295 w 1465857"/>
                <a:gd name="connsiteY1544" fmla="*/ 317451 h 1282606"/>
                <a:gd name="connsiteX1545" fmla="*/ 800028 w 1465857"/>
                <a:gd name="connsiteY1545" fmla="*/ 312417 h 1282606"/>
                <a:gd name="connsiteX1546" fmla="*/ 807364 w 1465857"/>
                <a:gd name="connsiteY1546" fmla="*/ 315006 h 1282606"/>
                <a:gd name="connsiteX1547" fmla="*/ 810097 w 1465857"/>
                <a:gd name="connsiteY1547" fmla="*/ 342910 h 1282606"/>
                <a:gd name="connsiteX1548" fmla="*/ 810097 w 1465857"/>
                <a:gd name="connsiteY1548" fmla="*/ 345356 h 1282606"/>
                <a:gd name="connsiteX1549" fmla="*/ 812686 w 1465857"/>
                <a:gd name="connsiteY1549" fmla="*/ 345356 h 1282606"/>
                <a:gd name="connsiteX1550" fmla="*/ 815131 w 1465857"/>
                <a:gd name="connsiteY1550" fmla="*/ 347945 h 1282606"/>
                <a:gd name="connsiteX1551" fmla="*/ 815131 w 1465857"/>
                <a:gd name="connsiteY1551" fmla="*/ 342910 h 1282606"/>
                <a:gd name="connsiteX1552" fmla="*/ 812686 w 1465857"/>
                <a:gd name="connsiteY1552" fmla="*/ 315006 h 1282606"/>
                <a:gd name="connsiteX1553" fmla="*/ 815131 w 1465857"/>
                <a:gd name="connsiteY1553" fmla="*/ 312417 h 1282606"/>
                <a:gd name="connsiteX1554" fmla="*/ 812686 w 1465857"/>
                <a:gd name="connsiteY1554" fmla="*/ 309971 h 1282606"/>
                <a:gd name="connsiteX1555" fmla="*/ 812686 w 1465857"/>
                <a:gd name="connsiteY1555" fmla="*/ 302204 h 1282606"/>
                <a:gd name="connsiteX1556" fmla="*/ 820309 w 1465857"/>
                <a:gd name="connsiteY1556" fmla="*/ 297314 h 1282606"/>
                <a:gd name="connsiteX1557" fmla="*/ 822755 w 1465857"/>
                <a:gd name="connsiteY1557" fmla="*/ 292135 h 1282606"/>
                <a:gd name="connsiteX1558" fmla="*/ 825200 w 1465857"/>
                <a:gd name="connsiteY1558" fmla="*/ 284368 h 1282606"/>
                <a:gd name="connsiteX1559" fmla="*/ 832967 w 1465857"/>
                <a:gd name="connsiteY1559" fmla="*/ 274299 h 1282606"/>
                <a:gd name="connsiteX1560" fmla="*/ 837858 w 1465857"/>
                <a:gd name="connsiteY1560" fmla="*/ 271854 h 1282606"/>
                <a:gd name="connsiteX1561" fmla="*/ 848070 w 1465857"/>
                <a:gd name="connsiteY1561" fmla="*/ 259197 h 1282606"/>
                <a:gd name="connsiteX1562" fmla="*/ 848070 w 1465857"/>
                <a:gd name="connsiteY1562" fmla="*/ 256607 h 1282606"/>
                <a:gd name="connsiteX1563" fmla="*/ 850803 w 1465857"/>
                <a:gd name="connsiteY1563" fmla="*/ 256607 h 1282606"/>
                <a:gd name="connsiteX1564" fmla="*/ 853248 w 1465857"/>
                <a:gd name="connsiteY1564" fmla="*/ 259197 h 1282606"/>
                <a:gd name="connsiteX1565" fmla="*/ 853248 w 1465857"/>
                <a:gd name="connsiteY1565" fmla="*/ 264087 h 1282606"/>
                <a:gd name="connsiteX1566" fmla="*/ 850803 w 1465857"/>
                <a:gd name="connsiteY1566" fmla="*/ 277032 h 1282606"/>
                <a:gd name="connsiteX1567" fmla="*/ 845625 w 1465857"/>
                <a:gd name="connsiteY1567" fmla="*/ 287101 h 1282606"/>
                <a:gd name="connsiteX1568" fmla="*/ 845625 w 1465857"/>
                <a:gd name="connsiteY1568" fmla="*/ 289690 h 1282606"/>
                <a:gd name="connsiteX1569" fmla="*/ 832967 w 1465857"/>
                <a:gd name="connsiteY1569" fmla="*/ 294581 h 1282606"/>
                <a:gd name="connsiteX1570" fmla="*/ 832967 w 1465857"/>
                <a:gd name="connsiteY1570" fmla="*/ 299759 h 1282606"/>
                <a:gd name="connsiteX1571" fmla="*/ 835412 w 1465857"/>
                <a:gd name="connsiteY1571" fmla="*/ 299759 h 1282606"/>
                <a:gd name="connsiteX1572" fmla="*/ 835412 w 1465857"/>
                <a:gd name="connsiteY1572" fmla="*/ 302204 h 1282606"/>
                <a:gd name="connsiteX1573" fmla="*/ 840591 w 1465857"/>
                <a:gd name="connsiteY1573" fmla="*/ 304793 h 1282606"/>
                <a:gd name="connsiteX1574" fmla="*/ 840591 w 1465857"/>
                <a:gd name="connsiteY1574" fmla="*/ 307526 h 1282606"/>
                <a:gd name="connsiteX1575" fmla="*/ 840591 w 1465857"/>
                <a:gd name="connsiteY1575" fmla="*/ 309971 h 1282606"/>
                <a:gd name="connsiteX1576" fmla="*/ 837858 w 1465857"/>
                <a:gd name="connsiteY1576" fmla="*/ 315006 h 1282606"/>
                <a:gd name="connsiteX1577" fmla="*/ 840591 w 1465857"/>
                <a:gd name="connsiteY1577" fmla="*/ 315006 h 1282606"/>
                <a:gd name="connsiteX1578" fmla="*/ 843180 w 1465857"/>
                <a:gd name="connsiteY1578" fmla="*/ 309971 h 1282606"/>
                <a:gd name="connsiteX1579" fmla="*/ 845625 w 1465857"/>
                <a:gd name="connsiteY1579" fmla="*/ 309971 h 1282606"/>
                <a:gd name="connsiteX1580" fmla="*/ 843180 w 1465857"/>
                <a:gd name="connsiteY1580" fmla="*/ 307526 h 1282606"/>
                <a:gd name="connsiteX1581" fmla="*/ 840591 w 1465857"/>
                <a:gd name="connsiteY1581" fmla="*/ 302204 h 1282606"/>
                <a:gd name="connsiteX1582" fmla="*/ 837858 w 1465857"/>
                <a:gd name="connsiteY1582" fmla="*/ 297314 h 1282606"/>
                <a:gd name="connsiteX1583" fmla="*/ 845625 w 1465857"/>
                <a:gd name="connsiteY1583" fmla="*/ 292135 h 1282606"/>
                <a:gd name="connsiteX1584" fmla="*/ 848070 w 1465857"/>
                <a:gd name="connsiteY1584" fmla="*/ 294581 h 1282606"/>
                <a:gd name="connsiteX1585" fmla="*/ 850803 w 1465857"/>
                <a:gd name="connsiteY1585" fmla="*/ 294581 h 1282606"/>
                <a:gd name="connsiteX1586" fmla="*/ 850804 w 1465857"/>
                <a:gd name="connsiteY1586" fmla="*/ 294581 h 1282606"/>
                <a:gd name="connsiteX1587" fmla="*/ 853248 w 1465857"/>
                <a:gd name="connsiteY1587" fmla="*/ 294581 h 1282606"/>
                <a:gd name="connsiteX1588" fmla="*/ 853248 w 1465857"/>
                <a:gd name="connsiteY1588" fmla="*/ 292135 h 1282606"/>
                <a:gd name="connsiteX1589" fmla="*/ 853248 w 1465857"/>
                <a:gd name="connsiteY1589" fmla="*/ 287101 h 1282606"/>
                <a:gd name="connsiteX1590" fmla="*/ 855694 w 1465857"/>
                <a:gd name="connsiteY1590" fmla="*/ 281923 h 1282606"/>
                <a:gd name="connsiteX1591" fmla="*/ 858283 w 1465857"/>
                <a:gd name="connsiteY1591" fmla="*/ 279478 h 1282606"/>
                <a:gd name="connsiteX1592" fmla="*/ 858283 w 1465857"/>
                <a:gd name="connsiteY1592" fmla="*/ 277032 h 1282606"/>
                <a:gd name="connsiteX1593" fmla="*/ 861016 w 1465857"/>
                <a:gd name="connsiteY1593" fmla="*/ 277032 h 1282606"/>
                <a:gd name="connsiteX1594" fmla="*/ 863461 w 1465857"/>
                <a:gd name="connsiteY1594" fmla="*/ 279478 h 1282606"/>
                <a:gd name="connsiteX1595" fmla="*/ 863461 w 1465857"/>
                <a:gd name="connsiteY1595" fmla="*/ 274299 h 1282606"/>
                <a:gd name="connsiteX1596" fmla="*/ 863461 w 1465857"/>
                <a:gd name="connsiteY1596" fmla="*/ 271854 h 1282606"/>
                <a:gd name="connsiteX1597" fmla="*/ 863461 w 1465857"/>
                <a:gd name="connsiteY1597" fmla="*/ 269265 h 1282606"/>
                <a:gd name="connsiteX1598" fmla="*/ 868351 w 1465857"/>
                <a:gd name="connsiteY1598" fmla="*/ 264087 h 1282606"/>
                <a:gd name="connsiteX1599" fmla="*/ 870940 w 1465857"/>
                <a:gd name="connsiteY1599" fmla="*/ 264087 h 1282606"/>
                <a:gd name="connsiteX1600" fmla="*/ 873673 w 1465857"/>
                <a:gd name="connsiteY1600" fmla="*/ 264087 h 1282606"/>
                <a:gd name="connsiteX1601" fmla="*/ 876119 w 1465857"/>
                <a:gd name="connsiteY1601" fmla="*/ 261642 h 1282606"/>
                <a:gd name="connsiteX1602" fmla="*/ 878564 w 1465857"/>
                <a:gd name="connsiteY1602" fmla="*/ 261642 h 1282606"/>
                <a:gd name="connsiteX1603" fmla="*/ 881009 w 1465857"/>
                <a:gd name="connsiteY1603" fmla="*/ 261642 h 1282606"/>
                <a:gd name="connsiteX1604" fmla="*/ 881009 w 1465857"/>
                <a:gd name="connsiteY1604" fmla="*/ 264087 h 1282606"/>
                <a:gd name="connsiteX1605" fmla="*/ 886331 w 1465857"/>
                <a:gd name="connsiteY1605" fmla="*/ 266820 h 1282606"/>
                <a:gd name="connsiteX1606" fmla="*/ 888776 w 1465857"/>
                <a:gd name="connsiteY1606" fmla="*/ 266820 h 1282606"/>
                <a:gd name="connsiteX1607" fmla="*/ 888776 w 1465857"/>
                <a:gd name="connsiteY1607" fmla="*/ 269265 h 1282606"/>
                <a:gd name="connsiteX1608" fmla="*/ 888776 w 1465857"/>
                <a:gd name="connsiteY1608" fmla="*/ 271854 h 1282606"/>
                <a:gd name="connsiteX1609" fmla="*/ 891222 w 1465857"/>
                <a:gd name="connsiteY1609" fmla="*/ 269265 h 1282606"/>
                <a:gd name="connsiteX1610" fmla="*/ 893955 w 1465857"/>
                <a:gd name="connsiteY1610" fmla="*/ 266820 h 1282606"/>
                <a:gd name="connsiteX1611" fmla="*/ 904167 w 1465857"/>
                <a:gd name="connsiteY1611" fmla="*/ 271854 h 1282606"/>
                <a:gd name="connsiteX1612" fmla="*/ 919270 w 1465857"/>
                <a:gd name="connsiteY1612" fmla="*/ 271854 h 1282606"/>
                <a:gd name="connsiteX1613" fmla="*/ 919270 w 1465857"/>
                <a:gd name="connsiteY1613" fmla="*/ 274299 h 1282606"/>
                <a:gd name="connsiteX1614" fmla="*/ 921715 w 1465857"/>
                <a:gd name="connsiteY1614" fmla="*/ 274299 h 1282606"/>
                <a:gd name="connsiteX1615" fmla="*/ 924448 w 1465857"/>
                <a:gd name="connsiteY1615" fmla="*/ 277032 h 1282606"/>
                <a:gd name="connsiteX1616" fmla="*/ 926893 w 1465857"/>
                <a:gd name="connsiteY1616" fmla="*/ 281923 h 1282606"/>
                <a:gd name="connsiteX1617" fmla="*/ 926893 w 1465857"/>
                <a:gd name="connsiteY1617" fmla="*/ 284368 h 1282606"/>
                <a:gd name="connsiteX1618" fmla="*/ 926893 w 1465857"/>
                <a:gd name="connsiteY1618" fmla="*/ 287101 h 1282606"/>
                <a:gd name="connsiteX1619" fmla="*/ 926893 w 1465857"/>
                <a:gd name="connsiteY1619" fmla="*/ 289690 h 1282606"/>
                <a:gd name="connsiteX1620" fmla="*/ 924448 w 1465857"/>
                <a:gd name="connsiteY1620" fmla="*/ 297314 h 1282606"/>
                <a:gd name="connsiteX1621" fmla="*/ 926893 w 1465857"/>
                <a:gd name="connsiteY1621" fmla="*/ 299759 h 1282606"/>
                <a:gd name="connsiteX1622" fmla="*/ 924448 w 1465857"/>
                <a:gd name="connsiteY1622" fmla="*/ 302204 h 1282606"/>
                <a:gd name="connsiteX1623" fmla="*/ 919270 w 1465857"/>
                <a:gd name="connsiteY1623" fmla="*/ 297314 h 1282606"/>
                <a:gd name="connsiteX1624" fmla="*/ 919270 w 1465857"/>
                <a:gd name="connsiteY1624" fmla="*/ 294581 h 1282606"/>
                <a:gd name="connsiteX1625" fmla="*/ 919270 w 1465857"/>
                <a:gd name="connsiteY1625" fmla="*/ 292135 h 1282606"/>
                <a:gd name="connsiteX1626" fmla="*/ 919270 w 1465857"/>
                <a:gd name="connsiteY1626" fmla="*/ 289690 h 1282606"/>
                <a:gd name="connsiteX1627" fmla="*/ 916825 w 1465857"/>
                <a:gd name="connsiteY1627" fmla="*/ 289690 h 1282606"/>
                <a:gd name="connsiteX1628" fmla="*/ 914236 w 1465857"/>
                <a:gd name="connsiteY1628" fmla="*/ 294581 h 1282606"/>
                <a:gd name="connsiteX1629" fmla="*/ 916825 w 1465857"/>
                <a:gd name="connsiteY1629" fmla="*/ 299759 h 1282606"/>
                <a:gd name="connsiteX1630" fmla="*/ 916825 w 1465857"/>
                <a:gd name="connsiteY1630" fmla="*/ 302204 h 1282606"/>
                <a:gd name="connsiteX1631" fmla="*/ 919270 w 1465857"/>
                <a:gd name="connsiteY1631" fmla="*/ 302204 h 1282606"/>
                <a:gd name="connsiteX1632" fmla="*/ 919270 w 1465857"/>
                <a:gd name="connsiteY1632" fmla="*/ 307526 h 1282606"/>
                <a:gd name="connsiteX1633" fmla="*/ 911503 w 1465857"/>
                <a:gd name="connsiteY1633" fmla="*/ 315006 h 1282606"/>
                <a:gd name="connsiteX1634" fmla="*/ 904167 w 1465857"/>
                <a:gd name="connsiteY1634" fmla="*/ 317451 h 1282606"/>
                <a:gd name="connsiteX1635" fmla="*/ 896400 w 1465857"/>
                <a:gd name="connsiteY1635" fmla="*/ 322629 h 1282606"/>
                <a:gd name="connsiteX1636" fmla="*/ 891222 w 1465857"/>
                <a:gd name="connsiteY1636" fmla="*/ 327520 h 1282606"/>
                <a:gd name="connsiteX1637" fmla="*/ 878564 w 1465857"/>
                <a:gd name="connsiteY1637" fmla="*/ 345356 h 1282606"/>
                <a:gd name="connsiteX1638" fmla="*/ 878564 w 1465857"/>
                <a:gd name="connsiteY1638" fmla="*/ 350678 h 1282606"/>
                <a:gd name="connsiteX1639" fmla="*/ 878564 w 1465857"/>
                <a:gd name="connsiteY1639" fmla="*/ 355568 h 1282606"/>
                <a:gd name="connsiteX1640" fmla="*/ 870940 w 1465857"/>
                <a:gd name="connsiteY1640" fmla="*/ 358013 h 1282606"/>
                <a:gd name="connsiteX1641" fmla="*/ 868351 w 1465857"/>
                <a:gd name="connsiteY1641" fmla="*/ 363335 h 1282606"/>
                <a:gd name="connsiteX1642" fmla="*/ 868351 w 1465857"/>
                <a:gd name="connsiteY1642" fmla="*/ 365781 h 1282606"/>
                <a:gd name="connsiteX1643" fmla="*/ 868351 w 1465857"/>
                <a:gd name="connsiteY1643" fmla="*/ 368226 h 1282606"/>
                <a:gd name="connsiteX1644" fmla="*/ 870940 w 1465857"/>
                <a:gd name="connsiteY1644" fmla="*/ 365781 h 1282606"/>
                <a:gd name="connsiteX1645" fmla="*/ 870940 w 1465857"/>
                <a:gd name="connsiteY1645" fmla="*/ 360746 h 1282606"/>
                <a:gd name="connsiteX1646" fmla="*/ 873673 w 1465857"/>
                <a:gd name="connsiteY1646" fmla="*/ 358013 h 1282606"/>
                <a:gd name="connsiteX1647" fmla="*/ 876119 w 1465857"/>
                <a:gd name="connsiteY1647" fmla="*/ 358013 h 1282606"/>
                <a:gd name="connsiteX1648" fmla="*/ 878564 w 1465857"/>
                <a:gd name="connsiteY1648" fmla="*/ 358013 h 1282606"/>
                <a:gd name="connsiteX1649" fmla="*/ 881009 w 1465857"/>
                <a:gd name="connsiteY1649" fmla="*/ 360746 h 1282606"/>
                <a:gd name="connsiteX1650" fmla="*/ 883742 w 1465857"/>
                <a:gd name="connsiteY1650" fmla="*/ 365781 h 1282606"/>
                <a:gd name="connsiteX1651" fmla="*/ 878564 w 1465857"/>
                <a:gd name="connsiteY1651" fmla="*/ 365781 h 1282606"/>
                <a:gd name="connsiteX1652" fmla="*/ 873673 w 1465857"/>
                <a:gd name="connsiteY1652" fmla="*/ 370959 h 1282606"/>
                <a:gd name="connsiteX1653" fmla="*/ 870940 w 1465857"/>
                <a:gd name="connsiteY1653" fmla="*/ 370959 h 1282606"/>
                <a:gd name="connsiteX1654" fmla="*/ 868351 w 1465857"/>
                <a:gd name="connsiteY1654" fmla="*/ 375993 h 1282606"/>
                <a:gd name="connsiteX1655" fmla="*/ 870940 w 1465857"/>
                <a:gd name="connsiteY1655" fmla="*/ 378438 h 1282606"/>
                <a:gd name="connsiteX1656" fmla="*/ 868351 w 1465857"/>
                <a:gd name="connsiteY1656" fmla="*/ 383617 h 1282606"/>
                <a:gd name="connsiteX1657" fmla="*/ 865906 w 1465857"/>
                <a:gd name="connsiteY1657" fmla="*/ 383617 h 1282606"/>
                <a:gd name="connsiteX1658" fmla="*/ 865906 w 1465857"/>
                <a:gd name="connsiteY1658" fmla="*/ 388651 h 1282606"/>
                <a:gd name="connsiteX1659" fmla="*/ 863461 w 1465857"/>
                <a:gd name="connsiteY1659" fmla="*/ 388651 h 1282606"/>
                <a:gd name="connsiteX1660" fmla="*/ 863461 w 1465857"/>
                <a:gd name="connsiteY1660" fmla="*/ 391240 h 1282606"/>
                <a:gd name="connsiteX1661" fmla="*/ 868351 w 1465857"/>
                <a:gd name="connsiteY1661" fmla="*/ 391240 h 1282606"/>
                <a:gd name="connsiteX1662" fmla="*/ 868351 w 1465857"/>
                <a:gd name="connsiteY1662" fmla="*/ 388651 h 1282606"/>
                <a:gd name="connsiteX1663" fmla="*/ 876119 w 1465857"/>
                <a:gd name="connsiteY1663" fmla="*/ 370959 h 1282606"/>
                <a:gd name="connsiteX1664" fmla="*/ 878564 w 1465857"/>
                <a:gd name="connsiteY1664" fmla="*/ 368226 h 1282606"/>
                <a:gd name="connsiteX1665" fmla="*/ 886331 w 1465857"/>
                <a:gd name="connsiteY1665" fmla="*/ 368226 h 1282606"/>
                <a:gd name="connsiteX1666" fmla="*/ 888776 w 1465857"/>
                <a:gd name="connsiteY1666" fmla="*/ 365781 h 1282606"/>
                <a:gd name="connsiteX1667" fmla="*/ 888776 w 1465857"/>
                <a:gd name="connsiteY1667" fmla="*/ 363335 h 1282606"/>
                <a:gd name="connsiteX1668" fmla="*/ 883742 w 1465857"/>
                <a:gd name="connsiteY1668" fmla="*/ 360746 h 1282606"/>
                <a:gd name="connsiteX1669" fmla="*/ 881009 w 1465857"/>
                <a:gd name="connsiteY1669" fmla="*/ 355568 h 1282606"/>
                <a:gd name="connsiteX1670" fmla="*/ 883742 w 1465857"/>
                <a:gd name="connsiteY1670" fmla="*/ 350678 h 1282606"/>
                <a:gd name="connsiteX1671" fmla="*/ 886331 w 1465857"/>
                <a:gd name="connsiteY1671" fmla="*/ 342910 h 1282606"/>
                <a:gd name="connsiteX1672" fmla="*/ 891222 w 1465857"/>
                <a:gd name="connsiteY1672" fmla="*/ 340465 h 1282606"/>
                <a:gd name="connsiteX1673" fmla="*/ 893955 w 1465857"/>
                <a:gd name="connsiteY1673" fmla="*/ 335287 h 1282606"/>
                <a:gd name="connsiteX1674" fmla="*/ 901434 w 1465857"/>
                <a:gd name="connsiteY1674" fmla="*/ 332842 h 1282606"/>
                <a:gd name="connsiteX1675" fmla="*/ 901434 w 1465857"/>
                <a:gd name="connsiteY1675" fmla="*/ 330253 h 1282606"/>
                <a:gd name="connsiteX1676" fmla="*/ 906612 w 1465857"/>
                <a:gd name="connsiteY1676" fmla="*/ 332842 h 1282606"/>
                <a:gd name="connsiteX1677" fmla="*/ 911503 w 1465857"/>
                <a:gd name="connsiteY1677" fmla="*/ 330253 h 1282606"/>
                <a:gd name="connsiteX1678" fmla="*/ 909057 w 1465857"/>
                <a:gd name="connsiteY1678" fmla="*/ 330253 h 1282606"/>
                <a:gd name="connsiteX1679" fmla="*/ 904167 w 1465857"/>
                <a:gd name="connsiteY1679" fmla="*/ 327520 h 1282606"/>
                <a:gd name="connsiteX1680" fmla="*/ 906612 w 1465857"/>
                <a:gd name="connsiteY1680" fmla="*/ 327520 h 1282606"/>
                <a:gd name="connsiteX1681" fmla="*/ 914236 w 1465857"/>
                <a:gd name="connsiteY1681" fmla="*/ 327520 h 1282606"/>
                <a:gd name="connsiteX1682" fmla="*/ 916825 w 1465857"/>
                <a:gd name="connsiteY1682" fmla="*/ 325074 h 1282606"/>
                <a:gd name="connsiteX1683" fmla="*/ 924448 w 1465857"/>
                <a:gd name="connsiteY1683" fmla="*/ 322629 h 1282606"/>
                <a:gd name="connsiteX1684" fmla="*/ 924448 w 1465857"/>
                <a:gd name="connsiteY1684" fmla="*/ 325074 h 1282606"/>
                <a:gd name="connsiteX1685" fmla="*/ 924448 w 1465857"/>
                <a:gd name="connsiteY1685" fmla="*/ 327520 h 1282606"/>
                <a:gd name="connsiteX1686" fmla="*/ 926893 w 1465857"/>
                <a:gd name="connsiteY1686" fmla="*/ 330253 h 1282606"/>
                <a:gd name="connsiteX1687" fmla="*/ 924448 w 1465857"/>
                <a:gd name="connsiteY1687" fmla="*/ 337732 h 1282606"/>
                <a:gd name="connsiteX1688" fmla="*/ 924448 w 1465857"/>
                <a:gd name="connsiteY1688" fmla="*/ 340465 h 1282606"/>
                <a:gd name="connsiteX1689" fmla="*/ 924448 w 1465857"/>
                <a:gd name="connsiteY1689" fmla="*/ 345356 h 1282606"/>
                <a:gd name="connsiteX1690" fmla="*/ 921715 w 1465857"/>
                <a:gd name="connsiteY1690" fmla="*/ 347945 h 1282606"/>
                <a:gd name="connsiteX1691" fmla="*/ 921715 w 1465857"/>
                <a:gd name="connsiteY1691" fmla="*/ 350678 h 1282606"/>
                <a:gd name="connsiteX1692" fmla="*/ 919270 w 1465857"/>
                <a:gd name="connsiteY1692" fmla="*/ 350678 h 1282606"/>
                <a:gd name="connsiteX1693" fmla="*/ 914236 w 1465857"/>
                <a:gd name="connsiteY1693" fmla="*/ 358013 h 1282606"/>
                <a:gd name="connsiteX1694" fmla="*/ 911503 w 1465857"/>
                <a:gd name="connsiteY1694" fmla="*/ 365781 h 1282606"/>
                <a:gd name="connsiteX1695" fmla="*/ 909057 w 1465857"/>
                <a:gd name="connsiteY1695" fmla="*/ 373404 h 1282606"/>
                <a:gd name="connsiteX1696" fmla="*/ 906612 w 1465857"/>
                <a:gd name="connsiteY1696" fmla="*/ 381171 h 1282606"/>
                <a:gd name="connsiteX1697" fmla="*/ 901434 w 1465857"/>
                <a:gd name="connsiteY1697" fmla="*/ 381171 h 1282606"/>
                <a:gd name="connsiteX1698" fmla="*/ 896400 w 1465857"/>
                <a:gd name="connsiteY1698" fmla="*/ 381171 h 1282606"/>
                <a:gd name="connsiteX1699" fmla="*/ 891222 w 1465857"/>
                <a:gd name="connsiteY1699" fmla="*/ 386062 h 1282606"/>
                <a:gd name="connsiteX1700" fmla="*/ 891222 w 1465857"/>
                <a:gd name="connsiteY1700" fmla="*/ 388651 h 1282606"/>
                <a:gd name="connsiteX1701" fmla="*/ 888776 w 1465857"/>
                <a:gd name="connsiteY1701" fmla="*/ 391240 h 1282606"/>
                <a:gd name="connsiteX1702" fmla="*/ 891222 w 1465857"/>
                <a:gd name="connsiteY1702" fmla="*/ 401452 h 1282606"/>
                <a:gd name="connsiteX1703" fmla="*/ 888776 w 1465857"/>
                <a:gd name="connsiteY1703" fmla="*/ 403898 h 1282606"/>
                <a:gd name="connsiteX1704" fmla="*/ 891222 w 1465857"/>
                <a:gd name="connsiteY1704" fmla="*/ 414110 h 1282606"/>
                <a:gd name="connsiteX1705" fmla="*/ 891222 w 1465857"/>
                <a:gd name="connsiteY1705" fmla="*/ 411377 h 1282606"/>
                <a:gd name="connsiteX1706" fmla="*/ 891222 w 1465857"/>
                <a:gd name="connsiteY1706" fmla="*/ 406487 h 1282606"/>
                <a:gd name="connsiteX1707" fmla="*/ 893955 w 1465857"/>
                <a:gd name="connsiteY1707" fmla="*/ 398720 h 1282606"/>
                <a:gd name="connsiteX1708" fmla="*/ 893955 w 1465857"/>
                <a:gd name="connsiteY1708" fmla="*/ 391240 h 1282606"/>
                <a:gd name="connsiteX1709" fmla="*/ 896400 w 1465857"/>
                <a:gd name="connsiteY1709" fmla="*/ 386062 h 1282606"/>
                <a:gd name="connsiteX1710" fmla="*/ 898845 w 1465857"/>
                <a:gd name="connsiteY1710" fmla="*/ 383617 h 1282606"/>
                <a:gd name="connsiteX1711" fmla="*/ 901434 w 1465857"/>
                <a:gd name="connsiteY1711" fmla="*/ 383617 h 1282606"/>
                <a:gd name="connsiteX1712" fmla="*/ 904167 w 1465857"/>
                <a:gd name="connsiteY1712" fmla="*/ 386062 h 1282606"/>
                <a:gd name="connsiteX1713" fmla="*/ 909057 w 1465857"/>
                <a:gd name="connsiteY1713" fmla="*/ 386062 h 1282606"/>
                <a:gd name="connsiteX1714" fmla="*/ 914236 w 1465857"/>
                <a:gd name="connsiteY1714" fmla="*/ 368226 h 1282606"/>
                <a:gd name="connsiteX1715" fmla="*/ 916825 w 1465857"/>
                <a:gd name="connsiteY1715" fmla="*/ 363335 h 1282606"/>
                <a:gd name="connsiteX1716" fmla="*/ 924448 w 1465857"/>
                <a:gd name="connsiteY1716" fmla="*/ 355568 h 1282606"/>
                <a:gd name="connsiteX1717" fmla="*/ 929482 w 1465857"/>
                <a:gd name="connsiteY1717" fmla="*/ 355568 h 1282606"/>
                <a:gd name="connsiteX1718" fmla="*/ 931928 w 1465857"/>
                <a:gd name="connsiteY1718" fmla="*/ 355568 h 1282606"/>
                <a:gd name="connsiteX1719" fmla="*/ 934661 w 1465857"/>
                <a:gd name="connsiteY1719" fmla="*/ 355568 h 1282606"/>
                <a:gd name="connsiteX1720" fmla="*/ 931928 w 1465857"/>
                <a:gd name="connsiteY1720" fmla="*/ 350678 h 1282606"/>
                <a:gd name="connsiteX1721" fmla="*/ 934661 w 1465857"/>
                <a:gd name="connsiteY1721" fmla="*/ 350678 h 1282606"/>
                <a:gd name="connsiteX1722" fmla="*/ 934661 w 1465857"/>
                <a:gd name="connsiteY1722" fmla="*/ 347945 h 1282606"/>
                <a:gd name="connsiteX1723" fmla="*/ 937106 w 1465857"/>
                <a:gd name="connsiteY1723" fmla="*/ 342910 h 1282606"/>
                <a:gd name="connsiteX1724" fmla="*/ 934661 w 1465857"/>
                <a:gd name="connsiteY1724" fmla="*/ 340465 h 1282606"/>
                <a:gd name="connsiteX1725" fmla="*/ 937106 w 1465857"/>
                <a:gd name="connsiteY1725" fmla="*/ 340465 h 1282606"/>
                <a:gd name="connsiteX1726" fmla="*/ 939551 w 1465857"/>
                <a:gd name="connsiteY1726" fmla="*/ 335287 h 1282606"/>
                <a:gd name="connsiteX1727" fmla="*/ 941997 w 1465857"/>
                <a:gd name="connsiteY1727" fmla="*/ 335287 h 1282606"/>
                <a:gd name="connsiteX1728" fmla="*/ 947318 w 1465857"/>
                <a:gd name="connsiteY1728" fmla="*/ 327520 h 1282606"/>
                <a:gd name="connsiteX1729" fmla="*/ 944586 w 1465857"/>
                <a:gd name="connsiteY1729" fmla="*/ 325074 h 1282606"/>
                <a:gd name="connsiteX1730" fmla="*/ 941997 w 1465857"/>
                <a:gd name="connsiteY1730" fmla="*/ 327520 h 1282606"/>
                <a:gd name="connsiteX1731" fmla="*/ 939551 w 1465857"/>
                <a:gd name="connsiteY1731" fmla="*/ 327520 h 1282606"/>
                <a:gd name="connsiteX1732" fmla="*/ 939551 w 1465857"/>
                <a:gd name="connsiteY1732" fmla="*/ 325074 h 1282606"/>
                <a:gd name="connsiteX1733" fmla="*/ 939551 w 1465857"/>
                <a:gd name="connsiteY1733" fmla="*/ 322629 h 1282606"/>
                <a:gd name="connsiteX1734" fmla="*/ 937106 w 1465857"/>
                <a:gd name="connsiteY1734" fmla="*/ 325074 h 1282606"/>
                <a:gd name="connsiteX1735" fmla="*/ 937106 w 1465857"/>
                <a:gd name="connsiteY1735" fmla="*/ 320184 h 1282606"/>
                <a:gd name="connsiteX1736" fmla="*/ 937106 w 1465857"/>
                <a:gd name="connsiteY1736" fmla="*/ 317451 h 1282606"/>
                <a:gd name="connsiteX1737" fmla="*/ 939551 w 1465857"/>
                <a:gd name="connsiteY1737" fmla="*/ 315006 h 1282606"/>
                <a:gd name="connsiteX1738" fmla="*/ 939551 w 1465857"/>
                <a:gd name="connsiteY1738" fmla="*/ 312417 h 1282606"/>
                <a:gd name="connsiteX1739" fmla="*/ 941997 w 1465857"/>
                <a:gd name="connsiteY1739" fmla="*/ 307526 h 1282606"/>
                <a:gd name="connsiteX1740" fmla="*/ 939551 w 1465857"/>
                <a:gd name="connsiteY1740" fmla="*/ 304793 h 1282606"/>
                <a:gd name="connsiteX1741" fmla="*/ 944586 w 1465857"/>
                <a:gd name="connsiteY1741" fmla="*/ 302204 h 1282606"/>
                <a:gd name="connsiteX1742" fmla="*/ 947318 w 1465857"/>
                <a:gd name="connsiteY1742" fmla="*/ 304793 h 1282606"/>
                <a:gd name="connsiteX1743" fmla="*/ 954654 w 1465857"/>
                <a:gd name="connsiteY1743" fmla="*/ 304793 h 1282606"/>
                <a:gd name="connsiteX1744" fmla="*/ 957387 w 1465857"/>
                <a:gd name="connsiteY1744" fmla="*/ 307526 h 1282606"/>
                <a:gd name="connsiteX1745" fmla="*/ 959976 w 1465857"/>
                <a:gd name="connsiteY1745" fmla="*/ 307526 h 1282606"/>
                <a:gd name="connsiteX1746" fmla="*/ 962422 w 1465857"/>
                <a:gd name="connsiteY1746" fmla="*/ 309971 h 1282606"/>
                <a:gd name="connsiteX1747" fmla="*/ 962422 w 1465857"/>
                <a:gd name="connsiteY1747" fmla="*/ 312417 h 1282606"/>
                <a:gd name="connsiteX1748" fmla="*/ 967600 w 1465857"/>
                <a:gd name="connsiteY1748" fmla="*/ 312417 h 1282606"/>
                <a:gd name="connsiteX1749" fmla="*/ 970045 w 1465857"/>
                <a:gd name="connsiteY1749" fmla="*/ 312417 h 1282606"/>
                <a:gd name="connsiteX1750" fmla="*/ 970045 w 1465857"/>
                <a:gd name="connsiteY1750" fmla="*/ 315006 h 1282606"/>
                <a:gd name="connsiteX1751" fmla="*/ 975079 w 1465857"/>
                <a:gd name="connsiteY1751" fmla="*/ 317451 h 1282606"/>
                <a:gd name="connsiteX1752" fmla="*/ 977812 w 1465857"/>
                <a:gd name="connsiteY1752" fmla="*/ 320184 h 1282606"/>
                <a:gd name="connsiteX1753" fmla="*/ 977812 w 1465857"/>
                <a:gd name="connsiteY1753" fmla="*/ 322629 h 1282606"/>
                <a:gd name="connsiteX1754" fmla="*/ 980258 w 1465857"/>
                <a:gd name="connsiteY1754" fmla="*/ 322629 h 1282606"/>
                <a:gd name="connsiteX1755" fmla="*/ 980258 w 1465857"/>
                <a:gd name="connsiteY1755" fmla="*/ 325074 h 1282606"/>
                <a:gd name="connsiteX1756" fmla="*/ 982703 w 1465857"/>
                <a:gd name="connsiteY1756" fmla="*/ 325074 h 1282606"/>
                <a:gd name="connsiteX1757" fmla="*/ 982703 w 1465857"/>
                <a:gd name="connsiteY1757" fmla="*/ 327520 h 1282606"/>
                <a:gd name="connsiteX1758" fmla="*/ 985292 w 1465857"/>
                <a:gd name="connsiteY1758" fmla="*/ 325074 h 1282606"/>
                <a:gd name="connsiteX1759" fmla="*/ 985292 w 1465857"/>
                <a:gd name="connsiteY1759" fmla="*/ 327520 h 1282606"/>
                <a:gd name="connsiteX1760" fmla="*/ 987881 w 1465857"/>
                <a:gd name="connsiteY1760" fmla="*/ 332842 h 1282606"/>
                <a:gd name="connsiteX1761" fmla="*/ 990470 w 1465857"/>
                <a:gd name="connsiteY1761" fmla="*/ 332842 h 1282606"/>
                <a:gd name="connsiteX1762" fmla="*/ 992915 w 1465857"/>
                <a:gd name="connsiteY1762" fmla="*/ 335287 h 1282606"/>
                <a:gd name="connsiteX1763" fmla="*/ 995360 w 1465857"/>
                <a:gd name="connsiteY1763" fmla="*/ 337732 h 1282606"/>
                <a:gd name="connsiteX1764" fmla="*/ 998093 w 1465857"/>
                <a:gd name="connsiteY1764" fmla="*/ 345356 h 1282606"/>
                <a:gd name="connsiteX1765" fmla="*/ 1000539 w 1465857"/>
                <a:gd name="connsiteY1765" fmla="*/ 347945 h 1282606"/>
                <a:gd name="connsiteX1766" fmla="*/ 1003128 w 1465857"/>
                <a:gd name="connsiteY1766" fmla="*/ 353123 h 1282606"/>
                <a:gd name="connsiteX1767" fmla="*/ 1005573 w 1465857"/>
                <a:gd name="connsiteY1767" fmla="*/ 358013 h 1282606"/>
                <a:gd name="connsiteX1768" fmla="*/ 1005573 w 1465857"/>
                <a:gd name="connsiteY1768" fmla="*/ 360746 h 1282606"/>
                <a:gd name="connsiteX1769" fmla="*/ 1003128 w 1465857"/>
                <a:gd name="connsiteY1769" fmla="*/ 363335 h 1282606"/>
                <a:gd name="connsiteX1770" fmla="*/ 1000539 w 1465857"/>
                <a:gd name="connsiteY1770" fmla="*/ 363335 h 1282606"/>
                <a:gd name="connsiteX1771" fmla="*/ 998093 w 1465857"/>
                <a:gd name="connsiteY1771" fmla="*/ 363335 h 1282606"/>
                <a:gd name="connsiteX1772" fmla="*/ 995360 w 1465857"/>
                <a:gd name="connsiteY1772" fmla="*/ 365781 h 1282606"/>
                <a:gd name="connsiteX1773" fmla="*/ 985292 w 1465857"/>
                <a:gd name="connsiteY1773" fmla="*/ 363335 h 1282606"/>
                <a:gd name="connsiteX1774" fmla="*/ 975079 w 1465857"/>
                <a:gd name="connsiteY1774" fmla="*/ 363335 h 1282606"/>
                <a:gd name="connsiteX1775" fmla="*/ 964867 w 1465857"/>
                <a:gd name="connsiteY1775" fmla="*/ 368226 h 1282606"/>
                <a:gd name="connsiteX1776" fmla="*/ 962422 w 1465857"/>
                <a:gd name="connsiteY1776" fmla="*/ 375993 h 1282606"/>
                <a:gd name="connsiteX1777" fmla="*/ 962422 w 1465857"/>
                <a:gd name="connsiteY1777" fmla="*/ 383617 h 1282606"/>
                <a:gd name="connsiteX1778" fmla="*/ 959976 w 1465857"/>
                <a:gd name="connsiteY1778" fmla="*/ 388651 h 1282606"/>
                <a:gd name="connsiteX1779" fmla="*/ 952209 w 1465857"/>
                <a:gd name="connsiteY1779" fmla="*/ 391240 h 1282606"/>
                <a:gd name="connsiteX1780" fmla="*/ 947318 w 1465857"/>
                <a:gd name="connsiteY1780" fmla="*/ 391240 h 1282606"/>
                <a:gd name="connsiteX1781" fmla="*/ 944586 w 1465857"/>
                <a:gd name="connsiteY1781" fmla="*/ 391240 h 1282606"/>
                <a:gd name="connsiteX1782" fmla="*/ 934661 w 1465857"/>
                <a:gd name="connsiteY1782" fmla="*/ 403898 h 1282606"/>
                <a:gd name="connsiteX1783" fmla="*/ 931928 w 1465857"/>
                <a:gd name="connsiteY1783" fmla="*/ 406487 h 1282606"/>
                <a:gd name="connsiteX1784" fmla="*/ 926893 w 1465857"/>
                <a:gd name="connsiteY1784" fmla="*/ 408932 h 1282606"/>
                <a:gd name="connsiteX1785" fmla="*/ 926893 w 1465857"/>
                <a:gd name="connsiteY1785" fmla="*/ 411377 h 1282606"/>
                <a:gd name="connsiteX1786" fmla="*/ 924448 w 1465857"/>
                <a:gd name="connsiteY1786" fmla="*/ 414110 h 1282606"/>
                <a:gd name="connsiteX1787" fmla="*/ 916825 w 1465857"/>
                <a:gd name="connsiteY1787" fmla="*/ 414110 h 1282606"/>
                <a:gd name="connsiteX1788" fmla="*/ 904167 w 1465857"/>
                <a:gd name="connsiteY1788" fmla="*/ 414110 h 1282606"/>
                <a:gd name="connsiteX1789" fmla="*/ 901434 w 1465857"/>
                <a:gd name="connsiteY1789" fmla="*/ 416555 h 1282606"/>
                <a:gd name="connsiteX1790" fmla="*/ 896400 w 1465857"/>
                <a:gd name="connsiteY1790" fmla="*/ 424323 h 1282606"/>
                <a:gd name="connsiteX1791" fmla="*/ 901434 w 1465857"/>
                <a:gd name="connsiteY1791" fmla="*/ 424323 h 1282606"/>
                <a:gd name="connsiteX1792" fmla="*/ 901434 w 1465857"/>
                <a:gd name="connsiteY1792" fmla="*/ 419001 h 1282606"/>
                <a:gd name="connsiteX1793" fmla="*/ 906612 w 1465857"/>
                <a:gd name="connsiteY1793" fmla="*/ 416555 h 1282606"/>
                <a:gd name="connsiteX1794" fmla="*/ 911503 w 1465857"/>
                <a:gd name="connsiteY1794" fmla="*/ 416555 h 1282606"/>
                <a:gd name="connsiteX1795" fmla="*/ 921715 w 1465857"/>
                <a:gd name="connsiteY1795" fmla="*/ 416555 h 1282606"/>
                <a:gd name="connsiteX1796" fmla="*/ 926893 w 1465857"/>
                <a:gd name="connsiteY1796" fmla="*/ 416555 h 1282606"/>
                <a:gd name="connsiteX1797" fmla="*/ 931928 w 1465857"/>
                <a:gd name="connsiteY1797" fmla="*/ 411377 h 1282606"/>
                <a:gd name="connsiteX1798" fmla="*/ 934661 w 1465857"/>
                <a:gd name="connsiteY1798" fmla="*/ 408932 h 1282606"/>
                <a:gd name="connsiteX1799" fmla="*/ 937106 w 1465857"/>
                <a:gd name="connsiteY1799" fmla="*/ 406487 h 1282606"/>
                <a:gd name="connsiteX1800" fmla="*/ 941997 w 1465857"/>
                <a:gd name="connsiteY1800" fmla="*/ 403898 h 1282606"/>
                <a:gd name="connsiteX1801" fmla="*/ 944586 w 1465857"/>
                <a:gd name="connsiteY1801" fmla="*/ 398720 h 1282606"/>
                <a:gd name="connsiteX1802" fmla="*/ 952209 w 1465857"/>
                <a:gd name="connsiteY1802" fmla="*/ 396274 h 1282606"/>
                <a:gd name="connsiteX1803" fmla="*/ 954654 w 1465857"/>
                <a:gd name="connsiteY1803" fmla="*/ 396274 h 1282606"/>
                <a:gd name="connsiteX1804" fmla="*/ 964867 w 1465857"/>
                <a:gd name="connsiteY1804" fmla="*/ 398720 h 1282606"/>
                <a:gd name="connsiteX1805" fmla="*/ 967600 w 1465857"/>
                <a:gd name="connsiteY1805" fmla="*/ 401452 h 1282606"/>
                <a:gd name="connsiteX1806" fmla="*/ 985292 w 1465857"/>
                <a:gd name="connsiteY1806" fmla="*/ 403898 h 1282606"/>
                <a:gd name="connsiteX1807" fmla="*/ 987881 w 1465857"/>
                <a:gd name="connsiteY1807" fmla="*/ 401452 h 1282606"/>
                <a:gd name="connsiteX1808" fmla="*/ 990470 w 1465857"/>
                <a:gd name="connsiteY1808" fmla="*/ 396274 h 1282606"/>
                <a:gd name="connsiteX1809" fmla="*/ 1003128 w 1465857"/>
                <a:gd name="connsiteY1809" fmla="*/ 396274 h 1282606"/>
                <a:gd name="connsiteX1810" fmla="*/ 1005573 w 1465857"/>
                <a:gd name="connsiteY1810" fmla="*/ 396274 h 1282606"/>
                <a:gd name="connsiteX1811" fmla="*/ 1013196 w 1465857"/>
                <a:gd name="connsiteY1811" fmla="*/ 393829 h 1282606"/>
                <a:gd name="connsiteX1812" fmla="*/ 1020964 w 1465857"/>
                <a:gd name="connsiteY1812" fmla="*/ 396274 h 1282606"/>
                <a:gd name="connsiteX1813" fmla="*/ 1023409 w 1465857"/>
                <a:gd name="connsiteY1813" fmla="*/ 398720 h 1282606"/>
                <a:gd name="connsiteX1814" fmla="*/ 1031032 w 1465857"/>
                <a:gd name="connsiteY1814" fmla="*/ 398720 h 1282606"/>
                <a:gd name="connsiteX1815" fmla="*/ 1033621 w 1465857"/>
                <a:gd name="connsiteY1815" fmla="*/ 398720 h 1282606"/>
                <a:gd name="connsiteX1816" fmla="*/ 1036067 w 1465857"/>
                <a:gd name="connsiteY1816" fmla="*/ 401452 h 1282606"/>
                <a:gd name="connsiteX1817" fmla="*/ 1038512 w 1465857"/>
                <a:gd name="connsiteY1817" fmla="*/ 401452 h 1282606"/>
                <a:gd name="connsiteX1818" fmla="*/ 1038512 w 1465857"/>
                <a:gd name="connsiteY1818" fmla="*/ 403898 h 1282606"/>
                <a:gd name="connsiteX1819" fmla="*/ 1041245 w 1465857"/>
                <a:gd name="connsiteY1819" fmla="*/ 403898 h 1282606"/>
                <a:gd name="connsiteX1820" fmla="*/ 1046279 w 1465857"/>
                <a:gd name="connsiteY1820" fmla="*/ 411377 h 1282606"/>
                <a:gd name="connsiteX1821" fmla="*/ 1046279 w 1465857"/>
                <a:gd name="connsiteY1821" fmla="*/ 414110 h 1282606"/>
                <a:gd name="connsiteX1822" fmla="*/ 1048724 w 1465857"/>
                <a:gd name="connsiteY1822" fmla="*/ 416555 h 1282606"/>
                <a:gd name="connsiteX1823" fmla="*/ 1048724 w 1465857"/>
                <a:gd name="connsiteY1823" fmla="*/ 421590 h 1282606"/>
                <a:gd name="connsiteX1824" fmla="*/ 1046279 w 1465857"/>
                <a:gd name="connsiteY1824" fmla="*/ 424323 h 1282606"/>
                <a:gd name="connsiteX1825" fmla="*/ 1043690 w 1465857"/>
                <a:gd name="connsiteY1825" fmla="*/ 426768 h 1282606"/>
                <a:gd name="connsiteX1826" fmla="*/ 1041245 w 1465857"/>
                <a:gd name="connsiteY1826" fmla="*/ 424323 h 1282606"/>
                <a:gd name="connsiteX1827" fmla="*/ 1036067 w 1465857"/>
                <a:gd name="connsiteY1827" fmla="*/ 424323 h 1282606"/>
                <a:gd name="connsiteX1828" fmla="*/ 1033621 w 1465857"/>
                <a:gd name="connsiteY1828" fmla="*/ 424323 h 1282606"/>
                <a:gd name="connsiteX1829" fmla="*/ 1031032 w 1465857"/>
                <a:gd name="connsiteY1829" fmla="*/ 424323 h 1282606"/>
                <a:gd name="connsiteX1830" fmla="*/ 1028299 w 1465857"/>
                <a:gd name="connsiteY1830" fmla="*/ 424323 h 1282606"/>
                <a:gd name="connsiteX1831" fmla="*/ 1025854 w 1465857"/>
                <a:gd name="connsiteY1831" fmla="*/ 426768 h 1282606"/>
                <a:gd name="connsiteX1832" fmla="*/ 1025854 w 1465857"/>
                <a:gd name="connsiteY1832" fmla="*/ 429213 h 1282606"/>
                <a:gd name="connsiteX1833" fmla="*/ 1025854 w 1465857"/>
                <a:gd name="connsiteY1833" fmla="*/ 431658 h 1282606"/>
                <a:gd name="connsiteX1834" fmla="*/ 1023409 w 1465857"/>
                <a:gd name="connsiteY1834" fmla="*/ 429213 h 1282606"/>
                <a:gd name="connsiteX1835" fmla="*/ 1020964 w 1465857"/>
                <a:gd name="connsiteY1835" fmla="*/ 429213 h 1282606"/>
                <a:gd name="connsiteX1836" fmla="*/ 1018231 w 1465857"/>
                <a:gd name="connsiteY1836" fmla="*/ 426768 h 1282606"/>
                <a:gd name="connsiteX1837" fmla="*/ 1018231 w 1465857"/>
                <a:gd name="connsiteY1837" fmla="*/ 429213 h 1282606"/>
                <a:gd name="connsiteX1838" fmla="*/ 1015786 w 1465857"/>
                <a:gd name="connsiteY1838" fmla="*/ 429213 h 1282606"/>
                <a:gd name="connsiteX1839" fmla="*/ 1013196 w 1465857"/>
                <a:gd name="connsiteY1839" fmla="*/ 431658 h 1282606"/>
                <a:gd name="connsiteX1840" fmla="*/ 1005573 w 1465857"/>
                <a:gd name="connsiteY1840" fmla="*/ 434391 h 1282606"/>
                <a:gd name="connsiteX1841" fmla="*/ 1003128 w 1465857"/>
                <a:gd name="connsiteY1841" fmla="*/ 434391 h 1282606"/>
                <a:gd name="connsiteX1842" fmla="*/ 990470 w 1465857"/>
                <a:gd name="connsiteY1842" fmla="*/ 426768 h 1282606"/>
                <a:gd name="connsiteX1843" fmla="*/ 980258 w 1465857"/>
                <a:gd name="connsiteY1843" fmla="*/ 424323 h 1282606"/>
                <a:gd name="connsiteX1844" fmla="*/ 977812 w 1465857"/>
                <a:gd name="connsiteY1844" fmla="*/ 424323 h 1282606"/>
                <a:gd name="connsiteX1845" fmla="*/ 970045 w 1465857"/>
                <a:gd name="connsiteY1845" fmla="*/ 429213 h 1282606"/>
                <a:gd name="connsiteX1846" fmla="*/ 944586 w 1465857"/>
                <a:gd name="connsiteY1846" fmla="*/ 429213 h 1282606"/>
                <a:gd name="connsiteX1847" fmla="*/ 941997 w 1465857"/>
                <a:gd name="connsiteY1847" fmla="*/ 431658 h 1282606"/>
                <a:gd name="connsiteX1848" fmla="*/ 937106 w 1465857"/>
                <a:gd name="connsiteY1848" fmla="*/ 439426 h 1282606"/>
                <a:gd name="connsiteX1849" fmla="*/ 934661 w 1465857"/>
                <a:gd name="connsiteY1849" fmla="*/ 441871 h 1282606"/>
                <a:gd name="connsiteX1850" fmla="*/ 934661 w 1465857"/>
                <a:gd name="connsiteY1850" fmla="*/ 447049 h 1282606"/>
                <a:gd name="connsiteX1851" fmla="*/ 941997 w 1465857"/>
                <a:gd name="connsiteY1851" fmla="*/ 434391 h 1282606"/>
                <a:gd name="connsiteX1852" fmla="*/ 944586 w 1465857"/>
                <a:gd name="connsiteY1852" fmla="*/ 431658 h 1282606"/>
                <a:gd name="connsiteX1853" fmla="*/ 970045 w 1465857"/>
                <a:gd name="connsiteY1853" fmla="*/ 434391 h 1282606"/>
                <a:gd name="connsiteX1854" fmla="*/ 980258 w 1465857"/>
                <a:gd name="connsiteY1854" fmla="*/ 429213 h 1282606"/>
                <a:gd name="connsiteX1855" fmla="*/ 982703 w 1465857"/>
                <a:gd name="connsiteY1855" fmla="*/ 431658 h 1282606"/>
                <a:gd name="connsiteX1856" fmla="*/ 985292 w 1465857"/>
                <a:gd name="connsiteY1856" fmla="*/ 431658 h 1282606"/>
                <a:gd name="connsiteX1857" fmla="*/ 987881 w 1465857"/>
                <a:gd name="connsiteY1857" fmla="*/ 431658 h 1282606"/>
                <a:gd name="connsiteX1858" fmla="*/ 987881 w 1465857"/>
                <a:gd name="connsiteY1858" fmla="*/ 434391 h 1282606"/>
                <a:gd name="connsiteX1859" fmla="*/ 985292 w 1465857"/>
                <a:gd name="connsiteY1859" fmla="*/ 436980 h 1282606"/>
                <a:gd name="connsiteX1860" fmla="*/ 980258 w 1465857"/>
                <a:gd name="connsiteY1860" fmla="*/ 436980 h 1282606"/>
                <a:gd name="connsiteX1861" fmla="*/ 975079 w 1465857"/>
                <a:gd name="connsiteY1861" fmla="*/ 436980 h 1282606"/>
                <a:gd name="connsiteX1862" fmla="*/ 967600 w 1465857"/>
                <a:gd name="connsiteY1862" fmla="*/ 439426 h 1282606"/>
                <a:gd name="connsiteX1863" fmla="*/ 957387 w 1465857"/>
                <a:gd name="connsiteY1863" fmla="*/ 444604 h 1282606"/>
                <a:gd name="connsiteX1864" fmla="*/ 947318 w 1465857"/>
                <a:gd name="connsiteY1864" fmla="*/ 447049 h 1282606"/>
                <a:gd name="connsiteX1865" fmla="*/ 959976 w 1465857"/>
                <a:gd name="connsiteY1865" fmla="*/ 447049 h 1282606"/>
                <a:gd name="connsiteX1866" fmla="*/ 962422 w 1465857"/>
                <a:gd name="connsiteY1866" fmla="*/ 444604 h 1282606"/>
                <a:gd name="connsiteX1867" fmla="*/ 964867 w 1465857"/>
                <a:gd name="connsiteY1867" fmla="*/ 441871 h 1282606"/>
                <a:gd name="connsiteX1868" fmla="*/ 970045 w 1465857"/>
                <a:gd name="connsiteY1868" fmla="*/ 441871 h 1282606"/>
                <a:gd name="connsiteX1869" fmla="*/ 970045 w 1465857"/>
                <a:gd name="connsiteY1869" fmla="*/ 444604 h 1282606"/>
                <a:gd name="connsiteX1870" fmla="*/ 964867 w 1465857"/>
                <a:gd name="connsiteY1870" fmla="*/ 449638 h 1282606"/>
                <a:gd name="connsiteX1871" fmla="*/ 962422 w 1465857"/>
                <a:gd name="connsiteY1871" fmla="*/ 452083 h 1282606"/>
                <a:gd name="connsiteX1872" fmla="*/ 957387 w 1465857"/>
                <a:gd name="connsiteY1872" fmla="*/ 457262 h 1282606"/>
                <a:gd name="connsiteX1873" fmla="*/ 949764 w 1465857"/>
                <a:gd name="connsiteY1873" fmla="*/ 459707 h 1282606"/>
                <a:gd name="connsiteX1874" fmla="*/ 949764 w 1465857"/>
                <a:gd name="connsiteY1874" fmla="*/ 462152 h 1282606"/>
                <a:gd name="connsiteX1875" fmla="*/ 952209 w 1465857"/>
                <a:gd name="connsiteY1875" fmla="*/ 462152 h 1282606"/>
                <a:gd name="connsiteX1876" fmla="*/ 952209 w 1465857"/>
                <a:gd name="connsiteY1876" fmla="*/ 459707 h 1282606"/>
                <a:gd name="connsiteX1877" fmla="*/ 954654 w 1465857"/>
                <a:gd name="connsiteY1877" fmla="*/ 459707 h 1282606"/>
                <a:gd name="connsiteX1878" fmla="*/ 957387 w 1465857"/>
                <a:gd name="connsiteY1878" fmla="*/ 459707 h 1282606"/>
                <a:gd name="connsiteX1879" fmla="*/ 957387 w 1465857"/>
                <a:gd name="connsiteY1879" fmla="*/ 462152 h 1282606"/>
                <a:gd name="connsiteX1880" fmla="*/ 959976 w 1465857"/>
                <a:gd name="connsiteY1880" fmla="*/ 457262 h 1282606"/>
                <a:gd name="connsiteX1881" fmla="*/ 962422 w 1465857"/>
                <a:gd name="connsiteY1881" fmla="*/ 457262 h 1282606"/>
                <a:gd name="connsiteX1882" fmla="*/ 964867 w 1465857"/>
                <a:gd name="connsiteY1882" fmla="*/ 454816 h 1282606"/>
                <a:gd name="connsiteX1883" fmla="*/ 967600 w 1465857"/>
                <a:gd name="connsiteY1883" fmla="*/ 452083 h 1282606"/>
                <a:gd name="connsiteX1884" fmla="*/ 975079 w 1465857"/>
                <a:gd name="connsiteY1884" fmla="*/ 444604 h 1282606"/>
                <a:gd name="connsiteX1885" fmla="*/ 985292 w 1465857"/>
                <a:gd name="connsiteY1885" fmla="*/ 444604 h 1282606"/>
                <a:gd name="connsiteX1886" fmla="*/ 987881 w 1465857"/>
                <a:gd name="connsiteY1886" fmla="*/ 444604 h 1282606"/>
                <a:gd name="connsiteX1887" fmla="*/ 992915 w 1465857"/>
                <a:gd name="connsiteY1887" fmla="*/ 444604 h 1282606"/>
                <a:gd name="connsiteX1888" fmla="*/ 1000539 w 1465857"/>
                <a:gd name="connsiteY1888" fmla="*/ 449638 h 1282606"/>
                <a:gd name="connsiteX1889" fmla="*/ 1003128 w 1465857"/>
                <a:gd name="connsiteY1889" fmla="*/ 449638 h 1282606"/>
                <a:gd name="connsiteX1890" fmla="*/ 1010751 w 1465857"/>
                <a:gd name="connsiteY1890" fmla="*/ 452083 h 1282606"/>
                <a:gd name="connsiteX1891" fmla="*/ 1010751 w 1465857"/>
                <a:gd name="connsiteY1891" fmla="*/ 454816 h 1282606"/>
                <a:gd name="connsiteX1892" fmla="*/ 1005573 w 1465857"/>
                <a:gd name="connsiteY1892" fmla="*/ 457262 h 1282606"/>
                <a:gd name="connsiteX1893" fmla="*/ 1000539 w 1465857"/>
                <a:gd name="connsiteY1893" fmla="*/ 459707 h 1282606"/>
                <a:gd name="connsiteX1894" fmla="*/ 1000539 w 1465857"/>
                <a:gd name="connsiteY1894" fmla="*/ 465029 h 1282606"/>
                <a:gd name="connsiteX1895" fmla="*/ 992915 w 1465857"/>
                <a:gd name="connsiteY1895" fmla="*/ 462152 h 1282606"/>
                <a:gd name="connsiteX1896" fmla="*/ 990470 w 1465857"/>
                <a:gd name="connsiteY1896" fmla="*/ 462152 h 1282606"/>
                <a:gd name="connsiteX1897" fmla="*/ 985292 w 1465857"/>
                <a:gd name="connsiteY1897" fmla="*/ 462152 h 1282606"/>
                <a:gd name="connsiteX1898" fmla="*/ 980258 w 1465857"/>
                <a:gd name="connsiteY1898" fmla="*/ 467474 h 1282606"/>
                <a:gd name="connsiteX1899" fmla="*/ 980258 w 1465857"/>
                <a:gd name="connsiteY1899" fmla="*/ 469920 h 1282606"/>
                <a:gd name="connsiteX1900" fmla="*/ 977812 w 1465857"/>
                <a:gd name="connsiteY1900" fmla="*/ 469920 h 1282606"/>
                <a:gd name="connsiteX1901" fmla="*/ 975079 w 1465857"/>
                <a:gd name="connsiteY1901" fmla="*/ 469920 h 1282606"/>
                <a:gd name="connsiteX1902" fmla="*/ 977812 w 1465857"/>
                <a:gd name="connsiteY1902" fmla="*/ 472365 h 1282606"/>
                <a:gd name="connsiteX1903" fmla="*/ 980258 w 1465857"/>
                <a:gd name="connsiteY1903" fmla="*/ 472365 h 1282606"/>
                <a:gd name="connsiteX1904" fmla="*/ 982703 w 1465857"/>
                <a:gd name="connsiteY1904" fmla="*/ 467474 h 1282606"/>
                <a:gd name="connsiteX1905" fmla="*/ 985292 w 1465857"/>
                <a:gd name="connsiteY1905" fmla="*/ 465029 h 1282606"/>
                <a:gd name="connsiteX1906" fmla="*/ 987881 w 1465857"/>
                <a:gd name="connsiteY1906" fmla="*/ 465029 h 1282606"/>
                <a:gd name="connsiteX1907" fmla="*/ 985292 w 1465857"/>
                <a:gd name="connsiteY1907" fmla="*/ 467474 h 1282606"/>
                <a:gd name="connsiteX1908" fmla="*/ 987881 w 1465857"/>
                <a:gd name="connsiteY1908" fmla="*/ 469920 h 1282606"/>
                <a:gd name="connsiteX1909" fmla="*/ 990470 w 1465857"/>
                <a:gd name="connsiteY1909" fmla="*/ 467474 h 1282606"/>
                <a:gd name="connsiteX1910" fmla="*/ 992915 w 1465857"/>
                <a:gd name="connsiteY1910" fmla="*/ 467474 h 1282606"/>
                <a:gd name="connsiteX1911" fmla="*/ 995360 w 1465857"/>
                <a:gd name="connsiteY1911" fmla="*/ 467474 h 1282606"/>
                <a:gd name="connsiteX1912" fmla="*/ 998093 w 1465857"/>
                <a:gd name="connsiteY1912" fmla="*/ 467474 h 1282606"/>
                <a:gd name="connsiteX1913" fmla="*/ 1000539 w 1465857"/>
                <a:gd name="connsiteY1913" fmla="*/ 467474 h 1282606"/>
                <a:gd name="connsiteX1914" fmla="*/ 1000539 w 1465857"/>
                <a:gd name="connsiteY1914" fmla="*/ 469920 h 1282606"/>
                <a:gd name="connsiteX1915" fmla="*/ 998093 w 1465857"/>
                <a:gd name="connsiteY1915" fmla="*/ 472365 h 1282606"/>
                <a:gd name="connsiteX1916" fmla="*/ 1000539 w 1465857"/>
                <a:gd name="connsiteY1916" fmla="*/ 472365 h 1282606"/>
                <a:gd name="connsiteX1917" fmla="*/ 1003128 w 1465857"/>
                <a:gd name="connsiteY1917" fmla="*/ 472365 h 1282606"/>
                <a:gd name="connsiteX1918" fmla="*/ 1005573 w 1465857"/>
                <a:gd name="connsiteY1918" fmla="*/ 472365 h 1282606"/>
                <a:gd name="connsiteX1919" fmla="*/ 1005573 w 1465857"/>
                <a:gd name="connsiteY1919" fmla="*/ 475098 h 1282606"/>
                <a:gd name="connsiteX1920" fmla="*/ 998093 w 1465857"/>
                <a:gd name="connsiteY1920" fmla="*/ 475098 h 1282606"/>
                <a:gd name="connsiteX1921" fmla="*/ 987881 w 1465857"/>
                <a:gd name="connsiteY1921" fmla="*/ 475098 h 1282606"/>
                <a:gd name="connsiteX1922" fmla="*/ 985292 w 1465857"/>
                <a:gd name="connsiteY1922" fmla="*/ 477543 h 1282606"/>
                <a:gd name="connsiteX1923" fmla="*/ 982703 w 1465857"/>
                <a:gd name="connsiteY1923" fmla="*/ 477543 h 1282606"/>
                <a:gd name="connsiteX1924" fmla="*/ 982703 w 1465857"/>
                <a:gd name="connsiteY1924" fmla="*/ 480132 h 1282606"/>
                <a:gd name="connsiteX1925" fmla="*/ 987881 w 1465857"/>
                <a:gd name="connsiteY1925" fmla="*/ 480132 h 1282606"/>
                <a:gd name="connsiteX1926" fmla="*/ 992915 w 1465857"/>
                <a:gd name="connsiteY1926" fmla="*/ 477543 h 1282606"/>
                <a:gd name="connsiteX1927" fmla="*/ 1003128 w 1465857"/>
                <a:gd name="connsiteY1927" fmla="*/ 480132 h 1282606"/>
                <a:gd name="connsiteX1928" fmla="*/ 1005573 w 1465857"/>
                <a:gd name="connsiteY1928" fmla="*/ 480132 h 1282606"/>
                <a:gd name="connsiteX1929" fmla="*/ 1008306 w 1465857"/>
                <a:gd name="connsiteY1929" fmla="*/ 480132 h 1282606"/>
                <a:gd name="connsiteX1930" fmla="*/ 1013196 w 1465857"/>
                <a:gd name="connsiteY1930" fmla="*/ 480132 h 1282606"/>
                <a:gd name="connsiteX1931" fmla="*/ 1010751 w 1465857"/>
                <a:gd name="connsiteY1931" fmla="*/ 482577 h 1282606"/>
                <a:gd name="connsiteX1932" fmla="*/ 1013196 w 1465857"/>
                <a:gd name="connsiteY1932" fmla="*/ 482577 h 1282606"/>
                <a:gd name="connsiteX1933" fmla="*/ 1018231 w 1465857"/>
                <a:gd name="connsiteY1933" fmla="*/ 480132 h 1282606"/>
                <a:gd name="connsiteX1934" fmla="*/ 1018231 w 1465857"/>
                <a:gd name="connsiteY1934" fmla="*/ 482577 h 1282606"/>
                <a:gd name="connsiteX1935" fmla="*/ 1015786 w 1465857"/>
                <a:gd name="connsiteY1935" fmla="*/ 485310 h 1282606"/>
                <a:gd name="connsiteX1936" fmla="*/ 1008306 w 1465857"/>
                <a:gd name="connsiteY1936" fmla="*/ 485310 h 1282606"/>
                <a:gd name="connsiteX1937" fmla="*/ 1005573 w 1465857"/>
                <a:gd name="connsiteY1937" fmla="*/ 485310 h 1282606"/>
                <a:gd name="connsiteX1938" fmla="*/ 1003128 w 1465857"/>
                <a:gd name="connsiteY1938" fmla="*/ 482577 h 1282606"/>
                <a:gd name="connsiteX1939" fmla="*/ 998093 w 1465857"/>
                <a:gd name="connsiteY1939" fmla="*/ 485310 h 1282606"/>
                <a:gd name="connsiteX1940" fmla="*/ 992915 w 1465857"/>
                <a:gd name="connsiteY1940" fmla="*/ 485310 h 1282606"/>
                <a:gd name="connsiteX1941" fmla="*/ 987881 w 1465857"/>
                <a:gd name="connsiteY1941" fmla="*/ 485310 h 1282606"/>
                <a:gd name="connsiteX1942" fmla="*/ 977812 w 1465857"/>
                <a:gd name="connsiteY1942" fmla="*/ 485310 h 1282606"/>
                <a:gd name="connsiteX1943" fmla="*/ 980258 w 1465857"/>
                <a:gd name="connsiteY1943" fmla="*/ 487755 h 1282606"/>
                <a:gd name="connsiteX1944" fmla="*/ 985292 w 1465857"/>
                <a:gd name="connsiteY1944" fmla="*/ 487755 h 1282606"/>
                <a:gd name="connsiteX1945" fmla="*/ 985292 w 1465857"/>
                <a:gd name="connsiteY1945" fmla="*/ 490201 h 1282606"/>
                <a:gd name="connsiteX1946" fmla="*/ 980258 w 1465857"/>
                <a:gd name="connsiteY1946" fmla="*/ 492646 h 1282606"/>
                <a:gd name="connsiteX1947" fmla="*/ 975079 w 1465857"/>
                <a:gd name="connsiteY1947" fmla="*/ 492646 h 1282606"/>
                <a:gd name="connsiteX1948" fmla="*/ 970045 w 1465857"/>
                <a:gd name="connsiteY1948" fmla="*/ 495235 h 1282606"/>
                <a:gd name="connsiteX1949" fmla="*/ 967600 w 1465857"/>
                <a:gd name="connsiteY1949" fmla="*/ 495235 h 1282606"/>
                <a:gd name="connsiteX1950" fmla="*/ 962422 w 1465857"/>
                <a:gd name="connsiteY1950" fmla="*/ 495235 h 1282606"/>
                <a:gd name="connsiteX1951" fmla="*/ 959976 w 1465857"/>
                <a:gd name="connsiteY1951" fmla="*/ 492646 h 1282606"/>
                <a:gd name="connsiteX1952" fmla="*/ 959976 w 1465857"/>
                <a:gd name="connsiteY1952" fmla="*/ 490201 h 1282606"/>
                <a:gd name="connsiteX1953" fmla="*/ 957387 w 1465857"/>
                <a:gd name="connsiteY1953" fmla="*/ 492646 h 1282606"/>
                <a:gd name="connsiteX1954" fmla="*/ 954654 w 1465857"/>
                <a:gd name="connsiteY1954" fmla="*/ 492646 h 1282606"/>
                <a:gd name="connsiteX1955" fmla="*/ 952209 w 1465857"/>
                <a:gd name="connsiteY1955" fmla="*/ 492646 h 1282606"/>
                <a:gd name="connsiteX1956" fmla="*/ 949764 w 1465857"/>
                <a:gd name="connsiteY1956" fmla="*/ 492646 h 1282606"/>
                <a:gd name="connsiteX1957" fmla="*/ 952209 w 1465857"/>
                <a:gd name="connsiteY1957" fmla="*/ 495235 h 1282606"/>
                <a:gd name="connsiteX1958" fmla="*/ 954654 w 1465857"/>
                <a:gd name="connsiteY1958" fmla="*/ 495235 h 1282606"/>
                <a:gd name="connsiteX1959" fmla="*/ 954654 w 1465857"/>
                <a:gd name="connsiteY1959" fmla="*/ 497968 h 1282606"/>
                <a:gd name="connsiteX1960" fmla="*/ 947318 w 1465857"/>
                <a:gd name="connsiteY1960" fmla="*/ 497968 h 1282606"/>
                <a:gd name="connsiteX1961" fmla="*/ 947318 w 1465857"/>
                <a:gd name="connsiteY1961" fmla="*/ 500413 h 1282606"/>
                <a:gd name="connsiteX1962" fmla="*/ 949764 w 1465857"/>
                <a:gd name="connsiteY1962" fmla="*/ 500413 h 1282606"/>
                <a:gd name="connsiteX1963" fmla="*/ 957387 w 1465857"/>
                <a:gd name="connsiteY1963" fmla="*/ 497968 h 1282606"/>
                <a:gd name="connsiteX1964" fmla="*/ 959976 w 1465857"/>
                <a:gd name="connsiteY1964" fmla="*/ 497968 h 1282606"/>
                <a:gd name="connsiteX1965" fmla="*/ 967600 w 1465857"/>
                <a:gd name="connsiteY1965" fmla="*/ 497968 h 1282606"/>
                <a:gd name="connsiteX1966" fmla="*/ 967600 w 1465857"/>
                <a:gd name="connsiteY1966" fmla="*/ 500413 h 1282606"/>
                <a:gd name="connsiteX1967" fmla="*/ 967600 w 1465857"/>
                <a:gd name="connsiteY1967" fmla="*/ 502858 h 1282606"/>
                <a:gd name="connsiteX1968" fmla="*/ 972490 w 1465857"/>
                <a:gd name="connsiteY1968" fmla="*/ 500413 h 1282606"/>
                <a:gd name="connsiteX1969" fmla="*/ 975079 w 1465857"/>
                <a:gd name="connsiteY1969" fmla="*/ 500413 h 1282606"/>
                <a:gd name="connsiteX1970" fmla="*/ 975079 w 1465857"/>
                <a:gd name="connsiteY1970" fmla="*/ 497968 h 1282606"/>
                <a:gd name="connsiteX1971" fmla="*/ 977812 w 1465857"/>
                <a:gd name="connsiteY1971" fmla="*/ 497968 h 1282606"/>
                <a:gd name="connsiteX1972" fmla="*/ 980258 w 1465857"/>
                <a:gd name="connsiteY1972" fmla="*/ 500413 h 1282606"/>
                <a:gd name="connsiteX1973" fmla="*/ 982703 w 1465857"/>
                <a:gd name="connsiteY1973" fmla="*/ 497968 h 1282606"/>
                <a:gd name="connsiteX1974" fmla="*/ 985292 w 1465857"/>
                <a:gd name="connsiteY1974" fmla="*/ 497968 h 1282606"/>
                <a:gd name="connsiteX1975" fmla="*/ 987881 w 1465857"/>
                <a:gd name="connsiteY1975" fmla="*/ 497968 h 1282606"/>
                <a:gd name="connsiteX1976" fmla="*/ 990470 w 1465857"/>
                <a:gd name="connsiteY1976" fmla="*/ 497968 h 1282606"/>
                <a:gd name="connsiteX1977" fmla="*/ 995360 w 1465857"/>
                <a:gd name="connsiteY1977" fmla="*/ 495235 h 1282606"/>
                <a:gd name="connsiteX1978" fmla="*/ 1008306 w 1465857"/>
                <a:gd name="connsiteY1978" fmla="*/ 497968 h 1282606"/>
                <a:gd name="connsiteX1979" fmla="*/ 1008306 w 1465857"/>
                <a:gd name="connsiteY1979" fmla="*/ 500413 h 1282606"/>
                <a:gd name="connsiteX1980" fmla="*/ 1008306 w 1465857"/>
                <a:gd name="connsiteY1980" fmla="*/ 502858 h 1282606"/>
                <a:gd name="connsiteX1981" fmla="*/ 1010751 w 1465857"/>
                <a:gd name="connsiteY1981" fmla="*/ 502858 h 1282606"/>
                <a:gd name="connsiteX1982" fmla="*/ 1008306 w 1465857"/>
                <a:gd name="connsiteY1982" fmla="*/ 505304 h 1282606"/>
                <a:gd name="connsiteX1983" fmla="*/ 1005573 w 1465857"/>
                <a:gd name="connsiteY1983" fmla="*/ 502858 h 1282606"/>
                <a:gd name="connsiteX1984" fmla="*/ 1003128 w 1465857"/>
                <a:gd name="connsiteY1984" fmla="*/ 502858 h 1282606"/>
                <a:gd name="connsiteX1985" fmla="*/ 998093 w 1465857"/>
                <a:gd name="connsiteY1985" fmla="*/ 508037 h 1282606"/>
                <a:gd name="connsiteX1986" fmla="*/ 985292 w 1465857"/>
                <a:gd name="connsiteY1986" fmla="*/ 508037 h 1282606"/>
                <a:gd name="connsiteX1987" fmla="*/ 982703 w 1465857"/>
                <a:gd name="connsiteY1987" fmla="*/ 510626 h 1282606"/>
                <a:gd name="connsiteX1988" fmla="*/ 980258 w 1465857"/>
                <a:gd name="connsiteY1988" fmla="*/ 513071 h 1282606"/>
                <a:gd name="connsiteX1989" fmla="*/ 980258 w 1465857"/>
                <a:gd name="connsiteY1989" fmla="*/ 515516 h 1282606"/>
                <a:gd name="connsiteX1990" fmla="*/ 977812 w 1465857"/>
                <a:gd name="connsiteY1990" fmla="*/ 518249 h 1282606"/>
                <a:gd name="connsiteX1991" fmla="*/ 975079 w 1465857"/>
                <a:gd name="connsiteY1991" fmla="*/ 518249 h 1282606"/>
                <a:gd name="connsiteX1992" fmla="*/ 977812 w 1465857"/>
                <a:gd name="connsiteY1992" fmla="*/ 520694 h 1282606"/>
                <a:gd name="connsiteX1993" fmla="*/ 982703 w 1465857"/>
                <a:gd name="connsiteY1993" fmla="*/ 518249 h 1282606"/>
                <a:gd name="connsiteX1994" fmla="*/ 985292 w 1465857"/>
                <a:gd name="connsiteY1994" fmla="*/ 515516 h 1282606"/>
                <a:gd name="connsiteX1995" fmla="*/ 985292 w 1465857"/>
                <a:gd name="connsiteY1995" fmla="*/ 513071 h 1282606"/>
                <a:gd name="connsiteX1996" fmla="*/ 987881 w 1465857"/>
                <a:gd name="connsiteY1996" fmla="*/ 510626 h 1282606"/>
                <a:gd name="connsiteX1997" fmla="*/ 992915 w 1465857"/>
                <a:gd name="connsiteY1997" fmla="*/ 513071 h 1282606"/>
                <a:gd name="connsiteX1998" fmla="*/ 995360 w 1465857"/>
                <a:gd name="connsiteY1998" fmla="*/ 513071 h 1282606"/>
                <a:gd name="connsiteX1999" fmla="*/ 992915 w 1465857"/>
                <a:gd name="connsiteY1999" fmla="*/ 515516 h 1282606"/>
                <a:gd name="connsiteX2000" fmla="*/ 990470 w 1465857"/>
                <a:gd name="connsiteY2000" fmla="*/ 518249 h 1282606"/>
                <a:gd name="connsiteX2001" fmla="*/ 987881 w 1465857"/>
                <a:gd name="connsiteY2001" fmla="*/ 518249 h 1282606"/>
                <a:gd name="connsiteX2002" fmla="*/ 985292 w 1465857"/>
                <a:gd name="connsiteY2002" fmla="*/ 518249 h 1282606"/>
                <a:gd name="connsiteX2003" fmla="*/ 985292 w 1465857"/>
                <a:gd name="connsiteY2003" fmla="*/ 520694 h 1282606"/>
                <a:gd name="connsiteX2004" fmla="*/ 992915 w 1465857"/>
                <a:gd name="connsiteY2004" fmla="*/ 518249 h 1282606"/>
                <a:gd name="connsiteX2005" fmla="*/ 995360 w 1465857"/>
                <a:gd name="connsiteY2005" fmla="*/ 518249 h 1282606"/>
                <a:gd name="connsiteX2006" fmla="*/ 998093 w 1465857"/>
                <a:gd name="connsiteY2006" fmla="*/ 518249 h 1282606"/>
                <a:gd name="connsiteX2007" fmla="*/ 998093 w 1465857"/>
                <a:gd name="connsiteY2007" fmla="*/ 515516 h 1282606"/>
                <a:gd name="connsiteX2008" fmla="*/ 998093 w 1465857"/>
                <a:gd name="connsiteY2008" fmla="*/ 513071 h 1282606"/>
                <a:gd name="connsiteX2009" fmla="*/ 1000539 w 1465857"/>
                <a:gd name="connsiteY2009" fmla="*/ 513071 h 1282606"/>
                <a:gd name="connsiteX2010" fmla="*/ 1003128 w 1465857"/>
                <a:gd name="connsiteY2010" fmla="*/ 513071 h 1282606"/>
                <a:gd name="connsiteX2011" fmla="*/ 1008306 w 1465857"/>
                <a:gd name="connsiteY2011" fmla="*/ 513071 h 1282606"/>
                <a:gd name="connsiteX2012" fmla="*/ 1010751 w 1465857"/>
                <a:gd name="connsiteY2012" fmla="*/ 513071 h 1282606"/>
                <a:gd name="connsiteX2013" fmla="*/ 1010751 w 1465857"/>
                <a:gd name="connsiteY2013" fmla="*/ 515516 h 1282606"/>
                <a:gd name="connsiteX2014" fmla="*/ 1013196 w 1465857"/>
                <a:gd name="connsiteY2014" fmla="*/ 515516 h 1282606"/>
                <a:gd name="connsiteX2015" fmla="*/ 1013196 w 1465857"/>
                <a:gd name="connsiteY2015" fmla="*/ 518249 h 1282606"/>
                <a:gd name="connsiteX2016" fmla="*/ 1015786 w 1465857"/>
                <a:gd name="connsiteY2016" fmla="*/ 515516 h 1282606"/>
                <a:gd name="connsiteX2017" fmla="*/ 1018231 w 1465857"/>
                <a:gd name="connsiteY2017" fmla="*/ 515516 h 1282606"/>
                <a:gd name="connsiteX2018" fmla="*/ 1018231 w 1465857"/>
                <a:gd name="connsiteY2018" fmla="*/ 513071 h 1282606"/>
                <a:gd name="connsiteX2019" fmla="*/ 1020964 w 1465857"/>
                <a:gd name="connsiteY2019" fmla="*/ 513071 h 1282606"/>
                <a:gd name="connsiteX2020" fmla="*/ 1020964 w 1465857"/>
                <a:gd name="connsiteY2020" fmla="*/ 515516 h 1282606"/>
                <a:gd name="connsiteX2021" fmla="*/ 1023409 w 1465857"/>
                <a:gd name="connsiteY2021" fmla="*/ 520694 h 1282606"/>
                <a:gd name="connsiteX2022" fmla="*/ 1025854 w 1465857"/>
                <a:gd name="connsiteY2022" fmla="*/ 523283 h 1282606"/>
                <a:gd name="connsiteX2023" fmla="*/ 1025854 w 1465857"/>
                <a:gd name="connsiteY2023" fmla="*/ 520694 h 1282606"/>
                <a:gd name="connsiteX2024" fmla="*/ 1023409 w 1465857"/>
                <a:gd name="connsiteY2024" fmla="*/ 513071 h 1282606"/>
                <a:gd name="connsiteX2025" fmla="*/ 1025854 w 1465857"/>
                <a:gd name="connsiteY2025" fmla="*/ 513071 h 1282606"/>
                <a:gd name="connsiteX2026" fmla="*/ 1028299 w 1465857"/>
                <a:gd name="connsiteY2026" fmla="*/ 513071 h 1282606"/>
                <a:gd name="connsiteX2027" fmla="*/ 1031032 w 1465857"/>
                <a:gd name="connsiteY2027" fmla="*/ 505304 h 1282606"/>
                <a:gd name="connsiteX2028" fmla="*/ 1033621 w 1465857"/>
                <a:gd name="connsiteY2028" fmla="*/ 508037 h 1282606"/>
                <a:gd name="connsiteX2029" fmla="*/ 1036067 w 1465857"/>
                <a:gd name="connsiteY2029" fmla="*/ 505304 h 1282606"/>
                <a:gd name="connsiteX2030" fmla="*/ 1038512 w 1465857"/>
                <a:gd name="connsiteY2030" fmla="*/ 505304 h 1282606"/>
                <a:gd name="connsiteX2031" fmla="*/ 1038512 w 1465857"/>
                <a:gd name="connsiteY2031" fmla="*/ 508037 h 1282606"/>
                <a:gd name="connsiteX2032" fmla="*/ 1038512 w 1465857"/>
                <a:gd name="connsiteY2032" fmla="*/ 510626 h 1282606"/>
                <a:gd name="connsiteX2033" fmla="*/ 1036067 w 1465857"/>
                <a:gd name="connsiteY2033" fmla="*/ 513071 h 1282606"/>
                <a:gd name="connsiteX2034" fmla="*/ 1036067 w 1465857"/>
                <a:gd name="connsiteY2034" fmla="*/ 515516 h 1282606"/>
                <a:gd name="connsiteX2035" fmla="*/ 1038512 w 1465857"/>
                <a:gd name="connsiteY2035" fmla="*/ 523283 h 1282606"/>
                <a:gd name="connsiteX2036" fmla="*/ 1038512 w 1465857"/>
                <a:gd name="connsiteY2036" fmla="*/ 525729 h 1282606"/>
                <a:gd name="connsiteX2037" fmla="*/ 1041245 w 1465857"/>
                <a:gd name="connsiteY2037" fmla="*/ 528462 h 1282606"/>
                <a:gd name="connsiteX2038" fmla="*/ 1041245 w 1465857"/>
                <a:gd name="connsiteY2038" fmla="*/ 523283 h 1282606"/>
                <a:gd name="connsiteX2039" fmla="*/ 1041245 w 1465857"/>
                <a:gd name="connsiteY2039" fmla="*/ 520694 h 1282606"/>
                <a:gd name="connsiteX2040" fmla="*/ 1041245 w 1465857"/>
                <a:gd name="connsiteY2040" fmla="*/ 518249 h 1282606"/>
                <a:gd name="connsiteX2041" fmla="*/ 1038512 w 1465857"/>
                <a:gd name="connsiteY2041" fmla="*/ 515516 h 1282606"/>
                <a:gd name="connsiteX2042" fmla="*/ 1041245 w 1465857"/>
                <a:gd name="connsiteY2042" fmla="*/ 513071 h 1282606"/>
                <a:gd name="connsiteX2043" fmla="*/ 1043690 w 1465857"/>
                <a:gd name="connsiteY2043" fmla="*/ 513071 h 1282606"/>
                <a:gd name="connsiteX2044" fmla="*/ 1043690 w 1465857"/>
                <a:gd name="connsiteY2044" fmla="*/ 510626 h 1282606"/>
                <a:gd name="connsiteX2045" fmla="*/ 1046279 w 1465857"/>
                <a:gd name="connsiteY2045" fmla="*/ 511776 h 1282606"/>
                <a:gd name="connsiteX2046" fmla="*/ 1046279 w 1465857"/>
                <a:gd name="connsiteY2046" fmla="*/ 510626 h 1282606"/>
                <a:gd name="connsiteX2047" fmla="*/ 1048724 w 1465857"/>
                <a:gd name="connsiteY2047" fmla="*/ 510626 h 1282606"/>
                <a:gd name="connsiteX2048" fmla="*/ 1048724 w 1465857"/>
                <a:gd name="connsiteY2048" fmla="*/ 508037 h 1282606"/>
                <a:gd name="connsiteX2049" fmla="*/ 1051457 w 1465857"/>
                <a:gd name="connsiteY2049" fmla="*/ 510626 h 1282606"/>
                <a:gd name="connsiteX2050" fmla="*/ 1053903 w 1465857"/>
                <a:gd name="connsiteY2050" fmla="*/ 510626 h 1282606"/>
                <a:gd name="connsiteX2051" fmla="*/ 1056348 w 1465857"/>
                <a:gd name="connsiteY2051" fmla="*/ 513071 h 1282606"/>
                <a:gd name="connsiteX2052" fmla="*/ 1056348 w 1465857"/>
                <a:gd name="connsiteY2052" fmla="*/ 515516 h 1282606"/>
                <a:gd name="connsiteX2053" fmla="*/ 1051457 w 1465857"/>
                <a:gd name="connsiteY2053" fmla="*/ 518249 h 1282606"/>
                <a:gd name="connsiteX2054" fmla="*/ 1051457 w 1465857"/>
                <a:gd name="connsiteY2054" fmla="*/ 520694 h 1282606"/>
                <a:gd name="connsiteX2055" fmla="*/ 1053903 w 1465857"/>
                <a:gd name="connsiteY2055" fmla="*/ 518249 h 1282606"/>
                <a:gd name="connsiteX2056" fmla="*/ 1056348 w 1465857"/>
                <a:gd name="connsiteY2056" fmla="*/ 518249 h 1282606"/>
                <a:gd name="connsiteX2057" fmla="*/ 1061526 w 1465857"/>
                <a:gd name="connsiteY2057" fmla="*/ 515516 h 1282606"/>
                <a:gd name="connsiteX2058" fmla="*/ 1056348 w 1465857"/>
                <a:gd name="connsiteY2058" fmla="*/ 508037 h 1282606"/>
                <a:gd name="connsiteX2059" fmla="*/ 1058937 w 1465857"/>
                <a:gd name="connsiteY2059" fmla="*/ 508037 h 1282606"/>
                <a:gd name="connsiteX2060" fmla="*/ 1061526 w 1465857"/>
                <a:gd name="connsiteY2060" fmla="*/ 508037 h 1282606"/>
                <a:gd name="connsiteX2061" fmla="*/ 1066561 w 1465857"/>
                <a:gd name="connsiteY2061" fmla="*/ 510626 h 1282606"/>
                <a:gd name="connsiteX2062" fmla="*/ 1066561 w 1465857"/>
                <a:gd name="connsiteY2062" fmla="*/ 508037 h 1282606"/>
                <a:gd name="connsiteX2063" fmla="*/ 1069006 w 1465857"/>
                <a:gd name="connsiteY2063" fmla="*/ 508037 h 1282606"/>
                <a:gd name="connsiteX2064" fmla="*/ 1071738 w 1465857"/>
                <a:gd name="connsiteY2064" fmla="*/ 505304 h 1282606"/>
                <a:gd name="connsiteX2065" fmla="*/ 1074184 w 1465857"/>
                <a:gd name="connsiteY2065" fmla="*/ 508037 h 1282606"/>
                <a:gd name="connsiteX2066" fmla="*/ 1074184 w 1465857"/>
                <a:gd name="connsiteY2066" fmla="*/ 505304 h 1282606"/>
                <a:gd name="connsiteX2067" fmla="*/ 1076773 w 1465857"/>
                <a:gd name="connsiteY2067" fmla="*/ 505304 h 1282606"/>
                <a:gd name="connsiteX2068" fmla="*/ 1079218 w 1465857"/>
                <a:gd name="connsiteY2068" fmla="*/ 505304 h 1282606"/>
                <a:gd name="connsiteX2069" fmla="*/ 1079218 w 1465857"/>
                <a:gd name="connsiteY2069" fmla="*/ 508037 h 1282606"/>
                <a:gd name="connsiteX2070" fmla="*/ 1074184 w 1465857"/>
                <a:gd name="connsiteY2070" fmla="*/ 510626 h 1282606"/>
                <a:gd name="connsiteX2071" fmla="*/ 1074184 w 1465857"/>
                <a:gd name="connsiteY2071" fmla="*/ 513071 h 1282606"/>
                <a:gd name="connsiteX2072" fmla="*/ 1069006 w 1465857"/>
                <a:gd name="connsiteY2072" fmla="*/ 513071 h 1282606"/>
                <a:gd name="connsiteX2073" fmla="*/ 1069006 w 1465857"/>
                <a:gd name="connsiteY2073" fmla="*/ 518249 h 1282606"/>
                <a:gd name="connsiteX2074" fmla="*/ 1066561 w 1465857"/>
                <a:gd name="connsiteY2074" fmla="*/ 520694 h 1282606"/>
                <a:gd name="connsiteX2075" fmla="*/ 1058937 w 1465857"/>
                <a:gd name="connsiteY2075" fmla="*/ 520694 h 1282606"/>
                <a:gd name="connsiteX2076" fmla="*/ 1056348 w 1465857"/>
                <a:gd name="connsiteY2076" fmla="*/ 520694 h 1282606"/>
                <a:gd name="connsiteX2077" fmla="*/ 1048724 w 1465857"/>
                <a:gd name="connsiteY2077" fmla="*/ 523283 h 1282606"/>
                <a:gd name="connsiteX2078" fmla="*/ 1046279 w 1465857"/>
                <a:gd name="connsiteY2078" fmla="*/ 525729 h 1282606"/>
                <a:gd name="connsiteX2079" fmla="*/ 1046279 w 1465857"/>
                <a:gd name="connsiteY2079" fmla="*/ 528462 h 1282606"/>
                <a:gd name="connsiteX2080" fmla="*/ 1041245 w 1465857"/>
                <a:gd name="connsiteY2080" fmla="*/ 530907 h 1282606"/>
                <a:gd name="connsiteX2081" fmla="*/ 1036067 w 1465857"/>
                <a:gd name="connsiteY2081" fmla="*/ 533352 h 1282606"/>
                <a:gd name="connsiteX2082" fmla="*/ 1033621 w 1465857"/>
                <a:gd name="connsiteY2082" fmla="*/ 538530 h 1282606"/>
                <a:gd name="connsiteX2083" fmla="*/ 1033621 w 1465857"/>
                <a:gd name="connsiteY2083" fmla="*/ 541119 h 1282606"/>
                <a:gd name="connsiteX2084" fmla="*/ 1036067 w 1465857"/>
                <a:gd name="connsiteY2084" fmla="*/ 541119 h 1282606"/>
                <a:gd name="connsiteX2085" fmla="*/ 1038512 w 1465857"/>
                <a:gd name="connsiteY2085" fmla="*/ 535797 h 1282606"/>
                <a:gd name="connsiteX2086" fmla="*/ 1043690 w 1465857"/>
                <a:gd name="connsiteY2086" fmla="*/ 535797 h 1282606"/>
                <a:gd name="connsiteX2087" fmla="*/ 1046279 w 1465857"/>
                <a:gd name="connsiteY2087" fmla="*/ 538530 h 1282606"/>
                <a:gd name="connsiteX2088" fmla="*/ 1046279 w 1465857"/>
                <a:gd name="connsiteY2088" fmla="*/ 541119 h 1282606"/>
                <a:gd name="connsiteX2089" fmla="*/ 1043690 w 1465857"/>
                <a:gd name="connsiteY2089" fmla="*/ 541119 h 1282606"/>
                <a:gd name="connsiteX2090" fmla="*/ 1043690 w 1465857"/>
                <a:gd name="connsiteY2090" fmla="*/ 543565 h 1282606"/>
                <a:gd name="connsiteX2091" fmla="*/ 1043690 w 1465857"/>
                <a:gd name="connsiteY2091" fmla="*/ 546010 h 1282606"/>
                <a:gd name="connsiteX2092" fmla="*/ 1048724 w 1465857"/>
                <a:gd name="connsiteY2092" fmla="*/ 541119 h 1282606"/>
                <a:gd name="connsiteX2093" fmla="*/ 1046279 w 1465857"/>
                <a:gd name="connsiteY2093" fmla="*/ 535797 h 1282606"/>
                <a:gd name="connsiteX2094" fmla="*/ 1048724 w 1465857"/>
                <a:gd name="connsiteY2094" fmla="*/ 533352 h 1282606"/>
                <a:gd name="connsiteX2095" fmla="*/ 1051457 w 1465857"/>
                <a:gd name="connsiteY2095" fmla="*/ 530907 h 1282606"/>
                <a:gd name="connsiteX2096" fmla="*/ 1051457 w 1465857"/>
                <a:gd name="connsiteY2096" fmla="*/ 525729 h 1282606"/>
                <a:gd name="connsiteX2097" fmla="*/ 1053903 w 1465857"/>
                <a:gd name="connsiteY2097" fmla="*/ 525729 h 1282606"/>
                <a:gd name="connsiteX2098" fmla="*/ 1056348 w 1465857"/>
                <a:gd name="connsiteY2098" fmla="*/ 528462 h 1282606"/>
                <a:gd name="connsiteX2099" fmla="*/ 1056348 w 1465857"/>
                <a:gd name="connsiteY2099" fmla="*/ 523283 h 1282606"/>
                <a:gd name="connsiteX2100" fmla="*/ 1064115 w 1465857"/>
                <a:gd name="connsiteY2100" fmla="*/ 523283 h 1282606"/>
                <a:gd name="connsiteX2101" fmla="*/ 1069006 w 1465857"/>
                <a:gd name="connsiteY2101" fmla="*/ 525729 h 1282606"/>
                <a:gd name="connsiteX2102" fmla="*/ 1064115 w 1465857"/>
                <a:gd name="connsiteY2102" fmla="*/ 528462 h 1282606"/>
                <a:gd name="connsiteX2103" fmla="*/ 1061526 w 1465857"/>
                <a:gd name="connsiteY2103" fmla="*/ 530907 h 1282606"/>
                <a:gd name="connsiteX2104" fmla="*/ 1058937 w 1465857"/>
                <a:gd name="connsiteY2104" fmla="*/ 530907 h 1282606"/>
                <a:gd name="connsiteX2105" fmla="*/ 1058937 w 1465857"/>
                <a:gd name="connsiteY2105" fmla="*/ 533352 h 1282606"/>
                <a:gd name="connsiteX2106" fmla="*/ 1061526 w 1465857"/>
                <a:gd name="connsiteY2106" fmla="*/ 533352 h 1282606"/>
                <a:gd name="connsiteX2107" fmla="*/ 1058937 w 1465857"/>
                <a:gd name="connsiteY2107" fmla="*/ 535797 h 1282606"/>
                <a:gd name="connsiteX2108" fmla="*/ 1058937 w 1465857"/>
                <a:gd name="connsiteY2108" fmla="*/ 541119 h 1282606"/>
                <a:gd name="connsiteX2109" fmla="*/ 1058937 w 1465857"/>
                <a:gd name="connsiteY2109" fmla="*/ 546010 h 1282606"/>
                <a:gd name="connsiteX2110" fmla="*/ 1058937 w 1465857"/>
                <a:gd name="connsiteY2110" fmla="*/ 553777 h 1282606"/>
                <a:gd name="connsiteX2111" fmla="*/ 1053903 w 1465857"/>
                <a:gd name="connsiteY2111" fmla="*/ 551188 h 1282606"/>
                <a:gd name="connsiteX2112" fmla="*/ 1051457 w 1465857"/>
                <a:gd name="connsiteY2112" fmla="*/ 551188 h 1282606"/>
                <a:gd name="connsiteX2113" fmla="*/ 1048724 w 1465857"/>
                <a:gd name="connsiteY2113" fmla="*/ 553777 h 1282606"/>
                <a:gd name="connsiteX2114" fmla="*/ 1056348 w 1465857"/>
                <a:gd name="connsiteY2114" fmla="*/ 556222 h 1282606"/>
                <a:gd name="connsiteX2115" fmla="*/ 1061526 w 1465857"/>
                <a:gd name="connsiteY2115" fmla="*/ 553777 h 1282606"/>
                <a:gd name="connsiteX2116" fmla="*/ 1061526 w 1465857"/>
                <a:gd name="connsiteY2116" fmla="*/ 548743 h 1282606"/>
                <a:gd name="connsiteX2117" fmla="*/ 1061526 w 1465857"/>
                <a:gd name="connsiteY2117" fmla="*/ 546010 h 1282606"/>
                <a:gd name="connsiteX2118" fmla="*/ 1064115 w 1465857"/>
                <a:gd name="connsiteY2118" fmla="*/ 546010 h 1282606"/>
                <a:gd name="connsiteX2119" fmla="*/ 1061526 w 1465857"/>
                <a:gd name="connsiteY2119" fmla="*/ 541119 h 1282606"/>
                <a:gd name="connsiteX2120" fmla="*/ 1064115 w 1465857"/>
                <a:gd name="connsiteY2120" fmla="*/ 535797 h 1282606"/>
                <a:gd name="connsiteX2121" fmla="*/ 1064115 w 1465857"/>
                <a:gd name="connsiteY2121" fmla="*/ 533352 h 1282606"/>
                <a:gd name="connsiteX2122" fmla="*/ 1069006 w 1465857"/>
                <a:gd name="connsiteY2122" fmla="*/ 528462 h 1282606"/>
                <a:gd name="connsiteX2123" fmla="*/ 1071738 w 1465857"/>
                <a:gd name="connsiteY2123" fmla="*/ 530907 h 1282606"/>
                <a:gd name="connsiteX2124" fmla="*/ 1074184 w 1465857"/>
                <a:gd name="connsiteY2124" fmla="*/ 530907 h 1282606"/>
                <a:gd name="connsiteX2125" fmla="*/ 1076773 w 1465857"/>
                <a:gd name="connsiteY2125" fmla="*/ 530907 h 1282606"/>
                <a:gd name="connsiteX2126" fmla="*/ 1081663 w 1465857"/>
                <a:gd name="connsiteY2126" fmla="*/ 530907 h 1282606"/>
                <a:gd name="connsiteX2127" fmla="*/ 1080944 w 1465857"/>
                <a:gd name="connsiteY2127" fmla="*/ 530619 h 1282606"/>
                <a:gd name="connsiteX2128" fmla="*/ 1078499 w 1465857"/>
                <a:gd name="connsiteY2128" fmla="*/ 527886 h 1282606"/>
                <a:gd name="connsiteX2129" fmla="*/ 1080944 w 1465857"/>
                <a:gd name="connsiteY2129" fmla="*/ 527886 h 1282606"/>
                <a:gd name="connsiteX2130" fmla="*/ 1083389 w 1465857"/>
                <a:gd name="connsiteY2130" fmla="*/ 527886 h 1282606"/>
                <a:gd name="connsiteX2131" fmla="*/ 1086266 w 1465857"/>
                <a:gd name="connsiteY2131" fmla="*/ 530619 h 1282606"/>
                <a:gd name="connsiteX2132" fmla="*/ 1086266 w 1465857"/>
                <a:gd name="connsiteY2132" fmla="*/ 533064 h 1282606"/>
                <a:gd name="connsiteX2133" fmla="*/ 1084396 w 1465857"/>
                <a:gd name="connsiteY2133" fmla="*/ 532201 h 1282606"/>
                <a:gd name="connsiteX2134" fmla="*/ 1084396 w 1465857"/>
                <a:gd name="connsiteY2134" fmla="*/ 535797 h 1282606"/>
                <a:gd name="connsiteX2135" fmla="*/ 1084396 w 1465857"/>
                <a:gd name="connsiteY2135" fmla="*/ 543565 h 1282606"/>
                <a:gd name="connsiteX2136" fmla="*/ 1081951 w 1465857"/>
                <a:gd name="connsiteY2136" fmla="*/ 543565 h 1282606"/>
                <a:gd name="connsiteX2137" fmla="*/ 1081951 w 1465857"/>
                <a:gd name="connsiteY2137" fmla="*/ 546010 h 1282606"/>
                <a:gd name="connsiteX2138" fmla="*/ 1084396 w 1465857"/>
                <a:gd name="connsiteY2138" fmla="*/ 546010 h 1282606"/>
                <a:gd name="connsiteX2139" fmla="*/ 1084396 w 1465857"/>
                <a:gd name="connsiteY2139" fmla="*/ 548743 h 1282606"/>
                <a:gd name="connsiteX2140" fmla="*/ 1081951 w 1465857"/>
                <a:gd name="connsiteY2140" fmla="*/ 553777 h 1282606"/>
                <a:gd name="connsiteX2141" fmla="*/ 1081951 w 1465857"/>
                <a:gd name="connsiteY2141" fmla="*/ 556222 h 1282606"/>
                <a:gd name="connsiteX2142" fmla="*/ 1084396 w 1465857"/>
                <a:gd name="connsiteY2142" fmla="*/ 561401 h 1282606"/>
                <a:gd name="connsiteX2143" fmla="*/ 1084396 w 1465857"/>
                <a:gd name="connsiteY2143" fmla="*/ 556222 h 1282606"/>
                <a:gd name="connsiteX2144" fmla="*/ 1086842 w 1465857"/>
                <a:gd name="connsiteY2144" fmla="*/ 548743 h 1282606"/>
                <a:gd name="connsiteX2145" fmla="*/ 1089287 w 1465857"/>
                <a:gd name="connsiteY2145" fmla="*/ 548743 h 1282606"/>
                <a:gd name="connsiteX2146" fmla="*/ 1089287 w 1465857"/>
                <a:gd name="connsiteY2146" fmla="*/ 546010 h 1282606"/>
                <a:gd name="connsiteX2147" fmla="*/ 1091876 w 1465857"/>
                <a:gd name="connsiteY2147" fmla="*/ 543565 h 1282606"/>
                <a:gd name="connsiteX2148" fmla="*/ 1091876 w 1465857"/>
                <a:gd name="connsiteY2148" fmla="*/ 546010 h 1282606"/>
                <a:gd name="connsiteX2149" fmla="*/ 1091876 w 1465857"/>
                <a:gd name="connsiteY2149" fmla="*/ 548743 h 1282606"/>
                <a:gd name="connsiteX2150" fmla="*/ 1094609 w 1465857"/>
                <a:gd name="connsiteY2150" fmla="*/ 548743 h 1282606"/>
                <a:gd name="connsiteX2151" fmla="*/ 1094609 w 1465857"/>
                <a:gd name="connsiteY2151" fmla="*/ 558955 h 1282606"/>
                <a:gd name="connsiteX2152" fmla="*/ 1094609 w 1465857"/>
                <a:gd name="connsiteY2152" fmla="*/ 563846 h 1282606"/>
                <a:gd name="connsiteX2153" fmla="*/ 1097054 w 1465857"/>
                <a:gd name="connsiteY2153" fmla="*/ 566435 h 1282606"/>
                <a:gd name="connsiteX2154" fmla="*/ 1097054 w 1465857"/>
                <a:gd name="connsiteY2154" fmla="*/ 563846 h 1282606"/>
                <a:gd name="connsiteX2155" fmla="*/ 1097054 w 1465857"/>
                <a:gd name="connsiteY2155" fmla="*/ 561401 h 1282606"/>
                <a:gd name="connsiteX2156" fmla="*/ 1097054 w 1465857"/>
                <a:gd name="connsiteY2156" fmla="*/ 553777 h 1282606"/>
                <a:gd name="connsiteX2157" fmla="*/ 1094609 w 1465857"/>
                <a:gd name="connsiteY2157" fmla="*/ 546010 h 1282606"/>
                <a:gd name="connsiteX2158" fmla="*/ 1094609 w 1465857"/>
                <a:gd name="connsiteY2158" fmla="*/ 543565 h 1282606"/>
                <a:gd name="connsiteX2159" fmla="*/ 1094609 w 1465857"/>
                <a:gd name="connsiteY2159" fmla="*/ 541119 h 1282606"/>
                <a:gd name="connsiteX2160" fmla="*/ 1097054 w 1465857"/>
                <a:gd name="connsiteY2160" fmla="*/ 541119 h 1282606"/>
                <a:gd name="connsiteX2161" fmla="*/ 1101945 w 1465857"/>
                <a:gd name="connsiteY2161" fmla="*/ 538530 h 1282606"/>
                <a:gd name="connsiteX2162" fmla="*/ 1104678 w 1465857"/>
                <a:gd name="connsiteY2162" fmla="*/ 538530 h 1282606"/>
                <a:gd name="connsiteX2163" fmla="*/ 1107267 w 1465857"/>
                <a:gd name="connsiteY2163" fmla="*/ 538530 h 1282606"/>
                <a:gd name="connsiteX2164" fmla="*/ 1107267 w 1465857"/>
                <a:gd name="connsiteY2164" fmla="*/ 541119 h 1282606"/>
                <a:gd name="connsiteX2165" fmla="*/ 1107267 w 1465857"/>
                <a:gd name="connsiteY2165" fmla="*/ 543565 h 1282606"/>
                <a:gd name="connsiteX2166" fmla="*/ 1104678 w 1465857"/>
                <a:gd name="connsiteY2166" fmla="*/ 543565 h 1282606"/>
                <a:gd name="connsiteX2167" fmla="*/ 1101945 w 1465857"/>
                <a:gd name="connsiteY2167" fmla="*/ 546010 h 1282606"/>
                <a:gd name="connsiteX2168" fmla="*/ 1101945 w 1465857"/>
                <a:gd name="connsiteY2168" fmla="*/ 548743 h 1282606"/>
                <a:gd name="connsiteX2169" fmla="*/ 1104678 w 1465857"/>
                <a:gd name="connsiteY2169" fmla="*/ 548743 h 1282606"/>
                <a:gd name="connsiteX2170" fmla="*/ 1107267 w 1465857"/>
                <a:gd name="connsiteY2170" fmla="*/ 546010 h 1282606"/>
                <a:gd name="connsiteX2171" fmla="*/ 1109712 w 1465857"/>
                <a:gd name="connsiteY2171" fmla="*/ 546010 h 1282606"/>
                <a:gd name="connsiteX2172" fmla="*/ 1109712 w 1465857"/>
                <a:gd name="connsiteY2172" fmla="*/ 543565 h 1282606"/>
                <a:gd name="connsiteX2173" fmla="*/ 1112157 w 1465857"/>
                <a:gd name="connsiteY2173" fmla="*/ 541119 h 1282606"/>
                <a:gd name="connsiteX2174" fmla="*/ 1117335 w 1465857"/>
                <a:gd name="connsiteY2174" fmla="*/ 548743 h 1282606"/>
                <a:gd name="connsiteX2175" fmla="*/ 1117335 w 1465857"/>
                <a:gd name="connsiteY2175" fmla="*/ 551188 h 1282606"/>
                <a:gd name="connsiteX2176" fmla="*/ 1114890 w 1465857"/>
                <a:gd name="connsiteY2176" fmla="*/ 553777 h 1282606"/>
                <a:gd name="connsiteX2177" fmla="*/ 1114890 w 1465857"/>
                <a:gd name="connsiteY2177" fmla="*/ 556222 h 1282606"/>
                <a:gd name="connsiteX2178" fmla="*/ 1112157 w 1465857"/>
                <a:gd name="connsiteY2178" fmla="*/ 556222 h 1282606"/>
                <a:gd name="connsiteX2179" fmla="*/ 1114890 w 1465857"/>
                <a:gd name="connsiteY2179" fmla="*/ 571613 h 1282606"/>
                <a:gd name="connsiteX2180" fmla="*/ 1112157 w 1465857"/>
                <a:gd name="connsiteY2180" fmla="*/ 574058 h 1282606"/>
                <a:gd name="connsiteX2181" fmla="*/ 1117335 w 1465857"/>
                <a:gd name="connsiteY2181" fmla="*/ 574058 h 1282606"/>
                <a:gd name="connsiteX2182" fmla="*/ 1117335 w 1465857"/>
                <a:gd name="connsiteY2182" fmla="*/ 576504 h 1282606"/>
                <a:gd name="connsiteX2183" fmla="*/ 1117335 w 1465857"/>
                <a:gd name="connsiteY2183" fmla="*/ 578949 h 1282606"/>
                <a:gd name="connsiteX2184" fmla="*/ 1119924 w 1465857"/>
                <a:gd name="connsiteY2184" fmla="*/ 581682 h 1282606"/>
                <a:gd name="connsiteX2185" fmla="*/ 1119924 w 1465857"/>
                <a:gd name="connsiteY2185" fmla="*/ 576504 h 1282606"/>
                <a:gd name="connsiteX2186" fmla="*/ 1117335 w 1465857"/>
                <a:gd name="connsiteY2186" fmla="*/ 563846 h 1282606"/>
                <a:gd name="connsiteX2187" fmla="*/ 1117335 w 1465857"/>
                <a:gd name="connsiteY2187" fmla="*/ 561401 h 1282606"/>
                <a:gd name="connsiteX2188" fmla="*/ 1117335 w 1465857"/>
                <a:gd name="connsiteY2188" fmla="*/ 556222 h 1282606"/>
                <a:gd name="connsiteX2189" fmla="*/ 1119924 w 1465857"/>
                <a:gd name="connsiteY2189" fmla="*/ 553777 h 1282606"/>
                <a:gd name="connsiteX2190" fmla="*/ 1122370 w 1465857"/>
                <a:gd name="connsiteY2190" fmla="*/ 551188 h 1282606"/>
                <a:gd name="connsiteX2191" fmla="*/ 1125103 w 1465857"/>
                <a:gd name="connsiteY2191" fmla="*/ 546010 h 1282606"/>
                <a:gd name="connsiteX2192" fmla="*/ 1127548 w 1465857"/>
                <a:gd name="connsiteY2192" fmla="*/ 543565 h 1282606"/>
                <a:gd name="connsiteX2193" fmla="*/ 1127548 w 1465857"/>
                <a:gd name="connsiteY2193" fmla="*/ 546010 h 1282606"/>
                <a:gd name="connsiteX2194" fmla="*/ 1127548 w 1465857"/>
                <a:gd name="connsiteY2194" fmla="*/ 551188 h 1282606"/>
                <a:gd name="connsiteX2195" fmla="*/ 1127548 w 1465857"/>
                <a:gd name="connsiteY2195" fmla="*/ 553777 h 1282606"/>
                <a:gd name="connsiteX2196" fmla="*/ 1129993 w 1465857"/>
                <a:gd name="connsiteY2196" fmla="*/ 556222 h 1282606"/>
                <a:gd name="connsiteX2197" fmla="*/ 1135315 w 1465857"/>
                <a:gd name="connsiteY2197" fmla="*/ 561401 h 1282606"/>
                <a:gd name="connsiteX2198" fmla="*/ 1135315 w 1465857"/>
                <a:gd name="connsiteY2198" fmla="*/ 563846 h 1282606"/>
                <a:gd name="connsiteX2199" fmla="*/ 1135315 w 1465857"/>
                <a:gd name="connsiteY2199" fmla="*/ 571613 h 1282606"/>
                <a:gd name="connsiteX2200" fmla="*/ 1135315 w 1465857"/>
                <a:gd name="connsiteY2200" fmla="*/ 574058 h 1282606"/>
                <a:gd name="connsiteX2201" fmla="*/ 1137760 w 1465857"/>
                <a:gd name="connsiteY2201" fmla="*/ 578949 h 1282606"/>
                <a:gd name="connsiteX2202" fmla="*/ 1140206 w 1465857"/>
                <a:gd name="connsiteY2202" fmla="*/ 591894 h 1282606"/>
                <a:gd name="connsiteX2203" fmla="*/ 1142651 w 1465857"/>
                <a:gd name="connsiteY2203" fmla="*/ 594339 h 1282606"/>
                <a:gd name="connsiteX2204" fmla="*/ 1142651 w 1465857"/>
                <a:gd name="connsiteY2204" fmla="*/ 586716 h 1282606"/>
                <a:gd name="connsiteX2205" fmla="*/ 1137760 w 1465857"/>
                <a:gd name="connsiteY2205" fmla="*/ 569024 h 1282606"/>
                <a:gd name="connsiteX2206" fmla="*/ 1137760 w 1465857"/>
                <a:gd name="connsiteY2206" fmla="*/ 566435 h 1282606"/>
                <a:gd name="connsiteX2207" fmla="*/ 1140206 w 1465857"/>
                <a:gd name="connsiteY2207" fmla="*/ 566435 h 1282606"/>
                <a:gd name="connsiteX2208" fmla="*/ 1142651 w 1465857"/>
                <a:gd name="connsiteY2208" fmla="*/ 561401 h 1282606"/>
                <a:gd name="connsiteX2209" fmla="*/ 1142651 w 1465857"/>
                <a:gd name="connsiteY2209" fmla="*/ 558955 h 1282606"/>
                <a:gd name="connsiteX2210" fmla="*/ 1142651 w 1465857"/>
                <a:gd name="connsiteY2210" fmla="*/ 556222 h 1282606"/>
                <a:gd name="connsiteX2211" fmla="*/ 1137760 w 1465857"/>
                <a:gd name="connsiteY2211" fmla="*/ 551188 h 1282606"/>
                <a:gd name="connsiteX2212" fmla="*/ 1137760 w 1465857"/>
                <a:gd name="connsiteY2212" fmla="*/ 548743 h 1282606"/>
                <a:gd name="connsiteX2213" fmla="*/ 1135315 w 1465857"/>
                <a:gd name="connsiteY2213" fmla="*/ 548743 h 1282606"/>
                <a:gd name="connsiteX2214" fmla="*/ 1137760 w 1465857"/>
                <a:gd name="connsiteY2214" fmla="*/ 546010 h 1282606"/>
                <a:gd name="connsiteX2215" fmla="*/ 1140206 w 1465857"/>
                <a:gd name="connsiteY2215" fmla="*/ 541119 h 1282606"/>
                <a:gd name="connsiteX2216" fmla="*/ 1147829 w 1465857"/>
                <a:gd name="connsiteY2216" fmla="*/ 541119 h 1282606"/>
                <a:gd name="connsiteX2217" fmla="*/ 1150418 w 1465857"/>
                <a:gd name="connsiteY2217" fmla="*/ 541119 h 1282606"/>
                <a:gd name="connsiteX2218" fmla="*/ 1152863 w 1465857"/>
                <a:gd name="connsiteY2218" fmla="*/ 543565 h 1282606"/>
                <a:gd name="connsiteX2219" fmla="*/ 1152863 w 1465857"/>
                <a:gd name="connsiteY2219" fmla="*/ 551188 h 1282606"/>
                <a:gd name="connsiteX2220" fmla="*/ 1152863 w 1465857"/>
                <a:gd name="connsiteY2220" fmla="*/ 556222 h 1282606"/>
                <a:gd name="connsiteX2221" fmla="*/ 1152863 w 1465857"/>
                <a:gd name="connsiteY2221" fmla="*/ 566435 h 1282606"/>
                <a:gd name="connsiteX2222" fmla="*/ 1152863 w 1465857"/>
                <a:gd name="connsiteY2222" fmla="*/ 569024 h 1282606"/>
                <a:gd name="connsiteX2223" fmla="*/ 1162932 w 1465857"/>
                <a:gd name="connsiteY2223" fmla="*/ 574058 h 1282606"/>
                <a:gd name="connsiteX2224" fmla="*/ 1165521 w 1465857"/>
                <a:gd name="connsiteY2224" fmla="*/ 576504 h 1282606"/>
                <a:gd name="connsiteX2225" fmla="*/ 1167822 w 1465857"/>
                <a:gd name="connsiteY2225" fmla="*/ 578661 h 1282606"/>
                <a:gd name="connsiteX2226" fmla="*/ 1165521 w 1465857"/>
                <a:gd name="connsiteY2226" fmla="*/ 574058 h 1282606"/>
                <a:gd name="connsiteX2227" fmla="*/ 1155596 w 1465857"/>
                <a:gd name="connsiteY2227" fmla="*/ 569024 h 1282606"/>
                <a:gd name="connsiteX2228" fmla="*/ 1155596 w 1465857"/>
                <a:gd name="connsiteY2228" fmla="*/ 566435 h 1282606"/>
                <a:gd name="connsiteX2229" fmla="*/ 1155596 w 1465857"/>
                <a:gd name="connsiteY2229" fmla="*/ 563846 h 1282606"/>
                <a:gd name="connsiteX2230" fmla="*/ 1155596 w 1465857"/>
                <a:gd name="connsiteY2230" fmla="*/ 548743 h 1282606"/>
                <a:gd name="connsiteX2231" fmla="*/ 1158041 w 1465857"/>
                <a:gd name="connsiteY2231" fmla="*/ 546010 h 1282606"/>
                <a:gd name="connsiteX2232" fmla="*/ 1162932 w 1465857"/>
                <a:gd name="connsiteY2232" fmla="*/ 541119 h 1282606"/>
                <a:gd name="connsiteX2233" fmla="*/ 1162932 w 1465857"/>
                <a:gd name="connsiteY2233" fmla="*/ 538530 h 1282606"/>
                <a:gd name="connsiteX2234" fmla="*/ 1165521 w 1465857"/>
                <a:gd name="connsiteY2234" fmla="*/ 538530 h 1282606"/>
                <a:gd name="connsiteX2235" fmla="*/ 1162932 w 1465857"/>
                <a:gd name="connsiteY2235" fmla="*/ 535797 h 1282606"/>
                <a:gd name="connsiteX2236" fmla="*/ 1162932 w 1465857"/>
                <a:gd name="connsiteY2236" fmla="*/ 533352 h 1282606"/>
                <a:gd name="connsiteX2237" fmla="*/ 1165521 w 1465857"/>
                <a:gd name="connsiteY2237" fmla="*/ 533352 h 1282606"/>
                <a:gd name="connsiteX2238" fmla="*/ 1165521 w 1465857"/>
                <a:gd name="connsiteY2238" fmla="*/ 530907 h 1282606"/>
                <a:gd name="connsiteX2239" fmla="*/ 1165521 w 1465857"/>
                <a:gd name="connsiteY2239" fmla="*/ 528462 h 1282606"/>
                <a:gd name="connsiteX2240" fmla="*/ 1168254 w 1465857"/>
                <a:gd name="connsiteY2240" fmla="*/ 528462 h 1282606"/>
                <a:gd name="connsiteX2241" fmla="*/ 1170699 w 1465857"/>
                <a:gd name="connsiteY2241" fmla="*/ 525729 h 1282606"/>
                <a:gd name="connsiteX2242" fmla="*/ 1173145 w 1465857"/>
                <a:gd name="connsiteY2242" fmla="*/ 525729 h 1282606"/>
                <a:gd name="connsiteX2243" fmla="*/ 1175590 w 1465857"/>
                <a:gd name="connsiteY2243" fmla="*/ 528462 h 1282606"/>
                <a:gd name="connsiteX2244" fmla="*/ 1178323 w 1465857"/>
                <a:gd name="connsiteY2244" fmla="*/ 528462 h 1282606"/>
                <a:gd name="connsiteX2245" fmla="*/ 1180912 w 1465857"/>
                <a:gd name="connsiteY2245" fmla="*/ 528462 h 1282606"/>
                <a:gd name="connsiteX2246" fmla="*/ 1183357 w 1465857"/>
                <a:gd name="connsiteY2246" fmla="*/ 530907 h 1282606"/>
                <a:gd name="connsiteX2247" fmla="*/ 1180912 w 1465857"/>
                <a:gd name="connsiteY2247" fmla="*/ 535797 h 1282606"/>
                <a:gd name="connsiteX2248" fmla="*/ 1178323 w 1465857"/>
                <a:gd name="connsiteY2248" fmla="*/ 538530 h 1282606"/>
                <a:gd name="connsiteX2249" fmla="*/ 1173145 w 1465857"/>
                <a:gd name="connsiteY2249" fmla="*/ 541119 h 1282606"/>
                <a:gd name="connsiteX2250" fmla="*/ 1175590 w 1465857"/>
                <a:gd name="connsiteY2250" fmla="*/ 541119 h 1282606"/>
                <a:gd name="connsiteX2251" fmla="*/ 1175590 w 1465857"/>
                <a:gd name="connsiteY2251" fmla="*/ 546010 h 1282606"/>
                <a:gd name="connsiteX2252" fmla="*/ 1173145 w 1465857"/>
                <a:gd name="connsiteY2252" fmla="*/ 551188 h 1282606"/>
                <a:gd name="connsiteX2253" fmla="*/ 1170699 w 1465857"/>
                <a:gd name="connsiteY2253" fmla="*/ 551188 h 1282606"/>
                <a:gd name="connsiteX2254" fmla="*/ 1170699 w 1465857"/>
                <a:gd name="connsiteY2254" fmla="*/ 553777 h 1282606"/>
                <a:gd name="connsiteX2255" fmla="*/ 1170699 w 1465857"/>
                <a:gd name="connsiteY2255" fmla="*/ 556222 h 1282606"/>
                <a:gd name="connsiteX2256" fmla="*/ 1170699 w 1465857"/>
                <a:gd name="connsiteY2256" fmla="*/ 558955 h 1282606"/>
                <a:gd name="connsiteX2257" fmla="*/ 1170699 w 1465857"/>
                <a:gd name="connsiteY2257" fmla="*/ 561401 h 1282606"/>
                <a:gd name="connsiteX2258" fmla="*/ 1173145 w 1465857"/>
                <a:gd name="connsiteY2258" fmla="*/ 558955 h 1282606"/>
                <a:gd name="connsiteX2259" fmla="*/ 1173145 w 1465857"/>
                <a:gd name="connsiteY2259" fmla="*/ 556222 h 1282606"/>
                <a:gd name="connsiteX2260" fmla="*/ 1175590 w 1465857"/>
                <a:gd name="connsiteY2260" fmla="*/ 553777 h 1282606"/>
                <a:gd name="connsiteX2261" fmla="*/ 1178323 w 1465857"/>
                <a:gd name="connsiteY2261" fmla="*/ 556222 h 1282606"/>
                <a:gd name="connsiteX2262" fmla="*/ 1178323 w 1465857"/>
                <a:gd name="connsiteY2262" fmla="*/ 558955 h 1282606"/>
                <a:gd name="connsiteX2263" fmla="*/ 1180912 w 1465857"/>
                <a:gd name="connsiteY2263" fmla="*/ 558955 h 1282606"/>
                <a:gd name="connsiteX2264" fmla="*/ 1183357 w 1465857"/>
                <a:gd name="connsiteY2264" fmla="*/ 556222 h 1282606"/>
                <a:gd name="connsiteX2265" fmla="*/ 1185802 w 1465857"/>
                <a:gd name="connsiteY2265" fmla="*/ 556222 h 1282606"/>
                <a:gd name="connsiteX2266" fmla="*/ 1190980 w 1465857"/>
                <a:gd name="connsiteY2266" fmla="*/ 563846 h 1282606"/>
                <a:gd name="connsiteX2267" fmla="*/ 1188535 w 1465857"/>
                <a:gd name="connsiteY2267" fmla="*/ 569024 h 1282606"/>
                <a:gd name="connsiteX2268" fmla="*/ 1190980 w 1465857"/>
                <a:gd name="connsiteY2268" fmla="*/ 566435 h 1282606"/>
                <a:gd name="connsiteX2269" fmla="*/ 1193569 w 1465857"/>
                <a:gd name="connsiteY2269" fmla="*/ 563846 h 1282606"/>
                <a:gd name="connsiteX2270" fmla="*/ 1188535 w 1465857"/>
                <a:gd name="connsiteY2270" fmla="*/ 553777 h 1282606"/>
                <a:gd name="connsiteX2271" fmla="*/ 1188535 w 1465857"/>
                <a:gd name="connsiteY2271" fmla="*/ 551188 h 1282606"/>
                <a:gd name="connsiteX2272" fmla="*/ 1188535 w 1465857"/>
                <a:gd name="connsiteY2272" fmla="*/ 548743 h 1282606"/>
                <a:gd name="connsiteX2273" fmla="*/ 1190980 w 1465857"/>
                <a:gd name="connsiteY2273" fmla="*/ 548743 h 1282606"/>
                <a:gd name="connsiteX2274" fmla="*/ 1190980 w 1465857"/>
                <a:gd name="connsiteY2274" fmla="*/ 546010 h 1282606"/>
                <a:gd name="connsiteX2275" fmla="*/ 1196015 w 1465857"/>
                <a:gd name="connsiteY2275" fmla="*/ 546010 h 1282606"/>
                <a:gd name="connsiteX2276" fmla="*/ 1198748 w 1465857"/>
                <a:gd name="connsiteY2276" fmla="*/ 546010 h 1282606"/>
                <a:gd name="connsiteX2277" fmla="*/ 1201193 w 1465857"/>
                <a:gd name="connsiteY2277" fmla="*/ 548743 h 1282606"/>
                <a:gd name="connsiteX2278" fmla="*/ 1203638 w 1465857"/>
                <a:gd name="connsiteY2278" fmla="*/ 551188 h 1282606"/>
                <a:gd name="connsiteX2279" fmla="*/ 1206083 w 1465857"/>
                <a:gd name="connsiteY2279" fmla="*/ 548743 h 1282606"/>
                <a:gd name="connsiteX2280" fmla="*/ 1206083 w 1465857"/>
                <a:gd name="connsiteY2280" fmla="*/ 551188 h 1282606"/>
                <a:gd name="connsiteX2281" fmla="*/ 1208816 w 1465857"/>
                <a:gd name="connsiteY2281" fmla="*/ 551188 h 1282606"/>
                <a:gd name="connsiteX2282" fmla="*/ 1208816 w 1465857"/>
                <a:gd name="connsiteY2282" fmla="*/ 556222 h 1282606"/>
                <a:gd name="connsiteX2283" fmla="*/ 1206083 w 1465857"/>
                <a:gd name="connsiteY2283" fmla="*/ 556222 h 1282606"/>
                <a:gd name="connsiteX2284" fmla="*/ 1201193 w 1465857"/>
                <a:gd name="connsiteY2284" fmla="*/ 561401 h 1282606"/>
                <a:gd name="connsiteX2285" fmla="*/ 1201193 w 1465857"/>
                <a:gd name="connsiteY2285" fmla="*/ 563846 h 1282606"/>
                <a:gd name="connsiteX2286" fmla="*/ 1203638 w 1465857"/>
                <a:gd name="connsiteY2286" fmla="*/ 561401 h 1282606"/>
                <a:gd name="connsiteX2287" fmla="*/ 1208816 w 1465857"/>
                <a:gd name="connsiteY2287" fmla="*/ 558955 h 1282606"/>
                <a:gd name="connsiteX2288" fmla="*/ 1211406 w 1465857"/>
                <a:gd name="connsiteY2288" fmla="*/ 556222 h 1282606"/>
                <a:gd name="connsiteX2289" fmla="*/ 1211406 w 1465857"/>
                <a:gd name="connsiteY2289" fmla="*/ 553777 h 1282606"/>
                <a:gd name="connsiteX2290" fmla="*/ 1216296 w 1465857"/>
                <a:gd name="connsiteY2290" fmla="*/ 553777 h 1282606"/>
                <a:gd name="connsiteX2291" fmla="*/ 1216296 w 1465857"/>
                <a:gd name="connsiteY2291" fmla="*/ 556222 h 1282606"/>
                <a:gd name="connsiteX2292" fmla="*/ 1219029 w 1465857"/>
                <a:gd name="connsiteY2292" fmla="*/ 556222 h 1282606"/>
                <a:gd name="connsiteX2293" fmla="*/ 1219029 w 1465857"/>
                <a:gd name="connsiteY2293" fmla="*/ 558955 h 1282606"/>
                <a:gd name="connsiteX2294" fmla="*/ 1219029 w 1465857"/>
                <a:gd name="connsiteY2294" fmla="*/ 563846 h 1282606"/>
                <a:gd name="connsiteX2295" fmla="*/ 1221474 w 1465857"/>
                <a:gd name="connsiteY2295" fmla="*/ 563846 h 1282606"/>
                <a:gd name="connsiteX2296" fmla="*/ 1224063 w 1465857"/>
                <a:gd name="connsiteY2296" fmla="*/ 561401 h 1282606"/>
                <a:gd name="connsiteX2297" fmla="*/ 1226509 w 1465857"/>
                <a:gd name="connsiteY2297" fmla="*/ 561401 h 1282606"/>
                <a:gd name="connsiteX2298" fmla="*/ 1229241 w 1465857"/>
                <a:gd name="connsiteY2298" fmla="*/ 569024 h 1282606"/>
                <a:gd name="connsiteX2299" fmla="*/ 1229241 w 1465857"/>
                <a:gd name="connsiteY2299" fmla="*/ 574058 h 1282606"/>
                <a:gd name="connsiteX2300" fmla="*/ 1229241 w 1465857"/>
                <a:gd name="connsiteY2300" fmla="*/ 576504 h 1282606"/>
                <a:gd name="connsiteX2301" fmla="*/ 1226509 w 1465857"/>
                <a:gd name="connsiteY2301" fmla="*/ 581682 h 1282606"/>
                <a:gd name="connsiteX2302" fmla="*/ 1219029 w 1465857"/>
                <a:gd name="connsiteY2302" fmla="*/ 584271 h 1282606"/>
                <a:gd name="connsiteX2303" fmla="*/ 1224063 w 1465857"/>
                <a:gd name="connsiteY2303" fmla="*/ 584271 h 1282606"/>
                <a:gd name="connsiteX2304" fmla="*/ 1229241 w 1465857"/>
                <a:gd name="connsiteY2304" fmla="*/ 581682 h 1282606"/>
                <a:gd name="connsiteX2305" fmla="*/ 1234132 w 1465857"/>
                <a:gd name="connsiteY2305" fmla="*/ 578949 h 1282606"/>
                <a:gd name="connsiteX2306" fmla="*/ 1236721 w 1465857"/>
                <a:gd name="connsiteY2306" fmla="*/ 578949 h 1282606"/>
                <a:gd name="connsiteX2307" fmla="*/ 1239166 w 1465857"/>
                <a:gd name="connsiteY2307" fmla="*/ 581682 h 1282606"/>
                <a:gd name="connsiteX2308" fmla="*/ 1241899 w 1465857"/>
                <a:gd name="connsiteY2308" fmla="*/ 581682 h 1282606"/>
                <a:gd name="connsiteX2309" fmla="*/ 1241899 w 1465857"/>
                <a:gd name="connsiteY2309" fmla="*/ 586716 h 1282606"/>
                <a:gd name="connsiteX2310" fmla="*/ 1244344 w 1465857"/>
                <a:gd name="connsiteY2310" fmla="*/ 589161 h 1282606"/>
                <a:gd name="connsiteX2311" fmla="*/ 1244344 w 1465857"/>
                <a:gd name="connsiteY2311" fmla="*/ 591894 h 1282606"/>
                <a:gd name="connsiteX2312" fmla="*/ 1241899 w 1465857"/>
                <a:gd name="connsiteY2312" fmla="*/ 594339 h 1282606"/>
                <a:gd name="connsiteX2313" fmla="*/ 1234132 w 1465857"/>
                <a:gd name="connsiteY2313" fmla="*/ 596929 h 1282606"/>
                <a:gd name="connsiteX2314" fmla="*/ 1226509 w 1465857"/>
                <a:gd name="connsiteY2314" fmla="*/ 599374 h 1282606"/>
                <a:gd name="connsiteX2315" fmla="*/ 1226509 w 1465857"/>
                <a:gd name="connsiteY2315" fmla="*/ 601963 h 1282606"/>
                <a:gd name="connsiteX2316" fmla="*/ 1231686 w 1465857"/>
                <a:gd name="connsiteY2316" fmla="*/ 599374 h 1282606"/>
                <a:gd name="connsiteX2317" fmla="*/ 1234132 w 1465857"/>
                <a:gd name="connsiteY2317" fmla="*/ 602107 h 1282606"/>
                <a:gd name="connsiteX2318" fmla="*/ 1231686 w 1465857"/>
                <a:gd name="connsiteY2318" fmla="*/ 604552 h 1282606"/>
                <a:gd name="connsiteX2319" fmla="*/ 1229241 w 1465857"/>
                <a:gd name="connsiteY2319" fmla="*/ 606997 h 1282606"/>
                <a:gd name="connsiteX2320" fmla="*/ 1219029 w 1465857"/>
                <a:gd name="connsiteY2320" fmla="*/ 612175 h 1282606"/>
                <a:gd name="connsiteX2321" fmla="*/ 1216296 w 1465857"/>
                <a:gd name="connsiteY2321" fmla="*/ 614764 h 1282606"/>
                <a:gd name="connsiteX2322" fmla="*/ 1213851 w 1465857"/>
                <a:gd name="connsiteY2322" fmla="*/ 614764 h 1282606"/>
                <a:gd name="connsiteX2323" fmla="*/ 1211406 w 1465857"/>
                <a:gd name="connsiteY2323" fmla="*/ 619655 h 1282606"/>
                <a:gd name="connsiteX2324" fmla="*/ 1213851 w 1465857"/>
                <a:gd name="connsiteY2324" fmla="*/ 622388 h 1282606"/>
                <a:gd name="connsiteX2325" fmla="*/ 1213851 w 1465857"/>
                <a:gd name="connsiteY2325" fmla="*/ 619655 h 1282606"/>
                <a:gd name="connsiteX2326" fmla="*/ 1221474 w 1465857"/>
                <a:gd name="connsiteY2326" fmla="*/ 612175 h 1282606"/>
                <a:gd name="connsiteX2327" fmla="*/ 1231686 w 1465857"/>
                <a:gd name="connsiteY2327" fmla="*/ 609443 h 1282606"/>
                <a:gd name="connsiteX2328" fmla="*/ 1239166 w 1465857"/>
                <a:gd name="connsiteY2328" fmla="*/ 602107 h 1282606"/>
                <a:gd name="connsiteX2329" fmla="*/ 1246790 w 1465857"/>
                <a:gd name="connsiteY2329" fmla="*/ 599374 h 1282606"/>
                <a:gd name="connsiteX2330" fmla="*/ 1249235 w 1465857"/>
                <a:gd name="connsiteY2330" fmla="*/ 604552 h 1282606"/>
                <a:gd name="connsiteX2331" fmla="*/ 1246790 w 1465857"/>
                <a:gd name="connsiteY2331" fmla="*/ 606997 h 1282606"/>
                <a:gd name="connsiteX2332" fmla="*/ 1244344 w 1465857"/>
                <a:gd name="connsiteY2332" fmla="*/ 609443 h 1282606"/>
                <a:gd name="connsiteX2333" fmla="*/ 1241899 w 1465857"/>
                <a:gd name="connsiteY2333" fmla="*/ 609443 h 1282606"/>
                <a:gd name="connsiteX2334" fmla="*/ 1239166 w 1465857"/>
                <a:gd name="connsiteY2334" fmla="*/ 609443 h 1282606"/>
                <a:gd name="connsiteX2335" fmla="*/ 1234132 w 1465857"/>
                <a:gd name="connsiteY2335" fmla="*/ 617210 h 1282606"/>
                <a:gd name="connsiteX2336" fmla="*/ 1226509 w 1465857"/>
                <a:gd name="connsiteY2336" fmla="*/ 622388 h 1282606"/>
                <a:gd name="connsiteX2337" fmla="*/ 1224063 w 1465857"/>
                <a:gd name="connsiteY2337" fmla="*/ 624833 h 1282606"/>
                <a:gd name="connsiteX2338" fmla="*/ 1221474 w 1465857"/>
                <a:gd name="connsiteY2338" fmla="*/ 629868 h 1282606"/>
                <a:gd name="connsiteX2339" fmla="*/ 1224063 w 1465857"/>
                <a:gd name="connsiteY2339" fmla="*/ 637491 h 1282606"/>
                <a:gd name="connsiteX2340" fmla="*/ 1224063 w 1465857"/>
                <a:gd name="connsiteY2340" fmla="*/ 640080 h 1282606"/>
                <a:gd name="connsiteX2341" fmla="*/ 1226509 w 1465857"/>
                <a:gd name="connsiteY2341" fmla="*/ 642669 h 1282606"/>
                <a:gd name="connsiteX2342" fmla="*/ 1226509 w 1465857"/>
                <a:gd name="connsiteY2342" fmla="*/ 640080 h 1282606"/>
                <a:gd name="connsiteX2343" fmla="*/ 1226509 w 1465857"/>
                <a:gd name="connsiteY2343" fmla="*/ 629868 h 1282606"/>
                <a:gd name="connsiteX2344" fmla="*/ 1226509 w 1465857"/>
                <a:gd name="connsiteY2344" fmla="*/ 627422 h 1282606"/>
                <a:gd name="connsiteX2345" fmla="*/ 1241899 w 1465857"/>
                <a:gd name="connsiteY2345" fmla="*/ 612175 h 1282606"/>
                <a:gd name="connsiteX2346" fmla="*/ 1249235 w 1465857"/>
                <a:gd name="connsiteY2346" fmla="*/ 609443 h 1282606"/>
                <a:gd name="connsiteX2347" fmla="*/ 1251968 w 1465857"/>
                <a:gd name="connsiteY2347" fmla="*/ 602107 h 1282606"/>
                <a:gd name="connsiteX2348" fmla="*/ 1254557 w 1465857"/>
                <a:gd name="connsiteY2348" fmla="*/ 604552 h 1282606"/>
                <a:gd name="connsiteX2349" fmla="*/ 1254557 w 1465857"/>
                <a:gd name="connsiteY2349" fmla="*/ 602107 h 1282606"/>
                <a:gd name="connsiteX2350" fmla="*/ 1257002 w 1465857"/>
                <a:gd name="connsiteY2350" fmla="*/ 602107 h 1282606"/>
                <a:gd name="connsiteX2351" fmla="*/ 1259448 w 1465857"/>
                <a:gd name="connsiteY2351" fmla="*/ 602107 h 1282606"/>
                <a:gd name="connsiteX2352" fmla="*/ 1264626 w 1465857"/>
                <a:gd name="connsiteY2352" fmla="*/ 599374 h 1282606"/>
                <a:gd name="connsiteX2353" fmla="*/ 1264626 w 1465857"/>
                <a:gd name="connsiteY2353" fmla="*/ 596929 h 1282606"/>
                <a:gd name="connsiteX2354" fmla="*/ 1267215 w 1465857"/>
                <a:gd name="connsiteY2354" fmla="*/ 596929 h 1282606"/>
                <a:gd name="connsiteX2355" fmla="*/ 1269660 w 1465857"/>
                <a:gd name="connsiteY2355" fmla="*/ 594339 h 1282606"/>
                <a:gd name="connsiteX2356" fmla="*/ 1272393 w 1465857"/>
                <a:gd name="connsiteY2356" fmla="*/ 596929 h 1282606"/>
                <a:gd name="connsiteX2357" fmla="*/ 1274838 w 1465857"/>
                <a:gd name="connsiteY2357" fmla="*/ 602107 h 1282606"/>
                <a:gd name="connsiteX2358" fmla="*/ 1274838 w 1465857"/>
                <a:gd name="connsiteY2358" fmla="*/ 604552 h 1282606"/>
                <a:gd name="connsiteX2359" fmla="*/ 1274838 w 1465857"/>
                <a:gd name="connsiteY2359" fmla="*/ 612175 h 1282606"/>
                <a:gd name="connsiteX2360" fmla="*/ 1272393 w 1465857"/>
                <a:gd name="connsiteY2360" fmla="*/ 614764 h 1282606"/>
                <a:gd name="connsiteX2361" fmla="*/ 1269660 w 1465857"/>
                <a:gd name="connsiteY2361" fmla="*/ 619655 h 1282606"/>
                <a:gd name="connsiteX2362" fmla="*/ 1274838 w 1465857"/>
                <a:gd name="connsiteY2362" fmla="*/ 614764 h 1282606"/>
                <a:gd name="connsiteX2363" fmla="*/ 1277283 w 1465857"/>
                <a:gd name="connsiteY2363" fmla="*/ 609443 h 1282606"/>
                <a:gd name="connsiteX2364" fmla="*/ 1277283 w 1465857"/>
                <a:gd name="connsiteY2364" fmla="*/ 606997 h 1282606"/>
                <a:gd name="connsiteX2365" fmla="*/ 1277283 w 1465857"/>
                <a:gd name="connsiteY2365" fmla="*/ 602107 h 1282606"/>
                <a:gd name="connsiteX2366" fmla="*/ 1277283 w 1465857"/>
                <a:gd name="connsiteY2366" fmla="*/ 599374 h 1282606"/>
                <a:gd name="connsiteX2367" fmla="*/ 1274838 w 1465857"/>
                <a:gd name="connsiteY2367" fmla="*/ 596929 h 1282606"/>
                <a:gd name="connsiteX2368" fmla="*/ 1277283 w 1465857"/>
                <a:gd name="connsiteY2368" fmla="*/ 584271 h 1282606"/>
                <a:gd name="connsiteX2369" fmla="*/ 1277283 w 1465857"/>
                <a:gd name="connsiteY2369" fmla="*/ 581682 h 1282606"/>
                <a:gd name="connsiteX2370" fmla="*/ 1279729 w 1465857"/>
                <a:gd name="connsiteY2370" fmla="*/ 581682 h 1282606"/>
                <a:gd name="connsiteX2371" fmla="*/ 1279729 w 1465857"/>
                <a:gd name="connsiteY2371" fmla="*/ 578949 h 1282606"/>
                <a:gd name="connsiteX2372" fmla="*/ 1279729 w 1465857"/>
                <a:gd name="connsiteY2372" fmla="*/ 576504 h 1282606"/>
                <a:gd name="connsiteX2373" fmla="*/ 1285051 w 1465857"/>
                <a:gd name="connsiteY2373" fmla="*/ 576504 h 1282606"/>
                <a:gd name="connsiteX2374" fmla="*/ 1289941 w 1465857"/>
                <a:gd name="connsiteY2374" fmla="*/ 581682 h 1282606"/>
                <a:gd name="connsiteX2375" fmla="*/ 1295119 w 1465857"/>
                <a:gd name="connsiteY2375" fmla="*/ 586716 h 1282606"/>
                <a:gd name="connsiteX2376" fmla="*/ 1295119 w 1465857"/>
                <a:gd name="connsiteY2376" fmla="*/ 589161 h 1282606"/>
                <a:gd name="connsiteX2377" fmla="*/ 1295119 w 1465857"/>
                <a:gd name="connsiteY2377" fmla="*/ 594339 h 1282606"/>
                <a:gd name="connsiteX2378" fmla="*/ 1292674 w 1465857"/>
                <a:gd name="connsiteY2378" fmla="*/ 596929 h 1282606"/>
                <a:gd name="connsiteX2379" fmla="*/ 1287496 w 1465857"/>
                <a:gd name="connsiteY2379" fmla="*/ 599374 h 1282606"/>
                <a:gd name="connsiteX2380" fmla="*/ 1285051 w 1465857"/>
                <a:gd name="connsiteY2380" fmla="*/ 604552 h 1282606"/>
                <a:gd name="connsiteX2381" fmla="*/ 1287496 w 1465857"/>
                <a:gd name="connsiteY2381" fmla="*/ 609443 h 1282606"/>
                <a:gd name="connsiteX2382" fmla="*/ 1292674 w 1465857"/>
                <a:gd name="connsiteY2382" fmla="*/ 614764 h 1282606"/>
                <a:gd name="connsiteX2383" fmla="*/ 1295119 w 1465857"/>
                <a:gd name="connsiteY2383" fmla="*/ 619655 h 1282606"/>
                <a:gd name="connsiteX2384" fmla="*/ 1295119 w 1465857"/>
                <a:gd name="connsiteY2384" fmla="*/ 622388 h 1282606"/>
                <a:gd name="connsiteX2385" fmla="*/ 1289941 w 1465857"/>
                <a:gd name="connsiteY2385" fmla="*/ 624833 h 1282606"/>
                <a:gd name="connsiteX2386" fmla="*/ 1285051 w 1465857"/>
                <a:gd name="connsiteY2386" fmla="*/ 629868 h 1282606"/>
                <a:gd name="connsiteX2387" fmla="*/ 1282461 w 1465857"/>
                <a:gd name="connsiteY2387" fmla="*/ 632600 h 1282606"/>
                <a:gd name="connsiteX2388" fmla="*/ 1282461 w 1465857"/>
                <a:gd name="connsiteY2388" fmla="*/ 635046 h 1282606"/>
                <a:gd name="connsiteX2389" fmla="*/ 1285051 w 1465857"/>
                <a:gd name="connsiteY2389" fmla="*/ 640080 h 1282606"/>
                <a:gd name="connsiteX2390" fmla="*/ 1279729 w 1465857"/>
                <a:gd name="connsiteY2390" fmla="*/ 645258 h 1282606"/>
                <a:gd name="connsiteX2391" fmla="*/ 1277283 w 1465857"/>
                <a:gd name="connsiteY2391" fmla="*/ 647704 h 1282606"/>
                <a:gd name="connsiteX2392" fmla="*/ 1279729 w 1465857"/>
                <a:gd name="connsiteY2392" fmla="*/ 647704 h 1282606"/>
                <a:gd name="connsiteX2393" fmla="*/ 1282461 w 1465857"/>
                <a:gd name="connsiteY2393" fmla="*/ 645258 h 1282606"/>
                <a:gd name="connsiteX2394" fmla="*/ 1287496 w 1465857"/>
                <a:gd name="connsiteY2394" fmla="*/ 642669 h 1282606"/>
                <a:gd name="connsiteX2395" fmla="*/ 1287496 w 1465857"/>
                <a:gd name="connsiteY2395" fmla="*/ 640080 h 1282606"/>
                <a:gd name="connsiteX2396" fmla="*/ 1285051 w 1465857"/>
                <a:gd name="connsiteY2396" fmla="*/ 635046 h 1282606"/>
                <a:gd name="connsiteX2397" fmla="*/ 1287496 w 1465857"/>
                <a:gd name="connsiteY2397" fmla="*/ 632600 h 1282606"/>
                <a:gd name="connsiteX2398" fmla="*/ 1292674 w 1465857"/>
                <a:gd name="connsiteY2398" fmla="*/ 640080 h 1282606"/>
                <a:gd name="connsiteX2399" fmla="*/ 1295119 w 1465857"/>
                <a:gd name="connsiteY2399" fmla="*/ 640080 h 1282606"/>
                <a:gd name="connsiteX2400" fmla="*/ 1295119 w 1465857"/>
                <a:gd name="connsiteY2400" fmla="*/ 637491 h 1282606"/>
                <a:gd name="connsiteX2401" fmla="*/ 1292674 w 1465857"/>
                <a:gd name="connsiteY2401" fmla="*/ 632600 h 1282606"/>
                <a:gd name="connsiteX2402" fmla="*/ 1295119 w 1465857"/>
                <a:gd name="connsiteY2402" fmla="*/ 629868 h 1282606"/>
                <a:gd name="connsiteX2403" fmla="*/ 1297709 w 1465857"/>
                <a:gd name="connsiteY2403" fmla="*/ 627422 h 1282606"/>
                <a:gd name="connsiteX2404" fmla="*/ 1297709 w 1465857"/>
                <a:gd name="connsiteY2404" fmla="*/ 622388 h 1282606"/>
                <a:gd name="connsiteX2405" fmla="*/ 1300154 w 1465857"/>
                <a:gd name="connsiteY2405" fmla="*/ 622388 h 1282606"/>
                <a:gd name="connsiteX2406" fmla="*/ 1302887 w 1465857"/>
                <a:gd name="connsiteY2406" fmla="*/ 622388 h 1282606"/>
                <a:gd name="connsiteX2407" fmla="*/ 1305332 w 1465857"/>
                <a:gd name="connsiteY2407" fmla="*/ 619655 h 1282606"/>
                <a:gd name="connsiteX2408" fmla="*/ 1305332 w 1465857"/>
                <a:gd name="connsiteY2408" fmla="*/ 617210 h 1282606"/>
                <a:gd name="connsiteX2409" fmla="*/ 1307777 w 1465857"/>
                <a:gd name="connsiteY2409" fmla="*/ 614764 h 1282606"/>
                <a:gd name="connsiteX2410" fmla="*/ 1310366 w 1465857"/>
                <a:gd name="connsiteY2410" fmla="*/ 614764 h 1282606"/>
                <a:gd name="connsiteX2411" fmla="*/ 1312811 w 1465857"/>
                <a:gd name="connsiteY2411" fmla="*/ 617210 h 1282606"/>
                <a:gd name="connsiteX2412" fmla="*/ 1312811 w 1465857"/>
                <a:gd name="connsiteY2412" fmla="*/ 619655 h 1282606"/>
                <a:gd name="connsiteX2413" fmla="*/ 1312811 w 1465857"/>
                <a:gd name="connsiteY2413" fmla="*/ 622388 h 1282606"/>
                <a:gd name="connsiteX2414" fmla="*/ 1315544 w 1465857"/>
                <a:gd name="connsiteY2414" fmla="*/ 622388 h 1282606"/>
                <a:gd name="connsiteX2415" fmla="*/ 1315544 w 1465857"/>
                <a:gd name="connsiteY2415" fmla="*/ 624833 h 1282606"/>
                <a:gd name="connsiteX2416" fmla="*/ 1317989 w 1465857"/>
                <a:gd name="connsiteY2416" fmla="*/ 627422 h 1282606"/>
                <a:gd name="connsiteX2417" fmla="*/ 1317989 w 1465857"/>
                <a:gd name="connsiteY2417" fmla="*/ 629868 h 1282606"/>
                <a:gd name="connsiteX2418" fmla="*/ 1317989 w 1465857"/>
                <a:gd name="connsiteY2418" fmla="*/ 632600 h 1282606"/>
                <a:gd name="connsiteX2419" fmla="*/ 1320435 w 1465857"/>
                <a:gd name="connsiteY2419" fmla="*/ 640080 h 1282606"/>
                <a:gd name="connsiteX2420" fmla="*/ 1320435 w 1465857"/>
                <a:gd name="connsiteY2420" fmla="*/ 642669 h 1282606"/>
                <a:gd name="connsiteX2421" fmla="*/ 1322880 w 1465857"/>
                <a:gd name="connsiteY2421" fmla="*/ 645258 h 1282606"/>
                <a:gd name="connsiteX2422" fmla="*/ 1322880 w 1465857"/>
                <a:gd name="connsiteY2422" fmla="*/ 642669 h 1282606"/>
                <a:gd name="connsiteX2423" fmla="*/ 1322880 w 1465857"/>
                <a:gd name="connsiteY2423" fmla="*/ 640080 h 1282606"/>
                <a:gd name="connsiteX2424" fmla="*/ 1322880 w 1465857"/>
                <a:gd name="connsiteY2424" fmla="*/ 635046 h 1282606"/>
                <a:gd name="connsiteX2425" fmla="*/ 1322880 w 1465857"/>
                <a:gd name="connsiteY2425" fmla="*/ 632600 h 1282606"/>
                <a:gd name="connsiteX2426" fmla="*/ 1322880 w 1465857"/>
                <a:gd name="connsiteY2426" fmla="*/ 629868 h 1282606"/>
                <a:gd name="connsiteX2427" fmla="*/ 1320435 w 1465857"/>
                <a:gd name="connsiteY2427" fmla="*/ 627422 h 1282606"/>
                <a:gd name="connsiteX2428" fmla="*/ 1317989 w 1465857"/>
                <a:gd name="connsiteY2428" fmla="*/ 619655 h 1282606"/>
                <a:gd name="connsiteX2429" fmla="*/ 1315544 w 1465857"/>
                <a:gd name="connsiteY2429" fmla="*/ 617210 h 1282606"/>
                <a:gd name="connsiteX2430" fmla="*/ 1317989 w 1465857"/>
                <a:gd name="connsiteY2430" fmla="*/ 614764 h 1282606"/>
                <a:gd name="connsiteX2431" fmla="*/ 1322880 w 1465857"/>
                <a:gd name="connsiteY2431" fmla="*/ 612175 h 1282606"/>
                <a:gd name="connsiteX2432" fmla="*/ 1325613 w 1465857"/>
                <a:gd name="connsiteY2432" fmla="*/ 612175 h 1282606"/>
                <a:gd name="connsiteX2433" fmla="*/ 1328202 w 1465857"/>
                <a:gd name="connsiteY2433" fmla="*/ 614764 h 1282606"/>
                <a:gd name="connsiteX2434" fmla="*/ 1330647 w 1465857"/>
                <a:gd name="connsiteY2434" fmla="*/ 619655 h 1282606"/>
                <a:gd name="connsiteX2435" fmla="*/ 1335826 w 1465857"/>
                <a:gd name="connsiteY2435" fmla="*/ 622388 h 1282606"/>
                <a:gd name="connsiteX2436" fmla="*/ 1335826 w 1465857"/>
                <a:gd name="connsiteY2436" fmla="*/ 619655 h 1282606"/>
                <a:gd name="connsiteX2437" fmla="*/ 1333093 w 1465857"/>
                <a:gd name="connsiteY2437" fmla="*/ 617210 h 1282606"/>
                <a:gd name="connsiteX2438" fmla="*/ 1333093 w 1465857"/>
                <a:gd name="connsiteY2438" fmla="*/ 614764 h 1282606"/>
                <a:gd name="connsiteX2439" fmla="*/ 1330647 w 1465857"/>
                <a:gd name="connsiteY2439" fmla="*/ 612175 h 1282606"/>
                <a:gd name="connsiteX2440" fmla="*/ 1333093 w 1465857"/>
                <a:gd name="connsiteY2440" fmla="*/ 612175 h 1282606"/>
                <a:gd name="connsiteX2441" fmla="*/ 1335826 w 1465857"/>
                <a:gd name="connsiteY2441" fmla="*/ 606997 h 1282606"/>
                <a:gd name="connsiteX2442" fmla="*/ 1338271 w 1465857"/>
                <a:gd name="connsiteY2442" fmla="*/ 606997 h 1282606"/>
                <a:gd name="connsiteX2443" fmla="*/ 1335826 w 1465857"/>
                <a:gd name="connsiteY2443" fmla="*/ 602107 h 1282606"/>
                <a:gd name="connsiteX2444" fmla="*/ 1333093 w 1465857"/>
                <a:gd name="connsiteY2444" fmla="*/ 599374 h 1282606"/>
                <a:gd name="connsiteX2445" fmla="*/ 1333093 w 1465857"/>
                <a:gd name="connsiteY2445" fmla="*/ 596929 h 1282606"/>
                <a:gd name="connsiteX2446" fmla="*/ 1333094 w 1465857"/>
                <a:gd name="connsiteY2446" fmla="*/ 596929 h 1282606"/>
                <a:gd name="connsiteX2447" fmla="*/ 1335826 w 1465857"/>
                <a:gd name="connsiteY2447" fmla="*/ 596929 h 1282606"/>
                <a:gd name="connsiteX2448" fmla="*/ 1335826 w 1465857"/>
                <a:gd name="connsiteY2448" fmla="*/ 594339 h 1282606"/>
                <a:gd name="connsiteX2449" fmla="*/ 1340860 w 1465857"/>
                <a:gd name="connsiteY2449" fmla="*/ 589161 h 1282606"/>
                <a:gd name="connsiteX2450" fmla="*/ 1343305 w 1465857"/>
                <a:gd name="connsiteY2450" fmla="*/ 589161 h 1282606"/>
                <a:gd name="connsiteX2451" fmla="*/ 1346038 w 1465857"/>
                <a:gd name="connsiteY2451" fmla="*/ 589161 h 1282606"/>
                <a:gd name="connsiteX2452" fmla="*/ 1346038 w 1465857"/>
                <a:gd name="connsiteY2452" fmla="*/ 591894 h 1282606"/>
                <a:gd name="connsiteX2453" fmla="*/ 1346038 w 1465857"/>
                <a:gd name="connsiteY2453" fmla="*/ 594339 h 1282606"/>
                <a:gd name="connsiteX2454" fmla="*/ 1346038 w 1465857"/>
                <a:gd name="connsiteY2454" fmla="*/ 599374 h 1282606"/>
                <a:gd name="connsiteX2455" fmla="*/ 1346038 w 1465857"/>
                <a:gd name="connsiteY2455" fmla="*/ 604552 h 1282606"/>
                <a:gd name="connsiteX2456" fmla="*/ 1346038 w 1465857"/>
                <a:gd name="connsiteY2456" fmla="*/ 606997 h 1282606"/>
                <a:gd name="connsiteX2457" fmla="*/ 1348483 w 1465857"/>
                <a:gd name="connsiteY2457" fmla="*/ 609443 h 1282606"/>
                <a:gd name="connsiteX2458" fmla="*/ 1348483 w 1465857"/>
                <a:gd name="connsiteY2458" fmla="*/ 606997 h 1282606"/>
                <a:gd name="connsiteX2459" fmla="*/ 1350928 w 1465857"/>
                <a:gd name="connsiteY2459" fmla="*/ 602107 h 1282606"/>
                <a:gd name="connsiteX2460" fmla="*/ 1350928 w 1465857"/>
                <a:gd name="connsiteY2460" fmla="*/ 599374 h 1282606"/>
                <a:gd name="connsiteX2461" fmla="*/ 1350928 w 1465857"/>
                <a:gd name="connsiteY2461" fmla="*/ 596929 h 1282606"/>
                <a:gd name="connsiteX2462" fmla="*/ 1353517 w 1465857"/>
                <a:gd name="connsiteY2462" fmla="*/ 596929 h 1282606"/>
                <a:gd name="connsiteX2463" fmla="*/ 1356107 w 1465857"/>
                <a:gd name="connsiteY2463" fmla="*/ 594339 h 1282606"/>
                <a:gd name="connsiteX2464" fmla="*/ 1356107 w 1465857"/>
                <a:gd name="connsiteY2464" fmla="*/ 596929 h 1282606"/>
                <a:gd name="connsiteX2465" fmla="*/ 1356107 w 1465857"/>
                <a:gd name="connsiteY2465" fmla="*/ 599374 h 1282606"/>
                <a:gd name="connsiteX2466" fmla="*/ 1358696 w 1465857"/>
                <a:gd name="connsiteY2466" fmla="*/ 599374 h 1282606"/>
                <a:gd name="connsiteX2467" fmla="*/ 1358696 w 1465857"/>
                <a:gd name="connsiteY2467" fmla="*/ 596929 h 1282606"/>
                <a:gd name="connsiteX2468" fmla="*/ 1361141 w 1465857"/>
                <a:gd name="connsiteY2468" fmla="*/ 596929 h 1282606"/>
                <a:gd name="connsiteX2469" fmla="*/ 1363586 w 1465857"/>
                <a:gd name="connsiteY2469" fmla="*/ 596929 h 1282606"/>
                <a:gd name="connsiteX2470" fmla="*/ 1363586 w 1465857"/>
                <a:gd name="connsiteY2470" fmla="*/ 599374 h 1282606"/>
                <a:gd name="connsiteX2471" fmla="*/ 1363586 w 1465857"/>
                <a:gd name="connsiteY2471" fmla="*/ 602107 h 1282606"/>
                <a:gd name="connsiteX2472" fmla="*/ 1363586 w 1465857"/>
                <a:gd name="connsiteY2472" fmla="*/ 604552 h 1282606"/>
                <a:gd name="connsiteX2473" fmla="*/ 1361141 w 1465857"/>
                <a:gd name="connsiteY2473" fmla="*/ 604552 h 1282606"/>
                <a:gd name="connsiteX2474" fmla="*/ 1363586 w 1465857"/>
                <a:gd name="connsiteY2474" fmla="*/ 606997 h 1282606"/>
                <a:gd name="connsiteX2475" fmla="*/ 1366319 w 1465857"/>
                <a:gd name="connsiteY2475" fmla="*/ 604552 h 1282606"/>
                <a:gd name="connsiteX2476" fmla="*/ 1371354 w 1465857"/>
                <a:gd name="connsiteY2476" fmla="*/ 602107 h 1282606"/>
                <a:gd name="connsiteX2477" fmla="*/ 1371354 w 1465857"/>
                <a:gd name="connsiteY2477" fmla="*/ 606997 h 1282606"/>
                <a:gd name="connsiteX2478" fmla="*/ 1368764 w 1465857"/>
                <a:gd name="connsiteY2478" fmla="*/ 609443 h 1282606"/>
                <a:gd name="connsiteX2479" fmla="*/ 1368764 w 1465857"/>
                <a:gd name="connsiteY2479" fmla="*/ 612175 h 1282606"/>
                <a:gd name="connsiteX2480" fmla="*/ 1371354 w 1465857"/>
                <a:gd name="connsiteY2480" fmla="*/ 612175 h 1282606"/>
                <a:gd name="connsiteX2481" fmla="*/ 1371354 w 1465857"/>
                <a:gd name="connsiteY2481" fmla="*/ 609443 h 1282606"/>
                <a:gd name="connsiteX2482" fmla="*/ 1373799 w 1465857"/>
                <a:gd name="connsiteY2482" fmla="*/ 609443 h 1282606"/>
                <a:gd name="connsiteX2483" fmla="*/ 1376532 w 1465857"/>
                <a:gd name="connsiteY2483" fmla="*/ 609443 h 1282606"/>
                <a:gd name="connsiteX2484" fmla="*/ 1378977 w 1465857"/>
                <a:gd name="connsiteY2484" fmla="*/ 609443 h 1282606"/>
                <a:gd name="connsiteX2485" fmla="*/ 1381422 w 1465857"/>
                <a:gd name="connsiteY2485" fmla="*/ 609443 h 1282606"/>
                <a:gd name="connsiteX2486" fmla="*/ 1381422 w 1465857"/>
                <a:gd name="connsiteY2486" fmla="*/ 614764 h 1282606"/>
                <a:gd name="connsiteX2487" fmla="*/ 1384012 w 1465857"/>
                <a:gd name="connsiteY2487" fmla="*/ 614764 h 1282606"/>
                <a:gd name="connsiteX2488" fmla="*/ 1386457 w 1465857"/>
                <a:gd name="connsiteY2488" fmla="*/ 614764 h 1282606"/>
                <a:gd name="connsiteX2489" fmla="*/ 1394080 w 1465857"/>
                <a:gd name="connsiteY2489" fmla="*/ 619655 h 1282606"/>
                <a:gd name="connsiteX2490" fmla="*/ 1396525 w 1465857"/>
                <a:gd name="connsiteY2490" fmla="*/ 622388 h 1282606"/>
                <a:gd name="connsiteX2491" fmla="*/ 1396525 w 1465857"/>
                <a:gd name="connsiteY2491" fmla="*/ 624833 h 1282606"/>
                <a:gd name="connsiteX2492" fmla="*/ 1396525 w 1465857"/>
                <a:gd name="connsiteY2492" fmla="*/ 627422 h 1282606"/>
                <a:gd name="connsiteX2493" fmla="*/ 1396525 w 1465857"/>
                <a:gd name="connsiteY2493" fmla="*/ 629868 h 1282606"/>
                <a:gd name="connsiteX2494" fmla="*/ 1396525 w 1465857"/>
                <a:gd name="connsiteY2494" fmla="*/ 632600 h 1282606"/>
                <a:gd name="connsiteX2495" fmla="*/ 1391635 w 1465857"/>
                <a:gd name="connsiteY2495" fmla="*/ 635046 h 1282606"/>
                <a:gd name="connsiteX2496" fmla="*/ 1394080 w 1465857"/>
                <a:gd name="connsiteY2496" fmla="*/ 637491 h 1282606"/>
                <a:gd name="connsiteX2497" fmla="*/ 1389189 w 1465857"/>
                <a:gd name="connsiteY2497" fmla="*/ 640080 h 1282606"/>
                <a:gd name="connsiteX2498" fmla="*/ 1386457 w 1465857"/>
                <a:gd name="connsiteY2498" fmla="*/ 640080 h 1282606"/>
                <a:gd name="connsiteX2499" fmla="*/ 1378977 w 1465857"/>
                <a:gd name="connsiteY2499" fmla="*/ 632600 h 1282606"/>
                <a:gd name="connsiteX2500" fmla="*/ 1373799 w 1465857"/>
                <a:gd name="connsiteY2500" fmla="*/ 632600 h 1282606"/>
                <a:gd name="connsiteX2501" fmla="*/ 1368764 w 1465857"/>
                <a:gd name="connsiteY2501" fmla="*/ 632600 h 1282606"/>
                <a:gd name="connsiteX2502" fmla="*/ 1361141 w 1465857"/>
                <a:gd name="connsiteY2502" fmla="*/ 629868 h 1282606"/>
                <a:gd name="connsiteX2503" fmla="*/ 1363586 w 1465857"/>
                <a:gd name="connsiteY2503" fmla="*/ 632600 h 1282606"/>
                <a:gd name="connsiteX2504" fmla="*/ 1363586 w 1465857"/>
                <a:gd name="connsiteY2504" fmla="*/ 635046 h 1282606"/>
                <a:gd name="connsiteX2505" fmla="*/ 1371354 w 1465857"/>
                <a:gd name="connsiteY2505" fmla="*/ 635046 h 1282606"/>
                <a:gd name="connsiteX2506" fmla="*/ 1378977 w 1465857"/>
                <a:gd name="connsiteY2506" fmla="*/ 637491 h 1282606"/>
                <a:gd name="connsiteX2507" fmla="*/ 1384012 w 1465857"/>
                <a:gd name="connsiteY2507" fmla="*/ 642669 h 1282606"/>
                <a:gd name="connsiteX2508" fmla="*/ 1389189 w 1465857"/>
                <a:gd name="connsiteY2508" fmla="*/ 645258 h 1282606"/>
                <a:gd name="connsiteX2509" fmla="*/ 1391635 w 1465857"/>
                <a:gd name="connsiteY2509" fmla="*/ 647704 h 1282606"/>
                <a:gd name="connsiteX2510" fmla="*/ 1391635 w 1465857"/>
                <a:gd name="connsiteY2510" fmla="*/ 650149 h 1282606"/>
                <a:gd name="connsiteX2511" fmla="*/ 1384012 w 1465857"/>
                <a:gd name="connsiteY2511" fmla="*/ 655327 h 1282606"/>
                <a:gd name="connsiteX2512" fmla="*/ 1381422 w 1465857"/>
                <a:gd name="connsiteY2512" fmla="*/ 655327 h 1282606"/>
                <a:gd name="connsiteX2513" fmla="*/ 1378977 w 1465857"/>
                <a:gd name="connsiteY2513" fmla="*/ 657916 h 1282606"/>
                <a:gd name="connsiteX2514" fmla="*/ 1376532 w 1465857"/>
                <a:gd name="connsiteY2514" fmla="*/ 660361 h 1282606"/>
                <a:gd name="connsiteX2515" fmla="*/ 1376532 w 1465857"/>
                <a:gd name="connsiteY2515" fmla="*/ 663094 h 1282606"/>
                <a:gd name="connsiteX2516" fmla="*/ 1378977 w 1465857"/>
                <a:gd name="connsiteY2516" fmla="*/ 660361 h 1282606"/>
                <a:gd name="connsiteX2517" fmla="*/ 1381422 w 1465857"/>
                <a:gd name="connsiteY2517" fmla="*/ 657916 h 1282606"/>
                <a:gd name="connsiteX2518" fmla="*/ 1384012 w 1465857"/>
                <a:gd name="connsiteY2518" fmla="*/ 657916 h 1282606"/>
                <a:gd name="connsiteX2519" fmla="*/ 1386457 w 1465857"/>
                <a:gd name="connsiteY2519" fmla="*/ 657916 h 1282606"/>
                <a:gd name="connsiteX2520" fmla="*/ 1389189 w 1465857"/>
                <a:gd name="connsiteY2520" fmla="*/ 657916 h 1282606"/>
                <a:gd name="connsiteX2521" fmla="*/ 1391635 w 1465857"/>
                <a:gd name="connsiteY2521" fmla="*/ 652882 h 1282606"/>
                <a:gd name="connsiteX2522" fmla="*/ 1396525 w 1465857"/>
                <a:gd name="connsiteY2522" fmla="*/ 655327 h 1282606"/>
                <a:gd name="connsiteX2523" fmla="*/ 1399258 w 1465857"/>
                <a:gd name="connsiteY2523" fmla="*/ 655327 h 1282606"/>
                <a:gd name="connsiteX2524" fmla="*/ 1399258 w 1465857"/>
                <a:gd name="connsiteY2524" fmla="*/ 657916 h 1282606"/>
                <a:gd name="connsiteX2525" fmla="*/ 1399258 w 1465857"/>
                <a:gd name="connsiteY2525" fmla="*/ 660361 h 1282606"/>
                <a:gd name="connsiteX2526" fmla="*/ 1399258 w 1465857"/>
                <a:gd name="connsiteY2526" fmla="*/ 663094 h 1282606"/>
                <a:gd name="connsiteX2527" fmla="*/ 1396525 w 1465857"/>
                <a:gd name="connsiteY2527" fmla="*/ 660361 h 1282606"/>
                <a:gd name="connsiteX2528" fmla="*/ 1394080 w 1465857"/>
                <a:gd name="connsiteY2528" fmla="*/ 665539 h 1282606"/>
                <a:gd name="connsiteX2529" fmla="*/ 1391635 w 1465857"/>
                <a:gd name="connsiteY2529" fmla="*/ 665539 h 1282606"/>
                <a:gd name="connsiteX2530" fmla="*/ 1389189 w 1465857"/>
                <a:gd name="connsiteY2530" fmla="*/ 667985 h 1282606"/>
                <a:gd name="connsiteX2531" fmla="*/ 1386457 w 1465857"/>
                <a:gd name="connsiteY2531" fmla="*/ 670574 h 1282606"/>
                <a:gd name="connsiteX2532" fmla="*/ 1384012 w 1465857"/>
                <a:gd name="connsiteY2532" fmla="*/ 675752 h 1282606"/>
                <a:gd name="connsiteX2533" fmla="*/ 1381422 w 1465857"/>
                <a:gd name="connsiteY2533" fmla="*/ 675752 h 1282606"/>
                <a:gd name="connsiteX2534" fmla="*/ 1378977 w 1465857"/>
                <a:gd name="connsiteY2534" fmla="*/ 675752 h 1282606"/>
                <a:gd name="connsiteX2535" fmla="*/ 1376532 w 1465857"/>
                <a:gd name="connsiteY2535" fmla="*/ 673019 h 1282606"/>
                <a:gd name="connsiteX2536" fmla="*/ 1373799 w 1465857"/>
                <a:gd name="connsiteY2536" fmla="*/ 675752 h 1282606"/>
                <a:gd name="connsiteX2537" fmla="*/ 1371354 w 1465857"/>
                <a:gd name="connsiteY2537" fmla="*/ 675752 h 1282606"/>
                <a:gd name="connsiteX2538" fmla="*/ 1368764 w 1465857"/>
                <a:gd name="connsiteY2538" fmla="*/ 675752 h 1282606"/>
                <a:gd name="connsiteX2539" fmla="*/ 1366319 w 1465857"/>
                <a:gd name="connsiteY2539" fmla="*/ 670574 h 1282606"/>
                <a:gd name="connsiteX2540" fmla="*/ 1363586 w 1465857"/>
                <a:gd name="connsiteY2540" fmla="*/ 665539 h 1282606"/>
                <a:gd name="connsiteX2541" fmla="*/ 1356107 w 1465857"/>
                <a:gd name="connsiteY2541" fmla="*/ 667985 h 1282606"/>
                <a:gd name="connsiteX2542" fmla="*/ 1348483 w 1465857"/>
                <a:gd name="connsiteY2542" fmla="*/ 670574 h 1282606"/>
                <a:gd name="connsiteX2543" fmla="*/ 1346038 w 1465857"/>
                <a:gd name="connsiteY2543" fmla="*/ 670574 h 1282606"/>
                <a:gd name="connsiteX2544" fmla="*/ 1348483 w 1465857"/>
                <a:gd name="connsiteY2544" fmla="*/ 673019 h 1282606"/>
                <a:gd name="connsiteX2545" fmla="*/ 1350928 w 1465857"/>
                <a:gd name="connsiteY2545" fmla="*/ 673019 h 1282606"/>
                <a:gd name="connsiteX2546" fmla="*/ 1353517 w 1465857"/>
                <a:gd name="connsiteY2546" fmla="*/ 673019 h 1282606"/>
                <a:gd name="connsiteX2547" fmla="*/ 1353517 w 1465857"/>
                <a:gd name="connsiteY2547" fmla="*/ 675752 h 1282606"/>
                <a:gd name="connsiteX2548" fmla="*/ 1363586 w 1465857"/>
                <a:gd name="connsiteY2548" fmla="*/ 680642 h 1282606"/>
                <a:gd name="connsiteX2549" fmla="*/ 1363586 w 1465857"/>
                <a:gd name="connsiteY2549" fmla="*/ 683232 h 1282606"/>
                <a:gd name="connsiteX2550" fmla="*/ 1361141 w 1465857"/>
                <a:gd name="connsiteY2550" fmla="*/ 685821 h 1282606"/>
                <a:gd name="connsiteX2551" fmla="*/ 1356107 w 1465857"/>
                <a:gd name="connsiteY2551" fmla="*/ 690855 h 1282606"/>
                <a:gd name="connsiteX2552" fmla="*/ 1353517 w 1465857"/>
                <a:gd name="connsiteY2552" fmla="*/ 696033 h 1282606"/>
                <a:gd name="connsiteX2553" fmla="*/ 1350928 w 1465857"/>
                <a:gd name="connsiteY2553" fmla="*/ 698478 h 1282606"/>
                <a:gd name="connsiteX2554" fmla="*/ 1353517 w 1465857"/>
                <a:gd name="connsiteY2554" fmla="*/ 698478 h 1282606"/>
                <a:gd name="connsiteX2555" fmla="*/ 1361141 w 1465857"/>
                <a:gd name="connsiteY2555" fmla="*/ 693300 h 1282606"/>
                <a:gd name="connsiteX2556" fmla="*/ 1363586 w 1465857"/>
                <a:gd name="connsiteY2556" fmla="*/ 696033 h 1282606"/>
                <a:gd name="connsiteX2557" fmla="*/ 1368764 w 1465857"/>
                <a:gd name="connsiteY2557" fmla="*/ 693300 h 1282606"/>
                <a:gd name="connsiteX2558" fmla="*/ 1366319 w 1465857"/>
                <a:gd name="connsiteY2558" fmla="*/ 696033 h 1282606"/>
                <a:gd name="connsiteX2559" fmla="*/ 1366319 w 1465857"/>
                <a:gd name="connsiteY2559" fmla="*/ 698478 h 1282606"/>
                <a:gd name="connsiteX2560" fmla="*/ 1371354 w 1465857"/>
                <a:gd name="connsiteY2560" fmla="*/ 696033 h 1282606"/>
                <a:gd name="connsiteX2561" fmla="*/ 1376532 w 1465857"/>
                <a:gd name="connsiteY2561" fmla="*/ 696033 h 1282606"/>
                <a:gd name="connsiteX2562" fmla="*/ 1378977 w 1465857"/>
                <a:gd name="connsiteY2562" fmla="*/ 693300 h 1282606"/>
                <a:gd name="connsiteX2563" fmla="*/ 1381422 w 1465857"/>
                <a:gd name="connsiteY2563" fmla="*/ 696033 h 1282606"/>
                <a:gd name="connsiteX2564" fmla="*/ 1378977 w 1465857"/>
                <a:gd name="connsiteY2564" fmla="*/ 696033 h 1282606"/>
                <a:gd name="connsiteX2565" fmla="*/ 1378977 w 1465857"/>
                <a:gd name="connsiteY2565" fmla="*/ 698478 h 1282606"/>
                <a:gd name="connsiteX2566" fmla="*/ 1378977 w 1465857"/>
                <a:gd name="connsiteY2566" fmla="*/ 701067 h 1282606"/>
                <a:gd name="connsiteX2567" fmla="*/ 1381422 w 1465857"/>
                <a:gd name="connsiteY2567" fmla="*/ 701067 h 1282606"/>
                <a:gd name="connsiteX2568" fmla="*/ 1384012 w 1465857"/>
                <a:gd name="connsiteY2568" fmla="*/ 701067 h 1282606"/>
                <a:gd name="connsiteX2569" fmla="*/ 1384012 w 1465857"/>
                <a:gd name="connsiteY2569" fmla="*/ 698478 h 1282606"/>
                <a:gd name="connsiteX2570" fmla="*/ 1386457 w 1465857"/>
                <a:gd name="connsiteY2570" fmla="*/ 698478 h 1282606"/>
                <a:gd name="connsiteX2571" fmla="*/ 1386457 w 1465857"/>
                <a:gd name="connsiteY2571" fmla="*/ 701067 h 1282606"/>
                <a:gd name="connsiteX2572" fmla="*/ 1386457 w 1465857"/>
                <a:gd name="connsiteY2572" fmla="*/ 703513 h 1282606"/>
                <a:gd name="connsiteX2573" fmla="*/ 1389189 w 1465857"/>
                <a:gd name="connsiteY2573" fmla="*/ 706246 h 1282606"/>
                <a:gd name="connsiteX2574" fmla="*/ 1391635 w 1465857"/>
                <a:gd name="connsiteY2574" fmla="*/ 703513 h 1282606"/>
                <a:gd name="connsiteX2575" fmla="*/ 1394080 w 1465857"/>
                <a:gd name="connsiteY2575" fmla="*/ 703513 h 1282606"/>
                <a:gd name="connsiteX2576" fmla="*/ 1394080 w 1465857"/>
                <a:gd name="connsiteY2576" fmla="*/ 706246 h 1282606"/>
                <a:gd name="connsiteX2577" fmla="*/ 1391635 w 1465857"/>
                <a:gd name="connsiteY2577" fmla="*/ 706246 h 1282606"/>
                <a:gd name="connsiteX2578" fmla="*/ 1391635 w 1465857"/>
                <a:gd name="connsiteY2578" fmla="*/ 708691 h 1282606"/>
                <a:gd name="connsiteX2579" fmla="*/ 1389189 w 1465857"/>
                <a:gd name="connsiteY2579" fmla="*/ 708691 h 1282606"/>
                <a:gd name="connsiteX2580" fmla="*/ 1386457 w 1465857"/>
                <a:gd name="connsiteY2580" fmla="*/ 711136 h 1282606"/>
                <a:gd name="connsiteX2581" fmla="*/ 1384012 w 1465857"/>
                <a:gd name="connsiteY2581" fmla="*/ 711136 h 1282606"/>
                <a:gd name="connsiteX2582" fmla="*/ 1381422 w 1465857"/>
                <a:gd name="connsiteY2582" fmla="*/ 716458 h 1282606"/>
                <a:gd name="connsiteX2583" fmla="*/ 1378977 w 1465857"/>
                <a:gd name="connsiteY2583" fmla="*/ 718903 h 1282606"/>
                <a:gd name="connsiteX2584" fmla="*/ 1376532 w 1465857"/>
                <a:gd name="connsiteY2584" fmla="*/ 716458 h 1282606"/>
                <a:gd name="connsiteX2585" fmla="*/ 1368764 w 1465857"/>
                <a:gd name="connsiteY2585" fmla="*/ 713725 h 1282606"/>
                <a:gd name="connsiteX2586" fmla="*/ 1356107 w 1465857"/>
                <a:gd name="connsiteY2586" fmla="*/ 718903 h 1282606"/>
                <a:gd name="connsiteX2587" fmla="*/ 1353517 w 1465857"/>
                <a:gd name="connsiteY2587" fmla="*/ 716458 h 1282606"/>
                <a:gd name="connsiteX2588" fmla="*/ 1350928 w 1465857"/>
                <a:gd name="connsiteY2588" fmla="*/ 716458 h 1282606"/>
                <a:gd name="connsiteX2589" fmla="*/ 1348483 w 1465857"/>
                <a:gd name="connsiteY2589" fmla="*/ 711136 h 1282606"/>
                <a:gd name="connsiteX2590" fmla="*/ 1348483 w 1465857"/>
                <a:gd name="connsiteY2590" fmla="*/ 713725 h 1282606"/>
                <a:gd name="connsiteX2591" fmla="*/ 1350928 w 1465857"/>
                <a:gd name="connsiteY2591" fmla="*/ 718903 h 1282606"/>
                <a:gd name="connsiteX2592" fmla="*/ 1356107 w 1465857"/>
                <a:gd name="connsiteY2592" fmla="*/ 721349 h 1282606"/>
                <a:gd name="connsiteX2593" fmla="*/ 1361141 w 1465857"/>
                <a:gd name="connsiteY2593" fmla="*/ 718903 h 1282606"/>
                <a:gd name="connsiteX2594" fmla="*/ 1363586 w 1465857"/>
                <a:gd name="connsiteY2594" fmla="*/ 718903 h 1282606"/>
                <a:gd name="connsiteX2595" fmla="*/ 1366319 w 1465857"/>
                <a:gd name="connsiteY2595" fmla="*/ 718903 h 1282606"/>
                <a:gd name="connsiteX2596" fmla="*/ 1368764 w 1465857"/>
                <a:gd name="connsiteY2596" fmla="*/ 718903 h 1282606"/>
                <a:gd name="connsiteX2597" fmla="*/ 1371354 w 1465857"/>
                <a:gd name="connsiteY2597" fmla="*/ 718903 h 1282606"/>
                <a:gd name="connsiteX2598" fmla="*/ 1376532 w 1465857"/>
                <a:gd name="connsiteY2598" fmla="*/ 718903 h 1282606"/>
                <a:gd name="connsiteX2599" fmla="*/ 1376532 w 1465857"/>
                <a:gd name="connsiteY2599" fmla="*/ 721349 h 1282606"/>
                <a:gd name="connsiteX2600" fmla="*/ 1378977 w 1465857"/>
                <a:gd name="connsiteY2600" fmla="*/ 721349 h 1282606"/>
                <a:gd name="connsiteX2601" fmla="*/ 1376532 w 1465857"/>
                <a:gd name="connsiteY2601" fmla="*/ 726527 h 1282606"/>
                <a:gd name="connsiteX2602" fmla="*/ 1378977 w 1465857"/>
                <a:gd name="connsiteY2602" fmla="*/ 728972 h 1282606"/>
                <a:gd name="connsiteX2603" fmla="*/ 1378977 w 1465857"/>
                <a:gd name="connsiteY2603" fmla="*/ 726527 h 1282606"/>
                <a:gd name="connsiteX2604" fmla="*/ 1381422 w 1465857"/>
                <a:gd name="connsiteY2604" fmla="*/ 726527 h 1282606"/>
                <a:gd name="connsiteX2605" fmla="*/ 1381422 w 1465857"/>
                <a:gd name="connsiteY2605" fmla="*/ 728972 h 1282606"/>
                <a:gd name="connsiteX2606" fmla="*/ 1381422 w 1465857"/>
                <a:gd name="connsiteY2606" fmla="*/ 731561 h 1282606"/>
                <a:gd name="connsiteX2607" fmla="*/ 1384012 w 1465857"/>
                <a:gd name="connsiteY2607" fmla="*/ 731561 h 1282606"/>
                <a:gd name="connsiteX2608" fmla="*/ 1384012 w 1465857"/>
                <a:gd name="connsiteY2608" fmla="*/ 734006 h 1282606"/>
                <a:gd name="connsiteX2609" fmla="*/ 1386457 w 1465857"/>
                <a:gd name="connsiteY2609" fmla="*/ 734006 h 1282606"/>
                <a:gd name="connsiteX2610" fmla="*/ 1389189 w 1465857"/>
                <a:gd name="connsiteY2610" fmla="*/ 734006 h 1282606"/>
                <a:gd name="connsiteX2611" fmla="*/ 1389189 w 1465857"/>
                <a:gd name="connsiteY2611" fmla="*/ 736739 h 1282606"/>
                <a:gd name="connsiteX2612" fmla="*/ 1386457 w 1465857"/>
                <a:gd name="connsiteY2612" fmla="*/ 736739 h 1282606"/>
                <a:gd name="connsiteX2613" fmla="*/ 1384012 w 1465857"/>
                <a:gd name="connsiteY2613" fmla="*/ 739185 h 1282606"/>
                <a:gd name="connsiteX2614" fmla="*/ 1381422 w 1465857"/>
                <a:gd name="connsiteY2614" fmla="*/ 739185 h 1282606"/>
                <a:gd name="connsiteX2615" fmla="*/ 1378977 w 1465857"/>
                <a:gd name="connsiteY2615" fmla="*/ 741630 h 1282606"/>
                <a:gd name="connsiteX2616" fmla="*/ 1378977 w 1465857"/>
                <a:gd name="connsiteY2616" fmla="*/ 739185 h 1282606"/>
                <a:gd name="connsiteX2617" fmla="*/ 1376532 w 1465857"/>
                <a:gd name="connsiteY2617" fmla="*/ 739185 h 1282606"/>
                <a:gd name="connsiteX2618" fmla="*/ 1376532 w 1465857"/>
                <a:gd name="connsiteY2618" fmla="*/ 741630 h 1282606"/>
                <a:gd name="connsiteX2619" fmla="*/ 1373799 w 1465857"/>
                <a:gd name="connsiteY2619" fmla="*/ 741630 h 1282606"/>
                <a:gd name="connsiteX2620" fmla="*/ 1371354 w 1465857"/>
                <a:gd name="connsiteY2620" fmla="*/ 741630 h 1282606"/>
                <a:gd name="connsiteX2621" fmla="*/ 1368764 w 1465857"/>
                <a:gd name="connsiteY2621" fmla="*/ 741630 h 1282606"/>
                <a:gd name="connsiteX2622" fmla="*/ 1373799 w 1465857"/>
                <a:gd name="connsiteY2622" fmla="*/ 744219 h 1282606"/>
                <a:gd name="connsiteX2623" fmla="*/ 1376532 w 1465857"/>
                <a:gd name="connsiteY2623" fmla="*/ 746952 h 1282606"/>
                <a:gd name="connsiteX2624" fmla="*/ 1378977 w 1465857"/>
                <a:gd name="connsiteY2624" fmla="*/ 746952 h 1282606"/>
                <a:gd name="connsiteX2625" fmla="*/ 1378977 w 1465857"/>
                <a:gd name="connsiteY2625" fmla="*/ 751842 h 1282606"/>
                <a:gd name="connsiteX2626" fmla="*/ 1376532 w 1465857"/>
                <a:gd name="connsiteY2626" fmla="*/ 751842 h 1282606"/>
                <a:gd name="connsiteX2627" fmla="*/ 1373799 w 1465857"/>
                <a:gd name="connsiteY2627" fmla="*/ 751842 h 1282606"/>
                <a:gd name="connsiteX2628" fmla="*/ 1371354 w 1465857"/>
                <a:gd name="connsiteY2628" fmla="*/ 749397 h 1282606"/>
                <a:gd name="connsiteX2629" fmla="*/ 1368764 w 1465857"/>
                <a:gd name="connsiteY2629" fmla="*/ 749397 h 1282606"/>
                <a:gd name="connsiteX2630" fmla="*/ 1368764 w 1465857"/>
                <a:gd name="connsiteY2630" fmla="*/ 751842 h 1282606"/>
                <a:gd name="connsiteX2631" fmla="*/ 1366319 w 1465857"/>
                <a:gd name="connsiteY2631" fmla="*/ 751842 h 1282606"/>
                <a:gd name="connsiteX2632" fmla="*/ 1366319 w 1465857"/>
                <a:gd name="connsiteY2632" fmla="*/ 754288 h 1282606"/>
                <a:gd name="connsiteX2633" fmla="*/ 1368764 w 1465857"/>
                <a:gd name="connsiteY2633" fmla="*/ 754288 h 1282606"/>
                <a:gd name="connsiteX2634" fmla="*/ 1371354 w 1465857"/>
                <a:gd name="connsiteY2634" fmla="*/ 754288 h 1282606"/>
                <a:gd name="connsiteX2635" fmla="*/ 1373799 w 1465857"/>
                <a:gd name="connsiteY2635" fmla="*/ 754288 h 1282606"/>
                <a:gd name="connsiteX2636" fmla="*/ 1376532 w 1465857"/>
                <a:gd name="connsiteY2636" fmla="*/ 754288 h 1282606"/>
                <a:gd name="connsiteX2637" fmla="*/ 1378977 w 1465857"/>
                <a:gd name="connsiteY2637" fmla="*/ 756877 h 1282606"/>
                <a:gd name="connsiteX2638" fmla="*/ 1381422 w 1465857"/>
                <a:gd name="connsiteY2638" fmla="*/ 762055 h 1282606"/>
                <a:gd name="connsiteX2639" fmla="*/ 1381422 w 1465857"/>
                <a:gd name="connsiteY2639" fmla="*/ 764500 h 1282606"/>
                <a:gd name="connsiteX2640" fmla="*/ 1381422 w 1465857"/>
                <a:gd name="connsiteY2640" fmla="*/ 766945 h 1282606"/>
                <a:gd name="connsiteX2641" fmla="*/ 1378977 w 1465857"/>
                <a:gd name="connsiteY2641" fmla="*/ 762055 h 1282606"/>
                <a:gd name="connsiteX2642" fmla="*/ 1378977 w 1465857"/>
                <a:gd name="connsiteY2642" fmla="*/ 764500 h 1282606"/>
                <a:gd name="connsiteX2643" fmla="*/ 1376532 w 1465857"/>
                <a:gd name="connsiteY2643" fmla="*/ 764500 h 1282606"/>
                <a:gd name="connsiteX2644" fmla="*/ 1378977 w 1465857"/>
                <a:gd name="connsiteY2644" fmla="*/ 766945 h 1282606"/>
                <a:gd name="connsiteX2645" fmla="*/ 1373799 w 1465857"/>
                <a:gd name="connsiteY2645" fmla="*/ 766945 h 1282606"/>
                <a:gd name="connsiteX2646" fmla="*/ 1371354 w 1465857"/>
                <a:gd name="connsiteY2646" fmla="*/ 766945 h 1282606"/>
                <a:gd name="connsiteX2647" fmla="*/ 1368764 w 1465857"/>
                <a:gd name="connsiteY2647" fmla="*/ 764500 h 1282606"/>
                <a:gd name="connsiteX2648" fmla="*/ 1368764 w 1465857"/>
                <a:gd name="connsiteY2648" fmla="*/ 766945 h 1282606"/>
                <a:gd name="connsiteX2649" fmla="*/ 1368764 w 1465857"/>
                <a:gd name="connsiteY2649" fmla="*/ 769678 h 1282606"/>
                <a:gd name="connsiteX2650" fmla="*/ 1368764 w 1465857"/>
                <a:gd name="connsiteY2650" fmla="*/ 772124 h 1282606"/>
                <a:gd name="connsiteX2651" fmla="*/ 1366319 w 1465857"/>
                <a:gd name="connsiteY2651" fmla="*/ 772124 h 1282606"/>
                <a:gd name="connsiteX2652" fmla="*/ 1363586 w 1465857"/>
                <a:gd name="connsiteY2652" fmla="*/ 772124 h 1282606"/>
                <a:gd name="connsiteX2653" fmla="*/ 1361141 w 1465857"/>
                <a:gd name="connsiteY2653" fmla="*/ 769678 h 1282606"/>
                <a:gd name="connsiteX2654" fmla="*/ 1358696 w 1465857"/>
                <a:gd name="connsiteY2654" fmla="*/ 769678 h 1282606"/>
                <a:gd name="connsiteX2655" fmla="*/ 1353517 w 1465857"/>
                <a:gd name="connsiteY2655" fmla="*/ 769678 h 1282606"/>
                <a:gd name="connsiteX2656" fmla="*/ 1353517 w 1465857"/>
                <a:gd name="connsiteY2656" fmla="*/ 772124 h 1282606"/>
                <a:gd name="connsiteX2657" fmla="*/ 1350928 w 1465857"/>
                <a:gd name="connsiteY2657" fmla="*/ 766945 h 1282606"/>
                <a:gd name="connsiteX2658" fmla="*/ 1343305 w 1465857"/>
                <a:gd name="connsiteY2658" fmla="*/ 764500 h 1282606"/>
                <a:gd name="connsiteX2659" fmla="*/ 1343305 w 1465857"/>
                <a:gd name="connsiteY2659" fmla="*/ 759610 h 1282606"/>
                <a:gd name="connsiteX2660" fmla="*/ 1340860 w 1465857"/>
                <a:gd name="connsiteY2660" fmla="*/ 759610 h 1282606"/>
                <a:gd name="connsiteX2661" fmla="*/ 1330647 w 1465857"/>
                <a:gd name="connsiteY2661" fmla="*/ 746952 h 1282606"/>
                <a:gd name="connsiteX2662" fmla="*/ 1330647 w 1465857"/>
                <a:gd name="connsiteY2662" fmla="*/ 744219 h 1282606"/>
                <a:gd name="connsiteX2663" fmla="*/ 1328202 w 1465857"/>
                <a:gd name="connsiteY2663" fmla="*/ 744219 h 1282606"/>
                <a:gd name="connsiteX2664" fmla="*/ 1328202 w 1465857"/>
                <a:gd name="connsiteY2664" fmla="*/ 746952 h 1282606"/>
                <a:gd name="connsiteX2665" fmla="*/ 1328202 w 1465857"/>
                <a:gd name="connsiteY2665" fmla="*/ 749397 h 1282606"/>
                <a:gd name="connsiteX2666" fmla="*/ 1330647 w 1465857"/>
                <a:gd name="connsiteY2666" fmla="*/ 749397 h 1282606"/>
                <a:gd name="connsiteX2667" fmla="*/ 1330647 w 1465857"/>
                <a:gd name="connsiteY2667" fmla="*/ 751842 h 1282606"/>
                <a:gd name="connsiteX2668" fmla="*/ 1333093 w 1465857"/>
                <a:gd name="connsiteY2668" fmla="*/ 754288 h 1282606"/>
                <a:gd name="connsiteX2669" fmla="*/ 1338271 w 1465857"/>
                <a:gd name="connsiteY2669" fmla="*/ 756877 h 1282606"/>
                <a:gd name="connsiteX2670" fmla="*/ 1338271 w 1465857"/>
                <a:gd name="connsiteY2670" fmla="*/ 762055 h 1282606"/>
                <a:gd name="connsiteX2671" fmla="*/ 1343305 w 1465857"/>
                <a:gd name="connsiteY2671" fmla="*/ 766945 h 1282606"/>
                <a:gd name="connsiteX2672" fmla="*/ 1343305 w 1465857"/>
                <a:gd name="connsiteY2672" fmla="*/ 769678 h 1282606"/>
                <a:gd name="connsiteX2673" fmla="*/ 1346038 w 1465857"/>
                <a:gd name="connsiteY2673" fmla="*/ 769678 h 1282606"/>
                <a:gd name="connsiteX2674" fmla="*/ 1343305 w 1465857"/>
                <a:gd name="connsiteY2674" fmla="*/ 772124 h 1282606"/>
                <a:gd name="connsiteX2675" fmla="*/ 1338271 w 1465857"/>
                <a:gd name="connsiteY2675" fmla="*/ 772124 h 1282606"/>
                <a:gd name="connsiteX2676" fmla="*/ 1335826 w 1465857"/>
                <a:gd name="connsiteY2676" fmla="*/ 774713 h 1282606"/>
                <a:gd name="connsiteX2677" fmla="*/ 1333093 w 1465857"/>
                <a:gd name="connsiteY2677" fmla="*/ 777158 h 1282606"/>
                <a:gd name="connsiteX2678" fmla="*/ 1335826 w 1465857"/>
                <a:gd name="connsiteY2678" fmla="*/ 777158 h 1282606"/>
                <a:gd name="connsiteX2679" fmla="*/ 1338271 w 1465857"/>
                <a:gd name="connsiteY2679" fmla="*/ 777158 h 1282606"/>
                <a:gd name="connsiteX2680" fmla="*/ 1340860 w 1465857"/>
                <a:gd name="connsiteY2680" fmla="*/ 777158 h 1282606"/>
                <a:gd name="connsiteX2681" fmla="*/ 1343305 w 1465857"/>
                <a:gd name="connsiteY2681" fmla="*/ 777158 h 1282606"/>
                <a:gd name="connsiteX2682" fmla="*/ 1346038 w 1465857"/>
                <a:gd name="connsiteY2682" fmla="*/ 774713 h 1282606"/>
                <a:gd name="connsiteX2683" fmla="*/ 1348483 w 1465857"/>
                <a:gd name="connsiteY2683" fmla="*/ 777158 h 1282606"/>
                <a:gd name="connsiteX2684" fmla="*/ 1350928 w 1465857"/>
                <a:gd name="connsiteY2684" fmla="*/ 779891 h 1282606"/>
                <a:gd name="connsiteX2685" fmla="*/ 1350928 w 1465857"/>
                <a:gd name="connsiteY2685" fmla="*/ 784781 h 1282606"/>
                <a:gd name="connsiteX2686" fmla="*/ 1348483 w 1465857"/>
                <a:gd name="connsiteY2686" fmla="*/ 787370 h 1282606"/>
                <a:gd name="connsiteX2687" fmla="*/ 1346038 w 1465857"/>
                <a:gd name="connsiteY2687" fmla="*/ 787370 h 1282606"/>
                <a:gd name="connsiteX2688" fmla="*/ 1340860 w 1465857"/>
                <a:gd name="connsiteY2688" fmla="*/ 784781 h 1282606"/>
                <a:gd name="connsiteX2689" fmla="*/ 1338271 w 1465857"/>
                <a:gd name="connsiteY2689" fmla="*/ 782336 h 1282606"/>
                <a:gd name="connsiteX2690" fmla="*/ 1338271 w 1465857"/>
                <a:gd name="connsiteY2690" fmla="*/ 784781 h 1282606"/>
                <a:gd name="connsiteX2691" fmla="*/ 1340860 w 1465857"/>
                <a:gd name="connsiteY2691" fmla="*/ 787370 h 1282606"/>
                <a:gd name="connsiteX2692" fmla="*/ 1335826 w 1465857"/>
                <a:gd name="connsiteY2692" fmla="*/ 787370 h 1282606"/>
                <a:gd name="connsiteX2693" fmla="*/ 1338271 w 1465857"/>
                <a:gd name="connsiteY2693" fmla="*/ 790103 h 1282606"/>
                <a:gd name="connsiteX2694" fmla="*/ 1343305 w 1465857"/>
                <a:gd name="connsiteY2694" fmla="*/ 790103 h 1282606"/>
                <a:gd name="connsiteX2695" fmla="*/ 1346038 w 1465857"/>
                <a:gd name="connsiteY2695" fmla="*/ 794994 h 1282606"/>
                <a:gd name="connsiteX2696" fmla="*/ 1348483 w 1465857"/>
                <a:gd name="connsiteY2696" fmla="*/ 792549 h 1282606"/>
                <a:gd name="connsiteX2697" fmla="*/ 1353517 w 1465857"/>
                <a:gd name="connsiteY2697" fmla="*/ 792549 h 1282606"/>
                <a:gd name="connsiteX2698" fmla="*/ 1356107 w 1465857"/>
                <a:gd name="connsiteY2698" fmla="*/ 792549 h 1282606"/>
                <a:gd name="connsiteX2699" fmla="*/ 1358696 w 1465857"/>
                <a:gd name="connsiteY2699" fmla="*/ 794994 h 1282606"/>
                <a:gd name="connsiteX2700" fmla="*/ 1356107 w 1465857"/>
                <a:gd name="connsiteY2700" fmla="*/ 794994 h 1282606"/>
                <a:gd name="connsiteX2701" fmla="*/ 1353517 w 1465857"/>
                <a:gd name="connsiteY2701" fmla="*/ 797439 h 1282606"/>
                <a:gd name="connsiteX2702" fmla="*/ 1350928 w 1465857"/>
                <a:gd name="connsiteY2702" fmla="*/ 797439 h 1282606"/>
                <a:gd name="connsiteX2703" fmla="*/ 1350928 w 1465857"/>
                <a:gd name="connsiteY2703" fmla="*/ 800172 h 1282606"/>
                <a:gd name="connsiteX2704" fmla="*/ 1348483 w 1465857"/>
                <a:gd name="connsiteY2704" fmla="*/ 797439 h 1282606"/>
                <a:gd name="connsiteX2705" fmla="*/ 1346038 w 1465857"/>
                <a:gd name="connsiteY2705" fmla="*/ 797439 h 1282606"/>
                <a:gd name="connsiteX2706" fmla="*/ 1343305 w 1465857"/>
                <a:gd name="connsiteY2706" fmla="*/ 797439 h 1282606"/>
                <a:gd name="connsiteX2707" fmla="*/ 1340860 w 1465857"/>
                <a:gd name="connsiteY2707" fmla="*/ 800172 h 1282606"/>
                <a:gd name="connsiteX2708" fmla="*/ 1340860 w 1465857"/>
                <a:gd name="connsiteY2708" fmla="*/ 802761 h 1282606"/>
                <a:gd name="connsiteX2709" fmla="*/ 1343305 w 1465857"/>
                <a:gd name="connsiteY2709" fmla="*/ 800172 h 1282606"/>
                <a:gd name="connsiteX2710" fmla="*/ 1346038 w 1465857"/>
                <a:gd name="connsiteY2710" fmla="*/ 802761 h 1282606"/>
                <a:gd name="connsiteX2711" fmla="*/ 1348483 w 1465857"/>
                <a:gd name="connsiteY2711" fmla="*/ 800172 h 1282606"/>
                <a:gd name="connsiteX2712" fmla="*/ 1348483 w 1465857"/>
                <a:gd name="connsiteY2712" fmla="*/ 802761 h 1282606"/>
                <a:gd name="connsiteX2713" fmla="*/ 1350928 w 1465857"/>
                <a:gd name="connsiteY2713" fmla="*/ 802761 h 1282606"/>
                <a:gd name="connsiteX2714" fmla="*/ 1353517 w 1465857"/>
                <a:gd name="connsiteY2714" fmla="*/ 802761 h 1282606"/>
                <a:gd name="connsiteX2715" fmla="*/ 1356107 w 1465857"/>
                <a:gd name="connsiteY2715" fmla="*/ 802761 h 1282606"/>
                <a:gd name="connsiteX2716" fmla="*/ 1350928 w 1465857"/>
                <a:gd name="connsiteY2716" fmla="*/ 805206 h 1282606"/>
                <a:gd name="connsiteX2717" fmla="*/ 1353517 w 1465857"/>
                <a:gd name="connsiteY2717" fmla="*/ 805206 h 1282606"/>
                <a:gd name="connsiteX2718" fmla="*/ 1353517 w 1465857"/>
                <a:gd name="connsiteY2718" fmla="*/ 807652 h 1282606"/>
                <a:gd name="connsiteX2719" fmla="*/ 1358696 w 1465857"/>
                <a:gd name="connsiteY2719" fmla="*/ 810385 h 1282606"/>
                <a:gd name="connsiteX2720" fmla="*/ 1361141 w 1465857"/>
                <a:gd name="connsiteY2720" fmla="*/ 812830 h 1282606"/>
                <a:gd name="connsiteX2721" fmla="*/ 1358696 w 1465857"/>
                <a:gd name="connsiteY2721" fmla="*/ 812830 h 1282606"/>
                <a:gd name="connsiteX2722" fmla="*/ 1358696 w 1465857"/>
                <a:gd name="connsiteY2722" fmla="*/ 815275 h 1282606"/>
                <a:gd name="connsiteX2723" fmla="*/ 1358696 w 1465857"/>
                <a:gd name="connsiteY2723" fmla="*/ 817864 h 1282606"/>
                <a:gd name="connsiteX2724" fmla="*/ 1363586 w 1465857"/>
                <a:gd name="connsiteY2724" fmla="*/ 815275 h 1282606"/>
                <a:gd name="connsiteX2725" fmla="*/ 1363586 w 1465857"/>
                <a:gd name="connsiteY2725" fmla="*/ 817864 h 1282606"/>
                <a:gd name="connsiteX2726" fmla="*/ 1358696 w 1465857"/>
                <a:gd name="connsiteY2726" fmla="*/ 820597 h 1282606"/>
                <a:gd name="connsiteX2727" fmla="*/ 1363586 w 1465857"/>
                <a:gd name="connsiteY2727" fmla="*/ 820597 h 1282606"/>
                <a:gd name="connsiteX2728" fmla="*/ 1366319 w 1465857"/>
                <a:gd name="connsiteY2728" fmla="*/ 820597 h 1282606"/>
                <a:gd name="connsiteX2729" fmla="*/ 1368764 w 1465857"/>
                <a:gd name="connsiteY2729" fmla="*/ 823042 h 1282606"/>
                <a:gd name="connsiteX2730" fmla="*/ 1368764 w 1465857"/>
                <a:gd name="connsiteY2730" fmla="*/ 825488 h 1282606"/>
                <a:gd name="connsiteX2731" fmla="*/ 1366319 w 1465857"/>
                <a:gd name="connsiteY2731" fmla="*/ 823042 h 1282606"/>
                <a:gd name="connsiteX2732" fmla="*/ 1363586 w 1465857"/>
                <a:gd name="connsiteY2732" fmla="*/ 825488 h 1282606"/>
                <a:gd name="connsiteX2733" fmla="*/ 1361141 w 1465857"/>
                <a:gd name="connsiteY2733" fmla="*/ 825488 h 1282606"/>
                <a:gd name="connsiteX2734" fmla="*/ 1358696 w 1465857"/>
                <a:gd name="connsiteY2734" fmla="*/ 825488 h 1282606"/>
                <a:gd name="connsiteX2735" fmla="*/ 1363586 w 1465857"/>
                <a:gd name="connsiteY2735" fmla="*/ 827933 h 1282606"/>
                <a:gd name="connsiteX2736" fmla="*/ 1361141 w 1465857"/>
                <a:gd name="connsiteY2736" fmla="*/ 830666 h 1282606"/>
                <a:gd name="connsiteX2737" fmla="*/ 1363586 w 1465857"/>
                <a:gd name="connsiteY2737" fmla="*/ 830666 h 1282606"/>
                <a:gd name="connsiteX2738" fmla="*/ 1366319 w 1465857"/>
                <a:gd name="connsiteY2738" fmla="*/ 830666 h 1282606"/>
                <a:gd name="connsiteX2739" fmla="*/ 1366319 w 1465857"/>
                <a:gd name="connsiteY2739" fmla="*/ 827933 h 1282606"/>
                <a:gd name="connsiteX2740" fmla="*/ 1368764 w 1465857"/>
                <a:gd name="connsiteY2740" fmla="*/ 827933 h 1282606"/>
                <a:gd name="connsiteX2741" fmla="*/ 1368764 w 1465857"/>
                <a:gd name="connsiteY2741" fmla="*/ 830666 h 1282606"/>
                <a:gd name="connsiteX2742" fmla="*/ 1366319 w 1465857"/>
                <a:gd name="connsiteY2742" fmla="*/ 835700 h 1282606"/>
                <a:gd name="connsiteX2743" fmla="*/ 1368764 w 1465857"/>
                <a:gd name="connsiteY2743" fmla="*/ 835700 h 1282606"/>
                <a:gd name="connsiteX2744" fmla="*/ 1368764 w 1465857"/>
                <a:gd name="connsiteY2744" fmla="*/ 838145 h 1282606"/>
                <a:gd name="connsiteX2745" fmla="*/ 1371354 w 1465857"/>
                <a:gd name="connsiteY2745" fmla="*/ 838145 h 1282606"/>
                <a:gd name="connsiteX2746" fmla="*/ 1368764 w 1465857"/>
                <a:gd name="connsiteY2746" fmla="*/ 840878 h 1282606"/>
                <a:gd name="connsiteX2747" fmla="*/ 1371354 w 1465857"/>
                <a:gd name="connsiteY2747" fmla="*/ 840878 h 1282606"/>
                <a:gd name="connsiteX2748" fmla="*/ 1371354 w 1465857"/>
                <a:gd name="connsiteY2748" fmla="*/ 843323 h 1282606"/>
                <a:gd name="connsiteX2749" fmla="*/ 1368764 w 1465857"/>
                <a:gd name="connsiteY2749" fmla="*/ 843323 h 1282606"/>
                <a:gd name="connsiteX2750" fmla="*/ 1368764 w 1465857"/>
                <a:gd name="connsiteY2750" fmla="*/ 845913 h 1282606"/>
                <a:gd name="connsiteX2751" fmla="*/ 1371354 w 1465857"/>
                <a:gd name="connsiteY2751" fmla="*/ 848358 h 1282606"/>
                <a:gd name="connsiteX2752" fmla="*/ 1368764 w 1465857"/>
                <a:gd name="connsiteY2752" fmla="*/ 848358 h 1282606"/>
                <a:gd name="connsiteX2753" fmla="*/ 1366319 w 1465857"/>
                <a:gd name="connsiteY2753" fmla="*/ 845913 h 1282606"/>
                <a:gd name="connsiteX2754" fmla="*/ 1366319 w 1465857"/>
                <a:gd name="connsiteY2754" fmla="*/ 843323 h 1282606"/>
                <a:gd name="connsiteX2755" fmla="*/ 1363586 w 1465857"/>
                <a:gd name="connsiteY2755" fmla="*/ 843323 h 1282606"/>
                <a:gd name="connsiteX2756" fmla="*/ 1363586 w 1465857"/>
                <a:gd name="connsiteY2756" fmla="*/ 845913 h 1282606"/>
                <a:gd name="connsiteX2757" fmla="*/ 1363586 w 1465857"/>
                <a:gd name="connsiteY2757" fmla="*/ 848358 h 1282606"/>
                <a:gd name="connsiteX2758" fmla="*/ 1361141 w 1465857"/>
                <a:gd name="connsiteY2758" fmla="*/ 848358 h 1282606"/>
                <a:gd name="connsiteX2759" fmla="*/ 1361141 w 1465857"/>
                <a:gd name="connsiteY2759" fmla="*/ 850803 h 1282606"/>
                <a:gd name="connsiteX2760" fmla="*/ 1361141 w 1465857"/>
                <a:gd name="connsiteY2760" fmla="*/ 853536 h 1282606"/>
                <a:gd name="connsiteX2761" fmla="*/ 1358696 w 1465857"/>
                <a:gd name="connsiteY2761" fmla="*/ 853536 h 1282606"/>
                <a:gd name="connsiteX2762" fmla="*/ 1358696 w 1465857"/>
                <a:gd name="connsiteY2762" fmla="*/ 855981 h 1282606"/>
                <a:gd name="connsiteX2763" fmla="*/ 1353517 w 1465857"/>
                <a:gd name="connsiteY2763" fmla="*/ 855981 h 1282606"/>
                <a:gd name="connsiteX2764" fmla="*/ 1350928 w 1465857"/>
                <a:gd name="connsiteY2764" fmla="*/ 853536 h 1282606"/>
                <a:gd name="connsiteX2765" fmla="*/ 1353517 w 1465857"/>
                <a:gd name="connsiteY2765" fmla="*/ 850803 h 1282606"/>
                <a:gd name="connsiteX2766" fmla="*/ 1348483 w 1465857"/>
                <a:gd name="connsiteY2766" fmla="*/ 850803 h 1282606"/>
                <a:gd name="connsiteX2767" fmla="*/ 1348483 w 1465857"/>
                <a:gd name="connsiteY2767" fmla="*/ 845913 h 1282606"/>
                <a:gd name="connsiteX2768" fmla="*/ 1346038 w 1465857"/>
                <a:gd name="connsiteY2768" fmla="*/ 845913 h 1282606"/>
                <a:gd name="connsiteX2769" fmla="*/ 1346038 w 1465857"/>
                <a:gd name="connsiteY2769" fmla="*/ 843323 h 1282606"/>
                <a:gd name="connsiteX2770" fmla="*/ 1346038 w 1465857"/>
                <a:gd name="connsiteY2770" fmla="*/ 840878 h 1282606"/>
                <a:gd name="connsiteX2771" fmla="*/ 1343305 w 1465857"/>
                <a:gd name="connsiteY2771" fmla="*/ 840878 h 1282606"/>
                <a:gd name="connsiteX2772" fmla="*/ 1343305 w 1465857"/>
                <a:gd name="connsiteY2772" fmla="*/ 845913 h 1282606"/>
                <a:gd name="connsiteX2773" fmla="*/ 1338271 w 1465857"/>
                <a:gd name="connsiteY2773" fmla="*/ 845913 h 1282606"/>
                <a:gd name="connsiteX2774" fmla="*/ 1335826 w 1465857"/>
                <a:gd name="connsiteY2774" fmla="*/ 843323 h 1282606"/>
                <a:gd name="connsiteX2775" fmla="*/ 1335826 w 1465857"/>
                <a:gd name="connsiteY2775" fmla="*/ 845913 h 1282606"/>
                <a:gd name="connsiteX2776" fmla="*/ 1338271 w 1465857"/>
                <a:gd name="connsiteY2776" fmla="*/ 850803 h 1282606"/>
                <a:gd name="connsiteX2777" fmla="*/ 1335826 w 1465857"/>
                <a:gd name="connsiteY2777" fmla="*/ 853536 h 1282606"/>
                <a:gd name="connsiteX2778" fmla="*/ 1330647 w 1465857"/>
                <a:gd name="connsiteY2778" fmla="*/ 850803 h 1282606"/>
                <a:gd name="connsiteX2779" fmla="*/ 1330647 w 1465857"/>
                <a:gd name="connsiteY2779" fmla="*/ 848358 h 1282606"/>
                <a:gd name="connsiteX2780" fmla="*/ 1328202 w 1465857"/>
                <a:gd name="connsiteY2780" fmla="*/ 850803 h 1282606"/>
                <a:gd name="connsiteX2781" fmla="*/ 1325613 w 1465857"/>
                <a:gd name="connsiteY2781" fmla="*/ 843323 h 1282606"/>
                <a:gd name="connsiteX2782" fmla="*/ 1328202 w 1465857"/>
                <a:gd name="connsiteY2782" fmla="*/ 840878 h 1282606"/>
                <a:gd name="connsiteX2783" fmla="*/ 1330647 w 1465857"/>
                <a:gd name="connsiteY2783" fmla="*/ 838145 h 1282606"/>
                <a:gd name="connsiteX2784" fmla="*/ 1333093 w 1465857"/>
                <a:gd name="connsiteY2784" fmla="*/ 835700 h 1282606"/>
                <a:gd name="connsiteX2785" fmla="*/ 1330647 w 1465857"/>
                <a:gd name="connsiteY2785" fmla="*/ 835700 h 1282606"/>
                <a:gd name="connsiteX2786" fmla="*/ 1328202 w 1465857"/>
                <a:gd name="connsiteY2786" fmla="*/ 838145 h 1282606"/>
                <a:gd name="connsiteX2787" fmla="*/ 1322880 w 1465857"/>
                <a:gd name="connsiteY2787" fmla="*/ 838145 h 1282606"/>
                <a:gd name="connsiteX2788" fmla="*/ 1325613 w 1465857"/>
                <a:gd name="connsiteY2788" fmla="*/ 845913 h 1282606"/>
                <a:gd name="connsiteX2789" fmla="*/ 1322880 w 1465857"/>
                <a:gd name="connsiteY2789" fmla="*/ 845913 h 1282606"/>
                <a:gd name="connsiteX2790" fmla="*/ 1320435 w 1465857"/>
                <a:gd name="connsiteY2790" fmla="*/ 843323 h 1282606"/>
                <a:gd name="connsiteX2791" fmla="*/ 1315544 w 1465857"/>
                <a:gd name="connsiteY2791" fmla="*/ 838145 h 1282606"/>
                <a:gd name="connsiteX2792" fmla="*/ 1315544 w 1465857"/>
                <a:gd name="connsiteY2792" fmla="*/ 835700 h 1282606"/>
                <a:gd name="connsiteX2793" fmla="*/ 1315544 w 1465857"/>
                <a:gd name="connsiteY2793" fmla="*/ 833255 h 1282606"/>
                <a:gd name="connsiteX2794" fmla="*/ 1312811 w 1465857"/>
                <a:gd name="connsiteY2794" fmla="*/ 833255 h 1282606"/>
                <a:gd name="connsiteX2795" fmla="*/ 1315544 w 1465857"/>
                <a:gd name="connsiteY2795" fmla="*/ 820597 h 1282606"/>
                <a:gd name="connsiteX2796" fmla="*/ 1315544 w 1465857"/>
                <a:gd name="connsiteY2796" fmla="*/ 817864 h 1282606"/>
                <a:gd name="connsiteX2797" fmla="*/ 1315544 w 1465857"/>
                <a:gd name="connsiteY2797" fmla="*/ 815275 h 1282606"/>
                <a:gd name="connsiteX2798" fmla="*/ 1312811 w 1465857"/>
                <a:gd name="connsiteY2798" fmla="*/ 815275 h 1282606"/>
                <a:gd name="connsiteX2799" fmla="*/ 1312811 w 1465857"/>
                <a:gd name="connsiteY2799" fmla="*/ 825488 h 1282606"/>
                <a:gd name="connsiteX2800" fmla="*/ 1310366 w 1465857"/>
                <a:gd name="connsiteY2800" fmla="*/ 825488 h 1282606"/>
                <a:gd name="connsiteX2801" fmla="*/ 1310366 w 1465857"/>
                <a:gd name="connsiteY2801" fmla="*/ 833255 h 1282606"/>
                <a:gd name="connsiteX2802" fmla="*/ 1312811 w 1465857"/>
                <a:gd name="connsiteY2802" fmla="*/ 840878 h 1282606"/>
                <a:gd name="connsiteX2803" fmla="*/ 1315544 w 1465857"/>
                <a:gd name="connsiteY2803" fmla="*/ 843323 h 1282606"/>
                <a:gd name="connsiteX2804" fmla="*/ 1315544 w 1465857"/>
                <a:gd name="connsiteY2804" fmla="*/ 848358 h 1282606"/>
                <a:gd name="connsiteX2805" fmla="*/ 1312811 w 1465857"/>
                <a:gd name="connsiteY2805" fmla="*/ 848358 h 1282606"/>
                <a:gd name="connsiteX2806" fmla="*/ 1315544 w 1465857"/>
                <a:gd name="connsiteY2806" fmla="*/ 853536 h 1282606"/>
                <a:gd name="connsiteX2807" fmla="*/ 1312811 w 1465857"/>
                <a:gd name="connsiteY2807" fmla="*/ 855981 h 1282606"/>
                <a:gd name="connsiteX2808" fmla="*/ 1312811 w 1465857"/>
                <a:gd name="connsiteY2808" fmla="*/ 853536 h 1282606"/>
                <a:gd name="connsiteX2809" fmla="*/ 1310366 w 1465857"/>
                <a:gd name="connsiteY2809" fmla="*/ 853536 h 1282606"/>
                <a:gd name="connsiteX2810" fmla="*/ 1307777 w 1465857"/>
                <a:gd name="connsiteY2810" fmla="*/ 853536 h 1282606"/>
                <a:gd name="connsiteX2811" fmla="*/ 1307777 w 1465857"/>
                <a:gd name="connsiteY2811" fmla="*/ 848358 h 1282606"/>
                <a:gd name="connsiteX2812" fmla="*/ 1307777 w 1465857"/>
                <a:gd name="connsiteY2812" fmla="*/ 845913 h 1282606"/>
                <a:gd name="connsiteX2813" fmla="*/ 1305332 w 1465857"/>
                <a:gd name="connsiteY2813" fmla="*/ 850803 h 1282606"/>
                <a:gd name="connsiteX2814" fmla="*/ 1302887 w 1465857"/>
                <a:gd name="connsiteY2814" fmla="*/ 850803 h 1282606"/>
                <a:gd name="connsiteX2815" fmla="*/ 1302887 w 1465857"/>
                <a:gd name="connsiteY2815" fmla="*/ 845913 h 1282606"/>
                <a:gd name="connsiteX2816" fmla="*/ 1300154 w 1465857"/>
                <a:gd name="connsiteY2816" fmla="*/ 845913 h 1282606"/>
                <a:gd name="connsiteX2817" fmla="*/ 1305332 w 1465857"/>
                <a:gd name="connsiteY2817" fmla="*/ 840878 h 1282606"/>
                <a:gd name="connsiteX2818" fmla="*/ 1302887 w 1465857"/>
                <a:gd name="connsiteY2818" fmla="*/ 840878 h 1282606"/>
                <a:gd name="connsiteX2819" fmla="*/ 1300154 w 1465857"/>
                <a:gd name="connsiteY2819" fmla="*/ 840878 h 1282606"/>
                <a:gd name="connsiteX2820" fmla="*/ 1300154 w 1465857"/>
                <a:gd name="connsiteY2820" fmla="*/ 838145 h 1282606"/>
                <a:gd name="connsiteX2821" fmla="*/ 1297709 w 1465857"/>
                <a:gd name="connsiteY2821" fmla="*/ 845913 h 1282606"/>
                <a:gd name="connsiteX2822" fmla="*/ 1295119 w 1465857"/>
                <a:gd name="connsiteY2822" fmla="*/ 843323 h 1282606"/>
                <a:gd name="connsiteX2823" fmla="*/ 1292674 w 1465857"/>
                <a:gd name="connsiteY2823" fmla="*/ 843323 h 1282606"/>
                <a:gd name="connsiteX2824" fmla="*/ 1289941 w 1465857"/>
                <a:gd name="connsiteY2824" fmla="*/ 843323 h 1282606"/>
                <a:gd name="connsiteX2825" fmla="*/ 1292674 w 1465857"/>
                <a:gd name="connsiteY2825" fmla="*/ 840878 h 1282606"/>
                <a:gd name="connsiteX2826" fmla="*/ 1289941 w 1465857"/>
                <a:gd name="connsiteY2826" fmla="*/ 838145 h 1282606"/>
                <a:gd name="connsiteX2827" fmla="*/ 1287496 w 1465857"/>
                <a:gd name="connsiteY2827" fmla="*/ 838145 h 1282606"/>
                <a:gd name="connsiteX2828" fmla="*/ 1292674 w 1465857"/>
                <a:gd name="connsiteY2828" fmla="*/ 833255 h 1282606"/>
                <a:gd name="connsiteX2829" fmla="*/ 1292674 w 1465857"/>
                <a:gd name="connsiteY2829" fmla="*/ 835700 h 1282606"/>
                <a:gd name="connsiteX2830" fmla="*/ 1295119 w 1465857"/>
                <a:gd name="connsiteY2830" fmla="*/ 835700 h 1282606"/>
                <a:gd name="connsiteX2831" fmla="*/ 1295119 w 1465857"/>
                <a:gd name="connsiteY2831" fmla="*/ 833255 h 1282606"/>
                <a:gd name="connsiteX2832" fmla="*/ 1297709 w 1465857"/>
                <a:gd name="connsiteY2832" fmla="*/ 830666 h 1282606"/>
                <a:gd name="connsiteX2833" fmla="*/ 1295119 w 1465857"/>
                <a:gd name="connsiteY2833" fmla="*/ 830666 h 1282606"/>
                <a:gd name="connsiteX2834" fmla="*/ 1289941 w 1465857"/>
                <a:gd name="connsiteY2834" fmla="*/ 833255 h 1282606"/>
                <a:gd name="connsiteX2835" fmla="*/ 1287496 w 1465857"/>
                <a:gd name="connsiteY2835" fmla="*/ 833255 h 1282606"/>
                <a:gd name="connsiteX2836" fmla="*/ 1292674 w 1465857"/>
                <a:gd name="connsiteY2836" fmla="*/ 827933 h 1282606"/>
                <a:gd name="connsiteX2837" fmla="*/ 1292674 w 1465857"/>
                <a:gd name="connsiteY2837" fmla="*/ 825488 h 1282606"/>
                <a:gd name="connsiteX2838" fmla="*/ 1295119 w 1465857"/>
                <a:gd name="connsiteY2838" fmla="*/ 825488 h 1282606"/>
                <a:gd name="connsiteX2839" fmla="*/ 1297709 w 1465857"/>
                <a:gd name="connsiteY2839" fmla="*/ 820597 h 1282606"/>
                <a:gd name="connsiteX2840" fmla="*/ 1305332 w 1465857"/>
                <a:gd name="connsiteY2840" fmla="*/ 817864 h 1282606"/>
                <a:gd name="connsiteX2841" fmla="*/ 1305332 w 1465857"/>
                <a:gd name="connsiteY2841" fmla="*/ 815275 h 1282606"/>
                <a:gd name="connsiteX2842" fmla="*/ 1305332 w 1465857"/>
                <a:gd name="connsiteY2842" fmla="*/ 812830 h 1282606"/>
                <a:gd name="connsiteX2843" fmla="*/ 1302887 w 1465857"/>
                <a:gd name="connsiteY2843" fmla="*/ 810385 h 1282606"/>
                <a:gd name="connsiteX2844" fmla="*/ 1302887 w 1465857"/>
                <a:gd name="connsiteY2844" fmla="*/ 812830 h 1282606"/>
                <a:gd name="connsiteX2845" fmla="*/ 1302887 w 1465857"/>
                <a:gd name="connsiteY2845" fmla="*/ 815275 h 1282606"/>
                <a:gd name="connsiteX2846" fmla="*/ 1300154 w 1465857"/>
                <a:gd name="connsiteY2846" fmla="*/ 815275 h 1282606"/>
                <a:gd name="connsiteX2847" fmla="*/ 1295119 w 1465857"/>
                <a:gd name="connsiteY2847" fmla="*/ 817864 h 1282606"/>
                <a:gd name="connsiteX2848" fmla="*/ 1295119 w 1465857"/>
                <a:gd name="connsiteY2848" fmla="*/ 815275 h 1282606"/>
                <a:gd name="connsiteX2849" fmla="*/ 1292674 w 1465857"/>
                <a:gd name="connsiteY2849" fmla="*/ 820597 h 1282606"/>
                <a:gd name="connsiteX2850" fmla="*/ 1287496 w 1465857"/>
                <a:gd name="connsiteY2850" fmla="*/ 825488 h 1282606"/>
                <a:gd name="connsiteX2851" fmla="*/ 1285051 w 1465857"/>
                <a:gd name="connsiteY2851" fmla="*/ 825488 h 1282606"/>
                <a:gd name="connsiteX2852" fmla="*/ 1282461 w 1465857"/>
                <a:gd name="connsiteY2852" fmla="*/ 827933 h 1282606"/>
                <a:gd name="connsiteX2853" fmla="*/ 1279729 w 1465857"/>
                <a:gd name="connsiteY2853" fmla="*/ 833255 h 1282606"/>
                <a:gd name="connsiteX2854" fmla="*/ 1277283 w 1465857"/>
                <a:gd name="connsiteY2854" fmla="*/ 833255 h 1282606"/>
                <a:gd name="connsiteX2855" fmla="*/ 1274838 w 1465857"/>
                <a:gd name="connsiteY2855" fmla="*/ 830666 h 1282606"/>
                <a:gd name="connsiteX2856" fmla="*/ 1274838 w 1465857"/>
                <a:gd name="connsiteY2856" fmla="*/ 827933 h 1282606"/>
                <a:gd name="connsiteX2857" fmla="*/ 1272393 w 1465857"/>
                <a:gd name="connsiteY2857" fmla="*/ 827933 h 1282606"/>
                <a:gd name="connsiteX2858" fmla="*/ 1269660 w 1465857"/>
                <a:gd name="connsiteY2858" fmla="*/ 823042 h 1282606"/>
                <a:gd name="connsiteX2859" fmla="*/ 1269660 w 1465857"/>
                <a:gd name="connsiteY2859" fmla="*/ 820597 h 1282606"/>
                <a:gd name="connsiteX2860" fmla="*/ 1272393 w 1465857"/>
                <a:gd name="connsiteY2860" fmla="*/ 820597 h 1282606"/>
                <a:gd name="connsiteX2861" fmla="*/ 1277283 w 1465857"/>
                <a:gd name="connsiteY2861" fmla="*/ 815275 h 1282606"/>
                <a:gd name="connsiteX2862" fmla="*/ 1277283 w 1465857"/>
                <a:gd name="connsiteY2862" fmla="*/ 812830 h 1282606"/>
                <a:gd name="connsiteX2863" fmla="*/ 1279729 w 1465857"/>
                <a:gd name="connsiteY2863" fmla="*/ 810385 h 1282606"/>
                <a:gd name="connsiteX2864" fmla="*/ 1279729 w 1465857"/>
                <a:gd name="connsiteY2864" fmla="*/ 807652 h 1282606"/>
                <a:gd name="connsiteX2865" fmla="*/ 1279729 w 1465857"/>
                <a:gd name="connsiteY2865" fmla="*/ 805206 h 1282606"/>
                <a:gd name="connsiteX2866" fmla="*/ 1282461 w 1465857"/>
                <a:gd name="connsiteY2866" fmla="*/ 805206 h 1282606"/>
                <a:gd name="connsiteX2867" fmla="*/ 1279729 w 1465857"/>
                <a:gd name="connsiteY2867" fmla="*/ 802761 h 1282606"/>
                <a:gd name="connsiteX2868" fmla="*/ 1277283 w 1465857"/>
                <a:gd name="connsiteY2868" fmla="*/ 800172 h 1282606"/>
                <a:gd name="connsiteX2869" fmla="*/ 1274838 w 1465857"/>
                <a:gd name="connsiteY2869" fmla="*/ 810385 h 1282606"/>
                <a:gd name="connsiteX2870" fmla="*/ 1272393 w 1465857"/>
                <a:gd name="connsiteY2870" fmla="*/ 815275 h 1282606"/>
                <a:gd name="connsiteX2871" fmla="*/ 1269660 w 1465857"/>
                <a:gd name="connsiteY2871" fmla="*/ 815275 h 1282606"/>
                <a:gd name="connsiteX2872" fmla="*/ 1264626 w 1465857"/>
                <a:gd name="connsiteY2872" fmla="*/ 815275 h 1282606"/>
                <a:gd name="connsiteX2873" fmla="*/ 1264626 w 1465857"/>
                <a:gd name="connsiteY2873" fmla="*/ 810385 h 1282606"/>
                <a:gd name="connsiteX2874" fmla="*/ 1262181 w 1465857"/>
                <a:gd name="connsiteY2874" fmla="*/ 812830 h 1282606"/>
                <a:gd name="connsiteX2875" fmla="*/ 1259448 w 1465857"/>
                <a:gd name="connsiteY2875" fmla="*/ 817864 h 1282606"/>
                <a:gd name="connsiteX2876" fmla="*/ 1257002 w 1465857"/>
                <a:gd name="connsiteY2876" fmla="*/ 815275 h 1282606"/>
                <a:gd name="connsiteX2877" fmla="*/ 1257002 w 1465857"/>
                <a:gd name="connsiteY2877" fmla="*/ 812830 h 1282606"/>
                <a:gd name="connsiteX2878" fmla="*/ 1257002 w 1465857"/>
                <a:gd name="connsiteY2878" fmla="*/ 810385 h 1282606"/>
                <a:gd name="connsiteX2879" fmla="*/ 1257002 w 1465857"/>
                <a:gd name="connsiteY2879" fmla="*/ 807652 h 1282606"/>
                <a:gd name="connsiteX2880" fmla="*/ 1264626 w 1465857"/>
                <a:gd name="connsiteY2880" fmla="*/ 802761 h 1282606"/>
                <a:gd name="connsiteX2881" fmla="*/ 1264626 w 1465857"/>
                <a:gd name="connsiteY2881" fmla="*/ 800172 h 1282606"/>
                <a:gd name="connsiteX2882" fmla="*/ 1267215 w 1465857"/>
                <a:gd name="connsiteY2882" fmla="*/ 800172 h 1282606"/>
                <a:gd name="connsiteX2883" fmla="*/ 1267215 w 1465857"/>
                <a:gd name="connsiteY2883" fmla="*/ 794994 h 1282606"/>
                <a:gd name="connsiteX2884" fmla="*/ 1272393 w 1465857"/>
                <a:gd name="connsiteY2884" fmla="*/ 792549 h 1282606"/>
                <a:gd name="connsiteX2885" fmla="*/ 1274838 w 1465857"/>
                <a:gd name="connsiteY2885" fmla="*/ 792549 h 1282606"/>
                <a:gd name="connsiteX2886" fmla="*/ 1277283 w 1465857"/>
                <a:gd name="connsiteY2886" fmla="*/ 790103 h 1282606"/>
                <a:gd name="connsiteX2887" fmla="*/ 1274838 w 1465857"/>
                <a:gd name="connsiteY2887" fmla="*/ 790103 h 1282606"/>
                <a:gd name="connsiteX2888" fmla="*/ 1267215 w 1465857"/>
                <a:gd name="connsiteY2888" fmla="*/ 792549 h 1282606"/>
                <a:gd name="connsiteX2889" fmla="*/ 1262181 w 1465857"/>
                <a:gd name="connsiteY2889" fmla="*/ 800172 h 1282606"/>
                <a:gd name="connsiteX2890" fmla="*/ 1262181 w 1465857"/>
                <a:gd name="connsiteY2890" fmla="*/ 802761 h 1282606"/>
                <a:gd name="connsiteX2891" fmla="*/ 1257002 w 1465857"/>
                <a:gd name="connsiteY2891" fmla="*/ 805206 h 1282606"/>
                <a:gd name="connsiteX2892" fmla="*/ 1251968 w 1465857"/>
                <a:gd name="connsiteY2892" fmla="*/ 807652 h 1282606"/>
                <a:gd name="connsiteX2893" fmla="*/ 1249235 w 1465857"/>
                <a:gd name="connsiteY2893" fmla="*/ 805206 h 1282606"/>
                <a:gd name="connsiteX2894" fmla="*/ 1246790 w 1465857"/>
                <a:gd name="connsiteY2894" fmla="*/ 805206 h 1282606"/>
                <a:gd name="connsiteX2895" fmla="*/ 1246790 w 1465857"/>
                <a:gd name="connsiteY2895" fmla="*/ 792549 h 1282606"/>
                <a:gd name="connsiteX2896" fmla="*/ 1244344 w 1465857"/>
                <a:gd name="connsiteY2896" fmla="*/ 794994 h 1282606"/>
                <a:gd name="connsiteX2897" fmla="*/ 1244344 w 1465857"/>
                <a:gd name="connsiteY2897" fmla="*/ 800172 h 1282606"/>
                <a:gd name="connsiteX2898" fmla="*/ 1241899 w 1465857"/>
                <a:gd name="connsiteY2898" fmla="*/ 800172 h 1282606"/>
                <a:gd name="connsiteX2899" fmla="*/ 1241899 w 1465857"/>
                <a:gd name="connsiteY2899" fmla="*/ 794994 h 1282606"/>
                <a:gd name="connsiteX2900" fmla="*/ 1241899 w 1465857"/>
                <a:gd name="connsiteY2900" fmla="*/ 790103 h 1282606"/>
                <a:gd name="connsiteX2901" fmla="*/ 1241899 w 1465857"/>
                <a:gd name="connsiteY2901" fmla="*/ 782336 h 1282606"/>
                <a:gd name="connsiteX2902" fmla="*/ 1241899 w 1465857"/>
                <a:gd name="connsiteY2902" fmla="*/ 777158 h 1282606"/>
                <a:gd name="connsiteX2903" fmla="*/ 1246790 w 1465857"/>
                <a:gd name="connsiteY2903" fmla="*/ 772124 h 1282606"/>
                <a:gd name="connsiteX2904" fmla="*/ 1249235 w 1465857"/>
                <a:gd name="connsiteY2904" fmla="*/ 769678 h 1282606"/>
                <a:gd name="connsiteX2905" fmla="*/ 1251968 w 1465857"/>
                <a:gd name="connsiteY2905" fmla="*/ 766945 h 1282606"/>
                <a:gd name="connsiteX2906" fmla="*/ 1257002 w 1465857"/>
                <a:gd name="connsiteY2906" fmla="*/ 762055 h 1282606"/>
                <a:gd name="connsiteX2907" fmla="*/ 1259448 w 1465857"/>
                <a:gd name="connsiteY2907" fmla="*/ 759610 h 1282606"/>
                <a:gd name="connsiteX2908" fmla="*/ 1262181 w 1465857"/>
                <a:gd name="connsiteY2908" fmla="*/ 759610 h 1282606"/>
                <a:gd name="connsiteX2909" fmla="*/ 1262181 w 1465857"/>
                <a:gd name="connsiteY2909" fmla="*/ 762055 h 1282606"/>
                <a:gd name="connsiteX2910" fmla="*/ 1264626 w 1465857"/>
                <a:gd name="connsiteY2910" fmla="*/ 762055 h 1282606"/>
                <a:gd name="connsiteX2911" fmla="*/ 1267215 w 1465857"/>
                <a:gd name="connsiteY2911" fmla="*/ 762055 h 1282606"/>
                <a:gd name="connsiteX2912" fmla="*/ 1269660 w 1465857"/>
                <a:gd name="connsiteY2912" fmla="*/ 762055 h 1282606"/>
                <a:gd name="connsiteX2913" fmla="*/ 1272393 w 1465857"/>
                <a:gd name="connsiteY2913" fmla="*/ 762055 h 1282606"/>
                <a:gd name="connsiteX2914" fmla="*/ 1269660 w 1465857"/>
                <a:gd name="connsiteY2914" fmla="*/ 759610 h 1282606"/>
                <a:gd name="connsiteX2915" fmla="*/ 1264626 w 1465857"/>
                <a:gd name="connsiteY2915" fmla="*/ 759610 h 1282606"/>
                <a:gd name="connsiteX2916" fmla="*/ 1262181 w 1465857"/>
                <a:gd name="connsiteY2916" fmla="*/ 756877 h 1282606"/>
                <a:gd name="connsiteX2917" fmla="*/ 1262181 w 1465857"/>
                <a:gd name="connsiteY2917" fmla="*/ 746952 h 1282606"/>
                <a:gd name="connsiteX2918" fmla="*/ 1259448 w 1465857"/>
                <a:gd name="connsiteY2918" fmla="*/ 736739 h 1282606"/>
                <a:gd name="connsiteX2919" fmla="*/ 1259448 w 1465857"/>
                <a:gd name="connsiteY2919" fmla="*/ 734006 h 1282606"/>
                <a:gd name="connsiteX2920" fmla="*/ 1259448 w 1465857"/>
                <a:gd name="connsiteY2920" fmla="*/ 731561 h 1282606"/>
                <a:gd name="connsiteX2921" fmla="*/ 1264626 w 1465857"/>
                <a:gd name="connsiteY2921" fmla="*/ 721349 h 1282606"/>
                <a:gd name="connsiteX2922" fmla="*/ 1269660 w 1465857"/>
                <a:gd name="connsiteY2922" fmla="*/ 713725 h 1282606"/>
                <a:gd name="connsiteX2923" fmla="*/ 1269660 w 1465857"/>
                <a:gd name="connsiteY2923" fmla="*/ 711136 h 1282606"/>
                <a:gd name="connsiteX2924" fmla="*/ 1267215 w 1465857"/>
                <a:gd name="connsiteY2924" fmla="*/ 713725 h 1282606"/>
                <a:gd name="connsiteX2925" fmla="*/ 1264626 w 1465857"/>
                <a:gd name="connsiteY2925" fmla="*/ 716458 h 1282606"/>
                <a:gd name="connsiteX2926" fmla="*/ 1262181 w 1465857"/>
                <a:gd name="connsiteY2926" fmla="*/ 718903 h 1282606"/>
                <a:gd name="connsiteX2927" fmla="*/ 1257002 w 1465857"/>
                <a:gd name="connsiteY2927" fmla="*/ 723794 h 1282606"/>
                <a:gd name="connsiteX2928" fmla="*/ 1254557 w 1465857"/>
                <a:gd name="connsiteY2928" fmla="*/ 736739 h 1282606"/>
                <a:gd name="connsiteX2929" fmla="*/ 1257002 w 1465857"/>
                <a:gd name="connsiteY2929" fmla="*/ 744219 h 1282606"/>
                <a:gd name="connsiteX2930" fmla="*/ 1257002 w 1465857"/>
                <a:gd name="connsiteY2930" fmla="*/ 749397 h 1282606"/>
                <a:gd name="connsiteX2931" fmla="*/ 1251968 w 1465857"/>
                <a:gd name="connsiteY2931" fmla="*/ 754288 h 1282606"/>
                <a:gd name="connsiteX2932" fmla="*/ 1251968 w 1465857"/>
                <a:gd name="connsiteY2932" fmla="*/ 756877 h 1282606"/>
                <a:gd name="connsiteX2933" fmla="*/ 1244344 w 1465857"/>
                <a:gd name="connsiteY2933" fmla="*/ 762055 h 1282606"/>
                <a:gd name="connsiteX2934" fmla="*/ 1241899 w 1465857"/>
                <a:gd name="connsiteY2934" fmla="*/ 762055 h 1282606"/>
                <a:gd name="connsiteX2935" fmla="*/ 1241899 w 1465857"/>
                <a:gd name="connsiteY2935" fmla="*/ 766945 h 1282606"/>
                <a:gd name="connsiteX2936" fmla="*/ 1236721 w 1465857"/>
                <a:gd name="connsiteY2936" fmla="*/ 772124 h 1282606"/>
                <a:gd name="connsiteX2937" fmla="*/ 1231686 w 1465857"/>
                <a:gd name="connsiteY2937" fmla="*/ 774713 h 1282606"/>
                <a:gd name="connsiteX2938" fmla="*/ 1221474 w 1465857"/>
                <a:gd name="connsiteY2938" fmla="*/ 777158 h 1282606"/>
                <a:gd name="connsiteX2939" fmla="*/ 1219029 w 1465857"/>
                <a:gd name="connsiteY2939" fmla="*/ 782336 h 1282606"/>
                <a:gd name="connsiteX2940" fmla="*/ 1216296 w 1465857"/>
                <a:gd name="connsiteY2940" fmla="*/ 782336 h 1282606"/>
                <a:gd name="connsiteX2941" fmla="*/ 1213851 w 1465857"/>
                <a:gd name="connsiteY2941" fmla="*/ 782336 h 1282606"/>
                <a:gd name="connsiteX2942" fmla="*/ 1211406 w 1465857"/>
                <a:gd name="connsiteY2942" fmla="*/ 779891 h 1282606"/>
                <a:gd name="connsiteX2943" fmla="*/ 1208816 w 1465857"/>
                <a:gd name="connsiteY2943" fmla="*/ 772124 h 1282606"/>
                <a:gd name="connsiteX2944" fmla="*/ 1208816 w 1465857"/>
                <a:gd name="connsiteY2944" fmla="*/ 766945 h 1282606"/>
                <a:gd name="connsiteX2945" fmla="*/ 1211406 w 1465857"/>
                <a:gd name="connsiteY2945" fmla="*/ 766945 h 1282606"/>
                <a:gd name="connsiteX2946" fmla="*/ 1211406 w 1465857"/>
                <a:gd name="connsiteY2946" fmla="*/ 764500 h 1282606"/>
                <a:gd name="connsiteX2947" fmla="*/ 1213851 w 1465857"/>
                <a:gd name="connsiteY2947" fmla="*/ 762055 h 1282606"/>
                <a:gd name="connsiteX2948" fmla="*/ 1216296 w 1465857"/>
                <a:gd name="connsiteY2948" fmla="*/ 756877 h 1282606"/>
                <a:gd name="connsiteX2949" fmla="*/ 1219029 w 1465857"/>
                <a:gd name="connsiteY2949" fmla="*/ 756877 h 1282606"/>
                <a:gd name="connsiteX2950" fmla="*/ 1219029 w 1465857"/>
                <a:gd name="connsiteY2950" fmla="*/ 754288 h 1282606"/>
                <a:gd name="connsiteX2951" fmla="*/ 1219029 w 1465857"/>
                <a:gd name="connsiteY2951" fmla="*/ 751842 h 1282606"/>
                <a:gd name="connsiteX2952" fmla="*/ 1219029 w 1465857"/>
                <a:gd name="connsiteY2952" fmla="*/ 749397 h 1282606"/>
                <a:gd name="connsiteX2953" fmla="*/ 1221474 w 1465857"/>
                <a:gd name="connsiteY2953" fmla="*/ 744219 h 1282606"/>
                <a:gd name="connsiteX2954" fmla="*/ 1219029 w 1465857"/>
                <a:gd name="connsiteY2954" fmla="*/ 739185 h 1282606"/>
                <a:gd name="connsiteX2955" fmla="*/ 1219029 w 1465857"/>
                <a:gd name="connsiteY2955" fmla="*/ 734006 h 1282606"/>
                <a:gd name="connsiteX2956" fmla="*/ 1219029 w 1465857"/>
                <a:gd name="connsiteY2956" fmla="*/ 731561 h 1282606"/>
                <a:gd name="connsiteX2957" fmla="*/ 1216296 w 1465857"/>
                <a:gd name="connsiteY2957" fmla="*/ 726527 h 1282606"/>
                <a:gd name="connsiteX2958" fmla="*/ 1216296 w 1465857"/>
                <a:gd name="connsiteY2958" fmla="*/ 728972 h 1282606"/>
                <a:gd name="connsiteX2959" fmla="*/ 1216296 w 1465857"/>
                <a:gd name="connsiteY2959" fmla="*/ 731561 h 1282606"/>
                <a:gd name="connsiteX2960" fmla="*/ 1216296 w 1465857"/>
                <a:gd name="connsiteY2960" fmla="*/ 736739 h 1282606"/>
                <a:gd name="connsiteX2961" fmla="*/ 1219029 w 1465857"/>
                <a:gd name="connsiteY2961" fmla="*/ 744219 h 1282606"/>
                <a:gd name="connsiteX2962" fmla="*/ 1219029 w 1465857"/>
                <a:gd name="connsiteY2962" fmla="*/ 746952 h 1282606"/>
                <a:gd name="connsiteX2963" fmla="*/ 1216296 w 1465857"/>
                <a:gd name="connsiteY2963" fmla="*/ 749397 h 1282606"/>
                <a:gd name="connsiteX2964" fmla="*/ 1213851 w 1465857"/>
                <a:gd name="connsiteY2964" fmla="*/ 754288 h 1282606"/>
                <a:gd name="connsiteX2965" fmla="*/ 1211406 w 1465857"/>
                <a:gd name="connsiteY2965" fmla="*/ 762055 h 1282606"/>
                <a:gd name="connsiteX2966" fmla="*/ 1208816 w 1465857"/>
                <a:gd name="connsiteY2966" fmla="*/ 762055 h 1282606"/>
                <a:gd name="connsiteX2967" fmla="*/ 1206083 w 1465857"/>
                <a:gd name="connsiteY2967" fmla="*/ 766945 h 1282606"/>
                <a:gd name="connsiteX2968" fmla="*/ 1198748 w 1465857"/>
                <a:gd name="connsiteY2968" fmla="*/ 766945 h 1282606"/>
                <a:gd name="connsiteX2969" fmla="*/ 1193569 w 1465857"/>
                <a:gd name="connsiteY2969" fmla="*/ 762055 h 1282606"/>
                <a:gd name="connsiteX2970" fmla="*/ 1190980 w 1465857"/>
                <a:gd name="connsiteY2970" fmla="*/ 759610 h 1282606"/>
                <a:gd name="connsiteX2971" fmla="*/ 1188535 w 1465857"/>
                <a:gd name="connsiteY2971" fmla="*/ 759610 h 1282606"/>
                <a:gd name="connsiteX2972" fmla="*/ 1188535 w 1465857"/>
                <a:gd name="connsiteY2972" fmla="*/ 756877 h 1282606"/>
                <a:gd name="connsiteX2973" fmla="*/ 1185802 w 1465857"/>
                <a:gd name="connsiteY2973" fmla="*/ 754288 h 1282606"/>
                <a:gd name="connsiteX2974" fmla="*/ 1183357 w 1465857"/>
                <a:gd name="connsiteY2974" fmla="*/ 754288 h 1282606"/>
                <a:gd name="connsiteX2975" fmla="*/ 1183357 w 1465857"/>
                <a:gd name="connsiteY2975" fmla="*/ 756877 h 1282606"/>
                <a:gd name="connsiteX2976" fmla="*/ 1180912 w 1465857"/>
                <a:gd name="connsiteY2976" fmla="*/ 754288 h 1282606"/>
                <a:gd name="connsiteX2977" fmla="*/ 1178323 w 1465857"/>
                <a:gd name="connsiteY2977" fmla="*/ 754288 h 1282606"/>
                <a:gd name="connsiteX2978" fmla="*/ 1180912 w 1465857"/>
                <a:gd name="connsiteY2978" fmla="*/ 756877 h 1282606"/>
                <a:gd name="connsiteX2979" fmla="*/ 1183357 w 1465857"/>
                <a:gd name="connsiteY2979" fmla="*/ 759610 h 1282606"/>
                <a:gd name="connsiteX2980" fmla="*/ 1183357 w 1465857"/>
                <a:gd name="connsiteY2980" fmla="*/ 762055 h 1282606"/>
                <a:gd name="connsiteX2981" fmla="*/ 1180912 w 1465857"/>
                <a:gd name="connsiteY2981" fmla="*/ 762055 h 1282606"/>
                <a:gd name="connsiteX2982" fmla="*/ 1178323 w 1465857"/>
                <a:gd name="connsiteY2982" fmla="*/ 762055 h 1282606"/>
                <a:gd name="connsiteX2983" fmla="*/ 1175590 w 1465857"/>
                <a:gd name="connsiteY2983" fmla="*/ 762055 h 1282606"/>
                <a:gd name="connsiteX2984" fmla="*/ 1175590 w 1465857"/>
                <a:gd name="connsiteY2984" fmla="*/ 759610 h 1282606"/>
                <a:gd name="connsiteX2985" fmla="*/ 1173145 w 1465857"/>
                <a:gd name="connsiteY2985" fmla="*/ 759610 h 1282606"/>
                <a:gd name="connsiteX2986" fmla="*/ 1173145 w 1465857"/>
                <a:gd name="connsiteY2986" fmla="*/ 756877 h 1282606"/>
                <a:gd name="connsiteX2987" fmla="*/ 1173145 w 1465857"/>
                <a:gd name="connsiteY2987" fmla="*/ 754288 h 1282606"/>
                <a:gd name="connsiteX2988" fmla="*/ 1175590 w 1465857"/>
                <a:gd name="connsiteY2988" fmla="*/ 751842 h 1282606"/>
                <a:gd name="connsiteX2989" fmla="*/ 1173145 w 1465857"/>
                <a:gd name="connsiteY2989" fmla="*/ 751842 h 1282606"/>
                <a:gd name="connsiteX2990" fmla="*/ 1173145 w 1465857"/>
                <a:gd name="connsiteY2990" fmla="*/ 749397 h 1282606"/>
                <a:gd name="connsiteX2991" fmla="*/ 1173145 w 1465857"/>
                <a:gd name="connsiteY2991" fmla="*/ 746952 h 1282606"/>
                <a:gd name="connsiteX2992" fmla="*/ 1170699 w 1465857"/>
                <a:gd name="connsiteY2992" fmla="*/ 746952 h 1282606"/>
                <a:gd name="connsiteX2993" fmla="*/ 1170699 w 1465857"/>
                <a:gd name="connsiteY2993" fmla="*/ 749397 h 1282606"/>
                <a:gd name="connsiteX2994" fmla="*/ 1168254 w 1465857"/>
                <a:gd name="connsiteY2994" fmla="*/ 749397 h 1282606"/>
                <a:gd name="connsiteX2995" fmla="*/ 1168254 w 1465857"/>
                <a:gd name="connsiteY2995" fmla="*/ 746952 h 1282606"/>
                <a:gd name="connsiteX2996" fmla="*/ 1170699 w 1465857"/>
                <a:gd name="connsiteY2996" fmla="*/ 744219 h 1282606"/>
                <a:gd name="connsiteX2997" fmla="*/ 1170699 w 1465857"/>
                <a:gd name="connsiteY2997" fmla="*/ 741630 h 1282606"/>
                <a:gd name="connsiteX2998" fmla="*/ 1165521 w 1465857"/>
                <a:gd name="connsiteY2998" fmla="*/ 746952 h 1282606"/>
                <a:gd name="connsiteX2999" fmla="*/ 1160487 w 1465857"/>
                <a:gd name="connsiteY2999" fmla="*/ 749397 h 1282606"/>
                <a:gd name="connsiteX3000" fmla="*/ 1160487 w 1465857"/>
                <a:gd name="connsiteY3000" fmla="*/ 746952 h 1282606"/>
                <a:gd name="connsiteX3001" fmla="*/ 1158041 w 1465857"/>
                <a:gd name="connsiteY3001" fmla="*/ 746952 h 1282606"/>
                <a:gd name="connsiteX3002" fmla="*/ 1160487 w 1465857"/>
                <a:gd name="connsiteY3002" fmla="*/ 744219 h 1282606"/>
                <a:gd name="connsiteX3003" fmla="*/ 1160487 w 1465857"/>
                <a:gd name="connsiteY3003" fmla="*/ 739185 h 1282606"/>
                <a:gd name="connsiteX3004" fmla="*/ 1158041 w 1465857"/>
                <a:gd name="connsiteY3004" fmla="*/ 739185 h 1282606"/>
                <a:gd name="connsiteX3005" fmla="*/ 1158041 w 1465857"/>
                <a:gd name="connsiteY3005" fmla="*/ 741630 h 1282606"/>
                <a:gd name="connsiteX3006" fmla="*/ 1155596 w 1465857"/>
                <a:gd name="connsiteY3006" fmla="*/ 741630 h 1282606"/>
                <a:gd name="connsiteX3007" fmla="*/ 1155596 w 1465857"/>
                <a:gd name="connsiteY3007" fmla="*/ 739185 h 1282606"/>
                <a:gd name="connsiteX3008" fmla="*/ 1152863 w 1465857"/>
                <a:gd name="connsiteY3008" fmla="*/ 739185 h 1282606"/>
                <a:gd name="connsiteX3009" fmla="*/ 1152863 w 1465857"/>
                <a:gd name="connsiteY3009" fmla="*/ 734006 h 1282606"/>
                <a:gd name="connsiteX3010" fmla="*/ 1150419 w 1465857"/>
                <a:gd name="connsiteY3010" fmla="*/ 728974 h 1282606"/>
                <a:gd name="connsiteX3011" fmla="*/ 1147831 w 1465857"/>
                <a:gd name="connsiteY3011" fmla="*/ 731562 h 1282606"/>
                <a:gd name="connsiteX3012" fmla="*/ 1147831 w 1465857"/>
                <a:gd name="connsiteY3012" fmla="*/ 728973 h 1282606"/>
                <a:gd name="connsiteX3013" fmla="*/ 1150419 w 1465857"/>
                <a:gd name="connsiteY3013" fmla="*/ 728973 h 1282606"/>
                <a:gd name="connsiteX3014" fmla="*/ 1150418 w 1465857"/>
                <a:gd name="connsiteY3014" fmla="*/ 728972 h 1282606"/>
                <a:gd name="connsiteX3015" fmla="*/ 1150418 w 1465857"/>
                <a:gd name="connsiteY3015" fmla="*/ 726527 h 1282606"/>
                <a:gd name="connsiteX3016" fmla="*/ 1150418 w 1465857"/>
                <a:gd name="connsiteY3016" fmla="*/ 723794 h 1282606"/>
                <a:gd name="connsiteX3017" fmla="*/ 1147829 w 1465857"/>
                <a:gd name="connsiteY3017" fmla="*/ 723794 h 1282606"/>
                <a:gd name="connsiteX3018" fmla="*/ 1132438 w 1465857"/>
                <a:gd name="connsiteY3018" fmla="*/ 721349 h 1282606"/>
                <a:gd name="connsiteX3019" fmla="*/ 1129993 w 1465857"/>
                <a:gd name="connsiteY3019" fmla="*/ 721349 h 1282606"/>
                <a:gd name="connsiteX3020" fmla="*/ 1127548 w 1465857"/>
                <a:gd name="connsiteY3020" fmla="*/ 721349 h 1282606"/>
                <a:gd name="connsiteX3021" fmla="*/ 1137760 w 1465857"/>
                <a:gd name="connsiteY3021" fmla="*/ 723794 h 1282606"/>
                <a:gd name="connsiteX3022" fmla="*/ 1145384 w 1465857"/>
                <a:gd name="connsiteY3022" fmla="*/ 728972 h 1282606"/>
                <a:gd name="connsiteX3023" fmla="*/ 1142651 w 1465857"/>
                <a:gd name="connsiteY3023" fmla="*/ 731561 h 1282606"/>
                <a:gd name="connsiteX3024" fmla="*/ 1142651 w 1465857"/>
                <a:gd name="connsiteY3024" fmla="*/ 734006 h 1282606"/>
                <a:gd name="connsiteX3025" fmla="*/ 1140206 w 1465857"/>
                <a:gd name="connsiteY3025" fmla="*/ 734006 h 1282606"/>
                <a:gd name="connsiteX3026" fmla="*/ 1135315 w 1465857"/>
                <a:gd name="connsiteY3026" fmla="*/ 736739 h 1282606"/>
                <a:gd name="connsiteX3027" fmla="*/ 1135315 w 1465857"/>
                <a:gd name="connsiteY3027" fmla="*/ 739185 h 1282606"/>
                <a:gd name="connsiteX3028" fmla="*/ 1132438 w 1465857"/>
                <a:gd name="connsiteY3028" fmla="*/ 739185 h 1282606"/>
                <a:gd name="connsiteX3029" fmla="*/ 1132438 w 1465857"/>
                <a:gd name="connsiteY3029" fmla="*/ 736739 h 1282606"/>
                <a:gd name="connsiteX3030" fmla="*/ 1129993 w 1465857"/>
                <a:gd name="connsiteY3030" fmla="*/ 736739 h 1282606"/>
                <a:gd name="connsiteX3031" fmla="*/ 1127548 w 1465857"/>
                <a:gd name="connsiteY3031" fmla="*/ 736739 h 1282606"/>
                <a:gd name="connsiteX3032" fmla="*/ 1127548 w 1465857"/>
                <a:gd name="connsiteY3032" fmla="*/ 734006 h 1282606"/>
                <a:gd name="connsiteX3033" fmla="*/ 1122370 w 1465857"/>
                <a:gd name="connsiteY3033" fmla="*/ 731561 h 1282606"/>
                <a:gd name="connsiteX3034" fmla="*/ 1122370 w 1465857"/>
                <a:gd name="connsiteY3034" fmla="*/ 734006 h 1282606"/>
                <a:gd name="connsiteX3035" fmla="*/ 1117335 w 1465857"/>
                <a:gd name="connsiteY3035" fmla="*/ 736739 h 1282606"/>
                <a:gd name="connsiteX3036" fmla="*/ 1114890 w 1465857"/>
                <a:gd name="connsiteY3036" fmla="*/ 731561 h 1282606"/>
                <a:gd name="connsiteX3037" fmla="*/ 1112157 w 1465857"/>
                <a:gd name="connsiteY3037" fmla="*/ 728972 h 1282606"/>
                <a:gd name="connsiteX3038" fmla="*/ 1112157 w 1465857"/>
                <a:gd name="connsiteY3038" fmla="*/ 731561 h 1282606"/>
                <a:gd name="connsiteX3039" fmla="*/ 1109712 w 1465857"/>
                <a:gd name="connsiteY3039" fmla="*/ 731561 h 1282606"/>
                <a:gd name="connsiteX3040" fmla="*/ 1114890 w 1465857"/>
                <a:gd name="connsiteY3040" fmla="*/ 734006 h 1282606"/>
                <a:gd name="connsiteX3041" fmla="*/ 1114890 w 1465857"/>
                <a:gd name="connsiteY3041" fmla="*/ 736739 h 1282606"/>
                <a:gd name="connsiteX3042" fmla="*/ 1114890 w 1465857"/>
                <a:gd name="connsiteY3042" fmla="*/ 739185 h 1282606"/>
                <a:gd name="connsiteX3043" fmla="*/ 1112157 w 1465857"/>
                <a:gd name="connsiteY3043" fmla="*/ 739185 h 1282606"/>
                <a:gd name="connsiteX3044" fmla="*/ 1109712 w 1465857"/>
                <a:gd name="connsiteY3044" fmla="*/ 736739 h 1282606"/>
                <a:gd name="connsiteX3045" fmla="*/ 1109712 w 1465857"/>
                <a:gd name="connsiteY3045" fmla="*/ 739185 h 1282606"/>
                <a:gd name="connsiteX3046" fmla="*/ 1107267 w 1465857"/>
                <a:gd name="connsiteY3046" fmla="*/ 739185 h 1282606"/>
                <a:gd name="connsiteX3047" fmla="*/ 1104678 w 1465857"/>
                <a:gd name="connsiteY3047" fmla="*/ 739185 h 1282606"/>
                <a:gd name="connsiteX3048" fmla="*/ 1091876 w 1465857"/>
                <a:gd name="connsiteY3048" fmla="*/ 736739 h 1282606"/>
                <a:gd name="connsiteX3049" fmla="*/ 1107267 w 1465857"/>
                <a:gd name="connsiteY3049" fmla="*/ 741630 h 1282606"/>
                <a:gd name="connsiteX3050" fmla="*/ 1109712 w 1465857"/>
                <a:gd name="connsiteY3050" fmla="*/ 741630 h 1282606"/>
                <a:gd name="connsiteX3051" fmla="*/ 1112157 w 1465857"/>
                <a:gd name="connsiteY3051" fmla="*/ 741630 h 1282606"/>
                <a:gd name="connsiteX3052" fmla="*/ 1114890 w 1465857"/>
                <a:gd name="connsiteY3052" fmla="*/ 741630 h 1282606"/>
                <a:gd name="connsiteX3053" fmla="*/ 1122370 w 1465857"/>
                <a:gd name="connsiteY3053" fmla="*/ 736739 h 1282606"/>
                <a:gd name="connsiteX3054" fmla="*/ 1125103 w 1465857"/>
                <a:gd name="connsiteY3054" fmla="*/ 739185 h 1282606"/>
                <a:gd name="connsiteX3055" fmla="*/ 1127548 w 1465857"/>
                <a:gd name="connsiteY3055" fmla="*/ 739185 h 1282606"/>
                <a:gd name="connsiteX3056" fmla="*/ 1129993 w 1465857"/>
                <a:gd name="connsiteY3056" fmla="*/ 739185 h 1282606"/>
                <a:gd name="connsiteX3057" fmla="*/ 1132438 w 1465857"/>
                <a:gd name="connsiteY3057" fmla="*/ 741630 h 1282606"/>
                <a:gd name="connsiteX3058" fmla="*/ 1132438 w 1465857"/>
                <a:gd name="connsiteY3058" fmla="*/ 744219 h 1282606"/>
                <a:gd name="connsiteX3059" fmla="*/ 1135315 w 1465857"/>
                <a:gd name="connsiteY3059" fmla="*/ 744219 h 1282606"/>
                <a:gd name="connsiteX3060" fmla="*/ 1140206 w 1465857"/>
                <a:gd name="connsiteY3060" fmla="*/ 746952 h 1282606"/>
                <a:gd name="connsiteX3061" fmla="*/ 1140206 w 1465857"/>
                <a:gd name="connsiteY3061" fmla="*/ 749397 h 1282606"/>
                <a:gd name="connsiteX3062" fmla="*/ 1140206 w 1465857"/>
                <a:gd name="connsiteY3062" fmla="*/ 751842 h 1282606"/>
                <a:gd name="connsiteX3063" fmla="*/ 1142651 w 1465857"/>
                <a:gd name="connsiteY3063" fmla="*/ 751842 h 1282606"/>
                <a:gd name="connsiteX3064" fmla="*/ 1142651 w 1465857"/>
                <a:gd name="connsiteY3064" fmla="*/ 754288 h 1282606"/>
                <a:gd name="connsiteX3065" fmla="*/ 1140206 w 1465857"/>
                <a:gd name="connsiteY3065" fmla="*/ 754288 h 1282606"/>
                <a:gd name="connsiteX3066" fmla="*/ 1135315 w 1465857"/>
                <a:gd name="connsiteY3066" fmla="*/ 751842 h 1282606"/>
                <a:gd name="connsiteX3067" fmla="*/ 1135315 w 1465857"/>
                <a:gd name="connsiteY3067" fmla="*/ 749397 h 1282606"/>
                <a:gd name="connsiteX3068" fmla="*/ 1132438 w 1465857"/>
                <a:gd name="connsiteY3068" fmla="*/ 749397 h 1282606"/>
                <a:gd name="connsiteX3069" fmla="*/ 1135315 w 1465857"/>
                <a:gd name="connsiteY3069" fmla="*/ 754288 h 1282606"/>
                <a:gd name="connsiteX3070" fmla="*/ 1132438 w 1465857"/>
                <a:gd name="connsiteY3070" fmla="*/ 751842 h 1282606"/>
                <a:gd name="connsiteX3071" fmla="*/ 1132438 w 1465857"/>
                <a:gd name="connsiteY3071" fmla="*/ 754288 h 1282606"/>
                <a:gd name="connsiteX3072" fmla="*/ 1132438 w 1465857"/>
                <a:gd name="connsiteY3072" fmla="*/ 756877 h 1282606"/>
                <a:gd name="connsiteX3073" fmla="*/ 1135315 w 1465857"/>
                <a:gd name="connsiteY3073" fmla="*/ 756877 h 1282606"/>
                <a:gd name="connsiteX3074" fmla="*/ 1137760 w 1465857"/>
                <a:gd name="connsiteY3074" fmla="*/ 756877 h 1282606"/>
                <a:gd name="connsiteX3075" fmla="*/ 1140206 w 1465857"/>
                <a:gd name="connsiteY3075" fmla="*/ 756877 h 1282606"/>
                <a:gd name="connsiteX3076" fmla="*/ 1145384 w 1465857"/>
                <a:gd name="connsiteY3076" fmla="*/ 759610 h 1282606"/>
                <a:gd name="connsiteX3077" fmla="*/ 1142651 w 1465857"/>
                <a:gd name="connsiteY3077" fmla="*/ 762055 h 1282606"/>
                <a:gd name="connsiteX3078" fmla="*/ 1140206 w 1465857"/>
                <a:gd name="connsiteY3078" fmla="*/ 764500 h 1282606"/>
                <a:gd name="connsiteX3079" fmla="*/ 1140206 w 1465857"/>
                <a:gd name="connsiteY3079" fmla="*/ 766945 h 1282606"/>
                <a:gd name="connsiteX3080" fmla="*/ 1137760 w 1465857"/>
                <a:gd name="connsiteY3080" fmla="*/ 766945 h 1282606"/>
                <a:gd name="connsiteX3081" fmla="*/ 1135315 w 1465857"/>
                <a:gd name="connsiteY3081" fmla="*/ 766945 h 1282606"/>
                <a:gd name="connsiteX3082" fmla="*/ 1132438 w 1465857"/>
                <a:gd name="connsiteY3082" fmla="*/ 766945 h 1282606"/>
                <a:gd name="connsiteX3083" fmla="*/ 1129993 w 1465857"/>
                <a:gd name="connsiteY3083" fmla="*/ 764500 h 1282606"/>
                <a:gd name="connsiteX3084" fmla="*/ 1127548 w 1465857"/>
                <a:gd name="connsiteY3084" fmla="*/ 762055 h 1282606"/>
                <a:gd name="connsiteX3085" fmla="*/ 1125103 w 1465857"/>
                <a:gd name="connsiteY3085" fmla="*/ 759610 h 1282606"/>
                <a:gd name="connsiteX3086" fmla="*/ 1125103 w 1465857"/>
                <a:gd name="connsiteY3086" fmla="*/ 756877 h 1282606"/>
                <a:gd name="connsiteX3087" fmla="*/ 1122370 w 1465857"/>
                <a:gd name="connsiteY3087" fmla="*/ 759610 h 1282606"/>
                <a:gd name="connsiteX3088" fmla="*/ 1122370 w 1465857"/>
                <a:gd name="connsiteY3088" fmla="*/ 756877 h 1282606"/>
                <a:gd name="connsiteX3089" fmla="*/ 1117335 w 1465857"/>
                <a:gd name="connsiteY3089" fmla="*/ 756877 h 1282606"/>
                <a:gd name="connsiteX3090" fmla="*/ 1117335 w 1465857"/>
                <a:gd name="connsiteY3090" fmla="*/ 754288 h 1282606"/>
                <a:gd name="connsiteX3091" fmla="*/ 1114890 w 1465857"/>
                <a:gd name="connsiteY3091" fmla="*/ 751842 h 1282606"/>
                <a:gd name="connsiteX3092" fmla="*/ 1112157 w 1465857"/>
                <a:gd name="connsiteY3092" fmla="*/ 751842 h 1282606"/>
                <a:gd name="connsiteX3093" fmla="*/ 1112157 w 1465857"/>
                <a:gd name="connsiteY3093" fmla="*/ 754288 h 1282606"/>
                <a:gd name="connsiteX3094" fmla="*/ 1109712 w 1465857"/>
                <a:gd name="connsiteY3094" fmla="*/ 754288 h 1282606"/>
                <a:gd name="connsiteX3095" fmla="*/ 1104678 w 1465857"/>
                <a:gd name="connsiteY3095" fmla="*/ 751842 h 1282606"/>
                <a:gd name="connsiteX3096" fmla="*/ 1104678 w 1465857"/>
                <a:gd name="connsiteY3096" fmla="*/ 749397 h 1282606"/>
                <a:gd name="connsiteX3097" fmla="*/ 1101945 w 1465857"/>
                <a:gd name="connsiteY3097" fmla="*/ 749397 h 1282606"/>
                <a:gd name="connsiteX3098" fmla="*/ 1101945 w 1465857"/>
                <a:gd name="connsiteY3098" fmla="*/ 751842 h 1282606"/>
                <a:gd name="connsiteX3099" fmla="*/ 1099499 w 1465857"/>
                <a:gd name="connsiteY3099" fmla="*/ 749397 h 1282606"/>
                <a:gd name="connsiteX3100" fmla="*/ 1097054 w 1465857"/>
                <a:gd name="connsiteY3100" fmla="*/ 751842 h 1282606"/>
                <a:gd name="connsiteX3101" fmla="*/ 1099499 w 1465857"/>
                <a:gd name="connsiteY3101" fmla="*/ 751842 h 1282606"/>
                <a:gd name="connsiteX3102" fmla="*/ 1101945 w 1465857"/>
                <a:gd name="connsiteY3102" fmla="*/ 754288 h 1282606"/>
                <a:gd name="connsiteX3103" fmla="*/ 1104678 w 1465857"/>
                <a:gd name="connsiteY3103" fmla="*/ 756877 h 1282606"/>
                <a:gd name="connsiteX3104" fmla="*/ 1107267 w 1465857"/>
                <a:gd name="connsiteY3104" fmla="*/ 759610 h 1282606"/>
                <a:gd name="connsiteX3105" fmla="*/ 1114890 w 1465857"/>
                <a:gd name="connsiteY3105" fmla="*/ 766945 h 1282606"/>
                <a:gd name="connsiteX3106" fmla="*/ 1117335 w 1465857"/>
                <a:gd name="connsiteY3106" fmla="*/ 769678 h 1282606"/>
                <a:gd name="connsiteX3107" fmla="*/ 1119924 w 1465857"/>
                <a:gd name="connsiteY3107" fmla="*/ 772124 h 1282606"/>
                <a:gd name="connsiteX3108" fmla="*/ 1117335 w 1465857"/>
                <a:gd name="connsiteY3108" fmla="*/ 774713 h 1282606"/>
                <a:gd name="connsiteX3109" fmla="*/ 1119924 w 1465857"/>
                <a:gd name="connsiteY3109" fmla="*/ 774713 h 1282606"/>
                <a:gd name="connsiteX3110" fmla="*/ 1117335 w 1465857"/>
                <a:gd name="connsiteY3110" fmla="*/ 777158 h 1282606"/>
                <a:gd name="connsiteX3111" fmla="*/ 1119924 w 1465857"/>
                <a:gd name="connsiteY3111" fmla="*/ 777158 h 1282606"/>
                <a:gd name="connsiteX3112" fmla="*/ 1122370 w 1465857"/>
                <a:gd name="connsiteY3112" fmla="*/ 779891 h 1282606"/>
                <a:gd name="connsiteX3113" fmla="*/ 1129993 w 1465857"/>
                <a:gd name="connsiteY3113" fmla="*/ 782336 h 1282606"/>
                <a:gd name="connsiteX3114" fmla="*/ 1132438 w 1465857"/>
                <a:gd name="connsiteY3114" fmla="*/ 782336 h 1282606"/>
                <a:gd name="connsiteX3115" fmla="*/ 1135315 w 1465857"/>
                <a:gd name="connsiteY3115" fmla="*/ 782336 h 1282606"/>
                <a:gd name="connsiteX3116" fmla="*/ 1135315 w 1465857"/>
                <a:gd name="connsiteY3116" fmla="*/ 784781 h 1282606"/>
                <a:gd name="connsiteX3117" fmla="*/ 1145384 w 1465857"/>
                <a:gd name="connsiteY3117" fmla="*/ 787370 h 1282606"/>
                <a:gd name="connsiteX3118" fmla="*/ 1147829 w 1465857"/>
                <a:gd name="connsiteY3118" fmla="*/ 787370 h 1282606"/>
                <a:gd name="connsiteX3119" fmla="*/ 1147829 w 1465857"/>
                <a:gd name="connsiteY3119" fmla="*/ 792549 h 1282606"/>
                <a:gd name="connsiteX3120" fmla="*/ 1150418 w 1465857"/>
                <a:gd name="connsiteY3120" fmla="*/ 792549 h 1282606"/>
                <a:gd name="connsiteX3121" fmla="*/ 1152863 w 1465857"/>
                <a:gd name="connsiteY3121" fmla="*/ 792549 h 1282606"/>
                <a:gd name="connsiteX3122" fmla="*/ 1155596 w 1465857"/>
                <a:gd name="connsiteY3122" fmla="*/ 792549 h 1282606"/>
                <a:gd name="connsiteX3123" fmla="*/ 1155596 w 1465857"/>
                <a:gd name="connsiteY3123" fmla="*/ 794994 h 1282606"/>
                <a:gd name="connsiteX3124" fmla="*/ 1155596 w 1465857"/>
                <a:gd name="connsiteY3124" fmla="*/ 797439 h 1282606"/>
                <a:gd name="connsiteX3125" fmla="*/ 1152863 w 1465857"/>
                <a:gd name="connsiteY3125" fmla="*/ 797439 h 1282606"/>
                <a:gd name="connsiteX3126" fmla="*/ 1152863 w 1465857"/>
                <a:gd name="connsiteY3126" fmla="*/ 800172 h 1282606"/>
                <a:gd name="connsiteX3127" fmla="*/ 1155596 w 1465857"/>
                <a:gd name="connsiteY3127" fmla="*/ 805206 h 1282606"/>
                <a:gd name="connsiteX3128" fmla="*/ 1158041 w 1465857"/>
                <a:gd name="connsiteY3128" fmla="*/ 807652 h 1282606"/>
                <a:gd name="connsiteX3129" fmla="*/ 1155596 w 1465857"/>
                <a:gd name="connsiteY3129" fmla="*/ 807652 h 1282606"/>
                <a:gd name="connsiteX3130" fmla="*/ 1152863 w 1465857"/>
                <a:gd name="connsiteY3130" fmla="*/ 807652 h 1282606"/>
                <a:gd name="connsiteX3131" fmla="*/ 1150418 w 1465857"/>
                <a:gd name="connsiteY3131" fmla="*/ 810385 h 1282606"/>
                <a:gd name="connsiteX3132" fmla="*/ 1150418 w 1465857"/>
                <a:gd name="connsiteY3132" fmla="*/ 807652 h 1282606"/>
                <a:gd name="connsiteX3133" fmla="*/ 1147829 w 1465857"/>
                <a:gd name="connsiteY3133" fmla="*/ 807652 h 1282606"/>
                <a:gd name="connsiteX3134" fmla="*/ 1145384 w 1465857"/>
                <a:gd name="connsiteY3134" fmla="*/ 807652 h 1282606"/>
                <a:gd name="connsiteX3135" fmla="*/ 1147829 w 1465857"/>
                <a:gd name="connsiteY3135" fmla="*/ 810385 h 1282606"/>
                <a:gd name="connsiteX3136" fmla="*/ 1145384 w 1465857"/>
                <a:gd name="connsiteY3136" fmla="*/ 810385 h 1282606"/>
                <a:gd name="connsiteX3137" fmla="*/ 1145384 w 1465857"/>
                <a:gd name="connsiteY3137" fmla="*/ 812830 h 1282606"/>
                <a:gd name="connsiteX3138" fmla="*/ 1145384 w 1465857"/>
                <a:gd name="connsiteY3138" fmla="*/ 815275 h 1282606"/>
                <a:gd name="connsiteX3139" fmla="*/ 1142651 w 1465857"/>
                <a:gd name="connsiteY3139" fmla="*/ 812830 h 1282606"/>
                <a:gd name="connsiteX3140" fmla="*/ 1140206 w 1465857"/>
                <a:gd name="connsiteY3140" fmla="*/ 812830 h 1282606"/>
                <a:gd name="connsiteX3141" fmla="*/ 1140206 w 1465857"/>
                <a:gd name="connsiteY3141" fmla="*/ 815275 h 1282606"/>
                <a:gd name="connsiteX3142" fmla="*/ 1137760 w 1465857"/>
                <a:gd name="connsiteY3142" fmla="*/ 815275 h 1282606"/>
                <a:gd name="connsiteX3143" fmla="*/ 1135315 w 1465857"/>
                <a:gd name="connsiteY3143" fmla="*/ 815275 h 1282606"/>
                <a:gd name="connsiteX3144" fmla="*/ 1132438 w 1465857"/>
                <a:gd name="connsiteY3144" fmla="*/ 812830 h 1282606"/>
                <a:gd name="connsiteX3145" fmla="*/ 1129993 w 1465857"/>
                <a:gd name="connsiteY3145" fmla="*/ 812830 h 1282606"/>
                <a:gd name="connsiteX3146" fmla="*/ 1127548 w 1465857"/>
                <a:gd name="connsiteY3146" fmla="*/ 812830 h 1282606"/>
                <a:gd name="connsiteX3147" fmla="*/ 1127548 w 1465857"/>
                <a:gd name="connsiteY3147" fmla="*/ 815275 h 1282606"/>
                <a:gd name="connsiteX3148" fmla="*/ 1129993 w 1465857"/>
                <a:gd name="connsiteY3148" fmla="*/ 815275 h 1282606"/>
                <a:gd name="connsiteX3149" fmla="*/ 1132438 w 1465857"/>
                <a:gd name="connsiteY3149" fmla="*/ 817864 h 1282606"/>
                <a:gd name="connsiteX3150" fmla="*/ 1132438 w 1465857"/>
                <a:gd name="connsiteY3150" fmla="*/ 820597 h 1282606"/>
                <a:gd name="connsiteX3151" fmla="*/ 1129993 w 1465857"/>
                <a:gd name="connsiteY3151" fmla="*/ 820597 h 1282606"/>
                <a:gd name="connsiteX3152" fmla="*/ 1127548 w 1465857"/>
                <a:gd name="connsiteY3152" fmla="*/ 817864 h 1282606"/>
                <a:gd name="connsiteX3153" fmla="*/ 1127548 w 1465857"/>
                <a:gd name="connsiteY3153" fmla="*/ 820597 h 1282606"/>
                <a:gd name="connsiteX3154" fmla="*/ 1125103 w 1465857"/>
                <a:gd name="connsiteY3154" fmla="*/ 820597 h 1282606"/>
                <a:gd name="connsiteX3155" fmla="*/ 1122370 w 1465857"/>
                <a:gd name="connsiteY3155" fmla="*/ 820597 h 1282606"/>
                <a:gd name="connsiteX3156" fmla="*/ 1122370 w 1465857"/>
                <a:gd name="connsiteY3156" fmla="*/ 817864 h 1282606"/>
                <a:gd name="connsiteX3157" fmla="*/ 1119924 w 1465857"/>
                <a:gd name="connsiteY3157" fmla="*/ 817864 h 1282606"/>
                <a:gd name="connsiteX3158" fmla="*/ 1119924 w 1465857"/>
                <a:gd name="connsiteY3158" fmla="*/ 815275 h 1282606"/>
                <a:gd name="connsiteX3159" fmla="*/ 1117335 w 1465857"/>
                <a:gd name="connsiteY3159" fmla="*/ 815275 h 1282606"/>
                <a:gd name="connsiteX3160" fmla="*/ 1117335 w 1465857"/>
                <a:gd name="connsiteY3160" fmla="*/ 812830 h 1282606"/>
                <a:gd name="connsiteX3161" fmla="*/ 1114890 w 1465857"/>
                <a:gd name="connsiteY3161" fmla="*/ 810385 h 1282606"/>
                <a:gd name="connsiteX3162" fmla="*/ 1114890 w 1465857"/>
                <a:gd name="connsiteY3162" fmla="*/ 807652 h 1282606"/>
                <a:gd name="connsiteX3163" fmla="*/ 1114890 w 1465857"/>
                <a:gd name="connsiteY3163" fmla="*/ 805206 h 1282606"/>
                <a:gd name="connsiteX3164" fmla="*/ 1114890 w 1465857"/>
                <a:gd name="connsiteY3164" fmla="*/ 802761 h 1282606"/>
                <a:gd name="connsiteX3165" fmla="*/ 1112157 w 1465857"/>
                <a:gd name="connsiteY3165" fmla="*/ 802761 h 1282606"/>
                <a:gd name="connsiteX3166" fmla="*/ 1112157 w 1465857"/>
                <a:gd name="connsiteY3166" fmla="*/ 800172 h 1282606"/>
                <a:gd name="connsiteX3167" fmla="*/ 1112157 w 1465857"/>
                <a:gd name="connsiteY3167" fmla="*/ 797439 h 1282606"/>
                <a:gd name="connsiteX3168" fmla="*/ 1112157 w 1465857"/>
                <a:gd name="connsiteY3168" fmla="*/ 794994 h 1282606"/>
                <a:gd name="connsiteX3169" fmla="*/ 1114890 w 1465857"/>
                <a:gd name="connsiteY3169" fmla="*/ 794994 h 1282606"/>
                <a:gd name="connsiteX3170" fmla="*/ 1114890 w 1465857"/>
                <a:gd name="connsiteY3170" fmla="*/ 792549 h 1282606"/>
                <a:gd name="connsiteX3171" fmla="*/ 1112157 w 1465857"/>
                <a:gd name="connsiteY3171" fmla="*/ 792549 h 1282606"/>
                <a:gd name="connsiteX3172" fmla="*/ 1109712 w 1465857"/>
                <a:gd name="connsiteY3172" fmla="*/ 792549 h 1282606"/>
                <a:gd name="connsiteX3173" fmla="*/ 1109712 w 1465857"/>
                <a:gd name="connsiteY3173" fmla="*/ 797439 h 1282606"/>
                <a:gd name="connsiteX3174" fmla="*/ 1107267 w 1465857"/>
                <a:gd name="connsiteY3174" fmla="*/ 797439 h 1282606"/>
                <a:gd name="connsiteX3175" fmla="*/ 1101945 w 1465857"/>
                <a:gd name="connsiteY3175" fmla="*/ 797439 h 1282606"/>
                <a:gd name="connsiteX3176" fmla="*/ 1101945 w 1465857"/>
                <a:gd name="connsiteY3176" fmla="*/ 800172 h 1282606"/>
                <a:gd name="connsiteX3177" fmla="*/ 1104678 w 1465857"/>
                <a:gd name="connsiteY3177" fmla="*/ 800172 h 1282606"/>
                <a:gd name="connsiteX3178" fmla="*/ 1104678 w 1465857"/>
                <a:gd name="connsiteY3178" fmla="*/ 802761 h 1282606"/>
                <a:gd name="connsiteX3179" fmla="*/ 1104678 w 1465857"/>
                <a:gd name="connsiteY3179" fmla="*/ 807652 h 1282606"/>
                <a:gd name="connsiteX3180" fmla="*/ 1107267 w 1465857"/>
                <a:gd name="connsiteY3180" fmla="*/ 812830 h 1282606"/>
                <a:gd name="connsiteX3181" fmla="*/ 1109712 w 1465857"/>
                <a:gd name="connsiteY3181" fmla="*/ 812830 h 1282606"/>
                <a:gd name="connsiteX3182" fmla="*/ 1112157 w 1465857"/>
                <a:gd name="connsiteY3182" fmla="*/ 815275 h 1282606"/>
                <a:gd name="connsiteX3183" fmla="*/ 1107267 w 1465857"/>
                <a:gd name="connsiteY3183" fmla="*/ 815275 h 1282606"/>
                <a:gd name="connsiteX3184" fmla="*/ 1104678 w 1465857"/>
                <a:gd name="connsiteY3184" fmla="*/ 812830 h 1282606"/>
                <a:gd name="connsiteX3185" fmla="*/ 1101945 w 1465857"/>
                <a:gd name="connsiteY3185" fmla="*/ 812830 h 1282606"/>
                <a:gd name="connsiteX3186" fmla="*/ 1100363 w 1465857"/>
                <a:gd name="connsiteY3186" fmla="*/ 812830 h 1282606"/>
                <a:gd name="connsiteX3187" fmla="*/ 1101945 w 1465857"/>
                <a:gd name="connsiteY3187" fmla="*/ 815275 h 1282606"/>
                <a:gd name="connsiteX3188" fmla="*/ 1109712 w 1465857"/>
                <a:gd name="connsiteY3188" fmla="*/ 817864 h 1282606"/>
                <a:gd name="connsiteX3189" fmla="*/ 1109712 w 1465857"/>
                <a:gd name="connsiteY3189" fmla="*/ 820597 h 1282606"/>
                <a:gd name="connsiteX3190" fmla="*/ 1107267 w 1465857"/>
                <a:gd name="connsiteY3190" fmla="*/ 820597 h 1282606"/>
                <a:gd name="connsiteX3191" fmla="*/ 1104678 w 1465857"/>
                <a:gd name="connsiteY3191" fmla="*/ 820597 h 1282606"/>
                <a:gd name="connsiteX3192" fmla="*/ 1104678 w 1465857"/>
                <a:gd name="connsiteY3192" fmla="*/ 823042 h 1282606"/>
                <a:gd name="connsiteX3193" fmla="*/ 1104678 w 1465857"/>
                <a:gd name="connsiteY3193" fmla="*/ 825488 h 1282606"/>
                <a:gd name="connsiteX3194" fmla="*/ 1107267 w 1465857"/>
                <a:gd name="connsiteY3194" fmla="*/ 825488 h 1282606"/>
                <a:gd name="connsiteX3195" fmla="*/ 1109712 w 1465857"/>
                <a:gd name="connsiteY3195" fmla="*/ 823042 h 1282606"/>
                <a:gd name="connsiteX3196" fmla="*/ 1112157 w 1465857"/>
                <a:gd name="connsiteY3196" fmla="*/ 823042 h 1282606"/>
                <a:gd name="connsiteX3197" fmla="*/ 1112157 w 1465857"/>
                <a:gd name="connsiteY3197" fmla="*/ 820597 h 1282606"/>
                <a:gd name="connsiteX3198" fmla="*/ 1114890 w 1465857"/>
                <a:gd name="connsiteY3198" fmla="*/ 823042 h 1282606"/>
                <a:gd name="connsiteX3199" fmla="*/ 1114890 w 1465857"/>
                <a:gd name="connsiteY3199" fmla="*/ 825488 h 1282606"/>
                <a:gd name="connsiteX3200" fmla="*/ 1114890 w 1465857"/>
                <a:gd name="connsiteY3200" fmla="*/ 827933 h 1282606"/>
                <a:gd name="connsiteX3201" fmla="*/ 1114890 w 1465857"/>
                <a:gd name="connsiteY3201" fmla="*/ 830666 h 1282606"/>
                <a:gd name="connsiteX3202" fmla="*/ 1117335 w 1465857"/>
                <a:gd name="connsiteY3202" fmla="*/ 830666 h 1282606"/>
                <a:gd name="connsiteX3203" fmla="*/ 1119924 w 1465857"/>
                <a:gd name="connsiteY3203" fmla="*/ 833255 h 1282606"/>
                <a:gd name="connsiteX3204" fmla="*/ 1117335 w 1465857"/>
                <a:gd name="connsiteY3204" fmla="*/ 833255 h 1282606"/>
                <a:gd name="connsiteX3205" fmla="*/ 1114890 w 1465857"/>
                <a:gd name="connsiteY3205" fmla="*/ 835700 h 1282606"/>
                <a:gd name="connsiteX3206" fmla="*/ 1114890 w 1465857"/>
                <a:gd name="connsiteY3206" fmla="*/ 838145 h 1282606"/>
                <a:gd name="connsiteX3207" fmla="*/ 1117335 w 1465857"/>
                <a:gd name="connsiteY3207" fmla="*/ 835700 h 1282606"/>
                <a:gd name="connsiteX3208" fmla="*/ 1119924 w 1465857"/>
                <a:gd name="connsiteY3208" fmla="*/ 835700 h 1282606"/>
                <a:gd name="connsiteX3209" fmla="*/ 1122370 w 1465857"/>
                <a:gd name="connsiteY3209" fmla="*/ 835700 h 1282606"/>
                <a:gd name="connsiteX3210" fmla="*/ 1125103 w 1465857"/>
                <a:gd name="connsiteY3210" fmla="*/ 835700 h 1282606"/>
                <a:gd name="connsiteX3211" fmla="*/ 1125103 w 1465857"/>
                <a:gd name="connsiteY3211" fmla="*/ 833255 h 1282606"/>
                <a:gd name="connsiteX3212" fmla="*/ 1127548 w 1465857"/>
                <a:gd name="connsiteY3212" fmla="*/ 833255 h 1282606"/>
                <a:gd name="connsiteX3213" fmla="*/ 1129993 w 1465857"/>
                <a:gd name="connsiteY3213" fmla="*/ 833255 h 1282606"/>
                <a:gd name="connsiteX3214" fmla="*/ 1129993 w 1465857"/>
                <a:gd name="connsiteY3214" fmla="*/ 830666 h 1282606"/>
                <a:gd name="connsiteX3215" fmla="*/ 1129993 w 1465857"/>
                <a:gd name="connsiteY3215" fmla="*/ 827933 h 1282606"/>
                <a:gd name="connsiteX3216" fmla="*/ 1132438 w 1465857"/>
                <a:gd name="connsiteY3216" fmla="*/ 827933 h 1282606"/>
                <a:gd name="connsiteX3217" fmla="*/ 1132438 w 1465857"/>
                <a:gd name="connsiteY3217" fmla="*/ 830666 h 1282606"/>
                <a:gd name="connsiteX3218" fmla="*/ 1132438 w 1465857"/>
                <a:gd name="connsiteY3218" fmla="*/ 833255 h 1282606"/>
                <a:gd name="connsiteX3219" fmla="*/ 1135315 w 1465857"/>
                <a:gd name="connsiteY3219" fmla="*/ 833255 h 1282606"/>
                <a:gd name="connsiteX3220" fmla="*/ 1132438 w 1465857"/>
                <a:gd name="connsiteY3220" fmla="*/ 835700 h 1282606"/>
                <a:gd name="connsiteX3221" fmla="*/ 1132438 w 1465857"/>
                <a:gd name="connsiteY3221" fmla="*/ 838145 h 1282606"/>
                <a:gd name="connsiteX3222" fmla="*/ 1129993 w 1465857"/>
                <a:gd name="connsiteY3222" fmla="*/ 838145 h 1282606"/>
                <a:gd name="connsiteX3223" fmla="*/ 1127548 w 1465857"/>
                <a:gd name="connsiteY3223" fmla="*/ 843323 h 1282606"/>
                <a:gd name="connsiteX3224" fmla="*/ 1135315 w 1465857"/>
                <a:gd name="connsiteY3224" fmla="*/ 843323 h 1282606"/>
                <a:gd name="connsiteX3225" fmla="*/ 1135315 w 1465857"/>
                <a:gd name="connsiteY3225" fmla="*/ 845913 h 1282606"/>
                <a:gd name="connsiteX3226" fmla="*/ 1135315 w 1465857"/>
                <a:gd name="connsiteY3226" fmla="*/ 848358 h 1282606"/>
                <a:gd name="connsiteX3227" fmla="*/ 1137760 w 1465857"/>
                <a:gd name="connsiteY3227" fmla="*/ 850803 h 1282606"/>
                <a:gd name="connsiteX3228" fmla="*/ 1135315 w 1465857"/>
                <a:gd name="connsiteY3228" fmla="*/ 853536 h 1282606"/>
                <a:gd name="connsiteX3229" fmla="*/ 1135315 w 1465857"/>
                <a:gd name="connsiteY3229" fmla="*/ 855981 h 1282606"/>
                <a:gd name="connsiteX3230" fmla="*/ 1132438 w 1465857"/>
                <a:gd name="connsiteY3230" fmla="*/ 855981 h 1282606"/>
                <a:gd name="connsiteX3231" fmla="*/ 1129993 w 1465857"/>
                <a:gd name="connsiteY3231" fmla="*/ 861016 h 1282606"/>
                <a:gd name="connsiteX3232" fmla="*/ 1132438 w 1465857"/>
                <a:gd name="connsiteY3232" fmla="*/ 861016 h 1282606"/>
                <a:gd name="connsiteX3233" fmla="*/ 1132438 w 1465857"/>
                <a:gd name="connsiteY3233" fmla="*/ 858426 h 1282606"/>
                <a:gd name="connsiteX3234" fmla="*/ 1135315 w 1465857"/>
                <a:gd name="connsiteY3234" fmla="*/ 858426 h 1282606"/>
                <a:gd name="connsiteX3235" fmla="*/ 1135315 w 1465857"/>
                <a:gd name="connsiteY3235" fmla="*/ 866194 h 1282606"/>
                <a:gd name="connsiteX3236" fmla="*/ 1135315 w 1465857"/>
                <a:gd name="connsiteY3236" fmla="*/ 868639 h 1282606"/>
                <a:gd name="connsiteX3237" fmla="*/ 1132438 w 1465857"/>
                <a:gd name="connsiteY3237" fmla="*/ 873817 h 1282606"/>
                <a:gd name="connsiteX3238" fmla="*/ 1132438 w 1465857"/>
                <a:gd name="connsiteY3238" fmla="*/ 876406 h 1282606"/>
                <a:gd name="connsiteX3239" fmla="*/ 1135315 w 1465857"/>
                <a:gd name="connsiteY3239" fmla="*/ 871084 h 1282606"/>
                <a:gd name="connsiteX3240" fmla="*/ 1137760 w 1465857"/>
                <a:gd name="connsiteY3240" fmla="*/ 861016 h 1282606"/>
                <a:gd name="connsiteX3241" fmla="*/ 1140206 w 1465857"/>
                <a:gd name="connsiteY3241" fmla="*/ 855981 h 1282606"/>
                <a:gd name="connsiteX3242" fmla="*/ 1142651 w 1465857"/>
                <a:gd name="connsiteY3242" fmla="*/ 855981 h 1282606"/>
                <a:gd name="connsiteX3243" fmla="*/ 1145384 w 1465857"/>
                <a:gd name="connsiteY3243" fmla="*/ 855981 h 1282606"/>
                <a:gd name="connsiteX3244" fmla="*/ 1147829 w 1465857"/>
                <a:gd name="connsiteY3244" fmla="*/ 855981 h 1282606"/>
                <a:gd name="connsiteX3245" fmla="*/ 1150418 w 1465857"/>
                <a:gd name="connsiteY3245" fmla="*/ 853536 h 1282606"/>
                <a:gd name="connsiteX3246" fmla="*/ 1150418 w 1465857"/>
                <a:gd name="connsiteY3246" fmla="*/ 850803 h 1282606"/>
                <a:gd name="connsiteX3247" fmla="*/ 1147829 w 1465857"/>
                <a:gd name="connsiteY3247" fmla="*/ 853536 h 1282606"/>
                <a:gd name="connsiteX3248" fmla="*/ 1142651 w 1465857"/>
                <a:gd name="connsiteY3248" fmla="*/ 853536 h 1282606"/>
                <a:gd name="connsiteX3249" fmla="*/ 1142651 w 1465857"/>
                <a:gd name="connsiteY3249" fmla="*/ 850803 h 1282606"/>
                <a:gd name="connsiteX3250" fmla="*/ 1142651 w 1465857"/>
                <a:gd name="connsiteY3250" fmla="*/ 848358 h 1282606"/>
                <a:gd name="connsiteX3251" fmla="*/ 1145384 w 1465857"/>
                <a:gd name="connsiteY3251" fmla="*/ 845913 h 1282606"/>
                <a:gd name="connsiteX3252" fmla="*/ 1145384 w 1465857"/>
                <a:gd name="connsiteY3252" fmla="*/ 843323 h 1282606"/>
                <a:gd name="connsiteX3253" fmla="*/ 1147829 w 1465857"/>
                <a:gd name="connsiteY3253" fmla="*/ 843323 h 1282606"/>
                <a:gd name="connsiteX3254" fmla="*/ 1150418 w 1465857"/>
                <a:gd name="connsiteY3254" fmla="*/ 840878 h 1282606"/>
                <a:gd name="connsiteX3255" fmla="*/ 1152863 w 1465857"/>
                <a:gd name="connsiteY3255" fmla="*/ 843323 h 1282606"/>
                <a:gd name="connsiteX3256" fmla="*/ 1155596 w 1465857"/>
                <a:gd name="connsiteY3256" fmla="*/ 843323 h 1282606"/>
                <a:gd name="connsiteX3257" fmla="*/ 1155596 w 1465857"/>
                <a:gd name="connsiteY3257" fmla="*/ 842173 h 1282606"/>
                <a:gd name="connsiteX3258" fmla="*/ 1158041 w 1465857"/>
                <a:gd name="connsiteY3258" fmla="*/ 843323 h 1282606"/>
                <a:gd name="connsiteX3259" fmla="*/ 1158041 w 1465857"/>
                <a:gd name="connsiteY3259" fmla="*/ 840878 h 1282606"/>
                <a:gd name="connsiteX3260" fmla="*/ 1155596 w 1465857"/>
                <a:gd name="connsiteY3260" fmla="*/ 838145 h 1282606"/>
                <a:gd name="connsiteX3261" fmla="*/ 1158041 w 1465857"/>
                <a:gd name="connsiteY3261" fmla="*/ 838145 h 1282606"/>
                <a:gd name="connsiteX3262" fmla="*/ 1160487 w 1465857"/>
                <a:gd name="connsiteY3262" fmla="*/ 838145 h 1282606"/>
                <a:gd name="connsiteX3263" fmla="*/ 1162932 w 1465857"/>
                <a:gd name="connsiteY3263" fmla="*/ 838145 h 1282606"/>
                <a:gd name="connsiteX3264" fmla="*/ 1162932 w 1465857"/>
                <a:gd name="connsiteY3264" fmla="*/ 840878 h 1282606"/>
                <a:gd name="connsiteX3265" fmla="*/ 1165521 w 1465857"/>
                <a:gd name="connsiteY3265" fmla="*/ 840878 h 1282606"/>
                <a:gd name="connsiteX3266" fmla="*/ 1165521 w 1465857"/>
                <a:gd name="connsiteY3266" fmla="*/ 843323 h 1282606"/>
                <a:gd name="connsiteX3267" fmla="*/ 1165521 w 1465857"/>
                <a:gd name="connsiteY3267" fmla="*/ 845913 h 1282606"/>
                <a:gd name="connsiteX3268" fmla="*/ 1162932 w 1465857"/>
                <a:gd name="connsiteY3268" fmla="*/ 843323 h 1282606"/>
                <a:gd name="connsiteX3269" fmla="*/ 1160487 w 1465857"/>
                <a:gd name="connsiteY3269" fmla="*/ 845913 h 1282606"/>
                <a:gd name="connsiteX3270" fmla="*/ 1162932 w 1465857"/>
                <a:gd name="connsiteY3270" fmla="*/ 848358 h 1282606"/>
                <a:gd name="connsiteX3271" fmla="*/ 1165521 w 1465857"/>
                <a:gd name="connsiteY3271" fmla="*/ 848358 h 1282606"/>
                <a:gd name="connsiteX3272" fmla="*/ 1165521 w 1465857"/>
                <a:gd name="connsiteY3272" fmla="*/ 850803 h 1282606"/>
                <a:gd name="connsiteX3273" fmla="*/ 1165521 w 1465857"/>
                <a:gd name="connsiteY3273" fmla="*/ 853536 h 1282606"/>
                <a:gd name="connsiteX3274" fmla="*/ 1162932 w 1465857"/>
                <a:gd name="connsiteY3274" fmla="*/ 853536 h 1282606"/>
                <a:gd name="connsiteX3275" fmla="*/ 1160487 w 1465857"/>
                <a:gd name="connsiteY3275" fmla="*/ 853536 h 1282606"/>
                <a:gd name="connsiteX3276" fmla="*/ 1162932 w 1465857"/>
                <a:gd name="connsiteY3276" fmla="*/ 855981 h 1282606"/>
                <a:gd name="connsiteX3277" fmla="*/ 1165521 w 1465857"/>
                <a:gd name="connsiteY3277" fmla="*/ 855981 h 1282606"/>
                <a:gd name="connsiteX3278" fmla="*/ 1168254 w 1465857"/>
                <a:gd name="connsiteY3278" fmla="*/ 858426 h 1282606"/>
                <a:gd name="connsiteX3279" fmla="*/ 1162932 w 1465857"/>
                <a:gd name="connsiteY3279" fmla="*/ 858426 h 1282606"/>
                <a:gd name="connsiteX3280" fmla="*/ 1162932 w 1465857"/>
                <a:gd name="connsiteY3280" fmla="*/ 861016 h 1282606"/>
                <a:gd name="connsiteX3281" fmla="*/ 1168254 w 1465857"/>
                <a:gd name="connsiteY3281" fmla="*/ 861016 h 1282606"/>
                <a:gd name="connsiteX3282" fmla="*/ 1168254 w 1465857"/>
                <a:gd name="connsiteY3282" fmla="*/ 863748 h 1282606"/>
                <a:gd name="connsiteX3283" fmla="*/ 1170699 w 1465857"/>
                <a:gd name="connsiteY3283" fmla="*/ 863748 h 1282606"/>
                <a:gd name="connsiteX3284" fmla="*/ 1170699 w 1465857"/>
                <a:gd name="connsiteY3284" fmla="*/ 861016 h 1282606"/>
                <a:gd name="connsiteX3285" fmla="*/ 1175590 w 1465857"/>
                <a:gd name="connsiteY3285" fmla="*/ 858426 h 1282606"/>
                <a:gd name="connsiteX3286" fmla="*/ 1178323 w 1465857"/>
                <a:gd name="connsiteY3286" fmla="*/ 855981 h 1282606"/>
                <a:gd name="connsiteX3287" fmla="*/ 1180912 w 1465857"/>
                <a:gd name="connsiteY3287" fmla="*/ 858426 h 1282606"/>
                <a:gd name="connsiteX3288" fmla="*/ 1178323 w 1465857"/>
                <a:gd name="connsiteY3288" fmla="*/ 861016 h 1282606"/>
                <a:gd name="connsiteX3289" fmla="*/ 1180912 w 1465857"/>
                <a:gd name="connsiteY3289" fmla="*/ 861016 h 1282606"/>
                <a:gd name="connsiteX3290" fmla="*/ 1183357 w 1465857"/>
                <a:gd name="connsiteY3290" fmla="*/ 861016 h 1282606"/>
                <a:gd name="connsiteX3291" fmla="*/ 1183357 w 1465857"/>
                <a:gd name="connsiteY3291" fmla="*/ 871084 h 1282606"/>
                <a:gd name="connsiteX3292" fmla="*/ 1180912 w 1465857"/>
                <a:gd name="connsiteY3292" fmla="*/ 871084 h 1282606"/>
                <a:gd name="connsiteX3293" fmla="*/ 1175590 w 1465857"/>
                <a:gd name="connsiteY3293" fmla="*/ 871084 h 1282606"/>
                <a:gd name="connsiteX3294" fmla="*/ 1173145 w 1465857"/>
                <a:gd name="connsiteY3294" fmla="*/ 871084 h 1282606"/>
                <a:gd name="connsiteX3295" fmla="*/ 1173145 w 1465857"/>
                <a:gd name="connsiteY3295" fmla="*/ 873817 h 1282606"/>
                <a:gd name="connsiteX3296" fmla="*/ 1170699 w 1465857"/>
                <a:gd name="connsiteY3296" fmla="*/ 876406 h 1282606"/>
                <a:gd name="connsiteX3297" fmla="*/ 1170699 w 1465857"/>
                <a:gd name="connsiteY3297" fmla="*/ 878851 h 1282606"/>
                <a:gd name="connsiteX3298" fmla="*/ 1175590 w 1465857"/>
                <a:gd name="connsiteY3298" fmla="*/ 878851 h 1282606"/>
                <a:gd name="connsiteX3299" fmla="*/ 1175590 w 1465857"/>
                <a:gd name="connsiteY3299" fmla="*/ 873817 h 1282606"/>
                <a:gd name="connsiteX3300" fmla="*/ 1178323 w 1465857"/>
                <a:gd name="connsiteY3300" fmla="*/ 873817 h 1282606"/>
                <a:gd name="connsiteX3301" fmla="*/ 1180912 w 1465857"/>
                <a:gd name="connsiteY3301" fmla="*/ 873817 h 1282606"/>
                <a:gd name="connsiteX3302" fmla="*/ 1185802 w 1465857"/>
                <a:gd name="connsiteY3302" fmla="*/ 876406 h 1282606"/>
                <a:gd name="connsiteX3303" fmla="*/ 1183357 w 1465857"/>
                <a:gd name="connsiteY3303" fmla="*/ 876406 h 1282606"/>
                <a:gd name="connsiteX3304" fmla="*/ 1183357 w 1465857"/>
                <a:gd name="connsiteY3304" fmla="*/ 881297 h 1282606"/>
                <a:gd name="connsiteX3305" fmla="*/ 1185802 w 1465857"/>
                <a:gd name="connsiteY3305" fmla="*/ 878851 h 1282606"/>
                <a:gd name="connsiteX3306" fmla="*/ 1185802 w 1465857"/>
                <a:gd name="connsiteY3306" fmla="*/ 881297 h 1282606"/>
                <a:gd name="connsiteX3307" fmla="*/ 1188535 w 1465857"/>
                <a:gd name="connsiteY3307" fmla="*/ 881297 h 1282606"/>
                <a:gd name="connsiteX3308" fmla="*/ 1185802 w 1465857"/>
                <a:gd name="connsiteY3308" fmla="*/ 886475 h 1282606"/>
                <a:gd name="connsiteX3309" fmla="*/ 1188535 w 1465857"/>
                <a:gd name="connsiteY3309" fmla="*/ 886475 h 1282606"/>
                <a:gd name="connsiteX3310" fmla="*/ 1190980 w 1465857"/>
                <a:gd name="connsiteY3310" fmla="*/ 886475 h 1282606"/>
                <a:gd name="connsiteX3311" fmla="*/ 1190981 w 1465857"/>
                <a:gd name="connsiteY3311" fmla="*/ 886475 h 1282606"/>
                <a:gd name="connsiteX3312" fmla="*/ 1188537 w 1465857"/>
                <a:gd name="connsiteY3312" fmla="*/ 884031 h 1282606"/>
                <a:gd name="connsiteX3313" fmla="*/ 1190982 w 1465857"/>
                <a:gd name="connsiteY3313" fmla="*/ 884031 h 1282606"/>
                <a:gd name="connsiteX3314" fmla="*/ 1190982 w 1465857"/>
                <a:gd name="connsiteY3314" fmla="*/ 886475 h 1282606"/>
                <a:gd name="connsiteX3315" fmla="*/ 1193569 w 1465857"/>
                <a:gd name="connsiteY3315" fmla="*/ 886475 h 1282606"/>
                <a:gd name="connsiteX3316" fmla="*/ 1196015 w 1465857"/>
                <a:gd name="connsiteY3316" fmla="*/ 884030 h 1282606"/>
                <a:gd name="connsiteX3317" fmla="*/ 1198748 w 1465857"/>
                <a:gd name="connsiteY3317" fmla="*/ 894242 h 1282606"/>
                <a:gd name="connsiteX3318" fmla="*/ 1196015 w 1465857"/>
                <a:gd name="connsiteY3318" fmla="*/ 899133 h 1282606"/>
                <a:gd name="connsiteX3319" fmla="*/ 1193569 w 1465857"/>
                <a:gd name="connsiteY3319" fmla="*/ 899133 h 1282606"/>
                <a:gd name="connsiteX3320" fmla="*/ 1193569 w 1465857"/>
                <a:gd name="connsiteY3320" fmla="*/ 901578 h 1282606"/>
                <a:gd name="connsiteX3321" fmla="*/ 1196015 w 1465857"/>
                <a:gd name="connsiteY3321" fmla="*/ 901578 h 1282606"/>
                <a:gd name="connsiteX3322" fmla="*/ 1198748 w 1465857"/>
                <a:gd name="connsiteY3322" fmla="*/ 901578 h 1282606"/>
                <a:gd name="connsiteX3323" fmla="*/ 1198748 w 1465857"/>
                <a:gd name="connsiteY3323" fmla="*/ 899133 h 1282606"/>
                <a:gd name="connsiteX3324" fmla="*/ 1201193 w 1465857"/>
                <a:gd name="connsiteY3324" fmla="*/ 899133 h 1282606"/>
                <a:gd name="connsiteX3325" fmla="*/ 1203638 w 1465857"/>
                <a:gd name="connsiteY3325" fmla="*/ 899133 h 1282606"/>
                <a:gd name="connsiteX3326" fmla="*/ 1203638 w 1465857"/>
                <a:gd name="connsiteY3326" fmla="*/ 896687 h 1282606"/>
                <a:gd name="connsiteX3327" fmla="*/ 1203638 w 1465857"/>
                <a:gd name="connsiteY3327" fmla="*/ 894242 h 1282606"/>
                <a:gd name="connsiteX3328" fmla="*/ 1203638 w 1465857"/>
                <a:gd name="connsiteY3328" fmla="*/ 888920 h 1282606"/>
                <a:gd name="connsiteX3329" fmla="*/ 1206083 w 1465857"/>
                <a:gd name="connsiteY3329" fmla="*/ 888920 h 1282606"/>
                <a:gd name="connsiteX3330" fmla="*/ 1206083 w 1465857"/>
                <a:gd name="connsiteY3330" fmla="*/ 884030 h 1282606"/>
                <a:gd name="connsiteX3331" fmla="*/ 1208816 w 1465857"/>
                <a:gd name="connsiteY3331" fmla="*/ 886475 h 1282606"/>
                <a:gd name="connsiteX3332" fmla="*/ 1208816 w 1465857"/>
                <a:gd name="connsiteY3332" fmla="*/ 894242 h 1282606"/>
                <a:gd name="connsiteX3333" fmla="*/ 1206083 w 1465857"/>
                <a:gd name="connsiteY3333" fmla="*/ 896687 h 1282606"/>
                <a:gd name="connsiteX3334" fmla="*/ 1208816 w 1465857"/>
                <a:gd name="connsiteY3334" fmla="*/ 896687 h 1282606"/>
                <a:gd name="connsiteX3335" fmla="*/ 1208816 w 1465857"/>
                <a:gd name="connsiteY3335" fmla="*/ 899133 h 1282606"/>
                <a:gd name="connsiteX3336" fmla="*/ 1206083 w 1465857"/>
                <a:gd name="connsiteY3336" fmla="*/ 901578 h 1282606"/>
                <a:gd name="connsiteX3337" fmla="*/ 1208816 w 1465857"/>
                <a:gd name="connsiteY3337" fmla="*/ 909345 h 1282606"/>
                <a:gd name="connsiteX3338" fmla="*/ 1208816 w 1465857"/>
                <a:gd name="connsiteY3338" fmla="*/ 906900 h 1282606"/>
                <a:gd name="connsiteX3339" fmla="*/ 1208816 w 1465857"/>
                <a:gd name="connsiteY3339" fmla="*/ 904311 h 1282606"/>
                <a:gd name="connsiteX3340" fmla="*/ 1208816 w 1465857"/>
                <a:gd name="connsiteY3340" fmla="*/ 901578 h 1282606"/>
                <a:gd name="connsiteX3341" fmla="*/ 1211406 w 1465857"/>
                <a:gd name="connsiteY3341" fmla="*/ 901578 h 1282606"/>
                <a:gd name="connsiteX3342" fmla="*/ 1211406 w 1465857"/>
                <a:gd name="connsiteY3342" fmla="*/ 904311 h 1282606"/>
                <a:gd name="connsiteX3343" fmla="*/ 1213851 w 1465857"/>
                <a:gd name="connsiteY3343" fmla="*/ 904311 h 1282606"/>
                <a:gd name="connsiteX3344" fmla="*/ 1216296 w 1465857"/>
                <a:gd name="connsiteY3344" fmla="*/ 906900 h 1282606"/>
                <a:gd name="connsiteX3345" fmla="*/ 1216296 w 1465857"/>
                <a:gd name="connsiteY3345" fmla="*/ 909345 h 1282606"/>
                <a:gd name="connsiteX3346" fmla="*/ 1213851 w 1465857"/>
                <a:gd name="connsiteY3346" fmla="*/ 911790 h 1282606"/>
                <a:gd name="connsiteX3347" fmla="*/ 1211406 w 1465857"/>
                <a:gd name="connsiteY3347" fmla="*/ 914523 h 1282606"/>
                <a:gd name="connsiteX3348" fmla="*/ 1216296 w 1465857"/>
                <a:gd name="connsiteY3348" fmla="*/ 911790 h 1282606"/>
                <a:gd name="connsiteX3349" fmla="*/ 1216296 w 1465857"/>
                <a:gd name="connsiteY3349" fmla="*/ 914523 h 1282606"/>
                <a:gd name="connsiteX3350" fmla="*/ 1219029 w 1465857"/>
                <a:gd name="connsiteY3350" fmla="*/ 914523 h 1282606"/>
                <a:gd name="connsiteX3351" fmla="*/ 1219029 w 1465857"/>
                <a:gd name="connsiteY3351" fmla="*/ 916969 h 1282606"/>
                <a:gd name="connsiteX3352" fmla="*/ 1219029 w 1465857"/>
                <a:gd name="connsiteY3352" fmla="*/ 919558 h 1282606"/>
                <a:gd name="connsiteX3353" fmla="*/ 1221474 w 1465857"/>
                <a:gd name="connsiteY3353" fmla="*/ 924736 h 1282606"/>
                <a:gd name="connsiteX3354" fmla="*/ 1224063 w 1465857"/>
                <a:gd name="connsiteY3354" fmla="*/ 927181 h 1282606"/>
                <a:gd name="connsiteX3355" fmla="*/ 1226509 w 1465857"/>
                <a:gd name="connsiteY3355" fmla="*/ 927181 h 1282606"/>
                <a:gd name="connsiteX3356" fmla="*/ 1226509 w 1465857"/>
                <a:gd name="connsiteY3356" fmla="*/ 924736 h 1282606"/>
                <a:gd name="connsiteX3357" fmla="*/ 1224063 w 1465857"/>
                <a:gd name="connsiteY3357" fmla="*/ 922003 h 1282606"/>
                <a:gd name="connsiteX3358" fmla="*/ 1221474 w 1465857"/>
                <a:gd name="connsiteY3358" fmla="*/ 909345 h 1282606"/>
                <a:gd name="connsiteX3359" fmla="*/ 1219029 w 1465857"/>
                <a:gd name="connsiteY3359" fmla="*/ 904311 h 1282606"/>
                <a:gd name="connsiteX3360" fmla="*/ 1216296 w 1465857"/>
                <a:gd name="connsiteY3360" fmla="*/ 901578 h 1282606"/>
                <a:gd name="connsiteX3361" fmla="*/ 1216296 w 1465857"/>
                <a:gd name="connsiteY3361" fmla="*/ 899133 h 1282606"/>
                <a:gd name="connsiteX3362" fmla="*/ 1219029 w 1465857"/>
                <a:gd name="connsiteY3362" fmla="*/ 896687 h 1282606"/>
                <a:gd name="connsiteX3363" fmla="*/ 1221474 w 1465857"/>
                <a:gd name="connsiteY3363" fmla="*/ 901578 h 1282606"/>
                <a:gd name="connsiteX3364" fmla="*/ 1224063 w 1465857"/>
                <a:gd name="connsiteY3364" fmla="*/ 899133 h 1282606"/>
                <a:gd name="connsiteX3365" fmla="*/ 1224063 w 1465857"/>
                <a:gd name="connsiteY3365" fmla="*/ 901578 h 1282606"/>
                <a:gd name="connsiteX3366" fmla="*/ 1224063 w 1465857"/>
                <a:gd name="connsiteY3366" fmla="*/ 904311 h 1282606"/>
                <a:gd name="connsiteX3367" fmla="*/ 1226509 w 1465857"/>
                <a:gd name="connsiteY3367" fmla="*/ 906900 h 1282606"/>
                <a:gd name="connsiteX3368" fmla="*/ 1226509 w 1465857"/>
                <a:gd name="connsiteY3368" fmla="*/ 904311 h 1282606"/>
                <a:gd name="connsiteX3369" fmla="*/ 1226509 w 1465857"/>
                <a:gd name="connsiteY3369" fmla="*/ 901578 h 1282606"/>
                <a:gd name="connsiteX3370" fmla="*/ 1229241 w 1465857"/>
                <a:gd name="connsiteY3370" fmla="*/ 901578 h 1282606"/>
                <a:gd name="connsiteX3371" fmla="*/ 1229241 w 1465857"/>
                <a:gd name="connsiteY3371" fmla="*/ 906900 h 1282606"/>
                <a:gd name="connsiteX3372" fmla="*/ 1231686 w 1465857"/>
                <a:gd name="connsiteY3372" fmla="*/ 906900 h 1282606"/>
                <a:gd name="connsiteX3373" fmla="*/ 1234132 w 1465857"/>
                <a:gd name="connsiteY3373" fmla="*/ 909345 h 1282606"/>
                <a:gd name="connsiteX3374" fmla="*/ 1236721 w 1465857"/>
                <a:gd name="connsiteY3374" fmla="*/ 906900 h 1282606"/>
                <a:gd name="connsiteX3375" fmla="*/ 1239166 w 1465857"/>
                <a:gd name="connsiteY3375" fmla="*/ 911790 h 1282606"/>
                <a:gd name="connsiteX3376" fmla="*/ 1241899 w 1465857"/>
                <a:gd name="connsiteY3376" fmla="*/ 911790 h 1282606"/>
                <a:gd name="connsiteX3377" fmla="*/ 1241899 w 1465857"/>
                <a:gd name="connsiteY3377" fmla="*/ 909345 h 1282606"/>
                <a:gd name="connsiteX3378" fmla="*/ 1241899 w 1465857"/>
                <a:gd name="connsiteY3378" fmla="*/ 906900 h 1282606"/>
                <a:gd name="connsiteX3379" fmla="*/ 1244344 w 1465857"/>
                <a:gd name="connsiteY3379" fmla="*/ 906900 h 1282606"/>
                <a:gd name="connsiteX3380" fmla="*/ 1246790 w 1465857"/>
                <a:gd name="connsiteY3380" fmla="*/ 906900 h 1282606"/>
                <a:gd name="connsiteX3381" fmla="*/ 1246790 w 1465857"/>
                <a:gd name="connsiteY3381" fmla="*/ 909345 h 1282606"/>
                <a:gd name="connsiteX3382" fmla="*/ 1249235 w 1465857"/>
                <a:gd name="connsiteY3382" fmla="*/ 909345 h 1282606"/>
                <a:gd name="connsiteX3383" fmla="*/ 1249235 w 1465857"/>
                <a:gd name="connsiteY3383" fmla="*/ 911790 h 1282606"/>
                <a:gd name="connsiteX3384" fmla="*/ 1246790 w 1465857"/>
                <a:gd name="connsiteY3384" fmla="*/ 914523 h 1282606"/>
                <a:gd name="connsiteX3385" fmla="*/ 1249235 w 1465857"/>
                <a:gd name="connsiteY3385" fmla="*/ 916969 h 1282606"/>
                <a:gd name="connsiteX3386" fmla="*/ 1249235 w 1465857"/>
                <a:gd name="connsiteY3386" fmla="*/ 919558 h 1282606"/>
                <a:gd name="connsiteX3387" fmla="*/ 1246790 w 1465857"/>
                <a:gd name="connsiteY3387" fmla="*/ 922003 h 1282606"/>
                <a:gd name="connsiteX3388" fmla="*/ 1249235 w 1465857"/>
                <a:gd name="connsiteY3388" fmla="*/ 922003 h 1282606"/>
                <a:gd name="connsiteX3389" fmla="*/ 1249235 w 1465857"/>
                <a:gd name="connsiteY3389" fmla="*/ 924736 h 1282606"/>
                <a:gd name="connsiteX3390" fmla="*/ 1251968 w 1465857"/>
                <a:gd name="connsiteY3390" fmla="*/ 924736 h 1282606"/>
                <a:gd name="connsiteX3391" fmla="*/ 1251968 w 1465857"/>
                <a:gd name="connsiteY3391" fmla="*/ 927181 h 1282606"/>
                <a:gd name="connsiteX3392" fmla="*/ 1254557 w 1465857"/>
                <a:gd name="connsiteY3392" fmla="*/ 929626 h 1282606"/>
                <a:gd name="connsiteX3393" fmla="*/ 1254557 w 1465857"/>
                <a:gd name="connsiteY3393" fmla="*/ 924736 h 1282606"/>
                <a:gd name="connsiteX3394" fmla="*/ 1254557 w 1465857"/>
                <a:gd name="connsiteY3394" fmla="*/ 922003 h 1282606"/>
                <a:gd name="connsiteX3395" fmla="*/ 1254557 w 1465857"/>
                <a:gd name="connsiteY3395" fmla="*/ 919558 h 1282606"/>
                <a:gd name="connsiteX3396" fmla="*/ 1254557 w 1465857"/>
                <a:gd name="connsiteY3396" fmla="*/ 914523 h 1282606"/>
                <a:gd name="connsiteX3397" fmla="*/ 1254557 w 1465857"/>
                <a:gd name="connsiteY3397" fmla="*/ 911790 h 1282606"/>
                <a:gd name="connsiteX3398" fmla="*/ 1254557 w 1465857"/>
                <a:gd name="connsiteY3398" fmla="*/ 909345 h 1282606"/>
                <a:gd name="connsiteX3399" fmla="*/ 1257002 w 1465857"/>
                <a:gd name="connsiteY3399" fmla="*/ 914523 h 1282606"/>
                <a:gd name="connsiteX3400" fmla="*/ 1257002 w 1465857"/>
                <a:gd name="connsiteY3400" fmla="*/ 916969 h 1282606"/>
                <a:gd name="connsiteX3401" fmla="*/ 1257002 w 1465857"/>
                <a:gd name="connsiteY3401" fmla="*/ 919558 h 1282606"/>
                <a:gd name="connsiteX3402" fmla="*/ 1259448 w 1465857"/>
                <a:gd name="connsiteY3402" fmla="*/ 922003 h 1282606"/>
                <a:gd name="connsiteX3403" fmla="*/ 1259448 w 1465857"/>
                <a:gd name="connsiteY3403" fmla="*/ 919558 h 1282606"/>
                <a:gd name="connsiteX3404" fmla="*/ 1262181 w 1465857"/>
                <a:gd name="connsiteY3404" fmla="*/ 916969 h 1282606"/>
                <a:gd name="connsiteX3405" fmla="*/ 1264626 w 1465857"/>
                <a:gd name="connsiteY3405" fmla="*/ 919558 h 1282606"/>
                <a:gd name="connsiteX3406" fmla="*/ 1267215 w 1465857"/>
                <a:gd name="connsiteY3406" fmla="*/ 916969 h 1282606"/>
                <a:gd name="connsiteX3407" fmla="*/ 1264626 w 1465857"/>
                <a:gd name="connsiteY3407" fmla="*/ 914523 h 1282606"/>
                <a:gd name="connsiteX3408" fmla="*/ 1262181 w 1465857"/>
                <a:gd name="connsiteY3408" fmla="*/ 914523 h 1282606"/>
                <a:gd name="connsiteX3409" fmla="*/ 1262181 w 1465857"/>
                <a:gd name="connsiteY3409" fmla="*/ 911790 h 1282606"/>
                <a:gd name="connsiteX3410" fmla="*/ 1262181 w 1465857"/>
                <a:gd name="connsiteY3410" fmla="*/ 909345 h 1282606"/>
                <a:gd name="connsiteX3411" fmla="*/ 1259448 w 1465857"/>
                <a:gd name="connsiteY3411" fmla="*/ 909345 h 1282606"/>
                <a:gd name="connsiteX3412" fmla="*/ 1259448 w 1465857"/>
                <a:gd name="connsiteY3412" fmla="*/ 906900 h 1282606"/>
                <a:gd name="connsiteX3413" fmla="*/ 1257002 w 1465857"/>
                <a:gd name="connsiteY3413" fmla="*/ 906900 h 1282606"/>
                <a:gd name="connsiteX3414" fmla="*/ 1257002 w 1465857"/>
                <a:gd name="connsiteY3414" fmla="*/ 904311 h 1282606"/>
                <a:gd name="connsiteX3415" fmla="*/ 1259448 w 1465857"/>
                <a:gd name="connsiteY3415" fmla="*/ 901578 h 1282606"/>
                <a:gd name="connsiteX3416" fmla="*/ 1259448 w 1465857"/>
                <a:gd name="connsiteY3416" fmla="*/ 904311 h 1282606"/>
                <a:gd name="connsiteX3417" fmla="*/ 1262181 w 1465857"/>
                <a:gd name="connsiteY3417" fmla="*/ 906900 h 1282606"/>
                <a:gd name="connsiteX3418" fmla="*/ 1262181 w 1465857"/>
                <a:gd name="connsiteY3418" fmla="*/ 901578 h 1282606"/>
                <a:gd name="connsiteX3419" fmla="*/ 1264626 w 1465857"/>
                <a:gd name="connsiteY3419" fmla="*/ 901578 h 1282606"/>
                <a:gd name="connsiteX3420" fmla="*/ 1267215 w 1465857"/>
                <a:gd name="connsiteY3420" fmla="*/ 904311 h 1282606"/>
                <a:gd name="connsiteX3421" fmla="*/ 1269660 w 1465857"/>
                <a:gd name="connsiteY3421" fmla="*/ 909345 h 1282606"/>
                <a:gd name="connsiteX3422" fmla="*/ 1269660 w 1465857"/>
                <a:gd name="connsiteY3422" fmla="*/ 906900 h 1282606"/>
                <a:gd name="connsiteX3423" fmla="*/ 1269660 w 1465857"/>
                <a:gd name="connsiteY3423" fmla="*/ 904311 h 1282606"/>
                <a:gd name="connsiteX3424" fmla="*/ 1272393 w 1465857"/>
                <a:gd name="connsiteY3424" fmla="*/ 904311 h 1282606"/>
                <a:gd name="connsiteX3425" fmla="*/ 1274838 w 1465857"/>
                <a:gd name="connsiteY3425" fmla="*/ 906900 h 1282606"/>
                <a:gd name="connsiteX3426" fmla="*/ 1274838 w 1465857"/>
                <a:gd name="connsiteY3426" fmla="*/ 909345 h 1282606"/>
                <a:gd name="connsiteX3427" fmla="*/ 1272393 w 1465857"/>
                <a:gd name="connsiteY3427" fmla="*/ 914523 h 1282606"/>
                <a:gd name="connsiteX3428" fmla="*/ 1274838 w 1465857"/>
                <a:gd name="connsiteY3428" fmla="*/ 914523 h 1282606"/>
                <a:gd name="connsiteX3429" fmla="*/ 1274838 w 1465857"/>
                <a:gd name="connsiteY3429" fmla="*/ 911790 h 1282606"/>
                <a:gd name="connsiteX3430" fmla="*/ 1277283 w 1465857"/>
                <a:gd name="connsiteY3430" fmla="*/ 909345 h 1282606"/>
                <a:gd name="connsiteX3431" fmla="*/ 1279729 w 1465857"/>
                <a:gd name="connsiteY3431" fmla="*/ 911790 h 1282606"/>
                <a:gd name="connsiteX3432" fmla="*/ 1282461 w 1465857"/>
                <a:gd name="connsiteY3432" fmla="*/ 914523 h 1282606"/>
                <a:gd name="connsiteX3433" fmla="*/ 1282461 w 1465857"/>
                <a:gd name="connsiteY3433" fmla="*/ 919558 h 1282606"/>
                <a:gd name="connsiteX3434" fmla="*/ 1285051 w 1465857"/>
                <a:gd name="connsiteY3434" fmla="*/ 922003 h 1282606"/>
                <a:gd name="connsiteX3435" fmla="*/ 1285051 w 1465857"/>
                <a:gd name="connsiteY3435" fmla="*/ 924736 h 1282606"/>
                <a:gd name="connsiteX3436" fmla="*/ 1282461 w 1465857"/>
                <a:gd name="connsiteY3436" fmla="*/ 932072 h 1282606"/>
                <a:gd name="connsiteX3437" fmla="*/ 1279729 w 1465857"/>
                <a:gd name="connsiteY3437" fmla="*/ 932072 h 1282606"/>
                <a:gd name="connsiteX3438" fmla="*/ 1282461 w 1465857"/>
                <a:gd name="connsiteY3438" fmla="*/ 934661 h 1282606"/>
                <a:gd name="connsiteX3439" fmla="*/ 1282461 w 1465857"/>
                <a:gd name="connsiteY3439" fmla="*/ 937394 h 1282606"/>
                <a:gd name="connsiteX3440" fmla="*/ 1282461 w 1465857"/>
                <a:gd name="connsiteY3440" fmla="*/ 939839 h 1282606"/>
                <a:gd name="connsiteX3441" fmla="*/ 1285051 w 1465857"/>
                <a:gd name="connsiteY3441" fmla="*/ 942284 h 1282606"/>
                <a:gd name="connsiteX3442" fmla="*/ 1287496 w 1465857"/>
                <a:gd name="connsiteY3442" fmla="*/ 942284 h 1282606"/>
                <a:gd name="connsiteX3443" fmla="*/ 1287496 w 1465857"/>
                <a:gd name="connsiteY3443" fmla="*/ 939839 h 1282606"/>
                <a:gd name="connsiteX3444" fmla="*/ 1289941 w 1465857"/>
                <a:gd name="connsiteY3444" fmla="*/ 939839 h 1282606"/>
                <a:gd name="connsiteX3445" fmla="*/ 1295119 w 1465857"/>
                <a:gd name="connsiteY3445" fmla="*/ 939839 h 1282606"/>
                <a:gd name="connsiteX3446" fmla="*/ 1295119 w 1465857"/>
                <a:gd name="connsiteY3446" fmla="*/ 942284 h 1282606"/>
                <a:gd name="connsiteX3447" fmla="*/ 1297709 w 1465857"/>
                <a:gd name="connsiteY3447" fmla="*/ 937394 h 1282606"/>
                <a:gd name="connsiteX3448" fmla="*/ 1300154 w 1465857"/>
                <a:gd name="connsiteY3448" fmla="*/ 932072 h 1282606"/>
                <a:gd name="connsiteX3449" fmla="*/ 1302887 w 1465857"/>
                <a:gd name="connsiteY3449" fmla="*/ 934661 h 1282606"/>
                <a:gd name="connsiteX3450" fmla="*/ 1302887 w 1465857"/>
                <a:gd name="connsiteY3450" fmla="*/ 937394 h 1282606"/>
                <a:gd name="connsiteX3451" fmla="*/ 1305332 w 1465857"/>
                <a:gd name="connsiteY3451" fmla="*/ 937394 h 1282606"/>
                <a:gd name="connsiteX3452" fmla="*/ 1305332 w 1465857"/>
                <a:gd name="connsiteY3452" fmla="*/ 934661 h 1282606"/>
                <a:gd name="connsiteX3453" fmla="*/ 1305332 w 1465857"/>
                <a:gd name="connsiteY3453" fmla="*/ 932072 h 1282606"/>
                <a:gd name="connsiteX3454" fmla="*/ 1305332 w 1465857"/>
                <a:gd name="connsiteY3454" fmla="*/ 929626 h 1282606"/>
                <a:gd name="connsiteX3455" fmla="*/ 1307777 w 1465857"/>
                <a:gd name="connsiteY3455" fmla="*/ 929626 h 1282606"/>
                <a:gd name="connsiteX3456" fmla="*/ 1307777 w 1465857"/>
                <a:gd name="connsiteY3456" fmla="*/ 932072 h 1282606"/>
                <a:gd name="connsiteX3457" fmla="*/ 1307777 w 1465857"/>
                <a:gd name="connsiteY3457" fmla="*/ 934661 h 1282606"/>
                <a:gd name="connsiteX3458" fmla="*/ 1310366 w 1465857"/>
                <a:gd name="connsiteY3458" fmla="*/ 932072 h 1282606"/>
                <a:gd name="connsiteX3459" fmla="*/ 1312811 w 1465857"/>
                <a:gd name="connsiteY3459" fmla="*/ 932072 h 1282606"/>
                <a:gd name="connsiteX3460" fmla="*/ 1310366 w 1465857"/>
                <a:gd name="connsiteY3460" fmla="*/ 934661 h 1282606"/>
                <a:gd name="connsiteX3461" fmla="*/ 1312811 w 1465857"/>
                <a:gd name="connsiteY3461" fmla="*/ 934661 h 1282606"/>
                <a:gd name="connsiteX3462" fmla="*/ 1315544 w 1465857"/>
                <a:gd name="connsiteY3462" fmla="*/ 934661 h 1282606"/>
                <a:gd name="connsiteX3463" fmla="*/ 1315544 w 1465857"/>
                <a:gd name="connsiteY3463" fmla="*/ 937394 h 1282606"/>
                <a:gd name="connsiteX3464" fmla="*/ 1317989 w 1465857"/>
                <a:gd name="connsiteY3464" fmla="*/ 937394 h 1282606"/>
                <a:gd name="connsiteX3465" fmla="*/ 1317989 w 1465857"/>
                <a:gd name="connsiteY3465" fmla="*/ 939839 h 1282606"/>
                <a:gd name="connsiteX3466" fmla="*/ 1315544 w 1465857"/>
                <a:gd name="connsiteY3466" fmla="*/ 942284 h 1282606"/>
                <a:gd name="connsiteX3467" fmla="*/ 1315544 w 1465857"/>
                <a:gd name="connsiteY3467" fmla="*/ 944729 h 1282606"/>
                <a:gd name="connsiteX3468" fmla="*/ 1312811 w 1465857"/>
                <a:gd name="connsiteY3468" fmla="*/ 944729 h 1282606"/>
                <a:gd name="connsiteX3469" fmla="*/ 1310366 w 1465857"/>
                <a:gd name="connsiteY3469" fmla="*/ 944729 h 1282606"/>
                <a:gd name="connsiteX3470" fmla="*/ 1312811 w 1465857"/>
                <a:gd name="connsiteY3470" fmla="*/ 947462 h 1282606"/>
                <a:gd name="connsiteX3471" fmla="*/ 1310366 w 1465857"/>
                <a:gd name="connsiteY3471" fmla="*/ 950051 h 1282606"/>
                <a:gd name="connsiteX3472" fmla="*/ 1312811 w 1465857"/>
                <a:gd name="connsiteY3472" fmla="*/ 950051 h 1282606"/>
                <a:gd name="connsiteX3473" fmla="*/ 1315544 w 1465857"/>
                <a:gd name="connsiteY3473" fmla="*/ 950051 h 1282606"/>
                <a:gd name="connsiteX3474" fmla="*/ 1317989 w 1465857"/>
                <a:gd name="connsiteY3474" fmla="*/ 950051 h 1282606"/>
                <a:gd name="connsiteX3475" fmla="*/ 1317989 w 1465857"/>
                <a:gd name="connsiteY3475" fmla="*/ 957675 h 1282606"/>
                <a:gd name="connsiteX3476" fmla="*/ 1312811 w 1465857"/>
                <a:gd name="connsiteY3476" fmla="*/ 960120 h 1282606"/>
                <a:gd name="connsiteX3477" fmla="*/ 1310366 w 1465857"/>
                <a:gd name="connsiteY3477" fmla="*/ 960120 h 1282606"/>
                <a:gd name="connsiteX3478" fmla="*/ 1307777 w 1465857"/>
                <a:gd name="connsiteY3478" fmla="*/ 960120 h 1282606"/>
                <a:gd name="connsiteX3479" fmla="*/ 1305332 w 1465857"/>
                <a:gd name="connsiteY3479" fmla="*/ 962709 h 1282606"/>
                <a:gd name="connsiteX3480" fmla="*/ 1307777 w 1465857"/>
                <a:gd name="connsiteY3480" fmla="*/ 965154 h 1282606"/>
                <a:gd name="connsiteX3481" fmla="*/ 1305332 w 1465857"/>
                <a:gd name="connsiteY3481" fmla="*/ 965154 h 1282606"/>
                <a:gd name="connsiteX3482" fmla="*/ 1302887 w 1465857"/>
                <a:gd name="connsiteY3482" fmla="*/ 965154 h 1282606"/>
                <a:gd name="connsiteX3483" fmla="*/ 1302887 w 1465857"/>
                <a:gd name="connsiteY3483" fmla="*/ 967887 h 1282606"/>
                <a:gd name="connsiteX3484" fmla="*/ 1305332 w 1465857"/>
                <a:gd name="connsiteY3484" fmla="*/ 967887 h 1282606"/>
                <a:gd name="connsiteX3485" fmla="*/ 1312811 w 1465857"/>
                <a:gd name="connsiteY3485" fmla="*/ 965154 h 1282606"/>
                <a:gd name="connsiteX3486" fmla="*/ 1312811 w 1465857"/>
                <a:gd name="connsiteY3486" fmla="*/ 967887 h 1282606"/>
                <a:gd name="connsiteX3487" fmla="*/ 1317989 w 1465857"/>
                <a:gd name="connsiteY3487" fmla="*/ 965154 h 1282606"/>
                <a:gd name="connsiteX3488" fmla="*/ 1320435 w 1465857"/>
                <a:gd name="connsiteY3488" fmla="*/ 967887 h 1282606"/>
                <a:gd name="connsiteX3489" fmla="*/ 1317989 w 1465857"/>
                <a:gd name="connsiteY3489" fmla="*/ 967887 h 1282606"/>
                <a:gd name="connsiteX3490" fmla="*/ 1317989 w 1465857"/>
                <a:gd name="connsiteY3490" fmla="*/ 970333 h 1282606"/>
                <a:gd name="connsiteX3491" fmla="*/ 1325613 w 1465857"/>
                <a:gd name="connsiteY3491" fmla="*/ 972778 h 1282606"/>
                <a:gd name="connsiteX3492" fmla="*/ 1325613 w 1465857"/>
                <a:gd name="connsiteY3492" fmla="*/ 975223 h 1282606"/>
                <a:gd name="connsiteX3493" fmla="*/ 1325613 w 1465857"/>
                <a:gd name="connsiteY3493" fmla="*/ 977956 h 1282606"/>
                <a:gd name="connsiteX3494" fmla="*/ 1328202 w 1465857"/>
                <a:gd name="connsiteY3494" fmla="*/ 975223 h 1282606"/>
                <a:gd name="connsiteX3495" fmla="*/ 1330647 w 1465857"/>
                <a:gd name="connsiteY3495" fmla="*/ 977956 h 1282606"/>
                <a:gd name="connsiteX3496" fmla="*/ 1328202 w 1465857"/>
                <a:gd name="connsiteY3496" fmla="*/ 980545 h 1282606"/>
                <a:gd name="connsiteX3497" fmla="*/ 1330647 w 1465857"/>
                <a:gd name="connsiteY3497" fmla="*/ 980545 h 1282606"/>
                <a:gd name="connsiteX3498" fmla="*/ 1333093 w 1465857"/>
                <a:gd name="connsiteY3498" fmla="*/ 977956 h 1282606"/>
                <a:gd name="connsiteX3499" fmla="*/ 1335826 w 1465857"/>
                <a:gd name="connsiteY3499" fmla="*/ 980545 h 1282606"/>
                <a:gd name="connsiteX3500" fmla="*/ 1330647 w 1465857"/>
                <a:gd name="connsiteY3500" fmla="*/ 985436 h 1282606"/>
                <a:gd name="connsiteX3501" fmla="*/ 1328202 w 1465857"/>
                <a:gd name="connsiteY3501" fmla="*/ 985436 h 1282606"/>
                <a:gd name="connsiteX3502" fmla="*/ 1328202 w 1465857"/>
                <a:gd name="connsiteY3502" fmla="*/ 988169 h 1282606"/>
                <a:gd name="connsiteX3503" fmla="*/ 1330647 w 1465857"/>
                <a:gd name="connsiteY3503" fmla="*/ 988169 h 1282606"/>
                <a:gd name="connsiteX3504" fmla="*/ 1333093 w 1465857"/>
                <a:gd name="connsiteY3504" fmla="*/ 988169 h 1282606"/>
                <a:gd name="connsiteX3505" fmla="*/ 1333093 w 1465857"/>
                <a:gd name="connsiteY3505" fmla="*/ 985436 h 1282606"/>
                <a:gd name="connsiteX3506" fmla="*/ 1335826 w 1465857"/>
                <a:gd name="connsiteY3506" fmla="*/ 988169 h 1282606"/>
                <a:gd name="connsiteX3507" fmla="*/ 1338271 w 1465857"/>
                <a:gd name="connsiteY3507" fmla="*/ 985436 h 1282606"/>
                <a:gd name="connsiteX3508" fmla="*/ 1343305 w 1465857"/>
                <a:gd name="connsiteY3508" fmla="*/ 982990 h 1282606"/>
                <a:gd name="connsiteX3509" fmla="*/ 1343305 w 1465857"/>
                <a:gd name="connsiteY3509" fmla="*/ 985436 h 1282606"/>
                <a:gd name="connsiteX3510" fmla="*/ 1343305 w 1465857"/>
                <a:gd name="connsiteY3510" fmla="*/ 988169 h 1282606"/>
                <a:gd name="connsiteX3511" fmla="*/ 1346038 w 1465857"/>
                <a:gd name="connsiteY3511" fmla="*/ 988169 h 1282606"/>
                <a:gd name="connsiteX3512" fmla="*/ 1346038 w 1465857"/>
                <a:gd name="connsiteY3512" fmla="*/ 980545 h 1282606"/>
                <a:gd name="connsiteX3513" fmla="*/ 1348483 w 1465857"/>
                <a:gd name="connsiteY3513" fmla="*/ 980545 h 1282606"/>
                <a:gd name="connsiteX3514" fmla="*/ 1350928 w 1465857"/>
                <a:gd name="connsiteY3514" fmla="*/ 980545 h 1282606"/>
                <a:gd name="connsiteX3515" fmla="*/ 1350928 w 1465857"/>
                <a:gd name="connsiteY3515" fmla="*/ 982990 h 1282606"/>
                <a:gd name="connsiteX3516" fmla="*/ 1353517 w 1465857"/>
                <a:gd name="connsiteY3516" fmla="*/ 980545 h 1282606"/>
                <a:gd name="connsiteX3517" fmla="*/ 1350928 w 1465857"/>
                <a:gd name="connsiteY3517" fmla="*/ 977956 h 1282606"/>
                <a:gd name="connsiteX3518" fmla="*/ 1356107 w 1465857"/>
                <a:gd name="connsiteY3518" fmla="*/ 980545 h 1282606"/>
                <a:gd name="connsiteX3519" fmla="*/ 1358696 w 1465857"/>
                <a:gd name="connsiteY3519" fmla="*/ 982990 h 1282606"/>
                <a:gd name="connsiteX3520" fmla="*/ 1356107 w 1465857"/>
                <a:gd name="connsiteY3520" fmla="*/ 982990 h 1282606"/>
                <a:gd name="connsiteX3521" fmla="*/ 1356107 w 1465857"/>
                <a:gd name="connsiteY3521" fmla="*/ 985436 h 1282606"/>
                <a:gd name="connsiteX3522" fmla="*/ 1353517 w 1465857"/>
                <a:gd name="connsiteY3522" fmla="*/ 988169 h 1282606"/>
                <a:gd name="connsiteX3523" fmla="*/ 1350928 w 1465857"/>
                <a:gd name="connsiteY3523" fmla="*/ 990614 h 1282606"/>
                <a:gd name="connsiteX3524" fmla="*/ 1350928 w 1465857"/>
                <a:gd name="connsiteY3524" fmla="*/ 993203 h 1282606"/>
                <a:gd name="connsiteX3525" fmla="*/ 1348483 w 1465857"/>
                <a:gd name="connsiteY3525" fmla="*/ 995648 h 1282606"/>
                <a:gd name="connsiteX3526" fmla="*/ 1350928 w 1465857"/>
                <a:gd name="connsiteY3526" fmla="*/ 998381 h 1282606"/>
                <a:gd name="connsiteX3527" fmla="*/ 1348483 w 1465857"/>
                <a:gd name="connsiteY3527" fmla="*/ 1000826 h 1282606"/>
                <a:gd name="connsiteX3528" fmla="*/ 1348483 w 1465857"/>
                <a:gd name="connsiteY3528" fmla="*/ 1003272 h 1282606"/>
                <a:gd name="connsiteX3529" fmla="*/ 1348483 w 1465857"/>
                <a:gd name="connsiteY3529" fmla="*/ 1005717 h 1282606"/>
                <a:gd name="connsiteX3530" fmla="*/ 1350928 w 1465857"/>
                <a:gd name="connsiteY3530" fmla="*/ 1005717 h 1282606"/>
                <a:gd name="connsiteX3531" fmla="*/ 1350928 w 1465857"/>
                <a:gd name="connsiteY3531" fmla="*/ 1008450 h 1282606"/>
                <a:gd name="connsiteX3532" fmla="*/ 1350928 w 1465857"/>
                <a:gd name="connsiteY3532" fmla="*/ 1011039 h 1282606"/>
                <a:gd name="connsiteX3533" fmla="*/ 1353517 w 1465857"/>
                <a:gd name="connsiteY3533" fmla="*/ 1011039 h 1282606"/>
                <a:gd name="connsiteX3534" fmla="*/ 1356107 w 1465857"/>
                <a:gd name="connsiteY3534" fmla="*/ 1008450 h 1282606"/>
                <a:gd name="connsiteX3535" fmla="*/ 1358696 w 1465857"/>
                <a:gd name="connsiteY3535" fmla="*/ 1008450 h 1282606"/>
                <a:gd name="connsiteX3536" fmla="*/ 1361141 w 1465857"/>
                <a:gd name="connsiteY3536" fmla="*/ 1011039 h 1282606"/>
                <a:gd name="connsiteX3537" fmla="*/ 1363586 w 1465857"/>
                <a:gd name="connsiteY3537" fmla="*/ 1008450 h 1282606"/>
                <a:gd name="connsiteX3538" fmla="*/ 1366319 w 1465857"/>
                <a:gd name="connsiteY3538" fmla="*/ 1005717 h 1282606"/>
                <a:gd name="connsiteX3539" fmla="*/ 1366319 w 1465857"/>
                <a:gd name="connsiteY3539" fmla="*/ 1008450 h 1282606"/>
                <a:gd name="connsiteX3540" fmla="*/ 1368764 w 1465857"/>
                <a:gd name="connsiteY3540" fmla="*/ 1008450 h 1282606"/>
                <a:gd name="connsiteX3541" fmla="*/ 1368764 w 1465857"/>
                <a:gd name="connsiteY3541" fmla="*/ 1011039 h 1282606"/>
                <a:gd name="connsiteX3542" fmla="*/ 1371354 w 1465857"/>
                <a:gd name="connsiteY3542" fmla="*/ 1008450 h 1282606"/>
                <a:gd name="connsiteX3543" fmla="*/ 1371354 w 1465857"/>
                <a:gd name="connsiteY3543" fmla="*/ 1011039 h 1282606"/>
                <a:gd name="connsiteX3544" fmla="*/ 1376532 w 1465857"/>
                <a:gd name="connsiteY3544" fmla="*/ 1011039 h 1282606"/>
                <a:gd name="connsiteX3545" fmla="*/ 1378977 w 1465857"/>
                <a:gd name="connsiteY3545" fmla="*/ 1015929 h 1282606"/>
                <a:gd name="connsiteX3546" fmla="*/ 1378977 w 1465857"/>
                <a:gd name="connsiteY3546" fmla="*/ 1021107 h 1282606"/>
                <a:gd name="connsiteX3547" fmla="*/ 1371354 w 1465857"/>
                <a:gd name="connsiteY3547" fmla="*/ 1015929 h 1282606"/>
                <a:gd name="connsiteX3548" fmla="*/ 1368764 w 1465857"/>
                <a:gd name="connsiteY3548" fmla="*/ 1015929 h 1282606"/>
                <a:gd name="connsiteX3549" fmla="*/ 1371354 w 1465857"/>
                <a:gd name="connsiteY3549" fmla="*/ 1018374 h 1282606"/>
                <a:gd name="connsiteX3550" fmla="*/ 1373799 w 1465857"/>
                <a:gd name="connsiteY3550" fmla="*/ 1021107 h 1282606"/>
                <a:gd name="connsiteX3551" fmla="*/ 1376532 w 1465857"/>
                <a:gd name="connsiteY3551" fmla="*/ 1023697 h 1282606"/>
                <a:gd name="connsiteX3552" fmla="*/ 1381422 w 1465857"/>
                <a:gd name="connsiteY3552" fmla="*/ 1026142 h 1282606"/>
                <a:gd name="connsiteX3553" fmla="*/ 1381422 w 1465857"/>
                <a:gd name="connsiteY3553" fmla="*/ 1028587 h 1282606"/>
                <a:gd name="connsiteX3554" fmla="*/ 1384012 w 1465857"/>
                <a:gd name="connsiteY3554" fmla="*/ 1031320 h 1282606"/>
                <a:gd name="connsiteX3555" fmla="*/ 1386457 w 1465857"/>
                <a:gd name="connsiteY3555" fmla="*/ 1033765 h 1282606"/>
                <a:gd name="connsiteX3556" fmla="*/ 1384012 w 1465857"/>
                <a:gd name="connsiteY3556" fmla="*/ 1033765 h 1282606"/>
                <a:gd name="connsiteX3557" fmla="*/ 1384012 w 1465857"/>
                <a:gd name="connsiteY3557" fmla="*/ 1036354 h 1282606"/>
                <a:gd name="connsiteX3558" fmla="*/ 1386457 w 1465857"/>
                <a:gd name="connsiteY3558" fmla="*/ 1036354 h 1282606"/>
                <a:gd name="connsiteX3559" fmla="*/ 1389189 w 1465857"/>
                <a:gd name="connsiteY3559" fmla="*/ 1036354 h 1282606"/>
                <a:gd name="connsiteX3560" fmla="*/ 1386457 w 1465857"/>
                <a:gd name="connsiteY3560" fmla="*/ 1043978 h 1282606"/>
                <a:gd name="connsiteX3561" fmla="*/ 1384012 w 1465857"/>
                <a:gd name="connsiteY3561" fmla="*/ 1043978 h 1282606"/>
                <a:gd name="connsiteX3562" fmla="*/ 1381422 w 1465857"/>
                <a:gd name="connsiteY3562" fmla="*/ 1043978 h 1282606"/>
                <a:gd name="connsiteX3563" fmla="*/ 1384012 w 1465857"/>
                <a:gd name="connsiteY3563" fmla="*/ 1046423 h 1282606"/>
                <a:gd name="connsiteX3564" fmla="*/ 1386457 w 1465857"/>
                <a:gd name="connsiteY3564" fmla="*/ 1046423 h 1282606"/>
                <a:gd name="connsiteX3565" fmla="*/ 1389189 w 1465857"/>
                <a:gd name="connsiteY3565" fmla="*/ 1046423 h 1282606"/>
                <a:gd name="connsiteX3566" fmla="*/ 1391635 w 1465857"/>
                <a:gd name="connsiteY3566" fmla="*/ 1048868 h 1282606"/>
                <a:gd name="connsiteX3567" fmla="*/ 1391635 w 1465857"/>
                <a:gd name="connsiteY3567" fmla="*/ 1051601 h 1282606"/>
                <a:gd name="connsiteX3568" fmla="*/ 1391635 w 1465857"/>
                <a:gd name="connsiteY3568" fmla="*/ 1054190 h 1282606"/>
                <a:gd name="connsiteX3569" fmla="*/ 1389189 w 1465857"/>
                <a:gd name="connsiteY3569" fmla="*/ 1054190 h 1282606"/>
                <a:gd name="connsiteX3570" fmla="*/ 1386457 w 1465857"/>
                <a:gd name="connsiteY3570" fmla="*/ 1054190 h 1282606"/>
                <a:gd name="connsiteX3571" fmla="*/ 1389189 w 1465857"/>
                <a:gd name="connsiteY3571" fmla="*/ 1056635 h 1282606"/>
                <a:gd name="connsiteX3572" fmla="*/ 1394080 w 1465857"/>
                <a:gd name="connsiteY3572" fmla="*/ 1056635 h 1282606"/>
                <a:gd name="connsiteX3573" fmla="*/ 1394080 w 1465857"/>
                <a:gd name="connsiteY3573" fmla="*/ 1059081 h 1282606"/>
                <a:gd name="connsiteX3574" fmla="*/ 1391635 w 1465857"/>
                <a:gd name="connsiteY3574" fmla="*/ 1061814 h 1282606"/>
                <a:gd name="connsiteX3575" fmla="*/ 1389189 w 1465857"/>
                <a:gd name="connsiteY3575" fmla="*/ 1061814 h 1282606"/>
                <a:gd name="connsiteX3576" fmla="*/ 1389189 w 1465857"/>
                <a:gd name="connsiteY3576" fmla="*/ 1064259 h 1282606"/>
                <a:gd name="connsiteX3577" fmla="*/ 1386457 w 1465857"/>
                <a:gd name="connsiteY3577" fmla="*/ 1061814 h 1282606"/>
                <a:gd name="connsiteX3578" fmla="*/ 1384012 w 1465857"/>
                <a:gd name="connsiteY3578" fmla="*/ 1059081 h 1282606"/>
                <a:gd name="connsiteX3579" fmla="*/ 1384012 w 1465857"/>
                <a:gd name="connsiteY3579" fmla="*/ 1056635 h 1282606"/>
                <a:gd name="connsiteX3580" fmla="*/ 1381422 w 1465857"/>
                <a:gd name="connsiteY3580" fmla="*/ 1056635 h 1282606"/>
                <a:gd name="connsiteX3581" fmla="*/ 1378977 w 1465857"/>
                <a:gd name="connsiteY3581" fmla="*/ 1056635 h 1282606"/>
                <a:gd name="connsiteX3582" fmla="*/ 1378977 w 1465857"/>
                <a:gd name="connsiteY3582" fmla="*/ 1054190 h 1282606"/>
                <a:gd name="connsiteX3583" fmla="*/ 1378977 w 1465857"/>
                <a:gd name="connsiteY3583" fmla="*/ 1051601 h 1282606"/>
                <a:gd name="connsiteX3584" fmla="*/ 1376532 w 1465857"/>
                <a:gd name="connsiteY3584" fmla="*/ 1051601 h 1282606"/>
                <a:gd name="connsiteX3585" fmla="*/ 1376532 w 1465857"/>
                <a:gd name="connsiteY3585" fmla="*/ 1048868 h 1282606"/>
                <a:gd name="connsiteX3586" fmla="*/ 1373799 w 1465857"/>
                <a:gd name="connsiteY3586" fmla="*/ 1048868 h 1282606"/>
                <a:gd name="connsiteX3587" fmla="*/ 1373799 w 1465857"/>
                <a:gd name="connsiteY3587" fmla="*/ 1046423 h 1282606"/>
                <a:gd name="connsiteX3588" fmla="*/ 1371354 w 1465857"/>
                <a:gd name="connsiteY3588" fmla="*/ 1043978 h 1282606"/>
                <a:gd name="connsiteX3589" fmla="*/ 1363586 w 1465857"/>
                <a:gd name="connsiteY3589" fmla="*/ 1033765 h 1282606"/>
                <a:gd name="connsiteX3590" fmla="*/ 1358696 w 1465857"/>
                <a:gd name="connsiteY3590" fmla="*/ 1031320 h 1282606"/>
                <a:gd name="connsiteX3591" fmla="*/ 1356107 w 1465857"/>
                <a:gd name="connsiteY3591" fmla="*/ 1026142 h 1282606"/>
                <a:gd name="connsiteX3592" fmla="*/ 1353517 w 1465857"/>
                <a:gd name="connsiteY3592" fmla="*/ 1023697 h 1282606"/>
                <a:gd name="connsiteX3593" fmla="*/ 1350928 w 1465857"/>
                <a:gd name="connsiteY3593" fmla="*/ 1023697 h 1282606"/>
                <a:gd name="connsiteX3594" fmla="*/ 1348483 w 1465857"/>
                <a:gd name="connsiteY3594" fmla="*/ 1021107 h 1282606"/>
                <a:gd name="connsiteX3595" fmla="*/ 1346038 w 1465857"/>
                <a:gd name="connsiteY3595" fmla="*/ 1015929 h 1282606"/>
                <a:gd name="connsiteX3596" fmla="*/ 1343305 w 1465857"/>
                <a:gd name="connsiteY3596" fmla="*/ 1015929 h 1282606"/>
                <a:gd name="connsiteX3597" fmla="*/ 1338271 w 1465857"/>
                <a:gd name="connsiteY3597" fmla="*/ 1013484 h 1282606"/>
                <a:gd name="connsiteX3598" fmla="*/ 1340860 w 1465857"/>
                <a:gd name="connsiteY3598" fmla="*/ 1013484 h 1282606"/>
                <a:gd name="connsiteX3599" fmla="*/ 1340860 w 1465857"/>
                <a:gd name="connsiteY3599" fmla="*/ 1011039 h 1282606"/>
                <a:gd name="connsiteX3600" fmla="*/ 1338271 w 1465857"/>
                <a:gd name="connsiteY3600" fmla="*/ 1011039 h 1282606"/>
                <a:gd name="connsiteX3601" fmla="*/ 1335826 w 1465857"/>
                <a:gd name="connsiteY3601" fmla="*/ 1013484 h 1282606"/>
                <a:gd name="connsiteX3602" fmla="*/ 1333093 w 1465857"/>
                <a:gd name="connsiteY3602" fmla="*/ 1011039 h 1282606"/>
                <a:gd name="connsiteX3603" fmla="*/ 1333093 w 1465857"/>
                <a:gd name="connsiteY3603" fmla="*/ 1013484 h 1282606"/>
                <a:gd name="connsiteX3604" fmla="*/ 1340860 w 1465857"/>
                <a:gd name="connsiteY3604" fmla="*/ 1015929 h 1282606"/>
                <a:gd name="connsiteX3605" fmla="*/ 1343305 w 1465857"/>
                <a:gd name="connsiteY3605" fmla="*/ 1018374 h 1282606"/>
                <a:gd name="connsiteX3606" fmla="*/ 1348483 w 1465857"/>
                <a:gd name="connsiteY3606" fmla="*/ 1026142 h 1282606"/>
                <a:gd name="connsiteX3607" fmla="*/ 1350928 w 1465857"/>
                <a:gd name="connsiteY3607" fmla="*/ 1026142 h 1282606"/>
                <a:gd name="connsiteX3608" fmla="*/ 1353517 w 1465857"/>
                <a:gd name="connsiteY3608" fmla="*/ 1026142 h 1282606"/>
                <a:gd name="connsiteX3609" fmla="*/ 1356107 w 1465857"/>
                <a:gd name="connsiteY3609" fmla="*/ 1028587 h 1282606"/>
                <a:gd name="connsiteX3610" fmla="*/ 1356107 w 1465857"/>
                <a:gd name="connsiteY3610" fmla="*/ 1031320 h 1282606"/>
                <a:gd name="connsiteX3611" fmla="*/ 1356107 w 1465857"/>
                <a:gd name="connsiteY3611" fmla="*/ 1033765 h 1282606"/>
                <a:gd name="connsiteX3612" fmla="*/ 1353517 w 1465857"/>
                <a:gd name="connsiteY3612" fmla="*/ 1033765 h 1282606"/>
                <a:gd name="connsiteX3613" fmla="*/ 1350928 w 1465857"/>
                <a:gd name="connsiteY3613" fmla="*/ 1033765 h 1282606"/>
                <a:gd name="connsiteX3614" fmla="*/ 1350928 w 1465857"/>
                <a:gd name="connsiteY3614" fmla="*/ 1036354 h 1282606"/>
                <a:gd name="connsiteX3615" fmla="*/ 1353517 w 1465857"/>
                <a:gd name="connsiteY3615" fmla="*/ 1036354 h 1282606"/>
                <a:gd name="connsiteX3616" fmla="*/ 1353517 w 1465857"/>
                <a:gd name="connsiteY3616" fmla="*/ 1038800 h 1282606"/>
                <a:gd name="connsiteX3617" fmla="*/ 1356107 w 1465857"/>
                <a:gd name="connsiteY3617" fmla="*/ 1038800 h 1282606"/>
                <a:gd name="connsiteX3618" fmla="*/ 1356107 w 1465857"/>
                <a:gd name="connsiteY3618" fmla="*/ 1041532 h 1282606"/>
                <a:gd name="connsiteX3619" fmla="*/ 1358696 w 1465857"/>
                <a:gd name="connsiteY3619" fmla="*/ 1043978 h 1282606"/>
                <a:gd name="connsiteX3620" fmla="*/ 1361141 w 1465857"/>
                <a:gd name="connsiteY3620" fmla="*/ 1046423 h 1282606"/>
                <a:gd name="connsiteX3621" fmla="*/ 1358696 w 1465857"/>
                <a:gd name="connsiteY3621" fmla="*/ 1046423 h 1282606"/>
                <a:gd name="connsiteX3622" fmla="*/ 1356107 w 1465857"/>
                <a:gd name="connsiteY3622" fmla="*/ 1048868 h 1282606"/>
                <a:gd name="connsiteX3623" fmla="*/ 1356107 w 1465857"/>
                <a:gd name="connsiteY3623" fmla="*/ 1051601 h 1282606"/>
                <a:gd name="connsiteX3624" fmla="*/ 1358696 w 1465857"/>
                <a:gd name="connsiteY3624" fmla="*/ 1051601 h 1282606"/>
                <a:gd name="connsiteX3625" fmla="*/ 1361141 w 1465857"/>
                <a:gd name="connsiteY3625" fmla="*/ 1048868 h 1282606"/>
                <a:gd name="connsiteX3626" fmla="*/ 1361141 w 1465857"/>
                <a:gd name="connsiteY3626" fmla="*/ 1051601 h 1282606"/>
                <a:gd name="connsiteX3627" fmla="*/ 1356107 w 1465857"/>
                <a:gd name="connsiteY3627" fmla="*/ 1054190 h 1282606"/>
                <a:gd name="connsiteX3628" fmla="*/ 1358696 w 1465857"/>
                <a:gd name="connsiteY3628" fmla="*/ 1054190 h 1282606"/>
                <a:gd name="connsiteX3629" fmla="*/ 1361141 w 1465857"/>
                <a:gd name="connsiteY3629" fmla="*/ 1054190 h 1282606"/>
                <a:gd name="connsiteX3630" fmla="*/ 1363586 w 1465857"/>
                <a:gd name="connsiteY3630" fmla="*/ 1054190 h 1282606"/>
                <a:gd name="connsiteX3631" fmla="*/ 1366319 w 1465857"/>
                <a:gd name="connsiteY3631" fmla="*/ 1054190 h 1282606"/>
                <a:gd name="connsiteX3632" fmla="*/ 1368764 w 1465857"/>
                <a:gd name="connsiteY3632" fmla="*/ 1056635 h 1282606"/>
                <a:gd name="connsiteX3633" fmla="*/ 1371354 w 1465857"/>
                <a:gd name="connsiteY3633" fmla="*/ 1061814 h 1282606"/>
                <a:gd name="connsiteX3634" fmla="*/ 1373799 w 1465857"/>
                <a:gd name="connsiteY3634" fmla="*/ 1066704 h 1282606"/>
                <a:gd name="connsiteX3635" fmla="*/ 1373799 w 1465857"/>
                <a:gd name="connsiteY3635" fmla="*/ 1069293 h 1282606"/>
                <a:gd name="connsiteX3636" fmla="*/ 1371354 w 1465857"/>
                <a:gd name="connsiteY3636" fmla="*/ 1066704 h 1282606"/>
                <a:gd name="connsiteX3637" fmla="*/ 1371354 w 1465857"/>
                <a:gd name="connsiteY3637" fmla="*/ 1064259 h 1282606"/>
                <a:gd name="connsiteX3638" fmla="*/ 1368764 w 1465857"/>
                <a:gd name="connsiteY3638" fmla="*/ 1064259 h 1282606"/>
                <a:gd name="connsiteX3639" fmla="*/ 1366319 w 1465857"/>
                <a:gd name="connsiteY3639" fmla="*/ 1061814 h 1282606"/>
                <a:gd name="connsiteX3640" fmla="*/ 1363586 w 1465857"/>
                <a:gd name="connsiteY3640" fmla="*/ 1064259 h 1282606"/>
                <a:gd name="connsiteX3641" fmla="*/ 1366319 w 1465857"/>
                <a:gd name="connsiteY3641" fmla="*/ 1064259 h 1282606"/>
                <a:gd name="connsiteX3642" fmla="*/ 1368764 w 1465857"/>
                <a:gd name="connsiteY3642" fmla="*/ 1066704 h 1282606"/>
                <a:gd name="connsiteX3643" fmla="*/ 1368764 w 1465857"/>
                <a:gd name="connsiteY3643" fmla="*/ 1069293 h 1282606"/>
                <a:gd name="connsiteX3644" fmla="*/ 1366319 w 1465857"/>
                <a:gd name="connsiteY3644" fmla="*/ 1069293 h 1282606"/>
                <a:gd name="connsiteX3645" fmla="*/ 1363586 w 1465857"/>
                <a:gd name="connsiteY3645" fmla="*/ 1066704 h 1282606"/>
                <a:gd name="connsiteX3646" fmla="*/ 1361141 w 1465857"/>
                <a:gd name="connsiteY3646" fmla="*/ 1066704 h 1282606"/>
                <a:gd name="connsiteX3647" fmla="*/ 1366319 w 1465857"/>
                <a:gd name="connsiteY3647" fmla="*/ 1072026 h 1282606"/>
                <a:gd name="connsiteX3648" fmla="*/ 1368764 w 1465857"/>
                <a:gd name="connsiteY3648" fmla="*/ 1072026 h 1282606"/>
                <a:gd name="connsiteX3649" fmla="*/ 1371354 w 1465857"/>
                <a:gd name="connsiteY3649" fmla="*/ 1072026 h 1282606"/>
                <a:gd name="connsiteX3650" fmla="*/ 1371354 w 1465857"/>
                <a:gd name="connsiteY3650" fmla="*/ 1069293 h 1282606"/>
                <a:gd name="connsiteX3651" fmla="*/ 1373799 w 1465857"/>
                <a:gd name="connsiteY3651" fmla="*/ 1072026 h 1282606"/>
                <a:gd name="connsiteX3652" fmla="*/ 1371354 w 1465857"/>
                <a:gd name="connsiteY3652" fmla="*/ 1074471 h 1282606"/>
                <a:gd name="connsiteX3653" fmla="*/ 1371354 w 1465857"/>
                <a:gd name="connsiteY3653" fmla="*/ 1076917 h 1282606"/>
                <a:gd name="connsiteX3654" fmla="*/ 1371354 w 1465857"/>
                <a:gd name="connsiteY3654" fmla="*/ 1079506 h 1282606"/>
                <a:gd name="connsiteX3655" fmla="*/ 1373799 w 1465857"/>
                <a:gd name="connsiteY3655" fmla="*/ 1076917 h 1282606"/>
                <a:gd name="connsiteX3656" fmla="*/ 1373799 w 1465857"/>
                <a:gd name="connsiteY3656" fmla="*/ 1074471 h 1282606"/>
                <a:gd name="connsiteX3657" fmla="*/ 1376532 w 1465857"/>
                <a:gd name="connsiteY3657" fmla="*/ 1074471 h 1282606"/>
                <a:gd name="connsiteX3658" fmla="*/ 1378977 w 1465857"/>
                <a:gd name="connsiteY3658" fmla="*/ 1074471 h 1282606"/>
                <a:gd name="connsiteX3659" fmla="*/ 1381422 w 1465857"/>
                <a:gd name="connsiteY3659" fmla="*/ 1074471 h 1282606"/>
                <a:gd name="connsiteX3660" fmla="*/ 1381422 w 1465857"/>
                <a:gd name="connsiteY3660" fmla="*/ 1076917 h 1282606"/>
                <a:gd name="connsiteX3661" fmla="*/ 1384012 w 1465857"/>
                <a:gd name="connsiteY3661" fmla="*/ 1076917 h 1282606"/>
                <a:gd name="connsiteX3662" fmla="*/ 1386457 w 1465857"/>
                <a:gd name="connsiteY3662" fmla="*/ 1076917 h 1282606"/>
                <a:gd name="connsiteX3663" fmla="*/ 1386457 w 1465857"/>
                <a:gd name="connsiteY3663" fmla="*/ 1079506 h 1282606"/>
                <a:gd name="connsiteX3664" fmla="*/ 1389189 w 1465857"/>
                <a:gd name="connsiteY3664" fmla="*/ 1079506 h 1282606"/>
                <a:gd name="connsiteX3665" fmla="*/ 1389189 w 1465857"/>
                <a:gd name="connsiteY3665" fmla="*/ 1082095 h 1282606"/>
                <a:gd name="connsiteX3666" fmla="*/ 1386457 w 1465857"/>
                <a:gd name="connsiteY3666" fmla="*/ 1082095 h 1282606"/>
                <a:gd name="connsiteX3667" fmla="*/ 1384012 w 1465857"/>
                <a:gd name="connsiteY3667" fmla="*/ 1082095 h 1282606"/>
                <a:gd name="connsiteX3668" fmla="*/ 1381422 w 1465857"/>
                <a:gd name="connsiteY3668" fmla="*/ 1084684 h 1282606"/>
                <a:gd name="connsiteX3669" fmla="*/ 1384012 w 1465857"/>
                <a:gd name="connsiteY3669" fmla="*/ 1084684 h 1282606"/>
                <a:gd name="connsiteX3670" fmla="*/ 1386457 w 1465857"/>
                <a:gd name="connsiteY3670" fmla="*/ 1084684 h 1282606"/>
                <a:gd name="connsiteX3671" fmla="*/ 1389189 w 1465857"/>
                <a:gd name="connsiteY3671" fmla="*/ 1084684 h 1282606"/>
                <a:gd name="connsiteX3672" fmla="*/ 1389189 w 1465857"/>
                <a:gd name="connsiteY3672" fmla="*/ 1087129 h 1282606"/>
                <a:gd name="connsiteX3673" fmla="*/ 1386457 w 1465857"/>
                <a:gd name="connsiteY3673" fmla="*/ 1087129 h 1282606"/>
                <a:gd name="connsiteX3674" fmla="*/ 1389189 w 1465857"/>
                <a:gd name="connsiteY3674" fmla="*/ 1089575 h 1282606"/>
                <a:gd name="connsiteX3675" fmla="*/ 1391635 w 1465857"/>
                <a:gd name="connsiteY3675" fmla="*/ 1089575 h 1282606"/>
                <a:gd name="connsiteX3676" fmla="*/ 1391635 w 1465857"/>
                <a:gd name="connsiteY3676" fmla="*/ 1092308 h 1282606"/>
                <a:gd name="connsiteX3677" fmla="*/ 1391635 w 1465857"/>
                <a:gd name="connsiteY3677" fmla="*/ 1094753 h 1282606"/>
                <a:gd name="connsiteX3678" fmla="*/ 1389189 w 1465857"/>
                <a:gd name="connsiteY3678" fmla="*/ 1094753 h 1282606"/>
                <a:gd name="connsiteX3679" fmla="*/ 1389189 w 1465857"/>
                <a:gd name="connsiteY3679" fmla="*/ 1097342 h 1282606"/>
                <a:gd name="connsiteX3680" fmla="*/ 1391635 w 1465857"/>
                <a:gd name="connsiteY3680" fmla="*/ 1097342 h 1282606"/>
                <a:gd name="connsiteX3681" fmla="*/ 1394080 w 1465857"/>
                <a:gd name="connsiteY3681" fmla="*/ 1094753 h 1282606"/>
                <a:gd name="connsiteX3682" fmla="*/ 1394080 w 1465857"/>
                <a:gd name="connsiteY3682" fmla="*/ 1097342 h 1282606"/>
                <a:gd name="connsiteX3683" fmla="*/ 1396525 w 1465857"/>
                <a:gd name="connsiteY3683" fmla="*/ 1099787 h 1282606"/>
                <a:gd name="connsiteX3684" fmla="*/ 1396525 w 1465857"/>
                <a:gd name="connsiteY3684" fmla="*/ 1097342 h 1282606"/>
                <a:gd name="connsiteX3685" fmla="*/ 1396525 w 1465857"/>
                <a:gd name="connsiteY3685" fmla="*/ 1094753 h 1282606"/>
                <a:gd name="connsiteX3686" fmla="*/ 1399258 w 1465857"/>
                <a:gd name="connsiteY3686" fmla="*/ 1094753 h 1282606"/>
                <a:gd name="connsiteX3687" fmla="*/ 1399258 w 1465857"/>
                <a:gd name="connsiteY3687" fmla="*/ 1097342 h 1282606"/>
                <a:gd name="connsiteX3688" fmla="*/ 1401847 w 1465857"/>
                <a:gd name="connsiteY3688" fmla="*/ 1097342 h 1282606"/>
                <a:gd name="connsiteX3689" fmla="*/ 1404292 w 1465857"/>
                <a:gd name="connsiteY3689" fmla="*/ 1097342 h 1282606"/>
                <a:gd name="connsiteX3690" fmla="*/ 1401847 w 1465857"/>
                <a:gd name="connsiteY3690" fmla="*/ 1099787 h 1282606"/>
                <a:gd name="connsiteX3691" fmla="*/ 1399258 w 1465857"/>
                <a:gd name="connsiteY3691" fmla="*/ 1099787 h 1282606"/>
                <a:gd name="connsiteX3692" fmla="*/ 1399258 w 1465857"/>
                <a:gd name="connsiteY3692" fmla="*/ 1102520 h 1282606"/>
                <a:gd name="connsiteX3693" fmla="*/ 1399258 w 1465857"/>
                <a:gd name="connsiteY3693" fmla="*/ 1107410 h 1282606"/>
                <a:gd name="connsiteX3694" fmla="*/ 1396525 w 1465857"/>
                <a:gd name="connsiteY3694" fmla="*/ 1107410 h 1282606"/>
                <a:gd name="connsiteX3695" fmla="*/ 1396525 w 1465857"/>
                <a:gd name="connsiteY3695" fmla="*/ 1104965 h 1282606"/>
                <a:gd name="connsiteX3696" fmla="*/ 1394080 w 1465857"/>
                <a:gd name="connsiteY3696" fmla="*/ 1107410 h 1282606"/>
                <a:gd name="connsiteX3697" fmla="*/ 1391635 w 1465857"/>
                <a:gd name="connsiteY3697" fmla="*/ 1107410 h 1282606"/>
                <a:gd name="connsiteX3698" fmla="*/ 1391635 w 1465857"/>
                <a:gd name="connsiteY3698" fmla="*/ 1104965 h 1282606"/>
                <a:gd name="connsiteX3699" fmla="*/ 1389189 w 1465857"/>
                <a:gd name="connsiteY3699" fmla="*/ 1107410 h 1282606"/>
                <a:gd name="connsiteX3700" fmla="*/ 1389189 w 1465857"/>
                <a:gd name="connsiteY3700" fmla="*/ 1104965 h 1282606"/>
                <a:gd name="connsiteX3701" fmla="*/ 1386457 w 1465857"/>
                <a:gd name="connsiteY3701" fmla="*/ 1104965 h 1282606"/>
                <a:gd name="connsiteX3702" fmla="*/ 1384012 w 1465857"/>
                <a:gd name="connsiteY3702" fmla="*/ 1104965 h 1282606"/>
                <a:gd name="connsiteX3703" fmla="*/ 1381422 w 1465857"/>
                <a:gd name="connsiteY3703" fmla="*/ 1104965 h 1282606"/>
                <a:gd name="connsiteX3704" fmla="*/ 1381422 w 1465857"/>
                <a:gd name="connsiteY3704" fmla="*/ 1102520 h 1282606"/>
                <a:gd name="connsiteX3705" fmla="*/ 1378977 w 1465857"/>
                <a:gd name="connsiteY3705" fmla="*/ 1104965 h 1282606"/>
                <a:gd name="connsiteX3706" fmla="*/ 1378977 w 1465857"/>
                <a:gd name="connsiteY3706" fmla="*/ 1102520 h 1282606"/>
                <a:gd name="connsiteX3707" fmla="*/ 1376532 w 1465857"/>
                <a:gd name="connsiteY3707" fmla="*/ 1102520 h 1282606"/>
                <a:gd name="connsiteX3708" fmla="*/ 1376532 w 1465857"/>
                <a:gd name="connsiteY3708" fmla="*/ 1104965 h 1282606"/>
                <a:gd name="connsiteX3709" fmla="*/ 1373799 w 1465857"/>
                <a:gd name="connsiteY3709" fmla="*/ 1104965 h 1282606"/>
                <a:gd name="connsiteX3710" fmla="*/ 1368764 w 1465857"/>
                <a:gd name="connsiteY3710" fmla="*/ 1104965 h 1282606"/>
                <a:gd name="connsiteX3711" fmla="*/ 1373799 w 1465857"/>
                <a:gd name="connsiteY3711" fmla="*/ 1107410 h 1282606"/>
                <a:gd name="connsiteX3712" fmla="*/ 1373799 w 1465857"/>
                <a:gd name="connsiteY3712" fmla="*/ 1109856 h 1282606"/>
                <a:gd name="connsiteX3713" fmla="*/ 1376532 w 1465857"/>
                <a:gd name="connsiteY3713" fmla="*/ 1112445 h 1282606"/>
                <a:gd name="connsiteX3714" fmla="*/ 1376532 w 1465857"/>
                <a:gd name="connsiteY3714" fmla="*/ 1115178 h 1282606"/>
                <a:gd name="connsiteX3715" fmla="*/ 1378977 w 1465857"/>
                <a:gd name="connsiteY3715" fmla="*/ 1115178 h 1282606"/>
                <a:gd name="connsiteX3716" fmla="*/ 1378977 w 1465857"/>
                <a:gd name="connsiteY3716" fmla="*/ 1117623 h 1282606"/>
                <a:gd name="connsiteX3717" fmla="*/ 1381422 w 1465857"/>
                <a:gd name="connsiteY3717" fmla="*/ 1117623 h 1282606"/>
                <a:gd name="connsiteX3718" fmla="*/ 1384012 w 1465857"/>
                <a:gd name="connsiteY3718" fmla="*/ 1117623 h 1282606"/>
                <a:gd name="connsiteX3719" fmla="*/ 1384012 w 1465857"/>
                <a:gd name="connsiteY3719" fmla="*/ 1120068 h 1282606"/>
                <a:gd name="connsiteX3720" fmla="*/ 1386457 w 1465857"/>
                <a:gd name="connsiteY3720" fmla="*/ 1120068 h 1282606"/>
                <a:gd name="connsiteX3721" fmla="*/ 1389189 w 1465857"/>
                <a:gd name="connsiteY3721" fmla="*/ 1122513 h 1282606"/>
                <a:gd name="connsiteX3722" fmla="*/ 1389189 w 1465857"/>
                <a:gd name="connsiteY3722" fmla="*/ 1125246 h 1282606"/>
                <a:gd name="connsiteX3723" fmla="*/ 1391635 w 1465857"/>
                <a:gd name="connsiteY3723" fmla="*/ 1125246 h 1282606"/>
                <a:gd name="connsiteX3724" fmla="*/ 1394080 w 1465857"/>
                <a:gd name="connsiteY3724" fmla="*/ 1125246 h 1282606"/>
                <a:gd name="connsiteX3725" fmla="*/ 1394080 w 1465857"/>
                <a:gd name="connsiteY3725" fmla="*/ 1127835 h 1282606"/>
                <a:gd name="connsiteX3726" fmla="*/ 1396525 w 1465857"/>
                <a:gd name="connsiteY3726" fmla="*/ 1130281 h 1282606"/>
                <a:gd name="connsiteX3727" fmla="*/ 1396525 w 1465857"/>
                <a:gd name="connsiteY3727" fmla="*/ 1132726 h 1282606"/>
                <a:gd name="connsiteX3728" fmla="*/ 1399258 w 1465857"/>
                <a:gd name="connsiteY3728" fmla="*/ 1132726 h 1282606"/>
                <a:gd name="connsiteX3729" fmla="*/ 1399258 w 1465857"/>
                <a:gd name="connsiteY3729" fmla="*/ 1135459 h 1282606"/>
                <a:gd name="connsiteX3730" fmla="*/ 1396525 w 1465857"/>
                <a:gd name="connsiteY3730" fmla="*/ 1135459 h 1282606"/>
                <a:gd name="connsiteX3731" fmla="*/ 1396525 w 1465857"/>
                <a:gd name="connsiteY3731" fmla="*/ 1137904 h 1282606"/>
                <a:gd name="connsiteX3732" fmla="*/ 1394080 w 1465857"/>
                <a:gd name="connsiteY3732" fmla="*/ 1140493 h 1282606"/>
                <a:gd name="connsiteX3733" fmla="*/ 1394080 w 1465857"/>
                <a:gd name="connsiteY3733" fmla="*/ 1142938 h 1282606"/>
                <a:gd name="connsiteX3734" fmla="*/ 1391635 w 1465857"/>
                <a:gd name="connsiteY3734" fmla="*/ 1145671 h 1282606"/>
                <a:gd name="connsiteX3735" fmla="*/ 1389189 w 1465857"/>
                <a:gd name="connsiteY3735" fmla="*/ 1145671 h 1282606"/>
                <a:gd name="connsiteX3736" fmla="*/ 1389189 w 1465857"/>
                <a:gd name="connsiteY3736" fmla="*/ 1148117 h 1282606"/>
                <a:gd name="connsiteX3737" fmla="*/ 1386457 w 1465857"/>
                <a:gd name="connsiteY3737" fmla="*/ 1148117 h 1282606"/>
                <a:gd name="connsiteX3738" fmla="*/ 1386457 w 1465857"/>
                <a:gd name="connsiteY3738" fmla="*/ 1145671 h 1282606"/>
                <a:gd name="connsiteX3739" fmla="*/ 1384012 w 1465857"/>
                <a:gd name="connsiteY3739" fmla="*/ 1142938 h 1282606"/>
                <a:gd name="connsiteX3740" fmla="*/ 1376532 w 1465857"/>
                <a:gd name="connsiteY3740" fmla="*/ 1135459 h 1282606"/>
                <a:gd name="connsiteX3741" fmla="*/ 1376532 w 1465857"/>
                <a:gd name="connsiteY3741" fmla="*/ 1137904 h 1282606"/>
                <a:gd name="connsiteX3742" fmla="*/ 1373799 w 1465857"/>
                <a:gd name="connsiteY3742" fmla="*/ 1135459 h 1282606"/>
                <a:gd name="connsiteX3743" fmla="*/ 1373799 w 1465857"/>
                <a:gd name="connsiteY3743" fmla="*/ 1132726 h 1282606"/>
                <a:gd name="connsiteX3744" fmla="*/ 1376532 w 1465857"/>
                <a:gd name="connsiteY3744" fmla="*/ 1132726 h 1282606"/>
                <a:gd name="connsiteX3745" fmla="*/ 1373799 w 1465857"/>
                <a:gd name="connsiteY3745" fmla="*/ 1127835 h 1282606"/>
                <a:gd name="connsiteX3746" fmla="*/ 1376532 w 1465857"/>
                <a:gd name="connsiteY3746" fmla="*/ 1127835 h 1282606"/>
                <a:gd name="connsiteX3747" fmla="*/ 1376532 w 1465857"/>
                <a:gd name="connsiteY3747" fmla="*/ 1125246 h 1282606"/>
                <a:gd name="connsiteX3748" fmla="*/ 1378977 w 1465857"/>
                <a:gd name="connsiteY3748" fmla="*/ 1122513 h 1282606"/>
                <a:gd name="connsiteX3749" fmla="*/ 1376532 w 1465857"/>
                <a:gd name="connsiteY3749" fmla="*/ 1122513 h 1282606"/>
                <a:gd name="connsiteX3750" fmla="*/ 1373799 w 1465857"/>
                <a:gd name="connsiteY3750" fmla="*/ 1125246 h 1282606"/>
                <a:gd name="connsiteX3751" fmla="*/ 1371354 w 1465857"/>
                <a:gd name="connsiteY3751" fmla="*/ 1127835 h 1282606"/>
                <a:gd name="connsiteX3752" fmla="*/ 1371354 w 1465857"/>
                <a:gd name="connsiteY3752" fmla="*/ 1122513 h 1282606"/>
                <a:gd name="connsiteX3753" fmla="*/ 1371354 w 1465857"/>
                <a:gd name="connsiteY3753" fmla="*/ 1120068 h 1282606"/>
                <a:gd name="connsiteX3754" fmla="*/ 1368764 w 1465857"/>
                <a:gd name="connsiteY3754" fmla="*/ 1115178 h 1282606"/>
                <a:gd name="connsiteX3755" fmla="*/ 1368764 w 1465857"/>
                <a:gd name="connsiteY3755" fmla="*/ 1117623 h 1282606"/>
                <a:gd name="connsiteX3756" fmla="*/ 1368764 w 1465857"/>
                <a:gd name="connsiteY3756" fmla="*/ 1120068 h 1282606"/>
                <a:gd name="connsiteX3757" fmla="*/ 1366319 w 1465857"/>
                <a:gd name="connsiteY3757" fmla="*/ 1122513 h 1282606"/>
                <a:gd name="connsiteX3758" fmla="*/ 1363586 w 1465857"/>
                <a:gd name="connsiteY3758" fmla="*/ 1125246 h 1282606"/>
                <a:gd name="connsiteX3759" fmla="*/ 1361141 w 1465857"/>
                <a:gd name="connsiteY3759" fmla="*/ 1127835 h 1282606"/>
                <a:gd name="connsiteX3760" fmla="*/ 1358696 w 1465857"/>
                <a:gd name="connsiteY3760" fmla="*/ 1127835 h 1282606"/>
                <a:gd name="connsiteX3761" fmla="*/ 1358696 w 1465857"/>
                <a:gd name="connsiteY3761" fmla="*/ 1125246 h 1282606"/>
                <a:gd name="connsiteX3762" fmla="*/ 1356107 w 1465857"/>
                <a:gd name="connsiteY3762" fmla="*/ 1125246 h 1282606"/>
                <a:gd name="connsiteX3763" fmla="*/ 1353517 w 1465857"/>
                <a:gd name="connsiteY3763" fmla="*/ 1122513 h 1282606"/>
                <a:gd name="connsiteX3764" fmla="*/ 1353517 w 1465857"/>
                <a:gd name="connsiteY3764" fmla="*/ 1120068 h 1282606"/>
                <a:gd name="connsiteX3765" fmla="*/ 1350928 w 1465857"/>
                <a:gd name="connsiteY3765" fmla="*/ 1120068 h 1282606"/>
                <a:gd name="connsiteX3766" fmla="*/ 1348483 w 1465857"/>
                <a:gd name="connsiteY3766" fmla="*/ 1117623 h 1282606"/>
                <a:gd name="connsiteX3767" fmla="*/ 1346038 w 1465857"/>
                <a:gd name="connsiteY3767" fmla="*/ 1117623 h 1282606"/>
                <a:gd name="connsiteX3768" fmla="*/ 1346038 w 1465857"/>
                <a:gd name="connsiteY3768" fmla="*/ 1115178 h 1282606"/>
                <a:gd name="connsiteX3769" fmla="*/ 1348483 w 1465857"/>
                <a:gd name="connsiteY3769" fmla="*/ 1109856 h 1282606"/>
                <a:gd name="connsiteX3770" fmla="*/ 1346038 w 1465857"/>
                <a:gd name="connsiteY3770" fmla="*/ 1107410 h 1282606"/>
                <a:gd name="connsiteX3771" fmla="*/ 1343305 w 1465857"/>
                <a:gd name="connsiteY3771" fmla="*/ 1104965 h 1282606"/>
                <a:gd name="connsiteX3772" fmla="*/ 1343305 w 1465857"/>
                <a:gd name="connsiteY3772" fmla="*/ 1107410 h 1282606"/>
                <a:gd name="connsiteX3773" fmla="*/ 1346038 w 1465857"/>
                <a:gd name="connsiteY3773" fmla="*/ 1112445 h 1282606"/>
                <a:gd name="connsiteX3774" fmla="*/ 1343305 w 1465857"/>
                <a:gd name="connsiteY3774" fmla="*/ 1115178 h 1282606"/>
                <a:gd name="connsiteX3775" fmla="*/ 1343305 w 1465857"/>
                <a:gd name="connsiteY3775" fmla="*/ 1117623 h 1282606"/>
                <a:gd name="connsiteX3776" fmla="*/ 1346038 w 1465857"/>
                <a:gd name="connsiteY3776" fmla="*/ 1120068 h 1282606"/>
                <a:gd name="connsiteX3777" fmla="*/ 1346038 w 1465857"/>
                <a:gd name="connsiteY3777" fmla="*/ 1122513 h 1282606"/>
                <a:gd name="connsiteX3778" fmla="*/ 1343305 w 1465857"/>
                <a:gd name="connsiteY3778" fmla="*/ 1120068 h 1282606"/>
                <a:gd name="connsiteX3779" fmla="*/ 1340860 w 1465857"/>
                <a:gd name="connsiteY3779" fmla="*/ 1120068 h 1282606"/>
                <a:gd name="connsiteX3780" fmla="*/ 1338271 w 1465857"/>
                <a:gd name="connsiteY3780" fmla="*/ 1117623 h 1282606"/>
                <a:gd name="connsiteX3781" fmla="*/ 1338271 w 1465857"/>
                <a:gd name="connsiteY3781" fmla="*/ 1120068 h 1282606"/>
                <a:gd name="connsiteX3782" fmla="*/ 1335826 w 1465857"/>
                <a:gd name="connsiteY3782" fmla="*/ 1120068 h 1282606"/>
                <a:gd name="connsiteX3783" fmla="*/ 1335826 w 1465857"/>
                <a:gd name="connsiteY3783" fmla="*/ 1117623 h 1282606"/>
                <a:gd name="connsiteX3784" fmla="*/ 1335826 w 1465857"/>
                <a:gd name="connsiteY3784" fmla="*/ 1115178 h 1282606"/>
                <a:gd name="connsiteX3785" fmla="*/ 1330647 w 1465857"/>
                <a:gd name="connsiteY3785" fmla="*/ 1115178 h 1282606"/>
                <a:gd name="connsiteX3786" fmla="*/ 1328202 w 1465857"/>
                <a:gd name="connsiteY3786" fmla="*/ 1112445 h 1282606"/>
                <a:gd name="connsiteX3787" fmla="*/ 1325613 w 1465857"/>
                <a:gd name="connsiteY3787" fmla="*/ 1112445 h 1282606"/>
                <a:gd name="connsiteX3788" fmla="*/ 1325613 w 1465857"/>
                <a:gd name="connsiteY3788" fmla="*/ 1109856 h 1282606"/>
                <a:gd name="connsiteX3789" fmla="*/ 1322880 w 1465857"/>
                <a:gd name="connsiteY3789" fmla="*/ 1109856 h 1282606"/>
                <a:gd name="connsiteX3790" fmla="*/ 1322880 w 1465857"/>
                <a:gd name="connsiteY3790" fmla="*/ 1112445 h 1282606"/>
                <a:gd name="connsiteX3791" fmla="*/ 1325613 w 1465857"/>
                <a:gd name="connsiteY3791" fmla="*/ 1115178 h 1282606"/>
                <a:gd name="connsiteX3792" fmla="*/ 1328202 w 1465857"/>
                <a:gd name="connsiteY3792" fmla="*/ 1117623 h 1282606"/>
                <a:gd name="connsiteX3793" fmla="*/ 1328202 w 1465857"/>
                <a:gd name="connsiteY3793" fmla="*/ 1120068 h 1282606"/>
                <a:gd name="connsiteX3794" fmla="*/ 1328202 w 1465857"/>
                <a:gd name="connsiteY3794" fmla="*/ 1122513 h 1282606"/>
                <a:gd name="connsiteX3795" fmla="*/ 1325613 w 1465857"/>
                <a:gd name="connsiteY3795" fmla="*/ 1122513 h 1282606"/>
                <a:gd name="connsiteX3796" fmla="*/ 1322880 w 1465857"/>
                <a:gd name="connsiteY3796" fmla="*/ 1120068 h 1282606"/>
                <a:gd name="connsiteX3797" fmla="*/ 1320435 w 1465857"/>
                <a:gd name="connsiteY3797" fmla="*/ 1120068 h 1282606"/>
                <a:gd name="connsiteX3798" fmla="*/ 1317989 w 1465857"/>
                <a:gd name="connsiteY3798" fmla="*/ 1120068 h 1282606"/>
                <a:gd name="connsiteX3799" fmla="*/ 1315544 w 1465857"/>
                <a:gd name="connsiteY3799" fmla="*/ 1117623 h 1282606"/>
                <a:gd name="connsiteX3800" fmla="*/ 1315544 w 1465857"/>
                <a:gd name="connsiteY3800" fmla="*/ 1120068 h 1282606"/>
                <a:gd name="connsiteX3801" fmla="*/ 1312811 w 1465857"/>
                <a:gd name="connsiteY3801" fmla="*/ 1117623 h 1282606"/>
                <a:gd name="connsiteX3802" fmla="*/ 1312811 w 1465857"/>
                <a:gd name="connsiteY3802" fmla="*/ 1120068 h 1282606"/>
                <a:gd name="connsiteX3803" fmla="*/ 1310366 w 1465857"/>
                <a:gd name="connsiteY3803" fmla="*/ 1120068 h 1282606"/>
                <a:gd name="connsiteX3804" fmla="*/ 1307777 w 1465857"/>
                <a:gd name="connsiteY3804" fmla="*/ 1117623 h 1282606"/>
                <a:gd name="connsiteX3805" fmla="*/ 1305332 w 1465857"/>
                <a:gd name="connsiteY3805" fmla="*/ 1117623 h 1282606"/>
                <a:gd name="connsiteX3806" fmla="*/ 1305332 w 1465857"/>
                <a:gd name="connsiteY3806" fmla="*/ 1115178 h 1282606"/>
                <a:gd name="connsiteX3807" fmla="*/ 1302887 w 1465857"/>
                <a:gd name="connsiteY3807" fmla="*/ 1115178 h 1282606"/>
                <a:gd name="connsiteX3808" fmla="*/ 1300154 w 1465857"/>
                <a:gd name="connsiteY3808" fmla="*/ 1115178 h 1282606"/>
                <a:gd name="connsiteX3809" fmla="*/ 1300154 w 1465857"/>
                <a:gd name="connsiteY3809" fmla="*/ 1112445 h 1282606"/>
                <a:gd name="connsiteX3810" fmla="*/ 1302887 w 1465857"/>
                <a:gd name="connsiteY3810" fmla="*/ 1112445 h 1282606"/>
                <a:gd name="connsiteX3811" fmla="*/ 1300154 w 1465857"/>
                <a:gd name="connsiteY3811" fmla="*/ 1109856 h 1282606"/>
                <a:gd name="connsiteX3812" fmla="*/ 1300154 w 1465857"/>
                <a:gd name="connsiteY3812" fmla="*/ 1107410 h 1282606"/>
                <a:gd name="connsiteX3813" fmla="*/ 1295119 w 1465857"/>
                <a:gd name="connsiteY3813" fmla="*/ 1107410 h 1282606"/>
                <a:gd name="connsiteX3814" fmla="*/ 1297709 w 1465857"/>
                <a:gd name="connsiteY3814" fmla="*/ 1109856 h 1282606"/>
                <a:gd name="connsiteX3815" fmla="*/ 1297709 w 1465857"/>
                <a:gd name="connsiteY3815" fmla="*/ 1112445 h 1282606"/>
                <a:gd name="connsiteX3816" fmla="*/ 1297709 w 1465857"/>
                <a:gd name="connsiteY3816" fmla="*/ 1115178 h 1282606"/>
                <a:gd name="connsiteX3817" fmla="*/ 1297709 w 1465857"/>
                <a:gd name="connsiteY3817" fmla="*/ 1117623 h 1282606"/>
                <a:gd name="connsiteX3818" fmla="*/ 1295119 w 1465857"/>
                <a:gd name="connsiteY3818" fmla="*/ 1117623 h 1282606"/>
                <a:gd name="connsiteX3819" fmla="*/ 1297709 w 1465857"/>
                <a:gd name="connsiteY3819" fmla="*/ 1120068 h 1282606"/>
                <a:gd name="connsiteX3820" fmla="*/ 1295119 w 1465857"/>
                <a:gd name="connsiteY3820" fmla="*/ 1120068 h 1282606"/>
                <a:gd name="connsiteX3821" fmla="*/ 1292674 w 1465857"/>
                <a:gd name="connsiteY3821" fmla="*/ 1120068 h 1282606"/>
                <a:gd name="connsiteX3822" fmla="*/ 1289941 w 1465857"/>
                <a:gd name="connsiteY3822" fmla="*/ 1120068 h 1282606"/>
                <a:gd name="connsiteX3823" fmla="*/ 1287496 w 1465857"/>
                <a:gd name="connsiteY3823" fmla="*/ 1117623 h 1282606"/>
                <a:gd name="connsiteX3824" fmla="*/ 1285051 w 1465857"/>
                <a:gd name="connsiteY3824" fmla="*/ 1115178 h 1282606"/>
                <a:gd name="connsiteX3825" fmla="*/ 1285051 w 1465857"/>
                <a:gd name="connsiteY3825" fmla="*/ 1112445 h 1282606"/>
                <a:gd name="connsiteX3826" fmla="*/ 1285051 w 1465857"/>
                <a:gd name="connsiteY3826" fmla="*/ 1109856 h 1282606"/>
                <a:gd name="connsiteX3827" fmla="*/ 1285051 w 1465857"/>
                <a:gd name="connsiteY3827" fmla="*/ 1104965 h 1282606"/>
                <a:gd name="connsiteX3828" fmla="*/ 1282461 w 1465857"/>
                <a:gd name="connsiteY3828" fmla="*/ 1104965 h 1282606"/>
                <a:gd name="connsiteX3829" fmla="*/ 1282461 w 1465857"/>
                <a:gd name="connsiteY3829" fmla="*/ 1109856 h 1282606"/>
                <a:gd name="connsiteX3830" fmla="*/ 1282461 w 1465857"/>
                <a:gd name="connsiteY3830" fmla="*/ 1112445 h 1282606"/>
                <a:gd name="connsiteX3831" fmla="*/ 1279729 w 1465857"/>
                <a:gd name="connsiteY3831" fmla="*/ 1112445 h 1282606"/>
                <a:gd name="connsiteX3832" fmla="*/ 1274838 w 1465857"/>
                <a:gd name="connsiteY3832" fmla="*/ 1107410 h 1282606"/>
                <a:gd name="connsiteX3833" fmla="*/ 1272393 w 1465857"/>
                <a:gd name="connsiteY3833" fmla="*/ 1107410 h 1282606"/>
                <a:gd name="connsiteX3834" fmla="*/ 1272393 w 1465857"/>
                <a:gd name="connsiteY3834" fmla="*/ 1104965 h 1282606"/>
                <a:gd name="connsiteX3835" fmla="*/ 1269660 w 1465857"/>
                <a:gd name="connsiteY3835" fmla="*/ 1104965 h 1282606"/>
                <a:gd name="connsiteX3836" fmla="*/ 1272393 w 1465857"/>
                <a:gd name="connsiteY3836" fmla="*/ 1102520 h 1282606"/>
                <a:gd name="connsiteX3837" fmla="*/ 1272393 w 1465857"/>
                <a:gd name="connsiteY3837" fmla="*/ 1099787 h 1282606"/>
                <a:gd name="connsiteX3838" fmla="*/ 1272393 w 1465857"/>
                <a:gd name="connsiteY3838" fmla="*/ 1097342 h 1282606"/>
                <a:gd name="connsiteX3839" fmla="*/ 1269660 w 1465857"/>
                <a:gd name="connsiteY3839" fmla="*/ 1097342 h 1282606"/>
                <a:gd name="connsiteX3840" fmla="*/ 1267215 w 1465857"/>
                <a:gd name="connsiteY3840" fmla="*/ 1094753 h 1282606"/>
                <a:gd name="connsiteX3841" fmla="*/ 1269660 w 1465857"/>
                <a:gd name="connsiteY3841" fmla="*/ 1099787 h 1282606"/>
                <a:gd name="connsiteX3842" fmla="*/ 1264626 w 1465857"/>
                <a:gd name="connsiteY3842" fmla="*/ 1102520 h 1282606"/>
                <a:gd name="connsiteX3843" fmla="*/ 1264626 w 1465857"/>
                <a:gd name="connsiteY3843" fmla="*/ 1099787 h 1282606"/>
                <a:gd name="connsiteX3844" fmla="*/ 1259448 w 1465857"/>
                <a:gd name="connsiteY3844" fmla="*/ 1097342 h 1282606"/>
                <a:gd name="connsiteX3845" fmla="*/ 1259448 w 1465857"/>
                <a:gd name="connsiteY3845" fmla="*/ 1099787 h 1282606"/>
                <a:gd name="connsiteX3846" fmla="*/ 1262181 w 1465857"/>
                <a:gd name="connsiteY3846" fmla="*/ 1102520 h 1282606"/>
                <a:gd name="connsiteX3847" fmla="*/ 1262181 w 1465857"/>
                <a:gd name="connsiteY3847" fmla="*/ 1104965 h 1282606"/>
                <a:gd name="connsiteX3848" fmla="*/ 1259448 w 1465857"/>
                <a:gd name="connsiteY3848" fmla="*/ 1102520 h 1282606"/>
                <a:gd name="connsiteX3849" fmla="*/ 1257002 w 1465857"/>
                <a:gd name="connsiteY3849" fmla="*/ 1099787 h 1282606"/>
                <a:gd name="connsiteX3850" fmla="*/ 1251968 w 1465857"/>
                <a:gd name="connsiteY3850" fmla="*/ 1097342 h 1282606"/>
                <a:gd name="connsiteX3851" fmla="*/ 1246790 w 1465857"/>
                <a:gd name="connsiteY3851" fmla="*/ 1092308 h 1282606"/>
                <a:gd name="connsiteX3852" fmla="*/ 1244344 w 1465857"/>
                <a:gd name="connsiteY3852" fmla="*/ 1092308 h 1282606"/>
                <a:gd name="connsiteX3853" fmla="*/ 1241899 w 1465857"/>
                <a:gd name="connsiteY3853" fmla="*/ 1089575 h 1282606"/>
                <a:gd name="connsiteX3854" fmla="*/ 1239166 w 1465857"/>
                <a:gd name="connsiteY3854" fmla="*/ 1089575 h 1282606"/>
                <a:gd name="connsiteX3855" fmla="*/ 1239166 w 1465857"/>
                <a:gd name="connsiteY3855" fmla="*/ 1087129 h 1282606"/>
                <a:gd name="connsiteX3856" fmla="*/ 1236721 w 1465857"/>
                <a:gd name="connsiteY3856" fmla="*/ 1084684 h 1282606"/>
                <a:gd name="connsiteX3857" fmla="*/ 1236721 w 1465857"/>
                <a:gd name="connsiteY3857" fmla="*/ 1087129 h 1282606"/>
                <a:gd name="connsiteX3858" fmla="*/ 1234132 w 1465857"/>
                <a:gd name="connsiteY3858" fmla="*/ 1084684 h 1282606"/>
                <a:gd name="connsiteX3859" fmla="*/ 1234132 w 1465857"/>
                <a:gd name="connsiteY3859" fmla="*/ 1082095 h 1282606"/>
                <a:gd name="connsiteX3860" fmla="*/ 1234132 w 1465857"/>
                <a:gd name="connsiteY3860" fmla="*/ 1079506 h 1282606"/>
                <a:gd name="connsiteX3861" fmla="*/ 1231686 w 1465857"/>
                <a:gd name="connsiteY3861" fmla="*/ 1079506 h 1282606"/>
                <a:gd name="connsiteX3862" fmla="*/ 1229241 w 1465857"/>
                <a:gd name="connsiteY3862" fmla="*/ 1082095 h 1282606"/>
                <a:gd name="connsiteX3863" fmla="*/ 1229241 w 1465857"/>
                <a:gd name="connsiteY3863" fmla="*/ 1079506 h 1282606"/>
                <a:gd name="connsiteX3864" fmla="*/ 1226509 w 1465857"/>
                <a:gd name="connsiteY3864" fmla="*/ 1076917 h 1282606"/>
                <a:gd name="connsiteX3865" fmla="*/ 1226509 w 1465857"/>
                <a:gd name="connsiteY3865" fmla="*/ 1074471 h 1282606"/>
                <a:gd name="connsiteX3866" fmla="*/ 1224063 w 1465857"/>
                <a:gd name="connsiteY3866" fmla="*/ 1074471 h 1282606"/>
                <a:gd name="connsiteX3867" fmla="*/ 1224063 w 1465857"/>
                <a:gd name="connsiteY3867" fmla="*/ 1072026 h 1282606"/>
                <a:gd name="connsiteX3868" fmla="*/ 1224063 w 1465857"/>
                <a:gd name="connsiteY3868" fmla="*/ 1069293 h 1282606"/>
                <a:gd name="connsiteX3869" fmla="*/ 1221474 w 1465857"/>
                <a:gd name="connsiteY3869" fmla="*/ 1069293 h 1282606"/>
                <a:gd name="connsiteX3870" fmla="*/ 1219029 w 1465857"/>
                <a:gd name="connsiteY3870" fmla="*/ 1072026 h 1282606"/>
                <a:gd name="connsiteX3871" fmla="*/ 1219029 w 1465857"/>
                <a:gd name="connsiteY3871" fmla="*/ 1074471 h 1282606"/>
                <a:gd name="connsiteX3872" fmla="*/ 1216296 w 1465857"/>
                <a:gd name="connsiteY3872" fmla="*/ 1069293 h 1282606"/>
                <a:gd name="connsiteX3873" fmla="*/ 1213851 w 1465857"/>
                <a:gd name="connsiteY3873" fmla="*/ 1066704 h 1282606"/>
                <a:gd name="connsiteX3874" fmla="*/ 1211406 w 1465857"/>
                <a:gd name="connsiteY3874" fmla="*/ 1064259 h 1282606"/>
                <a:gd name="connsiteX3875" fmla="*/ 1208816 w 1465857"/>
                <a:gd name="connsiteY3875" fmla="*/ 1064259 h 1282606"/>
                <a:gd name="connsiteX3876" fmla="*/ 1208816 w 1465857"/>
                <a:gd name="connsiteY3876" fmla="*/ 1066704 h 1282606"/>
                <a:gd name="connsiteX3877" fmla="*/ 1211406 w 1465857"/>
                <a:gd name="connsiteY3877" fmla="*/ 1066704 h 1282606"/>
                <a:gd name="connsiteX3878" fmla="*/ 1211406 w 1465857"/>
                <a:gd name="connsiteY3878" fmla="*/ 1069293 h 1282606"/>
                <a:gd name="connsiteX3879" fmla="*/ 1213851 w 1465857"/>
                <a:gd name="connsiteY3879" fmla="*/ 1072026 h 1282606"/>
                <a:gd name="connsiteX3880" fmla="*/ 1216296 w 1465857"/>
                <a:gd name="connsiteY3880" fmla="*/ 1074471 h 1282606"/>
                <a:gd name="connsiteX3881" fmla="*/ 1216296 w 1465857"/>
                <a:gd name="connsiteY3881" fmla="*/ 1079506 h 1282606"/>
                <a:gd name="connsiteX3882" fmla="*/ 1219029 w 1465857"/>
                <a:gd name="connsiteY3882" fmla="*/ 1082095 h 1282606"/>
                <a:gd name="connsiteX3883" fmla="*/ 1221474 w 1465857"/>
                <a:gd name="connsiteY3883" fmla="*/ 1084684 h 1282606"/>
                <a:gd name="connsiteX3884" fmla="*/ 1221474 w 1465857"/>
                <a:gd name="connsiteY3884" fmla="*/ 1087129 h 1282606"/>
                <a:gd name="connsiteX3885" fmla="*/ 1226509 w 1465857"/>
                <a:gd name="connsiteY3885" fmla="*/ 1092308 h 1282606"/>
                <a:gd name="connsiteX3886" fmla="*/ 1231686 w 1465857"/>
                <a:gd name="connsiteY3886" fmla="*/ 1094753 h 1282606"/>
                <a:gd name="connsiteX3887" fmla="*/ 1231686 w 1465857"/>
                <a:gd name="connsiteY3887" fmla="*/ 1097342 h 1282606"/>
                <a:gd name="connsiteX3888" fmla="*/ 1234132 w 1465857"/>
                <a:gd name="connsiteY3888" fmla="*/ 1102520 h 1282606"/>
                <a:gd name="connsiteX3889" fmla="*/ 1231686 w 1465857"/>
                <a:gd name="connsiteY3889" fmla="*/ 1102520 h 1282606"/>
                <a:gd name="connsiteX3890" fmla="*/ 1229241 w 1465857"/>
                <a:gd name="connsiteY3890" fmla="*/ 1102520 h 1282606"/>
                <a:gd name="connsiteX3891" fmla="*/ 1224063 w 1465857"/>
                <a:gd name="connsiteY3891" fmla="*/ 1099787 h 1282606"/>
                <a:gd name="connsiteX3892" fmla="*/ 1213851 w 1465857"/>
                <a:gd name="connsiteY3892" fmla="*/ 1089575 h 1282606"/>
                <a:gd name="connsiteX3893" fmla="*/ 1211406 w 1465857"/>
                <a:gd name="connsiteY3893" fmla="*/ 1087129 h 1282606"/>
                <a:gd name="connsiteX3894" fmla="*/ 1206083 w 1465857"/>
                <a:gd name="connsiteY3894" fmla="*/ 1087129 h 1282606"/>
                <a:gd name="connsiteX3895" fmla="*/ 1208816 w 1465857"/>
                <a:gd name="connsiteY3895" fmla="*/ 1089575 h 1282606"/>
                <a:gd name="connsiteX3896" fmla="*/ 1206083 w 1465857"/>
                <a:gd name="connsiteY3896" fmla="*/ 1089575 h 1282606"/>
                <a:gd name="connsiteX3897" fmla="*/ 1203638 w 1465857"/>
                <a:gd name="connsiteY3897" fmla="*/ 1087129 h 1282606"/>
                <a:gd name="connsiteX3898" fmla="*/ 1203638 w 1465857"/>
                <a:gd name="connsiteY3898" fmla="*/ 1084684 h 1282606"/>
                <a:gd name="connsiteX3899" fmla="*/ 1201193 w 1465857"/>
                <a:gd name="connsiteY3899" fmla="*/ 1082095 h 1282606"/>
                <a:gd name="connsiteX3900" fmla="*/ 1201193 w 1465857"/>
                <a:gd name="connsiteY3900" fmla="*/ 1084684 h 1282606"/>
                <a:gd name="connsiteX3901" fmla="*/ 1201193 w 1465857"/>
                <a:gd name="connsiteY3901" fmla="*/ 1087129 h 1282606"/>
                <a:gd name="connsiteX3902" fmla="*/ 1198748 w 1465857"/>
                <a:gd name="connsiteY3902" fmla="*/ 1084684 h 1282606"/>
                <a:gd name="connsiteX3903" fmla="*/ 1196015 w 1465857"/>
                <a:gd name="connsiteY3903" fmla="*/ 1084684 h 1282606"/>
                <a:gd name="connsiteX3904" fmla="*/ 1196015 w 1465857"/>
                <a:gd name="connsiteY3904" fmla="*/ 1082095 h 1282606"/>
                <a:gd name="connsiteX3905" fmla="*/ 1193569 w 1465857"/>
                <a:gd name="connsiteY3905" fmla="*/ 1082095 h 1282606"/>
                <a:gd name="connsiteX3906" fmla="*/ 1193569 w 1465857"/>
                <a:gd name="connsiteY3906" fmla="*/ 1084684 h 1282606"/>
                <a:gd name="connsiteX3907" fmla="*/ 1190980 w 1465857"/>
                <a:gd name="connsiteY3907" fmla="*/ 1084684 h 1282606"/>
                <a:gd name="connsiteX3908" fmla="*/ 1190980 w 1465857"/>
                <a:gd name="connsiteY3908" fmla="*/ 1082095 h 1282606"/>
                <a:gd name="connsiteX3909" fmla="*/ 1188535 w 1465857"/>
                <a:gd name="connsiteY3909" fmla="*/ 1082095 h 1282606"/>
                <a:gd name="connsiteX3910" fmla="*/ 1185802 w 1465857"/>
                <a:gd name="connsiteY3910" fmla="*/ 1082095 h 1282606"/>
                <a:gd name="connsiteX3911" fmla="*/ 1183357 w 1465857"/>
                <a:gd name="connsiteY3911" fmla="*/ 1079506 h 1282606"/>
                <a:gd name="connsiteX3912" fmla="*/ 1180912 w 1465857"/>
                <a:gd name="connsiteY3912" fmla="*/ 1076917 h 1282606"/>
                <a:gd name="connsiteX3913" fmla="*/ 1178323 w 1465857"/>
                <a:gd name="connsiteY3913" fmla="*/ 1076917 h 1282606"/>
                <a:gd name="connsiteX3914" fmla="*/ 1178323 w 1465857"/>
                <a:gd name="connsiteY3914" fmla="*/ 1074471 h 1282606"/>
                <a:gd name="connsiteX3915" fmla="*/ 1175590 w 1465857"/>
                <a:gd name="connsiteY3915" fmla="*/ 1074471 h 1282606"/>
                <a:gd name="connsiteX3916" fmla="*/ 1173145 w 1465857"/>
                <a:gd name="connsiteY3916" fmla="*/ 1074471 h 1282606"/>
                <a:gd name="connsiteX3917" fmla="*/ 1173145 w 1465857"/>
                <a:gd name="connsiteY3917" fmla="*/ 1076917 h 1282606"/>
                <a:gd name="connsiteX3918" fmla="*/ 1170699 w 1465857"/>
                <a:gd name="connsiteY3918" fmla="*/ 1076917 h 1282606"/>
                <a:gd name="connsiteX3919" fmla="*/ 1168254 w 1465857"/>
                <a:gd name="connsiteY3919" fmla="*/ 1074471 h 1282606"/>
                <a:gd name="connsiteX3920" fmla="*/ 1165521 w 1465857"/>
                <a:gd name="connsiteY3920" fmla="*/ 1074471 h 1282606"/>
                <a:gd name="connsiteX3921" fmla="*/ 1165521 w 1465857"/>
                <a:gd name="connsiteY3921" fmla="*/ 1076917 h 1282606"/>
                <a:gd name="connsiteX3922" fmla="*/ 1165521 w 1465857"/>
                <a:gd name="connsiteY3922" fmla="*/ 1079506 h 1282606"/>
                <a:gd name="connsiteX3923" fmla="*/ 1162932 w 1465857"/>
                <a:gd name="connsiteY3923" fmla="*/ 1079506 h 1282606"/>
                <a:gd name="connsiteX3924" fmla="*/ 1160487 w 1465857"/>
                <a:gd name="connsiteY3924" fmla="*/ 1079506 h 1282606"/>
                <a:gd name="connsiteX3925" fmla="*/ 1158041 w 1465857"/>
                <a:gd name="connsiteY3925" fmla="*/ 1082095 h 1282606"/>
                <a:gd name="connsiteX3926" fmla="*/ 1155596 w 1465857"/>
                <a:gd name="connsiteY3926" fmla="*/ 1079506 h 1282606"/>
                <a:gd name="connsiteX3927" fmla="*/ 1152863 w 1465857"/>
                <a:gd name="connsiteY3927" fmla="*/ 1079506 h 1282606"/>
                <a:gd name="connsiteX3928" fmla="*/ 1152863 w 1465857"/>
                <a:gd name="connsiteY3928" fmla="*/ 1082095 h 1282606"/>
                <a:gd name="connsiteX3929" fmla="*/ 1155596 w 1465857"/>
                <a:gd name="connsiteY3929" fmla="*/ 1084684 h 1282606"/>
                <a:gd name="connsiteX3930" fmla="*/ 1158041 w 1465857"/>
                <a:gd name="connsiteY3930" fmla="*/ 1087129 h 1282606"/>
                <a:gd name="connsiteX3931" fmla="*/ 1160487 w 1465857"/>
                <a:gd name="connsiteY3931" fmla="*/ 1089575 h 1282606"/>
                <a:gd name="connsiteX3932" fmla="*/ 1162932 w 1465857"/>
                <a:gd name="connsiteY3932" fmla="*/ 1089575 h 1282606"/>
                <a:gd name="connsiteX3933" fmla="*/ 1165521 w 1465857"/>
                <a:gd name="connsiteY3933" fmla="*/ 1092308 h 1282606"/>
                <a:gd name="connsiteX3934" fmla="*/ 1165521 w 1465857"/>
                <a:gd name="connsiteY3934" fmla="*/ 1094753 h 1282606"/>
                <a:gd name="connsiteX3935" fmla="*/ 1170699 w 1465857"/>
                <a:gd name="connsiteY3935" fmla="*/ 1099787 h 1282606"/>
                <a:gd name="connsiteX3936" fmla="*/ 1175590 w 1465857"/>
                <a:gd name="connsiteY3936" fmla="*/ 1102520 h 1282606"/>
                <a:gd name="connsiteX3937" fmla="*/ 1178323 w 1465857"/>
                <a:gd name="connsiteY3937" fmla="*/ 1102520 h 1282606"/>
                <a:gd name="connsiteX3938" fmla="*/ 1180912 w 1465857"/>
                <a:gd name="connsiteY3938" fmla="*/ 1104965 h 1282606"/>
                <a:gd name="connsiteX3939" fmla="*/ 1180912 w 1465857"/>
                <a:gd name="connsiteY3939" fmla="*/ 1107410 h 1282606"/>
                <a:gd name="connsiteX3940" fmla="*/ 1188535 w 1465857"/>
                <a:gd name="connsiteY3940" fmla="*/ 1109856 h 1282606"/>
                <a:gd name="connsiteX3941" fmla="*/ 1188535 w 1465857"/>
                <a:gd name="connsiteY3941" fmla="*/ 1107410 h 1282606"/>
                <a:gd name="connsiteX3942" fmla="*/ 1190980 w 1465857"/>
                <a:gd name="connsiteY3942" fmla="*/ 1107410 h 1282606"/>
                <a:gd name="connsiteX3943" fmla="*/ 1190980 w 1465857"/>
                <a:gd name="connsiteY3943" fmla="*/ 1109856 h 1282606"/>
                <a:gd name="connsiteX3944" fmla="*/ 1190980 w 1465857"/>
                <a:gd name="connsiteY3944" fmla="*/ 1112445 h 1282606"/>
                <a:gd name="connsiteX3945" fmla="*/ 1193569 w 1465857"/>
                <a:gd name="connsiteY3945" fmla="*/ 1112445 h 1282606"/>
                <a:gd name="connsiteX3946" fmla="*/ 1196015 w 1465857"/>
                <a:gd name="connsiteY3946" fmla="*/ 1115178 h 1282606"/>
                <a:gd name="connsiteX3947" fmla="*/ 1206083 w 1465857"/>
                <a:gd name="connsiteY3947" fmla="*/ 1122513 h 1282606"/>
                <a:gd name="connsiteX3948" fmla="*/ 1206083 w 1465857"/>
                <a:gd name="connsiteY3948" fmla="*/ 1125246 h 1282606"/>
                <a:gd name="connsiteX3949" fmla="*/ 1211406 w 1465857"/>
                <a:gd name="connsiteY3949" fmla="*/ 1127835 h 1282606"/>
                <a:gd name="connsiteX3950" fmla="*/ 1211406 w 1465857"/>
                <a:gd name="connsiteY3950" fmla="*/ 1130281 h 1282606"/>
                <a:gd name="connsiteX3951" fmla="*/ 1216296 w 1465857"/>
                <a:gd name="connsiteY3951" fmla="*/ 1130281 h 1282606"/>
                <a:gd name="connsiteX3952" fmla="*/ 1216296 w 1465857"/>
                <a:gd name="connsiteY3952" fmla="*/ 1132726 h 1282606"/>
                <a:gd name="connsiteX3953" fmla="*/ 1219029 w 1465857"/>
                <a:gd name="connsiteY3953" fmla="*/ 1135459 h 1282606"/>
                <a:gd name="connsiteX3954" fmla="*/ 1219029 w 1465857"/>
                <a:gd name="connsiteY3954" fmla="*/ 1132726 h 1282606"/>
                <a:gd name="connsiteX3955" fmla="*/ 1221474 w 1465857"/>
                <a:gd name="connsiteY3955" fmla="*/ 1132726 h 1282606"/>
                <a:gd name="connsiteX3956" fmla="*/ 1224063 w 1465857"/>
                <a:gd name="connsiteY3956" fmla="*/ 1130281 h 1282606"/>
                <a:gd name="connsiteX3957" fmla="*/ 1226509 w 1465857"/>
                <a:gd name="connsiteY3957" fmla="*/ 1130281 h 1282606"/>
                <a:gd name="connsiteX3958" fmla="*/ 1229241 w 1465857"/>
                <a:gd name="connsiteY3958" fmla="*/ 1130281 h 1282606"/>
                <a:gd name="connsiteX3959" fmla="*/ 1229241 w 1465857"/>
                <a:gd name="connsiteY3959" fmla="*/ 1132726 h 1282606"/>
                <a:gd name="connsiteX3960" fmla="*/ 1229241 w 1465857"/>
                <a:gd name="connsiteY3960" fmla="*/ 1135459 h 1282606"/>
                <a:gd name="connsiteX3961" fmla="*/ 1229241 w 1465857"/>
                <a:gd name="connsiteY3961" fmla="*/ 1137904 h 1282606"/>
                <a:gd name="connsiteX3962" fmla="*/ 1229241 w 1465857"/>
                <a:gd name="connsiteY3962" fmla="*/ 1140493 h 1282606"/>
                <a:gd name="connsiteX3963" fmla="*/ 1229241 w 1465857"/>
                <a:gd name="connsiteY3963" fmla="*/ 1142938 h 1282606"/>
                <a:gd name="connsiteX3964" fmla="*/ 1231686 w 1465857"/>
                <a:gd name="connsiteY3964" fmla="*/ 1137904 h 1282606"/>
                <a:gd name="connsiteX3965" fmla="*/ 1231686 w 1465857"/>
                <a:gd name="connsiteY3965" fmla="*/ 1135459 h 1282606"/>
                <a:gd name="connsiteX3966" fmla="*/ 1231686 w 1465857"/>
                <a:gd name="connsiteY3966" fmla="*/ 1132726 h 1282606"/>
                <a:gd name="connsiteX3967" fmla="*/ 1234132 w 1465857"/>
                <a:gd name="connsiteY3967" fmla="*/ 1135459 h 1282606"/>
                <a:gd name="connsiteX3968" fmla="*/ 1236721 w 1465857"/>
                <a:gd name="connsiteY3968" fmla="*/ 1135459 h 1282606"/>
                <a:gd name="connsiteX3969" fmla="*/ 1239166 w 1465857"/>
                <a:gd name="connsiteY3969" fmla="*/ 1135459 h 1282606"/>
                <a:gd name="connsiteX3970" fmla="*/ 1241899 w 1465857"/>
                <a:gd name="connsiteY3970" fmla="*/ 1132726 h 1282606"/>
                <a:gd name="connsiteX3971" fmla="*/ 1244344 w 1465857"/>
                <a:gd name="connsiteY3971" fmla="*/ 1132726 h 1282606"/>
                <a:gd name="connsiteX3972" fmla="*/ 1246790 w 1465857"/>
                <a:gd name="connsiteY3972" fmla="*/ 1132726 h 1282606"/>
                <a:gd name="connsiteX3973" fmla="*/ 1246790 w 1465857"/>
                <a:gd name="connsiteY3973" fmla="*/ 1135459 h 1282606"/>
                <a:gd name="connsiteX3974" fmla="*/ 1244344 w 1465857"/>
                <a:gd name="connsiteY3974" fmla="*/ 1137904 h 1282606"/>
                <a:gd name="connsiteX3975" fmla="*/ 1241899 w 1465857"/>
                <a:gd name="connsiteY3975" fmla="*/ 1137904 h 1282606"/>
                <a:gd name="connsiteX3976" fmla="*/ 1239166 w 1465857"/>
                <a:gd name="connsiteY3976" fmla="*/ 1142938 h 1282606"/>
                <a:gd name="connsiteX3977" fmla="*/ 1241899 w 1465857"/>
                <a:gd name="connsiteY3977" fmla="*/ 1145671 h 1282606"/>
                <a:gd name="connsiteX3978" fmla="*/ 1244344 w 1465857"/>
                <a:gd name="connsiteY3978" fmla="*/ 1145671 h 1282606"/>
                <a:gd name="connsiteX3979" fmla="*/ 1244344 w 1465857"/>
                <a:gd name="connsiteY3979" fmla="*/ 1142938 h 1282606"/>
                <a:gd name="connsiteX3980" fmla="*/ 1244344 w 1465857"/>
                <a:gd name="connsiteY3980" fmla="*/ 1140493 h 1282606"/>
                <a:gd name="connsiteX3981" fmla="*/ 1246790 w 1465857"/>
                <a:gd name="connsiteY3981" fmla="*/ 1140493 h 1282606"/>
                <a:gd name="connsiteX3982" fmla="*/ 1249235 w 1465857"/>
                <a:gd name="connsiteY3982" fmla="*/ 1140493 h 1282606"/>
                <a:gd name="connsiteX3983" fmla="*/ 1251968 w 1465857"/>
                <a:gd name="connsiteY3983" fmla="*/ 1137904 h 1282606"/>
                <a:gd name="connsiteX3984" fmla="*/ 1254557 w 1465857"/>
                <a:gd name="connsiteY3984" fmla="*/ 1137904 h 1282606"/>
                <a:gd name="connsiteX3985" fmla="*/ 1254557 w 1465857"/>
                <a:gd name="connsiteY3985" fmla="*/ 1140493 h 1282606"/>
                <a:gd name="connsiteX3986" fmla="*/ 1249235 w 1465857"/>
                <a:gd name="connsiteY3986" fmla="*/ 1148117 h 1282606"/>
                <a:gd name="connsiteX3987" fmla="*/ 1249235 w 1465857"/>
                <a:gd name="connsiteY3987" fmla="*/ 1150562 h 1282606"/>
                <a:gd name="connsiteX3988" fmla="*/ 1249235 w 1465857"/>
                <a:gd name="connsiteY3988" fmla="*/ 1153007 h 1282606"/>
                <a:gd name="connsiteX3989" fmla="*/ 1251968 w 1465857"/>
                <a:gd name="connsiteY3989" fmla="*/ 1145671 h 1282606"/>
                <a:gd name="connsiteX3990" fmla="*/ 1254557 w 1465857"/>
                <a:gd name="connsiteY3990" fmla="*/ 1145671 h 1282606"/>
                <a:gd name="connsiteX3991" fmla="*/ 1257002 w 1465857"/>
                <a:gd name="connsiteY3991" fmla="*/ 1145671 h 1282606"/>
                <a:gd name="connsiteX3992" fmla="*/ 1257002 w 1465857"/>
                <a:gd name="connsiteY3992" fmla="*/ 1142938 h 1282606"/>
                <a:gd name="connsiteX3993" fmla="*/ 1259448 w 1465857"/>
                <a:gd name="connsiteY3993" fmla="*/ 1140493 h 1282606"/>
                <a:gd name="connsiteX3994" fmla="*/ 1262181 w 1465857"/>
                <a:gd name="connsiteY3994" fmla="*/ 1142938 h 1282606"/>
                <a:gd name="connsiteX3995" fmla="*/ 1262181 w 1465857"/>
                <a:gd name="connsiteY3995" fmla="*/ 1145671 h 1282606"/>
                <a:gd name="connsiteX3996" fmla="*/ 1264626 w 1465857"/>
                <a:gd name="connsiteY3996" fmla="*/ 1145671 h 1282606"/>
                <a:gd name="connsiteX3997" fmla="*/ 1267215 w 1465857"/>
                <a:gd name="connsiteY3997" fmla="*/ 1148117 h 1282606"/>
                <a:gd name="connsiteX3998" fmla="*/ 1269660 w 1465857"/>
                <a:gd name="connsiteY3998" fmla="*/ 1145671 h 1282606"/>
                <a:gd name="connsiteX3999" fmla="*/ 1272393 w 1465857"/>
                <a:gd name="connsiteY3999" fmla="*/ 1148117 h 1282606"/>
                <a:gd name="connsiteX4000" fmla="*/ 1269660 w 1465857"/>
                <a:gd name="connsiteY4000" fmla="*/ 1150562 h 1282606"/>
                <a:gd name="connsiteX4001" fmla="*/ 1269660 w 1465857"/>
                <a:gd name="connsiteY4001" fmla="*/ 1153007 h 1282606"/>
                <a:gd name="connsiteX4002" fmla="*/ 1274838 w 1465857"/>
                <a:gd name="connsiteY4002" fmla="*/ 1150562 h 1282606"/>
                <a:gd name="connsiteX4003" fmla="*/ 1277283 w 1465857"/>
                <a:gd name="connsiteY4003" fmla="*/ 1153007 h 1282606"/>
                <a:gd name="connsiteX4004" fmla="*/ 1277283 w 1465857"/>
                <a:gd name="connsiteY4004" fmla="*/ 1155884 h 1282606"/>
                <a:gd name="connsiteX4005" fmla="*/ 1279729 w 1465857"/>
                <a:gd name="connsiteY4005" fmla="*/ 1155884 h 1282606"/>
                <a:gd name="connsiteX4006" fmla="*/ 1282461 w 1465857"/>
                <a:gd name="connsiteY4006" fmla="*/ 1155884 h 1282606"/>
                <a:gd name="connsiteX4007" fmla="*/ 1285051 w 1465857"/>
                <a:gd name="connsiteY4007" fmla="*/ 1155884 h 1282606"/>
                <a:gd name="connsiteX4008" fmla="*/ 1285051 w 1465857"/>
                <a:gd name="connsiteY4008" fmla="*/ 1158329 h 1282606"/>
                <a:gd name="connsiteX4009" fmla="*/ 1285051 w 1465857"/>
                <a:gd name="connsiteY4009" fmla="*/ 1160774 h 1282606"/>
                <a:gd name="connsiteX4010" fmla="*/ 1287496 w 1465857"/>
                <a:gd name="connsiteY4010" fmla="*/ 1158329 h 1282606"/>
                <a:gd name="connsiteX4011" fmla="*/ 1287496 w 1465857"/>
                <a:gd name="connsiteY4011" fmla="*/ 1160774 h 1282606"/>
                <a:gd name="connsiteX4012" fmla="*/ 1289941 w 1465857"/>
                <a:gd name="connsiteY4012" fmla="*/ 1163220 h 1282606"/>
                <a:gd name="connsiteX4013" fmla="*/ 1289941 w 1465857"/>
                <a:gd name="connsiteY4013" fmla="*/ 1165953 h 1282606"/>
                <a:gd name="connsiteX4014" fmla="*/ 1292674 w 1465857"/>
                <a:gd name="connsiteY4014" fmla="*/ 1165953 h 1282606"/>
                <a:gd name="connsiteX4015" fmla="*/ 1295119 w 1465857"/>
                <a:gd name="connsiteY4015" fmla="*/ 1163220 h 1282606"/>
                <a:gd name="connsiteX4016" fmla="*/ 1297709 w 1465857"/>
                <a:gd name="connsiteY4016" fmla="*/ 1163220 h 1282606"/>
                <a:gd name="connsiteX4017" fmla="*/ 1295119 w 1465857"/>
                <a:gd name="connsiteY4017" fmla="*/ 1165953 h 1282606"/>
                <a:gd name="connsiteX4018" fmla="*/ 1295119 w 1465857"/>
                <a:gd name="connsiteY4018" fmla="*/ 1168398 h 1282606"/>
                <a:gd name="connsiteX4019" fmla="*/ 1297709 w 1465857"/>
                <a:gd name="connsiteY4019" fmla="*/ 1165953 h 1282606"/>
                <a:gd name="connsiteX4020" fmla="*/ 1300154 w 1465857"/>
                <a:gd name="connsiteY4020" fmla="*/ 1165953 h 1282606"/>
                <a:gd name="connsiteX4021" fmla="*/ 1302887 w 1465857"/>
                <a:gd name="connsiteY4021" fmla="*/ 1163220 h 1282606"/>
                <a:gd name="connsiteX4022" fmla="*/ 1307777 w 1465857"/>
                <a:gd name="connsiteY4022" fmla="*/ 1163220 h 1282606"/>
                <a:gd name="connsiteX4023" fmla="*/ 1307777 w 1465857"/>
                <a:gd name="connsiteY4023" fmla="*/ 1165953 h 1282606"/>
                <a:gd name="connsiteX4024" fmla="*/ 1310366 w 1465857"/>
                <a:gd name="connsiteY4024" fmla="*/ 1165953 h 1282606"/>
                <a:gd name="connsiteX4025" fmla="*/ 1310366 w 1465857"/>
                <a:gd name="connsiteY4025" fmla="*/ 1168398 h 1282606"/>
                <a:gd name="connsiteX4026" fmla="*/ 1312811 w 1465857"/>
                <a:gd name="connsiteY4026" fmla="*/ 1168398 h 1282606"/>
                <a:gd name="connsiteX4027" fmla="*/ 1315544 w 1465857"/>
                <a:gd name="connsiteY4027" fmla="*/ 1168398 h 1282606"/>
                <a:gd name="connsiteX4028" fmla="*/ 1315544 w 1465857"/>
                <a:gd name="connsiteY4028" fmla="*/ 1170987 h 1282606"/>
                <a:gd name="connsiteX4029" fmla="*/ 1320435 w 1465857"/>
                <a:gd name="connsiteY4029" fmla="*/ 1173432 h 1282606"/>
                <a:gd name="connsiteX4030" fmla="*/ 1317989 w 1465857"/>
                <a:gd name="connsiteY4030" fmla="*/ 1176165 h 1282606"/>
                <a:gd name="connsiteX4031" fmla="*/ 1320435 w 1465857"/>
                <a:gd name="connsiteY4031" fmla="*/ 1176165 h 1282606"/>
                <a:gd name="connsiteX4032" fmla="*/ 1322880 w 1465857"/>
                <a:gd name="connsiteY4032" fmla="*/ 1176165 h 1282606"/>
                <a:gd name="connsiteX4033" fmla="*/ 1322880 w 1465857"/>
                <a:gd name="connsiteY4033" fmla="*/ 1178610 h 1282606"/>
                <a:gd name="connsiteX4034" fmla="*/ 1325613 w 1465857"/>
                <a:gd name="connsiteY4034" fmla="*/ 1176165 h 1282606"/>
                <a:gd name="connsiteX4035" fmla="*/ 1325613 w 1465857"/>
                <a:gd name="connsiteY4035" fmla="*/ 1178610 h 1282606"/>
                <a:gd name="connsiteX4036" fmla="*/ 1328202 w 1465857"/>
                <a:gd name="connsiteY4036" fmla="*/ 1178610 h 1282606"/>
                <a:gd name="connsiteX4037" fmla="*/ 1325613 w 1465857"/>
                <a:gd name="connsiteY4037" fmla="*/ 1181056 h 1282606"/>
                <a:gd name="connsiteX4038" fmla="*/ 1328202 w 1465857"/>
                <a:gd name="connsiteY4038" fmla="*/ 1181056 h 1282606"/>
                <a:gd name="connsiteX4039" fmla="*/ 1328202 w 1465857"/>
                <a:gd name="connsiteY4039" fmla="*/ 1183501 h 1282606"/>
                <a:gd name="connsiteX4040" fmla="*/ 1330647 w 1465857"/>
                <a:gd name="connsiteY4040" fmla="*/ 1183501 h 1282606"/>
                <a:gd name="connsiteX4041" fmla="*/ 1333093 w 1465857"/>
                <a:gd name="connsiteY4041" fmla="*/ 1183501 h 1282606"/>
                <a:gd name="connsiteX4042" fmla="*/ 1333093 w 1465857"/>
                <a:gd name="connsiteY4042" fmla="*/ 1186234 h 1282606"/>
                <a:gd name="connsiteX4043" fmla="*/ 1335826 w 1465857"/>
                <a:gd name="connsiteY4043" fmla="*/ 1186234 h 1282606"/>
                <a:gd name="connsiteX4044" fmla="*/ 1338271 w 1465857"/>
                <a:gd name="connsiteY4044" fmla="*/ 1186234 h 1282606"/>
                <a:gd name="connsiteX4045" fmla="*/ 1338271 w 1465857"/>
                <a:gd name="connsiteY4045" fmla="*/ 1188823 h 1282606"/>
                <a:gd name="connsiteX4046" fmla="*/ 1335826 w 1465857"/>
                <a:gd name="connsiteY4046" fmla="*/ 1191268 h 1282606"/>
                <a:gd name="connsiteX4047" fmla="*/ 1333093 w 1465857"/>
                <a:gd name="connsiteY4047" fmla="*/ 1193713 h 1282606"/>
                <a:gd name="connsiteX4048" fmla="*/ 1333093 w 1465857"/>
                <a:gd name="connsiteY4048" fmla="*/ 1196158 h 1282606"/>
                <a:gd name="connsiteX4049" fmla="*/ 1335826 w 1465857"/>
                <a:gd name="connsiteY4049" fmla="*/ 1196158 h 1282606"/>
                <a:gd name="connsiteX4050" fmla="*/ 1338271 w 1465857"/>
                <a:gd name="connsiteY4050" fmla="*/ 1196158 h 1282606"/>
                <a:gd name="connsiteX4051" fmla="*/ 1338271 w 1465857"/>
                <a:gd name="connsiteY4051" fmla="*/ 1193713 h 1282606"/>
                <a:gd name="connsiteX4052" fmla="*/ 1340860 w 1465857"/>
                <a:gd name="connsiteY4052" fmla="*/ 1191268 h 1282606"/>
                <a:gd name="connsiteX4053" fmla="*/ 1343305 w 1465857"/>
                <a:gd name="connsiteY4053" fmla="*/ 1193713 h 1282606"/>
                <a:gd name="connsiteX4054" fmla="*/ 1343305 w 1465857"/>
                <a:gd name="connsiteY4054" fmla="*/ 1188823 h 1282606"/>
                <a:gd name="connsiteX4055" fmla="*/ 1350928 w 1465857"/>
                <a:gd name="connsiteY4055" fmla="*/ 1196158 h 1282606"/>
                <a:gd name="connsiteX4056" fmla="*/ 1353517 w 1465857"/>
                <a:gd name="connsiteY4056" fmla="*/ 1198891 h 1282606"/>
                <a:gd name="connsiteX4057" fmla="*/ 1348483 w 1465857"/>
                <a:gd name="connsiteY4057" fmla="*/ 1198891 h 1282606"/>
                <a:gd name="connsiteX4058" fmla="*/ 1348483 w 1465857"/>
                <a:gd name="connsiteY4058" fmla="*/ 1201481 h 1282606"/>
                <a:gd name="connsiteX4059" fmla="*/ 1350928 w 1465857"/>
                <a:gd name="connsiteY4059" fmla="*/ 1201481 h 1282606"/>
                <a:gd name="connsiteX4060" fmla="*/ 1353517 w 1465857"/>
                <a:gd name="connsiteY4060" fmla="*/ 1201481 h 1282606"/>
                <a:gd name="connsiteX4061" fmla="*/ 1356107 w 1465857"/>
                <a:gd name="connsiteY4061" fmla="*/ 1201481 h 1282606"/>
                <a:gd name="connsiteX4062" fmla="*/ 1358696 w 1465857"/>
                <a:gd name="connsiteY4062" fmla="*/ 1201481 h 1282606"/>
                <a:gd name="connsiteX4063" fmla="*/ 1358696 w 1465857"/>
                <a:gd name="connsiteY4063" fmla="*/ 1198891 h 1282606"/>
                <a:gd name="connsiteX4064" fmla="*/ 1361141 w 1465857"/>
                <a:gd name="connsiteY4064" fmla="*/ 1196158 h 1282606"/>
                <a:gd name="connsiteX4065" fmla="*/ 1366319 w 1465857"/>
                <a:gd name="connsiteY4065" fmla="*/ 1198891 h 1282606"/>
                <a:gd name="connsiteX4066" fmla="*/ 1366319 w 1465857"/>
                <a:gd name="connsiteY4066" fmla="*/ 1201481 h 1282606"/>
                <a:gd name="connsiteX4067" fmla="*/ 1363586 w 1465857"/>
                <a:gd name="connsiteY4067" fmla="*/ 1201481 h 1282606"/>
                <a:gd name="connsiteX4068" fmla="*/ 1363586 w 1465857"/>
                <a:gd name="connsiteY4068" fmla="*/ 1203926 h 1282606"/>
                <a:gd name="connsiteX4069" fmla="*/ 1363586 w 1465857"/>
                <a:gd name="connsiteY4069" fmla="*/ 1206371 h 1282606"/>
                <a:gd name="connsiteX4070" fmla="*/ 1361141 w 1465857"/>
                <a:gd name="connsiteY4070" fmla="*/ 1206371 h 1282606"/>
                <a:gd name="connsiteX4071" fmla="*/ 1361141 w 1465857"/>
                <a:gd name="connsiteY4071" fmla="*/ 1209104 h 1282606"/>
                <a:gd name="connsiteX4072" fmla="*/ 1363586 w 1465857"/>
                <a:gd name="connsiteY4072" fmla="*/ 1211549 h 1282606"/>
                <a:gd name="connsiteX4073" fmla="*/ 1363586 w 1465857"/>
                <a:gd name="connsiteY4073" fmla="*/ 1214138 h 1282606"/>
                <a:gd name="connsiteX4074" fmla="*/ 1366319 w 1465857"/>
                <a:gd name="connsiteY4074" fmla="*/ 1216584 h 1282606"/>
                <a:gd name="connsiteX4075" fmla="*/ 1366319 w 1465857"/>
                <a:gd name="connsiteY4075" fmla="*/ 1219316 h 1282606"/>
                <a:gd name="connsiteX4076" fmla="*/ 1363586 w 1465857"/>
                <a:gd name="connsiteY4076" fmla="*/ 1219316 h 1282606"/>
                <a:gd name="connsiteX4077" fmla="*/ 1361141 w 1465857"/>
                <a:gd name="connsiteY4077" fmla="*/ 1216584 h 1282606"/>
                <a:gd name="connsiteX4078" fmla="*/ 1358696 w 1465857"/>
                <a:gd name="connsiteY4078" fmla="*/ 1214138 h 1282606"/>
                <a:gd name="connsiteX4079" fmla="*/ 1358696 w 1465857"/>
                <a:gd name="connsiteY4079" fmla="*/ 1216584 h 1282606"/>
                <a:gd name="connsiteX4080" fmla="*/ 1361141 w 1465857"/>
                <a:gd name="connsiteY4080" fmla="*/ 1219316 h 1282606"/>
                <a:gd name="connsiteX4081" fmla="*/ 1363586 w 1465857"/>
                <a:gd name="connsiteY4081" fmla="*/ 1224207 h 1282606"/>
                <a:gd name="connsiteX4082" fmla="*/ 1363586 w 1465857"/>
                <a:gd name="connsiteY4082" fmla="*/ 1226652 h 1282606"/>
                <a:gd name="connsiteX4083" fmla="*/ 1366319 w 1465857"/>
                <a:gd name="connsiteY4083" fmla="*/ 1226652 h 1282606"/>
                <a:gd name="connsiteX4084" fmla="*/ 1368764 w 1465857"/>
                <a:gd name="connsiteY4084" fmla="*/ 1226652 h 1282606"/>
                <a:gd name="connsiteX4085" fmla="*/ 1368764 w 1465857"/>
                <a:gd name="connsiteY4085" fmla="*/ 1229385 h 1282606"/>
                <a:gd name="connsiteX4086" fmla="*/ 1371354 w 1465857"/>
                <a:gd name="connsiteY4086" fmla="*/ 1229385 h 1282606"/>
                <a:gd name="connsiteX4087" fmla="*/ 1373799 w 1465857"/>
                <a:gd name="connsiteY4087" fmla="*/ 1231974 h 1282606"/>
                <a:gd name="connsiteX4088" fmla="*/ 1376532 w 1465857"/>
                <a:gd name="connsiteY4088" fmla="*/ 1231974 h 1282606"/>
                <a:gd name="connsiteX4089" fmla="*/ 1376532 w 1465857"/>
                <a:gd name="connsiteY4089" fmla="*/ 1236865 h 1282606"/>
                <a:gd name="connsiteX4090" fmla="*/ 1373799 w 1465857"/>
                <a:gd name="connsiteY4090" fmla="*/ 1236865 h 1282606"/>
                <a:gd name="connsiteX4091" fmla="*/ 1371354 w 1465857"/>
                <a:gd name="connsiteY4091" fmla="*/ 1236865 h 1282606"/>
                <a:gd name="connsiteX4092" fmla="*/ 1371354 w 1465857"/>
                <a:gd name="connsiteY4092" fmla="*/ 1239598 h 1282606"/>
                <a:gd name="connsiteX4093" fmla="*/ 1368764 w 1465857"/>
                <a:gd name="connsiteY4093" fmla="*/ 1239598 h 1282606"/>
                <a:gd name="connsiteX4094" fmla="*/ 1368764 w 1465857"/>
                <a:gd name="connsiteY4094" fmla="*/ 1242043 h 1282606"/>
                <a:gd name="connsiteX4095" fmla="*/ 1366319 w 1465857"/>
                <a:gd name="connsiteY4095" fmla="*/ 1242043 h 1282606"/>
                <a:gd name="connsiteX4096" fmla="*/ 1363586 w 1465857"/>
                <a:gd name="connsiteY4096" fmla="*/ 1242043 h 1282606"/>
                <a:gd name="connsiteX4097" fmla="*/ 1363586 w 1465857"/>
                <a:gd name="connsiteY4097" fmla="*/ 1244632 h 1282606"/>
                <a:gd name="connsiteX4098" fmla="*/ 1361141 w 1465857"/>
                <a:gd name="connsiteY4098" fmla="*/ 1244632 h 1282606"/>
                <a:gd name="connsiteX4099" fmla="*/ 1358696 w 1465857"/>
                <a:gd name="connsiteY4099" fmla="*/ 1244632 h 1282606"/>
                <a:gd name="connsiteX4100" fmla="*/ 1356107 w 1465857"/>
                <a:gd name="connsiteY4100" fmla="*/ 1244632 h 1282606"/>
                <a:gd name="connsiteX4101" fmla="*/ 1356107 w 1465857"/>
                <a:gd name="connsiteY4101" fmla="*/ 1242043 h 1282606"/>
                <a:gd name="connsiteX4102" fmla="*/ 1356107 w 1465857"/>
                <a:gd name="connsiteY4102" fmla="*/ 1239598 h 1282606"/>
                <a:gd name="connsiteX4103" fmla="*/ 1353517 w 1465857"/>
                <a:gd name="connsiteY4103" fmla="*/ 1244632 h 1282606"/>
                <a:gd name="connsiteX4104" fmla="*/ 1350928 w 1465857"/>
                <a:gd name="connsiteY4104" fmla="*/ 1242043 h 1282606"/>
                <a:gd name="connsiteX4105" fmla="*/ 1348483 w 1465857"/>
                <a:gd name="connsiteY4105" fmla="*/ 1242043 h 1282606"/>
                <a:gd name="connsiteX4106" fmla="*/ 1346038 w 1465857"/>
                <a:gd name="connsiteY4106" fmla="*/ 1244632 h 1282606"/>
                <a:gd name="connsiteX4107" fmla="*/ 1343305 w 1465857"/>
                <a:gd name="connsiteY4107" fmla="*/ 1242043 h 1282606"/>
                <a:gd name="connsiteX4108" fmla="*/ 1340860 w 1465857"/>
                <a:gd name="connsiteY4108" fmla="*/ 1242043 h 1282606"/>
                <a:gd name="connsiteX4109" fmla="*/ 1340860 w 1465857"/>
                <a:gd name="connsiteY4109" fmla="*/ 1239598 h 1282606"/>
                <a:gd name="connsiteX4110" fmla="*/ 1338271 w 1465857"/>
                <a:gd name="connsiteY4110" fmla="*/ 1239598 h 1282606"/>
                <a:gd name="connsiteX4111" fmla="*/ 1335826 w 1465857"/>
                <a:gd name="connsiteY4111" fmla="*/ 1239598 h 1282606"/>
                <a:gd name="connsiteX4112" fmla="*/ 1333093 w 1465857"/>
                <a:gd name="connsiteY4112" fmla="*/ 1239598 h 1282606"/>
                <a:gd name="connsiteX4113" fmla="*/ 1333093 w 1465857"/>
                <a:gd name="connsiteY4113" fmla="*/ 1236865 h 1282606"/>
                <a:gd name="connsiteX4114" fmla="*/ 1328202 w 1465857"/>
                <a:gd name="connsiteY4114" fmla="*/ 1236865 h 1282606"/>
                <a:gd name="connsiteX4115" fmla="*/ 1325613 w 1465857"/>
                <a:gd name="connsiteY4115" fmla="*/ 1236865 h 1282606"/>
                <a:gd name="connsiteX4116" fmla="*/ 1322880 w 1465857"/>
                <a:gd name="connsiteY4116" fmla="*/ 1236865 h 1282606"/>
                <a:gd name="connsiteX4117" fmla="*/ 1320435 w 1465857"/>
                <a:gd name="connsiteY4117" fmla="*/ 1236865 h 1282606"/>
                <a:gd name="connsiteX4118" fmla="*/ 1317989 w 1465857"/>
                <a:gd name="connsiteY4118" fmla="*/ 1239598 h 1282606"/>
                <a:gd name="connsiteX4119" fmla="*/ 1317989 w 1465857"/>
                <a:gd name="connsiteY4119" fmla="*/ 1236865 h 1282606"/>
                <a:gd name="connsiteX4120" fmla="*/ 1315544 w 1465857"/>
                <a:gd name="connsiteY4120" fmla="*/ 1236865 h 1282606"/>
                <a:gd name="connsiteX4121" fmla="*/ 1312811 w 1465857"/>
                <a:gd name="connsiteY4121" fmla="*/ 1239598 h 1282606"/>
                <a:gd name="connsiteX4122" fmla="*/ 1310366 w 1465857"/>
                <a:gd name="connsiteY4122" fmla="*/ 1239598 h 1282606"/>
                <a:gd name="connsiteX4123" fmla="*/ 1307777 w 1465857"/>
                <a:gd name="connsiteY4123" fmla="*/ 1239598 h 1282606"/>
                <a:gd name="connsiteX4124" fmla="*/ 1307777 w 1465857"/>
                <a:gd name="connsiteY4124" fmla="*/ 1236865 h 1282606"/>
                <a:gd name="connsiteX4125" fmla="*/ 1305332 w 1465857"/>
                <a:gd name="connsiteY4125" fmla="*/ 1236865 h 1282606"/>
                <a:gd name="connsiteX4126" fmla="*/ 1305332 w 1465857"/>
                <a:gd name="connsiteY4126" fmla="*/ 1234420 h 1282606"/>
                <a:gd name="connsiteX4127" fmla="*/ 1302887 w 1465857"/>
                <a:gd name="connsiteY4127" fmla="*/ 1234420 h 1282606"/>
                <a:gd name="connsiteX4128" fmla="*/ 1300154 w 1465857"/>
                <a:gd name="connsiteY4128" fmla="*/ 1234420 h 1282606"/>
                <a:gd name="connsiteX4129" fmla="*/ 1302887 w 1465857"/>
                <a:gd name="connsiteY4129" fmla="*/ 1236865 h 1282606"/>
                <a:gd name="connsiteX4130" fmla="*/ 1300154 w 1465857"/>
                <a:gd name="connsiteY4130" fmla="*/ 1239598 h 1282606"/>
                <a:gd name="connsiteX4131" fmla="*/ 1297709 w 1465857"/>
                <a:gd name="connsiteY4131" fmla="*/ 1236865 h 1282606"/>
                <a:gd name="connsiteX4132" fmla="*/ 1297709 w 1465857"/>
                <a:gd name="connsiteY4132" fmla="*/ 1234420 h 1282606"/>
                <a:gd name="connsiteX4133" fmla="*/ 1295119 w 1465857"/>
                <a:gd name="connsiteY4133" fmla="*/ 1234420 h 1282606"/>
                <a:gd name="connsiteX4134" fmla="*/ 1292674 w 1465857"/>
                <a:gd name="connsiteY4134" fmla="*/ 1231974 h 1282606"/>
                <a:gd name="connsiteX4135" fmla="*/ 1289941 w 1465857"/>
                <a:gd name="connsiteY4135" fmla="*/ 1234420 h 1282606"/>
                <a:gd name="connsiteX4136" fmla="*/ 1287496 w 1465857"/>
                <a:gd name="connsiteY4136" fmla="*/ 1236865 h 1282606"/>
                <a:gd name="connsiteX4137" fmla="*/ 1285051 w 1465857"/>
                <a:gd name="connsiteY4137" fmla="*/ 1234420 h 1282606"/>
                <a:gd name="connsiteX4138" fmla="*/ 1282461 w 1465857"/>
                <a:gd name="connsiteY4138" fmla="*/ 1234420 h 1282606"/>
                <a:gd name="connsiteX4139" fmla="*/ 1279729 w 1465857"/>
                <a:gd name="connsiteY4139" fmla="*/ 1234420 h 1282606"/>
                <a:gd name="connsiteX4140" fmla="*/ 1279729 w 1465857"/>
                <a:gd name="connsiteY4140" fmla="*/ 1236865 h 1282606"/>
                <a:gd name="connsiteX4141" fmla="*/ 1277283 w 1465857"/>
                <a:gd name="connsiteY4141" fmla="*/ 1236865 h 1282606"/>
                <a:gd name="connsiteX4142" fmla="*/ 1274838 w 1465857"/>
                <a:gd name="connsiteY4142" fmla="*/ 1236865 h 1282606"/>
                <a:gd name="connsiteX4143" fmla="*/ 1272393 w 1465857"/>
                <a:gd name="connsiteY4143" fmla="*/ 1236865 h 1282606"/>
                <a:gd name="connsiteX4144" fmla="*/ 1272393 w 1465857"/>
                <a:gd name="connsiteY4144" fmla="*/ 1234420 h 1282606"/>
                <a:gd name="connsiteX4145" fmla="*/ 1274838 w 1465857"/>
                <a:gd name="connsiteY4145" fmla="*/ 1231974 h 1282606"/>
                <a:gd name="connsiteX4146" fmla="*/ 1272393 w 1465857"/>
                <a:gd name="connsiteY4146" fmla="*/ 1229385 h 1282606"/>
                <a:gd name="connsiteX4147" fmla="*/ 1269660 w 1465857"/>
                <a:gd name="connsiteY4147" fmla="*/ 1234420 h 1282606"/>
                <a:gd name="connsiteX4148" fmla="*/ 1267215 w 1465857"/>
                <a:gd name="connsiteY4148" fmla="*/ 1234420 h 1282606"/>
                <a:gd name="connsiteX4149" fmla="*/ 1267215 w 1465857"/>
                <a:gd name="connsiteY4149" fmla="*/ 1236865 h 1282606"/>
                <a:gd name="connsiteX4150" fmla="*/ 1264626 w 1465857"/>
                <a:gd name="connsiteY4150" fmla="*/ 1236865 h 1282606"/>
                <a:gd name="connsiteX4151" fmla="*/ 1262181 w 1465857"/>
                <a:gd name="connsiteY4151" fmla="*/ 1236865 h 1282606"/>
                <a:gd name="connsiteX4152" fmla="*/ 1262181 w 1465857"/>
                <a:gd name="connsiteY4152" fmla="*/ 1234420 h 1282606"/>
                <a:gd name="connsiteX4153" fmla="*/ 1259448 w 1465857"/>
                <a:gd name="connsiteY4153" fmla="*/ 1234420 h 1282606"/>
                <a:gd name="connsiteX4154" fmla="*/ 1259448 w 1465857"/>
                <a:gd name="connsiteY4154" fmla="*/ 1236865 h 1282606"/>
                <a:gd name="connsiteX4155" fmla="*/ 1257002 w 1465857"/>
                <a:gd name="connsiteY4155" fmla="*/ 1239598 h 1282606"/>
                <a:gd name="connsiteX4156" fmla="*/ 1254557 w 1465857"/>
                <a:gd name="connsiteY4156" fmla="*/ 1236865 h 1282606"/>
                <a:gd name="connsiteX4157" fmla="*/ 1251968 w 1465857"/>
                <a:gd name="connsiteY4157" fmla="*/ 1236865 h 1282606"/>
                <a:gd name="connsiteX4158" fmla="*/ 1246790 w 1465857"/>
                <a:gd name="connsiteY4158" fmla="*/ 1236865 h 1282606"/>
                <a:gd name="connsiteX4159" fmla="*/ 1244344 w 1465857"/>
                <a:gd name="connsiteY4159" fmla="*/ 1239598 h 1282606"/>
                <a:gd name="connsiteX4160" fmla="*/ 1241899 w 1465857"/>
                <a:gd name="connsiteY4160" fmla="*/ 1239598 h 1282606"/>
                <a:gd name="connsiteX4161" fmla="*/ 1239166 w 1465857"/>
                <a:gd name="connsiteY4161" fmla="*/ 1239598 h 1282606"/>
                <a:gd name="connsiteX4162" fmla="*/ 1234132 w 1465857"/>
                <a:gd name="connsiteY4162" fmla="*/ 1239598 h 1282606"/>
                <a:gd name="connsiteX4163" fmla="*/ 1231686 w 1465857"/>
                <a:gd name="connsiteY4163" fmla="*/ 1242043 h 1282606"/>
                <a:gd name="connsiteX4164" fmla="*/ 1229241 w 1465857"/>
                <a:gd name="connsiteY4164" fmla="*/ 1242043 h 1282606"/>
                <a:gd name="connsiteX4165" fmla="*/ 1229241 w 1465857"/>
                <a:gd name="connsiteY4165" fmla="*/ 1239598 h 1282606"/>
                <a:gd name="connsiteX4166" fmla="*/ 1226509 w 1465857"/>
                <a:gd name="connsiteY4166" fmla="*/ 1239598 h 1282606"/>
                <a:gd name="connsiteX4167" fmla="*/ 1224063 w 1465857"/>
                <a:gd name="connsiteY4167" fmla="*/ 1239598 h 1282606"/>
                <a:gd name="connsiteX4168" fmla="*/ 1224063 w 1465857"/>
                <a:gd name="connsiteY4168" fmla="*/ 1242043 h 1282606"/>
                <a:gd name="connsiteX4169" fmla="*/ 1219029 w 1465857"/>
                <a:gd name="connsiteY4169" fmla="*/ 1239598 h 1282606"/>
                <a:gd name="connsiteX4170" fmla="*/ 1219029 w 1465857"/>
                <a:gd name="connsiteY4170" fmla="*/ 1236865 h 1282606"/>
                <a:gd name="connsiteX4171" fmla="*/ 1219029 w 1465857"/>
                <a:gd name="connsiteY4171" fmla="*/ 1234420 h 1282606"/>
                <a:gd name="connsiteX4172" fmla="*/ 1219029 w 1465857"/>
                <a:gd name="connsiteY4172" fmla="*/ 1231974 h 1282606"/>
                <a:gd name="connsiteX4173" fmla="*/ 1216296 w 1465857"/>
                <a:gd name="connsiteY4173" fmla="*/ 1231974 h 1282606"/>
                <a:gd name="connsiteX4174" fmla="*/ 1216296 w 1465857"/>
                <a:gd name="connsiteY4174" fmla="*/ 1229385 h 1282606"/>
                <a:gd name="connsiteX4175" fmla="*/ 1214570 w 1465857"/>
                <a:gd name="connsiteY4175" fmla="*/ 1229385 h 1282606"/>
                <a:gd name="connsiteX4176" fmla="*/ 1216296 w 1465857"/>
                <a:gd name="connsiteY4176" fmla="*/ 1236865 h 1282606"/>
                <a:gd name="connsiteX4177" fmla="*/ 1213851 w 1465857"/>
                <a:gd name="connsiteY4177" fmla="*/ 1236865 h 1282606"/>
                <a:gd name="connsiteX4178" fmla="*/ 1213851 w 1465857"/>
                <a:gd name="connsiteY4178" fmla="*/ 1234420 h 1282606"/>
                <a:gd name="connsiteX4179" fmla="*/ 1213851 w 1465857"/>
                <a:gd name="connsiteY4179" fmla="*/ 1231974 h 1282606"/>
                <a:gd name="connsiteX4180" fmla="*/ 1211406 w 1465857"/>
                <a:gd name="connsiteY4180" fmla="*/ 1231974 h 1282606"/>
                <a:gd name="connsiteX4181" fmla="*/ 1208816 w 1465857"/>
                <a:gd name="connsiteY4181" fmla="*/ 1234420 h 1282606"/>
                <a:gd name="connsiteX4182" fmla="*/ 1203638 w 1465857"/>
                <a:gd name="connsiteY4182" fmla="*/ 1234420 h 1282606"/>
                <a:gd name="connsiteX4183" fmla="*/ 1201193 w 1465857"/>
                <a:gd name="connsiteY4183" fmla="*/ 1236865 h 1282606"/>
                <a:gd name="connsiteX4184" fmla="*/ 1198748 w 1465857"/>
                <a:gd name="connsiteY4184" fmla="*/ 1234420 h 1282606"/>
                <a:gd name="connsiteX4185" fmla="*/ 1196015 w 1465857"/>
                <a:gd name="connsiteY4185" fmla="*/ 1234420 h 1282606"/>
                <a:gd name="connsiteX4186" fmla="*/ 1190980 w 1465857"/>
                <a:gd name="connsiteY4186" fmla="*/ 1234420 h 1282606"/>
                <a:gd name="connsiteX4187" fmla="*/ 1188535 w 1465857"/>
                <a:gd name="connsiteY4187" fmla="*/ 1231974 h 1282606"/>
                <a:gd name="connsiteX4188" fmla="*/ 1185802 w 1465857"/>
                <a:gd name="connsiteY4188" fmla="*/ 1231974 h 1282606"/>
                <a:gd name="connsiteX4189" fmla="*/ 1185802 w 1465857"/>
                <a:gd name="connsiteY4189" fmla="*/ 1229385 h 1282606"/>
                <a:gd name="connsiteX4190" fmla="*/ 1180912 w 1465857"/>
                <a:gd name="connsiteY4190" fmla="*/ 1226652 h 1282606"/>
                <a:gd name="connsiteX4191" fmla="*/ 1178323 w 1465857"/>
                <a:gd name="connsiteY4191" fmla="*/ 1221762 h 1282606"/>
                <a:gd name="connsiteX4192" fmla="*/ 1175590 w 1465857"/>
                <a:gd name="connsiteY4192" fmla="*/ 1224207 h 1282606"/>
                <a:gd name="connsiteX4193" fmla="*/ 1173145 w 1465857"/>
                <a:gd name="connsiteY4193" fmla="*/ 1221762 h 1282606"/>
                <a:gd name="connsiteX4194" fmla="*/ 1168254 w 1465857"/>
                <a:gd name="connsiteY4194" fmla="*/ 1219316 h 1282606"/>
                <a:gd name="connsiteX4195" fmla="*/ 1165521 w 1465857"/>
                <a:gd name="connsiteY4195" fmla="*/ 1214138 h 1282606"/>
                <a:gd name="connsiteX4196" fmla="*/ 1162932 w 1465857"/>
                <a:gd name="connsiteY4196" fmla="*/ 1216584 h 1282606"/>
                <a:gd name="connsiteX4197" fmla="*/ 1160487 w 1465857"/>
                <a:gd name="connsiteY4197" fmla="*/ 1214138 h 1282606"/>
                <a:gd name="connsiteX4198" fmla="*/ 1162932 w 1465857"/>
                <a:gd name="connsiteY4198" fmla="*/ 1209104 h 1282606"/>
                <a:gd name="connsiteX4199" fmla="*/ 1165521 w 1465857"/>
                <a:gd name="connsiteY4199" fmla="*/ 1209104 h 1282606"/>
                <a:gd name="connsiteX4200" fmla="*/ 1165521 w 1465857"/>
                <a:gd name="connsiteY4200" fmla="*/ 1206371 h 1282606"/>
                <a:gd name="connsiteX4201" fmla="*/ 1162932 w 1465857"/>
                <a:gd name="connsiteY4201" fmla="*/ 1203926 h 1282606"/>
                <a:gd name="connsiteX4202" fmla="*/ 1162932 w 1465857"/>
                <a:gd name="connsiteY4202" fmla="*/ 1206371 h 1282606"/>
                <a:gd name="connsiteX4203" fmla="*/ 1160487 w 1465857"/>
                <a:gd name="connsiteY4203" fmla="*/ 1209104 h 1282606"/>
                <a:gd name="connsiteX4204" fmla="*/ 1160487 w 1465857"/>
                <a:gd name="connsiteY4204" fmla="*/ 1206371 h 1282606"/>
                <a:gd name="connsiteX4205" fmla="*/ 1160487 w 1465857"/>
                <a:gd name="connsiteY4205" fmla="*/ 1203926 h 1282606"/>
                <a:gd name="connsiteX4206" fmla="*/ 1162932 w 1465857"/>
                <a:gd name="connsiteY4206" fmla="*/ 1201481 h 1282606"/>
                <a:gd name="connsiteX4207" fmla="*/ 1160487 w 1465857"/>
                <a:gd name="connsiteY4207" fmla="*/ 1198891 h 1282606"/>
                <a:gd name="connsiteX4208" fmla="*/ 1155596 w 1465857"/>
                <a:gd name="connsiteY4208" fmla="*/ 1201481 h 1282606"/>
                <a:gd name="connsiteX4209" fmla="*/ 1155596 w 1465857"/>
                <a:gd name="connsiteY4209" fmla="*/ 1203926 h 1282606"/>
                <a:gd name="connsiteX4210" fmla="*/ 1152863 w 1465857"/>
                <a:gd name="connsiteY4210" fmla="*/ 1206371 h 1282606"/>
                <a:gd name="connsiteX4211" fmla="*/ 1152863 w 1465857"/>
                <a:gd name="connsiteY4211" fmla="*/ 1203926 h 1282606"/>
                <a:gd name="connsiteX4212" fmla="*/ 1152863 w 1465857"/>
                <a:gd name="connsiteY4212" fmla="*/ 1201481 h 1282606"/>
                <a:gd name="connsiteX4213" fmla="*/ 1150418 w 1465857"/>
                <a:gd name="connsiteY4213" fmla="*/ 1201481 h 1282606"/>
                <a:gd name="connsiteX4214" fmla="*/ 1147829 w 1465857"/>
                <a:gd name="connsiteY4214" fmla="*/ 1201481 h 1282606"/>
                <a:gd name="connsiteX4215" fmla="*/ 1145384 w 1465857"/>
                <a:gd name="connsiteY4215" fmla="*/ 1201481 h 1282606"/>
                <a:gd name="connsiteX4216" fmla="*/ 1142651 w 1465857"/>
                <a:gd name="connsiteY4216" fmla="*/ 1198891 h 1282606"/>
                <a:gd name="connsiteX4217" fmla="*/ 1140206 w 1465857"/>
                <a:gd name="connsiteY4217" fmla="*/ 1198891 h 1282606"/>
                <a:gd name="connsiteX4218" fmla="*/ 1140206 w 1465857"/>
                <a:gd name="connsiteY4218" fmla="*/ 1201481 h 1282606"/>
                <a:gd name="connsiteX4219" fmla="*/ 1142651 w 1465857"/>
                <a:gd name="connsiteY4219" fmla="*/ 1201481 h 1282606"/>
                <a:gd name="connsiteX4220" fmla="*/ 1142651 w 1465857"/>
                <a:gd name="connsiteY4220" fmla="*/ 1203926 h 1282606"/>
                <a:gd name="connsiteX4221" fmla="*/ 1140206 w 1465857"/>
                <a:gd name="connsiteY4221" fmla="*/ 1203926 h 1282606"/>
                <a:gd name="connsiteX4222" fmla="*/ 1142651 w 1465857"/>
                <a:gd name="connsiteY4222" fmla="*/ 1206371 h 1282606"/>
                <a:gd name="connsiteX4223" fmla="*/ 1140206 w 1465857"/>
                <a:gd name="connsiteY4223" fmla="*/ 1206371 h 1282606"/>
                <a:gd name="connsiteX4224" fmla="*/ 1137760 w 1465857"/>
                <a:gd name="connsiteY4224" fmla="*/ 1203926 h 1282606"/>
                <a:gd name="connsiteX4225" fmla="*/ 1135315 w 1465857"/>
                <a:gd name="connsiteY4225" fmla="*/ 1203926 h 1282606"/>
                <a:gd name="connsiteX4226" fmla="*/ 1135315 w 1465857"/>
                <a:gd name="connsiteY4226" fmla="*/ 1196158 h 1282606"/>
                <a:gd name="connsiteX4227" fmla="*/ 1137760 w 1465857"/>
                <a:gd name="connsiteY4227" fmla="*/ 1196158 h 1282606"/>
                <a:gd name="connsiteX4228" fmla="*/ 1137760 w 1465857"/>
                <a:gd name="connsiteY4228" fmla="*/ 1193713 h 1282606"/>
                <a:gd name="connsiteX4229" fmla="*/ 1137760 w 1465857"/>
                <a:gd name="connsiteY4229" fmla="*/ 1191268 h 1282606"/>
                <a:gd name="connsiteX4230" fmla="*/ 1135315 w 1465857"/>
                <a:gd name="connsiteY4230" fmla="*/ 1191268 h 1282606"/>
                <a:gd name="connsiteX4231" fmla="*/ 1135315 w 1465857"/>
                <a:gd name="connsiteY4231" fmla="*/ 1193713 h 1282606"/>
                <a:gd name="connsiteX4232" fmla="*/ 1132438 w 1465857"/>
                <a:gd name="connsiteY4232" fmla="*/ 1203926 h 1282606"/>
                <a:gd name="connsiteX4233" fmla="*/ 1135315 w 1465857"/>
                <a:gd name="connsiteY4233" fmla="*/ 1206371 h 1282606"/>
                <a:gd name="connsiteX4234" fmla="*/ 1135315 w 1465857"/>
                <a:gd name="connsiteY4234" fmla="*/ 1209104 h 1282606"/>
                <a:gd name="connsiteX4235" fmla="*/ 1132438 w 1465857"/>
                <a:gd name="connsiteY4235" fmla="*/ 1209104 h 1282606"/>
                <a:gd name="connsiteX4236" fmla="*/ 1129993 w 1465857"/>
                <a:gd name="connsiteY4236" fmla="*/ 1209104 h 1282606"/>
                <a:gd name="connsiteX4237" fmla="*/ 1129993 w 1465857"/>
                <a:gd name="connsiteY4237" fmla="*/ 1211549 h 1282606"/>
                <a:gd name="connsiteX4238" fmla="*/ 1127548 w 1465857"/>
                <a:gd name="connsiteY4238" fmla="*/ 1211549 h 1282606"/>
                <a:gd name="connsiteX4239" fmla="*/ 1127548 w 1465857"/>
                <a:gd name="connsiteY4239" fmla="*/ 1214138 h 1282606"/>
                <a:gd name="connsiteX4240" fmla="*/ 1125103 w 1465857"/>
                <a:gd name="connsiteY4240" fmla="*/ 1214138 h 1282606"/>
                <a:gd name="connsiteX4241" fmla="*/ 1122370 w 1465857"/>
                <a:gd name="connsiteY4241" fmla="*/ 1211549 h 1282606"/>
                <a:gd name="connsiteX4242" fmla="*/ 1119924 w 1465857"/>
                <a:gd name="connsiteY4242" fmla="*/ 1209104 h 1282606"/>
                <a:gd name="connsiteX4243" fmla="*/ 1114890 w 1465857"/>
                <a:gd name="connsiteY4243" fmla="*/ 1209104 h 1282606"/>
                <a:gd name="connsiteX4244" fmla="*/ 1112157 w 1465857"/>
                <a:gd name="connsiteY4244" fmla="*/ 1206371 h 1282606"/>
                <a:gd name="connsiteX4245" fmla="*/ 1109712 w 1465857"/>
                <a:gd name="connsiteY4245" fmla="*/ 1206371 h 1282606"/>
                <a:gd name="connsiteX4246" fmla="*/ 1107267 w 1465857"/>
                <a:gd name="connsiteY4246" fmla="*/ 1203926 h 1282606"/>
                <a:gd name="connsiteX4247" fmla="*/ 1101945 w 1465857"/>
                <a:gd name="connsiteY4247" fmla="*/ 1203926 h 1282606"/>
                <a:gd name="connsiteX4248" fmla="*/ 1099499 w 1465857"/>
                <a:gd name="connsiteY4248" fmla="*/ 1203926 h 1282606"/>
                <a:gd name="connsiteX4249" fmla="*/ 1097054 w 1465857"/>
                <a:gd name="connsiteY4249" fmla="*/ 1203926 h 1282606"/>
                <a:gd name="connsiteX4250" fmla="*/ 1094609 w 1465857"/>
                <a:gd name="connsiteY4250" fmla="*/ 1203926 h 1282606"/>
                <a:gd name="connsiteX4251" fmla="*/ 1086842 w 1465857"/>
                <a:gd name="connsiteY4251" fmla="*/ 1206371 h 1282606"/>
                <a:gd name="connsiteX4252" fmla="*/ 1084396 w 1465857"/>
                <a:gd name="connsiteY4252" fmla="*/ 1203926 h 1282606"/>
                <a:gd name="connsiteX4253" fmla="*/ 1086842 w 1465857"/>
                <a:gd name="connsiteY4253" fmla="*/ 1203926 h 1282606"/>
                <a:gd name="connsiteX4254" fmla="*/ 1089287 w 1465857"/>
                <a:gd name="connsiteY4254" fmla="*/ 1203926 h 1282606"/>
                <a:gd name="connsiteX4255" fmla="*/ 1091876 w 1465857"/>
                <a:gd name="connsiteY4255" fmla="*/ 1203926 h 1282606"/>
                <a:gd name="connsiteX4256" fmla="*/ 1091876 w 1465857"/>
                <a:gd name="connsiteY4256" fmla="*/ 1201481 h 1282606"/>
                <a:gd name="connsiteX4257" fmla="*/ 1089287 w 1465857"/>
                <a:gd name="connsiteY4257" fmla="*/ 1201481 h 1282606"/>
                <a:gd name="connsiteX4258" fmla="*/ 1086842 w 1465857"/>
                <a:gd name="connsiteY4258" fmla="*/ 1198891 h 1282606"/>
                <a:gd name="connsiteX4259" fmla="*/ 1086842 w 1465857"/>
                <a:gd name="connsiteY4259" fmla="*/ 1201481 h 1282606"/>
                <a:gd name="connsiteX4260" fmla="*/ 1084396 w 1465857"/>
                <a:gd name="connsiteY4260" fmla="*/ 1201481 h 1282606"/>
                <a:gd name="connsiteX4261" fmla="*/ 1081951 w 1465857"/>
                <a:gd name="connsiteY4261" fmla="*/ 1201481 h 1282606"/>
                <a:gd name="connsiteX4262" fmla="*/ 1081951 w 1465857"/>
                <a:gd name="connsiteY4262" fmla="*/ 1198891 h 1282606"/>
                <a:gd name="connsiteX4263" fmla="*/ 1079218 w 1465857"/>
                <a:gd name="connsiteY4263" fmla="*/ 1196158 h 1282606"/>
                <a:gd name="connsiteX4264" fmla="*/ 1081951 w 1465857"/>
                <a:gd name="connsiteY4264" fmla="*/ 1193713 h 1282606"/>
                <a:gd name="connsiteX4265" fmla="*/ 1084396 w 1465857"/>
                <a:gd name="connsiteY4265" fmla="*/ 1191268 h 1282606"/>
                <a:gd name="connsiteX4266" fmla="*/ 1084396 w 1465857"/>
                <a:gd name="connsiteY4266" fmla="*/ 1188823 h 1282606"/>
                <a:gd name="connsiteX4267" fmla="*/ 1081951 w 1465857"/>
                <a:gd name="connsiteY4267" fmla="*/ 1188823 h 1282606"/>
                <a:gd name="connsiteX4268" fmla="*/ 1081951 w 1465857"/>
                <a:gd name="connsiteY4268" fmla="*/ 1191268 h 1282606"/>
                <a:gd name="connsiteX4269" fmla="*/ 1076773 w 1465857"/>
                <a:gd name="connsiteY4269" fmla="*/ 1196158 h 1282606"/>
                <a:gd name="connsiteX4270" fmla="*/ 1076773 w 1465857"/>
                <a:gd name="connsiteY4270" fmla="*/ 1198891 h 1282606"/>
                <a:gd name="connsiteX4271" fmla="*/ 1074184 w 1465857"/>
                <a:gd name="connsiteY4271" fmla="*/ 1201481 h 1282606"/>
                <a:gd name="connsiteX4272" fmla="*/ 1071738 w 1465857"/>
                <a:gd name="connsiteY4272" fmla="*/ 1201481 h 1282606"/>
                <a:gd name="connsiteX4273" fmla="*/ 1071738 w 1465857"/>
                <a:gd name="connsiteY4273" fmla="*/ 1198891 h 1282606"/>
                <a:gd name="connsiteX4274" fmla="*/ 1069006 w 1465857"/>
                <a:gd name="connsiteY4274" fmla="*/ 1196158 h 1282606"/>
                <a:gd name="connsiteX4275" fmla="*/ 1074184 w 1465857"/>
                <a:gd name="connsiteY4275" fmla="*/ 1196158 h 1282606"/>
                <a:gd name="connsiteX4276" fmla="*/ 1076773 w 1465857"/>
                <a:gd name="connsiteY4276" fmla="*/ 1193713 h 1282606"/>
                <a:gd name="connsiteX4277" fmla="*/ 1074184 w 1465857"/>
                <a:gd name="connsiteY4277" fmla="*/ 1191268 h 1282606"/>
                <a:gd name="connsiteX4278" fmla="*/ 1076773 w 1465857"/>
                <a:gd name="connsiteY4278" fmla="*/ 1191268 h 1282606"/>
                <a:gd name="connsiteX4279" fmla="*/ 1076773 w 1465857"/>
                <a:gd name="connsiteY4279" fmla="*/ 1186234 h 1282606"/>
                <a:gd name="connsiteX4280" fmla="*/ 1079218 w 1465857"/>
                <a:gd name="connsiteY4280" fmla="*/ 1183501 h 1282606"/>
                <a:gd name="connsiteX4281" fmla="*/ 1081951 w 1465857"/>
                <a:gd name="connsiteY4281" fmla="*/ 1181056 h 1282606"/>
                <a:gd name="connsiteX4282" fmla="*/ 1079218 w 1465857"/>
                <a:gd name="connsiteY4282" fmla="*/ 1181056 h 1282606"/>
                <a:gd name="connsiteX4283" fmla="*/ 1076773 w 1465857"/>
                <a:gd name="connsiteY4283" fmla="*/ 1183501 h 1282606"/>
                <a:gd name="connsiteX4284" fmla="*/ 1076773 w 1465857"/>
                <a:gd name="connsiteY4284" fmla="*/ 1181056 h 1282606"/>
                <a:gd name="connsiteX4285" fmla="*/ 1074184 w 1465857"/>
                <a:gd name="connsiteY4285" fmla="*/ 1181056 h 1282606"/>
                <a:gd name="connsiteX4286" fmla="*/ 1074184 w 1465857"/>
                <a:gd name="connsiteY4286" fmla="*/ 1183501 h 1282606"/>
                <a:gd name="connsiteX4287" fmla="*/ 1074184 w 1465857"/>
                <a:gd name="connsiteY4287" fmla="*/ 1186234 h 1282606"/>
                <a:gd name="connsiteX4288" fmla="*/ 1074184 w 1465857"/>
                <a:gd name="connsiteY4288" fmla="*/ 1188823 h 1282606"/>
                <a:gd name="connsiteX4289" fmla="*/ 1071738 w 1465857"/>
                <a:gd name="connsiteY4289" fmla="*/ 1191268 h 1282606"/>
                <a:gd name="connsiteX4290" fmla="*/ 1071738 w 1465857"/>
                <a:gd name="connsiteY4290" fmla="*/ 1188823 h 1282606"/>
                <a:gd name="connsiteX4291" fmla="*/ 1069006 w 1465857"/>
                <a:gd name="connsiteY4291" fmla="*/ 1188823 h 1282606"/>
                <a:gd name="connsiteX4292" fmla="*/ 1069006 w 1465857"/>
                <a:gd name="connsiteY4292" fmla="*/ 1191268 h 1282606"/>
                <a:gd name="connsiteX4293" fmla="*/ 1066561 w 1465857"/>
                <a:gd name="connsiteY4293" fmla="*/ 1191268 h 1282606"/>
                <a:gd name="connsiteX4294" fmla="*/ 1066561 w 1465857"/>
                <a:gd name="connsiteY4294" fmla="*/ 1193713 h 1282606"/>
                <a:gd name="connsiteX4295" fmla="*/ 1066561 w 1465857"/>
                <a:gd name="connsiteY4295" fmla="*/ 1196158 h 1282606"/>
                <a:gd name="connsiteX4296" fmla="*/ 1066561 w 1465857"/>
                <a:gd name="connsiteY4296" fmla="*/ 1198891 h 1282606"/>
                <a:gd name="connsiteX4297" fmla="*/ 1064115 w 1465857"/>
                <a:gd name="connsiteY4297" fmla="*/ 1198891 h 1282606"/>
                <a:gd name="connsiteX4298" fmla="*/ 1061526 w 1465857"/>
                <a:gd name="connsiteY4298" fmla="*/ 1196158 h 1282606"/>
                <a:gd name="connsiteX4299" fmla="*/ 1058937 w 1465857"/>
                <a:gd name="connsiteY4299" fmla="*/ 1196158 h 1282606"/>
                <a:gd name="connsiteX4300" fmla="*/ 1058937 w 1465857"/>
                <a:gd name="connsiteY4300" fmla="*/ 1198891 h 1282606"/>
                <a:gd name="connsiteX4301" fmla="*/ 1056348 w 1465857"/>
                <a:gd name="connsiteY4301" fmla="*/ 1198891 h 1282606"/>
                <a:gd name="connsiteX4302" fmla="*/ 1056348 w 1465857"/>
                <a:gd name="connsiteY4302" fmla="*/ 1196158 h 1282606"/>
                <a:gd name="connsiteX4303" fmla="*/ 1053903 w 1465857"/>
                <a:gd name="connsiteY4303" fmla="*/ 1196158 h 1282606"/>
                <a:gd name="connsiteX4304" fmla="*/ 1053903 w 1465857"/>
                <a:gd name="connsiteY4304" fmla="*/ 1193713 h 1282606"/>
                <a:gd name="connsiteX4305" fmla="*/ 1053903 w 1465857"/>
                <a:gd name="connsiteY4305" fmla="*/ 1191268 h 1282606"/>
                <a:gd name="connsiteX4306" fmla="*/ 1053903 w 1465857"/>
                <a:gd name="connsiteY4306" fmla="*/ 1188823 h 1282606"/>
                <a:gd name="connsiteX4307" fmla="*/ 1053903 w 1465857"/>
                <a:gd name="connsiteY4307" fmla="*/ 1186234 h 1282606"/>
                <a:gd name="connsiteX4308" fmla="*/ 1051457 w 1465857"/>
                <a:gd name="connsiteY4308" fmla="*/ 1188823 h 1282606"/>
                <a:gd name="connsiteX4309" fmla="*/ 1051457 w 1465857"/>
                <a:gd name="connsiteY4309" fmla="*/ 1191268 h 1282606"/>
                <a:gd name="connsiteX4310" fmla="*/ 1048724 w 1465857"/>
                <a:gd name="connsiteY4310" fmla="*/ 1193713 h 1282606"/>
                <a:gd name="connsiteX4311" fmla="*/ 1048724 w 1465857"/>
                <a:gd name="connsiteY4311" fmla="*/ 1191268 h 1282606"/>
                <a:gd name="connsiteX4312" fmla="*/ 1046279 w 1465857"/>
                <a:gd name="connsiteY4312" fmla="*/ 1188823 h 1282606"/>
                <a:gd name="connsiteX4313" fmla="*/ 1043690 w 1465857"/>
                <a:gd name="connsiteY4313" fmla="*/ 1191268 h 1282606"/>
                <a:gd name="connsiteX4314" fmla="*/ 1041245 w 1465857"/>
                <a:gd name="connsiteY4314" fmla="*/ 1191268 h 1282606"/>
                <a:gd name="connsiteX4315" fmla="*/ 1038512 w 1465857"/>
                <a:gd name="connsiteY4315" fmla="*/ 1191268 h 1282606"/>
                <a:gd name="connsiteX4316" fmla="*/ 1038512 w 1465857"/>
                <a:gd name="connsiteY4316" fmla="*/ 1188823 h 1282606"/>
                <a:gd name="connsiteX4317" fmla="*/ 1036067 w 1465857"/>
                <a:gd name="connsiteY4317" fmla="*/ 1188823 h 1282606"/>
                <a:gd name="connsiteX4318" fmla="*/ 1036067 w 1465857"/>
                <a:gd name="connsiteY4318" fmla="*/ 1186234 h 1282606"/>
                <a:gd name="connsiteX4319" fmla="*/ 1033621 w 1465857"/>
                <a:gd name="connsiteY4319" fmla="*/ 1183501 h 1282606"/>
                <a:gd name="connsiteX4320" fmla="*/ 1031032 w 1465857"/>
                <a:gd name="connsiteY4320" fmla="*/ 1183501 h 1282606"/>
                <a:gd name="connsiteX4321" fmla="*/ 1028299 w 1465857"/>
                <a:gd name="connsiteY4321" fmla="*/ 1181056 h 1282606"/>
                <a:gd name="connsiteX4322" fmla="*/ 1031032 w 1465857"/>
                <a:gd name="connsiteY4322" fmla="*/ 1181056 h 1282606"/>
                <a:gd name="connsiteX4323" fmla="*/ 1033621 w 1465857"/>
                <a:gd name="connsiteY4323" fmla="*/ 1181056 h 1282606"/>
                <a:gd name="connsiteX4324" fmla="*/ 1033621 w 1465857"/>
                <a:gd name="connsiteY4324" fmla="*/ 1178610 h 1282606"/>
                <a:gd name="connsiteX4325" fmla="*/ 1031032 w 1465857"/>
                <a:gd name="connsiteY4325" fmla="*/ 1178610 h 1282606"/>
                <a:gd name="connsiteX4326" fmla="*/ 1031032 w 1465857"/>
                <a:gd name="connsiteY4326" fmla="*/ 1176165 h 1282606"/>
                <a:gd name="connsiteX4327" fmla="*/ 1028299 w 1465857"/>
                <a:gd name="connsiteY4327" fmla="*/ 1176165 h 1282606"/>
                <a:gd name="connsiteX4328" fmla="*/ 1028299 w 1465857"/>
                <a:gd name="connsiteY4328" fmla="*/ 1173432 h 1282606"/>
                <a:gd name="connsiteX4329" fmla="*/ 1025854 w 1465857"/>
                <a:gd name="connsiteY4329" fmla="*/ 1170987 h 1282606"/>
                <a:gd name="connsiteX4330" fmla="*/ 1028299 w 1465857"/>
                <a:gd name="connsiteY4330" fmla="*/ 1168398 h 1282606"/>
                <a:gd name="connsiteX4331" fmla="*/ 1028299 w 1465857"/>
                <a:gd name="connsiteY4331" fmla="*/ 1165953 h 1282606"/>
                <a:gd name="connsiteX4332" fmla="*/ 1025854 w 1465857"/>
                <a:gd name="connsiteY4332" fmla="*/ 1165953 h 1282606"/>
                <a:gd name="connsiteX4333" fmla="*/ 1025854 w 1465857"/>
                <a:gd name="connsiteY4333" fmla="*/ 1163220 h 1282606"/>
                <a:gd name="connsiteX4334" fmla="*/ 1023409 w 1465857"/>
                <a:gd name="connsiteY4334" fmla="*/ 1163220 h 1282606"/>
                <a:gd name="connsiteX4335" fmla="*/ 1023409 w 1465857"/>
                <a:gd name="connsiteY4335" fmla="*/ 1165953 h 1282606"/>
                <a:gd name="connsiteX4336" fmla="*/ 1020964 w 1465857"/>
                <a:gd name="connsiteY4336" fmla="*/ 1168398 h 1282606"/>
                <a:gd name="connsiteX4337" fmla="*/ 1018231 w 1465857"/>
                <a:gd name="connsiteY4337" fmla="*/ 1165953 h 1282606"/>
                <a:gd name="connsiteX4338" fmla="*/ 1015786 w 1465857"/>
                <a:gd name="connsiteY4338" fmla="*/ 1168398 h 1282606"/>
                <a:gd name="connsiteX4339" fmla="*/ 1015786 w 1465857"/>
                <a:gd name="connsiteY4339" fmla="*/ 1165953 h 1282606"/>
                <a:gd name="connsiteX4340" fmla="*/ 1013196 w 1465857"/>
                <a:gd name="connsiteY4340" fmla="*/ 1163220 h 1282606"/>
                <a:gd name="connsiteX4341" fmla="*/ 1013196 w 1465857"/>
                <a:gd name="connsiteY4341" fmla="*/ 1165953 h 1282606"/>
                <a:gd name="connsiteX4342" fmla="*/ 1013196 w 1465857"/>
                <a:gd name="connsiteY4342" fmla="*/ 1168398 h 1282606"/>
                <a:gd name="connsiteX4343" fmla="*/ 1008306 w 1465857"/>
                <a:gd name="connsiteY4343" fmla="*/ 1165953 h 1282606"/>
                <a:gd name="connsiteX4344" fmla="*/ 1008306 w 1465857"/>
                <a:gd name="connsiteY4344" fmla="*/ 1163220 h 1282606"/>
                <a:gd name="connsiteX4345" fmla="*/ 1010751 w 1465857"/>
                <a:gd name="connsiteY4345" fmla="*/ 1163220 h 1282606"/>
                <a:gd name="connsiteX4346" fmla="*/ 1015786 w 1465857"/>
                <a:gd name="connsiteY4346" fmla="*/ 1160774 h 1282606"/>
                <a:gd name="connsiteX4347" fmla="*/ 1020964 w 1465857"/>
                <a:gd name="connsiteY4347" fmla="*/ 1160774 h 1282606"/>
                <a:gd name="connsiteX4348" fmla="*/ 1023409 w 1465857"/>
                <a:gd name="connsiteY4348" fmla="*/ 1160774 h 1282606"/>
                <a:gd name="connsiteX4349" fmla="*/ 1025854 w 1465857"/>
                <a:gd name="connsiteY4349" fmla="*/ 1160774 h 1282606"/>
                <a:gd name="connsiteX4350" fmla="*/ 1031032 w 1465857"/>
                <a:gd name="connsiteY4350" fmla="*/ 1160774 h 1282606"/>
                <a:gd name="connsiteX4351" fmla="*/ 1033621 w 1465857"/>
                <a:gd name="connsiteY4351" fmla="*/ 1158329 h 1282606"/>
                <a:gd name="connsiteX4352" fmla="*/ 1033621 w 1465857"/>
                <a:gd name="connsiteY4352" fmla="*/ 1155884 h 1282606"/>
                <a:gd name="connsiteX4353" fmla="*/ 1033621 w 1465857"/>
                <a:gd name="connsiteY4353" fmla="*/ 1153007 h 1282606"/>
                <a:gd name="connsiteX4354" fmla="*/ 1036067 w 1465857"/>
                <a:gd name="connsiteY4354" fmla="*/ 1153007 h 1282606"/>
                <a:gd name="connsiteX4355" fmla="*/ 1036067 w 1465857"/>
                <a:gd name="connsiteY4355" fmla="*/ 1150562 h 1282606"/>
                <a:gd name="connsiteX4356" fmla="*/ 1038512 w 1465857"/>
                <a:gd name="connsiteY4356" fmla="*/ 1148117 h 1282606"/>
                <a:gd name="connsiteX4357" fmla="*/ 1041245 w 1465857"/>
                <a:gd name="connsiteY4357" fmla="*/ 1148117 h 1282606"/>
                <a:gd name="connsiteX4358" fmla="*/ 1041245 w 1465857"/>
                <a:gd name="connsiteY4358" fmla="*/ 1145671 h 1282606"/>
                <a:gd name="connsiteX4359" fmla="*/ 1038512 w 1465857"/>
                <a:gd name="connsiteY4359" fmla="*/ 1145671 h 1282606"/>
                <a:gd name="connsiteX4360" fmla="*/ 1036067 w 1465857"/>
                <a:gd name="connsiteY4360" fmla="*/ 1145671 h 1282606"/>
                <a:gd name="connsiteX4361" fmla="*/ 1033621 w 1465857"/>
                <a:gd name="connsiteY4361" fmla="*/ 1145671 h 1282606"/>
                <a:gd name="connsiteX4362" fmla="*/ 1033621 w 1465857"/>
                <a:gd name="connsiteY4362" fmla="*/ 1142938 h 1282606"/>
                <a:gd name="connsiteX4363" fmla="*/ 1036067 w 1465857"/>
                <a:gd name="connsiteY4363" fmla="*/ 1142938 h 1282606"/>
                <a:gd name="connsiteX4364" fmla="*/ 1038512 w 1465857"/>
                <a:gd name="connsiteY4364" fmla="*/ 1142938 h 1282606"/>
                <a:gd name="connsiteX4365" fmla="*/ 1041245 w 1465857"/>
                <a:gd name="connsiteY4365" fmla="*/ 1142938 h 1282606"/>
                <a:gd name="connsiteX4366" fmla="*/ 1043690 w 1465857"/>
                <a:gd name="connsiteY4366" fmla="*/ 1142938 h 1282606"/>
                <a:gd name="connsiteX4367" fmla="*/ 1046279 w 1465857"/>
                <a:gd name="connsiteY4367" fmla="*/ 1137904 h 1282606"/>
                <a:gd name="connsiteX4368" fmla="*/ 1043690 w 1465857"/>
                <a:gd name="connsiteY4368" fmla="*/ 1137904 h 1282606"/>
                <a:gd name="connsiteX4369" fmla="*/ 1043690 w 1465857"/>
                <a:gd name="connsiteY4369" fmla="*/ 1135459 h 1282606"/>
                <a:gd name="connsiteX4370" fmla="*/ 1046279 w 1465857"/>
                <a:gd name="connsiteY4370" fmla="*/ 1132726 h 1282606"/>
                <a:gd name="connsiteX4371" fmla="*/ 1043690 w 1465857"/>
                <a:gd name="connsiteY4371" fmla="*/ 1132726 h 1282606"/>
                <a:gd name="connsiteX4372" fmla="*/ 1041245 w 1465857"/>
                <a:gd name="connsiteY4372" fmla="*/ 1132726 h 1282606"/>
                <a:gd name="connsiteX4373" fmla="*/ 1041245 w 1465857"/>
                <a:gd name="connsiteY4373" fmla="*/ 1135459 h 1282606"/>
                <a:gd name="connsiteX4374" fmla="*/ 1041245 w 1465857"/>
                <a:gd name="connsiteY4374" fmla="*/ 1137904 h 1282606"/>
                <a:gd name="connsiteX4375" fmla="*/ 1038512 w 1465857"/>
                <a:gd name="connsiteY4375" fmla="*/ 1137904 h 1282606"/>
                <a:gd name="connsiteX4376" fmla="*/ 1038512 w 1465857"/>
                <a:gd name="connsiteY4376" fmla="*/ 1135459 h 1282606"/>
                <a:gd name="connsiteX4377" fmla="*/ 1038512 w 1465857"/>
                <a:gd name="connsiteY4377" fmla="*/ 1132726 h 1282606"/>
                <a:gd name="connsiteX4378" fmla="*/ 1038512 w 1465857"/>
                <a:gd name="connsiteY4378" fmla="*/ 1130281 h 1282606"/>
                <a:gd name="connsiteX4379" fmla="*/ 1036067 w 1465857"/>
                <a:gd name="connsiteY4379" fmla="*/ 1130281 h 1282606"/>
                <a:gd name="connsiteX4380" fmla="*/ 1036067 w 1465857"/>
                <a:gd name="connsiteY4380" fmla="*/ 1132726 h 1282606"/>
                <a:gd name="connsiteX4381" fmla="*/ 1036067 w 1465857"/>
                <a:gd name="connsiteY4381" fmla="*/ 1135459 h 1282606"/>
                <a:gd name="connsiteX4382" fmla="*/ 1036067 w 1465857"/>
                <a:gd name="connsiteY4382" fmla="*/ 1137904 h 1282606"/>
                <a:gd name="connsiteX4383" fmla="*/ 1033621 w 1465857"/>
                <a:gd name="connsiteY4383" fmla="*/ 1137904 h 1282606"/>
                <a:gd name="connsiteX4384" fmla="*/ 1031032 w 1465857"/>
                <a:gd name="connsiteY4384" fmla="*/ 1140493 h 1282606"/>
                <a:gd name="connsiteX4385" fmla="*/ 1028299 w 1465857"/>
                <a:gd name="connsiteY4385" fmla="*/ 1140493 h 1282606"/>
                <a:gd name="connsiteX4386" fmla="*/ 1028299 w 1465857"/>
                <a:gd name="connsiteY4386" fmla="*/ 1135459 h 1282606"/>
                <a:gd name="connsiteX4387" fmla="*/ 1031032 w 1465857"/>
                <a:gd name="connsiteY4387" fmla="*/ 1135459 h 1282606"/>
                <a:gd name="connsiteX4388" fmla="*/ 1028299 w 1465857"/>
                <a:gd name="connsiteY4388" fmla="*/ 1132726 h 1282606"/>
                <a:gd name="connsiteX4389" fmla="*/ 1025854 w 1465857"/>
                <a:gd name="connsiteY4389" fmla="*/ 1132726 h 1282606"/>
                <a:gd name="connsiteX4390" fmla="*/ 1023409 w 1465857"/>
                <a:gd name="connsiteY4390" fmla="*/ 1132726 h 1282606"/>
                <a:gd name="connsiteX4391" fmla="*/ 1020964 w 1465857"/>
                <a:gd name="connsiteY4391" fmla="*/ 1130281 h 1282606"/>
                <a:gd name="connsiteX4392" fmla="*/ 1018231 w 1465857"/>
                <a:gd name="connsiteY4392" fmla="*/ 1130281 h 1282606"/>
                <a:gd name="connsiteX4393" fmla="*/ 1018231 w 1465857"/>
                <a:gd name="connsiteY4393" fmla="*/ 1122513 h 1282606"/>
                <a:gd name="connsiteX4394" fmla="*/ 1015786 w 1465857"/>
                <a:gd name="connsiteY4394" fmla="*/ 1125246 h 1282606"/>
                <a:gd name="connsiteX4395" fmla="*/ 1015786 w 1465857"/>
                <a:gd name="connsiteY4395" fmla="*/ 1127835 h 1282606"/>
                <a:gd name="connsiteX4396" fmla="*/ 1013196 w 1465857"/>
                <a:gd name="connsiteY4396" fmla="*/ 1127835 h 1282606"/>
                <a:gd name="connsiteX4397" fmla="*/ 1010751 w 1465857"/>
                <a:gd name="connsiteY4397" fmla="*/ 1125246 h 1282606"/>
                <a:gd name="connsiteX4398" fmla="*/ 1013196 w 1465857"/>
                <a:gd name="connsiteY4398" fmla="*/ 1122513 h 1282606"/>
                <a:gd name="connsiteX4399" fmla="*/ 1005573 w 1465857"/>
                <a:gd name="connsiteY4399" fmla="*/ 1120068 h 1282606"/>
                <a:gd name="connsiteX4400" fmla="*/ 1003128 w 1465857"/>
                <a:gd name="connsiteY4400" fmla="*/ 1115178 h 1282606"/>
                <a:gd name="connsiteX4401" fmla="*/ 1000539 w 1465857"/>
                <a:gd name="connsiteY4401" fmla="*/ 1115178 h 1282606"/>
                <a:gd name="connsiteX4402" fmla="*/ 1000539 w 1465857"/>
                <a:gd name="connsiteY4402" fmla="*/ 1117623 h 1282606"/>
                <a:gd name="connsiteX4403" fmla="*/ 1003128 w 1465857"/>
                <a:gd name="connsiteY4403" fmla="*/ 1120068 h 1282606"/>
                <a:gd name="connsiteX4404" fmla="*/ 1003128 w 1465857"/>
                <a:gd name="connsiteY4404" fmla="*/ 1125246 h 1282606"/>
                <a:gd name="connsiteX4405" fmla="*/ 1005573 w 1465857"/>
                <a:gd name="connsiteY4405" fmla="*/ 1122513 h 1282606"/>
                <a:gd name="connsiteX4406" fmla="*/ 1005573 w 1465857"/>
                <a:gd name="connsiteY4406" fmla="*/ 1125246 h 1282606"/>
                <a:gd name="connsiteX4407" fmla="*/ 1008306 w 1465857"/>
                <a:gd name="connsiteY4407" fmla="*/ 1122513 h 1282606"/>
                <a:gd name="connsiteX4408" fmla="*/ 1008306 w 1465857"/>
                <a:gd name="connsiteY4408" fmla="*/ 1125246 h 1282606"/>
                <a:gd name="connsiteX4409" fmla="*/ 1008306 w 1465857"/>
                <a:gd name="connsiteY4409" fmla="*/ 1127835 h 1282606"/>
                <a:gd name="connsiteX4410" fmla="*/ 1008306 w 1465857"/>
                <a:gd name="connsiteY4410" fmla="*/ 1130281 h 1282606"/>
                <a:gd name="connsiteX4411" fmla="*/ 1005573 w 1465857"/>
                <a:gd name="connsiteY4411" fmla="*/ 1130281 h 1282606"/>
                <a:gd name="connsiteX4412" fmla="*/ 1003128 w 1465857"/>
                <a:gd name="connsiteY4412" fmla="*/ 1132726 h 1282606"/>
                <a:gd name="connsiteX4413" fmla="*/ 1000539 w 1465857"/>
                <a:gd name="connsiteY4413" fmla="*/ 1137904 h 1282606"/>
                <a:gd name="connsiteX4414" fmla="*/ 1000539 w 1465857"/>
                <a:gd name="connsiteY4414" fmla="*/ 1135459 h 1282606"/>
                <a:gd name="connsiteX4415" fmla="*/ 1000539 w 1465857"/>
                <a:gd name="connsiteY4415" fmla="*/ 1132726 h 1282606"/>
                <a:gd name="connsiteX4416" fmla="*/ 1000539 w 1465857"/>
                <a:gd name="connsiteY4416" fmla="*/ 1130281 h 1282606"/>
                <a:gd name="connsiteX4417" fmla="*/ 998093 w 1465857"/>
                <a:gd name="connsiteY4417" fmla="*/ 1127835 h 1282606"/>
                <a:gd name="connsiteX4418" fmla="*/ 998093 w 1465857"/>
                <a:gd name="connsiteY4418" fmla="*/ 1130281 h 1282606"/>
                <a:gd name="connsiteX4419" fmla="*/ 998093 w 1465857"/>
                <a:gd name="connsiteY4419" fmla="*/ 1132726 h 1282606"/>
                <a:gd name="connsiteX4420" fmla="*/ 995360 w 1465857"/>
                <a:gd name="connsiteY4420" fmla="*/ 1130281 h 1282606"/>
                <a:gd name="connsiteX4421" fmla="*/ 992915 w 1465857"/>
                <a:gd name="connsiteY4421" fmla="*/ 1130281 h 1282606"/>
                <a:gd name="connsiteX4422" fmla="*/ 992915 w 1465857"/>
                <a:gd name="connsiteY4422" fmla="*/ 1132726 h 1282606"/>
                <a:gd name="connsiteX4423" fmla="*/ 992915 w 1465857"/>
                <a:gd name="connsiteY4423" fmla="*/ 1135459 h 1282606"/>
                <a:gd name="connsiteX4424" fmla="*/ 992915 w 1465857"/>
                <a:gd name="connsiteY4424" fmla="*/ 1137904 h 1282606"/>
                <a:gd name="connsiteX4425" fmla="*/ 990470 w 1465857"/>
                <a:gd name="connsiteY4425" fmla="*/ 1140493 h 1282606"/>
                <a:gd name="connsiteX4426" fmla="*/ 990470 w 1465857"/>
                <a:gd name="connsiteY4426" fmla="*/ 1137904 h 1282606"/>
                <a:gd name="connsiteX4427" fmla="*/ 990470 w 1465857"/>
                <a:gd name="connsiteY4427" fmla="*/ 1135459 h 1282606"/>
                <a:gd name="connsiteX4428" fmla="*/ 987881 w 1465857"/>
                <a:gd name="connsiteY4428" fmla="*/ 1135459 h 1282606"/>
                <a:gd name="connsiteX4429" fmla="*/ 990470 w 1465857"/>
                <a:gd name="connsiteY4429" fmla="*/ 1132726 h 1282606"/>
                <a:gd name="connsiteX4430" fmla="*/ 987881 w 1465857"/>
                <a:gd name="connsiteY4430" fmla="*/ 1132726 h 1282606"/>
                <a:gd name="connsiteX4431" fmla="*/ 990470 w 1465857"/>
                <a:gd name="connsiteY4431" fmla="*/ 1130281 h 1282606"/>
                <a:gd name="connsiteX4432" fmla="*/ 987881 w 1465857"/>
                <a:gd name="connsiteY4432" fmla="*/ 1125246 h 1282606"/>
                <a:gd name="connsiteX4433" fmla="*/ 987881 w 1465857"/>
                <a:gd name="connsiteY4433" fmla="*/ 1115178 h 1282606"/>
                <a:gd name="connsiteX4434" fmla="*/ 985292 w 1465857"/>
                <a:gd name="connsiteY4434" fmla="*/ 1112445 h 1282606"/>
                <a:gd name="connsiteX4435" fmla="*/ 982703 w 1465857"/>
                <a:gd name="connsiteY4435" fmla="*/ 1109856 h 1282606"/>
                <a:gd name="connsiteX4436" fmla="*/ 982703 w 1465857"/>
                <a:gd name="connsiteY4436" fmla="*/ 1112445 h 1282606"/>
                <a:gd name="connsiteX4437" fmla="*/ 982703 w 1465857"/>
                <a:gd name="connsiteY4437" fmla="*/ 1115178 h 1282606"/>
                <a:gd name="connsiteX4438" fmla="*/ 980258 w 1465857"/>
                <a:gd name="connsiteY4438" fmla="*/ 1115178 h 1282606"/>
                <a:gd name="connsiteX4439" fmla="*/ 980258 w 1465857"/>
                <a:gd name="connsiteY4439" fmla="*/ 1120068 h 1282606"/>
                <a:gd name="connsiteX4440" fmla="*/ 977812 w 1465857"/>
                <a:gd name="connsiteY4440" fmla="*/ 1125246 h 1282606"/>
                <a:gd name="connsiteX4441" fmla="*/ 975079 w 1465857"/>
                <a:gd name="connsiteY4441" fmla="*/ 1125246 h 1282606"/>
                <a:gd name="connsiteX4442" fmla="*/ 975079 w 1465857"/>
                <a:gd name="connsiteY4442" fmla="*/ 1122513 h 1282606"/>
                <a:gd name="connsiteX4443" fmla="*/ 970045 w 1465857"/>
                <a:gd name="connsiteY4443" fmla="*/ 1122513 h 1282606"/>
                <a:gd name="connsiteX4444" fmla="*/ 967600 w 1465857"/>
                <a:gd name="connsiteY4444" fmla="*/ 1120068 h 1282606"/>
                <a:gd name="connsiteX4445" fmla="*/ 967600 w 1465857"/>
                <a:gd name="connsiteY4445" fmla="*/ 1122513 h 1282606"/>
                <a:gd name="connsiteX4446" fmla="*/ 964867 w 1465857"/>
                <a:gd name="connsiteY4446" fmla="*/ 1122513 h 1282606"/>
                <a:gd name="connsiteX4447" fmla="*/ 964867 w 1465857"/>
                <a:gd name="connsiteY4447" fmla="*/ 1120068 h 1282606"/>
                <a:gd name="connsiteX4448" fmla="*/ 964867 w 1465857"/>
                <a:gd name="connsiteY4448" fmla="*/ 1117623 h 1282606"/>
                <a:gd name="connsiteX4449" fmla="*/ 964867 w 1465857"/>
                <a:gd name="connsiteY4449" fmla="*/ 1115178 h 1282606"/>
                <a:gd name="connsiteX4450" fmla="*/ 962422 w 1465857"/>
                <a:gd name="connsiteY4450" fmla="*/ 1115178 h 1282606"/>
                <a:gd name="connsiteX4451" fmla="*/ 964867 w 1465857"/>
                <a:gd name="connsiteY4451" fmla="*/ 1112445 h 1282606"/>
                <a:gd name="connsiteX4452" fmla="*/ 964867 w 1465857"/>
                <a:gd name="connsiteY4452" fmla="*/ 1109856 h 1282606"/>
                <a:gd name="connsiteX4453" fmla="*/ 962422 w 1465857"/>
                <a:gd name="connsiteY4453" fmla="*/ 1107410 h 1282606"/>
                <a:gd name="connsiteX4454" fmla="*/ 962422 w 1465857"/>
                <a:gd name="connsiteY4454" fmla="*/ 1109856 h 1282606"/>
                <a:gd name="connsiteX4455" fmla="*/ 959976 w 1465857"/>
                <a:gd name="connsiteY4455" fmla="*/ 1112445 h 1282606"/>
                <a:gd name="connsiteX4456" fmla="*/ 957387 w 1465857"/>
                <a:gd name="connsiteY4456" fmla="*/ 1112445 h 1282606"/>
                <a:gd name="connsiteX4457" fmla="*/ 957387 w 1465857"/>
                <a:gd name="connsiteY4457" fmla="*/ 1109856 h 1282606"/>
                <a:gd name="connsiteX4458" fmla="*/ 954654 w 1465857"/>
                <a:gd name="connsiteY4458" fmla="*/ 1107410 h 1282606"/>
                <a:gd name="connsiteX4459" fmla="*/ 952209 w 1465857"/>
                <a:gd name="connsiteY4459" fmla="*/ 1107410 h 1282606"/>
                <a:gd name="connsiteX4460" fmla="*/ 949764 w 1465857"/>
                <a:gd name="connsiteY4460" fmla="*/ 1107410 h 1282606"/>
                <a:gd name="connsiteX4461" fmla="*/ 947318 w 1465857"/>
                <a:gd name="connsiteY4461" fmla="*/ 1107410 h 1282606"/>
                <a:gd name="connsiteX4462" fmla="*/ 947318 w 1465857"/>
                <a:gd name="connsiteY4462" fmla="*/ 1104965 h 1282606"/>
                <a:gd name="connsiteX4463" fmla="*/ 947318 w 1465857"/>
                <a:gd name="connsiteY4463" fmla="*/ 1102520 h 1282606"/>
                <a:gd name="connsiteX4464" fmla="*/ 944586 w 1465857"/>
                <a:gd name="connsiteY4464" fmla="*/ 1104965 h 1282606"/>
                <a:gd name="connsiteX4465" fmla="*/ 944154 w 1465857"/>
                <a:gd name="connsiteY4465" fmla="*/ 1104965 h 1282606"/>
                <a:gd name="connsiteX4466" fmla="*/ 943291 w 1465857"/>
                <a:gd name="connsiteY4466" fmla="*/ 1106979 h 1282606"/>
                <a:gd name="connsiteX4467" fmla="*/ 940846 w 1465857"/>
                <a:gd name="connsiteY4467" fmla="*/ 1104246 h 1282606"/>
                <a:gd name="connsiteX4468" fmla="*/ 940846 w 1465857"/>
                <a:gd name="connsiteY4468" fmla="*/ 1101657 h 1282606"/>
                <a:gd name="connsiteX4469" fmla="*/ 940846 w 1465857"/>
                <a:gd name="connsiteY4469" fmla="*/ 1099212 h 1282606"/>
                <a:gd name="connsiteX4470" fmla="*/ 943291 w 1465857"/>
                <a:gd name="connsiteY4470" fmla="*/ 1099212 h 1282606"/>
                <a:gd name="connsiteX4471" fmla="*/ 943866 w 1465857"/>
                <a:gd name="connsiteY4471" fmla="*/ 1099787 h 1282606"/>
                <a:gd name="connsiteX4472" fmla="*/ 944586 w 1465857"/>
                <a:gd name="connsiteY4472" fmla="*/ 1099787 h 1282606"/>
                <a:gd name="connsiteX4473" fmla="*/ 947318 w 1465857"/>
                <a:gd name="connsiteY4473" fmla="*/ 1099787 h 1282606"/>
                <a:gd name="connsiteX4474" fmla="*/ 944586 w 1465857"/>
                <a:gd name="connsiteY4474" fmla="*/ 1097342 h 1282606"/>
                <a:gd name="connsiteX4475" fmla="*/ 941997 w 1465857"/>
                <a:gd name="connsiteY4475" fmla="*/ 1097342 h 1282606"/>
                <a:gd name="connsiteX4476" fmla="*/ 941997 w 1465857"/>
                <a:gd name="connsiteY4476" fmla="*/ 1092308 h 1282606"/>
                <a:gd name="connsiteX4477" fmla="*/ 944586 w 1465857"/>
                <a:gd name="connsiteY4477" fmla="*/ 1092308 h 1282606"/>
                <a:gd name="connsiteX4478" fmla="*/ 944586 w 1465857"/>
                <a:gd name="connsiteY4478" fmla="*/ 1089575 h 1282606"/>
                <a:gd name="connsiteX4479" fmla="*/ 941997 w 1465857"/>
                <a:gd name="connsiteY4479" fmla="*/ 1089575 h 1282606"/>
                <a:gd name="connsiteX4480" fmla="*/ 937106 w 1465857"/>
                <a:gd name="connsiteY4480" fmla="*/ 1089575 h 1282606"/>
                <a:gd name="connsiteX4481" fmla="*/ 934661 w 1465857"/>
                <a:gd name="connsiteY4481" fmla="*/ 1092308 h 1282606"/>
                <a:gd name="connsiteX4482" fmla="*/ 934661 w 1465857"/>
                <a:gd name="connsiteY4482" fmla="*/ 1089575 h 1282606"/>
                <a:gd name="connsiteX4483" fmla="*/ 931928 w 1465857"/>
                <a:gd name="connsiteY4483" fmla="*/ 1087129 h 1282606"/>
                <a:gd name="connsiteX4484" fmla="*/ 929482 w 1465857"/>
                <a:gd name="connsiteY4484" fmla="*/ 1087129 h 1282606"/>
                <a:gd name="connsiteX4485" fmla="*/ 929482 w 1465857"/>
                <a:gd name="connsiteY4485" fmla="*/ 1084684 h 1282606"/>
                <a:gd name="connsiteX4486" fmla="*/ 926893 w 1465857"/>
                <a:gd name="connsiteY4486" fmla="*/ 1084684 h 1282606"/>
                <a:gd name="connsiteX4487" fmla="*/ 926893 w 1465857"/>
                <a:gd name="connsiteY4487" fmla="*/ 1079506 h 1282606"/>
                <a:gd name="connsiteX4488" fmla="*/ 924448 w 1465857"/>
                <a:gd name="connsiteY4488" fmla="*/ 1082095 h 1282606"/>
                <a:gd name="connsiteX4489" fmla="*/ 921715 w 1465857"/>
                <a:gd name="connsiteY4489" fmla="*/ 1082095 h 1282606"/>
                <a:gd name="connsiteX4490" fmla="*/ 921715 w 1465857"/>
                <a:gd name="connsiteY4490" fmla="*/ 1084684 h 1282606"/>
                <a:gd name="connsiteX4491" fmla="*/ 916825 w 1465857"/>
                <a:gd name="connsiteY4491" fmla="*/ 1087129 h 1282606"/>
                <a:gd name="connsiteX4492" fmla="*/ 914236 w 1465857"/>
                <a:gd name="connsiteY4492" fmla="*/ 1087129 h 1282606"/>
                <a:gd name="connsiteX4493" fmla="*/ 916825 w 1465857"/>
                <a:gd name="connsiteY4493" fmla="*/ 1084684 h 1282606"/>
                <a:gd name="connsiteX4494" fmla="*/ 914236 w 1465857"/>
                <a:gd name="connsiteY4494" fmla="*/ 1082095 h 1282606"/>
                <a:gd name="connsiteX4495" fmla="*/ 914236 w 1465857"/>
                <a:gd name="connsiteY4495" fmla="*/ 1079506 h 1282606"/>
                <a:gd name="connsiteX4496" fmla="*/ 914236 w 1465857"/>
                <a:gd name="connsiteY4496" fmla="*/ 1074471 h 1282606"/>
                <a:gd name="connsiteX4497" fmla="*/ 914236 w 1465857"/>
                <a:gd name="connsiteY4497" fmla="*/ 1072026 h 1282606"/>
                <a:gd name="connsiteX4498" fmla="*/ 914236 w 1465857"/>
                <a:gd name="connsiteY4498" fmla="*/ 1069293 h 1282606"/>
                <a:gd name="connsiteX4499" fmla="*/ 911503 w 1465857"/>
                <a:gd name="connsiteY4499" fmla="*/ 1074471 h 1282606"/>
                <a:gd name="connsiteX4500" fmla="*/ 911503 w 1465857"/>
                <a:gd name="connsiteY4500" fmla="*/ 1076917 h 1282606"/>
                <a:gd name="connsiteX4501" fmla="*/ 909057 w 1465857"/>
                <a:gd name="connsiteY4501" fmla="*/ 1074471 h 1282606"/>
                <a:gd name="connsiteX4502" fmla="*/ 906612 w 1465857"/>
                <a:gd name="connsiteY4502" fmla="*/ 1072026 h 1282606"/>
                <a:gd name="connsiteX4503" fmla="*/ 906612 w 1465857"/>
                <a:gd name="connsiteY4503" fmla="*/ 1069293 h 1282606"/>
                <a:gd name="connsiteX4504" fmla="*/ 906612 w 1465857"/>
                <a:gd name="connsiteY4504" fmla="*/ 1066704 h 1282606"/>
                <a:gd name="connsiteX4505" fmla="*/ 906612 w 1465857"/>
                <a:gd name="connsiteY4505" fmla="*/ 1064259 h 1282606"/>
                <a:gd name="connsiteX4506" fmla="*/ 906612 w 1465857"/>
                <a:gd name="connsiteY4506" fmla="*/ 1059081 h 1282606"/>
                <a:gd name="connsiteX4507" fmla="*/ 909057 w 1465857"/>
                <a:gd name="connsiteY4507" fmla="*/ 1059081 h 1282606"/>
                <a:gd name="connsiteX4508" fmla="*/ 911503 w 1465857"/>
                <a:gd name="connsiteY4508" fmla="*/ 1059081 h 1282606"/>
                <a:gd name="connsiteX4509" fmla="*/ 911503 w 1465857"/>
                <a:gd name="connsiteY4509" fmla="*/ 1056635 h 1282606"/>
                <a:gd name="connsiteX4510" fmla="*/ 914236 w 1465857"/>
                <a:gd name="connsiteY4510" fmla="*/ 1054190 h 1282606"/>
                <a:gd name="connsiteX4511" fmla="*/ 914236 w 1465857"/>
                <a:gd name="connsiteY4511" fmla="*/ 1051601 h 1282606"/>
                <a:gd name="connsiteX4512" fmla="*/ 911503 w 1465857"/>
                <a:gd name="connsiteY4512" fmla="*/ 1051601 h 1282606"/>
                <a:gd name="connsiteX4513" fmla="*/ 914236 w 1465857"/>
                <a:gd name="connsiteY4513" fmla="*/ 1048868 h 1282606"/>
                <a:gd name="connsiteX4514" fmla="*/ 916825 w 1465857"/>
                <a:gd name="connsiteY4514" fmla="*/ 1048868 h 1282606"/>
                <a:gd name="connsiteX4515" fmla="*/ 914236 w 1465857"/>
                <a:gd name="connsiteY4515" fmla="*/ 1046423 h 1282606"/>
                <a:gd name="connsiteX4516" fmla="*/ 911503 w 1465857"/>
                <a:gd name="connsiteY4516" fmla="*/ 1046423 h 1282606"/>
                <a:gd name="connsiteX4517" fmla="*/ 911503 w 1465857"/>
                <a:gd name="connsiteY4517" fmla="*/ 1043978 h 1282606"/>
                <a:gd name="connsiteX4518" fmla="*/ 909057 w 1465857"/>
                <a:gd name="connsiteY4518" fmla="*/ 1043978 h 1282606"/>
                <a:gd name="connsiteX4519" fmla="*/ 909057 w 1465857"/>
                <a:gd name="connsiteY4519" fmla="*/ 1041532 h 1282606"/>
                <a:gd name="connsiteX4520" fmla="*/ 906612 w 1465857"/>
                <a:gd name="connsiteY4520" fmla="*/ 1041532 h 1282606"/>
                <a:gd name="connsiteX4521" fmla="*/ 906612 w 1465857"/>
                <a:gd name="connsiteY4521" fmla="*/ 1043978 h 1282606"/>
                <a:gd name="connsiteX4522" fmla="*/ 911503 w 1465857"/>
                <a:gd name="connsiteY4522" fmla="*/ 1054190 h 1282606"/>
                <a:gd name="connsiteX4523" fmla="*/ 904167 w 1465857"/>
                <a:gd name="connsiteY4523" fmla="*/ 1059081 h 1282606"/>
                <a:gd name="connsiteX4524" fmla="*/ 901434 w 1465857"/>
                <a:gd name="connsiteY4524" fmla="*/ 1056635 h 1282606"/>
                <a:gd name="connsiteX4525" fmla="*/ 901434 w 1465857"/>
                <a:gd name="connsiteY4525" fmla="*/ 1061814 h 1282606"/>
                <a:gd name="connsiteX4526" fmla="*/ 901434 w 1465857"/>
                <a:gd name="connsiteY4526" fmla="*/ 1064259 h 1282606"/>
                <a:gd name="connsiteX4527" fmla="*/ 904167 w 1465857"/>
                <a:gd name="connsiteY4527" fmla="*/ 1069293 h 1282606"/>
                <a:gd name="connsiteX4528" fmla="*/ 901434 w 1465857"/>
                <a:gd name="connsiteY4528" fmla="*/ 1074471 h 1282606"/>
                <a:gd name="connsiteX4529" fmla="*/ 904167 w 1465857"/>
                <a:gd name="connsiteY4529" fmla="*/ 1076917 h 1282606"/>
                <a:gd name="connsiteX4530" fmla="*/ 904167 w 1465857"/>
                <a:gd name="connsiteY4530" fmla="*/ 1079506 h 1282606"/>
                <a:gd name="connsiteX4531" fmla="*/ 904167 w 1465857"/>
                <a:gd name="connsiteY4531" fmla="*/ 1082095 h 1282606"/>
                <a:gd name="connsiteX4532" fmla="*/ 901434 w 1465857"/>
                <a:gd name="connsiteY4532" fmla="*/ 1084684 h 1282606"/>
                <a:gd name="connsiteX4533" fmla="*/ 898845 w 1465857"/>
                <a:gd name="connsiteY4533" fmla="*/ 1082095 h 1282606"/>
                <a:gd name="connsiteX4534" fmla="*/ 898845 w 1465857"/>
                <a:gd name="connsiteY4534" fmla="*/ 1079506 h 1282606"/>
                <a:gd name="connsiteX4535" fmla="*/ 897119 w 1465857"/>
                <a:gd name="connsiteY4535" fmla="*/ 1074184 h 1282606"/>
                <a:gd name="connsiteX4536" fmla="*/ 894818 w 1465857"/>
                <a:gd name="connsiteY4536" fmla="*/ 1078787 h 1282606"/>
                <a:gd name="connsiteX4537" fmla="*/ 894818 w 1465857"/>
                <a:gd name="connsiteY4537" fmla="*/ 1076341 h 1282606"/>
                <a:gd name="connsiteX4538" fmla="*/ 892228 w 1465857"/>
                <a:gd name="connsiteY4538" fmla="*/ 1076341 h 1282606"/>
                <a:gd name="connsiteX4539" fmla="*/ 894818 w 1465857"/>
                <a:gd name="connsiteY4539" fmla="*/ 1073609 h 1282606"/>
                <a:gd name="connsiteX4540" fmla="*/ 894818 w 1465857"/>
                <a:gd name="connsiteY4540" fmla="*/ 1071019 h 1282606"/>
                <a:gd name="connsiteX4541" fmla="*/ 892228 w 1465857"/>
                <a:gd name="connsiteY4541" fmla="*/ 1071019 h 1282606"/>
                <a:gd name="connsiteX4542" fmla="*/ 892228 w 1465857"/>
                <a:gd name="connsiteY4542" fmla="*/ 1068574 h 1282606"/>
                <a:gd name="connsiteX4543" fmla="*/ 894818 w 1465857"/>
                <a:gd name="connsiteY4543" fmla="*/ 1068574 h 1282606"/>
                <a:gd name="connsiteX4544" fmla="*/ 896400 w 1465857"/>
                <a:gd name="connsiteY4544" fmla="*/ 1070156 h 1282606"/>
                <a:gd name="connsiteX4545" fmla="*/ 896400 w 1465857"/>
                <a:gd name="connsiteY4545" fmla="*/ 1069293 h 1282606"/>
                <a:gd name="connsiteX4546" fmla="*/ 898845 w 1465857"/>
                <a:gd name="connsiteY4546" fmla="*/ 1069293 h 1282606"/>
                <a:gd name="connsiteX4547" fmla="*/ 896400 w 1465857"/>
                <a:gd name="connsiteY4547" fmla="*/ 1066704 h 1282606"/>
                <a:gd name="connsiteX4548" fmla="*/ 896400 w 1465857"/>
                <a:gd name="connsiteY4548" fmla="*/ 1064259 h 1282606"/>
                <a:gd name="connsiteX4549" fmla="*/ 893955 w 1465857"/>
                <a:gd name="connsiteY4549" fmla="*/ 1061814 h 1282606"/>
                <a:gd name="connsiteX4550" fmla="*/ 891222 w 1465857"/>
                <a:gd name="connsiteY4550" fmla="*/ 1059081 h 1282606"/>
                <a:gd name="connsiteX4551" fmla="*/ 893955 w 1465857"/>
                <a:gd name="connsiteY4551" fmla="*/ 1059081 h 1282606"/>
                <a:gd name="connsiteX4552" fmla="*/ 896400 w 1465857"/>
                <a:gd name="connsiteY4552" fmla="*/ 1059081 h 1282606"/>
                <a:gd name="connsiteX4553" fmla="*/ 896400 w 1465857"/>
                <a:gd name="connsiteY4553" fmla="*/ 1056635 h 1282606"/>
                <a:gd name="connsiteX4554" fmla="*/ 898845 w 1465857"/>
                <a:gd name="connsiteY4554" fmla="*/ 1054190 h 1282606"/>
                <a:gd name="connsiteX4555" fmla="*/ 901434 w 1465857"/>
                <a:gd name="connsiteY4555" fmla="*/ 1054190 h 1282606"/>
                <a:gd name="connsiteX4556" fmla="*/ 904167 w 1465857"/>
                <a:gd name="connsiteY4556" fmla="*/ 1054190 h 1282606"/>
                <a:gd name="connsiteX4557" fmla="*/ 906612 w 1465857"/>
                <a:gd name="connsiteY4557" fmla="*/ 1051601 h 1282606"/>
                <a:gd name="connsiteX4558" fmla="*/ 901434 w 1465857"/>
                <a:gd name="connsiteY4558" fmla="*/ 1051601 h 1282606"/>
                <a:gd name="connsiteX4559" fmla="*/ 901434 w 1465857"/>
                <a:gd name="connsiteY4559" fmla="*/ 1048868 h 1282606"/>
                <a:gd name="connsiteX4560" fmla="*/ 901434 w 1465857"/>
                <a:gd name="connsiteY4560" fmla="*/ 1046423 h 1282606"/>
                <a:gd name="connsiteX4561" fmla="*/ 898845 w 1465857"/>
                <a:gd name="connsiteY4561" fmla="*/ 1048868 h 1282606"/>
                <a:gd name="connsiteX4562" fmla="*/ 898845 w 1465857"/>
                <a:gd name="connsiteY4562" fmla="*/ 1051601 h 1282606"/>
                <a:gd name="connsiteX4563" fmla="*/ 896400 w 1465857"/>
                <a:gd name="connsiteY4563" fmla="*/ 1051601 h 1282606"/>
                <a:gd name="connsiteX4564" fmla="*/ 893955 w 1465857"/>
                <a:gd name="connsiteY4564" fmla="*/ 1051601 h 1282606"/>
                <a:gd name="connsiteX4565" fmla="*/ 893955 w 1465857"/>
                <a:gd name="connsiteY4565" fmla="*/ 1046423 h 1282606"/>
                <a:gd name="connsiteX4566" fmla="*/ 891222 w 1465857"/>
                <a:gd name="connsiteY4566" fmla="*/ 1046423 h 1282606"/>
                <a:gd name="connsiteX4567" fmla="*/ 888776 w 1465857"/>
                <a:gd name="connsiteY4567" fmla="*/ 1048868 h 1282606"/>
                <a:gd name="connsiteX4568" fmla="*/ 891222 w 1465857"/>
                <a:gd name="connsiteY4568" fmla="*/ 1048868 h 1282606"/>
                <a:gd name="connsiteX4569" fmla="*/ 891222 w 1465857"/>
                <a:gd name="connsiteY4569" fmla="*/ 1051601 h 1282606"/>
                <a:gd name="connsiteX4570" fmla="*/ 893955 w 1465857"/>
                <a:gd name="connsiteY4570" fmla="*/ 1054190 h 1282606"/>
                <a:gd name="connsiteX4571" fmla="*/ 891222 w 1465857"/>
                <a:gd name="connsiteY4571" fmla="*/ 1054190 h 1282606"/>
                <a:gd name="connsiteX4572" fmla="*/ 891222 w 1465857"/>
                <a:gd name="connsiteY4572" fmla="*/ 1056635 h 1282606"/>
                <a:gd name="connsiteX4573" fmla="*/ 888776 w 1465857"/>
                <a:gd name="connsiteY4573" fmla="*/ 1056635 h 1282606"/>
                <a:gd name="connsiteX4574" fmla="*/ 888776 w 1465857"/>
                <a:gd name="connsiteY4574" fmla="*/ 1059081 h 1282606"/>
                <a:gd name="connsiteX4575" fmla="*/ 888776 w 1465857"/>
                <a:gd name="connsiteY4575" fmla="*/ 1061814 h 1282606"/>
                <a:gd name="connsiteX4576" fmla="*/ 886331 w 1465857"/>
                <a:gd name="connsiteY4576" fmla="*/ 1059081 h 1282606"/>
                <a:gd name="connsiteX4577" fmla="*/ 883742 w 1465857"/>
                <a:gd name="connsiteY4577" fmla="*/ 1059081 h 1282606"/>
                <a:gd name="connsiteX4578" fmla="*/ 883742 w 1465857"/>
                <a:gd name="connsiteY4578" fmla="*/ 1056635 h 1282606"/>
                <a:gd name="connsiteX4579" fmla="*/ 881009 w 1465857"/>
                <a:gd name="connsiteY4579" fmla="*/ 1056635 h 1282606"/>
                <a:gd name="connsiteX4580" fmla="*/ 881009 w 1465857"/>
                <a:gd name="connsiteY4580" fmla="*/ 1054190 h 1282606"/>
                <a:gd name="connsiteX4581" fmla="*/ 881009 w 1465857"/>
                <a:gd name="connsiteY4581" fmla="*/ 1051601 h 1282606"/>
                <a:gd name="connsiteX4582" fmla="*/ 881009 w 1465857"/>
                <a:gd name="connsiteY4582" fmla="*/ 1048868 h 1282606"/>
                <a:gd name="connsiteX4583" fmla="*/ 881009 w 1465857"/>
                <a:gd name="connsiteY4583" fmla="*/ 1046423 h 1282606"/>
                <a:gd name="connsiteX4584" fmla="*/ 878564 w 1465857"/>
                <a:gd name="connsiteY4584" fmla="*/ 1048868 h 1282606"/>
                <a:gd name="connsiteX4585" fmla="*/ 876119 w 1465857"/>
                <a:gd name="connsiteY4585" fmla="*/ 1048868 h 1282606"/>
                <a:gd name="connsiteX4586" fmla="*/ 876119 w 1465857"/>
                <a:gd name="connsiteY4586" fmla="*/ 1046423 h 1282606"/>
                <a:gd name="connsiteX4587" fmla="*/ 878564 w 1465857"/>
                <a:gd name="connsiteY4587" fmla="*/ 1046423 h 1282606"/>
                <a:gd name="connsiteX4588" fmla="*/ 878564 w 1465857"/>
                <a:gd name="connsiteY4588" fmla="*/ 1043978 h 1282606"/>
                <a:gd name="connsiteX4589" fmla="*/ 876119 w 1465857"/>
                <a:gd name="connsiteY4589" fmla="*/ 1043978 h 1282606"/>
                <a:gd name="connsiteX4590" fmla="*/ 876119 w 1465857"/>
                <a:gd name="connsiteY4590" fmla="*/ 1041532 h 1282606"/>
                <a:gd name="connsiteX4591" fmla="*/ 873673 w 1465857"/>
                <a:gd name="connsiteY4591" fmla="*/ 1041532 h 1282606"/>
                <a:gd name="connsiteX4592" fmla="*/ 873673 w 1465857"/>
                <a:gd name="connsiteY4592" fmla="*/ 1043978 h 1282606"/>
                <a:gd name="connsiteX4593" fmla="*/ 873673 w 1465857"/>
                <a:gd name="connsiteY4593" fmla="*/ 1046423 h 1282606"/>
                <a:gd name="connsiteX4594" fmla="*/ 870940 w 1465857"/>
                <a:gd name="connsiteY4594" fmla="*/ 1046423 h 1282606"/>
                <a:gd name="connsiteX4595" fmla="*/ 870940 w 1465857"/>
                <a:gd name="connsiteY4595" fmla="*/ 1048868 h 1282606"/>
                <a:gd name="connsiteX4596" fmla="*/ 868351 w 1465857"/>
                <a:gd name="connsiteY4596" fmla="*/ 1048868 h 1282606"/>
                <a:gd name="connsiteX4597" fmla="*/ 868351 w 1465857"/>
                <a:gd name="connsiteY4597" fmla="*/ 1046423 h 1282606"/>
                <a:gd name="connsiteX4598" fmla="*/ 868351 w 1465857"/>
                <a:gd name="connsiteY4598" fmla="*/ 1043978 h 1282606"/>
                <a:gd name="connsiteX4599" fmla="*/ 865906 w 1465857"/>
                <a:gd name="connsiteY4599" fmla="*/ 1043978 h 1282606"/>
                <a:gd name="connsiteX4600" fmla="*/ 865906 w 1465857"/>
                <a:gd name="connsiteY4600" fmla="*/ 1046423 h 1282606"/>
                <a:gd name="connsiteX4601" fmla="*/ 865906 w 1465857"/>
                <a:gd name="connsiteY4601" fmla="*/ 1048868 h 1282606"/>
                <a:gd name="connsiteX4602" fmla="*/ 865906 w 1465857"/>
                <a:gd name="connsiteY4602" fmla="*/ 1051601 h 1282606"/>
                <a:gd name="connsiteX4603" fmla="*/ 863461 w 1465857"/>
                <a:gd name="connsiteY4603" fmla="*/ 1051601 h 1282606"/>
                <a:gd name="connsiteX4604" fmla="*/ 861016 w 1465857"/>
                <a:gd name="connsiteY4604" fmla="*/ 1054190 h 1282606"/>
                <a:gd name="connsiteX4605" fmla="*/ 858283 w 1465857"/>
                <a:gd name="connsiteY4605" fmla="*/ 1054190 h 1282606"/>
                <a:gd name="connsiteX4606" fmla="*/ 858283 w 1465857"/>
                <a:gd name="connsiteY4606" fmla="*/ 1056635 h 1282606"/>
                <a:gd name="connsiteX4607" fmla="*/ 855694 w 1465857"/>
                <a:gd name="connsiteY4607" fmla="*/ 1056635 h 1282606"/>
                <a:gd name="connsiteX4608" fmla="*/ 855694 w 1465857"/>
                <a:gd name="connsiteY4608" fmla="*/ 1059081 h 1282606"/>
                <a:gd name="connsiteX4609" fmla="*/ 858283 w 1465857"/>
                <a:gd name="connsiteY4609" fmla="*/ 1061814 h 1282606"/>
                <a:gd name="connsiteX4610" fmla="*/ 858283 w 1465857"/>
                <a:gd name="connsiteY4610" fmla="*/ 1064259 h 1282606"/>
                <a:gd name="connsiteX4611" fmla="*/ 855694 w 1465857"/>
                <a:gd name="connsiteY4611" fmla="*/ 1064259 h 1282606"/>
                <a:gd name="connsiteX4612" fmla="*/ 853248 w 1465857"/>
                <a:gd name="connsiteY4612" fmla="*/ 1061814 h 1282606"/>
                <a:gd name="connsiteX4613" fmla="*/ 853248 w 1465857"/>
                <a:gd name="connsiteY4613" fmla="*/ 1059081 h 1282606"/>
                <a:gd name="connsiteX4614" fmla="*/ 850803 w 1465857"/>
                <a:gd name="connsiteY4614" fmla="*/ 1061814 h 1282606"/>
                <a:gd name="connsiteX4615" fmla="*/ 848070 w 1465857"/>
                <a:gd name="connsiteY4615" fmla="*/ 1061814 h 1282606"/>
                <a:gd name="connsiteX4616" fmla="*/ 848070 w 1465857"/>
                <a:gd name="connsiteY4616" fmla="*/ 1059081 h 1282606"/>
                <a:gd name="connsiteX4617" fmla="*/ 845625 w 1465857"/>
                <a:gd name="connsiteY4617" fmla="*/ 1059081 h 1282606"/>
                <a:gd name="connsiteX4618" fmla="*/ 845625 w 1465857"/>
                <a:gd name="connsiteY4618" fmla="*/ 1056635 h 1282606"/>
                <a:gd name="connsiteX4619" fmla="*/ 843180 w 1465857"/>
                <a:gd name="connsiteY4619" fmla="*/ 1056635 h 1282606"/>
                <a:gd name="connsiteX4620" fmla="*/ 840591 w 1465857"/>
                <a:gd name="connsiteY4620" fmla="*/ 1054190 h 1282606"/>
                <a:gd name="connsiteX4621" fmla="*/ 837858 w 1465857"/>
                <a:gd name="connsiteY4621" fmla="*/ 1051601 h 1282606"/>
                <a:gd name="connsiteX4622" fmla="*/ 837858 w 1465857"/>
                <a:gd name="connsiteY4622" fmla="*/ 1046423 h 1282606"/>
                <a:gd name="connsiteX4623" fmla="*/ 837858 w 1465857"/>
                <a:gd name="connsiteY4623" fmla="*/ 1043978 h 1282606"/>
                <a:gd name="connsiteX4624" fmla="*/ 840591 w 1465857"/>
                <a:gd name="connsiteY4624" fmla="*/ 1041532 h 1282606"/>
                <a:gd name="connsiteX4625" fmla="*/ 840591 w 1465857"/>
                <a:gd name="connsiteY4625" fmla="*/ 1036354 h 1282606"/>
                <a:gd name="connsiteX4626" fmla="*/ 840591 w 1465857"/>
                <a:gd name="connsiteY4626" fmla="*/ 1033765 h 1282606"/>
                <a:gd name="connsiteX4627" fmla="*/ 837858 w 1465857"/>
                <a:gd name="connsiteY4627" fmla="*/ 1031320 h 1282606"/>
                <a:gd name="connsiteX4628" fmla="*/ 840591 w 1465857"/>
                <a:gd name="connsiteY4628" fmla="*/ 1031320 h 1282606"/>
                <a:gd name="connsiteX4629" fmla="*/ 837858 w 1465857"/>
                <a:gd name="connsiteY4629" fmla="*/ 1028587 h 1282606"/>
                <a:gd name="connsiteX4630" fmla="*/ 832967 w 1465857"/>
                <a:gd name="connsiteY4630" fmla="*/ 1031320 h 1282606"/>
                <a:gd name="connsiteX4631" fmla="*/ 835412 w 1465857"/>
                <a:gd name="connsiteY4631" fmla="*/ 1033765 h 1282606"/>
                <a:gd name="connsiteX4632" fmla="*/ 832967 w 1465857"/>
                <a:gd name="connsiteY4632" fmla="*/ 1033765 h 1282606"/>
                <a:gd name="connsiteX4633" fmla="*/ 830522 w 1465857"/>
                <a:gd name="connsiteY4633" fmla="*/ 1036354 h 1282606"/>
                <a:gd name="connsiteX4634" fmla="*/ 830522 w 1465857"/>
                <a:gd name="connsiteY4634" fmla="*/ 1038800 h 1282606"/>
                <a:gd name="connsiteX4635" fmla="*/ 832967 w 1465857"/>
                <a:gd name="connsiteY4635" fmla="*/ 1041532 h 1282606"/>
                <a:gd name="connsiteX4636" fmla="*/ 835412 w 1465857"/>
                <a:gd name="connsiteY4636" fmla="*/ 1041532 h 1282606"/>
                <a:gd name="connsiteX4637" fmla="*/ 835412 w 1465857"/>
                <a:gd name="connsiteY4637" fmla="*/ 1046423 h 1282606"/>
                <a:gd name="connsiteX4638" fmla="*/ 830522 w 1465857"/>
                <a:gd name="connsiteY4638" fmla="*/ 1043978 h 1282606"/>
                <a:gd name="connsiteX4639" fmla="*/ 827789 w 1465857"/>
                <a:gd name="connsiteY4639" fmla="*/ 1043978 h 1282606"/>
                <a:gd name="connsiteX4640" fmla="*/ 827789 w 1465857"/>
                <a:gd name="connsiteY4640" fmla="*/ 1046423 h 1282606"/>
                <a:gd name="connsiteX4641" fmla="*/ 825200 w 1465857"/>
                <a:gd name="connsiteY4641" fmla="*/ 1046423 h 1282606"/>
                <a:gd name="connsiteX4642" fmla="*/ 822755 w 1465857"/>
                <a:gd name="connsiteY4642" fmla="*/ 1046423 h 1282606"/>
                <a:gd name="connsiteX4643" fmla="*/ 820309 w 1465857"/>
                <a:gd name="connsiteY4643" fmla="*/ 1043978 h 1282606"/>
                <a:gd name="connsiteX4644" fmla="*/ 820309 w 1465857"/>
                <a:gd name="connsiteY4644" fmla="*/ 1046423 h 1282606"/>
                <a:gd name="connsiteX4645" fmla="*/ 817576 w 1465857"/>
                <a:gd name="connsiteY4645" fmla="*/ 1043978 h 1282606"/>
                <a:gd name="connsiteX4646" fmla="*/ 817576 w 1465857"/>
                <a:gd name="connsiteY4646" fmla="*/ 1046423 h 1282606"/>
                <a:gd name="connsiteX4647" fmla="*/ 817576 w 1465857"/>
                <a:gd name="connsiteY4647" fmla="*/ 1048868 h 1282606"/>
                <a:gd name="connsiteX4648" fmla="*/ 820309 w 1465857"/>
                <a:gd name="connsiteY4648" fmla="*/ 1048868 h 1282606"/>
                <a:gd name="connsiteX4649" fmla="*/ 825200 w 1465857"/>
                <a:gd name="connsiteY4649" fmla="*/ 1048868 h 1282606"/>
                <a:gd name="connsiteX4650" fmla="*/ 827789 w 1465857"/>
                <a:gd name="connsiteY4650" fmla="*/ 1048868 h 1282606"/>
                <a:gd name="connsiteX4651" fmla="*/ 830522 w 1465857"/>
                <a:gd name="connsiteY4651" fmla="*/ 1054190 h 1282606"/>
                <a:gd name="connsiteX4652" fmla="*/ 832967 w 1465857"/>
                <a:gd name="connsiteY4652" fmla="*/ 1056635 h 1282606"/>
                <a:gd name="connsiteX4653" fmla="*/ 835412 w 1465857"/>
                <a:gd name="connsiteY4653" fmla="*/ 1056635 h 1282606"/>
                <a:gd name="connsiteX4654" fmla="*/ 840591 w 1465857"/>
                <a:gd name="connsiteY4654" fmla="*/ 1059081 h 1282606"/>
                <a:gd name="connsiteX4655" fmla="*/ 850803 w 1465857"/>
                <a:gd name="connsiteY4655" fmla="*/ 1066704 h 1282606"/>
                <a:gd name="connsiteX4656" fmla="*/ 850803 w 1465857"/>
                <a:gd name="connsiteY4656" fmla="*/ 1072026 h 1282606"/>
                <a:gd name="connsiteX4657" fmla="*/ 850803 w 1465857"/>
                <a:gd name="connsiteY4657" fmla="*/ 1074471 h 1282606"/>
                <a:gd name="connsiteX4658" fmla="*/ 848070 w 1465857"/>
                <a:gd name="connsiteY4658" fmla="*/ 1074471 h 1282606"/>
                <a:gd name="connsiteX4659" fmla="*/ 845625 w 1465857"/>
                <a:gd name="connsiteY4659" fmla="*/ 1074471 h 1282606"/>
                <a:gd name="connsiteX4660" fmla="*/ 848070 w 1465857"/>
                <a:gd name="connsiteY4660" fmla="*/ 1076917 h 1282606"/>
                <a:gd name="connsiteX4661" fmla="*/ 850803 w 1465857"/>
                <a:gd name="connsiteY4661" fmla="*/ 1079506 h 1282606"/>
                <a:gd name="connsiteX4662" fmla="*/ 853248 w 1465857"/>
                <a:gd name="connsiteY4662" fmla="*/ 1079506 h 1282606"/>
                <a:gd name="connsiteX4663" fmla="*/ 853248 w 1465857"/>
                <a:gd name="connsiteY4663" fmla="*/ 1082095 h 1282606"/>
                <a:gd name="connsiteX4664" fmla="*/ 855694 w 1465857"/>
                <a:gd name="connsiteY4664" fmla="*/ 1084684 h 1282606"/>
                <a:gd name="connsiteX4665" fmla="*/ 858283 w 1465857"/>
                <a:gd name="connsiteY4665" fmla="*/ 1087129 h 1282606"/>
                <a:gd name="connsiteX4666" fmla="*/ 855694 w 1465857"/>
                <a:gd name="connsiteY4666" fmla="*/ 1087129 h 1282606"/>
                <a:gd name="connsiteX4667" fmla="*/ 853248 w 1465857"/>
                <a:gd name="connsiteY4667" fmla="*/ 1089575 h 1282606"/>
                <a:gd name="connsiteX4668" fmla="*/ 853248 w 1465857"/>
                <a:gd name="connsiteY4668" fmla="*/ 1087129 h 1282606"/>
                <a:gd name="connsiteX4669" fmla="*/ 850803 w 1465857"/>
                <a:gd name="connsiteY4669" fmla="*/ 1087129 h 1282606"/>
                <a:gd name="connsiteX4670" fmla="*/ 848070 w 1465857"/>
                <a:gd name="connsiteY4670" fmla="*/ 1087129 h 1282606"/>
                <a:gd name="connsiteX4671" fmla="*/ 845625 w 1465857"/>
                <a:gd name="connsiteY4671" fmla="*/ 1089575 h 1282606"/>
                <a:gd name="connsiteX4672" fmla="*/ 848070 w 1465857"/>
                <a:gd name="connsiteY4672" fmla="*/ 1092308 h 1282606"/>
                <a:gd name="connsiteX4673" fmla="*/ 845625 w 1465857"/>
                <a:gd name="connsiteY4673" fmla="*/ 1092308 h 1282606"/>
                <a:gd name="connsiteX4674" fmla="*/ 840591 w 1465857"/>
                <a:gd name="connsiteY4674" fmla="*/ 1089575 h 1282606"/>
                <a:gd name="connsiteX4675" fmla="*/ 843180 w 1465857"/>
                <a:gd name="connsiteY4675" fmla="*/ 1092308 h 1282606"/>
                <a:gd name="connsiteX4676" fmla="*/ 840591 w 1465857"/>
                <a:gd name="connsiteY4676" fmla="*/ 1092308 h 1282606"/>
                <a:gd name="connsiteX4677" fmla="*/ 832967 w 1465857"/>
                <a:gd name="connsiteY4677" fmla="*/ 1089575 h 1282606"/>
                <a:gd name="connsiteX4678" fmla="*/ 830522 w 1465857"/>
                <a:gd name="connsiteY4678" fmla="*/ 1089575 h 1282606"/>
                <a:gd name="connsiteX4679" fmla="*/ 830522 w 1465857"/>
                <a:gd name="connsiteY4679" fmla="*/ 1087129 h 1282606"/>
                <a:gd name="connsiteX4680" fmla="*/ 825200 w 1465857"/>
                <a:gd name="connsiteY4680" fmla="*/ 1087129 h 1282606"/>
                <a:gd name="connsiteX4681" fmla="*/ 825200 w 1465857"/>
                <a:gd name="connsiteY4681" fmla="*/ 1084684 h 1282606"/>
                <a:gd name="connsiteX4682" fmla="*/ 822755 w 1465857"/>
                <a:gd name="connsiteY4682" fmla="*/ 1084684 h 1282606"/>
                <a:gd name="connsiteX4683" fmla="*/ 817576 w 1465857"/>
                <a:gd name="connsiteY4683" fmla="*/ 1084684 h 1282606"/>
                <a:gd name="connsiteX4684" fmla="*/ 820309 w 1465857"/>
                <a:gd name="connsiteY4684" fmla="*/ 1087129 h 1282606"/>
                <a:gd name="connsiteX4685" fmla="*/ 820309 w 1465857"/>
                <a:gd name="connsiteY4685" fmla="*/ 1089575 h 1282606"/>
                <a:gd name="connsiteX4686" fmla="*/ 817576 w 1465857"/>
                <a:gd name="connsiteY4686" fmla="*/ 1089575 h 1282606"/>
                <a:gd name="connsiteX4687" fmla="*/ 817576 w 1465857"/>
                <a:gd name="connsiteY4687" fmla="*/ 1087129 h 1282606"/>
                <a:gd name="connsiteX4688" fmla="*/ 815131 w 1465857"/>
                <a:gd name="connsiteY4688" fmla="*/ 1087129 h 1282606"/>
                <a:gd name="connsiteX4689" fmla="*/ 812686 w 1465857"/>
                <a:gd name="connsiteY4689" fmla="*/ 1087129 h 1282606"/>
                <a:gd name="connsiteX4690" fmla="*/ 812686 w 1465857"/>
                <a:gd name="connsiteY4690" fmla="*/ 1084684 h 1282606"/>
                <a:gd name="connsiteX4691" fmla="*/ 802474 w 1465857"/>
                <a:gd name="connsiteY4691" fmla="*/ 1082095 h 1282606"/>
                <a:gd name="connsiteX4692" fmla="*/ 800028 w 1465857"/>
                <a:gd name="connsiteY4692" fmla="*/ 1082095 h 1282606"/>
                <a:gd name="connsiteX4693" fmla="*/ 797295 w 1465857"/>
                <a:gd name="connsiteY4693" fmla="*/ 1082095 h 1282606"/>
                <a:gd name="connsiteX4694" fmla="*/ 794706 w 1465857"/>
                <a:gd name="connsiteY4694" fmla="*/ 1082095 h 1282606"/>
                <a:gd name="connsiteX4695" fmla="*/ 787370 w 1465857"/>
                <a:gd name="connsiteY4695" fmla="*/ 1076917 h 1282606"/>
                <a:gd name="connsiteX4696" fmla="*/ 784637 w 1465857"/>
                <a:gd name="connsiteY4696" fmla="*/ 1076917 h 1282606"/>
                <a:gd name="connsiteX4697" fmla="*/ 782048 w 1465857"/>
                <a:gd name="connsiteY4697" fmla="*/ 1076917 h 1282606"/>
                <a:gd name="connsiteX4698" fmla="*/ 784637 w 1465857"/>
                <a:gd name="connsiteY4698" fmla="*/ 1082095 h 1282606"/>
                <a:gd name="connsiteX4699" fmla="*/ 787370 w 1465857"/>
                <a:gd name="connsiteY4699" fmla="*/ 1082095 h 1282606"/>
                <a:gd name="connsiteX4700" fmla="*/ 784637 w 1465857"/>
                <a:gd name="connsiteY4700" fmla="*/ 1084684 h 1282606"/>
                <a:gd name="connsiteX4701" fmla="*/ 787370 w 1465857"/>
                <a:gd name="connsiteY4701" fmla="*/ 1087129 h 1282606"/>
                <a:gd name="connsiteX4702" fmla="*/ 789816 w 1465857"/>
                <a:gd name="connsiteY4702" fmla="*/ 1087129 h 1282606"/>
                <a:gd name="connsiteX4703" fmla="*/ 789816 w 1465857"/>
                <a:gd name="connsiteY4703" fmla="*/ 1089575 h 1282606"/>
                <a:gd name="connsiteX4704" fmla="*/ 792261 w 1465857"/>
                <a:gd name="connsiteY4704" fmla="*/ 1089575 h 1282606"/>
                <a:gd name="connsiteX4705" fmla="*/ 792261 w 1465857"/>
                <a:gd name="connsiteY4705" fmla="*/ 1092308 h 1282606"/>
                <a:gd name="connsiteX4706" fmla="*/ 794706 w 1465857"/>
                <a:gd name="connsiteY4706" fmla="*/ 1092308 h 1282606"/>
                <a:gd name="connsiteX4707" fmla="*/ 797295 w 1465857"/>
                <a:gd name="connsiteY4707" fmla="*/ 1094753 h 1282606"/>
                <a:gd name="connsiteX4708" fmla="*/ 794706 w 1465857"/>
                <a:gd name="connsiteY4708" fmla="*/ 1094753 h 1282606"/>
                <a:gd name="connsiteX4709" fmla="*/ 792261 w 1465857"/>
                <a:gd name="connsiteY4709" fmla="*/ 1094753 h 1282606"/>
                <a:gd name="connsiteX4710" fmla="*/ 789816 w 1465857"/>
                <a:gd name="connsiteY4710" fmla="*/ 1094753 h 1282606"/>
                <a:gd name="connsiteX4711" fmla="*/ 787370 w 1465857"/>
                <a:gd name="connsiteY4711" fmla="*/ 1092308 h 1282606"/>
                <a:gd name="connsiteX4712" fmla="*/ 787370 w 1465857"/>
                <a:gd name="connsiteY4712" fmla="*/ 1094753 h 1282606"/>
                <a:gd name="connsiteX4713" fmla="*/ 789816 w 1465857"/>
                <a:gd name="connsiteY4713" fmla="*/ 1097342 h 1282606"/>
                <a:gd name="connsiteX4714" fmla="*/ 787370 w 1465857"/>
                <a:gd name="connsiteY4714" fmla="*/ 1099787 h 1282606"/>
                <a:gd name="connsiteX4715" fmla="*/ 792261 w 1465857"/>
                <a:gd name="connsiteY4715" fmla="*/ 1099787 h 1282606"/>
                <a:gd name="connsiteX4716" fmla="*/ 792261 w 1465857"/>
                <a:gd name="connsiteY4716" fmla="*/ 1102520 h 1282606"/>
                <a:gd name="connsiteX4717" fmla="*/ 794706 w 1465857"/>
                <a:gd name="connsiteY4717" fmla="*/ 1102520 h 1282606"/>
                <a:gd name="connsiteX4718" fmla="*/ 794706 w 1465857"/>
                <a:gd name="connsiteY4718" fmla="*/ 1104965 h 1282606"/>
                <a:gd name="connsiteX4719" fmla="*/ 792261 w 1465857"/>
                <a:gd name="connsiteY4719" fmla="*/ 1104965 h 1282606"/>
                <a:gd name="connsiteX4720" fmla="*/ 789816 w 1465857"/>
                <a:gd name="connsiteY4720" fmla="*/ 1104965 h 1282606"/>
                <a:gd name="connsiteX4721" fmla="*/ 787370 w 1465857"/>
                <a:gd name="connsiteY4721" fmla="*/ 1104965 h 1282606"/>
                <a:gd name="connsiteX4722" fmla="*/ 784637 w 1465857"/>
                <a:gd name="connsiteY4722" fmla="*/ 1104965 h 1282606"/>
                <a:gd name="connsiteX4723" fmla="*/ 784637 w 1465857"/>
                <a:gd name="connsiteY4723" fmla="*/ 1102520 h 1282606"/>
                <a:gd name="connsiteX4724" fmla="*/ 782048 w 1465857"/>
                <a:gd name="connsiteY4724" fmla="*/ 1102520 h 1282606"/>
                <a:gd name="connsiteX4725" fmla="*/ 782048 w 1465857"/>
                <a:gd name="connsiteY4725" fmla="*/ 1104965 h 1282606"/>
                <a:gd name="connsiteX4726" fmla="*/ 779603 w 1465857"/>
                <a:gd name="connsiteY4726" fmla="*/ 1104965 h 1282606"/>
                <a:gd name="connsiteX4727" fmla="*/ 779603 w 1465857"/>
                <a:gd name="connsiteY4727" fmla="*/ 1107410 h 1282606"/>
                <a:gd name="connsiteX4728" fmla="*/ 779603 w 1465857"/>
                <a:gd name="connsiteY4728" fmla="*/ 1109856 h 1282606"/>
                <a:gd name="connsiteX4729" fmla="*/ 777158 w 1465857"/>
                <a:gd name="connsiteY4729" fmla="*/ 1107410 h 1282606"/>
                <a:gd name="connsiteX4730" fmla="*/ 774425 w 1465857"/>
                <a:gd name="connsiteY4730" fmla="*/ 1107410 h 1282606"/>
                <a:gd name="connsiteX4731" fmla="*/ 771980 w 1465857"/>
                <a:gd name="connsiteY4731" fmla="*/ 1109856 h 1282606"/>
                <a:gd name="connsiteX4732" fmla="*/ 774425 w 1465857"/>
                <a:gd name="connsiteY4732" fmla="*/ 1109856 h 1282606"/>
                <a:gd name="connsiteX4733" fmla="*/ 771980 w 1465857"/>
                <a:gd name="connsiteY4733" fmla="*/ 1112445 h 1282606"/>
                <a:gd name="connsiteX4734" fmla="*/ 769534 w 1465857"/>
                <a:gd name="connsiteY4734" fmla="*/ 1112445 h 1282606"/>
                <a:gd name="connsiteX4735" fmla="*/ 766945 w 1465857"/>
                <a:gd name="connsiteY4735" fmla="*/ 1112445 h 1282606"/>
                <a:gd name="connsiteX4736" fmla="*/ 764212 w 1465857"/>
                <a:gd name="connsiteY4736" fmla="*/ 1112445 h 1282606"/>
                <a:gd name="connsiteX4737" fmla="*/ 761767 w 1465857"/>
                <a:gd name="connsiteY4737" fmla="*/ 1112445 h 1282606"/>
                <a:gd name="connsiteX4738" fmla="*/ 764212 w 1465857"/>
                <a:gd name="connsiteY4738" fmla="*/ 1115178 h 1282606"/>
                <a:gd name="connsiteX4739" fmla="*/ 766945 w 1465857"/>
                <a:gd name="connsiteY4739" fmla="*/ 1117623 h 1282606"/>
                <a:gd name="connsiteX4740" fmla="*/ 769534 w 1465857"/>
                <a:gd name="connsiteY4740" fmla="*/ 1117623 h 1282606"/>
                <a:gd name="connsiteX4741" fmla="*/ 771980 w 1465857"/>
                <a:gd name="connsiteY4741" fmla="*/ 1117623 h 1282606"/>
                <a:gd name="connsiteX4742" fmla="*/ 771980 w 1465857"/>
                <a:gd name="connsiteY4742" fmla="*/ 1120068 h 1282606"/>
                <a:gd name="connsiteX4743" fmla="*/ 769534 w 1465857"/>
                <a:gd name="connsiteY4743" fmla="*/ 1122513 h 1282606"/>
                <a:gd name="connsiteX4744" fmla="*/ 766945 w 1465857"/>
                <a:gd name="connsiteY4744" fmla="*/ 1122513 h 1282606"/>
                <a:gd name="connsiteX4745" fmla="*/ 764212 w 1465857"/>
                <a:gd name="connsiteY4745" fmla="*/ 1120068 h 1282606"/>
                <a:gd name="connsiteX4746" fmla="*/ 759322 w 1465857"/>
                <a:gd name="connsiteY4746" fmla="*/ 1117623 h 1282606"/>
                <a:gd name="connsiteX4747" fmla="*/ 759322 w 1465857"/>
                <a:gd name="connsiteY4747" fmla="*/ 1120068 h 1282606"/>
                <a:gd name="connsiteX4748" fmla="*/ 761767 w 1465857"/>
                <a:gd name="connsiteY4748" fmla="*/ 1120068 h 1282606"/>
                <a:gd name="connsiteX4749" fmla="*/ 764212 w 1465857"/>
                <a:gd name="connsiteY4749" fmla="*/ 1122513 h 1282606"/>
                <a:gd name="connsiteX4750" fmla="*/ 759322 w 1465857"/>
                <a:gd name="connsiteY4750" fmla="*/ 1122513 h 1282606"/>
                <a:gd name="connsiteX4751" fmla="*/ 756877 w 1465857"/>
                <a:gd name="connsiteY4751" fmla="*/ 1122513 h 1282606"/>
                <a:gd name="connsiteX4752" fmla="*/ 756877 w 1465857"/>
                <a:gd name="connsiteY4752" fmla="*/ 1125246 h 1282606"/>
                <a:gd name="connsiteX4753" fmla="*/ 754144 w 1465857"/>
                <a:gd name="connsiteY4753" fmla="*/ 1125246 h 1282606"/>
                <a:gd name="connsiteX4754" fmla="*/ 754144 w 1465857"/>
                <a:gd name="connsiteY4754" fmla="*/ 1122513 h 1282606"/>
                <a:gd name="connsiteX4755" fmla="*/ 754144 w 1465857"/>
                <a:gd name="connsiteY4755" fmla="*/ 1120068 h 1282606"/>
                <a:gd name="connsiteX4756" fmla="*/ 751698 w 1465857"/>
                <a:gd name="connsiteY4756" fmla="*/ 1122513 h 1282606"/>
                <a:gd name="connsiteX4757" fmla="*/ 751698 w 1465857"/>
                <a:gd name="connsiteY4757" fmla="*/ 1125246 h 1282606"/>
                <a:gd name="connsiteX4758" fmla="*/ 749109 w 1465857"/>
                <a:gd name="connsiteY4758" fmla="*/ 1125246 h 1282606"/>
                <a:gd name="connsiteX4759" fmla="*/ 749109 w 1465857"/>
                <a:gd name="connsiteY4759" fmla="*/ 1122513 h 1282606"/>
                <a:gd name="connsiteX4760" fmla="*/ 746664 w 1465857"/>
                <a:gd name="connsiteY4760" fmla="*/ 1125246 h 1282606"/>
                <a:gd name="connsiteX4761" fmla="*/ 746664 w 1465857"/>
                <a:gd name="connsiteY4761" fmla="*/ 1130281 h 1282606"/>
                <a:gd name="connsiteX4762" fmla="*/ 749109 w 1465857"/>
                <a:gd name="connsiteY4762" fmla="*/ 1130281 h 1282606"/>
                <a:gd name="connsiteX4763" fmla="*/ 749109 w 1465857"/>
                <a:gd name="connsiteY4763" fmla="*/ 1132726 h 1282606"/>
                <a:gd name="connsiteX4764" fmla="*/ 751698 w 1465857"/>
                <a:gd name="connsiteY4764" fmla="*/ 1132726 h 1282606"/>
                <a:gd name="connsiteX4765" fmla="*/ 751698 w 1465857"/>
                <a:gd name="connsiteY4765" fmla="*/ 1135459 h 1282606"/>
                <a:gd name="connsiteX4766" fmla="*/ 749109 w 1465857"/>
                <a:gd name="connsiteY4766" fmla="*/ 1135459 h 1282606"/>
                <a:gd name="connsiteX4767" fmla="*/ 746664 w 1465857"/>
                <a:gd name="connsiteY4767" fmla="*/ 1135459 h 1282606"/>
                <a:gd name="connsiteX4768" fmla="*/ 743931 w 1465857"/>
                <a:gd name="connsiteY4768" fmla="*/ 1135459 h 1282606"/>
                <a:gd name="connsiteX4769" fmla="*/ 743931 w 1465857"/>
                <a:gd name="connsiteY4769" fmla="*/ 1132726 h 1282606"/>
                <a:gd name="connsiteX4770" fmla="*/ 741486 w 1465857"/>
                <a:gd name="connsiteY4770" fmla="*/ 1132726 h 1282606"/>
                <a:gd name="connsiteX4771" fmla="*/ 739041 w 1465857"/>
                <a:gd name="connsiteY4771" fmla="*/ 1132726 h 1282606"/>
                <a:gd name="connsiteX4772" fmla="*/ 733719 w 1465857"/>
                <a:gd name="connsiteY4772" fmla="*/ 1130281 h 1282606"/>
                <a:gd name="connsiteX4773" fmla="*/ 736452 w 1465857"/>
                <a:gd name="connsiteY4773" fmla="*/ 1132726 h 1282606"/>
                <a:gd name="connsiteX4774" fmla="*/ 733719 w 1465857"/>
                <a:gd name="connsiteY4774" fmla="*/ 1132726 h 1282606"/>
                <a:gd name="connsiteX4775" fmla="*/ 731273 w 1465857"/>
                <a:gd name="connsiteY4775" fmla="*/ 1132726 h 1282606"/>
                <a:gd name="connsiteX4776" fmla="*/ 728828 w 1465857"/>
                <a:gd name="connsiteY4776" fmla="*/ 1130281 h 1282606"/>
                <a:gd name="connsiteX4777" fmla="*/ 723650 w 1465857"/>
                <a:gd name="connsiteY4777" fmla="*/ 1130281 h 1282606"/>
                <a:gd name="connsiteX4778" fmla="*/ 721061 w 1465857"/>
                <a:gd name="connsiteY4778" fmla="*/ 1132726 h 1282606"/>
                <a:gd name="connsiteX4779" fmla="*/ 713725 w 1465857"/>
                <a:gd name="connsiteY4779" fmla="*/ 1137904 h 1282606"/>
                <a:gd name="connsiteX4780" fmla="*/ 713725 w 1465857"/>
                <a:gd name="connsiteY4780" fmla="*/ 1135459 h 1282606"/>
                <a:gd name="connsiteX4781" fmla="*/ 713725 w 1465857"/>
                <a:gd name="connsiteY4781" fmla="*/ 1132726 h 1282606"/>
                <a:gd name="connsiteX4782" fmla="*/ 710992 w 1465857"/>
                <a:gd name="connsiteY4782" fmla="*/ 1132726 h 1282606"/>
                <a:gd name="connsiteX4783" fmla="*/ 710992 w 1465857"/>
                <a:gd name="connsiteY4783" fmla="*/ 1130281 h 1282606"/>
                <a:gd name="connsiteX4784" fmla="*/ 708547 w 1465857"/>
                <a:gd name="connsiteY4784" fmla="*/ 1130281 h 1282606"/>
                <a:gd name="connsiteX4785" fmla="*/ 705958 w 1465857"/>
                <a:gd name="connsiteY4785" fmla="*/ 1130281 h 1282606"/>
                <a:gd name="connsiteX4786" fmla="*/ 705958 w 1465857"/>
                <a:gd name="connsiteY4786" fmla="*/ 1127835 h 1282606"/>
                <a:gd name="connsiteX4787" fmla="*/ 705958 w 1465857"/>
                <a:gd name="connsiteY4787" fmla="*/ 1125246 h 1282606"/>
                <a:gd name="connsiteX4788" fmla="*/ 700780 w 1465857"/>
                <a:gd name="connsiteY4788" fmla="*/ 1125246 h 1282606"/>
                <a:gd name="connsiteX4789" fmla="*/ 698335 w 1465857"/>
                <a:gd name="connsiteY4789" fmla="*/ 1122513 h 1282606"/>
                <a:gd name="connsiteX4790" fmla="*/ 698335 w 1465857"/>
                <a:gd name="connsiteY4790" fmla="*/ 1125246 h 1282606"/>
                <a:gd name="connsiteX4791" fmla="*/ 698335 w 1465857"/>
                <a:gd name="connsiteY4791" fmla="*/ 1127835 h 1282606"/>
                <a:gd name="connsiteX4792" fmla="*/ 698335 w 1465857"/>
                <a:gd name="connsiteY4792" fmla="*/ 1130281 h 1282606"/>
                <a:gd name="connsiteX4793" fmla="*/ 693300 w 1465857"/>
                <a:gd name="connsiteY4793" fmla="*/ 1130281 h 1282606"/>
                <a:gd name="connsiteX4794" fmla="*/ 690567 w 1465857"/>
                <a:gd name="connsiteY4794" fmla="*/ 1130281 h 1282606"/>
                <a:gd name="connsiteX4795" fmla="*/ 690567 w 1465857"/>
                <a:gd name="connsiteY4795" fmla="*/ 1127835 h 1282606"/>
                <a:gd name="connsiteX4796" fmla="*/ 688122 w 1465857"/>
                <a:gd name="connsiteY4796" fmla="*/ 1127835 h 1282606"/>
                <a:gd name="connsiteX4797" fmla="*/ 685677 w 1465857"/>
                <a:gd name="connsiteY4797" fmla="*/ 1127835 h 1282606"/>
                <a:gd name="connsiteX4798" fmla="*/ 685677 w 1465857"/>
                <a:gd name="connsiteY4798" fmla="*/ 1125246 h 1282606"/>
                <a:gd name="connsiteX4799" fmla="*/ 688122 w 1465857"/>
                <a:gd name="connsiteY4799" fmla="*/ 1122513 h 1282606"/>
                <a:gd name="connsiteX4800" fmla="*/ 685677 w 1465857"/>
                <a:gd name="connsiteY4800" fmla="*/ 1120068 h 1282606"/>
                <a:gd name="connsiteX4801" fmla="*/ 683232 w 1465857"/>
                <a:gd name="connsiteY4801" fmla="*/ 1125246 h 1282606"/>
                <a:gd name="connsiteX4802" fmla="*/ 678053 w 1465857"/>
                <a:gd name="connsiteY4802" fmla="*/ 1122513 h 1282606"/>
                <a:gd name="connsiteX4803" fmla="*/ 678053 w 1465857"/>
                <a:gd name="connsiteY4803" fmla="*/ 1120068 h 1282606"/>
                <a:gd name="connsiteX4804" fmla="*/ 680499 w 1465857"/>
                <a:gd name="connsiteY4804" fmla="*/ 1120068 h 1282606"/>
                <a:gd name="connsiteX4805" fmla="*/ 680499 w 1465857"/>
                <a:gd name="connsiteY4805" fmla="*/ 1117623 h 1282606"/>
                <a:gd name="connsiteX4806" fmla="*/ 678053 w 1465857"/>
                <a:gd name="connsiteY4806" fmla="*/ 1117623 h 1282606"/>
                <a:gd name="connsiteX4807" fmla="*/ 675464 w 1465857"/>
                <a:gd name="connsiteY4807" fmla="*/ 1115178 h 1282606"/>
                <a:gd name="connsiteX4808" fmla="*/ 673019 w 1465857"/>
                <a:gd name="connsiteY4808" fmla="*/ 1115178 h 1282606"/>
                <a:gd name="connsiteX4809" fmla="*/ 673019 w 1465857"/>
                <a:gd name="connsiteY4809" fmla="*/ 1112445 h 1282606"/>
                <a:gd name="connsiteX4810" fmla="*/ 675464 w 1465857"/>
                <a:gd name="connsiteY4810" fmla="*/ 1112445 h 1282606"/>
                <a:gd name="connsiteX4811" fmla="*/ 673019 w 1465857"/>
                <a:gd name="connsiteY4811" fmla="*/ 1109856 h 1282606"/>
                <a:gd name="connsiteX4812" fmla="*/ 670286 w 1465857"/>
                <a:gd name="connsiteY4812" fmla="*/ 1109856 h 1282606"/>
                <a:gd name="connsiteX4813" fmla="*/ 667841 w 1465857"/>
                <a:gd name="connsiteY4813" fmla="*/ 1109856 h 1282606"/>
                <a:gd name="connsiteX4814" fmla="*/ 667841 w 1465857"/>
                <a:gd name="connsiteY4814" fmla="*/ 1107410 h 1282606"/>
                <a:gd name="connsiteX4815" fmla="*/ 667841 w 1465857"/>
                <a:gd name="connsiteY4815" fmla="*/ 1104965 h 1282606"/>
                <a:gd name="connsiteX4816" fmla="*/ 665396 w 1465857"/>
                <a:gd name="connsiteY4816" fmla="*/ 1099787 h 1282606"/>
                <a:gd name="connsiteX4817" fmla="*/ 665396 w 1465857"/>
                <a:gd name="connsiteY4817" fmla="*/ 1097342 h 1282606"/>
                <a:gd name="connsiteX4818" fmla="*/ 662807 w 1465857"/>
                <a:gd name="connsiteY4818" fmla="*/ 1097342 h 1282606"/>
                <a:gd name="connsiteX4819" fmla="*/ 665396 w 1465857"/>
                <a:gd name="connsiteY4819" fmla="*/ 1094753 h 1282606"/>
                <a:gd name="connsiteX4820" fmla="*/ 660074 w 1465857"/>
                <a:gd name="connsiteY4820" fmla="*/ 1092308 h 1282606"/>
                <a:gd name="connsiteX4821" fmla="*/ 662807 w 1465857"/>
                <a:gd name="connsiteY4821" fmla="*/ 1092308 h 1282606"/>
                <a:gd name="connsiteX4822" fmla="*/ 662807 w 1465857"/>
                <a:gd name="connsiteY4822" fmla="*/ 1084684 h 1282606"/>
                <a:gd name="connsiteX4823" fmla="*/ 665396 w 1465857"/>
                <a:gd name="connsiteY4823" fmla="*/ 1082095 h 1282606"/>
                <a:gd name="connsiteX4824" fmla="*/ 665396 w 1465857"/>
                <a:gd name="connsiteY4824" fmla="*/ 1079506 h 1282606"/>
                <a:gd name="connsiteX4825" fmla="*/ 665396 w 1465857"/>
                <a:gd name="connsiteY4825" fmla="*/ 1076917 h 1282606"/>
                <a:gd name="connsiteX4826" fmla="*/ 665396 w 1465857"/>
                <a:gd name="connsiteY4826" fmla="*/ 1074471 h 1282606"/>
                <a:gd name="connsiteX4827" fmla="*/ 662807 w 1465857"/>
                <a:gd name="connsiteY4827" fmla="*/ 1074471 h 1282606"/>
                <a:gd name="connsiteX4828" fmla="*/ 662807 w 1465857"/>
                <a:gd name="connsiteY4828" fmla="*/ 1072026 h 1282606"/>
                <a:gd name="connsiteX4829" fmla="*/ 660074 w 1465857"/>
                <a:gd name="connsiteY4829" fmla="*/ 1069293 h 1282606"/>
                <a:gd name="connsiteX4830" fmla="*/ 660074 w 1465857"/>
                <a:gd name="connsiteY4830" fmla="*/ 1066704 h 1282606"/>
                <a:gd name="connsiteX4831" fmla="*/ 657628 w 1465857"/>
                <a:gd name="connsiteY4831" fmla="*/ 1064259 h 1282606"/>
                <a:gd name="connsiteX4832" fmla="*/ 660074 w 1465857"/>
                <a:gd name="connsiteY4832" fmla="*/ 1059081 h 1282606"/>
                <a:gd name="connsiteX4833" fmla="*/ 662807 w 1465857"/>
                <a:gd name="connsiteY4833" fmla="*/ 1056635 h 1282606"/>
                <a:gd name="connsiteX4834" fmla="*/ 665396 w 1465857"/>
                <a:gd name="connsiteY4834" fmla="*/ 1051601 h 1282606"/>
                <a:gd name="connsiteX4835" fmla="*/ 675464 w 1465857"/>
                <a:gd name="connsiteY4835" fmla="*/ 1043978 h 1282606"/>
                <a:gd name="connsiteX4836" fmla="*/ 678053 w 1465857"/>
                <a:gd name="connsiteY4836" fmla="*/ 1038800 h 1282606"/>
                <a:gd name="connsiteX4837" fmla="*/ 680499 w 1465857"/>
                <a:gd name="connsiteY4837" fmla="*/ 1036354 h 1282606"/>
                <a:gd name="connsiteX4838" fmla="*/ 683232 w 1465857"/>
                <a:gd name="connsiteY4838" fmla="*/ 1036354 h 1282606"/>
                <a:gd name="connsiteX4839" fmla="*/ 683232 w 1465857"/>
                <a:gd name="connsiteY4839" fmla="*/ 1033765 h 1282606"/>
                <a:gd name="connsiteX4840" fmla="*/ 685677 w 1465857"/>
                <a:gd name="connsiteY4840" fmla="*/ 1036354 h 1282606"/>
                <a:gd name="connsiteX4841" fmla="*/ 693300 w 1465857"/>
                <a:gd name="connsiteY4841" fmla="*/ 1028587 h 1282606"/>
                <a:gd name="connsiteX4842" fmla="*/ 693300 w 1465857"/>
                <a:gd name="connsiteY4842" fmla="*/ 1026142 h 1282606"/>
                <a:gd name="connsiteX4843" fmla="*/ 693300 w 1465857"/>
                <a:gd name="connsiteY4843" fmla="*/ 1023697 h 1282606"/>
                <a:gd name="connsiteX4844" fmla="*/ 690567 w 1465857"/>
                <a:gd name="connsiteY4844" fmla="*/ 1023697 h 1282606"/>
                <a:gd name="connsiteX4845" fmla="*/ 690567 w 1465857"/>
                <a:gd name="connsiteY4845" fmla="*/ 1021107 h 1282606"/>
                <a:gd name="connsiteX4846" fmla="*/ 688122 w 1465857"/>
                <a:gd name="connsiteY4846" fmla="*/ 1018374 h 1282606"/>
                <a:gd name="connsiteX4847" fmla="*/ 685677 w 1465857"/>
                <a:gd name="connsiteY4847" fmla="*/ 1018374 h 1282606"/>
                <a:gd name="connsiteX4848" fmla="*/ 683232 w 1465857"/>
                <a:gd name="connsiteY4848" fmla="*/ 1015929 h 1282606"/>
                <a:gd name="connsiteX4849" fmla="*/ 683232 w 1465857"/>
                <a:gd name="connsiteY4849" fmla="*/ 1013484 h 1282606"/>
                <a:gd name="connsiteX4850" fmla="*/ 680499 w 1465857"/>
                <a:gd name="connsiteY4850" fmla="*/ 1013484 h 1282606"/>
                <a:gd name="connsiteX4851" fmla="*/ 680499 w 1465857"/>
                <a:gd name="connsiteY4851" fmla="*/ 1011039 h 1282606"/>
                <a:gd name="connsiteX4852" fmla="*/ 683232 w 1465857"/>
                <a:gd name="connsiteY4852" fmla="*/ 1008450 h 1282606"/>
                <a:gd name="connsiteX4853" fmla="*/ 683232 w 1465857"/>
                <a:gd name="connsiteY4853" fmla="*/ 1005717 h 1282606"/>
                <a:gd name="connsiteX4854" fmla="*/ 688122 w 1465857"/>
                <a:gd name="connsiteY4854" fmla="*/ 1008450 h 1282606"/>
                <a:gd name="connsiteX4855" fmla="*/ 690567 w 1465857"/>
                <a:gd name="connsiteY4855" fmla="*/ 1005717 h 1282606"/>
                <a:gd name="connsiteX4856" fmla="*/ 690567 w 1465857"/>
                <a:gd name="connsiteY4856" fmla="*/ 1003272 h 1282606"/>
                <a:gd name="connsiteX4857" fmla="*/ 685677 w 1465857"/>
                <a:gd name="connsiteY4857" fmla="*/ 1000826 h 1282606"/>
                <a:gd name="connsiteX4858" fmla="*/ 683232 w 1465857"/>
                <a:gd name="connsiteY4858" fmla="*/ 1000826 h 1282606"/>
                <a:gd name="connsiteX4859" fmla="*/ 683232 w 1465857"/>
                <a:gd name="connsiteY4859" fmla="*/ 998381 h 1282606"/>
                <a:gd name="connsiteX4860" fmla="*/ 683232 w 1465857"/>
                <a:gd name="connsiteY4860" fmla="*/ 995648 h 1282606"/>
                <a:gd name="connsiteX4861" fmla="*/ 685677 w 1465857"/>
                <a:gd name="connsiteY4861" fmla="*/ 995648 h 1282606"/>
                <a:gd name="connsiteX4862" fmla="*/ 685677 w 1465857"/>
                <a:gd name="connsiteY4862" fmla="*/ 993203 h 1282606"/>
                <a:gd name="connsiteX4863" fmla="*/ 688122 w 1465857"/>
                <a:gd name="connsiteY4863" fmla="*/ 993203 h 1282606"/>
                <a:gd name="connsiteX4864" fmla="*/ 690567 w 1465857"/>
                <a:gd name="connsiteY4864" fmla="*/ 993203 h 1282606"/>
                <a:gd name="connsiteX4865" fmla="*/ 690567 w 1465857"/>
                <a:gd name="connsiteY4865" fmla="*/ 995648 h 1282606"/>
                <a:gd name="connsiteX4866" fmla="*/ 693300 w 1465857"/>
                <a:gd name="connsiteY4866" fmla="*/ 995648 h 1282606"/>
                <a:gd name="connsiteX4867" fmla="*/ 693300 w 1465857"/>
                <a:gd name="connsiteY4867" fmla="*/ 993203 h 1282606"/>
                <a:gd name="connsiteX4868" fmla="*/ 695889 w 1465857"/>
                <a:gd name="connsiteY4868" fmla="*/ 993203 h 1282606"/>
                <a:gd name="connsiteX4869" fmla="*/ 695889 w 1465857"/>
                <a:gd name="connsiteY4869" fmla="*/ 995648 h 1282606"/>
                <a:gd name="connsiteX4870" fmla="*/ 700780 w 1465857"/>
                <a:gd name="connsiteY4870" fmla="*/ 998381 h 1282606"/>
                <a:gd name="connsiteX4871" fmla="*/ 703513 w 1465857"/>
                <a:gd name="connsiteY4871" fmla="*/ 998381 h 1282606"/>
                <a:gd name="connsiteX4872" fmla="*/ 705958 w 1465857"/>
                <a:gd name="connsiteY4872" fmla="*/ 998381 h 1282606"/>
                <a:gd name="connsiteX4873" fmla="*/ 708547 w 1465857"/>
                <a:gd name="connsiteY4873" fmla="*/ 995648 h 1282606"/>
                <a:gd name="connsiteX4874" fmla="*/ 713725 w 1465857"/>
                <a:gd name="connsiteY4874" fmla="*/ 993203 h 1282606"/>
                <a:gd name="connsiteX4875" fmla="*/ 713725 w 1465857"/>
                <a:gd name="connsiteY4875" fmla="*/ 995648 h 1282606"/>
                <a:gd name="connsiteX4876" fmla="*/ 716171 w 1465857"/>
                <a:gd name="connsiteY4876" fmla="*/ 995648 h 1282606"/>
                <a:gd name="connsiteX4877" fmla="*/ 723650 w 1465857"/>
                <a:gd name="connsiteY4877" fmla="*/ 995648 h 1282606"/>
                <a:gd name="connsiteX4878" fmla="*/ 731273 w 1465857"/>
                <a:gd name="connsiteY4878" fmla="*/ 998381 h 1282606"/>
                <a:gd name="connsiteX4879" fmla="*/ 736452 w 1465857"/>
                <a:gd name="connsiteY4879" fmla="*/ 998381 h 1282606"/>
                <a:gd name="connsiteX4880" fmla="*/ 739041 w 1465857"/>
                <a:gd name="connsiteY4880" fmla="*/ 1000826 h 1282606"/>
                <a:gd name="connsiteX4881" fmla="*/ 741486 w 1465857"/>
                <a:gd name="connsiteY4881" fmla="*/ 1000826 h 1282606"/>
                <a:gd name="connsiteX4882" fmla="*/ 743931 w 1465857"/>
                <a:gd name="connsiteY4882" fmla="*/ 1000826 h 1282606"/>
                <a:gd name="connsiteX4883" fmla="*/ 749109 w 1465857"/>
                <a:gd name="connsiteY4883" fmla="*/ 1000826 h 1282606"/>
                <a:gd name="connsiteX4884" fmla="*/ 749109 w 1465857"/>
                <a:gd name="connsiteY4884" fmla="*/ 1003272 h 1282606"/>
                <a:gd name="connsiteX4885" fmla="*/ 751698 w 1465857"/>
                <a:gd name="connsiteY4885" fmla="*/ 1003272 h 1282606"/>
                <a:gd name="connsiteX4886" fmla="*/ 751698 w 1465857"/>
                <a:gd name="connsiteY4886" fmla="*/ 1005717 h 1282606"/>
                <a:gd name="connsiteX4887" fmla="*/ 754144 w 1465857"/>
                <a:gd name="connsiteY4887" fmla="*/ 1003272 h 1282606"/>
                <a:gd name="connsiteX4888" fmla="*/ 754144 w 1465857"/>
                <a:gd name="connsiteY4888" fmla="*/ 1000826 h 1282606"/>
                <a:gd name="connsiteX4889" fmla="*/ 756877 w 1465857"/>
                <a:gd name="connsiteY4889" fmla="*/ 1003272 h 1282606"/>
                <a:gd name="connsiteX4890" fmla="*/ 756877 w 1465857"/>
                <a:gd name="connsiteY4890" fmla="*/ 1005717 h 1282606"/>
                <a:gd name="connsiteX4891" fmla="*/ 761767 w 1465857"/>
                <a:gd name="connsiteY4891" fmla="*/ 1003272 h 1282606"/>
                <a:gd name="connsiteX4892" fmla="*/ 761767 w 1465857"/>
                <a:gd name="connsiteY4892" fmla="*/ 1000826 h 1282606"/>
                <a:gd name="connsiteX4893" fmla="*/ 759322 w 1465857"/>
                <a:gd name="connsiteY4893" fmla="*/ 1000826 h 1282606"/>
                <a:gd name="connsiteX4894" fmla="*/ 759322 w 1465857"/>
                <a:gd name="connsiteY4894" fmla="*/ 998381 h 1282606"/>
                <a:gd name="connsiteX4895" fmla="*/ 756877 w 1465857"/>
                <a:gd name="connsiteY4895" fmla="*/ 995648 h 1282606"/>
                <a:gd name="connsiteX4896" fmla="*/ 759322 w 1465857"/>
                <a:gd name="connsiteY4896" fmla="*/ 995648 h 1282606"/>
                <a:gd name="connsiteX4897" fmla="*/ 761767 w 1465857"/>
                <a:gd name="connsiteY4897" fmla="*/ 995648 h 1282606"/>
                <a:gd name="connsiteX4898" fmla="*/ 764212 w 1465857"/>
                <a:gd name="connsiteY4898" fmla="*/ 995648 h 1282606"/>
                <a:gd name="connsiteX4899" fmla="*/ 769534 w 1465857"/>
                <a:gd name="connsiteY4899" fmla="*/ 995648 h 1282606"/>
                <a:gd name="connsiteX4900" fmla="*/ 771980 w 1465857"/>
                <a:gd name="connsiteY4900" fmla="*/ 993203 h 1282606"/>
                <a:gd name="connsiteX4901" fmla="*/ 771980 w 1465857"/>
                <a:gd name="connsiteY4901" fmla="*/ 990614 h 1282606"/>
                <a:gd name="connsiteX4902" fmla="*/ 774425 w 1465857"/>
                <a:gd name="connsiteY4902" fmla="*/ 990614 h 1282606"/>
                <a:gd name="connsiteX4903" fmla="*/ 774425 w 1465857"/>
                <a:gd name="connsiteY4903" fmla="*/ 995648 h 1282606"/>
                <a:gd name="connsiteX4904" fmla="*/ 777158 w 1465857"/>
                <a:gd name="connsiteY4904" fmla="*/ 995648 h 1282606"/>
                <a:gd name="connsiteX4905" fmla="*/ 779603 w 1465857"/>
                <a:gd name="connsiteY4905" fmla="*/ 998381 h 1282606"/>
                <a:gd name="connsiteX4906" fmla="*/ 782048 w 1465857"/>
                <a:gd name="connsiteY4906" fmla="*/ 995648 h 1282606"/>
                <a:gd name="connsiteX4907" fmla="*/ 784637 w 1465857"/>
                <a:gd name="connsiteY4907" fmla="*/ 995648 h 1282606"/>
                <a:gd name="connsiteX4908" fmla="*/ 794706 w 1465857"/>
                <a:gd name="connsiteY4908" fmla="*/ 995648 h 1282606"/>
                <a:gd name="connsiteX4909" fmla="*/ 800028 w 1465857"/>
                <a:gd name="connsiteY4909" fmla="*/ 993203 h 1282606"/>
                <a:gd name="connsiteX4910" fmla="*/ 800028 w 1465857"/>
                <a:gd name="connsiteY4910" fmla="*/ 990614 h 1282606"/>
                <a:gd name="connsiteX4911" fmla="*/ 800028 w 1465857"/>
                <a:gd name="connsiteY4911" fmla="*/ 988169 h 1282606"/>
                <a:gd name="connsiteX4912" fmla="*/ 800028 w 1465857"/>
                <a:gd name="connsiteY4912" fmla="*/ 985436 h 1282606"/>
                <a:gd name="connsiteX4913" fmla="*/ 797295 w 1465857"/>
                <a:gd name="connsiteY4913" fmla="*/ 977956 h 1282606"/>
                <a:gd name="connsiteX4914" fmla="*/ 802474 w 1465857"/>
                <a:gd name="connsiteY4914" fmla="*/ 980545 h 1282606"/>
                <a:gd name="connsiteX4915" fmla="*/ 804919 w 1465857"/>
                <a:gd name="connsiteY4915" fmla="*/ 977956 h 1282606"/>
                <a:gd name="connsiteX4916" fmla="*/ 807364 w 1465857"/>
                <a:gd name="connsiteY4916" fmla="*/ 977956 h 1282606"/>
                <a:gd name="connsiteX4917" fmla="*/ 807364 w 1465857"/>
                <a:gd name="connsiteY4917" fmla="*/ 975223 h 1282606"/>
                <a:gd name="connsiteX4918" fmla="*/ 810097 w 1465857"/>
                <a:gd name="connsiteY4918" fmla="*/ 975223 h 1282606"/>
                <a:gd name="connsiteX4919" fmla="*/ 815131 w 1465857"/>
                <a:gd name="connsiteY4919" fmla="*/ 975223 h 1282606"/>
                <a:gd name="connsiteX4920" fmla="*/ 815131 w 1465857"/>
                <a:gd name="connsiteY4920" fmla="*/ 972778 h 1282606"/>
                <a:gd name="connsiteX4921" fmla="*/ 812686 w 1465857"/>
                <a:gd name="connsiteY4921" fmla="*/ 972778 h 1282606"/>
                <a:gd name="connsiteX4922" fmla="*/ 812686 w 1465857"/>
                <a:gd name="connsiteY4922" fmla="*/ 970333 h 1282606"/>
                <a:gd name="connsiteX4923" fmla="*/ 815131 w 1465857"/>
                <a:gd name="connsiteY4923" fmla="*/ 970333 h 1282606"/>
                <a:gd name="connsiteX4924" fmla="*/ 815131 w 1465857"/>
                <a:gd name="connsiteY4924" fmla="*/ 967887 h 1282606"/>
                <a:gd name="connsiteX4925" fmla="*/ 817576 w 1465857"/>
                <a:gd name="connsiteY4925" fmla="*/ 970333 h 1282606"/>
                <a:gd name="connsiteX4926" fmla="*/ 820309 w 1465857"/>
                <a:gd name="connsiteY4926" fmla="*/ 970333 h 1282606"/>
                <a:gd name="connsiteX4927" fmla="*/ 817576 w 1465857"/>
                <a:gd name="connsiteY4927" fmla="*/ 972778 h 1282606"/>
                <a:gd name="connsiteX4928" fmla="*/ 820309 w 1465857"/>
                <a:gd name="connsiteY4928" fmla="*/ 972778 h 1282606"/>
                <a:gd name="connsiteX4929" fmla="*/ 820309 w 1465857"/>
                <a:gd name="connsiteY4929" fmla="*/ 975223 h 1282606"/>
                <a:gd name="connsiteX4930" fmla="*/ 817576 w 1465857"/>
                <a:gd name="connsiteY4930" fmla="*/ 975223 h 1282606"/>
                <a:gd name="connsiteX4931" fmla="*/ 817576 w 1465857"/>
                <a:gd name="connsiteY4931" fmla="*/ 977956 h 1282606"/>
                <a:gd name="connsiteX4932" fmla="*/ 820309 w 1465857"/>
                <a:gd name="connsiteY4932" fmla="*/ 977956 h 1282606"/>
                <a:gd name="connsiteX4933" fmla="*/ 820309 w 1465857"/>
                <a:gd name="connsiteY4933" fmla="*/ 980545 h 1282606"/>
                <a:gd name="connsiteX4934" fmla="*/ 822755 w 1465857"/>
                <a:gd name="connsiteY4934" fmla="*/ 980545 h 1282606"/>
                <a:gd name="connsiteX4935" fmla="*/ 822755 w 1465857"/>
                <a:gd name="connsiteY4935" fmla="*/ 977956 h 1282606"/>
                <a:gd name="connsiteX4936" fmla="*/ 827789 w 1465857"/>
                <a:gd name="connsiteY4936" fmla="*/ 977956 h 1282606"/>
                <a:gd name="connsiteX4937" fmla="*/ 832967 w 1465857"/>
                <a:gd name="connsiteY4937" fmla="*/ 967887 h 1282606"/>
                <a:gd name="connsiteX4938" fmla="*/ 832967 w 1465857"/>
                <a:gd name="connsiteY4938" fmla="*/ 965154 h 1282606"/>
                <a:gd name="connsiteX4939" fmla="*/ 832967 w 1465857"/>
                <a:gd name="connsiteY4939" fmla="*/ 962709 h 1282606"/>
                <a:gd name="connsiteX4940" fmla="*/ 835412 w 1465857"/>
                <a:gd name="connsiteY4940" fmla="*/ 962709 h 1282606"/>
                <a:gd name="connsiteX4941" fmla="*/ 835412 w 1465857"/>
                <a:gd name="connsiteY4941" fmla="*/ 960120 h 1282606"/>
                <a:gd name="connsiteX4942" fmla="*/ 837858 w 1465857"/>
                <a:gd name="connsiteY4942" fmla="*/ 957675 h 1282606"/>
                <a:gd name="connsiteX4943" fmla="*/ 840591 w 1465857"/>
                <a:gd name="connsiteY4943" fmla="*/ 957675 h 1282606"/>
                <a:gd name="connsiteX4944" fmla="*/ 840591 w 1465857"/>
                <a:gd name="connsiteY4944" fmla="*/ 954942 h 1282606"/>
                <a:gd name="connsiteX4945" fmla="*/ 837858 w 1465857"/>
                <a:gd name="connsiteY4945" fmla="*/ 952497 h 1282606"/>
                <a:gd name="connsiteX4946" fmla="*/ 840591 w 1465857"/>
                <a:gd name="connsiteY4946" fmla="*/ 950051 h 1282606"/>
                <a:gd name="connsiteX4947" fmla="*/ 843180 w 1465857"/>
                <a:gd name="connsiteY4947" fmla="*/ 950051 h 1282606"/>
                <a:gd name="connsiteX4948" fmla="*/ 845625 w 1465857"/>
                <a:gd name="connsiteY4948" fmla="*/ 950051 h 1282606"/>
                <a:gd name="connsiteX4949" fmla="*/ 845625 w 1465857"/>
                <a:gd name="connsiteY4949" fmla="*/ 952497 h 1282606"/>
                <a:gd name="connsiteX4950" fmla="*/ 848070 w 1465857"/>
                <a:gd name="connsiteY4950" fmla="*/ 952497 h 1282606"/>
                <a:gd name="connsiteX4951" fmla="*/ 850803 w 1465857"/>
                <a:gd name="connsiteY4951" fmla="*/ 952497 h 1282606"/>
                <a:gd name="connsiteX4952" fmla="*/ 850803 w 1465857"/>
                <a:gd name="connsiteY4952" fmla="*/ 950051 h 1282606"/>
                <a:gd name="connsiteX4953" fmla="*/ 850803 w 1465857"/>
                <a:gd name="connsiteY4953" fmla="*/ 947462 h 1282606"/>
                <a:gd name="connsiteX4954" fmla="*/ 853248 w 1465857"/>
                <a:gd name="connsiteY4954" fmla="*/ 947462 h 1282606"/>
                <a:gd name="connsiteX4955" fmla="*/ 855694 w 1465857"/>
                <a:gd name="connsiteY4955" fmla="*/ 947462 h 1282606"/>
                <a:gd name="connsiteX4956" fmla="*/ 858283 w 1465857"/>
                <a:gd name="connsiteY4956" fmla="*/ 947462 h 1282606"/>
                <a:gd name="connsiteX4957" fmla="*/ 861016 w 1465857"/>
                <a:gd name="connsiteY4957" fmla="*/ 950051 h 1282606"/>
                <a:gd name="connsiteX4958" fmla="*/ 861016 w 1465857"/>
                <a:gd name="connsiteY4958" fmla="*/ 952497 h 1282606"/>
                <a:gd name="connsiteX4959" fmla="*/ 863461 w 1465857"/>
                <a:gd name="connsiteY4959" fmla="*/ 954942 h 1282606"/>
                <a:gd name="connsiteX4960" fmla="*/ 868351 w 1465857"/>
                <a:gd name="connsiteY4960" fmla="*/ 950051 h 1282606"/>
                <a:gd name="connsiteX4961" fmla="*/ 868351 w 1465857"/>
                <a:gd name="connsiteY4961" fmla="*/ 952497 h 1282606"/>
                <a:gd name="connsiteX4962" fmla="*/ 873673 w 1465857"/>
                <a:gd name="connsiteY4962" fmla="*/ 952497 h 1282606"/>
                <a:gd name="connsiteX4963" fmla="*/ 870940 w 1465857"/>
                <a:gd name="connsiteY4963" fmla="*/ 950051 h 1282606"/>
                <a:gd name="connsiteX4964" fmla="*/ 870940 w 1465857"/>
                <a:gd name="connsiteY4964" fmla="*/ 947462 h 1282606"/>
                <a:gd name="connsiteX4965" fmla="*/ 868351 w 1465857"/>
                <a:gd name="connsiteY4965" fmla="*/ 944729 h 1282606"/>
                <a:gd name="connsiteX4966" fmla="*/ 868351 w 1465857"/>
                <a:gd name="connsiteY4966" fmla="*/ 939839 h 1282606"/>
                <a:gd name="connsiteX4967" fmla="*/ 865906 w 1465857"/>
                <a:gd name="connsiteY4967" fmla="*/ 939839 h 1282606"/>
                <a:gd name="connsiteX4968" fmla="*/ 863461 w 1465857"/>
                <a:gd name="connsiteY4968" fmla="*/ 934661 h 1282606"/>
                <a:gd name="connsiteX4969" fmla="*/ 861016 w 1465857"/>
                <a:gd name="connsiteY4969" fmla="*/ 932072 h 1282606"/>
                <a:gd name="connsiteX4970" fmla="*/ 858283 w 1465857"/>
                <a:gd name="connsiteY4970" fmla="*/ 929626 h 1282606"/>
                <a:gd name="connsiteX4971" fmla="*/ 855694 w 1465857"/>
                <a:gd name="connsiteY4971" fmla="*/ 927181 h 1282606"/>
                <a:gd name="connsiteX4972" fmla="*/ 855694 w 1465857"/>
                <a:gd name="connsiteY4972" fmla="*/ 924736 h 1282606"/>
                <a:gd name="connsiteX4973" fmla="*/ 858283 w 1465857"/>
                <a:gd name="connsiteY4973" fmla="*/ 922003 h 1282606"/>
                <a:gd name="connsiteX4974" fmla="*/ 855694 w 1465857"/>
                <a:gd name="connsiteY4974" fmla="*/ 919558 h 1282606"/>
                <a:gd name="connsiteX4975" fmla="*/ 853248 w 1465857"/>
                <a:gd name="connsiteY4975" fmla="*/ 919558 h 1282606"/>
                <a:gd name="connsiteX4976" fmla="*/ 848070 w 1465857"/>
                <a:gd name="connsiteY4976" fmla="*/ 916969 h 1282606"/>
                <a:gd name="connsiteX4977" fmla="*/ 845625 w 1465857"/>
                <a:gd name="connsiteY4977" fmla="*/ 914523 h 1282606"/>
                <a:gd name="connsiteX4978" fmla="*/ 843180 w 1465857"/>
                <a:gd name="connsiteY4978" fmla="*/ 914523 h 1282606"/>
                <a:gd name="connsiteX4979" fmla="*/ 840591 w 1465857"/>
                <a:gd name="connsiteY4979" fmla="*/ 914523 h 1282606"/>
                <a:gd name="connsiteX4980" fmla="*/ 837858 w 1465857"/>
                <a:gd name="connsiteY4980" fmla="*/ 914523 h 1282606"/>
                <a:gd name="connsiteX4981" fmla="*/ 825200 w 1465857"/>
                <a:gd name="connsiteY4981" fmla="*/ 904311 h 1282606"/>
                <a:gd name="connsiteX4982" fmla="*/ 825200 w 1465857"/>
                <a:gd name="connsiteY4982" fmla="*/ 901578 h 1282606"/>
                <a:gd name="connsiteX4983" fmla="*/ 822755 w 1465857"/>
                <a:gd name="connsiteY4983" fmla="*/ 899133 h 1282606"/>
                <a:gd name="connsiteX4984" fmla="*/ 820309 w 1465857"/>
                <a:gd name="connsiteY4984" fmla="*/ 896687 h 1282606"/>
                <a:gd name="connsiteX4985" fmla="*/ 817576 w 1465857"/>
                <a:gd name="connsiteY4985" fmla="*/ 896687 h 1282606"/>
                <a:gd name="connsiteX4986" fmla="*/ 815131 w 1465857"/>
                <a:gd name="connsiteY4986" fmla="*/ 894242 h 1282606"/>
                <a:gd name="connsiteX4987" fmla="*/ 807364 w 1465857"/>
                <a:gd name="connsiteY4987" fmla="*/ 886475 h 1282606"/>
                <a:gd name="connsiteX4988" fmla="*/ 804919 w 1465857"/>
                <a:gd name="connsiteY4988" fmla="*/ 881297 h 1282606"/>
                <a:gd name="connsiteX4989" fmla="*/ 807364 w 1465857"/>
                <a:gd name="connsiteY4989" fmla="*/ 878851 h 1282606"/>
                <a:gd name="connsiteX4990" fmla="*/ 807364 w 1465857"/>
                <a:gd name="connsiteY4990" fmla="*/ 873817 h 1282606"/>
                <a:gd name="connsiteX4991" fmla="*/ 815131 w 1465857"/>
                <a:gd name="connsiteY4991" fmla="*/ 863748 h 1282606"/>
                <a:gd name="connsiteX4992" fmla="*/ 820309 w 1465857"/>
                <a:gd name="connsiteY4992" fmla="*/ 861016 h 1282606"/>
                <a:gd name="connsiteX4993" fmla="*/ 822755 w 1465857"/>
                <a:gd name="connsiteY4993" fmla="*/ 858426 h 1282606"/>
                <a:gd name="connsiteX4994" fmla="*/ 825200 w 1465857"/>
                <a:gd name="connsiteY4994" fmla="*/ 853536 h 1282606"/>
                <a:gd name="connsiteX4995" fmla="*/ 827789 w 1465857"/>
                <a:gd name="connsiteY4995" fmla="*/ 850803 h 1282606"/>
                <a:gd name="connsiteX4996" fmla="*/ 830522 w 1465857"/>
                <a:gd name="connsiteY4996" fmla="*/ 845913 h 1282606"/>
                <a:gd name="connsiteX4997" fmla="*/ 830522 w 1465857"/>
                <a:gd name="connsiteY4997" fmla="*/ 840878 h 1282606"/>
                <a:gd name="connsiteX4998" fmla="*/ 832967 w 1465857"/>
                <a:gd name="connsiteY4998" fmla="*/ 840878 h 1282606"/>
                <a:gd name="connsiteX4999" fmla="*/ 832967 w 1465857"/>
                <a:gd name="connsiteY4999" fmla="*/ 835700 h 1282606"/>
                <a:gd name="connsiteX5000" fmla="*/ 840591 w 1465857"/>
                <a:gd name="connsiteY5000" fmla="*/ 827933 h 1282606"/>
                <a:gd name="connsiteX5001" fmla="*/ 843180 w 1465857"/>
                <a:gd name="connsiteY5001" fmla="*/ 823042 h 1282606"/>
                <a:gd name="connsiteX5002" fmla="*/ 843180 w 1465857"/>
                <a:gd name="connsiteY5002" fmla="*/ 820597 h 1282606"/>
                <a:gd name="connsiteX5003" fmla="*/ 843180 w 1465857"/>
                <a:gd name="connsiteY5003" fmla="*/ 815275 h 1282606"/>
                <a:gd name="connsiteX5004" fmla="*/ 843180 w 1465857"/>
                <a:gd name="connsiteY5004" fmla="*/ 812830 h 1282606"/>
                <a:gd name="connsiteX5005" fmla="*/ 845625 w 1465857"/>
                <a:gd name="connsiteY5005" fmla="*/ 810385 h 1282606"/>
                <a:gd name="connsiteX5006" fmla="*/ 853248 w 1465857"/>
                <a:gd name="connsiteY5006" fmla="*/ 800172 h 1282606"/>
                <a:gd name="connsiteX5007" fmla="*/ 853248 w 1465857"/>
                <a:gd name="connsiteY5007" fmla="*/ 797439 h 1282606"/>
                <a:gd name="connsiteX5008" fmla="*/ 855694 w 1465857"/>
                <a:gd name="connsiteY5008" fmla="*/ 797439 h 1282606"/>
                <a:gd name="connsiteX5009" fmla="*/ 858283 w 1465857"/>
                <a:gd name="connsiteY5009" fmla="*/ 797439 h 1282606"/>
                <a:gd name="connsiteX5010" fmla="*/ 865906 w 1465857"/>
                <a:gd name="connsiteY5010" fmla="*/ 797439 h 1282606"/>
                <a:gd name="connsiteX5011" fmla="*/ 868351 w 1465857"/>
                <a:gd name="connsiteY5011" fmla="*/ 797439 h 1282606"/>
                <a:gd name="connsiteX5012" fmla="*/ 870940 w 1465857"/>
                <a:gd name="connsiteY5012" fmla="*/ 797439 h 1282606"/>
                <a:gd name="connsiteX5013" fmla="*/ 873673 w 1465857"/>
                <a:gd name="connsiteY5013" fmla="*/ 797439 h 1282606"/>
                <a:gd name="connsiteX5014" fmla="*/ 878564 w 1465857"/>
                <a:gd name="connsiteY5014" fmla="*/ 797439 h 1282606"/>
                <a:gd name="connsiteX5015" fmla="*/ 881009 w 1465857"/>
                <a:gd name="connsiteY5015" fmla="*/ 797439 h 1282606"/>
                <a:gd name="connsiteX5016" fmla="*/ 883742 w 1465857"/>
                <a:gd name="connsiteY5016" fmla="*/ 797439 h 1282606"/>
                <a:gd name="connsiteX5017" fmla="*/ 891222 w 1465857"/>
                <a:gd name="connsiteY5017" fmla="*/ 794994 h 1282606"/>
                <a:gd name="connsiteX5018" fmla="*/ 898845 w 1465857"/>
                <a:gd name="connsiteY5018" fmla="*/ 790103 h 1282606"/>
                <a:gd name="connsiteX5019" fmla="*/ 893955 w 1465857"/>
                <a:gd name="connsiteY5019" fmla="*/ 790103 h 1282606"/>
                <a:gd name="connsiteX5020" fmla="*/ 891222 w 1465857"/>
                <a:gd name="connsiteY5020" fmla="*/ 790103 h 1282606"/>
                <a:gd name="connsiteX5021" fmla="*/ 886331 w 1465857"/>
                <a:gd name="connsiteY5021" fmla="*/ 792549 h 1282606"/>
                <a:gd name="connsiteX5022" fmla="*/ 881009 w 1465857"/>
                <a:gd name="connsiteY5022" fmla="*/ 794994 h 1282606"/>
                <a:gd name="connsiteX5023" fmla="*/ 876119 w 1465857"/>
                <a:gd name="connsiteY5023" fmla="*/ 794994 h 1282606"/>
                <a:gd name="connsiteX5024" fmla="*/ 861016 w 1465857"/>
                <a:gd name="connsiteY5024" fmla="*/ 794994 h 1282606"/>
                <a:gd name="connsiteX5025" fmla="*/ 858283 w 1465857"/>
                <a:gd name="connsiteY5025" fmla="*/ 792549 h 1282606"/>
                <a:gd name="connsiteX5026" fmla="*/ 855694 w 1465857"/>
                <a:gd name="connsiteY5026" fmla="*/ 792549 h 1282606"/>
                <a:gd name="connsiteX5027" fmla="*/ 855694 w 1465857"/>
                <a:gd name="connsiteY5027" fmla="*/ 787370 h 1282606"/>
                <a:gd name="connsiteX5028" fmla="*/ 855694 w 1465857"/>
                <a:gd name="connsiteY5028" fmla="*/ 784781 h 1282606"/>
                <a:gd name="connsiteX5029" fmla="*/ 855694 w 1465857"/>
                <a:gd name="connsiteY5029" fmla="*/ 779891 h 1282606"/>
                <a:gd name="connsiteX5030" fmla="*/ 858283 w 1465857"/>
                <a:gd name="connsiteY5030" fmla="*/ 766945 h 1282606"/>
                <a:gd name="connsiteX5031" fmla="*/ 855694 w 1465857"/>
                <a:gd name="connsiteY5031" fmla="*/ 762055 h 1282606"/>
                <a:gd name="connsiteX5032" fmla="*/ 858283 w 1465857"/>
                <a:gd name="connsiteY5032" fmla="*/ 759610 h 1282606"/>
                <a:gd name="connsiteX5033" fmla="*/ 863461 w 1465857"/>
                <a:gd name="connsiteY5033" fmla="*/ 749397 h 1282606"/>
                <a:gd name="connsiteX5034" fmla="*/ 868351 w 1465857"/>
                <a:gd name="connsiteY5034" fmla="*/ 749397 h 1282606"/>
                <a:gd name="connsiteX5035" fmla="*/ 870940 w 1465857"/>
                <a:gd name="connsiteY5035" fmla="*/ 746952 h 1282606"/>
                <a:gd name="connsiteX5036" fmla="*/ 873673 w 1465857"/>
                <a:gd name="connsiteY5036" fmla="*/ 746952 h 1282606"/>
                <a:gd name="connsiteX5037" fmla="*/ 873673 w 1465857"/>
                <a:gd name="connsiteY5037" fmla="*/ 744219 h 1282606"/>
                <a:gd name="connsiteX5038" fmla="*/ 876119 w 1465857"/>
                <a:gd name="connsiteY5038" fmla="*/ 736739 h 1282606"/>
                <a:gd name="connsiteX5039" fmla="*/ 876119 w 1465857"/>
                <a:gd name="connsiteY5039" fmla="*/ 731561 h 1282606"/>
                <a:gd name="connsiteX5040" fmla="*/ 876119 w 1465857"/>
                <a:gd name="connsiteY5040" fmla="*/ 728972 h 1282606"/>
                <a:gd name="connsiteX5041" fmla="*/ 876119 w 1465857"/>
                <a:gd name="connsiteY5041" fmla="*/ 726527 h 1282606"/>
                <a:gd name="connsiteX5042" fmla="*/ 878564 w 1465857"/>
                <a:gd name="connsiteY5042" fmla="*/ 721349 h 1282606"/>
                <a:gd name="connsiteX5043" fmla="*/ 873673 w 1465857"/>
                <a:gd name="connsiteY5043" fmla="*/ 721349 h 1282606"/>
                <a:gd name="connsiteX5044" fmla="*/ 870940 w 1465857"/>
                <a:gd name="connsiteY5044" fmla="*/ 718903 h 1282606"/>
                <a:gd name="connsiteX5045" fmla="*/ 870940 w 1465857"/>
                <a:gd name="connsiteY5045" fmla="*/ 721349 h 1282606"/>
                <a:gd name="connsiteX5046" fmla="*/ 868351 w 1465857"/>
                <a:gd name="connsiteY5046" fmla="*/ 718903 h 1282606"/>
                <a:gd name="connsiteX5047" fmla="*/ 868351 w 1465857"/>
                <a:gd name="connsiteY5047" fmla="*/ 716458 h 1282606"/>
                <a:gd name="connsiteX5048" fmla="*/ 868351 w 1465857"/>
                <a:gd name="connsiteY5048" fmla="*/ 713725 h 1282606"/>
                <a:gd name="connsiteX5049" fmla="*/ 865906 w 1465857"/>
                <a:gd name="connsiteY5049" fmla="*/ 711136 h 1282606"/>
                <a:gd name="connsiteX5050" fmla="*/ 861016 w 1465857"/>
                <a:gd name="connsiteY5050" fmla="*/ 703513 h 1282606"/>
                <a:gd name="connsiteX5051" fmla="*/ 861016 w 1465857"/>
                <a:gd name="connsiteY5051" fmla="*/ 701067 h 1282606"/>
                <a:gd name="connsiteX5052" fmla="*/ 858283 w 1465857"/>
                <a:gd name="connsiteY5052" fmla="*/ 701067 h 1282606"/>
                <a:gd name="connsiteX5053" fmla="*/ 855694 w 1465857"/>
                <a:gd name="connsiteY5053" fmla="*/ 698478 h 1282606"/>
                <a:gd name="connsiteX5054" fmla="*/ 858283 w 1465857"/>
                <a:gd name="connsiteY5054" fmla="*/ 698478 h 1282606"/>
                <a:gd name="connsiteX5055" fmla="*/ 858283 w 1465857"/>
                <a:gd name="connsiteY5055" fmla="*/ 696033 h 1282606"/>
                <a:gd name="connsiteX5056" fmla="*/ 858283 w 1465857"/>
                <a:gd name="connsiteY5056" fmla="*/ 693300 h 1282606"/>
                <a:gd name="connsiteX5057" fmla="*/ 855694 w 1465857"/>
                <a:gd name="connsiteY5057" fmla="*/ 690855 h 1282606"/>
                <a:gd name="connsiteX5058" fmla="*/ 853248 w 1465857"/>
                <a:gd name="connsiteY5058" fmla="*/ 690855 h 1282606"/>
                <a:gd name="connsiteX5059" fmla="*/ 853248 w 1465857"/>
                <a:gd name="connsiteY5059" fmla="*/ 688410 h 1282606"/>
                <a:gd name="connsiteX5060" fmla="*/ 853248 w 1465857"/>
                <a:gd name="connsiteY5060" fmla="*/ 685821 h 1282606"/>
                <a:gd name="connsiteX5061" fmla="*/ 853248 w 1465857"/>
                <a:gd name="connsiteY5061" fmla="*/ 683232 h 1282606"/>
                <a:gd name="connsiteX5062" fmla="*/ 850803 w 1465857"/>
                <a:gd name="connsiteY5062" fmla="*/ 683232 h 1282606"/>
                <a:gd name="connsiteX5063" fmla="*/ 848070 w 1465857"/>
                <a:gd name="connsiteY5063" fmla="*/ 683232 h 1282606"/>
                <a:gd name="connsiteX5064" fmla="*/ 843180 w 1465857"/>
                <a:gd name="connsiteY5064" fmla="*/ 680642 h 1282606"/>
                <a:gd name="connsiteX5065" fmla="*/ 843180 w 1465857"/>
                <a:gd name="connsiteY5065" fmla="*/ 678197 h 1282606"/>
                <a:gd name="connsiteX5066" fmla="*/ 843180 w 1465857"/>
                <a:gd name="connsiteY5066" fmla="*/ 675752 h 1282606"/>
                <a:gd name="connsiteX5067" fmla="*/ 843180 w 1465857"/>
                <a:gd name="connsiteY5067" fmla="*/ 673019 h 1282606"/>
                <a:gd name="connsiteX5068" fmla="*/ 843180 w 1465857"/>
                <a:gd name="connsiteY5068" fmla="*/ 667985 h 1282606"/>
                <a:gd name="connsiteX5069" fmla="*/ 837858 w 1465857"/>
                <a:gd name="connsiteY5069" fmla="*/ 665539 h 1282606"/>
                <a:gd name="connsiteX5070" fmla="*/ 835412 w 1465857"/>
                <a:gd name="connsiteY5070" fmla="*/ 663094 h 1282606"/>
                <a:gd name="connsiteX5071" fmla="*/ 832967 w 1465857"/>
                <a:gd name="connsiteY5071" fmla="*/ 660361 h 1282606"/>
                <a:gd name="connsiteX5072" fmla="*/ 835412 w 1465857"/>
                <a:gd name="connsiteY5072" fmla="*/ 657916 h 1282606"/>
                <a:gd name="connsiteX5073" fmla="*/ 832967 w 1465857"/>
                <a:gd name="connsiteY5073" fmla="*/ 657916 h 1282606"/>
                <a:gd name="connsiteX5074" fmla="*/ 830522 w 1465857"/>
                <a:gd name="connsiteY5074" fmla="*/ 657916 h 1282606"/>
                <a:gd name="connsiteX5075" fmla="*/ 830522 w 1465857"/>
                <a:gd name="connsiteY5075" fmla="*/ 660361 h 1282606"/>
                <a:gd name="connsiteX5076" fmla="*/ 827789 w 1465857"/>
                <a:gd name="connsiteY5076" fmla="*/ 660361 h 1282606"/>
                <a:gd name="connsiteX5077" fmla="*/ 822755 w 1465857"/>
                <a:gd name="connsiteY5077" fmla="*/ 655327 h 1282606"/>
                <a:gd name="connsiteX5078" fmla="*/ 825200 w 1465857"/>
                <a:gd name="connsiteY5078" fmla="*/ 652882 h 1282606"/>
                <a:gd name="connsiteX5079" fmla="*/ 822755 w 1465857"/>
                <a:gd name="connsiteY5079" fmla="*/ 652882 h 1282606"/>
                <a:gd name="connsiteX5080" fmla="*/ 820309 w 1465857"/>
                <a:gd name="connsiteY5080" fmla="*/ 652882 h 1282606"/>
                <a:gd name="connsiteX5081" fmla="*/ 820309 w 1465857"/>
                <a:gd name="connsiteY5081" fmla="*/ 650149 h 1282606"/>
                <a:gd name="connsiteX5082" fmla="*/ 822755 w 1465857"/>
                <a:gd name="connsiteY5082" fmla="*/ 647704 h 1282606"/>
                <a:gd name="connsiteX5083" fmla="*/ 820309 w 1465857"/>
                <a:gd name="connsiteY5083" fmla="*/ 647704 h 1282606"/>
                <a:gd name="connsiteX5084" fmla="*/ 817576 w 1465857"/>
                <a:gd name="connsiteY5084" fmla="*/ 645258 h 1282606"/>
                <a:gd name="connsiteX5085" fmla="*/ 820309 w 1465857"/>
                <a:gd name="connsiteY5085" fmla="*/ 642669 h 1282606"/>
                <a:gd name="connsiteX5086" fmla="*/ 820309 w 1465857"/>
                <a:gd name="connsiteY5086" fmla="*/ 640080 h 1282606"/>
                <a:gd name="connsiteX5087" fmla="*/ 817576 w 1465857"/>
                <a:gd name="connsiteY5087" fmla="*/ 637491 h 1282606"/>
                <a:gd name="connsiteX5088" fmla="*/ 815131 w 1465857"/>
                <a:gd name="connsiteY5088" fmla="*/ 635046 h 1282606"/>
                <a:gd name="connsiteX5089" fmla="*/ 815131 w 1465857"/>
                <a:gd name="connsiteY5089" fmla="*/ 632600 h 1282606"/>
                <a:gd name="connsiteX5090" fmla="*/ 812686 w 1465857"/>
                <a:gd name="connsiteY5090" fmla="*/ 627422 h 1282606"/>
                <a:gd name="connsiteX5091" fmla="*/ 812686 w 1465857"/>
                <a:gd name="connsiteY5091" fmla="*/ 624833 h 1282606"/>
                <a:gd name="connsiteX5092" fmla="*/ 810097 w 1465857"/>
                <a:gd name="connsiteY5092" fmla="*/ 619655 h 1282606"/>
                <a:gd name="connsiteX5093" fmla="*/ 810097 w 1465857"/>
                <a:gd name="connsiteY5093" fmla="*/ 617210 h 1282606"/>
                <a:gd name="connsiteX5094" fmla="*/ 807364 w 1465857"/>
                <a:gd name="connsiteY5094" fmla="*/ 617210 h 1282606"/>
                <a:gd name="connsiteX5095" fmla="*/ 807364 w 1465857"/>
                <a:gd name="connsiteY5095" fmla="*/ 622388 h 1282606"/>
                <a:gd name="connsiteX5096" fmla="*/ 804919 w 1465857"/>
                <a:gd name="connsiteY5096" fmla="*/ 622388 h 1282606"/>
                <a:gd name="connsiteX5097" fmla="*/ 804919 w 1465857"/>
                <a:gd name="connsiteY5097" fmla="*/ 619655 h 1282606"/>
                <a:gd name="connsiteX5098" fmla="*/ 802474 w 1465857"/>
                <a:gd name="connsiteY5098" fmla="*/ 619655 h 1282606"/>
                <a:gd name="connsiteX5099" fmla="*/ 800028 w 1465857"/>
                <a:gd name="connsiteY5099" fmla="*/ 619655 h 1282606"/>
                <a:gd name="connsiteX5100" fmla="*/ 800028 w 1465857"/>
                <a:gd name="connsiteY5100" fmla="*/ 617210 h 1282606"/>
                <a:gd name="connsiteX5101" fmla="*/ 800028 w 1465857"/>
                <a:gd name="connsiteY5101" fmla="*/ 614764 h 1282606"/>
                <a:gd name="connsiteX5102" fmla="*/ 794706 w 1465857"/>
                <a:gd name="connsiteY5102" fmla="*/ 614764 h 1282606"/>
                <a:gd name="connsiteX5103" fmla="*/ 792261 w 1465857"/>
                <a:gd name="connsiteY5103" fmla="*/ 614764 h 1282606"/>
                <a:gd name="connsiteX5104" fmla="*/ 794706 w 1465857"/>
                <a:gd name="connsiteY5104" fmla="*/ 619655 h 1282606"/>
                <a:gd name="connsiteX5105" fmla="*/ 792261 w 1465857"/>
                <a:gd name="connsiteY5105" fmla="*/ 619655 h 1282606"/>
                <a:gd name="connsiteX5106" fmla="*/ 789816 w 1465857"/>
                <a:gd name="connsiteY5106" fmla="*/ 617210 h 1282606"/>
                <a:gd name="connsiteX5107" fmla="*/ 787370 w 1465857"/>
                <a:gd name="connsiteY5107" fmla="*/ 617210 h 1282606"/>
                <a:gd name="connsiteX5108" fmla="*/ 784637 w 1465857"/>
                <a:gd name="connsiteY5108" fmla="*/ 617210 h 1282606"/>
                <a:gd name="connsiteX5109" fmla="*/ 782048 w 1465857"/>
                <a:gd name="connsiteY5109" fmla="*/ 617210 h 1282606"/>
                <a:gd name="connsiteX5110" fmla="*/ 782048 w 1465857"/>
                <a:gd name="connsiteY5110" fmla="*/ 619655 h 1282606"/>
                <a:gd name="connsiteX5111" fmla="*/ 782048 w 1465857"/>
                <a:gd name="connsiteY5111" fmla="*/ 622388 h 1282606"/>
                <a:gd name="connsiteX5112" fmla="*/ 779603 w 1465857"/>
                <a:gd name="connsiteY5112" fmla="*/ 622388 h 1282606"/>
                <a:gd name="connsiteX5113" fmla="*/ 779603 w 1465857"/>
                <a:gd name="connsiteY5113" fmla="*/ 619655 h 1282606"/>
                <a:gd name="connsiteX5114" fmla="*/ 777158 w 1465857"/>
                <a:gd name="connsiteY5114" fmla="*/ 619655 h 1282606"/>
                <a:gd name="connsiteX5115" fmla="*/ 777158 w 1465857"/>
                <a:gd name="connsiteY5115" fmla="*/ 617210 h 1282606"/>
                <a:gd name="connsiteX5116" fmla="*/ 779603 w 1465857"/>
                <a:gd name="connsiteY5116" fmla="*/ 617210 h 1282606"/>
                <a:gd name="connsiteX5117" fmla="*/ 779603 w 1465857"/>
                <a:gd name="connsiteY5117" fmla="*/ 614764 h 1282606"/>
                <a:gd name="connsiteX5118" fmla="*/ 777158 w 1465857"/>
                <a:gd name="connsiteY5118" fmla="*/ 614764 h 1282606"/>
                <a:gd name="connsiteX5119" fmla="*/ 774425 w 1465857"/>
                <a:gd name="connsiteY5119" fmla="*/ 617210 h 1282606"/>
                <a:gd name="connsiteX5120" fmla="*/ 771980 w 1465857"/>
                <a:gd name="connsiteY5120" fmla="*/ 614764 h 1282606"/>
                <a:gd name="connsiteX5121" fmla="*/ 766945 w 1465857"/>
                <a:gd name="connsiteY5121" fmla="*/ 614764 h 1282606"/>
                <a:gd name="connsiteX5122" fmla="*/ 766945 w 1465857"/>
                <a:gd name="connsiteY5122" fmla="*/ 612175 h 1282606"/>
                <a:gd name="connsiteX5123" fmla="*/ 764212 w 1465857"/>
                <a:gd name="connsiteY5123" fmla="*/ 609443 h 1282606"/>
                <a:gd name="connsiteX5124" fmla="*/ 764212 w 1465857"/>
                <a:gd name="connsiteY5124" fmla="*/ 606997 h 1282606"/>
                <a:gd name="connsiteX5125" fmla="*/ 766945 w 1465857"/>
                <a:gd name="connsiteY5125" fmla="*/ 604552 h 1282606"/>
                <a:gd name="connsiteX5126" fmla="*/ 764212 w 1465857"/>
                <a:gd name="connsiteY5126" fmla="*/ 604552 h 1282606"/>
                <a:gd name="connsiteX5127" fmla="*/ 761767 w 1465857"/>
                <a:gd name="connsiteY5127" fmla="*/ 604552 h 1282606"/>
                <a:gd name="connsiteX5128" fmla="*/ 761767 w 1465857"/>
                <a:gd name="connsiteY5128" fmla="*/ 606997 h 1282606"/>
                <a:gd name="connsiteX5129" fmla="*/ 759322 w 1465857"/>
                <a:gd name="connsiteY5129" fmla="*/ 606997 h 1282606"/>
                <a:gd name="connsiteX5130" fmla="*/ 761767 w 1465857"/>
                <a:gd name="connsiteY5130" fmla="*/ 602107 h 1282606"/>
                <a:gd name="connsiteX5131" fmla="*/ 761767 w 1465857"/>
                <a:gd name="connsiteY5131" fmla="*/ 596929 h 1282606"/>
                <a:gd name="connsiteX5132" fmla="*/ 764212 w 1465857"/>
                <a:gd name="connsiteY5132" fmla="*/ 594339 h 1282606"/>
                <a:gd name="connsiteX5133" fmla="*/ 766945 w 1465857"/>
                <a:gd name="connsiteY5133" fmla="*/ 594339 h 1282606"/>
                <a:gd name="connsiteX5134" fmla="*/ 766945 w 1465857"/>
                <a:gd name="connsiteY5134" fmla="*/ 591894 h 1282606"/>
                <a:gd name="connsiteX5135" fmla="*/ 766945 w 1465857"/>
                <a:gd name="connsiteY5135" fmla="*/ 589161 h 1282606"/>
                <a:gd name="connsiteX5136" fmla="*/ 764212 w 1465857"/>
                <a:gd name="connsiteY5136" fmla="*/ 586716 h 1282606"/>
                <a:gd name="connsiteX5137" fmla="*/ 764212 w 1465857"/>
                <a:gd name="connsiteY5137" fmla="*/ 584271 h 1282606"/>
                <a:gd name="connsiteX5138" fmla="*/ 764212 w 1465857"/>
                <a:gd name="connsiteY5138" fmla="*/ 581682 h 1282606"/>
                <a:gd name="connsiteX5139" fmla="*/ 766945 w 1465857"/>
                <a:gd name="connsiteY5139" fmla="*/ 578949 h 1282606"/>
                <a:gd name="connsiteX5140" fmla="*/ 764212 w 1465857"/>
                <a:gd name="connsiteY5140" fmla="*/ 578949 h 1282606"/>
                <a:gd name="connsiteX5141" fmla="*/ 761767 w 1465857"/>
                <a:gd name="connsiteY5141" fmla="*/ 578949 h 1282606"/>
                <a:gd name="connsiteX5142" fmla="*/ 759322 w 1465857"/>
                <a:gd name="connsiteY5142" fmla="*/ 578949 h 1282606"/>
                <a:gd name="connsiteX5143" fmla="*/ 766945 w 1465857"/>
                <a:gd name="connsiteY5143" fmla="*/ 574058 h 1282606"/>
                <a:gd name="connsiteX5144" fmla="*/ 764212 w 1465857"/>
                <a:gd name="connsiteY5144" fmla="*/ 574058 h 1282606"/>
                <a:gd name="connsiteX5145" fmla="*/ 761767 w 1465857"/>
                <a:gd name="connsiteY5145" fmla="*/ 574058 h 1282606"/>
                <a:gd name="connsiteX5146" fmla="*/ 759322 w 1465857"/>
                <a:gd name="connsiteY5146" fmla="*/ 574058 h 1282606"/>
                <a:gd name="connsiteX5147" fmla="*/ 761767 w 1465857"/>
                <a:gd name="connsiteY5147" fmla="*/ 571613 h 1282606"/>
                <a:gd name="connsiteX5148" fmla="*/ 759322 w 1465857"/>
                <a:gd name="connsiteY5148" fmla="*/ 571613 h 1282606"/>
                <a:gd name="connsiteX5149" fmla="*/ 756877 w 1465857"/>
                <a:gd name="connsiteY5149" fmla="*/ 571613 h 1282606"/>
                <a:gd name="connsiteX5150" fmla="*/ 754144 w 1465857"/>
                <a:gd name="connsiteY5150" fmla="*/ 571613 h 1282606"/>
                <a:gd name="connsiteX5151" fmla="*/ 754144 w 1465857"/>
                <a:gd name="connsiteY5151" fmla="*/ 569024 h 1282606"/>
                <a:gd name="connsiteX5152" fmla="*/ 751698 w 1465857"/>
                <a:gd name="connsiteY5152" fmla="*/ 571613 h 1282606"/>
                <a:gd name="connsiteX5153" fmla="*/ 749109 w 1465857"/>
                <a:gd name="connsiteY5153" fmla="*/ 571613 h 1282606"/>
                <a:gd name="connsiteX5154" fmla="*/ 749109 w 1465857"/>
                <a:gd name="connsiteY5154" fmla="*/ 569024 h 1282606"/>
                <a:gd name="connsiteX5155" fmla="*/ 746664 w 1465857"/>
                <a:gd name="connsiteY5155" fmla="*/ 571613 h 1282606"/>
                <a:gd name="connsiteX5156" fmla="*/ 743931 w 1465857"/>
                <a:gd name="connsiteY5156" fmla="*/ 571613 h 1282606"/>
                <a:gd name="connsiteX5157" fmla="*/ 741486 w 1465857"/>
                <a:gd name="connsiteY5157" fmla="*/ 571613 h 1282606"/>
                <a:gd name="connsiteX5158" fmla="*/ 741486 w 1465857"/>
                <a:gd name="connsiteY5158" fmla="*/ 576504 h 1282606"/>
                <a:gd name="connsiteX5159" fmla="*/ 746664 w 1465857"/>
                <a:gd name="connsiteY5159" fmla="*/ 576504 h 1282606"/>
                <a:gd name="connsiteX5160" fmla="*/ 749109 w 1465857"/>
                <a:gd name="connsiteY5160" fmla="*/ 581682 h 1282606"/>
                <a:gd name="connsiteX5161" fmla="*/ 751698 w 1465857"/>
                <a:gd name="connsiteY5161" fmla="*/ 581682 h 1282606"/>
                <a:gd name="connsiteX5162" fmla="*/ 754144 w 1465857"/>
                <a:gd name="connsiteY5162" fmla="*/ 584271 h 1282606"/>
                <a:gd name="connsiteX5163" fmla="*/ 756877 w 1465857"/>
                <a:gd name="connsiteY5163" fmla="*/ 586716 h 1282606"/>
                <a:gd name="connsiteX5164" fmla="*/ 756877 w 1465857"/>
                <a:gd name="connsiteY5164" fmla="*/ 594339 h 1282606"/>
                <a:gd name="connsiteX5165" fmla="*/ 756877 w 1465857"/>
                <a:gd name="connsiteY5165" fmla="*/ 596929 h 1282606"/>
                <a:gd name="connsiteX5166" fmla="*/ 754144 w 1465857"/>
                <a:gd name="connsiteY5166" fmla="*/ 596929 h 1282606"/>
                <a:gd name="connsiteX5167" fmla="*/ 754144 w 1465857"/>
                <a:gd name="connsiteY5167" fmla="*/ 594339 h 1282606"/>
                <a:gd name="connsiteX5168" fmla="*/ 754144 w 1465857"/>
                <a:gd name="connsiteY5168" fmla="*/ 591894 h 1282606"/>
                <a:gd name="connsiteX5169" fmla="*/ 749109 w 1465857"/>
                <a:gd name="connsiteY5169" fmla="*/ 594339 h 1282606"/>
                <a:gd name="connsiteX5170" fmla="*/ 746664 w 1465857"/>
                <a:gd name="connsiteY5170" fmla="*/ 594339 h 1282606"/>
                <a:gd name="connsiteX5171" fmla="*/ 746664 w 1465857"/>
                <a:gd name="connsiteY5171" fmla="*/ 596929 h 1282606"/>
                <a:gd name="connsiteX5172" fmla="*/ 743931 w 1465857"/>
                <a:gd name="connsiteY5172" fmla="*/ 594339 h 1282606"/>
                <a:gd name="connsiteX5173" fmla="*/ 739041 w 1465857"/>
                <a:gd name="connsiteY5173" fmla="*/ 594339 h 1282606"/>
                <a:gd name="connsiteX5174" fmla="*/ 736452 w 1465857"/>
                <a:gd name="connsiteY5174" fmla="*/ 594339 h 1282606"/>
                <a:gd name="connsiteX5175" fmla="*/ 736452 w 1465857"/>
                <a:gd name="connsiteY5175" fmla="*/ 591894 h 1282606"/>
                <a:gd name="connsiteX5176" fmla="*/ 733719 w 1465857"/>
                <a:gd name="connsiteY5176" fmla="*/ 591894 h 1282606"/>
                <a:gd name="connsiteX5177" fmla="*/ 731273 w 1465857"/>
                <a:gd name="connsiteY5177" fmla="*/ 591894 h 1282606"/>
                <a:gd name="connsiteX5178" fmla="*/ 731273 w 1465857"/>
                <a:gd name="connsiteY5178" fmla="*/ 589161 h 1282606"/>
                <a:gd name="connsiteX5179" fmla="*/ 728828 w 1465857"/>
                <a:gd name="connsiteY5179" fmla="*/ 589161 h 1282606"/>
                <a:gd name="connsiteX5180" fmla="*/ 728828 w 1465857"/>
                <a:gd name="connsiteY5180" fmla="*/ 586716 h 1282606"/>
                <a:gd name="connsiteX5181" fmla="*/ 728828 w 1465857"/>
                <a:gd name="connsiteY5181" fmla="*/ 584271 h 1282606"/>
                <a:gd name="connsiteX5182" fmla="*/ 726383 w 1465857"/>
                <a:gd name="connsiteY5182" fmla="*/ 581682 h 1282606"/>
                <a:gd name="connsiteX5183" fmla="*/ 723650 w 1465857"/>
                <a:gd name="connsiteY5183" fmla="*/ 581682 h 1282606"/>
                <a:gd name="connsiteX5184" fmla="*/ 718616 w 1465857"/>
                <a:gd name="connsiteY5184" fmla="*/ 578949 h 1282606"/>
                <a:gd name="connsiteX5185" fmla="*/ 718616 w 1465857"/>
                <a:gd name="connsiteY5185" fmla="*/ 576504 h 1282606"/>
                <a:gd name="connsiteX5186" fmla="*/ 716171 w 1465857"/>
                <a:gd name="connsiteY5186" fmla="*/ 576504 h 1282606"/>
                <a:gd name="connsiteX5187" fmla="*/ 716171 w 1465857"/>
                <a:gd name="connsiteY5187" fmla="*/ 574058 h 1282606"/>
                <a:gd name="connsiteX5188" fmla="*/ 716171 w 1465857"/>
                <a:gd name="connsiteY5188" fmla="*/ 571613 h 1282606"/>
                <a:gd name="connsiteX5189" fmla="*/ 713725 w 1465857"/>
                <a:gd name="connsiteY5189" fmla="*/ 571613 h 1282606"/>
                <a:gd name="connsiteX5190" fmla="*/ 713725 w 1465857"/>
                <a:gd name="connsiteY5190" fmla="*/ 574058 h 1282606"/>
                <a:gd name="connsiteX5191" fmla="*/ 710992 w 1465857"/>
                <a:gd name="connsiteY5191" fmla="*/ 571613 h 1282606"/>
                <a:gd name="connsiteX5192" fmla="*/ 708547 w 1465857"/>
                <a:gd name="connsiteY5192" fmla="*/ 571613 h 1282606"/>
                <a:gd name="connsiteX5193" fmla="*/ 708547 w 1465857"/>
                <a:gd name="connsiteY5193" fmla="*/ 569024 h 1282606"/>
                <a:gd name="connsiteX5194" fmla="*/ 708547 w 1465857"/>
                <a:gd name="connsiteY5194" fmla="*/ 566435 h 1282606"/>
                <a:gd name="connsiteX5195" fmla="*/ 708547 w 1465857"/>
                <a:gd name="connsiteY5195" fmla="*/ 563846 h 1282606"/>
                <a:gd name="connsiteX5196" fmla="*/ 713725 w 1465857"/>
                <a:gd name="connsiteY5196" fmla="*/ 561401 h 1282606"/>
                <a:gd name="connsiteX5197" fmla="*/ 713725 w 1465857"/>
                <a:gd name="connsiteY5197" fmla="*/ 558955 h 1282606"/>
                <a:gd name="connsiteX5198" fmla="*/ 716171 w 1465857"/>
                <a:gd name="connsiteY5198" fmla="*/ 558955 h 1282606"/>
                <a:gd name="connsiteX5199" fmla="*/ 713725 w 1465857"/>
                <a:gd name="connsiteY5199" fmla="*/ 556222 h 1282606"/>
                <a:gd name="connsiteX5200" fmla="*/ 713725 w 1465857"/>
                <a:gd name="connsiteY5200" fmla="*/ 553777 h 1282606"/>
                <a:gd name="connsiteX5201" fmla="*/ 710992 w 1465857"/>
                <a:gd name="connsiteY5201" fmla="*/ 553777 h 1282606"/>
                <a:gd name="connsiteX5202" fmla="*/ 705958 w 1465857"/>
                <a:gd name="connsiteY5202" fmla="*/ 556222 h 1282606"/>
                <a:gd name="connsiteX5203" fmla="*/ 703513 w 1465857"/>
                <a:gd name="connsiteY5203" fmla="*/ 556222 h 1282606"/>
                <a:gd name="connsiteX5204" fmla="*/ 703513 w 1465857"/>
                <a:gd name="connsiteY5204" fmla="*/ 558955 h 1282606"/>
                <a:gd name="connsiteX5205" fmla="*/ 700780 w 1465857"/>
                <a:gd name="connsiteY5205" fmla="*/ 558955 h 1282606"/>
                <a:gd name="connsiteX5206" fmla="*/ 698335 w 1465857"/>
                <a:gd name="connsiteY5206" fmla="*/ 558955 h 1282606"/>
                <a:gd name="connsiteX5207" fmla="*/ 705958 w 1465857"/>
                <a:gd name="connsiteY5207" fmla="*/ 553777 h 1282606"/>
                <a:gd name="connsiteX5208" fmla="*/ 700925 w 1465857"/>
                <a:gd name="connsiteY5208" fmla="*/ 553777 h 1282606"/>
                <a:gd name="connsiteX5209" fmla="*/ 698336 w 1465857"/>
                <a:gd name="connsiteY5209" fmla="*/ 556222 h 1282606"/>
                <a:gd name="connsiteX5210" fmla="*/ 700781 w 1465857"/>
                <a:gd name="connsiteY5210" fmla="*/ 553777 h 1282606"/>
                <a:gd name="connsiteX5211" fmla="*/ 700924 w 1465857"/>
                <a:gd name="connsiteY5211" fmla="*/ 553777 h 1282606"/>
                <a:gd name="connsiteX5212" fmla="*/ 703513 w 1465857"/>
                <a:gd name="connsiteY5212" fmla="*/ 551188 h 1282606"/>
                <a:gd name="connsiteX5213" fmla="*/ 700780 w 1465857"/>
                <a:gd name="connsiteY5213" fmla="*/ 551188 h 1282606"/>
                <a:gd name="connsiteX5214" fmla="*/ 698335 w 1465857"/>
                <a:gd name="connsiteY5214" fmla="*/ 553777 h 1282606"/>
                <a:gd name="connsiteX5215" fmla="*/ 695889 w 1465857"/>
                <a:gd name="connsiteY5215" fmla="*/ 551188 h 1282606"/>
                <a:gd name="connsiteX5216" fmla="*/ 698335 w 1465857"/>
                <a:gd name="connsiteY5216" fmla="*/ 551188 h 1282606"/>
                <a:gd name="connsiteX5217" fmla="*/ 698335 w 1465857"/>
                <a:gd name="connsiteY5217" fmla="*/ 546010 h 1282606"/>
                <a:gd name="connsiteX5218" fmla="*/ 700780 w 1465857"/>
                <a:gd name="connsiteY5218" fmla="*/ 546010 h 1282606"/>
                <a:gd name="connsiteX5219" fmla="*/ 703513 w 1465857"/>
                <a:gd name="connsiteY5219" fmla="*/ 546010 h 1282606"/>
                <a:gd name="connsiteX5220" fmla="*/ 703513 w 1465857"/>
                <a:gd name="connsiteY5220" fmla="*/ 543565 h 1282606"/>
                <a:gd name="connsiteX5221" fmla="*/ 705958 w 1465857"/>
                <a:gd name="connsiteY5221" fmla="*/ 541119 h 1282606"/>
                <a:gd name="connsiteX5222" fmla="*/ 708547 w 1465857"/>
                <a:gd name="connsiteY5222" fmla="*/ 541119 h 1282606"/>
                <a:gd name="connsiteX5223" fmla="*/ 705958 w 1465857"/>
                <a:gd name="connsiteY5223" fmla="*/ 543565 h 1282606"/>
                <a:gd name="connsiteX5224" fmla="*/ 705958 w 1465857"/>
                <a:gd name="connsiteY5224" fmla="*/ 546010 h 1282606"/>
                <a:gd name="connsiteX5225" fmla="*/ 710992 w 1465857"/>
                <a:gd name="connsiteY5225" fmla="*/ 541119 h 1282606"/>
                <a:gd name="connsiteX5226" fmla="*/ 710992 w 1465857"/>
                <a:gd name="connsiteY5226" fmla="*/ 538530 h 1282606"/>
                <a:gd name="connsiteX5227" fmla="*/ 708547 w 1465857"/>
                <a:gd name="connsiteY5227" fmla="*/ 538530 h 1282606"/>
                <a:gd name="connsiteX5228" fmla="*/ 705958 w 1465857"/>
                <a:gd name="connsiteY5228" fmla="*/ 535797 h 1282606"/>
                <a:gd name="connsiteX5229" fmla="*/ 703513 w 1465857"/>
                <a:gd name="connsiteY5229" fmla="*/ 535797 h 1282606"/>
                <a:gd name="connsiteX5230" fmla="*/ 700780 w 1465857"/>
                <a:gd name="connsiteY5230" fmla="*/ 535797 h 1282606"/>
                <a:gd name="connsiteX5231" fmla="*/ 700780 w 1465857"/>
                <a:gd name="connsiteY5231" fmla="*/ 538530 h 1282606"/>
                <a:gd name="connsiteX5232" fmla="*/ 695889 w 1465857"/>
                <a:gd name="connsiteY5232" fmla="*/ 541119 h 1282606"/>
                <a:gd name="connsiteX5233" fmla="*/ 695889 w 1465857"/>
                <a:gd name="connsiteY5233" fmla="*/ 543565 h 1282606"/>
                <a:gd name="connsiteX5234" fmla="*/ 693300 w 1465857"/>
                <a:gd name="connsiteY5234" fmla="*/ 546010 h 1282606"/>
                <a:gd name="connsiteX5235" fmla="*/ 695889 w 1465857"/>
                <a:gd name="connsiteY5235" fmla="*/ 546010 h 1282606"/>
                <a:gd name="connsiteX5236" fmla="*/ 695889 w 1465857"/>
                <a:gd name="connsiteY5236" fmla="*/ 548743 h 1282606"/>
                <a:gd name="connsiteX5237" fmla="*/ 693300 w 1465857"/>
                <a:gd name="connsiteY5237" fmla="*/ 551188 h 1282606"/>
                <a:gd name="connsiteX5238" fmla="*/ 695889 w 1465857"/>
                <a:gd name="connsiteY5238" fmla="*/ 553777 h 1282606"/>
                <a:gd name="connsiteX5239" fmla="*/ 695889 w 1465857"/>
                <a:gd name="connsiteY5239" fmla="*/ 556222 h 1282606"/>
                <a:gd name="connsiteX5240" fmla="*/ 695889 w 1465857"/>
                <a:gd name="connsiteY5240" fmla="*/ 561401 h 1282606"/>
                <a:gd name="connsiteX5241" fmla="*/ 695889 w 1465857"/>
                <a:gd name="connsiteY5241" fmla="*/ 563846 h 1282606"/>
                <a:gd name="connsiteX5242" fmla="*/ 683232 w 1465857"/>
                <a:gd name="connsiteY5242" fmla="*/ 556222 h 1282606"/>
                <a:gd name="connsiteX5243" fmla="*/ 678053 w 1465857"/>
                <a:gd name="connsiteY5243" fmla="*/ 551188 h 1282606"/>
                <a:gd name="connsiteX5244" fmla="*/ 675464 w 1465857"/>
                <a:gd name="connsiteY5244" fmla="*/ 551188 h 1282606"/>
                <a:gd name="connsiteX5245" fmla="*/ 675464 w 1465857"/>
                <a:gd name="connsiteY5245" fmla="*/ 548743 h 1282606"/>
                <a:gd name="connsiteX5246" fmla="*/ 673019 w 1465857"/>
                <a:gd name="connsiteY5246" fmla="*/ 551188 h 1282606"/>
                <a:gd name="connsiteX5247" fmla="*/ 673019 w 1465857"/>
                <a:gd name="connsiteY5247" fmla="*/ 553777 h 1282606"/>
                <a:gd name="connsiteX5248" fmla="*/ 673019 w 1465857"/>
                <a:gd name="connsiteY5248" fmla="*/ 556222 h 1282606"/>
                <a:gd name="connsiteX5249" fmla="*/ 673019 w 1465857"/>
                <a:gd name="connsiteY5249" fmla="*/ 558955 h 1282606"/>
                <a:gd name="connsiteX5250" fmla="*/ 678053 w 1465857"/>
                <a:gd name="connsiteY5250" fmla="*/ 561401 h 1282606"/>
                <a:gd name="connsiteX5251" fmla="*/ 675464 w 1465857"/>
                <a:gd name="connsiteY5251" fmla="*/ 566435 h 1282606"/>
                <a:gd name="connsiteX5252" fmla="*/ 670286 w 1465857"/>
                <a:gd name="connsiteY5252" fmla="*/ 571613 h 1282606"/>
                <a:gd name="connsiteX5253" fmla="*/ 665396 w 1465857"/>
                <a:gd name="connsiteY5253" fmla="*/ 576504 h 1282606"/>
                <a:gd name="connsiteX5254" fmla="*/ 662807 w 1465857"/>
                <a:gd name="connsiteY5254" fmla="*/ 578949 h 1282606"/>
                <a:gd name="connsiteX5255" fmla="*/ 660074 w 1465857"/>
                <a:gd name="connsiteY5255" fmla="*/ 578949 h 1282606"/>
                <a:gd name="connsiteX5256" fmla="*/ 657628 w 1465857"/>
                <a:gd name="connsiteY5256" fmla="*/ 584271 h 1282606"/>
                <a:gd name="connsiteX5257" fmla="*/ 657628 w 1465857"/>
                <a:gd name="connsiteY5257" fmla="*/ 586716 h 1282606"/>
                <a:gd name="connsiteX5258" fmla="*/ 652738 w 1465857"/>
                <a:gd name="connsiteY5258" fmla="*/ 591894 h 1282606"/>
                <a:gd name="connsiteX5259" fmla="*/ 652738 w 1465857"/>
                <a:gd name="connsiteY5259" fmla="*/ 594339 h 1282606"/>
                <a:gd name="connsiteX5260" fmla="*/ 650005 w 1465857"/>
                <a:gd name="connsiteY5260" fmla="*/ 596929 h 1282606"/>
                <a:gd name="connsiteX5261" fmla="*/ 647416 w 1465857"/>
                <a:gd name="connsiteY5261" fmla="*/ 596929 h 1282606"/>
                <a:gd name="connsiteX5262" fmla="*/ 647416 w 1465857"/>
                <a:gd name="connsiteY5262" fmla="*/ 599374 h 1282606"/>
                <a:gd name="connsiteX5263" fmla="*/ 644971 w 1465857"/>
                <a:gd name="connsiteY5263" fmla="*/ 602107 h 1282606"/>
                <a:gd name="connsiteX5264" fmla="*/ 642525 w 1465857"/>
                <a:gd name="connsiteY5264" fmla="*/ 602107 h 1282606"/>
                <a:gd name="connsiteX5265" fmla="*/ 640080 w 1465857"/>
                <a:gd name="connsiteY5265" fmla="*/ 602107 h 1282606"/>
                <a:gd name="connsiteX5266" fmla="*/ 637347 w 1465857"/>
                <a:gd name="connsiteY5266" fmla="*/ 604552 h 1282606"/>
                <a:gd name="connsiteX5267" fmla="*/ 632313 w 1465857"/>
                <a:gd name="connsiteY5267" fmla="*/ 602107 h 1282606"/>
                <a:gd name="connsiteX5268" fmla="*/ 632313 w 1465857"/>
                <a:gd name="connsiteY5268" fmla="*/ 599374 h 1282606"/>
                <a:gd name="connsiteX5269" fmla="*/ 629868 w 1465857"/>
                <a:gd name="connsiteY5269" fmla="*/ 594339 h 1282606"/>
                <a:gd name="connsiteX5270" fmla="*/ 634902 w 1465857"/>
                <a:gd name="connsiteY5270" fmla="*/ 586716 h 1282606"/>
                <a:gd name="connsiteX5271" fmla="*/ 634902 w 1465857"/>
                <a:gd name="connsiteY5271" fmla="*/ 584271 h 1282606"/>
                <a:gd name="connsiteX5272" fmla="*/ 634902 w 1465857"/>
                <a:gd name="connsiteY5272" fmla="*/ 578949 h 1282606"/>
                <a:gd name="connsiteX5273" fmla="*/ 634902 w 1465857"/>
                <a:gd name="connsiteY5273" fmla="*/ 576504 h 1282606"/>
                <a:gd name="connsiteX5274" fmla="*/ 632313 w 1465857"/>
                <a:gd name="connsiteY5274" fmla="*/ 576504 h 1282606"/>
                <a:gd name="connsiteX5275" fmla="*/ 629868 w 1465857"/>
                <a:gd name="connsiteY5275" fmla="*/ 576504 h 1282606"/>
                <a:gd name="connsiteX5276" fmla="*/ 627135 w 1465857"/>
                <a:gd name="connsiteY5276" fmla="*/ 569024 h 1282606"/>
                <a:gd name="connsiteX5277" fmla="*/ 624689 w 1465857"/>
                <a:gd name="connsiteY5277" fmla="*/ 563846 h 1282606"/>
                <a:gd name="connsiteX5278" fmla="*/ 624689 w 1465857"/>
                <a:gd name="connsiteY5278" fmla="*/ 561401 h 1282606"/>
                <a:gd name="connsiteX5279" fmla="*/ 627135 w 1465857"/>
                <a:gd name="connsiteY5279" fmla="*/ 561401 h 1282606"/>
                <a:gd name="connsiteX5280" fmla="*/ 627135 w 1465857"/>
                <a:gd name="connsiteY5280" fmla="*/ 558955 h 1282606"/>
                <a:gd name="connsiteX5281" fmla="*/ 632313 w 1465857"/>
                <a:gd name="connsiteY5281" fmla="*/ 556222 h 1282606"/>
                <a:gd name="connsiteX5282" fmla="*/ 634902 w 1465857"/>
                <a:gd name="connsiteY5282" fmla="*/ 556222 h 1282606"/>
                <a:gd name="connsiteX5283" fmla="*/ 637347 w 1465857"/>
                <a:gd name="connsiteY5283" fmla="*/ 553777 h 1282606"/>
                <a:gd name="connsiteX5284" fmla="*/ 640080 w 1465857"/>
                <a:gd name="connsiteY5284" fmla="*/ 553777 h 1282606"/>
                <a:gd name="connsiteX5285" fmla="*/ 642525 w 1465857"/>
                <a:gd name="connsiteY5285" fmla="*/ 553777 h 1282606"/>
                <a:gd name="connsiteX5286" fmla="*/ 647416 w 1465857"/>
                <a:gd name="connsiteY5286" fmla="*/ 553777 h 1282606"/>
                <a:gd name="connsiteX5287" fmla="*/ 650005 w 1465857"/>
                <a:gd name="connsiteY5287" fmla="*/ 556222 h 1282606"/>
                <a:gd name="connsiteX5288" fmla="*/ 652738 w 1465857"/>
                <a:gd name="connsiteY5288" fmla="*/ 556222 h 1282606"/>
                <a:gd name="connsiteX5289" fmla="*/ 655183 w 1465857"/>
                <a:gd name="connsiteY5289" fmla="*/ 553777 h 1282606"/>
                <a:gd name="connsiteX5290" fmla="*/ 657628 w 1465857"/>
                <a:gd name="connsiteY5290" fmla="*/ 551188 h 1282606"/>
                <a:gd name="connsiteX5291" fmla="*/ 657628 w 1465857"/>
                <a:gd name="connsiteY5291" fmla="*/ 548743 h 1282606"/>
                <a:gd name="connsiteX5292" fmla="*/ 660074 w 1465857"/>
                <a:gd name="connsiteY5292" fmla="*/ 548743 h 1282606"/>
                <a:gd name="connsiteX5293" fmla="*/ 657628 w 1465857"/>
                <a:gd name="connsiteY5293" fmla="*/ 546010 h 1282606"/>
                <a:gd name="connsiteX5294" fmla="*/ 660074 w 1465857"/>
                <a:gd name="connsiteY5294" fmla="*/ 543565 h 1282606"/>
                <a:gd name="connsiteX5295" fmla="*/ 662807 w 1465857"/>
                <a:gd name="connsiteY5295" fmla="*/ 543565 h 1282606"/>
                <a:gd name="connsiteX5296" fmla="*/ 665396 w 1465857"/>
                <a:gd name="connsiteY5296" fmla="*/ 543565 h 1282606"/>
                <a:gd name="connsiteX5297" fmla="*/ 667841 w 1465857"/>
                <a:gd name="connsiteY5297" fmla="*/ 543565 h 1282606"/>
                <a:gd name="connsiteX5298" fmla="*/ 667841 w 1465857"/>
                <a:gd name="connsiteY5298" fmla="*/ 541119 h 1282606"/>
                <a:gd name="connsiteX5299" fmla="*/ 667841 w 1465857"/>
                <a:gd name="connsiteY5299" fmla="*/ 538530 h 1282606"/>
                <a:gd name="connsiteX5300" fmla="*/ 665396 w 1465857"/>
                <a:gd name="connsiteY5300" fmla="*/ 535797 h 1282606"/>
                <a:gd name="connsiteX5301" fmla="*/ 667841 w 1465857"/>
                <a:gd name="connsiteY5301" fmla="*/ 533352 h 1282606"/>
                <a:gd name="connsiteX5302" fmla="*/ 665396 w 1465857"/>
                <a:gd name="connsiteY5302" fmla="*/ 530907 h 1282606"/>
                <a:gd name="connsiteX5303" fmla="*/ 665396 w 1465857"/>
                <a:gd name="connsiteY5303" fmla="*/ 528462 h 1282606"/>
                <a:gd name="connsiteX5304" fmla="*/ 662807 w 1465857"/>
                <a:gd name="connsiteY5304" fmla="*/ 523283 h 1282606"/>
                <a:gd name="connsiteX5305" fmla="*/ 660074 w 1465857"/>
                <a:gd name="connsiteY5305" fmla="*/ 520694 h 1282606"/>
                <a:gd name="connsiteX5306" fmla="*/ 657628 w 1465857"/>
                <a:gd name="connsiteY5306" fmla="*/ 520694 h 1282606"/>
                <a:gd name="connsiteX5307" fmla="*/ 655183 w 1465857"/>
                <a:gd name="connsiteY5307" fmla="*/ 518249 h 1282606"/>
                <a:gd name="connsiteX5308" fmla="*/ 650005 w 1465857"/>
                <a:gd name="connsiteY5308" fmla="*/ 515516 h 1282606"/>
                <a:gd name="connsiteX5309" fmla="*/ 647416 w 1465857"/>
                <a:gd name="connsiteY5309" fmla="*/ 515516 h 1282606"/>
                <a:gd name="connsiteX5310" fmla="*/ 644971 w 1465857"/>
                <a:gd name="connsiteY5310" fmla="*/ 510626 h 1282606"/>
                <a:gd name="connsiteX5311" fmla="*/ 642525 w 1465857"/>
                <a:gd name="connsiteY5311" fmla="*/ 510626 h 1282606"/>
                <a:gd name="connsiteX5312" fmla="*/ 632313 w 1465857"/>
                <a:gd name="connsiteY5312" fmla="*/ 508037 h 1282606"/>
                <a:gd name="connsiteX5313" fmla="*/ 624689 w 1465857"/>
                <a:gd name="connsiteY5313" fmla="*/ 510626 h 1282606"/>
                <a:gd name="connsiteX5314" fmla="*/ 622244 w 1465857"/>
                <a:gd name="connsiteY5314" fmla="*/ 505304 h 1282606"/>
                <a:gd name="connsiteX5315" fmla="*/ 619655 w 1465857"/>
                <a:gd name="connsiteY5315" fmla="*/ 505304 h 1282606"/>
                <a:gd name="connsiteX5316" fmla="*/ 612032 w 1465857"/>
                <a:gd name="connsiteY5316" fmla="*/ 500413 h 1282606"/>
                <a:gd name="connsiteX5317" fmla="*/ 612032 w 1465857"/>
                <a:gd name="connsiteY5317" fmla="*/ 497968 h 1282606"/>
                <a:gd name="connsiteX5318" fmla="*/ 609586 w 1465857"/>
                <a:gd name="connsiteY5318" fmla="*/ 497968 h 1282606"/>
                <a:gd name="connsiteX5319" fmla="*/ 609586 w 1465857"/>
                <a:gd name="connsiteY5319" fmla="*/ 490201 h 1282606"/>
                <a:gd name="connsiteX5320" fmla="*/ 612032 w 1465857"/>
                <a:gd name="connsiteY5320" fmla="*/ 490201 h 1282606"/>
                <a:gd name="connsiteX5321" fmla="*/ 612032 w 1465857"/>
                <a:gd name="connsiteY5321" fmla="*/ 487755 h 1282606"/>
                <a:gd name="connsiteX5322" fmla="*/ 612032 w 1465857"/>
                <a:gd name="connsiteY5322" fmla="*/ 485310 h 1282606"/>
                <a:gd name="connsiteX5323" fmla="*/ 609586 w 1465857"/>
                <a:gd name="connsiteY5323" fmla="*/ 485310 h 1282606"/>
                <a:gd name="connsiteX5324" fmla="*/ 606853 w 1465857"/>
                <a:gd name="connsiteY5324" fmla="*/ 487755 h 1282606"/>
                <a:gd name="connsiteX5325" fmla="*/ 606853 w 1465857"/>
                <a:gd name="connsiteY5325" fmla="*/ 490201 h 1282606"/>
                <a:gd name="connsiteX5326" fmla="*/ 606853 w 1465857"/>
                <a:gd name="connsiteY5326" fmla="*/ 492646 h 1282606"/>
                <a:gd name="connsiteX5327" fmla="*/ 606853 w 1465857"/>
                <a:gd name="connsiteY5327" fmla="*/ 495235 h 1282606"/>
                <a:gd name="connsiteX5328" fmla="*/ 604264 w 1465857"/>
                <a:gd name="connsiteY5328" fmla="*/ 495235 h 1282606"/>
                <a:gd name="connsiteX5329" fmla="*/ 599374 w 1465857"/>
                <a:gd name="connsiteY5329" fmla="*/ 492646 h 1282606"/>
                <a:gd name="connsiteX5330" fmla="*/ 599374 w 1465857"/>
                <a:gd name="connsiteY5330" fmla="*/ 490201 h 1282606"/>
                <a:gd name="connsiteX5331" fmla="*/ 599374 w 1465857"/>
                <a:gd name="connsiteY5331" fmla="*/ 487755 h 1282606"/>
                <a:gd name="connsiteX5332" fmla="*/ 596641 w 1465857"/>
                <a:gd name="connsiteY5332" fmla="*/ 490201 h 1282606"/>
                <a:gd name="connsiteX5333" fmla="*/ 596641 w 1465857"/>
                <a:gd name="connsiteY5333" fmla="*/ 492646 h 1282606"/>
                <a:gd name="connsiteX5334" fmla="*/ 594196 w 1465857"/>
                <a:gd name="connsiteY5334" fmla="*/ 492646 h 1282606"/>
                <a:gd name="connsiteX5335" fmla="*/ 591750 w 1465857"/>
                <a:gd name="connsiteY5335" fmla="*/ 492646 h 1282606"/>
                <a:gd name="connsiteX5336" fmla="*/ 591750 w 1465857"/>
                <a:gd name="connsiteY5336" fmla="*/ 490201 h 1282606"/>
                <a:gd name="connsiteX5337" fmla="*/ 589161 w 1465857"/>
                <a:gd name="connsiteY5337" fmla="*/ 490201 h 1282606"/>
                <a:gd name="connsiteX5338" fmla="*/ 589161 w 1465857"/>
                <a:gd name="connsiteY5338" fmla="*/ 492646 h 1282606"/>
                <a:gd name="connsiteX5339" fmla="*/ 583983 w 1465857"/>
                <a:gd name="connsiteY5339" fmla="*/ 490201 h 1282606"/>
                <a:gd name="connsiteX5340" fmla="*/ 583983 w 1465857"/>
                <a:gd name="connsiteY5340" fmla="*/ 487755 h 1282606"/>
                <a:gd name="connsiteX5341" fmla="*/ 583983 w 1465857"/>
                <a:gd name="connsiteY5341" fmla="*/ 485310 h 1282606"/>
                <a:gd name="connsiteX5342" fmla="*/ 586428 w 1465857"/>
                <a:gd name="connsiteY5342" fmla="*/ 485310 h 1282606"/>
                <a:gd name="connsiteX5343" fmla="*/ 589161 w 1465857"/>
                <a:gd name="connsiteY5343" fmla="*/ 485310 h 1282606"/>
                <a:gd name="connsiteX5344" fmla="*/ 589161 w 1465857"/>
                <a:gd name="connsiteY5344" fmla="*/ 482577 h 1282606"/>
                <a:gd name="connsiteX5345" fmla="*/ 591750 w 1465857"/>
                <a:gd name="connsiteY5345" fmla="*/ 482577 h 1282606"/>
                <a:gd name="connsiteX5346" fmla="*/ 591751 w 1465857"/>
                <a:gd name="connsiteY5346" fmla="*/ 482576 h 1282606"/>
                <a:gd name="connsiteX5347" fmla="*/ 591751 w 1465857"/>
                <a:gd name="connsiteY5347" fmla="*/ 480132 h 1282606"/>
                <a:gd name="connsiteX5348" fmla="*/ 591751 w 1465857"/>
                <a:gd name="connsiteY5348" fmla="*/ 477543 h 1282606"/>
                <a:gd name="connsiteX5349" fmla="*/ 594196 w 1465857"/>
                <a:gd name="connsiteY5349" fmla="*/ 477543 h 1282606"/>
                <a:gd name="connsiteX5350" fmla="*/ 591752 w 1465857"/>
                <a:gd name="connsiteY5350" fmla="*/ 482575 h 1282606"/>
                <a:gd name="connsiteX5351" fmla="*/ 594196 w 1465857"/>
                <a:gd name="connsiteY5351" fmla="*/ 480132 h 1282606"/>
                <a:gd name="connsiteX5352" fmla="*/ 596641 w 1465857"/>
                <a:gd name="connsiteY5352" fmla="*/ 480132 h 1282606"/>
                <a:gd name="connsiteX5353" fmla="*/ 599374 w 1465857"/>
                <a:gd name="connsiteY5353" fmla="*/ 477543 h 1282606"/>
                <a:gd name="connsiteX5354" fmla="*/ 596641 w 1465857"/>
                <a:gd name="connsiteY5354" fmla="*/ 475098 h 1282606"/>
                <a:gd name="connsiteX5355" fmla="*/ 599374 w 1465857"/>
                <a:gd name="connsiteY5355" fmla="*/ 475098 h 1282606"/>
                <a:gd name="connsiteX5356" fmla="*/ 596641 w 1465857"/>
                <a:gd name="connsiteY5356" fmla="*/ 472365 h 1282606"/>
                <a:gd name="connsiteX5357" fmla="*/ 594196 w 1465857"/>
                <a:gd name="connsiteY5357" fmla="*/ 472365 h 1282606"/>
                <a:gd name="connsiteX5358" fmla="*/ 594196 w 1465857"/>
                <a:gd name="connsiteY5358" fmla="*/ 475098 h 1282606"/>
                <a:gd name="connsiteX5359" fmla="*/ 591750 w 1465857"/>
                <a:gd name="connsiteY5359" fmla="*/ 469920 h 1282606"/>
                <a:gd name="connsiteX5360" fmla="*/ 594196 w 1465857"/>
                <a:gd name="connsiteY5360" fmla="*/ 467474 h 1282606"/>
                <a:gd name="connsiteX5361" fmla="*/ 596641 w 1465857"/>
                <a:gd name="connsiteY5361" fmla="*/ 465029 h 1282606"/>
                <a:gd name="connsiteX5362" fmla="*/ 599374 w 1465857"/>
                <a:gd name="connsiteY5362" fmla="*/ 462152 h 1282606"/>
                <a:gd name="connsiteX5363" fmla="*/ 599374 w 1465857"/>
                <a:gd name="connsiteY5363" fmla="*/ 459707 h 1282606"/>
                <a:gd name="connsiteX5364" fmla="*/ 596641 w 1465857"/>
                <a:gd name="connsiteY5364" fmla="*/ 462152 h 1282606"/>
                <a:gd name="connsiteX5365" fmla="*/ 594196 w 1465857"/>
                <a:gd name="connsiteY5365" fmla="*/ 459707 h 1282606"/>
                <a:gd name="connsiteX5366" fmla="*/ 594196 w 1465857"/>
                <a:gd name="connsiteY5366" fmla="*/ 462152 h 1282606"/>
                <a:gd name="connsiteX5367" fmla="*/ 594196 w 1465857"/>
                <a:gd name="connsiteY5367" fmla="*/ 465029 h 1282606"/>
                <a:gd name="connsiteX5368" fmla="*/ 589161 w 1465857"/>
                <a:gd name="connsiteY5368" fmla="*/ 467474 h 1282606"/>
                <a:gd name="connsiteX5369" fmla="*/ 586428 w 1465857"/>
                <a:gd name="connsiteY5369" fmla="*/ 467474 h 1282606"/>
                <a:gd name="connsiteX5370" fmla="*/ 583983 w 1465857"/>
                <a:gd name="connsiteY5370" fmla="*/ 467474 h 1282606"/>
                <a:gd name="connsiteX5371" fmla="*/ 586428 w 1465857"/>
                <a:gd name="connsiteY5371" fmla="*/ 462152 h 1282606"/>
                <a:gd name="connsiteX5372" fmla="*/ 583983 w 1465857"/>
                <a:gd name="connsiteY5372" fmla="*/ 462152 h 1282606"/>
                <a:gd name="connsiteX5373" fmla="*/ 581538 w 1465857"/>
                <a:gd name="connsiteY5373" fmla="*/ 465029 h 1282606"/>
                <a:gd name="connsiteX5374" fmla="*/ 581538 w 1465857"/>
                <a:gd name="connsiteY5374" fmla="*/ 467474 h 1282606"/>
                <a:gd name="connsiteX5375" fmla="*/ 576360 w 1465857"/>
                <a:gd name="connsiteY5375" fmla="*/ 467474 h 1282606"/>
                <a:gd name="connsiteX5376" fmla="*/ 573771 w 1465857"/>
                <a:gd name="connsiteY5376" fmla="*/ 467474 h 1282606"/>
                <a:gd name="connsiteX5377" fmla="*/ 573771 w 1465857"/>
                <a:gd name="connsiteY5377" fmla="*/ 465029 h 1282606"/>
                <a:gd name="connsiteX5378" fmla="*/ 573771 w 1465857"/>
                <a:gd name="connsiteY5378" fmla="*/ 462152 h 1282606"/>
                <a:gd name="connsiteX5379" fmla="*/ 576360 w 1465857"/>
                <a:gd name="connsiteY5379" fmla="*/ 459707 h 1282606"/>
                <a:gd name="connsiteX5380" fmla="*/ 579093 w 1465857"/>
                <a:gd name="connsiteY5380" fmla="*/ 457262 h 1282606"/>
                <a:gd name="connsiteX5381" fmla="*/ 581538 w 1465857"/>
                <a:gd name="connsiteY5381" fmla="*/ 454816 h 1282606"/>
                <a:gd name="connsiteX5382" fmla="*/ 583983 w 1465857"/>
                <a:gd name="connsiteY5382" fmla="*/ 452083 h 1282606"/>
                <a:gd name="connsiteX5383" fmla="*/ 581538 w 1465857"/>
                <a:gd name="connsiteY5383" fmla="*/ 452083 h 1282606"/>
                <a:gd name="connsiteX5384" fmla="*/ 579093 w 1465857"/>
                <a:gd name="connsiteY5384" fmla="*/ 452083 h 1282606"/>
                <a:gd name="connsiteX5385" fmla="*/ 579093 w 1465857"/>
                <a:gd name="connsiteY5385" fmla="*/ 454816 h 1282606"/>
                <a:gd name="connsiteX5386" fmla="*/ 576360 w 1465857"/>
                <a:gd name="connsiteY5386" fmla="*/ 457262 h 1282606"/>
                <a:gd name="connsiteX5387" fmla="*/ 573771 w 1465857"/>
                <a:gd name="connsiteY5387" fmla="*/ 459707 h 1282606"/>
                <a:gd name="connsiteX5388" fmla="*/ 568880 w 1465857"/>
                <a:gd name="connsiteY5388" fmla="*/ 462152 h 1282606"/>
                <a:gd name="connsiteX5389" fmla="*/ 568880 w 1465857"/>
                <a:gd name="connsiteY5389" fmla="*/ 465029 h 1282606"/>
                <a:gd name="connsiteX5390" fmla="*/ 566435 w 1465857"/>
                <a:gd name="connsiteY5390" fmla="*/ 465029 h 1282606"/>
                <a:gd name="connsiteX5391" fmla="*/ 566435 w 1465857"/>
                <a:gd name="connsiteY5391" fmla="*/ 467474 h 1282606"/>
                <a:gd name="connsiteX5392" fmla="*/ 563702 w 1465857"/>
                <a:gd name="connsiteY5392" fmla="*/ 469920 h 1282606"/>
                <a:gd name="connsiteX5393" fmla="*/ 566435 w 1465857"/>
                <a:gd name="connsiteY5393" fmla="*/ 469920 h 1282606"/>
                <a:gd name="connsiteX5394" fmla="*/ 568880 w 1465857"/>
                <a:gd name="connsiteY5394" fmla="*/ 472365 h 1282606"/>
                <a:gd name="connsiteX5395" fmla="*/ 568880 w 1465857"/>
                <a:gd name="connsiteY5395" fmla="*/ 475098 h 1282606"/>
                <a:gd name="connsiteX5396" fmla="*/ 566435 w 1465857"/>
                <a:gd name="connsiteY5396" fmla="*/ 472365 h 1282606"/>
                <a:gd name="connsiteX5397" fmla="*/ 566435 w 1465857"/>
                <a:gd name="connsiteY5397" fmla="*/ 477543 h 1282606"/>
                <a:gd name="connsiteX5398" fmla="*/ 563702 w 1465857"/>
                <a:gd name="connsiteY5398" fmla="*/ 482577 h 1282606"/>
                <a:gd name="connsiteX5399" fmla="*/ 558668 w 1465857"/>
                <a:gd name="connsiteY5399" fmla="*/ 477543 h 1282606"/>
                <a:gd name="connsiteX5400" fmla="*/ 556222 w 1465857"/>
                <a:gd name="connsiteY5400" fmla="*/ 472365 h 1282606"/>
                <a:gd name="connsiteX5401" fmla="*/ 558668 w 1465857"/>
                <a:gd name="connsiteY5401" fmla="*/ 469920 h 1282606"/>
                <a:gd name="connsiteX5402" fmla="*/ 558668 w 1465857"/>
                <a:gd name="connsiteY5402" fmla="*/ 467474 h 1282606"/>
                <a:gd name="connsiteX5403" fmla="*/ 558668 w 1465857"/>
                <a:gd name="connsiteY5403" fmla="*/ 465029 h 1282606"/>
                <a:gd name="connsiteX5404" fmla="*/ 556222 w 1465857"/>
                <a:gd name="connsiteY5404" fmla="*/ 457262 h 1282606"/>
                <a:gd name="connsiteX5405" fmla="*/ 553489 w 1465857"/>
                <a:gd name="connsiteY5405" fmla="*/ 454816 h 1282606"/>
                <a:gd name="connsiteX5406" fmla="*/ 553489 w 1465857"/>
                <a:gd name="connsiteY5406" fmla="*/ 452083 h 1282606"/>
                <a:gd name="connsiteX5407" fmla="*/ 551044 w 1465857"/>
                <a:gd name="connsiteY5407" fmla="*/ 449638 h 1282606"/>
                <a:gd name="connsiteX5408" fmla="*/ 551044 w 1465857"/>
                <a:gd name="connsiteY5408" fmla="*/ 447049 h 1282606"/>
                <a:gd name="connsiteX5409" fmla="*/ 553489 w 1465857"/>
                <a:gd name="connsiteY5409" fmla="*/ 444604 h 1282606"/>
                <a:gd name="connsiteX5410" fmla="*/ 553489 w 1465857"/>
                <a:gd name="connsiteY5410" fmla="*/ 441871 h 1282606"/>
                <a:gd name="connsiteX5411" fmla="*/ 551044 w 1465857"/>
                <a:gd name="connsiteY5411" fmla="*/ 436980 h 1282606"/>
                <a:gd name="connsiteX5412" fmla="*/ 548599 w 1465857"/>
                <a:gd name="connsiteY5412" fmla="*/ 431658 h 1282606"/>
                <a:gd name="connsiteX5413" fmla="*/ 551044 w 1465857"/>
                <a:gd name="connsiteY5413" fmla="*/ 431658 h 1282606"/>
                <a:gd name="connsiteX5414" fmla="*/ 551044 w 1465857"/>
                <a:gd name="connsiteY5414" fmla="*/ 429213 h 1282606"/>
                <a:gd name="connsiteX5415" fmla="*/ 548599 w 1465857"/>
                <a:gd name="connsiteY5415" fmla="*/ 426768 h 1282606"/>
                <a:gd name="connsiteX5416" fmla="*/ 548599 w 1465857"/>
                <a:gd name="connsiteY5416" fmla="*/ 424323 h 1282606"/>
                <a:gd name="connsiteX5417" fmla="*/ 546010 w 1465857"/>
                <a:gd name="connsiteY5417" fmla="*/ 424323 h 1282606"/>
                <a:gd name="connsiteX5418" fmla="*/ 543277 w 1465857"/>
                <a:gd name="connsiteY5418" fmla="*/ 424323 h 1282606"/>
                <a:gd name="connsiteX5419" fmla="*/ 543277 w 1465857"/>
                <a:gd name="connsiteY5419" fmla="*/ 421590 h 1282606"/>
                <a:gd name="connsiteX5420" fmla="*/ 540832 w 1465857"/>
                <a:gd name="connsiteY5420" fmla="*/ 419001 h 1282606"/>
                <a:gd name="connsiteX5421" fmla="*/ 540832 w 1465857"/>
                <a:gd name="connsiteY5421" fmla="*/ 421590 h 1282606"/>
                <a:gd name="connsiteX5422" fmla="*/ 538387 w 1465857"/>
                <a:gd name="connsiteY5422" fmla="*/ 419001 h 1282606"/>
                <a:gd name="connsiteX5423" fmla="*/ 533208 w 1465857"/>
                <a:gd name="connsiteY5423" fmla="*/ 421590 h 1282606"/>
                <a:gd name="connsiteX5424" fmla="*/ 530619 w 1465857"/>
                <a:gd name="connsiteY5424" fmla="*/ 426768 h 1282606"/>
                <a:gd name="connsiteX5425" fmla="*/ 525729 w 1465857"/>
                <a:gd name="connsiteY5425" fmla="*/ 421590 h 1282606"/>
                <a:gd name="connsiteX5426" fmla="*/ 522996 w 1465857"/>
                <a:gd name="connsiteY5426" fmla="*/ 421590 h 1282606"/>
                <a:gd name="connsiteX5427" fmla="*/ 528174 w 1465857"/>
                <a:gd name="connsiteY5427" fmla="*/ 424323 h 1282606"/>
                <a:gd name="connsiteX5428" fmla="*/ 528174 w 1465857"/>
                <a:gd name="connsiteY5428" fmla="*/ 426768 h 1282606"/>
                <a:gd name="connsiteX5429" fmla="*/ 528174 w 1465857"/>
                <a:gd name="connsiteY5429" fmla="*/ 429213 h 1282606"/>
                <a:gd name="connsiteX5430" fmla="*/ 525729 w 1465857"/>
                <a:gd name="connsiteY5430" fmla="*/ 429213 h 1282606"/>
                <a:gd name="connsiteX5431" fmla="*/ 522996 w 1465857"/>
                <a:gd name="connsiteY5431" fmla="*/ 429213 h 1282606"/>
                <a:gd name="connsiteX5432" fmla="*/ 522996 w 1465857"/>
                <a:gd name="connsiteY5432" fmla="*/ 426768 h 1282606"/>
                <a:gd name="connsiteX5433" fmla="*/ 520551 w 1465857"/>
                <a:gd name="connsiteY5433" fmla="*/ 426768 h 1282606"/>
                <a:gd name="connsiteX5434" fmla="*/ 518105 w 1465857"/>
                <a:gd name="connsiteY5434" fmla="*/ 431658 h 1282606"/>
                <a:gd name="connsiteX5435" fmla="*/ 515516 w 1465857"/>
                <a:gd name="connsiteY5435" fmla="*/ 429213 h 1282606"/>
                <a:gd name="connsiteX5436" fmla="*/ 515516 w 1465857"/>
                <a:gd name="connsiteY5436" fmla="*/ 426768 h 1282606"/>
                <a:gd name="connsiteX5437" fmla="*/ 512783 w 1465857"/>
                <a:gd name="connsiteY5437" fmla="*/ 424323 h 1282606"/>
                <a:gd name="connsiteX5438" fmla="*/ 510338 w 1465857"/>
                <a:gd name="connsiteY5438" fmla="*/ 419001 h 1282606"/>
                <a:gd name="connsiteX5439" fmla="*/ 507893 w 1465857"/>
                <a:gd name="connsiteY5439" fmla="*/ 419001 h 1282606"/>
                <a:gd name="connsiteX5440" fmla="*/ 510338 w 1465857"/>
                <a:gd name="connsiteY5440" fmla="*/ 416555 h 1282606"/>
                <a:gd name="connsiteX5441" fmla="*/ 510338 w 1465857"/>
                <a:gd name="connsiteY5441" fmla="*/ 414110 h 1282606"/>
                <a:gd name="connsiteX5442" fmla="*/ 512783 w 1465857"/>
                <a:gd name="connsiteY5442" fmla="*/ 414110 h 1282606"/>
                <a:gd name="connsiteX5443" fmla="*/ 512783 w 1465857"/>
                <a:gd name="connsiteY5443" fmla="*/ 411377 h 1282606"/>
                <a:gd name="connsiteX5444" fmla="*/ 510338 w 1465857"/>
                <a:gd name="connsiteY5444" fmla="*/ 411377 h 1282606"/>
                <a:gd name="connsiteX5445" fmla="*/ 507893 w 1465857"/>
                <a:gd name="connsiteY5445" fmla="*/ 411377 h 1282606"/>
                <a:gd name="connsiteX5446" fmla="*/ 505447 w 1465857"/>
                <a:gd name="connsiteY5446" fmla="*/ 411377 h 1282606"/>
                <a:gd name="connsiteX5447" fmla="*/ 505447 w 1465857"/>
                <a:gd name="connsiteY5447" fmla="*/ 414110 h 1282606"/>
                <a:gd name="connsiteX5448" fmla="*/ 505447 w 1465857"/>
                <a:gd name="connsiteY5448" fmla="*/ 416555 h 1282606"/>
                <a:gd name="connsiteX5449" fmla="*/ 502715 w 1465857"/>
                <a:gd name="connsiteY5449" fmla="*/ 414110 h 1282606"/>
                <a:gd name="connsiteX5450" fmla="*/ 502715 w 1465857"/>
                <a:gd name="connsiteY5450" fmla="*/ 411377 h 1282606"/>
                <a:gd name="connsiteX5451" fmla="*/ 500126 w 1465857"/>
                <a:gd name="connsiteY5451" fmla="*/ 411377 h 1282606"/>
                <a:gd name="connsiteX5452" fmla="*/ 500126 w 1465857"/>
                <a:gd name="connsiteY5452" fmla="*/ 408932 h 1282606"/>
                <a:gd name="connsiteX5453" fmla="*/ 497680 w 1465857"/>
                <a:gd name="connsiteY5453" fmla="*/ 408932 h 1282606"/>
                <a:gd name="connsiteX5454" fmla="*/ 497680 w 1465857"/>
                <a:gd name="connsiteY5454" fmla="*/ 406487 h 1282606"/>
                <a:gd name="connsiteX5455" fmla="*/ 495235 w 1465857"/>
                <a:gd name="connsiteY5455" fmla="*/ 403898 h 1282606"/>
                <a:gd name="connsiteX5456" fmla="*/ 492790 w 1465857"/>
                <a:gd name="connsiteY5456" fmla="*/ 403898 h 1282606"/>
                <a:gd name="connsiteX5457" fmla="*/ 492790 w 1465857"/>
                <a:gd name="connsiteY5457" fmla="*/ 401452 h 1282606"/>
                <a:gd name="connsiteX5458" fmla="*/ 490057 w 1465857"/>
                <a:gd name="connsiteY5458" fmla="*/ 401452 h 1282606"/>
                <a:gd name="connsiteX5459" fmla="*/ 490057 w 1465857"/>
                <a:gd name="connsiteY5459" fmla="*/ 403898 h 1282606"/>
                <a:gd name="connsiteX5460" fmla="*/ 490057 w 1465857"/>
                <a:gd name="connsiteY5460" fmla="*/ 406487 h 1282606"/>
                <a:gd name="connsiteX5461" fmla="*/ 487468 w 1465857"/>
                <a:gd name="connsiteY5461" fmla="*/ 403898 h 1282606"/>
                <a:gd name="connsiteX5462" fmla="*/ 485022 w 1465857"/>
                <a:gd name="connsiteY5462" fmla="*/ 403898 h 1282606"/>
                <a:gd name="connsiteX5463" fmla="*/ 482577 w 1465857"/>
                <a:gd name="connsiteY5463" fmla="*/ 403898 h 1282606"/>
                <a:gd name="connsiteX5464" fmla="*/ 482577 w 1465857"/>
                <a:gd name="connsiteY5464" fmla="*/ 401452 h 1282606"/>
                <a:gd name="connsiteX5465" fmla="*/ 479844 w 1465857"/>
                <a:gd name="connsiteY5465" fmla="*/ 401452 h 1282606"/>
                <a:gd name="connsiteX5466" fmla="*/ 482577 w 1465857"/>
                <a:gd name="connsiteY5466" fmla="*/ 396274 h 1282606"/>
                <a:gd name="connsiteX5467" fmla="*/ 479844 w 1465857"/>
                <a:gd name="connsiteY5467" fmla="*/ 396274 h 1282606"/>
                <a:gd name="connsiteX5468" fmla="*/ 479844 w 1465857"/>
                <a:gd name="connsiteY5468" fmla="*/ 393829 h 1282606"/>
                <a:gd name="connsiteX5469" fmla="*/ 482577 w 1465857"/>
                <a:gd name="connsiteY5469" fmla="*/ 393829 h 1282606"/>
                <a:gd name="connsiteX5470" fmla="*/ 485022 w 1465857"/>
                <a:gd name="connsiteY5470" fmla="*/ 393829 h 1282606"/>
                <a:gd name="connsiteX5471" fmla="*/ 487468 w 1465857"/>
                <a:gd name="connsiteY5471" fmla="*/ 391240 h 1282606"/>
                <a:gd name="connsiteX5472" fmla="*/ 485022 w 1465857"/>
                <a:gd name="connsiteY5472" fmla="*/ 391240 h 1282606"/>
                <a:gd name="connsiteX5473" fmla="*/ 482577 w 1465857"/>
                <a:gd name="connsiteY5473" fmla="*/ 391240 h 1282606"/>
                <a:gd name="connsiteX5474" fmla="*/ 485022 w 1465857"/>
                <a:gd name="connsiteY5474" fmla="*/ 388651 h 1282606"/>
                <a:gd name="connsiteX5475" fmla="*/ 487468 w 1465857"/>
                <a:gd name="connsiteY5475" fmla="*/ 386062 h 1282606"/>
                <a:gd name="connsiteX5476" fmla="*/ 490057 w 1465857"/>
                <a:gd name="connsiteY5476" fmla="*/ 388651 h 1282606"/>
                <a:gd name="connsiteX5477" fmla="*/ 495235 w 1465857"/>
                <a:gd name="connsiteY5477" fmla="*/ 391240 h 1282606"/>
                <a:gd name="connsiteX5478" fmla="*/ 492790 w 1465857"/>
                <a:gd name="connsiteY5478" fmla="*/ 386062 h 1282606"/>
                <a:gd name="connsiteX5479" fmla="*/ 490057 w 1465857"/>
                <a:gd name="connsiteY5479" fmla="*/ 383617 h 1282606"/>
                <a:gd name="connsiteX5480" fmla="*/ 487468 w 1465857"/>
                <a:gd name="connsiteY5480" fmla="*/ 375993 h 1282606"/>
                <a:gd name="connsiteX5481" fmla="*/ 479844 w 1465857"/>
                <a:gd name="connsiteY5481" fmla="*/ 373404 h 1282606"/>
                <a:gd name="connsiteX5482" fmla="*/ 479844 w 1465857"/>
                <a:gd name="connsiteY5482" fmla="*/ 375993 h 1282606"/>
                <a:gd name="connsiteX5483" fmla="*/ 474954 w 1465857"/>
                <a:gd name="connsiteY5483" fmla="*/ 383617 h 1282606"/>
                <a:gd name="connsiteX5484" fmla="*/ 474954 w 1465857"/>
                <a:gd name="connsiteY5484" fmla="*/ 386062 h 1282606"/>
                <a:gd name="connsiteX5485" fmla="*/ 479844 w 1465857"/>
                <a:gd name="connsiteY5485" fmla="*/ 383617 h 1282606"/>
                <a:gd name="connsiteX5486" fmla="*/ 482577 w 1465857"/>
                <a:gd name="connsiteY5486" fmla="*/ 383617 h 1282606"/>
                <a:gd name="connsiteX5487" fmla="*/ 479844 w 1465857"/>
                <a:gd name="connsiteY5487" fmla="*/ 388651 h 1282606"/>
                <a:gd name="connsiteX5488" fmla="*/ 479844 w 1465857"/>
                <a:gd name="connsiteY5488" fmla="*/ 391240 h 1282606"/>
                <a:gd name="connsiteX5489" fmla="*/ 477399 w 1465857"/>
                <a:gd name="connsiteY5489" fmla="*/ 396274 h 1282606"/>
                <a:gd name="connsiteX5490" fmla="*/ 477399 w 1465857"/>
                <a:gd name="connsiteY5490" fmla="*/ 401452 h 1282606"/>
                <a:gd name="connsiteX5491" fmla="*/ 479844 w 1465857"/>
                <a:gd name="connsiteY5491" fmla="*/ 406487 h 1282606"/>
                <a:gd name="connsiteX5492" fmla="*/ 479844 w 1465857"/>
                <a:gd name="connsiteY5492" fmla="*/ 408932 h 1282606"/>
                <a:gd name="connsiteX5493" fmla="*/ 479844 w 1465857"/>
                <a:gd name="connsiteY5493" fmla="*/ 411377 h 1282606"/>
                <a:gd name="connsiteX5494" fmla="*/ 477399 w 1465857"/>
                <a:gd name="connsiteY5494" fmla="*/ 408932 h 1282606"/>
                <a:gd name="connsiteX5495" fmla="*/ 477399 w 1465857"/>
                <a:gd name="connsiteY5495" fmla="*/ 411377 h 1282606"/>
                <a:gd name="connsiteX5496" fmla="*/ 474954 w 1465857"/>
                <a:gd name="connsiteY5496" fmla="*/ 408932 h 1282606"/>
                <a:gd name="connsiteX5497" fmla="*/ 472365 w 1465857"/>
                <a:gd name="connsiteY5497" fmla="*/ 408932 h 1282606"/>
                <a:gd name="connsiteX5498" fmla="*/ 469632 w 1465857"/>
                <a:gd name="connsiteY5498" fmla="*/ 406487 h 1282606"/>
                <a:gd name="connsiteX5499" fmla="*/ 467186 w 1465857"/>
                <a:gd name="connsiteY5499" fmla="*/ 411377 h 1282606"/>
                <a:gd name="connsiteX5500" fmla="*/ 464741 w 1465857"/>
                <a:gd name="connsiteY5500" fmla="*/ 406487 h 1282606"/>
                <a:gd name="connsiteX5501" fmla="*/ 459563 w 1465857"/>
                <a:gd name="connsiteY5501" fmla="*/ 403898 h 1282606"/>
                <a:gd name="connsiteX5502" fmla="*/ 462296 w 1465857"/>
                <a:gd name="connsiteY5502" fmla="*/ 406487 h 1282606"/>
                <a:gd name="connsiteX5503" fmla="*/ 462296 w 1465857"/>
                <a:gd name="connsiteY5503" fmla="*/ 408932 h 1282606"/>
                <a:gd name="connsiteX5504" fmla="*/ 462296 w 1465857"/>
                <a:gd name="connsiteY5504" fmla="*/ 411377 h 1282606"/>
                <a:gd name="connsiteX5505" fmla="*/ 459563 w 1465857"/>
                <a:gd name="connsiteY5505" fmla="*/ 411377 h 1282606"/>
                <a:gd name="connsiteX5506" fmla="*/ 462296 w 1465857"/>
                <a:gd name="connsiteY5506" fmla="*/ 419001 h 1282606"/>
                <a:gd name="connsiteX5507" fmla="*/ 459563 w 1465857"/>
                <a:gd name="connsiteY5507" fmla="*/ 421590 h 1282606"/>
                <a:gd name="connsiteX5508" fmla="*/ 456974 w 1465857"/>
                <a:gd name="connsiteY5508" fmla="*/ 421590 h 1282606"/>
                <a:gd name="connsiteX5509" fmla="*/ 456974 w 1465857"/>
                <a:gd name="connsiteY5509" fmla="*/ 424323 h 1282606"/>
                <a:gd name="connsiteX5510" fmla="*/ 459563 w 1465857"/>
                <a:gd name="connsiteY5510" fmla="*/ 426768 h 1282606"/>
                <a:gd name="connsiteX5511" fmla="*/ 459563 w 1465857"/>
                <a:gd name="connsiteY5511" fmla="*/ 424323 h 1282606"/>
                <a:gd name="connsiteX5512" fmla="*/ 462296 w 1465857"/>
                <a:gd name="connsiteY5512" fmla="*/ 421590 h 1282606"/>
                <a:gd name="connsiteX5513" fmla="*/ 464741 w 1465857"/>
                <a:gd name="connsiteY5513" fmla="*/ 416555 h 1282606"/>
                <a:gd name="connsiteX5514" fmla="*/ 469632 w 1465857"/>
                <a:gd name="connsiteY5514" fmla="*/ 419001 h 1282606"/>
                <a:gd name="connsiteX5515" fmla="*/ 469632 w 1465857"/>
                <a:gd name="connsiteY5515" fmla="*/ 416555 h 1282606"/>
                <a:gd name="connsiteX5516" fmla="*/ 472365 w 1465857"/>
                <a:gd name="connsiteY5516" fmla="*/ 416555 h 1282606"/>
                <a:gd name="connsiteX5517" fmla="*/ 477399 w 1465857"/>
                <a:gd name="connsiteY5517" fmla="*/ 421590 h 1282606"/>
                <a:gd name="connsiteX5518" fmla="*/ 479844 w 1465857"/>
                <a:gd name="connsiteY5518" fmla="*/ 424323 h 1282606"/>
                <a:gd name="connsiteX5519" fmla="*/ 485022 w 1465857"/>
                <a:gd name="connsiteY5519" fmla="*/ 424323 h 1282606"/>
                <a:gd name="connsiteX5520" fmla="*/ 485022 w 1465857"/>
                <a:gd name="connsiteY5520" fmla="*/ 419001 h 1282606"/>
                <a:gd name="connsiteX5521" fmla="*/ 487468 w 1465857"/>
                <a:gd name="connsiteY5521" fmla="*/ 419001 h 1282606"/>
                <a:gd name="connsiteX5522" fmla="*/ 490057 w 1465857"/>
                <a:gd name="connsiteY5522" fmla="*/ 419001 h 1282606"/>
                <a:gd name="connsiteX5523" fmla="*/ 490057 w 1465857"/>
                <a:gd name="connsiteY5523" fmla="*/ 421590 h 1282606"/>
                <a:gd name="connsiteX5524" fmla="*/ 500126 w 1465857"/>
                <a:gd name="connsiteY5524" fmla="*/ 434391 h 1282606"/>
                <a:gd name="connsiteX5525" fmla="*/ 502715 w 1465857"/>
                <a:gd name="connsiteY5525" fmla="*/ 436980 h 1282606"/>
                <a:gd name="connsiteX5526" fmla="*/ 505447 w 1465857"/>
                <a:gd name="connsiteY5526" fmla="*/ 444604 h 1282606"/>
                <a:gd name="connsiteX5527" fmla="*/ 505447 w 1465857"/>
                <a:gd name="connsiteY5527" fmla="*/ 449638 h 1282606"/>
                <a:gd name="connsiteX5528" fmla="*/ 507893 w 1465857"/>
                <a:gd name="connsiteY5528" fmla="*/ 452083 h 1282606"/>
                <a:gd name="connsiteX5529" fmla="*/ 507893 w 1465857"/>
                <a:gd name="connsiteY5529" fmla="*/ 449638 h 1282606"/>
                <a:gd name="connsiteX5530" fmla="*/ 510338 w 1465857"/>
                <a:gd name="connsiteY5530" fmla="*/ 452083 h 1282606"/>
                <a:gd name="connsiteX5531" fmla="*/ 510338 w 1465857"/>
                <a:gd name="connsiteY5531" fmla="*/ 454816 h 1282606"/>
                <a:gd name="connsiteX5532" fmla="*/ 512783 w 1465857"/>
                <a:gd name="connsiteY5532" fmla="*/ 462152 h 1282606"/>
                <a:gd name="connsiteX5533" fmla="*/ 510338 w 1465857"/>
                <a:gd name="connsiteY5533" fmla="*/ 465029 h 1282606"/>
                <a:gd name="connsiteX5534" fmla="*/ 510338 w 1465857"/>
                <a:gd name="connsiteY5534" fmla="*/ 467474 h 1282606"/>
                <a:gd name="connsiteX5535" fmla="*/ 507893 w 1465857"/>
                <a:gd name="connsiteY5535" fmla="*/ 472365 h 1282606"/>
                <a:gd name="connsiteX5536" fmla="*/ 507893 w 1465857"/>
                <a:gd name="connsiteY5536" fmla="*/ 475098 h 1282606"/>
                <a:gd name="connsiteX5537" fmla="*/ 505447 w 1465857"/>
                <a:gd name="connsiteY5537" fmla="*/ 475098 h 1282606"/>
                <a:gd name="connsiteX5538" fmla="*/ 502715 w 1465857"/>
                <a:gd name="connsiteY5538" fmla="*/ 472365 h 1282606"/>
                <a:gd name="connsiteX5539" fmla="*/ 502715 w 1465857"/>
                <a:gd name="connsiteY5539" fmla="*/ 475098 h 1282606"/>
                <a:gd name="connsiteX5540" fmla="*/ 500126 w 1465857"/>
                <a:gd name="connsiteY5540" fmla="*/ 475098 h 1282606"/>
                <a:gd name="connsiteX5541" fmla="*/ 497680 w 1465857"/>
                <a:gd name="connsiteY5541" fmla="*/ 477543 h 1282606"/>
                <a:gd name="connsiteX5542" fmla="*/ 487468 w 1465857"/>
                <a:gd name="connsiteY5542" fmla="*/ 477543 h 1282606"/>
                <a:gd name="connsiteX5543" fmla="*/ 485022 w 1465857"/>
                <a:gd name="connsiteY5543" fmla="*/ 477543 h 1282606"/>
                <a:gd name="connsiteX5544" fmla="*/ 482577 w 1465857"/>
                <a:gd name="connsiteY5544" fmla="*/ 477543 h 1282606"/>
                <a:gd name="connsiteX5545" fmla="*/ 472365 w 1465857"/>
                <a:gd name="connsiteY5545" fmla="*/ 485310 h 1282606"/>
                <a:gd name="connsiteX5546" fmla="*/ 469632 w 1465857"/>
                <a:gd name="connsiteY5546" fmla="*/ 485310 h 1282606"/>
                <a:gd name="connsiteX5547" fmla="*/ 469632 w 1465857"/>
                <a:gd name="connsiteY5547" fmla="*/ 482577 h 1282606"/>
                <a:gd name="connsiteX5548" fmla="*/ 467186 w 1465857"/>
                <a:gd name="connsiteY5548" fmla="*/ 482577 h 1282606"/>
                <a:gd name="connsiteX5549" fmla="*/ 464741 w 1465857"/>
                <a:gd name="connsiteY5549" fmla="*/ 482577 h 1282606"/>
                <a:gd name="connsiteX5550" fmla="*/ 464741 w 1465857"/>
                <a:gd name="connsiteY5550" fmla="*/ 480132 h 1282606"/>
                <a:gd name="connsiteX5551" fmla="*/ 464741 w 1465857"/>
                <a:gd name="connsiteY5551" fmla="*/ 477543 h 1282606"/>
                <a:gd name="connsiteX5552" fmla="*/ 462296 w 1465857"/>
                <a:gd name="connsiteY5552" fmla="*/ 477543 h 1282606"/>
                <a:gd name="connsiteX5553" fmla="*/ 456974 w 1465857"/>
                <a:gd name="connsiteY5553" fmla="*/ 469920 h 1282606"/>
                <a:gd name="connsiteX5554" fmla="*/ 454529 w 1465857"/>
                <a:gd name="connsiteY5554" fmla="*/ 467474 h 1282606"/>
                <a:gd name="connsiteX5555" fmla="*/ 452084 w 1465857"/>
                <a:gd name="connsiteY5555" fmla="*/ 469920 h 1282606"/>
                <a:gd name="connsiteX5556" fmla="*/ 449351 w 1465857"/>
                <a:gd name="connsiteY5556" fmla="*/ 469920 h 1282606"/>
                <a:gd name="connsiteX5557" fmla="*/ 446905 w 1465857"/>
                <a:gd name="connsiteY5557" fmla="*/ 469920 h 1282606"/>
                <a:gd name="connsiteX5558" fmla="*/ 444316 w 1465857"/>
                <a:gd name="connsiteY5558" fmla="*/ 469920 h 1282606"/>
                <a:gd name="connsiteX5559" fmla="*/ 441871 w 1465857"/>
                <a:gd name="connsiteY5559" fmla="*/ 475098 h 1282606"/>
                <a:gd name="connsiteX5560" fmla="*/ 436693 w 1465857"/>
                <a:gd name="connsiteY5560" fmla="*/ 472365 h 1282606"/>
                <a:gd name="connsiteX5561" fmla="*/ 434248 w 1465857"/>
                <a:gd name="connsiteY5561" fmla="*/ 472365 h 1282606"/>
                <a:gd name="connsiteX5562" fmla="*/ 431802 w 1465857"/>
                <a:gd name="connsiteY5562" fmla="*/ 469920 h 1282606"/>
                <a:gd name="connsiteX5563" fmla="*/ 429069 w 1465857"/>
                <a:gd name="connsiteY5563" fmla="*/ 467474 h 1282606"/>
                <a:gd name="connsiteX5564" fmla="*/ 424035 w 1465857"/>
                <a:gd name="connsiteY5564" fmla="*/ 469920 h 1282606"/>
                <a:gd name="connsiteX5565" fmla="*/ 424035 w 1465857"/>
                <a:gd name="connsiteY5565" fmla="*/ 467474 h 1282606"/>
                <a:gd name="connsiteX5566" fmla="*/ 421590 w 1465857"/>
                <a:gd name="connsiteY5566" fmla="*/ 467474 h 1282606"/>
                <a:gd name="connsiteX5567" fmla="*/ 419145 w 1465857"/>
                <a:gd name="connsiteY5567" fmla="*/ 469920 h 1282606"/>
                <a:gd name="connsiteX5568" fmla="*/ 416412 w 1465857"/>
                <a:gd name="connsiteY5568" fmla="*/ 469920 h 1282606"/>
                <a:gd name="connsiteX5569" fmla="*/ 416412 w 1465857"/>
                <a:gd name="connsiteY5569" fmla="*/ 467474 h 1282606"/>
                <a:gd name="connsiteX5570" fmla="*/ 413823 w 1465857"/>
                <a:gd name="connsiteY5570" fmla="*/ 467474 h 1282606"/>
                <a:gd name="connsiteX5571" fmla="*/ 411377 w 1465857"/>
                <a:gd name="connsiteY5571" fmla="*/ 469920 h 1282606"/>
                <a:gd name="connsiteX5572" fmla="*/ 408932 w 1465857"/>
                <a:gd name="connsiteY5572" fmla="*/ 469920 h 1282606"/>
                <a:gd name="connsiteX5573" fmla="*/ 406199 w 1465857"/>
                <a:gd name="connsiteY5573" fmla="*/ 469920 h 1282606"/>
                <a:gd name="connsiteX5574" fmla="*/ 406199 w 1465857"/>
                <a:gd name="connsiteY5574" fmla="*/ 467474 h 1282606"/>
                <a:gd name="connsiteX5575" fmla="*/ 406199 w 1465857"/>
                <a:gd name="connsiteY5575" fmla="*/ 465029 h 1282606"/>
                <a:gd name="connsiteX5576" fmla="*/ 403754 w 1465857"/>
                <a:gd name="connsiteY5576" fmla="*/ 465029 h 1282606"/>
                <a:gd name="connsiteX5577" fmla="*/ 403754 w 1465857"/>
                <a:gd name="connsiteY5577" fmla="*/ 467474 h 1282606"/>
                <a:gd name="connsiteX5578" fmla="*/ 401165 w 1465857"/>
                <a:gd name="connsiteY5578" fmla="*/ 467474 h 1282606"/>
                <a:gd name="connsiteX5579" fmla="*/ 398720 w 1465857"/>
                <a:gd name="connsiteY5579" fmla="*/ 467474 h 1282606"/>
                <a:gd name="connsiteX5580" fmla="*/ 395987 w 1465857"/>
                <a:gd name="connsiteY5580" fmla="*/ 465029 h 1282606"/>
                <a:gd name="connsiteX5581" fmla="*/ 393541 w 1465857"/>
                <a:gd name="connsiteY5581" fmla="*/ 467474 h 1282606"/>
                <a:gd name="connsiteX5582" fmla="*/ 388651 w 1465857"/>
                <a:gd name="connsiteY5582" fmla="*/ 467474 h 1282606"/>
                <a:gd name="connsiteX5583" fmla="*/ 385918 w 1465857"/>
                <a:gd name="connsiteY5583" fmla="*/ 467474 h 1282606"/>
                <a:gd name="connsiteX5584" fmla="*/ 378438 w 1465857"/>
                <a:gd name="connsiteY5584" fmla="*/ 467474 h 1282606"/>
                <a:gd name="connsiteX5585" fmla="*/ 378438 w 1465857"/>
                <a:gd name="connsiteY5585" fmla="*/ 472365 h 1282606"/>
                <a:gd name="connsiteX5586" fmla="*/ 385918 w 1465857"/>
                <a:gd name="connsiteY5586" fmla="*/ 472365 h 1282606"/>
                <a:gd name="connsiteX5587" fmla="*/ 388651 w 1465857"/>
                <a:gd name="connsiteY5587" fmla="*/ 475098 h 1282606"/>
                <a:gd name="connsiteX5588" fmla="*/ 391096 w 1465857"/>
                <a:gd name="connsiteY5588" fmla="*/ 477543 h 1282606"/>
                <a:gd name="connsiteX5589" fmla="*/ 391096 w 1465857"/>
                <a:gd name="connsiteY5589" fmla="*/ 480132 h 1282606"/>
                <a:gd name="connsiteX5590" fmla="*/ 393541 w 1465857"/>
                <a:gd name="connsiteY5590" fmla="*/ 480132 h 1282606"/>
                <a:gd name="connsiteX5591" fmla="*/ 393541 w 1465857"/>
                <a:gd name="connsiteY5591" fmla="*/ 477543 h 1282606"/>
                <a:gd name="connsiteX5592" fmla="*/ 395987 w 1465857"/>
                <a:gd name="connsiteY5592" fmla="*/ 477543 h 1282606"/>
                <a:gd name="connsiteX5593" fmla="*/ 395987 w 1465857"/>
                <a:gd name="connsiteY5593" fmla="*/ 475098 h 1282606"/>
                <a:gd name="connsiteX5594" fmla="*/ 398720 w 1465857"/>
                <a:gd name="connsiteY5594" fmla="*/ 475098 h 1282606"/>
                <a:gd name="connsiteX5595" fmla="*/ 403754 w 1465857"/>
                <a:gd name="connsiteY5595" fmla="*/ 480132 h 1282606"/>
                <a:gd name="connsiteX5596" fmla="*/ 406199 w 1465857"/>
                <a:gd name="connsiteY5596" fmla="*/ 485310 h 1282606"/>
                <a:gd name="connsiteX5597" fmla="*/ 408932 w 1465857"/>
                <a:gd name="connsiteY5597" fmla="*/ 487755 h 1282606"/>
                <a:gd name="connsiteX5598" fmla="*/ 411377 w 1465857"/>
                <a:gd name="connsiteY5598" fmla="*/ 490201 h 1282606"/>
                <a:gd name="connsiteX5599" fmla="*/ 426480 w 1465857"/>
                <a:gd name="connsiteY5599" fmla="*/ 502858 h 1282606"/>
                <a:gd name="connsiteX5600" fmla="*/ 426480 w 1465857"/>
                <a:gd name="connsiteY5600" fmla="*/ 505304 h 1282606"/>
                <a:gd name="connsiteX5601" fmla="*/ 424035 w 1465857"/>
                <a:gd name="connsiteY5601" fmla="*/ 508037 h 1282606"/>
                <a:gd name="connsiteX5602" fmla="*/ 421590 w 1465857"/>
                <a:gd name="connsiteY5602" fmla="*/ 510626 h 1282606"/>
                <a:gd name="connsiteX5603" fmla="*/ 419145 w 1465857"/>
                <a:gd name="connsiteY5603" fmla="*/ 510626 h 1282606"/>
                <a:gd name="connsiteX5604" fmla="*/ 413823 w 1465857"/>
                <a:gd name="connsiteY5604" fmla="*/ 508037 h 1282606"/>
                <a:gd name="connsiteX5605" fmla="*/ 411377 w 1465857"/>
                <a:gd name="connsiteY5605" fmla="*/ 505304 h 1282606"/>
                <a:gd name="connsiteX5606" fmla="*/ 411377 w 1465857"/>
                <a:gd name="connsiteY5606" fmla="*/ 502858 h 1282606"/>
                <a:gd name="connsiteX5607" fmla="*/ 408932 w 1465857"/>
                <a:gd name="connsiteY5607" fmla="*/ 502858 h 1282606"/>
                <a:gd name="connsiteX5608" fmla="*/ 408932 w 1465857"/>
                <a:gd name="connsiteY5608" fmla="*/ 500413 h 1282606"/>
                <a:gd name="connsiteX5609" fmla="*/ 406199 w 1465857"/>
                <a:gd name="connsiteY5609" fmla="*/ 500413 h 1282606"/>
                <a:gd name="connsiteX5610" fmla="*/ 403754 w 1465857"/>
                <a:gd name="connsiteY5610" fmla="*/ 497968 h 1282606"/>
                <a:gd name="connsiteX5611" fmla="*/ 398720 w 1465857"/>
                <a:gd name="connsiteY5611" fmla="*/ 495235 h 1282606"/>
                <a:gd name="connsiteX5612" fmla="*/ 395987 w 1465857"/>
                <a:gd name="connsiteY5612" fmla="*/ 495235 h 1282606"/>
                <a:gd name="connsiteX5613" fmla="*/ 395987 w 1465857"/>
                <a:gd name="connsiteY5613" fmla="*/ 492646 h 1282606"/>
                <a:gd name="connsiteX5614" fmla="*/ 393541 w 1465857"/>
                <a:gd name="connsiteY5614" fmla="*/ 492646 h 1282606"/>
                <a:gd name="connsiteX5615" fmla="*/ 393541 w 1465857"/>
                <a:gd name="connsiteY5615" fmla="*/ 490201 h 1282606"/>
                <a:gd name="connsiteX5616" fmla="*/ 391096 w 1465857"/>
                <a:gd name="connsiteY5616" fmla="*/ 490201 h 1282606"/>
                <a:gd name="connsiteX5617" fmla="*/ 388651 w 1465857"/>
                <a:gd name="connsiteY5617" fmla="*/ 490201 h 1282606"/>
                <a:gd name="connsiteX5618" fmla="*/ 385918 w 1465857"/>
                <a:gd name="connsiteY5618" fmla="*/ 490201 h 1282606"/>
                <a:gd name="connsiteX5619" fmla="*/ 385918 w 1465857"/>
                <a:gd name="connsiteY5619" fmla="*/ 485310 h 1282606"/>
                <a:gd name="connsiteX5620" fmla="*/ 383329 w 1465857"/>
                <a:gd name="connsiteY5620" fmla="*/ 485310 h 1282606"/>
                <a:gd name="connsiteX5621" fmla="*/ 380884 w 1465857"/>
                <a:gd name="connsiteY5621" fmla="*/ 485310 h 1282606"/>
                <a:gd name="connsiteX5622" fmla="*/ 378438 w 1465857"/>
                <a:gd name="connsiteY5622" fmla="*/ 485310 h 1282606"/>
                <a:gd name="connsiteX5623" fmla="*/ 368226 w 1465857"/>
                <a:gd name="connsiteY5623" fmla="*/ 477543 h 1282606"/>
                <a:gd name="connsiteX5624" fmla="*/ 368226 w 1465857"/>
                <a:gd name="connsiteY5624" fmla="*/ 475098 h 1282606"/>
                <a:gd name="connsiteX5625" fmla="*/ 365493 w 1465857"/>
                <a:gd name="connsiteY5625" fmla="*/ 475098 h 1282606"/>
                <a:gd name="connsiteX5626" fmla="*/ 363048 w 1465857"/>
                <a:gd name="connsiteY5626" fmla="*/ 472365 h 1282606"/>
                <a:gd name="connsiteX5627" fmla="*/ 360603 w 1465857"/>
                <a:gd name="connsiteY5627" fmla="*/ 472365 h 1282606"/>
                <a:gd name="connsiteX5628" fmla="*/ 360603 w 1465857"/>
                <a:gd name="connsiteY5628" fmla="*/ 469920 h 1282606"/>
                <a:gd name="connsiteX5629" fmla="*/ 358013 w 1465857"/>
                <a:gd name="connsiteY5629" fmla="*/ 469920 h 1282606"/>
                <a:gd name="connsiteX5630" fmla="*/ 355424 w 1465857"/>
                <a:gd name="connsiteY5630" fmla="*/ 469920 h 1282606"/>
                <a:gd name="connsiteX5631" fmla="*/ 358013 w 1465857"/>
                <a:gd name="connsiteY5631" fmla="*/ 465029 h 1282606"/>
                <a:gd name="connsiteX5632" fmla="*/ 358013 w 1465857"/>
                <a:gd name="connsiteY5632" fmla="*/ 459707 h 1282606"/>
                <a:gd name="connsiteX5633" fmla="*/ 355424 w 1465857"/>
                <a:gd name="connsiteY5633" fmla="*/ 465029 h 1282606"/>
                <a:gd name="connsiteX5634" fmla="*/ 355424 w 1465857"/>
                <a:gd name="connsiteY5634" fmla="*/ 467474 h 1282606"/>
                <a:gd name="connsiteX5635" fmla="*/ 352835 w 1465857"/>
                <a:gd name="connsiteY5635" fmla="*/ 469920 h 1282606"/>
                <a:gd name="connsiteX5636" fmla="*/ 350390 w 1465857"/>
                <a:gd name="connsiteY5636" fmla="*/ 467474 h 1282606"/>
                <a:gd name="connsiteX5637" fmla="*/ 347945 w 1465857"/>
                <a:gd name="connsiteY5637" fmla="*/ 465029 h 1282606"/>
                <a:gd name="connsiteX5638" fmla="*/ 345499 w 1465857"/>
                <a:gd name="connsiteY5638" fmla="*/ 465029 h 1282606"/>
                <a:gd name="connsiteX5639" fmla="*/ 340178 w 1465857"/>
                <a:gd name="connsiteY5639" fmla="*/ 465029 h 1282606"/>
                <a:gd name="connsiteX5640" fmla="*/ 332554 w 1465857"/>
                <a:gd name="connsiteY5640" fmla="*/ 459707 h 1282606"/>
                <a:gd name="connsiteX5641" fmla="*/ 332554 w 1465857"/>
                <a:gd name="connsiteY5641" fmla="*/ 457262 h 1282606"/>
                <a:gd name="connsiteX5642" fmla="*/ 330109 w 1465857"/>
                <a:gd name="connsiteY5642" fmla="*/ 459707 h 1282606"/>
                <a:gd name="connsiteX5643" fmla="*/ 327520 w 1465857"/>
                <a:gd name="connsiteY5643" fmla="*/ 459707 h 1282606"/>
                <a:gd name="connsiteX5644" fmla="*/ 322341 w 1465857"/>
                <a:gd name="connsiteY5644" fmla="*/ 454816 h 1282606"/>
                <a:gd name="connsiteX5645" fmla="*/ 320040 w 1465857"/>
                <a:gd name="connsiteY5645" fmla="*/ 454816 h 1282606"/>
                <a:gd name="connsiteX5646" fmla="*/ 322341 w 1465857"/>
                <a:gd name="connsiteY5646" fmla="*/ 457262 h 1282606"/>
                <a:gd name="connsiteX5647" fmla="*/ 330109 w 1465857"/>
                <a:gd name="connsiteY5647" fmla="*/ 462152 h 1282606"/>
                <a:gd name="connsiteX5648" fmla="*/ 330109 w 1465857"/>
                <a:gd name="connsiteY5648" fmla="*/ 465029 h 1282606"/>
                <a:gd name="connsiteX5649" fmla="*/ 332554 w 1465857"/>
                <a:gd name="connsiteY5649" fmla="*/ 465029 h 1282606"/>
                <a:gd name="connsiteX5650" fmla="*/ 340178 w 1465857"/>
                <a:gd name="connsiteY5650" fmla="*/ 467474 h 1282606"/>
                <a:gd name="connsiteX5651" fmla="*/ 345499 w 1465857"/>
                <a:gd name="connsiteY5651" fmla="*/ 467474 h 1282606"/>
                <a:gd name="connsiteX5652" fmla="*/ 350390 w 1465857"/>
                <a:gd name="connsiteY5652" fmla="*/ 469920 h 1282606"/>
                <a:gd name="connsiteX5653" fmla="*/ 352835 w 1465857"/>
                <a:gd name="connsiteY5653" fmla="*/ 472365 h 1282606"/>
                <a:gd name="connsiteX5654" fmla="*/ 355424 w 1465857"/>
                <a:gd name="connsiteY5654" fmla="*/ 472365 h 1282606"/>
                <a:gd name="connsiteX5655" fmla="*/ 360603 w 1465857"/>
                <a:gd name="connsiteY5655" fmla="*/ 475098 h 1282606"/>
                <a:gd name="connsiteX5656" fmla="*/ 363048 w 1465857"/>
                <a:gd name="connsiteY5656" fmla="*/ 477543 h 1282606"/>
                <a:gd name="connsiteX5657" fmla="*/ 368226 w 1465857"/>
                <a:gd name="connsiteY5657" fmla="*/ 482577 h 1282606"/>
                <a:gd name="connsiteX5658" fmla="*/ 370671 w 1465857"/>
                <a:gd name="connsiteY5658" fmla="*/ 487755 h 1282606"/>
                <a:gd name="connsiteX5659" fmla="*/ 373260 w 1465857"/>
                <a:gd name="connsiteY5659" fmla="*/ 487755 h 1282606"/>
                <a:gd name="connsiteX5660" fmla="*/ 375705 w 1465857"/>
                <a:gd name="connsiteY5660" fmla="*/ 487755 h 1282606"/>
                <a:gd name="connsiteX5661" fmla="*/ 380884 w 1465857"/>
                <a:gd name="connsiteY5661" fmla="*/ 490201 h 1282606"/>
                <a:gd name="connsiteX5662" fmla="*/ 380884 w 1465857"/>
                <a:gd name="connsiteY5662" fmla="*/ 492646 h 1282606"/>
                <a:gd name="connsiteX5663" fmla="*/ 378438 w 1465857"/>
                <a:gd name="connsiteY5663" fmla="*/ 492646 h 1282606"/>
                <a:gd name="connsiteX5664" fmla="*/ 378438 w 1465857"/>
                <a:gd name="connsiteY5664" fmla="*/ 495235 h 1282606"/>
                <a:gd name="connsiteX5665" fmla="*/ 375705 w 1465857"/>
                <a:gd name="connsiteY5665" fmla="*/ 497968 h 1282606"/>
                <a:gd name="connsiteX5666" fmla="*/ 375705 w 1465857"/>
                <a:gd name="connsiteY5666" fmla="*/ 500413 h 1282606"/>
                <a:gd name="connsiteX5667" fmla="*/ 373260 w 1465857"/>
                <a:gd name="connsiteY5667" fmla="*/ 502858 h 1282606"/>
                <a:gd name="connsiteX5668" fmla="*/ 370671 w 1465857"/>
                <a:gd name="connsiteY5668" fmla="*/ 500413 h 1282606"/>
                <a:gd name="connsiteX5669" fmla="*/ 368226 w 1465857"/>
                <a:gd name="connsiteY5669" fmla="*/ 500413 h 1282606"/>
                <a:gd name="connsiteX5670" fmla="*/ 365493 w 1465857"/>
                <a:gd name="connsiteY5670" fmla="*/ 502858 h 1282606"/>
                <a:gd name="connsiteX5671" fmla="*/ 365493 w 1465857"/>
                <a:gd name="connsiteY5671" fmla="*/ 505304 h 1282606"/>
                <a:gd name="connsiteX5672" fmla="*/ 365493 w 1465857"/>
                <a:gd name="connsiteY5672" fmla="*/ 510626 h 1282606"/>
                <a:gd name="connsiteX5673" fmla="*/ 363048 w 1465857"/>
                <a:gd name="connsiteY5673" fmla="*/ 513071 h 1282606"/>
                <a:gd name="connsiteX5674" fmla="*/ 360603 w 1465857"/>
                <a:gd name="connsiteY5674" fmla="*/ 510626 h 1282606"/>
                <a:gd name="connsiteX5675" fmla="*/ 358013 w 1465857"/>
                <a:gd name="connsiteY5675" fmla="*/ 513071 h 1282606"/>
                <a:gd name="connsiteX5676" fmla="*/ 358013 w 1465857"/>
                <a:gd name="connsiteY5676" fmla="*/ 510626 h 1282606"/>
                <a:gd name="connsiteX5677" fmla="*/ 358013 w 1465857"/>
                <a:gd name="connsiteY5677" fmla="*/ 508037 h 1282606"/>
                <a:gd name="connsiteX5678" fmla="*/ 355424 w 1465857"/>
                <a:gd name="connsiteY5678" fmla="*/ 508037 h 1282606"/>
                <a:gd name="connsiteX5679" fmla="*/ 358013 w 1465857"/>
                <a:gd name="connsiteY5679" fmla="*/ 505304 h 1282606"/>
                <a:gd name="connsiteX5680" fmla="*/ 358013 w 1465857"/>
                <a:gd name="connsiteY5680" fmla="*/ 502858 h 1282606"/>
                <a:gd name="connsiteX5681" fmla="*/ 352835 w 1465857"/>
                <a:gd name="connsiteY5681" fmla="*/ 505304 h 1282606"/>
                <a:gd name="connsiteX5682" fmla="*/ 350390 w 1465857"/>
                <a:gd name="connsiteY5682" fmla="*/ 505304 h 1282606"/>
                <a:gd name="connsiteX5683" fmla="*/ 347945 w 1465857"/>
                <a:gd name="connsiteY5683" fmla="*/ 508037 h 1282606"/>
                <a:gd name="connsiteX5684" fmla="*/ 352835 w 1465857"/>
                <a:gd name="connsiteY5684" fmla="*/ 510626 h 1282606"/>
                <a:gd name="connsiteX5685" fmla="*/ 352835 w 1465857"/>
                <a:gd name="connsiteY5685" fmla="*/ 513071 h 1282606"/>
                <a:gd name="connsiteX5686" fmla="*/ 347945 w 1465857"/>
                <a:gd name="connsiteY5686" fmla="*/ 510626 h 1282606"/>
                <a:gd name="connsiteX5687" fmla="*/ 340178 w 1465857"/>
                <a:gd name="connsiteY5687" fmla="*/ 505304 h 1282606"/>
                <a:gd name="connsiteX5688" fmla="*/ 342766 w 1465857"/>
                <a:gd name="connsiteY5688" fmla="*/ 502858 h 1282606"/>
                <a:gd name="connsiteX5689" fmla="*/ 340178 w 1465857"/>
                <a:gd name="connsiteY5689" fmla="*/ 500413 h 1282606"/>
                <a:gd name="connsiteX5690" fmla="*/ 342766 w 1465857"/>
                <a:gd name="connsiteY5690" fmla="*/ 500413 h 1282606"/>
                <a:gd name="connsiteX5691" fmla="*/ 337732 w 1465857"/>
                <a:gd name="connsiteY5691" fmla="*/ 497968 h 1282606"/>
                <a:gd name="connsiteX5692" fmla="*/ 337732 w 1465857"/>
                <a:gd name="connsiteY5692" fmla="*/ 500413 h 1282606"/>
                <a:gd name="connsiteX5693" fmla="*/ 332554 w 1465857"/>
                <a:gd name="connsiteY5693" fmla="*/ 497968 h 1282606"/>
                <a:gd name="connsiteX5694" fmla="*/ 330109 w 1465857"/>
                <a:gd name="connsiteY5694" fmla="*/ 497968 h 1282606"/>
                <a:gd name="connsiteX5695" fmla="*/ 330109 w 1465857"/>
                <a:gd name="connsiteY5695" fmla="*/ 495235 h 1282606"/>
                <a:gd name="connsiteX5696" fmla="*/ 327520 w 1465857"/>
                <a:gd name="connsiteY5696" fmla="*/ 492646 h 1282606"/>
                <a:gd name="connsiteX5697" fmla="*/ 325074 w 1465857"/>
                <a:gd name="connsiteY5697" fmla="*/ 492646 h 1282606"/>
                <a:gd name="connsiteX5698" fmla="*/ 325074 w 1465857"/>
                <a:gd name="connsiteY5698" fmla="*/ 490201 h 1282606"/>
                <a:gd name="connsiteX5699" fmla="*/ 322341 w 1465857"/>
                <a:gd name="connsiteY5699" fmla="*/ 490201 h 1282606"/>
                <a:gd name="connsiteX5700" fmla="*/ 319896 w 1465857"/>
                <a:gd name="connsiteY5700" fmla="*/ 490201 h 1282606"/>
                <a:gd name="connsiteX5701" fmla="*/ 317451 w 1465857"/>
                <a:gd name="connsiteY5701" fmla="*/ 490201 h 1282606"/>
                <a:gd name="connsiteX5702" fmla="*/ 315006 w 1465857"/>
                <a:gd name="connsiteY5702" fmla="*/ 490201 h 1282606"/>
                <a:gd name="connsiteX5703" fmla="*/ 315006 w 1465857"/>
                <a:gd name="connsiteY5703" fmla="*/ 492646 h 1282606"/>
                <a:gd name="connsiteX5704" fmla="*/ 312273 w 1465857"/>
                <a:gd name="connsiteY5704" fmla="*/ 492646 h 1282606"/>
                <a:gd name="connsiteX5705" fmla="*/ 309684 w 1465857"/>
                <a:gd name="connsiteY5705" fmla="*/ 495235 h 1282606"/>
                <a:gd name="connsiteX5706" fmla="*/ 304793 w 1465857"/>
                <a:gd name="connsiteY5706" fmla="*/ 497968 h 1282606"/>
                <a:gd name="connsiteX5707" fmla="*/ 302060 w 1465857"/>
                <a:gd name="connsiteY5707" fmla="*/ 500413 h 1282606"/>
                <a:gd name="connsiteX5708" fmla="*/ 294581 w 1465857"/>
                <a:gd name="connsiteY5708" fmla="*/ 500413 h 1282606"/>
                <a:gd name="connsiteX5709" fmla="*/ 289402 w 1465857"/>
                <a:gd name="connsiteY5709" fmla="*/ 500413 h 1282606"/>
                <a:gd name="connsiteX5710" fmla="*/ 286957 w 1465857"/>
                <a:gd name="connsiteY5710" fmla="*/ 500413 h 1282606"/>
                <a:gd name="connsiteX5711" fmla="*/ 284368 w 1465857"/>
                <a:gd name="connsiteY5711" fmla="*/ 500413 h 1282606"/>
                <a:gd name="connsiteX5712" fmla="*/ 279190 w 1465857"/>
                <a:gd name="connsiteY5712" fmla="*/ 500413 h 1282606"/>
                <a:gd name="connsiteX5713" fmla="*/ 269121 w 1465857"/>
                <a:gd name="connsiteY5713" fmla="*/ 500413 h 1282606"/>
                <a:gd name="connsiteX5714" fmla="*/ 264087 w 1465857"/>
                <a:gd name="connsiteY5714" fmla="*/ 500413 h 1282606"/>
                <a:gd name="connsiteX5715" fmla="*/ 258909 w 1465857"/>
                <a:gd name="connsiteY5715" fmla="*/ 500413 h 1282606"/>
                <a:gd name="connsiteX5716" fmla="*/ 253875 w 1465857"/>
                <a:gd name="connsiteY5716" fmla="*/ 500413 h 1282606"/>
                <a:gd name="connsiteX5717" fmla="*/ 251429 w 1465857"/>
                <a:gd name="connsiteY5717" fmla="*/ 500413 h 1282606"/>
                <a:gd name="connsiteX5718" fmla="*/ 246251 w 1465857"/>
                <a:gd name="connsiteY5718" fmla="*/ 497968 h 1282606"/>
                <a:gd name="connsiteX5719" fmla="*/ 243806 w 1465857"/>
                <a:gd name="connsiteY5719" fmla="*/ 495235 h 1282606"/>
                <a:gd name="connsiteX5720" fmla="*/ 243806 w 1465857"/>
                <a:gd name="connsiteY5720" fmla="*/ 492646 h 1282606"/>
                <a:gd name="connsiteX5721" fmla="*/ 246251 w 1465857"/>
                <a:gd name="connsiteY5721" fmla="*/ 490201 h 1282606"/>
                <a:gd name="connsiteX5722" fmla="*/ 246251 w 1465857"/>
                <a:gd name="connsiteY5722" fmla="*/ 487755 h 1282606"/>
                <a:gd name="connsiteX5723" fmla="*/ 243806 w 1465857"/>
                <a:gd name="connsiteY5723" fmla="*/ 490201 h 1282606"/>
                <a:gd name="connsiteX5724" fmla="*/ 241217 w 1465857"/>
                <a:gd name="connsiteY5724" fmla="*/ 495235 h 1282606"/>
                <a:gd name="connsiteX5725" fmla="*/ 238628 w 1465857"/>
                <a:gd name="connsiteY5725" fmla="*/ 495235 h 1282606"/>
                <a:gd name="connsiteX5726" fmla="*/ 233593 w 1465857"/>
                <a:gd name="connsiteY5726" fmla="*/ 495235 h 1282606"/>
                <a:gd name="connsiteX5727" fmla="*/ 231148 w 1465857"/>
                <a:gd name="connsiteY5727" fmla="*/ 495235 h 1282606"/>
                <a:gd name="connsiteX5728" fmla="*/ 231148 w 1465857"/>
                <a:gd name="connsiteY5728" fmla="*/ 492646 h 1282606"/>
                <a:gd name="connsiteX5729" fmla="*/ 225970 w 1465857"/>
                <a:gd name="connsiteY5729" fmla="*/ 492646 h 1282606"/>
                <a:gd name="connsiteX5730" fmla="*/ 223381 w 1465857"/>
                <a:gd name="connsiteY5730" fmla="*/ 492646 h 1282606"/>
                <a:gd name="connsiteX5731" fmla="*/ 218203 w 1465857"/>
                <a:gd name="connsiteY5731" fmla="*/ 495235 h 1282606"/>
                <a:gd name="connsiteX5732" fmla="*/ 210723 w 1465857"/>
                <a:gd name="connsiteY5732" fmla="*/ 492646 h 1282606"/>
                <a:gd name="connsiteX5733" fmla="*/ 200654 w 1465857"/>
                <a:gd name="connsiteY5733" fmla="*/ 497968 h 1282606"/>
                <a:gd name="connsiteX5734" fmla="*/ 200654 w 1465857"/>
                <a:gd name="connsiteY5734" fmla="*/ 502858 h 1282606"/>
                <a:gd name="connsiteX5735" fmla="*/ 203099 w 1465857"/>
                <a:gd name="connsiteY5735" fmla="*/ 502858 h 1282606"/>
                <a:gd name="connsiteX5736" fmla="*/ 203099 w 1465857"/>
                <a:gd name="connsiteY5736" fmla="*/ 500413 h 1282606"/>
                <a:gd name="connsiteX5737" fmla="*/ 205545 w 1465857"/>
                <a:gd name="connsiteY5737" fmla="*/ 500413 h 1282606"/>
                <a:gd name="connsiteX5738" fmla="*/ 205545 w 1465857"/>
                <a:gd name="connsiteY5738" fmla="*/ 497968 h 1282606"/>
                <a:gd name="connsiteX5739" fmla="*/ 210723 w 1465857"/>
                <a:gd name="connsiteY5739" fmla="*/ 497968 h 1282606"/>
                <a:gd name="connsiteX5740" fmla="*/ 218203 w 1465857"/>
                <a:gd name="connsiteY5740" fmla="*/ 500413 h 1282606"/>
                <a:gd name="connsiteX5741" fmla="*/ 223381 w 1465857"/>
                <a:gd name="connsiteY5741" fmla="*/ 500413 h 1282606"/>
                <a:gd name="connsiteX5742" fmla="*/ 228415 w 1465857"/>
                <a:gd name="connsiteY5742" fmla="*/ 505304 h 1282606"/>
                <a:gd name="connsiteX5743" fmla="*/ 225970 w 1465857"/>
                <a:gd name="connsiteY5743" fmla="*/ 508037 h 1282606"/>
                <a:gd name="connsiteX5744" fmla="*/ 225970 w 1465857"/>
                <a:gd name="connsiteY5744" fmla="*/ 505304 h 1282606"/>
                <a:gd name="connsiteX5745" fmla="*/ 223381 w 1465857"/>
                <a:gd name="connsiteY5745" fmla="*/ 505304 h 1282606"/>
                <a:gd name="connsiteX5746" fmla="*/ 213312 w 1465857"/>
                <a:gd name="connsiteY5746" fmla="*/ 505304 h 1282606"/>
                <a:gd name="connsiteX5747" fmla="*/ 210723 w 1465857"/>
                <a:gd name="connsiteY5747" fmla="*/ 508037 h 1282606"/>
                <a:gd name="connsiteX5748" fmla="*/ 207990 w 1465857"/>
                <a:gd name="connsiteY5748" fmla="*/ 508037 h 1282606"/>
                <a:gd name="connsiteX5749" fmla="*/ 203099 w 1465857"/>
                <a:gd name="connsiteY5749" fmla="*/ 508037 h 1282606"/>
                <a:gd name="connsiteX5750" fmla="*/ 200654 w 1465857"/>
                <a:gd name="connsiteY5750" fmla="*/ 505304 h 1282606"/>
                <a:gd name="connsiteX5751" fmla="*/ 195476 w 1465857"/>
                <a:gd name="connsiteY5751" fmla="*/ 500413 h 1282606"/>
                <a:gd name="connsiteX5752" fmla="*/ 190442 w 1465857"/>
                <a:gd name="connsiteY5752" fmla="*/ 500413 h 1282606"/>
                <a:gd name="connsiteX5753" fmla="*/ 182818 w 1465857"/>
                <a:gd name="connsiteY5753" fmla="*/ 495235 h 1282606"/>
                <a:gd name="connsiteX5754" fmla="*/ 180229 w 1465857"/>
                <a:gd name="connsiteY5754" fmla="*/ 492646 h 1282606"/>
                <a:gd name="connsiteX5755" fmla="*/ 175051 w 1465857"/>
                <a:gd name="connsiteY5755" fmla="*/ 487755 h 1282606"/>
                <a:gd name="connsiteX5756" fmla="*/ 172606 w 1465857"/>
                <a:gd name="connsiteY5756" fmla="*/ 485310 h 1282606"/>
                <a:gd name="connsiteX5757" fmla="*/ 170161 w 1465857"/>
                <a:gd name="connsiteY5757" fmla="*/ 482577 h 1282606"/>
                <a:gd name="connsiteX5758" fmla="*/ 167572 w 1465857"/>
                <a:gd name="connsiteY5758" fmla="*/ 480132 h 1282606"/>
                <a:gd name="connsiteX5759" fmla="*/ 167572 w 1465857"/>
                <a:gd name="connsiteY5759" fmla="*/ 475098 h 1282606"/>
                <a:gd name="connsiteX5760" fmla="*/ 167572 w 1465857"/>
                <a:gd name="connsiteY5760" fmla="*/ 472365 h 1282606"/>
                <a:gd name="connsiteX5761" fmla="*/ 167572 w 1465857"/>
                <a:gd name="connsiteY5761" fmla="*/ 469920 h 1282606"/>
                <a:gd name="connsiteX5762" fmla="*/ 164982 w 1465857"/>
                <a:gd name="connsiteY5762" fmla="*/ 467474 h 1282606"/>
                <a:gd name="connsiteX5763" fmla="*/ 164982 w 1465857"/>
                <a:gd name="connsiteY5763" fmla="*/ 465029 h 1282606"/>
                <a:gd name="connsiteX5764" fmla="*/ 167572 w 1465857"/>
                <a:gd name="connsiteY5764" fmla="*/ 459707 h 1282606"/>
                <a:gd name="connsiteX5765" fmla="*/ 175051 w 1465857"/>
                <a:gd name="connsiteY5765" fmla="*/ 449638 h 1282606"/>
                <a:gd name="connsiteX5766" fmla="*/ 172606 w 1465857"/>
                <a:gd name="connsiteY5766" fmla="*/ 449638 h 1282606"/>
                <a:gd name="connsiteX5767" fmla="*/ 167572 w 1465857"/>
                <a:gd name="connsiteY5767" fmla="*/ 457262 h 1282606"/>
                <a:gd name="connsiteX5768" fmla="*/ 164982 w 1465857"/>
                <a:gd name="connsiteY5768" fmla="*/ 459707 h 1282606"/>
                <a:gd name="connsiteX5769" fmla="*/ 162393 w 1465857"/>
                <a:gd name="connsiteY5769" fmla="*/ 459707 h 1282606"/>
                <a:gd name="connsiteX5770" fmla="*/ 162393 w 1465857"/>
                <a:gd name="connsiteY5770" fmla="*/ 462152 h 1282606"/>
                <a:gd name="connsiteX5771" fmla="*/ 162393 w 1465857"/>
                <a:gd name="connsiteY5771" fmla="*/ 465029 h 1282606"/>
                <a:gd name="connsiteX5772" fmla="*/ 159948 w 1465857"/>
                <a:gd name="connsiteY5772" fmla="*/ 465029 h 1282606"/>
                <a:gd name="connsiteX5773" fmla="*/ 162393 w 1465857"/>
                <a:gd name="connsiteY5773" fmla="*/ 469920 h 1282606"/>
                <a:gd name="connsiteX5774" fmla="*/ 162393 w 1465857"/>
                <a:gd name="connsiteY5774" fmla="*/ 472365 h 1282606"/>
                <a:gd name="connsiteX5775" fmla="*/ 159948 w 1465857"/>
                <a:gd name="connsiteY5775" fmla="*/ 469920 h 1282606"/>
                <a:gd name="connsiteX5776" fmla="*/ 157503 w 1465857"/>
                <a:gd name="connsiteY5776" fmla="*/ 469920 h 1282606"/>
                <a:gd name="connsiteX5777" fmla="*/ 157503 w 1465857"/>
                <a:gd name="connsiteY5777" fmla="*/ 472365 h 1282606"/>
                <a:gd name="connsiteX5778" fmla="*/ 154770 w 1465857"/>
                <a:gd name="connsiteY5778" fmla="*/ 472365 h 1282606"/>
                <a:gd name="connsiteX5779" fmla="*/ 152325 w 1465857"/>
                <a:gd name="connsiteY5779" fmla="*/ 469920 h 1282606"/>
                <a:gd name="connsiteX5780" fmla="*/ 152325 w 1465857"/>
                <a:gd name="connsiteY5780" fmla="*/ 467474 h 1282606"/>
                <a:gd name="connsiteX5781" fmla="*/ 154770 w 1465857"/>
                <a:gd name="connsiteY5781" fmla="*/ 465029 h 1282606"/>
                <a:gd name="connsiteX5782" fmla="*/ 152325 w 1465857"/>
                <a:gd name="connsiteY5782" fmla="*/ 465029 h 1282606"/>
                <a:gd name="connsiteX5783" fmla="*/ 149736 w 1465857"/>
                <a:gd name="connsiteY5783" fmla="*/ 465029 h 1282606"/>
                <a:gd name="connsiteX5784" fmla="*/ 149736 w 1465857"/>
                <a:gd name="connsiteY5784" fmla="*/ 462152 h 1282606"/>
                <a:gd name="connsiteX5785" fmla="*/ 152325 w 1465857"/>
                <a:gd name="connsiteY5785" fmla="*/ 462152 h 1282606"/>
                <a:gd name="connsiteX5786" fmla="*/ 152325 w 1465857"/>
                <a:gd name="connsiteY5786" fmla="*/ 459707 h 1282606"/>
                <a:gd name="connsiteX5787" fmla="*/ 149736 w 1465857"/>
                <a:gd name="connsiteY5787" fmla="*/ 459707 h 1282606"/>
                <a:gd name="connsiteX5788" fmla="*/ 147290 w 1465857"/>
                <a:gd name="connsiteY5788" fmla="*/ 459707 h 1282606"/>
                <a:gd name="connsiteX5789" fmla="*/ 147290 w 1465857"/>
                <a:gd name="connsiteY5789" fmla="*/ 457262 h 1282606"/>
                <a:gd name="connsiteX5790" fmla="*/ 149736 w 1465857"/>
                <a:gd name="connsiteY5790" fmla="*/ 457262 h 1282606"/>
                <a:gd name="connsiteX5791" fmla="*/ 149736 w 1465857"/>
                <a:gd name="connsiteY5791" fmla="*/ 454816 h 1282606"/>
                <a:gd name="connsiteX5792" fmla="*/ 147290 w 1465857"/>
                <a:gd name="connsiteY5792" fmla="*/ 454816 h 1282606"/>
                <a:gd name="connsiteX5793" fmla="*/ 144557 w 1465857"/>
                <a:gd name="connsiteY5793" fmla="*/ 454816 h 1282606"/>
                <a:gd name="connsiteX5794" fmla="*/ 142112 w 1465857"/>
                <a:gd name="connsiteY5794" fmla="*/ 457262 h 1282606"/>
                <a:gd name="connsiteX5795" fmla="*/ 142112 w 1465857"/>
                <a:gd name="connsiteY5795" fmla="*/ 459707 h 1282606"/>
                <a:gd name="connsiteX5796" fmla="*/ 142112 w 1465857"/>
                <a:gd name="connsiteY5796" fmla="*/ 462152 h 1282606"/>
                <a:gd name="connsiteX5797" fmla="*/ 139667 w 1465857"/>
                <a:gd name="connsiteY5797" fmla="*/ 462152 h 1282606"/>
                <a:gd name="connsiteX5798" fmla="*/ 139667 w 1465857"/>
                <a:gd name="connsiteY5798" fmla="*/ 465029 h 1282606"/>
                <a:gd name="connsiteX5799" fmla="*/ 142112 w 1465857"/>
                <a:gd name="connsiteY5799" fmla="*/ 465029 h 1282606"/>
                <a:gd name="connsiteX5800" fmla="*/ 147290 w 1465857"/>
                <a:gd name="connsiteY5800" fmla="*/ 465029 h 1282606"/>
                <a:gd name="connsiteX5801" fmla="*/ 147290 w 1465857"/>
                <a:gd name="connsiteY5801" fmla="*/ 467474 h 1282606"/>
                <a:gd name="connsiteX5802" fmla="*/ 147290 w 1465857"/>
                <a:gd name="connsiteY5802" fmla="*/ 469920 h 1282606"/>
                <a:gd name="connsiteX5803" fmla="*/ 149736 w 1465857"/>
                <a:gd name="connsiteY5803" fmla="*/ 477543 h 1282606"/>
                <a:gd name="connsiteX5804" fmla="*/ 144557 w 1465857"/>
                <a:gd name="connsiteY5804" fmla="*/ 477543 h 1282606"/>
                <a:gd name="connsiteX5805" fmla="*/ 137222 w 1465857"/>
                <a:gd name="connsiteY5805" fmla="*/ 475098 h 1282606"/>
                <a:gd name="connsiteX5806" fmla="*/ 134345 w 1465857"/>
                <a:gd name="connsiteY5806" fmla="*/ 475098 h 1282606"/>
                <a:gd name="connsiteX5807" fmla="*/ 131900 w 1465857"/>
                <a:gd name="connsiteY5807" fmla="*/ 475098 h 1282606"/>
                <a:gd name="connsiteX5808" fmla="*/ 127009 w 1465857"/>
                <a:gd name="connsiteY5808" fmla="*/ 475098 h 1282606"/>
                <a:gd name="connsiteX5809" fmla="*/ 119242 w 1465857"/>
                <a:gd name="connsiteY5809" fmla="*/ 475098 h 1282606"/>
                <a:gd name="connsiteX5810" fmla="*/ 114351 w 1465857"/>
                <a:gd name="connsiteY5810" fmla="*/ 475098 h 1282606"/>
                <a:gd name="connsiteX5811" fmla="*/ 114351 w 1465857"/>
                <a:gd name="connsiteY5811" fmla="*/ 477543 h 1282606"/>
                <a:gd name="connsiteX5812" fmla="*/ 119242 w 1465857"/>
                <a:gd name="connsiteY5812" fmla="*/ 477543 h 1282606"/>
                <a:gd name="connsiteX5813" fmla="*/ 121831 w 1465857"/>
                <a:gd name="connsiteY5813" fmla="*/ 477543 h 1282606"/>
                <a:gd name="connsiteX5814" fmla="*/ 121831 w 1465857"/>
                <a:gd name="connsiteY5814" fmla="*/ 480132 h 1282606"/>
                <a:gd name="connsiteX5815" fmla="*/ 119242 w 1465857"/>
                <a:gd name="connsiteY5815" fmla="*/ 480132 h 1282606"/>
                <a:gd name="connsiteX5816" fmla="*/ 116797 w 1465857"/>
                <a:gd name="connsiteY5816" fmla="*/ 485310 h 1282606"/>
                <a:gd name="connsiteX5817" fmla="*/ 109173 w 1465857"/>
                <a:gd name="connsiteY5817" fmla="*/ 487755 h 1282606"/>
                <a:gd name="connsiteX5818" fmla="*/ 109173 w 1465857"/>
                <a:gd name="connsiteY5818" fmla="*/ 482577 h 1282606"/>
                <a:gd name="connsiteX5819" fmla="*/ 106584 w 1465857"/>
                <a:gd name="connsiteY5819" fmla="*/ 482577 h 1282606"/>
                <a:gd name="connsiteX5820" fmla="*/ 104139 w 1465857"/>
                <a:gd name="connsiteY5820" fmla="*/ 480132 h 1282606"/>
                <a:gd name="connsiteX5821" fmla="*/ 98961 w 1465857"/>
                <a:gd name="connsiteY5821" fmla="*/ 480132 h 1282606"/>
                <a:gd name="connsiteX5822" fmla="*/ 94070 w 1465857"/>
                <a:gd name="connsiteY5822" fmla="*/ 477543 h 1282606"/>
                <a:gd name="connsiteX5823" fmla="*/ 94070 w 1465857"/>
                <a:gd name="connsiteY5823" fmla="*/ 475098 h 1282606"/>
                <a:gd name="connsiteX5824" fmla="*/ 96516 w 1465857"/>
                <a:gd name="connsiteY5824" fmla="*/ 475098 h 1282606"/>
                <a:gd name="connsiteX5825" fmla="*/ 96516 w 1465857"/>
                <a:gd name="connsiteY5825" fmla="*/ 477543 h 1282606"/>
                <a:gd name="connsiteX5826" fmla="*/ 101406 w 1465857"/>
                <a:gd name="connsiteY5826" fmla="*/ 475098 h 1282606"/>
                <a:gd name="connsiteX5827" fmla="*/ 104139 w 1465857"/>
                <a:gd name="connsiteY5827" fmla="*/ 477543 h 1282606"/>
                <a:gd name="connsiteX5828" fmla="*/ 106584 w 1465857"/>
                <a:gd name="connsiteY5828" fmla="*/ 480132 h 1282606"/>
                <a:gd name="connsiteX5829" fmla="*/ 109173 w 1465857"/>
                <a:gd name="connsiteY5829" fmla="*/ 480132 h 1282606"/>
                <a:gd name="connsiteX5830" fmla="*/ 109173 w 1465857"/>
                <a:gd name="connsiteY5830" fmla="*/ 477543 h 1282606"/>
                <a:gd name="connsiteX5831" fmla="*/ 111618 w 1465857"/>
                <a:gd name="connsiteY5831" fmla="*/ 477543 h 1282606"/>
                <a:gd name="connsiteX5832" fmla="*/ 109173 w 1465857"/>
                <a:gd name="connsiteY5832" fmla="*/ 475098 h 1282606"/>
                <a:gd name="connsiteX5833" fmla="*/ 104139 w 1465857"/>
                <a:gd name="connsiteY5833" fmla="*/ 475098 h 1282606"/>
                <a:gd name="connsiteX5834" fmla="*/ 101406 w 1465857"/>
                <a:gd name="connsiteY5834" fmla="*/ 469920 h 1282606"/>
                <a:gd name="connsiteX5835" fmla="*/ 98961 w 1465857"/>
                <a:gd name="connsiteY5835" fmla="*/ 467474 h 1282606"/>
                <a:gd name="connsiteX5836" fmla="*/ 94070 w 1465857"/>
                <a:gd name="connsiteY5836" fmla="*/ 465029 h 1282606"/>
                <a:gd name="connsiteX5837" fmla="*/ 91193 w 1465857"/>
                <a:gd name="connsiteY5837" fmla="*/ 465029 h 1282606"/>
                <a:gd name="connsiteX5838" fmla="*/ 88748 w 1465857"/>
                <a:gd name="connsiteY5838" fmla="*/ 465029 h 1282606"/>
                <a:gd name="connsiteX5839" fmla="*/ 86303 w 1465857"/>
                <a:gd name="connsiteY5839" fmla="*/ 462152 h 1282606"/>
                <a:gd name="connsiteX5840" fmla="*/ 83858 w 1465857"/>
                <a:gd name="connsiteY5840" fmla="*/ 462152 h 1282606"/>
                <a:gd name="connsiteX5841" fmla="*/ 81125 w 1465857"/>
                <a:gd name="connsiteY5841" fmla="*/ 462152 h 1282606"/>
                <a:gd name="connsiteX5842" fmla="*/ 78680 w 1465857"/>
                <a:gd name="connsiteY5842" fmla="*/ 462152 h 1282606"/>
                <a:gd name="connsiteX5843" fmla="*/ 76091 w 1465857"/>
                <a:gd name="connsiteY5843" fmla="*/ 462152 h 1282606"/>
                <a:gd name="connsiteX5844" fmla="*/ 66022 w 1465857"/>
                <a:gd name="connsiteY5844" fmla="*/ 452083 h 1282606"/>
                <a:gd name="connsiteX5845" fmla="*/ 58255 w 1465857"/>
                <a:gd name="connsiteY5845" fmla="*/ 441871 h 1282606"/>
                <a:gd name="connsiteX5846" fmla="*/ 58255 w 1465857"/>
                <a:gd name="connsiteY5846" fmla="*/ 439426 h 1282606"/>
                <a:gd name="connsiteX5847" fmla="*/ 58255 w 1465857"/>
                <a:gd name="connsiteY5847" fmla="*/ 436980 h 1282606"/>
                <a:gd name="connsiteX5848" fmla="*/ 55809 w 1465857"/>
                <a:gd name="connsiteY5848" fmla="*/ 434391 h 1282606"/>
                <a:gd name="connsiteX5849" fmla="*/ 55809 w 1465857"/>
                <a:gd name="connsiteY5849" fmla="*/ 431658 h 1282606"/>
                <a:gd name="connsiteX5850" fmla="*/ 50919 w 1465857"/>
                <a:gd name="connsiteY5850" fmla="*/ 426768 h 1282606"/>
                <a:gd name="connsiteX5851" fmla="*/ 48186 w 1465857"/>
                <a:gd name="connsiteY5851" fmla="*/ 426768 h 1282606"/>
                <a:gd name="connsiteX5852" fmla="*/ 43151 w 1465857"/>
                <a:gd name="connsiteY5852" fmla="*/ 421590 h 1282606"/>
                <a:gd name="connsiteX5853" fmla="*/ 37973 w 1465857"/>
                <a:gd name="connsiteY5853" fmla="*/ 406487 h 1282606"/>
                <a:gd name="connsiteX5854" fmla="*/ 40706 w 1465857"/>
                <a:gd name="connsiteY5854" fmla="*/ 406487 h 1282606"/>
                <a:gd name="connsiteX5855" fmla="*/ 40706 w 1465857"/>
                <a:gd name="connsiteY5855" fmla="*/ 403898 h 1282606"/>
                <a:gd name="connsiteX5856" fmla="*/ 43151 w 1465857"/>
                <a:gd name="connsiteY5856" fmla="*/ 403898 h 1282606"/>
                <a:gd name="connsiteX5857" fmla="*/ 45597 w 1465857"/>
                <a:gd name="connsiteY5857" fmla="*/ 403898 h 1282606"/>
                <a:gd name="connsiteX5858" fmla="*/ 45597 w 1465857"/>
                <a:gd name="connsiteY5858" fmla="*/ 401452 h 1282606"/>
                <a:gd name="connsiteX5859" fmla="*/ 45597 w 1465857"/>
                <a:gd name="connsiteY5859" fmla="*/ 398720 h 1282606"/>
                <a:gd name="connsiteX5860" fmla="*/ 48186 w 1465857"/>
                <a:gd name="connsiteY5860" fmla="*/ 398720 h 1282606"/>
                <a:gd name="connsiteX5861" fmla="*/ 45597 w 1465857"/>
                <a:gd name="connsiteY5861" fmla="*/ 396274 h 1282606"/>
                <a:gd name="connsiteX5862" fmla="*/ 40706 w 1465857"/>
                <a:gd name="connsiteY5862" fmla="*/ 393829 h 1282606"/>
                <a:gd name="connsiteX5863" fmla="*/ 35528 w 1465857"/>
                <a:gd name="connsiteY5863" fmla="*/ 388651 h 1282606"/>
                <a:gd name="connsiteX5864" fmla="*/ 32939 w 1465857"/>
                <a:gd name="connsiteY5864" fmla="*/ 388651 h 1282606"/>
                <a:gd name="connsiteX5865" fmla="*/ 32939 w 1465857"/>
                <a:gd name="connsiteY5865" fmla="*/ 386062 h 1282606"/>
                <a:gd name="connsiteX5866" fmla="*/ 30494 w 1465857"/>
                <a:gd name="connsiteY5866" fmla="*/ 386062 h 1282606"/>
                <a:gd name="connsiteX5867" fmla="*/ 32939 w 1465857"/>
                <a:gd name="connsiteY5867" fmla="*/ 383617 h 1282606"/>
                <a:gd name="connsiteX5868" fmla="*/ 43151 w 1465857"/>
                <a:gd name="connsiteY5868" fmla="*/ 386062 h 1282606"/>
                <a:gd name="connsiteX5869" fmla="*/ 45597 w 1465857"/>
                <a:gd name="connsiteY5869" fmla="*/ 388651 h 1282606"/>
                <a:gd name="connsiteX5870" fmla="*/ 48186 w 1465857"/>
                <a:gd name="connsiteY5870" fmla="*/ 391240 h 1282606"/>
                <a:gd name="connsiteX5871" fmla="*/ 50919 w 1465857"/>
                <a:gd name="connsiteY5871" fmla="*/ 391240 h 1282606"/>
                <a:gd name="connsiteX5872" fmla="*/ 58255 w 1465857"/>
                <a:gd name="connsiteY5872" fmla="*/ 388651 h 1282606"/>
                <a:gd name="connsiteX5873" fmla="*/ 60844 w 1465857"/>
                <a:gd name="connsiteY5873" fmla="*/ 388651 h 1282606"/>
                <a:gd name="connsiteX5874" fmla="*/ 63576 w 1465857"/>
                <a:gd name="connsiteY5874" fmla="*/ 388651 h 1282606"/>
                <a:gd name="connsiteX5875" fmla="*/ 66022 w 1465857"/>
                <a:gd name="connsiteY5875" fmla="*/ 386062 h 1282606"/>
                <a:gd name="connsiteX5876" fmla="*/ 68467 w 1465857"/>
                <a:gd name="connsiteY5876" fmla="*/ 386062 h 1282606"/>
                <a:gd name="connsiteX5877" fmla="*/ 70912 w 1465857"/>
                <a:gd name="connsiteY5877" fmla="*/ 386062 h 1282606"/>
                <a:gd name="connsiteX5878" fmla="*/ 70912 w 1465857"/>
                <a:gd name="connsiteY5878" fmla="*/ 388651 h 1282606"/>
                <a:gd name="connsiteX5879" fmla="*/ 73645 w 1465857"/>
                <a:gd name="connsiteY5879" fmla="*/ 388651 h 1282606"/>
                <a:gd name="connsiteX5880" fmla="*/ 78680 w 1465857"/>
                <a:gd name="connsiteY5880" fmla="*/ 388651 h 1282606"/>
                <a:gd name="connsiteX5881" fmla="*/ 81125 w 1465857"/>
                <a:gd name="connsiteY5881" fmla="*/ 391240 h 1282606"/>
                <a:gd name="connsiteX5882" fmla="*/ 81125 w 1465857"/>
                <a:gd name="connsiteY5882" fmla="*/ 393829 h 1282606"/>
                <a:gd name="connsiteX5883" fmla="*/ 83858 w 1465857"/>
                <a:gd name="connsiteY5883" fmla="*/ 396274 h 1282606"/>
                <a:gd name="connsiteX5884" fmla="*/ 91193 w 1465857"/>
                <a:gd name="connsiteY5884" fmla="*/ 398720 h 1282606"/>
                <a:gd name="connsiteX5885" fmla="*/ 94070 w 1465857"/>
                <a:gd name="connsiteY5885" fmla="*/ 398720 h 1282606"/>
                <a:gd name="connsiteX5886" fmla="*/ 101406 w 1465857"/>
                <a:gd name="connsiteY5886" fmla="*/ 398720 h 1282606"/>
                <a:gd name="connsiteX5887" fmla="*/ 109173 w 1465857"/>
                <a:gd name="connsiteY5887" fmla="*/ 393829 h 1282606"/>
                <a:gd name="connsiteX5888" fmla="*/ 114351 w 1465857"/>
                <a:gd name="connsiteY5888" fmla="*/ 396274 h 1282606"/>
                <a:gd name="connsiteX5889" fmla="*/ 119242 w 1465857"/>
                <a:gd name="connsiteY5889" fmla="*/ 393829 h 1282606"/>
                <a:gd name="connsiteX5890" fmla="*/ 124420 w 1465857"/>
                <a:gd name="connsiteY5890" fmla="*/ 393829 h 1282606"/>
                <a:gd name="connsiteX5891" fmla="*/ 124420 w 1465857"/>
                <a:gd name="connsiteY5891" fmla="*/ 391240 h 1282606"/>
                <a:gd name="connsiteX5892" fmla="*/ 127009 w 1465857"/>
                <a:gd name="connsiteY5892" fmla="*/ 391240 h 1282606"/>
                <a:gd name="connsiteX5893" fmla="*/ 127009 w 1465857"/>
                <a:gd name="connsiteY5893" fmla="*/ 388651 h 1282606"/>
                <a:gd name="connsiteX5894" fmla="*/ 127009 w 1465857"/>
                <a:gd name="connsiteY5894" fmla="*/ 386062 h 1282606"/>
                <a:gd name="connsiteX5895" fmla="*/ 137222 w 1465857"/>
                <a:gd name="connsiteY5895" fmla="*/ 388651 h 1282606"/>
                <a:gd name="connsiteX5896" fmla="*/ 139667 w 1465857"/>
                <a:gd name="connsiteY5896" fmla="*/ 386062 h 1282606"/>
                <a:gd name="connsiteX5897" fmla="*/ 137222 w 1465857"/>
                <a:gd name="connsiteY5897" fmla="*/ 386062 h 1282606"/>
                <a:gd name="connsiteX5898" fmla="*/ 134345 w 1465857"/>
                <a:gd name="connsiteY5898" fmla="*/ 386062 h 1282606"/>
                <a:gd name="connsiteX5899" fmla="*/ 131900 w 1465857"/>
                <a:gd name="connsiteY5899" fmla="*/ 386062 h 1282606"/>
                <a:gd name="connsiteX5900" fmla="*/ 129454 w 1465857"/>
                <a:gd name="connsiteY5900" fmla="*/ 386062 h 1282606"/>
                <a:gd name="connsiteX5901" fmla="*/ 127009 w 1465857"/>
                <a:gd name="connsiteY5901" fmla="*/ 383617 h 1282606"/>
                <a:gd name="connsiteX5902" fmla="*/ 124420 w 1465857"/>
                <a:gd name="connsiteY5902" fmla="*/ 381171 h 1282606"/>
                <a:gd name="connsiteX5903" fmla="*/ 121831 w 1465857"/>
                <a:gd name="connsiteY5903" fmla="*/ 381171 h 1282606"/>
                <a:gd name="connsiteX5904" fmla="*/ 121831 w 1465857"/>
                <a:gd name="connsiteY5904" fmla="*/ 378438 h 1282606"/>
                <a:gd name="connsiteX5905" fmla="*/ 116797 w 1465857"/>
                <a:gd name="connsiteY5905" fmla="*/ 378438 h 1282606"/>
                <a:gd name="connsiteX5906" fmla="*/ 106584 w 1465857"/>
                <a:gd name="connsiteY5906" fmla="*/ 370959 h 1282606"/>
                <a:gd name="connsiteX5907" fmla="*/ 104139 w 1465857"/>
                <a:gd name="connsiteY5907" fmla="*/ 368226 h 1282606"/>
                <a:gd name="connsiteX5908" fmla="*/ 101406 w 1465857"/>
                <a:gd name="connsiteY5908" fmla="*/ 365781 h 1282606"/>
                <a:gd name="connsiteX5909" fmla="*/ 101406 w 1465857"/>
                <a:gd name="connsiteY5909" fmla="*/ 363335 h 1282606"/>
                <a:gd name="connsiteX5910" fmla="*/ 101406 w 1465857"/>
                <a:gd name="connsiteY5910" fmla="*/ 360746 h 1282606"/>
                <a:gd name="connsiteX5911" fmla="*/ 101406 w 1465857"/>
                <a:gd name="connsiteY5911" fmla="*/ 355568 h 1282606"/>
                <a:gd name="connsiteX5912" fmla="*/ 98961 w 1465857"/>
                <a:gd name="connsiteY5912" fmla="*/ 355568 h 1282606"/>
                <a:gd name="connsiteX5913" fmla="*/ 96516 w 1465857"/>
                <a:gd name="connsiteY5913" fmla="*/ 355568 h 1282606"/>
                <a:gd name="connsiteX5914" fmla="*/ 94070 w 1465857"/>
                <a:gd name="connsiteY5914" fmla="*/ 360746 h 1282606"/>
                <a:gd name="connsiteX5915" fmla="*/ 91193 w 1465857"/>
                <a:gd name="connsiteY5915" fmla="*/ 363335 h 1282606"/>
                <a:gd name="connsiteX5916" fmla="*/ 86303 w 1465857"/>
                <a:gd name="connsiteY5916" fmla="*/ 360746 h 1282606"/>
                <a:gd name="connsiteX5917" fmla="*/ 66022 w 1465857"/>
                <a:gd name="connsiteY5917" fmla="*/ 360746 h 1282606"/>
                <a:gd name="connsiteX5918" fmla="*/ 50919 w 1465857"/>
                <a:gd name="connsiteY5918" fmla="*/ 358013 h 1282606"/>
                <a:gd name="connsiteX5919" fmla="*/ 48186 w 1465857"/>
                <a:gd name="connsiteY5919" fmla="*/ 358013 h 1282606"/>
                <a:gd name="connsiteX5920" fmla="*/ 45597 w 1465857"/>
                <a:gd name="connsiteY5920" fmla="*/ 358013 h 1282606"/>
                <a:gd name="connsiteX5921" fmla="*/ 40706 w 1465857"/>
                <a:gd name="connsiteY5921" fmla="*/ 358013 h 1282606"/>
                <a:gd name="connsiteX5922" fmla="*/ 25315 w 1465857"/>
                <a:gd name="connsiteY5922" fmla="*/ 355568 h 1282606"/>
                <a:gd name="connsiteX5923" fmla="*/ 22870 w 1465857"/>
                <a:gd name="connsiteY5923" fmla="*/ 355568 h 1282606"/>
                <a:gd name="connsiteX5924" fmla="*/ 20425 w 1465857"/>
                <a:gd name="connsiteY5924" fmla="*/ 353123 h 1282606"/>
                <a:gd name="connsiteX5925" fmla="*/ 17692 w 1465857"/>
                <a:gd name="connsiteY5925" fmla="*/ 355568 h 1282606"/>
                <a:gd name="connsiteX5926" fmla="*/ 15103 w 1465857"/>
                <a:gd name="connsiteY5926" fmla="*/ 350678 h 1282606"/>
                <a:gd name="connsiteX5927" fmla="*/ 15103 w 1465857"/>
                <a:gd name="connsiteY5927" fmla="*/ 347945 h 1282606"/>
                <a:gd name="connsiteX5928" fmla="*/ 10213 w 1465857"/>
                <a:gd name="connsiteY5928" fmla="*/ 342910 h 1282606"/>
                <a:gd name="connsiteX5929" fmla="*/ 10213 w 1465857"/>
                <a:gd name="connsiteY5929" fmla="*/ 337732 h 1282606"/>
                <a:gd name="connsiteX5930" fmla="*/ 10213 w 1465857"/>
                <a:gd name="connsiteY5930" fmla="*/ 332842 h 1282606"/>
                <a:gd name="connsiteX5931" fmla="*/ 10213 w 1465857"/>
                <a:gd name="connsiteY5931" fmla="*/ 330253 h 1282606"/>
                <a:gd name="connsiteX5932" fmla="*/ 7480 w 1465857"/>
                <a:gd name="connsiteY5932" fmla="*/ 322629 h 1282606"/>
                <a:gd name="connsiteX5933" fmla="*/ 5034 w 1465857"/>
                <a:gd name="connsiteY5933" fmla="*/ 320184 h 1282606"/>
                <a:gd name="connsiteX5934" fmla="*/ 7480 w 1465857"/>
                <a:gd name="connsiteY5934" fmla="*/ 320184 h 1282606"/>
                <a:gd name="connsiteX5935" fmla="*/ 10213 w 1465857"/>
                <a:gd name="connsiteY5935" fmla="*/ 317451 h 1282606"/>
                <a:gd name="connsiteX5936" fmla="*/ 7480 w 1465857"/>
                <a:gd name="connsiteY5936" fmla="*/ 317451 h 1282606"/>
                <a:gd name="connsiteX5937" fmla="*/ 7480 w 1465857"/>
                <a:gd name="connsiteY5937" fmla="*/ 315006 h 1282606"/>
                <a:gd name="connsiteX5938" fmla="*/ 10213 w 1465857"/>
                <a:gd name="connsiteY5938" fmla="*/ 312417 h 1282606"/>
                <a:gd name="connsiteX5939" fmla="*/ 12658 w 1465857"/>
                <a:gd name="connsiteY5939" fmla="*/ 307526 h 1282606"/>
                <a:gd name="connsiteX5940" fmla="*/ 12658 w 1465857"/>
                <a:gd name="connsiteY5940" fmla="*/ 304793 h 1282606"/>
                <a:gd name="connsiteX5941" fmla="*/ 12658 w 1465857"/>
                <a:gd name="connsiteY5941" fmla="*/ 302204 h 1282606"/>
                <a:gd name="connsiteX5942" fmla="*/ 12658 w 1465857"/>
                <a:gd name="connsiteY5942" fmla="*/ 299759 h 1282606"/>
                <a:gd name="connsiteX5943" fmla="*/ 15103 w 1465857"/>
                <a:gd name="connsiteY5943" fmla="*/ 299759 h 1282606"/>
                <a:gd name="connsiteX5944" fmla="*/ 15103 w 1465857"/>
                <a:gd name="connsiteY5944" fmla="*/ 297314 h 1282606"/>
                <a:gd name="connsiteX5945" fmla="*/ 12658 w 1465857"/>
                <a:gd name="connsiteY5945" fmla="*/ 294581 h 1282606"/>
                <a:gd name="connsiteX5946" fmla="*/ 10213 w 1465857"/>
                <a:gd name="connsiteY5946" fmla="*/ 294581 h 1282606"/>
                <a:gd name="connsiteX5947" fmla="*/ 10213 w 1465857"/>
                <a:gd name="connsiteY5947" fmla="*/ 292135 h 1282606"/>
                <a:gd name="connsiteX5948" fmla="*/ 7480 w 1465857"/>
                <a:gd name="connsiteY5948" fmla="*/ 292135 h 1282606"/>
                <a:gd name="connsiteX5949" fmla="*/ 7480 w 1465857"/>
                <a:gd name="connsiteY5949" fmla="*/ 289690 h 1282606"/>
                <a:gd name="connsiteX5950" fmla="*/ 5034 w 1465857"/>
                <a:gd name="connsiteY5950" fmla="*/ 281923 h 1282606"/>
                <a:gd name="connsiteX5951" fmla="*/ 2445 w 1465857"/>
                <a:gd name="connsiteY5951" fmla="*/ 281923 h 1282606"/>
                <a:gd name="connsiteX5952" fmla="*/ 0 w 1465857"/>
                <a:gd name="connsiteY5952" fmla="*/ 277032 h 1282606"/>
                <a:gd name="connsiteX5953" fmla="*/ 2445 w 1465857"/>
                <a:gd name="connsiteY5953" fmla="*/ 277032 h 1282606"/>
                <a:gd name="connsiteX5954" fmla="*/ 2445 w 1465857"/>
                <a:gd name="connsiteY5954" fmla="*/ 274299 h 1282606"/>
                <a:gd name="connsiteX5955" fmla="*/ 5034 w 1465857"/>
                <a:gd name="connsiteY5955" fmla="*/ 274299 h 1282606"/>
                <a:gd name="connsiteX5956" fmla="*/ 5034 w 1465857"/>
                <a:gd name="connsiteY5956" fmla="*/ 271854 h 1282606"/>
                <a:gd name="connsiteX5957" fmla="*/ 5034 w 1465857"/>
                <a:gd name="connsiteY5957" fmla="*/ 269265 h 1282606"/>
                <a:gd name="connsiteX5958" fmla="*/ 5034 w 1465857"/>
                <a:gd name="connsiteY5958" fmla="*/ 266820 h 1282606"/>
                <a:gd name="connsiteX5959" fmla="*/ 5034 w 1465857"/>
                <a:gd name="connsiteY5959" fmla="*/ 261642 h 1282606"/>
                <a:gd name="connsiteX5960" fmla="*/ 5034 w 1465857"/>
                <a:gd name="connsiteY5960" fmla="*/ 259197 h 1282606"/>
                <a:gd name="connsiteX5961" fmla="*/ 2445 w 1465857"/>
                <a:gd name="connsiteY5961" fmla="*/ 256607 h 1282606"/>
                <a:gd name="connsiteX5962" fmla="*/ 10213 w 1465857"/>
                <a:gd name="connsiteY5962" fmla="*/ 253874 h 1282606"/>
                <a:gd name="connsiteX5963" fmla="*/ 10213 w 1465857"/>
                <a:gd name="connsiteY5963" fmla="*/ 251429 h 1282606"/>
                <a:gd name="connsiteX5964" fmla="*/ 12658 w 1465857"/>
                <a:gd name="connsiteY5964" fmla="*/ 251429 h 1282606"/>
                <a:gd name="connsiteX5965" fmla="*/ 12658 w 1465857"/>
                <a:gd name="connsiteY5965" fmla="*/ 248984 h 1282606"/>
                <a:gd name="connsiteX5966" fmla="*/ 15103 w 1465857"/>
                <a:gd name="connsiteY5966" fmla="*/ 251429 h 1282606"/>
                <a:gd name="connsiteX5967" fmla="*/ 17692 w 1465857"/>
                <a:gd name="connsiteY5967" fmla="*/ 251429 h 1282606"/>
                <a:gd name="connsiteX5968" fmla="*/ 15103 w 1465857"/>
                <a:gd name="connsiteY5968" fmla="*/ 248984 h 1282606"/>
                <a:gd name="connsiteX5969" fmla="*/ 20425 w 1465857"/>
                <a:gd name="connsiteY5969" fmla="*/ 243806 h 1282606"/>
                <a:gd name="connsiteX5970" fmla="*/ 17692 w 1465857"/>
                <a:gd name="connsiteY5970" fmla="*/ 241217 h 1282606"/>
                <a:gd name="connsiteX5971" fmla="*/ 15103 w 1465857"/>
                <a:gd name="connsiteY5971" fmla="*/ 243806 h 1282606"/>
                <a:gd name="connsiteX5972" fmla="*/ 10213 w 1465857"/>
                <a:gd name="connsiteY5972" fmla="*/ 243806 h 1282606"/>
                <a:gd name="connsiteX5973" fmla="*/ 7480 w 1465857"/>
                <a:gd name="connsiteY5973" fmla="*/ 241217 h 1282606"/>
                <a:gd name="connsiteX5974" fmla="*/ 5034 w 1465857"/>
                <a:gd name="connsiteY5974" fmla="*/ 233593 h 1282606"/>
                <a:gd name="connsiteX5975" fmla="*/ 2445 w 1465857"/>
                <a:gd name="connsiteY5975" fmla="*/ 226114 h 1282606"/>
                <a:gd name="connsiteX5976" fmla="*/ 5034 w 1465857"/>
                <a:gd name="connsiteY5976" fmla="*/ 216045 h 1282606"/>
                <a:gd name="connsiteX5977" fmla="*/ 7480 w 1465857"/>
                <a:gd name="connsiteY5977" fmla="*/ 213456 h 1282606"/>
                <a:gd name="connsiteX5978" fmla="*/ 5034 w 1465857"/>
                <a:gd name="connsiteY5978" fmla="*/ 213456 h 1282606"/>
                <a:gd name="connsiteX5979" fmla="*/ 2445 w 1465857"/>
                <a:gd name="connsiteY5979" fmla="*/ 213456 h 1282606"/>
                <a:gd name="connsiteX5980" fmla="*/ 2445 w 1465857"/>
                <a:gd name="connsiteY5980" fmla="*/ 210723 h 1282606"/>
                <a:gd name="connsiteX5981" fmla="*/ 5034 w 1465857"/>
                <a:gd name="connsiteY5981" fmla="*/ 208278 h 1282606"/>
                <a:gd name="connsiteX5982" fmla="*/ 7480 w 1465857"/>
                <a:gd name="connsiteY5982" fmla="*/ 205833 h 1282606"/>
                <a:gd name="connsiteX5983" fmla="*/ 7480 w 1465857"/>
                <a:gd name="connsiteY5983" fmla="*/ 203387 h 1282606"/>
                <a:gd name="connsiteX5984" fmla="*/ 7480 w 1465857"/>
                <a:gd name="connsiteY5984" fmla="*/ 200654 h 1282606"/>
                <a:gd name="connsiteX5985" fmla="*/ 7480 w 1465857"/>
                <a:gd name="connsiteY5985" fmla="*/ 198209 h 1282606"/>
                <a:gd name="connsiteX5986" fmla="*/ 7480 w 1465857"/>
                <a:gd name="connsiteY5986" fmla="*/ 193175 h 1282606"/>
                <a:gd name="connsiteX5987" fmla="*/ 10213 w 1465857"/>
                <a:gd name="connsiteY5987" fmla="*/ 185551 h 1282606"/>
                <a:gd name="connsiteX5988" fmla="*/ 12658 w 1465857"/>
                <a:gd name="connsiteY5988" fmla="*/ 182962 h 1282606"/>
                <a:gd name="connsiteX5989" fmla="*/ 15103 w 1465857"/>
                <a:gd name="connsiteY5989" fmla="*/ 182962 h 1282606"/>
                <a:gd name="connsiteX5990" fmla="*/ 17692 w 1465857"/>
                <a:gd name="connsiteY5990" fmla="*/ 180229 h 1282606"/>
                <a:gd name="connsiteX5991" fmla="*/ 15103 w 1465857"/>
                <a:gd name="connsiteY5991" fmla="*/ 180229 h 1282606"/>
                <a:gd name="connsiteX5992" fmla="*/ 15103 w 1465857"/>
                <a:gd name="connsiteY5992" fmla="*/ 177784 h 1282606"/>
                <a:gd name="connsiteX5993" fmla="*/ 17692 w 1465857"/>
                <a:gd name="connsiteY5993" fmla="*/ 177784 h 1282606"/>
                <a:gd name="connsiteX5994" fmla="*/ 17692 w 1465857"/>
                <a:gd name="connsiteY5994" fmla="*/ 175339 h 1282606"/>
                <a:gd name="connsiteX5995" fmla="*/ 15103 w 1465857"/>
                <a:gd name="connsiteY5995" fmla="*/ 175339 h 1282606"/>
                <a:gd name="connsiteX5996" fmla="*/ 15103 w 1465857"/>
                <a:gd name="connsiteY5996" fmla="*/ 172894 h 1282606"/>
                <a:gd name="connsiteX5997" fmla="*/ 12658 w 1465857"/>
                <a:gd name="connsiteY5997" fmla="*/ 172894 h 1282606"/>
                <a:gd name="connsiteX5998" fmla="*/ 15103 w 1465857"/>
                <a:gd name="connsiteY5998" fmla="*/ 165126 h 1282606"/>
                <a:gd name="connsiteX5999" fmla="*/ 12658 w 1465857"/>
                <a:gd name="connsiteY5999" fmla="*/ 159948 h 1282606"/>
                <a:gd name="connsiteX6000" fmla="*/ 17692 w 1465857"/>
                <a:gd name="connsiteY6000" fmla="*/ 162681 h 1282606"/>
                <a:gd name="connsiteX6001" fmla="*/ 20425 w 1465857"/>
                <a:gd name="connsiteY6001" fmla="*/ 165126 h 1282606"/>
                <a:gd name="connsiteX6002" fmla="*/ 22870 w 1465857"/>
                <a:gd name="connsiteY6002" fmla="*/ 162681 h 1282606"/>
                <a:gd name="connsiteX6003" fmla="*/ 25315 w 1465857"/>
                <a:gd name="connsiteY6003" fmla="*/ 165126 h 1282606"/>
                <a:gd name="connsiteX6004" fmla="*/ 25315 w 1465857"/>
                <a:gd name="connsiteY6004" fmla="*/ 162681 h 1282606"/>
                <a:gd name="connsiteX6005" fmla="*/ 27761 w 1465857"/>
                <a:gd name="connsiteY6005" fmla="*/ 159948 h 1282606"/>
                <a:gd name="connsiteX6006" fmla="*/ 25315 w 1465857"/>
                <a:gd name="connsiteY6006" fmla="*/ 159948 h 1282606"/>
                <a:gd name="connsiteX6007" fmla="*/ 22870 w 1465857"/>
                <a:gd name="connsiteY6007" fmla="*/ 157503 h 1282606"/>
                <a:gd name="connsiteX6008" fmla="*/ 20425 w 1465857"/>
                <a:gd name="connsiteY6008" fmla="*/ 157503 h 1282606"/>
                <a:gd name="connsiteX6009" fmla="*/ 20425 w 1465857"/>
                <a:gd name="connsiteY6009" fmla="*/ 155058 h 1282606"/>
                <a:gd name="connsiteX6010" fmla="*/ 20425 w 1465857"/>
                <a:gd name="connsiteY6010" fmla="*/ 152469 h 1282606"/>
                <a:gd name="connsiteX6011" fmla="*/ 22870 w 1465857"/>
                <a:gd name="connsiteY6011" fmla="*/ 147290 h 1282606"/>
                <a:gd name="connsiteX6012" fmla="*/ 20425 w 1465857"/>
                <a:gd name="connsiteY6012" fmla="*/ 147290 h 1282606"/>
                <a:gd name="connsiteX6013" fmla="*/ 22870 w 1465857"/>
                <a:gd name="connsiteY6013" fmla="*/ 144845 h 1282606"/>
                <a:gd name="connsiteX6014" fmla="*/ 20425 w 1465857"/>
                <a:gd name="connsiteY6014" fmla="*/ 134633 h 1282606"/>
                <a:gd name="connsiteX6015" fmla="*/ 22870 w 1465857"/>
                <a:gd name="connsiteY6015" fmla="*/ 129742 h 1282606"/>
                <a:gd name="connsiteX6016" fmla="*/ 22870 w 1465857"/>
                <a:gd name="connsiteY6016" fmla="*/ 132187 h 1282606"/>
                <a:gd name="connsiteX6017" fmla="*/ 27761 w 1465857"/>
                <a:gd name="connsiteY6017" fmla="*/ 129742 h 1282606"/>
                <a:gd name="connsiteX6018" fmla="*/ 25315 w 1465857"/>
                <a:gd name="connsiteY6018" fmla="*/ 129742 h 1282606"/>
                <a:gd name="connsiteX6019" fmla="*/ 22870 w 1465857"/>
                <a:gd name="connsiteY6019" fmla="*/ 127009 h 1282606"/>
                <a:gd name="connsiteX6020" fmla="*/ 22870 w 1465857"/>
                <a:gd name="connsiteY6020" fmla="*/ 114351 h 1282606"/>
                <a:gd name="connsiteX6021" fmla="*/ 25315 w 1465857"/>
                <a:gd name="connsiteY6021" fmla="*/ 114351 h 1282606"/>
                <a:gd name="connsiteX6022" fmla="*/ 27761 w 1465857"/>
                <a:gd name="connsiteY6022" fmla="*/ 111906 h 1282606"/>
                <a:gd name="connsiteX6023" fmla="*/ 25315 w 1465857"/>
                <a:gd name="connsiteY6023" fmla="*/ 111906 h 1282606"/>
                <a:gd name="connsiteX6024" fmla="*/ 27761 w 1465857"/>
                <a:gd name="connsiteY6024" fmla="*/ 109317 h 1282606"/>
                <a:gd name="connsiteX6025" fmla="*/ 27761 w 1465857"/>
                <a:gd name="connsiteY6025" fmla="*/ 106584 h 1282606"/>
                <a:gd name="connsiteX6026" fmla="*/ 27761 w 1465857"/>
                <a:gd name="connsiteY6026" fmla="*/ 104139 h 1282606"/>
                <a:gd name="connsiteX6027" fmla="*/ 32939 w 1465857"/>
                <a:gd name="connsiteY6027" fmla="*/ 104139 h 1282606"/>
                <a:gd name="connsiteX6028" fmla="*/ 35528 w 1465857"/>
                <a:gd name="connsiteY6028" fmla="*/ 101694 h 1282606"/>
                <a:gd name="connsiteX6029" fmla="*/ 30494 w 1465857"/>
                <a:gd name="connsiteY6029" fmla="*/ 101694 h 1282606"/>
                <a:gd name="connsiteX6030" fmla="*/ 30494 w 1465857"/>
                <a:gd name="connsiteY6030" fmla="*/ 99248 h 1282606"/>
                <a:gd name="connsiteX6031" fmla="*/ 30494 w 1465857"/>
                <a:gd name="connsiteY6031" fmla="*/ 96515 h 1282606"/>
                <a:gd name="connsiteX6032" fmla="*/ 32939 w 1465857"/>
                <a:gd name="connsiteY6032" fmla="*/ 91481 h 1282606"/>
                <a:gd name="connsiteX6033" fmla="*/ 35528 w 1465857"/>
                <a:gd name="connsiteY6033" fmla="*/ 91481 h 1282606"/>
                <a:gd name="connsiteX6034" fmla="*/ 37973 w 1465857"/>
                <a:gd name="connsiteY6034" fmla="*/ 91481 h 1282606"/>
                <a:gd name="connsiteX6035" fmla="*/ 43151 w 1465857"/>
                <a:gd name="connsiteY6035" fmla="*/ 91481 h 1282606"/>
                <a:gd name="connsiteX6036" fmla="*/ 37973 w 1465857"/>
                <a:gd name="connsiteY6036" fmla="*/ 89036 h 1282606"/>
                <a:gd name="connsiteX6037" fmla="*/ 37973 w 1465857"/>
                <a:gd name="connsiteY6037" fmla="*/ 86303 h 1282606"/>
                <a:gd name="connsiteX6038" fmla="*/ 35528 w 1465857"/>
                <a:gd name="connsiteY6038" fmla="*/ 86303 h 1282606"/>
                <a:gd name="connsiteX6039" fmla="*/ 43151 w 1465857"/>
                <a:gd name="connsiteY6039" fmla="*/ 71200 h 1282606"/>
                <a:gd name="connsiteX6040" fmla="*/ 48186 w 1465857"/>
                <a:gd name="connsiteY6040" fmla="*/ 66022 h 1282606"/>
                <a:gd name="connsiteX6041" fmla="*/ 48186 w 1465857"/>
                <a:gd name="connsiteY6041" fmla="*/ 63433 h 1282606"/>
                <a:gd name="connsiteX6042" fmla="*/ 55809 w 1465857"/>
                <a:gd name="connsiteY6042" fmla="*/ 53364 h 1282606"/>
                <a:gd name="connsiteX6043" fmla="*/ 63576 w 1465857"/>
                <a:gd name="connsiteY6043" fmla="*/ 40706 h 1282606"/>
                <a:gd name="connsiteX6044" fmla="*/ 78680 w 1465857"/>
                <a:gd name="connsiteY6044" fmla="*/ 28049 h 1282606"/>
                <a:gd name="connsiteX6045" fmla="*/ 91193 w 1465857"/>
                <a:gd name="connsiteY6045" fmla="*/ 20281 h 1282606"/>
                <a:gd name="connsiteX6046" fmla="*/ 98961 w 1465857"/>
                <a:gd name="connsiteY6046" fmla="*/ 17836 h 1282606"/>
                <a:gd name="connsiteX6047" fmla="*/ 114351 w 1465857"/>
                <a:gd name="connsiteY6047" fmla="*/ 7767 h 1282606"/>
                <a:gd name="connsiteX6048" fmla="*/ 124420 w 1465857"/>
                <a:gd name="connsiteY6048" fmla="*/ 7767 h 1282606"/>
                <a:gd name="connsiteX6049" fmla="*/ 131900 w 1465857"/>
                <a:gd name="connsiteY6049" fmla="*/ 5178 h 1282606"/>
                <a:gd name="connsiteX6050" fmla="*/ 144557 w 1465857"/>
                <a:gd name="connsiteY6050" fmla="*/ 5178 h 1282606"/>
                <a:gd name="connsiteX6051" fmla="*/ 157503 w 1465857"/>
                <a:gd name="connsiteY6051" fmla="*/ 7767 h 1282606"/>
                <a:gd name="connsiteX6052" fmla="*/ 159948 w 1465857"/>
                <a:gd name="connsiteY6052" fmla="*/ 7767 h 1282606"/>
                <a:gd name="connsiteX6053" fmla="*/ 172606 w 1465857"/>
                <a:gd name="connsiteY6053" fmla="*/ 7767 h 1282606"/>
                <a:gd name="connsiteX6054" fmla="*/ 177784 w 1465857"/>
                <a:gd name="connsiteY6054" fmla="*/ 10212 h 1282606"/>
                <a:gd name="connsiteX6055" fmla="*/ 182818 w 1465857"/>
                <a:gd name="connsiteY6055" fmla="*/ 15391 h 1282606"/>
                <a:gd name="connsiteX6056" fmla="*/ 180229 w 1465857"/>
                <a:gd name="connsiteY6056" fmla="*/ 25603 h 1282606"/>
                <a:gd name="connsiteX6057" fmla="*/ 177784 w 1465857"/>
                <a:gd name="connsiteY6057" fmla="*/ 28049 h 1282606"/>
                <a:gd name="connsiteX6058" fmla="*/ 175051 w 1465857"/>
                <a:gd name="connsiteY6058" fmla="*/ 30494 h 1282606"/>
                <a:gd name="connsiteX6059" fmla="*/ 172606 w 1465857"/>
                <a:gd name="connsiteY6059" fmla="*/ 32939 h 1282606"/>
                <a:gd name="connsiteX6060" fmla="*/ 170161 w 1465857"/>
                <a:gd name="connsiteY6060" fmla="*/ 38117 h 1282606"/>
                <a:gd name="connsiteX6061" fmla="*/ 167572 w 1465857"/>
                <a:gd name="connsiteY6061" fmla="*/ 43151 h 1282606"/>
                <a:gd name="connsiteX6062" fmla="*/ 164982 w 1465857"/>
                <a:gd name="connsiteY6062" fmla="*/ 45884 h 1282606"/>
                <a:gd name="connsiteX6063" fmla="*/ 162393 w 1465857"/>
                <a:gd name="connsiteY6063" fmla="*/ 48330 h 1282606"/>
                <a:gd name="connsiteX6064" fmla="*/ 159948 w 1465857"/>
                <a:gd name="connsiteY6064" fmla="*/ 48330 h 1282606"/>
                <a:gd name="connsiteX6065" fmla="*/ 157503 w 1465857"/>
                <a:gd name="connsiteY6065" fmla="*/ 53364 h 1282606"/>
                <a:gd name="connsiteX6066" fmla="*/ 154770 w 1465857"/>
                <a:gd name="connsiteY6066" fmla="*/ 60987 h 1282606"/>
                <a:gd name="connsiteX6067" fmla="*/ 149736 w 1465857"/>
                <a:gd name="connsiteY6067" fmla="*/ 68755 h 1282606"/>
                <a:gd name="connsiteX6068" fmla="*/ 142112 w 1465857"/>
                <a:gd name="connsiteY6068" fmla="*/ 89036 h 1282606"/>
                <a:gd name="connsiteX6069" fmla="*/ 142112 w 1465857"/>
                <a:gd name="connsiteY6069" fmla="*/ 96515 h 1282606"/>
                <a:gd name="connsiteX6070" fmla="*/ 142112 w 1465857"/>
                <a:gd name="connsiteY6070" fmla="*/ 99248 h 1282606"/>
                <a:gd name="connsiteX6071" fmla="*/ 139667 w 1465857"/>
                <a:gd name="connsiteY6071" fmla="*/ 101694 h 1282606"/>
                <a:gd name="connsiteX6072" fmla="*/ 139667 w 1465857"/>
                <a:gd name="connsiteY6072" fmla="*/ 104139 h 1282606"/>
                <a:gd name="connsiteX6073" fmla="*/ 139667 w 1465857"/>
                <a:gd name="connsiteY6073" fmla="*/ 106584 h 1282606"/>
                <a:gd name="connsiteX6074" fmla="*/ 137222 w 1465857"/>
                <a:gd name="connsiteY6074" fmla="*/ 111906 h 1282606"/>
                <a:gd name="connsiteX6075" fmla="*/ 137222 w 1465857"/>
                <a:gd name="connsiteY6075" fmla="*/ 114351 h 1282606"/>
                <a:gd name="connsiteX6076" fmla="*/ 137222 w 1465857"/>
                <a:gd name="connsiteY6076" fmla="*/ 116797 h 1282606"/>
                <a:gd name="connsiteX6077" fmla="*/ 134345 w 1465857"/>
                <a:gd name="connsiteY6077" fmla="*/ 121975 h 1282606"/>
                <a:gd name="connsiteX6078" fmla="*/ 134345 w 1465857"/>
                <a:gd name="connsiteY6078" fmla="*/ 127009 h 1282606"/>
                <a:gd name="connsiteX6079" fmla="*/ 131900 w 1465857"/>
                <a:gd name="connsiteY6079" fmla="*/ 129742 h 1282606"/>
                <a:gd name="connsiteX6080" fmla="*/ 129454 w 1465857"/>
                <a:gd name="connsiteY6080" fmla="*/ 134633 h 1282606"/>
                <a:gd name="connsiteX6081" fmla="*/ 131900 w 1465857"/>
                <a:gd name="connsiteY6081" fmla="*/ 137078 h 1282606"/>
                <a:gd name="connsiteX6082" fmla="*/ 147290 w 1465857"/>
                <a:gd name="connsiteY6082" fmla="*/ 159948 h 1282606"/>
                <a:gd name="connsiteX6083" fmla="*/ 167572 w 1465857"/>
                <a:gd name="connsiteY6083" fmla="*/ 144845 h 1282606"/>
                <a:gd name="connsiteX6084" fmla="*/ 167572 w 1465857"/>
                <a:gd name="connsiteY6084" fmla="*/ 142400 h 1282606"/>
                <a:gd name="connsiteX6085" fmla="*/ 162393 w 1465857"/>
                <a:gd name="connsiteY6085" fmla="*/ 132187 h 1282606"/>
                <a:gd name="connsiteX6086" fmla="*/ 167572 w 1465857"/>
                <a:gd name="connsiteY6086" fmla="*/ 127009 h 1282606"/>
                <a:gd name="connsiteX6087" fmla="*/ 167572 w 1465857"/>
                <a:gd name="connsiteY6087" fmla="*/ 121975 h 1282606"/>
                <a:gd name="connsiteX6088" fmla="*/ 177784 w 1465857"/>
                <a:gd name="connsiteY6088" fmla="*/ 119530 h 1282606"/>
                <a:gd name="connsiteX6089" fmla="*/ 195476 w 1465857"/>
                <a:gd name="connsiteY6089" fmla="*/ 129742 h 1282606"/>
                <a:gd name="connsiteX6090" fmla="*/ 207990 w 1465857"/>
                <a:gd name="connsiteY6090" fmla="*/ 132187 h 1282606"/>
                <a:gd name="connsiteX6091" fmla="*/ 218203 w 1465857"/>
                <a:gd name="connsiteY6091" fmla="*/ 134633 h 1282606"/>
                <a:gd name="connsiteX6092" fmla="*/ 220936 w 1465857"/>
                <a:gd name="connsiteY6092" fmla="*/ 137078 h 1282606"/>
                <a:gd name="connsiteX6093" fmla="*/ 215757 w 1465857"/>
                <a:gd name="connsiteY6093" fmla="*/ 132187 h 1282606"/>
                <a:gd name="connsiteX6094" fmla="*/ 210723 w 1465857"/>
                <a:gd name="connsiteY6094" fmla="*/ 129742 h 1282606"/>
                <a:gd name="connsiteX6095" fmla="*/ 207990 w 1465857"/>
                <a:gd name="connsiteY6095" fmla="*/ 127009 h 1282606"/>
                <a:gd name="connsiteX6096" fmla="*/ 205545 w 1465857"/>
                <a:gd name="connsiteY6096" fmla="*/ 127009 h 1282606"/>
                <a:gd name="connsiteX6097" fmla="*/ 203099 w 1465857"/>
                <a:gd name="connsiteY6097" fmla="*/ 124420 h 1282606"/>
                <a:gd name="connsiteX6098" fmla="*/ 198209 w 1465857"/>
                <a:gd name="connsiteY6098" fmla="*/ 124420 h 1282606"/>
                <a:gd name="connsiteX6099" fmla="*/ 195476 w 1465857"/>
                <a:gd name="connsiteY6099" fmla="*/ 121975 h 1282606"/>
                <a:gd name="connsiteX6100" fmla="*/ 192887 w 1465857"/>
                <a:gd name="connsiteY6100" fmla="*/ 121975 h 1282606"/>
                <a:gd name="connsiteX6101" fmla="*/ 190442 w 1465857"/>
                <a:gd name="connsiteY6101" fmla="*/ 121975 h 1282606"/>
                <a:gd name="connsiteX6102" fmla="*/ 192887 w 1465857"/>
                <a:gd name="connsiteY6102" fmla="*/ 119530 h 1282606"/>
                <a:gd name="connsiteX6103" fmla="*/ 187997 w 1465857"/>
                <a:gd name="connsiteY6103" fmla="*/ 119530 h 1282606"/>
                <a:gd name="connsiteX6104" fmla="*/ 187997 w 1465857"/>
                <a:gd name="connsiteY6104" fmla="*/ 116797 h 1282606"/>
                <a:gd name="connsiteX6105" fmla="*/ 187997 w 1465857"/>
                <a:gd name="connsiteY6105" fmla="*/ 114351 h 1282606"/>
                <a:gd name="connsiteX6106" fmla="*/ 185264 w 1465857"/>
                <a:gd name="connsiteY6106" fmla="*/ 114351 h 1282606"/>
                <a:gd name="connsiteX6107" fmla="*/ 182818 w 1465857"/>
                <a:gd name="connsiteY6107" fmla="*/ 111906 h 1282606"/>
                <a:gd name="connsiteX6108" fmla="*/ 182818 w 1465857"/>
                <a:gd name="connsiteY6108" fmla="*/ 114351 h 1282606"/>
                <a:gd name="connsiteX6109" fmla="*/ 180229 w 1465857"/>
                <a:gd name="connsiteY6109" fmla="*/ 114351 h 1282606"/>
                <a:gd name="connsiteX6110" fmla="*/ 177784 w 1465857"/>
                <a:gd name="connsiteY6110" fmla="*/ 114351 h 1282606"/>
                <a:gd name="connsiteX6111" fmla="*/ 170161 w 1465857"/>
                <a:gd name="connsiteY6111" fmla="*/ 114351 h 1282606"/>
                <a:gd name="connsiteX6112" fmla="*/ 167572 w 1465857"/>
                <a:gd name="connsiteY6112" fmla="*/ 114351 h 1282606"/>
                <a:gd name="connsiteX6113" fmla="*/ 170161 w 1465857"/>
                <a:gd name="connsiteY6113" fmla="*/ 111906 h 1282606"/>
                <a:gd name="connsiteX6114" fmla="*/ 170161 w 1465857"/>
                <a:gd name="connsiteY6114" fmla="*/ 109317 h 1282606"/>
                <a:gd name="connsiteX6115" fmla="*/ 170161 w 1465857"/>
                <a:gd name="connsiteY6115" fmla="*/ 106584 h 1282606"/>
                <a:gd name="connsiteX6116" fmla="*/ 170161 w 1465857"/>
                <a:gd name="connsiteY6116" fmla="*/ 104139 h 1282606"/>
                <a:gd name="connsiteX6117" fmla="*/ 170161 w 1465857"/>
                <a:gd name="connsiteY6117" fmla="*/ 99248 h 1282606"/>
                <a:gd name="connsiteX6118" fmla="*/ 172606 w 1465857"/>
                <a:gd name="connsiteY6118" fmla="*/ 99248 h 1282606"/>
                <a:gd name="connsiteX6119" fmla="*/ 175051 w 1465857"/>
                <a:gd name="connsiteY6119" fmla="*/ 104139 h 1282606"/>
                <a:gd name="connsiteX6120" fmla="*/ 177784 w 1465857"/>
                <a:gd name="connsiteY6120" fmla="*/ 106584 h 1282606"/>
                <a:gd name="connsiteX6121" fmla="*/ 180229 w 1465857"/>
                <a:gd name="connsiteY6121" fmla="*/ 106584 h 1282606"/>
                <a:gd name="connsiteX6122" fmla="*/ 177784 w 1465857"/>
                <a:gd name="connsiteY6122" fmla="*/ 101694 h 1282606"/>
                <a:gd name="connsiteX6123" fmla="*/ 180229 w 1465857"/>
                <a:gd name="connsiteY6123" fmla="*/ 101694 h 1282606"/>
                <a:gd name="connsiteX6124" fmla="*/ 177784 w 1465857"/>
                <a:gd name="connsiteY6124" fmla="*/ 96515 h 1282606"/>
                <a:gd name="connsiteX6125" fmla="*/ 180229 w 1465857"/>
                <a:gd name="connsiteY6125" fmla="*/ 96515 h 1282606"/>
                <a:gd name="connsiteX6126" fmla="*/ 185264 w 1465857"/>
                <a:gd name="connsiteY6126" fmla="*/ 96515 h 1282606"/>
                <a:gd name="connsiteX6127" fmla="*/ 192887 w 1465857"/>
                <a:gd name="connsiteY6127" fmla="*/ 101694 h 1282606"/>
                <a:gd name="connsiteX6128" fmla="*/ 198209 w 1465857"/>
                <a:gd name="connsiteY6128" fmla="*/ 104139 h 1282606"/>
                <a:gd name="connsiteX6129" fmla="*/ 210723 w 1465857"/>
                <a:gd name="connsiteY6129" fmla="*/ 104139 h 1282606"/>
                <a:gd name="connsiteX6130" fmla="*/ 215757 w 1465857"/>
                <a:gd name="connsiteY6130" fmla="*/ 104139 h 1282606"/>
                <a:gd name="connsiteX6131" fmla="*/ 218203 w 1465857"/>
                <a:gd name="connsiteY6131" fmla="*/ 106584 h 1282606"/>
                <a:gd name="connsiteX6132" fmla="*/ 231148 w 1465857"/>
                <a:gd name="connsiteY6132" fmla="*/ 104139 h 1282606"/>
                <a:gd name="connsiteX6133" fmla="*/ 233593 w 1465857"/>
                <a:gd name="connsiteY6133" fmla="*/ 106584 h 1282606"/>
                <a:gd name="connsiteX6134" fmla="*/ 236039 w 1465857"/>
                <a:gd name="connsiteY6134" fmla="*/ 109317 h 1282606"/>
                <a:gd name="connsiteX6135" fmla="*/ 241217 w 1465857"/>
                <a:gd name="connsiteY6135" fmla="*/ 109317 h 1282606"/>
                <a:gd name="connsiteX6136" fmla="*/ 243806 w 1465857"/>
                <a:gd name="connsiteY6136" fmla="*/ 109317 h 1282606"/>
                <a:gd name="connsiteX6137" fmla="*/ 236039 w 1465857"/>
                <a:gd name="connsiteY6137" fmla="*/ 106584 h 1282606"/>
                <a:gd name="connsiteX6138" fmla="*/ 236039 w 1465857"/>
                <a:gd name="connsiteY6138" fmla="*/ 104139 h 1282606"/>
                <a:gd name="connsiteX6139" fmla="*/ 233593 w 1465857"/>
                <a:gd name="connsiteY6139" fmla="*/ 101694 h 1282606"/>
                <a:gd name="connsiteX6140" fmla="*/ 231148 w 1465857"/>
                <a:gd name="connsiteY6140" fmla="*/ 101694 h 1282606"/>
                <a:gd name="connsiteX6141" fmla="*/ 220936 w 1465857"/>
                <a:gd name="connsiteY6141" fmla="*/ 101694 h 1282606"/>
                <a:gd name="connsiteX6142" fmla="*/ 218203 w 1465857"/>
                <a:gd name="connsiteY6142" fmla="*/ 101694 h 1282606"/>
                <a:gd name="connsiteX6143" fmla="*/ 213312 w 1465857"/>
                <a:gd name="connsiteY6143" fmla="*/ 99248 h 1282606"/>
                <a:gd name="connsiteX6144" fmla="*/ 210723 w 1465857"/>
                <a:gd name="connsiteY6144" fmla="*/ 99248 h 1282606"/>
                <a:gd name="connsiteX6145" fmla="*/ 205545 w 1465857"/>
                <a:gd name="connsiteY6145" fmla="*/ 96515 h 1282606"/>
                <a:gd name="connsiteX6146" fmla="*/ 200654 w 1465857"/>
                <a:gd name="connsiteY6146" fmla="*/ 96515 h 1282606"/>
                <a:gd name="connsiteX6147" fmla="*/ 180229 w 1465857"/>
                <a:gd name="connsiteY6147" fmla="*/ 86303 h 1282606"/>
                <a:gd name="connsiteX6148" fmla="*/ 180229 w 1465857"/>
                <a:gd name="connsiteY6148" fmla="*/ 83858 h 1282606"/>
                <a:gd name="connsiteX6149" fmla="*/ 180229 w 1465857"/>
                <a:gd name="connsiteY6149" fmla="*/ 81269 h 1282606"/>
                <a:gd name="connsiteX6150" fmla="*/ 180229 w 1465857"/>
                <a:gd name="connsiteY6150" fmla="*/ 76090 h 1282606"/>
                <a:gd name="connsiteX6151" fmla="*/ 180229 w 1465857"/>
                <a:gd name="connsiteY6151" fmla="*/ 73645 h 1282606"/>
                <a:gd name="connsiteX6152" fmla="*/ 182818 w 1465857"/>
                <a:gd name="connsiteY6152" fmla="*/ 71200 h 1282606"/>
                <a:gd name="connsiteX6153" fmla="*/ 185264 w 1465857"/>
                <a:gd name="connsiteY6153" fmla="*/ 66022 h 1282606"/>
                <a:gd name="connsiteX6154" fmla="*/ 187997 w 1465857"/>
                <a:gd name="connsiteY6154" fmla="*/ 66022 h 1282606"/>
                <a:gd name="connsiteX6155" fmla="*/ 192887 w 1465857"/>
                <a:gd name="connsiteY6155" fmla="*/ 63433 h 1282606"/>
                <a:gd name="connsiteX6156" fmla="*/ 195476 w 1465857"/>
                <a:gd name="connsiteY6156" fmla="*/ 71200 h 1282606"/>
                <a:gd name="connsiteX6157" fmla="*/ 203099 w 1465857"/>
                <a:gd name="connsiteY6157" fmla="*/ 73645 h 1282606"/>
                <a:gd name="connsiteX6158" fmla="*/ 203099 w 1465857"/>
                <a:gd name="connsiteY6158" fmla="*/ 71200 h 1282606"/>
                <a:gd name="connsiteX6159" fmla="*/ 200654 w 1465857"/>
                <a:gd name="connsiteY6159" fmla="*/ 71200 h 1282606"/>
                <a:gd name="connsiteX6160" fmla="*/ 200654 w 1465857"/>
                <a:gd name="connsiteY6160" fmla="*/ 66022 h 1282606"/>
                <a:gd name="connsiteX6161" fmla="*/ 198209 w 1465857"/>
                <a:gd name="connsiteY6161" fmla="*/ 60987 h 1282606"/>
                <a:gd name="connsiteX6162" fmla="*/ 195476 w 1465857"/>
                <a:gd name="connsiteY6162" fmla="*/ 58542 h 1282606"/>
                <a:gd name="connsiteX6163" fmla="*/ 205545 w 1465857"/>
                <a:gd name="connsiteY6163" fmla="*/ 53364 h 1282606"/>
                <a:gd name="connsiteX6164" fmla="*/ 210723 w 1465857"/>
                <a:gd name="connsiteY6164" fmla="*/ 48330 h 1282606"/>
                <a:gd name="connsiteX6165" fmla="*/ 215757 w 1465857"/>
                <a:gd name="connsiteY6165" fmla="*/ 48330 h 1282606"/>
                <a:gd name="connsiteX6166" fmla="*/ 231148 w 1465857"/>
                <a:gd name="connsiteY6166" fmla="*/ 50775 h 1282606"/>
                <a:gd name="connsiteX6167" fmla="*/ 231148 w 1465857"/>
                <a:gd name="connsiteY6167" fmla="*/ 53364 h 1282606"/>
                <a:gd name="connsiteX6168" fmla="*/ 231148 w 1465857"/>
                <a:gd name="connsiteY6168" fmla="*/ 55809 h 1282606"/>
                <a:gd name="connsiteX6169" fmla="*/ 231148 w 1465857"/>
                <a:gd name="connsiteY6169" fmla="*/ 58542 h 1282606"/>
                <a:gd name="connsiteX6170" fmla="*/ 233593 w 1465857"/>
                <a:gd name="connsiteY6170" fmla="*/ 60987 h 1282606"/>
                <a:gd name="connsiteX6171" fmla="*/ 233593 w 1465857"/>
                <a:gd name="connsiteY6171" fmla="*/ 66022 h 1282606"/>
                <a:gd name="connsiteX6172" fmla="*/ 236039 w 1465857"/>
                <a:gd name="connsiteY6172" fmla="*/ 66022 h 1282606"/>
                <a:gd name="connsiteX6173" fmla="*/ 238628 w 1465857"/>
                <a:gd name="connsiteY6173" fmla="*/ 68755 h 1282606"/>
                <a:gd name="connsiteX6174" fmla="*/ 236039 w 1465857"/>
                <a:gd name="connsiteY6174" fmla="*/ 60987 h 1282606"/>
                <a:gd name="connsiteX6175" fmla="*/ 236039 w 1465857"/>
                <a:gd name="connsiteY6175" fmla="*/ 55809 h 1282606"/>
                <a:gd name="connsiteX6176" fmla="*/ 233593 w 1465857"/>
                <a:gd name="connsiteY6176" fmla="*/ 53364 h 1282606"/>
                <a:gd name="connsiteX6177" fmla="*/ 233593 w 1465857"/>
                <a:gd name="connsiteY6177" fmla="*/ 48330 h 1282606"/>
                <a:gd name="connsiteX6178" fmla="*/ 231148 w 1465857"/>
                <a:gd name="connsiteY6178" fmla="*/ 48330 h 1282606"/>
                <a:gd name="connsiteX6179" fmla="*/ 228415 w 1465857"/>
                <a:gd name="connsiteY6179" fmla="*/ 45884 h 1282606"/>
                <a:gd name="connsiteX6180" fmla="*/ 225970 w 1465857"/>
                <a:gd name="connsiteY6180" fmla="*/ 45884 h 1282606"/>
                <a:gd name="connsiteX6181" fmla="*/ 220936 w 1465857"/>
                <a:gd name="connsiteY6181" fmla="*/ 43151 h 1282606"/>
                <a:gd name="connsiteX6182" fmla="*/ 218203 w 1465857"/>
                <a:gd name="connsiteY6182" fmla="*/ 43151 h 1282606"/>
                <a:gd name="connsiteX6183" fmla="*/ 218203 w 1465857"/>
                <a:gd name="connsiteY6183" fmla="*/ 40706 h 1282606"/>
                <a:gd name="connsiteX6184" fmla="*/ 225970 w 1465857"/>
                <a:gd name="connsiteY6184" fmla="*/ 35672 h 1282606"/>
                <a:gd name="connsiteX6185" fmla="*/ 231148 w 1465857"/>
                <a:gd name="connsiteY6185" fmla="*/ 30494 h 1282606"/>
                <a:gd name="connsiteX6186" fmla="*/ 241217 w 1465857"/>
                <a:gd name="connsiteY6186" fmla="*/ 22870 h 1282606"/>
                <a:gd name="connsiteX6187" fmla="*/ 243806 w 1465857"/>
                <a:gd name="connsiteY6187" fmla="*/ 22870 h 1282606"/>
                <a:gd name="connsiteX6188" fmla="*/ 246251 w 1465857"/>
                <a:gd name="connsiteY6188" fmla="*/ 17836 h 1282606"/>
                <a:gd name="connsiteX6189" fmla="*/ 248696 w 1465857"/>
                <a:gd name="connsiteY6189" fmla="*/ 17836 h 1282606"/>
                <a:gd name="connsiteX6190" fmla="*/ 253875 w 1465857"/>
                <a:gd name="connsiteY6190" fmla="*/ 17836 h 1282606"/>
                <a:gd name="connsiteX6191" fmla="*/ 256464 w 1465857"/>
                <a:gd name="connsiteY6191" fmla="*/ 7767 h 1282606"/>
                <a:gd name="connsiteX6192" fmla="*/ 256464 w 1465857"/>
                <a:gd name="connsiteY6192" fmla="*/ 5178 h 1282606"/>
                <a:gd name="connsiteX6193" fmla="*/ 258909 w 1465857"/>
                <a:gd name="connsiteY6193" fmla="*/ 5178 h 1282606"/>
                <a:gd name="connsiteX6194" fmla="*/ 264087 w 1465857"/>
                <a:gd name="connsiteY6194" fmla="*/ 5178 h 1282606"/>
                <a:gd name="connsiteX6195" fmla="*/ 286957 w 1465857"/>
                <a:gd name="connsiteY6195" fmla="*/ 2445 h 1282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Lst>
              <a:rect l="l" t="t" r="r" b="b"/>
              <a:pathLst>
                <a:path w="1465857" h="1282606">
                  <a:moveTo>
                    <a:pt x="1453200" y="1241900"/>
                  </a:moveTo>
                  <a:lnTo>
                    <a:pt x="1455933" y="1241900"/>
                  </a:lnTo>
                  <a:lnTo>
                    <a:pt x="1455933" y="1244633"/>
                  </a:lnTo>
                  <a:lnTo>
                    <a:pt x="1453200" y="1247078"/>
                  </a:lnTo>
                  <a:lnTo>
                    <a:pt x="1455933" y="1247078"/>
                  </a:lnTo>
                  <a:lnTo>
                    <a:pt x="1455933" y="1249523"/>
                  </a:lnTo>
                  <a:lnTo>
                    <a:pt x="1458378" y="1247078"/>
                  </a:lnTo>
                  <a:lnTo>
                    <a:pt x="1460823" y="1247078"/>
                  </a:lnTo>
                  <a:lnTo>
                    <a:pt x="1460823" y="1254845"/>
                  </a:lnTo>
                  <a:lnTo>
                    <a:pt x="1460823" y="1257291"/>
                  </a:lnTo>
                  <a:lnTo>
                    <a:pt x="1463412" y="1257291"/>
                  </a:lnTo>
                  <a:lnTo>
                    <a:pt x="1463412" y="1259736"/>
                  </a:lnTo>
                  <a:lnTo>
                    <a:pt x="1463412" y="1262181"/>
                  </a:lnTo>
                  <a:lnTo>
                    <a:pt x="1463412" y="1264914"/>
                  </a:lnTo>
                  <a:lnTo>
                    <a:pt x="1465857" y="1264914"/>
                  </a:lnTo>
                  <a:lnTo>
                    <a:pt x="1463412" y="1267503"/>
                  </a:lnTo>
                  <a:lnTo>
                    <a:pt x="1463412" y="1269948"/>
                  </a:lnTo>
                  <a:lnTo>
                    <a:pt x="1460823" y="1269948"/>
                  </a:lnTo>
                  <a:lnTo>
                    <a:pt x="1460823" y="1272394"/>
                  </a:lnTo>
                  <a:lnTo>
                    <a:pt x="1463412" y="1272394"/>
                  </a:lnTo>
                  <a:lnTo>
                    <a:pt x="1463412" y="1275127"/>
                  </a:lnTo>
                  <a:lnTo>
                    <a:pt x="1463412" y="1277716"/>
                  </a:lnTo>
                  <a:lnTo>
                    <a:pt x="1460823" y="1277716"/>
                  </a:lnTo>
                  <a:lnTo>
                    <a:pt x="1463412" y="1282606"/>
                  </a:lnTo>
                  <a:lnTo>
                    <a:pt x="1460823" y="1282606"/>
                  </a:lnTo>
                  <a:lnTo>
                    <a:pt x="1458378" y="1282606"/>
                  </a:lnTo>
                  <a:lnTo>
                    <a:pt x="1458378" y="1280161"/>
                  </a:lnTo>
                  <a:lnTo>
                    <a:pt x="1455933" y="1280161"/>
                  </a:lnTo>
                  <a:lnTo>
                    <a:pt x="1453200" y="1280161"/>
                  </a:lnTo>
                  <a:lnTo>
                    <a:pt x="1453200" y="1277716"/>
                  </a:lnTo>
                  <a:lnTo>
                    <a:pt x="1453200" y="1275127"/>
                  </a:lnTo>
                  <a:lnTo>
                    <a:pt x="1450611" y="1277716"/>
                  </a:lnTo>
                  <a:lnTo>
                    <a:pt x="1448166" y="1275127"/>
                  </a:lnTo>
                  <a:lnTo>
                    <a:pt x="1448166" y="1277716"/>
                  </a:lnTo>
                  <a:lnTo>
                    <a:pt x="1445720" y="1275127"/>
                  </a:lnTo>
                  <a:lnTo>
                    <a:pt x="1442987" y="1275127"/>
                  </a:lnTo>
                  <a:lnTo>
                    <a:pt x="1442987" y="1272394"/>
                  </a:lnTo>
                  <a:lnTo>
                    <a:pt x="1440398" y="1272394"/>
                  </a:lnTo>
                  <a:lnTo>
                    <a:pt x="1437953" y="1272394"/>
                  </a:lnTo>
                  <a:lnTo>
                    <a:pt x="1437953" y="1269948"/>
                  </a:lnTo>
                  <a:lnTo>
                    <a:pt x="1435508" y="1269948"/>
                  </a:lnTo>
                  <a:lnTo>
                    <a:pt x="1432775" y="1267503"/>
                  </a:lnTo>
                  <a:lnTo>
                    <a:pt x="1432775" y="1269948"/>
                  </a:lnTo>
                  <a:lnTo>
                    <a:pt x="1430186" y="1269948"/>
                  </a:lnTo>
                  <a:lnTo>
                    <a:pt x="1430186" y="1267503"/>
                  </a:lnTo>
                  <a:lnTo>
                    <a:pt x="1427740" y="1267503"/>
                  </a:lnTo>
                  <a:lnTo>
                    <a:pt x="1425295" y="1267503"/>
                  </a:lnTo>
                  <a:lnTo>
                    <a:pt x="1422562" y="1267503"/>
                  </a:lnTo>
                  <a:lnTo>
                    <a:pt x="1422562" y="1264914"/>
                  </a:lnTo>
                  <a:lnTo>
                    <a:pt x="1419973" y="1264914"/>
                  </a:lnTo>
                  <a:lnTo>
                    <a:pt x="1417528" y="1264914"/>
                  </a:lnTo>
                  <a:lnTo>
                    <a:pt x="1417528" y="1262181"/>
                  </a:lnTo>
                  <a:lnTo>
                    <a:pt x="1417528" y="1259736"/>
                  </a:lnTo>
                  <a:lnTo>
                    <a:pt x="1417528" y="1257291"/>
                  </a:lnTo>
                  <a:lnTo>
                    <a:pt x="1419973" y="1254845"/>
                  </a:lnTo>
                  <a:lnTo>
                    <a:pt x="1422562" y="1254845"/>
                  </a:lnTo>
                  <a:lnTo>
                    <a:pt x="1425295" y="1252112"/>
                  </a:lnTo>
                  <a:lnTo>
                    <a:pt x="1425295" y="1249523"/>
                  </a:lnTo>
                  <a:lnTo>
                    <a:pt x="1432775" y="1247078"/>
                  </a:lnTo>
                  <a:lnTo>
                    <a:pt x="1435508" y="1244633"/>
                  </a:lnTo>
                  <a:lnTo>
                    <a:pt x="1437953" y="1244633"/>
                  </a:lnTo>
                  <a:lnTo>
                    <a:pt x="1440398" y="1244633"/>
                  </a:lnTo>
                  <a:lnTo>
                    <a:pt x="1440398" y="1247078"/>
                  </a:lnTo>
                  <a:lnTo>
                    <a:pt x="1442987" y="1247078"/>
                  </a:lnTo>
                  <a:lnTo>
                    <a:pt x="1442987" y="1244633"/>
                  </a:lnTo>
                  <a:lnTo>
                    <a:pt x="1445720" y="1244633"/>
                  </a:lnTo>
                  <a:lnTo>
                    <a:pt x="1448166" y="1244633"/>
                  </a:lnTo>
                  <a:lnTo>
                    <a:pt x="1450611" y="1244633"/>
                  </a:lnTo>
                  <a:lnTo>
                    <a:pt x="1453200" y="1244633"/>
                  </a:lnTo>
                  <a:close/>
                  <a:moveTo>
                    <a:pt x="1422562" y="1218886"/>
                  </a:moveTo>
                  <a:lnTo>
                    <a:pt x="1425295" y="1221475"/>
                  </a:lnTo>
                  <a:lnTo>
                    <a:pt x="1430186" y="1224208"/>
                  </a:lnTo>
                  <a:lnTo>
                    <a:pt x="1430186" y="1226653"/>
                  </a:lnTo>
                  <a:lnTo>
                    <a:pt x="1432775" y="1226653"/>
                  </a:lnTo>
                  <a:lnTo>
                    <a:pt x="1435508" y="1226653"/>
                  </a:lnTo>
                  <a:lnTo>
                    <a:pt x="1435508" y="1229099"/>
                  </a:lnTo>
                  <a:lnTo>
                    <a:pt x="1437953" y="1229099"/>
                  </a:lnTo>
                  <a:lnTo>
                    <a:pt x="1437953" y="1226653"/>
                  </a:lnTo>
                  <a:lnTo>
                    <a:pt x="1440398" y="1226653"/>
                  </a:lnTo>
                  <a:lnTo>
                    <a:pt x="1440398" y="1229099"/>
                  </a:lnTo>
                  <a:lnTo>
                    <a:pt x="1442987" y="1231688"/>
                  </a:lnTo>
                  <a:lnTo>
                    <a:pt x="1445720" y="1231688"/>
                  </a:lnTo>
                  <a:lnTo>
                    <a:pt x="1445720" y="1234421"/>
                  </a:lnTo>
                  <a:lnTo>
                    <a:pt x="1445720" y="1236866"/>
                  </a:lnTo>
                  <a:lnTo>
                    <a:pt x="1442987" y="1239311"/>
                  </a:lnTo>
                  <a:lnTo>
                    <a:pt x="1440398" y="1239311"/>
                  </a:lnTo>
                  <a:lnTo>
                    <a:pt x="1440398" y="1241900"/>
                  </a:lnTo>
                  <a:lnTo>
                    <a:pt x="1437953" y="1239311"/>
                  </a:lnTo>
                  <a:lnTo>
                    <a:pt x="1435508" y="1239311"/>
                  </a:lnTo>
                  <a:lnTo>
                    <a:pt x="1435508" y="1236866"/>
                  </a:lnTo>
                  <a:lnTo>
                    <a:pt x="1430186" y="1236866"/>
                  </a:lnTo>
                  <a:lnTo>
                    <a:pt x="1427740" y="1236866"/>
                  </a:lnTo>
                  <a:lnTo>
                    <a:pt x="1425295" y="1234421"/>
                  </a:lnTo>
                  <a:lnTo>
                    <a:pt x="1422562" y="1234421"/>
                  </a:lnTo>
                  <a:lnTo>
                    <a:pt x="1422562" y="1231688"/>
                  </a:lnTo>
                  <a:lnTo>
                    <a:pt x="1419973" y="1229099"/>
                  </a:lnTo>
                  <a:lnTo>
                    <a:pt x="1417528" y="1224208"/>
                  </a:lnTo>
                  <a:lnTo>
                    <a:pt x="1419973" y="1224208"/>
                  </a:lnTo>
                  <a:lnTo>
                    <a:pt x="1419973" y="1221475"/>
                  </a:lnTo>
                  <a:lnTo>
                    <a:pt x="1422562" y="1221475"/>
                  </a:lnTo>
                  <a:close/>
                  <a:moveTo>
                    <a:pt x="1076056" y="1216441"/>
                  </a:moveTo>
                  <a:lnTo>
                    <a:pt x="1093604" y="1218886"/>
                  </a:lnTo>
                  <a:lnTo>
                    <a:pt x="1098926" y="1216441"/>
                  </a:lnTo>
                  <a:lnTo>
                    <a:pt x="1101371" y="1216441"/>
                  </a:lnTo>
                  <a:lnTo>
                    <a:pt x="1101371" y="1218886"/>
                  </a:lnTo>
                  <a:lnTo>
                    <a:pt x="1103817" y="1218886"/>
                  </a:lnTo>
                  <a:lnTo>
                    <a:pt x="1106406" y="1218886"/>
                  </a:lnTo>
                  <a:lnTo>
                    <a:pt x="1106406" y="1221475"/>
                  </a:lnTo>
                  <a:lnTo>
                    <a:pt x="1109139" y="1221475"/>
                  </a:lnTo>
                  <a:lnTo>
                    <a:pt x="1109139" y="1218886"/>
                  </a:lnTo>
                  <a:lnTo>
                    <a:pt x="1111584" y="1218886"/>
                  </a:lnTo>
                  <a:lnTo>
                    <a:pt x="1114029" y="1218886"/>
                  </a:lnTo>
                  <a:lnTo>
                    <a:pt x="1114029" y="1221475"/>
                  </a:lnTo>
                  <a:lnTo>
                    <a:pt x="1116618" y="1221475"/>
                  </a:lnTo>
                  <a:lnTo>
                    <a:pt x="1119351" y="1221475"/>
                  </a:lnTo>
                  <a:lnTo>
                    <a:pt x="1121796" y="1224208"/>
                  </a:lnTo>
                  <a:lnTo>
                    <a:pt x="1119351" y="1224208"/>
                  </a:lnTo>
                  <a:lnTo>
                    <a:pt x="1121796" y="1226654"/>
                  </a:lnTo>
                  <a:lnTo>
                    <a:pt x="1124241" y="1226654"/>
                  </a:lnTo>
                  <a:lnTo>
                    <a:pt x="1124241" y="1231688"/>
                  </a:lnTo>
                  <a:lnTo>
                    <a:pt x="1126831" y="1229099"/>
                  </a:lnTo>
                  <a:lnTo>
                    <a:pt x="1129564" y="1229099"/>
                  </a:lnTo>
                  <a:lnTo>
                    <a:pt x="1134454" y="1234421"/>
                  </a:lnTo>
                  <a:lnTo>
                    <a:pt x="1136899" y="1236866"/>
                  </a:lnTo>
                  <a:lnTo>
                    <a:pt x="1134454" y="1239311"/>
                  </a:lnTo>
                  <a:lnTo>
                    <a:pt x="1132009" y="1244633"/>
                  </a:lnTo>
                  <a:lnTo>
                    <a:pt x="1129564" y="1244633"/>
                  </a:lnTo>
                  <a:lnTo>
                    <a:pt x="1129564" y="1247079"/>
                  </a:lnTo>
                  <a:lnTo>
                    <a:pt x="1121796" y="1247079"/>
                  </a:lnTo>
                  <a:lnTo>
                    <a:pt x="1116618" y="1247079"/>
                  </a:lnTo>
                  <a:lnTo>
                    <a:pt x="1111584" y="1241900"/>
                  </a:lnTo>
                  <a:lnTo>
                    <a:pt x="1114029" y="1244633"/>
                  </a:lnTo>
                  <a:lnTo>
                    <a:pt x="1116618" y="1247079"/>
                  </a:lnTo>
                  <a:lnTo>
                    <a:pt x="1114029" y="1247079"/>
                  </a:lnTo>
                  <a:lnTo>
                    <a:pt x="1111584" y="1247079"/>
                  </a:lnTo>
                  <a:lnTo>
                    <a:pt x="1109139" y="1247079"/>
                  </a:lnTo>
                  <a:lnTo>
                    <a:pt x="1109139" y="1244633"/>
                  </a:lnTo>
                  <a:lnTo>
                    <a:pt x="1103817" y="1241900"/>
                  </a:lnTo>
                  <a:lnTo>
                    <a:pt x="1101371" y="1239311"/>
                  </a:lnTo>
                  <a:lnTo>
                    <a:pt x="1103817" y="1236866"/>
                  </a:lnTo>
                  <a:lnTo>
                    <a:pt x="1101371" y="1236866"/>
                  </a:lnTo>
                  <a:lnTo>
                    <a:pt x="1098926" y="1231688"/>
                  </a:lnTo>
                  <a:lnTo>
                    <a:pt x="1098926" y="1229099"/>
                  </a:lnTo>
                  <a:lnTo>
                    <a:pt x="1096193" y="1229099"/>
                  </a:lnTo>
                  <a:lnTo>
                    <a:pt x="1093604" y="1229099"/>
                  </a:lnTo>
                  <a:lnTo>
                    <a:pt x="1098926" y="1226654"/>
                  </a:lnTo>
                  <a:lnTo>
                    <a:pt x="1101371" y="1226654"/>
                  </a:lnTo>
                  <a:lnTo>
                    <a:pt x="1101371" y="1224208"/>
                  </a:lnTo>
                  <a:lnTo>
                    <a:pt x="1098926" y="1224208"/>
                  </a:lnTo>
                  <a:lnTo>
                    <a:pt x="1096193" y="1224208"/>
                  </a:lnTo>
                  <a:lnTo>
                    <a:pt x="1091159" y="1221475"/>
                  </a:lnTo>
                  <a:lnTo>
                    <a:pt x="1091159" y="1224208"/>
                  </a:lnTo>
                  <a:lnTo>
                    <a:pt x="1088713" y="1224208"/>
                  </a:lnTo>
                  <a:lnTo>
                    <a:pt x="1086268" y="1224208"/>
                  </a:lnTo>
                  <a:lnTo>
                    <a:pt x="1083391" y="1221475"/>
                  </a:lnTo>
                  <a:lnTo>
                    <a:pt x="1078501" y="1221475"/>
                  </a:lnTo>
                  <a:lnTo>
                    <a:pt x="1076056" y="1221475"/>
                  </a:lnTo>
                  <a:lnTo>
                    <a:pt x="1073323" y="1218886"/>
                  </a:lnTo>
                  <a:close/>
                  <a:moveTo>
                    <a:pt x="1371787" y="1211262"/>
                  </a:moveTo>
                  <a:lnTo>
                    <a:pt x="1374232" y="1211262"/>
                  </a:lnTo>
                  <a:lnTo>
                    <a:pt x="1376677" y="1213995"/>
                  </a:lnTo>
                  <a:lnTo>
                    <a:pt x="1379266" y="1213995"/>
                  </a:lnTo>
                  <a:lnTo>
                    <a:pt x="1379266" y="1216440"/>
                  </a:lnTo>
                  <a:lnTo>
                    <a:pt x="1379266" y="1218885"/>
                  </a:lnTo>
                  <a:lnTo>
                    <a:pt x="1376677" y="1218885"/>
                  </a:lnTo>
                  <a:lnTo>
                    <a:pt x="1374232" y="1216440"/>
                  </a:lnTo>
                  <a:lnTo>
                    <a:pt x="1374232" y="1213995"/>
                  </a:lnTo>
                  <a:lnTo>
                    <a:pt x="1371787" y="1213995"/>
                  </a:lnTo>
                  <a:lnTo>
                    <a:pt x="1371787" y="1216440"/>
                  </a:lnTo>
                  <a:lnTo>
                    <a:pt x="1369054" y="1213995"/>
                  </a:lnTo>
                  <a:close/>
                  <a:moveTo>
                    <a:pt x="1147831" y="1207379"/>
                  </a:moveTo>
                  <a:lnTo>
                    <a:pt x="1150420" y="1209105"/>
                  </a:lnTo>
                  <a:lnTo>
                    <a:pt x="1147831" y="1209105"/>
                  </a:lnTo>
                  <a:close/>
                  <a:moveTo>
                    <a:pt x="1146393" y="1206372"/>
                  </a:moveTo>
                  <a:lnTo>
                    <a:pt x="1147831" y="1206372"/>
                  </a:lnTo>
                  <a:lnTo>
                    <a:pt x="1147831" y="1207379"/>
                  </a:lnTo>
                  <a:close/>
                  <a:moveTo>
                    <a:pt x="1142653" y="1203927"/>
                  </a:moveTo>
                  <a:lnTo>
                    <a:pt x="1146393" y="1206372"/>
                  </a:lnTo>
                  <a:lnTo>
                    <a:pt x="1145386" y="1206372"/>
                  </a:lnTo>
                  <a:close/>
                  <a:moveTo>
                    <a:pt x="1076775" y="1201482"/>
                  </a:moveTo>
                  <a:lnTo>
                    <a:pt x="1079220" y="1201482"/>
                  </a:lnTo>
                  <a:lnTo>
                    <a:pt x="1081953" y="1201482"/>
                  </a:lnTo>
                  <a:lnTo>
                    <a:pt x="1079220" y="1203927"/>
                  </a:lnTo>
                  <a:close/>
                  <a:moveTo>
                    <a:pt x="1422131" y="1135460"/>
                  </a:moveTo>
                  <a:lnTo>
                    <a:pt x="1424576" y="1135460"/>
                  </a:lnTo>
                  <a:lnTo>
                    <a:pt x="1427165" y="1137905"/>
                  </a:lnTo>
                  <a:lnTo>
                    <a:pt x="1429898" y="1135460"/>
                  </a:lnTo>
                  <a:lnTo>
                    <a:pt x="1432343" y="1137905"/>
                  </a:lnTo>
                  <a:lnTo>
                    <a:pt x="1432343" y="1140494"/>
                  </a:lnTo>
                  <a:lnTo>
                    <a:pt x="1427165" y="1142939"/>
                  </a:lnTo>
                  <a:lnTo>
                    <a:pt x="1434789" y="1142939"/>
                  </a:lnTo>
                  <a:lnTo>
                    <a:pt x="1432343" y="1145672"/>
                  </a:lnTo>
                  <a:lnTo>
                    <a:pt x="1429898" y="1148118"/>
                  </a:lnTo>
                  <a:lnTo>
                    <a:pt x="1432343" y="1150563"/>
                  </a:lnTo>
                  <a:lnTo>
                    <a:pt x="1432343" y="1153008"/>
                  </a:lnTo>
                  <a:lnTo>
                    <a:pt x="1429898" y="1153008"/>
                  </a:lnTo>
                  <a:lnTo>
                    <a:pt x="1429898" y="1155741"/>
                  </a:lnTo>
                  <a:lnTo>
                    <a:pt x="1424576" y="1158330"/>
                  </a:lnTo>
                  <a:lnTo>
                    <a:pt x="1422131" y="1158330"/>
                  </a:lnTo>
                  <a:lnTo>
                    <a:pt x="1419685" y="1160775"/>
                  </a:lnTo>
                  <a:lnTo>
                    <a:pt x="1417096" y="1160488"/>
                  </a:lnTo>
                  <a:lnTo>
                    <a:pt x="1417096" y="1158042"/>
                  </a:lnTo>
                  <a:lnTo>
                    <a:pt x="1406884" y="1158042"/>
                  </a:lnTo>
                  <a:lnTo>
                    <a:pt x="1406884" y="1152721"/>
                  </a:lnTo>
                  <a:lnTo>
                    <a:pt x="1404438" y="1152721"/>
                  </a:lnTo>
                  <a:lnTo>
                    <a:pt x="1396959" y="1152721"/>
                  </a:lnTo>
                  <a:lnTo>
                    <a:pt x="1399548" y="1150275"/>
                  </a:lnTo>
                  <a:lnTo>
                    <a:pt x="1399548" y="1147542"/>
                  </a:lnTo>
                  <a:lnTo>
                    <a:pt x="1404726" y="1142508"/>
                  </a:lnTo>
                  <a:lnTo>
                    <a:pt x="1406596" y="1142508"/>
                  </a:lnTo>
                  <a:lnTo>
                    <a:pt x="1406596" y="1140494"/>
                  </a:lnTo>
                  <a:lnTo>
                    <a:pt x="1411774" y="1140494"/>
                  </a:lnTo>
                  <a:lnTo>
                    <a:pt x="1414363" y="1142939"/>
                  </a:lnTo>
                  <a:lnTo>
                    <a:pt x="1416809" y="1142939"/>
                  </a:lnTo>
                  <a:lnTo>
                    <a:pt x="1414363" y="1140494"/>
                  </a:lnTo>
                  <a:lnTo>
                    <a:pt x="1416952" y="1140494"/>
                  </a:lnTo>
                  <a:lnTo>
                    <a:pt x="1419685" y="1137905"/>
                  </a:lnTo>
                  <a:lnTo>
                    <a:pt x="1422131" y="1140494"/>
                  </a:lnTo>
                  <a:close/>
                  <a:moveTo>
                    <a:pt x="1226367" y="1127117"/>
                  </a:moveTo>
                  <a:lnTo>
                    <a:pt x="1228812" y="1127117"/>
                  </a:lnTo>
                  <a:lnTo>
                    <a:pt x="1231257" y="1129850"/>
                  </a:lnTo>
                  <a:lnTo>
                    <a:pt x="1231257" y="1132295"/>
                  </a:lnTo>
                  <a:lnTo>
                    <a:pt x="1228812" y="1129850"/>
                  </a:lnTo>
                  <a:close/>
                  <a:moveTo>
                    <a:pt x="1277429" y="1124528"/>
                  </a:moveTo>
                  <a:lnTo>
                    <a:pt x="1279874" y="1124528"/>
                  </a:lnTo>
                  <a:lnTo>
                    <a:pt x="1282319" y="1127117"/>
                  </a:lnTo>
                  <a:lnTo>
                    <a:pt x="1284908" y="1127117"/>
                  </a:lnTo>
                  <a:lnTo>
                    <a:pt x="1292532" y="1132295"/>
                  </a:lnTo>
                  <a:lnTo>
                    <a:pt x="1292532" y="1134741"/>
                  </a:lnTo>
                  <a:lnTo>
                    <a:pt x="1290086" y="1134741"/>
                  </a:lnTo>
                  <a:lnTo>
                    <a:pt x="1290086" y="1132295"/>
                  </a:lnTo>
                  <a:lnTo>
                    <a:pt x="1287641" y="1132295"/>
                  </a:lnTo>
                  <a:lnTo>
                    <a:pt x="1279874" y="1127117"/>
                  </a:lnTo>
                  <a:close/>
                  <a:moveTo>
                    <a:pt x="1231257" y="1124528"/>
                  </a:moveTo>
                  <a:lnTo>
                    <a:pt x="1233990" y="1124528"/>
                  </a:lnTo>
                  <a:lnTo>
                    <a:pt x="1236579" y="1124528"/>
                  </a:lnTo>
                  <a:lnTo>
                    <a:pt x="1239024" y="1127117"/>
                  </a:lnTo>
                  <a:lnTo>
                    <a:pt x="1239024" y="1129850"/>
                  </a:lnTo>
                  <a:lnTo>
                    <a:pt x="1233990" y="1127117"/>
                  </a:lnTo>
                  <a:close/>
                  <a:moveTo>
                    <a:pt x="1297711" y="1120069"/>
                  </a:moveTo>
                  <a:lnTo>
                    <a:pt x="1300156" y="1120069"/>
                  </a:lnTo>
                  <a:lnTo>
                    <a:pt x="1302889" y="1122514"/>
                  </a:lnTo>
                  <a:lnTo>
                    <a:pt x="1300156" y="1122514"/>
                  </a:lnTo>
                  <a:close/>
                  <a:moveTo>
                    <a:pt x="1216154" y="1119638"/>
                  </a:moveTo>
                  <a:lnTo>
                    <a:pt x="1218599" y="1119638"/>
                  </a:lnTo>
                  <a:lnTo>
                    <a:pt x="1221044" y="1122083"/>
                  </a:lnTo>
                  <a:lnTo>
                    <a:pt x="1223921" y="1122083"/>
                  </a:lnTo>
                  <a:lnTo>
                    <a:pt x="1226366" y="1124528"/>
                  </a:lnTo>
                  <a:lnTo>
                    <a:pt x="1226366" y="1127118"/>
                  </a:lnTo>
                  <a:lnTo>
                    <a:pt x="1223921" y="1127118"/>
                  </a:lnTo>
                  <a:lnTo>
                    <a:pt x="1221044" y="1124528"/>
                  </a:lnTo>
                  <a:lnTo>
                    <a:pt x="1218599" y="1122083"/>
                  </a:lnTo>
                  <a:close/>
                  <a:moveTo>
                    <a:pt x="1363588" y="848359"/>
                  </a:moveTo>
                  <a:lnTo>
                    <a:pt x="1366321" y="848359"/>
                  </a:lnTo>
                  <a:lnTo>
                    <a:pt x="1368766" y="850804"/>
                  </a:lnTo>
                  <a:lnTo>
                    <a:pt x="1366321" y="850804"/>
                  </a:lnTo>
                  <a:lnTo>
                    <a:pt x="1368766" y="853537"/>
                  </a:lnTo>
                  <a:lnTo>
                    <a:pt x="1368766" y="855982"/>
                  </a:lnTo>
                  <a:lnTo>
                    <a:pt x="1368766" y="858428"/>
                  </a:lnTo>
                  <a:lnTo>
                    <a:pt x="1371356" y="858428"/>
                  </a:lnTo>
                  <a:lnTo>
                    <a:pt x="1371356" y="861017"/>
                  </a:lnTo>
                  <a:lnTo>
                    <a:pt x="1368766" y="861017"/>
                  </a:lnTo>
                  <a:lnTo>
                    <a:pt x="1366321" y="861017"/>
                  </a:lnTo>
                  <a:lnTo>
                    <a:pt x="1363588" y="861017"/>
                  </a:lnTo>
                  <a:lnTo>
                    <a:pt x="1363588" y="858428"/>
                  </a:lnTo>
                  <a:lnTo>
                    <a:pt x="1363588" y="855982"/>
                  </a:lnTo>
                  <a:lnTo>
                    <a:pt x="1361143" y="855982"/>
                  </a:lnTo>
                  <a:lnTo>
                    <a:pt x="1363588" y="853537"/>
                  </a:lnTo>
                  <a:lnTo>
                    <a:pt x="1363588" y="850804"/>
                  </a:lnTo>
                  <a:close/>
                  <a:moveTo>
                    <a:pt x="1152865" y="840879"/>
                  </a:moveTo>
                  <a:lnTo>
                    <a:pt x="1155598" y="840879"/>
                  </a:lnTo>
                  <a:lnTo>
                    <a:pt x="1155598" y="842173"/>
                  </a:lnTo>
                  <a:close/>
                  <a:moveTo>
                    <a:pt x="1140207" y="736740"/>
                  </a:moveTo>
                  <a:lnTo>
                    <a:pt x="1140207" y="739185"/>
                  </a:lnTo>
                  <a:lnTo>
                    <a:pt x="1140207" y="741630"/>
                  </a:lnTo>
                  <a:lnTo>
                    <a:pt x="1137762" y="741630"/>
                  </a:lnTo>
                  <a:lnTo>
                    <a:pt x="1135317" y="741630"/>
                  </a:lnTo>
                  <a:lnTo>
                    <a:pt x="1135317" y="739185"/>
                  </a:lnTo>
                  <a:close/>
                  <a:moveTo>
                    <a:pt x="509908" y="675752"/>
                  </a:moveTo>
                  <a:lnTo>
                    <a:pt x="509908" y="678485"/>
                  </a:lnTo>
                  <a:lnTo>
                    <a:pt x="509908" y="680930"/>
                  </a:lnTo>
                  <a:lnTo>
                    <a:pt x="507319" y="680930"/>
                  </a:lnTo>
                  <a:lnTo>
                    <a:pt x="507319" y="678485"/>
                  </a:lnTo>
                  <a:close/>
                  <a:moveTo>
                    <a:pt x="504586" y="675752"/>
                  </a:moveTo>
                  <a:lnTo>
                    <a:pt x="507319" y="675752"/>
                  </a:lnTo>
                  <a:lnTo>
                    <a:pt x="507319" y="678485"/>
                  </a:lnTo>
                  <a:lnTo>
                    <a:pt x="504586" y="678485"/>
                  </a:lnTo>
                  <a:close/>
                  <a:moveTo>
                    <a:pt x="556223" y="670574"/>
                  </a:moveTo>
                  <a:lnTo>
                    <a:pt x="558668" y="670574"/>
                  </a:lnTo>
                  <a:lnTo>
                    <a:pt x="561257" y="675752"/>
                  </a:lnTo>
                  <a:lnTo>
                    <a:pt x="561257" y="678197"/>
                  </a:lnTo>
                  <a:lnTo>
                    <a:pt x="558668" y="678197"/>
                  </a:lnTo>
                  <a:lnTo>
                    <a:pt x="556223" y="678197"/>
                  </a:lnTo>
                  <a:lnTo>
                    <a:pt x="556223" y="675752"/>
                  </a:lnTo>
                  <a:lnTo>
                    <a:pt x="556223" y="673019"/>
                  </a:lnTo>
                  <a:close/>
                  <a:moveTo>
                    <a:pt x="538388" y="663094"/>
                  </a:moveTo>
                  <a:lnTo>
                    <a:pt x="540833" y="663094"/>
                  </a:lnTo>
                  <a:lnTo>
                    <a:pt x="543278" y="667985"/>
                  </a:lnTo>
                  <a:lnTo>
                    <a:pt x="546011" y="670574"/>
                  </a:lnTo>
                  <a:lnTo>
                    <a:pt x="548600" y="673019"/>
                  </a:lnTo>
                  <a:lnTo>
                    <a:pt x="548600" y="675752"/>
                  </a:lnTo>
                  <a:lnTo>
                    <a:pt x="543278" y="680642"/>
                  </a:lnTo>
                  <a:lnTo>
                    <a:pt x="540833" y="685820"/>
                  </a:lnTo>
                  <a:lnTo>
                    <a:pt x="538388" y="688410"/>
                  </a:lnTo>
                  <a:lnTo>
                    <a:pt x="535942" y="685820"/>
                  </a:lnTo>
                  <a:lnTo>
                    <a:pt x="535942" y="683231"/>
                  </a:lnTo>
                  <a:lnTo>
                    <a:pt x="533209" y="683231"/>
                  </a:lnTo>
                  <a:lnTo>
                    <a:pt x="530620" y="680642"/>
                  </a:lnTo>
                  <a:lnTo>
                    <a:pt x="530620" y="673019"/>
                  </a:lnTo>
                  <a:lnTo>
                    <a:pt x="528175" y="670574"/>
                  </a:lnTo>
                  <a:lnTo>
                    <a:pt x="530620" y="665539"/>
                  </a:lnTo>
                  <a:lnTo>
                    <a:pt x="533209" y="665539"/>
                  </a:lnTo>
                  <a:lnTo>
                    <a:pt x="535942" y="665539"/>
                  </a:lnTo>
                  <a:lnTo>
                    <a:pt x="538388" y="665539"/>
                  </a:lnTo>
                  <a:close/>
                  <a:moveTo>
                    <a:pt x="749110" y="640080"/>
                  </a:moveTo>
                  <a:lnTo>
                    <a:pt x="751699" y="640080"/>
                  </a:lnTo>
                  <a:lnTo>
                    <a:pt x="759322" y="642669"/>
                  </a:lnTo>
                  <a:lnTo>
                    <a:pt x="759322" y="647703"/>
                  </a:lnTo>
                  <a:lnTo>
                    <a:pt x="756877" y="650149"/>
                  </a:lnTo>
                  <a:lnTo>
                    <a:pt x="759322" y="652882"/>
                  </a:lnTo>
                  <a:lnTo>
                    <a:pt x="761768" y="652882"/>
                  </a:lnTo>
                  <a:lnTo>
                    <a:pt x="764213" y="650149"/>
                  </a:lnTo>
                  <a:lnTo>
                    <a:pt x="766946" y="650149"/>
                  </a:lnTo>
                  <a:lnTo>
                    <a:pt x="774425" y="652882"/>
                  </a:lnTo>
                  <a:lnTo>
                    <a:pt x="777158" y="652882"/>
                  </a:lnTo>
                  <a:lnTo>
                    <a:pt x="779603" y="655327"/>
                  </a:lnTo>
                  <a:lnTo>
                    <a:pt x="782049" y="655327"/>
                  </a:lnTo>
                  <a:lnTo>
                    <a:pt x="782049" y="652882"/>
                  </a:lnTo>
                  <a:lnTo>
                    <a:pt x="787371" y="652882"/>
                  </a:lnTo>
                  <a:lnTo>
                    <a:pt x="792261" y="650149"/>
                  </a:lnTo>
                  <a:lnTo>
                    <a:pt x="800028" y="652882"/>
                  </a:lnTo>
                  <a:lnTo>
                    <a:pt x="800028" y="655327"/>
                  </a:lnTo>
                  <a:lnTo>
                    <a:pt x="800028" y="660361"/>
                  </a:lnTo>
                  <a:lnTo>
                    <a:pt x="804919" y="665539"/>
                  </a:lnTo>
                  <a:lnTo>
                    <a:pt x="804919" y="667985"/>
                  </a:lnTo>
                  <a:lnTo>
                    <a:pt x="807364" y="667985"/>
                  </a:lnTo>
                  <a:lnTo>
                    <a:pt x="807364" y="670574"/>
                  </a:lnTo>
                  <a:lnTo>
                    <a:pt x="804919" y="675752"/>
                  </a:lnTo>
                  <a:lnTo>
                    <a:pt x="804919" y="680642"/>
                  </a:lnTo>
                  <a:lnTo>
                    <a:pt x="800028" y="680642"/>
                  </a:lnTo>
                  <a:lnTo>
                    <a:pt x="794707" y="680642"/>
                  </a:lnTo>
                  <a:lnTo>
                    <a:pt x="792261" y="680642"/>
                  </a:lnTo>
                  <a:lnTo>
                    <a:pt x="789816" y="683231"/>
                  </a:lnTo>
                  <a:lnTo>
                    <a:pt x="784638" y="683231"/>
                  </a:lnTo>
                  <a:lnTo>
                    <a:pt x="782049" y="683231"/>
                  </a:lnTo>
                  <a:lnTo>
                    <a:pt x="774425" y="685820"/>
                  </a:lnTo>
                  <a:lnTo>
                    <a:pt x="766946" y="688410"/>
                  </a:lnTo>
                  <a:lnTo>
                    <a:pt x="761768" y="688410"/>
                  </a:lnTo>
                  <a:lnTo>
                    <a:pt x="754144" y="688410"/>
                  </a:lnTo>
                  <a:lnTo>
                    <a:pt x="749110" y="683231"/>
                  </a:lnTo>
                  <a:lnTo>
                    <a:pt x="741486" y="675752"/>
                  </a:lnTo>
                  <a:lnTo>
                    <a:pt x="739041" y="673019"/>
                  </a:lnTo>
                  <a:lnTo>
                    <a:pt x="739041" y="670574"/>
                  </a:lnTo>
                  <a:lnTo>
                    <a:pt x="736452" y="665539"/>
                  </a:lnTo>
                  <a:lnTo>
                    <a:pt x="736452" y="657916"/>
                  </a:lnTo>
                  <a:lnTo>
                    <a:pt x="743932" y="655327"/>
                  </a:lnTo>
                  <a:lnTo>
                    <a:pt x="749110" y="652882"/>
                  </a:lnTo>
                  <a:lnTo>
                    <a:pt x="749110" y="650149"/>
                  </a:lnTo>
                  <a:lnTo>
                    <a:pt x="749110" y="647703"/>
                  </a:lnTo>
                  <a:lnTo>
                    <a:pt x="751699" y="647703"/>
                  </a:lnTo>
                  <a:lnTo>
                    <a:pt x="749110" y="645258"/>
                  </a:lnTo>
                  <a:lnTo>
                    <a:pt x="749110" y="642669"/>
                  </a:lnTo>
                  <a:close/>
                  <a:moveTo>
                    <a:pt x="542990" y="640080"/>
                  </a:moveTo>
                  <a:lnTo>
                    <a:pt x="545435" y="640080"/>
                  </a:lnTo>
                  <a:lnTo>
                    <a:pt x="548168" y="640080"/>
                  </a:lnTo>
                  <a:lnTo>
                    <a:pt x="548168" y="645402"/>
                  </a:lnTo>
                  <a:lnTo>
                    <a:pt x="550758" y="645402"/>
                  </a:lnTo>
                  <a:lnTo>
                    <a:pt x="553203" y="645402"/>
                  </a:lnTo>
                  <a:lnTo>
                    <a:pt x="550758" y="652882"/>
                  </a:lnTo>
                  <a:lnTo>
                    <a:pt x="545435" y="655615"/>
                  </a:lnTo>
                  <a:lnTo>
                    <a:pt x="542990" y="655615"/>
                  </a:lnTo>
                  <a:lnTo>
                    <a:pt x="542990" y="652882"/>
                  </a:lnTo>
                  <a:lnTo>
                    <a:pt x="540545" y="652882"/>
                  </a:lnTo>
                  <a:lnTo>
                    <a:pt x="540545" y="650292"/>
                  </a:lnTo>
                  <a:lnTo>
                    <a:pt x="537956" y="652882"/>
                  </a:lnTo>
                  <a:lnTo>
                    <a:pt x="537956" y="645402"/>
                  </a:lnTo>
                  <a:lnTo>
                    <a:pt x="540545" y="645402"/>
                  </a:lnTo>
                  <a:lnTo>
                    <a:pt x="540545" y="642669"/>
                  </a:lnTo>
                  <a:close/>
                  <a:moveTo>
                    <a:pt x="683232" y="635046"/>
                  </a:moveTo>
                  <a:lnTo>
                    <a:pt x="690568" y="637491"/>
                  </a:lnTo>
                  <a:lnTo>
                    <a:pt x="693300" y="637491"/>
                  </a:lnTo>
                  <a:lnTo>
                    <a:pt x="695890" y="640080"/>
                  </a:lnTo>
                  <a:lnTo>
                    <a:pt x="700780" y="640080"/>
                  </a:lnTo>
                  <a:lnTo>
                    <a:pt x="708547" y="640080"/>
                  </a:lnTo>
                  <a:lnTo>
                    <a:pt x="713725" y="640080"/>
                  </a:lnTo>
                  <a:lnTo>
                    <a:pt x="721061" y="647704"/>
                  </a:lnTo>
                  <a:lnTo>
                    <a:pt x="723650" y="652882"/>
                  </a:lnTo>
                  <a:lnTo>
                    <a:pt x="723650" y="663094"/>
                  </a:lnTo>
                  <a:lnTo>
                    <a:pt x="721061" y="673019"/>
                  </a:lnTo>
                  <a:lnTo>
                    <a:pt x="721061" y="675752"/>
                  </a:lnTo>
                  <a:lnTo>
                    <a:pt x="723650" y="680643"/>
                  </a:lnTo>
                  <a:lnTo>
                    <a:pt x="728829" y="688410"/>
                  </a:lnTo>
                  <a:lnTo>
                    <a:pt x="736452" y="713726"/>
                  </a:lnTo>
                  <a:lnTo>
                    <a:pt x="736452" y="726527"/>
                  </a:lnTo>
                  <a:lnTo>
                    <a:pt x="733719" y="736740"/>
                  </a:lnTo>
                  <a:lnTo>
                    <a:pt x="731274" y="739185"/>
                  </a:lnTo>
                  <a:lnTo>
                    <a:pt x="731274" y="741630"/>
                  </a:lnTo>
                  <a:lnTo>
                    <a:pt x="728829" y="749397"/>
                  </a:lnTo>
                  <a:lnTo>
                    <a:pt x="723650" y="751843"/>
                  </a:lnTo>
                  <a:lnTo>
                    <a:pt x="721061" y="756877"/>
                  </a:lnTo>
                  <a:lnTo>
                    <a:pt x="718616" y="759610"/>
                  </a:lnTo>
                  <a:lnTo>
                    <a:pt x="713725" y="764500"/>
                  </a:lnTo>
                  <a:lnTo>
                    <a:pt x="708547" y="766946"/>
                  </a:lnTo>
                  <a:lnTo>
                    <a:pt x="705958" y="769679"/>
                  </a:lnTo>
                  <a:lnTo>
                    <a:pt x="703513" y="769679"/>
                  </a:lnTo>
                  <a:lnTo>
                    <a:pt x="698335" y="769679"/>
                  </a:lnTo>
                  <a:lnTo>
                    <a:pt x="695890" y="772124"/>
                  </a:lnTo>
                  <a:lnTo>
                    <a:pt x="693300" y="769679"/>
                  </a:lnTo>
                  <a:lnTo>
                    <a:pt x="690568" y="772124"/>
                  </a:lnTo>
                  <a:lnTo>
                    <a:pt x="688122" y="772124"/>
                  </a:lnTo>
                  <a:lnTo>
                    <a:pt x="688122" y="774713"/>
                  </a:lnTo>
                  <a:lnTo>
                    <a:pt x="685677" y="774713"/>
                  </a:lnTo>
                  <a:lnTo>
                    <a:pt x="675465" y="779891"/>
                  </a:lnTo>
                  <a:lnTo>
                    <a:pt x="673019" y="782336"/>
                  </a:lnTo>
                  <a:lnTo>
                    <a:pt x="667841" y="779891"/>
                  </a:lnTo>
                  <a:lnTo>
                    <a:pt x="657629" y="779891"/>
                  </a:lnTo>
                  <a:lnTo>
                    <a:pt x="655183" y="779891"/>
                  </a:lnTo>
                  <a:lnTo>
                    <a:pt x="652738" y="777158"/>
                  </a:lnTo>
                  <a:lnTo>
                    <a:pt x="640080" y="756877"/>
                  </a:lnTo>
                  <a:lnTo>
                    <a:pt x="640080" y="746952"/>
                  </a:lnTo>
                  <a:lnTo>
                    <a:pt x="634902" y="736740"/>
                  </a:lnTo>
                  <a:lnTo>
                    <a:pt x="629868" y="728972"/>
                  </a:lnTo>
                  <a:lnTo>
                    <a:pt x="629868" y="713726"/>
                  </a:lnTo>
                  <a:lnTo>
                    <a:pt x="629868" y="711137"/>
                  </a:lnTo>
                  <a:lnTo>
                    <a:pt x="632313" y="701068"/>
                  </a:lnTo>
                  <a:lnTo>
                    <a:pt x="632313" y="696033"/>
                  </a:lnTo>
                  <a:lnTo>
                    <a:pt x="634902" y="693301"/>
                  </a:lnTo>
                  <a:lnTo>
                    <a:pt x="634902" y="690855"/>
                  </a:lnTo>
                  <a:lnTo>
                    <a:pt x="637347" y="685821"/>
                  </a:lnTo>
                  <a:lnTo>
                    <a:pt x="634902" y="680643"/>
                  </a:lnTo>
                  <a:lnTo>
                    <a:pt x="637347" y="673019"/>
                  </a:lnTo>
                  <a:lnTo>
                    <a:pt x="640080" y="673019"/>
                  </a:lnTo>
                  <a:lnTo>
                    <a:pt x="640080" y="667985"/>
                  </a:lnTo>
                  <a:lnTo>
                    <a:pt x="644971" y="655327"/>
                  </a:lnTo>
                  <a:lnTo>
                    <a:pt x="652738" y="650149"/>
                  </a:lnTo>
                  <a:lnTo>
                    <a:pt x="660074" y="640080"/>
                  </a:lnTo>
                  <a:lnTo>
                    <a:pt x="662807" y="645259"/>
                  </a:lnTo>
                  <a:lnTo>
                    <a:pt x="670287" y="645259"/>
                  </a:lnTo>
                  <a:lnTo>
                    <a:pt x="670287" y="642669"/>
                  </a:lnTo>
                  <a:lnTo>
                    <a:pt x="673019" y="637491"/>
                  </a:lnTo>
                  <a:lnTo>
                    <a:pt x="675465" y="637491"/>
                  </a:lnTo>
                  <a:close/>
                  <a:moveTo>
                    <a:pt x="545435" y="624977"/>
                  </a:moveTo>
                  <a:lnTo>
                    <a:pt x="550758" y="627422"/>
                  </a:lnTo>
                  <a:lnTo>
                    <a:pt x="550758" y="629867"/>
                  </a:lnTo>
                  <a:lnTo>
                    <a:pt x="553203" y="629867"/>
                  </a:lnTo>
                  <a:lnTo>
                    <a:pt x="555648" y="627422"/>
                  </a:lnTo>
                  <a:lnTo>
                    <a:pt x="555648" y="629867"/>
                  </a:lnTo>
                  <a:lnTo>
                    <a:pt x="558381" y="635189"/>
                  </a:lnTo>
                  <a:lnTo>
                    <a:pt x="553203" y="640080"/>
                  </a:lnTo>
                  <a:lnTo>
                    <a:pt x="548168" y="640080"/>
                  </a:lnTo>
                  <a:lnTo>
                    <a:pt x="548168" y="637635"/>
                  </a:lnTo>
                  <a:lnTo>
                    <a:pt x="548168" y="635189"/>
                  </a:lnTo>
                  <a:lnTo>
                    <a:pt x="542990" y="632457"/>
                  </a:lnTo>
                  <a:lnTo>
                    <a:pt x="537956" y="629867"/>
                  </a:lnTo>
                  <a:lnTo>
                    <a:pt x="535223" y="629867"/>
                  </a:lnTo>
                  <a:lnTo>
                    <a:pt x="537956" y="627422"/>
                  </a:lnTo>
                  <a:close/>
                  <a:moveTo>
                    <a:pt x="1330649" y="602108"/>
                  </a:moveTo>
                  <a:lnTo>
                    <a:pt x="1330649" y="604553"/>
                  </a:lnTo>
                  <a:lnTo>
                    <a:pt x="1333094" y="604553"/>
                  </a:lnTo>
                  <a:lnTo>
                    <a:pt x="1333094" y="606998"/>
                  </a:lnTo>
                  <a:lnTo>
                    <a:pt x="1333094" y="609444"/>
                  </a:lnTo>
                  <a:lnTo>
                    <a:pt x="1330649" y="609444"/>
                  </a:lnTo>
                  <a:lnTo>
                    <a:pt x="1328204" y="609444"/>
                  </a:lnTo>
                  <a:lnTo>
                    <a:pt x="1328204" y="606998"/>
                  </a:lnTo>
                  <a:lnTo>
                    <a:pt x="1328204" y="604553"/>
                  </a:lnTo>
                  <a:close/>
                  <a:moveTo>
                    <a:pt x="1330649" y="594340"/>
                  </a:moveTo>
                  <a:lnTo>
                    <a:pt x="1333094" y="594340"/>
                  </a:lnTo>
                  <a:lnTo>
                    <a:pt x="1333094" y="596929"/>
                  </a:lnTo>
                  <a:close/>
                  <a:moveTo>
                    <a:pt x="693300" y="584271"/>
                  </a:moveTo>
                  <a:lnTo>
                    <a:pt x="695889" y="584271"/>
                  </a:lnTo>
                  <a:lnTo>
                    <a:pt x="698334" y="586716"/>
                  </a:lnTo>
                  <a:lnTo>
                    <a:pt x="703513" y="586716"/>
                  </a:lnTo>
                  <a:lnTo>
                    <a:pt x="705958" y="586716"/>
                  </a:lnTo>
                  <a:lnTo>
                    <a:pt x="705958" y="589161"/>
                  </a:lnTo>
                  <a:lnTo>
                    <a:pt x="708547" y="589161"/>
                  </a:lnTo>
                  <a:lnTo>
                    <a:pt x="710992" y="594340"/>
                  </a:lnTo>
                  <a:lnTo>
                    <a:pt x="710992" y="596929"/>
                  </a:lnTo>
                  <a:lnTo>
                    <a:pt x="713725" y="599374"/>
                  </a:lnTo>
                  <a:lnTo>
                    <a:pt x="716170" y="602107"/>
                  </a:lnTo>
                  <a:lnTo>
                    <a:pt x="718616" y="604552"/>
                  </a:lnTo>
                  <a:lnTo>
                    <a:pt x="721061" y="606997"/>
                  </a:lnTo>
                  <a:lnTo>
                    <a:pt x="721061" y="609443"/>
                  </a:lnTo>
                  <a:lnTo>
                    <a:pt x="721061" y="612176"/>
                  </a:lnTo>
                  <a:lnTo>
                    <a:pt x="718616" y="614765"/>
                  </a:lnTo>
                  <a:lnTo>
                    <a:pt x="718616" y="617210"/>
                  </a:lnTo>
                  <a:lnTo>
                    <a:pt x="721061" y="617210"/>
                  </a:lnTo>
                  <a:lnTo>
                    <a:pt x="721061" y="614765"/>
                  </a:lnTo>
                  <a:lnTo>
                    <a:pt x="726383" y="617210"/>
                  </a:lnTo>
                  <a:lnTo>
                    <a:pt x="721061" y="622388"/>
                  </a:lnTo>
                  <a:lnTo>
                    <a:pt x="723650" y="622388"/>
                  </a:lnTo>
                  <a:lnTo>
                    <a:pt x="726383" y="622388"/>
                  </a:lnTo>
                  <a:lnTo>
                    <a:pt x="723650" y="624833"/>
                  </a:lnTo>
                  <a:lnTo>
                    <a:pt x="723650" y="627422"/>
                  </a:lnTo>
                  <a:lnTo>
                    <a:pt x="721061" y="624833"/>
                  </a:lnTo>
                  <a:lnTo>
                    <a:pt x="718616" y="627422"/>
                  </a:lnTo>
                  <a:lnTo>
                    <a:pt x="716170" y="624833"/>
                  </a:lnTo>
                  <a:lnTo>
                    <a:pt x="716170" y="622388"/>
                  </a:lnTo>
                  <a:lnTo>
                    <a:pt x="710992" y="619655"/>
                  </a:lnTo>
                  <a:lnTo>
                    <a:pt x="708547" y="619655"/>
                  </a:lnTo>
                  <a:lnTo>
                    <a:pt x="705958" y="617210"/>
                  </a:lnTo>
                  <a:lnTo>
                    <a:pt x="703513" y="617210"/>
                  </a:lnTo>
                  <a:lnTo>
                    <a:pt x="698334" y="614765"/>
                  </a:lnTo>
                  <a:lnTo>
                    <a:pt x="695889" y="612176"/>
                  </a:lnTo>
                  <a:lnTo>
                    <a:pt x="693300" y="609443"/>
                  </a:lnTo>
                  <a:lnTo>
                    <a:pt x="693300" y="606997"/>
                  </a:lnTo>
                  <a:lnTo>
                    <a:pt x="693300" y="604552"/>
                  </a:lnTo>
                  <a:lnTo>
                    <a:pt x="690567" y="596929"/>
                  </a:lnTo>
                  <a:lnTo>
                    <a:pt x="693300" y="594340"/>
                  </a:lnTo>
                  <a:lnTo>
                    <a:pt x="693300" y="586716"/>
                  </a:lnTo>
                  <a:close/>
                  <a:moveTo>
                    <a:pt x="609587" y="551188"/>
                  </a:moveTo>
                  <a:lnTo>
                    <a:pt x="612032" y="551188"/>
                  </a:lnTo>
                  <a:lnTo>
                    <a:pt x="612032" y="553633"/>
                  </a:lnTo>
                  <a:lnTo>
                    <a:pt x="609587" y="553633"/>
                  </a:lnTo>
                  <a:close/>
                  <a:moveTo>
                    <a:pt x="533209" y="533352"/>
                  </a:moveTo>
                  <a:lnTo>
                    <a:pt x="535942" y="533352"/>
                  </a:lnTo>
                  <a:lnTo>
                    <a:pt x="538387" y="533352"/>
                  </a:lnTo>
                  <a:lnTo>
                    <a:pt x="543278" y="533352"/>
                  </a:lnTo>
                  <a:lnTo>
                    <a:pt x="546010" y="541119"/>
                  </a:lnTo>
                  <a:lnTo>
                    <a:pt x="548599" y="543564"/>
                  </a:lnTo>
                  <a:lnTo>
                    <a:pt x="546010" y="546010"/>
                  </a:lnTo>
                  <a:lnTo>
                    <a:pt x="546010" y="548743"/>
                  </a:lnTo>
                  <a:lnTo>
                    <a:pt x="546010" y="553777"/>
                  </a:lnTo>
                  <a:lnTo>
                    <a:pt x="546010" y="556222"/>
                  </a:lnTo>
                  <a:lnTo>
                    <a:pt x="543278" y="556222"/>
                  </a:lnTo>
                  <a:lnTo>
                    <a:pt x="543278" y="553777"/>
                  </a:lnTo>
                  <a:lnTo>
                    <a:pt x="540832" y="553777"/>
                  </a:lnTo>
                  <a:lnTo>
                    <a:pt x="538387" y="553777"/>
                  </a:lnTo>
                  <a:lnTo>
                    <a:pt x="540832" y="558955"/>
                  </a:lnTo>
                  <a:lnTo>
                    <a:pt x="540832" y="561400"/>
                  </a:lnTo>
                  <a:lnTo>
                    <a:pt x="538387" y="561400"/>
                  </a:lnTo>
                  <a:lnTo>
                    <a:pt x="538387" y="563846"/>
                  </a:lnTo>
                  <a:lnTo>
                    <a:pt x="538387" y="569024"/>
                  </a:lnTo>
                  <a:lnTo>
                    <a:pt x="538387" y="571613"/>
                  </a:lnTo>
                  <a:lnTo>
                    <a:pt x="535942" y="574058"/>
                  </a:lnTo>
                  <a:lnTo>
                    <a:pt x="535942" y="576503"/>
                  </a:lnTo>
                  <a:lnTo>
                    <a:pt x="535942" y="578949"/>
                  </a:lnTo>
                  <a:lnTo>
                    <a:pt x="533209" y="581682"/>
                  </a:lnTo>
                  <a:lnTo>
                    <a:pt x="533209" y="584271"/>
                  </a:lnTo>
                  <a:lnTo>
                    <a:pt x="535942" y="586716"/>
                  </a:lnTo>
                  <a:lnTo>
                    <a:pt x="530620" y="591894"/>
                  </a:lnTo>
                  <a:lnTo>
                    <a:pt x="530620" y="594339"/>
                  </a:lnTo>
                  <a:lnTo>
                    <a:pt x="528174" y="596928"/>
                  </a:lnTo>
                  <a:lnTo>
                    <a:pt x="525729" y="599374"/>
                  </a:lnTo>
                  <a:lnTo>
                    <a:pt x="522996" y="599374"/>
                  </a:lnTo>
                  <a:lnTo>
                    <a:pt x="518106" y="602107"/>
                  </a:lnTo>
                  <a:lnTo>
                    <a:pt x="515517" y="604552"/>
                  </a:lnTo>
                  <a:lnTo>
                    <a:pt x="515517" y="606997"/>
                  </a:lnTo>
                  <a:lnTo>
                    <a:pt x="512784" y="609442"/>
                  </a:lnTo>
                  <a:lnTo>
                    <a:pt x="510338" y="606997"/>
                  </a:lnTo>
                  <a:lnTo>
                    <a:pt x="507893" y="604552"/>
                  </a:lnTo>
                  <a:lnTo>
                    <a:pt x="507893" y="602107"/>
                  </a:lnTo>
                  <a:lnTo>
                    <a:pt x="505448" y="599374"/>
                  </a:lnTo>
                  <a:lnTo>
                    <a:pt x="505448" y="596928"/>
                  </a:lnTo>
                  <a:lnTo>
                    <a:pt x="510338" y="591894"/>
                  </a:lnTo>
                  <a:lnTo>
                    <a:pt x="507893" y="586716"/>
                  </a:lnTo>
                  <a:lnTo>
                    <a:pt x="510338" y="576503"/>
                  </a:lnTo>
                  <a:lnTo>
                    <a:pt x="512784" y="574058"/>
                  </a:lnTo>
                  <a:lnTo>
                    <a:pt x="515517" y="576503"/>
                  </a:lnTo>
                  <a:lnTo>
                    <a:pt x="518106" y="571613"/>
                  </a:lnTo>
                  <a:lnTo>
                    <a:pt x="520551" y="571613"/>
                  </a:lnTo>
                  <a:lnTo>
                    <a:pt x="520551" y="569024"/>
                  </a:lnTo>
                  <a:lnTo>
                    <a:pt x="522996" y="566435"/>
                  </a:lnTo>
                  <a:lnTo>
                    <a:pt x="522996" y="558955"/>
                  </a:lnTo>
                  <a:lnTo>
                    <a:pt x="525729" y="553777"/>
                  </a:lnTo>
                  <a:lnTo>
                    <a:pt x="528174" y="548743"/>
                  </a:lnTo>
                  <a:lnTo>
                    <a:pt x="530620" y="551188"/>
                  </a:lnTo>
                  <a:lnTo>
                    <a:pt x="533209" y="551188"/>
                  </a:lnTo>
                  <a:lnTo>
                    <a:pt x="528174" y="546010"/>
                  </a:lnTo>
                  <a:lnTo>
                    <a:pt x="525729" y="546010"/>
                  </a:lnTo>
                  <a:lnTo>
                    <a:pt x="525729" y="541119"/>
                  </a:lnTo>
                  <a:lnTo>
                    <a:pt x="528174" y="541119"/>
                  </a:lnTo>
                  <a:lnTo>
                    <a:pt x="528174" y="538530"/>
                  </a:lnTo>
                  <a:lnTo>
                    <a:pt x="528174" y="535797"/>
                  </a:lnTo>
                  <a:lnTo>
                    <a:pt x="530620" y="535797"/>
                  </a:lnTo>
                  <a:lnTo>
                    <a:pt x="533209" y="535797"/>
                  </a:lnTo>
                  <a:close/>
                  <a:moveTo>
                    <a:pt x="1046281" y="530908"/>
                  </a:moveTo>
                  <a:lnTo>
                    <a:pt x="1046281" y="533353"/>
                  </a:lnTo>
                  <a:lnTo>
                    <a:pt x="1043692" y="535799"/>
                  </a:lnTo>
                  <a:close/>
                  <a:moveTo>
                    <a:pt x="1071741" y="515517"/>
                  </a:moveTo>
                  <a:lnTo>
                    <a:pt x="1074186" y="515517"/>
                  </a:lnTo>
                  <a:lnTo>
                    <a:pt x="1074186" y="518250"/>
                  </a:lnTo>
                  <a:lnTo>
                    <a:pt x="1079221" y="518250"/>
                  </a:lnTo>
                  <a:lnTo>
                    <a:pt x="1076775" y="520695"/>
                  </a:lnTo>
                  <a:lnTo>
                    <a:pt x="1076775" y="523284"/>
                  </a:lnTo>
                  <a:lnTo>
                    <a:pt x="1074186" y="523284"/>
                  </a:lnTo>
                  <a:lnTo>
                    <a:pt x="1071741" y="520695"/>
                  </a:lnTo>
                  <a:close/>
                  <a:moveTo>
                    <a:pt x="609586" y="510626"/>
                  </a:moveTo>
                  <a:lnTo>
                    <a:pt x="612032" y="515516"/>
                  </a:lnTo>
                  <a:lnTo>
                    <a:pt x="614477" y="515516"/>
                  </a:lnTo>
                  <a:lnTo>
                    <a:pt x="614477" y="520695"/>
                  </a:lnTo>
                  <a:lnTo>
                    <a:pt x="616922" y="520695"/>
                  </a:lnTo>
                  <a:lnTo>
                    <a:pt x="614477" y="523284"/>
                  </a:lnTo>
                  <a:lnTo>
                    <a:pt x="616922" y="525729"/>
                  </a:lnTo>
                  <a:lnTo>
                    <a:pt x="614477" y="525729"/>
                  </a:lnTo>
                  <a:lnTo>
                    <a:pt x="612032" y="530907"/>
                  </a:lnTo>
                  <a:lnTo>
                    <a:pt x="609586" y="533352"/>
                  </a:lnTo>
                  <a:lnTo>
                    <a:pt x="606853" y="538531"/>
                  </a:lnTo>
                  <a:lnTo>
                    <a:pt x="606853" y="541120"/>
                  </a:lnTo>
                  <a:lnTo>
                    <a:pt x="609586" y="546010"/>
                  </a:lnTo>
                  <a:lnTo>
                    <a:pt x="609586" y="548743"/>
                  </a:lnTo>
                  <a:lnTo>
                    <a:pt x="612032" y="548743"/>
                  </a:lnTo>
                  <a:lnTo>
                    <a:pt x="609586" y="551188"/>
                  </a:lnTo>
                  <a:lnTo>
                    <a:pt x="606853" y="548743"/>
                  </a:lnTo>
                  <a:lnTo>
                    <a:pt x="604264" y="548743"/>
                  </a:lnTo>
                  <a:lnTo>
                    <a:pt x="604264" y="551188"/>
                  </a:lnTo>
                  <a:lnTo>
                    <a:pt x="601819" y="551188"/>
                  </a:lnTo>
                  <a:lnTo>
                    <a:pt x="601819" y="553777"/>
                  </a:lnTo>
                  <a:lnTo>
                    <a:pt x="596641" y="553777"/>
                  </a:lnTo>
                  <a:lnTo>
                    <a:pt x="594196" y="553777"/>
                  </a:lnTo>
                  <a:lnTo>
                    <a:pt x="589161" y="546010"/>
                  </a:lnTo>
                  <a:lnTo>
                    <a:pt x="586428" y="541120"/>
                  </a:lnTo>
                  <a:lnTo>
                    <a:pt x="586428" y="538531"/>
                  </a:lnTo>
                  <a:lnTo>
                    <a:pt x="583983" y="535798"/>
                  </a:lnTo>
                  <a:lnTo>
                    <a:pt x="586428" y="533352"/>
                  </a:lnTo>
                  <a:lnTo>
                    <a:pt x="586428" y="530907"/>
                  </a:lnTo>
                  <a:lnTo>
                    <a:pt x="581538" y="520695"/>
                  </a:lnTo>
                  <a:lnTo>
                    <a:pt x="583983" y="518249"/>
                  </a:lnTo>
                  <a:lnTo>
                    <a:pt x="586428" y="518249"/>
                  </a:lnTo>
                  <a:lnTo>
                    <a:pt x="589161" y="515516"/>
                  </a:lnTo>
                  <a:lnTo>
                    <a:pt x="591750" y="513071"/>
                  </a:lnTo>
                  <a:lnTo>
                    <a:pt x="596641" y="513071"/>
                  </a:lnTo>
                  <a:lnTo>
                    <a:pt x="596641" y="515516"/>
                  </a:lnTo>
                  <a:lnTo>
                    <a:pt x="599374" y="515516"/>
                  </a:lnTo>
                  <a:lnTo>
                    <a:pt x="599374" y="518249"/>
                  </a:lnTo>
                  <a:lnTo>
                    <a:pt x="609586" y="515516"/>
                  </a:lnTo>
                  <a:close/>
                  <a:moveTo>
                    <a:pt x="1023411" y="500414"/>
                  </a:moveTo>
                  <a:lnTo>
                    <a:pt x="1025856" y="500414"/>
                  </a:lnTo>
                  <a:lnTo>
                    <a:pt x="1025856" y="502859"/>
                  </a:lnTo>
                  <a:lnTo>
                    <a:pt x="1023411" y="505304"/>
                  </a:lnTo>
                  <a:lnTo>
                    <a:pt x="1020965" y="505304"/>
                  </a:lnTo>
                  <a:lnTo>
                    <a:pt x="1018232" y="505304"/>
                  </a:lnTo>
                  <a:lnTo>
                    <a:pt x="1015787" y="505304"/>
                  </a:lnTo>
                  <a:lnTo>
                    <a:pt x="1013198" y="502859"/>
                  </a:lnTo>
                  <a:lnTo>
                    <a:pt x="1015787" y="502859"/>
                  </a:lnTo>
                  <a:lnTo>
                    <a:pt x="1018232" y="502859"/>
                  </a:lnTo>
                  <a:lnTo>
                    <a:pt x="1020965" y="502859"/>
                  </a:lnTo>
                  <a:lnTo>
                    <a:pt x="1023411" y="502859"/>
                  </a:lnTo>
                  <a:close/>
                  <a:moveTo>
                    <a:pt x="985294" y="487756"/>
                  </a:moveTo>
                  <a:lnTo>
                    <a:pt x="987883" y="487756"/>
                  </a:lnTo>
                  <a:lnTo>
                    <a:pt x="992917" y="487756"/>
                  </a:lnTo>
                  <a:lnTo>
                    <a:pt x="995362" y="487756"/>
                  </a:lnTo>
                  <a:lnTo>
                    <a:pt x="1000541" y="487756"/>
                  </a:lnTo>
                  <a:lnTo>
                    <a:pt x="1003130" y="487756"/>
                  </a:lnTo>
                  <a:lnTo>
                    <a:pt x="1013198" y="487756"/>
                  </a:lnTo>
                  <a:lnTo>
                    <a:pt x="1023411" y="487756"/>
                  </a:lnTo>
                  <a:lnTo>
                    <a:pt x="1025856" y="490201"/>
                  </a:lnTo>
                  <a:lnTo>
                    <a:pt x="1023411" y="490201"/>
                  </a:lnTo>
                  <a:lnTo>
                    <a:pt x="1020966" y="492647"/>
                  </a:lnTo>
                  <a:lnTo>
                    <a:pt x="1015788" y="492647"/>
                  </a:lnTo>
                  <a:lnTo>
                    <a:pt x="1008308" y="490201"/>
                  </a:lnTo>
                  <a:lnTo>
                    <a:pt x="1000541" y="490201"/>
                  </a:lnTo>
                  <a:lnTo>
                    <a:pt x="998095" y="490201"/>
                  </a:lnTo>
                  <a:lnTo>
                    <a:pt x="995362" y="490201"/>
                  </a:lnTo>
                  <a:lnTo>
                    <a:pt x="992917" y="490201"/>
                  </a:lnTo>
                  <a:lnTo>
                    <a:pt x="987883" y="490201"/>
                  </a:lnTo>
                  <a:close/>
                  <a:moveTo>
                    <a:pt x="538387" y="485310"/>
                  </a:moveTo>
                  <a:lnTo>
                    <a:pt x="540833" y="485310"/>
                  </a:lnTo>
                  <a:lnTo>
                    <a:pt x="540833" y="487755"/>
                  </a:lnTo>
                  <a:lnTo>
                    <a:pt x="546011" y="487755"/>
                  </a:lnTo>
                  <a:lnTo>
                    <a:pt x="548600" y="490201"/>
                  </a:lnTo>
                  <a:lnTo>
                    <a:pt x="551045" y="492646"/>
                  </a:lnTo>
                  <a:lnTo>
                    <a:pt x="551045" y="495235"/>
                  </a:lnTo>
                  <a:lnTo>
                    <a:pt x="551045" y="500413"/>
                  </a:lnTo>
                  <a:lnTo>
                    <a:pt x="548600" y="505304"/>
                  </a:lnTo>
                  <a:lnTo>
                    <a:pt x="546011" y="505304"/>
                  </a:lnTo>
                  <a:lnTo>
                    <a:pt x="538387" y="510626"/>
                  </a:lnTo>
                  <a:lnTo>
                    <a:pt x="538387" y="513071"/>
                  </a:lnTo>
                  <a:lnTo>
                    <a:pt x="535942" y="515516"/>
                  </a:lnTo>
                  <a:lnTo>
                    <a:pt x="530620" y="520694"/>
                  </a:lnTo>
                  <a:lnTo>
                    <a:pt x="528175" y="523283"/>
                  </a:lnTo>
                  <a:lnTo>
                    <a:pt x="528175" y="520694"/>
                  </a:lnTo>
                  <a:lnTo>
                    <a:pt x="528175" y="518249"/>
                  </a:lnTo>
                  <a:lnTo>
                    <a:pt x="525730" y="518249"/>
                  </a:lnTo>
                  <a:lnTo>
                    <a:pt x="522997" y="520694"/>
                  </a:lnTo>
                  <a:lnTo>
                    <a:pt x="522997" y="523283"/>
                  </a:lnTo>
                  <a:lnTo>
                    <a:pt x="518106" y="525729"/>
                  </a:lnTo>
                  <a:lnTo>
                    <a:pt x="518106" y="528461"/>
                  </a:lnTo>
                  <a:lnTo>
                    <a:pt x="515517" y="525729"/>
                  </a:lnTo>
                  <a:lnTo>
                    <a:pt x="515517" y="523283"/>
                  </a:lnTo>
                  <a:lnTo>
                    <a:pt x="518106" y="520694"/>
                  </a:lnTo>
                  <a:lnTo>
                    <a:pt x="520551" y="515516"/>
                  </a:lnTo>
                  <a:lnTo>
                    <a:pt x="522997" y="505304"/>
                  </a:lnTo>
                  <a:lnTo>
                    <a:pt x="528175" y="500413"/>
                  </a:lnTo>
                  <a:lnTo>
                    <a:pt x="530620" y="500413"/>
                  </a:lnTo>
                  <a:lnTo>
                    <a:pt x="530620" y="495235"/>
                  </a:lnTo>
                  <a:lnTo>
                    <a:pt x="533209" y="495235"/>
                  </a:lnTo>
                  <a:lnTo>
                    <a:pt x="535942" y="495235"/>
                  </a:lnTo>
                  <a:lnTo>
                    <a:pt x="535942" y="497968"/>
                  </a:lnTo>
                  <a:lnTo>
                    <a:pt x="538387" y="495235"/>
                  </a:lnTo>
                  <a:lnTo>
                    <a:pt x="535942" y="490201"/>
                  </a:lnTo>
                  <a:lnTo>
                    <a:pt x="538387" y="490201"/>
                  </a:lnTo>
                  <a:lnTo>
                    <a:pt x="538387" y="487755"/>
                  </a:lnTo>
                  <a:close/>
                  <a:moveTo>
                    <a:pt x="538388" y="462152"/>
                  </a:moveTo>
                  <a:lnTo>
                    <a:pt x="540833" y="465029"/>
                  </a:lnTo>
                  <a:lnTo>
                    <a:pt x="540833" y="469919"/>
                  </a:lnTo>
                  <a:lnTo>
                    <a:pt x="540833" y="472365"/>
                  </a:lnTo>
                  <a:lnTo>
                    <a:pt x="540833" y="475098"/>
                  </a:lnTo>
                  <a:lnTo>
                    <a:pt x="538388" y="475098"/>
                  </a:lnTo>
                  <a:lnTo>
                    <a:pt x="538388" y="465029"/>
                  </a:lnTo>
                  <a:close/>
                  <a:moveTo>
                    <a:pt x="490058" y="406487"/>
                  </a:moveTo>
                  <a:lnTo>
                    <a:pt x="492791" y="408932"/>
                  </a:lnTo>
                  <a:lnTo>
                    <a:pt x="490058" y="408932"/>
                  </a:lnTo>
                  <a:close/>
                  <a:moveTo>
                    <a:pt x="995361" y="381171"/>
                  </a:moveTo>
                  <a:lnTo>
                    <a:pt x="998094" y="381171"/>
                  </a:lnTo>
                  <a:lnTo>
                    <a:pt x="998094" y="383616"/>
                  </a:lnTo>
                  <a:lnTo>
                    <a:pt x="1003129" y="383616"/>
                  </a:lnTo>
                  <a:lnTo>
                    <a:pt x="1005574" y="383616"/>
                  </a:lnTo>
                  <a:lnTo>
                    <a:pt x="1005574" y="386061"/>
                  </a:lnTo>
                  <a:lnTo>
                    <a:pt x="995361" y="391240"/>
                  </a:lnTo>
                  <a:lnTo>
                    <a:pt x="998094" y="391240"/>
                  </a:lnTo>
                  <a:lnTo>
                    <a:pt x="1000540" y="391240"/>
                  </a:lnTo>
                  <a:lnTo>
                    <a:pt x="995361" y="393829"/>
                  </a:lnTo>
                  <a:lnTo>
                    <a:pt x="992916" y="393829"/>
                  </a:lnTo>
                  <a:lnTo>
                    <a:pt x="990471" y="393829"/>
                  </a:lnTo>
                  <a:lnTo>
                    <a:pt x="987882" y="393829"/>
                  </a:lnTo>
                  <a:lnTo>
                    <a:pt x="987882" y="391240"/>
                  </a:lnTo>
                  <a:lnTo>
                    <a:pt x="990471" y="391240"/>
                  </a:lnTo>
                  <a:lnTo>
                    <a:pt x="992916" y="388650"/>
                  </a:lnTo>
                  <a:lnTo>
                    <a:pt x="995361" y="386061"/>
                  </a:lnTo>
                  <a:close/>
                  <a:moveTo>
                    <a:pt x="479845" y="375993"/>
                  </a:moveTo>
                  <a:lnTo>
                    <a:pt x="487468" y="381171"/>
                  </a:lnTo>
                  <a:lnTo>
                    <a:pt x="487468" y="383616"/>
                  </a:lnTo>
                  <a:lnTo>
                    <a:pt x="485023" y="381171"/>
                  </a:lnTo>
                  <a:lnTo>
                    <a:pt x="482578" y="381171"/>
                  </a:lnTo>
                  <a:lnTo>
                    <a:pt x="479845" y="378438"/>
                  </a:lnTo>
                  <a:close/>
                  <a:moveTo>
                    <a:pt x="975081" y="373404"/>
                  </a:moveTo>
                  <a:lnTo>
                    <a:pt x="977814" y="375993"/>
                  </a:lnTo>
                  <a:lnTo>
                    <a:pt x="980259" y="375993"/>
                  </a:lnTo>
                  <a:lnTo>
                    <a:pt x="982704" y="375993"/>
                  </a:lnTo>
                  <a:lnTo>
                    <a:pt x="982704" y="378438"/>
                  </a:lnTo>
                  <a:lnTo>
                    <a:pt x="985293" y="378438"/>
                  </a:lnTo>
                  <a:lnTo>
                    <a:pt x="982704" y="383617"/>
                  </a:lnTo>
                  <a:lnTo>
                    <a:pt x="982704" y="386062"/>
                  </a:lnTo>
                  <a:lnTo>
                    <a:pt x="982704" y="393829"/>
                  </a:lnTo>
                  <a:lnTo>
                    <a:pt x="980259" y="396274"/>
                  </a:lnTo>
                  <a:lnTo>
                    <a:pt x="977814" y="396274"/>
                  </a:lnTo>
                  <a:lnTo>
                    <a:pt x="964868" y="393829"/>
                  </a:lnTo>
                  <a:lnTo>
                    <a:pt x="962423" y="393829"/>
                  </a:lnTo>
                  <a:lnTo>
                    <a:pt x="967601" y="383617"/>
                  </a:lnTo>
                  <a:lnTo>
                    <a:pt x="970046" y="378438"/>
                  </a:lnTo>
                  <a:lnTo>
                    <a:pt x="972492" y="378438"/>
                  </a:lnTo>
                  <a:lnTo>
                    <a:pt x="975081" y="378438"/>
                  </a:lnTo>
                  <a:lnTo>
                    <a:pt x="972492" y="375993"/>
                  </a:lnTo>
                  <a:close/>
                  <a:moveTo>
                    <a:pt x="850804" y="289690"/>
                  </a:moveTo>
                  <a:lnTo>
                    <a:pt x="850804" y="292135"/>
                  </a:lnTo>
                  <a:lnTo>
                    <a:pt x="850804" y="294581"/>
                  </a:lnTo>
                  <a:lnTo>
                    <a:pt x="848071" y="292135"/>
                  </a:lnTo>
                  <a:close/>
                  <a:moveTo>
                    <a:pt x="761769" y="256607"/>
                  </a:moveTo>
                  <a:lnTo>
                    <a:pt x="761769" y="259196"/>
                  </a:lnTo>
                  <a:lnTo>
                    <a:pt x="766947" y="259196"/>
                  </a:lnTo>
                  <a:lnTo>
                    <a:pt x="777159" y="259196"/>
                  </a:lnTo>
                  <a:lnTo>
                    <a:pt x="782050" y="259196"/>
                  </a:lnTo>
                  <a:lnTo>
                    <a:pt x="784639" y="264087"/>
                  </a:lnTo>
                  <a:lnTo>
                    <a:pt x="782050" y="271854"/>
                  </a:lnTo>
                  <a:lnTo>
                    <a:pt x="777159" y="274299"/>
                  </a:lnTo>
                  <a:lnTo>
                    <a:pt x="774426" y="277032"/>
                  </a:lnTo>
                  <a:lnTo>
                    <a:pt x="769536" y="281923"/>
                  </a:lnTo>
                  <a:lnTo>
                    <a:pt x="766947" y="284368"/>
                  </a:lnTo>
                  <a:lnTo>
                    <a:pt x="764214" y="289690"/>
                  </a:lnTo>
                  <a:lnTo>
                    <a:pt x="759324" y="292135"/>
                  </a:lnTo>
                  <a:lnTo>
                    <a:pt x="756878" y="287101"/>
                  </a:lnTo>
                  <a:lnTo>
                    <a:pt x="751700" y="284368"/>
                  </a:lnTo>
                  <a:lnTo>
                    <a:pt x="749111" y="279477"/>
                  </a:lnTo>
                  <a:lnTo>
                    <a:pt x="751700" y="277032"/>
                  </a:lnTo>
                  <a:lnTo>
                    <a:pt x="751700" y="279477"/>
                  </a:lnTo>
                  <a:lnTo>
                    <a:pt x="754145" y="279477"/>
                  </a:lnTo>
                  <a:lnTo>
                    <a:pt x="756878" y="277032"/>
                  </a:lnTo>
                  <a:lnTo>
                    <a:pt x="756878" y="266819"/>
                  </a:lnTo>
                  <a:lnTo>
                    <a:pt x="754145" y="264087"/>
                  </a:lnTo>
                  <a:lnTo>
                    <a:pt x="756878" y="259196"/>
                  </a:lnTo>
                  <a:close/>
                  <a:moveTo>
                    <a:pt x="789817" y="236326"/>
                  </a:moveTo>
                  <a:lnTo>
                    <a:pt x="789817" y="238771"/>
                  </a:lnTo>
                  <a:lnTo>
                    <a:pt x="792262" y="238771"/>
                  </a:lnTo>
                  <a:lnTo>
                    <a:pt x="789817" y="243806"/>
                  </a:lnTo>
                  <a:lnTo>
                    <a:pt x="789817" y="246538"/>
                  </a:lnTo>
                  <a:lnTo>
                    <a:pt x="787372" y="251429"/>
                  </a:lnTo>
                  <a:lnTo>
                    <a:pt x="784639" y="248984"/>
                  </a:lnTo>
                  <a:lnTo>
                    <a:pt x="787372" y="241217"/>
                  </a:lnTo>
                  <a:close/>
                  <a:moveTo>
                    <a:pt x="703513" y="193175"/>
                  </a:moveTo>
                  <a:lnTo>
                    <a:pt x="705959" y="193175"/>
                  </a:lnTo>
                  <a:lnTo>
                    <a:pt x="708548" y="195620"/>
                  </a:lnTo>
                  <a:lnTo>
                    <a:pt x="710993" y="198209"/>
                  </a:lnTo>
                  <a:lnTo>
                    <a:pt x="710993" y="208278"/>
                  </a:lnTo>
                  <a:lnTo>
                    <a:pt x="708548" y="210723"/>
                  </a:lnTo>
                  <a:lnTo>
                    <a:pt x="705959" y="210723"/>
                  </a:lnTo>
                  <a:lnTo>
                    <a:pt x="703513" y="210723"/>
                  </a:lnTo>
                  <a:lnTo>
                    <a:pt x="698335" y="208278"/>
                  </a:lnTo>
                  <a:lnTo>
                    <a:pt x="695890" y="198209"/>
                  </a:lnTo>
                  <a:close/>
                  <a:moveTo>
                    <a:pt x="683233" y="193175"/>
                  </a:moveTo>
                  <a:lnTo>
                    <a:pt x="688123" y="193175"/>
                  </a:lnTo>
                  <a:lnTo>
                    <a:pt x="688123" y="195620"/>
                  </a:lnTo>
                  <a:lnTo>
                    <a:pt x="685678" y="198209"/>
                  </a:lnTo>
                  <a:lnTo>
                    <a:pt x="685678" y="200655"/>
                  </a:lnTo>
                  <a:lnTo>
                    <a:pt x="685678" y="203387"/>
                  </a:lnTo>
                  <a:lnTo>
                    <a:pt x="685678" y="210723"/>
                  </a:lnTo>
                  <a:lnTo>
                    <a:pt x="683233" y="213456"/>
                  </a:lnTo>
                  <a:lnTo>
                    <a:pt x="680500" y="210723"/>
                  </a:lnTo>
                  <a:lnTo>
                    <a:pt x="680500" y="208278"/>
                  </a:lnTo>
                  <a:lnTo>
                    <a:pt x="680500" y="200655"/>
                  </a:lnTo>
                  <a:lnTo>
                    <a:pt x="683233" y="198209"/>
                  </a:lnTo>
                  <a:close/>
                  <a:moveTo>
                    <a:pt x="604265" y="142400"/>
                  </a:moveTo>
                  <a:lnTo>
                    <a:pt x="606854" y="142400"/>
                  </a:lnTo>
                  <a:lnTo>
                    <a:pt x="609587" y="142400"/>
                  </a:lnTo>
                  <a:lnTo>
                    <a:pt x="612033" y="142400"/>
                  </a:lnTo>
                  <a:lnTo>
                    <a:pt x="609587" y="147291"/>
                  </a:lnTo>
                  <a:lnTo>
                    <a:pt x="609587" y="149736"/>
                  </a:lnTo>
                  <a:lnTo>
                    <a:pt x="606854" y="149736"/>
                  </a:lnTo>
                  <a:lnTo>
                    <a:pt x="604265" y="152469"/>
                  </a:lnTo>
                  <a:lnTo>
                    <a:pt x="601820" y="152469"/>
                  </a:lnTo>
                  <a:lnTo>
                    <a:pt x="601820" y="149736"/>
                  </a:lnTo>
                  <a:lnTo>
                    <a:pt x="601820" y="144845"/>
                  </a:lnTo>
                  <a:lnTo>
                    <a:pt x="604265" y="144845"/>
                  </a:lnTo>
                  <a:close/>
                  <a:moveTo>
                    <a:pt x="291848" y="0"/>
                  </a:moveTo>
                  <a:lnTo>
                    <a:pt x="304793" y="0"/>
                  </a:lnTo>
                  <a:lnTo>
                    <a:pt x="309684" y="2445"/>
                  </a:lnTo>
                  <a:lnTo>
                    <a:pt x="309684" y="5178"/>
                  </a:lnTo>
                  <a:lnTo>
                    <a:pt x="312273" y="7767"/>
                  </a:lnTo>
                  <a:lnTo>
                    <a:pt x="312273" y="10212"/>
                  </a:lnTo>
                  <a:lnTo>
                    <a:pt x="319896" y="15391"/>
                  </a:lnTo>
                  <a:lnTo>
                    <a:pt x="322341" y="20281"/>
                  </a:lnTo>
                  <a:lnTo>
                    <a:pt x="322341" y="22870"/>
                  </a:lnTo>
                  <a:lnTo>
                    <a:pt x="325074" y="25603"/>
                  </a:lnTo>
                  <a:lnTo>
                    <a:pt x="325074" y="28049"/>
                  </a:lnTo>
                  <a:lnTo>
                    <a:pt x="327520" y="32939"/>
                  </a:lnTo>
                  <a:lnTo>
                    <a:pt x="327520" y="35672"/>
                  </a:lnTo>
                  <a:lnTo>
                    <a:pt x="327520" y="38117"/>
                  </a:lnTo>
                  <a:lnTo>
                    <a:pt x="327520" y="43151"/>
                  </a:lnTo>
                  <a:lnTo>
                    <a:pt x="330109" y="53364"/>
                  </a:lnTo>
                  <a:lnTo>
                    <a:pt x="330109" y="55809"/>
                  </a:lnTo>
                  <a:lnTo>
                    <a:pt x="330109" y="58542"/>
                  </a:lnTo>
                  <a:lnTo>
                    <a:pt x="332554" y="58542"/>
                  </a:lnTo>
                  <a:lnTo>
                    <a:pt x="332554" y="60987"/>
                  </a:lnTo>
                  <a:lnTo>
                    <a:pt x="342766" y="63433"/>
                  </a:lnTo>
                  <a:lnTo>
                    <a:pt x="345499" y="66022"/>
                  </a:lnTo>
                  <a:lnTo>
                    <a:pt x="347945" y="66022"/>
                  </a:lnTo>
                  <a:lnTo>
                    <a:pt x="352835" y="66022"/>
                  </a:lnTo>
                  <a:lnTo>
                    <a:pt x="355424" y="68755"/>
                  </a:lnTo>
                  <a:lnTo>
                    <a:pt x="358013" y="71200"/>
                  </a:lnTo>
                  <a:lnTo>
                    <a:pt x="358013" y="73645"/>
                  </a:lnTo>
                  <a:lnTo>
                    <a:pt x="360603" y="78823"/>
                  </a:lnTo>
                  <a:lnTo>
                    <a:pt x="358013" y="83858"/>
                  </a:lnTo>
                  <a:lnTo>
                    <a:pt x="360603" y="86303"/>
                  </a:lnTo>
                  <a:lnTo>
                    <a:pt x="358013" y="89036"/>
                  </a:lnTo>
                  <a:lnTo>
                    <a:pt x="358013" y="91481"/>
                  </a:lnTo>
                  <a:lnTo>
                    <a:pt x="358013" y="93926"/>
                  </a:lnTo>
                  <a:lnTo>
                    <a:pt x="360603" y="99248"/>
                  </a:lnTo>
                  <a:lnTo>
                    <a:pt x="363048" y="101694"/>
                  </a:lnTo>
                  <a:lnTo>
                    <a:pt x="365493" y="109317"/>
                  </a:lnTo>
                  <a:lnTo>
                    <a:pt x="365493" y="111906"/>
                  </a:lnTo>
                  <a:lnTo>
                    <a:pt x="368226" y="111906"/>
                  </a:lnTo>
                  <a:lnTo>
                    <a:pt x="373260" y="111906"/>
                  </a:lnTo>
                  <a:lnTo>
                    <a:pt x="375705" y="114351"/>
                  </a:lnTo>
                  <a:lnTo>
                    <a:pt x="378438" y="114351"/>
                  </a:lnTo>
                  <a:lnTo>
                    <a:pt x="378438" y="119530"/>
                  </a:lnTo>
                  <a:lnTo>
                    <a:pt x="380884" y="121975"/>
                  </a:lnTo>
                  <a:lnTo>
                    <a:pt x="370671" y="132187"/>
                  </a:lnTo>
                  <a:lnTo>
                    <a:pt x="370671" y="137078"/>
                  </a:lnTo>
                  <a:lnTo>
                    <a:pt x="370671" y="139811"/>
                  </a:lnTo>
                  <a:lnTo>
                    <a:pt x="370671" y="144845"/>
                  </a:lnTo>
                  <a:lnTo>
                    <a:pt x="368226" y="147290"/>
                  </a:lnTo>
                  <a:lnTo>
                    <a:pt x="363048" y="155058"/>
                  </a:lnTo>
                  <a:lnTo>
                    <a:pt x="358013" y="162681"/>
                  </a:lnTo>
                  <a:lnTo>
                    <a:pt x="355424" y="167572"/>
                  </a:lnTo>
                  <a:lnTo>
                    <a:pt x="352835" y="177784"/>
                  </a:lnTo>
                  <a:lnTo>
                    <a:pt x="350390" y="180229"/>
                  </a:lnTo>
                  <a:lnTo>
                    <a:pt x="350390" y="185551"/>
                  </a:lnTo>
                  <a:lnTo>
                    <a:pt x="345499" y="193175"/>
                  </a:lnTo>
                  <a:lnTo>
                    <a:pt x="347945" y="193175"/>
                  </a:lnTo>
                  <a:lnTo>
                    <a:pt x="350390" y="190442"/>
                  </a:lnTo>
                  <a:lnTo>
                    <a:pt x="352835" y="187997"/>
                  </a:lnTo>
                  <a:lnTo>
                    <a:pt x="352835" y="185551"/>
                  </a:lnTo>
                  <a:lnTo>
                    <a:pt x="355424" y="180229"/>
                  </a:lnTo>
                  <a:lnTo>
                    <a:pt x="360603" y="170161"/>
                  </a:lnTo>
                  <a:lnTo>
                    <a:pt x="360603" y="162681"/>
                  </a:lnTo>
                  <a:lnTo>
                    <a:pt x="365493" y="162681"/>
                  </a:lnTo>
                  <a:lnTo>
                    <a:pt x="368226" y="157503"/>
                  </a:lnTo>
                  <a:lnTo>
                    <a:pt x="370671" y="152469"/>
                  </a:lnTo>
                  <a:lnTo>
                    <a:pt x="373260" y="149736"/>
                  </a:lnTo>
                  <a:lnTo>
                    <a:pt x="373260" y="152469"/>
                  </a:lnTo>
                  <a:lnTo>
                    <a:pt x="375705" y="155058"/>
                  </a:lnTo>
                  <a:lnTo>
                    <a:pt x="375705" y="157503"/>
                  </a:lnTo>
                  <a:lnTo>
                    <a:pt x="375705" y="159948"/>
                  </a:lnTo>
                  <a:lnTo>
                    <a:pt x="375705" y="165126"/>
                  </a:lnTo>
                  <a:lnTo>
                    <a:pt x="378438" y="167572"/>
                  </a:lnTo>
                  <a:lnTo>
                    <a:pt x="370671" y="175339"/>
                  </a:lnTo>
                  <a:lnTo>
                    <a:pt x="368226" y="187997"/>
                  </a:lnTo>
                  <a:lnTo>
                    <a:pt x="365493" y="193175"/>
                  </a:lnTo>
                  <a:lnTo>
                    <a:pt x="368226" y="193175"/>
                  </a:lnTo>
                  <a:lnTo>
                    <a:pt x="365493" y="195620"/>
                  </a:lnTo>
                  <a:lnTo>
                    <a:pt x="363048" y="195620"/>
                  </a:lnTo>
                  <a:lnTo>
                    <a:pt x="363048" y="198209"/>
                  </a:lnTo>
                  <a:lnTo>
                    <a:pt x="365493" y="198209"/>
                  </a:lnTo>
                  <a:lnTo>
                    <a:pt x="368226" y="198209"/>
                  </a:lnTo>
                  <a:lnTo>
                    <a:pt x="368226" y="200654"/>
                  </a:lnTo>
                  <a:lnTo>
                    <a:pt x="370671" y="200654"/>
                  </a:lnTo>
                  <a:lnTo>
                    <a:pt x="375705" y="203387"/>
                  </a:lnTo>
                  <a:lnTo>
                    <a:pt x="378438" y="205833"/>
                  </a:lnTo>
                  <a:lnTo>
                    <a:pt x="380884" y="208278"/>
                  </a:lnTo>
                  <a:lnTo>
                    <a:pt x="383329" y="208278"/>
                  </a:lnTo>
                  <a:lnTo>
                    <a:pt x="383329" y="210723"/>
                  </a:lnTo>
                  <a:lnTo>
                    <a:pt x="380884" y="210723"/>
                  </a:lnTo>
                  <a:lnTo>
                    <a:pt x="375705" y="208278"/>
                  </a:lnTo>
                  <a:lnTo>
                    <a:pt x="373260" y="208278"/>
                  </a:lnTo>
                  <a:lnTo>
                    <a:pt x="368226" y="210723"/>
                  </a:lnTo>
                  <a:lnTo>
                    <a:pt x="365493" y="210723"/>
                  </a:lnTo>
                  <a:lnTo>
                    <a:pt x="363048" y="210723"/>
                  </a:lnTo>
                  <a:lnTo>
                    <a:pt x="363048" y="213456"/>
                  </a:lnTo>
                  <a:lnTo>
                    <a:pt x="365493" y="213456"/>
                  </a:lnTo>
                  <a:lnTo>
                    <a:pt x="360603" y="216045"/>
                  </a:lnTo>
                  <a:lnTo>
                    <a:pt x="363048" y="216045"/>
                  </a:lnTo>
                  <a:lnTo>
                    <a:pt x="368226" y="216045"/>
                  </a:lnTo>
                  <a:lnTo>
                    <a:pt x="370671" y="216045"/>
                  </a:lnTo>
                  <a:lnTo>
                    <a:pt x="373260" y="218490"/>
                  </a:lnTo>
                  <a:lnTo>
                    <a:pt x="373260" y="223668"/>
                  </a:lnTo>
                  <a:lnTo>
                    <a:pt x="373260" y="231148"/>
                  </a:lnTo>
                  <a:lnTo>
                    <a:pt x="370671" y="236326"/>
                  </a:lnTo>
                  <a:lnTo>
                    <a:pt x="370671" y="238772"/>
                  </a:lnTo>
                  <a:lnTo>
                    <a:pt x="373260" y="238772"/>
                  </a:lnTo>
                  <a:lnTo>
                    <a:pt x="375705" y="236326"/>
                  </a:lnTo>
                  <a:lnTo>
                    <a:pt x="375705" y="233593"/>
                  </a:lnTo>
                  <a:lnTo>
                    <a:pt x="378438" y="231148"/>
                  </a:lnTo>
                  <a:lnTo>
                    <a:pt x="378438" y="223668"/>
                  </a:lnTo>
                  <a:lnTo>
                    <a:pt x="380884" y="218490"/>
                  </a:lnTo>
                  <a:lnTo>
                    <a:pt x="385918" y="218490"/>
                  </a:lnTo>
                  <a:lnTo>
                    <a:pt x="385918" y="216045"/>
                  </a:lnTo>
                  <a:lnTo>
                    <a:pt x="391096" y="213456"/>
                  </a:lnTo>
                  <a:lnTo>
                    <a:pt x="391096" y="208278"/>
                  </a:lnTo>
                  <a:lnTo>
                    <a:pt x="388651" y="203387"/>
                  </a:lnTo>
                  <a:lnTo>
                    <a:pt x="385918" y="203387"/>
                  </a:lnTo>
                  <a:lnTo>
                    <a:pt x="385918" y="200654"/>
                  </a:lnTo>
                  <a:lnTo>
                    <a:pt x="383329" y="195620"/>
                  </a:lnTo>
                  <a:lnTo>
                    <a:pt x="385918" y="193175"/>
                  </a:lnTo>
                  <a:lnTo>
                    <a:pt x="385918" y="195620"/>
                  </a:lnTo>
                  <a:lnTo>
                    <a:pt x="388651" y="195620"/>
                  </a:lnTo>
                  <a:lnTo>
                    <a:pt x="391096" y="193175"/>
                  </a:lnTo>
                  <a:lnTo>
                    <a:pt x="388651" y="190442"/>
                  </a:lnTo>
                  <a:lnTo>
                    <a:pt x="393541" y="193175"/>
                  </a:lnTo>
                  <a:lnTo>
                    <a:pt x="388651" y="187997"/>
                  </a:lnTo>
                  <a:lnTo>
                    <a:pt x="388651" y="180229"/>
                  </a:lnTo>
                  <a:lnTo>
                    <a:pt x="388651" y="177784"/>
                  </a:lnTo>
                  <a:lnTo>
                    <a:pt x="391096" y="177784"/>
                  </a:lnTo>
                  <a:lnTo>
                    <a:pt x="393541" y="180229"/>
                  </a:lnTo>
                  <a:lnTo>
                    <a:pt x="395987" y="185551"/>
                  </a:lnTo>
                  <a:lnTo>
                    <a:pt x="401165" y="190442"/>
                  </a:lnTo>
                  <a:lnTo>
                    <a:pt x="401165" y="193175"/>
                  </a:lnTo>
                  <a:lnTo>
                    <a:pt x="403754" y="193175"/>
                  </a:lnTo>
                  <a:lnTo>
                    <a:pt x="411377" y="195620"/>
                  </a:lnTo>
                  <a:lnTo>
                    <a:pt x="413823" y="195620"/>
                  </a:lnTo>
                  <a:lnTo>
                    <a:pt x="416412" y="195620"/>
                  </a:lnTo>
                  <a:lnTo>
                    <a:pt x="413823" y="193175"/>
                  </a:lnTo>
                  <a:lnTo>
                    <a:pt x="403754" y="190442"/>
                  </a:lnTo>
                  <a:lnTo>
                    <a:pt x="395987" y="177784"/>
                  </a:lnTo>
                  <a:lnTo>
                    <a:pt x="393541" y="175339"/>
                  </a:lnTo>
                  <a:lnTo>
                    <a:pt x="391096" y="175339"/>
                  </a:lnTo>
                  <a:lnTo>
                    <a:pt x="393541" y="167572"/>
                  </a:lnTo>
                  <a:lnTo>
                    <a:pt x="395987" y="165126"/>
                  </a:lnTo>
                  <a:lnTo>
                    <a:pt x="398720" y="162681"/>
                  </a:lnTo>
                  <a:lnTo>
                    <a:pt x="401165" y="157503"/>
                  </a:lnTo>
                  <a:lnTo>
                    <a:pt x="401165" y="149736"/>
                  </a:lnTo>
                  <a:lnTo>
                    <a:pt x="403754" y="149736"/>
                  </a:lnTo>
                  <a:lnTo>
                    <a:pt x="403754" y="152469"/>
                  </a:lnTo>
                  <a:lnTo>
                    <a:pt x="406199" y="152469"/>
                  </a:lnTo>
                  <a:lnTo>
                    <a:pt x="406199" y="157503"/>
                  </a:lnTo>
                  <a:lnTo>
                    <a:pt x="406199" y="159948"/>
                  </a:lnTo>
                  <a:lnTo>
                    <a:pt x="408932" y="162681"/>
                  </a:lnTo>
                  <a:lnTo>
                    <a:pt x="413823" y="167572"/>
                  </a:lnTo>
                  <a:lnTo>
                    <a:pt x="413823" y="175339"/>
                  </a:lnTo>
                  <a:lnTo>
                    <a:pt x="408932" y="180229"/>
                  </a:lnTo>
                  <a:lnTo>
                    <a:pt x="408932" y="185551"/>
                  </a:lnTo>
                  <a:lnTo>
                    <a:pt x="411377" y="185551"/>
                  </a:lnTo>
                  <a:lnTo>
                    <a:pt x="413823" y="185551"/>
                  </a:lnTo>
                  <a:lnTo>
                    <a:pt x="411377" y="182962"/>
                  </a:lnTo>
                  <a:lnTo>
                    <a:pt x="413823" y="180229"/>
                  </a:lnTo>
                  <a:lnTo>
                    <a:pt x="413823" y="177784"/>
                  </a:lnTo>
                  <a:lnTo>
                    <a:pt x="419145" y="175339"/>
                  </a:lnTo>
                  <a:lnTo>
                    <a:pt x="421590" y="172894"/>
                  </a:lnTo>
                  <a:lnTo>
                    <a:pt x="419145" y="167572"/>
                  </a:lnTo>
                  <a:lnTo>
                    <a:pt x="421590" y="165126"/>
                  </a:lnTo>
                  <a:lnTo>
                    <a:pt x="419145" y="165126"/>
                  </a:lnTo>
                  <a:lnTo>
                    <a:pt x="416412" y="167572"/>
                  </a:lnTo>
                  <a:lnTo>
                    <a:pt x="413823" y="162681"/>
                  </a:lnTo>
                  <a:lnTo>
                    <a:pt x="408932" y="159948"/>
                  </a:lnTo>
                  <a:lnTo>
                    <a:pt x="408932" y="157503"/>
                  </a:lnTo>
                  <a:lnTo>
                    <a:pt x="411377" y="159948"/>
                  </a:lnTo>
                  <a:lnTo>
                    <a:pt x="411377" y="157503"/>
                  </a:lnTo>
                  <a:lnTo>
                    <a:pt x="411377" y="155058"/>
                  </a:lnTo>
                  <a:lnTo>
                    <a:pt x="416412" y="157503"/>
                  </a:lnTo>
                  <a:lnTo>
                    <a:pt x="419145" y="157503"/>
                  </a:lnTo>
                  <a:lnTo>
                    <a:pt x="419145" y="159948"/>
                  </a:lnTo>
                  <a:lnTo>
                    <a:pt x="419145" y="162681"/>
                  </a:lnTo>
                  <a:lnTo>
                    <a:pt x="421590" y="162681"/>
                  </a:lnTo>
                  <a:lnTo>
                    <a:pt x="421590" y="157503"/>
                  </a:lnTo>
                  <a:lnTo>
                    <a:pt x="424035" y="157503"/>
                  </a:lnTo>
                  <a:lnTo>
                    <a:pt x="424035" y="159948"/>
                  </a:lnTo>
                  <a:lnTo>
                    <a:pt x="431802" y="162681"/>
                  </a:lnTo>
                  <a:lnTo>
                    <a:pt x="434248" y="167572"/>
                  </a:lnTo>
                  <a:lnTo>
                    <a:pt x="439138" y="170161"/>
                  </a:lnTo>
                  <a:lnTo>
                    <a:pt x="439138" y="172894"/>
                  </a:lnTo>
                  <a:lnTo>
                    <a:pt x="441871" y="172894"/>
                  </a:lnTo>
                  <a:lnTo>
                    <a:pt x="441871" y="177784"/>
                  </a:lnTo>
                  <a:lnTo>
                    <a:pt x="444316" y="182962"/>
                  </a:lnTo>
                  <a:lnTo>
                    <a:pt x="441871" y="185551"/>
                  </a:lnTo>
                  <a:lnTo>
                    <a:pt x="441871" y="187997"/>
                  </a:lnTo>
                  <a:lnTo>
                    <a:pt x="441871" y="195620"/>
                  </a:lnTo>
                  <a:lnTo>
                    <a:pt x="444316" y="198209"/>
                  </a:lnTo>
                  <a:lnTo>
                    <a:pt x="441871" y="198209"/>
                  </a:lnTo>
                  <a:lnTo>
                    <a:pt x="439138" y="210723"/>
                  </a:lnTo>
                  <a:lnTo>
                    <a:pt x="439138" y="213456"/>
                  </a:lnTo>
                  <a:lnTo>
                    <a:pt x="441871" y="216045"/>
                  </a:lnTo>
                  <a:lnTo>
                    <a:pt x="444316" y="213456"/>
                  </a:lnTo>
                  <a:lnTo>
                    <a:pt x="446905" y="213456"/>
                  </a:lnTo>
                  <a:lnTo>
                    <a:pt x="459563" y="216045"/>
                  </a:lnTo>
                  <a:lnTo>
                    <a:pt x="464741" y="220935"/>
                  </a:lnTo>
                  <a:lnTo>
                    <a:pt x="467186" y="223668"/>
                  </a:lnTo>
                  <a:lnTo>
                    <a:pt x="469632" y="223668"/>
                  </a:lnTo>
                  <a:lnTo>
                    <a:pt x="469632" y="220935"/>
                  </a:lnTo>
                  <a:lnTo>
                    <a:pt x="464741" y="218490"/>
                  </a:lnTo>
                  <a:lnTo>
                    <a:pt x="464741" y="213456"/>
                  </a:lnTo>
                  <a:lnTo>
                    <a:pt x="452084" y="210723"/>
                  </a:lnTo>
                  <a:lnTo>
                    <a:pt x="454529" y="208278"/>
                  </a:lnTo>
                  <a:lnTo>
                    <a:pt x="452084" y="208278"/>
                  </a:lnTo>
                  <a:lnTo>
                    <a:pt x="449351" y="205833"/>
                  </a:lnTo>
                  <a:lnTo>
                    <a:pt x="449351" y="200654"/>
                  </a:lnTo>
                  <a:lnTo>
                    <a:pt x="449351" y="198209"/>
                  </a:lnTo>
                  <a:lnTo>
                    <a:pt x="446905" y="190442"/>
                  </a:lnTo>
                  <a:lnTo>
                    <a:pt x="446905" y="187997"/>
                  </a:lnTo>
                  <a:lnTo>
                    <a:pt x="446905" y="185551"/>
                  </a:lnTo>
                  <a:lnTo>
                    <a:pt x="449351" y="185551"/>
                  </a:lnTo>
                  <a:lnTo>
                    <a:pt x="456974" y="187997"/>
                  </a:lnTo>
                  <a:lnTo>
                    <a:pt x="464741" y="190442"/>
                  </a:lnTo>
                  <a:lnTo>
                    <a:pt x="467186" y="198209"/>
                  </a:lnTo>
                  <a:lnTo>
                    <a:pt x="469632" y="200654"/>
                  </a:lnTo>
                  <a:lnTo>
                    <a:pt x="469632" y="203387"/>
                  </a:lnTo>
                  <a:lnTo>
                    <a:pt x="472365" y="208278"/>
                  </a:lnTo>
                  <a:lnTo>
                    <a:pt x="474954" y="213456"/>
                  </a:lnTo>
                  <a:lnTo>
                    <a:pt x="477399" y="216045"/>
                  </a:lnTo>
                  <a:lnTo>
                    <a:pt x="479844" y="216045"/>
                  </a:lnTo>
                  <a:lnTo>
                    <a:pt x="485022" y="223668"/>
                  </a:lnTo>
                  <a:lnTo>
                    <a:pt x="492790" y="228703"/>
                  </a:lnTo>
                  <a:lnTo>
                    <a:pt x="495235" y="228703"/>
                  </a:lnTo>
                  <a:lnTo>
                    <a:pt x="497680" y="228703"/>
                  </a:lnTo>
                  <a:lnTo>
                    <a:pt x="487468" y="223668"/>
                  </a:lnTo>
                  <a:lnTo>
                    <a:pt x="474954" y="210723"/>
                  </a:lnTo>
                  <a:lnTo>
                    <a:pt x="477399" y="208278"/>
                  </a:lnTo>
                  <a:lnTo>
                    <a:pt x="482577" y="205833"/>
                  </a:lnTo>
                  <a:lnTo>
                    <a:pt x="482577" y="208278"/>
                  </a:lnTo>
                  <a:lnTo>
                    <a:pt x="487468" y="213456"/>
                  </a:lnTo>
                  <a:lnTo>
                    <a:pt x="490057" y="213456"/>
                  </a:lnTo>
                  <a:lnTo>
                    <a:pt x="490057" y="210723"/>
                  </a:lnTo>
                  <a:lnTo>
                    <a:pt x="487468" y="208278"/>
                  </a:lnTo>
                  <a:lnTo>
                    <a:pt x="485022" y="208278"/>
                  </a:lnTo>
                  <a:lnTo>
                    <a:pt x="482577" y="203387"/>
                  </a:lnTo>
                  <a:lnTo>
                    <a:pt x="477399" y="205833"/>
                  </a:lnTo>
                  <a:lnTo>
                    <a:pt x="474954" y="203387"/>
                  </a:lnTo>
                  <a:lnTo>
                    <a:pt x="472365" y="203387"/>
                  </a:lnTo>
                  <a:lnTo>
                    <a:pt x="472365" y="198209"/>
                  </a:lnTo>
                  <a:lnTo>
                    <a:pt x="469632" y="190442"/>
                  </a:lnTo>
                  <a:lnTo>
                    <a:pt x="464741" y="187997"/>
                  </a:lnTo>
                  <a:lnTo>
                    <a:pt x="452084" y="182962"/>
                  </a:lnTo>
                  <a:lnTo>
                    <a:pt x="444316" y="177784"/>
                  </a:lnTo>
                  <a:lnTo>
                    <a:pt x="444316" y="175339"/>
                  </a:lnTo>
                  <a:lnTo>
                    <a:pt x="449351" y="170161"/>
                  </a:lnTo>
                  <a:lnTo>
                    <a:pt x="444316" y="165126"/>
                  </a:lnTo>
                  <a:lnTo>
                    <a:pt x="444316" y="162681"/>
                  </a:lnTo>
                  <a:lnTo>
                    <a:pt x="449351" y="162681"/>
                  </a:lnTo>
                  <a:lnTo>
                    <a:pt x="452084" y="159948"/>
                  </a:lnTo>
                  <a:lnTo>
                    <a:pt x="452084" y="157503"/>
                  </a:lnTo>
                  <a:lnTo>
                    <a:pt x="454529" y="157503"/>
                  </a:lnTo>
                  <a:lnTo>
                    <a:pt x="456974" y="159948"/>
                  </a:lnTo>
                  <a:lnTo>
                    <a:pt x="459563" y="162681"/>
                  </a:lnTo>
                  <a:lnTo>
                    <a:pt x="464741" y="162681"/>
                  </a:lnTo>
                  <a:lnTo>
                    <a:pt x="469632" y="162681"/>
                  </a:lnTo>
                  <a:lnTo>
                    <a:pt x="479844" y="165126"/>
                  </a:lnTo>
                  <a:lnTo>
                    <a:pt x="485022" y="165126"/>
                  </a:lnTo>
                  <a:lnTo>
                    <a:pt x="487468" y="167572"/>
                  </a:lnTo>
                  <a:lnTo>
                    <a:pt x="490057" y="167572"/>
                  </a:lnTo>
                  <a:lnTo>
                    <a:pt x="492790" y="170161"/>
                  </a:lnTo>
                  <a:lnTo>
                    <a:pt x="495235" y="172894"/>
                  </a:lnTo>
                  <a:lnTo>
                    <a:pt x="495235" y="175339"/>
                  </a:lnTo>
                  <a:lnTo>
                    <a:pt x="497680" y="180229"/>
                  </a:lnTo>
                  <a:lnTo>
                    <a:pt x="497680" y="185551"/>
                  </a:lnTo>
                  <a:lnTo>
                    <a:pt x="500126" y="180229"/>
                  </a:lnTo>
                  <a:lnTo>
                    <a:pt x="497680" y="177784"/>
                  </a:lnTo>
                  <a:lnTo>
                    <a:pt x="497680" y="175339"/>
                  </a:lnTo>
                  <a:lnTo>
                    <a:pt x="497680" y="172894"/>
                  </a:lnTo>
                  <a:lnTo>
                    <a:pt x="500126" y="172894"/>
                  </a:lnTo>
                  <a:lnTo>
                    <a:pt x="505447" y="172894"/>
                  </a:lnTo>
                  <a:lnTo>
                    <a:pt x="507893" y="170161"/>
                  </a:lnTo>
                  <a:lnTo>
                    <a:pt x="512783" y="172894"/>
                  </a:lnTo>
                  <a:lnTo>
                    <a:pt x="520551" y="175339"/>
                  </a:lnTo>
                  <a:lnTo>
                    <a:pt x="520551" y="172894"/>
                  </a:lnTo>
                  <a:lnTo>
                    <a:pt x="518105" y="172894"/>
                  </a:lnTo>
                  <a:lnTo>
                    <a:pt x="512783" y="170161"/>
                  </a:lnTo>
                  <a:lnTo>
                    <a:pt x="510338" y="167572"/>
                  </a:lnTo>
                  <a:lnTo>
                    <a:pt x="507893" y="167572"/>
                  </a:lnTo>
                  <a:lnTo>
                    <a:pt x="505447" y="170161"/>
                  </a:lnTo>
                  <a:lnTo>
                    <a:pt x="497680" y="170161"/>
                  </a:lnTo>
                  <a:lnTo>
                    <a:pt x="487468" y="165126"/>
                  </a:lnTo>
                  <a:lnTo>
                    <a:pt x="485022" y="162681"/>
                  </a:lnTo>
                  <a:lnTo>
                    <a:pt x="482577" y="162681"/>
                  </a:lnTo>
                  <a:lnTo>
                    <a:pt x="482577" y="159948"/>
                  </a:lnTo>
                  <a:lnTo>
                    <a:pt x="469632" y="159948"/>
                  </a:lnTo>
                  <a:lnTo>
                    <a:pt x="467186" y="157503"/>
                  </a:lnTo>
                  <a:lnTo>
                    <a:pt x="464741" y="155058"/>
                  </a:lnTo>
                  <a:lnTo>
                    <a:pt x="456974" y="152469"/>
                  </a:lnTo>
                  <a:lnTo>
                    <a:pt x="456974" y="149736"/>
                  </a:lnTo>
                  <a:lnTo>
                    <a:pt x="454529" y="147290"/>
                  </a:lnTo>
                  <a:lnTo>
                    <a:pt x="452084" y="147290"/>
                  </a:lnTo>
                  <a:lnTo>
                    <a:pt x="452084" y="142400"/>
                  </a:lnTo>
                  <a:lnTo>
                    <a:pt x="452084" y="139811"/>
                  </a:lnTo>
                  <a:lnTo>
                    <a:pt x="454529" y="129742"/>
                  </a:lnTo>
                  <a:lnTo>
                    <a:pt x="456974" y="124420"/>
                  </a:lnTo>
                  <a:lnTo>
                    <a:pt x="459563" y="119530"/>
                  </a:lnTo>
                  <a:lnTo>
                    <a:pt x="462296" y="116797"/>
                  </a:lnTo>
                  <a:lnTo>
                    <a:pt x="464741" y="114351"/>
                  </a:lnTo>
                  <a:lnTo>
                    <a:pt x="469632" y="109317"/>
                  </a:lnTo>
                  <a:lnTo>
                    <a:pt x="474954" y="106584"/>
                  </a:lnTo>
                  <a:lnTo>
                    <a:pt x="477399" y="104139"/>
                  </a:lnTo>
                  <a:lnTo>
                    <a:pt x="482577" y="99248"/>
                  </a:lnTo>
                  <a:lnTo>
                    <a:pt x="485022" y="96515"/>
                  </a:lnTo>
                  <a:lnTo>
                    <a:pt x="490057" y="96515"/>
                  </a:lnTo>
                  <a:lnTo>
                    <a:pt x="502715" y="93926"/>
                  </a:lnTo>
                  <a:lnTo>
                    <a:pt x="515516" y="96515"/>
                  </a:lnTo>
                  <a:lnTo>
                    <a:pt x="518105" y="99248"/>
                  </a:lnTo>
                  <a:lnTo>
                    <a:pt x="520551" y="101694"/>
                  </a:lnTo>
                  <a:lnTo>
                    <a:pt x="520551" y="104139"/>
                  </a:lnTo>
                  <a:lnTo>
                    <a:pt x="522996" y="106584"/>
                  </a:lnTo>
                  <a:lnTo>
                    <a:pt x="525729" y="106584"/>
                  </a:lnTo>
                  <a:lnTo>
                    <a:pt x="535941" y="106584"/>
                  </a:lnTo>
                  <a:lnTo>
                    <a:pt x="543277" y="106584"/>
                  </a:lnTo>
                  <a:lnTo>
                    <a:pt x="543277" y="109317"/>
                  </a:lnTo>
                  <a:lnTo>
                    <a:pt x="543277" y="114351"/>
                  </a:lnTo>
                  <a:lnTo>
                    <a:pt x="546010" y="119530"/>
                  </a:lnTo>
                  <a:lnTo>
                    <a:pt x="548599" y="121975"/>
                  </a:lnTo>
                  <a:lnTo>
                    <a:pt x="548599" y="119530"/>
                  </a:lnTo>
                  <a:lnTo>
                    <a:pt x="548599" y="116797"/>
                  </a:lnTo>
                  <a:lnTo>
                    <a:pt x="546010" y="114351"/>
                  </a:lnTo>
                  <a:lnTo>
                    <a:pt x="546010" y="111906"/>
                  </a:lnTo>
                  <a:lnTo>
                    <a:pt x="548599" y="106584"/>
                  </a:lnTo>
                  <a:lnTo>
                    <a:pt x="551044" y="106584"/>
                  </a:lnTo>
                  <a:lnTo>
                    <a:pt x="556222" y="106584"/>
                  </a:lnTo>
                  <a:lnTo>
                    <a:pt x="556222" y="104139"/>
                  </a:lnTo>
                  <a:lnTo>
                    <a:pt x="563702" y="106584"/>
                  </a:lnTo>
                  <a:lnTo>
                    <a:pt x="566435" y="106584"/>
                  </a:lnTo>
                  <a:lnTo>
                    <a:pt x="568880" y="109317"/>
                  </a:lnTo>
                  <a:lnTo>
                    <a:pt x="571325" y="109317"/>
                  </a:lnTo>
                  <a:lnTo>
                    <a:pt x="581538" y="111906"/>
                  </a:lnTo>
                  <a:lnTo>
                    <a:pt x="581538" y="116797"/>
                  </a:lnTo>
                  <a:lnTo>
                    <a:pt x="583983" y="116797"/>
                  </a:lnTo>
                  <a:lnTo>
                    <a:pt x="583983" y="119530"/>
                  </a:lnTo>
                  <a:lnTo>
                    <a:pt x="586428" y="121975"/>
                  </a:lnTo>
                  <a:lnTo>
                    <a:pt x="589161" y="127009"/>
                  </a:lnTo>
                  <a:lnTo>
                    <a:pt x="594196" y="134633"/>
                  </a:lnTo>
                  <a:lnTo>
                    <a:pt x="599374" y="139811"/>
                  </a:lnTo>
                  <a:lnTo>
                    <a:pt x="596641" y="149736"/>
                  </a:lnTo>
                  <a:lnTo>
                    <a:pt x="594196" y="155058"/>
                  </a:lnTo>
                  <a:lnTo>
                    <a:pt x="591750" y="157503"/>
                  </a:lnTo>
                  <a:lnTo>
                    <a:pt x="586428" y="159948"/>
                  </a:lnTo>
                  <a:lnTo>
                    <a:pt x="581538" y="159948"/>
                  </a:lnTo>
                  <a:lnTo>
                    <a:pt x="581538" y="157503"/>
                  </a:lnTo>
                  <a:lnTo>
                    <a:pt x="573771" y="162681"/>
                  </a:lnTo>
                  <a:lnTo>
                    <a:pt x="566435" y="165126"/>
                  </a:lnTo>
                  <a:lnTo>
                    <a:pt x="563702" y="170161"/>
                  </a:lnTo>
                  <a:lnTo>
                    <a:pt x="561257" y="172894"/>
                  </a:lnTo>
                  <a:lnTo>
                    <a:pt x="561257" y="177784"/>
                  </a:lnTo>
                  <a:lnTo>
                    <a:pt x="561257" y="180229"/>
                  </a:lnTo>
                  <a:lnTo>
                    <a:pt x="561257" y="185551"/>
                  </a:lnTo>
                  <a:lnTo>
                    <a:pt x="556222" y="193175"/>
                  </a:lnTo>
                  <a:lnTo>
                    <a:pt x="553489" y="195620"/>
                  </a:lnTo>
                  <a:lnTo>
                    <a:pt x="553489" y="205833"/>
                  </a:lnTo>
                  <a:lnTo>
                    <a:pt x="556222" y="200654"/>
                  </a:lnTo>
                  <a:lnTo>
                    <a:pt x="556222" y="198209"/>
                  </a:lnTo>
                  <a:lnTo>
                    <a:pt x="558668" y="195620"/>
                  </a:lnTo>
                  <a:lnTo>
                    <a:pt x="563702" y="185551"/>
                  </a:lnTo>
                  <a:lnTo>
                    <a:pt x="563702" y="177784"/>
                  </a:lnTo>
                  <a:lnTo>
                    <a:pt x="568880" y="170161"/>
                  </a:lnTo>
                  <a:lnTo>
                    <a:pt x="573771" y="167572"/>
                  </a:lnTo>
                  <a:lnTo>
                    <a:pt x="579093" y="165126"/>
                  </a:lnTo>
                  <a:lnTo>
                    <a:pt x="581538" y="165126"/>
                  </a:lnTo>
                  <a:lnTo>
                    <a:pt x="586428" y="162681"/>
                  </a:lnTo>
                  <a:lnTo>
                    <a:pt x="594196" y="165126"/>
                  </a:lnTo>
                  <a:lnTo>
                    <a:pt x="594196" y="170161"/>
                  </a:lnTo>
                  <a:lnTo>
                    <a:pt x="591750" y="172894"/>
                  </a:lnTo>
                  <a:lnTo>
                    <a:pt x="586428" y="175339"/>
                  </a:lnTo>
                  <a:lnTo>
                    <a:pt x="583983" y="175339"/>
                  </a:lnTo>
                  <a:lnTo>
                    <a:pt x="581538" y="180229"/>
                  </a:lnTo>
                  <a:lnTo>
                    <a:pt x="581538" y="185551"/>
                  </a:lnTo>
                  <a:lnTo>
                    <a:pt x="581538" y="190442"/>
                  </a:lnTo>
                  <a:lnTo>
                    <a:pt x="581538" y="198209"/>
                  </a:lnTo>
                  <a:lnTo>
                    <a:pt x="581538" y="203387"/>
                  </a:lnTo>
                  <a:lnTo>
                    <a:pt x="581538" y="208278"/>
                  </a:lnTo>
                  <a:lnTo>
                    <a:pt x="583983" y="200654"/>
                  </a:lnTo>
                  <a:lnTo>
                    <a:pt x="583983" y="195620"/>
                  </a:lnTo>
                  <a:lnTo>
                    <a:pt x="583983" y="190442"/>
                  </a:lnTo>
                  <a:lnTo>
                    <a:pt x="583983" y="180229"/>
                  </a:lnTo>
                  <a:lnTo>
                    <a:pt x="589161" y="177784"/>
                  </a:lnTo>
                  <a:lnTo>
                    <a:pt x="594196" y="175339"/>
                  </a:lnTo>
                  <a:lnTo>
                    <a:pt x="596641" y="172894"/>
                  </a:lnTo>
                  <a:lnTo>
                    <a:pt x="596641" y="170161"/>
                  </a:lnTo>
                  <a:lnTo>
                    <a:pt x="596641" y="159948"/>
                  </a:lnTo>
                  <a:lnTo>
                    <a:pt x="599374" y="157503"/>
                  </a:lnTo>
                  <a:lnTo>
                    <a:pt x="601819" y="157503"/>
                  </a:lnTo>
                  <a:lnTo>
                    <a:pt x="606853" y="159948"/>
                  </a:lnTo>
                  <a:lnTo>
                    <a:pt x="609586" y="157503"/>
                  </a:lnTo>
                  <a:lnTo>
                    <a:pt x="632313" y="157503"/>
                  </a:lnTo>
                  <a:lnTo>
                    <a:pt x="640080" y="167572"/>
                  </a:lnTo>
                  <a:lnTo>
                    <a:pt x="640080" y="172894"/>
                  </a:lnTo>
                  <a:lnTo>
                    <a:pt x="637347" y="177784"/>
                  </a:lnTo>
                  <a:lnTo>
                    <a:pt x="642525" y="180229"/>
                  </a:lnTo>
                  <a:lnTo>
                    <a:pt x="642525" y="182962"/>
                  </a:lnTo>
                  <a:lnTo>
                    <a:pt x="640080" y="190442"/>
                  </a:lnTo>
                  <a:lnTo>
                    <a:pt x="632313" y="193175"/>
                  </a:lnTo>
                  <a:lnTo>
                    <a:pt x="629868" y="193175"/>
                  </a:lnTo>
                  <a:lnTo>
                    <a:pt x="629868" y="190442"/>
                  </a:lnTo>
                  <a:lnTo>
                    <a:pt x="627135" y="190442"/>
                  </a:lnTo>
                  <a:lnTo>
                    <a:pt x="627135" y="195620"/>
                  </a:lnTo>
                  <a:lnTo>
                    <a:pt x="624689" y="200654"/>
                  </a:lnTo>
                  <a:lnTo>
                    <a:pt x="624689" y="203387"/>
                  </a:lnTo>
                  <a:lnTo>
                    <a:pt x="619655" y="205833"/>
                  </a:lnTo>
                  <a:lnTo>
                    <a:pt x="616922" y="210723"/>
                  </a:lnTo>
                  <a:lnTo>
                    <a:pt x="609586" y="210723"/>
                  </a:lnTo>
                  <a:lnTo>
                    <a:pt x="606853" y="210723"/>
                  </a:lnTo>
                  <a:lnTo>
                    <a:pt x="606853" y="213456"/>
                  </a:lnTo>
                  <a:lnTo>
                    <a:pt x="604264" y="216045"/>
                  </a:lnTo>
                  <a:lnTo>
                    <a:pt x="601819" y="216045"/>
                  </a:lnTo>
                  <a:lnTo>
                    <a:pt x="599374" y="216045"/>
                  </a:lnTo>
                  <a:lnTo>
                    <a:pt x="599374" y="218490"/>
                  </a:lnTo>
                  <a:lnTo>
                    <a:pt x="601819" y="218490"/>
                  </a:lnTo>
                  <a:lnTo>
                    <a:pt x="609586" y="213456"/>
                  </a:lnTo>
                  <a:lnTo>
                    <a:pt x="612032" y="213456"/>
                  </a:lnTo>
                  <a:lnTo>
                    <a:pt x="614477" y="213456"/>
                  </a:lnTo>
                  <a:lnTo>
                    <a:pt x="616922" y="213456"/>
                  </a:lnTo>
                  <a:lnTo>
                    <a:pt x="619655" y="213456"/>
                  </a:lnTo>
                  <a:lnTo>
                    <a:pt x="616922" y="218490"/>
                  </a:lnTo>
                  <a:lnTo>
                    <a:pt x="612032" y="223668"/>
                  </a:lnTo>
                  <a:lnTo>
                    <a:pt x="609586" y="226114"/>
                  </a:lnTo>
                  <a:lnTo>
                    <a:pt x="609586" y="231148"/>
                  </a:lnTo>
                  <a:lnTo>
                    <a:pt x="607285" y="233306"/>
                  </a:lnTo>
                  <a:lnTo>
                    <a:pt x="612032" y="231148"/>
                  </a:lnTo>
                  <a:lnTo>
                    <a:pt x="614477" y="223668"/>
                  </a:lnTo>
                  <a:lnTo>
                    <a:pt x="619655" y="220935"/>
                  </a:lnTo>
                  <a:lnTo>
                    <a:pt x="622244" y="210723"/>
                  </a:lnTo>
                  <a:lnTo>
                    <a:pt x="624689" y="210723"/>
                  </a:lnTo>
                  <a:lnTo>
                    <a:pt x="627135" y="208278"/>
                  </a:lnTo>
                  <a:lnTo>
                    <a:pt x="627135" y="210723"/>
                  </a:lnTo>
                  <a:lnTo>
                    <a:pt x="629868" y="210723"/>
                  </a:lnTo>
                  <a:lnTo>
                    <a:pt x="629868" y="213456"/>
                  </a:lnTo>
                  <a:lnTo>
                    <a:pt x="629868" y="223668"/>
                  </a:lnTo>
                  <a:lnTo>
                    <a:pt x="624689" y="231148"/>
                  </a:lnTo>
                  <a:lnTo>
                    <a:pt x="627135" y="233593"/>
                  </a:lnTo>
                  <a:lnTo>
                    <a:pt x="627135" y="236326"/>
                  </a:lnTo>
                  <a:lnTo>
                    <a:pt x="624689" y="241217"/>
                  </a:lnTo>
                  <a:lnTo>
                    <a:pt x="627135" y="241217"/>
                  </a:lnTo>
                  <a:lnTo>
                    <a:pt x="629868" y="241217"/>
                  </a:lnTo>
                  <a:lnTo>
                    <a:pt x="632313" y="241217"/>
                  </a:lnTo>
                  <a:lnTo>
                    <a:pt x="634902" y="246539"/>
                  </a:lnTo>
                  <a:lnTo>
                    <a:pt x="632313" y="253874"/>
                  </a:lnTo>
                  <a:lnTo>
                    <a:pt x="632313" y="264087"/>
                  </a:lnTo>
                  <a:lnTo>
                    <a:pt x="629868" y="266820"/>
                  </a:lnTo>
                  <a:lnTo>
                    <a:pt x="629868" y="271854"/>
                  </a:lnTo>
                  <a:lnTo>
                    <a:pt x="624689" y="274299"/>
                  </a:lnTo>
                  <a:lnTo>
                    <a:pt x="627135" y="277032"/>
                  </a:lnTo>
                  <a:lnTo>
                    <a:pt x="634902" y="266820"/>
                  </a:lnTo>
                  <a:lnTo>
                    <a:pt x="637347" y="253874"/>
                  </a:lnTo>
                  <a:lnTo>
                    <a:pt x="640080" y="248984"/>
                  </a:lnTo>
                  <a:lnTo>
                    <a:pt x="637347" y="241217"/>
                  </a:lnTo>
                  <a:lnTo>
                    <a:pt x="634902" y="241217"/>
                  </a:lnTo>
                  <a:lnTo>
                    <a:pt x="632313" y="238772"/>
                  </a:lnTo>
                  <a:lnTo>
                    <a:pt x="632313" y="233593"/>
                  </a:lnTo>
                  <a:lnTo>
                    <a:pt x="629868" y="231148"/>
                  </a:lnTo>
                  <a:lnTo>
                    <a:pt x="632313" y="226114"/>
                  </a:lnTo>
                  <a:lnTo>
                    <a:pt x="634902" y="226114"/>
                  </a:lnTo>
                  <a:lnTo>
                    <a:pt x="634902" y="220935"/>
                  </a:lnTo>
                  <a:lnTo>
                    <a:pt x="634902" y="210723"/>
                  </a:lnTo>
                  <a:lnTo>
                    <a:pt x="640080" y="208278"/>
                  </a:lnTo>
                  <a:lnTo>
                    <a:pt x="642525" y="200654"/>
                  </a:lnTo>
                  <a:lnTo>
                    <a:pt x="647416" y="198209"/>
                  </a:lnTo>
                  <a:lnTo>
                    <a:pt x="650005" y="203387"/>
                  </a:lnTo>
                  <a:lnTo>
                    <a:pt x="650005" y="208278"/>
                  </a:lnTo>
                  <a:lnTo>
                    <a:pt x="644971" y="216045"/>
                  </a:lnTo>
                  <a:lnTo>
                    <a:pt x="650005" y="220935"/>
                  </a:lnTo>
                  <a:lnTo>
                    <a:pt x="652738" y="223668"/>
                  </a:lnTo>
                  <a:lnTo>
                    <a:pt x="655183" y="223668"/>
                  </a:lnTo>
                  <a:lnTo>
                    <a:pt x="652738" y="220935"/>
                  </a:lnTo>
                  <a:lnTo>
                    <a:pt x="650005" y="218490"/>
                  </a:lnTo>
                  <a:lnTo>
                    <a:pt x="650005" y="216045"/>
                  </a:lnTo>
                  <a:lnTo>
                    <a:pt x="647416" y="216045"/>
                  </a:lnTo>
                  <a:lnTo>
                    <a:pt x="647416" y="213456"/>
                  </a:lnTo>
                  <a:lnTo>
                    <a:pt x="650005" y="213456"/>
                  </a:lnTo>
                  <a:lnTo>
                    <a:pt x="650005" y="210723"/>
                  </a:lnTo>
                  <a:lnTo>
                    <a:pt x="652738" y="205833"/>
                  </a:lnTo>
                  <a:lnTo>
                    <a:pt x="652738" y="195620"/>
                  </a:lnTo>
                  <a:lnTo>
                    <a:pt x="652738" y="193175"/>
                  </a:lnTo>
                  <a:lnTo>
                    <a:pt x="655183" y="190442"/>
                  </a:lnTo>
                  <a:lnTo>
                    <a:pt x="662807" y="187997"/>
                  </a:lnTo>
                  <a:lnTo>
                    <a:pt x="665396" y="195620"/>
                  </a:lnTo>
                  <a:lnTo>
                    <a:pt x="665396" y="190442"/>
                  </a:lnTo>
                  <a:lnTo>
                    <a:pt x="665396" y="187997"/>
                  </a:lnTo>
                  <a:lnTo>
                    <a:pt x="667841" y="190442"/>
                  </a:lnTo>
                  <a:lnTo>
                    <a:pt x="667841" y="193175"/>
                  </a:lnTo>
                  <a:lnTo>
                    <a:pt x="667841" y="195620"/>
                  </a:lnTo>
                  <a:lnTo>
                    <a:pt x="667841" y="198209"/>
                  </a:lnTo>
                  <a:lnTo>
                    <a:pt x="665396" y="200654"/>
                  </a:lnTo>
                  <a:lnTo>
                    <a:pt x="662807" y="205833"/>
                  </a:lnTo>
                  <a:lnTo>
                    <a:pt x="662807" y="208278"/>
                  </a:lnTo>
                  <a:lnTo>
                    <a:pt x="660074" y="213456"/>
                  </a:lnTo>
                  <a:lnTo>
                    <a:pt x="662807" y="216045"/>
                  </a:lnTo>
                  <a:lnTo>
                    <a:pt x="660074" y="218490"/>
                  </a:lnTo>
                  <a:lnTo>
                    <a:pt x="657628" y="223668"/>
                  </a:lnTo>
                  <a:lnTo>
                    <a:pt x="660074" y="220935"/>
                  </a:lnTo>
                  <a:lnTo>
                    <a:pt x="660074" y="223668"/>
                  </a:lnTo>
                  <a:lnTo>
                    <a:pt x="660074" y="228703"/>
                  </a:lnTo>
                  <a:lnTo>
                    <a:pt x="662807" y="231148"/>
                  </a:lnTo>
                  <a:lnTo>
                    <a:pt x="660074" y="233593"/>
                  </a:lnTo>
                  <a:lnTo>
                    <a:pt x="662807" y="233593"/>
                  </a:lnTo>
                  <a:lnTo>
                    <a:pt x="662807" y="241217"/>
                  </a:lnTo>
                  <a:lnTo>
                    <a:pt x="662807" y="243806"/>
                  </a:lnTo>
                  <a:lnTo>
                    <a:pt x="662807" y="248984"/>
                  </a:lnTo>
                  <a:lnTo>
                    <a:pt x="660074" y="251429"/>
                  </a:lnTo>
                  <a:lnTo>
                    <a:pt x="662807" y="251429"/>
                  </a:lnTo>
                  <a:lnTo>
                    <a:pt x="665396" y="253874"/>
                  </a:lnTo>
                  <a:lnTo>
                    <a:pt x="662807" y="256607"/>
                  </a:lnTo>
                  <a:lnTo>
                    <a:pt x="662807" y="261642"/>
                  </a:lnTo>
                  <a:lnTo>
                    <a:pt x="660074" y="266820"/>
                  </a:lnTo>
                  <a:lnTo>
                    <a:pt x="662807" y="266820"/>
                  </a:lnTo>
                  <a:lnTo>
                    <a:pt x="665396" y="261642"/>
                  </a:lnTo>
                  <a:lnTo>
                    <a:pt x="665396" y="256607"/>
                  </a:lnTo>
                  <a:lnTo>
                    <a:pt x="667841" y="251429"/>
                  </a:lnTo>
                  <a:lnTo>
                    <a:pt x="667841" y="246539"/>
                  </a:lnTo>
                  <a:lnTo>
                    <a:pt x="665396" y="243806"/>
                  </a:lnTo>
                  <a:lnTo>
                    <a:pt x="665396" y="236326"/>
                  </a:lnTo>
                  <a:lnTo>
                    <a:pt x="667841" y="231148"/>
                  </a:lnTo>
                  <a:lnTo>
                    <a:pt x="665396" y="228703"/>
                  </a:lnTo>
                  <a:lnTo>
                    <a:pt x="665396" y="220935"/>
                  </a:lnTo>
                  <a:lnTo>
                    <a:pt x="667841" y="213456"/>
                  </a:lnTo>
                  <a:lnTo>
                    <a:pt x="670286" y="210723"/>
                  </a:lnTo>
                  <a:lnTo>
                    <a:pt x="675464" y="216045"/>
                  </a:lnTo>
                  <a:lnTo>
                    <a:pt x="678053" y="223668"/>
                  </a:lnTo>
                  <a:lnTo>
                    <a:pt x="678053" y="226114"/>
                  </a:lnTo>
                  <a:lnTo>
                    <a:pt x="675464" y="231148"/>
                  </a:lnTo>
                  <a:lnTo>
                    <a:pt x="678053" y="231148"/>
                  </a:lnTo>
                  <a:lnTo>
                    <a:pt x="678053" y="233593"/>
                  </a:lnTo>
                  <a:lnTo>
                    <a:pt x="680499" y="236326"/>
                  </a:lnTo>
                  <a:lnTo>
                    <a:pt x="680499" y="241217"/>
                  </a:lnTo>
                  <a:lnTo>
                    <a:pt x="683232" y="241217"/>
                  </a:lnTo>
                  <a:lnTo>
                    <a:pt x="683232" y="238772"/>
                  </a:lnTo>
                  <a:lnTo>
                    <a:pt x="683232" y="236326"/>
                  </a:lnTo>
                  <a:lnTo>
                    <a:pt x="683232" y="233593"/>
                  </a:lnTo>
                  <a:lnTo>
                    <a:pt x="683232" y="231148"/>
                  </a:lnTo>
                  <a:lnTo>
                    <a:pt x="683232" y="228703"/>
                  </a:lnTo>
                  <a:lnTo>
                    <a:pt x="685677" y="228703"/>
                  </a:lnTo>
                  <a:lnTo>
                    <a:pt x="688122" y="233593"/>
                  </a:lnTo>
                  <a:lnTo>
                    <a:pt x="688122" y="236326"/>
                  </a:lnTo>
                  <a:lnTo>
                    <a:pt x="685677" y="238772"/>
                  </a:lnTo>
                  <a:lnTo>
                    <a:pt x="685677" y="241217"/>
                  </a:lnTo>
                  <a:lnTo>
                    <a:pt x="683232" y="246539"/>
                  </a:lnTo>
                  <a:lnTo>
                    <a:pt x="683232" y="253874"/>
                  </a:lnTo>
                  <a:lnTo>
                    <a:pt x="683232" y="261642"/>
                  </a:lnTo>
                  <a:lnTo>
                    <a:pt x="683232" y="264087"/>
                  </a:lnTo>
                  <a:lnTo>
                    <a:pt x="685677" y="271854"/>
                  </a:lnTo>
                  <a:lnTo>
                    <a:pt x="685677" y="274299"/>
                  </a:lnTo>
                  <a:lnTo>
                    <a:pt x="683232" y="277032"/>
                  </a:lnTo>
                  <a:lnTo>
                    <a:pt x="680499" y="279478"/>
                  </a:lnTo>
                  <a:lnTo>
                    <a:pt x="680499" y="281923"/>
                  </a:lnTo>
                  <a:lnTo>
                    <a:pt x="683232" y="279478"/>
                  </a:lnTo>
                  <a:lnTo>
                    <a:pt x="685677" y="277032"/>
                  </a:lnTo>
                  <a:lnTo>
                    <a:pt x="688122" y="274299"/>
                  </a:lnTo>
                  <a:lnTo>
                    <a:pt x="685677" y="266820"/>
                  </a:lnTo>
                  <a:lnTo>
                    <a:pt x="685677" y="264087"/>
                  </a:lnTo>
                  <a:lnTo>
                    <a:pt x="685677" y="256607"/>
                  </a:lnTo>
                  <a:lnTo>
                    <a:pt x="685677" y="248984"/>
                  </a:lnTo>
                  <a:lnTo>
                    <a:pt x="690567" y="243806"/>
                  </a:lnTo>
                  <a:lnTo>
                    <a:pt x="690567" y="238772"/>
                  </a:lnTo>
                  <a:lnTo>
                    <a:pt x="693300" y="241217"/>
                  </a:lnTo>
                  <a:lnTo>
                    <a:pt x="695889" y="241217"/>
                  </a:lnTo>
                  <a:lnTo>
                    <a:pt x="698335" y="241217"/>
                  </a:lnTo>
                  <a:lnTo>
                    <a:pt x="700780" y="241217"/>
                  </a:lnTo>
                  <a:lnTo>
                    <a:pt x="700780" y="243806"/>
                  </a:lnTo>
                  <a:lnTo>
                    <a:pt x="703513" y="243806"/>
                  </a:lnTo>
                  <a:lnTo>
                    <a:pt x="705958" y="243806"/>
                  </a:lnTo>
                  <a:lnTo>
                    <a:pt x="700780" y="251429"/>
                  </a:lnTo>
                  <a:lnTo>
                    <a:pt x="700780" y="253874"/>
                  </a:lnTo>
                  <a:lnTo>
                    <a:pt x="700780" y="256607"/>
                  </a:lnTo>
                  <a:lnTo>
                    <a:pt x="703513" y="259197"/>
                  </a:lnTo>
                  <a:lnTo>
                    <a:pt x="703513" y="261642"/>
                  </a:lnTo>
                  <a:lnTo>
                    <a:pt x="703513" y="264087"/>
                  </a:lnTo>
                  <a:lnTo>
                    <a:pt x="700780" y="274299"/>
                  </a:lnTo>
                  <a:lnTo>
                    <a:pt x="698335" y="279478"/>
                  </a:lnTo>
                  <a:lnTo>
                    <a:pt x="698335" y="281923"/>
                  </a:lnTo>
                  <a:lnTo>
                    <a:pt x="700780" y="284368"/>
                  </a:lnTo>
                  <a:lnTo>
                    <a:pt x="703513" y="287101"/>
                  </a:lnTo>
                  <a:lnTo>
                    <a:pt x="703513" y="284368"/>
                  </a:lnTo>
                  <a:lnTo>
                    <a:pt x="703513" y="281923"/>
                  </a:lnTo>
                  <a:lnTo>
                    <a:pt x="700780" y="279478"/>
                  </a:lnTo>
                  <a:lnTo>
                    <a:pt x="703513" y="271854"/>
                  </a:lnTo>
                  <a:lnTo>
                    <a:pt x="705958" y="264087"/>
                  </a:lnTo>
                  <a:lnTo>
                    <a:pt x="705958" y="261642"/>
                  </a:lnTo>
                  <a:lnTo>
                    <a:pt x="705958" y="259197"/>
                  </a:lnTo>
                  <a:lnTo>
                    <a:pt x="703513" y="253874"/>
                  </a:lnTo>
                  <a:lnTo>
                    <a:pt x="705958" y="251429"/>
                  </a:lnTo>
                  <a:lnTo>
                    <a:pt x="708547" y="251429"/>
                  </a:lnTo>
                  <a:lnTo>
                    <a:pt x="708547" y="236326"/>
                  </a:lnTo>
                  <a:lnTo>
                    <a:pt x="705958" y="236326"/>
                  </a:lnTo>
                  <a:lnTo>
                    <a:pt x="705958" y="238772"/>
                  </a:lnTo>
                  <a:lnTo>
                    <a:pt x="705958" y="241217"/>
                  </a:lnTo>
                  <a:lnTo>
                    <a:pt x="703513" y="241217"/>
                  </a:lnTo>
                  <a:lnTo>
                    <a:pt x="703513" y="238772"/>
                  </a:lnTo>
                  <a:lnTo>
                    <a:pt x="700780" y="238772"/>
                  </a:lnTo>
                  <a:lnTo>
                    <a:pt x="698335" y="238772"/>
                  </a:lnTo>
                  <a:lnTo>
                    <a:pt x="693300" y="236326"/>
                  </a:lnTo>
                  <a:lnTo>
                    <a:pt x="693300" y="228703"/>
                  </a:lnTo>
                  <a:lnTo>
                    <a:pt x="690567" y="228703"/>
                  </a:lnTo>
                  <a:lnTo>
                    <a:pt x="690567" y="226114"/>
                  </a:lnTo>
                  <a:lnTo>
                    <a:pt x="688122" y="223668"/>
                  </a:lnTo>
                  <a:lnTo>
                    <a:pt x="685677" y="223668"/>
                  </a:lnTo>
                  <a:lnTo>
                    <a:pt x="683232" y="218490"/>
                  </a:lnTo>
                  <a:lnTo>
                    <a:pt x="693300" y="208278"/>
                  </a:lnTo>
                  <a:lnTo>
                    <a:pt x="693300" y="210723"/>
                  </a:lnTo>
                  <a:lnTo>
                    <a:pt x="698335" y="213456"/>
                  </a:lnTo>
                  <a:lnTo>
                    <a:pt x="700780" y="213456"/>
                  </a:lnTo>
                  <a:lnTo>
                    <a:pt x="705958" y="218490"/>
                  </a:lnTo>
                  <a:lnTo>
                    <a:pt x="708547" y="220935"/>
                  </a:lnTo>
                  <a:lnTo>
                    <a:pt x="708547" y="223668"/>
                  </a:lnTo>
                  <a:lnTo>
                    <a:pt x="703513" y="226114"/>
                  </a:lnTo>
                  <a:lnTo>
                    <a:pt x="703513" y="228703"/>
                  </a:lnTo>
                  <a:lnTo>
                    <a:pt x="708547" y="226114"/>
                  </a:lnTo>
                  <a:lnTo>
                    <a:pt x="710992" y="223668"/>
                  </a:lnTo>
                  <a:lnTo>
                    <a:pt x="713725" y="220935"/>
                  </a:lnTo>
                  <a:lnTo>
                    <a:pt x="710992" y="220935"/>
                  </a:lnTo>
                  <a:lnTo>
                    <a:pt x="705958" y="216045"/>
                  </a:lnTo>
                  <a:lnTo>
                    <a:pt x="705958" y="213456"/>
                  </a:lnTo>
                  <a:lnTo>
                    <a:pt x="708547" y="213456"/>
                  </a:lnTo>
                  <a:lnTo>
                    <a:pt x="713725" y="208278"/>
                  </a:lnTo>
                  <a:lnTo>
                    <a:pt x="713725" y="203387"/>
                  </a:lnTo>
                  <a:lnTo>
                    <a:pt x="710992" y="195620"/>
                  </a:lnTo>
                  <a:lnTo>
                    <a:pt x="710992" y="190442"/>
                  </a:lnTo>
                  <a:lnTo>
                    <a:pt x="713725" y="193175"/>
                  </a:lnTo>
                  <a:lnTo>
                    <a:pt x="718616" y="193175"/>
                  </a:lnTo>
                  <a:lnTo>
                    <a:pt x="721061" y="193175"/>
                  </a:lnTo>
                  <a:lnTo>
                    <a:pt x="731273" y="195620"/>
                  </a:lnTo>
                  <a:lnTo>
                    <a:pt x="741486" y="195620"/>
                  </a:lnTo>
                  <a:lnTo>
                    <a:pt x="743931" y="198209"/>
                  </a:lnTo>
                  <a:lnTo>
                    <a:pt x="756877" y="200654"/>
                  </a:lnTo>
                  <a:lnTo>
                    <a:pt x="759322" y="200654"/>
                  </a:lnTo>
                  <a:lnTo>
                    <a:pt x="761767" y="203387"/>
                  </a:lnTo>
                  <a:lnTo>
                    <a:pt x="764212" y="203387"/>
                  </a:lnTo>
                  <a:lnTo>
                    <a:pt x="764212" y="208278"/>
                  </a:lnTo>
                  <a:lnTo>
                    <a:pt x="769534" y="210723"/>
                  </a:lnTo>
                  <a:lnTo>
                    <a:pt x="771980" y="210723"/>
                  </a:lnTo>
                  <a:lnTo>
                    <a:pt x="774425" y="213456"/>
                  </a:lnTo>
                  <a:lnTo>
                    <a:pt x="779603" y="218490"/>
                  </a:lnTo>
                  <a:lnTo>
                    <a:pt x="779603" y="220935"/>
                  </a:lnTo>
                  <a:lnTo>
                    <a:pt x="782048" y="223668"/>
                  </a:lnTo>
                  <a:lnTo>
                    <a:pt x="784637" y="228703"/>
                  </a:lnTo>
                  <a:lnTo>
                    <a:pt x="779603" y="236326"/>
                  </a:lnTo>
                  <a:lnTo>
                    <a:pt x="777158" y="243806"/>
                  </a:lnTo>
                  <a:lnTo>
                    <a:pt x="777158" y="251429"/>
                  </a:lnTo>
                  <a:lnTo>
                    <a:pt x="774425" y="253874"/>
                  </a:lnTo>
                  <a:lnTo>
                    <a:pt x="771980" y="253874"/>
                  </a:lnTo>
                  <a:lnTo>
                    <a:pt x="759322" y="251429"/>
                  </a:lnTo>
                  <a:lnTo>
                    <a:pt x="751698" y="259197"/>
                  </a:lnTo>
                  <a:lnTo>
                    <a:pt x="751698" y="261642"/>
                  </a:lnTo>
                  <a:lnTo>
                    <a:pt x="751698" y="266820"/>
                  </a:lnTo>
                  <a:lnTo>
                    <a:pt x="751698" y="274299"/>
                  </a:lnTo>
                  <a:lnTo>
                    <a:pt x="749109" y="274299"/>
                  </a:lnTo>
                  <a:lnTo>
                    <a:pt x="746664" y="277032"/>
                  </a:lnTo>
                  <a:lnTo>
                    <a:pt x="749109" y="281923"/>
                  </a:lnTo>
                  <a:lnTo>
                    <a:pt x="749109" y="284368"/>
                  </a:lnTo>
                  <a:lnTo>
                    <a:pt x="741486" y="292135"/>
                  </a:lnTo>
                  <a:lnTo>
                    <a:pt x="733719" y="299759"/>
                  </a:lnTo>
                  <a:lnTo>
                    <a:pt x="739041" y="297314"/>
                  </a:lnTo>
                  <a:lnTo>
                    <a:pt x="743931" y="294581"/>
                  </a:lnTo>
                  <a:lnTo>
                    <a:pt x="746664" y="292135"/>
                  </a:lnTo>
                  <a:lnTo>
                    <a:pt x="749109" y="289690"/>
                  </a:lnTo>
                  <a:lnTo>
                    <a:pt x="751698" y="287101"/>
                  </a:lnTo>
                  <a:lnTo>
                    <a:pt x="754144" y="289690"/>
                  </a:lnTo>
                  <a:lnTo>
                    <a:pt x="756877" y="289690"/>
                  </a:lnTo>
                  <a:lnTo>
                    <a:pt x="756877" y="292135"/>
                  </a:lnTo>
                  <a:lnTo>
                    <a:pt x="756877" y="294581"/>
                  </a:lnTo>
                  <a:lnTo>
                    <a:pt x="754144" y="302204"/>
                  </a:lnTo>
                  <a:lnTo>
                    <a:pt x="754144" y="307526"/>
                  </a:lnTo>
                  <a:lnTo>
                    <a:pt x="754144" y="309971"/>
                  </a:lnTo>
                  <a:lnTo>
                    <a:pt x="751698" y="312417"/>
                  </a:lnTo>
                  <a:lnTo>
                    <a:pt x="749109" y="315006"/>
                  </a:lnTo>
                  <a:lnTo>
                    <a:pt x="746664" y="317451"/>
                  </a:lnTo>
                  <a:lnTo>
                    <a:pt x="743931" y="320184"/>
                  </a:lnTo>
                  <a:lnTo>
                    <a:pt x="746664" y="320184"/>
                  </a:lnTo>
                  <a:lnTo>
                    <a:pt x="749109" y="322629"/>
                  </a:lnTo>
                  <a:lnTo>
                    <a:pt x="756877" y="312417"/>
                  </a:lnTo>
                  <a:lnTo>
                    <a:pt x="756877" y="307526"/>
                  </a:lnTo>
                  <a:lnTo>
                    <a:pt x="756877" y="304793"/>
                  </a:lnTo>
                  <a:lnTo>
                    <a:pt x="759322" y="297314"/>
                  </a:lnTo>
                  <a:lnTo>
                    <a:pt x="769534" y="292135"/>
                  </a:lnTo>
                  <a:lnTo>
                    <a:pt x="769534" y="289690"/>
                  </a:lnTo>
                  <a:lnTo>
                    <a:pt x="771980" y="289690"/>
                  </a:lnTo>
                  <a:lnTo>
                    <a:pt x="774425" y="287101"/>
                  </a:lnTo>
                  <a:lnTo>
                    <a:pt x="774425" y="284368"/>
                  </a:lnTo>
                  <a:lnTo>
                    <a:pt x="777158" y="281923"/>
                  </a:lnTo>
                  <a:lnTo>
                    <a:pt x="779603" y="279478"/>
                  </a:lnTo>
                  <a:lnTo>
                    <a:pt x="784637" y="277032"/>
                  </a:lnTo>
                  <a:lnTo>
                    <a:pt x="789816" y="274299"/>
                  </a:lnTo>
                  <a:lnTo>
                    <a:pt x="794706" y="277032"/>
                  </a:lnTo>
                  <a:lnTo>
                    <a:pt x="797295" y="277032"/>
                  </a:lnTo>
                  <a:lnTo>
                    <a:pt x="794706" y="274299"/>
                  </a:lnTo>
                  <a:lnTo>
                    <a:pt x="789816" y="271854"/>
                  </a:lnTo>
                  <a:lnTo>
                    <a:pt x="789816" y="261642"/>
                  </a:lnTo>
                  <a:lnTo>
                    <a:pt x="789816" y="256607"/>
                  </a:lnTo>
                  <a:lnTo>
                    <a:pt x="794706" y="251429"/>
                  </a:lnTo>
                  <a:lnTo>
                    <a:pt x="802474" y="238772"/>
                  </a:lnTo>
                  <a:lnTo>
                    <a:pt x="804919" y="238772"/>
                  </a:lnTo>
                  <a:lnTo>
                    <a:pt x="812686" y="241217"/>
                  </a:lnTo>
                  <a:lnTo>
                    <a:pt x="812686" y="246539"/>
                  </a:lnTo>
                  <a:lnTo>
                    <a:pt x="815131" y="251429"/>
                  </a:lnTo>
                  <a:lnTo>
                    <a:pt x="820309" y="259197"/>
                  </a:lnTo>
                  <a:lnTo>
                    <a:pt x="817576" y="266820"/>
                  </a:lnTo>
                  <a:lnTo>
                    <a:pt x="817576" y="269265"/>
                  </a:lnTo>
                  <a:lnTo>
                    <a:pt x="815131" y="271854"/>
                  </a:lnTo>
                  <a:lnTo>
                    <a:pt x="817576" y="284368"/>
                  </a:lnTo>
                  <a:lnTo>
                    <a:pt x="815131" y="287101"/>
                  </a:lnTo>
                  <a:lnTo>
                    <a:pt x="815131" y="289690"/>
                  </a:lnTo>
                  <a:lnTo>
                    <a:pt x="812686" y="292135"/>
                  </a:lnTo>
                  <a:lnTo>
                    <a:pt x="807364" y="297314"/>
                  </a:lnTo>
                  <a:lnTo>
                    <a:pt x="807364" y="307526"/>
                  </a:lnTo>
                  <a:lnTo>
                    <a:pt x="794706" y="307526"/>
                  </a:lnTo>
                  <a:lnTo>
                    <a:pt x="787370" y="309971"/>
                  </a:lnTo>
                  <a:lnTo>
                    <a:pt x="789816" y="315006"/>
                  </a:lnTo>
                  <a:lnTo>
                    <a:pt x="792261" y="317451"/>
                  </a:lnTo>
                  <a:lnTo>
                    <a:pt x="787370" y="325074"/>
                  </a:lnTo>
                  <a:lnTo>
                    <a:pt x="787370" y="332842"/>
                  </a:lnTo>
                  <a:lnTo>
                    <a:pt x="784637" y="335287"/>
                  </a:lnTo>
                  <a:lnTo>
                    <a:pt x="779603" y="337732"/>
                  </a:lnTo>
                  <a:lnTo>
                    <a:pt x="779603" y="340465"/>
                  </a:lnTo>
                  <a:lnTo>
                    <a:pt x="782048" y="340465"/>
                  </a:lnTo>
                  <a:lnTo>
                    <a:pt x="782048" y="337732"/>
                  </a:lnTo>
                  <a:lnTo>
                    <a:pt x="789816" y="335287"/>
                  </a:lnTo>
                  <a:lnTo>
                    <a:pt x="789816" y="347945"/>
                  </a:lnTo>
                  <a:lnTo>
                    <a:pt x="789816" y="353123"/>
                  </a:lnTo>
                  <a:lnTo>
                    <a:pt x="792261" y="350678"/>
                  </a:lnTo>
                  <a:lnTo>
                    <a:pt x="792261" y="337732"/>
                  </a:lnTo>
                  <a:lnTo>
                    <a:pt x="792261" y="335287"/>
                  </a:lnTo>
                  <a:lnTo>
                    <a:pt x="792261" y="330253"/>
                  </a:lnTo>
                  <a:lnTo>
                    <a:pt x="794706" y="320184"/>
                  </a:lnTo>
                  <a:lnTo>
                    <a:pt x="792261" y="315006"/>
                  </a:lnTo>
                  <a:lnTo>
                    <a:pt x="797295" y="312417"/>
                  </a:lnTo>
                  <a:lnTo>
                    <a:pt x="797295" y="317451"/>
                  </a:lnTo>
                  <a:lnTo>
                    <a:pt x="800028" y="312417"/>
                  </a:lnTo>
                  <a:lnTo>
                    <a:pt x="807364" y="315006"/>
                  </a:lnTo>
                  <a:lnTo>
                    <a:pt x="810097" y="342910"/>
                  </a:lnTo>
                  <a:lnTo>
                    <a:pt x="810097" y="345356"/>
                  </a:lnTo>
                  <a:lnTo>
                    <a:pt x="812686" y="345356"/>
                  </a:lnTo>
                  <a:lnTo>
                    <a:pt x="815131" y="347945"/>
                  </a:lnTo>
                  <a:lnTo>
                    <a:pt x="815131" y="342910"/>
                  </a:lnTo>
                  <a:lnTo>
                    <a:pt x="812686" y="315006"/>
                  </a:lnTo>
                  <a:lnTo>
                    <a:pt x="815131" y="312417"/>
                  </a:lnTo>
                  <a:lnTo>
                    <a:pt x="812686" y="309971"/>
                  </a:lnTo>
                  <a:lnTo>
                    <a:pt x="812686" y="302204"/>
                  </a:lnTo>
                  <a:lnTo>
                    <a:pt x="820309" y="297314"/>
                  </a:lnTo>
                  <a:lnTo>
                    <a:pt x="822755" y="292135"/>
                  </a:lnTo>
                  <a:lnTo>
                    <a:pt x="825200" y="284368"/>
                  </a:lnTo>
                  <a:lnTo>
                    <a:pt x="832967" y="274299"/>
                  </a:lnTo>
                  <a:lnTo>
                    <a:pt x="837858" y="271854"/>
                  </a:lnTo>
                  <a:lnTo>
                    <a:pt x="848070" y="259197"/>
                  </a:lnTo>
                  <a:lnTo>
                    <a:pt x="848070" y="256607"/>
                  </a:lnTo>
                  <a:lnTo>
                    <a:pt x="850803" y="256607"/>
                  </a:lnTo>
                  <a:lnTo>
                    <a:pt x="853248" y="259197"/>
                  </a:lnTo>
                  <a:lnTo>
                    <a:pt x="853248" y="264087"/>
                  </a:lnTo>
                  <a:lnTo>
                    <a:pt x="850803" y="277032"/>
                  </a:lnTo>
                  <a:lnTo>
                    <a:pt x="845625" y="287101"/>
                  </a:lnTo>
                  <a:lnTo>
                    <a:pt x="845625" y="289690"/>
                  </a:lnTo>
                  <a:lnTo>
                    <a:pt x="832967" y="294581"/>
                  </a:lnTo>
                  <a:lnTo>
                    <a:pt x="832967" y="299759"/>
                  </a:lnTo>
                  <a:lnTo>
                    <a:pt x="835412" y="299759"/>
                  </a:lnTo>
                  <a:lnTo>
                    <a:pt x="835412" y="302204"/>
                  </a:lnTo>
                  <a:lnTo>
                    <a:pt x="840591" y="304793"/>
                  </a:lnTo>
                  <a:lnTo>
                    <a:pt x="840591" y="307526"/>
                  </a:lnTo>
                  <a:lnTo>
                    <a:pt x="840591" y="309971"/>
                  </a:lnTo>
                  <a:lnTo>
                    <a:pt x="837858" y="315006"/>
                  </a:lnTo>
                  <a:lnTo>
                    <a:pt x="840591" y="315006"/>
                  </a:lnTo>
                  <a:lnTo>
                    <a:pt x="843180" y="309971"/>
                  </a:lnTo>
                  <a:lnTo>
                    <a:pt x="845625" y="309971"/>
                  </a:lnTo>
                  <a:lnTo>
                    <a:pt x="843180" y="307526"/>
                  </a:lnTo>
                  <a:lnTo>
                    <a:pt x="840591" y="302204"/>
                  </a:lnTo>
                  <a:lnTo>
                    <a:pt x="837858" y="297314"/>
                  </a:lnTo>
                  <a:lnTo>
                    <a:pt x="845625" y="292135"/>
                  </a:lnTo>
                  <a:lnTo>
                    <a:pt x="848070" y="294581"/>
                  </a:lnTo>
                  <a:lnTo>
                    <a:pt x="850803" y="294581"/>
                  </a:lnTo>
                  <a:lnTo>
                    <a:pt x="850804" y="294581"/>
                  </a:lnTo>
                  <a:lnTo>
                    <a:pt x="853248" y="294581"/>
                  </a:lnTo>
                  <a:lnTo>
                    <a:pt x="853248" y="292135"/>
                  </a:lnTo>
                  <a:lnTo>
                    <a:pt x="853248" y="287101"/>
                  </a:lnTo>
                  <a:lnTo>
                    <a:pt x="855694" y="281923"/>
                  </a:lnTo>
                  <a:lnTo>
                    <a:pt x="858283" y="279478"/>
                  </a:lnTo>
                  <a:lnTo>
                    <a:pt x="858283" y="277032"/>
                  </a:lnTo>
                  <a:lnTo>
                    <a:pt x="861016" y="277032"/>
                  </a:lnTo>
                  <a:lnTo>
                    <a:pt x="863461" y="279478"/>
                  </a:lnTo>
                  <a:lnTo>
                    <a:pt x="863461" y="274299"/>
                  </a:lnTo>
                  <a:lnTo>
                    <a:pt x="863461" y="271854"/>
                  </a:lnTo>
                  <a:lnTo>
                    <a:pt x="863461" y="269265"/>
                  </a:lnTo>
                  <a:lnTo>
                    <a:pt x="868351" y="264087"/>
                  </a:lnTo>
                  <a:lnTo>
                    <a:pt x="870940" y="264087"/>
                  </a:lnTo>
                  <a:lnTo>
                    <a:pt x="873673" y="264087"/>
                  </a:lnTo>
                  <a:lnTo>
                    <a:pt x="876119" y="261642"/>
                  </a:lnTo>
                  <a:lnTo>
                    <a:pt x="878564" y="261642"/>
                  </a:lnTo>
                  <a:lnTo>
                    <a:pt x="881009" y="261642"/>
                  </a:lnTo>
                  <a:lnTo>
                    <a:pt x="881009" y="264087"/>
                  </a:lnTo>
                  <a:lnTo>
                    <a:pt x="886331" y="266820"/>
                  </a:lnTo>
                  <a:lnTo>
                    <a:pt x="888776" y="266820"/>
                  </a:lnTo>
                  <a:lnTo>
                    <a:pt x="888776" y="269265"/>
                  </a:lnTo>
                  <a:lnTo>
                    <a:pt x="888776" y="271854"/>
                  </a:lnTo>
                  <a:lnTo>
                    <a:pt x="891222" y="269265"/>
                  </a:lnTo>
                  <a:lnTo>
                    <a:pt x="893955" y="266820"/>
                  </a:lnTo>
                  <a:lnTo>
                    <a:pt x="904167" y="271854"/>
                  </a:lnTo>
                  <a:lnTo>
                    <a:pt x="919270" y="271854"/>
                  </a:lnTo>
                  <a:lnTo>
                    <a:pt x="919270" y="274299"/>
                  </a:lnTo>
                  <a:lnTo>
                    <a:pt x="921715" y="274299"/>
                  </a:lnTo>
                  <a:lnTo>
                    <a:pt x="924448" y="277032"/>
                  </a:lnTo>
                  <a:lnTo>
                    <a:pt x="926893" y="281923"/>
                  </a:lnTo>
                  <a:lnTo>
                    <a:pt x="926893" y="284368"/>
                  </a:lnTo>
                  <a:lnTo>
                    <a:pt x="926893" y="287101"/>
                  </a:lnTo>
                  <a:lnTo>
                    <a:pt x="926893" y="289690"/>
                  </a:lnTo>
                  <a:lnTo>
                    <a:pt x="924448" y="297314"/>
                  </a:lnTo>
                  <a:lnTo>
                    <a:pt x="926893" y="299759"/>
                  </a:lnTo>
                  <a:lnTo>
                    <a:pt x="924448" y="302204"/>
                  </a:lnTo>
                  <a:lnTo>
                    <a:pt x="919270" y="297314"/>
                  </a:lnTo>
                  <a:lnTo>
                    <a:pt x="919270" y="294581"/>
                  </a:lnTo>
                  <a:lnTo>
                    <a:pt x="919270" y="292135"/>
                  </a:lnTo>
                  <a:lnTo>
                    <a:pt x="919270" y="289690"/>
                  </a:lnTo>
                  <a:lnTo>
                    <a:pt x="916825" y="289690"/>
                  </a:lnTo>
                  <a:lnTo>
                    <a:pt x="914236" y="294581"/>
                  </a:lnTo>
                  <a:lnTo>
                    <a:pt x="916825" y="299759"/>
                  </a:lnTo>
                  <a:lnTo>
                    <a:pt x="916825" y="302204"/>
                  </a:lnTo>
                  <a:lnTo>
                    <a:pt x="919270" y="302204"/>
                  </a:lnTo>
                  <a:lnTo>
                    <a:pt x="919270" y="307526"/>
                  </a:lnTo>
                  <a:lnTo>
                    <a:pt x="911503" y="315006"/>
                  </a:lnTo>
                  <a:lnTo>
                    <a:pt x="904167" y="317451"/>
                  </a:lnTo>
                  <a:lnTo>
                    <a:pt x="896400" y="322629"/>
                  </a:lnTo>
                  <a:lnTo>
                    <a:pt x="891222" y="327520"/>
                  </a:lnTo>
                  <a:lnTo>
                    <a:pt x="878564" y="345356"/>
                  </a:lnTo>
                  <a:lnTo>
                    <a:pt x="878564" y="350678"/>
                  </a:lnTo>
                  <a:lnTo>
                    <a:pt x="878564" y="355568"/>
                  </a:lnTo>
                  <a:lnTo>
                    <a:pt x="870940" y="358013"/>
                  </a:lnTo>
                  <a:lnTo>
                    <a:pt x="868351" y="363335"/>
                  </a:lnTo>
                  <a:lnTo>
                    <a:pt x="868351" y="365781"/>
                  </a:lnTo>
                  <a:lnTo>
                    <a:pt x="868351" y="368226"/>
                  </a:lnTo>
                  <a:lnTo>
                    <a:pt x="870940" y="365781"/>
                  </a:lnTo>
                  <a:lnTo>
                    <a:pt x="870940" y="360746"/>
                  </a:lnTo>
                  <a:lnTo>
                    <a:pt x="873673" y="358013"/>
                  </a:lnTo>
                  <a:lnTo>
                    <a:pt x="876119" y="358013"/>
                  </a:lnTo>
                  <a:lnTo>
                    <a:pt x="878564" y="358013"/>
                  </a:lnTo>
                  <a:lnTo>
                    <a:pt x="881009" y="360746"/>
                  </a:lnTo>
                  <a:lnTo>
                    <a:pt x="883742" y="365781"/>
                  </a:lnTo>
                  <a:lnTo>
                    <a:pt x="878564" y="365781"/>
                  </a:lnTo>
                  <a:lnTo>
                    <a:pt x="873673" y="370959"/>
                  </a:lnTo>
                  <a:lnTo>
                    <a:pt x="870940" y="370959"/>
                  </a:lnTo>
                  <a:lnTo>
                    <a:pt x="868351" y="375993"/>
                  </a:lnTo>
                  <a:lnTo>
                    <a:pt x="870940" y="378438"/>
                  </a:lnTo>
                  <a:lnTo>
                    <a:pt x="868351" y="383617"/>
                  </a:lnTo>
                  <a:lnTo>
                    <a:pt x="865906" y="383617"/>
                  </a:lnTo>
                  <a:lnTo>
                    <a:pt x="865906" y="388651"/>
                  </a:lnTo>
                  <a:lnTo>
                    <a:pt x="863461" y="388651"/>
                  </a:lnTo>
                  <a:lnTo>
                    <a:pt x="863461" y="391240"/>
                  </a:lnTo>
                  <a:lnTo>
                    <a:pt x="868351" y="391240"/>
                  </a:lnTo>
                  <a:lnTo>
                    <a:pt x="868351" y="388651"/>
                  </a:lnTo>
                  <a:lnTo>
                    <a:pt x="876119" y="370959"/>
                  </a:lnTo>
                  <a:lnTo>
                    <a:pt x="878564" y="368226"/>
                  </a:lnTo>
                  <a:lnTo>
                    <a:pt x="886331" y="368226"/>
                  </a:lnTo>
                  <a:lnTo>
                    <a:pt x="888776" y="365781"/>
                  </a:lnTo>
                  <a:lnTo>
                    <a:pt x="888776" y="363335"/>
                  </a:lnTo>
                  <a:lnTo>
                    <a:pt x="883742" y="360746"/>
                  </a:lnTo>
                  <a:lnTo>
                    <a:pt x="881009" y="355568"/>
                  </a:lnTo>
                  <a:lnTo>
                    <a:pt x="883742" y="350678"/>
                  </a:lnTo>
                  <a:lnTo>
                    <a:pt x="886331" y="342910"/>
                  </a:lnTo>
                  <a:lnTo>
                    <a:pt x="891222" y="340465"/>
                  </a:lnTo>
                  <a:lnTo>
                    <a:pt x="893955" y="335287"/>
                  </a:lnTo>
                  <a:lnTo>
                    <a:pt x="901434" y="332842"/>
                  </a:lnTo>
                  <a:lnTo>
                    <a:pt x="901434" y="330253"/>
                  </a:lnTo>
                  <a:lnTo>
                    <a:pt x="906612" y="332842"/>
                  </a:lnTo>
                  <a:lnTo>
                    <a:pt x="911503" y="330253"/>
                  </a:lnTo>
                  <a:lnTo>
                    <a:pt x="909057" y="330253"/>
                  </a:lnTo>
                  <a:lnTo>
                    <a:pt x="904167" y="327520"/>
                  </a:lnTo>
                  <a:lnTo>
                    <a:pt x="906612" y="327520"/>
                  </a:lnTo>
                  <a:lnTo>
                    <a:pt x="914236" y="327520"/>
                  </a:lnTo>
                  <a:lnTo>
                    <a:pt x="916825" y="325074"/>
                  </a:lnTo>
                  <a:lnTo>
                    <a:pt x="924448" y="322629"/>
                  </a:lnTo>
                  <a:lnTo>
                    <a:pt x="924448" y="325074"/>
                  </a:lnTo>
                  <a:lnTo>
                    <a:pt x="924448" y="327520"/>
                  </a:lnTo>
                  <a:lnTo>
                    <a:pt x="926893" y="330253"/>
                  </a:lnTo>
                  <a:lnTo>
                    <a:pt x="924448" y="337732"/>
                  </a:lnTo>
                  <a:lnTo>
                    <a:pt x="924448" y="340465"/>
                  </a:lnTo>
                  <a:lnTo>
                    <a:pt x="924448" y="345356"/>
                  </a:lnTo>
                  <a:lnTo>
                    <a:pt x="921715" y="347945"/>
                  </a:lnTo>
                  <a:lnTo>
                    <a:pt x="921715" y="350678"/>
                  </a:lnTo>
                  <a:lnTo>
                    <a:pt x="919270" y="350678"/>
                  </a:lnTo>
                  <a:lnTo>
                    <a:pt x="914236" y="358013"/>
                  </a:lnTo>
                  <a:lnTo>
                    <a:pt x="911503" y="365781"/>
                  </a:lnTo>
                  <a:lnTo>
                    <a:pt x="909057" y="373404"/>
                  </a:lnTo>
                  <a:lnTo>
                    <a:pt x="906612" y="381171"/>
                  </a:lnTo>
                  <a:lnTo>
                    <a:pt x="901434" y="381171"/>
                  </a:lnTo>
                  <a:lnTo>
                    <a:pt x="896400" y="381171"/>
                  </a:lnTo>
                  <a:lnTo>
                    <a:pt x="891222" y="386062"/>
                  </a:lnTo>
                  <a:lnTo>
                    <a:pt x="891222" y="388651"/>
                  </a:lnTo>
                  <a:lnTo>
                    <a:pt x="888776" y="391240"/>
                  </a:lnTo>
                  <a:lnTo>
                    <a:pt x="891222" y="401452"/>
                  </a:lnTo>
                  <a:lnTo>
                    <a:pt x="888776" y="403898"/>
                  </a:lnTo>
                  <a:lnTo>
                    <a:pt x="891222" y="414110"/>
                  </a:lnTo>
                  <a:lnTo>
                    <a:pt x="891222" y="411377"/>
                  </a:lnTo>
                  <a:lnTo>
                    <a:pt x="891222" y="406487"/>
                  </a:lnTo>
                  <a:lnTo>
                    <a:pt x="893955" y="398720"/>
                  </a:lnTo>
                  <a:lnTo>
                    <a:pt x="893955" y="391240"/>
                  </a:lnTo>
                  <a:lnTo>
                    <a:pt x="896400" y="386062"/>
                  </a:lnTo>
                  <a:lnTo>
                    <a:pt x="898845" y="383617"/>
                  </a:lnTo>
                  <a:lnTo>
                    <a:pt x="901434" y="383617"/>
                  </a:lnTo>
                  <a:lnTo>
                    <a:pt x="904167" y="386062"/>
                  </a:lnTo>
                  <a:lnTo>
                    <a:pt x="909057" y="386062"/>
                  </a:lnTo>
                  <a:lnTo>
                    <a:pt x="914236" y="368226"/>
                  </a:lnTo>
                  <a:lnTo>
                    <a:pt x="916825" y="363335"/>
                  </a:lnTo>
                  <a:lnTo>
                    <a:pt x="924448" y="355568"/>
                  </a:lnTo>
                  <a:lnTo>
                    <a:pt x="929482" y="355568"/>
                  </a:lnTo>
                  <a:lnTo>
                    <a:pt x="931928" y="355568"/>
                  </a:lnTo>
                  <a:lnTo>
                    <a:pt x="934661" y="355568"/>
                  </a:lnTo>
                  <a:lnTo>
                    <a:pt x="931928" y="350678"/>
                  </a:lnTo>
                  <a:lnTo>
                    <a:pt x="934661" y="350678"/>
                  </a:lnTo>
                  <a:lnTo>
                    <a:pt x="934661" y="347945"/>
                  </a:lnTo>
                  <a:lnTo>
                    <a:pt x="937106" y="342910"/>
                  </a:lnTo>
                  <a:lnTo>
                    <a:pt x="934661" y="340465"/>
                  </a:lnTo>
                  <a:lnTo>
                    <a:pt x="937106" y="340465"/>
                  </a:lnTo>
                  <a:lnTo>
                    <a:pt x="939551" y="335287"/>
                  </a:lnTo>
                  <a:lnTo>
                    <a:pt x="941997" y="335287"/>
                  </a:lnTo>
                  <a:lnTo>
                    <a:pt x="947318" y="327520"/>
                  </a:lnTo>
                  <a:lnTo>
                    <a:pt x="944586" y="325074"/>
                  </a:lnTo>
                  <a:lnTo>
                    <a:pt x="941997" y="327520"/>
                  </a:lnTo>
                  <a:lnTo>
                    <a:pt x="939551" y="327520"/>
                  </a:lnTo>
                  <a:lnTo>
                    <a:pt x="939551" y="325074"/>
                  </a:lnTo>
                  <a:lnTo>
                    <a:pt x="939551" y="322629"/>
                  </a:lnTo>
                  <a:lnTo>
                    <a:pt x="937106" y="325074"/>
                  </a:lnTo>
                  <a:lnTo>
                    <a:pt x="937106" y="320184"/>
                  </a:lnTo>
                  <a:lnTo>
                    <a:pt x="937106" y="317451"/>
                  </a:lnTo>
                  <a:lnTo>
                    <a:pt x="939551" y="315006"/>
                  </a:lnTo>
                  <a:lnTo>
                    <a:pt x="939551" y="312417"/>
                  </a:lnTo>
                  <a:lnTo>
                    <a:pt x="941997" y="307526"/>
                  </a:lnTo>
                  <a:lnTo>
                    <a:pt x="939551" y="304793"/>
                  </a:lnTo>
                  <a:lnTo>
                    <a:pt x="944586" y="302204"/>
                  </a:lnTo>
                  <a:lnTo>
                    <a:pt x="947318" y="304793"/>
                  </a:lnTo>
                  <a:lnTo>
                    <a:pt x="954654" y="304793"/>
                  </a:lnTo>
                  <a:lnTo>
                    <a:pt x="957387" y="307526"/>
                  </a:lnTo>
                  <a:lnTo>
                    <a:pt x="959976" y="307526"/>
                  </a:lnTo>
                  <a:lnTo>
                    <a:pt x="962422" y="309971"/>
                  </a:lnTo>
                  <a:lnTo>
                    <a:pt x="962422" y="312417"/>
                  </a:lnTo>
                  <a:lnTo>
                    <a:pt x="967600" y="312417"/>
                  </a:lnTo>
                  <a:lnTo>
                    <a:pt x="970045" y="312417"/>
                  </a:lnTo>
                  <a:lnTo>
                    <a:pt x="970045" y="315006"/>
                  </a:lnTo>
                  <a:lnTo>
                    <a:pt x="975079" y="317451"/>
                  </a:lnTo>
                  <a:lnTo>
                    <a:pt x="977812" y="320184"/>
                  </a:lnTo>
                  <a:lnTo>
                    <a:pt x="977812" y="322629"/>
                  </a:lnTo>
                  <a:lnTo>
                    <a:pt x="980258" y="322629"/>
                  </a:lnTo>
                  <a:lnTo>
                    <a:pt x="980258" y="325074"/>
                  </a:lnTo>
                  <a:lnTo>
                    <a:pt x="982703" y="325074"/>
                  </a:lnTo>
                  <a:lnTo>
                    <a:pt x="982703" y="327520"/>
                  </a:lnTo>
                  <a:lnTo>
                    <a:pt x="985292" y="325074"/>
                  </a:lnTo>
                  <a:lnTo>
                    <a:pt x="985292" y="327520"/>
                  </a:lnTo>
                  <a:lnTo>
                    <a:pt x="987881" y="332842"/>
                  </a:lnTo>
                  <a:lnTo>
                    <a:pt x="990470" y="332842"/>
                  </a:lnTo>
                  <a:lnTo>
                    <a:pt x="992915" y="335287"/>
                  </a:lnTo>
                  <a:lnTo>
                    <a:pt x="995360" y="337732"/>
                  </a:lnTo>
                  <a:lnTo>
                    <a:pt x="998093" y="345356"/>
                  </a:lnTo>
                  <a:lnTo>
                    <a:pt x="1000539" y="347945"/>
                  </a:lnTo>
                  <a:lnTo>
                    <a:pt x="1003128" y="353123"/>
                  </a:lnTo>
                  <a:lnTo>
                    <a:pt x="1005573" y="358013"/>
                  </a:lnTo>
                  <a:lnTo>
                    <a:pt x="1005573" y="360746"/>
                  </a:lnTo>
                  <a:lnTo>
                    <a:pt x="1003128" y="363335"/>
                  </a:lnTo>
                  <a:lnTo>
                    <a:pt x="1000539" y="363335"/>
                  </a:lnTo>
                  <a:lnTo>
                    <a:pt x="998093" y="363335"/>
                  </a:lnTo>
                  <a:lnTo>
                    <a:pt x="995360" y="365781"/>
                  </a:lnTo>
                  <a:lnTo>
                    <a:pt x="985292" y="363335"/>
                  </a:lnTo>
                  <a:lnTo>
                    <a:pt x="975079" y="363335"/>
                  </a:lnTo>
                  <a:lnTo>
                    <a:pt x="964867" y="368226"/>
                  </a:lnTo>
                  <a:lnTo>
                    <a:pt x="962422" y="375993"/>
                  </a:lnTo>
                  <a:lnTo>
                    <a:pt x="962422" y="383617"/>
                  </a:lnTo>
                  <a:lnTo>
                    <a:pt x="959976" y="388651"/>
                  </a:lnTo>
                  <a:lnTo>
                    <a:pt x="952209" y="391240"/>
                  </a:lnTo>
                  <a:lnTo>
                    <a:pt x="947318" y="391240"/>
                  </a:lnTo>
                  <a:lnTo>
                    <a:pt x="944586" y="391240"/>
                  </a:lnTo>
                  <a:lnTo>
                    <a:pt x="934661" y="403898"/>
                  </a:lnTo>
                  <a:lnTo>
                    <a:pt x="931928" y="406487"/>
                  </a:lnTo>
                  <a:lnTo>
                    <a:pt x="926893" y="408932"/>
                  </a:lnTo>
                  <a:lnTo>
                    <a:pt x="926893" y="411377"/>
                  </a:lnTo>
                  <a:lnTo>
                    <a:pt x="924448" y="414110"/>
                  </a:lnTo>
                  <a:lnTo>
                    <a:pt x="916825" y="414110"/>
                  </a:lnTo>
                  <a:lnTo>
                    <a:pt x="904167" y="414110"/>
                  </a:lnTo>
                  <a:lnTo>
                    <a:pt x="901434" y="416555"/>
                  </a:lnTo>
                  <a:lnTo>
                    <a:pt x="896400" y="424323"/>
                  </a:lnTo>
                  <a:lnTo>
                    <a:pt x="901434" y="424323"/>
                  </a:lnTo>
                  <a:lnTo>
                    <a:pt x="901434" y="419001"/>
                  </a:lnTo>
                  <a:lnTo>
                    <a:pt x="906612" y="416555"/>
                  </a:lnTo>
                  <a:lnTo>
                    <a:pt x="911503" y="416555"/>
                  </a:lnTo>
                  <a:lnTo>
                    <a:pt x="921715" y="416555"/>
                  </a:lnTo>
                  <a:lnTo>
                    <a:pt x="926893" y="416555"/>
                  </a:lnTo>
                  <a:lnTo>
                    <a:pt x="931928" y="411377"/>
                  </a:lnTo>
                  <a:lnTo>
                    <a:pt x="934661" y="408932"/>
                  </a:lnTo>
                  <a:lnTo>
                    <a:pt x="937106" y="406487"/>
                  </a:lnTo>
                  <a:lnTo>
                    <a:pt x="941997" y="403898"/>
                  </a:lnTo>
                  <a:lnTo>
                    <a:pt x="944586" y="398720"/>
                  </a:lnTo>
                  <a:lnTo>
                    <a:pt x="952209" y="396274"/>
                  </a:lnTo>
                  <a:lnTo>
                    <a:pt x="954654" y="396274"/>
                  </a:lnTo>
                  <a:lnTo>
                    <a:pt x="964867" y="398720"/>
                  </a:lnTo>
                  <a:lnTo>
                    <a:pt x="967600" y="401452"/>
                  </a:lnTo>
                  <a:lnTo>
                    <a:pt x="985292" y="403898"/>
                  </a:lnTo>
                  <a:lnTo>
                    <a:pt x="987881" y="401452"/>
                  </a:lnTo>
                  <a:lnTo>
                    <a:pt x="990470" y="396274"/>
                  </a:lnTo>
                  <a:lnTo>
                    <a:pt x="1003128" y="396274"/>
                  </a:lnTo>
                  <a:lnTo>
                    <a:pt x="1005573" y="396274"/>
                  </a:lnTo>
                  <a:lnTo>
                    <a:pt x="1013196" y="393829"/>
                  </a:lnTo>
                  <a:lnTo>
                    <a:pt x="1020964" y="396274"/>
                  </a:lnTo>
                  <a:lnTo>
                    <a:pt x="1023409" y="398720"/>
                  </a:lnTo>
                  <a:lnTo>
                    <a:pt x="1031032" y="398720"/>
                  </a:lnTo>
                  <a:lnTo>
                    <a:pt x="1033621" y="398720"/>
                  </a:lnTo>
                  <a:lnTo>
                    <a:pt x="1036067" y="401452"/>
                  </a:lnTo>
                  <a:lnTo>
                    <a:pt x="1038512" y="401452"/>
                  </a:lnTo>
                  <a:lnTo>
                    <a:pt x="1038512" y="403898"/>
                  </a:lnTo>
                  <a:lnTo>
                    <a:pt x="1041245" y="403898"/>
                  </a:lnTo>
                  <a:lnTo>
                    <a:pt x="1046279" y="411377"/>
                  </a:lnTo>
                  <a:lnTo>
                    <a:pt x="1046279" y="414110"/>
                  </a:lnTo>
                  <a:lnTo>
                    <a:pt x="1048724" y="416555"/>
                  </a:lnTo>
                  <a:lnTo>
                    <a:pt x="1048724" y="421590"/>
                  </a:lnTo>
                  <a:lnTo>
                    <a:pt x="1046279" y="424323"/>
                  </a:lnTo>
                  <a:lnTo>
                    <a:pt x="1043690" y="426768"/>
                  </a:lnTo>
                  <a:lnTo>
                    <a:pt x="1041245" y="424323"/>
                  </a:lnTo>
                  <a:lnTo>
                    <a:pt x="1036067" y="424323"/>
                  </a:lnTo>
                  <a:lnTo>
                    <a:pt x="1033621" y="424323"/>
                  </a:lnTo>
                  <a:lnTo>
                    <a:pt x="1031032" y="424323"/>
                  </a:lnTo>
                  <a:lnTo>
                    <a:pt x="1028299" y="424323"/>
                  </a:lnTo>
                  <a:lnTo>
                    <a:pt x="1025854" y="426768"/>
                  </a:lnTo>
                  <a:lnTo>
                    <a:pt x="1025854" y="429213"/>
                  </a:lnTo>
                  <a:lnTo>
                    <a:pt x="1025854" y="431658"/>
                  </a:lnTo>
                  <a:lnTo>
                    <a:pt x="1023409" y="429213"/>
                  </a:lnTo>
                  <a:lnTo>
                    <a:pt x="1020964" y="429213"/>
                  </a:lnTo>
                  <a:lnTo>
                    <a:pt x="1018231" y="426768"/>
                  </a:lnTo>
                  <a:lnTo>
                    <a:pt x="1018231" y="429213"/>
                  </a:lnTo>
                  <a:lnTo>
                    <a:pt x="1015786" y="429213"/>
                  </a:lnTo>
                  <a:lnTo>
                    <a:pt x="1013196" y="431658"/>
                  </a:lnTo>
                  <a:lnTo>
                    <a:pt x="1005573" y="434391"/>
                  </a:lnTo>
                  <a:lnTo>
                    <a:pt x="1003128" y="434391"/>
                  </a:lnTo>
                  <a:lnTo>
                    <a:pt x="990470" y="426768"/>
                  </a:lnTo>
                  <a:lnTo>
                    <a:pt x="980258" y="424323"/>
                  </a:lnTo>
                  <a:lnTo>
                    <a:pt x="977812" y="424323"/>
                  </a:lnTo>
                  <a:lnTo>
                    <a:pt x="970045" y="429213"/>
                  </a:lnTo>
                  <a:lnTo>
                    <a:pt x="944586" y="429213"/>
                  </a:lnTo>
                  <a:lnTo>
                    <a:pt x="941997" y="431658"/>
                  </a:lnTo>
                  <a:lnTo>
                    <a:pt x="937106" y="439426"/>
                  </a:lnTo>
                  <a:lnTo>
                    <a:pt x="934661" y="441871"/>
                  </a:lnTo>
                  <a:lnTo>
                    <a:pt x="934661" y="447049"/>
                  </a:lnTo>
                  <a:lnTo>
                    <a:pt x="941997" y="434391"/>
                  </a:lnTo>
                  <a:lnTo>
                    <a:pt x="944586" y="431658"/>
                  </a:lnTo>
                  <a:lnTo>
                    <a:pt x="970045" y="434391"/>
                  </a:lnTo>
                  <a:lnTo>
                    <a:pt x="980258" y="429213"/>
                  </a:lnTo>
                  <a:lnTo>
                    <a:pt x="982703" y="431658"/>
                  </a:lnTo>
                  <a:lnTo>
                    <a:pt x="985292" y="431658"/>
                  </a:lnTo>
                  <a:lnTo>
                    <a:pt x="987881" y="431658"/>
                  </a:lnTo>
                  <a:lnTo>
                    <a:pt x="987881" y="434391"/>
                  </a:lnTo>
                  <a:lnTo>
                    <a:pt x="985292" y="436980"/>
                  </a:lnTo>
                  <a:lnTo>
                    <a:pt x="980258" y="436980"/>
                  </a:lnTo>
                  <a:lnTo>
                    <a:pt x="975079" y="436980"/>
                  </a:lnTo>
                  <a:lnTo>
                    <a:pt x="967600" y="439426"/>
                  </a:lnTo>
                  <a:lnTo>
                    <a:pt x="957387" y="444604"/>
                  </a:lnTo>
                  <a:lnTo>
                    <a:pt x="947318" y="447049"/>
                  </a:lnTo>
                  <a:lnTo>
                    <a:pt x="959976" y="447049"/>
                  </a:lnTo>
                  <a:lnTo>
                    <a:pt x="962422" y="444604"/>
                  </a:lnTo>
                  <a:lnTo>
                    <a:pt x="964867" y="441871"/>
                  </a:lnTo>
                  <a:lnTo>
                    <a:pt x="970045" y="441871"/>
                  </a:lnTo>
                  <a:lnTo>
                    <a:pt x="970045" y="444604"/>
                  </a:lnTo>
                  <a:lnTo>
                    <a:pt x="964867" y="449638"/>
                  </a:lnTo>
                  <a:lnTo>
                    <a:pt x="962422" y="452083"/>
                  </a:lnTo>
                  <a:lnTo>
                    <a:pt x="957387" y="457262"/>
                  </a:lnTo>
                  <a:lnTo>
                    <a:pt x="949764" y="459707"/>
                  </a:lnTo>
                  <a:lnTo>
                    <a:pt x="949764" y="462152"/>
                  </a:lnTo>
                  <a:lnTo>
                    <a:pt x="952209" y="462152"/>
                  </a:lnTo>
                  <a:lnTo>
                    <a:pt x="952209" y="459707"/>
                  </a:lnTo>
                  <a:lnTo>
                    <a:pt x="954654" y="459707"/>
                  </a:lnTo>
                  <a:lnTo>
                    <a:pt x="957387" y="459707"/>
                  </a:lnTo>
                  <a:lnTo>
                    <a:pt x="957387" y="462152"/>
                  </a:lnTo>
                  <a:lnTo>
                    <a:pt x="959976" y="457262"/>
                  </a:lnTo>
                  <a:lnTo>
                    <a:pt x="962422" y="457262"/>
                  </a:lnTo>
                  <a:lnTo>
                    <a:pt x="964867" y="454816"/>
                  </a:lnTo>
                  <a:lnTo>
                    <a:pt x="967600" y="452083"/>
                  </a:lnTo>
                  <a:lnTo>
                    <a:pt x="975079" y="444604"/>
                  </a:lnTo>
                  <a:lnTo>
                    <a:pt x="985292" y="444604"/>
                  </a:lnTo>
                  <a:lnTo>
                    <a:pt x="987881" y="444604"/>
                  </a:lnTo>
                  <a:lnTo>
                    <a:pt x="992915" y="444604"/>
                  </a:lnTo>
                  <a:lnTo>
                    <a:pt x="1000539" y="449638"/>
                  </a:lnTo>
                  <a:lnTo>
                    <a:pt x="1003128" y="449638"/>
                  </a:lnTo>
                  <a:lnTo>
                    <a:pt x="1010751" y="452083"/>
                  </a:lnTo>
                  <a:lnTo>
                    <a:pt x="1010751" y="454816"/>
                  </a:lnTo>
                  <a:lnTo>
                    <a:pt x="1005573" y="457262"/>
                  </a:lnTo>
                  <a:lnTo>
                    <a:pt x="1000539" y="459707"/>
                  </a:lnTo>
                  <a:lnTo>
                    <a:pt x="1000539" y="465029"/>
                  </a:lnTo>
                  <a:lnTo>
                    <a:pt x="992915" y="462152"/>
                  </a:lnTo>
                  <a:lnTo>
                    <a:pt x="990470" y="462152"/>
                  </a:lnTo>
                  <a:lnTo>
                    <a:pt x="985292" y="462152"/>
                  </a:lnTo>
                  <a:lnTo>
                    <a:pt x="980258" y="467474"/>
                  </a:lnTo>
                  <a:lnTo>
                    <a:pt x="980258" y="469920"/>
                  </a:lnTo>
                  <a:lnTo>
                    <a:pt x="977812" y="469920"/>
                  </a:lnTo>
                  <a:lnTo>
                    <a:pt x="975079" y="469920"/>
                  </a:lnTo>
                  <a:lnTo>
                    <a:pt x="977812" y="472365"/>
                  </a:lnTo>
                  <a:lnTo>
                    <a:pt x="980258" y="472365"/>
                  </a:lnTo>
                  <a:lnTo>
                    <a:pt x="982703" y="467474"/>
                  </a:lnTo>
                  <a:lnTo>
                    <a:pt x="985292" y="465029"/>
                  </a:lnTo>
                  <a:lnTo>
                    <a:pt x="987881" y="465029"/>
                  </a:lnTo>
                  <a:lnTo>
                    <a:pt x="985292" y="467474"/>
                  </a:lnTo>
                  <a:lnTo>
                    <a:pt x="987881" y="469920"/>
                  </a:lnTo>
                  <a:lnTo>
                    <a:pt x="990470" y="467474"/>
                  </a:lnTo>
                  <a:lnTo>
                    <a:pt x="992915" y="467474"/>
                  </a:lnTo>
                  <a:lnTo>
                    <a:pt x="995360" y="467474"/>
                  </a:lnTo>
                  <a:lnTo>
                    <a:pt x="998093" y="467474"/>
                  </a:lnTo>
                  <a:lnTo>
                    <a:pt x="1000539" y="467474"/>
                  </a:lnTo>
                  <a:lnTo>
                    <a:pt x="1000539" y="469920"/>
                  </a:lnTo>
                  <a:lnTo>
                    <a:pt x="998093" y="472365"/>
                  </a:lnTo>
                  <a:lnTo>
                    <a:pt x="1000539" y="472365"/>
                  </a:lnTo>
                  <a:lnTo>
                    <a:pt x="1003128" y="472365"/>
                  </a:lnTo>
                  <a:lnTo>
                    <a:pt x="1005573" y="472365"/>
                  </a:lnTo>
                  <a:lnTo>
                    <a:pt x="1005573" y="475098"/>
                  </a:lnTo>
                  <a:lnTo>
                    <a:pt x="998093" y="475098"/>
                  </a:lnTo>
                  <a:lnTo>
                    <a:pt x="987881" y="475098"/>
                  </a:lnTo>
                  <a:lnTo>
                    <a:pt x="985292" y="477543"/>
                  </a:lnTo>
                  <a:lnTo>
                    <a:pt x="982703" y="477543"/>
                  </a:lnTo>
                  <a:lnTo>
                    <a:pt x="982703" y="480132"/>
                  </a:lnTo>
                  <a:lnTo>
                    <a:pt x="987881" y="480132"/>
                  </a:lnTo>
                  <a:lnTo>
                    <a:pt x="992915" y="477543"/>
                  </a:lnTo>
                  <a:lnTo>
                    <a:pt x="1003128" y="480132"/>
                  </a:lnTo>
                  <a:lnTo>
                    <a:pt x="1005573" y="480132"/>
                  </a:lnTo>
                  <a:lnTo>
                    <a:pt x="1008306" y="480132"/>
                  </a:lnTo>
                  <a:lnTo>
                    <a:pt x="1013196" y="480132"/>
                  </a:lnTo>
                  <a:lnTo>
                    <a:pt x="1010751" y="482577"/>
                  </a:lnTo>
                  <a:lnTo>
                    <a:pt x="1013196" y="482577"/>
                  </a:lnTo>
                  <a:lnTo>
                    <a:pt x="1018231" y="480132"/>
                  </a:lnTo>
                  <a:lnTo>
                    <a:pt x="1018231" y="482577"/>
                  </a:lnTo>
                  <a:lnTo>
                    <a:pt x="1015786" y="485310"/>
                  </a:lnTo>
                  <a:lnTo>
                    <a:pt x="1008306" y="485310"/>
                  </a:lnTo>
                  <a:lnTo>
                    <a:pt x="1005573" y="485310"/>
                  </a:lnTo>
                  <a:lnTo>
                    <a:pt x="1003128" y="482577"/>
                  </a:lnTo>
                  <a:lnTo>
                    <a:pt x="998093" y="485310"/>
                  </a:lnTo>
                  <a:lnTo>
                    <a:pt x="992915" y="485310"/>
                  </a:lnTo>
                  <a:lnTo>
                    <a:pt x="987881" y="485310"/>
                  </a:lnTo>
                  <a:lnTo>
                    <a:pt x="977812" y="485310"/>
                  </a:lnTo>
                  <a:lnTo>
                    <a:pt x="980258" y="487755"/>
                  </a:lnTo>
                  <a:lnTo>
                    <a:pt x="985292" y="487755"/>
                  </a:lnTo>
                  <a:lnTo>
                    <a:pt x="985292" y="490201"/>
                  </a:lnTo>
                  <a:lnTo>
                    <a:pt x="980258" y="492646"/>
                  </a:lnTo>
                  <a:lnTo>
                    <a:pt x="975079" y="492646"/>
                  </a:lnTo>
                  <a:lnTo>
                    <a:pt x="970045" y="495235"/>
                  </a:lnTo>
                  <a:lnTo>
                    <a:pt x="967600" y="495235"/>
                  </a:lnTo>
                  <a:lnTo>
                    <a:pt x="962422" y="495235"/>
                  </a:lnTo>
                  <a:lnTo>
                    <a:pt x="959976" y="492646"/>
                  </a:lnTo>
                  <a:lnTo>
                    <a:pt x="959976" y="490201"/>
                  </a:lnTo>
                  <a:lnTo>
                    <a:pt x="957387" y="492646"/>
                  </a:lnTo>
                  <a:lnTo>
                    <a:pt x="954654" y="492646"/>
                  </a:lnTo>
                  <a:lnTo>
                    <a:pt x="952209" y="492646"/>
                  </a:lnTo>
                  <a:lnTo>
                    <a:pt x="949764" y="492646"/>
                  </a:lnTo>
                  <a:lnTo>
                    <a:pt x="952209" y="495235"/>
                  </a:lnTo>
                  <a:lnTo>
                    <a:pt x="954654" y="495235"/>
                  </a:lnTo>
                  <a:lnTo>
                    <a:pt x="954654" y="497968"/>
                  </a:lnTo>
                  <a:lnTo>
                    <a:pt x="947318" y="497968"/>
                  </a:lnTo>
                  <a:lnTo>
                    <a:pt x="947318" y="500413"/>
                  </a:lnTo>
                  <a:lnTo>
                    <a:pt x="949764" y="500413"/>
                  </a:lnTo>
                  <a:lnTo>
                    <a:pt x="957387" y="497968"/>
                  </a:lnTo>
                  <a:lnTo>
                    <a:pt x="959976" y="497968"/>
                  </a:lnTo>
                  <a:lnTo>
                    <a:pt x="967600" y="497968"/>
                  </a:lnTo>
                  <a:lnTo>
                    <a:pt x="967600" y="500413"/>
                  </a:lnTo>
                  <a:lnTo>
                    <a:pt x="967600" y="502858"/>
                  </a:lnTo>
                  <a:lnTo>
                    <a:pt x="972490" y="500413"/>
                  </a:lnTo>
                  <a:lnTo>
                    <a:pt x="975079" y="500413"/>
                  </a:lnTo>
                  <a:lnTo>
                    <a:pt x="975079" y="497968"/>
                  </a:lnTo>
                  <a:lnTo>
                    <a:pt x="977812" y="497968"/>
                  </a:lnTo>
                  <a:lnTo>
                    <a:pt x="980258" y="500413"/>
                  </a:lnTo>
                  <a:lnTo>
                    <a:pt x="982703" y="497968"/>
                  </a:lnTo>
                  <a:lnTo>
                    <a:pt x="985292" y="497968"/>
                  </a:lnTo>
                  <a:lnTo>
                    <a:pt x="987881" y="497968"/>
                  </a:lnTo>
                  <a:lnTo>
                    <a:pt x="990470" y="497968"/>
                  </a:lnTo>
                  <a:lnTo>
                    <a:pt x="995360" y="495235"/>
                  </a:lnTo>
                  <a:lnTo>
                    <a:pt x="1008306" y="497968"/>
                  </a:lnTo>
                  <a:lnTo>
                    <a:pt x="1008306" y="500413"/>
                  </a:lnTo>
                  <a:lnTo>
                    <a:pt x="1008306" y="502858"/>
                  </a:lnTo>
                  <a:lnTo>
                    <a:pt x="1010751" y="502858"/>
                  </a:lnTo>
                  <a:lnTo>
                    <a:pt x="1008306" y="505304"/>
                  </a:lnTo>
                  <a:lnTo>
                    <a:pt x="1005573" y="502858"/>
                  </a:lnTo>
                  <a:lnTo>
                    <a:pt x="1003128" y="502858"/>
                  </a:lnTo>
                  <a:lnTo>
                    <a:pt x="998093" y="508037"/>
                  </a:lnTo>
                  <a:lnTo>
                    <a:pt x="985292" y="508037"/>
                  </a:lnTo>
                  <a:lnTo>
                    <a:pt x="982703" y="510626"/>
                  </a:lnTo>
                  <a:lnTo>
                    <a:pt x="980258" y="513071"/>
                  </a:lnTo>
                  <a:lnTo>
                    <a:pt x="980258" y="515516"/>
                  </a:lnTo>
                  <a:lnTo>
                    <a:pt x="977812" y="518249"/>
                  </a:lnTo>
                  <a:lnTo>
                    <a:pt x="975079" y="518249"/>
                  </a:lnTo>
                  <a:lnTo>
                    <a:pt x="977812" y="520694"/>
                  </a:lnTo>
                  <a:lnTo>
                    <a:pt x="982703" y="518249"/>
                  </a:lnTo>
                  <a:lnTo>
                    <a:pt x="985292" y="515516"/>
                  </a:lnTo>
                  <a:lnTo>
                    <a:pt x="985292" y="513071"/>
                  </a:lnTo>
                  <a:lnTo>
                    <a:pt x="987881" y="510626"/>
                  </a:lnTo>
                  <a:lnTo>
                    <a:pt x="992915" y="513071"/>
                  </a:lnTo>
                  <a:lnTo>
                    <a:pt x="995360" y="513071"/>
                  </a:lnTo>
                  <a:lnTo>
                    <a:pt x="992915" y="515516"/>
                  </a:lnTo>
                  <a:lnTo>
                    <a:pt x="990470" y="518249"/>
                  </a:lnTo>
                  <a:lnTo>
                    <a:pt x="987881" y="518249"/>
                  </a:lnTo>
                  <a:lnTo>
                    <a:pt x="985292" y="518249"/>
                  </a:lnTo>
                  <a:lnTo>
                    <a:pt x="985292" y="520694"/>
                  </a:lnTo>
                  <a:lnTo>
                    <a:pt x="992915" y="518249"/>
                  </a:lnTo>
                  <a:lnTo>
                    <a:pt x="995360" y="518249"/>
                  </a:lnTo>
                  <a:lnTo>
                    <a:pt x="998093" y="518249"/>
                  </a:lnTo>
                  <a:lnTo>
                    <a:pt x="998093" y="515516"/>
                  </a:lnTo>
                  <a:lnTo>
                    <a:pt x="998093" y="513071"/>
                  </a:lnTo>
                  <a:lnTo>
                    <a:pt x="1000539" y="513071"/>
                  </a:lnTo>
                  <a:lnTo>
                    <a:pt x="1003128" y="513071"/>
                  </a:lnTo>
                  <a:lnTo>
                    <a:pt x="1008306" y="513071"/>
                  </a:lnTo>
                  <a:lnTo>
                    <a:pt x="1010751" y="513071"/>
                  </a:lnTo>
                  <a:lnTo>
                    <a:pt x="1010751" y="515516"/>
                  </a:lnTo>
                  <a:lnTo>
                    <a:pt x="1013196" y="515516"/>
                  </a:lnTo>
                  <a:lnTo>
                    <a:pt x="1013196" y="518249"/>
                  </a:lnTo>
                  <a:lnTo>
                    <a:pt x="1015786" y="515516"/>
                  </a:lnTo>
                  <a:lnTo>
                    <a:pt x="1018231" y="515516"/>
                  </a:lnTo>
                  <a:lnTo>
                    <a:pt x="1018231" y="513071"/>
                  </a:lnTo>
                  <a:lnTo>
                    <a:pt x="1020964" y="513071"/>
                  </a:lnTo>
                  <a:lnTo>
                    <a:pt x="1020964" y="515516"/>
                  </a:lnTo>
                  <a:lnTo>
                    <a:pt x="1023409" y="520694"/>
                  </a:lnTo>
                  <a:lnTo>
                    <a:pt x="1025854" y="523283"/>
                  </a:lnTo>
                  <a:lnTo>
                    <a:pt x="1025854" y="520694"/>
                  </a:lnTo>
                  <a:lnTo>
                    <a:pt x="1023409" y="513071"/>
                  </a:lnTo>
                  <a:lnTo>
                    <a:pt x="1025854" y="513071"/>
                  </a:lnTo>
                  <a:lnTo>
                    <a:pt x="1028299" y="513071"/>
                  </a:lnTo>
                  <a:lnTo>
                    <a:pt x="1031032" y="505304"/>
                  </a:lnTo>
                  <a:lnTo>
                    <a:pt x="1033621" y="508037"/>
                  </a:lnTo>
                  <a:lnTo>
                    <a:pt x="1036067" y="505304"/>
                  </a:lnTo>
                  <a:lnTo>
                    <a:pt x="1038512" y="505304"/>
                  </a:lnTo>
                  <a:lnTo>
                    <a:pt x="1038512" y="508037"/>
                  </a:lnTo>
                  <a:lnTo>
                    <a:pt x="1038512" y="510626"/>
                  </a:lnTo>
                  <a:lnTo>
                    <a:pt x="1036067" y="513071"/>
                  </a:lnTo>
                  <a:lnTo>
                    <a:pt x="1036067" y="515516"/>
                  </a:lnTo>
                  <a:lnTo>
                    <a:pt x="1038512" y="523283"/>
                  </a:lnTo>
                  <a:lnTo>
                    <a:pt x="1038512" y="525729"/>
                  </a:lnTo>
                  <a:lnTo>
                    <a:pt x="1041245" y="528462"/>
                  </a:lnTo>
                  <a:lnTo>
                    <a:pt x="1041245" y="523283"/>
                  </a:lnTo>
                  <a:lnTo>
                    <a:pt x="1041245" y="520694"/>
                  </a:lnTo>
                  <a:lnTo>
                    <a:pt x="1041245" y="518249"/>
                  </a:lnTo>
                  <a:lnTo>
                    <a:pt x="1038512" y="515516"/>
                  </a:lnTo>
                  <a:lnTo>
                    <a:pt x="1041245" y="513071"/>
                  </a:lnTo>
                  <a:lnTo>
                    <a:pt x="1043690" y="513071"/>
                  </a:lnTo>
                  <a:lnTo>
                    <a:pt x="1043690" y="510626"/>
                  </a:lnTo>
                  <a:lnTo>
                    <a:pt x="1046279" y="511776"/>
                  </a:lnTo>
                  <a:lnTo>
                    <a:pt x="1046279" y="510626"/>
                  </a:lnTo>
                  <a:lnTo>
                    <a:pt x="1048724" y="510626"/>
                  </a:lnTo>
                  <a:lnTo>
                    <a:pt x="1048724" y="508037"/>
                  </a:lnTo>
                  <a:lnTo>
                    <a:pt x="1051457" y="510626"/>
                  </a:lnTo>
                  <a:lnTo>
                    <a:pt x="1053903" y="510626"/>
                  </a:lnTo>
                  <a:lnTo>
                    <a:pt x="1056348" y="513071"/>
                  </a:lnTo>
                  <a:lnTo>
                    <a:pt x="1056348" y="515516"/>
                  </a:lnTo>
                  <a:lnTo>
                    <a:pt x="1051457" y="518249"/>
                  </a:lnTo>
                  <a:lnTo>
                    <a:pt x="1051457" y="520694"/>
                  </a:lnTo>
                  <a:lnTo>
                    <a:pt x="1053903" y="518249"/>
                  </a:lnTo>
                  <a:lnTo>
                    <a:pt x="1056348" y="518249"/>
                  </a:lnTo>
                  <a:lnTo>
                    <a:pt x="1061526" y="515516"/>
                  </a:lnTo>
                  <a:lnTo>
                    <a:pt x="1056348" y="508037"/>
                  </a:lnTo>
                  <a:lnTo>
                    <a:pt x="1058937" y="508037"/>
                  </a:lnTo>
                  <a:lnTo>
                    <a:pt x="1061526" y="508037"/>
                  </a:lnTo>
                  <a:lnTo>
                    <a:pt x="1066561" y="510626"/>
                  </a:lnTo>
                  <a:lnTo>
                    <a:pt x="1066561" y="508037"/>
                  </a:lnTo>
                  <a:lnTo>
                    <a:pt x="1069006" y="508037"/>
                  </a:lnTo>
                  <a:lnTo>
                    <a:pt x="1071738" y="505304"/>
                  </a:lnTo>
                  <a:lnTo>
                    <a:pt x="1074184" y="508037"/>
                  </a:lnTo>
                  <a:lnTo>
                    <a:pt x="1074184" y="505304"/>
                  </a:lnTo>
                  <a:lnTo>
                    <a:pt x="1076773" y="505304"/>
                  </a:lnTo>
                  <a:lnTo>
                    <a:pt x="1079218" y="505304"/>
                  </a:lnTo>
                  <a:lnTo>
                    <a:pt x="1079218" y="508037"/>
                  </a:lnTo>
                  <a:lnTo>
                    <a:pt x="1074184" y="510626"/>
                  </a:lnTo>
                  <a:lnTo>
                    <a:pt x="1074184" y="513071"/>
                  </a:lnTo>
                  <a:lnTo>
                    <a:pt x="1069006" y="513071"/>
                  </a:lnTo>
                  <a:lnTo>
                    <a:pt x="1069006" y="518249"/>
                  </a:lnTo>
                  <a:lnTo>
                    <a:pt x="1066561" y="520694"/>
                  </a:lnTo>
                  <a:lnTo>
                    <a:pt x="1058937" y="520694"/>
                  </a:lnTo>
                  <a:lnTo>
                    <a:pt x="1056348" y="520694"/>
                  </a:lnTo>
                  <a:lnTo>
                    <a:pt x="1048724" y="523283"/>
                  </a:lnTo>
                  <a:lnTo>
                    <a:pt x="1046279" y="525729"/>
                  </a:lnTo>
                  <a:lnTo>
                    <a:pt x="1046279" y="528462"/>
                  </a:lnTo>
                  <a:lnTo>
                    <a:pt x="1041245" y="530907"/>
                  </a:lnTo>
                  <a:lnTo>
                    <a:pt x="1036067" y="533352"/>
                  </a:lnTo>
                  <a:lnTo>
                    <a:pt x="1033621" y="538530"/>
                  </a:lnTo>
                  <a:lnTo>
                    <a:pt x="1033621" y="541119"/>
                  </a:lnTo>
                  <a:lnTo>
                    <a:pt x="1036067" y="541119"/>
                  </a:lnTo>
                  <a:lnTo>
                    <a:pt x="1038512" y="535797"/>
                  </a:lnTo>
                  <a:lnTo>
                    <a:pt x="1043690" y="535797"/>
                  </a:lnTo>
                  <a:lnTo>
                    <a:pt x="1046279" y="538530"/>
                  </a:lnTo>
                  <a:lnTo>
                    <a:pt x="1046279" y="541119"/>
                  </a:lnTo>
                  <a:lnTo>
                    <a:pt x="1043690" y="541119"/>
                  </a:lnTo>
                  <a:lnTo>
                    <a:pt x="1043690" y="543565"/>
                  </a:lnTo>
                  <a:lnTo>
                    <a:pt x="1043690" y="546010"/>
                  </a:lnTo>
                  <a:lnTo>
                    <a:pt x="1048724" y="541119"/>
                  </a:lnTo>
                  <a:lnTo>
                    <a:pt x="1046279" y="535797"/>
                  </a:lnTo>
                  <a:lnTo>
                    <a:pt x="1048724" y="533352"/>
                  </a:lnTo>
                  <a:lnTo>
                    <a:pt x="1051457" y="530907"/>
                  </a:lnTo>
                  <a:lnTo>
                    <a:pt x="1051457" y="525729"/>
                  </a:lnTo>
                  <a:lnTo>
                    <a:pt x="1053903" y="525729"/>
                  </a:lnTo>
                  <a:lnTo>
                    <a:pt x="1056348" y="528462"/>
                  </a:lnTo>
                  <a:lnTo>
                    <a:pt x="1056348" y="523283"/>
                  </a:lnTo>
                  <a:lnTo>
                    <a:pt x="1064115" y="523283"/>
                  </a:lnTo>
                  <a:lnTo>
                    <a:pt x="1069006" y="525729"/>
                  </a:lnTo>
                  <a:lnTo>
                    <a:pt x="1064115" y="528462"/>
                  </a:lnTo>
                  <a:lnTo>
                    <a:pt x="1061526" y="530907"/>
                  </a:lnTo>
                  <a:lnTo>
                    <a:pt x="1058937" y="530907"/>
                  </a:lnTo>
                  <a:lnTo>
                    <a:pt x="1058937" y="533352"/>
                  </a:lnTo>
                  <a:lnTo>
                    <a:pt x="1061526" y="533352"/>
                  </a:lnTo>
                  <a:lnTo>
                    <a:pt x="1058937" y="535797"/>
                  </a:lnTo>
                  <a:lnTo>
                    <a:pt x="1058937" y="541119"/>
                  </a:lnTo>
                  <a:lnTo>
                    <a:pt x="1058937" y="546010"/>
                  </a:lnTo>
                  <a:lnTo>
                    <a:pt x="1058937" y="553777"/>
                  </a:lnTo>
                  <a:lnTo>
                    <a:pt x="1053903" y="551188"/>
                  </a:lnTo>
                  <a:lnTo>
                    <a:pt x="1051457" y="551188"/>
                  </a:lnTo>
                  <a:lnTo>
                    <a:pt x="1048724" y="553777"/>
                  </a:lnTo>
                  <a:lnTo>
                    <a:pt x="1056348" y="556222"/>
                  </a:lnTo>
                  <a:lnTo>
                    <a:pt x="1061526" y="553777"/>
                  </a:lnTo>
                  <a:lnTo>
                    <a:pt x="1061526" y="548743"/>
                  </a:lnTo>
                  <a:lnTo>
                    <a:pt x="1061526" y="546010"/>
                  </a:lnTo>
                  <a:lnTo>
                    <a:pt x="1064115" y="546010"/>
                  </a:lnTo>
                  <a:lnTo>
                    <a:pt x="1061526" y="541119"/>
                  </a:lnTo>
                  <a:lnTo>
                    <a:pt x="1064115" y="535797"/>
                  </a:lnTo>
                  <a:lnTo>
                    <a:pt x="1064115" y="533352"/>
                  </a:lnTo>
                  <a:lnTo>
                    <a:pt x="1069006" y="528462"/>
                  </a:lnTo>
                  <a:lnTo>
                    <a:pt x="1071738" y="530907"/>
                  </a:lnTo>
                  <a:lnTo>
                    <a:pt x="1074184" y="530907"/>
                  </a:lnTo>
                  <a:lnTo>
                    <a:pt x="1076773" y="530907"/>
                  </a:lnTo>
                  <a:lnTo>
                    <a:pt x="1081663" y="530907"/>
                  </a:lnTo>
                  <a:lnTo>
                    <a:pt x="1080944" y="530619"/>
                  </a:lnTo>
                  <a:lnTo>
                    <a:pt x="1078499" y="527886"/>
                  </a:lnTo>
                  <a:lnTo>
                    <a:pt x="1080944" y="527886"/>
                  </a:lnTo>
                  <a:lnTo>
                    <a:pt x="1083389" y="527886"/>
                  </a:lnTo>
                  <a:lnTo>
                    <a:pt x="1086266" y="530619"/>
                  </a:lnTo>
                  <a:lnTo>
                    <a:pt x="1086266" y="533064"/>
                  </a:lnTo>
                  <a:lnTo>
                    <a:pt x="1084396" y="532201"/>
                  </a:lnTo>
                  <a:lnTo>
                    <a:pt x="1084396" y="535797"/>
                  </a:lnTo>
                  <a:lnTo>
                    <a:pt x="1084396" y="543565"/>
                  </a:lnTo>
                  <a:lnTo>
                    <a:pt x="1081951" y="543565"/>
                  </a:lnTo>
                  <a:lnTo>
                    <a:pt x="1081951" y="546010"/>
                  </a:lnTo>
                  <a:lnTo>
                    <a:pt x="1084396" y="546010"/>
                  </a:lnTo>
                  <a:lnTo>
                    <a:pt x="1084396" y="548743"/>
                  </a:lnTo>
                  <a:lnTo>
                    <a:pt x="1081951" y="553777"/>
                  </a:lnTo>
                  <a:lnTo>
                    <a:pt x="1081951" y="556222"/>
                  </a:lnTo>
                  <a:lnTo>
                    <a:pt x="1084396" y="561401"/>
                  </a:lnTo>
                  <a:lnTo>
                    <a:pt x="1084396" y="556222"/>
                  </a:lnTo>
                  <a:lnTo>
                    <a:pt x="1086842" y="548743"/>
                  </a:lnTo>
                  <a:lnTo>
                    <a:pt x="1089287" y="548743"/>
                  </a:lnTo>
                  <a:lnTo>
                    <a:pt x="1089287" y="546010"/>
                  </a:lnTo>
                  <a:lnTo>
                    <a:pt x="1091876" y="543565"/>
                  </a:lnTo>
                  <a:lnTo>
                    <a:pt x="1091876" y="546010"/>
                  </a:lnTo>
                  <a:lnTo>
                    <a:pt x="1091876" y="548743"/>
                  </a:lnTo>
                  <a:lnTo>
                    <a:pt x="1094609" y="548743"/>
                  </a:lnTo>
                  <a:lnTo>
                    <a:pt x="1094609" y="558955"/>
                  </a:lnTo>
                  <a:lnTo>
                    <a:pt x="1094609" y="563846"/>
                  </a:lnTo>
                  <a:lnTo>
                    <a:pt x="1097054" y="566435"/>
                  </a:lnTo>
                  <a:lnTo>
                    <a:pt x="1097054" y="563846"/>
                  </a:lnTo>
                  <a:lnTo>
                    <a:pt x="1097054" y="561401"/>
                  </a:lnTo>
                  <a:lnTo>
                    <a:pt x="1097054" y="553777"/>
                  </a:lnTo>
                  <a:lnTo>
                    <a:pt x="1094609" y="546010"/>
                  </a:lnTo>
                  <a:lnTo>
                    <a:pt x="1094609" y="543565"/>
                  </a:lnTo>
                  <a:lnTo>
                    <a:pt x="1094609" y="541119"/>
                  </a:lnTo>
                  <a:lnTo>
                    <a:pt x="1097054" y="541119"/>
                  </a:lnTo>
                  <a:lnTo>
                    <a:pt x="1101945" y="538530"/>
                  </a:lnTo>
                  <a:lnTo>
                    <a:pt x="1104678" y="538530"/>
                  </a:lnTo>
                  <a:lnTo>
                    <a:pt x="1107267" y="538530"/>
                  </a:lnTo>
                  <a:lnTo>
                    <a:pt x="1107267" y="541119"/>
                  </a:lnTo>
                  <a:lnTo>
                    <a:pt x="1107267" y="543565"/>
                  </a:lnTo>
                  <a:lnTo>
                    <a:pt x="1104678" y="543565"/>
                  </a:lnTo>
                  <a:lnTo>
                    <a:pt x="1101945" y="546010"/>
                  </a:lnTo>
                  <a:lnTo>
                    <a:pt x="1101945" y="548743"/>
                  </a:lnTo>
                  <a:lnTo>
                    <a:pt x="1104678" y="548743"/>
                  </a:lnTo>
                  <a:lnTo>
                    <a:pt x="1107267" y="546010"/>
                  </a:lnTo>
                  <a:lnTo>
                    <a:pt x="1109712" y="546010"/>
                  </a:lnTo>
                  <a:lnTo>
                    <a:pt x="1109712" y="543565"/>
                  </a:lnTo>
                  <a:lnTo>
                    <a:pt x="1112157" y="541119"/>
                  </a:lnTo>
                  <a:lnTo>
                    <a:pt x="1117335" y="548743"/>
                  </a:lnTo>
                  <a:lnTo>
                    <a:pt x="1117335" y="551188"/>
                  </a:lnTo>
                  <a:lnTo>
                    <a:pt x="1114890" y="553777"/>
                  </a:lnTo>
                  <a:lnTo>
                    <a:pt x="1114890" y="556222"/>
                  </a:lnTo>
                  <a:lnTo>
                    <a:pt x="1112157" y="556222"/>
                  </a:lnTo>
                  <a:lnTo>
                    <a:pt x="1114890" y="571613"/>
                  </a:lnTo>
                  <a:lnTo>
                    <a:pt x="1112157" y="574058"/>
                  </a:lnTo>
                  <a:lnTo>
                    <a:pt x="1117335" y="574058"/>
                  </a:lnTo>
                  <a:lnTo>
                    <a:pt x="1117335" y="576504"/>
                  </a:lnTo>
                  <a:lnTo>
                    <a:pt x="1117335" y="578949"/>
                  </a:lnTo>
                  <a:lnTo>
                    <a:pt x="1119924" y="581682"/>
                  </a:lnTo>
                  <a:lnTo>
                    <a:pt x="1119924" y="576504"/>
                  </a:lnTo>
                  <a:lnTo>
                    <a:pt x="1117335" y="563846"/>
                  </a:lnTo>
                  <a:lnTo>
                    <a:pt x="1117335" y="561401"/>
                  </a:lnTo>
                  <a:lnTo>
                    <a:pt x="1117335" y="556222"/>
                  </a:lnTo>
                  <a:lnTo>
                    <a:pt x="1119924" y="553777"/>
                  </a:lnTo>
                  <a:lnTo>
                    <a:pt x="1122370" y="551188"/>
                  </a:lnTo>
                  <a:lnTo>
                    <a:pt x="1125103" y="546010"/>
                  </a:lnTo>
                  <a:lnTo>
                    <a:pt x="1127548" y="543565"/>
                  </a:lnTo>
                  <a:lnTo>
                    <a:pt x="1127548" y="546010"/>
                  </a:lnTo>
                  <a:lnTo>
                    <a:pt x="1127548" y="551188"/>
                  </a:lnTo>
                  <a:lnTo>
                    <a:pt x="1127548" y="553777"/>
                  </a:lnTo>
                  <a:lnTo>
                    <a:pt x="1129993" y="556222"/>
                  </a:lnTo>
                  <a:lnTo>
                    <a:pt x="1135315" y="561401"/>
                  </a:lnTo>
                  <a:lnTo>
                    <a:pt x="1135315" y="563846"/>
                  </a:lnTo>
                  <a:lnTo>
                    <a:pt x="1135315" y="571613"/>
                  </a:lnTo>
                  <a:lnTo>
                    <a:pt x="1135315" y="574058"/>
                  </a:lnTo>
                  <a:lnTo>
                    <a:pt x="1137760" y="578949"/>
                  </a:lnTo>
                  <a:lnTo>
                    <a:pt x="1140206" y="591894"/>
                  </a:lnTo>
                  <a:lnTo>
                    <a:pt x="1142651" y="594339"/>
                  </a:lnTo>
                  <a:lnTo>
                    <a:pt x="1142651" y="586716"/>
                  </a:lnTo>
                  <a:lnTo>
                    <a:pt x="1137760" y="569024"/>
                  </a:lnTo>
                  <a:lnTo>
                    <a:pt x="1137760" y="566435"/>
                  </a:lnTo>
                  <a:lnTo>
                    <a:pt x="1140206" y="566435"/>
                  </a:lnTo>
                  <a:lnTo>
                    <a:pt x="1142651" y="561401"/>
                  </a:lnTo>
                  <a:lnTo>
                    <a:pt x="1142651" y="558955"/>
                  </a:lnTo>
                  <a:lnTo>
                    <a:pt x="1142651" y="556222"/>
                  </a:lnTo>
                  <a:lnTo>
                    <a:pt x="1137760" y="551188"/>
                  </a:lnTo>
                  <a:lnTo>
                    <a:pt x="1137760" y="548743"/>
                  </a:lnTo>
                  <a:lnTo>
                    <a:pt x="1135315" y="548743"/>
                  </a:lnTo>
                  <a:lnTo>
                    <a:pt x="1137760" y="546010"/>
                  </a:lnTo>
                  <a:lnTo>
                    <a:pt x="1140206" y="541119"/>
                  </a:lnTo>
                  <a:lnTo>
                    <a:pt x="1147829" y="541119"/>
                  </a:lnTo>
                  <a:lnTo>
                    <a:pt x="1150418" y="541119"/>
                  </a:lnTo>
                  <a:lnTo>
                    <a:pt x="1152863" y="543565"/>
                  </a:lnTo>
                  <a:lnTo>
                    <a:pt x="1152863" y="551188"/>
                  </a:lnTo>
                  <a:lnTo>
                    <a:pt x="1152863" y="556222"/>
                  </a:lnTo>
                  <a:lnTo>
                    <a:pt x="1152863" y="566435"/>
                  </a:lnTo>
                  <a:lnTo>
                    <a:pt x="1152863" y="569024"/>
                  </a:lnTo>
                  <a:lnTo>
                    <a:pt x="1162932" y="574058"/>
                  </a:lnTo>
                  <a:lnTo>
                    <a:pt x="1165521" y="576504"/>
                  </a:lnTo>
                  <a:lnTo>
                    <a:pt x="1167822" y="578661"/>
                  </a:lnTo>
                  <a:lnTo>
                    <a:pt x="1165521" y="574058"/>
                  </a:lnTo>
                  <a:lnTo>
                    <a:pt x="1155596" y="569024"/>
                  </a:lnTo>
                  <a:lnTo>
                    <a:pt x="1155596" y="566435"/>
                  </a:lnTo>
                  <a:lnTo>
                    <a:pt x="1155596" y="563846"/>
                  </a:lnTo>
                  <a:lnTo>
                    <a:pt x="1155596" y="548743"/>
                  </a:lnTo>
                  <a:lnTo>
                    <a:pt x="1158041" y="546010"/>
                  </a:lnTo>
                  <a:lnTo>
                    <a:pt x="1162932" y="541119"/>
                  </a:lnTo>
                  <a:lnTo>
                    <a:pt x="1162932" y="538530"/>
                  </a:lnTo>
                  <a:lnTo>
                    <a:pt x="1165521" y="538530"/>
                  </a:lnTo>
                  <a:lnTo>
                    <a:pt x="1162932" y="535797"/>
                  </a:lnTo>
                  <a:lnTo>
                    <a:pt x="1162932" y="533352"/>
                  </a:lnTo>
                  <a:lnTo>
                    <a:pt x="1165521" y="533352"/>
                  </a:lnTo>
                  <a:lnTo>
                    <a:pt x="1165521" y="530907"/>
                  </a:lnTo>
                  <a:lnTo>
                    <a:pt x="1165521" y="528462"/>
                  </a:lnTo>
                  <a:lnTo>
                    <a:pt x="1168254" y="528462"/>
                  </a:lnTo>
                  <a:lnTo>
                    <a:pt x="1170699" y="525729"/>
                  </a:lnTo>
                  <a:lnTo>
                    <a:pt x="1173145" y="525729"/>
                  </a:lnTo>
                  <a:lnTo>
                    <a:pt x="1175590" y="528462"/>
                  </a:lnTo>
                  <a:lnTo>
                    <a:pt x="1178323" y="528462"/>
                  </a:lnTo>
                  <a:lnTo>
                    <a:pt x="1180912" y="528462"/>
                  </a:lnTo>
                  <a:lnTo>
                    <a:pt x="1183357" y="530907"/>
                  </a:lnTo>
                  <a:lnTo>
                    <a:pt x="1180912" y="535797"/>
                  </a:lnTo>
                  <a:lnTo>
                    <a:pt x="1178323" y="538530"/>
                  </a:lnTo>
                  <a:lnTo>
                    <a:pt x="1173145" y="541119"/>
                  </a:lnTo>
                  <a:lnTo>
                    <a:pt x="1175590" y="541119"/>
                  </a:lnTo>
                  <a:lnTo>
                    <a:pt x="1175590" y="546010"/>
                  </a:lnTo>
                  <a:lnTo>
                    <a:pt x="1173145" y="551188"/>
                  </a:lnTo>
                  <a:lnTo>
                    <a:pt x="1170699" y="551188"/>
                  </a:lnTo>
                  <a:lnTo>
                    <a:pt x="1170699" y="553777"/>
                  </a:lnTo>
                  <a:lnTo>
                    <a:pt x="1170699" y="556222"/>
                  </a:lnTo>
                  <a:lnTo>
                    <a:pt x="1170699" y="558955"/>
                  </a:lnTo>
                  <a:lnTo>
                    <a:pt x="1170699" y="561401"/>
                  </a:lnTo>
                  <a:lnTo>
                    <a:pt x="1173145" y="558955"/>
                  </a:lnTo>
                  <a:lnTo>
                    <a:pt x="1173145" y="556222"/>
                  </a:lnTo>
                  <a:lnTo>
                    <a:pt x="1175590" y="553777"/>
                  </a:lnTo>
                  <a:lnTo>
                    <a:pt x="1178323" y="556222"/>
                  </a:lnTo>
                  <a:lnTo>
                    <a:pt x="1178323" y="558955"/>
                  </a:lnTo>
                  <a:lnTo>
                    <a:pt x="1180912" y="558955"/>
                  </a:lnTo>
                  <a:lnTo>
                    <a:pt x="1183357" y="556222"/>
                  </a:lnTo>
                  <a:lnTo>
                    <a:pt x="1185802" y="556222"/>
                  </a:lnTo>
                  <a:lnTo>
                    <a:pt x="1190980" y="563846"/>
                  </a:lnTo>
                  <a:lnTo>
                    <a:pt x="1188535" y="569024"/>
                  </a:lnTo>
                  <a:lnTo>
                    <a:pt x="1190980" y="566435"/>
                  </a:lnTo>
                  <a:lnTo>
                    <a:pt x="1193569" y="563846"/>
                  </a:lnTo>
                  <a:lnTo>
                    <a:pt x="1188535" y="553777"/>
                  </a:lnTo>
                  <a:lnTo>
                    <a:pt x="1188535" y="551188"/>
                  </a:lnTo>
                  <a:lnTo>
                    <a:pt x="1188535" y="548743"/>
                  </a:lnTo>
                  <a:lnTo>
                    <a:pt x="1190980" y="548743"/>
                  </a:lnTo>
                  <a:lnTo>
                    <a:pt x="1190980" y="546010"/>
                  </a:lnTo>
                  <a:lnTo>
                    <a:pt x="1196015" y="546010"/>
                  </a:lnTo>
                  <a:lnTo>
                    <a:pt x="1198748" y="546010"/>
                  </a:lnTo>
                  <a:lnTo>
                    <a:pt x="1201193" y="548743"/>
                  </a:lnTo>
                  <a:lnTo>
                    <a:pt x="1203638" y="551188"/>
                  </a:lnTo>
                  <a:lnTo>
                    <a:pt x="1206083" y="548743"/>
                  </a:lnTo>
                  <a:lnTo>
                    <a:pt x="1206083" y="551188"/>
                  </a:lnTo>
                  <a:lnTo>
                    <a:pt x="1208816" y="551188"/>
                  </a:lnTo>
                  <a:lnTo>
                    <a:pt x="1208816" y="556222"/>
                  </a:lnTo>
                  <a:lnTo>
                    <a:pt x="1206083" y="556222"/>
                  </a:lnTo>
                  <a:lnTo>
                    <a:pt x="1201193" y="561401"/>
                  </a:lnTo>
                  <a:lnTo>
                    <a:pt x="1201193" y="563846"/>
                  </a:lnTo>
                  <a:lnTo>
                    <a:pt x="1203638" y="561401"/>
                  </a:lnTo>
                  <a:lnTo>
                    <a:pt x="1208816" y="558955"/>
                  </a:lnTo>
                  <a:lnTo>
                    <a:pt x="1211406" y="556222"/>
                  </a:lnTo>
                  <a:lnTo>
                    <a:pt x="1211406" y="553777"/>
                  </a:lnTo>
                  <a:lnTo>
                    <a:pt x="1216296" y="553777"/>
                  </a:lnTo>
                  <a:lnTo>
                    <a:pt x="1216296" y="556222"/>
                  </a:lnTo>
                  <a:lnTo>
                    <a:pt x="1219029" y="556222"/>
                  </a:lnTo>
                  <a:lnTo>
                    <a:pt x="1219029" y="558955"/>
                  </a:lnTo>
                  <a:lnTo>
                    <a:pt x="1219029" y="563846"/>
                  </a:lnTo>
                  <a:lnTo>
                    <a:pt x="1221474" y="563846"/>
                  </a:lnTo>
                  <a:lnTo>
                    <a:pt x="1224063" y="561401"/>
                  </a:lnTo>
                  <a:lnTo>
                    <a:pt x="1226509" y="561401"/>
                  </a:lnTo>
                  <a:lnTo>
                    <a:pt x="1229241" y="569024"/>
                  </a:lnTo>
                  <a:lnTo>
                    <a:pt x="1229241" y="574058"/>
                  </a:lnTo>
                  <a:lnTo>
                    <a:pt x="1229241" y="576504"/>
                  </a:lnTo>
                  <a:lnTo>
                    <a:pt x="1226509" y="581682"/>
                  </a:lnTo>
                  <a:lnTo>
                    <a:pt x="1219029" y="584271"/>
                  </a:lnTo>
                  <a:lnTo>
                    <a:pt x="1224063" y="584271"/>
                  </a:lnTo>
                  <a:lnTo>
                    <a:pt x="1229241" y="581682"/>
                  </a:lnTo>
                  <a:lnTo>
                    <a:pt x="1234132" y="578949"/>
                  </a:lnTo>
                  <a:lnTo>
                    <a:pt x="1236721" y="578949"/>
                  </a:lnTo>
                  <a:lnTo>
                    <a:pt x="1239166" y="581682"/>
                  </a:lnTo>
                  <a:lnTo>
                    <a:pt x="1241899" y="581682"/>
                  </a:lnTo>
                  <a:lnTo>
                    <a:pt x="1241899" y="586716"/>
                  </a:lnTo>
                  <a:lnTo>
                    <a:pt x="1244344" y="589161"/>
                  </a:lnTo>
                  <a:lnTo>
                    <a:pt x="1244344" y="591894"/>
                  </a:lnTo>
                  <a:lnTo>
                    <a:pt x="1241899" y="594339"/>
                  </a:lnTo>
                  <a:lnTo>
                    <a:pt x="1234132" y="596929"/>
                  </a:lnTo>
                  <a:lnTo>
                    <a:pt x="1226509" y="599374"/>
                  </a:lnTo>
                  <a:lnTo>
                    <a:pt x="1226509" y="601963"/>
                  </a:lnTo>
                  <a:lnTo>
                    <a:pt x="1231686" y="599374"/>
                  </a:lnTo>
                  <a:lnTo>
                    <a:pt x="1234132" y="602107"/>
                  </a:lnTo>
                  <a:lnTo>
                    <a:pt x="1231686" y="604552"/>
                  </a:lnTo>
                  <a:lnTo>
                    <a:pt x="1229241" y="606997"/>
                  </a:lnTo>
                  <a:lnTo>
                    <a:pt x="1219029" y="612175"/>
                  </a:lnTo>
                  <a:lnTo>
                    <a:pt x="1216296" y="614764"/>
                  </a:lnTo>
                  <a:lnTo>
                    <a:pt x="1213851" y="614764"/>
                  </a:lnTo>
                  <a:lnTo>
                    <a:pt x="1211406" y="619655"/>
                  </a:lnTo>
                  <a:lnTo>
                    <a:pt x="1213851" y="622388"/>
                  </a:lnTo>
                  <a:lnTo>
                    <a:pt x="1213851" y="619655"/>
                  </a:lnTo>
                  <a:lnTo>
                    <a:pt x="1221474" y="612175"/>
                  </a:lnTo>
                  <a:lnTo>
                    <a:pt x="1231686" y="609443"/>
                  </a:lnTo>
                  <a:lnTo>
                    <a:pt x="1239166" y="602107"/>
                  </a:lnTo>
                  <a:lnTo>
                    <a:pt x="1246790" y="599374"/>
                  </a:lnTo>
                  <a:lnTo>
                    <a:pt x="1249235" y="604552"/>
                  </a:lnTo>
                  <a:lnTo>
                    <a:pt x="1246790" y="606997"/>
                  </a:lnTo>
                  <a:lnTo>
                    <a:pt x="1244344" y="609443"/>
                  </a:lnTo>
                  <a:lnTo>
                    <a:pt x="1241899" y="609443"/>
                  </a:lnTo>
                  <a:lnTo>
                    <a:pt x="1239166" y="609443"/>
                  </a:lnTo>
                  <a:lnTo>
                    <a:pt x="1234132" y="617210"/>
                  </a:lnTo>
                  <a:lnTo>
                    <a:pt x="1226509" y="622388"/>
                  </a:lnTo>
                  <a:lnTo>
                    <a:pt x="1224063" y="624833"/>
                  </a:lnTo>
                  <a:lnTo>
                    <a:pt x="1221474" y="629868"/>
                  </a:lnTo>
                  <a:lnTo>
                    <a:pt x="1224063" y="637491"/>
                  </a:lnTo>
                  <a:lnTo>
                    <a:pt x="1224063" y="640080"/>
                  </a:lnTo>
                  <a:lnTo>
                    <a:pt x="1226509" y="642669"/>
                  </a:lnTo>
                  <a:lnTo>
                    <a:pt x="1226509" y="640080"/>
                  </a:lnTo>
                  <a:lnTo>
                    <a:pt x="1226509" y="629868"/>
                  </a:lnTo>
                  <a:lnTo>
                    <a:pt x="1226509" y="627422"/>
                  </a:lnTo>
                  <a:lnTo>
                    <a:pt x="1241899" y="612175"/>
                  </a:lnTo>
                  <a:lnTo>
                    <a:pt x="1249235" y="609443"/>
                  </a:lnTo>
                  <a:lnTo>
                    <a:pt x="1251968" y="602107"/>
                  </a:lnTo>
                  <a:lnTo>
                    <a:pt x="1254557" y="604552"/>
                  </a:lnTo>
                  <a:lnTo>
                    <a:pt x="1254557" y="602107"/>
                  </a:lnTo>
                  <a:lnTo>
                    <a:pt x="1257002" y="602107"/>
                  </a:lnTo>
                  <a:lnTo>
                    <a:pt x="1259448" y="602107"/>
                  </a:lnTo>
                  <a:lnTo>
                    <a:pt x="1264626" y="599374"/>
                  </a:lnTo>
                  <a:lnTo>
                    <a:pt x="1264626" y="596929"/>
                  </a:lnTo>
                  <a:lnTo>
                    <a:pt x="1267215" y="596929"/>
                  </a:lnTo>
                  <a:lnTo>
                    <a:pt x="1269660" y="594339"/>
                  </a:lnTo>
                  <a:lnTo>
                    <a:pt x="1272393" y="596929"/>
                  </a:lnTo>
                  <a:lnTo>
                    <a:pt x="1274838" y="602107"/>
                  </a:lnTo>
                  <a:lnTo>
                    <a:pt x="1274838" y="604552"/>
                  </a:lnTo>
                  <a:lnTo>
                    <a:pt x="1274838" y="612175"/>
                  </a:lnTo>
                  <a:lnTo>
                    <a:pt x="1272393" y="614764"/>
                  </a:lnTo>
                  <a:lnTo>
                    <a:pt x="1269660" y="619655"/>
                  </a:lnTo>
                  <a:lnTo>
                    <a:pt x="1274838" y="614764"/>
                  </a:lnTo>
                  <a:lnTo>
                    <a:pt x="1277283" y="609443"/>
                  </a:lnTo>
                  <a:lnTo>
                    <a:pt x="1277283" y="606997"/>
                  </a:lnTo>
                  <a:lnTo>
                    <a:pt x="1277283" y="602107"/>
                  </a:lnTo>
                  <a:lnTo>
                    <a:pt x="1277283" y="599374"/>
                  </a:lnTo>
                  <a:lnTo>
                    <a:pt x="1274838" y="596929"/>
                  </a:lnTo>
                  <a:lnTo>
                    <a:pt x="1277283" y="584271"/>
                  </a:lnTo>
                  <a:lnTo>
                    <a:pt x="1277283" y="581682"/>
                  </a:lnTo>
                  <a:lnTo>
                    <a:pt x="1279729" y="581682"/>
                  </a:lnTo>
                  <a:lnTo>
                    <a:pt x="1279729" y="578949"/>
                  </a:lnTo>
                  <a:lnTo>
                    <a:pt x="1279729" y="576504"/>
                  </a:lnTo>
                  <a:lnTo>
                    <a:pt x="1285051" y="576504"/>
                  </a:lnTo>
                  <a:lnTo>
                    <a:pt x="1289941" y="581682"/>
                  </a:lnTo>
                  <a:lnTo>
                    <a:pt x="1295119" y="586716"/>
                  </a:lnTo>
                  <a:lnTo>
                    <a:pt x="1295119" y="589161"/>
                  </a:lnTo>
                  <a:lnTo>
                    <a:pt x="1295119" y="594339"/>
                  </a:lnTo>
                  <a:lnTo>
                    <a:pt x="1292674" y="596929"/>
                  </a:lnTo>
                  <a:lnTo>
                    <a:pt x="1287496" y="599374"/>
                  </a:lnTo>
                  <a:lnTo>
                    <a:pt x="1285051" y="604552"/>
                  </a:lnTo>
                  <a:lnTo>
                    <a:pt x="1287496" y="609443"/>
                  </a:lnTo>
                  <a:lnTo>
                    <a:pt x="1292674" y="614764"/>
                  </a:lnTo>
                  <a:lnTo>
                    <a:pt x="1295119" y="619655"/>
                  </a:lnTo>
                  <a:lnTo>
                    <a:pt x="1295119" y="622388"/>
                  </a:lnTo>
                  <a:lnTo>
                    <a:pt x="1289941" y="624833"/>
                  </a:lnTo>
                  <a:lnTo>
                    <a:pt x="1285051" y="629868"/>
                  </a:lnTo>
                  <a:lnTo>
                    <a:pt x="1282461" y="632600"/>
                  </a:lnTo>
                  <a:lnTo>
                    <a:pt x="1282461" y="635046"/>
                  </a:lnTo>
                  <a:lnTo>
                    <a:pt x="1285051" y="640080"/>
                  </a:lnTo>
                  <a:lnTo>
                    <a:pt x="1279729" y="645258"/>
                  </a:lnTo>
                  <a:lnTo>
                    <a:pt x="1277283" y="647704"/>
                  </a:lnTo>
                  <a:lnTo>
                    <a:pt x="1279729" y="647704"/>
                  </a:lnTo>
                  <a:lnTo>
                    <a:pt x="1282461" y="645258"/>
                  </a:lnTo>
                  <a:lnTo>
                    <a:pt x="1287496" y="642669"/>
                  </a:lnTo>
                  <a:lnTo>
                    <a:pt x="1287496" y="640080"/>
                  </a:lnTo>
                  <a:lnTo>
                    <a:pt x="1285051" y="635046"/>
                  </a:lnTo>
                  <a:lnTo>
                    <a:pt x="1287496" y="632600"/>
                  </a:lnTo>
                  <a:lnTo>
                    <a:pt x="1292674" y="640080"/>
                  </a:lnTo>
                  <a:lnTo>
                    <a:pt x="1295119" y="640080"/>
                  </a:lnTo>
                  <a:lnTo>
                    <a:pt x="1295119" y="637491"/>
                  </a:lnTo>
                  <a:lnTo>
                    <a:pt x="1292674" y="632600"/>
                  </a:lnTo>
                  <a:lnTo>
                    <a:pt x="1295119" y="629868"/>
                  </a:lnTo>
                  <a:lnTo>
                    <a:pt x="1297709" y="627422"/>
                  </a:lnTo>
                  <a:lnTo>
                    <a:pt x="1297709" y="622388"/>
                  </a:lnTo>
                  <a:lnTo>
                    <a:pt x="1300154" y="622388"/>
                  </a:lnTo>
                  <a:lnTo>
                    <a:pt x="1302887" y="622388"/>
                  </a:lnTo>
                  <a:lnTo>
                    <a:pt x="1305332" y="619655"/>
                  </a:lnTo>
                  <a:lnTo>
                    <a:pt x="1305332" y="617210"/>
                  </a:lnTo>
                  <a:lnTo>
                    <a:pt x="1307777" y="614764"/>
                  </a:lnTo>
                  <a:lnTo>
                    <a:pt x="1310366" y="614764"/>
                  </a:lnTo>
                  <a:lnTo>
                    <a:pt x="1312811" y="617210"/>
                  </a:lnTo>
                  <a:lnTo>
                    <a:pt x="1312811" y="619655"/>
                  </a:lnTo>
                  <a:lnTo>
                    <a:pt x="1312811" y="622388"/>
                  </a:lnTo>
                  <a:lnTo>
                    <a:pt x="1315544" y="622388"/>
                  </a:lnTo>
                  <a:lnTo>
                    <a:pt x="1315544" y="624833"/>
                  </a:lnTo>
                  <a:lnTo>
                    <a:pt x="1317989" y="627422"/>
                  </a:lnTo>
                  <a:lnTo>
                    <a:pt x="1317989" y="629868"/>
                  </a:lnTo>
                  <a:lnTo>
                    <a:pt x="1317989" y="632600"/>
                  </a:lnTo>
                  <a:lnTo>
                    <a:pt x="1320435" y="640080"/>
                  </a:lnTo>
                  <a:lnTo>
                    <a:pt x="1320435" y="642669"/>
                  </a:lnTo>
                  <a:lnTo>
                    <a:pt x="1322880" y="645258"/>
                  </a:lnTo>
                  <a:lnTo>
                    <a:pt x="1322880" y="642669"/>
                  </a:lnTo>
                  <a:lnTo>
                    <a:pt x="1322880" y="640080"/>
                  </a:lnTo>
                  <a:lnTo>
                    <a:pt x="1322880" y="635046"/>
                  </a:lnTo>
                  <a:lnTo>
                    <a:pt x="1322880" y="632600"/>
                  </a:lnTo>
                  <a:lnTo>
                    <a:pt x="1322880" y="629868"/>
                  </a:lnTo>
                  <a:lnTo>
                    <a:pt x="1320435" y="627422"/>
                  </a:lnTo>
                  <a:lnTo>
                    <a:pt x="1317989" y="619655"/>
                  </a:lnTo>
                  <a:lnTo>
                    <a:pt x="1315544" y="617210"/>
                  </a:lnTo>
                  <a:lnTo>
                    <a:pt x="1317989" y="614764"/>
                  </a:lnTo>
                  <a:lnTo>
                    <a:pt x="1322880" y="612175"/>
                  </a:lnTo>
                  <a:lnTo>
                    <a:pt x="1325613" y="612175"/>
                  </a:lnTo>
                  <a:lnTo>
                    <a:pt x="1328202" y="614764"/>
                  </a:lnTo>
                  <a:lnTo>
                    <a:pt x="1330647" y="619655"/>
                  </a:lnTo>
                  <a:lnTo>
                    <a:pt x="1335826" y="622388"/>
                  </a:lnTo>
                  <a:lnTo>
                    <a:pt x="1335826" y="619655"/>
                  </a:lnTo>
                  <a:lnTo>
                    <a:pt x="1333093" y="617210"/>
                  </a:lnTo>
                  <a:lnTo>
                    <a:pt x="1333093" y="614764"/>
                  </a:lnTo>
                  <a:lnTo>
                    <a:pt x="1330647" y="612175"/>
                  </a:lnTo>
                  <a:lnTo>
                    <a:pt x="1333093" y="612175"/>
                  </a:lnTo>
                  <a:lnTo>
                    <a:pt x="1335826" y="606997"/>
                  </a:lnTo>
                  <a:lnTo>
                    <a:pt x="1338271" y="606997"/>
                  </a:lnTo>
                  <a:lnTo>
                    <a:pt x="1335826" y="602107"/>
                  </a:lnTo>
                  <a:lnTo>
                    <a:pt x="1333093" y="599374"/>
                  </a:lnTo>
                  <a:lnTo>
                    <a:pt x="1333093" y="596929"/>
                  </a:lnTo>
                  <a:lnTo>
                    <a:pt x="1333094" y="596929"/>
                  </a:lnTo>
                  <a:lnTo>
                    <a:pt x="1335826" y="596929"/>
                  </a:lnTo>
                  <a:lnTo>
                    <a:pt x="1335826" y="594339"/>
                  </a:lnTo>
                  <a:lnTo>
                    <a:pt x="1340860" y="589161"/>
                  </a:lnTo>
                  <a:lnTo>
                    <a:pt x="1343305" y="589161"/>
                  </a:lnTo>
                  <a:lnTo>
                    <a:pt x="1346038" y="589161"/>
                  </a:lnTo>
                  <a:lnTo>
                    <a:pt x="1346038" y="591894"/>
                  </a:lnTo>
                  <a:lnTo>
                    <a:pt x="1346038" y="594339"/>
                  </a:lnTo>
                  <a:lnTo>
                    <a:pt x="1346038" y="599374"/>
                  </a:lnTo>
                  <a:lnTo>
                    <a:pt x="1346038" y="604552"/>
                  </a:lnTo>
                  <a:lnTo>
                    <a:pt x="1346038" y="606997"/>
                  </a:lnTo>
                  <a:lnTo>
                    <a:pt x="1348483" y="609443"/>
                  </a:lnTo>
                  <a:lnTo>
                    <a:pt x="1348483" y="606997"/>
                  </a:lnTo>
                  <a:lnTo>
                    <a:pt x="1350928" y="602107"/>
                  </a:lnTo>
                  <a:lnTo>
                    <a:pt x="1350928" y="599374"/>
                  </a:lnTo>
                  <a:lnTo>
                    <a:pt x="1350928" y="596929"/>
                  </a:lnTo>
                  <a:lnTo>
                    <a:pt x="1353517" y="596929"/>
                  </a:lnTo>
                  <a:lnTo>
                    <a:pt x="1356107" y="594339"/>
                  </a:lnTo>
                  <a:lnTo>
                    <a:pt x="1356107" y="596929"/>
                  </a:lnTo>
                  <a:lnTo>
                    <a:pt x="1356107" y="599374"/>
                  </a:lnTo>
                  <a:lnTo>
                    <a:pt x="1358696" y="599374"/>
                  </a:lnTo>
                  <a:lnTo>
                    <a:pt x="1358696" y="596929"/>
                  </a:lnTo>
                  <a:lnTo>
                    <a:pt x="1361141" y="596929"/>
                  </a:lnTo>
                  <a:lnTo>
                    <a:pt x="1363586" y="596929"/>
                  </a:lnTo>
                  <a:lnTo>
                    <a:pt x="1363586" y="599374"/>
                  </a:lnTo>
                  <a:lnTo>
                    <a:pt x="1363586" y="602107"/>
                  </a:lnTo>
                  <a:lnTo>
                    <a:pt x="1363586" y="604552"/>
                  </a:lnTo>
                  <a:lnTo>
                    <a:pt x="1361141" y="604552"/>
                  </a:lnTo>
                  <a:lnTo>
                    <a:pt x="1363586" y="606997"/>
                  </a:lnTo>
                  <a:lnTo>
                    <a:pt x="1366319" y="604552"/>
                  </a:lnTo>
                  <a:lnTo>
                    <a:pt x="1371354" y="602107"/>
                  </a:lnTo>
                  <a:lnTo>
                    <a:pt x="1371354" y="606997"/>
                  </a:lnTo>
                  <a:lnTo>
                    <a:pt x="1368764" y="609443"/>
                  </a:lnTo>
                  <a:lnTo>
                    <a:pt x="1368764" y="612175"/>
                  </a:lnTo>
                  <a:lnTo>
                    <a:pt x="1371354" y="612175"/>
                  </a:lnTo>
                  <a:lnTo>
                    <a:pt x="1371354" y="609443"/>
                  </a:lnTo>
                  <a:lnTo>
                    <a:pt x="1373799" y="609443"/>
                  </a:lnTo>
                  <a:lnTo>
                    <a:pt x="1376532" y="609443"/>
                  </a:lnTo>
                  <a:lnTo>
                    <a:pt x="1378977" y="609443"/>
                  </a:lnTo>
                  <a:lnTo>
                    <a:pt x="1381422" y="609443"/>
                  </a:lnTo>
                  <a:lnTo>
                    <a:pt x="1381422" y="614764"/>
                  </a:lnTo>
                  <a:lnTo>
                    <a:pt x="1384012" y="614764"/>
                  </a:lnTo>
                  <a:lnTo>
                    <a:pt x="1386457" y="614764"/>
                  </a:lnTo>
                  <a:lnTo>
                    <a:pt x="1394080" y="619655"/>
                  </a:lnTo>
                  <a:lnTo>
                    <a:pt x="1396525" y="622388"/>
                  </a:lnTo>
                  <a:lnTo>
                    <a:pt x="1396525" y="624833"/>
                  </a:lnTo>
                  <a:lnTo>
                    <a:pt x="1396525" y="627422"/>
                  </a:lnTo>
                  <a:lnTo>
                    <a:pt x="1396525" y="629868"/>
                  </a:lnTo>
                  <a:lnTo>
                    <a:pt x="1396525" y="632600"/>
                  </a:lnTo>
                  <a:lnTo>
                    <a:pt x="1391635" y="635046"/>
                  </a:lnTo>
                  <a:lnTo>
                    <a:pt x="1394080" y="637491"/>
                  </a:lnTo>
                  <a:lnTo>
                    <a:pt x="1389189" y="640080"/>
                  </a:lnTo>
                  <a:lnTo>
                    <a:pt x="1386457" y="640080"/>
                  </a:lnTo>
                  <a:lnTo>
                    <a:pt x="1378977" y="632600"/>
                  </a:lnTo>
                  <a:lnTo>
                    <a:pt x="1373799" y="632600"/>
                  </a:lnTo>
                  <a:lnTo>
                    <a:pt x="1368764" y="632600"/>
                  </a:lnTo>
                  <a:lnTo>
                    <a:pt x="1361141" y="629868"/>
                  </a:lnTo>
                  <a:lnTo>
                    <a:pt x="1363586" y="632600"/>
                  </a:lnTo>
                  <a:lnTo>
                    <a:pt x="1363586" y="635046"/>
                  </a:lnTo>
                  <a:lnTo>
                    <a:pt x="1371354" y="635046"/>
                  </a:lnTo>
                  <a:lnTo>
                    <a:pt x="1378977" y="637491"/>
                  </a:lnTo>
                  <a:lnTo>
                    <a:pt x="1384012" y="642669"/>
                  </a:lnTo>
                  <a:lnTo>
                    <a:pt x="1389189" y="645258"/>
                  </a:lnTo>
                  <a:lnTo>
                    <a:pt x="1391635" y="647704"/>
                  </a:lnTo>
                  <a:lnTo>
                    <a:pt x="1391635" y="650149"/>
                  </a:lnTo>
                  <a:lnTo>
                    <a:pt x="1384012" y="655327"/>
                  </a:lnTo>
                  <a:lnTo>
                    <a:pt x="1381422" y="655327"/>
                  </a:lnTo>
                  <a:lnTo>
                    <a:pt x="1378977" y="657916"/>
                  </a:lnTo>
                  <a:lnTo>
                    <a:pt x="1376532" y="660361"/>
                  </a:lnTo>
                  <a:lnTo>
                    <a:pt x="1376532" y="663094"/>
                  </a:lnTo>
                  <a:lnTo>
                    <a:pt x="1378977" y="660361"/>
                  </a:lnTo>
                  <a:lnTo>
                    <a:pt x="1381422" y="657916"/>
                  </a:lnTo>
                  <a:lnTo>
                    <a:pt x="1384012" y="657916"/>
                  </a:lnTo>
                  <a:lnTo>
                    <a:pt x="1386457" y="657916"/>
                  </a:lnTo>
                  <a:lnTo>
                    <a:pt x="1389189" y="657916"/>
                  </a:lnTo>
                  <a:lnTo>
                    <a:pt x="1391635" y="652882"/>
                  </a:lnTo>
                  <a:lnTo>
                    <a:pt x="1396525" y="655327"/>
                  </a:lnTo>
                  <a:lnTo>
                    <a:pt x="1399258" y="655327"/>
                  </a:lnTo>
                  <a:lnTo>
                    <a:pt x="1399258" y="657916"/>
                  </a:lnTo>
                  <a:lnTo>
                    <a:pt x="1399258" y="660361"/>
                  </a:lnTo>
                  <a:lnTo>
                    <a:pt x="1399258" y="663094"/>
                  </a:lnTo>
                  <a:lnTo>
                    <a:pt x="1396525" y="660361"/>
                  </a:lnTo>
                  <a:lnTo>
                    <a:pt x="1394080" y="665539"/>
                  </a:lnTo>
                  <a:lnTo>
                    <a:pt x="1391635" y="665539"/>
                  </a:lnTo>
                  <a:lnTo>
                    <a:pt x="1389189" y="667985"/>
                  </a:lnTo>
                  <a:lnTo>
                    <a:pt x="1386457" y="670574"/>
                  </a:lnTo>
                  <a:lnTo>
                    <a:pt x="1384012" y="675752"/>
                  </a:lnTo>
                  <a:lnTo>
                    <a:pt x="1381422" y="675752"/>
                  </a:lnTo>
                  <a:lnTo>
                    <a:pt x="1378977" y="675752"/>
                  </a:lnTo>
                  <a:lnTo>
                    <a:pt x="1376532" y="673019"/>
                  </a:lnTo>
                  <a:lnTo>
                    <a:pt x="1373799" y="675752"/>
                  </a:lnTo>
                  <a:lnTo>
                    <a:pt x="1371354" y="675752"/>
                  </a:lnTo>
                  <a:lnTo>
                    <a:pt x="1368764" y="675752"/>
                  </a:lnTo>
                  <a:lnTo>
                    <a:pt x="1366319" y="670574"/>
                  </a:lnTo>
                  <a:lnTo>
                    <a:pt x="1363586" y="665539"/>
                  </a:lnTo>
                  <a:lnTo>
                    <a:pt x="1356107" y="667985"/>
                  </a:lnTo>
                  <a:lnTo>
                    <a:pt x="1348483" y="670574"/>
                  </a:lnTo>
                  <a:lnTo>
                    <a:pt x="1346038" y="670574"/>
                  </a:lnTo>
                  <a:lnTo>
                    <a:pt x="1348483" y="673019"/>
                  </a:lnTo>
                  <a:lnTo>
                    <a:pt x="1350928" y="673019"/>
                  </a:lnTo>
                  <a:lnTo>
                    <a:pt x="1353517" y="673019"/>
                  </a:lnTo>
                  <a:lnTo>
                    <a:pt x="1353517" y="675752"/>
                  </a:lnTo>
                  <a:lnTo>
                    <a:pt x="1363586" y="680642"/>
                  </a:lnTo>
                  <a:lnTo>
                    <a:pt x="1363586" y="683232"/>
                  </a:lnTo>
                  <a:lnTo>
                    <a:pt x="1361141" y="685821"/>
                  </a:lnTo>
                  <a:lnTo>
                    <a:pt x="1356107" y="690855"/>
                  </a:lnTo>
                  <a:lnTo>
                    <a:pt x="1353517" y="696033"/>
                  </a:lnTo>
                  <a:lnTo>
                    <a:pt x="1350928" y="698478"/>
                  </a:lnTo>
                  <a:lnTo>
                    <a:pt x="1353517" y="698478"/>
                  </a:lnTo>
                  <a:lnTo>
                    <a:pt x="1361141" y="693300"/>
                  </a:lnTo>
                  <a:lnTo>
                    <a:pt x="1363586" y="696033"/>
                  </a:lnTo>
                  <a:lnTo>
                    <a:pt x="1368764" y="693300"/>
                  </a:lnTo>
                  <a:lnTo>
                    <a:pt x="1366319" y="696033"/>
                  </a:lnTo>
                  <a:lnTo>
                    <a:pt x="1366319" y="698478"/>
                  </a:lnTo>
                  <a:lnTo>
                    <a:pt x="1371354" y="696033"/>
                  </a:lnTo>
                  <a:lnTo>
                    <a:pt x="1376532" y="696033"/>
                  </a:lnTo>
                  <a:lnTo>
                    <a:pt x="1378977" y="693300"/>
                  </a:lnTo>
                  <a:lnTo>
                    <a:pt x="1381422" y="696033"/>
                  </a:lnTo>
                  <a:lnTo>
                    <a:pt x="1378977" y="696033"/>
                  </a:lnTo>
                  <a:lnTo>
                    <a:pt x="1378977" y="698478"/>
                  </a:lnTo>
                  <a:lnTo>
                    <a:pt x="1378977" y="701067"/>
                  </a:lnTo>
                  <a:lnTo>
                    <a:pt x="1381422" y="701067"/>
                  </a:lnTo>
                  <a:lnTo>
                    <a:pt x="1384012" y="701067"/>
                  </a:lnTo>
                  <a:lnTo>
                    <a:pt x="1384012" y="698478"/>
                  </a:lnTo>
                  <a:lnTo>
                    <a:pt x="1386457" y="698478"/>
                  </a:lnTo>
                  <a:lnTo>
                    <a:pt x="1386457" y="701067"/>
                  </a:lnTo>
                  <a:lnTo>
                    <a:pt x="1386457" y="703513"/>
                  </a:lnTo>
                  <a:lnTo>
                    <a:pt x="1389189" y="706246"/>
                  </a:lnTo>
                  <a:lnTo>
                    <a:pt x="1391635" y="703513"/>
                  </a:lnTo>
                  <a:lnTo>
                    <a:pt x="1394080" y="703513"/>
                  </a:lnTo>
                  <a:lnTo>
                    <a:pt x="1394080" y="706246"/>
                  </a:lnTo>
                  <a:lnTo>
                    <a:pt x="1391635" y="706246"/>
                  </a:lnTo>
                  <a:lnTo>
                    <a:pt x="1391635" y="708691"/>
                  </a:lnTo>
                  <a:lnTo>
                    <a:pt x="1389189" y="708691"/>
                  </a:lnTo>
                  <a:lnTo>
                    <a:pt x="1386457" y="711136"/>
                  </a:lnTo>
                  <a:lnTo>
                    <a:pt x="1384012" y="711136"/>
                  </a:lnTo>
                  <a:lnTo>
                    <a:pt x="1381422" y="716458"/>
                  </a:lnTo>
                  <a:lnTo>
                    <a:pt x="1378977" y="718903"/>
                  </a:lnTo>
                  <a:lnTo>
                    <a:pt x="1376532" y="716458"/>
                  </a:lnTo>
                  <a:lnTo>
                    <a:pt x="1368764" y="713725"/>
                  </a:lnTo>
                  <a:lnTo>
                    <a:pt x="1356107" y="718903"/>
                  </a:lnTo>
                  <a:lnTo>
                    <a:pt x="1353517" y="716458"/>
                  </a:lnTo>
                  <a:lnTo>
                    <a:pt x="1350928" y="716458"/>
                  </a:lnTo>
                  <a:lnTo>
                    <a:pt x="1348483" y="711136"/>
                  </a:lnTo>
                  <a:lnTo>
                    <a:pt x="1348483" y="713725"/>
                  </a:lnTo>
                  <a:lnTo>
                    <a:pt x="1350928" y="718903"/>
                  </a:lnTo>
                  <a:lnTo>
                    <a:pt x="1356107" y="721349"/>
                  </a:lnTo>
                  <a:lnTo>
                    <a:pt x="1361141" y="718903"/>
                  </a:lnTo>
                  <a:lnTo>
                    <a:pt x="1363586" y="718903"/>
                  </a:lnTo>
                  <a:lnTo>
                    <a:pt x="1366319" y="718903"/>
                  </a:lnTo>
                  <a:lnTo>
                    <a:pt x="1368764" y="718903"/>
                  </a:lnTo>
                  <a:lnTo>
                    <a:pt x="1371354" y="718903"/>
                  </a:lnTo>
                  <a:lnTo>
                    <a:pt x="1376532" y="718903"/>
                  </a:lnTo>
                  <a:lnTo>
                    <a:pt x="1376532" y="721349"/>
                  </a:lnTo>
                  <a:lnTo>
                    <a:pt x="1378977" y="721349"/>
                  </a:lnTo>
                  <a:lnTo>
                    <a:pt x="1376532" y="726527"/>
                  </a:lnTo>
                  <a:lnTo>
                    <a:pt x="1378977" y="728972"/>
                  </a:lnTo>
                  <a:lnTo>
                    <a:pt x="1378977" y="726527"/>
                  </a:lnTo>
                  <a:lnTo>
                    <a:pt x="1381422" y="726527"/>
                  </a:lnTo>
                  <a:lnTo>
                    <a:pt x="1381422" y="728972"/>
                  </a:lnTo>
                  <a:lnTo>
                    <a:pt x="1381422" y="731561"/>
                  </a:lnTo>
                  <a:lnTo>
                    <a:pt x="1384012" y="731561"/>
                  </a:lnTo>
                  <a:lnTo>
                    <a:pt x="1384012" y="734006"/>
                  </a:lnTo>
                  <a:lnTo>
                    <a:pt x="1386457" y="734006"/>
                  </a:lnTo>
                  <a:lnTo>
                    <a:pt x="1389189" y="734006"/>
                  </a:lnTo>
                  <a:lnTo>
                    <a:pt x="1389189" y="736739"/>
                  </a:lnTo>
                  <a:lnTo>
                    <a:pt x="1386457" y="736739"/>
                  </a:lnTo>
                  <a:lnTo>
                    <a:pt x="1384012" y="739185"/>
                  </a:lnTo>
                  <a:lnTo>
                    <a:pt x="1381422" y="739185"/>
                  </a:lnTo>
                  <a:lnTo>
                    <a:pt x="1378977" y="741630"/>
                  </a:lnTo>
                  <a:lnTo>
                    <a:pt x="1378977" y="739185"/>
                  </a:lnTo>
                  <a:lnTo>
                    <a:pt x="1376532" y="739185"/>
                  </a:lnTo>
                  <a:lnTo>
                    <a:pt x="1376532" y="741630"/>
                  </a:lnTo>
                  <a:lnTo>
                    <a:pt x="1373799" y="741630"/>
                  </a:lnTo>
                  <a:lnTo>
                    <a:pt x="1371354" y="741630"/>
                  </a:lnTo>
                  <a:lnTo>
                    <a:pt x="1368764" y="741630"/>
                  </a:lnTo>
                  <a:lnTo>
                    <a:pt x="1373799" y="744219"/>
                  </a:lnTo>
                  <a:lnTo>
                    <a:pt x="1376532" y="746952"/>
                  </a:lnTo>
                  <a:lnTo>
                    <a:pt x="1378977" y="746952"/>
                  </a:lnTo>
                  <a:lnTo>
                    <a:pt x="1378977" y="751842"/>
                  </a:lnTo>
                  <a:lnTo>
                    <a:pt x="1376532" y="751842"/>
                  </a:lnTo>
                  <a:lnTo>
                    <a:pt x="1373799" y="751842"/>
                  </a:lnTo>
                  <a:lnTo>
                    <a:pt x="1371354" y="749397"/>
                  </a:lnTo>
                  <a:lnTo>
                    <a:pt x="1368764" y="749397"/>
                  </a:lnTo>
                  <a:lnTo>
                    <a:pt x="1368764" y="751842"/>
                  </a:lnTo>
                  <a:lnTo>
                    <a:pt x="1366319" y="751842"/>
                  </a:lnTo>
                  <a:lnTo>
                    <a:pt x="1366319" y="754288"/>
                  </a:lnTo>
                  <a:lnTo>
                    <a:pt x="1368764" y="754288"/>
                  </a:lnTo>
                  <a:lnTo>
                    <a:pt x="1371354" y="754288"/>
                  </a:lnTo>
                  <a:lnTo>
                    <a:pt x="1373799" y="754288"/>
                  </a:lnTo>
                  <a:lnTo>
                    <a:pt x="1376532" y="754288"/>
                  </a:lnTo>
                  <a:lnTo>
                    <a:pt x="1378977" y="756877"/>
                  </a:lnTo>
                  <a:lnTo>
                    <a:pt x="1381422" y="762055"/>
                  </a:lnTo>
                  <a:lnTo>
                    <a:pt x="1381422" y="764500"/>
                  </a:lnTo>
                  <a:lnTo>
                    <a:pt x="1381422" y="766945"/>
                  </a:lnTo>
                  <a:lnTo>
                    <a:pt x="1378977" y="762055"/>
                  </a:lnTo>
                  <a:lnTo>
                    <a:pt x="1378977" y="764500"/>
                  </a:lnTo>
                  <a:lnTo>
                    <a:pt x="1376532" y="764500"/>
                  </a:lnTo>
                  <a:lnTo>
                    <a:pt x="1378977" y="766945"/>
                  </a:lnTo>
                  <a:lnTo>
                    <a:pt x="1373799" y="766945"/>
                  </a:lnTo>
                  <a:lnTo>
                    <a:pt x="1371354" y="766945"/>
                  </a:lnTo>
                  <a:lnTo>
                    <a:pt x="1368764" y="764500"/>
                  </a:lnTo>
                  <a:lnTo>
                    <a:pt x="1368764" y="766945"/>
                  </a:lnTo>
                  <a:lnTo>
                    <a:pt x="1368764" y="769678"/>
                  </a:lnTo>
                  <a:lnTo>
                    <a:pt x="1368764" y="772124"/>
                  </a:lnTo>
                  <a:lnTo>
                    <a:pt x="1366319" y="772124"/>
                  </a:lnTo>
                  <a:lnTo>
                    <a:pt x="1363586" y="772124"/>
                  </a:lnTo>
                  <a:lnTo>
                    <a:pt x="1361141" y="769678"/>
                  </a:lnTo>
                  <a:lnTo>
                    <a:pt x="1358696" y="769678"/>
                  </a:lnTo>
                  <a:lnTo>
                    <a:pt x="1353517" y="769678"/>
                  </a:lnTo>
                  <a:lnTo>
                    <a:pt x="1353517" y="772124"/>
                  </a:lnTo>
                  <a:lnTo>
                    <a:pt x="1350928" y="766945"/>
                  </a:lnTo>
                  <a:lnTo>
                    <a:pt x="1343305" y="764500"/>
                  </a:lnTo>
                  <a:lnTo>
                    <a:pt x="1343305" y="759610"/>
                  </a:lnTo>
                  <a:lnTo>
                    <a:pt x="1340860" y="759610"/>
                  </a:lnTo>
                  <a:lnTo>
                    <a:pt x="1330647" y="746952"/>
                  </a:lnTo>
                  <a:lnTo>
                    <a:pt x="1330647" y="744219"/>
                  </a:lnTo>
                  <a:lnTo>
                    <a:pt x="1328202" y="744219"/>
                  </a:lnTo>
                  <a:lnTo>
                    <a:pt x="1328202" y="746952"/>
                  </a:lnTo>
                  <a:lnTo>
                    <a:pt x="1328202" y="749397"/>
                  </a:lnTo>
                  <a:lnTo>
                    <a:pt x="1330647" y="749397"/>
                  </a:lnTo>
                  <a:lnTo>
                    <a:pt x="1330647" y="751842"/>
                  </a:lnTo>
                  <a:lnTo>
                    <a:pt x="1333093" y="754288"/>
                  </a:lnTo>
                  <a:lnTo>
                    <a:pt x="1338271" y="756877"/>
                  </a:lnTo>
                  <a:lnTo>
                    <a:pt x="1338271" y="762055"/>
                  </a:lnTo>
                  <a:lnTo>
                    <a:pt x="1343305" y="766945"/>
                  </a:lnTo>
                  <a:lnTo>
                    <a:pt x="1343305" y="769678"/>
                  </a:lnTo>
                  <a:lnTo>
                    <a:pt x="1346038" y="769678"/>
                  </a:lnTo>
                  <a:lnTo>
                    <a:pt x="1343305" y="772124"/>
                  </a:lnTo>
                  <a:lnTo>
                    <a:pt x="1338271" y="772124"/>
                  </a:lnTo>
                  <a:lnTo>
                    <a:pt x="1335826" y="774713"/>
                  </a:lnTo>
                  <a:lnTo>
                    <a:pt x="1333093" y="777158"/>
                  </a:lnTo>
                  <a:lnTo>
                    <a:pt x="1335826" y="777158"/>
                  </a:lnTo>
                  <a:lnTo>
                    <a:pt x="1338271" y="777158"/>
                  </a:lnTo>
                  <a:lnTo>
                    <a:pt x="1340860" y="777158"/>
                  </a:lnTo>
                  <a:lnTo>
                    <a:pt x="1343305" y="777158"/>
                  </a:lnTo>
                  <a:lnTo>
                    <a:pt x="1346038" y="774713"/>
                  </a:lnTo>
                  <a:lnTo>
                    <a:pt x="1348483" y="777158"/>
                  </a:lnTo>
                  <a:lnTo>
                    <a:pt x="1350928" y="779891"/>
                  </a:lnTo>
                  <a:lnTo>
                    <a:pt x="1350928" y="784781"/>
                  </a:lnTo>
                  <a:lnTo>
                    <a:pt x="1348483" y="787370"/>
                  </a:lnTo>
                  <a:lnTo>
                    <a:pt x="1346038" y="787370"/>
                  </a:lnTo>
                  <a:lnTo>
                    <a:pt x="1340860" y="784781"/>
                  </a:lnTo>
                  <a:lnTo>
                    <a:pt x="1338271" y="782336"/>
                  </a:lnTo>
                  <a:lnTo>
                    <a:pt x="1338271" y="784781"/>
                  </a:lnTo>
                  <a:lnTo>
                    <a:pt x="1340860" y="787370"/>
                  </a:lnTo>
                  <a:lnTo>
                    <a:pt x="1335826" y="787370"/>
                  </a:lnTo>
                  <a:lnTo>
                    <a:pt x="1338271" y="790103"/>
                  </a:lnTo>
                  <a:lnTo>
                    <a:pt x="1343305" y="790103"/>
                  </a:lnTo>
                  <a:lnTo>
                    <a:pt x="1346038" y="794994"/>
                  </a:lnTo>
                  <a:lnTo>
                    <a:pt x="1348483" y="792549"/>
                  </a:lnTo>
                  <a:lnTo>
                    <a:pt x="1353517" y="792549"/>
                  </a:lnTo>
                  <a:lnTo>
                    <a:pt x="1356107" y="792549"/>
                  </a:lnTo>
                  <a:lnTo>
                    <a:pt x="1358696" y="794994"/>
                  </a:lnTo>
                  <a:lnTo>
                    <a:pt x="1356107" y="794994"/>
                  </a:lnTo>
                  <a:lnTo>
                    <a:pt x="1353517" y="797439"/>
                  </a:lnTo>
                  <a:lnTo>
                    <a:pt x="1350928" y="797439"/>
                  </a:lnTo>
                  <a:lnTo>
                    <a:pt x="1350928" y="800172"/>
                  </a:lnTo>
                  <a:lnTo>
                    <a:pt x="1348483" y="797439"/>
                  </a:lnTo>
                  <a:lnTo>
                    <a:pt x="1346038" y="797439"/>
                  </a:lnTo>
                  <a:lnTo>
                    <a:pt x="1343305" y="797439"/>
                  </a:lnTo>
                  <a:lnTo>
                    <a:pt x="1340860" y="800172"/>
                  </a:lnTo>
                  <a:lnTo>
                    <a:pt x="1340860" y="802761"/>
                  </a:lnTo>
                  <a:lnTo>
                    <a:pt x="1343305" y="800172"/>
                  </a:lnTo>
                  <a:lnTo>
                    <a:pt x="1346038" y="802761"/>
                  </a:lnTo>
                  <a:lnTo>
                    <a:pt x="1348483" y="800172"/>
                  </a:lnTo>
                  <a:lnTo>
                    <a:pt x="1348483" y="802761"/>
                  </a:lnTo>
                  <a:lnTo>
                    <a:pt x="1350928" y="802761"/>
                  </a:lnTo>
                  <a:lnTo>
                    <a:pt x="1353517" y="802761"/>
                  </a:lnTo>
                  <a:lnTo>
                    <a:pt x="1356107" y="802761"/>
                  </a:lnTo>
                  <a:lnTo>
                    <a:pt x="1350928" y="805206"/>
                  </a:lnTo>
                  <a:lnTo>
                    <a:pt x="1353517" y="805206"/>
                  </a:lnTo>
                  <a:lnTo>
                    <a:pt x="1353517" y="807652"/>
                  </a:lnTo>
                  <a:lnTo>
                    <a:pt x="1358696" y="810385"/>
                  </a:lnTo>
                  <a:lnTo>
                    <a:pt x="1361141" y="812830"/>
                  </a:lnTo>
                  <a:lnTo>
                    <a:pt x="1358696" y="812830"/>
                  </a:lnTo>
                  <a:lnTo>
                    <a:pt x="1358696" y="815275"/>
                  </a:lnTo>
                  <a:lnTo>
                    <a:pt x="1358696" y="817864"/>
                  </a:lnTo>
                  <a:lnTo>
                    <a:pt x="1363586" y="815275"/>
                  </a:lnTo>
                  <a:lnTo>
                    <a:pt x="1363586" y="817864"/>
                  </a:lnTo>
                  <a:lnTo>
                    <a:pt x="1358696" y="820597"/>
                  </a:lnTo>
                  <a:lnTo>
                    <a:pt x="1363586" y="820597"/>
                  </a:lnTo>
                  <a:lnTo>
                    <a:pt x="1366319" y="820597"/>
                  </a:lnTo>
                  <a:lnTo>
                    <a:pt x="1368764" y="823042"/>
                  </a:lnTo>
                  <a:lnTo>
                    <a:pt x="1368764" y="825488"/>
                  </a:lnTo>
                  <a:lnTo>
                    <a:pt x="1366319" y="823042"/>
                  </a:lnTo>
                  <a:lnTo>
                    <a:pt x="1363586" y="825488"/>
                  </a:lnTo>
                  <a:lnTo>
                    <a:pt x="1361141" y="825488"/>
                  </a:lnTo>
                  <a:lnTo>
                    <a:pt x="1358696" y="825488"/>
                  </a:lnTo>
                  <a:lnTo>
                    <a:pt x="1363586" y="827933"/>
                  </a:lnTo>
                  <a:lnTo>
                    <a:pt x="1361141" y="830666"/>
                  </a:lnTo>
                  <a:lnTo>
                    <a:pt x="1363586" y="830666"/>
                  </a:lnTo>
                  <a:lnTo>
                    <a:pt x="1366319" y="830666"/>
                  </a:lnTo>
                  <a:lnTo>
                    <a:pt x="1366319" y="827933"/>
                  </a:lnTo>
                  <a:lnTo>
                    <a:pt x="1368764" y="827933"/>
                  </a:lnTo>
                  <a:lnTo>
                    <a:pt x="1368764" y="830666"/>
                  </a:lnTo>
                  <a:lnTo>
                    <a:pt x="1366319" y="835700"/>
                  </a:lnTo>
                  <a:lnTo>
                    <a:pt x="1368764" y="835700"/>
                  </a:lnTo>
                  <a:lnTo>
                    <a:pt x="1368764" y="838145"/>
                  </a:lnTo>
                  <a:lnTo>
                    <a:pt x="1371354" y="838145"/>
                  </a:lnTo>
                  <a:lnTo>
                    <a:pt x="1368764" y="840878"/>
                  </a:lnTo>
                  <a:lnTo>
                    <a:pt x="1371354" y="840878"/>
                  </a:lnTo>
                  <a:lnTo>
                    <a:pt x="1371354" y="843323"/>
                  </a:lnTo>
                  <a:lnTo>
                    <a:pt x="1368764" y="843323"/>
                  </a:lnTo>
                  <a:lnTo>
                    <a:pt x="1368764" y="845913"/>
                  </a:lnTo>
                  <a:lnTo>
                    <a:pt x="1371354" y="848358"/>
                  </a:lnTo>
                  <a:lnTo>
                    <a:pt x="1368764" y="848358"/>
                  </a:lnTo>
                  <a:lnTo>
                    <a:pt x="1366319" y="845913"/>
                  </a:lnTo>
                  <a:lnTo>
                    <a:pt x="1366319" y="843323"/>
                  </a:lnTo>
                  <a:lnTo>
                    <a:pt x="1363586" y="843323"/>
                  </a:lnTo>
                  <a:lnTo>
                    <a:pt x="1363586" y="845913"/>
                  </a:lnTo>
                  <a:lnTo>
                    <a:pt x="1363586" y="848358"/>
                  </a:lnTo>
                  <a:lnTo>
                    <a:pt x="1361141" y="848358"/>
                  </a:lnTo>
                  <a:lnTo>
                    <a:pt x="1361141" y="850803"/>
                  </a:lnTo>
                  <a:lnTo>
                    <a:pt x="1361141" y="853536"/>
                  </a:lnTo>
                  <a:lnTo>
                    <a:pt x="1358696" y="853536"/>
                  </a:lnTo>
                  <a:lnTo>
                    <a:pt x="1358696" y="855981"/>
                  </a:lnTo>
                  <a:lnTo>
                    <a:pt x="1353517" y="855981"/>
                  </a:lnTo>
                  <a:lnTo>
                    <a:pt x="1350928" y="853536"/>
                  </a:lnTo>
                  <a:lnTo>
                    <a:pt x="1353517" y="850803"/>
                  </a:lnTo>
                  <a:lnTo>
                    <a:pt x="1348483" y="850803"/>
                  </a:lnTo>
                  <a:lnTo>
                    <a:pt x="1348483" y="845913"/>
                  </a:lnTo>
                  <a:lnTo>
                    <a:pt x="1346038" y="845913"/>
                  </a:lnTo>
                  <a:lnTo>
                    <a:pt x="1346038" y="843323"/>
                  </a:lnTo>
                  <a:lnTo>
                    <a:pt x="1346038" y="840878"/>
                  </a:lnTo>
                  <a:lnTo>
                    <a:pt x="1343305" y="840878"/>
                  </a:lnTo>
                  <a:lnTo>
                    <a:pt x="1343305" y="845913"/>
                  </a:lnTo>
                  <a:lnTo>
                    <a:pt x="1338271" y="845913"/>
                  </a:lnTo>
                  <a:lnTo>
                    <a:pt x="1335826" y="843323"/>
                  </a:lnTo>
                  <a:lnTo>
                    <a:pt x="1335826" y="845913"/>
                  </a:lnTo>
                  <a:lnTo>
                    <a:pt x="1338271" y="850803"/>
                  </a:lnTo>
                  <a:lnTo>
                    <a:pt x="1335826" y="853536"/>
                  </a:lnTo>
                  <a:lnTo>
                    <a:pt x="1330647" y="850803"/>
                  </a:lnTo>
                  <a:lnTo>
                    <a:pt x="1330647" y="848358"/>
                  </a:lnTo>
                  <a:lnTo>
                    <a:pt x="1328202" y="850803"/>
                  </a:lnTo>
                  <a:lnTo>
                    <a:pt x="1325613" y="843323"/>
                  </a:lnTo>
                  <a:lnTo>
                    <a:pt x="1328202" y="840878"/>
                  </a:lnTo>
                  <a:lnTo>
                    <a:pt x="1330647" y="838145"/>
                  </a:lnTo>
                  <a:lnTo>
                    <a:pt x="1333093" y="835700"/>
                  </a:lnTo>
                  <a:lnTo>
                    <a:pt x="1330647" y="835700"/>
                  </a:lnTo>
                  <a:lnTo>
                    <a:pt x="1328202" y="838145"/>
                  </a:lnTo>
                  <a:lnTo>
                    <a:pt x="1322880" y="838145"/>
                  </a:lnTo>
                  <a:lnTo>
                    <a:pt x="1325613" y="845913"/>
                  </a:lnTo>
                  <a:lnTo>
                    <a:pt x="1322880" y="845913"/>
                  </a:lnTo>
                  <a:lnTo>
                    <a:pt x="1320435" y="843323"/>
                  </a:lnTo>
                  <a:lnTo>
                    <a:pt x="1315544" y="838145"/>
                  </a:lnTo>
                  <a:lnTo>
                    <a:pt x="1315544" y="835700"/>
                  </a:lnTo>
                  <a:lnTo>
                    <a:pt x="1315544" y="833255"/>
                  </a:lnTo>
                  <a:lnTo>
                    <a:pt x="1312811" y="833255"/>
                  </a:lnTo>
                  <a:lnTo>
                    <a:pt x="1315544" y="820597"/>
                  </a:lnTo>
                  <a:lnTo>
                    <a:pt x="1315544" y="817864"/>
                  </a:lnTo>
                  <a:lnTo>
                    <a:pt x="1315544" y="815275"/>
                  </a:lnTo>
                  <a:lnTo>
                    <a:pt x="1312811" y="815275"/>
                  </a:lnTo>
                  <a:lnTo>
                    <a:pt x="1312811" y="825488"/>
                  </a:lnTo>
                  <a:lnTo>
                    <a:pt x="1310366" y="825488"/>
                  </a:lnTo>
                  <a:lnTo>
                    <a:pt x="1310366" y="833255"/>
                  </a:lnTo>
                  <a:lnTo>
                    <a:pt x="1312811" y="840878"/>
                  </a:lnTo>
                  <a:lnTo>
                    <a:pt x="1315544" y="843323"/>
                  </a:lnTo>
                  <a:lnTo>
                    <a:pt x="1315544" y="848358"/>
                  </a:lnTo>
                  <a:lnTo>
                    <a:pt x="1312811" y="848358"/>
                  </a:lnTo>
                  <a:lnTo>
                    <a:pt x="1315544" y="853536"/>
                  </a:lnTo>
                  <a:lnTo>
                    <a:pt x="1312811" y="855981"/>
                  </a:lnTo>
                  <a:lnTo>
                    <a:pt x="1312811" y="853536"/>
                  </a:lnTo>
                  <a:lnTo>
                    <a:pt x="1310366" y="853536"/>
                  </a:lnTo>
                  <a:lnTo>
                    <a:pt x="1307777" y="853536"/>
                  </a:lnTo>
                  <a:lnTo>
                    <a:pt x="1307777" y="848358"/>
                  </a:lnTo>
                  <a:lnTo>
                    <a:pt x="1307777" y="845913"/>
                  </a:lnTo>
                  <a:lnTo>
                    <a:pt x="1305332" y="850803"/>
                  </a:lnTo>
                  <a:lnTo>
                    <a:pt x="1302887" y="850803"/>
                  </a:lnTo>
                  <a:lnTo>
                    <a:pt x="1302887" y="845913"/>
                  </a:lnTo>
                  <a:lnTo>
                    <a:pt x="1300154" y="845913"/>
                  </a:lnTo>
                  <a:lnTo>
                    <a:pt x="1305332" y="840878"/>
                  </a:lnTo>
                  <a:lnTo>
                    <a:pt x="1302887" y="840878"/>
                  </a:lnTo>
                  <a:lnTo>
                    <a:pt x="1300154" y="840878"/>
                  </a:lnTo>
                  <a:lnTo>
                    <a:pt x="1300154" y="838145"/>
                  </a:lnTo>
                  <a:lnTo>
                    <a:pt x="1297709" y="845913"/>
                  </a:lnTo>
                  <a:lnTo>
                    <a:pt x="1295119" y="843323"/>
                  </a:lnTo>
                  <a:lnTo>
                    <a:pt x="1292674" y="843323"/>
                  </a:lnTo>
                  <a:lnTo>
                    <a:pt x="1289941" y="843323"/>
                  </a:lnTo>
                  <a:lnTo>
                    <a:pt x="1292674" y="840878"/>
                  </a:lnTo>
                  <a:lnTo>
                    <a:pt x="1289941" y="838145"/>
                  </a:lnTo>
                  <a:lnTo>
                    <a:pt x="1287496" y="838145"/>
                  </a:lnTo>
                  <a:lnTo>
                    <a:pt x="1292674" y="833255"/>
                  </a:lnTo>
                  <a:lnTo>
                    <a:pt x="1292674" y="835700"/>
                  </a:lnTo>
                  <a:lnTo>
                    <a:pt x="1295119" y="835700"/>
                  </a:lnTo>
                  <a:lnTo>
                    <a:pt x="1295119" y="833255"/>
                  </a:lnTo>
                  <a:lnTo>
                    <a:pt x="1297709" y="830666"/>
                  </a:lnTo>
                  <a:lnTo>
                    <a:pt x="1295119" y="830666"/>
                  </a:lnTo>
                  <a:lnTo>
                    <a:pt x="1289941" y="833255"/>
                  </a:lnTo>
                  <a:lnTo>
                    <a:pt x="1287496" y="833255"/>
                  </a:lnTo>
                  <a:lnTo>
                    <a:pt x="1292674" y="827933"/>
                  </a:lnTo>
                  <a:lnTo>
                    <a:pt x="1292674" y="825488"/>
                  </a:lnTo>
                  <a:lnTo>
                    <a:pt x="1295119" y="825488"/>
                  </a:lnTo>
                  <a:lnTo>
                    <a:pt x="1297709" y="820597"/>
                  </a:lnTo>
                  <a:lnTo>
                    <a:pt x="1305332" y="817864"/>
                  </a:lnTo>
                  <a:lnTo>
                    <a:pt x="1305332" y="815275"/>
                  </a:lnTo>
                  <a:lnTo>
                    <a:pt x="1305332" y="812830"/>
                  </a:lnTo>
                  <a:lnTo>
                    <a:pt x="1302887" y="810385"/>
                  </a:lnTo>
                  <a:lnTo>
                    <a:pt x="1302887" y="812830"/>
                  </a:lnTo>
                  <a:lnTo>
                    <a:pt x="1302887" y="815275"/>
                  </a:lnTo>
                  <a:lnTo>
                    <a:pt x="1300154" y="815275"/>
                  </a:lnTo>
                  <a:lnTo>
                    <a:pt x="1295119" y="817864"/>
                  </a:lnTo>
                  <a:lnTo>
                    <a:pt x="1295119" y="815275"/>
                  </a:lnTo>
                  <a:lnTo>
                    <a:pt x="1292674" y="820597"/>
                  </a:lnTo>
                  <a:lnTo>
                    <a:pt x="1287496" y="825488"/>
                  </a:lnTo>
                  <a:lnTo>
                    <a:pt x="1285051" y="825488"/>
                  </a:lnTo>
                  <a:lnTo>
                    <a:pt x="1282461" y="827933"/>
                  </a:lnTo>
                  <a:lnTo>
                    <a:pt x="1279729" y="833255"/>
                  </a:lnTo>
                  <a:lnTo>
                    <a:pt x="1277283" y="833255"/>
                  </a:lnTo>
                  <a:lnTo>
                    <a:pt x="1274838" y="830666"/>
                  </a:lnTo>
                  <a:lnTo>
                    <a:pt x="1274838" y="827933"/>
                  </a:lnTo>
                  <a:lnTo>
                    <a:pt x="1272393" y="827933"/>
                  </a:lnTo>
                  <a:lnTo>
                    <a:pt x="1269660" y="823042"/>
                  </a:lnTo>
                  <a:lnTo>
                    <a:pt x="1269660" y="820597"/>
                  </a:lnTo>
                  <a:lnTo>
                    <a:pt x="1272393" y="820597"/>
                  </a:lnTo>
                  <a:lnTo>
                    <a:pt x="1277283" y="815275"/>
                  </a:lnTo>
                  <a:lnTo>
                    <a:pt x="1277283" y="812830"/>
                  </a:lnTo>
                  <a:lnTo>
                    <a:pt x="1279729" y="810385"/>
                  </a:lnTo>
                  <a:lnTo>
                    <a:pt x="1279729" y="807652"/>
                  </a:lnTo>
                  <a:lnTo>
                    <a:pt x="1279729" y="805206"/>
                  </a:lnTo>
                  <a:lnTo>
                    <a:pt x="1282461" y="805206"/>
                  </a:lnTo>
                  <a:lnTo>
                    <a:pt x="1279729" y="802761"/>
                  </a:lnTo>
                  <a:lnTo>
                    <a:pt x="1277283" y="800172"/>
                  </a:lnTo>
                  <a:lnTo>
                    <a:pt x="1274838" y="810385"/>
                  </a:lnTo>
                  <a:lnTo>
                    <a:pt x="1272393" y="815275"/>
                  </a:lnTo>
                  <a:lnTo>
                    <a:pt x="1269660" y="815275"/>
                  </a:lnTo>
                  <a:lnTo>
                    <a:pt x="1264626" y="815275"/>
                  </a:lnTo>
                  <a:lnTo>
                    <a:pt x="1264626" y="810385"/>
                  </a:lnTo>
                  <a:lnTo>
                    <a:pt x="1262181" y="812830"/>
                  </a:lnTo>
                  <a:lnTo>
                    <a:pt x="1259448" y="817864"/>
                  </a:lnTo>
                  <a:lnTo>
                    <a:pt x="1257002" y="815275"/>
                  </a:lnTo>
                  <a:lnTo>
                    <a:pt x="1257002" y="812830"/>
                  </a:lnTo>
                  <a:lnTo>
                    <a:pt x="1257002" y="810385"/>
                  </a:lnTo>
                  <a:lnTo>
                    <a:pt x="1257002" y="807652"/>
                  </a:lnTo>
                  <a:lnTo>
                    <a:pt x="1264626" y="802761"/>
                  </a:lnTo>
                  <a:lnTo>
                    <a:pt x="1264626" y="800172"/>
                  </a:lnTo>
                  <a:lnTo>
                    <a:pt x="1267215" y="800172"/>
                  </a:lnTo>
                  <a:lnTo>
                    <a:pt x="1267215" y="794994"/>
                  </a:lnTo>
                  <a:lnTo>
                    <a:pt x="1272393" y="792549"/>
                  </a:lnTo>
                  <a:lnTo>
                    <a:pt x="1274838" y="792549"/>
                  </a:lnTo>
                  <a:lnTo>
                    <a:pt x="1277283" y="790103"/>
                  </a:lnTo>
                  <a:lnTo>
                    <a:pt x="1274838" y="790103"/>
                  </a:lnTo>
                  <a:lnTo>
                    <a:pt x="1267215" y="792549"/>
                  </a:lnTo>
                  <a:lnTo>
                    <a:pt x="1262181" y="800172"/>
                  </a:lnTo>
                  <a:lnTo>
                    <a:pt x="1262181" y="802761"/>
                  </a:lnTo>
                  <a:lnTo>
                    <a:pt x="1257002" y="805206"/>
                  </a:lnTo>
                  <a:lnTo>
                    <a:pt x="1251968" y="807652"/>
                  </a:lnTo>
                  <a:lnTo>
                    <a:pt x="1249235" y="805206"/>
                  </a:lnTo>
                  <a:lnTo>
                    <a:pt x="1246790" y="805206"/>
                  </a:lnTo>
                  <a:lnTo>
                    <a:pt x="1246790" y="792549"/>
                  </a:lnTo>
                  <a:lnTo>
                    <a:pt x="1244344" y="794994"/>
                  </a:lnTo>
                  <a:lnTo>
                    <a:pt x="1244344" y="800172"/>
                  </a:lnTo>
                  <a:lnTo>
                    <a:pt x="1241899" y="800172"/>
                  </a:lnTo>
                  <a:lnTo>
                    <a:pt x="1241899" y="794994"/>
                  </a:lnTo>
                  <a:lnTo>
                    <a:pt x="1241899" y="790103"/>
                  </a:lnTo>
                  <a:lnTo>
                    <a:pt x="1241899" y="782336"/>
                  </a:lnTo>
                  <a:lnTo>
                    <a:pt x="1241899" y="777158"/>
                  </a:lnTo>
                  <a:lnTo>
                    <a:pt x="1246790" y="772124"/>
                  </a:lnTo>
                  <a:lnTo>
                    <a:pt x="1249235" y="769678"/>
                  </a:lnTo>
                  <a:lnTo>
                    <a:pt x="1251968" y="766945"/>
                  </a:lnTo>
                  <a:lnTo>
                    <a:pt x="1257002" y="762055"/>
                  </a:lnTo>
                  <a:lnTo>
                    <a:pt x="1259448" y="759610"/>
                  </a:lnTo>
                  <a:lnTo>
                    <a:pt x="1262181" y="759610"/>
                  </a:lnTo>
                  <a:lnTo>
                    <a:pt x="1262181" y="762055"/>
                  </a:lnTo>
                  <a:lnTo>
                    <a:pt x="1264626" y="762055"/>
                  </a:lnTo>
                  <a:lnTo>
                    <a:pt x="1267215" y="762055"/>
                  </a:lnTo>
                  <a:lnTo>
                    <a:pt x="1269660" y="762055"/>
                  </a:lnTo>
                  <a:lnTo>
                    <a:pt x="1272393" y="762055"/>
                  </a:lnTo>
                  <a:lnTo>
                    <a:pt x="1269660" y="759610"/>
                  </a:lnTo>
                  <a:lnTo>
                    <a:pt x="1264626" y="759610"/>
                  </a:lnTo>
                  <a:lnTo>
                    <a:pt x="1262181" y="756877"/>
                  </a:lnTo>
                  <a:lnTo>
                    <a:pt x="1262181" y="746952"/>
                  </a:lnTo>
                  <a:lnTo>
                    <a:pt x="1259448" y="736739"/>
                  </a:lnTo>
                  <a:lnTo>
                    <a:pt x="1259448" y="734006"/>
                  </a:lnTo>
                  <a:lnTo>
                    <a:pt x="1259448" y="731561"/>
                  </a:lnTo>
                  <a:lnTo>
                    <a:pt x="1264626" y="721349"/>
                  </a:lnTo>
                  <a:lnTo>
                    <a:pt x="1269660" y="713725"/>
                  </a:lnTo>
                  <a:lnTo>
                    <a:pt x="1269660" y="711136"/>
                  </a:lnTo>
                  <a:lnTo>
                    <a:pt x="1267215" y="713725"/>
                  </a:lnTo>
                  <a:lnTo>
                    <a:pt x="1264626" y="716458"/>
                  </a:lnTo>
                  <a:lnTo>
                    <a:pt x="1262181" y="718903"/>
                  </a:lnTo>
                  <a:lnTo>
                    <a:pt x="1257002" y="723794"/>
                  </a:lnTo>
                  <a:lnTo>
                    <a:pt x="1254557" y="736739"/>
                  </a:lnTo>
                  <a:lnTo>
                    <a:pt x="1257002" y="744219"/>
                  </a:lnTo>
                  <a:lnTo>
                    <a:pt x="1257002" y="749397"/>
                  </a:lnTo>
                  <a:lnTo>
                    <a:pt x="1251968" y="754288"/>
                  </a:lnTo>
                  <a:lnTo>
                    <a:pt x="1251968" y="756877"/>
                  </a:lnTo>
                  <a:lnTo>
                    <a:pt x="1244344" y="762055"/>
                  </a:lnTo>
                  <a:lnTo>
                    <a:pt x="1241899" y="762055"/>
                  </a:lnTo>
                  <a:lnTo>
                    <a:pt x="1241899" y="766945"/>
                  </a:lnTo>
                  <a:lnTo>
                    <a:pt x="1236721" y="772124"/>
                  </a:lnTo>
                  <a:lnTo>
                    <a:pt x="1231686" y="774713"/>
                  </a:lnTo>
                  <a:lnTo>
                    <a:pt x="1221474" y="777158"/>
                  </a:lnTo>
                  <a:lnTo>
                    <a:pt x="1219029" y="782336"/>
                  </a:lnTo>
                  <a:lnTo>
                    <a:pt x="1216296" y="782336"/>
                  </a:lnTo>
                  <a:lnTo>
                    <a:pt x="1213851" y="782336"/>
                  </a:lnTo>
                  <a:lnTo>
                    <a:pt x="1211406" y="779891"/>
                  </a:lnTo>
                  <a:lnTo>
                    <a:pt x="1208816" y="772124"/>
                  </a:lnTo>
                  <a:lnTo>
                    <a:pt x="1208816" y="766945"/>
                  </a:lnTo>
                  <a:lnTo>
                    <a:pt x="1211406" y="766945"/>
                  </a:lnTo>
                  <a:lnTo>
                    <a:pt x="1211406" y="764500"/>
                  </a:lnTo>
                  <a:lnTo>
                    <a:pt x="1213851" y="762055"/>
                  </a:lnTo>
                  <a:lnTo>
                    <a:pt x="1216296" y="756877"/>
                  </a:lnTo>
                  <a:lnTo>
                    <a:pt x="1219029" y="756877"/>
                  </a:lnTo>
                  <a:lnTo>
                    <a:pt x="1219029" y="754288"/>
                  </a:lnTo>
                  <a:lnTo>
                    <a:pt x="1219029" y="751842"/>
                  </a:lnTo>
                  <a:lnTo>
                    <a:pt x="1219029" y="749397"/>
                  </a:lnTo>
                  <a:lnTo>
                    <a:pt x="1221474" y="744219"/>
                  </a:lnTo>
                  <a:lnTo>
                    <a:pt x="1219029" y="739185"/>
                  </a:lnTo>
                  <a:lnTo>
                    <a:pt x="1219029" y="734006"/>
                  </a:lnTo>
                  <a:lnTo>
                    <a:pt x="1219029" y="731561"/>
                  </a:lnTo>
                  <a:lnTo>
                    <a:pt x="1216296" y="726527"/>
                  </a:lnTo>
                  <a:lnTo>
                    <a:pt x="1216296" y="728972"/>
                  </a:lnTo>
                  <a:lnTo>
                    <a:pt x="1216296" y="731561"/>
                  </a:lnTo>
                  <a:lnTo>
                    <a:pt x="1216296" y="736739"/>
                  </a:lnTo>
                  <a:lnTo>
                    <a:pt x="1219029" y="744219"/>
                  </a:lnTo>
                  <a:lnTo>
                    <a:pt x="1219029" y="746952"/>
                  </a:lnTo>
                  <a:lnTo>
                    <a:pt x="1216296" y="749397"/>
                  </a:lnTo>
                  <a:lnTo>
                    <a:pt x="1213851" y="754288"/>
                  </a:lnTo>
                  <a:lnTo>
                    <a:pt x="1211406" y="762055"/>
                  </a:lnTo>
                  <a:lnTo>
                    <a:pt x="1208816" y="762055"/>
                  </a:lnTo>
                  <a:lnTo>
                    <a:pt x="1206083" y="766945"/>
                  </a:lnTo>
                  <a:lnTo>
                    <a:pt x="1198748" y="766945"/>
                  </a:lnTo>
                  <a:lnTo>
                    <a:pt x="1193569" y="762055"/>
                  </a:lnTo>
                  <a:lnTo>
                    <a:pt x="1190980" y="759610"/>
                  </a:lnTo>
                  <a:lnTo>
                    <a:pt x="1188535" y="759610"/>
                  </a:lnTo>
                  <a:lnTo>
                    <a:pt x="1188535" y="756877"/>
                  </a:lnTo>
                  <a:lnTo>
                    <a:pt x="1185802" y="754288"/>
                  </a:lnTo>
                  <a:lnTo>
                    <a:pt x="1183357" y="754288"/>
                  </a:lnTo>
                  <a:lnTo>
                    <a:pt x="1183357" y="756877"/>
                  </a:lnTo>
                  <a:lnTo>
                    <a:pt x="1180912" y="754288"/>
                  </a:lnTo>
                  <a:lnTo>
                    <a:pt x="1178323" y="754288"/>
                  </a:lnTo>
                  <a:lnTo>
                    <a:pt x="1180912" y="756877"/>
                  </a:lnTo>
                  <a:lnTo>
                    <a:pt x="1183357" y="759610"/>
                  </a:lnTo>
                  <a:lnTo>
                    <a:pt x="1183357" y="762055"/>
                  </a:lnTo>
                  <a:lnTo>
                    <a:pt x="1180912" y="762055"/>
                  </a:lnTo>
                  <a:lnTo>
                    <a:pt x="1178323" y="762055"/>
                  </a:lnTo>
                  <a:lnTo>
                    <a:pt x="1175590" y="762055"/>
                  </a:lnTo>
                  <a:lnTo>
                    <a:pt x="1175590" y="759610"/>
                  </a:lnTo>
                  <a:lnTo>
                    <a:pt x="1173145" y="759610"/>
                  </a:lnTo>
                  <a:lnTo>
                    <a:pt x="1173145" y="756877"/>
                  </a:lnTo>
                  <a:lnTo>
                    <a:pt x="1173145" y="754288"/>
                  </a:lnTo>
                  <a:lnTo>
                    <a:pt x="1175590" y="751842"/>
                  </a:lnTo>
                  <a:lnTo>
                    <a:pt x="1173145" y="751842"/>
                  </a:lnTo>
                  <a:lnTo>
                    <a:pt x="1173145" y="749397"/>
                  </a:lnTo>
                  <a:lnTo>
                    <a:pt x="1173145" y="746952"/>
                  </a:lnTo>
                  <a:lnTo>
                    <a:pt x="1170699" y="746952"/>
                  </a:lnTo>
                  <a:lnTo>
                    <a:pt x="1170699" y="749397"/>
                  </a:lnTo>
                  <a:lnTo>
                    <a:pt x="1168254" y="749397"/>
                  </a:lnTo>
                  <a:lnTo>
                    <a:pt x="1168254" y="746952"/>
                  </a:lnTo>
                  <a:lnTo>
                    <a:pt x="1170699" y="744219"/>
                  </a:lnTo>
                  <a:lnTo>
                    <a:pt x="1170699" y="741630"/>
                  </a:lnTo>
                  <a:lnTo>
                    <a:pt x="1165521" y="746952"/>
                  </a:lnTo>
                  <a:lnTo>
                    <a:pt x="1160487" y="749397"/>
                  </a:lnTo>
                  <a:lnTo>
                    <a:pt x="1160487" y="746952"/>
                  </a:lnTo>
                  <a:lnTo>
                    <a:pt x="1158041" y="746952"/>
                  </a:lnTo>
                  <a:lnTo>
                    <a:pt x="1160487" y="744219"/>
                  </a:lnTo>
                  <a:lnTo>
                    <a:pt x="1160487" y="739185"/>
                  </a:lnTo>
                  <a:lnTo>
                    <a:pt x="1158041" y="739185"/>
                  </a:lnTo>
                  <a:lnTo>
                    <a:pt x="1158041" y="741630"/>
                  </a:lnTo>
                  <a:lnTo>
                    <a:pt x="1155596" y="741630"/>
                  </a:lnTo>
                  <a:lnTo>
                    <a:pt x="1155596" y="739185"/>
                  </a:lnTo>
                  <a:lnTo>
                    <a:pt x="1152863" y="739185"/>
                  </a:lnTo>
                  <a:lnTo>
                    <a:pt x="1152863" y="734006"/>
                  </a:lnTo>
                  <a:lnTo>
                    <a:pt x="1150419" y="728974"/>
                  </a:lnTo>
                  <a:lnTo>
                    <a:pt x="1147831" y="731562"/>
                  </a:lnTo>
                  <a:lnTo>
                    <a:pt x="1147831" y="728973"/>
                  </a:lnTo>
                  <a:lnTo>
                    <a:pt x="1150419" y="728973"/>
                  </a:lnTo>
                  <a:lnTo>
                    <a:pt x="1150418" y="728972"/>
                  </a:lnTo>
                  <a:lnTo>
                    <a:pt x="1150418" y="726527"/>
                  </a:lnTo>
                  <a:lnTo>
                    <a:pt x="1150418" y="723794"/>
                  </a:lnTo>
                  <a:lnTo>
                    <a:pt x="1147829" y="723794"/>
                  </a:lnTo>
                  <a:lnTo>
                    <a:pt x="1132438" y="721349"/>
                  </a:lnTo>
                  <a:lnTo>
                    <a:pt x="1129993" y="721349"/>
                  </a:lnTo>
                  <a:lnTo>
                    <a:pt x="1127548" y="721349"/>
                  </a:lnTo>
                  <a:lnTo>
                    <a:pt x="1137760" y="723794"/>
                  </a:lnTo>
                  <a:lnTo>
                    <a:pt x="1145384" y="728972"/>
                  </a:lnTo>
                  <a:lnTo>
                    <a:pt x="1142651" y="731561"/>
                  </a:lnTo>
                  <a:lnTo>
                    <a:pt x="1142651" y="734006"/>
                  </a:lnTo>
                  <a:lnTo>
                    <a:pt x="1140206" y="734006"/>
                  </a:lnTo>
                  <a:lnTo>
                    <a:pt x="1135315" y="736739"/>
                  </a:lnTo>
                  <a:lnTo>
                    <a:pt x="1135315" y="739185"/>
                  </a:lnTo>
                  <a:lnTo>
                    <a:pt x="1132438" y="739185"/>
                  </a:lnTo>
                  <a:lnTo>
                    <a:pt x="1132438" y="736739"/>
                  </a:lnTo>
                  <a:lnTo>
                    <a:pt x="1129993" y="736739"/>
                  </a:lnTo>
                  <a:lnTo>
                    <a:pt x="1127548" y="736739"/>
                  </a:lnTo>
                  <a:lnTo>
                    <a:pt x="1127548" y="734006"/>
                  </a:lnTo>
                  <a:lnTo>
                    <a:pt x="1122370" y="731561"/>
                  </a:lnTo>
                  <a:lnTo>
                    <a:pt x="1122370" y="734006"/>
                  </a:lnTo>
                  <a:lnTo>
                    <a:pt x="1117335" y="736739"/>
                  </a:lnTo>
                  <a:lnTo>
                    <a:pt x="1114890" y="731561"/>
                  </a:lnTo>
                  <a:lnTo>
                    <a:pt x="1112157" y="728972"/>
                  </a:lnTo>
                  <a:lnTo>
                    <a:pt x="1112157" y="731561"/>
                  </a:lnTo>
                  <a:lnTo>
                    <a:pt x="1109712" y="731561"/>
                  </a:lnTo>
                  <a:lnTo>
                    <a:pt x="1114890" y="734006"/>
                  </a:lnTo>
                  <a:lnTo>
                    <a:pt x="1114890" y="736739"/>
                  </a:lnTo>
                  <a:lnTo>
                    <a:pt x="1114890" y="739185"/>
                  </a:lnTo>
                  <a:lnTo>
                    <a:pt x="1112157" y="739185"/>
                  </a:lnTo>
                  <a:lnTo>
                    <a:pt x="1109712" y="736739"/>
                  </a:lnTo>
                  <a:lnTo>
                    <a:pt x="1109712" y="739185"/>
                  </a:lnTo>
                  <a:lnTo>
                    <a:pt x="1107267" y="739185"/>
                  </a:lnTo>
                  <a:lnTo>
                    <a:pt x="1104678" y="739185"/>
                  </a:lnTo>
                  <a:lnTo>
                    <a:pt x="1091876" y="736739"/>
                  </a:lnTo>
                  <a:lnTo>
                    <a:pt x="1107267" y="741630"/>
                  </a:lnTo>
                  <a:lnTo>
                    <a:pt x="1109712" y="741630"/>
                  </a:lnTo>
                  <a:lnTo>
                    <a:pt x="1112157" y="741630"/>
                  </a:lnTo>
                  <a:lnTo>
                    <a:pt x="1114890" y="741630"/>
                  </a:lnTo>
                  <a:lnTo>
                    <a:pt x="1122370" y="736739"/>
                  </a:lnTo>
                  <a:lnTo>
                    <a:pt x="1125103" y="739185"/>
                  </a:lnTo>
                  <a:lnTo>
                    <a:pt x="1127548" y="739185"/>
                  </a:lnTo>
                  <a:lnTo>
                    <a:pt x="1129993" y="739185"/>
                  </a:lnTo>
                  <a:lnTo>
                    <a:pt x="1132438" y="741630"/>
                  </a:lnTo>
                  <a:lnTo>
                    <a:pt x="1132438" y="744219"/>
                  </a:lnTo>
                  <a:lnTo>
                    <a:pt x="1135315" y="744219"/>
                  </a:lnTo>
                  <a:lnTo>
                    <a:pt x="1140206" y="746952"/>
                  </a:lnTo>
                  <a:lnTo>
                    <a:pt x="1140206" y="749397"/>
                  </a:lnTo>
                  <a:lnTo>
                    <a:pt x="1140206" y="751842"/>
                  </a:lnTo>
                  <a:lnTo>
                    <a:pt x="1142651" y="751842"/>
                  </a:lnTo>
                  <a:lnTo>
                    <a:pt x="1142651" y="754288"/>
                  </a:lnTo>
                  <a:lnTo>
                    <a:pt x="1140206" y="754288"/>
                  </a:lnTo>
                  <a:lnTo>
                    <a:pt x="1135315" y="751842"/>
                  </a:lnTo>
                  <a:lnTo>
                    <a:pt x="1135315" y="749397"/>
                  </a:lnTo>
                  <a:lnTo>
                    <a:pt x="1132438" y="749397"/>
                  </a:lnTo>
                  <a:lnTo>
                    <a:pt x="1135315" y="754288"/>
                  </a:lnTo>
                  <a:lnTo>
                    <a:pt x="1132438" y="751842"/>
                  </a:lnTo>
                  <a:lnTo>
                    <a:pt x="1132438" y="754288"/>
                  </a:lnTo>
                  <a:lnTo>
                    <a:pt x="1132438" y="756877"/>
                  </a:lnTo>
                  <a:lnTo>
                    <a:pt x="1135315" y="756877"/>
                  </a:lnTo>
                  <a:lnTo>
                    <a:pt x="1137760" y="756877"/>
                  </a:lnTo>
                  <a:lnTo>
                    <a:pt x="1140206" y="756877"/>
                  </a:lnTo>
                  <a:lnTo>
                    <a:pt x="1145384" y="759610"/>
                  </a:lnTo>
                  <a:lnTo>
                    <a:pt x="1142651" y="762055"/>
                  </a:lnTo>
                  <a:lnTo>
                    <a:pt x="1140206" y="764500"/>
                  </a:lnTo>
                  <a:lnTo>
                    <a:pt x="1140206" y="766945"/>
                  </a:lnTo>
                  <a:lnTo>
                    <a:pt x="1137760" y="766945"/>
                  </a:lnTo>
                  <a:lnTo>
                    <a:pt x="1135315" y="766945"/>
                  </a:lnTo>
                  <a:lnTo>
                    <a:pt x="1132438" y="766945"/>
                  </a:lnTo>
                  <a:lnTo>
                    <a:pt x="1129993" y="764500"/>
                  </a:lnTo>
                  <a:lnTo>
                    <a:pt x="1127548" y="762055"/>
                  </a:lnTo>
                  <a:lnTo>
                    <a:pt x="1125103" y="759610"/>
                  </a:lnTo>
                  <a:lnTo>
                    <a:pt x="1125103" y="756877"/>
                  </a:lnTo>
                  <a:lnTo>
                    <a:pt x="1122370" y="759610"/>
                  </a:lnTo>
                  <a:lnTo>
                    <a:pt x="1122370" y="756877"/>
                  </a:lnTo>
                  <a:lnTo>
                    <a:pt x="1117335" y="756877"/>
                  </a:lnTo>
                  <a:lnTo>
                    <a:pt x="1117335" y="754288"/>
                  </a:lnTo>
                  <a:lnTo>
                    <a:pt x="1114890" y="751842"/>
                  </a:lnTo>
                  <a:lnTo>
                    <a:pt x="1112157" y="751842"/>
                  </a:lnTo>
                  <a:lnTo>
                    <a:pt x="1112157" y="754288"/>
                  </a:lnTo>
                  <a:lnTo>
                    <a:pt x="1109712" y="754288"/>
                  </a:lnTo>
                  <a:lnTo>
                    <a:pt x="1104678" y="751842"/>
                  </a:lnTo>
                  <a:lnTo>
                    <a:pt x="1104678" y="749397"/>
                  </a:lnTo>
                  <a:lnTo>
                    <a:pt x="1101945" y="749397"/>
                  </a:lnTo>
                  <a:lnTo>
                    <a:pt x="1101945" y="751842"/>
                  </a:lnTo>
                  <a:lnTo>
                    <a:pt x="1099499" y="749397"/>
                  </a:lnTo>
                  <a:lnTo>
                    <a:pt x="1097054" y="751842"/>
                  </a:lnTo>
                  <a:lnTo>
                    <a:pt x="1099499" y="751842"/>
                  </a:lnTo>
                  <a:lnTo>
                    <a:pt x="1101945" y="754288"/>
                  </a:lnTo>
                  <a:lnTo>
                    <a:pt x="1104678" y="756877"/>
                  </a:lnTo>
                  <a:lnTo>
                    <a:pt x="1107267" y="759610"/>
                  </a:lnTo>
                  <a:lnTo>
                    <a:pt x="1114890" y="766945"/>
                  </a:lnTo>
                  <a:lnTo>
                    <a:pt x="1117335" y="769678"/>
                  </a:lnTo>
                  <a:lnTo>
                    <a:pt x="1119924" y="772124"/>
                  </a:lnTo>
                  <a:lnTo>
                    <a:pt x="1117335" y="774713"/>
                  </a:lnTo>
                  <a:lnTo>
                    <a:pt x="1119924" y="774713"/>
                  </a:lnTo>
                  <a:lnTo>
                    <a:pt x="1117335" y="777158"/>
                  </a:lnTo>
                  <a:lnTo>
                    <a:pt x="1119924" y="777158"/>
                  </a:lnTo>
                  <a:lnTo>
                    <a:pt x="1122370" y="779891"/>
                  </a:lnTo>
                  <a:lnTo>
                    <a:pt x="1129993" y="782336"/>
                  </a:lnTo>
                  <a:lnTo>
                    <a:pt x="1132438" y="782336"/>
                  </a:lnTo>
                  <a:lnTo>
                    <a:pt x="1135315" y="782336"/>
                  </a:lnTo>
                  <a:lnTo>
                    <a:pt x="1135315" y="784781"/>
                  </a:lnTo>
                  <a:lnTo>
                    <a:pt x="1145384" y="787370"/>
                  </a:lnTo>
                  <a:lnTo>
                    <a:pt x="1147829" y="787370"/>
                  </a:lnTo>
                  <a:lnTo>
                    <a:pt x="1147829" y="792549"/>
                  </a:lnTo>
                  <a:lnTo>
                    <a:pt x="1150418" y="792549"/>
                  </a:lnTo>
                  <a:lnTo>
                    <a:pt x="1152863" y="792549"/>
                  </a:lnTo>
                  <a:lnTo>
                    <a:pt x="1155596" y="792549"/>
                  </a:lnTo>
                  <a:lnTo>
                    <a:pt x="1155596" y="794994"/>
                  </a:lnTo>
                  <a:lnTo>
                    <a:pt x="1155596" y="797439"/>
                  </a:lnTo>
                  <a:lnTo>
                    <a:pt x="1152863" y="797439"/>
                  </a:lnTo>
                  <a:lnTo>
                    <a:pt x="1152863" y="800172"/>
                  </a:lnTo>
                  <a:lnTo>
                    <a:pt x="1155596" y="805206"/>
                  </a:lnTo>
                  <a:lnTo>
                    <a:pt x="1158041" y="807652"/>
                  </a:lnTo>
                  <a:lnTo>
                    <a:pt x="1155596" y="807652"/>
                  </a:lnTo>
                  <a:lnTo>
                    <a:pt x="1152863" y="807652"/>
                  </a:lnTo>
                  <a:lnTo>
                    <a:pt x="1150418" y="810385"/>
                  </a:lnTo>
                  <a:lnTo>
                    <a:pt x="1150418" y="807652"/>
                  </a:lnTo>
                  <a:lnTo>
                    <a:pt x="1147829" y="807652"/>
                  </a:lnTo>
                  <a:lnTo>
                    <a:pt x="1145384" y="807652"/>
                  </a:lnTo>
                  <a:lnTo>
                    <a:pt x="1147829" y="810385"/>
                  </a:lnTo>
                  <a:lnTo>
                    <a:pt x="1145384" y="810385"/>
                  </a:lnTo>
                  <a:lnTo>
                    <a:pt x="1145384" y="812830"/>
                  </a:lnTo>
                  <a:lnTo>
                    <a:pt x="1145384" y="815275"/>
                  </a:lnTo>
                  <a:lnTo>
                    <a:pt x="1142651" y="812830"/>
                  </a:lnTo>
                  <a:lnTo>
                    <a:pt x="1140206" y="812830"/>
                  </a:lnTo>
                  <a:lnTo>
                    <a:pt x="1140206" y="815275"/>
                  </a:lnTo>
                  <a:lnTo>
                    <a:pt x="1137760" y="815275"/>
                  </a:lnTo>
                  <a:lnTo>
                    <a:pt x="1135315" y="815275"/>
                  </a:lnTo>
                  <a:lnTo>
                    <a:pt x="1132438" y="812830"/>
                  </a:lnTo>
                  <a:lnTo>
                    <a:pt x="1129993" y="812830"/>
                  </a:lnTo>
                  <a:lnTo>
                    <a:pt x="1127548" y="812830"/>
                  </a:lnTo>
                  <a:lnTo>
                    <a:pt x="1127548" y="815275"/>
                  </a:lnTo>
                  <a:lnTo>
                    <a:pt x="1129993" y="815275"/>
                  </a:lnTo>
                  <a:lnTo>
                    <a:pt x="1132438" y="817864"/>
                  </a:lnTo>
                  <a:lnTo>
                    <a:pt x="1132438" y="820597"/>
                  </a:lnTo>
                  <a:lnTo>
                    <a:pt x="1129993" y="820597"/>
                  </a:lnTo>
                  <a:lnTo>
                    <a:pt x="1127548" y="817864"/>
                  </a:lnTo>
                  <a:lnTo>
                    <a:pt x="1127548" y="820597"/>
                  </a:lnTo>
                  <a:lnTo>
                    <a:pt x="1125103" y="820597"/>
                  </a:lnTo>
                  <a:lnTo>
                    <a:pt x="1122370" y="820597"/>
                  </a:lnTo>
                  <a:lnTo>
                    <a:pt x="1122370" y="817864"/>
                  </a:lnTo>
                  <a:lnTo>
                    <a:pt x="1119924" y="817864"/>
                  </a:lnTo>
                  <a:lnTo>
                    <a:pt x="1119924" y="815275"/>
                  </a:lnTo>
                  <a:lnTo>
                    <a:pt x="1117335" y="815275"/>
                  </a:lnTo>
                  <a:lnTo>
                    <a:pt x="1117335" y="812830"/>
                  </a:lnTo>
                  <a:lnTo>
                    <a:pt x="1114890" y="810385"/>
                  </a:lnTo>
                  <a:lnTo>
                    <a:pt x="1114890" y="807652"/>
                  </a:lnTo>
                  <a:lnTo>
                    <a:pt x="1114890" y="805206"/>
                  </a:lnTo>
                  <a:lnTo>
                    <a:pt x="1114890" y="802761"/>
                  </a:lnTo>
                  <a:lnTo>
                    <a:pt x="1112157" y="802761"/>
                  </a:lnTo>
                  <a:lnTo>
                    <a:pt x="1112157" y="800172"/>
                  </a:lnTo>
                  <a:lnTo>
                    <a:pt x="1112157" y="797439"/>
                  </a:lnTo>
                  <a:lnTo>
                    <a:pt x="1112157" y="794994"/>
                  </a:lnTo>
                  <a:lnTo>
                    <a:pt x="1114890" y="794994"/>
                  </a:lnTo>
                  <a:lnTo>
                    <a:pt x="1114890" y="792549"/>
                  </a:lnTo>
                  <a:lnTo>
                    <a:pt x="1112157" y="792549"/>
                  </a:lnTo>
                  <a:lnTo>
                    <a:pt x="1109712" y="792549"/>
                  </a:lnTo>
                  <a:lnTo>
                    <a:pt x="1109712" y="797439"/>
                  </a:lnTo>
                  <a:lnTo>
                    <a:pt x="1107267" y="797439"/>
                  </a:lnTo>
                  <a:lnTo>
                    <a:pt x="1101945" y="797439"/>
                  </a:lnTo>
                  <a:lnTo>
                    <a:pt x="1101945" y="800172"/>
                  </a:lnTo>
                  <a:lnTo>
                    <a:pt x="1104678" y="800172"/>
                  </a:lnTo>
                  <a:lnTo>
                    <a:pt x="1104678" y="802761"/>
                  </a:lnTo>
                  <a:lnTo>
                    <a:pt x="1104678" y="807652"/>
                  </a:lnTo>
                  <a:lnTo>
                    <a:pt x="1107267" y="812830"/>
                  </a:lnTo>
                  <a:lnTo>
                    <a:pt x="1109712" y="812830"/>
                  </a:lnTo>
                  <a:lnTo>
                    <a:pt x="1112157" y="815275"/>
                  </a:lnTo>
                  <a:lnTo>
                    <a:pt x="1107267" y="815275"/>
                  </a:lnTo>
                  <a:lnTo>
                    <a:pt x="1104678" y="812830"/>
                  </a:lnTo>
                  <a:lnTo>
                    <a:pt x="1101945" y="812830"/>
                  </a:lnTo>
                  <a:lnTo>
                    <a:pt x="1100363" y="812830"/>
                  </a:lnTo>
                  <a:lnTo>
                    <a:pt x="1101945" y="815275"/>
                  </a:lnTo>
                  <a:lnTo>
                    <a:pt x="1109712" y="817864"/>
                  </a:lnTo>
                  <a:lnTo>
                    <a:pt x="1109712" y="820597"/>
                  </a:lnTo>
                  <a:lnTo>
                    <a:pt x="1107267" y="820597"/>
                  </a:lnTo>
                  <a:lnTo>
                    <a:pt x="1104678" y="820597"/>
                  </a:lnTo>
                  <a:lnTo>
                    <a:pt x="1104678" y="823042"/>
                  </a:lnTo>
                  <a:lnTo>
                    <a:pt x="1104678" y="825488"/>
                  </a:lnTo>
                  <a:lnTo>
                    <a:pt x="1107267" y="825488"/>
                  </a:lnTo>
                  <a:lnTo>
                    <a:pt x="1109712" y="823042"/>
                  </a:lnTo>
                  <a:lnTo>
                    <a:pt x="1112157" y="823042"/>
                  </a:lnTo>
                  <a:lnTo>
                    <a:pt x="1112157" y="820597"/>
                  </a:lnTo>
                  <a:lnTo>
                    <a:pt x="1114890" y="823042"/>
                  </a:lnTo>
                  <a:lnTo>
                    <a:pt x="1114890" y="825488"/>
                  </a:lnTo>
                  <a:lnTo>
                    <a:pt x="1114890" y="827933"/>
                  </a:lnTo>
                  <a:lnTo>
                    <a:pt x="1114890" y="830666"/>
                  </a:lnTo>
                  <a:lnTo>
                    <a:pt x="1117335" y="830666"/>
                  </a:lnTo>
                  <a:lnTo>
                    <a:pt x="1119924" y="833255"/>
                  </a:lnTo>
                  <a:lnTo>
                    <a:pt x="1117335" y="833255"/>
                  </a:lnTo>
                  <a:lnTo>
                    <a:pt x="1114890" y="835700"/>
                  </a:lnTo>
                  <a:lnTo>
                    <a:pt x="1114890" y="838145"/>
                  </a:lnTo>
                  <a:lnTo>
                    <a:pt x="1117335" y="835700"/>
                  </a:lnTo>
                  <a:lnTo>
                    <a:pt x="1119924" y="835700"/>
                  </a:lnTo>
                  <a:lnTo>
                    <a:pt x="1122370" y="835700"/>
                  </a:lnTo>
                  <a:lnTo>
                    <a:pt x="1125103" y="835700"/>
                  </a:lnTo>
                  <a:lnTo>
                    <a:pt x="1125103" y="833255"/>
                  </a:lnTo>
                  <a:lnTo>
                    <a:pt x="1127548" y="833255"/>
                  </a:lnTo>
                  <a:lnTo>
                    <a:pt x="1129993" y="833255"/>
                  </a:lnTo>
                  <a:lnTo>
                    <a:pt x="1129993" y="830666"/>
                  </a:lnTo>
                  <a:lnTo>
                    <a:pt x="1129993" y="827933"/>
                  </a:lnTo>
                  <a:lnTo>
                    <a:pt x="1132438" y="827933"/>
                  </a:lnTo>
                  <a:lnTo>
                    <a:pt x="1132438" y="830666"/>
                  </a:lnTo>
                  <a:lnTo>
                    <a:pt x="1132438" y="833255"/>
                  </a:lnTo>
                  <a:lnTo>
                    <a:pt x="1135315" y="833255"/>
                  </a:lnTo>
                  <a:lnTo>
                    <a:pt x="1132438" y="835700"/>
                  </a:lnTo>
                  <a:lnTo>
                    <a:pt x="1132438" y="838145"/>
                  </a:lnTo>
                  <a:lnTo>
                    <a:pt x="1129993" y="838145"/>
                  </a:lnTo>
                  <a:lnTo>
                    <a:pt x="1127548" y="843323"/>
                  </a:lnTo>
                  <a:lnTo>
                    <a:pt x="1135315" y="843323"/>
                  </a:lnTo>
                  <a:lnTo>
                    <a:pt x="1135315" y="845913"/>
                  </a:lnTo>
                  <a:lnTo>
                    <a:pt x="1135315" y="848358"/>
                  </a:lnTo>
                  <a:lnTo>
                    <a:pt x="1137760" y="850803"/>
                  </a:lnTo>
                  <a:lnTo>
                    <a:pt x="1135315" y="853536"/>
                  </a:lnTo>
                  <a:lnTo>
                    <a:pt x="1135315" y="855981"/>
                  </a:lnTo>
                  <a:lnTo>
                    <a:pt x="1132438" y="855981"/>
                  </a:lnTo>
                  <a:lnTo>
                    <a:pt x="1129993" y="861016"/>
                  </a:lnTo>
                  <a:lnTo>
                    <a:pt x="1132438" y="861016"/>
                  </a:lnTo>
                  <a:lnTo>
                    <a:pt x="1132438" y="858426"/>
                  </a:lnTo>
                  <a:lnTo>
                    <a:pt x="1135315" y="858426"/>
                  </a:lnTo>
                  <a:lnTo>
                    <a:pt x="1135315" y="866194"/>
                  </a:lnTo>
                  <a:lnTo>
                    <a:pt x="1135315" y="868639"/>
                  </a:lnTo>
                  <a:lnTo>
                    <a:pt x="1132438" y="873817"/>
                  </a:lnTo>
                  <a:lnTo>
                    <a:pt x="1132438" y="876406"/>
                  </a:lnTo>
                  <a:lnTo>
                    <a:pt x="1135315" y="871084"/>
                  </a:lnTo>
                  <a:lnTo>
                    <a:pt x="1137760" y="861016"/>
                  </a:lnTo>
                  <a:lnTo>
                    <a:pt x="1140206" y="855981"/>
                  </a:lnTo>
                  <a:lnTo>
                    <a:pt x="1142651" y="855981"/>
                  </a:lnTo>
                  <a:lnTo>
                    <a:pt x="1145384" y="855981"/>
                  </a:lnTo>
                  <a:lnTo>
                    <a:pt x="1147829" y="855981"/>
                  </a:lnTo>
                  <a:lnTo>
                    <a:pt x="1150418" y="853536"/>
                  </a:lnTo>
                  <a:lnTo>
                    <a:pt x="1150418" y="850803"/>
                  </a:lnTo>
                  <a:lnTo>
                    <a:pt x="1147829" y="853536"/>
                  </a:lnTo>
                  <a:lnTo>
                    <a:pt x="1142651" y="853536"/>
                  </a:lnTo>
                  <a:lnTo>
                    <a:pt x="1142651" y="850803"/>
                  </a:lnTo>
                  <a:lnTo>
                    <a:pt x="1142651" y="848358"/>
                  </a:lnTo>
                  <a:lnTo>
                    <a:pt x="1145384" y="845913"/>
                  </a:lnTo>
                  <a:lnTo>
                    <a:pt x="1145384" y="843323"/>
                  </a:lnTo>
                  <a:lnTo>
                    <a:pt x="1147829" y="843323"/>
                  </a:lnTo>
                  <a:lnTo>
                    <a:pt x="1150418" y="840878"/>
                  </a:lnTo>
                  <a:lnTo>
                    <a:pt x="1152863" y="843323"/>
                  </a:lnTo>
                  <a:lnTo>
                    <a:pt x="1155596" y="843323"/>
                  </a:lnTo>
                  <a:lnTo>
                    <a:pt x="1155596" y="842173"/>
                  </a:lnTo>
                  <a:lnTo>
                    <a:pt x="1158041" y="843323"/>
                  </a:lnTo>
                  <a:lnTo>
                    <a:pt x="1158041" y="840878"/>
                  </a:lnTo>
                  <a:lnTo>
                    <a:pt x="1155596" y="838145"/>
                  </a:lnTo>
                  <a:lnTo>
                    <a:pt x="1158041" y="838145"/>
                  </a:lnTo>
                  <a:lnTo>
                    <a:pt x="1160487" y="838145"/>
                  </a:lnTo>
                  <a:lnTo>
                    <a:pt x="1162932" y="838145"/>
                  </a:lnTo>
                  <a:lnTo>
                    <a:pt x="1162932" y="840878"/>
                  </a:lnTo>
                  <a:lnTo>
                    <a:pt x="1165521" y="840878"/>
                  </a:lnTo>
                  <a:lnTo>
                    <a:pt x="1165521" y="843323"/>
                  </a:lnTo>
                  <a:lnTo>
                    <a:pt x="1165521" y="845913"/>
                  </a:lnTo>
                  <a:lnTo>
                    <a:pt x="1162932" y="843323"/>
                  </a:lnTo>
                  <a:lnTo>
                    <a:pt x="1160487" y="845913"/>
                  </a:lnTo>
                  <a:lnTo>
                    <a:pt x="1162932" y="848358"/>
                  </a:lnTo>
                  <a:lnTo>
                    <a:pt x="1165521" y="848358"/>
                  </a:lnTo>
                  <a:lnTo>
                    <a:pt x="1165521" y="850803"/>
                  </a:lnTo>
                  <a:lnTo>
                    <a:pt x="1165521" y="853536"/>
                  </a:lnTo>
                  <a:lnTo>
                    <a:pt x="1162932" y="853536"/>
                  </a:lnTo>
                  <a:lnTo>
                    <a:pt x="1160487" y="853536"/>
                  </a:lnTo>
                  <a:lnTo>
                    <a:pt x="1162932" y="855981"/>
                  </a:lnTo>
                  <a:lnTo>
                    <a:pt x="1165521" y="855981"/>
                  </a:lnTo>
                  <a:lnTo>
                    <a:pt x="1168254" y="858426"/>
                  </a:lnTo>
                  <a:lnTo>
                    <a:pt x="1162932" y="858426"/>
                  </a:lnTo>
                  <a:lnTo>
                    <a:pt x="1162932" y="861016"/>
                  </a:lnTo>
                  <a:lnTo>
                    <a:pt x="1168254" y="861016"/>
                  </a:lnTo>
                  <a:lnTo>
                    <a:pt x="1168254" y="863748"/>
                  </a:lnTo>
                  <a:lnTo>
                    <a:pt x="1170699" y="863748"/>
                  </a:lnTo>
                  <a:lnTo>
                    <a:pt x="1170699" y="861016"/>
                  </a:lnTo>
                  <a:lnTo>
                    <a:pt x="1175590" y="858426"/>
                  </a:lnTo>
                  <a:lnTo>
                    <a:pt x="1178323" y="855981"/>
                  </a:lnTo>
                  <a:lnTo>
                    <a:pt x="1180912" y="858426"/>
                  </a:lnTo>
                  <a:lnTo>
                    <a:pt x="1178323" y="861016"/>
                  </a:lnTo>
                  <a:lnTo>
                    <a:pt x="1180912" y="861016"/>
                  </a:lnTo>
                  <a:lnTo>
                    <a:pt x="1183357" y="861016"/>
                  </a:lnTo>
                  <a:lnTo>
                    <a:pt x="1183357" y="871084"/>
                  </a:lnTo>
                  <a:lnTo>
                    <a:pt x="1180912" y="871084"/>
                  </a:lnTo>
                  <a:lnTo>
                    <a:pt x="1175590" y="871084"/>
                  </a:lnTo>
                  <a:lnTo>
                    <a:pt x="1173145" y="871084"/>
                  </a:lnTo>
                  <a:lnTo>
                    <a:pt x="1173145" y="873817"/>
                  </a:lnTo>
                  <a:lnTo>
                    <a:pt x="1170699" y="876406"/>
                  </a:lnTo>
                  <a:lnTo>
                    <a:pt x="1170699" y="878851"/>
                  </a:lnTo>
                  <a:lnTo>
                    <a:pt x="1175590" y="878851"/>
                  </a:lnTo>
                  <a:lnTo>
                    <a:pt x="1175590" y="873817"/>
                  </a:lnTo>
                  <a:lnTo>
                    <a:pt x="1178323" y="873817"/>
                  </a:lnTo>
                  <a:lnTo>
                    <a:pt x="1180912" y="873817"/>
                  </a:lnTo>
                  <a:lnTo>
                    <a:pt x="1185802" y="876406"/>
                  </a:lnTo>
                  <a:lnTo>
                    <a:pt x="1183357" y="876406"/>
                  </a:lnTo>
                  <a:lnTo>
                    <a:pt x="1183357" y="881297"/>
                  </a:lnTo>
                  <a:lnTo>
                    <a:pt x="1185802" y="878851"/>
                  </a:lnTo>
                  <a:lnTo>
                    <a:pt x="1185802" y="881297"/>
                  </a:lnTo>
                  <a:lnTo>
                    <a:pt x="1188535" y="881297"/>
                  </a:lnTo>
                  <a:lnTo>
                    <a:pt x="1185802" y="886475"/>
                  </a:lnTo>
                  <a:lnTo>
                    <a:pt x="1188535" y="886475"/>
                  </a:lnTo>
                  <a:lnTo>
                    <a:pt x="1190980" y="886475"/>
                  </a:lnTo>
                  <a:lnTo>
                    <a:pt x="1190981" y="886475"/>
                  </a:lnTo>
                  <a:lnTo>
                    <a:pt x="1188537" y="884031"/>
                  </a:lnTo>
                  <a:lnTo>
                    <a:pt x="1190982" y="884031"/>
                  </a:lnTo>
                  <a:lnTo>
                    <a:pt x="1190982" y="886475"/>
                  </a:lnTo>
                  <a:lnTo>
                    <a:pt x="1193569" y="886475"/>
                  </a:lnTo>
                  <a:lnTo>
                    <a:pt x="1196015" y="884030"/>
                  </a:lnTo>
                  <a:lnTo>
                    <a:pt x="1198748" y="894242"/>
                  </a:lnTo>
                  <a:lnTo>
                    <a:pt x="1196015" y="899133"/>
                  </a:lnTo>
                  <a:lnTo>
                    <a:pt x="1193569" y="899133"/>
                  </a:lnTo>
                  <a:lnTo>
                    <a:pt x="1193569" y="901578"/>
                  </a:lnTo>
                  <a:lnTo>
                    <a:pt x="1196015" y="901578"/>
                  </a:lnTo>
                  <a:lnTo>
                    <a:pt x="1198748" y="901578"/>
                  </a:lnTo>
                  <a:lnTo>
                    <a:pt x="1198748" y="899133"/>
                  </a:lnTo>
                  <a:lnTo>
                    <a:pt x="1201193" y="899133"/>
                  </a:lnTo>
                  <a:lnTo>
                    <a:pt x="1203638" y="899133"/>
                  </a:lnTo>
                  <a:lnTo>
                    <a:pt x="1203638" y="896687"/>
                  </a:lnTo>
                  <a:lnTo>
                    <a:pt x="1203638" y="894242"/>
                  </a:lnTo>
                  <a:lnTo>
                    <a:pt x="1203638" y="888920"/>
                  </a:lnTo>
                  <a:lnTo>
                    <a:pt x="1206083" y="888920"/>
                  </a:lnTo>
                  <a:lnTo>
                    <a:pt x="1206083" y="884030"/>
                  </a:lnTo>
                  <a:lnTo>
                    <a:pt x="1208816" y="886475"/>
                  </a:lnTo>
                  <a:lnTo>
                    <a:pt x="1208816" y="894242"/>
                  </a:lnTo>
                  <a:lnTo>
                    <a:pt x="1206083" y="896687"/>
                  </a:lnTo>
                  <a:lnTo>
                    <a:pt x="1208816" y="896687"/>
                  </a:lnTo>
                  <a:lnTo>
                    <a:pt x="1208816" y="899133"/>
                  </a:lnTo>
                  <a:lnTo>
                    <a:pt x="1206083" y="901578"/>
                  </a:lnTo>
                  <a:lnTo>
                    <a:pt x="1208816" y="909345"/>
                  </a:lnTo>
                  <a:lnTo>
                    <a:pt x="1208816" y="906900"/>
                  </a:lnTo>
                  <a:lnTo>
                    <a:pt x="1208816" y="904311"/>
                  </a:lnTo>
                  <a:lnTo>
                    <a:pt x="1208816" y="901578"/>
                  </a:lnTo>
                  <a:lnTo>
                    <a:pt x="1211406" y="901578"/>
                  </a:lnTo>
                  <a:lnTo>
                    <a:pt x="1211406" y="904311"/>
                  </a:lnTo>
                  <a:lnTo>
                    <a:pt x="1213851" y="904311"/>
                  </a:lnTo>
                  <a:lnTo>
                    <a:pt x="1216296" y="906900"/>
                  </a:lnTo>
                  <a:lnTo>
                    <a:pt x="1216296" y="909345"/>
                  </a:lnTo>
                  <a:lnTo>
                    <a:pt x="1213851" y="911790"/>
                  </a:lnTo>
                  <a:lnTo>
                    <a:pt x="1211406" y="914523"/>
                  </a:lnTo>
                  <a:lnTo>
                    <a:pt x="1216296" y="911790"/>
                  </a:lnTo>
                  <a:lnTo>
                    <a:pt x="1216296" y="914523"/>
                  </a:lnTo>
                  <a:lnTo>
                    <a:pt x="1219029" y="914523"/>
                  </a:lnTo>
                  <a:lnTo>
                    <a:pt x="1219029" y="916969"/>
                  </a:lnTo>
                  <a:lnTo>
                    <a:pt x="1219029" y="919558"/>
                  </a:lnTo>
                  <a:lnTo>
                    <a:pt x="1221474" y="924736"/>
                  </a:lnTo>
                  <a:lnTo>
                    <a:pt x="1224063" y="927181"/>
                  </a:lnTo>
                  <a:lnTo>
                    <a:pt x="1226509" y="927181"/>
                  </a:lnTo>
                  <a:lnTo>
                    <a:pt x="1226509" y="924736"/>
                  </a:lnTo>
                  <a:lnTo>
                    <a:pt x="1224063" y="922003"/>
                  </a:lnTo>
                  <a:lnTo>
                    <a:pt x="1221474" y="909345"/>
                  </a:lnTo>
                  <a:lnTo>
                    <a:pt x="1219029" y="904311"/>
                  </a:lnTo>
                  <a:lnTo>
                    <a:pt x="1216296" y="901578"/>
                  </a:lnTo>
                  <a:lnTo>
                    <a:pt x="1216296" y="899133"/>
                  </a:lnTo>
                  <a:lnTo>
                    <a:pt x="1219029" y="896687"/>
                  </a:lnTo>
                  <a:lnTo>
                    <a:pt x="1221474" y="901578"/>
                  </a:lnTo>
                  <a:lnTo>
                    <a:pt x="1224063" y="899133"/>
                  </a:lnTo>
                  <a:lnTo>
                    <a:pt x="1224063" y="901578"/>
                  </a:lnTo>
                  <a:lnTo>
                    <a:pt x="1224063" y="904311"/>
                  </a:lnTo>
                  <a:lnTo>
                    <a:pt x="1226509" y="906900"/>
                  </a:lnTo>
                  <a:lnTo>
                    <a:pt x="1226509" y="904311"/>
                  </a:lnTo>
                  <a:lnTo>
                    <a:pt x="1226509" y="901578"/>
                  </a:lnTo>
                  <a:lnTo>
                    <a:pt x="1229241" y="901578"/>
                  </a:lnTo>
                  <a:lnTo>
                    <a:pt x="1229241" y="906900"/>
                  </a:lnTo>
                  <a:lnTo>
                    <a:pt x="1231686" y="906900"/>
                  </a:lnTo>
                  <a:lnTo>
                    <a:pt x="1234132" y="909345"/>
                  </a:lnTo>
                  <a:lnTo>
                    <a:pt x="1236721" y="906900"/>
                  </a:lnTo>
                  <a:lnTo>
                    <a:pt x="1239166" y="911790"/>
                  </a:lnTo>
                  <a:lnTo>
                    <a:pt x="1241899" y="911790"/>
                  </a:lnTo>
                  <a:lnTo>
                    <a:pt x="1241899" y="909345"/>
                  </a:lnTo>
                  <a:lnTo>
                    <a:pt x="1241899" y="906900"/>
                  </a:lnTo>
                  <a:lnTo>
                    <a:pt x="1244344" y="906900"/>
                  </a:lnTo>
                  <a:lnTo>
                    <a:pt x="1246790" y="906900"/>
                  </a:lnTo>
                  <a:lnTo>
                    <a:pt x="1246790" y="909345"/>
                  </a:lnTo>
                  <a:lnTo>
                    <a:pt x="1249235" y="909345"/>
                  </a:lnTo>
                  <a:lnTo>
                    <a:pt x="1249235" y="911790"/>
                  </a:lnTo>
                  <a:lnTo>
                    <a:pt x="1246790" y="914523"/>
                  </a:lnTo>
                  <a:lnTo>
                    <a:pt x="1249235" y="916969"/>
                  </a:lnTo>
                  <a:lnTo>
                    <a:pt x="1249235" y="919558"/>
                  </a:lnTo>
                  <a:lnTo>
                    <a:pt x="1246790" y="922003"/>
                  </a:lnTo>
                  <a:lnTo>
                    <a:pt x="1249235" y="922003"/>
                  </a:lnTo>
                  <a:lnTo>
                    <a:pt x="1249235" y="924736"/>
                  </a:lnTo>
                  <a:lnTo>
                    <a:pt x="1251968" y="924736"/>
                  </a:lnTo>
                  <a:lnTo>
                    <a:pt x="1251968" y="927181"/>
                  </a:lnTo>
                  <a:lnTo>
                    <a:pt x="1254557" y="929626"/>
                  </a:lnTo>
                  <a:lnTo>
                    <a:pt x="1254557" y="924736"/>
                  </a:lnTo>
                  <a:lnTo>
                    <a:pt x="1254557" y="922003"/>
                  </a:lnTo>
                  <a:lnTo>
                    <a:pt x="1254557" y="919558"/>
                  </a:lnTo>
                  <a:lnTo>
                    <a:pt x="1254557" y="914523"/>
                  </a:lnTo>
                  <a:lnTo>
                    <a:pt x="1254557" y="911790"/>
                  </a:lnTo>
                  <a:lnTo>
                    <a:pt x="1254557" y="909345"/>
                  </a:lnTo>
                  <a:lnTo>
                    <a:pt x="1257002" y="914523"/>
                  </a:lnTo>
                  <a:lnTo>
                    <a:pt x="1257002" y="916969"/>
                  </a:lnTo>
                  <a:lnTo>
                    <a:pt x="1257002" y="919558"/>
                  </a:lnTo>
                  <a:lnTo>
                    <a:pt x="1259448" y="922003"/>
                  </a:lnTo>
                  <a:lnTo>
                    <a:pt x="1259448" y="919558"/>
                  </a:lnTo>
                  <a:lnTo>
                    <a:pt x="1262181" y="916969"/>
                  </a:lnTo>
                  <a:lnTo>
                    <a:pt x="1264626" y="919558"/>
                  </a:lnTo>
                  <a:lnTo>
                    <a:pt x="1267215" y="916969"/>
                  </a:lnTo>
                  <a:lnTo>
                    <a:pt x="1264626" y="914523"/>
                  </a:lnTo>
                  <a:lnTo>
                    <a:pt x="1262181" y="914523"/>
                  </a:lnTo>
                  <a:lnTo>
                    <a:pt x="1262181" y="911790"/>
                  </a:lnTo>
                  <a:lnTo>
                    <a:pt x="1262181" y="909345"/>
                  </a:lnTo>
                  <a:lnTo>
                    <a:pt x="1259448" y="909345"/>
                  </a:lnTo>
                  <a:lnTo>
                    <a:pt x="1259448" y="906900"/>
                  </a:lnTo>
                  <a:lnTo>
                    <a:pt x="1257002" y="906900"/>
                  </a:lnTo>
                  <a:lnTo>
                    <a:pt x="1257002" y="904311"/>
                  </a:lnTo>
                  <a:lnTo>
                    <a:pt x="1259448" y="901578"/>
                  </a:lnTo>
                  <a:lnTo>
                    <a:pt x="1259448" y="904311"/>
                  </a:lnTo>
                  <a:lnTo>
                    <a:pt x="1262181" y="906900"/>
                  </a:lnTo>
                  <a:lnTo>
                    <a:pt x="1262181" y="901578"/>
                  </a:lnTo>
                  <a:lnTo>
                    <a:pt x="1264626" y="901578"/>
                  </a:lnTo>
                  <a:lnTo>
                    <a:pt x="1267215" y="904311"/>
                  </a:lnTo>
                  <a:lnTo>
                    <a:pt x="1269660" y="909345"/>
                  </a:lnTo>
                  <a:lnTo>
                    <a:pt x="1269660" y="906900"/>
                  </a:lnTo>
                  <a:lnTo>
                    <a:pt x="1269660" y="904311"/>
                  </a:lnTo>
                  <a:lnTo>
                    <a:pt x="1272393" y="904311"/>
                  </a:lnTo>
                  <a:lnTo>
                    <a:pt x="1274838" y="906900"/>
                  </a:lnTo>
                  <a:lnTo>
                    <a:pt x="1274838" y="909345"/>
                  </a:lnTo>
                  <a:lnTo>
                    <a:pt x="1272393" y="914523"/>
                  </a:lnTo>
                  <a:lnTo>
                    <a:pt x="1274838" y="914523"/>
                  </a:lnTo>
                  <a:lnTo>
                    <a:pt x="1274838" y="911790"/>
                  </a:lnTo>
                  <a:lnTo>
                    <a:pt x="1277283" y="909345"/>
                  </a:lnTo>
                  <a:lnTo>
                    <a:pt x="1279729" y="911790"/>
                  </a:lnTo>
                  <a:lnTo>
                    <a:pt x="1282461" y="914523"/>
                  </a:lnTo>
                  <a:lnTo>
                    <a:pt x="1282461" y="919558"/>
                  </a:lnTo>
                  <a:lnTo>
                    <a:pt x="1285051" y="922003"/>
                  </a:lnTo>
                  <a:lnTo>
                    <a:pt x="1285051" y="924736"/>
                  </a:lnTo>
                  <a:lnTo>
                    <a:pt x="1282461" y="932072"/>
                  </a:lnTo>
                  <a:lnTo>
                    <a:pt x="1279729" y="932072"/>
                  </a:lnTo>
                  <a:lnTo>
                    <a:pt x="1282461" y="934661"/>
                  </a:lnTo>
                  <a:lnTo>
                    <a:pt x="1282461" y="937394"/>
                  </a:lnTo>
                  <a:lnTo>
                    <a:pt x="1282461" y="939839"/>
                  </a:lnTo>
                  <a:lnTo>
                    <a:pt x="1285051" y="942284"/>
                  </a:lnTo>
                  <a:lnTo>
                    <a:pt x="1287496" y="942284"/>
                  </a:lnTo>
                  <a:lnTo>
                    <a:pt x="1287496" y="939839"/>
                  </a:lnTo>
                  <a:lnTo>
                    <a:pt x="1289941" y="939839"/>
                  </a:lnTo>
                  <a:lnTo>
                    <a:pt x="1295119" y="939839"/>
                  </a:lnTo>
                  <a:lnTo>
                    <a:pt x="1295119" y="942284"/>
                  </a:lnTo>
                  <a:lnTo>
                    <a:pt x="1297709" y="937394"/>
                  </a:lnTo>
                  <a:lnTo>
                    <a:pt x="1300154" y="932072"/>
                  </a:lnTo>
                  <a:lnTo>
                    <a:pt x="1302887" y="934661"/>
                  </a:lnTo>
                  <a:lnTo>
                    <a:pt x="1302887" y="937394"/>
                  </a:lnTo>
                  <a:lnTo>
                    <a:pt x="1305332" y="937394"/>
                  </a:lnTo>
                  <a:lnTo>
                    <a:pt x="1305332" y="934661"/>
                  </a:lnTo>
                  <a:lnTo>
                    <a:pt x="1305332" y="932072"/>
                  </a:lnTo>
                  <a:lnTo>
                    <a:pt x="1305332" y="929626"/>
                  </a:lnTo>
                  <a:lnTo>
                    <a:pt x="1307777" y="929626"/>
                  </a:lnTo>
                  <a:lnTo>
                    <a:pt x="1307777" y="932072"/>
                  </a:lnTo>
                  <a:lnTo>
                    <a:pt x="1307777" y="934661"/>
                  </a:lnTo>
                  <a:lnTo>
                    <a:pt x="1310366" y="932072"/>
                  </a:lnTo>
                  <a:lnTo>
                    <a:pt x="1312811" y="932072"/>
                  </a:lnTo>
                  <a:lnTo>
                    <a:pt x="1310366" y="934661"/>
                  </a:lnTo>
                  <a:lnTo>
                    <a:pt x="1312811" y="934661"/>
                  </a:lnTo>
                  <a:lnTo>
                    <a:pt x="1315544" y="934661"/>
                  </a:lnTo>
                  <a:lnTo>
                    <a:pt x="1315544" y="937394"/>
                  </a:lnTo>
                  <a:lnTo>
                    <a:pt x="1317989" y="937394"/>
                  </a:lnTo>
                  <a:lnTo>
                    <a:pt x="1317989" y="939839"/>
                  </a:lnTo>
                  <a:lnTo>
                    <a:pt x="1315544" y="942284"/>
                  </a:lnTo>
                  <a:lnTo>
                    <a:pt x="1315544" y="944729"/>
                  </a:lnTo>
                  <a:lnTo>
                    <a:pt x="1312811" y="944729"/>
                  </a:lnTo>
                  <a:lnTo>
                    <a:pt x="1310366" y="944729"/>
                  </a:lnTo>
                  <a:lnTo>
                    <a:pt x="1312811" y="947462"/>
                  </a:lnTo>
                  <a:lnTo>
                    <a:pt x="1310366" y="950051"/>
                  </a:lnTo>
                  <a:lnTo>
                    <a:pt x="1312811" y="950051"/>
                  </a:lnTo>
                  <a:lnTo>
                    <a:pt x="1315544" y="950051"/>
                  </a:lnTo>
                  <a:lnTo>
                    <a:pt x="1317989" y="950051"/>
                  </a:lnTo>
                  <a:lnTo>
                    <a:pt x="1317989" y="957675"/>
                  </a:lnTo>
                  <a:lnTo>
                    <a:pt x="1312811" y="960120"/>
                  </a:lnTo>
                  <a:lnTo>
                    <a:pt x="1310366" y="960120"/>
                  </a:lnTo>
                  <a:lnTo>
                    <a:pt x="1307777" y="960120"/>
                  </a:lnTo>
                  <a:lnTo>
                    <a:pt x="1305332" y="962709"/>
                  </a:lnTo>
                  <a:lnTo>
                    <a:pt x="1307777" y="965154"/>
                  </a:lnTo>
                  <a:lnTo>
                    <a:pt x="1305332" y="965154"/>
                  </a:lnTo>
                  <a:lnTo>
                    <a:pt x="1302887" y="965154"/>
                  </a:lnTo>
                  <a:lnTo>
                    <a:pt x="1302887" y="967887"/>
                  </a:lnTo>
                  <a:lnTo>
                    <a:pt x="1305332" y="967887"/>
                  </a:lnTo>
                  <a:lnTo>
                    <a:pt x="1312811" y="965154"/>
                  </a:lnTo>
                  <a:lnTo>
                    <a:pt x="1312811" y="967887"/>
                  </a:lnTo>
                  <a:lnTo>
                    <a:pt x="1317989" y="965154"/>
                  </a:lnTo>
                  <a:lnTo>
                    <a:pt x="1320435" y="967887"/>
                  </a:lnTo>
                  <a:lnTo>
                    <a:pt x="1317989" y="967887"/>
                  </a:lnTo>
                  <a:lnTo>
                    <a:pt x="1317989" y="970333"/>
                  </a:lnTo>
                  <a:lnTo>
                    <a:pt x="1325613" y="972778"/>
                  </a:lnTo>
                  <a:lnTo>
                    <a:pt x="1325613" y="975223"/>
                  </a:lnTo>
                  <a:lnTo>
                    <a:pt x="1325613" y="977956"/>
                  </a:lnTo>
                  <a:lnTo>
                    <a:pt x="1328202" y="975223"/>
                  </a:lnTo>
                  <a:lnTo>
                    <a:pt x="1330647" y="977956"/>
                  </a:lnTo>
                  <a:lnTo>
                    <a:pt x="1328202" y="980545"/>
                  </a:lnTo>
                  <a:lnTo>
                    <a:pt x="1330647" y="980545"/>
                  </a:lnTo>
                  <a:lnTo>
                    <a:pt x="1333093" y="977956"/>
                  </a:lnTo>
                  <a:lnTo>
                    <a:pt x="1335826" y="980545"/>
                  </a:lnTo>
                  <a:lnTo>
                    <a:pt x="1330647" y="985436"/>
                  </a:lnTo>
                  <a:lnTo>
                    <a:pt x="1328202" y="985436"/>
                  </a:lnTo>
                  <a:lnTo>
                    <a:pt x="1328202" y="988169"/>
                  </a:lnTo>
                  <a:lnTo>
                    <a:pt x="1330647" y="988169"/>
                  </a:lnTo>
                  <a:lnTo>
                    <a:pt x="1333093" y="988169"/>
                  </a:lnTo>
                  <a:lnTo>
                    <a:pt x="1333093" y="985436"/>
                  </a:lnTo>
                  <a:lnTo>
                    <a:pt x="1335826" y="988169"/>
                  </a:lnTo>
                  <a:lnTo>
                    <a:pt x="1338271" y="985436"/>
                  </a:lnTo>
                  <a:lnTo>
                    <a:pt x="1343305" y="982990"/>
                  </a:lnTo>
                  <a:lnTo>
                    <a:pt x="1343305" y="985436"/>
                  </a:lnTo>
                  <a:lnTo>
                    <a:pt x="1343305" y="988169"/>
                  </a:lnTo>
                  <a:lnTo>
                    <a:pt x="1346038" y="988169"/>
                  </a:lnTo>
                  <a:lnTo>
                    <a:pt x="1346038" y="980545"/>
                  </a:lnTo>
                  <a:lnTo>
                    <a:pt x="1348483" y="980545"/>
                  </a:lnTo>
                  <a:lnTo>
                    <a:pt x="1350928" y="980545"/>
                  </a:lnTo>
                  <a:lnTo>
                    <a:pt x="1350928" y="982990"/>
                  </a:lnTo>
                  <a:lnTo>
                    <a:pt x="1353517" y="980545"/>
                  </a:lnTo>
                  <a:lnTo>
                    <a:pt x="1350928" y="977956"/>
                  </a:lnTo>
                  <a:lnTo>
                    <a:pt x="1356107" y="980545"/>
                  </a:lnTo>
                  <a:lnTo>
                    <a:pt x="1358696" y="982990"/>
                  </a:lnTo>
                  <a:lnTo>
                    <a:pt x="1356107" y="982990"/>
                  </a:lnTo>
                  <a:lnTo>
                    <a:pt x="1356107" y="985436"/>
                  </a:lnTo>
                  <a:lnTo>
                    <a:pt x="1353517" y="988169"/>
                  </a:lnTo>
                  <a:lnTo>
                    <a:pt x="1350928" y="990614"/>
                  </a:lnTo>
                  <a:lnTo>
                    <a:pt x="1350928" y="993203"/>
                  </a:lnTo>
                  <a:lnTo>
                    <a:pt x="1348483" y="995648"/>
                  </a:lnTo>
                  <a:lnTo>
                    <a:pt x="1350928" y="998381"/>
                  </a:lnTo>
                  <a:lnTo>
                    <a:pt x="1348483" y="1000826"/>
                  </a:lnTo>
                  <a:lnTo>
                    <a:pt x="1348483" y="1003272"/>
                  </a:lnTo>
                  <a:lnTo>
                    <a:pt x="1348483" y="1005717"/>
                  </a:lnTo>
                  <a:lnTo>
                    <a:pt x="1350928" y="1005717"/>
                  </a:lnTo>
                  <a:lnTo>
                    <a:pt x="1350928" y="1008450"/>
                  </a:lnTo>
                  <a:lnTo>
                    <a:pt x="1350928" y="1011039"/>
                  </a:lnTo>
                  <a:lnTo>
                    <a:pt x="1353517" y="1011039"/>
                  </a:lnTo>
                  <a:lnTo>
                    <a:pt x="1356107" y="1008450"/>
                  </a:lnTo>
                  <a:lnTo>
                    <a:pt x="1358696" y="1008450"/>
                  </a:lnTo>
                  <a:lnTo>
                    <a:pt x="1361141" y="1011039"/>
                  </a:lnTo>
                  <a:lnTo>
                    <a:pt x="1363586" y="1008450"/>
                  </a:lnTo>
                  <a:lnTo>
                    <a:pt x="1366319" y="1005717"/>
                  </a:lnTo>
                  <a:lnTo>
                    <a:pt x="1366319" y="1008450"/>
                  </a:lnTo>
                  <a:lnTo>
                    <a:pt x="1368764" y="1008450"/>
                  </a:lnTo>
                  <a:lnTo>
                    <a:pt x="1368764" y="1011039"/>
                  </a:lnTo>
                  <a:lnTo>
                    <a:pt x="1371354" y="1008450"/>
                  </a:lnTo>
                  <a:lnTo>
                    <a:pt x="1371354" y="1011039"/>
                  </a:lnTo>
                  <a:lnTo>
                    <a:pt x="1376532" y="1011039"/>
                  </a:lnTo>
                  <a:lnTo>
                    <a:pt x="1378977" y="1015929"/>
                  </a:lnTo>
                  <a:lnTo>
                    <a:pt x="1378977" y="1021107"/>
                  </a:lnTo>
                  <a:lnTo>
                    <a:pt x="1371354" y="1015929"/>
                  </a:lnTo>
                  <a:lnTo>
                    <a:pt x="1368764" y="1015929"/>
                  </a:lnTo>
                  <a:lnTo>
                    <a:pt x="1371354" y="1018374"/>
                  </a:lnTo>
                  <a:lnTo>
                    <a:pt x="1373799" y="1021107"/>
                  </a:lnTo>
                  <a:lnTo>
                    <a:pt x="1376532" y="1023697"/>
                  </a:lnTo>
                  <a:lnTo>
                    <a:pt x="1381422" y="1026142"/>
                  </a:lnTo>
                  <a:lnTo>
                    <a:pt x="1381422" y="1028587"/>
                  </a:lnTo>
                  <a:lnTo>
                    <a:pt x="1384012" y="1031320"/>
                  </a:lnTo>
                  <a:lnTo>
                    <a:pt x="1386457" y="1033765"/>
                  </a:lnTo>
                  <a:lnTo>
                    <a:pt x="1384012" y="1033765"/>
                  </a:lnTo>
                  <a:lnTo>
                    <a:pt x="1384012" y="1036354"/>
                  </a:lnTo>
                  <a:lnTo>
                    <a:pt x="1386457" y="1036354"/>
                  </a:lnTo>
                  <a:lnTo>
                    <a:pt x="1389189" y="1036354"/>
                  </a:lnTo>
                  <a:lnTo>
                    <a:pt x="1386457" y="1043978"/>
                  </a:lnTo>
                  <a:lnTo>
                    <a:pt x="1384012" y="1043978"/>
                  </a:lnTo>
                  <a:lnTo>
                    <a:pt x="1381422" y="1043978"/>
                  </a:lnTo>
                  <a:lnTo>
                    <a:pt x="1384012" y="1046423"/>
                  </a:lnTo>
                  <a:lnTo>
                    <a:pt x="1386457" y="1046423"/>
                  </a:lnTo>
                  <a:lnTo>
                    <a:pt x="1389189" y="1046423"/>
                  </a:lnTo>
                  <a:lnTo>
                    <a:pt x="1391635" y="1048868"/>
                  </a:lnTo>
                  <a:lnTo>
                    <a:pt x="1391635" y="1051601"/>
                  </a:lnTo>
                  <a:lnTo>
                    <a:pt x="1391635" y="1054190"/>
                  </a:lnTo>
                  <a:lnTo>
                    <a:pt x="1389189" y="1054190"/>
                  </a:lnTo>
                  <a:lnTo>
                    <a:pt x="1386457" y="1054190"/>
                  </a:lnTo>
                  <a:lnTo>
                    <a:pt x="1389189" y="1056635"/>
                  </a:lnTo>
                  <a:lnTo>
                    <a:pt x="1394080" y="1056635"/>
                  </a:lnTo>
                  <a:lnTo>
                    <a:pt x="1394080" y="1059081"/>
                  </a:lnTo>
                  <a:lnTo>
                    <a:pt x="1391635" y="1061814"/>
                  </a:lnTo>
                  <a:lnTo>
                    <a:pt x="1389189" y="1061814"/>
                  </a:lnTo>
                  <a:lnTo>
                    <a:pt x="1389189" y="1064259"/>
                  </a:lnTo>
                  <a:lnTo>
                    <a:pt x="1386457" y="1061814"/>
                  </a:lnTo>
                  <a:lnTo>
                    <a:pt x="1384012" y="1059081"/>
                  </a:lnTo>
                  <a:lnTo>
                    <a:pt x="1384012" y="1056635"/>
                  </a:lnTo>
                  <a:lnTo>
                    <a:pt x="1381422" y="1056635"/>
                  </a:lnTo>
                  <a:lnTo>
                    <a:pt x="1378977" y="1056635"/>
                  </a:lnTo>
                  <a:lnTo>
                    <a:pt x="1378977" y="1054190"/>
                  </a:lnTo>
                  <a:lnTo>
                    <a:pt x="1378977" y="1051601"/>
                  </a:lnTo>
                  <a:lnTo>
                    <a:pt x="1376532" y="1051601"/>
                  </a:lnTo>
                  <a:lnTo>
                    <a:pt x="1376532" y="1048868"/>
                  </a:lnTo>
                  <a:lnTo>
                    <a:pt x="1373799" y="1048868"/>
                  </a:lnTo>
                  <a:lnTo>
                    <a:pt x="1373799" y="1046423"/>
                  </a:lnTo>
                  <a:lnTo>
                    <a:pt x="1371354" y="1043978"/>
                  </a:lnTo>
                  <a:lnTo>
                    <a:pt x="1363586" y="1033765"/>
                  </a:lnTo>
                  <a:lnTo>
                    <a:pt x="1358696" y="1031320"/>
                  </a:lnTo>
                  <a:lnTo>
                    <a:pt x="1356107" y="1026142"/>
                  </a:lnTo>
                  <a:lnTo>
                    <a:pt x="1353517" y="1023697"/>
                  </a:lnTo>
                  <a:lnTo>
                    <a:pt x="1350928" y="1023697"/>
                  </a:lnTo>
                  <a:lnTo>
                    <a:pt x="1348483" y="1021107"/>
                  </a:lnTo>
                  <a:lnTo>
                    <a:pt x="1346038" y="1015929"/>
                  </a:lnTo>
                  <a:lnTo>
                    <a:pt x="1343305" y="1015929"/>
                  </a:lnTo>
                  <a:lnTo>
                    <a:pt x="1338271" y="1013484"/>
                  </a:lnTo>
                  <a:lnTo>
                    <a:pt x="1340860" y="1013484"/>
                  </a:lnTo>
                  <a:lnTo>
                    <a:pt x="1340860" y="1011039"/>
                  </a:lnTo>
                  <a:lnTo>
                    <a:pt x="1338271" y="1011039"/>
                  </a:lnTo>
                  <a:lnTo>
                    <a:pt x="1335826" y="1013484"/>
                  </a:lnTo>
                  <a:lnTo>
                    <a:pt x="1333093" y="1011039"/>
                  </a:lnTo>
                  <a:lnTo>
                    <a:pt x="1333093" y="1013484"/>
                  </a:lnTo>
                  <a:lnTo>
                    <a:pt x="1340860" y="1015929"/>
                  </a:lnTo>
                  <a:lnTo>
                    <a:pt x="1343305" y="1018374"/>
                  </a:lnTo>
                  <a:lnTo>
                    <a:pt x="1348483" y="1026142"/>
                  </a:lnTo>
                  <a:lnTo>
                    <a:pt x="1350928" y="1026142"/>
                  </a:lnTo>
                  <a:lnTo>
                    <a:pt x="1353517" y="1026142"/>
                  </a:lnTo>
                  <a:lnTo>
                    <a:pt x="1356107" y="1028587"/>
                  </a:lnTo>
                  <a:lnTo>
                    <a:pt x="1356107" y="1031320"/>
                  </a:lnTo>
                  <a:lnTo>
                    <a:pt x="1356107" y="1033765"/>
                  </a:lnTo>
                  <a:lnTo>
                    <a:pt x="1353517" y="1033765"/>
                  </a:lnTo>
                  <a:lnTo>
                    <a:pt x="1350928" y="1033765"/>
                  </a:lnTo>
                  <a:lnTo>
                    <a:pt x="1350928" y="1036354"/>
                  </a:lnTo>
                  <a:lnTo>
                    <a:pt x="1353517" y="1036354"/>
                  </a:lnTo>
                  <a:lnTo>
                    <a:pt x="1353517" y="1038800"/>
                  </a:lnTo>
                  <a:lnTo>
                    <a:pt x="1356107" y="1038800"/>
                  </a:lnTo>
                  <a:lnTo>
                    <a:pt x="1356107" y="1041532"/>
                  </a:lnTo>
                  <a:lnTo>
                    <a:pt x="1358696" y="1043978"/>
                  </a:lnTo>
                  <a:lnTo>
                    <a:pt x="1361141" y="1046423"/>
                  </a:lnTo>
                  <a:lnTo>
                    <a:pt x="1358696" y="1046423"/>
                  </a:lnTo>
                  <a:lnTo>
                    <a:pt x="1356107" y="1048868"/>
                  </a:lnTo>
                  <a:lnTo>
                    <a:pt x="1356107" y="1051601"/>
                  </a:lnTo>
                  <a:lnTo>
                    <a:pt x="1358696" y="1051601"/>
                  </a:lnTo>
                  <a:lnTo>
                    <a:pt x="1361141" y="1048868"/>
                  </a:lnTo>
                  <a:lnTo>
                    <a:pt x="1361141" y="1051601"/>
                  </a:lnTo>
                  <a:lnTo>
                    <a:pt x="1356107" y="1054190"/>
                  </a:lnTo>
                  <a:lnTo>
                    <a:pt x="1358696" y="1054190"/>
                  </a:lnTo>
                  <a:lnTo>
                    <a:pt x="1361141" y="1054190"/>
                  </a:lnTo>
                  <a:lnTo>
                    <a:pt x="1363586" y="1054190"/>
                  </a:lnTo>
                  <a:lnTo>
                    <a:pt x="1366319" y="1054190"/>
                  </a:lnTo>
                  <a:lnTo>
                    <a:pt x="1368764" y="1056635"/>
                  </a:lnTo>
                  <a:lnTo>
                    <a:pt x="1371354" y="1061814"/>
                  </a:lnTo>
                  <a:lnTo>
                    <a:pt x="1373799" y="1066704"/>
                  </a:lnTo>
                  <a:lnTo>
                    <a:pt x="1373799" y="1069293"/>
                  </a:lnTo>
                  <a:lnTo>
                    <a:pt x="1371354" y="1066704"/>
                  </a:lnTo>
                  <a:lnTo>
                    <a:pt x="1371354" y="1064259"/>
                  </a:lnTo>
                  <a:lnTo>
                    <a:pt x="1368764" y="1064259"/>
                  </a:lnTo>
                  <a:lnTo>
                    <a:pt x="1366319" y="1061814"/>
                  </a:lnTo>
                  <a:lnTo>
                    <a:pt x="1363586" y="1064259"/>
                  </a:lnTo>
                  <a:lnTo>
                    <a:pt x="1366319" y="1064259"/>
                  </a:lnTo>
                  <a:lnTo>
                    <a:pt x="1368764" y="1066704"/>
                  </a:lnTo>
                  <a:lnTo>
                    <a:pt x="1368764" y="1069293"/>
                  </a:lnTo>
                  <a:lnTo>
                    <a:pt x="1366319" y="1069293"/>
                  </a:lnTo>
                  <a:lnTo>
                    <a:pt x="1363586" y="1066704"/>
                  </a:lnTo>
                  <a:lnTo>
                    <a:pt x="1361141" y="1066704"/>
                  </a:lnTo>
                  <a:lnTo>
                    <a:pt x="1366319" y="1072026"/>
                  </a:lnTo>
                  <a:lnTo>
                    <a:pt x="1368764" y="1072026"/>
                  </a:lnTo>
                  <a:lnTo>
                    <a:pt x="1371354" y="1072026"/>
                  </a:lnTo>
                  <a:lnTo>
                    <a:pt x="1371354" y="1069293"/>
                  </a:lnTo>
                  <a:lnTo>
                    <a:pt x="1373799" y="1072026"/>
                  </a:lnTo>
                  <a:lnTo>
                    <a:pt x="1371354" y="1074471"/>
                  </a:lnTo>
                  <a:lnTo>
                    <a:pt x="1371354" y="1076917"/>
                  </a:lnTo>
                  <a:lnTo>
                    <a:pt x="1371354" y="1079506"/>
                  </a:lnTo>
                  <a:lnTo>
                    <a:pt x="1373799" y="1076917"/>
                  </a:lnTo>
                  <a:lnTo>
                    <a:pt x="1373799" y="1074471"/>
                  </a:lnTo>
                  <a:lnTo>
                    <a:pt x="1376532" y="1074471"/>
                  </a:lnTo>
                  <a:lnTo>
                    <a:pt x="1378977" y="1074471"/>
                  </a:lnTo>
                  <a:lnTo>
                    <a:pt x="1381422" y="1074471"/>
                  </a:lnTo>
                  <a:lnTo>
                    <a:pt x="1381422" y="1076917"/>
                  </a:lnTo>
                  <a:lnTo>
                    <a:pt x="1384012" y="1076917"/>
                  </a:lnTo>
                  <a:lnTo>
                    <a:pt x="1386457" y="1076917"/>
                  </a:lnTo>
                  <a:lnTo>
                    <a:pt x="1386457" y="1079506"/>
                  </a:lnTo>
                  <a:lnTo>
                    <a:pt x="1389189" y="1079506"/>
                  </a:lnTo>
                  <a:lnTo>
                    <a:pt x="1389189" y="1082095"/>
                  </a:lnTo>
                  <a:lnTo>
                    <a:pt x="1386457" y="1082095"/>
                  </a:lnTo>
                  <a:lnTo>
                    <a:pt x="1384012" y="1082095"/>
                  </a:lnTo>
                  <a:lnTo>
                    <a:pt x="1381422" y="1084684"/>
                  </a:lnTo>
                  <a:lnTo>
                    <a:pt x="1384012" y="1084684"/>
                  </a:lnTo>
                  <a:lnTo>
                    <a:pt x="1386457" y="1084684"/>
                  </a:lnTo>
                  <a:lnTo>
                    <a:pt x="1389189" y="1084684"/>
                  </a:lnTo>
                  <a:lnTo>
                    <a:pt x="1389189" y="1087129"/>
                  </a:lnTo>
                  <a:lnTo>
                    <a:pt x="1386457" y="1087129"/>
                  </a:lnTo>
                  <a:lnTo>
                    <a:pt x="1389189" y="1089575"/>
                  </a:lnTo>
                  <a:lnTo>
                    <a:pt x="1391635" y="1089575"/>
                  </a:lnTo>
                  <a:lnTo>
                    <a:pt x="1391635" y="1092308"/>
                  </a:lnTo>
                  <a:lnTo>
                    <a:pt x="1391635" y="1094753"/>
                  </a:lnTo>
                  <a:lnTo>
                    <a:pt x="1389189" y="1094753"/>
                  </a:lnTo>
                  <a:lnTo>
                    <a:pt x="1389189" y="1097342"/>
                  </a:lnTo>
                  <a:lnTo>
                    <a:pt x="1391635" y="1097342"/>
                  </a:lnTo>
                  <a:lnTo>
                    <a:pt x="1394080" y="1094753"/>
                  </a:lnTo>
                  <a:lnTo>
                    <a:pt x="1394080" y="1097342"/>
                  </a:lnTo>
                  <a:lnTo>
                    <a:pt x="1396525" y="1099787"/>
                  </a:lnTo>
                  <a:lnTo>
                    <a:pt x="1396525" y="1097342"/>
                  </a:lnTo>
                  <a:lnTo>
                    <a:pt x="1396525" y="1094753"/>
                  </a:lnTo>
                  <a:lnTo>
                    <a:pt x="1399258" y="1094753"/>
                  </a:lnTo>
                  <a:lnTo>
                    <a:pt x="1399258" y="1097342"/>
                  </a:lnTo>
                  <a:lnTo>
                    <a:pt x="1401847" y="1097342"/>
                  </a:lnTo>
                  <a:lnTo>
                    <a:pt x="1404292" y="1097342"/>
                  </a:lnTo>
                  <a:lnTo>
                    <a:pt x="1401847" y="1099787"/>
                  </a:lnTo>
                  <a:lnTo>
                    <a:pt x="1399258" y="1099787"/>
                  </a:lnTo>
                  <a:lnTo>
                    <a:pt x="1399258" y="1102520"/>
                  </a:lnTo>
                  <a:lnTo>
                    <a:pt x="1399258" y="1107410"/>
                  </a:lnTo>
                  <a:lnTo>
                    <a:pt x="1396525" y="1107410"/>
                  </a:lnTo>
                  <a:lnTo>
                    <a:pt x="1396525" y="1104965"/>
                  </a:lnTo>
                  <a:lnTo>
                    <a:pt x="1394080" y="1107410"/>
                  </a:lnTo>
                  <a:lnTo>
                    <a:pt x="1391635" y="1107410"/>
                  </a:lnTo>
                  <a:lnTo>
                    <a:pt x="1391635" y="1104965"/>
                  </a:lnTo>
                  <a:lnTo>
                    <a:pt x="1389189" y="1107410"/>
                  </a:lnTo>
                  <a:lnTo>
                    <a:pt x="1389189" y="1104965"/>
                  </a:lnTo>
                  <a:lnTo>
                    <a:pt x="1386457" y="1104965"/>
                  </a:lnTo>
                  <a:lnTo>
                    <a:pt x="1384012" y="1104965"/>
                  </a:lnTo>
                  <a:lnTo>
                    <a:pt x="1381422" y="1104965"/>
                  </a:lnTo>
                  <a:lnTo>
                    <a:pt x="1381422" y="1102520"/>
                  </a:lnTo>
                  <a:lnTo>
                    <a:pt x="1378977" y="1104965"/>
                  </a:lnTo>
                  <a:lnTo>
                    <a:pt x="1378977" y="1102520"/>
                  </a:lnTo>
                  <a:lnTo>
                    <a:pt x="1376532" y="1102520"/>
                  </a:lnTo>
                  <a:lnTo>
                    <a:pt x="1376532" y="1104965"/>
                  </a:lnTo>
                  <a:lnTo>
                    <a:pt x="1373799" y="1104965"/>
                  </a:lnTo>
                  <a:lnTo>
                    <a:pt x="1368764" y="1104965"/>
                  </a:lnTo>
                  <a:lnTo>
                    <a:pt x="1373799" y="1107410"/>
                  </a:lnTo>
                  <a:lnTo>
                    <a:pt x="1373799" y="1109856"/>
                  </a:lnTo>
                  <a:lnTo>
                    <a:pt x="1376532" y="1112445"/>
                  </a:lnTo>
                  <a:lnTo>
                    <a:pt x="1376532" y="1115178"/>
                  </a:lnTo>
                  <a:lnTo>
                    <a:pt x="1378977" y="1115178"/>
                  </a:lnTo>
                  <a:lnTo>
                    <a:pt x="1378977" y="1117623"/>
                  </a:lnTo>
                  <a:lnTo>
                    <a:pt x="1381422" y="1117623"/>
                  </a:lnTo>
                  <a:lnTo>
                    <a:pt x="1384012" y="1117623"/>
                  </a:lnTo>
                  <a:lnTo>
                    <a:pt x="1384012" y="1120068"/>
                  </a:lnTo>
                  <a:lnTo>
                    <a:pt x="1386457" y="1120068"/>
                  </a:lnTo>
                  <a:lnTo>
                    <a:pt x="1389189" y="1122513"/>
                  </a:lnTo>
                  <a:lnTo>
                    <a:pt x="1389189" y="1125246"/>
                  </a:lnTo>
                  <a:lnTo>
                    <a:pt x="1391635" y="1125246"/>
                  </a:lnTo>
                  <a:lnTo>
                    <a:pt x="1394080" y="1125246"/>
                  </a:lnTo>
                  <a:lnTo>
                    <a:pt x="1394080" y="1127835"/>
                  </a:lnTo>
                  <a:lnTo>
                    <a:pt x="1396525" y="1130281"/>
                  </a:lnTo>
                  <a:lnTo>
                    <a:pt x="1396525" y="1132726"/>
                  </a:lnTo>
                  <a:lnTo>
                    <a:pt x="1399258" y="1132726"/>
                  </a:lnTo>
                  <a:lnTo>
                    <a:pt x="1399258" y="1135459"/>
                  </a:lnTo>
                  <a:lnTo>
                    <a:pt x="1396525" y="1135459"/>
                  </a:lnTo>
                  <a:lnTo>
                    <a:pt x="1396525" y="1137904"/>
                  </a:lnTo>
                  <a:lnTo>
                    <a:pt x="1394080" y="1140493"/>
                  </a:lnTo>
                  <a:lnTo>
                    <a:pt x="1394080" y="1142938"/>
                  </a:lnTo>
                  <a:lnTo>
                    <a:pt x="1391635" y="1145671"/>
                  </a:lnTo>
                  <a:lnTo>
                    <a:pt x="1389189" y="1145671"/>
                  </a:lnTo>
                  <a:lnTo>
                    <a:pt x="1389189" y="1148117"/>
                  </a:lnTo>
                  <a:lnTo>
                    <a:pt x="1386457" y="1148117"/>
                  </a:lnTo>
                  <a:lnTo>
                    <a:pt x="1386457" y="1145671"/>
                  </a:lnTo>
                  <a:lnTo>
                    <a:pt x="1384012" y="1142938"/>
                  </a:lnTo>
                  <a:lnTo>
                    <a:pt x="1376532" y="1135459"/>
                  </a:lnTo>
                  <a:lnTo>
                    <a:pt x="1376532" y="1137904"/>
                  </a:lnTo>
                  <a:lnTo>
                    <a:pt x="1373799" y="1135459"/>
                  </a:lnTo>
                  <a:lnTo>
                    <a:pt x="1373799" y="1132726"/>
                  </a:lnTo>
                  <a:lnTo>
                    <a:pt x="1376532" y="1132726"/>
                  </a:lnTo>
                  <a:lnTo>
                    <a:pt x="1373799" y="1127835"/>
                  </a:lnTo>
                  <a:lnTo>
                    <a:pt x="1376532" y="1127835"/>
                  </a:lnTo>
                  <a:lnTo>
                    <a:pt x="1376532" y="1125246"/>
                  </a:lnTo>
                  <a:lnTo>
                    <a:pt x="1378977" y="1122513"/>
                  </a:lnTo>
                  <a:lnTo>
                    <a:pt x="1376532" y="1122513"/>
                  </a:lnTo>
                  <a:lnTo>
                    <a:pt x="1373799" y="1125246"/>
                  </a:lnTo>
                  <a:lnTo>
                    <a:pt x="1371354" y="1127835"/>
                  </a:lnTo>
                  <a:lnTo>
                    <a:pt x="1371354" y="1122513"/>
                  </a:lnTo>
                  <a:lnTo>
                    <a:pt x="1371354" y="1120068"/>
                  </a:lnTo>
                  <a:lnTo>
                    <a:pt x="1368764" y="1115178"/>
                  </a:lnTo>
                  <a:lnTo>
                    <a:pt x="1368764" y="1117623"/>
                  </a:lnTo>
                  <a:lnTo>
                    <a:pt x="1368764" y="1120068"/>
                  </a:lnTo>
                  <a:lnTo>
                    <a:pt x="1366319" y="1122513"/>
                  </a:lnTo>
                  <a:lnTo>
                    <a:pt x="1363586" y="1125246"/>
                  </a:lnTo>
                  <a:lnTo>
                    <a:pt x="1361141" y="1127835"/>
                  </a:lnTo>
                  <a:lnTo>
                    <a:pt x="1358696" y="1127835"/>
                  </a:lnTo>
                  <a:lnTo>
                    <a:pt x="1358696" y="1125246"/>
                  </a:lnTo>
                  <a:lnTo>
                    <a:pt x="1356107" y="1125246"/>
                  </a:lnTo>
                  <a:lnTo>
                    <a:pt x="1353517" y="1122513"/>
                  </a:lnTo>
                  <a:lnTo>
                    <a:pt x="1353517" y="1120068"/>
                  </a:lnTo>
                  <a:lnTo>
                    <a:pt x="1350928" y="1120068"/>
                  </a:lnTo>
                  <a:lnTo>
                    <a:pt x="1348483" y="1117623"/>
                  </a:lnTo>
                  <a:lnTo>
                    <a:pt x="1346038" y="1117623"/>
                  </a:lnTo>
                  <a:lnTo>
                    <a:pt x="1346038" y="1115178"/>
                  </a:lnTo>
                  <a:lnTo>
                    <a:pt x="1348483" y="1109856"/>
                  </a:lnTo>
                  <a:lnTo>
                    <a:pt x="1346038" y="1107410"/>
                  </a:lnTo>
                  <a:lnTo>
                    <a:pt x="1343305" y="1104965"/>
                  </a:lnTo>
                  <a:lnTo>
                    <a:pt x="1343305" y="1107410"/>
                  </a:lnTo>
                  <a:lnTo>
                    <a:pt x="1346038" y="1112445"/>
                  </a:lnTo>
                  <a:lnTo>
                    <a:pt x="1343305" y="1115178"/>
                  </a:lnTo>
                  <a:lnTo>
                    <a:pt x="1343305" y="1117623"/>
                  </a:lnTo>
                  <a:lnTo>
                    <a:pt x="1346038" y="1120068"/>
                  </a:lnTo>
                  <a:lnTo>
                    <a:pt x="1346038" y="1122513"/>
                  </a:lnTo>
                  <a:lnTo>
                    <a:pt x="1343305" y="1120068"/>
                  </a:lnTo>
                  <a:lnTo>
                    <a:pt x="1340860" y="1120068"/>
                  </a:lnTo>
                  <a:lnTo>
                    <a:pt x="1338271" y="1117623"/>
                  </a:lnTo>
                  <a:lnTo>
                    <a:pt x="1338271" y="1120068"/>
                  </a:lnTo>
                  <a:lnTo>
                    <a:pt x="1335826" y="1120068"/>
                  </a:lnTo>
                  <a:lnTo>
                    <a:pt x="1335826" y="1117623"/>
                  </a:lnTo>
                  <a:lnTo>
                    <a:pt x="1335826" y="1115178"/>
                  </a:lnTo>
                  <a:lnTo>
                    <a:pt x="1330647" y="1115178"/>
                  </a:lnTo>
                  <a:lnTo>
                    <a:pt x="1328202" y="1112445"/>
                  </a:lnTo>
                  <a:lnTo>
                    <a:pt x="1325613" y="1112445"/>
                  </a:lnTo>
                  <a:lnTo>
                    <a:pt x="1325613" y="1109856"/>
                  </a:lnTo>
                  <a:lnTo>
                    <a:pt x="1322880" y="1109856"/>
                  </a:lnTo>
                  <a:lnTo>
                    <a:pt x="1322880" y="1112445"/>
                  </a:lnTo>
                  <a:lnTo>
                    <a:pt x="1325613" y="1115178"/>
                  </a:lnTo>
                  <a:lnTo>
                    <a:pt x="1328202" y="1117623"/>
                  </a:lnTo>
                  <a:lnTo>
                    <a:pt x="1328202" y="1120068"/>
                  </a:lnTo>
                  <a:lnTo>
                    <a:pt x="1328202" y="1122513"/>
                  </a:lnTo>
                  <a:lnTo>
                    <a:pt x="1325613" y="1122513"/>
                  </a:lnTo>
                  <a:lnTo>
                    <a:pt x="1322880" y="1120068"/>
                  </a:lnTo>
                  <a:lnTo>
                    <a:pt x="1320435" y="1120068"/>
                  </a:lnTo>
                  <a:lnTo>
                    <a:pt x="1317989" y="1120068"/>
                  </a:lnTo>
                  <a:lnTo>
                    <a:pt x="1315544" y="1117623"/>
                  </a:lnTo>
                  <a:lnTo>
                    <a:pt x="1315544" y="1120068"/>
                  </a:lnTo>
                  <a:lnTo>
                    <a:pt x="1312811" y="1117623"/>
                  </a:lnTo>
                  <a:lnTo>
                    <a:pt x="1312811" y="1120068"/>
                  </a:lnTo>
                  <a:lnTo>
                    <a:pt x="1310366" y="1120068"/>
                  </a:lnTo>
                  <a:lnTo>
                    <a:pt x="1307777" y="1117623"/>
                  </a:lnTo>
                  <a:lnTo>
                    <a:pt x="1305332" y="1117623"/>
                  </a:lnTo>
                  <a:lnTo>
                    <a:pt x="1305332" y="1115178"/>
                  </a:lnTo>
                  <a:lnTo>
                    <a:pt x="1302887" y="1115178"/>
                  </a:lnTo>
                  <a:lnTo>
                    <a:pt x="1300154" y="1115178"/>
                  </a:lnTo>
                  <a:lnTo>
                    <a:pt x="1300154" y="1112445"/>
                  </a:lnTo>
                  <a:lnTo>
                    <a:pt x="1302887" y="1112445"/>
                  </a:lnTo>
                  <a:lnTo>
                    <a:pt x="1300154" y="1109856"/>
                  </a:lnTo>
                  <a:lnTo>
                    <a:pt x="1300154" y="1107410"/>
                  </a:lnTo>
                  <a:lnTo>
                    <a:pt x="1295119" y="1107410"/>
                  </a:lnTo>
                  <a:lnTo>
                    <a:pt x="1297709" y="1109856"/>
                  </a:lnTo>
                  <a:lnTo>
                    <a:pt x="1297709" y="1112445"/>
                  </a:lnTo>
                  <a:lnTo>
                    <a:pt x="1297709" y="1115178"/>
                  </a:lnTo>
                  <a:lnTo>
                    <a:pt x="1297709" y="1117623"/>
                  </a:lnTo>
                  <a:lnTo>
                    <a:pt x="1295119" y="1117623"/>
                  </a:lnTo>
                  <a:lnTo>
                    <a:pt x="1297709" y="1120068"/>
                  </a:lnTo>
                  <a:lnTo>
                    <a:pt x="1295119" y="1120068"/>
                  </a:lnTo>
                  <a:lnTo>
                    <a:pt x="1292674" y="1120068"/>
                  </a:lnTo>
                  <a:lnTo>
                    <a:pt x="1289941" y="1120068"/>
                  </a:lnTo>
                  <a:lnTo>
                    <a:pt x="1287496" y="1117623"/>
                  </a:lnTo>
                  <a:lnTo>
                    <a:pt x="1285051" y="1115178"/>
                  </a:lnTo>
                  <a:lnTo>
                    <a:pt x="1285051" y="1112445"/>
                  </a:lnTo>
                  <a:lnTo>
                    <a:pt x="1285051" y="1109856"/>
                  </a:lnTo>
                  <a:lnTo>
                    <a:pt x="1285051" y="1104965"/>
                  </a:lnTo>
                  <a:lnTo>
                    <a:pt x="1282461" y="1104965"/>
                  </a:lnTo>
                  <a:lnTo>
                    <a:pt x="1282461" y="1109856"/>
                  </a:lnTo>
                  <a:lnTo>
                    <a:pt x="1282461" y="1112445"/>
                  </a:lnTo>
                  <a:lnTo>
                    <a:pt x="1279729" y="1112445"/>
                  </a:lnTo>
                  <a:lnTo>
                    <a:pt x="1274838" y="1107410"/>
                  </a:lnTo>
                  <a:lnTo>
                    <a:pt x="1272393" y="1107410"/>
                  </a:lnTo>
                  <a:lnTo>
                    <a:pt x="1272393" y="1104965"/>
                  </a:lnTo>
                  <a:lnTo>
                    <a:pt x="1269660" y="1104965"/>
                  </a:lnTo>
                  <a:lnTo>
                    <a:pt x="1272393" y="1102520"/>
                  </a:lnTo>
                  <a:lnTo>
                    <a:pt x="1272393" y="1099787"/>
                  </a:lnTo>
                  <a:lnTo>
                    <a:pt x="1272393" y="1097342"/>
                  </a:lnTo>
                  <a:lnTo>
                    <a:pt x="1269660" y="1097342"/>
                  </a:lnTo>
                  <a:lnTo>
                    <a:pt x="1267215" y="1094753"/>
                  </a:lnTo>
                  <a:lnTo>
                    <a:pt x="1269660" y="1099787"/>
                  </a:lnTo>
                  <a:lnTo>
                    <a:pt x="1264626" y="1102520"/>
                  </a:lnTo>
                  <a:lnTo>
                    <a:pt x="1264626" y="1099787"/>
                  </a:lnTo>
                  <a:lnTo>
                    <a:pt x="1259448" y="1097342"/>
                  </a:lnTo>
                  <a:lnTo>
                    <a:pt x="1259448" y="1099787"/>
                  </a:lnTo>
                  <a:lnTo>
                    <a:pt x="1262181" y="1102520"/>
                  </a:lnTo>
                  <a:lnTo>
                    <a:pt x="1262181" y="1104965"/>
                  </a:lnTo>
                  <a:lnTo>
                    <a:pt x="1259448" y="1102520"/>
                  </a:lnTo>
                  <a:lnTo>
                    <a:pt x="1257002" y="1099787"/>
                  </a:lnTo>
                  <a:lnTo>
                    <a:pt x="1251968" y="1097342"/>
                  </a:lnTo>
                  <a:lnTo>
                    <a:pt x="1246790" y="1092308"/>
                  </a:lnTo>
                  <a:lnTo>
                    <a:pt x="1244344" y="1092308"/>
                  </a:lnTo>
                  <a:lnTo>
                    <a:pt x="1241899" y="1089575"/>
                  </a:lnTo>
                  <a:lnTo>
                    <a:pt x="1239166" y="1089575"/>
                  </a:lnTo>
                  <a:lnTo>
                    <a:pt x="1239166" y="1087129"/>
                  </a:lnTo>
                  <a:lnTo>
                    <a:pt x="1236721" y="1084684"/>
                  </a:lnTo>
                  <a:lnTo>
                    <a:pt x="1236721" y="1087129"/>
                  </a:lnTo>
                  <a:lnTo>
                    <a:pt x="1234132" y="1084684"/>
                  </a:lnTo>
                  <a:lnTo>
                    <a:pt x="1234132" y="1082095"/>
                  </a:lnTo>
                  <a:lnTo>
                    <a:pt x="1234132" y="1079506"/>
                  </a:lnTo>
                  <a:lnTo>
                    <a:pt x="1231686" y="1079506"/>
                  </a:lnTo>
                  <a:lnTo>
                    <a:pt x="1229241" y="1082095"/>
                  </a:lnTo>
                  <a:lnTo>
                    <a:pt x="1229241" y="1079506"/>
                  </a:lnTo>
                  <a:lnTo>
                    <a:pt x="1226509" y="1076917"/>
                  </a:lnTo>
                  <a:lnTo>
                    <a:pt x="1226509" y="1074471"/>
                  </a:lnTo>
                  <a:lnTo>
                    <a:pt x="1224063" y="1074471"/>
                  </a:lnTo>
                  <a:lnTo>
                    <a:pt x="1224063" y="1072026"/>
                  </a:lnTo>
                  <a:lnTo>
                    <a:pt x="1224063" y="1069293"/>
                  </a:lnTo>
                  <a:lnTo>
                    <a:pt x="1221474" y="1069293"/>
                  </a:lnTo>
                  <a:lnTo>
                    <a:pt x="1219029" y="1072026"/>
                  </a:lnTo>
                  <a:lnTo>
                    <a:pt x="1219029" y="1074471"/>
                  </a:lnTo>
                  <a:lnTo>
                    <a:pt x="1216296" y="1069293"/>
                  </a:lnTo>
                  <a:lnTo>
                    <a:pt x="1213851" y="1066704"/>
                  </a:lnTo>
                  <a:lnTo>
                    <a:pt x="1211406" y="1064259"/>
                  </a:lnTo>
                  <a:lnTo>
                    <a:pt x="1208816" y="1064259"/>
                  </a:lnTo>
                  <a:lnTo>
                    <a:pt x="1208816" y="1066704"/>
                  </a:lnTo>
                  <a:lnTo>
                    <a:pt x="1211406" y="1066704"/>
                  </a:lnTo>
                  <a:lnTo>
                    <a:pt x="1211406" y="1069293"/>
                  </a:lnTo>
                  <a:lnTo>
                    <a:pt x="1213851" y="1072026"/>
                  </a:lnTo>
                  <a:lnTo>
                    <a:pt x="1216296" y="1074471"/>
                  </a:lnTo>
                  <a:lnTo>
                    <a:pt x="1216296" y="1079506"/>
                  </a:lnTo>
                  <a:lnTo>
                    <a:pt x="1219029" y="1082095"/>
                  </a:lnTo>
                  <a:lnTo>
                    <a:pt x="1221474" y="1084684"/>
                  </a:lnTo>
                  <a:lnTo>
                    <a:pt x="1221474" y="1087129"/>
                  </a:lnTo>
                  <a:lnTo>
                    <a:pt x="1226509" y="1092308"/>
                  </a:lnTo>
                  <a:lnTo>
                    <a:pt x="1231686" y="1094753"/>
                  </a:lnTo>
                  <a:lnTo>
                    <a:pt x="1231686" y="1097342"/>
                  </a:lnTo>
                  <a:lnTo>
                    <a:pt x="1234132" y="1102520"/>
                  </a:lnTo>
                  <a:lnTo>
                    <a:pt x="1231686" y="1102520"/>
                  </a:lnTo>
                  <a:lnTo>
                    <a:pt x="1229241" y="1102520"/>
                  </a:lnTo>
                  <a:lnTo>
                    <a:pt x="1224063" y="1099787"/>
                  </a:lnTo>
                  <a:lnTo>
                    <a:pt x="1213851" y="1089575"/>
                  </a:lnTo>
                  <a:lnTo>
                    <a:pt x="1211406" y="1087129"/>
                  </a:lnTo>
                  <a:lnTo>
                    <a:pt x="1206083" y="1087129"/>
                  </a:lnTo>
                  <a:lnTo>
                    <a:pt x="1208816" y="1089575"/>
                  </a:lnTo>
                  <a:lnTo>
                    <a:pt x="1206083" y="1089575"/>
                  </a:lnTo>
                  <a:lnTo>
                    <a:pt x="1203638" y="1087129"/>
                  </a:lnTo>
                  <a:lnTo>
                    <a:pt x="1203638" y="1084684"/>
                  </a:lnTo>
                  <a:lnTo>
                    <a:pt x="1201193" y="1082095"/>
                  </a:lnTo>
                  <a:lnTo>
                    <a:pt x="1201193" y="1084684"/>
                  </a:lnTo>
                  <a:lnTo>
                    <a:pt x="1201193" y="1087129"/>
                  </a:lnTo>
                  <a:lnTo>
                    <a:pt x="1198748" y="1084684"/>
                  </a:lnTo>
                  <a:lnTo>
                    <a:pt x="1196015" y="1084684"/>
                  </a:lnTo>
                  <a:lnTo>
                    <a:pt x="1196015" y="1082095"/>
                  </a:lnTo>
                  <a:lnTo>
                    <a:pt x="1193569" y="1082095"/>
                  </a:lnTo>
                  <a:lnTo>
                    <a:pt x="1193569" y="1084684"/>
                  </a:lnTo>
                  <a:lnTo>
                    <a:pt x="1190980" y="1084684"/>
                  </a:lnTo>
                  <a:lnTo>
                    <a:pt x="1190980" y="1082095"/>
                  </a:lnTo>
                  <a:lnTo>
                    <a:pt x="1188535" y="1082095"/>
                  </a:lnTo>
                  <a:lnTo>
                    <a:pt x="1185802" y="1082095"/>
                  </a:lnTo>
                  <a:lnTo>
                    <a:pt x="1183357" y="1079506"/>
                  </a:lnTo>
                  <a:lnTo>
                    <a:pt x="1180912" y="1076917"/>
                  </a:lnTo>
                  <a:lnTo>
                    <a:pt x="1178323" y="1076917"/>
                  </a:lnTo>
                  <a:lnTo>
                    <a:pt x="1178323" y="1074471"/>
                  </a:lnTo>
                  <a:lnTo>
                    <a:pt x="1175590" y="1074471"/>
                  </a:lnTo>
                  <a:lnTo>
                    <a:pt x="1173145" y="1074471"/>
                  </a:lnTo>
                  <a:lnTo>
                    <a:pt x="1173145" y="1076917"/>
                  </a:lnTo>
                  <a:lnTo>
                    <a:pt x="1170699" y="1076917"/>
                  </a:lnTo>
                  <a:lnTo>
                    <a:pt x="1168254" y="1074471"/>
                  </a:lnTo>
                  <a:lnTo>
                    <a:pt x="1165521" y="1074471"/>
                  </a:lnTo>
                  <a:lnTo>
                    <a:pt x="1165521" y="1076917"/>
                  </a:lnTo>
                  <a:lnTo>
                    <a:pt x="1165521" y="1079506"/>
                  </a:lnTo>
                  <a:lnTo>
                    <a:pt x="1162932" y="1079506"/>
                  </a:lnTo>
                  <a:lnTo>
                    <a:pt x="1160487" y="1079506"/>
                  </a:lnTo>
                  <a:lnTo>
                    <a:pt x="1158041" y="1082095"/>
                  </a:lnTo>
                  <a:lnTo>
                    <a:pt x="1155596" y="1079506"/>
                  </a:lnTo>
                  <a:lnTo>
                    <a:pt x="1152863" y="1079506"/>
                  </a:lnTo>
                  <a:lnTo>
                    <a:pt x="1152863" y="1082095"/>
                  </a:lnTo>
                  <a:lnTo>
                    <a:pt x="1155596" y="1084684"/>
                  </a:lnTo>
                  <a:lnTo>
                    <a:pt x="1158041" y="1087129"/>
                  </a:lnTo>
                  <a:lnTo>
                    <a:pt x="1160487" y="1089575"/>
                  </a:lnTo>
                  <a:lnTo>
                    <a:pt x="1162932" y="1089575"/>
                  </a:lnTo>
                  <a:lnTo>
                    <a:pt x="1165521" y="1092308"/>
                  </a:lnTo>
                  <a:lnTo>
                    <a:pt x="1165521" y="1094753"/>
                  </a:lnTo>
                  <a:lnTo>
                    <a:pt x="1170699" y="1099787"/>
                  </a:lnTo>
                  <a:lnTo>
                    <a:pt x="1175590" y="1102520"/>
                  </a:lnTo>
                  <a:lnTo>
                    <a:pt x="1178323" y="1102520"/>
                  </a:lnTo>
                  <a:lnTo>
                    <a:pt x="1180912" y="1104965"/>
                  </a:lnTo>
                  <a:lnTo>
                    <a:pt x="1180912" y="1107410"/>
                  </a:lnTo>
                  <a:lnTo>
                    <a:pt x="1188535" y="1109856"/>
                  </a:lnTo>
                  <a:lnTo>
                    <a:pt x="1188535" y="1107410"/>
                  </a:lnTo>
                  <a:lnTo>
                    <a:pt x="1190980" y="1107410"/>
                  </a:lnTo>
                  <a:lnTo>
                    <a:pt x="1190980" y="1109856"/>
                  </a:lnTo>
                  <a:lnTo>
                    <a:pt x="1190980" y="1112445"/>
                  </a:lnTo>
                  <a:lnTo>
                    <a:pt x="1193569" y="1112445"/>
                  </a:lnTo>
                  <a:lnTo>
                    <a:pt x="1196015" y="1115178"/>
                  </a:lnTo>
                  <a:lnTo>
                    <a:pt x="1206083" y="1122513"/>
                  </a:lnTo>
                  <a:lnTo>
                    <a:pt x="1206083" y="1125246"/>
                  </a:lnTo>
                  <a:lnTo>
                    <a:pt x="1211406" y="1127835"/>
                  </a:lnTo>
                  <a:lnTo>
                    <a:pt x="1211406" y="1130281"/>
                  </a:lnTo>
                  <a:lnTo>
                    <a:pt x="1216296" y="1130281"/>
                  </a:lnTo>
                  <a:lnTo>
                    <a:pt x="1216296" y="1132726"/>
                  </a:lnTo>
                  <a:lnTo>
                    <a:pt x="1219029" y="1135459"/>
                  </a:lnTo>
                  <a:lnTo>
                    <a:pt x="1219029" y="1132726"/>
                  </a:lnTo>
                  <a:lnTo>
                    <a:pt x="1221474" y="1132726"/>
                  </a:lnTo>
                  <a:lnTo>
                    <a:pt x="1224063" y="1130281"/>
                  </a:lnTo>
                  <a:lnTo>
                    <a:pt x="1226509" y="1130281"/>
                  </a:lnTo>
                  <a:lnTo>
                    <a:pt x="1229241" y="1130281"/>
                  </a:lnTo>
                  <a:lnTo>
                    <a:pt x="1229241" y="1132726"/>
                  </a:lnTo>
                  <a:lnTo>
                    <a:pt x="1229241" y="1135459"/>
                  </a:lnTo>
                  <a:lnTo>
                    <a:pt x="1229241" y="1137904"/>
                  </a:lnTo>
                  <a:lnTo>
                    <a:pt x="1229241" y="1140493"/>
                  </a:lnTo>
                  <a:lnTo>
                    <a:pt x="1229241" y="1142938"/>
                  </a:lnTo>
                  <a:lnTo>
                    <a:pt x="1231686" y="1137904"/>
                  </a:lnTo>
                  <a:lnTo>
                    <a:pt x="1231686" y="1135459"/>
                  </a:lnTo>
                  <a:lnTo>
                    <a:pt x="1231686" y="1132726"/>
                  </a:lnTo>
                  <a:lnTo>
                    <a:pt x="1234132" y="1135459"/>
                  </a:lnTo>
                  <a:lnTo>
                    <a:pt x="1236721" y="1135459"/>
                  </a:lnTo>
                  <a:lnTo>
                    <a:pt x="1239166" y="1135459"/>
                  </a:lnTo>
                  <a:lnTo>
                    <a:pt x="1241899" y="1132726"/>
                  </a:lnTo>
                  <a:lnTo>
                    <a:pt x="1244344" y="1132726"/>
                  </a:lnTo>
                  <a:lnTo>
                    <a:pt x="1246790" y="1132726"/>
                  </a:lnTo>
                  <a:lnTo>
                    <a:pt x="1246790" y="1135459"/>
                  </a:lnTo>
                  <a:lnTo>
                    <a:pt x="1244344" y="1137904"/>
                  </a:lnTo>
                  <a:lnTo>
                    <a:pt x="1241899" y="1137904"/>
                  </a:lnTo>
                  <a:lnTo>
                    <a:pt x="1239166" y="1142938"/>
                  </a:lnTo>
                  <a:lnTo>
                    <a:pt x="1241899" y="1145671"/>
                  </a:lnTo>
                  <a:lnTo>
                    <a:pt x="1244344" y="1145671"/>
                  </a:lnTo>
                  <a:lnTo>
                    <a:pt x="1244344" y="1142938"/>
                  </a:lnTo>
                  <a:lnTo>
                    <a:pt x="1244344" y="1140493"/>
                  </a:lnTo>
                  <a:lnTo>
                    <a:pt x="1246790" y="1140493"/>
                  </a:lnTo>
                  <a:lnTo>
                    <a:pt x="1249235" y="1140493"/>
                  </a:lnTo>
                  <a:lnTo>
                    <a:pt x="1251968" y="1137904"/>
                  </a:lnTo>
                  <a:lnTo>
                    <a:pt x="1254557" y="1137904"/>
                  </a:lnTo>
                  <a:lnTo>
                    <a:pt x="1254557" y="1140493"/>
                  </a:lnTo>
                  <a:lnTo>
                    <a:pt x="1249235" y="1148117"/>
                  </a:lnTo>
                  <a:lnTo>
                    <a:pt x="1249235" y="1150562"/>
                  </a:lnTo>
                  <a:lnTo>
                    <a:pt x="1249235" y="1153007"/>
                  </a:lnTo>
                  <a:lnTo>
                    <a:pt x="1251968" y="1145671"/>
                  </a:lnTo>
                  <a:lnTo>
                    <a:pt x="1254557" y="1145671"/>
                  </a:lnTo>
                  <a:lnTo>
                    <a:pt x="1257002" y="1145671"/>
                  </a:lnTo>
                  <a:lnTo>
                    <a:pt x="1257002" y="1142938"/>
                  </a:lnTo>
                  <a:lnTo>
                    <a:pt x="1259448" y="1140493"/>
                  </a:lnTo>
                  <a:lnTo>
                    <a:pt x="1262181" y="1142938"/>
                  </a:lnTo>
                  <a:lnTo>
                    <a:pt x="1262181" y="1145671"/>
                  </a:lnTo>
                  <a:lnTo>
                    <a:pt x="1264626" y="1145671"/>
                  </a:lnTo>
                  <a:lnTo>
                    <a:pt x="1267215" y="1148117"/>
                  </a:lnTo>
                  <a:lnTo>
                    <a:pt x="1269660" y="1145671"/>
                  </a:lnTo>
                  <a:lnTo>
                    <a:pt x="1272393" y="1148117"/>
                  </a:lnTo>
                  <a:lnTo>
                    <a:pt x="1269660" y="1150562"/>
                  </a:lnTo>
                  <a:lnTo>
                    <a:pt x="1269660" y="1153007"/>
                  </a:lnTo>
                  <a:lnTo>
                    <a:pt x="1274838" y="1150562"/>
                  </a:lnTo>
                  <a:lnTo>
                    <a:pt x="1277283" y="1153007"/>
                  </a:lnTo>
                  <a:lnTo>
                    <a:pt x="1277283" y="1155884"/>
                  </a:lnTo>
                  <a:lnTo>
                    <a:pt x="1279729" y="1155884"/>
                  </a:lnTo>
                  <a:lnTo>
                    <a:pt x="1282461" y="1155884"/>
                  </a:lnTo>
                  <a:lnTo>
                    <a:pt x="1285051" y="1155884"/>
                  </a:lnTo>
                  <a:lnTo>
                    <a:pt x="1285051" y="1158329"/>
                  </a:lnTo>
                  <a:lnTo>
                    <a:pt x="1285051" y="1160774"/>
                  </a:lnTo>
                  <a:lnTo>
                    <a:pt x="1287496" y="1158329"/>
                  </a:lnTo>
                  <a:lnTo>
                    <a:pt x="1287496" y="1160774"/>
                  </a:lnTo>
                  <a:lnTo>
                    <a:pt x="1289941" y="1163220"/>
                  </a:lnTo>
                  <a:lnTo>
                    <a:pt x="1289941" y="1165953"/>
                  </a:lnTo>
                  <a:lnTo>
                    <a:pt x="1292674" y="1165953"/>
                  </a:lnTo>
                  <a:lnTo>
                    <a:pt x="1295119" y="1163220"/>
                  </a:lnTo>
                  <a:lnTo>
                    <a:pt x="1297709" y="1163220"/>
                  </a:lnTo>
                  <a:lnTo>
                    <a:pt x="1295119" y="1165953"/>
                  </a:lnTo>
                  <a:lnTo>
                    <a:pt x="1295119" y="1168398"/>
                  </a:lnTo>
                  <a:lnTo>
                    <a:pt x="1297709" y="1165953"/>
                  </a:lnTo>
                  <a:lnTo>
                    <a:pt x="1300154" y="1165953"/>
                  </a:lnTo>
                  <a:lnTo>
                    <a:pt x="1302887" y="1163220"/>
                  </a:lnTo>
                  <a:lnTo>
                    <a:pt x="1307777" y="1163220"/>
                  </a:lnTo>
                  <a:lnTo>
                    <a:pt x="1307777" y="1165953"/>
                  </a:lnTo>
                  <a:lnTo>
                    <a:pt x="1310366" y="1165953"/>
                  </a:lnTo>
                  <a:lnTo>
                    <a:pt x="1310366" y="1168398"/>
                  </a:lnTo>
                  <a:lnTo>
                    <a:pt x="1312811" y="1168398"/>
                  </a:lnTo>
                  <a:lnTo>
                    <a:pt x="1315544" y="1168398"/>
                  </a:lnTo>
                  <a:lnTo>
                    <a:pt x="1315544" y="1170987"/>
                  </a:lnTo>
                  <a:lnTo>
                    <a:pt x="1320435" y="1173432"/>
                  </a:lnTo>
                  <a:lnTo>
                    <a:pt x="1317989" y="1176165"/>
                  </a:lnTo>
                  <a:lnTo>
                    <a:pt x="1320435" y="1176165"/>
                  </a:lnTo>
                  <a:lnTo>
                    <a:pt x="1322880" y="1176165"/>
                  </a:lnTo>
                  <a:lnTo>
                    <a:pt x="1322880" y="1178610"/>
                  </a:lnTo>
                  <a:lnTo>
                    <a:pt x="1325613" y="1176165"/>
                  </a:lnTo>
                  <a:lnTo>
                    <a:pt x="1325613" y="1178610"/>
                  </a:lnTo>
                  <a:lnTo>
                    <a:pt x="1328202" y="1178610"/>
                  </a:lnTo>
                  <a:lnTo>
                    <a:pt x="1325613" y="1181056"/>
                  </a:lnTo>
                  <a:lnTo>
                    <a:pt x="1328202" y="1181056"/>
                  </a:lnTo>
                  <a:lnTo>
                    <a:pt x="1328202" y="1183501"/>
                  </a:lnTo>
                  <a:lnTo>
                    <a:pt x="1330647" y="1183501"/>
                  </a:lnTo>
                  <a:lnTo>
                    <a:pt x="1333093" y="1183501"/>
                  </a:lnTo>
                  <a:lnTo>
                    <a:pt x="1333093" y="1186234"/>
                  </a:lnTo>
                  <a:lnTo>
                    <a:pt x="1335826" y="1186234"/>
                  </a:lnTo>
                  <a:lnTo>
                    <a:pt x="1338271" y="1186234"/>
                  </a:lnTo>
                  <a:lnTo>
                    <a:pt x="1338271" y="1188823"/>
                  </a:lnTo>
                  <a:lnTo>
                    <a:pt x="1335826" y="1191268"/>
                  </a:lnTo>
                  <a:lnTo>
                    <a:pt x="1333093" y="1193713"/>
                  </a:lnTo>
                  <a:lnTo>
                    <a:pt x="1333093" y="1196158"/>
                  </a:lnTo>
                  <a:lnTo>
                    <a:pt x="1335826" y="1196158"/>
                  </a:lnTo>
                  <a:lnTo>
                    <a:pt x="1338271" y="1196158"/>
                  </a:lnTo>
                  <a:lnTo>
                    <a:pt x="1338271" y="1193713"/>
                  </a:lnTo>
                  <a:lnTo>
                    <a:pt x="1340860" y="1191268"/>
                  </a:lnTo>
                  <a:lnTo>
                    <a:pt x="1343305" y="1193713"/>
                  </a:lnTo>
                  <a:lnTo>
                    <a:pt x="1343305" y="1188823"/>
                  </a:lnTo>
                  <a:lnTo>
                    <a:pt x="1350928" y="1196158"/>
                  </a:lnTo>
                  <a:lnTo>
                    <a:pt x="1353517" y="1198891"/>
                  </a:lnTo>
                  <a:lnTo>
                    <a:pt x="1348483" y="1198891"/>
                  </a:lnTo>
                  <a:lnTo>
                    <a:pt x="1348483" y="1201481"/>
                  </a:lnTo>
                  <a:lnTo>
                    <a:pt x="1350928" y="1201481"/>
                  </a:lnTo>
                  <a:lnTo>
                    <a:pt x="1353517" y="1201481"/>
                  </a:lnTo>
                  <a:lnTo>
                    <a:pt x="1356107" y="1201481"/>
                  </a:lnTo>
                  <a:lnTo>
                    <a:pt x="1358696" y="1201481"/>
                  </a:lnTo>
                  <a:lnTo>
                    <a:pt x="1358696" y="1198891"/>
                  </a:lnTo>
                  <a:lnTo>
                    <a:pt x="1361141" y="1196158"/>
                  </a:lnTo>
                  <a:lnTo>
                    <a:pt x="1366319" y="1198891"/>
                  </a:lnTo>
                  <a:lnTo>
                    <a:pt x="1366319" y="1201481"/>
                  </a:lnTo>
                  <a:lnTo>
                    <a:pt x="1363586" y="1201481"/>
                  </a:lnTo>
                  <a:lnTo>
                    <a:pt x="1363586" y="1203926"/>
                  </a:lnTo>
                  <a:lnTo>
                    <a:pt x="1363586" y="1206371"/>
                  </a:lnTo>
                  <a:lnTo>
                    <a:pt x="1361141" y="1206371"/>
                  </a:lnTo>
                  <a:lnTo>
                    <a:pt x="1361141" y="1209104"/>
                  </a:lnTo>
                  <a:lnTo>
                    <a:pt x="1363586" y="1211549"/>
                  </a:lnTo>
                  <a:lnTo>
                    <a:pt x="1363586" y="1214138"/>
                  </a:lnTo>
                  <a:lnTo>
                    <a:pt x="1366319" y="1216584"/>
                  </a:lnTo>
                  <a:lnTo>
                    <a:pt x="1366319" y="1219316"/>
                  </a:lnTo>
                  <a:lnTo>
                    <a:pt x="1363586" y="1219316"/>
                  </a:lnTo>
                  <a:lnTo>
                    <a:pt x="1361141" y="1216584"/>
                  </a:lnTo>
                  <a:lnTo>
                    <a:pt x="1358696" y="1214138"/>
                  </a:lnTo>
                  <a:lnTo>
                    <a:pt x="1358696" y="1216584"/>
                  </a:lnTo>
                  <a:lnTo>
                    <a:pt x="1361141" y="1219316"/>
                  </a:lnTo>
                  <a:lnTo>
                    <a:pt x="1363586" y="1224207"/>
                  </a:lnTo>
                  <a:lnTo>
                    <a:pt x="1363586" y="1226652"/>
                  </a:lnTo>
                  <a:lnTo>
                    <a:pt x="1366319" y="1226652"/>
                  </a:lnTo>
                  <a:lnTo>
                    <a:pt x="1368764" y="1226652"/>
                  </a:lnTo>
                  <a:lnTo>
                    <a:pt x="1368764" y="1229385"/>
                  </a:lnTo>
                  <a:lnTo>
                    <a:pt x="1371354" y="1229385"/>
                  </a:lnTo>
                  <a:lnTo>
                    <a:pt x="1373799" y="1231974"/>
                  </a:lnTo>
                  <a:lnTo>
                    <a:pt x="1376532" y="1231974"/>
                  </a:lnTo>
                  <a:lnTo>
                    <a:pt x="1376532" y="1236865"/>
                  </a:lnTo>
                  <a:lnTo>
                    <a:pt x="1373799" y="1236865"/>
                  </a:lnTo>
                  <a:lnTo>
                    <a:pt x="1371354" y="1236865"/>
                  </a:lnTo>
                  <a:lnTo>
                    <a:pt x="1371354" y="1239598"/>
                  </a:lnTo>
                  <a:lnTo>
                    <a:pt x="1368764" y="1239598"/>
                  </a:lnTo>
                  <a:lnTo>
                    <a:pt x="1368764" y="1242043"/>
                  </a:lnTo>
                  <a:lnTo>
                    <a:pt x="1366319" y="1242043"/>
                  </a:lnTo>
                  <a:lnTo>
                    <a:pt x="1363586" y="1242043"/>
                  </a:lnTo>
                  <a:lnTo>
                    <a:pt x="1363586" y="1244632"/>
                  </a:lnTo>
                  <a:lnTo>
                    <a:pt x="1361141" y="1244632"/>
                  </a:lnTo>
                  <a:lnTo>
                    <a:pt x="1358696" y="1244632"/>
                  </a:lnTo>
                  <a:lnTo>
                    <a:pt x="1356107" y="1244632"/>
                  </a:lnTo>
                  <a:lnTo>
                    <a:pt x="1356107" y="1242043"/>
                  </a:lnTo>
                  <a:lnTo>
                    <a:pt x="1356107" y="1239598"/>
                  </a:lnTo>
                  <a:lnTo>
                    <a:pt x="1353517" y="1244632"/>
                  </a:lnTo>
                  <a:lnTo>
                    <a:pt x="1350928" y="1242043"/>
                  </a:lnTo>
                  <a:lnTo>
                    <a:pt x="1348483" y="1242043"/>
                  </a:lnTo>
                  <a:lnTo>
                    <a:pt x="1346038" y="1244632"/>
                  </a:lnTo>
                  <a:lnTo>
                    <a:pt x="1343305" y="1242043"/>
                  </a:lnTo>
                  <a:lnTo>
                    <a:pt x="1340860" y="1242043"/>
                  </a:lnTo>
                  <a:lnTo>
                    <a:pt x="1340860" y="1239598"/>
                  </a:lnTo>
                  <a:lnTo>
                    <a:pt x="1338271" y="1239598"/>
                  </a:lnTo>
                  <a:lnTo>
                    <a:pt x="1335826" y="1239598"/>
                  </a:lnTo>
                  <a:lnTo>
                    <a:pt x="1333093" y="1239598"/>
                  </a:lnTo>
                  <a:lnTo>
                    <a:pt x="1333093" y="1236865"/>
                  </a:lnTo>
                  <a:lnTo>
                    <a:pt x="1328202" y="1236865"/>
                  </a:lnTo>
                  <a:lnTo>
                    <a:pt x="1325613" y="1236865"/>
                  </a:lnTo>
                  <a:lnTo>
                    <a:pt x="1322880" y="1236865"/>
                  </a:lnTo>
                  <a:lnTo>
                    <a:pt x="1320435" y="1236865"/>
                  </a:lnTo>
                  <a:lnTo>
                    <a:pt x="1317989" y="1239598"/>
                  </a:lnTo>
                  <a:lnTo>
                    <a:pt x="1317989" y="1236865"/>
                  </a:lnTo>
                  <a:lnTo>
                    <a:pt x="1315544" y="1236865"/>
                  </a:lnTo>
                  <a:lnTo>
                    <a:pt x="1312811" y="1239598"/>
                  </a:lnTo>
                  <a:lnTo>
                    <a:pt x="1310366" y="1239598"/>
                  </a:lnTo>
                  <a:lnTo>
                    <a:pt x="1307777" y="1239598"/>
                  </a:lnTo>
                  <a:lnTo>
                    <a:pt x="1307777" y="1236865"/>
                  </a:lnTo>
                  <a:lnTo>
                    <a:pt x="1305332" y="1236865"/>
                  </a:lnTo>
                  <a:lnTo>
                    <a:pt x="1305332" y="1234420"/>
                  </a:lnTo>
                  <a:lnTo>
                    <a:pt x="1302887" y="1234420"/>
                  </a:lnTo>
                  <a:lnTo>
                    <a:pt x="1300154" y="1234420"/>
                  </a:lnTo>
                  <a:lnTo>
                    <a:pt x="1302887" y="1236865"/>
                  </a:lnTo>
                  <a:lnTo>
                    <a:pt x="1300154" y="1239598"/>
                  </a:lnTo>
                  <a:lnTo>
                    <a:pt x="1297709" y="1236865"/>
                  </a:lnTo>
                  <a:lnTo>
                    <a:pt x="1297709" y="1234420"/>
                  </a:lnTo>
                  <a:lnTo>
                    <a:pt x="1295119" y="1234420"/>
                  </a:lnTo>
                  <a:lnTo>
                    <a:pt x="1292674" y="1231974"/>
                  </a:lnTo>
                  <a:lnTo>
                    <a:pt x="1289941" y="1234420"/>
                  </a:lnTo>
                  <a:lnTo>
                    <a:pt x="1287496" y="1236865"/>
                  </a:lnTo>
                  <a:lnTo>
                    <a:pt x="1285051" y="1234420"/>
                  </a:lnTo>
                  <a:lnTo>
                    <a:pt x="1282461" y="1234420"/>
                  </a:lnTo>
                  <a:lnTo>
                    <a:pt x="1279729" y="1234420"/>
                  </a:lnTo>
                  <a:lnTo>
                    <a:pt x="1279729" y="1236865"/>
                  </a:lnTo>
                  <a:lnTo>
                    <a:pt x="1277283" y="1236865"/>
                  </a:lnTo>
                  <a:lnTo>
                    <a:pt x="1274838" y="1236865"/>
                  </a:lnTo>
                  <a:lnTo>
                    <a:pt x="1272393" y="1236865"/>
                  </a:lnTo>
                  <a:lnTo>
                    <a:pt x="1272393" y="1234420"/>
                  </a:lnTo>
                  <a:lnTo>
                    <a:pt x="1274838" y="1231974"/>
                  </a:lnTo>
                  <a:lnTo>
                    <a:pt x="1272393" y="1229385"/>
                  </a:lnTo>
                  <a:lnTo>
                    <a:pt x="1269660" y="1234420"/>
                  </a:lnTo>
                  <a:lnTo>
                    <a:pt x="1267215" y="1234420"/>
                  </a:lnTo>
                  <a:lnTo>
                    <a:pt x="1267215" y="1236865"/>
                  </a:lnTo>
                  <a:lnTo>
                    <a:pt x="1264626" y="1236865"/>
                  </a:lnTo>
                  <a:lnTo>
                    <a:pt x="1262181" y="1236865"/>
                  </a:lnTo>
                  <a:lnTo>
                    <a:pt x="1262181" y="1234420"/>
                  </a:lnTo>
                  <a:lnTo>
                    <a:pt x="1259448" y="1234420"/>
                  </a:lnTo>
                  <a:lnTo>
                    <a:pt x="1259448" y="1236865"/>
                  </a:lnTo>
                  <a:lnTo>
                    <a:pt x="1257002" y="1239598"/>
                  </a:lnTo>
                  <a:lnTo>
                    <a:pt x="1254557" y="1236865"/>
                  </a:lnTo>
                  <a:lnTo>
                    <a:pt x="1251968" y="1236865"/>
                  </a:lnTo>
                  <a:lnTo>
                    <a:pt x="1246790" y="1236865"/>
                  </a:lnTo>
                  <a:lnTo>
                    <a:pt x="1244344" y="1239598"/>
                  </a:lnTo>
                  <a:lnTo>
                    <a:pt x="1241899" y="1239598"/>
                  </a:lnTo>
                  <a:lnTo>
                    <a:pt x="1239166" y="1239598"/>
                  </a:lnTo>
                  <a:lnTo>
                    <a:pt x="1234132" y="1239598"/>
                  </a:lnTo>
                  <a:lnTo>
                    <a:pt x="1231686" y="1242043"/>
                  </a:lnTo>
                  <a:lnTo>
                    <a:pt x="1229241" y="1242043"/>
                  </a:lnTo>
                  <a:lnTo>
                    <a:pt x="1229241" y="1239598"/>
                  </a:lnTo>
                  <a:lnTo>
                    <a:pt x="1226509" y="1239598"/>
                  </a:lnTo>
                  <a:lnTo>
                    <a:pt x="1224063" y="1239598"/>
                  </a:lnTo>
                  <a:lnTo>
                    <a:pt x="1224063" y="1242043"/>
                  </a:lnTo>
                  <a:lnTo>
                    <a:pt x="1219029" y="1239598"/>
                  </a:lnTo>
                  <a:lnTo>
                    <a:pt x="1219029" y="1236865"/>
                  </a:lnTo>
                  <a:lnTo>
                    <a:pt x="1219029" y="1234420"/>
                  </a:lnTo>
                  <a:lnTo>
                    <a:pt x="1219029" y="1231974"/>
                  </a:lnTo>
                  <a:lnTo>
                    <a:pt x="1216296" y="1231974"/>
                  </a:lnTo>
                  <a:lnTo>
                    <a:pt x="1216296" y="1229385"/>
                  </a:lnTo>
                  <a:lnTo>
                    <a:pt x="1214570" y="1229385"/>
                  </a:lnTo>
                  <a:lnTo>
                    <a:pt x="1216296" y="1236865"/>
                  </a:lnTo>
                  <a:lnTo>
                    <a:pt x="1213851" y="1236865"/>
                  </a:lnTo>
                  <a:lnTo>
                    <a:pt x="1213851" y="1234420"/>
                  </a:lnTo>
                  <a:lnTo>
                    <a:pt x="1213851" y="1231974"/>
                  </a:lnTo>
                  <a:lnTo>
                    <a:pt x="1211406" y="1231974"/>
                  </a:lnTo>
                  <a:lnTo>
                    <a:pt x="1208816" y="1234420"/>
                  </a:lnTo>
                  <a:lnTo>
                    <a:pt x="1203638" y="1234420"/>
                  </a:lnTo>
                  <a:lnTo>
                    <a:pt x="1201193" y="1236865"/>
                  </a:lnTo>
                  <a:lnTo>
                    <a:pt x="1198748" y="1234420"/>
                  </a:lnTo>
                  <a:lnTo>
                    <a:pt x="1196015" y="1234420"/>
                  </a:lnTo>
                  <a:lnTo>
                    <a:pt x="1190980" y="1234420"/>
                  </a:lnTo>
                  <a:lnTo>
                    <a:pt x="1188535" y="1231974"/>
                  </a:lnTo>
                  <a:lnTo>
                    <a:pt x="1185802" y="1231974"/>
                  </a:lnTo>
                  <a:lnTo>
                    <a:pt x="1185802" y="1229385"/>
                  </a:lnTo>
                  <a:lnTo>
                    <a:pt x="1180912" y="1226652"/>
                  </a:lnTo>
                  <a:lnTo>
                    <a:pt x="1178323" y="1221762"/>
                  </a:lnTo>
                  <a:lnTo>
                    <a:pt x="1175590" y="1224207"/>
                  </a:lnTo>
                  <a:lnTo>
                    <a:pt x="1173145" y="1221762"/>
                  </a:lnTo>
                  <a:lnTo>
                    <a:pt x="1168254" y="1219316"/>
                  </a:lnTo>
                  <a:lnTo>
                    <a:pt x="1165521" y="1214138"/>
                  </a:lnTo>
                  <a:lnTo>
                    <a:pt x="1162932" y="1216584"/>
                  </a:lnTo>
                  <a:lnTo>
                    <a:pt x="1160487" y="1214138"/>
                  </a:lnTo>
                  <a:lnTo>
                    <a:pt x="1162932" y="1209104"/>
                  </a:lnTo>
                  <a:lnTo>
                    <a:pt x="1165521" y="1209104"/>
                  </a:lnTo>
                  <a:lnTo>
                    <a:pt x="1165521" y="1206371"/>
                  </a:lnTo>
                  <a:lnTo>
                    <a:pt x="1162932" y="1203926"/>
                  </a:lnTo>
                  <a:lnTo>
                    <a:pt x="1162932" y="1206371"/>
                  </a:lnTo>
                  <a:lnTo>
                    <a:pt x="1160487" y="1209104"/>
                  </a:lnTo>
                  <a:lnTo>
                    <a:pt x="1160487" y="1206371"/>
                  </a:lnTo>
                  <a:lnTo>
                    <a:pt x="1160487" y="1203926"/>
                  </a:lnTo>
                  <a:lnTo>
                    <a:pt x="1162932" y="1201481"/>
                  </a:lnTo>
                  <a:lnTo>
                    <a:pt x="1160487" y="1198891"/>
                  </a:lnTo>
                  <a:lnTo>
                    <a:pt x="1155596" y="1201481"/>
                  </a:lnTo>
                  <a:lnTo>
                    <a:pt x="1155596" y="1203926"/>
                  </a:lnTo>
                  <a:lnTo>
                    <a:pt x="1152863" y="1206371"/>
                  </a:lnTo>
                  <a:lnTo>
                    <a:pt x="1152863" y="1203926"/>
                  </a:lnTo>
                  <a:lnTo>
                    <a:pt x="1152863" y="1201481"/>
                  </a:lnTo>
                  <a:lnTo>
                    <a:pt x="1150418" y="1201481"/>
                  </a:lnTo>
                  <a:lnTo>
                    <a:pt x="1147829" y="1201481"/>
                  </a:lnTo>
                  <a:lnTo>
                    <a:pt x="1145384" y="1201481"/>
                  </a:lnTo>
                  <a:lnTo>
                    <a:pt x="1142651" y="1198891"/>
                  </a:lnTo>
                  <a:lnTo>
                    <a:pt x="1140206" y="1198891"/>
                  </a:lnTo>
                  <a:lnTo>
                    <a:pt x="1140206" y="1201481"/>
                  </a:lnTo>
                  <a:lnTo>
                    <a:pt x="1142651" y="1201481"/>
                  </a:lnTo>
                  <a:lnTo>
                    <a:pt x="1142651" y="1203926"/>
                  </a:lnTo>
                  <a:lnTo>
                    <a:pt x="1140206" y="1203926"/>
                  </a:lnTo>
                  <a:lnTo>
                    <a:pt x="1142651" y="1206371"/>
                  </a:lnTo>
                  <a:lnTo>
                    <a:pt x="1140206" y="1206371"/>
                  </a:lnTo>
                  <a:lnTo>
                    <a:pt x="1137760" y="1203926"/>
                  </a:lnTo>
                  <a:lnTo>
                    <a:pt x="1135315" y="1203926"/>
                  </a:lnTo>
                  <a:lnTo>
                    <a:pt x="1135315" y="1196158"/>
                  </a:lnTo>
                  <a:lnTo>
                    <a:pt x="1137760" y="1196158"/>
                  </a:lnTo>
                  <a:lnTo>
                    <a:pt x="1137760" y="1193713"/>
                  </a:lnTo>
                  <a:lnTo>
                    <a:pt x="1137760" y="1191268"/>
                  </a:lnTo>
                  <a:lnTo>
                    <a:pt x="1135315" y="1191268"/>
                  </a:lnTo>
                  <a:lnTo>
                    <a:pt x="1135315" y="1193713"/>
                  </a:lnTo>
                  <a:lnTo>
                    <a:pt x="1132438" y="1203926"/>
                  </a:lnTo>
                  <a:lnTo>
                    <a:pt x="1135315" y="1206371"/>
                  </a:lnTo>
                  <a:lnTo>
                    <a:pt x="1135315" y="1209104"/>
                  </a:lnTo>
                  <a:lnTo>
                    <a:pt x="1132438" y="1209104"/>
                  </a:lnTo>
                  <a:lnTo>
                    <a:pt x="1129993" y="1209104"/>
                  </a:lnTo>
                  <a:lnTo>
                    <a:pt x="1129993" y="1211549"/>
                  </a:lnTo>
                  <a:lnTo>
                    <a:pt x="1127548" y="1211549"/>
                  </a:lnTo>
                  <a:lnTo>
                    <a:pt x="1127548" y="1214138"/>
                  </a:lnTo>
                  <a:lnTo>
                    <a:pt x="1125103" y="1214138"/>
                  </a:lnTo>
                  <a:lnTo>
                    <a:pt x="1122370" y="1211549"/>
                  </a:lnTo>
                  <a:lnTo>
                    <a:pt x="1119924" y="1209104"/>
                  </a:lnTo>
                  <a:lnTo>
                    <a:pt x="1114890" y="1209104"/>
                  </a:lnTo>
                  <a:lnTo>
                    <a:pt x="1112157" y="1206371"/>
                  </a:lnTo>
                  <a:lnTo>
                    <a:pt x="1109712" y="1206371"/>
                  </a:lnTo>
                  <a:lnTo>
                    <a:pt x="1107267" y="1203926"/>
                  </a:lnTo>
                  <a:lnTo>
                    <a:pt x="1101945" y="1203926"/>
                  </a:lnTo>
                  <a:lnTo>
                    <a:pt x="1099499" y="1203926"/>
                  </a:lnTo>
                  <a:lnTo>
                    <a:pt x="1097054" y="1203926"/>
                  </a:lnTo>
                  <a:lnTo>
                    <a:pt x="1094609" y="1203926"/>
                  </a:lnTo>
                  <a:lnTo>
                    <a:pt x="1086842" y="1206371"/>
                  </a:lnTo>
                  <a:lnTo>
                    <a:pt x="1084396" y="1203926"/>
                  </a:lnTo>
                  <a:lnTo>
                    <a:pt x="1086842" y="1203926"/>
                  </a:lnTo>
                  <a:lnTo>
                    <a:pt x="1089287" y="1203926"/>
                  </a:lnTo>
                  <a:lnTo>
                    <a:pt x="1091876" y="1203926"/>
                  </a:lnTo>
                  <a:lnTo>
                    <a:pt x="1091876" y="1201481"/>
                  </a:lnTo>
                  <a:lnTo>
                    <a:pt x="1089287" y="1201481"/>
                  </a:lnTo>
                  <a:lnTo>
                    <a:pt x="1086842" y="1198891"/>
                  </a:lnTo>
                  <a:lnTo>
                    <a:pt x="1086842" y="1201481"/>
                  </a:lnTo>
                  <a:lnTo>
                    <a:pt x="1084396" y="1201481"/>
                  </a:lnTo>
                  <a:lnTo>
                    <a:pt x="1081951" y="1201481"/>
                  </a:lnTo>
                  <a:lnTo>
                    <a:pt x="1081951" y="1198891"/>
                  </a:lnTo>
                  <a:lnTo>
                    <a:pt x="1079218" y="1196158"/>
                  </a:lnTo>
                  <a:lnTo>
                    <a:pt x="1081951" y="1193713"/>
                  </a:lnTo>
                  <a:lnTo>
                    <a:pt x="1084396" y="1191268"/>
                  </a:lnTo>
                  <a:lnTo>
                    <a:pt x="1084396" y="1188823"/>
                  </a:lnTo>
                  <a:lnTo>
                    <a:pt x="1081951" y="1188823"/>
                  </a:lnTo>
                  <a:lnTo>
                    <a:pt x="1081951" y="1191268"/>
                  </a:lnTo>
                  <a:lnTo>
                    <a:pt x="1076773" y="1196158"/>
                  </a:lnTo>
                  <a:lnTo>
                    <a:pt x="1076773" y="1198891"/>
                  </a:lnTo>
                  <a:lnTo>
                    <a:pt x="1074184" y="1201481"/>
                  </a:lnTo>
                  <a:lnTo>
                    <a:pt x="1071738" y="1201481"/>
                  </a:lnTo>
                  <a:lnTo>
                    <a:pt x="1071738" y="1198891"/>
                  </a:lnTo>
                  <a:lnTo>
                    <a:pt x="1069006" y="1196158"/>
                  </a:lnTo>
                  <a:lnTo>
                    <a:pt x="1074184" y="1196158"/>
                  </a:lnTo>
                  <a:lnTo>
                    <a:pt x="1076773" y="1193713"/>
                  </a:lnTo>
                  <a:lnTo>
                    <a:pt x="1074184" y="1191268"/>
                  </a:lnTo>
                  <a:lnTo>
                    <a:pt x="1076773" y="1191268"/>
                  </a:lnTo>
                  <a:lnTo>
                    <a:pt x="1076773" y="1186234"/>
                  </a:lnTo>
                  <a:lnTo>
                    <a:pt x="1079218" y="1183501"/>
                  </a:lnTo>
                  <a:lnTo>
                    <a:pt x="1081951" y="1181056"/>
                  </a:lnTo>
                  <a:lnTo>
                    <a:pt x="1079218" y="1181056"/>
                  </a:lnTo>
                  <a:lnTo>
                    <a:pt x="1076773" y="1183501"/>
                  </a:lnTo>
                  <a:lnTo>
                    <a:pt x="1076773" y="1181056"/>
                  </a:lnTo>
                  <a:lnTo>
                    <a:pt x="1074184" y="1181056"/>
                  </a:lnTo>
                  <a:lnTo>
                    <a:pt x="1074184" y="1183501"/>
                  </a:lnTo>
                  <a:lnTo>
                    <a:pt x="1074184" y="1186234"/>
                  </a:lnTo>
                  <a:lnTo>
                    <a:pt x="1074184" y="1188823"/>
                  </a:lnTo>
                  <a:lnTo>
                    <a:pt x="1071738" y="1191268"/>
                  </a:lnTo>
                  <a:lnTo>
                    <a:pt x="1071738" y="1188823"/>
                  </a:lnTo>
                  <a:lnTo>
                    <a:pt x="1069006" y="1188823"/>
                  </a:lnTo>
                  <a:lnTo>
                    <a:pt x="1069006" y="1191268"/>
                  </a:lnTo>
                  <a:lnTo>
                    <a:pt x="1066561" y="1191268"/>
                  </a:lnTo>
                  <a:lnTo>
                    <a:pt x="1066561" y="1193713"/>
                  </a:lnTo>
                  <a:lnTo>
                    <a:pt x="1066561" y="1196158"/>
                  </a:lnTo>
                  <a:lnTo>
                    <a:pt x="1066561" y="1198891"/>
                  </a:lnTo>
                  <a:lnTo>
                    <a:pt x="1064115" y="1198891"/>
                  </a:lnTo>
                  <a:lnTo>
                    <a:pt x="1061526" y="1196158"/>
                  </a:lnTo>
                  <a:lnTo>
                    <a:pt x="1058937" y="1196158"/>
                  </a:lnTo>
                  <a:lnTo>
                    <a:pt x="1058937" y="1198891"/>
                  </a:lnTo>
                  <a:lnTo>
                    <a:pt x="1056348" y="1198891"/>
                  </a:lnTo>
                  <a:lnTo>
                    <a:pt x="1056348" y="1196158"/>
                  </a:lnTo>
                  <a:lnTo>
                    <a:pt x="1053903" y="1196158"/>
                  </a:lnTo>
                  <a:lnTo>
                    <a:pt x="1053903" y="1193713"/>
                  </a:lnTo>
                  <a:lnTo>
                    <a:pt x="1053903" y="1191268"/>
                  </a:lnTo>
                  <a:lnTo>
                    <a:pt x="1053903" y="1188823"/>
                  </a:lnTo>
                  <a:lnTo>
                    <a:pt x="1053903" y="1186234"/>
                  </a:lnTo>
                  <a:lnTo>
                    <a:pt x="1051457" y="1188823"/>
                  </a:lnTo>
                  <a:lnTo>
                    <a:pt x="1051457" y="1191268"/>
                  </a:lnTo>
                  <a:lnTo>
                    <a:pt x="1048724" y="1193713"/>
                  </a:lnTo>
                  <a:lnTo>
                    <a:pt x="1048724" y="1191268"/>
                  </a:lnTo>
                  <a:lnTo>
                    <a:pt x="1046279" y="1188823"/>
                  </a:lnTo>
                  <a:lnTo>
                    <a:pt x="1043690" y="1191268"/>
                  </a:lnTo>
                  <a:lnTo>
                    <a:pt x="1041245" y="1191268"/>
                  </a:lnTo>
                  <a:lnTo>
                    <a:pt x="1038512" y="1191268"/>
                  </a:lnTo>
                  <a:lnTo>
                    <a:pt x="1038512" y="1188823"/>
                  </a:lnTo>
                  <a:lnTo>
                    <a:pt x="1036067" y="1188823"/>
                  </a:lnTo>
                  <a:lnTo>
                    <a:pt x="1036067" y="1186234"/>
                  </a:lnTo>
                  <a:lnTo>
                    <a:pt x="1033621" y="1183501"/>
                  </a:lnTo>
                  <a:lnTo>
                    <a:pt x="1031032" y="1183501"/>
                  </a:lnTo>
                  <a:lnTo>
                    <a:pt x="1028299" y="1181056"/>
                  </a:lnTo>
                  <a:lnTo>
                    <a:pt x="1031032" y="1181056"/>
                  </a:lnTo>
                  <a:lnTo>
                    <a:pt x="1033621" y="1181056"/>
                  </a:lnTo>
                  <a:lnTo>
                    <a:pt x="1033621" y="1178610"/>
                  </a:lnTo>
                  <a:lnTo>
                    <a:pt x="1031032" y="1178610"/>
                  </a:lnTo>
                  <a:lnTo>
                    <a:pt x="1031032" y="1176165"/>
                  </a:lnTo>
                  <a:lnTo>
                    <a:pt x="1028299" y="1176165"/>
                  </a:lnTo>
                  <a:lnTo>
                    <a:pt x="1028299" y="1173432"/>
                  </a:lnTo>
                  <a:lnTo>
                    <a:pt x="1025854" y="1170987"/>
                  </a:lnTo>
                  <a:lnTo>
                    <a:pt x="1028299" y="1168398"/>
                  </a:lnTo>
                  <a:lnTo>
                    <a:pt x="1028299" y="1165953"/>
                  </a:lnTo>
                  <a:lnTo>
                    <a:pt x="1025854" y="1165953"/>
                  </a:lnTo>
                  <a:lnTo>
                    <a:pt x="1025854" y="1163220"/>
                  </a:lnTo>
                  <a:lnTo>
                    <a:pt x="1023409" y="1163220"/>
                  </a:lnTo>
                  <a:lnTo>
                    <a:pt x="1023409" y="1165953"/>
                  </a:lnTo>
                  <a:lnTo>
                    <a:pt x="1020964" y="1168398"/>
                  </a:lnTo>
                  <a:lnTo>
                    <a:pt x="1018231" y="1165953"/>
                  </a:lnTo>
                  <a:lnTo>
                    <a:pt x="1015786" y="1168398"/>
                  </a:lnTo>
                  <a:lnTo>
                    <a:pt x="1015786" y="1165953"/>
                  </a:lnTo>
                  <a:lnTo>
                    <a:pt x="1013196" y="1163220"/>
                  </a:lnTo>
                  <a:lnTo>
                    <a:pt x="1013196" y="1165953"/>
                  </a:lnTo>
                  <a:lnTo>
                    <a:pt x="1013196" y="1168398"/>
                  </a:lnTo>
                  <a:lnTo>
                    <a:pt x="1008306" y="1165953"/>
                  </a:lnTo>
                  <a:lnTo>
                    <a:pt x="1008306" y="1163220"/>
                  </a:lnTo>
                  <a:lnTo>
                    <a:pt x="1010751" y="1163220"/>
                  </a:lnTo>
                  <a:lnTo>
                    <a:pt x="1015786" y="1160774"/>
                  </a:lnTo>
                  <a:lnTo>
                    <a:pt x="1020964" y="1160774"/>
                  </a:lnTo>
                  <a:lnTo>
                    <a:pt x="1023409" y="1160774"/>
                  </a:lnTo>
                  <a:lnTo>
                    <a:pt x="1025854" y="1160774"/>
                  </a:lnTo>
                  <a:lnTo>
                    <a:pt x="1031032" y="1160774"/>
                  </a:lnTo>
                  <a:lnTo>
                    <a:pt x="1033621" y="1158329"/>
                  </a:lnTo>
                  <a:lnTo>
                    <a:pt x="1033621" y="1155884"/>
                  </a:lnTo>
                  <a:lnTo>
                    <a:pt x="1033621" y="1153007"/>
                  </a:lnTo>
                  <a:lnTo>
                    <a:pt x="1036067" y="1153007"/>
                  </a:lnTo>
                  <a:lnTo>
                    <a:pt x="1036067" y="1150562"/>
                  </a:lnTo>
                  <a:lnTo>
                    <a:pt x="1038512" y="1148117"/>
                  </a:lnTo>
                  <a:lnTo>
                    <a:pt x="1041245" y="1148117"/>
                  </a:lnTo>
                  <a:lnTo>
                    <a:pt x="1041245" y="1145671"/>
                  </a:lnTo>
                  <a:lnTo>
                    <a:pt x="1038512" y="1145671"/>
                  </a:lnTo>
                  <a:lnTo>
                    <a:pt x="1036067" y="1145671"/>
                  </a:lnTo>
                  <a:lnTo>
                    <a:pt x="1033621" y="1145671"/>
                  </a:lnTo>
                  <a:lnTo>
                    <a:pt x="1033621" y="1142938"/>
                  </a:lnTo>
                  <a:lnTo>
                    <a:pt x="1036067" y="1142938"/>
                  </a:lnTo>
                  <a:lnTo>
                    <a:pt x="1038512" y="1142938"/>
                  </a:lnTo>
                  <a:lnTo>
                    <a:pt x="1041245" y="1142938"/>
                  </a:lnTo>
                  <a:lnTo>
                    <a:pt x="1043690" y="1142938"/>
                  </a:lnTo>
                  <a:lnTo>
                    <a:pt x="1046279" y="1137904"/>
                  </a:lnTo>
                  <a:lnTo>
                    <a:pt x="1043690" y="1137904"/>
                  </a:lnTo>
                  <a:lnTo>
                    <a:pt x="1043690" y="1135459"/>
                  </a:lnTo>
                  <a:lnTo>
                    <a:pt x="1046279" y="1132726"/>
                  </a:lnTo>
                  <a:lnTo>
                    <a:pt x="1043690" y="1132726"/>
                  </a:lnTo>
                  <a:lnTo>
                    <a:pt x="1041245" y="1132726"/>
                  </a:lnTo>
                  <a:lnTo>
                    <a:pt x="1041245" y="1135459"/>
                  </a:lnTo>
                  <a:lnTo>
                    <a:pt x="1041245" y="1137904"/>
                  </a:lnTo>
                  <a:lnTo>
                    <a:pt x="1038512" y="1137904"/>
                  </a:lnTo>
                  <a:lnTo>
                    <a:pt x="1038512" y="1135459"/>
                  </a:lnTo>
                  <a:lnTo>
                    <a:pt x="1038512" y="1132726"/>
                  </a:lnTo>
                  <a:lnTo>
                    <a:pt x="1038512" y="1130281"/>
                  </a:lnTo>
                  <a:lnTo>
                    <a:pt x="1036067" y="1130281"/>
                  </a:lnTo>
                  <a:lnTo>
                    <a:pt x="1036067" y="1132726"/>
                  </a:lnTo>
                  <a:lnTo>
                    <a:pt x="1036067" y="1135459"/>
                  </a:lnTo>
                  <a:lnTo>
                    <a:pt x="1036067" y="1137904"/>
                  </a:lnTo>
                  <a:lnTo>
                    <a:pt x="1033621" y="1137904"/>
                  </a:lnTo>
                  <a:lnTo>
                    <a:pt x="1031032" y="1140493"/>
                  </a:lnTo>
                  <a:lnTo>
                    <a:pt x="1028299" y="1140493"/>
                  </a:lnTo>
                  <a:lnTo>
                    <a:pt x="1028299" y="1135459"/>
                  </a:lnTo>
                  <a:lnTo>
                    <a:pt x="1031032" y="1135459"/>
                  </a:lnTo>
                  <a:lnTo>
                    <a:pt x="1028299" y="1132726"/>
                  </a:lnTo>
                  <a:lnTo>
                    <a:pt x="1025854" y="1132726"/>
                  </a:lnTo>
                  <a:lnTo>
                    <a:pt x="1023409" y="1132726"/>
                  </a:lnTo>
                  <a:lnTo>
                    <a:pt x="1020964" y="1130281"/>
                  </a:lnTo>
                  <a:lnTo>
                    <a:pt x="1018231" y="1130281"/>
                  </a:lnTo>
                  <a:lnTo>
                    <a:pt x="1018231" y="1122513"/>
                  </a:lnTo>
                  <a:lnTo>
                    <a:pt x="1015786" y="1125246"/>
                  </a:lnTo>
                  <a:lnTo>
                    <a:pt x="1015786" y="1127835"/>
                  </a:lnTo>
                  <a:lnTo>
                    <a:pt x="1013196" y="1127835"/>
                  </a:lnTo>
                  <a:lnTo>
                    <a:pt x="1010751" y="1125246"/>
                  </a:lnTo>
                  <a:lnTo>
                    <a:pt x="1013196" y="1122513"/>
                  </a:lnTo>
                  <a:lnTo>
                    <a:pt x="1005573" y="1120068"/>
                  </a:lnTo>
                  <a:lnTo>
                    <a:pt x="1003128" y="1115178"/>
                  </a:lnTo>
                  <a:lnTo>
                    <a:pt x="1000539" y="1115178"/>
                  </a:lnTo>
                  <a:lnTo>
                    <a:pt x="1000539" y="1117623"/>
                  </a:lnTo>
                  <a:lnTo>
                    <a:pt x="1003128" y="1120068"/>
                  </a:lnTo>
                  <a:lnTo>
                    <a:pt x="1003128" y="1125246"/>
                  </a:lnTo>
                  <a:lnTo>
                    <a:pt x="1005573" y="1122513"/>
                  </a:lnTo>
                  <a:lnTo>
                    <a:pt x="1005573" y="1125246"/>
                  </a:lnTo>
                  <a:lnTo>
                    <a:pt x="1008306" y="1122513"/>
                  </a:lnTo>
                  <a:lnTo>
                    <a:pt x="1008306" y="1125246"/>
                  </a:lnTo>
                  <a:lnTo>
                    <a:pt x="1008306" y="1127835"/>
                  </a:lnTo>
                  <a:lnTo>
                    <a:pt x="1008306" y="1130281"/>
                  </a:lnTo>
                  <a:lnTo>
                    <a:pt x="1005573" y="1130281"/>
                  </a:lnTo>
                  <a:lnTo>
                    <a:pt x="1003128" y="1132726"/>
                  </a:lnTo>
                  <a:lnTo>
                    <a:pt x="1000539" y="1137904"/>
                  </a:lnTo>
                  <a:lnTo>
                    <a:pt x="1000539" y="1135459"/>
                  </a:lnTo>
                  <a:lnTo>
                    <a:pt x="1000539" y="1132726"/>
                  </a:lnTo>
                  <a:lnTo>
                    <a:pt x="1000539" y="1130281"/>
                  </a:lnTo>
                  <a:lnTo>
                    <a:pt x="998093" y="1127835"/>
                  </a:lnTo>
                  <a:lnTo>
                    <a:pt x="998093" y="1130281"/>
                  </a:lnTo>
                  <a:lnTo>
                    <a:pt x="998093" y="1132726"/>
                  </a:lnTo>
                  <a:lnTo>
                    <a:pt x="995360" y="1130281"/>
                  </a:lnTo>
                  <a:lnTo>
                    <a:pt x="992915" y="1130281"/>
                  </a:lnTo>
                  <a:lnTo>
                    <a:pt x="992915" y="1132726"/>
                  </a:lnTo>
                  <a:lnTo>
                    <a:pt x="992915" y="1135459"/>
                  </a:lnTo>
                  <a:lnTo>
                    <a:pt x="992915" y="1137904"/>
                  </a:lnTo>
                  <a:lnTo>
                    <a:pt x="990470" y="1140493"/>
                  </a:lnTo>
                  <a:lnTo>
                    <a:pt x="990470" y="1137904"/>
                  </a:lnTo>
                  <a:lnTo>
                    <a:pt x="990470" y="1135459"/>
                  </a:lnTo>
                  <a:lnTo>
                    <a:pt x="987881" y="1135459"/>
                  </a:lnTo>
                  <a:lnTo>
                    <a:pt x="990470" y="1132726"/>
                  </a:lnTo>
                  <a:lnTo>
                    <a:pt x="987881" y="1132726"/>
                  </a:lnTo>
                  <a:lnTo>
                    <a:pt x="990470" y="1130281"/>
                  </a:lnTo>
                  <a:lnTo>
                    <a:pt x="987881" y="1125246"/>
                  </a:lnTo>
                  <a:lnTo>
                    <a:pt x="987881" y="1115178"/>
                  </a:lnTo>
                  <a:lnTo>
                    <a:pt x="985292" y="1112445"/>
                  </a:lnTo>
                  <a:lnTo>
                    <a:pt x="982703" y="1109856"/>
                  </a:lnTo>
                  <a:lnTo>
                    <a:pt x="982703" y="1112445"/>
                  </a:lnTo>
                  <a:lnTo>
                    <a:pt x="982703" y="1115178"/>
                  </a:lnTo>
                  <a:lnTo>
                    <a:pt x="980258" y="1115178"/>
                  </a:lnTo>
                  <a:lnTo>
                    <a:pt x="980258" y="1120068"/>
                  </a:lnTo>
                  <a:lnTo>
                    <a:pt x="977812" y="1125246"/>
                  </a:lnTo>
                  <a:lnTo>
                    <a:pt x="975079" y="1125246"/>
                  </a:lnTo>
                  <a:lnTo>
                    <a:pt x="975079" y="1122513"/>
                  </a:lnTo>
                  <a:lnTo>
                    <a:pt x="970045" y="1122513"/>
                  </a:lnTo>
                  <a:lnTo>
                    <a:pt x="967600" y="1120068"/>
                  </a:lnTo>
                  <a:lnTo>
                    <a:pt x="967600" y="1122513"/>
                  </a:lnTo>
                  <a:lnTo>
                    <a:pt x="964867" y="1122513"/>
                  </a:lnTo>
                  <a:lnTo>
                    <a:pt x="964867" y="1120068"/>
                  </a:lnTo>
                  <a:lnTo>
                    <a:pt x="964867" y="1117623"/>
                  </a:lnTo>
                  <a:lnTo>
                    <a:pt x="964867" y="1115178"/>
                  </a:lnTo>
                  <a:lnTo>
                    <a:pt x="962422" y="1115178"/>
                  </a:lnTo>
                  <a:lnTo>
                    <a:pt x="964867" y="1112445"/>
                  </a:lnTo>
                  <a:lnTo>
                    <a:pt x="964867" y="1109856"/>
                  </a:lnTo>
                  <a:lnTo>
                    <a:pt x="962422" y="1107410"/>
                  </a:lnTo>
                  <a:lnTo>
                    <a:pt x="962422" y="1109856"/>
                  </a:lnTo>
                  <a:lnTo>
                    <a:pt x="959976" y="1112445"/>
                  </a:lnTo>
                  <a:lnTo>
                    <a:pt x="957387" y="1112445"/>
                  </a:lnTo>
                  <a:lnTo>
                    <a:pt x="957387" y="1109856"/>
                  </a:lnTo>
                  <a:lnTo>
                    <a:pt x="954654" y="1107410"/>
                  </a:lnTo>
                  <a:lnTo>
                    <a:pt x="952209" y="1107410"/>
                  </a:lnTo>
                  <a:lnTo>
                    <a:pt x="949764" y="1107410"/>
                  </a:lnTo>
                  <a:lnTo>
                    <a:pt x="947318" y="1107410"/>
                  </a:lnTo>
                  <a:lnTo>
                    <a:pt x="947318" y="1104965"/>
                  </a:lnTo>
                  <a:lnTo>
                    <a:pt x="947318" y="1102520"/>
                  </a:lnTo>
                  <a:lnTo>
                    <a:pt x="944586" y="1104965"/>
                  </a:lnTo>
                  <a:lnTo>
                    <a:pt x="944154" y="1104965"/>
                  </a:lnTo>
                  <a:lnTo>
                    <a:pt x="943291" y="1106979"/>
                  </a:lnTo>
                  <a:lnTo>
                    <a:pt x="940846" y="1104246"/>
                  </a:lnTo>
                  <a:lnTo>
                    <a:pt x="940846" y="1101657"/>
                  </a:lnTo>
                  <a:lnTo>
                    <a:pt x="940846" y="1099212"/>
                  </a:lnTo>
                  <a:lnTo>
                    <a:pt x="943291" y="1099212"/>
                  </a:lnTo>
                  <a:lnTo>
                    <a:pt x="943866" y="1099787"/>
                  </a:lnTo>
                  <a:lnTo>
                    <a:pt x="944586" y="1099787"/>
                  </a:lnTo>
                  <a:lnTo>
                    <a:pt x="947318" y="1099787"/>
                  </a:lnTo>
                  <a:lnTo>
                    <a:pt x="944586" y="1097342"/>
                  </a:lnTo>
                  <a:lnTo>
                    <a:pt x="941997" y="1097342"/>
                  </a:lnTo>
                  <a:lnTo>
                    <a:pt x="941997" y="1092308"/>
                  </a:lnTo>
                  <a:lnTo>
                    <a:pt x="944586" y="1092308"/>
                  </a:lnTo>
                  <a:lnTo>
                    <a:pt x="944586" y="1089575"/>
                  </a:lnTo>
                  <a:lnTo>
                    <a:pt x="941997" y="1089575"/>
                  </a:lnTo>
                  <a:lnTo>
                    <a:pt x="937106" y="1089575"/>
                  </a:lnTo>
                  <a:lnTo>
                    <a:pt x="934661" y="1092308"/>
                  </a:lnTo>
                  <a:lnTo>
                    <a:pt x="934661" y="1089575"/>
                  </a:lnTo>
                  <a:lnTo>
                    <a:pt x="931928" y="1087129"/>
                  </a:lnTo>
                  <a:lnTo>
                    <a:pt x="929482" y="1087129"/>
                  </a:lnTo>
                  <a:lnTo>
                    <a:pt x="929482" y="1084684"/>
                  </a:lnTo>
                  <a:lnTo>
                    <a:pt x="926893" y="1084684"/>
                  </a:lnTo>
                  <a:lnTo>
                    <a:pt x="926893" y="1079506"/>
                  </a:lnTo>
                  <a:lnTo>
                    <a:pt x="924448" y="1082095"/>
                  </a:lnTo>
                  <a:lnTo>
                    <a:pt x="921715" y="1082095"/>
                  </a:lnTo>
                  <a:lnTo>
                    <a:pt x="921715" y="1084684"/>
                  </a:lnTo>
                  <a:lnTo>
                    <a:pt x="916825" y="1087129"/>
                  </a:lnTo>
                  <a:lnTo>
                    <a:pt x="914236" y="1087129"/>
                  </a:lnTo>
                  <a:lnTo>
                    <a:pt x="916825" y="1084684"/>
                  </a:lnTo>
                  <a:lnTo>
                    <a:pt x="914236" y="1082095"/>
                  </a:lnTo>
                  <a:lnTo>
                    <a:pt x="914236" y="1079506"/>
                  </a:lnTo>
                  <a:lnTo>
                    <a:pt x="914236" y="1074471"/>
                  </a:lnTo>
                  <a:lnTo>
                    <a:pt x="914236" y="1072026"/>
                  </a:lnTo>
                  <a:lnTo>
                    <a:pt x="914236" y="1069293"/>
                  </a:lnTo>
                  <a:lnTo>
                    <a:pt x="911503" y="1074471"/>
                  </a:lnTo>
                  <a:lnTo>
                    <a:pt x="911503" y="1076917"/>
                  </a:lnTo>
                  <a:lnTo>
                    <a:pt x="909057" y="1074471"/>
                  </a:lnTo>
                  <a:lnTo>
                    <a:pt x="906612" y="1072026"/>
                  </a:lnTo>
                  <a:lnTo>
                    <a:pt x="906612" y="1069293"/>
                  </a:lnTo>
                  <a:lnTo>
                    <a:pt x="906612" y="1066704"/>
                  </a:lnTo>
                  <a:lnTo>
                    <a:pt x="906612" y="1064259"/>
                  </a:lnTo>
                  <a:lnTo>
                    <a:pt x="906612" y="1059081"/>
                  </a:lnTo>
                  <a:lnTo>
                    <a:pt x="909057" y="1059081"/>
                  </a:lnTo>
                  <a:lnTo>
                    <a:pt x="911503" y="1059081"/>
                  </a:lnTo>
                  <a:lnTo>
                    <a:pt x="911503" y="1056635"/>
                  </a:lnTo>
                  <a:lnTo>
                    <a:pt x="914236" y="1054190"/>
                  </a:lnTo>
                  <a:lnTo>
                    <a:pt x="914236" y="1051601"/>
                  </a:lnTo>
                  <a:lnTo>
                    <a:pt x="911503" y="1051601"/>
                  </a:lnTo>
                  <a:lnTo>
                    <a:pt x="914236" y="1048868"/>
                  </a:lnTo>
                  <a:lnTo>
                    <a:pt x="916825" y="1048868"/>
                  </a:lnTo>
                  <a:lnTo>
                    <a:pt x="914236" y="1046423"/>
                  </a:lnTo>
                  <a:lnTo>
                    <a:pt x="911503" y="1046423"/>
                  </a:lnTo>
                  <a:lnTo>
                    <a:pt x="911503" y="1043978"/>
                  </a:lnTo>
                  <a:lnTo>
                    <a:pt x="909057" y="1043978"/>
                  </a:lnTo>
                  <a:lnTo>
                    <a:pt x="909057" y="1041532"/>
                  </a:lnTo>
                  <a:lnTo>
                    <a:pt x="906612" y="1041532"/>
                  </a:lnTo>
                  <a:lnTo>
                    <a:pt x="906612" y="1043978"/>
                  </a:lnTo>
                  <a:lnTo>
                    <a:pt x="911503" y="1054190"/>
                  </a:lnTo>
                  <a:lnTo>
                    <a:pt x="904167" y="1059081"/>
                  </a:lnTo>
                  <a:lnTo>
                    <a:pt x="901434" y="1056635"/>
                  </a:lnTo>
                  <a:lnTo>
                    <a:pt x="901434" y="1061814"/>
                  </a:lnTo>
                  <a:lnTo>
                    <a:pt x="901434" y="1064259"/>
                  </a:lnTo>
                  <a:lnTo>
                    <a:pt x="904167" y="1069293"/>
                  </a:lnTo>
                  <a:lnTo>
                    <a:pt x="901434" y="1074471"/>
                  </a:lnTo>
                  <a:lnTo>
                    <a:pt x="904167" y="1076917"/>
                  </a:lnTo>
                  <a:lnTo>
                    <a:pt x="904167" y="1079506"/>
                  </a:lnTo>
                  <a:lnTo>
                    <a:pt x="904167" y="1082095"/>
                  </a:lnTo>
                  <a:lnTo>
                    <a:pt x="901434" y="1084684"/>
                  </a:lnTo>
                  <a:lnTo>
                    <a:pt x="898845" y="1082095"/>
                  </a:lnTo>
                  <a:lnTo>
                    <a:pt x="898845" y="1079506"/>
                  </a:lnTo>
                  <a:lnTo>
                    <a:pt x="897119" y="1074184"/>
                  </a:lnTo>
                  <a:lnTo>
                    <a:pt x="894818" y="1078787"/>
                  </a:lnTo>
                  <a:lnTo>
                    <a:pt x="894818" y="1076341"/>
                  </a:lnTo>
                  <a:lnTo>
                    <a:pt x="892228" y="1076341"/>
                  </a:lnTo>
                  <a:lnTo>
                    <a:pt x="894818" y="1073609"/>
                  </a:lnTo>
                  <a:lnTo>
                    <a:pt x="894818" y="1071019"/>
                  </a:lnTo>
                  <a:lnTo>
                    <a:pt x="892228" y="1071019"/>
                  </a:lnTo>
                  <a:lnTo>
                    <a:pt x="892228" y="1068574"/>
                  </a:lnTo>
                  <a:lnTo>
                    <a:pt x="894818" y="1068574"/>
                  </a:lnTo>
                  <a:lnTo>
                    <a:pt x="896400" y="1070156"/>
                  </a:lnTo>
                  <a:lnTo>
                    <a:pt x="896400" y="1069293"/>
                  </a:lnTo>
                  <a:lnTo>
                    <a:pt x="898845" y="1069293"/>
                  </a:lnTo>
                  <a:lnTo>
                    <a:pt x="896400" y="1066704"/>
                  </a:lnTo>
                  <a:lnTo>
                    <a:pt x="896400" y="1064259"/>
                  </a:lnTo>
                  <a:lnTo>
                    <a:pt x="893955" y="1061814"/>
                  </a:lnTo>
                  <a:lnTo>
                    <a:pt x="891222" y="1059081"/>
                  </a:lnTo>
                  <a:lnTo>
                    <a:pt x="893955" y="1059081"/>
                  </a:lnTo>
                  <a:lnTo>
                    <a:pt x="896400" y="1059081"/>
                  </a:lnTo>
                  <a:lnTo>
                    <a:pt x="896400" y="1056635"/>
                  </a:lnTo>
                  <a:lnTo>
                    <a:pt x="898845" y="1054190"/>
                  </a:lnTo>
                  <a:lnTo>
                    <a:pt x="901434" y="1054190"/>
                  </a:lnTo>
                  <a:lnTo>
                    <a:pt x="904167" y="1054190"/>
                  </a:lnTo>
                  <a:lnTo>
                    <a:pt x="906612" y="1051601"/>
                  </a:lnTo>
                  <a:lnTo>
                    <a:pt x="901434" y="1051601"/>
                  </a:lnTo>
                  <a:lnTo>
                    <a:pt x="901434" y="1048868"/>
                  </a:lnTo>
                  <a:lnTo>
                    <a:pt x="901434" y="1046423"/>
                  </a:lnTo>
                  <a:lnTo>
                    <a:pt x="898845" y="1048868"/>
                  </a:lnTo>
                  <a:lnTo>
                    <a:pt x="898845" y="1051601"/>
                  </a:lnTo>
                  <a:lnTo>
                    <a:pt x="896400" y="1051601"/>
                  </a:lnTo>
                  <a:lnTo>
                    <a:pt x="893955" y="1051601"/>
                  </a:lnTo>
                  <a:lnTo>
                    <a:pt x="893955" y="1046423"/>
                  </a:lnTo>
                  <a:lnTo>
                    <a:pt x="891222" y="1046423"/>
                  </a:lnTo>
                  <a:lnTo>
                    <a:pt x="888776" y="1048868"/>
                  </a:lnTo>
                  <a:lnTo>
                    <a:pt x="891222" y="1048868"/>
                  </a:lnTo>
                  <a:lnTo>
                    <a:pt x="891222" y="1051601"/>
                  </a:lnTo>
                  <a:lnTo>
                    <a:pt x="893955" y="1054190"/>
                  </a:lnTo>
                  <a:lnTo>
                    <a:pt x="891222" y="1054190"/>
                  </a:lnTo>
                  <a:lnTo>
                    <a:pt x="891222" y="1056635"/>
                  </a:lnTo>
                  <a:lnTo>
                    <a:pt x="888776" y="1056635"/>
                  </a:lnTo>
                  <a:lnTo>
                    <a:pt x="888776" y="1059081"/>
                  </a:lnTo>
                  <a:lnTo>
                    <a:pt x="888776" y="1061814"/>
                  </a:lnTo>
                  <a:lnTo>
                    <a:pt x="886331" y="1059081"/>
                  </a:lnTo>
                  <a:lnTo>
                    <a:pt x="883742" y="1059081"/>
                  </a:lnTo>
                  <a:lnTo>
                    <a:pt x="883742" y="1056635"/>
                  </a:lnTo>
                  <a:lnTo>
                    <a:pt x="881009" y="1056635"/>
                  </a:lnTo>
                  <a:lnTo>
                    <a:pt x="881009" y="1054190"/>
                  </a:lnTo>
                  <a:lnTo>
                    <a:pt x="881009" y="1051601"/>
                  </a:lnTo>
                  <a:lnTo>
                    <a:pt x="881009" y="1048868"/>
                  </a:lnTo>
                  <a:lnTo>
                    <a:pt x="881009" y="1046423"/>
                  </a:lnTo>
                  <a:lnTo>
                    <a:pt x="878564" y="1048868"/>
                  </a:lnTo>
                  <a:lnTo>
                    <a:pt x="876119" y="1048868"/>
                  </a:lnTo>
                  <a:lnTo>
                    <a:pt x="876119" y="1046423"/>
                  </a:lnTo>
                  <a:lnTo>
                    <a:pt x="878564" y="1046423"/>
                  </a:lnTo>
                  <a:lnTo>
                    <a:pt x="878564" y="1043978"/>
                  </a:lnTo>
                  <a:lnTo>
                    <a:pt x="876119" y="1043978"/>
                  </a:lnTo>
                  <a:lnTo>
                    <a:pt x="876119" y="1041532"/>
                  </a:lnTo>
                  <a:lnTo>
                    <a:pt x="873673" y="1041532"/>
                  </a:lnTo>
                  <a:lnTo>
                    <a:pt x="873673" y="1043978"/>
                  </a:lnTo>
                  <a:lnTo>
                    <a:pt x="873673" y="1046423"/>
                  </a:lnTo>
                  <a:lnTo>
                    <a:pt x="870940" y="1046423"/>
                  </a:lnTo>
                  <a:lnTo>
                    <a:pt x="870940" y="1048868"/>
                  </a:lnTo>
                  <a:lnTo>
                    <a:pt x="868351" y="1048868"/>
                  </a:lnTo>
                  <a:lnTo>
                    <a:pt x="868351" y="1046423"/>
                  </a:lnTo>
                  <a:lnTo>
                    <a:pt x="868351" y="1043978"/>
                  </a:lnTo>
                  <a:lnTo>
                    <a:pt x="865906" y="1043978"/>
                  </a:lnTo>
                  <a:lnTo>
                    <a:pt x="865906" y="1046423"/>
                  </a:lnTo>
                  <a:lnTo>
                    <a:pt x="865906" y="1048868"/>
                  </a:lnTo>
                  <a:lnTo>
                    <a:pt x="865906" y="1051601"/>
                  </a:lnTo>
                  <a:lnTo>
                    <a:pt x="863461" y="1051601"/>
                  </a:lnTo>
                  <a:lnTo>
                    <a:pt x="861016" y="1054190"/>
                  </a:lnTo>
                  <a:lnTo>
                    <a:pt x="858283" y="1054190"/>
                  </a:lnTo>
                  <a:lnTo>
                    <a:pt x="858283" y="1056635"/>
                  </a:lnTo>
                  <a:lnTo>
                    <a:pt x="855694" y="1056635"/>
                  </a:lnTo>
                  <a:lnTo>
                    <a:pt x="855694" y="1059081"/>
                  </a:lnTo>
                  <a:lnTo>
                    <a:pt x="858283" y="1061814"/>
                  </a:lnTo>
                  <a:lnTo>
                    <a:pt x="858283" y="1064259"/>
                  </a:lnTo>
                  <a:lnTo>
                    <a:pt x="855694" y="1064259"/>
                  </a:lnTo>
                  <a:lnTo>
                    <a:pt x="853248" y="1061814"/>
                  </a:lnTo>
                  <a:lnTo>
                    <a:pt x="853248" y="1059081"/>
                  </a:lnTo>
                  <a:lnTo>
                    <a:pt x="850803" y="1061814"/>
                  </a:lnTo>
                  <a:lnTo>
                    <a:pt x="848070" y="1061814"/>
                  </a:lnTo>
                  <a:lnTo>
                    <a:pt x="848070" y="1059081"/>
                  </a:lnTo>
                  <a:lnTo>
                    <a:pt x="845625" y="1059081"/>
                  </a:lnTo>
                  <a:lnTo>
                    <a:pt x="845625" y="1056635"/>
                  </a:lnTo>
                  <a:lnTo>
                    <a:pt x="843180" y="1056635"/>
                  </a:lnTo>
                  <a:lnTo>
                    <a:pt x="840591" y="1054190"/>
                  </a:lnTo>
                  <a:lnTo>
                    <a:pt x="837858" y="1051601"/>
                  </a:lnTo>
                  <a:lnTo>
                    <a:pt x="837858" y="1046423"/>
                  </a:lnTo>
                  <a:lnTo>
                    <a:pt x="837858" y="1043978"/>
                  </a:lnTo>
                  <a:lnTo>
                    <a:pt x="840591" y="1041532"/>
                  </a:lnTo>
                  <a:lnTo>
                    <a:pt x="840591" y="1036354"/>
                  </a:lnTo>
                  <a:lnTo>
                    <a:pt x="840591" y="1033765"/>
                  </a:lnTo>
                  <a:lnTo>
                    <a:pt x="837858" y="1031320"/>
                  </a:lnTo>
                  <a:lnTo>
                    <a:pt x="840591" y="1031320"/>
                  </a:lnTo>
                  <a:lnTo>
                    <a:pt x="837858" y="1028587"/>
                  </a:lnTo>
                  <a:lnTo>
                    <a:pt x="832967" y="1031320"/>
                  </a:lnTo>
                  <a:lnTo>
                    <a:pt x="835412" y="1033765"/>
                  </a:lnTo>
                  <a:lnTo>
                    <a:pt x="832967" y="1033765"/>
                  </a:lnTo>
                  <a:lnTo>
                    <a:pt x="830522" y="1036354"/>
                  </a:lnTo>
                  <a:lnTo>
                    <a:pt x="830522" y="1038800"/>
                  </a:lnTo>
                  <a:lnTo>
                    <a:pt x="832967" y="1041532"/>
                  </a:lnTo>
                  <a:lnTo>
                    <a:pt x="835412" y="1041532"/>
                  </a:lnTo>
                  <a:lnTo>
                    <a:pt x="835412" y="1046423"/>
                  </a:lnTo>
                  <a:lnTo>
                    <a:pt x="830522" y="1043978"/>
                  </a:lnTo>
                  <a:lnTo>
                    <a:pt x="827789" y="1043978"/>
                  </a:lnTo>
                  <a:lnTo>
                    <a:pt x="827789" y="1046423"/>
                  </a:lnTo>
                  <a:lnTo>
                    <a:pt x="825200" y="1046423"/>
                  </a:lnTo>
                  <a:lnTo>
                    <a:pt x="822755" y="1046423"/>
                  </a:lnTo>
                  <a:lnTo>
                    <a:pt x="820309" y="1043978"/>
                  </a:lnTo>
                  <a:lnTo>
                    <a:pt x="820309" y="1046423"/>
                  </a:lnTo>
                  <a:lnTo>
                    <a:pt x="817576" y="1043978"/>
                  </a:lnTo>
                  <a:lnTo>
                    <a:pt x="817576" y="1046423"/>
                  </a:lnTo>
                  <a:lnTo>
                    <a:pt x="817576" y="1048868"/>
                  </a:lnTo>
                  <a:lnTo>
                    <a:pt x="820309" y="1048868"/>
                  </a:lnTo>
                  <a:lnTo>
                    <a:pt x="825200" y="1048868"/>
                  </a:lnTo>
                  <a:lnTo>
                    <a:pt x="827789" y="1048868"/>
                  </a:lnTo>
                  <a:lnTo>
                    <a:pt x="830522" y="1054190"/>
                  </a:lnTo>
                  <a:lnTo>
                    <a:pt x="832967" y="1056635"/>
                  </a:lnTo>
                  <a:lnTo>
                    <a:pt x="835412" y="1056635"/>
                  </a:lnTo>
                  <a:lnTo>
                    <a:pt x="840591" y="1059081"/>
                  </a:lnTo>
                  <a:lnTo>
                    <a:pt x="850803" y="1066704"/>
                  </a:lnTo>
                  <a:lnTo>
                    <a:pt x="850803" y="1072026"/>
                  </a:lnTo>
                  <a:lnTo>
                    <a:pt x="850803" y="1074471"/>
                  </a:lnTo>
                  <a:lnTo>
                    <a:pt x="848070" y="1074471"/>
                  </a:lnTo>
                  <a:lnTo>
                    <a:pt x="845625" y="1074471"/>
                  </a:lnTo>
                  <a:lnTo>
                    <a:pt x="848070" y="1076917"/>
                  </a:lnTo>
                  <a:lnTo>
                    <a:pt x="850803" y="1079506"/>
                  </a:lnTo>
                  <a:lnTo>
                    <a:pt x="853248" y="1079506"/>
                  </a:lnTo>
                  <a:lnTo>
                    <a:pt x="853248" y="1082095"/>
                  </a:lnTo>
                  <a:lnTo>
                    <a:pt x="855694" y="1084684"/>
                  </a:lnTo>
                  <a:lnTo>
                    <a:pt x="858283" y="1087129"/>
                  </a:lnTo>
                  <a:lnTo>
                    <a:pt x="855694" y="1087129"/>
                  </a:lnTo>
                  <a:lnTo>
                    <a:pt x="853248" y="1089575"/>
                  </a:lnTo>
                  <a:lnTo>
                    <a:pt x="853248" y="1087129"/>
                  </a:lnTo>
                  <a:lnTo>
                    <a:pt x="850803" y="1087129"/>
                  </a:lnTo>
                  <a:lnTo>
                    <a:pt x="848070" y="1087129"/>
                  </a:lnTo>
                  <a:lnTo>
                    <a:pt x="845625" y="1089575"/>
                  </a:lnTo>
                  <a:lnTo>
                    <a:pt x="848070" y="1092308"/>
                  </a:lnTo>
                  <a:lnTo>
                    <a:pt x="845625" y="1092308"/>
                  </a:lnTo>
                  <a:lnTo>
                    <a:pt x="840591" y="1089575"/>
                  </a:lnTo>
                  <a:lnTo>
                    <a:pt x="843180" y="1092308"/>
                  </a:lnTo>
                  <a:lnTo>
                    <a:pt x="840591" y="1092308"/>
                  </a:lnTo>
                  <a:lnTo>
                    <a:pt x="832967" y="1089575"/>
                  </a:lnTo>
                  <a:lnTo>
                    <a:pt x="830522" y="1089575"/>
                  </a:lnTo>
                  <a:lnTo>
                    <a:pt x="830522" y="1087129"/>
                  </a:lnTo>
                  <a:lnTo>
                    <a:pt x="825200" y="1087129"/>
                  </a:lnTo>
                  <a:lnTo>
                    <a:pt x="825200" y="1084684"/>
                  </a:lnTo>
                  <a:lnTo>
                    <a:pt x="822755" y="1084684"/>
                  </a:lnTo>
                  <a:lnTo>
                    <a:pt x="817576" y="1084684"/>
                  </a:lnTo>
                  <a:lnTo>
                    <a:pt x="820309" y="1087129"/>
                  </a:lnTo>
                  <a:lnTo>
                    <a:pt x="820309" y="1089575"/>
                  </a:lnTo>
                  <a:lnTo>
                    <a:pt x="817576" y="1089575"/>
                  </a:lnTo>
                  <a:lnTo>
                    <a:pt x="817576" y="1087129"/>
                  </a:lnTo>
                  <a:lnTo>
                    <a:pt x="815131" y="1087129"/>
                  </a:lnTo>
                  <a:lnTo>
                    <a:pt x="812686" y="1087129"/>
                  </a:lnTo>
                  <a:lnTo>
                    <a:pt x="812686" y="1084684"/>
                  </a:lnTo>
                  <a:lnTo>
                    <a:pt x="802474" y="1082095"/>
                  </a:lnTo>
                  <a:lnTo>
                    <a:pt x="800028" y="1082095"/>
                  </a:lnTo>
                  <a:lnTo>
                    <a:pt x="797295" y="1082095"/>
                  </a:lnTo>
                  <a:lnTo>
                    <a:pt x="794706" y="1082095"/>
                  </a:lnTo>
                  <a:lnTo>
                    <a:pt x="787370" y="1076917"/>
                  </a:lnTo>
                  <a:lnTo>
                    <a:pt x="784637" y="1076917"/>
                  </a:lnTo>
                  <a:lnTo>
                    <a:pt x="782048" y="1076917"/>
                  </a:lnTo>
                  <a:lnTo>
                    <a:pt x="784637" y="1082095"/>
                  </a:lnTo>
                  <a:lnTo>
                    <a:pt x="787370" y="1082095"/>
                  </a:lnTo>
                  <a:lnTo>
                    <a:pt x="784637" y="1084684"/>
                  </a:lnTo>
                  <a:lnTo>
                    <a:pt x="787370" y="1087129"/>
                  </a:lnTo>
                  <a:lnTo>
                    <a:pt x="789816" y="1087129"/>
                  </a:lnTo>
                  <a:lnTo>
                    <a:pt x="789816" y="1089575"/>
                  </a:lnTo>
                  <a:lnTo>
                    <a:pt x="792261" y="1089575"/>
                  </a:lnTo>
                  <a:lnTo>
                    <a:pt x="792261" y="1092308"/>
                  </a:lnTo>
                  <a:lnTo>
                    <a:pt x="794706" y="1092308"/>
                  </a:lnTo>
                  <a:lnTo>
                    <a:pt x="797295" y="1094753"/>
                  </a:lnTo>
                  <a:lnTo>
                    <a:pt x="794706" y="1094753"/>
                  </a:lnTo>
                  <a:lnTo>
                    <a:pt x="792261" y="1094753"/>
                  </a:lnTo>
                  <a:lnTo>
                    <a:pt x="789816" y="1094753"/>
                  </a:lnTo>
                  <a:lnTo>
                    <a:pt x="787370" y="1092308"/>
                  </a:lnTo>
                  <a:lnTo>
                    <a:pt x="787370" y="1094753"/>
                  </a:lnTo>
                  <a:lnTo>
                    <a:pt x="789816" y="1097342"/>
                  </a:lnTo>
                  <a:lnTo>
                    <a:pt x="787370" y="1099787"/>
                  </a:lnTo>
                  <a:lnTo>
                    <a:pt x="792261" y="1099787"/>
                  </a:lnTo>
                  <a:lnTo>
                    <a:pt x="792261" y="1102520"/>
                  </a:lnTo>
                  <a:lnTo>
                    <a:pt x="794706" y="1102520"/>
                  </a:lnTo>
                  <a:lnTo>
                    <a:pt x="794706" y="1104965"/>
                  </a:lnTo>
                  <a:lnTo>
                    <a:pt x="792261" y="1104965"/>
                  </a:lnTo>
                  <a:lnTo>
                    <a:pt x="789816" y="1104965"/>
                  </a:lnTo>
                  <a:lnTo>
                    <a:pt x="787370" y="1104965"/>
                  </a:lnTo>
                  <a:lnTo>
                    <a:pt x="784637" y="1104965"/>
                  </a:lnTo>
                  <a:lnTo>
                    <a:pt x="784637" y="1102520"/>
                  </a:lnTo>
                  <a:lnTo>
                    <a:pt x="782048" y="1102520"/>
                  </a:lnTo>
                  <a:lnTo>
                    <a:pt x="782048" y="1104965"/>
                  </a:lnTo>
                  <a:lnTo>
                    <a:pt x="779603" y="1104965"/>
                  </a:lnTo>
                  <a:lnTo>
                    <a:pt x="779603" y="1107410"/>
                  </a:lnTo>
                  <a:lnTo>
                    <a:pt x="779603" y="1109856"/>
                  </a:lnTo>
                  <a:lnTo>
                    <a:pt x="777158" y="1107410"/>
                  </a:lnTo>
                  <a:lnTo>
                    <a:pt x="774425" y="1107410"/>
                  </a:lnTo>
                  <a:lnTo>
                    <a:pt x="771980" y="1109856"/>
                  </a:lnTo>
                  <a:lnTo>
                    <a:pt x="774425" y="1109856"/>
                  </a:lnTo>
                  <a:lnTo>
                    <a:pt x="771980" y="1112445"/>
                  </a:lnTo>
                  <a:lnTo>
                    <a:pt x="769534" y="1112445"/>
                  </a:lnTo>
                  <a:lnTo>
                    <a:pt x="766945" y="1112445"/>
                  </a:lnTo>
                  <a:lnTo>
                    <a:pt x="764212" y="1112445"/>
                  </a:lnTo>
                  <a:lnTo>
                    <a:pt x="761767" y="1112445"/>
                  </a:lnTo>
                  <a:lnTo>
                    <a:pt x="764212" y="1115178"/>
                  </a:lnTo>
                  <a:lnTo>
                    <a:pt x="766945" y="1117623"/>
                  </a:lnTo>
                  <a:lnTo>
                    <a:pt x="769534" y="1117623"/>
                  </a:lnTo>
                  <a:lnTo>
                    <a:pt x="771980" y="1117623"/>
                  </a:lnTo>
                  <a:lnTo>
                    <a:pt x="771980" y="1120068"/>
                  </a:lnTo>
                  <a:lnTo>
                    <a:pt x="769534" y="1122513"/>
                  </a:lnTo>
                  <a:lnTo>
                    <a:pt x="766945" y="1122513"/>
                  </a:lnTo>
                  <a:lnTo>
                    <a:pt x="764212" y="1120068"/>
                  </a:lnTo>
                  <a:lnTo>
                    <a:pt x="759322" y="1117623"/>
                  </a:lnTo>
                  <a:lnTo>
                    <a:pt x="759322" y="1120068"/>
                  </a:lnTo>
                  <a:lnTo>
                    <a:pt x="761767" y="1120068"/>
                  </a:lnTo>
                  <a:lnTo>
                    <a:pt x="764212" y="1122513"/>
                  </a:lnTo>
                  <a:lnTo>
                    <a:pt x="759322" y="1122513"/>
                  </a:lnTo>
                  <a:lnTo>
                    <a:pt x="756877" y="1122513"/>
                  </a:lnTo>
                  <a:lnTo>
                    <a:pt x="756877" y="1125246"/>
                  </a:lnTo>
                  <a:lnTo>
                    <a:pt x="754144" y="1125246"/>
                  </a:lnTo>
                  <a:lnTo>
                    <a:pt x="754144" y="1122513"/>
                  </a:lnTo>
                  <a:lnTo>
                    <a:pt x="754144" y="1120068"/>
                  </a:lnTo>
                  <a:lnTo>
                    <a:pt x="751698" y="1122513"/>
                  </a:lnTo>
                  <a:lnTo>
                    <a:pt x="751698" y="1125246"/>
                  </a:lnTo>
                  <a:lnTo>
                    <a:pt x="749109" y="1125246"/>
                  </a:lnTo>
                  <a:lnTo>
                    <a:pt x="749109" y="1122513"/>
                  </a:lnTo>
                  <a:lnTo>
                    <a:pt x="746664" y="1125246"/>
                  </a:lnTo>
                  <a:lnTo>
                    <a:pt x="746664" y="1130281"/>
                  </a:lnTo>
                  <a:lnTo>
                    <a:pt x="749109" y="1130281"/>
                  </a:lnTo>
                  <a:lnTo>
                    <a:pt x="749109" y="1132726"/>
                  </a:lnTo>
                  <a:lnTo>
                    <a:pt x="751698" y="1132726"/>
                  </a:lnTo>
                  <a:lnTo>
                    <a:pt x="751698" y="1135459"/>
                  </a:lnTo>
                  <a:lnTo>
                    <a:pt x="749109" y="1135459"/>
                  </a:lnTo>
                  <a:lnTo>
                    <a:pt x="746664" y="1135459"/>
                  </a:lnTo>
                  <a:lnTo>
                    <a:pt x="743931" y="1135459"/>
                  </a:lnTo>
                  <a:lnTo>
                    <a:pt x="743931" y="1132726"/>
                  </a:lnTo>
                  <a:lnTo>
                    <a:pt x="741486" y="1132726"/>
                  </a:lnTo>
                  <a:lnTo>
                    <a:pt x="739041" y="1132726"/>
                  </a:lnTo>
                  <a:lnTo>
                    <a:pt x="733719" y="1130281"/>
                  </a:lnTo>
                  <a:lnTo>
                    <a:pt x="736452" y="1132726"/>
                  </a:lnTo>
                  <a:lnTo>
                    <a:pt x="733719" y="1132726"/>
                  </a:lnTo>
                  <a:lnTo>
                    <a:pt x="731273" y="1132726"/>
                  </a:lnTo>
                  <a:lnTo>
                    <a:pt x="728828" y="1130281"/>
                  </a:lnTo>
                  <a:lnTo>
                    <a:pt x="723650" y="1130281"/>
                  </a:lnTo>
                  <a:lnTo>
                    <a:pt x="721061" y="1132726"/>
                  </a:lnTo>
                  <a:lnTo>
                    <a:pt x="713725" y="1137904"/>
                  </a:lnTo>
                  <a:lnTo>
                    <a:pt x="713725" y="1135459"/>
                  </a:lnTo>
                  <a:lnTo>
                    <a:pt x="713725" y="1132726"/>
                  </a:lnTo>
                  <a:lnTo>
                    <a:pt x="710992" y="1132726"/>
                  </a:lnTo>
                  <a:lnTo>
                    <a:pt x="710992" y="1130281"/>
                  </a:lnTo>
                  <a:lnTo>
                    <a:pt x="708547" y="1130281"/>
                  </a:lnTo>
                  <a:lnTo>
                    <a:pt x="705958" y="1130281"/>
                  </a:lnTo>
                  <a:lnTo>
                    <a:pt x="705958" y="1127835"/>
                  </a:lnTo>
                  <a:lnTo>
                    <a:pt x="705958" y="1125246"/>
                  </a:lnTo>
                  <a:lnTo>
                    <a:pt x="700780" y="1125246"/>
                  </a:lnTo>
                  <a:lnTo>
                    <a:pt x="698335" y="1122513"/>
                  </a:lnTo>
                  <a:lnTo>
                    <a:pt x="698335" y="1125246"/>
                  </a:lnTo>
                  <a:lnTo>
                    <a:pt x="698335" y="1127835"/>
                  </a:lnTo>
                  <a:lnTo>
                    <a:pt x="698335" y="1130281"/>
                  </a:lnTo>
                  <a:lnTo>
                    <a:pt x="693300" y="1130281"/>
                  </a:lnTo>
                  <a:lnTo>
                    <a:pt x="690567" y="1130281"/>
                  </a:lnTo>
                  <a:lnTo>
                    <a:pt x="690567" y="1127835"/>
                  </a:lnTo>
                  <a:lnTo>
                    <a:pt x="688122" y="1127835"/>
                  </a:lnTo>
                  <a:lnTo>
                    <a:pt x="685677" y="1127835"/>
                  </a:lnTo>
                  <a:lnTo>
                    <a:pt x="685677" y="1125246"/>
                  </a:lnTo>
                  <a:lnTo>
                    <a:pt x="688122" y="1122513"/>
                  </a:lnTo>
                  <a:lnTo>
                    <a:pt x="685677" y="1120068"/>
                  </a:lnTo>
                  <a:lnTo>
                    <a:pt x="683232" y="1125246"/>
                  </a:lnTo>
                  <a:lnTo>
                    <a:pt x="678053" y="1122513"/>
                  </a:lnTo>
                  <a:lnTo>
                    <a:pt x="678053" y="1120068"/>
                  </a:lnTo>
                  <a:lnTo>
                    <a:pt x="680499" y="1120068"/>
                  </a:lnTo>
                  <a:lnTo>
                    <a:pt x="680499" y="1117623"/>
                  </a:lnTo>
                  <a:lnTo>
                    <a:pt x="678053" y="1117623"/>
                  </a:lnTo>
                  <a:lnTo>
                    <a:pt x="675464" y="1115178"/>
                  </a:lnTo>
                  <a:lnTo>
                    <a:pt x="673019" y="1115178"/>
                  </a:lnTo>
                  <a:lnTo>
                    <a:pt x="673019" y="1112445"/>
                  </a:lnTo>
                  <a:lnTo>
                    <a:pt x="675464" y="1112445"/>
                  </a:lnTo>
                  <a:lnTo>
                    <a:pt x="673019" y="1109856"/>
                  </a:lnTo>
                  <a:lnTo>
                    <a:pt x="670286" y="1109856"/>
                  </a:lnTo>
                  <a:lnTo>
                    <a:pt x="667841" y="1109856"/>
                  </a:lnTo>
                  <a:lnTo>
                    <a:pt x="667841" y="1107410"/>
                  </a:lnTo>
                  <a:lnTo>
                    <a:pt x="667841" y="1104965"/>
                  </a:lnTo>
                  <a:lnTo>
                    <a:pt x="665396" y="1099787"/>
                  </a:lnTo>
                  <a:lnTo>
                    <a:pt x="665396" y="1097342"/>
                  </a:lnTo>
                  <a:lnTo>
                    <a:pt x="662807" y="1097342"/>
                  </a:lnTo>
                  <a:lnTo>
                    <a:pt x="665396" y="1094753"/>
                  </a:lnTo>
                  <a:lnTo>
                    <a:pt x="660074" y="1092308"/>
                  </a:lnTo>
                  <a:lnTo>
                    <a:pt x="662807" y="1092308"/>
                  </a:lnTo>
                  <a:lnTo>
                    <a:pt x="662807" y="1084684"/>
                  </a:lnTo>
                  <a:lnTo>
                    <a:pt x="665396" y="1082095"/>
                  </a:lnTo>
                  <a:lnTo>
                    <a:pt x="665396" y="1079506"/>
                  </a:lnTo>
                  <a:lnTo>
                    <a:pt x="665396" y="1076917"/>
                  </a:lnTo>
                  <a:lnTo>
                    <a:pt x="665396" y="1074471"/>
                  </a:lnTo>
                  <a:lnTo>
                    <a:pt x="662807" y="1074471"/>
                  </a:lnTo>
                  <a:lnTo>
                    <a:pt x="662807" y="1072026"/>
                  </a:lnTo>
                  <a:lnTo>
                    <a:pt x="660074" y="1069293"/>
                  </a:lnTo>
                  <a:lnTo>
                    <a:pt x="660074" y="1066704"/>
                  </a:lnTo>
                  <a:lnTo>
                    <a:pt x="657628" y="1064259"/>
                  </a:lnTo>
                  <a:lnTo>
                    <a:pt x="660074" y="1059081"/>
                  </a:lnTo>
                  <a:lnTo>
                    <a:pt x="662807" y="1056635"/>
                  </a:lnTo>
                  <a:lnTo>
                    <a:pt x="665396" y="1051601"/>
                  </a:lnTo>
                  <a:lnTo>
                    <a:pt x="675464" y="1043978"/>
                  </a:lnTo>
                  <a:lnTo>
                    <a:pt x="678053" y="1038800"/>
                  </a:lnTo>
                  <a:lnTo>
                    <a:pt x="680499" y="1036354"/>
                  </a:lnTo>
                  <a:lnTo>
                    <a:pt x="683232" y="1036354"/>
                  </a:lnTo>
                  <a:lnTo>
                    <a:pt x="683232" y="1033765"/>
                  </a:lnTo>
                  <a:lnTo>
                    <a:pt x="685677" y="1036354"/>
                  </a:lnTo>
                  <a:lnTo>
                    <a:pt x="693300" y="1028587"/>
                  </a:lnTo>
                  <a:lnTo>
                    <a:pt x="693300" y="1026142"/>
                  </a:lnTo>
                  <a:lnTo>
                    <a:pt x="693300" y="1023697"/>
                  </a:lnTo>
                  <a:lnTo>
                    <a:pt x="690567" y="1023697"/>
                  </a:lnTo>
                  <a:lnTo>
                    <a:pt x="690567" y="1021107"/>
                  </a:lnTo>
                  <a:lnTo>
                    <a:pt x="688122" y="1018374"/>
                  </a:lnTo>
                  <a:lnTo>
                    <a:pt x="685677" y="1018374"/>
                  </a:lnTo>
                  <a:lnTo>
                    <a:pt x="683232" y="1015929"/>
                  </a:lnTo>
                  <a:lnTo>
                    <a:pt x="683232" y="1013484"/>
                  </a:lnTo>
                  <a:lnTo>
                    <a:pt x="680499" y="1013484"/>
                  </a:lnTo>
                  <a:lnTo>
                    <a:pt x="680499" y="1011039"/>
                  </a:lnTo>
                  <a:lnTo>
                    <a:pt x="683232" y="1008450"/>
                  </a:lnTo>
                  <a:lnTo>
                    <a:pt x="683232" y="1005717"/>
                  </a:lnTo>
                  <a:lnTo>
                    <a:pt x="688122" y="1008450"/>
                  </a:lnTo>
                  <a:lnTo>
                    <a:pt x="690567" y="1005717"/>
                  </a:lnTo>
                  <a:lnTo>
                    <a:pt x="690567" y="1003272"/>
                  </a:lnTo>
                  <a:lnTo>
                    <a:pt x="685677" y="1000826"/>
                  </a:lnTo>
                  <a:lnTo>
                    <a:pt x="683232" y="1000826"/>
                  </a:lnTo>
                  <a:lnTo>
                    <a:pt x="683232" y="998381"/>
                  </a:lnTo>
                  <a:lnTo>
                    <a:pt x="683232" y="995648"/>
                  </a:lnTo>
                  <a:lnTo>
                    <a:pt x="685677" y="995648"/>
                  </a:lnTo>
                  <a:lnTo>
                    <a:pt x="685677" y="993203"/>
                  </a:lnTo>
                  <a:lnTo>
                    <a:pt x="688122" y="993203"/>
                  </a:lnTo>
                  <a:lnTo>
                    <a:pt x="690567" y="993203"/>
                  </a:lnTo>
                  <a:lnTo>
                    <a:pt x="690567" y="995648"/>
                  </a:lnTo>
                  <a:lnTo>
                    <a:pt x="693300" y="995648"/>
                  </a:lnTo>
                  <a:lnTo>
                    <a:pt x="693300" y="993203"/>
                  </a:lnTo>
                  <a:lnTo>
                    <a:pt x="695889" y="993203"/>
                  </a:lnTo>
                  <a:lnTo>
                    <a:pt x="695889" y="995648"/>
                  </a:lnTo>
                  <a:lnTo>
                    <a:pt x="700780" y="998381"/>
                  </a:lnTo>
                  <a:lnTo>
                    <a:pt x="703513" y="998381"/>
                  </a:lnTo>
                  <a:lnTo>
                    <a:pt x="705958" y="998381"/>
                  </a:lnTo>
                  <a:lnTo>
                    <a:pt x="708547" y="995648"/>
                  </a:lnTo>
                  <a:lnTo>
                    <a:pt x="713725" y="993203"/>
                  </a:lnTo>
                  <a:lnTo>
                    <a:pt x="713725" y="995648"/>
                  </a:lnTo>
                  <a:lnTo>
                    <a:pt x="716171" y="995648"/>
                  </a:lnTo>
                  <a:lnTo>
                    <a:pt x="723650" y="995648"/>
                  </a:lnTo>
                  <a:lnTo>
                    <a:pt x="731273" y="998381"/>
                  </a:lnTo>
                  <a:lnTo>
                    <a:pt x="736452" y="998381"/>
                  </a:lnTo>
                  <a:lnTo>
                    <a:pt x="739041" y="1000826"/>
                  </a:lnTo>
                  <a:lnTo>
                    <a:pt x="741486" y="1000826"/>
                  </a:lnTo>
                  <a:lnTo>
                    <a:pt x="743931" y="1000826"/>
                  </a:lnTo>
                  <a:lnTo>
                    <a:pt x="749109" y="1000826"/>
                  </a:lnTo>
                  <a:lnTo>
                    <a:pt x="749109" y="1003272"/>
                  </a:lnTo>
                  <a:lnTo>
                    <a:pt x="751698" y="1003272"/>
                  </a:lnTo>
                  <a:lnTo>
                    <a:pt x="751698" y="1005717"/>
                  </a:lnTo>
                  <a:lnTo>
                    <a:pt x="754144" y="1003272"/>
                  </a:lnTo>
                  <a:lnTo>
                    <a:pt x="754144" y="1000826"/>
                  </a:lnTo>
                  <a:lnTo>
                    <a:pt x="756877" y="1003272"/>
                  </a:lnTo>
                  <a:lnTo>
                    <a:pt x="756877" y="1005717"/>
                  </a:lnTo>
                  <a:lnTo>
                    <a:pt x="761767" y="1003272"/>
                  </a:lnTo>
                  <a:lnTo>
                    <a:pt x="761767" y="1000826"/>
                  </a:lnTo>
                  <a:lnTo>
                    <a:pt x="759322" y="1000826"/>
                  </a:lnTo>
                  <a:lnTo>
                    <a:pt x="759322" y="998381"/>
                  </a:lnTo>
                  <a:lnTo>
                    <a:pt x="756877" y="995648"/>
                  </a:lnTo>
                  <a:lnTo>
                    <a:pt x="759322" y="995648"/>
                  </a:lnTo>
                  <a:lnTo>
                    <a:pt x="761767" y="995648"/>
                  </a:lnTo>
                  <a:lnTo>
                    <a:pt x="764212" y="995648"/>
                  </a:lnTo>
                  <a:lnTo>
                    <a:pt x="769534" y="995648"/>
                  </a:lnTo>
                  <a:lnTo>
                    <a:pt x="771980" y="993203"/>
                  </a:lnTo>
                  <a:lnTo>
                    <a:pt x="771980" y="990614"/>
                  </a:lnTo>
                  <a:lnTo>
                    <a:pt x="774425" y="990614"/>
                  </a:lnTo>
                  <a:lnTo>
                    <a:pt x="774425" y="995648"/>
                  </a:lnTo>
                  <a:lnTo>
                    <a:pt x="777158" y="995648"/>
                  </a:lnTo>
                  <a:lnTo>
                    <a:pt x="779603" y="998381"/>
                  </a:lnTo>
                  <a:lnTo>
                    <a:pt x="782048" y="995648"/>
                  </a:lnTo>
                  <a:lnTo>
                    <a:pt x="784637" y="995648"/>
                  </a:lnTo>
                  <a:lnTo>
                    <a:pt x="794706" y="995648"/>
                  </a:lnTo>
                  <a:lnTo>
                    <a:pt x="800028" y="993203"/>
                  </a:lnTo>
                  <a:lnTo>
                    <a:pt x="800028" y="990614"/>
                  </a:lnTo>
                  <a:lnTo>
                    <a:pt x="800028" y="988169"/>
                  </a:lnTo>
                  <a:lnTo>
                    <a:pt x="800028" y="985436"/>
                  </a:lnTo>
                  <a:lnTo>
                    <a:pt x="797295" y="977956"/>
                  </a:lnTo>
                  <a:lnTo>
                    <a:pt x="802474" y="980545"/>
                  </a:lnTo>
                  <a:lnTo>
                    <a:pt x="804919" y="977956"/>
                  </a:lnTo>
                  <a:lnTo>
                    <a:pt x="807364" y="977956"/>
                  </a:lnTo>
                  <a:lnTo>
                    <a:pt x="807364" y="975223"/>
                  </a:lnTo>
                  <a:lnTo>
                    <a:pt x="810097" y="975223"/>
                  </a:lnTo>
                  <a:lnTo>
                    <a:pt x="815131" y="975223"/>
                  </a:lnTo>
                  <a:lnTo>
                    <a:pt x="815131" y="972778"/>
                  </a:lnTo>
                  <a:lnTo>
                    <a:pt x="812686" y="972778"/>
                  </a:lnTo>
                  <a:lnTo>
                    <a:pt x="812686" y="970333"/>
                  </a:lnTo>
                  <a:lnTo>
                    <a:pt x="815131" y="970333"/>
                  </a:lnTo>
                  <a:lnTo>
                    <a:pt x="815131" y="967887"/>
                  </a:lnTo>
                  <a:lnTo>
                    <a:pt x="817576" y="970333"/>
                  </a:lnTo>
                  <a:lnTo>
                    <a:pt x="820309" y="970333"/>
                  </a:lnTo>
                  <a:lnTo>
                    <a:pt x="817576" y="972778"/>
                  </a:lnTo>
                  <a:lnTo>
                    <a:pt x="820309" y="972778"/>
                  </a:lnTo>
                  <a:lnTo>
                    <a:pt x="820309" y="975223"/>
                  </a:lnTo>
                  <a:lnTo>
                    <a:pt x="817576" y="975223"/>
                  </a:lnTo>
                  <a:lnTo>
                    <a:pt x="817576" y="977956"/>
                  </a:lnTo>
                  <a:lnTo>
                    <a:pt x="820309" y="977956"/>
                  </a:lnTo>
                  <a:lnTo>
                    <a:pt x="820309" y="980545"/>
                  </a:lnTo>
                  <a:lnTo>
                    <a:pt x="822755" y="980545"/>
                  </a:lnTo>
                  <a:lnTo>
                    <a:pt x="822755" y="977956"/>
                  </a:lnTo>
                  <a:lnTo>
                    <a:pt x="827789" y="977956"/>
                  </a:lnTo>
                  <a:lnTo>
                    <a:pt x="832967" y="967887"/>
                  </a:lnTo>
                  <a:lnTo>
                    <a:pt x="832967" y="965154"/>
                  </a:lnTo>
                  <a:lnTo>
                    <a:pt x="832967" y="962709"/>
                  </a:lnTo>
                  <a:lnTo>
                    <a:pt x="835412" y="962709"/>
                  </a:lnTo>
                  <a:lnTo>
                    <a:pt x="835412" y="960120"/>
                  </a:lnTo>
                  <a:lnTo>
                    <a:pt x="837858" y="957675"/>
                  </a:lnTo>
                  <a:lnTo>
                    <a:pt x="840591" y="957675"/>
                  </a:lnTo>
                  <a:lnTo>
                    <a:pt x="840591" y="954942"/>
                  </a:lnTo>
                  <a:lnTo>
                    <a:pt x="837858" y="952497"/>
                  </a:lnTo>
                  <a:lnTo>
                    <a:pt x="840591" y="950051"/>
                  </a:lnTo>
                  <a:lnTo>
                    <a:pt x="843180" y="950051"/>
                  </a:lnTo>
                  <a:lnTo>
                    <a:pt x="845625" y="950051"/>
                  </a:lnTo>
                  <a:lnTo>
                    <a:pt x="845625" y="952497"/>
                  </a:lnTo>
                  <a:lnTo>
                    <a:pt x="848070" y="952497"/>
                  </a:lnTo>
                  <a:lnTo>
                    <a:pt x="850803" y="952497"/>
                  </a:lnTo>
                  <a:lnTo>
                    <a:pt x="850803" y="950051"/>
                  </a:lnTo>
                  <a:lnTo>
                    <a:pt x="850803" y="947462"/>
                  </a:lnTo>
                  <a:lnTo>
                    <a:pt x="853248" y="947462"/>
                  </a:lnTo>
                  <a:lnTo>
                    <a:pt x="855694" y="947462"/>
                  </a:lnTo>
                  <a:lnTo>
                    <a:pt x="858283" y="947462"/>
                  </a:lnTo>
                  <a:lnTo>
                    <a:pt x="861016" y="950051"/>
                  </a:lnTo>
                  <a:lnTo>
                    <a:pt x="861016" y="952497"/>
                  </a:lnTo>
                  <a:lnTo>
                    <a:pt x="863461" y="954942"/>
                  </a:lnTo>
                  <a:lnTo>
                    <a:pt x="868351" y="950051"/>
                  </a:lnTo>
                  <a:lnTo>
                    <a:pt x="868351" y="952497"/>
                  </a:lnTo>
                  <a:lnTo>
                    <a:pt x="873673" y="952497"/>
                  </a:lnTo>
                  <a:lnTo>
                    <a:pt x="870940" y="950051"/>
                  </a:lnTo>
                  <a:lnTo>
                    <a:pt x="870940" y="947462"/>
                  </a:lnTo>
                  <a:lnTo>
                    <a:pt x="868351" y="944729"/>
                  </a:lnTo>
                  <a:lnTo>
                    <a:pt x="868351" y="939839"/>
                  </a:lnTo>
                  <a:lnTo>
                    <a:pt x="865906" y="939839"/>
                  </a:lnTo>
                  <a:lnTo>
                    <a:pt x="863461" y="934661"/>
                  </a:lnTo>
                  <a:lnTo>
                    <a:pt x="861016" y="932072"/>
                  </a:lnTo>
                  <a:lnTo>
                    <a:pt x="858283" y="929626"/>
                  </a:lnTo>
                  <a:lnTo>
                    <a:pt x="855694" y="927181"/>
                  </a:lnTo>
                  <a:lnTo>
                    <a:pt x="855694" y="924736"/>
                  </a:lnTo>
                  <a:lnTo>
                    <a:pt x="858283" y="922003"/>
                  </a:lnTo>
                  <a:lnTo>
                    <a:pt x="855694" y="919558"/>
                  </a:lnTo>
                  <a:lnTo>
                    <a:pt x="853248" y="919558"/>
                  </a:lnTo>
                  <a:lnTo>
                    <a:pt x="848070" y="916969"/>
                  </a:lnTo>
                  <a:lnTo>
                    <a:pt x="845625" y="914523"/>
                  </a:lnTo>
                  <a:lnTo>
                    <a:pt x="843180" y="914523"/>
                  </a:lnTo>
                  <a:lnTo>
                    <a:pt x="840591" y="914523"/>
                  </a:lnTo>
                  <a:lnTo>
                    <a:pt x="837858" y="914523"/>
                  </a:lnTo>
                  <a:lnTo>
                    <a:pt x="825200" y="904311"/>
                  </a:lnTo>
                  <a:lnTo>
                    <a:pt x="825200" y="901578"/>
                  </a:lnTo>
                  <a:lnTo>
                    <a:pt x="822755" y="899133"/>
                  </a:lnTo>
                  <a:lnTo>
                    <a:pt x="820309" y="896687"/>
                  </a:lnTo>
                  <a:lnTo>
                    <a:pt x="817576" y="896687"/>
                  </a:lnTo>
                  <a:lnTo>
                    <a:pt x="815131" y="894242"/>
                  </a:lnTo>
                  <a:lnTo>
                    <a:pt x="807364" y="886475"/>
                  </a:lnTo>
                  <a:lnTo>
                    <a:pt x="804919" y="881297"/>
                  </a:lnTo>
                  <a:lnTo>
                    <a:pt x="807364" y="878851"/>
                  </a:lnTo>
                  <a:lnTo>
                    <a:pt x="807364" y="873817"/>
                  </a:lnTo>
                  <a:lnTo>
                    <a:pt x="815131" y="863748"/>
                  </a:lnTo>
                  <a:lnTo>
                    <a:pt x="820309" y="861016"/>
                  </a:lnTo>
                  <a:lnTo>
                    <a:pt x="822755" y="858426"/>
                  </a:lnTo>
                  <a:lnTo>
                    <a:pt x="825200" y="853536"/>
                  </a:lnTo>
                  <a:lnTo>
                    <a:pt x="827789" y="850803"/>
                  </a:lnTo>
                  <a:lnTo>
                    <a:pt x="830522" y="845913"/>
                  </a:lnTo>
                  <a:lnTo>
                    <a:pt x="830522" y="840878"/>
                  </a:lnTo>
                  <a:lnTo>
                    <a:pt x="832967" y="840878"/>
                  </a:lnTo>
                  <a:lnTo>
                    <a:pt x="832967" y="835700"/>
                  </a:lnTo>
                  <a:lnTo>
                    <a:pt x="840591" y="827933"/>
                  </a:lnTo>
                  <a:lnTo>
                    <a:pt x="843180" y="823042"/>
                  </a:lnTo>
                  <a:lnTo>
                    <a:pt x="843180" y="820597"/>
                  </a:lnTo>
                  <a:lnTo>
                    <a:pt x="843180" y="815275"/>
                  </a:lnTo>
                  <a:lnTo>
                    <a:pt x="843180" y="812830"/>
                  </a:lnTo>
                  <a:lnTo>
                    <a:pt x="845625" y="810385"/>
                  </a:lnTo>
                  <a:lnTo>
                    <a:pt x="853248" y="800172"/>
                  </a:lnTo>
                  <a:lnTo>
                    <a:pt x="853248" y="797439"/>
                  </a:lnTo>
                  <a:lnTo>
                    <a:pt x="855694" y="797439"/>
                  </a:lnTo>
                  <a:lnTo>
                    <a:pt x="858283" y="797439"/>
                  </a:lnTo>
                  <a:lnTo>
                    <a:pt x="865906" y="797439"/>
                  </a:lnTo>
                  <a:lnTo>
                    <a:pt x="868351" y="797439"/>
                  </a:lnTo>
                  <a:lnTo>
                    <a:pt x="870940" y="797439"/>
                  </a:lnTo>
                  <a:lnTo>
                    <a:pt x="873673" y="797439"/>
                  </a:lnTo>
                  <a:lnTo>
                    <a:pt x="878564" y="797439"/>
                  </a:lnTo>
                  <a:lnTo>
                    <a:pt x="881009" y="797439"/>
                  </a:lnTo>
                  <a:lnTo>
                    <a:pt x="883742" y="797439"/>
                  </a:lnTo>
                  <a:lnTo>
                    <a:pt x="891222" y="794994"/>
                  </a:lnTo>
                  <a:lnTo>
                    <a:pt x="898845" y="790103"/>
                  </a:lnTo>
                  <a:lnTo>
                    <a:pt x="893955" y="790103"/>
                  </a:lnTo>
                  <a:lnTo>
                    <a:pt x="891222" y="790103"/>
                  </a:lnTo>
                  <a:lnTo>
                    <a:pt x="886331" y="792549"/>
                  </a:lnTo>
                  <a:lnTo>
                    <a:pt x="881009" y="794994"/>
                  </a:lnTo>
                  <a:lnTo>
                    <a:pt x="876119" y="794994"/>
                  </a:lnTo>
                  <a:lnTo>
                    <a:pt x="861016" y="794994"/>
                  </a:lnTo>
                  <a:lnTo>
                    <a:pt x="858283" y="792549"/>
                  </a:lnTo>
                  <a:lnTo>
                    <a:pt x="855694" y="792549"/>
                  </a:lnTo>
                  <a:lnTo>
                    <a:pt x="855694" y="787370"/>
                  </a:lnTo>
                  <a:lnTo>
                    <a:pt x="855694" y="784781"/>
                  </a:lnTo>
                  <a:lnTo>
                    <a:pt x="855694" y="779891"/>
                  </a:lnTo>
                  <a:lnTo>
                    <a:pt x="858283" y="766945"/>
                  </a:lnTo>
                  <a:lnTo>
                    <a:pt x="855694" y="762055"/>
                  </a:lnTo>
                  <a:lnTo>
                    <a:pt x="858283" y="759610"/>
                  </a:lnTo>
                  <a:lnTo>
                    <a:pt x="863461" y="749397"/>
                  </a:lnTo>
                  <a:lnTo>
                    <a:pt x="868351" y="749397"/>
                  </a:lnTo>
                  <a:lnTo>
                    <a:pt x="870940" y="746952"/>
                  </a:lnTo>
                  <a:lnTo>
                    <a:pt x="873673" y="746952"/>
                  </a:lnTo>
                  <a:lnTo>
                    <a:pt x="873673" y="744219"/>
                  </a:lnTo>
                  <a:lnTo>
                    <a:pt x="876119" y="736739"/>
                  </a:lnTo>
                  <a:lnTo>
                    <a:pt x="876119" y="731561"/>
                  </a:lnTo>
                  <a:lnTo>
                    <a:pt x="876119" y="728972"/>
                  </a:lnTo>
                  <a:lnTo>
                    <a:pt x="876119" y="726527"/>
                  </a:lnTo>
                  <a:lnTo>
                    <a:pt x="878564" y="721349"/>
                  </a:lnTo>
                  <a:lnTo>
                    <a:pt x="873673" y="721349"/>
                  </a:lnTo>
                  <a:lnTo>
                    <a:pt x="870940" y="718903"/>
                  </a:lnTo>
                  <a:lnTo>
                    <a:pt x="870940" y="721349"/>
                  </a:lnTo>
                  <a:lnTo>
                    <a:pt x="868351" y="718903"/>
                  </a:lnTo>
                  <a:lnTo>
                    <a:pt x="868351" y="716458"/>
                  </a:lnTo>
                  <a:lnTo>
                    <a:pt x="868351" y="713725"/>
                  </a:lnTo>
                  <a:lnTo>
                    <a:pt x="865906" y="711136"/>
                  </a:lnTo>
                  <a:lnTo>
                    <a:pt x="861016" y="703513"/>
                  </a:lnTo>
                  <a:lnTo>
                    <a:pt x="861016" y="701067"/>
                  </a:lnTo>
                  <a:lnTo>
                    <a:pt x="858283" y="701067"/>
                  </a:lnTo>
                  <a:lnTo>
                    <a:pt x="855694" y="698478"/>
                  </a:lnTo>
                  <a:lnTo>
                    <a:pt x="858283" y="698478"/>
                  </a:lnTo>
                  <a:lnTo>
                    <a:pt x="858283" y="696033"/>
                  </a:lnTo>
                  <a:lnTo>
                    <a:pt x="858283" y="693300"/>
                  </a:lnTo>
                  <a:lnTo>
                    <a:pt x="855694" y="690855"/>
                  </a:lnTo>
                  <a:lnTo>
                    <a:pt x="853248" y="690855"/>
                  </a:lnTo>
                  <a:lnTo>
                    <a:pt x="853248" y="688410"/>
                  </a:lnTo>
                  <a:lnTo>
                    <a:pt x="853248" y="685821"/>
                  </a:lnTo>
                  <a:lnTo>
                    <a:pt x="853248" y="683232"/>
                  </a:lnTo>
                  <a:lnTo>
                    <a:pt x="850803" y="683232"/>
                  </a:lnTo>
                  <a:lnTo>
                    <a:pt x="848070" y="683232"/>
                  </a:lnTo>
                  <a:lnTo>
                    <a:pt x="843180" y="680642"/>
                  </a:lnTo>
                  <a:lnTo>
                    <a:pt x="843180" y="678197"/>
                  </a:lnTo>
                  <a:lnTo>
                    <a:pt x="843180" y="675752"/>
                  </a:lnTo>
                  <a:lnTo>
                    <a:pt x="843180" y="673019"/>
                  </a:lnTo>
                  <a:lnTo>
                    <a:pt x="843180" y="667985"/>
                  </a:lnTo>
                  <a:lnTo>
                    <a:pt x="837858" y="665539"/>
                  </a:lnTo>
                  <a:lnTo>
                    <a:pt x="835412" y="663094"/>
                  </a:lnTo>
                  <a:lnTo>
                    <a:pt x="832967" y="660361"/>
                  </a:lnTo>
                  <a:lnTo>
                    <a:pt x="835412" y="657916"/>
                  </a:lnTo>
                  <a:lnTo>
                    <a:pt x="832967" y="657916"/>
                  </a:lnTo>
                  <a:lnTo>
                    <a:pt x="830522" y="657916"/>
                  </a:lnTo>
                  <a:lnTo>
                    <a:pt x="830522" y="660361"/>
                  </a:lnTo>
                  <a:lnTo>
                    <a:pt x="827789" y="660361"/>
                  </a:lnTo>
                  <a:lnTo>
                    <a:pt x="822755" y="655327"/>
                  </a:lnTo>
                  <a:lnTo>
                    <a:pt x="825200" y="652882"/>
                  </a:lnTo>
                  <a:lnTo>
                    <a:pt x="822755" y="652882"/>
                  </a:lnTo>
                  <a:lnTo>
                    <a:pt x="820309" y="652882"/>
                  </a:lnTo>
                  <a:lnTo>
                    <a:pt x="820309" y="650149"/>
                  </a:lnTo>
                  <a:lnTo>
                    <a:pt x="822755" y="647704"/>
                  </a:lnTo>
                  <a:lnTo>
                    <a:pt x="820309" y="647704"/>
                  </a:lnTo>
                  <a:lnTo>
                    <a:pt x="817576" y="645258"/>
                  </a:lnTo>
                  <a:lnTo>
                    <a:pt x="820309" y="642669"/>
                  </a:lnTo>
                  <a:lnTo>
                    <a:pt x="820309" y="640080"/>
                  </a:lnTo>
                  <a:lnTo>
                    <a:pt x="817576" y="637491"/>
                  </a:lnTo>
                  <a:lnTo>
                    <a:pt x="815131" y="635046"/>
                  </a:lnTo>
                  <a:lnTo>
                    <a:pt x="815131" y="632600"/>
                  </a:lnTo>
                  <a:lnTo>
                    <a:pt x="812686" y="627422"/>
                  </a:lnTo>
                  <a:lnTo>
                    <a:pt x="812686" y="624833"/>
                  </a:lnTo>
                  <a:lnTo>
                    <a:pt x="810097" y="619655"/>
                  </a:lnTo>
                  <a:lnTo>
                    <a:pt x="810097" y="617210"/>
                  </a:lnTo>
                  <a:lnTo>
                    <a:pt x="807364" y="617210"/>
                  </a:lnTo>
                  <a:lnTo>
                    <a:pt x="807364" y="622388"/>
                  </a:lnTo>
                  <a:lnTo>
                    <a:pt x="804919" y="622388"/>
                  </a:lnTo>
                  <a:lnTo>
                    <a:pt x="804919" y="619655"/>
                  </a:lnTo>
                  <a:lnTo>
                    <a:pt x="802474" y="619655"/>
                  </a:lnTo>
                  <a:lnTo>
                    <a:pt x="800028" y="619655"/>
                  </a:lnTo>
                  <a:lnTo>
                    <a:pt x="800028" y="617210"/>
                  </a:lnTo>
                  <a:lnTo>
                    <a:pt x="800028" y="614764"/>
                  </a:lnTo>
                  <a:lnTo>
                    <a:pt x="794706" y="614764"/>
                  </a:lnTo>
                  <a:lnTo>
                    <a:pt x="792261" y="614764"/>
                  </a:lnTo>
                  <a:lnTo>
                    <a:pt x="794706" y="619655"/>
                  </a:lnTo>
                  <a:lnTo>
                    <a:pt x="792261" y="619655"/>
                  </a:lnTo>
                  <a:lnTo>
                    <a:pt x="789816" y="617210"/>
                  </a:lnTo>
                  <a:lnTo>
                    <a:pt x="787370" y="617210"/>
                  </a:lnTo>
                  <a:lnTo>
                    <a:pt x="784637" y="617210"/>
                  </a:lnTo>
                  <a:lnTo>
                    <a:pt x="782048" y="617210"/>
                  </a:lnTo>
                  <a:lnTo>
                    <a:pt x="782048" y="619655"/>
                  </a:lnTo>
                  <a:lnTo>
                    <a:pt x="782048" y="622388"/>
                  </a:lnTo>
                  <a:lnTo>
                    <a:pt x="779603" y="622388"/>
                  </a:lnTo>
                  <a:lnTo>
                    <a:pt x="779603" y="619655"/>
                  </a:lnTo>
                  <a:lnTo>
                    <a:pt x="777158" y="619655"/>
                  </a:lnTo>
                  <a:lnTo>
                    <a:pt x="777158" y="617210"/>
                  </a:lnTo>
                  <a:lnTo>
                    <a:pt x="779603" y="617210"/>
                  </a:lnTo>
                  <a:lnTo>
                    <a:pt x="779603" y="614764"/>
                  </a:lnTo>
                  <a:lnTo>
                    <a:pt x="777158" y="614764"/>
                  </a:lnTo>
                  <a:lnTo>
                    <a:pt x="774425" y="617210"/>
                  </a:lnTo>
                  <a:lnTo>
                    <a:pt x="771980" y="614764"/>
                  </a:lnTo>
                  <a:lnTo>
                    <a:pt x="766945" y="614764"/>
                  </a:lnTo>
                  <a:lnTo>
                    <a:pt x="766945" y="612175"/>
                  </a:lnTo>
                  <a:lnTo>
                    <a:pt x="764212" y="609443"/>
                  </a:lnTo>
                  <a:lnTo>
                    <a:pt x="764212" y="606997"/>
                  </a:lnTo>
                  <a:lnTo>
                    <a:pt x="766945" y="604552"/>
                  </a:lnTo>
                  <a:lnTo>
                    <a:pt x="764212" y="604552"/>
                  </a:lnTo>
                  <a:lnTo>
                    <a:pt x="761767" y="604552"/>
                  </a:lnTo>
                  <a:lnTo>
                    <a:pt x="761767" y="606997"/>
                  </a:lnTo>
                  <a:lnTo>
                    <a:pt x="759322" y="606997"/>
                  </a:lnTo>
                  <a:lnTo>
                    <a:pt x="761767" y="602107"/>
                  </a:lnTo>
                  <a:lnTo>
                    <a:pt x="761767" y="596929"/>
                  </a:lnTo>
                  <a:lnTo>
                    <a:pt x="764212" y="594339"/>
                  </a:lnTo>
                  <a:lnTo>
                    <a:pt x="766945" y="594339"/>
                  </a:lnTo>
                  <a:lnTo>
                    <a:pt x="766945" y="591894"/>
                  </a:lnTo>
                  <a:lnTo>
                    <a:pt x="766945" y="589161"/>
                  </a:lnTo>
                  <a:lnTo>
                    <a:pt x="764212" y="586716"/>
                  </a:lnTo>
                  <a:lnTo>
                    <a:pt x="764212" y="584271"/>
                  </a:lnTo>
                  <a:lnTo>
                    <a:pt x="764212" y="581682"/>
                  </a:lnTo>
                  <a:lnTo>
                    <a:pt x="766945" y="578949"/>
                  </a:lnTo>
                  <a:lnTo>
                    <a:pt x="764212" y="578949"/>
                  </a:lnTo>
                  <a:lnTo>
                    <a:pt x="761767" y="578949"/>
                  </a:lnTo>
                  <a:lnTo>
                    <a:pt x="759322" y="578949"/>
                  </a:lnTo>
                  <a:lnTo>
                    <a:pt x="766945" y="574058"/>
                  </a:lnTo>
                  <a:lnTo>
                    <a:pt x="764212" y="574058"/>
                  </a:lnTo>
                  <a:lnTo>
                    <a:pt x="761767" y="574058"/>
                  </a:lnTo>
                  <a:lnTo>
                    <a:pt x="759322" y="574058"/>
                  </a:lnTo>
                  <a:lnTo>
                    <a:pt x="761767" y="571613"/>
                  </a:lnTo>
                  <a:lnTo>
                    <a:pt x="759322" y="571613"/>
                  </a:lnTo>
                  <a:lnTo>
                    <a:pt x="756877" y="571613"/>
                  </a:lnTo>
                  <a:lnTo>
                    <a:pt x="754144" y="571613"/>
                  </a:lnTo>
                  <a:lnTo>
                    <a:pt x="754144" y="569024"/>
                  </a:lnTo>
                  <a:lnTo>
                    <a:pt x="751698" y="571613"/>
                  </a:lnTo>
                  <a:lnTo>
                    <a:pt x="749109" y="571613"/>
                  </a:lnTo>
                  <a:lnTo>
                    <a:pt x="749109" y="569024"/>
                  </a:lnTo>
                  <a:lnTo>
                    <a:pt x="746664" y="571613"/>
                  </a:lnTo>
                  <a:lnTo>
                    <a:pt x="743931" y="571613"/>
                  </a:lnTo>
                  <a:lnTo>
                    <a:pt x="741486" y="571613"/>
                  </a:lnTo>
                  <a:lnTo>
                    <a:pt x="741486" y="576504"/>
                  </a:lnTo>
                  <a:lnTo>
                    <a:pt x="746664" y="576504"/>
                  </a:lnTo>
                  <a:lnTo>
                    <a:pt x="749109" y="581682"/>
                  </a:lnTo>
                  <a:lnTo>
                    <a:pt x="751698" y="581682"/>
                  </a:lnTo>
                  <a:lnTo>
                    <a:pt x="754144" y="584271"/>
                  </a:lnTo>
                  <a:lnTo>
                    <a:pt x="756877" y="586716"/>
                  </a:lnTo>
                  <a:lnTo>
                    <a:pt x="756877" y="594339"/>
                  </a:lnTo>
                  <a:lnTo>
                    <a:pt x="756877" y="596929"/>
                  </a:lnTo>
                  <a:lnTo>
                    <a:pt x="754144" y="596929"/>
                  </a:lnTo>
                  <a:lnTo>
                    <a:pt x="754144" y="594339"/>
                  </a:lnTo>
                  <a:lnTo>
                    <a:pt x="754144" y="591894"/>
                  </a:lnTo>
                  <a:lnTo>
                    <a:pt x="749109" y="594339"/>
                  </a:lnTo>
                  <a:lnTo>
                    <a:pt x="746664" y="594339"/>
                  </a:lnTo>
                  <a:lnTo>
                    <a:pt x="746664" y="596929"/>
                  </a:lnTo>
                  <a:lnTo>
                    <a:pt x="743931" y="594339"/>
                  </a:lnTo>
                  <a:lnTo>
                    <a:pt x="739041" y="594339"/>
                  </a:lnTo>
                  <a:lnTo>
                    <a:pt x="736452" y="594339"/>
                  </a:lnTo>
                  <a:lnTo>
                    <a:pt x="736452" y="591894"/>
                  </a:lnTo>
                  <a:lnTo>
                    <a:pt x="733719" y="591894"/>
                  </a:lnTo>
                  <a:lnTo>
                    <a:pt x="731273" y="591894"/>
                  </a:lnTo>
                  <a:lnTo>
                    <a:pt x="731273" y="589161"/>
                  </a:lnTo>
                  <a:lnTo>
                    <a:pt x="728828" y="589161"/>
                  </a:lnTo>
                  <a:lnTo>
                    <a:pt x="728828" y="586716"/>
                  </a:lnTo>
                  <a:lnTo>
                    <a:pt x="728828" y="584271"/>
                  </a:lnTo>
                  <a:lnTo>
                    <a:pt x="726383" y="581682"/>
                  </a:lnTo>
                  <a:lnTo>
                    <a:pt x="723650" y="581682"/>
                  </a:lnTo>
                  <a:lnTo>
                    <a:pt x="718616" y="578949"/>
                  </a:lnTo>
                  <a:lnTo>
                    <a:pt x="718616" y="576504"/>
                  </a:lnTo>
                  <a:lnTo>
                    <a:pt x="716171" y="576504"/>
                  </a:lnTo>
                  <a:lnTo>
                    <a:pt x="716171" y="574058"/>
                  </a:lnTo>
                  <a:lnTo>
                    <a:pt x="716171" y="571613"/>
                  </a:lnTo>
                  <a:lnTo>
                    <a:pt x="713725" y="571613"/>
                  </a:lnTo>
                  <a:lnTo>
                    <a:pt x="713725" y="574058"/>
                  </a:lnTo>
                  <a:lnTo>
                    <a:pt x="710992" y="571613"/>
                  </a:lnTo>
                  <a:lnTo>
                    <a:pt x="708547" y="571613"/>
                  </a:lnTo>
                  <a:lnTo>
                    <a:pt x="708547" y="569024"/>
                  </a:lnTo>
                  <a:lnTo>
                    <a:pt x="708547" y="566435"/>
                  </a:lnTo>
                  <a:lnTo>
                    <a:pt x="708547" y="563846"/>
                  </a:lnTo>
                  <a:lnTo>
                    <a:pt x="713725" y="561401"/>
                  </a:lnTo>
                  <a:lnTo>
                    <a:pt x="713725" y="558955"/>
                  </a:lnTo>
                  <a:lnTo>
                    <a:pt x="716171" y="558955"/>
                  </a:lnTo>
                  <a:lnTo>
                    <a:pt x="713725" y="556222"/>
                  </a:lnTo>
                  <a:lnTo>
                    <a:pt x="713725" y="553777"/>
                  </a:lnTo>
                  <a:lnTo>
                    <a:pt x="710992" y="553777"/>
                  </a:lnTo>
                  <a:lnTo>
                    <a:pt x="705958" y="556222"/>
                  </a:lnTo>
                  <a:lnTo>
                    <a:pt x="703513" y="556222"/>
                  </a:lnTo>
                  <a:lnTo>
                    <a:pt x="703513" y="558955"/>
                  </a:lnTo>
                  <a:lnTo>
                    <a:pt x="700780" y="558955"/>
                  </a:lnTo>
                  <a:lnTo>
                    <a:pt x="698335" y="558955"/>
                  </a:lnTo>
                  <a:lnTo>
                    <a:pt x="705958" y="553777"/>
                  </a:lnTo>
                  <a:lnTo>
                    <a:pt x="700925" y="553777"/>
                  </a:lnTo>
                  <a:lnTo>
                    <a:pt x="698336" y="556222"/>
                  </a:lnTo>
                  <a:lnTo>
                    <a:pt x="700781" y="553777"/>
                  </a:lnTo>
                  <a:lnTo>
                    <a:pt x="700924" y="553777"/>
                  </a:lnTo>
                  <a:lnTo>
                    <a:pt x="703513" y="551188"/>
                  </a:lnTo>
                  <a:lnTo>
                    <a:pt x="700780" y="551188"/>
                  </a:lnTo>
                  <a:lnTo>
                    <a:pt x="698335" y="553777"/>
                  </a:lnTo>
                  <a:lnTo>
                    <a:pt x="695889" y="551188"/>
                  </a:lnTo>
                  <a:lnTo>
                    <a:pt x="698335" y="551188"/>
                  </a:lnTo>
                  <a:lnTo>
                    <a:pt x="698335" y="546010"/>
                  </a:lnTo>
                  <a:lnTo>
                    <a:pt x="700780" y="546010"/>
                  </a:lnTo>
                  <a:lnTo>
                    <a:pt x="703513" y="546010"/>
                  </a:lnTo>
                  <a:lnTo>
                    <a:pt x="703513" y="543565"/>
                  </a:lnTo>
                  <a:lnTo>
                    <a:pt x="705958" y="541119"/>
                  </a:lnTo>
                  <a:lnTo>
                    <a:pt x="708547" y="541119"/>
                  </a:lnTo>
                  <a:lnTo>
                    <a:pt x="705958" y="543565"/>
                  </a:lnTo>
                  <a:lnTo>
                    <a:pt x="705958" y="546010"/>
                  </a:lnTo>
                  <a:lnTo>
                    <a:pt x="710992" y="541119"/>
                  </a:lnTo>
                  <a:lnTo>
                    <a:pt x="710992" y="538530"/>
                  </a:lnTo>
                  <a:lnTo>
                    <a:pt x="708547" y="538530"/>
                  </a:lnTo>
                  <a:lnTo>
                    <a:pt x="705958" y="535797"/>
                  </a:lnTo>
                  <a:lnTo>
                    <a:pt x="703513" y="535797"/>
                  </a:lnTo>
                  <a:lnTo>
                    <a:pt x="700780" y="535797"/>
                  </a:lnTo>
                  <a:lnTo>
                    <a:pt x="700780" y="538530"/>
                  </a:lnTo>
                  <a:lnTo>
                    <a:pt x="695889" y="541119"/>
                  </a:lnTo>
                  <a:lnTo>
                    <a:pt x="695889" y="543565"/>
                  </a:lnTo>
                  <a:lnTo>
                    <a:pt x="693300" y="546010"/>
                  </a:lnTo>
                  <a:lnTo>
                    <a:pt x="695889" y="546010"/>
                  </a:lnTo>
                  <a:lnTo>
                    <a:pt x="695889" y="548743"/>
                  </a:lnTo>
                  <a:lnTo>
                    <a:pt x="693300" y="551188"/>
                  </a:lnTo>
                  <a:lnTo>
                    <a:pt x="695889" y="553777"/>
                  </a:lnTo>
                  <a:lnTo>
                    <a:pt x="695889" y="556222"/>
                  </a:lnTo>
                  <a:lnTo>
                    <a:pt x="695889" y="561401"/>
                  </a:lnTo>
                  <a:lnTo>
                    <a:pt x="695889" y="563846"/>
                  </a:lnTo>
                  <a:lnTo>
                    <a:pt x="683232" y="556222"/>
                  </a:lnTo>
                  <a:lnTo>
                    <a:pt x="678053" y="551188"/>
                  </a:lnTo>
                  <a:lnTo>
                    <a:pt x="675464" y="551188"/>
                  </a:lnTo>
                  <a:lnTo>
                    <a:pt x="675464" y="548743"/>
                  </a:lnTo>
                  <a:lnTo>
                    <a:pt x="673019" y="551188"/>
                  </a:lnTo>
                  <a:lnTo>
                    <a:pt x="673019" y="553777"/>
                  </a:lnTo>
                  <a:lnTo>
                    <a:pt x="673019" y="556222"/>
                  </a:lnTo>
                  <a:lnTo>
                    <a:pt x="673019" y="558955"/>
                  </a:lnTo>
                  <a:lnTo>
                    <a:pt x="678053" y="561401"/>
                  </a:lnTo>
                  <a:lnTo>
                    <a:pt x="675464" y="566435"/>
                  </a:lnTo>
                  <a:lnTo>
                    <a:pt x="670286" y="571613"/>
                  </a:lnTo>
                  <a:lnTo>
                    <a:pt x="665396" y="576504"/>
                  </a:lnTo>
                  <a:lnTo>
                    <a:pt x="662807" y="578949"/>
                  </a:lnTo>
                  <a:lnTo>
                    <a:pt x="660074" y="578949"/>
                  </a:lnTo>
                  <a:lnTo>
                    <a:pt x="657628" y="584271"/>
                  </a:lnTo>
                  <a:lnTo>
                    <a:pt x="657628" y="586716"/>
                  </a:lnTo>
                  <a:lnTo>
                    <a:pt x="652738" y="591894"/>
                  </a:lnTo>
                  <a:lnTo>
                    <a:pt x="652738" y="594339"/>
                  </a:lnTo>
                  <a:lnTo>
                    <a:pt x="650005" y="596929"/>
                  </a:lnTo>
                  <a:lnTo>
                    <a:pt x="647416" y="596929"/>
                  </a:lnTo>
                  <a:lnTo>
                    <a:pt x="647416" y="599374"/>
                  </a:lnTo>
                  <a:lnTo>
                    <a:pt x="644971" y="602107"/>
                  </a:lnTo>
                  <a:lnTo>
                    <a:pt x="642525" y="602107"/>
                  </a:lnTo>
                  <a:lnTo>
                    <a:pt x="640080" y="602107"/>
                  </a:lnTo>
                  <a:lnTo>
                    <a:pt x="637347" y="604552"/>
                  </a:lnTo>
                  <a:lnTo>
                    <a:pt x="632313" y="602107"/>
                  </a:lnTo>
                  <a:lnTo>
                    <a:pt x="632313" y="599374"/>
                  </a:lnTo>
                  <a:lnTo>
                    <a:pt x="629868" y="594339"/>
                  </a:lnTo>
                  <a:lnTo>
                    <a:pt x="634902" y="586716"/>
                  </a:lnTo>
                  <a:lnTo>
                    <a:pt x="634902" y="584271"/>
                  </a:lnTo>
                  <a:lnTo>
                    <a:pt x="634902" y="578949"/>
                  </a:lnTo>
                  <a:lnTo>
                    <a:pt x="634902" y="576504"/>
                  </a:lnTo>
                  <a:lnTo>
                    <a:pt x="632313" y="576504"/>
                  </a:lnTo>
                  <a:lnTo>
                    <a:pt x="629868" y="576504"/>
                  </a:lnTo>
                  <a:lnTo>
                    <a:pt x="627135" y="569024"/>
                  </a:lnTo>
                  <a:lnTo>
                    <a:pt x="624689" y="563846"/>
                  </a:lnTo>
                  <a:lnTo>
                    <a:pt x="624689" y="561401"/>
                  </a:lnTo>
                  <a:lnTo>
                    <a:pt x="627135" y="561401"/>
                  </a:lnTo>
                  <a:lnTo>
                    <a:pt x="627135" y="558955"/>
                  </a:lnTo>
                  <a:lnTo>
                    <a:pt x="632313" y="556222"/>
                  </a:lnTo>
                  <a:lnTo>
                    <a:pt x="634902" y="556222"/>
                  </a:lnTo>
                  <a:lnTo>
                    <a:pt x="637347" y="553777"/>
                  </a:lnTo>
                  <a:lnTo>
                    <a:pt x="640080" y="553777"/>
                  </a:lnTo>
                  <a:lnTo>
                    <a:pt x="642525" y="553777"/>
                  </a:lnTo>
                  <a:lnTo>
                    <a:pt x="647416" y="553777"/>
                  </a:lnTo>
                  <a:lnTo>
                    <a:pt x="650005" y="556222"/>
                  </a:lnTo>
                  <a:lnTo>
                    <a:pt x="652738" y="556222"/>
                  </a:lnTo>
                  <a:lnTo>
                    <a:pt x="655183" y="553777"/>
                  </a:lnTo>
                  <a:lnTo>
                    <a:pt x="657628" y="551188"/>
                  </a:lnTo>
                  <a:lnTo>
                    <a:pt x="657628" y="548743"/>
                  </a:lnTo>
                  <a:lnTo>
                    <a:pt x="660074" y="548743"/>
                  </a:lnTo>
                  <a:lnTo>
                    <a:pt x="657628" y="546010"/>
                  </a:lnTo>
                  <a:lnTo>
                    <a:pt x="660074" y="543565"/>
                  </a:lnTo>
                  <a:lnTo>
                    <a:pt x="662807" y="543565"/>
                  </a:lnTo>
                  <a:lnTo>
                    <a:pt x="665396" y="543565"/>
                  </a:lnTo>
                  <a:lnTo>
                    <a:pt x="667841" y="543565"/>
                  </a:lnTo>
                  <a:lnTo>
                    <a:pt x="667841" y="541119"/>
                  </a:lnTo>
                  <a:lnTo>
                    <a:pt x="667841" y="538530"/>
                  </a:lnTo>
                  <a:lnTo>
                    <a:pt x="665396" y="535797"/>
                  </a:lnTo>
                  <a:lnTo>
                    <a:pt x="667841" y="533352"/>
                  </a:lnTo>
                  <a:lnTo>
                    <a:pt x="665396" y="530907"/>
                  </a:lnTo>
                  <a:lnTo>
                    <a:pt x="665396" y="528462"/>
                  </a:lnTo>
                  <a:lnTo>
                    <a:pt x="662807" y="523283"/>
                  </a:lnTo>
                  <a:lnTo>
                    <a:pt x="660074" y="520694"/>
                  </a:lnTo>
                  <a:lnTo>
                    <a:pt x="657628" y="520694"/>
                  </a:lnTo>
                  <a:lnTo>
                    <a:pt x="655183" y="518249"/>
                  </a:lnTo>
                  <a:lnTo>
                    <a:pt x="650005" y="515516"/>
                  </a:lnTo>
                  <a:lnTo>
                    <a:pt x="647416" y="515516"/>
                  </a:lnTo>
                  <a:lnTo>
                    <a:pt x="644971" y="510626"/>
                  </a:lnTo>
                  <a:lnTo>
                    <a:pt x="642525" y="510626"/>
                  </a:lnTo>
                  <a:lnTo>
                    <a:pt x="632313" y="508037"/>
                  </a:lnTo>
                  <a:lnTo>
                    <a:pt x="624689" y="510626"/>
                  </a:lnTo>
                  <a:lnTo>
                    <a:pt x="622244" y="505304"/>
                  </a:lnTo>
                  <a:lnTo>
                    <a:pt x="619655" y="505304"/>
                  </a:lnTo>
                  <a:lnTo>
                    <a:pt x="612032" y="500413"/>
                  </a:lnTo>
                  <a:lnTo>
                    <a:pt x="612032" y="497968"/>
                  </a:lnTo>
                  <a:lnTo>
                    <a:pt x="609586" y="497968"/>
                  </a:lnTo>
                  <a:lnTo>
                    <a:pt x="609586" y="490201"/>
                  </a:lnTo>
                  <a:lnTo>
                    <a:pt x="612032" y="490201"/>
                  </a:lnTo>
                  <a:lnTo>
                    <a:pt x="612032" y="487755"/>
                  </a:lnTo>
                  <a:lnTo>
                    <a:pt x="612032" y="485310"/>
                  </a:lnTo>
                  <a:lnTo>
                    <a:pt x="609586" y="485310"/>
                  </a:lnTo>
                  <a:lnTo>
                    <a:pt x="606853" y="487755"/>
                  </a:lnTo>
                  <a:lnTo>
                    <a:pt x="606853" y="490201"/>
                  </a:lnTo>
                  <a:lnTo>
                    <a:pt x="606853" y="492646"/>
                  </a:lnTo>
                  <a:lnTo>
                    <a:pt x="606853" y="495235"/>
                  </a:lnTo>
                  <a:lnTo>
                    <a:pt x="604264" y="495235"/>
                  </a:lnTo>
                  <a:lnTo>
                    <a:pt x="599374" y="492646"/>
                  </a:lnTo>
                  <a:lnTo>
                    <a:pt x="599374" y="490201"/>
                  </a:lnTo>
                  <a:lnTo>
                    <a:pt x="599374" y="487755"/>
                  </a:lnTo>
                  <a:lnTo>
                    <a:pt x="596641" y="490201"/>
                  </a:lnTo>
                  <a:lnTo>
                    <a:pt x="596641" y="492646"/>
                  </a:lnTo>
                  <a:lnTo>
                    <a:pt x="594196" y="492646"/>
                  </a:lnTo>
                  <a:lnTo>
                    <a:pt x="591750" y="492646"/>
                  </a:lnTo>
                  <a:lnTo>
                    <a:pt x="591750" y="490201"/>
                  </a:lnTo>
                  <a:lnTo>
                    <a:pt x="589161" y="490201"/>
                  </a:lnTo>
                  <a:lnTo>
                    <a:pt x="589161" y="492646"/>
                  </a:lnTo>
                  <a:lnTo>
                    <a:pt x="583983" y="490201"/>
                  </a:lnTo>
                  <a:lnTo>
                    <a:pt x="583983" y="487755"/>
                  </a:lnTo>
                  <a:lnTo>
                    <a:pt x="583983" y="485310"/>
                  </a:lnTo>
                  <a:lnTo>
                    <a:pt x="586428" y="485310"/>
                  </a:lnTo>
                  <a:lnTo>
                    <a:pt x="589161" y="485310"/>
                  </a:lnTo>
                  <a:lnTo>
                    <a:pt x="589161" y="482577"/>
                  </a:lnTo>
                  <a:lnTo>
                    <a:pt x="591750" y="482577"/>
                  </a:lnTo>
                  <a:lnTo>
                    <a:pt x="591751" y="482576"/>
                  </a:lnTo>
                  <a:lnTo>
                    <a:pt x="591751" y="480132"/>
                  </a:lnTo>
                  <a:lnTo>
                    <a:pt x="591751" y="477543"/>
                  </a:lnTo>
                  <a:lnTo>
                    <a:pt x="594196" y="477543"/>
                  </a:lnTo>
                  <a:lnTo>
                    <a:pt x="591752" y="482575"/>
                  </a:lnTo>
                  <a:lnTo>
                    <a:pt x="594196" y="480132"/>
                  </a:lnTo>
                  <a:lnTo>
                    <a:pt x="596641" y="480132"/>
                  </a:lnTo>
                  <a:lnTo>
                    <a:pt x="599374" y="477543"/>
                  </a:lnTo>
                  <a:lnTo>
                    <a:pt x="596641" y="475098"/>
                  </a:lnTo>
                  <a:lnTo>
                    <a:pt x="599374" y="475098"/>
                  </a:lnTo>
                  <a:lnTo>
                    <a:pt x="596641" y="472365"/>
                  </a:lnTo>
                  <a:lnTo>
                    <a:pt x="594196" y="472365"/>
                  </a:lnTo>
                  <a:lnTo>
                    <a:pt x="594196" y="475098"/>
                  </a:lnTo>
                  <a:lnTo>
                    <a:pt x="591750" y="469920"/>
                  </a:lnTo>
                  <a:lnTo>
                    <a:pt x="594196" y="467474"/>
                  </a:lnTo>
                  <a:lnTo>
                    <a:pt x="596641" y="465029"/>
                  </a:lnTo>
                  <a:lnTo>
                    <a:pt x="599374" y="462152"/>
                  </a:lnTo>
                  <a:lnTo>
                    <a:pt x="599374" y="459707"/>
                  </a:lnTo>
                  <a:lnTo>
                    <a:pt x="596641" y="462152"/>
                  </a:lnTo>
                  <a:lnTo>
                    <a:pt x="594196" y="459707"/>
                  </a:lnTo>
                  <a:lnTo>
                    <a:pt x="594196" y="462152"/>
                  </a:lnTo>
                  <a:lnTo>
                    <a:pt x="594196" y="465029"/>
                  </a:lnTo>
                  <a:lnTo>
                    <a:pt x="589161" y="467474"/>
                  </a:lnTo>
                  <a:lnTo>
                    <a:pt x="586428" y="467474"/>
                  </a:lnTo>
                  <a:lnTo>
                    <a:pt x="583983" y="467474"/>
                  </a:lnTo>
                  <a:lnTo>
                    <a:pt x="586428" y="462152"/>
                  </a:lnTo>
                  <a:lnTo>
                    <a:pt x="583983" y="462152"/>
                  </a:lnTo>
                  <a:lnTo>
                    <a:pt x="581538" y="465029"/>
                  </a:lnTo>
                  <a:lnTo>
                    <a:pt x="581538" y="467474"/>
                  </a:lnTo>
                  <a:lnTo>
                    <a:pt x="576360" y="467474"/>
                  </a:lnTo>
                  <a:lnTo>
                    <a:pt x="573771" y="467474"/>
                  </a:lnTo>
                  <a:lnTo>
                    <a:pt x="573771" y="465029"/>
                  </a:lnTo>
                  <a:lnTo>
                    <a:pt x="573771" y="462152"/>
                  </a:lnTo>
                  <a:lnTo>
                    <a:pt x="576360" y="459707"/>
                  </a:lnTo>
                  <a:lnTo>
                    <a:pt x="579093" y="457262"/>
                  </a:lnTo>
                  <a:lnTo>
                    <a:pt x="581538" y="454816"/>
                  </a:lnTo>
                  <a:lnTo>
                    <a:pt x="583983" y="452083"/>
                  </a:lnTo>
                  <a:lnTo>
                    <a:pt x="581538" y="452083"/>
                  </a:lnTo>
                  <a:lnTo>
                    <a:pt x="579093" y="452083"/>
                  </a:lnTo>
                  <a:lnTo>
                    <a:pt x="579093" y="454816"/>
                  </a:lnTo>
                  <a:lnTo>
                    <a:pt x="576360" y="457262"/>
                  </a:lnTo>
                  <a:lnTo>
                    <a:pt x="573771" y="459707"/>
                  </a:lnTo>
                  <a:lnTo>
                    <a:pt x="568880" y="462152"/>
                  </a:lnTo>
                  <a:lnTo>
                    <a:pt x="568880" y="465029"/>
                  </a:lnTo>
                  <a:lnTo>
                    <a:pt x="566435" y="465029"/>
                  </a:lnTo>
                  <a:lnTo>
                    <a:pt x="566435" y="467474"/>
                  </a:lnTo>
                  <a:lnTo>
                    <a:pt x="563702" y="469920"/>
                  </a:lnTo>
                  <a:lnTo>
                    <a:pt x="566435" y="469920"/>
                  </a:lnTo>
                  <a:lnTo>
                    <a:pt x="568880" y="472365"/>
                  </a:lnTo>
                  <a:lnTo>
                    <a:pt x="568880" y="475098"/>
                  </a:lnTo>
                  <a:lnTo>
                    <a:pt x="566435" y="472365"/>
                  </a:lnTo>
                  <a:lnTo>
                    <a:pt x="566435" y="477543"/>
                  </a:lnTo>
                  <a:lnTo>
                    <a:pt x="563702" y="482577"/>
                  </a:lnTo>
                  <a:lnTo>
                    <a:pt x="558668" y="477543"/>
                  </a:lnTo>
                  <a:lnTo>
                    <a:pt x="556222" y="472365"/>
                  </a:lnTo>
                  <a:lnTo>
                    <a:pt x="558668" y="469920"/>
                  </a:lnTo>
                  <a:lnTo>
                    <a:pt x="558668" y="467474"/>
                  </a:lnTo>
                  <a:lnTo>
                    <a:pt x="558668" y="465029"/>
                  </a:lnTo>
                  <a:lnTo>
                    <a:pt x="556222" y="457262"/>
                  </a:lnTo>
                  <a:lnTo>
                    <a:pt x="553489" y="454816"/>
                  </a:lnTo>
                  <a:lnTo>
                    <a:pt x="553489" y="452083"/>
                  </a:lnTo>
                  <a:lnTo>
                    <a:pt x="551044" y="449638"/>
                  </a:lnTo>
                  <a:lnTo>
                    <a:pt x="551044" y="447049"/>
                  </a:lnTo>
                  <a:lnTo>
                    <a:pt x="553489" y="444604"/>
                  </a:lnTo>
                  <a:lnTo>
                    <a:pt x="553489" y="441871"/>
                  </a:lnTo>
                  <a:lnTo>
                    <a:pt x="551044" y="436980"/>
                  </a:lnTo>
                  <a:lnTo>
                    <a:pt x="548599" y="431658"/>
                  </a:lnTo>
                  <a:lnTo>
                    <a:pt x="551044" y="431658"/>
                  </a:lnTo>
                  <a:lnTo>
                    <a:pt x="551044" y="429213"/>
                  </a:lnTo>
                  <a:lnTo>
                    <a:pt x="548599" y="426768"/>
                  </a:lnTo>
                  <a:lnTo>
                    <a:pt x="548599" y="424323"/>
                  </a:lnTo>
                  <a:lnTo>
                    <a:pt x="546010" y="424323"/>
                  </a:lnTo>
                  <a:lnTo>
                    <a:pt x="543277" y="424323"/>
                  </a:lnTo>
                  <a:lnTo>
                    <a:pt x="543277" y="421590"/>
                  </a:lnTo>
                  <a:lnTo>
                    <a:pt x="540832" y="419001"/>
                  </a:lnTo>
                  <a:lnTo>
                    <a:pt x="540832" y="421590"/>
                  </a:lnTo>
                  <a:lnTo>
                    <a:pt x="538387" y="419001"/>
                  </a:lnTo>
                  <a:lnTo>
                    <a:pt x="533208" y="421590"/>
                  </a:lnTo>
                  <a:lnTo>
                    <a:pt x="530619" y="426768"/>
                  </a:lnTo>
                  <a:lnTo>
                    <a:pt x="525729" y="421590"/>
                  </a:lnTo>
                  <a:lnTo>
                    <a:pt x="522996" y="421590"/>
                  </a:lnTo>
                  <a:lnTo>
                    <a:pt x="528174" y="424323"/>
                  </a:lnTo>
                  <a:lnTo>
                    <a:pt x="528174" y="426768"/>
                  </a:lnTo>
                  <a:lnTo>
                    <a:pt x="528174" y="429213"/>
                  </a:lnTo>
                  <a:lnTo>
                    <a:pt x="525729" y="429213"/>
                  </a:lnTo>
                  <a:lnTo>
                    <a:pt x="522996" y="429213"/>
                  </a:lnTo>
                  <a:lnTo>
                    <a:pt x="522996" y="426768"/>
                  </a:lnTo>
                  <a:lnTo>
                    <a:pt x="520551" y="426768"/>
                  </a:lnTo>
                  <a:lnTo>
                    <a:pt x="518105" y="431658"/>
                  </a:lnTo>
                  <a:lnTo>
                    <a:pt x="515516" y="429213"/>
                  </a:lnTo>
                  <a:lnTo>
                    <a:pt x="515516" y="426768"/>
                  </a:lnTo>
                  <a:lnTo>
                    <a:pt x="512783" y="424323"/>
                  </a:lnTo>
                  <a:lnTo>
                    <a:pt x="510338" y="419001"/>
                  </a:lnTo>
                  <a:lnTo>
                    <a:pt x="507893" y="419001"/>
                  </a:lnTo>
                  <a:lnTo>
                    <a:pt x="510338" y="416555"/>
                  </a:lnTo>
                  <a:lnTo>
                    <a:pt x="510338" y="414110"/>
                  </a:lnTo>
                  <a:lnTo>
                    <a:pt x="512783" y="414110"/>
                  </a:lnTo>
                  <a:lnTo>
                    <a:pt x="512783" y="411377"/>
                  </a:lnTo>
                  <a:lnTo>
                    <a:pt x="510338" y="411377"/>
                  </a:lnTo>
                  <a:lnTo>
                    <a:pt x="507893" y="411377"/>
                  </a:lnTo>
                  <a:lnTo>
                    <a:pt x="505447" y="411377"/>
                  </a:lnTo>
                  <a:lnTo>
                    <a:pt x="505447" y="414110"/>
                  </a:lnTo>
                  <a:lnTo>
                    <a:pt x="505447" y="416555"/>
                  </a:lnTo>
                  <a:lnTo>
                    <a:pt x="502715" y="414110"/>
                  </a:lnTo>
                  <a:lnTo>
                    <a:pt x="502715" y="411377"/>
                  </a:lnTo>
                  <a:lnTo>
                    <a:pt x="500126" y="411377"/>
                  </a:lnTo>
                  <a:lnTo>
                    <a:pt x="500126" y="408932"/>
                  </a:lnTo>
                  <a:lnTo>
                    <a:pt x="497680" y="408932"/>
                  </a:lnTo>
                  <a:lnTo>
                    <a:pt x="497680" y="406487"/>
                  </a:lnTo>
                  <a:lnTo>
                    <a:pt x="495235" y="403898"/>
                  </a:lnTo>
                  <a:lnTo>
                    <a:pt x="492790" y="403898"/>
                  </a:lnTo>
                  <a:lnTo>
                    <a:pt x="492790" y="401452"/>
                  </a:lnTo>
                  <a:lnTo>
                    <a:pt x="490057" y="401452"/>
                  </a:lnTo>
                  <a:lnTo>
                    <a:pt x="490057" y="403898"/>
                  </a:lnTo>
                  <a:lnTo>
                    <a:pt x="490057" y="406487"/>
                  </a:lnTo>
                  <a:lnTo>
                    <a:pt x="487468" y="403898"/>
                  </a:lnTo>
                  <a:lnTo>
                    <a:pt x="485022" y="403898"/>
                  </a:lnTo>
                  <a:lnTo>
                    <a:pt x="482577" y="403898"/>
                  </a:lnTo>
                  <a:lnTo>
                    <a:pt x="482577" y="401452"/>
                  </a:lnTo>
                  <a:lnTo>
                    <a:pt x="479844" y="401452"/>
                  </a:lnTo>
                  <a:lnTo>
                    <a:pt x="482577" y="396274"/>
                  </a:lnTo>
                  <a:lnTo>
                    <a:pt x="479844" y="396274"/>
                  </a:lnTo>
                  <a:lnTo>
                    <a:pt x="479844" y="393829"/>
                  </a:lnTo>
                  <a:lnTo>
                    <a:pt x="482577" y="393829"/>
                  </a:lnTo>
                  <a:lnTo>
                    <a:pt x="485022" y="393829"/>
                  </a:lnTo>
                  <a:lnTo>
                    <a:pt x="487468" y="391240"/>
                  </a:lnTo>
                  <a:lnTo>
                    <a:pt x="485022" y="391240"/>
                  </a:lnTo>
                  <a:lnTo>
                    <a:pt x="482577" y="391240"/>
                  </a:lnTo>
                  <a:lnTo>
                    <a:pt x="485022" y="388651"/>
                  </a:lnTo>
                  <a:lnTo>
                    <a:pt x="487468" y="386062"/>
                  </a:lnTo>
                  <a:lnTo>
                    <a:pt x="490057" y="388651"/>
                  </a:lnTo>
                  <a:lnTo>
                    <a:pt x="495235" y="391240"/>
                  </a:lnTo>
                  <a:lnTo>
                    <a:pt x="492790" y="386062"/>
                  </a:lnTo>
                  <a:lnTo>
                    <a:pt x="490057" y="383617"/>
                  </a:lnTo>
                  <a:lnTo>
                    <a:pt x="487468" y="375993"/>
                  </a:lnTo>
                  <a:lnTo>
                    <a:pt x="479844" y="373404"/>
                  </a:lnTo>
                  <a:lnTo>
                    <a:pt x="479844" y="375993"/>
                  </a:lnTo>
                  <a:lnTo>
                    <a:pt x="474954" y="383617"/>
                  </a:lnTo>
                  <a:lnTo>
                    <a:pt x="474954" y="386062"/>
                  </a:lnTo>
                  <a:lnTo>
                    <a:pt x="479844" y="383617"/>
                  </a:lnTo>
                  <a:lnTo>
                    <a:pt x="482577" y="383617"/>
                  </a:lnTo>
                  <a:lnTo>
                    <a:pt x="479844" y="388651"/>
                  </a:lnTo>
                  <a:lnTo>
                    <a:pt x="479844" y="391240"/>
                  </a:lnTo>
                  <a:lnTo>
                    <a:pt x="477399" y="396274"/>
                  </a:lnTo>
                  <a:lnTo>
                    <a:pt x="477399" y="401452"/>
                  </a:lnTo>
                  <a:lnTo>
                    <a:pt x="479844" y="406487"/>
                  </a:lnTo>
                  <a:lnTo>
                    <a:pt x="479844" y="408932"/>
                  </a:lnTo>
                  <a:lnTo>
                    <a:pt x="479844" y="411377"/>
                  </a:lnTo>
                  <a:lnTo>
                    <a:pt x="477399" y="408932"/>
                  </a:lnTo>
                  <a:lnTo>
                    <a:pt x="477399" y="411377"/>
                  </a:lnTo>
                  <a:lnTo>
                    <a:pt x="474954" y="408932"/>
                  </a:lnTo>
                  <a:lnTo>
                    <a:pt x="472365" y="408932"/>
                  </a:lnTo>
                  <a:lnTo>
                    <a:pt x="469632" y="406487"/>
                  </a:lnTo>
                  <a:lnTo>
                    <a:pt x="467186" y="411377"/>
                  </a:lnTo>
                  <a:lnTo>
                    <a:pt x="464741" y="406487"/>
                  </a:lnTo>
                  <a:lnTo>
                    <a:pt x="459563" y="403898"/>
                  </a:lnTo>
                  <a:lnTo>
                    <a:pt x="462296" y="406487"/>
                  </a:lnTo>
                  <a:lnTo>
                    <a:pt x="462296" y="408932"/>
                  </a:lnTo>
                  <a:lnTo>
                    <a:pt x="462296" y="411377"/>
                  </a:lnTo>
                  <a:lnTo>
                    <a:pt x="459563" y="411377"/>
                  </a:lnTo>
                  <a:lnTo>
                    <a:pt x="462296" y="419001"/>
                  </a:lnTo>
                  <a:lnTo>
                    <a:pt x="459563" y="421590"/>
                  </a:lnTo>
                  <a:lnTo>
                    <a:pt x="456974" y="421590"/>
                  </a:lnTo>
                  <a:lnTo>
                    <a:pt x="456974" y="424323"/>
                  </a:lnTo>
                  <a:lnTo>
                    <a:pt x="459563" y="426768"/>
                  </a:lnTo>
                  <a:lnTo>
                    <a:pt x="459563" y="424323"/>
                  </a:lnTo>
                  <a:lnTo>
                    <a:pt x="462296" y="421590"/>
                  </a:lnTo>
                  <a:lnTo>
                    <a:pt x="464741" y="416555"/>
                  </a:lnTo>
                  <a:lnTo>
                    <a:pt x="469632" y="419001"/>
                  </a:lnTo>
                  <a:lnTo>
                    <a:pt x="469632" y="416555"/>
                  </a:lnTo>
                  <a:lnTo>
                    <a:pt x="472365" y="416555"/>
                  </a:lnTo>
                  <a:lnTo>
                    <a:pt x="477399" y="421590"/>
                  </a:lnTo>
                  <a:lnTo>
                    <a:pt x="479844" y="424323"/>
                  </a:lnTo>
                  <a:lnTo>
                    <a:pt x="485022" y="424323"/>
                  </a:lnTo>
                  <a:lnTo>
                    <a:pt x="485022" y="419001"/>
                  </a:lnTo>
                  <a:lnTo>
                    <a:pt x="487468" y="419001"/>
                  </a:lnTo>
                  <a:lnTo>
                    <a:pt x="490057" y="419001"/>
                  </a:lnTo>
                  <a:lnTo>
                    <a:pt x="490057" y="421590"/>
                  </a:lnTo>
                  <a:lnTo>
                    <a:pt x="500126" y="434391"/>
                  </a:lnTo>
                  <a:lnTo>
                    <a:pt x="502715" y="436980"/>
                  </a:lnTo>
                  <a:lnTo>
                    <a:pt x="505447" y="444604"/>
                  </a:lnTo>
                  <a:lnTo>
                    <a:pt x="505447" y="449638"/>
                  </a:lnTo>
                  <a:lnTo>
                    <a:pt x="507893" y="452083"/>
                  </a:lnTo>
                  <a:lnTo>
                    <a:pt x="507893" y="449638"/>
                  </a:lnTo>
                  <a:lnTo>
                    <a:pt x="510338" y="452083"/>
                  </a:lnTo>
                  <a:lnTo>
                    <a:pt x="510338" y="454816"/>
                  </a:lnTo>
                  <a:lnTo>
                    <a:pt x="512783" y="462152"/>
                  </a:lnTo>
                  <a:lnTo>
                    <a:pt x="510338" y="465029"/>
                  </a:lnTo>
                  <a:lnTo>
                    <a:pt x="510338" y="467474"/>
                  </a:lnTo>
                  <a:lnTo>
                    <a:pt x="507893" y="472365"/>
                  </a:lnTo>
                  <a:lnTo>
                    <a:pt x="507893" y="475098"/>
                  </a:lnTo>
                  <a:lnTo>
                    <a:pt x="505447" y="475098"/>
                  </a:lnTo>
                  <a:lnTo>
                    <a:pt x="502715" y="472365"/>
                  </a:lnTo>
                  <a:lnTo>
                    <a:pt x="502715" y="475098"/>
                  </a:lnTo>
                  <a:lnTo>
                    <a:pt x="500126" y="475098"/>
                  </a:lnTo>
                  <a:lnTo>
                    <a:pt x="497680" y="477543"/>
                  </a:lnTo>
                  <a:lnTo>
                    <a:pt x="487468" y="477543"/>
                  </a:lnTo>
                  <a:lnTo>
                    <a:pt x="485022" y="477543"/>
                  </a:lnTo>
                  <a:lnTo>
                    <a:pt x="482577" y="477543"/>
                  </a:lnTo>
                  <a:lnTo>
                    <a:pt x="472365" y="485310"/>
                  </a:lnTo>
                  <a:lnTo>
                    <a:pt x="469632" y="485310"/>
                  </a:lnTo>
                  <a:lnTo>
                    <a:pt x="469632" y="482577"/>
                  </a:lnTo>
                  <a:lnTo>
                    <a:pt x="467186" y="482577"/>
                  </a:lnTo>
                  <a:lnTo>
                    <a:pt x="464741" y="482577"/>
                  </a:lnTo>
                  <a:lnTo>
                    <a:pt x="464741" y="480132"/>
                  </a:lnTo>
                  <a:lnTo>
                    <a:pt x="464741" y="477543"/>
                  </a:lnTo>
                  <a:lnTo>
                    <a:pt x="462296" y="477543"/>
                  </a:lnTo>
                  <a:lnTo>
                    <a:pt x="456974" y="469920"/>
                  </a:lnTo>
                  <a:lnTo>
                    <a:pt x="454529" y="467474"/>
                  </a:lnTo>
                  <a:lnTo>
                    <a:pt x="452084" y="469920"/>
                  </a:lnTo>
                  <a:lnTo>
                    <a:pt x="449351" y="469920"/>
                  </a:lnTo>
                  <a:lnTo>
                    <a:pt x="446905" y="469920"/>
                  </a:lnTo>
                  <a:lnTo>
                    <a:pt x="444316" y="469920"/>
                  </a:lnTo>
                  <a:lnTo>
                    <a:pt x="441871" y="475098"/>
                  </a:lnTo>
                  <a:lnTo>
                    <a:pt x="436693" y="472365"/>
                  </a:lnTo>
                  <a:lnTo>
                    <a:pt x="434248" y="472365"/>
                  </a:lnTo>
                  <a:lnTo>
                    <a:pt x="431802" y="469920"/>
                  </a:lnTo>
                  <a:lnTo>
                    <a:pt x="429069" y="467474"/>
                  </a:lnTo>
                  <a:lnTo>
                    <a:pt x="424035" y="469920"/>
                  </a:lnTo>
                  <a:lnTo>
                    <a:pt x="424035" y="467474"/>
                  </a:lnTo>
                  <a:lnTo>
                    <a:pt x="421590" y="467474"/>
                  </a:lnTo>
                  <a:lnTo>
                    <a:pt x="419145" y="469920"/>
                  </a:lnTo>
                  <a:lnTo>
                    <a:pt x="416412" y="469920"/>
                  </a:lnTo>
                  <a:lnTo>
                    <a:pt x="416412" y="467474"/>
                  </a:lnTo>
                  <a:lnTo>
                    <a:pt x="413823" y="467474"/>
                  </a:lnTo>
                  <a:lnTo>
                    <a:pt x="411377" y="469920"/>
                  </a:lnTo>
                  <a:lnTo>
                    <a:pt x="408932" y="469920"/>
                  </a:lnTo>
                  <a:lnTo>
                    <a:pt x="406199" y="469920"/>
                  </a:lnTo>
                  <a:lnTo>
                    <a:pt x="406199" y="467474"/>
                  </a:lnTo>
                  <a:lnTo>
                    <a:pt x="406199" y="465029"/>
                  </a:lnTo>
                  <a:lnTo>
                    <a:pt x="403754" y="465029"/>
                  </a:lnTo>
                  <a:lnTo>
                    <a:pt x="403754" y="467474"/>
                  </a:lnTo>
                  <a:lnTo>
                    <a:pt x="401165" y="467474"/>
                  </a:lnTo>
                  <a:lnTo>
                    <a:pt x="398720" y="467474"/>
                  </a:lnTo>
                  <a:lnTo>
                    <a:pt x="395987" y="465029"/>
                  </a:lnTo>
                  <a:lnTo>
                    <a:pt x="393541" y="467474"/>
                  </a:lnTo>
                  <a:lnTo>
                    <a:pt x="388651" y="467474"/>
                  </a:lnTo>
                  <a:lnTo>
                    <a:pt x="385918" y="467474"/>
                  </a:lnTo>
                  <a:lnTo>
                    <a:pt x="378438" y="467474"/>
                  </a:lnTo>
                  <a:lnTo>
                    <a:pt x="378438" y="472365"/>
                  </a:lnTo>
                  <a:lnTo>
                    <a:pt x="385918" y="472365"/>
                  </a:lnTo>
                  <a:lnTo>
                    <a:pt x="388651" y="475098"/>
                  </a:lnTo>
                  <a:lnTo>
                    <a:pt x="391096" y="477543"/>
                  </a:lnTo>
                  <a:lnTo>
                    <a:pt x="391096" y="480132"/>
                  </a:lnTo>
                  <a:lnTo>
                    <a:pt x="393541" y="480132"/>
                  </a:lnTo>
                  <a:lnTo>
                    <a:pt x="393541" y="477543"/>
                  </a:lnTo>
                  <a:lnTo>
                    <a:pt x="395987" y="477543"/>
                  </a:lnTo>
                  <a:lnTo>
                    <a:pt x="395987" y="475098"/>
                  </a:lnTo>
                  <a:lnTo>
                    <a:pt x="398720" y="475098"/>
                  </a:lnTo>
                  <a:lnTo>
                    <a:pt x="403754" y="480132"/>
                  </a:lnTo>
                  <a:lnTo>
                    <a:pt x="406199" y="485310"/>
                  </a:lnTo>
                  <a:lnTo>
                    <a:pt x="408932" y="487755"/>
                  </a:lnTo>
                  <a:lnTo>
                    <a:pt x="411377" y="490201"/>
                  </a:lnTo>
                  <a:lnTo>
                    <a:pt x="426480" y="502858"/>
                  </a:lnTo>
                  <a:lnTo>
                    <a:pt x="426480" y="505304"/>
                  </a:lnTo>
                  <a:lnTo>
                    <a:pt x="424035" y="508037"/>
                  </a:lnTo>
                  <a:lnTo>
                    <a:pt x="421590" y="510626"/>
                  </a:lnTo>
                  <a:lnTo>
                    <a:pt x="419145" y="510626"/>
                  </a:lnTo>
                  <a:lnTo>
                    <a:pt x="413823" y="508037"/>
                  </a:lnTo>
                  <a:lnTo>
                    <a:pt x="411377" y="505304"/>
                  </a:lnTo>
                  <a:lnTo>
                    <a:pt x="411377" y="502858"/>
                  </a:lnTo>
                  <a:lnTo>
                    <a:pt x="408932" y="502858"/>
                  </a:lnTo>
                  <a:lnTo>
                    <a:pt x="408932" y="500413"/>
                  </a:lnTo>
                  <a:lnTo>
                    <a:pt x="406199" y="500413"/>
                  </a:lnTo>
                  <a:lnTo>
                    <a:pt x="403754" y="497968"/>
                  </a:lnTo>
                  <a:lnTo>
                    <a:pt x="398720" y="495235"/>
                  </a:lnTo>
                  <a:lnTo>
                    <a:pt x="395987" y="495235"/>
                  </a:lnTo>
                  <a:lnTo>
                    <a:pt x="395987" y="492646"/>
                  </a:lnTo>
                  <a:lnTo>
                    <a:pt x="393541" y="492646"/>
                  </a:lnTo>
                  <a:lnTo>
                    <a:pt x="393541" y="490201"/>
                  </a:lnTo>
                  <a:lnTo>
                    <a:pt x="391096" y="490201"/>
                  </a:lnTo>
                  <a:lnTo>
                    <a:pt x="388651" y="490201"/>
                  </a:lnTo>
                  <a:lnTo>
                    <a:pt x="385918" y="490201"/>
                  </a:lnTo>
                  <a:lnTo>
                    <a:pt x="385918" y="485310"/>
                  </a:lnTo>
                  <a:lnTo>
                    <a:pt x="383329" y="485310"/>
                  </a:lnTo>
                  <a:lnTo>
                    <a:pt x="380884" y="485310"/>
                  </a:lnTo>
                  <a:lnTo>
                    <a:pt x="378438" y="485310"/>
                  </a:lnTo>
                  <a:lnTo>
                    <a:pt x="368226" y="477543"/>
                  </a:lnTo>
                  <a:lnTo>
                    <a:pt x="368226" y="475098"/>
                  </a:lnTo>
                  <a:lnTo>
                    <a:pt x="365493" y="475098"/>
                  </a:lnTo>
                  <a:lnTo>
                    <a:pt x="363048" y="472365"/>
                  </a:lnTo>
                  <a:lnTo>
                    <a:pt x="360603" y="472365"/>
                  </a:lnTo>
                  <a:lnTo>
                    <a:pt x="360603" y="469920"/>
                  </a:lnTo>
                  <a:lnTo>
                    <a:pt x="358013" y="469920"/>
                  </a:lnTo>
                  <a:lnTo>
                    <a:pt x="355424" y="469920"/>
                  </a:lnTo>
                  <a:lnTo>
                    <a:pt x="358013" y="465029"/>
                  </a:lnTo>
                  <a:lnTo>
                    <a:pt x="358013" y="459707"/>
                  </a:lnTo>
                  <a:lnTo>
                    <a:pt x="355424" y="465029"/>
                  </a:lnTo>
                  <a:lnTo>
                    <a:pt x="355424" y="467474"/>
                  </a:lnTo>
                  <a:lnTo>
                    <a:pt x="352835" y="469920"/>
                  </a:lnTo>
                  <a:lnTo>
                    <a:pt x="350390" y="467474"/>
                  </a:lnTo>
                  <a:lnTo>
                    <a:pt x="347945" y="465029"/>
                  </a:lnTo>
                  <a:lnTo>
                    <a:pt x="345499" y="465029"/>
                  </a:lnTo>
                  <a:lnTo>
                    <a:pt x="340178" y="465029"/>
                  </a:lnTo>
                  <a:lnTo>
                    <a:pt x="332554" y="459707"/>
                  </a:lnTo>
                  <a:lnTo>
                    <a:pt x="332554" y="457262"/>
                  </a:lnTo>
                  <a:lnTo>
                    <a:pt x="330109" y="459707"/>
                  </a:lnTo>
                  <a:lnTo>
                    <a:pt x="327520" y="459707"/>
                  </a:lnTo>
                  <a:lnTo>
                    <a:pt x="322341" y="454816"/>
                  </a:lnTo>
                  <a:lnTo>
                    <a:pt x="320040" y="454816"/>
                  </a:lnTo>
                  <a:lnTo>
                    <a:pt x="322341" y="457262"/>
                  </a:lnTo>
                  <a:lnTo>
                    <a:pt x="330109" y="462152"/>
                  </a:lnTo>
                  <a:lnTo>
                    <a:pt x="330109" y="465029"/>
                  </a:lnTo>
                  <a:lnTo>
                    <a:pt x="332554" y="465029"/>
                  </a:lnTo>
                  <a:lnTo>
                    <a:pt x="340178" y="467474"/>
                  </a:lnTo>
                  <a:lnTo>
                    <a:pt x="345499" y="467474"/>
                  </a:lnTo>
                  <a:lnTo>
                    <a:pt x="350390" y="469920"/>
                  </a:lnTo>
                  <a:lnTo>
                    <a:pt x="352835" y="472365"/>
                  </a:lnTo>
                  <a:lnTo>
                    <a:pt x="355424" y="472365"/>
                  </a:lnTo>
                  <a:lnTo>
                    <a:pt x="360603" y="475098"/>
                  </a:lnTo>
                  <a:lnTo>
                    <a:pt x="363048" y="477543"/>
                  </a:lnTo>
                  <a:lnTo>
                    <a:pt x="368226" y="482577"/>
                  </a:lnTo>
                  <a:lnTo>
                    <a:pt x="370671" y="487755"/>
                  </a:lnTo>
                  <a:lnTo>
                    <a:pt x="373260" y="487755"/>
                  </a:lnTo>
                  <a:lnTo>
                    <a:pt x="375705" y="487755"/>
                  </a:lnTo>
                  <a:lnTo>
                    <a:pt x="380884" y="490201"/>
                  </a:lnTo>
                  <a:lnTo>
                    <a:pt x="380884" y="492646"/>
                  </a:lnTo>
                  <a:lnTo>
                    <a:pt x="378438" y="492646"/>
                  </a:lnTo>
                  <a:lnTo>
                    <a:pt x="378438" y="495235"/>
                  </a:lnTo>
                  <a:lnTo>
                    <a:pt x="375705" y="497968"/>
                  </a:lnTo>
                  <a:lnTo>
                    <a:pt x="375705" y="500413"/>
                  </a:lnTo>
                  <a:lnTo>
                    <a:pt x="373260" y="502858"/>
                  </a:lnTo>
                  <a:lnTo>
                    <a:pt x="370671" y="500413"/>
                  </a:lnTo>
                  <a:lnTo>
                    <a:pt x="368226" y="500413"/>
                  </a:lnTo>
                  <a:lnTo>
                    <a:pt x="365493" y="502858"/>
                  </a:lnTo>
                  <a:lnTo>
                    <a:pt x="365493" y="505304"/>
                  </a:lnTo>
                  <a:lnTo>
                    <a:pt x="365493" y="510626"/>
                  </a:lnTo>
                  <a:lnTo>
                    <a:pt x="363048" y="513071"/>
                  </a:lnTo>
                  <a:lnTo>
                    <a:pt x="360603" y="510626"/>
                  </a:lnTo>
                  <a:lnTo>
                    <a:pt x="358013" y="513071"/>
                  </a:lnTo>
                  <a:lnTo>
                    <a:pt x="358013" y="510626"/>
                  </a:lnTo>
                  <a:lnTo>
                    <a:pt x="358013" y="508037"/>
                  </a:lnTo>
                  <a:lnTo>
                    <a:pt x="355424" y="508037"/>
                  </a:lnTo>
                  <a:lnTo>
                    <a:pt x="358013" y="505304"/>
                  </a:lnTo>
                  <a:lnTo>
                    <a:pt x="358013" y="502858"/>
                  </a:lnTo>
                  <a:lnTo>
                    <a:pt x="352835" y="505304"/>
                  </a:lnTo>
                  <a:lnTo>
                    <a:pt x="350390" y="505304"/>
                  </a:lnTo>
                  <a:lnTo>
                    <a:pt x="347945" y="508037"/>
                  </a:lnTo>
                  <a:lnTo>
                    <a:pt x="352835" y="510626"/>
                  </a:lnTo>
                  <a:lnTo>
                    <a:pt x="352835" y="513071"/>
                  </a:lnTo>
                  <a:lnTo>
                    <a:pt x="347945" y="510626"/>
                  </a:lnTo>
                  <a:lnTo>
                    <a:pt x="340178" y="505304"/>
                  </a:lnTo>
                  <a:lnTo>
                    <a:pt x="342766" y="502858"/>
                  </a:lnTo>
                  <a:lnTo>
                    <a:pt x="340178" y="500413"/>
                  </a:lnTo>
                  <a:lnTo>
                    <a:pt x="342766" y="500413"/>
                  </a:lnTo>
                  <a:lnTo>
                    <a:pt x="337732" y="497968"/>
                  </a:lnTo>
                  <a:lnTo>
                    <a:pt x="337732" y="500413"/>
                  </a:lnTo>
                  <a:lnTo>
                    <a:pt x="332554" y="497968"/>
                  </a:lnTo>
                  <a:lnTo>
                    <a:pt x="330109" y="497968"/>
                  </a:lnTo>
                  <a:lnTo>
                    <a:pt x="330109" y="495235"/>
                  </a:lnTo>
                  <a:lnTo>
                    <a:pt x="327520" y="492646"/>
                  </a:lnTo>
                  <a:lnTo>
                    <a:pt x="325074" y="492646"/>
                  </a:lnTo>
                  <a:lnTo>
                    <a:pt x="325074" y="490201"/>
                  </a:lnTo>
                  <a:lnTo>
                    <a:pt x="322341" y="490201"/>
                  </a:lnTo>
                  <a:lnTo>
                    <a:pt x="319896" y="490201"/>
                  </a:lnTo>
                  <a:lnTo>
                    <a:pt x="317451" y="490201"/>
                  </a:lnTo>
                  <a:lnTo>
                    <a:pt x="315006" y="490201"/>
                  </a:lnTo>
                  <a:lnTo>
                    <a:pt x="315006" y="492646"/>
                  </a:lnTo>
                  <a:lnTo>
                    <a:pt x="312273" y="492646"/>
                  </a:lnTo>
                  <a:lnTo>
                    <a:pt x="309684" y="495235"/>
                  </a:lnTo>
                  <a:lnTo>
                    <a:pt x="304793" y="497968"/>
                  </a:lnTo>
                  <a:lnTo>
                    <a:pt x="302060" y="500413"/>
                  </a:lnTo>
                  <a:lnTo>
                    <a:pt x="294581" y="500413"/>
                  </a:lnTo>
                  <a:lnTo>
                    <a:pt x="289402" y="500413"/>
                  </a:lnTo>
                  <a:lnTo>
                    <a:pt x="286957" y="500413"/>
                  </a:lnTo>
                  <a:lnTo>
                    <a:pt x="284368" y="500413"/>
                  </a:lnTo>
                  <a:lnTo>
                    <a:pt x="279190" y="500413"/>
                  </a:lnTo>
                  <a:lnTo>
                    <a:pt x="269121" y="500413"/>
                  </a:lnTo>
                  <a:lnTo>
                    <a:pt x="264087" y="500413"/>
                  </a:lnTo>
                  <a:lnTo>
                    <a:pt x="258909" y="500413"/>
                  </a:lnTo>
                  <a:lnTo>
                    <a:pt x="253875" y="500413"/>
                  </a:lnTo>
                  <a:lnTo>
                    <a:pt x="251429" y="500413"/>
                  </a:lnTo>
                  <a:lnTo>
                    <a:pt x="246251" y="497968"/>
                  </a:lnTo>
                  <a:lnTo>
                    <a:pt x="243806" y="495235"/>
                  </a:lnTo>
                  <a:lnTo>
                    <a:pt x="243806" y="492646"/>
                  </a:lnTo>
                  <a:lnTo>
                    <a:pt x="246251" y="490201"/>
                  </a:lnTo>
                  <a:lnTo>
                    <a:pt x="246251" y="487755"/>
                  </a:lnTo>
                  <a:lnTo>
                    <a:pt x="243806" y="490201"/>
                  </a:lnTo>
                  <a:lnTo>
                    <a:pt x="241217" y="495235"/>
                  </a:lnTo>
                  <a:lnTo>
                    <a:pt x="238628" y="495235"/>
                  </a:lnTo>
                  <a:lnTo>
                    <a:pt x="233593" y="495235"/>
                  </a:lnTo>
                  <a:lnTo>
                    <a:pt x="231148" y="495235"/>
                  </a:lnTo>
                  <a:lnTo>
                    <a:pt x="231148" y="492646"/>
                  </a:lnTo>
                  <a:lnTo>
                    <a:pt x="225970" y="492646"/>
                  </a:lnTo>
                  <a:lnTo>
                    <a:pt x="223381" y="492646"/>
                  </a:lnTo>
                  <a:lnTo>
                    <a:pt x="218203" y="495235"/>
                  </a:lnTo>
                  <a:lnTo>
                    <a:pt x="210723" y="492646"/>
                  </a:lnTo>
                  <a:lnTo>
                    <a:pt x="200654" y="497968"/>
                  </a:lnTo>
                  <a:lnTo>
                    <a:pt x="200654" y="502858"/>
                  </a:lnTo>
                  <a:lnTo>
                    <a:pt x="203099" y="502858"/>
                  </a:lnTo>
                  <a:lnTo>
                    <a:pt x="203099" y="500413"/>
                  </a:lnTo>
                  <a:lnTo>
                    <a:pt x="205545" y="500413"/>
                  </a:lnTo>
                  <a:lnTo>
                    <a:pt x="205545" y="497968"/>
                  </a:lnTo>
                  <a:lnTo>
                    <a:pt x="210723" y="497968"/>
                  </a:lnTo>
                  <a:lnTo>
                    <a:pt x="218203" y="500413"/>
                  </a:lnTo>
                  <a:lnTo>
                    <a:pt x="223381" y="500413"/>
                  </a:lnTo>
                  <a:lnTo>
                    <a:pt x="228415" y="505304"/>
                  </a:lnTo>
                  <a:lnTo>
                    <a:pt x="225970" y="508037"/>
                  </a:lnTo>
                  <a:lnTo>
                    <a:pt x="225970" y="505304"/>
                  </a:lnTo>
                  <a:lnTo>
                    <a:pt x="223381" y="505304"/>
                  </a:lnTo>
                  <a:lnTo>
                    <a:pt x="213312" y="505304"/>
                  </a:lnTo>
                  <a:lnTo>
                    <a:pt x="210723" y="508037"/>
                  </a:lnTo>
                  <a:lnTo>
                    <a:pt x="207990" y="508037"/>
                  </a:lnTo>
                  <a:lnTo>
                    <a:pt x="203099" y="508037"/>
                  </a:lnTo>
                  <a:lnTo>
                    <a:pt x="200654" y="505304"/>
                  </a:lnTo>
                  <a:lnTo>
                    <a:pt x="195476" y="500413"/>
                  </a:lnTo>
                  <a:lnTo>
                    <a:pt x="190442" y="500413"/>
                  </a:lnTo>
                  <a:lnTo>
                    <a:pt x="182818" y="495235"/>
                  </a:lnTo>
                  <a:lnTo>
                    <a:pt x="180229" y="492646"/>
                  </a:lnTo>
                  <a:lnTo>
                    <a:pt x="175051" y="487755"/>
                  </a:lnTo>
                  <a:lnTo>
                    <a:pt x="172606" y="485310"/>
                  </a:lnTo>
                  <a:lnTo>
                    <a:pt x="170161" y="482577"/>
                  </a:lnTo>
                  <a:lnTo>
                    <a:pt x="167572" y="480132"/>
                  </a:lnTo>
                  <a:lnTo>
                    <a:pt x="167572" y="475098"/>
                  </a:lnTo>
                  <a:lnTo>
                    <a:pt x="167572" y="472365"/>
                  </a:lnTo>
                  <a:lnTo>
                    <a:pt x="167572" y="469920"/>
                  </a:lnTo>
                  <a:lnTo>
                    <a:pt x="164982" y="467474"/>
                  </a:lnTo>
                  <a:lnTo>
                    <a:pt x="164982" y="465029"/>
                  </a:lnTo>
                  <a:lnTo>
                    <a:pt x="167572" y="459707"/>
                  </a:lnTo>
                  <a:lnTo>
                    <a:pt x="175051" y="449638"/>
                  </a:lnTo>
                  <a:lnTo>
                    <a:pt x="172606" y="449638"/>
                  </a:lnTo>
                  <a:lnTo>
                    <a:pt x="167572" y="457262"/>
                  </a:lnTo>
                  <a:lnTo>
                    <a:pt x="164982" y="459707"/>
                  </a:lnTo>
                  <a:lnTo>
                    <a:pt x="162393" y="459707"/>
                  </a:lnTo>
                  <a:lnTo>
                    <a:pt x="162393" y="462152"/>
                  </a:lnTo>
                  <a:lnTo>
                    <a:pt x="162393" y="465029"/>
                  </a:lnTo>
                  <a:lnTo>
                    <a:pt x="159948" y="465029"/>
                  </a:lnTo>
                  <a:lnTo>
                    <a:pt x="162393" y="469920"/>
                  </a:lnTo>
                  <a:lnTo>
                    <a:pt x="162393" y="472365"/>
                  </a:lnTo>
                  <a:lnTo>
                    <a:pt x="159948" y="469920"/>
                  </a:lnTo>
                  <a:lnTo>
                    <a:pt x="157503" y="469920"/>
                  </a:lnTo>
                  <a:lnTo>
                    <a:pt x="157503" y="472365"/>
                  </a:lnTo>
                  <a:lnTo>
                    <a:pt x="154770" y="472365"/>
                  </a:lnTo>
                  <a:lnTo>
                    <a:pt x="152325" y="469920"/>
                  </a:lnTo>
                  <a:lnTo>
                    <a:pt x="152325" y="467474"/>
                  </a:lnTo>
                  <a:lnTo>
                    <a:pt x="154770" y="465029"/>
                  </a:lnTo>
                  <a:lnTo>
                    <a:pt x="152325" y="465029"/>
                  </a:lnTo>
                  <a:lnTo>
                    <a:pt x="149736" y="465029"/>
                  </a:lnTo>
                  <a:lnTo>
                    <a:pt x="149736" y="462152"/>
                  </a:lnTo>
                  <a:lnTo>
                    <a:pt x="152325" y="462152"/>
                  </a:lnTo>
                  <a:lnTo>
                    <a:pt x="152325" y="459707"/>
                  </a:lnTo>
                  <a:lnTo>
                    <a:pt x="149736" y="459707"/>
                  </a:lnTo>
                  <a:lnTo>
                    <a:pt x="147290" y="459707"/>
                  </a:lnTo>
                  <a:lnTo>
                    <a:pt x="147290" y="457262"/>
                  </a:lnTo>
                  <a:lnTo>
                    <a:pt x="149736" y="457262"/>
                  </a:lnTo>
                  <a:lnTo>
                    <a:pt x="149736" y="454816"/>
                  </a:lnTo>
                  <a:lnTo>
                    <a:pt x="147290" y="454816"/>
                  </a:lnTo>
                  <a:lnTo>
                    <a:pt x="144557" y="454816"/>
                  </a:lnTo>
                  <a:lnTo>
                    <a:pt x="142112" y="457262"/>
                  </a:lnTo>
                  <a:lnTo>
                    <a:pt x="142112" y="459707"/>
                  </a:lnTo>
                  <a:lnTo>
                    <a:pt x="142112" y="462152"/>
                  </a:lnTo>
                  <a:lnTo>
                    <a:pt x="139667" y="462152"/>
                  </a:lnTo>
                  <a:lnTo>
                    <a:pt x="139667" y="465029"/>
                  </a:lnTo>
                  <a:lnTo>
                    <a:pt x="142112" y="465029"/>
                  </a:lnTo>
                  <a:lnTo>
                    <a:pt x="147290" y="465029"/>
                  </a:lnTo>
                  <a:lnTo>
                    <a:pt x="147290" y="467474"/>
                  </a:lnTo>
                  <a:lnTo>
                    <a:pt x="147290" y="469920"/>
                  </a:lnTo>
                  <a:lnTo>
                    <a:pt x="149736" y="477543"/>
                  </a:lnTo>
                  <a:lnTo>
                    <a:pt x="144557" y="477543"/>
                  </a:lnTo>
                  <a:lnTo>
                    <a:pt x="137222" y="475098"/>
                  </a:lnTo>
                  <a:lnTo>
                    <a:pt x="134345" y="475098"/>
                  </a:lnTo>
                  <a:lnTo>
                    <a:pt x="131900" y="475098"/>
                  </a:lnTo>
                  <a:lnTo>
                    <a:pt x="127009" y="475098"/>
                  </a:lnTo>
                  <a:lnTo>
                    <a:pt x="119242" y="475098"/>
                  </a:lnTo>
                  <a:lnTo>
                    <a:pt x="114351" y="475098"/>
                  </a:lnTo>
                  <a:lnTo>
                    <a:pt x="114351" y="477543"/>
                  </a:lnTo>
                  <a:lnTo>
                    <a:pt x="119242" y="477543"/>
                  </a:lnTo>
                  <a:lnTo>
                    <a:pt x="121831" y="477543"/>
                  </a:lnTo>
                  <a:lnTo>
                    <a:pt x="121831" y="480132"/>
                  </a:lnTo>
                  <a:lnTo>
                    <a:pt x="119242" y="480132"/>
                  </a:lnTo>
                  <a:lnTo>
                    <a:pt x="116797" y="485310"/>
                  </a:lnTo>
                  <a:lnTo>
                    <a:pt x="109173" y="487755"/>
                  </a:lnTo>
                  <a:lnTo>
                    <a:pt x="109173" y="482577"/>
                  </a:lnTo>
                  <a:lnTo>
                    <a:pt x="106584" y="482577"/>
                  </a:lnTo>
                  <a:lnTo>
                    <a:pt x="104139" y="480132"/>
                  </a:lnTo>
                  <a:lnTo>
                    <a:pt x="98961" y="480132"/>
                  </a:lnTo>
                  <a:lnTo>
                    <a:pt x="94070" y="477543"/>
                  </a:lnTo>
                  <a:lnTo>
                    <a:pt x="94070" y="475098"/>
                  </a:lnTo>
                  <a:lnTo>
                    <a:pt x="96516" y="475098"/>
                  </a:lnTo>
                  <a:lnTo>
                    <a:pt x="96516" y="477543"/>
                  </a:lnTo>
                  <a:lnTo>
                    <a:pt x="101406" y="475098"/>
                  </a:lnTo>
                  <a:lnTo>
                    <a:pt x="104139" y="477543"/>
                  </a:lnTo>
                  <a:lnTo>
                    <a:pt x="106584" y="480132"/>
                  </a:lnTo>
                  <a:lnTo>
                    <a:pt x="109173" y="480132"/>
                  </a:lnTo>
                  <a:lnTo>
                    <a:pt x="109173" y="477543"/>
                  </a:lnTo>
                  <a:lnTo>
                    <a:pt x="111618" y="477543"/>
                  </a:lnTo>
                  <a:lnTo>
                    <a:pt x="109173" y="475098"/>
                  </a:lnTo>
                  <a:lnTo>
                    <a:pt x="104139" y="475098"/>
                  </a:lnTo>
                  <a:lnTo>
                    <a:pt x="101406" y="469920"/>
                  </a:lnTo>
                  <a:lnTo>
                    <a:pt x="98961" y="467474"/>
                  </a:lnTo>
                  <a:lnTo>
                    <a:pt x="94070" y="465029"/>
                  </a:lnTo>
                  <a:lnTo>
                    <a:pt x="91193" y="465029"/>
                  </a:lnTo>
                  <a:lnTo>
                    <a:pt x="88748" y="465029"/>
                  </a:lnTo>
                  <a:lnTo>
                    <a:pt x="86303" y="462152"/>
                  </a:lnTo>
                  <a:lnTo>
                    <a:pt x="83858" y="462152"/>
                  </a:lnTo>
                  <a:lnTo>
                    <a:pt x="81125" y="462152"/>
                  </a:lnTo>
                  <a:lnTo>
                    <a:pt x="78680" y="462152"/>
                  </a:lnTo>
                  <a:lnTo>
                    <a:pt x="76091" y="462152"/>
                  </a:lnTo>
                  <a:lnTo>
                    <a:pt x="66022" y="452083"/>
                  </a:lnTo>
                  <a:lnTo>
                    <a:pt x="58255" y="441871"/>
                  </a:lnTo>
                  <a:lnTo>
                    <a:pt x="58255" y="439426"/>
                  </a:lnTo>
                  <a:lnTo>
                    <a:pt x="58255" y="436980"/>
                  </a:lnTo>
                  <a:lnTo>
                    <a:pt x="55809" y="434391"/>
                  </a:lnTo>
                  <a:lnTo>
                    <a:pt x="55809" y="431658"/>
                  </a:lnTo>
                  <a:lnTo>
                    <a:pt x="50919" y="426768"/>
                  </a:lnTo>
                  <a:lnTo>
                    <a:pt x="48186" y="426768"/>
                  </a:lnTo>
                  <a:lnTo>
                    <a:pt x="43151" y="421590"/>
                  </a:lnTo>
                  <a:lnTo>
                    <a:pt x="37973" y="406487"/>
                  </a:lnTo>
                  <a:lnTo>
                    <a:pt x="40706" y="406487"/>
                  </a:lnTo>
                  <a:lnTo>
                    <a:pt x="40706" y="403898"/>
                  </a:lnTo>
                  <a:lnTo>
                    <a:pt x="43151" y="403898"/>
                  </a:lnTo>
                  <a:lnTo>
                    <a:pt x="45597" y="403898"/>
                  </a:lnTo>
                  <a:lnTo>
                    <a:pt x="45597" y="401452"/>
                  </a:lnTo>
                  <a:lnTo>
                    <a:pt x="45597" y="398720"/>
                  </a:lnTo>
                  <a:lnTo>
                    <a:pt x="48186" y="398720"/>
                  </a:lnTo>
                  <a:lnTo>
                    <a:pt x="45597" y="396274"/>
                  </a:lnTo>
                  <a:lnTo>
                    <a:pt x="40706" y="393829"/>
                  </a:lnTo>
                  <a:lnTo>
                    <a:pt x="35528" y="388651"/>
                  </a:lnTo>
                  <a:lnTo>
                    <a:pt x="32939" y="388651"/>
                  </a:lnTo>
                  <a:lnTo>
                    <a:pt x="32939" y="386062"/>
                  </a:lnTo>
                  <a:lnTo>
                    <a:pt x="30494" y="386062"/>
                  </a:lnTo>
                  <a:lnTo>
                    <a:pt x="32939" y="383617"/>
                  </a:lnTo>
                  <a:lnTo>
                    <a:pt x="43151" y="386062"/>
                  </a:lnTo>
                  <a:lnTo>
                    <a:pt x="45597" y="388651"/>
                  </a:lnTo>
                  <a:lnTo>
                    <a:pt x="48186" y="391240"/>
                  </a:lnTo>
                  <a:lnTo>
                    <a:pt x="50919" y="391240"/>
                  </a:lnTo>
                  <a:lnTo>
                    <a:pt x="58255" y="388651"/>
                  </a:lnTo>
                  <a:lnTo>
                    <a:pt x="60844" y="388651"/>
                  </a:lnTo>
                  <a:lnTo>
                    <a:pt x="63576" y="388651"/>
                  </a:lnTo>
                  <a:lnTo>
                    <a:pt x="66022" y="386062"/>
                  </a:lnTo>
                  <a:lnTo>
                    <a:pt x="68467" y="386062"/>
                  </a:lnTo>
                  <a:lnTo>
                    <a:pt x="70912" y="386062"/>
                  </a:lnTo>
                  <a:lnTo>
                    <a:pt x="70912" y="388651"/>
                  </a:lnTo>
                  <a:lnTo>
                    <a:pt x="73645" y="388651"/>
                  </a:lnTo>
                  <a:lnTo>
                    <a:pt x="78680" y="388651"/>
                  </a:lnTo>
                  <a:lnTo>
                    <a:pt x="81125" y="391240"/>
                  </a:lnTo>
                  <a:lnTo>
                    <a:pt x="81125" y="393829"/>
                  </a:lnTo>
                  <a:lnTo>
                    <a:pt x="83858" y="396274"/>
                  </a:lnTo>
                  <a:lnTo>
                    <a:pt x="91193" y="398720"/>
                  </a:lnTo>
                  <a:lnTo>
                    <a:pt x="94070" y="398720"/>
                  </a:lnTo>
                  <a:lnTo>
                    <a:pt x="101406" y="398720"/>
                  </a:lnTo>
                  <a:lnTo>
                    <a:pt x="109173" y="393829"/>
                  </a:lnTo>
                  <a:lnTo>
                    <a:pt x="114351" y="396274"/>
                  </a:lnTo>
                  <a:lnTo>
                    <a:pt x="119242" y="393829"/>
                  </a:lnTo>
                  <a:lnTo>
                    <a:pt x="124420" y="393829"/>
                  </a:lnTo>
                  <a:lnTo>
                    <a:pt x="124420" y="391240"/>
                  </a:lnTo>
                  <a:lnTo>
                    <a:pt x="127009" y="391240"/>
                  </a:lnTo>
                  <a:lnTo>
                    <a:pt x="127009" y="388651"/>
                  </a:lnTo>
                  <a:lnTo>
                    <a:pt x="127009" y="386062"/>
                  </a:lnTo>
                  <a:lnTo>
                    <a:pt x="137222" y="388651"/>
                  </a:lnTo>
                  <a:lnTo>
                    <a:pt x="139667" y="386062"/>
                  </a:lnTo>
                  <a:lnTo>
                    <a:pt x="137222" y="386062"/>
                  </a:lnTo>
                  <a:lnTo>
                    <a:pt x="134345" y="386062"/>
                  </a:lnTo>
                  <a:lnTo>
                    <a:pt x="131900" y="386062"/>
                  </a:lnTo>
                  <a:lnTo>
                    <a:pt x="129454" y="386062"/>
                  </a:lnTo>
                  <a:lnTo>
                    <a:pt x="127009" y="383617"/>
                  </a:lnTo>
                  <a:lnTo>
                    <a:pt x="124420" y="381171"/>
                  </a:lnTo>
                  <a:lnTo>
                    <a:pt x="121831" y="381171"/>
                  </a:lnTo>
                  <a:lnTo>
                    <a:pt x="121831" y="378438"/>
                  </a:lnTo>
                  <a:lnTo>
                    <a:pt x="116797" y="378438"/>
                  </a:lnTo>
                  <a:lnTo>
                    <a:pt x="106584" y="370959"/>
                  </a:lnTo>
                  <a:lnTo>
                    <a:pt x="104139" y="368226"/>
                  </a:lnTo>
                  <a:lnTo>
                    <a:pt x="101406" y="365781"/>
                  </a:lnTo>
                  <a:lnTo>
                    <a:pt x="101406" y="363335"/>
                  </a:lnTo>
                  <a:lnTo>
                    <a:pt x="101406" y="360746"/>
                  </a:lnTo>
                  <a:lnTo>
                    <a:pt x="101406" y="355568"/>
                  </a:lnTo>
                  <a:lnTo>
                    <a:pt x="98961" y="355568"/>
                  </a:lnTo>
                  <a:lnTo>
                    <a:pt x="96516" y="355568"/>
                  </a:lnTo>
                  <a:lnTo>
                    <a:pt x="94070" y="360746"/>
                  </a:lnTo>
                  <a:lnTo>
                    <a:pt x="91193" y="363335"/>
                  </a:lnTo>
                  <a:lnTo>
                    <a:pt x="86303" y="360746"/>
                  </a:lnTo>
                  <a:lnTo>
                    <a:pt x="66022" y="360746"/>
                  </a:lnTo>
                  <a:lnTo>
                    <a:pt x="50919" y="358013"/>
                  </a:lnTo>
                  <a:lnTo>
                    <a:pt x="48186" y="358013"/>
                  </a:lnTo>
                  <a:lnTo>
                    <a:pt x="45597" y="358013"/>
                  </a:lnTo>
                  <a:lnTo>
                    <a:pt x="40706" y="358013"/>
                  </a:lnTo>
                  <a:lnTo>
                    <a:pt x="25315" y="355568"/>
                  </a:lnTo>
                  <a:lnTo>
                    <a:pt x="22870" y="355568"/>
                  </a:lnTo>
                  <a:lnTo>
                    <a:pt x="20425" y="353123"/>
                  </a:lnTo>
                  <a:lnTo>
                    <a:pt x="17692" y="355568"/>
                  </a:lnTo>
                  <a:lnTo>
                    <a:pt x="15103" y="350678"/>
                  </a:lnTo>
                  <a:lnTo>
                    <a:pt x="15103" y="347945"/>
                  </a:lnTo>
                  <a:lnTo>
                    <a:pt x="10213" y="342910"/>
                  </a:lnTo>
                  <a:lnTo>
                    <a:pt x="10213" y="337732"/>
                  </a:lnTo>
                  <a:lnTo>
                    <a:pt x="10213" y="332842"/>
                  </a:lnTo>
                  <a:lnTo>
                    <a:pt x="10213" y="330253"/>
                  </a:lnTo>
                  <a:lnTo>
                    <a:pt x="7480" y="322629"/>
                  </a:lnTo>
                  <a:lnTo>
                    <a:pt x="5034" y="320184"/>
                  </a:lnTo>
                  <a:lnTo>
                    <a:pt x="7480" y="320184"/>
                  </a:lnTo>
                  <a:lnTo>
                    <a:pt x="10213" y="317451"/>
                  </a:lnTo>
                  <a:lnTo>
                    <a:pt x="7480" y="317451"/>
                  </a:lnTo>
                  <a:lnTo>
                    <a:pt x="7480" y="315006"/>
                  </a:lnTo>
                  <a:lnTo>
                    <a:pt x="10213" y="312417"/>
                  </a:lnTo>
                  <a:lnTo>
                    <a:pt x="12658" y="307526"/>
                  </a:lnTo>
                  <a:lnTo>
                    <a:pt x="12658" y="304793"/>
                  </a:lnTo>
                  <a:lnTo>
                    <a:pt x="12658" y="302204"/>
                  </a:lnTo>
                  <a:lnTo>
                    <a:pt x="12658" y="299759"/>
                  </a:lnTo>
                  <a:lnTo>
                    <a:pt x="15103" y="299759"/>
                  </a:lnTo>
                  <a:lnTo>
                    <a:pt x="15103" y="297314"/>
                  </a:lnTo>
                  <a:lnTo>
                    <a:pt x="12658" y="294581"/>
                  </a:lnTo>
                  <a:lnTo>
                    <a:pt x="10213" y="294581"/>
                  </a:lnTo>
                  <a:lnTo>
                    <a:pt x="10213" y="292135"/>
                  </a:lnTo>
                  <a:lnTo>
                    <a:pt x="7480" y="292135"/>
                  </a:lnTo>
                  <a:lnTo>
                    <a:pt x="7480" y="289690"/>
                  </a:lnTo>
                  <a:lnTo>
                    <a:pt x="5034" y="281923"/>
                  </a:lnTo>
                  <a:lnTo>
                    <a:pt x="2445" y="281923"/>
                  </a:lnTo>
                  <a:lnTo>
                    <a:pt x="0" y="277032"/>
                  </a:lnTo>
                  <a:lnTo>
                    <a:pt x="2445" y="277032"/>
                  </a:lnTo>
                  <a:lnTo>
                    <a:pt x="2445" y="274299"/>
                  </a:lnTo>
                  <a:lnTo>
                    <a:pt x="5034" y="274299"/>
                  </a:lnTo>
                  <a:lnTo>
                    <a:pt x="5034" y="271854"/>
                  </a:lnTo>
                  <a:lnTo>
                    <a:pt x="5034" y="269265"/>
                  </a:lnTo>
                  <a:lnTo>
                    <a:pt x="5034" y="266820"/>
                  </a:lnTo>
                  <a:lnTo>
                    <a:pt x="5034" y="261642"/>
                  </a:lnTo>
                  <a:lnTo>
                    <a:pt x="5034" y="259197"/>
                  </a:lnTo>
                  <a:lnTo>
                    <a:pt x="2445" y="256607"/>
                  </a:lnTo>
                  <a:lnTo>
                    <a:pt x="10213" y="253874"/>
                  </a:lnTo>
                  <a:lnTo>
                    <a:pt x="10213" y="251429"/>
                  </a:lnTo>
                  <a:lnTo>
                    <a:pt x="12658" y="251429"/>
                  </a:lnTo>
                  <a:lnTo>
                    <a:pt x="12658" y="248984"/>
                  </a:lnTo>
                  <a:lnTo>
                    <a:pt x="15103" y="251429"/>
                  </a:lnTo>
                  <a:lnTo>
                    <a:pt x="17692" y="251429"/>
                  </a:lnTo>
                  <a:lnTo>
                    <a:pt x="15103" y="248984"/>
                  </a:lnTo>
                  <a:lnTo>
                    <a:pt x="20425" y="243806"/>
                  </a:lnTo>
                  <a:lnTo>
                    <a:pt x="17692" y="241217"/>
                  </a:lnTo>
                  <a:lnTo>
                    <a:pt x="15103" y="243806"/>
                  </a:lnTo>
                  <a:lnTo>
                    <a:pt x="10213" y="243806"/>
                  </a:lnTo>
                  <a:lnTo>
                    <a:pt x="7480" y="241217"/>
                  </a:lnTo>
                  <a:lnTo>
                    <a:pt x="5034" y="233593"/>
                  </a:lnTo>
                  <a:lnTo>
                    <a:pt x="2445" y="226114"/>
                  </a:lnTo>
                  <a:lnTo>
                    <a:pt x="5034" y="216045"/>
                  </a:lnTo>
                  <a:lnTo>
                    <a:pt x="7480" y="213456"/>
                  </a:lnTo>
                  <a:lnTo>
                    <a:pt x="5034" y="213456"/>
                  </a:lnTo>
                  <a:lnTo>
                    <a:pt x="2445" y="213456"/>
                  </a:lnTo>
                  <a:lnTo>
                    <a:pt x="2445" y="210723"/>
                  </a:lnTo>
                  <a:lnTo>
                    <a:pt x="5034" y="208278"/>
                  </a:lnTo>
                  <a:lnTo>
                    <a:pt x="7480" y="205833"/>
                  </a:lnTo>
                  <a:lnTo>
                    <a:pt x="7480" y="203387"/>
                  </a:lnTo>
                  <a:lnTo>
                    <a:pt x="7480" y="200654"/>
                  </a:lnTo>
                  <a:lnTo>
                    <a:pt x="7480" y="198209"/>
                  </a:lnTo>
                  <a:lnTo>
                    <a:pt x="7480" y="193175"/>
                  </a:lnTo>
                  <a:lnTo>
                    <a:pt x="10213" y="185551"/>
                  </a:lnTo>
                  <a:lnTo>
                    <a:pt x="12658" y="182962"/>
                  </a:lnTo>
                  <a:lnTo>
                    <a:pt x="15103" y="182962"/>
                  </a:lnTo>
                  <a:lnTo>
                    <a:pt x="17692" y="180229"/>
                  </a:lnTo>
                  <a:lnTo>
                    <a:pt x="15103" y="180229"/>
                  </a:lnTo>
                  <a:lnTo>
                    <a:pt x="15103" y="177784"/>
                  </a:lnTo>
                  <a:lnTo>
                    <a:pt x="17692" y="177784"/>
                  </a:lnTo>
                  <a:lnTo>
                    <a:pt x="17692" y="175339"/>
                  </a:lnTo>
                  <a:lnTo>
                    <a:pt x="15103" y="175339"/>
                  </a:lnTo>
                  <a:lnTo>
                    <a:pt x="15103" y="172894"/>
                  </a:lnTo>
                  <a:lnTo>
                    <a:pt x="12658" y="172894"/>
                  </a:lnTo>
                  <a:lnTo>
                    <a:pt x="15103" y="165126"/>
                  </a:lnTo>
                  <a:lnTo>
                    <a:pt x="12658" y="159948"/>
                  </a:lnTo>
                  <a:lnTo>
                    <a:pt x="17692" y="162681"/>
                  </a:lnTo>
                  <a:lnTo>
                    <a:pt x="20425" y="165126"/>
                  </a:lnTo>
                  <a:lnTo>
                    <a:pt x="22870" y="162681"/>
                  </a:lnTo>
                  <a:lnTo>
                    <a:pt x="25315" y="165126"/>
                  </a:lnTo>
                  <a:lnTo>
                    <a:pt x="25315" y="162681"/>
                  </a:lnTo>
                  <a:lnTo>
                    <a:pt x="27761" y="159948"/>
                  </a:lnTo>
                  <a:lnTo>
                    <a:pt x="25315" y="159948"/>
                  </a:lnTo>
                  <a:lnTo>
                    <a:pt x="22870" y="157503"/>
                  </a:lnTo>
                  <a:lnTo>
                    <a:pt x="20425" y="157503"/>
                  </a:lnTo>
                  <a:lnTo>
                    <a:pt x="20425" y="155058"/>
                  </a:lnTo>
                  <a:lnTo>
                    <a:pt x="20425" y="152469"/>
                  </a:lnTo>
                  <a:lnTo>
                    <a:pt x="22870" y="147290"/>
                  </a:lnTo>
                  <a:lnTo>
                    <a:pt x="20425" y="147290"/>
                  </a:lnTo>
                  <a:lnTo>
                    <a:pt x="22870" y="144845"/>
                  </a:lnTo>
                  <a:lnTo>
                    <a:pt x="20425" y="134633"/>
                  </a:lnTo>
                  <a:lnTo>
                    <a:pt x="22870" y="129742"/>
                  </a:lnTo>
                  <a:lnTo>
                    <a:pt x="22870" y="132187"/>
                  </a:lnTo>
                  <a:lnTo>
                    <a:pt x="27761" y="129742"/>
                  </a:lnTo>
                  <a:lnTo>
                    <a:pt x="25315" y="129742"/>
                  </a:lnTo>
                  <a:lnTo>
                    <a:pt x="22870" y="127009"/>
                  </a:lnTo>
                  <a:lnTo>
                    <a:pt x="22870" y="114351"/>
                  </a:lnTo>
                  <a:lnTo>
                    <a:pt x="25315" y="114351"/>
                  </a:lnTo>
                  <a:lnTo>
                    <a:pt x="27761" y="111906"/>
                  </a:lnTo>
                  <a:lnTo>
                    <a:pt x="25315" y="111906"/>
                  </a:lnTo>
                  <a:lnTo>
                    <a:pt x="27761" y="109317"/>
                  </a:lnTo>
                  <a:lnTo>
                    <a:pt x="27761" y="106584"/>
                  </a:lnTo>
                  <a:lnTo>
                    <a:pt x="27761" y="104139"/>
                  </a:lnTo>
                  <a:lnTo>
                    <a:pt x="32939" y="104139"/>
                  </a:lnTo>
                  <a:lnTo>
                    <a:pt x="35528" y="101694"/>
                  </a:lnTo>
                  <a:lnTo>
                    <a:pt x="30494" y="101694"/>
                  </a:lnTo>
                  <a:lnTo>
                    <a:pt x="30494" y="99248"/>
                  </a:lnTo>
                  <a:lnTo>
                    <a:pt x="30494" y="96515"/>
                  </a:lnTo>
                  <a:lnTo>
                    <a:pt x="32939" y="91481"/>
                  </a:lnTo>
                  <a:lnTo>
                    <a:pt x="35528" y="91481"/>
                  </a:lnTo>
                  <a:lnTo>
                    <a:pt x="37973" y="91481"/>
                  </a:lnTo>
                  <a:lnTo>
                    <a:pt x="43151" y="91481"/>
                  </a:lnTo>
                  <a:lnTo>
                    <a:pt x="37973" y="89036"/>
                  </a:lnTo>
                  <a:lnTo>
                    <a:pt x="37973" y="86303"/>
                  </a:lnTo>
                  <a:lnTo>
                    <a:pt x="35528" y="86303"/>
                  </a:lnTo>
                  <a:lnTo>
                    <a:pt x="43151" y="71200"/>
                  </a:lnTo>
                  <a:lnTo>
                    <a:pt x="48186" y="66022"/>
                  </a:lnTo>
                  <a:lnTo>
                    <a:pt x="48186" y="63433"/>
                  </a:lnTo>
                  <a:lnTo>
                    <a:pt x="55809" y="53364"/>
                  </a:lnTo>
                  <a:lnTo>
                    <a:pt x="63576" y="40706"/>
                  </a:lnTo>
                  <a:lnTo>
                    <a:pt x="78680" y="28049"/>
                  </a:lnTo>
                  <a:lnTo>
                    <a:pt x="91193" y="20281"/>
                  </a:lnTo>
                  <a:lnTo>
                    <a:pt x="98961" y="17836"/>
                  </a:lnTo>
                  <a:lnTo>
                    <a:pt x="114351" y="7767"/>
                  </a:lnTo>
                  <a:lnTo>
                    <a:pt x="124420" y="7767"/>
                  </a:lnTo>
                  <a:lnTo>
                    <a:pt x="131900" y="5178"/>
                  </a:lnTo>
                  <a:lnTo>
                    <a:pt x="144557" y="5178"/>
                  </a:lnTo>
                  <a:lnTo>
                    <a:pt x="157503" y="7767"/>
                  </a:lnTo>
                  <a:lnTo>
                    <a:pt x="159948" y="7767"/>
                  </a:lnTo>
                  <a:lnTo>
                    <a:pt x="172606" y="7767"/>
                  </a:lnTo>
                  <a:lnTo>
                    <a:pt x="177784" y="10212"/>
                  </a:lnTo>
                  <a:lnTo>
                    <a:pt x="182818" y="15391"/>
                  </a:lnTo>
                  <a:lnTo>
                    <a:pt x="180229" y="25603"/>
                  </a:lnTo>
                  <a:lnTo>
                    <a:pt x="177784" y="28049"/>
                  </a:lnTo>
                  <a:lnTo>
                    <a:pt x="175051" y="30494"/>
                  </a:lnTo>
                  <a:lnTo>
                    <a:pt x="172606" y="32939"/>
                  </a:lnTo>
                  <a:lnTo>
                    <a:pt x="170161" y="38117"/>
                  </a:lnTo>
                  <a:lnTo>
                    <a:pt x="167572" y="43151"/>
                  </a:lnTo>
                  <a:lnTo>
                    <a:pt x="164982" y="45884"/>
                  </a:lnTo>
                  <a:lnTo>
                    <a:pt x="162393" y="48330"/>
                  </a:lnTo>
                  <a:lnTo>
                    <a:pt x="159948" y="48330"/>
                  </a:lnTo>
                  <a:lnTo>
                    <a:pt x="157503" y="53364"/>
                  </a:lnTo>
                  <a:lnTo>
                    <a:pt x="154770" y="60987"/>
                  </a:lnTo>
                  <a:lnTo>
                    <a:pt x="149736" y="68755"/>
                  </a:lnTo>
                  <a:lnTo>
                    <a:pt x="142112" y="89036"/>
                  </a:lnTo>
                  <a:lnTo>
                    <a:pt x="142112" y="96515"/>
                  </a:lnTo>
                  <a:lnTo>
                    <a:pt x="142112" y="99248"/>
                  </a:lnTo>
                  <a:lnTo>
                    <a:pt x="139667" y="101694"/>
                  </a:lnTo>
                  <a:lnTo>
                    <a:pt x="139667" y="104139"/>
                  </a:lnTo>
                  <a:lnTo>
                    <a:pt x="139667" y="106584"/>
                  </a:lnTo>
                  <a:lnTo>
                    <a:pt x="137222" y="111906"/>
                  </a:lnTo>
                  <a:lnTo>
                    <a:pt x="137222" y="114351"/>
                  </a:lnTo>
                  <a:lnTo>
                    <a:pt x="137222" y="116797"/>
                  </a:lnTo>
                  <a:lnTo>
                    <a:pt x="134345" y="121975"/>
                  </a:lnTo>
                  <a:lnTo>
                    <a:pt x="134345" y="127009"/>
                  </a:lnTo>
                  <a:lnTo>
                    <a:pt x="131900" y="129742"/>
                  </a:lnTo>
                  <a:lnTo>
                    <a:pt x="129454" y="134633"/>
                  </a:lnTo>
                  <a:lnTo>
                    <a:pt x="131900" y="137078"/>
                  </a:lnTo>
                  <a:lnTo>
                    <a:pt x="147290" y="159948"/>
                  </a:lnTo>
                  <a:lnTo>
                    <a:pt x="167572" y="144845"/>
                  </a:lnTo>
                  <a:lnTo>
                    <a:pt x="167572" y="142400"/>
                  </a:lnTo>
                  <a:lnTo>
                    <a:pt x="162393" y="132187"/>
                  </a:lnTo>
                  <a:lnTo>
                    <a:pt x="167572" y="127009"/>
                  </a:lnTo>
                  <a:lnTo>
                    <a:pt x="167572" y="121975"/>
                  </a:lnTo>
                  <a:lnTo>
                    <a:pt x="177784" y="119530"/>
                  </a:lnTo>
                  <a:lnTo>
                    <a:pt x="195476" y="129742"/>
                  </a:lnTo>
                  <a:lnTo>
                    <a:pt x="207990" y="132187"/>
                  </a:lnTo>
                  <a:lnTo>
                    <a:pt x="218203" y="134633"/>
                  </a:lnTo>
                  <a:lnTo>
                    <a:pt x="220936" y="137078"/>
                  </a:lnTo>
                  <a:lnTo>
                    <a:pt x="215757" y="132187"/>
                  </a:lnTo>
                  <a:lnTo>
                    <a:pt x="210723" y="129742"/>
                  </a:lnTo>
                  <a:lnTo>
                    <a:pt x="207990" y="127009"/>
                  </a:lnTo>
                  <a:lnTo>
                    <a:pt x="205545" y="127009"/>
                  </a:lnTo>
                  <a:lnTo>
                    <a:pt x="203099" y="124420"/>
                  </a:lnTo>
                  <a:lnTo>
                    <a:pt x="198209" y="124420"/>
                  </a:lnTo>
                  <a:lnTo>
                    <a:pt x="195476" y="121975"/>
                  </a:lnTo>
                  <a:lnTo>
                    <a:pt x="192887" y="121975"/>
                  </a:lnTo>
                  <a:lnTo>
                    <a:pt x="190442" y="121975"/>
                  </a:lnTo>
                  <a:lnTo>
                    <a:pt x="192887" y="119530"/>
                  </a:lnTo>
                  <a:lnTo>
                    <a:pt x="187997" y="119530"/>
                  </a:lnTo>
                  <a:lnTo>
                    <a:pt x="187997" y="116797"/>
                  </a:lnTo>
                  <a:lnTo>
                    <a:pt x="187997" y="114351"/>
                  </a:lnTo>
                  <a:lnTo>
                    <a:pt x="185264" y="114351"/>
                  </a:lnTo>
                  <a:lnTo>
                    <a:pt x="182818" y="111906"/>
                  </a:lnTo>
                  <a:lnTo>
                    <a:pt x="182818" y="114351"/>
                  </a:lnTo>
                  <a:lnTo>
                    <a:pt x="180229" y="114351"/>
                  </a:lnTo>
                  <a:lnTo>
                    <a:pt x="177784" y="114351"/>
                  </a:lnTo>
                  <a:lnTo>
                    <a:pt x="170161" y="114351"/>
                  </a:lnTo>
                  <a:lnTo>
                    <a:pt x="167572" y="114351"/>
                  </a:lnTo>
                  <a:lnTo>
                    <a:pt x="170161" y="111906"/>
                  </a:lnTo>
                  <a:lnTo>
                    <a:pt x="170161" y="109317"/>
                  </a:lnTo>
                  <a:lnTo>
                    <a:pt x="170161" y="106584"/>
                  </a:lnTo>
                  <a:lnTo>
                    <a:pt x="170161" y="104139"/>
                  </a:lnTo>
                  <a:lnTo>
                    <a:pt x="170161" y="99248"/>
                  </a:lnTo>
                  <a:lnTo>
                    <a:pt x="172606" y="99248"/>
                  </a:lnTo>
                  <a:lnTo>
                    <a:pt x="175051" y="104139"/>
                  </a:lnTo>
                  <a:lnTo>
                    <a:pt x="177784" y="106584"/>
                  </a:lnTo>
                  <a:lnTo>
                    <a:pt x="180229" y="106584"/>
                  </a:lnTo>
                  <a:lnTo>
                    <a:pt x="177784" y="101694"/>
                  </a:lnTo>
                  <a:lnTo>
                    <a:pt x="180229" y="101694"/>
                  </a:lnTo>
                  <a:lnTo>
                    <a:pt x="177784" y="96515"/>
                  </a:lnTo>
                  <a:lnTo>
                    <a:pt x="180229" y="96515"/>
                  </a:lnTo>
                  <a:lnTo>
                    <a:pt x="185264" y="96515"/>
                  </a:lnTo>
                  <a:lnTo>
                    <a:pt x="192887" y="101694"/>
                  </a:lnTo>
                  <a:lnTo>
                    <a:pt x="198209" y="104139"/>
                  </a:lnTo>
                  <a:lnTo>
                    <a:pt x="210723" y="104139"/>
                  </a:lnTo>
                  <a:lnTo>
                    <a:pt x="215757" y="104139"/>
                  </a:lnTo>
                  <a:lnTo>
                    <a:pt x="218203" y="106584"/>
                  </a:lnTo>
                  <a:lnTo>
                    <a:pt x="231148" y="104139"/>
                  </a:lnTo>
                  <a:lnTo>
                    <a:pt x="233593" y="106584"/>
                  </a:lnTo>
                  <a:lnTo>
                    <a:pt x="236039" y="109317"/>
                  </a:lnTo>
                  <a:lnTo>
                    <a:pt x="241217" y="109317"/>
                  </a:lnTo>
                  <a:lnTo>
                    <a:pt x="243806" y="109317"/>
                  </a:lnTo>
                  <a:lnTo>
                    <a:pt x="236039" y="106584"/>
                  </a:lnTo>
                  <a:lnTo>
                    <a:pt x="236039" y="104139"/>
                  </a:lnTo>
                  <a:lnTo>
                    <a:pt x="233593" y="101694"/>
                  </a:lnTo>
                  <a:lnTo>
                    <a:pt x="231148" y="101694"/>
                  </a:lnTo>
                  <a:lnTo>
                    <a:pt x="220936" y="101694"/>
                  </a:lnTo>
                  <a:lnTo>
                    <a:pt x="218203" y="101694"/>
                  </a:lnTo>
                  <a:lnTo>
                    <a:pt x="213312" y="99248"/>
                  </a:lnTo>
                  <a:lnTo>
                    <a:pt x="210723" y="99248"/>
                  </a:lnTo>
                  <a:lnTo>
                    <a:pt x="205545" y="96515"/>
                  </a:lnTo>
                  <a:lnTo>
                    <a:pt x="200654" y="96515"/>
                  </a:lnTo>
                  <a:lnTo>
                    <a:pt x="180229" y="86303"/>
                  </a:lnTo>
                  <a:lnTo>
                    <a:pt x="180229" y="83858"/>
                  </a:lnTo>
                  <a:lnTo>
                    <a:pt x="180229" y="81269"/>
                  </a:lnTo>
                  <a:lnTo>
                    <a:pt x="180229" y="76090"/>
                  </a:lnTo>
                  <a:lnTo>
                    <a:pt x="180229" y="73645"/>
                  </a:lnTo>
                  <a:lnTo>
                    <a:pt x="182818" y="71200"/>
                  </a:lnTo>
                  <a:lnTo>
                    <a:pt x="185264" y="66022"/>
                  </a:lnTo>
                  <a:lnTo>
                    <a:pt x="187997" y="66022"/>
                  </a:lnTo>
                  <a:lnTo>
                    <a:pt x="192887" y="63433"/>
                  </a:lnTo>
                  <a:lnTo>
                    <a:pt x="195476" y="71200"/>
                  </a:lnTo>
                  <a:lnTo>
                    <a:pt x="203099" y="73645"/>
                  </a:lnTo>
                  <a:lnTo>
                    <a:pt x="203099" y="71200"/>
                  </a:lnTo>
                  <a:lnTo>
                    <a:pt x="200654" y="71200"/>
                  </a:lnTo>
                  <a:lnTo>
                    <a:pt x="200654" y="66022"/>
                  </a:lnTo>
                  <a:lnTo>
                    <a:pt x="198209" y="60987"/>
                  </a:lnTo>
                  <a:lnTo>
                    <a:pt x="195476" y="58542"/>
                  </a:lnTo>
                  <a:lnTo>
                    <a:pt x="205545" y="53364"/>
                  </a:lnTo>
                  <a:lnTo>
                    <a:pt x="210723" y="48330"/>
                  </a:lnTo>
                  <a:lnTo>
                    <a:pt x="215757" y="48330"/>
                  </a:lnTo>
                  <a:lnTo>
                    <a:pt x="231148" y="50775"/>
                  </a:lnTo>
                  <a:lnTo>
                    <a:pt x="231148" y="53364"/>
                  </a:lnTo>
                  <a:lnTo>
                    <a:pt x="231148" y="55809"/>
                  </a:lnTo>
                  <a:lnTo>
                    <a:pt x="231148" y="58542"/>
                  </a:lnTo>
                  <a:lnTo>
                    <a:pt x="233593" y="60987"/>
                  </a:lnTo>
                  <a:lnTo>
                    <a:pt x="233593" y="66022"/>
                  </a:lnTo>
                  <a:lnTo>
                    <a:pt x="236039" y="66022"/>
                  </a:lnTo>
                  <a:lnTo>
                    <a:pt x="238628" y="68755"/>
                  </a:lnTo>
                  <a:lnTo>
                    <a:pt x="236039" y="60987"/>
                  </a:lnTo>
                  <a:lnTo>
                    <a:pt x="236039" y="55809"/>
                  </a:lnTo>
                  <a:lnTo>
                    <a:pt x="233593" y="53364"/>
                  </a:lnTo>
                  <a:lnTo>
                    <a:pt x="233593" y="48330"/>
                  </a:lnTo>
                  <a:lnTo>
                    <a:pt x="231148" y="48330"/>
                  </a:lnTo>
                  <a:lnTo>
                    <a:pt x="228415" y="45884"/>
                  </a:lnTo>
                  <a:lnTo>
                    <a:pt x="225970" y="45884"/>
                  </a:lnTo>
                  <a:lnTo>
                    <a:pt x="220936" y="43151"/>
                  </a:lnTo>
                  <a:lnTo>
                    <a:pt x="218203" y="43151"/>
                  </a:lnTo>
                  <a:lnTo>
                    <a:pt x="218203" y="40706"/>
                  </a:lnTo>
                  <a:lnTo>
                    <a:pt x="225970" y="35672"/>
                  </a:lnTo>
                  <a:lnTo>
                    <a:pt x="231148" y="30494"/>
                  </a:lnTo>
                  <a:lnTo>
                    <a:pt x="241217" y="22870"/>
                  </a:lnTo>
                  <a:lnTo>
                    <a:pt x="243806" y="22870"/>
                  </a:lnTo>
                  <a:lnTo>
                    <a:pt x="246251" y="17836"/>
                  </a:lnTo>
                  <a:lnTo>
                    <a:pt x="248696" y="17836"/>
                  </a:lnTo>
                  <a:lnTo>
                    <a:pt x="253875" y="17836"/>
                  </a:lnTo>
                  <a:lnTo>
                    <a:pt x="256464" y="7767"/>
                  </a:lnTo>
                  <a:lnTo>
                    <a:pt x="256464" y="5178"/>
                  </a:lnTo>
                  <a:lnTo>
                    <a:pt x="258909" y="5178"/>
                  </a:lnTo>
                  <a:lnTo>
                    <a:pt x="264087" y="5178"/>
                  </a:lnTo>
                  <a:lnTo>
                    <a:pt x="286957"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grpSp>
          <p:nvGrpSpPr>
            <p:cNvPr id="74" name="Group 73">
              <a:extLst>
                <a:ext uri="{FF2B5EF4-FFF2-40B4-BE49-F238E27FC236}">
                  <a16:creationId xmlns:a16="http://schemas.microsoft.com/office/drawing/2014/main" id="{1D1FE4FA-FA79-CA21-45FD-BB5769BBB8FA}"/>
                </a:ext>
              </a:extLst>
            </p:cNvPr>
            <p:cNvGrpSpPr/>
            <p:nvPr/>
          </p:nvGrpSpPr>
          <p:grpSpPr>
            <a:xfrm>
              <a:off x="10167068" y="4200050"/>
              <a:ext cx="2441989" cy="2871048"/>
              <a:chOff x="6728207" y="2779445"/>
              <a:chExt cx="1616022" cy="1899958"/>
            </a:xfrm>
            <a:grpFill/>
          </p:grpSpPr>
          <p:sp>
            <p:nvSpPr>
              <p:cNvPr id="252" name="Freeform: Shape 3787">
                <a:extLst>
                  <a:ext uri="{FF2B5EF4-FFF2-40B4-BE49-F238E27FC236}">
                    <a16:creationId xmlns:a16="http://schemas.microsoft.com/office/drawing/2014/main" id="{0D50CB89-1E06-767B-B608-ADF6B5095F09}"/>
                  </a:ext>
                </a:extLst>
              </p:cNvPr>
              <p:cNvSpPr/>
              <p:nvPr/>
            </p:nvSpPr>
            <p:spPr>
              <a:xfrm>
                <a:off x="6868593" y="4000919"/>
                <a:ext cx="25459" cy="22870"/>
              </a:xfrm>
              <a:custGeom>
                <a:avLst/>
                <a:gdLst>
                  <a:gd name="connsiteX0" fmla="*/ 20137 w 25459"/>
                  <a:gd name="connsiteY0" fmla="*/ 12802 h 22870"/>
                  <a:gd name="connsiteX1" fmla="*/ 20137 w 25459"/>
                  <a:gd name="connsiteY1" fmla="*/ 10213 h 22870"/>
                  <a:gd name="connsiteX2" fmla="*/ 20137 w 25459"/>
                  <a:gd name="connsiteY2" fmla="*/ 5178 h 22870"/>
                  <a:gd name="connsiteX3" fmla="*/ 23014 w 25459"/>
                  <a:gd name="connsiteY3" fmla="*/ 2445 h 22870"/>
                  <a:gd name="connsiteX4" fmla="*/ 25459 w 25459"/>
                  <a:gd name="connsiteY4" fmla="*/ 2445 h 22870"/>
                  <a:gd name="connsiteX5" fmla="*/ 25459 w 25459"/>
                  <a:gd name="connsiteY5" fmla="*/ 0 h 22870"/>
                  <a:gd name="connsiteX6" fmla="*/ 23014 w 25459"/>
                  <a:gd name="connsiteY6" fmla="*/ 0 h 22870"/>
                  <a:gd name="connsiteX7" fmla="*/ 15247 w 25459"/>
                  <a:gd name="connsiteY7" fmla="*/ 0 h 22870"/>
                  <a:gd name="connsiteX8" fmla="*/ 12802 w 25459"/>
                  <a:gd name="connsiteY8" fmla="*/ 2445 h 22870"/>
                  <a:gd name="connsiteX9" fmla="*/ 7480 w 25459"/>
                  <a:gd name="connsiteY9" fmla="*/ 5178 h 22870"/>
                  <a:gd name="connsiteX10" fmla="*/ 5034 w 25459"/>
                  <a:gd name="connsiteY10" fmla="*/ 10213 h 22870"/>
                  <a:gd name="connsiteX11" fmla="*/ 2589 w 25459"/>
                  <a:gd name="connsiteY11" fmla="*/ 10213 h 22870"/>
                  <a:gd name="connsiteX12" fmla="*/ 2589 w 25459"/>
                  <a:gd name="connsiteY12" fmla="*/ 12802 h 22870"/>
                  <a:gd name="connsiteX13" fmla="*/ 0 w 25459"/>
                  <a:gd name="connsiteY13" fmla="*/ 12802 h 22870"/>
                  <a:gd name="connsiteX14" fmla="*/ 0 w 25459"/>
                  <a:gd name="connsiteY14" fmla="*/ 17980 h 22870"/>
                  <a:gd name="connsiteX15" fmla="*/ 2589 w 25459"/>
                  <a:gd name="connsiteY15" fmla="*/ 22870 h 22870"/>
                  <a:gd name="connsiteX16" fmla="*/ 5034 w 25459"/>
                  <a:gd name="connsiteY16" fmla="*/ 20425 h 22870"/>
                  <a:gd name="connsiteX17" fmla="*/ 12802 w 25459"/>
                  <a:gd name="connsiteY17" fmla="*/ 17980 h 22870"/>
                  <a:gd name="connsiteX18" fmla="*/ 17692 w 25459"/>
                  <a:gd name="connsiteY18" fmla="*/ 17980 h 22870"/>
                  <a:gd name="connsiteX19" fmla="*/ 20137 w 25459"/>
                  <a:gd name="connsiteY19" fmla="*/ 12802 h 22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459" h="22870">
                    <a:moveTo>
                      <a:pt x="20137" y="12802"/>
                    </a:moveTo>
                    <a:lnTo>
                      <a:pt x="20137" y="10213"/>
                    </a:lnTo>
                    <a:lnTo>
                      <a:pt x="20137" y="5178"/>
                    </a:lnTo>
                    <a:lnTo>
                      <a:pt x="23014" y="2445"/>
                    </a:lnTo>
                    <a:lnTo>
                      <a:pt x="25459" y="2445"/>
                    </a:lnTo>
                    <a:lnTo>
                      <a:pt x="25459" y="0"/>
                    </a:lnTo>
                    <a:lnTo>
                      <a:pt x="23014" y="0"/>
                    </a:lnTo>
                    <a:lnTo>
                      <a:pt x="15247" y="0"/>
                    </a:lnTo>
                    <a:lnTo>
                      <a:pt x="12802" y="2445"/>
                    </a:lnTo>
                    <a:lnTo>
                      <a:pt x="7480" y="5178"/>
                    </a:lnTo>
                    <a:lnTo>
                      <a:pt x="5034" y="10213"/>
                    </a:lnTo>
                    <a:lnTo>
                      <a:pt x="2589" y="10213"/>
                    </a:lnTo>
                    <a:lnTo>
                      <a:pt x="2589" y="12802"/>
                    </a:lnTo>
                    <a:lnTo>
                      <a:pt x="0" y="12802"/>
                    </a:lnTo>
                    <a:lnTo>
                      <a:pt x="0" y="17980"/>
                    </a:lnTo>
                    <a:lnTo>
                      <a:pt x="2589" y="22870"/>
                    </a:lnTo>
                    <a:lnTo>
                      <a:pt x="5034" y="20425"/>
                    </a:lnTo>
                    <a:lnTo>
                      <a:pt x="12802" y="17980"/>
                    </a:lnTo>
                    <a:lnTo>
                      <a:pt x="17692" y="17980"/>
                    </a:lnTo>
                    <a:lnTo>
                      <a:pt x="20137" y="12802"/>
                    </a:lnTo>
                    <a:close/>
                  </a:path>
                </a:pathLst>
              </a:custGeom>
              <a:grpFill/>
              <a:ln w="3594" cap="rnd">
                <a:solidFill>
                  <a:srgbClr val="FFFFFF"/>
                </a:solidFill>
                <a:prstDash val="solid"/>
                <a:round/>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53" name="Freeform: Shape 3788">
                <a:extLst>
                  <a:ext uri="{FF2B5EF4-FFF2-40B4-BE49-F238E27FC236}">
                    <a16:creationId xmlns:a16="http://schemas.microsoft.com/office/drawing/2014/main" id="{7AD078AA-079A-9AA7-0C6A-0B2BB8825062}"/>
                  </a:ext>
                </a:extLst>
              </p:cNvPr>
              <p:cNvSpPr/>
              <p:nvPr/>
            </p:nvSpPr>
            <p:spPr>
              <a:xfrm>
                <a:off x="6809907" y="3868444"/>
                <a:ext cx="12657" cy="17692"/>
              </a:xfrm>
              <a:custGeom>
                <a:avLst/>
                <a:gdLst>
                  <a:gd name="connsiteX0" fmla="*/ 12658 w 12657"/>
                  <a:gd name="connsiteY0" fmla="*/ 2589 h 17692"/>
                  <a:gd name="connsiteX1" fmla="*/ 10213 w 12657"/>
                  <a:gd name="connsiteY1" fmla="*/ 0 h 17692"/>
                  <a:gd name="connsiteX2" fmla="*/ 7767 w 12657"/>
                  <a:gd name="connsiteY2" fmla="*/ 0 h 17692"/>
                  <a:gd name="connsiteX3" fmla="*/ 5034 w 12657"/>
                  <a:gd name="connsiteY3" fmla="*/ 0 h 17692"/>
                  <a:gd name="connsiteX4" fmla="*/ 0 w 12657"/>
                  <a:gd name="connsiteY4" fmla="*/ 5034 h 17692"/>
                  <a:gd name="connsiteX5" fmla="*/ 2445 w 12657"/>
                  <a:gd name="connsiteY5" fmla="*/ 12802 h 17692"/>
                  <a:gd name="connsiteX6" fmla="*/ 2445 w 12657"/>
                  <a:gd name="connsiteY6" fmla="*/ 15247 h 17692"/>
                  <a:gd name="connsiteX7" fmla="*/ 2445 w 12657"/>
                  <a:gd name="connsiteY7" fmla="*/ 17692 h 17692"/>
                  <a:gd name="connsiteX8" fmla="*/ 5034 w 12657"/>
                  <a:gd name="connsiteY8" fmla="*/ 17692 h 17692"/>
                  <a:gd name="connsiteX9" fmla="*/ 7767 w 12657"/>
                  <a:gd name="connsiteY9" fmla="*/ 17692 h 17692"/>
                  <a:gd name="connsiteX10" fmla="*/ 10213 w 12657"/>
                  <a:gd name="connsiteY10" fmla="*/ 17692 h 17692"/>
                  <a:gd name="connsiteX11" fmla="*/ 10213 w 12657"/>
                  <a:gd name="connsiteY11" fmla="*/ 15247 h 17692"/>
                  <a:gd name="connsiteX12" fmla="*/ 12658 w 12657"/>
                  <a:gd name="connsiteY12" fmla="*/ 12802 h 17692"/>
                  <a:gd name="connsiteX13" fmla="*/ 12658 w 12657"/>
                  <a:gd name="connsiteY13" fmla="*/ 10212 h 17692"/>
                  <a:gd name="connsiteX14" fmla="*/ 10213 w 12657"/>
                  <a:gd name="connsiteY14" fmla="*/ 10212 h 17692"/>
                  <a:gd name="connsiteX15" fmla="*/ 10213 w 12657"/>
                  <a:gd name="connsiteY15" fmla="*/ 7479 h 17692"/>
                  <a:gd name="connsiteX16" fmla="*/ 12658 w 12657"/>
                  <a:gd name="connsiteY16" fmla="*/ 2589 h 17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657" h="17692">
                    <a:moveTo>
                      <a:pt x="12658" y="2589"/>
                    </a:moveTo>
                    <a:lnTo>
                      <a:pt x="10213" y="0"/>
                    </a:lnTo>
                    <a:lnTo>
                      <a:pt x="7767" y="0"/>
                    </a:lnTo>
                    <a:lnTo>
                      <a:pt x="5034" y="0"/>
                    </a:lnTo>
                    <a:lnTo>
                      <a:pt x="0" y="5034"/>
                    </a:lnTo>
                    <a:lnTo>
                      <a:pt x="2445" y="12802"/>
                    </a:lnTo>
                    <a:lnTo>
                      <a:pt x="2445" y="15247"/>
                    </a:lnTo>
                    <a:lnTo>
                      <a:pt x="2445" y="17692"/>
                    </a:lnTo>
                    <a:lnTo>
                      <a:pt x="5034" y="17692"/>
                    </a:lnTo>
                    <a:lnTo>
                      <a:pt x="7767" y="17692"/>
                    </a:lnTo>
                    <a:lnTo>
                      <a:pt x="10213" y="17692"/>
                    </a:lnTo>
                    <a:lnTo>
                      <a:pt x="10213" y="15247"/>
                    </a:lnTo>
                    <a:lnTo>
                      <a:pt x="12658" y="12802"/>
                    </a:lnTo>
                    <a:lnTo>
                      <a:pt x="12658" y="10212"/>
                    </a:lnTo>
                    <a:lnTo>
                      <a:pt x="10213" y="10212"/>
                    </a:lnTo>
                    <a:lnTo>
                      <a:pt x="10213" y="7479"/>
                    </a:lnTo>
                    <a:lnTo>
                      <a:pt x="12658" y="2589"/>
                    </a:lnTo>
                    <a:close/>
                  </a:path>
                </a:pathLst>
              </a:custGeom>
              <a:grpFill/>
              <a:ln w="3594" cap="rnd">
                <a:solidFill>
                  <a:srgbClr val="FFFFFF"/>
                </a:solidFill>
                <a:prstDash val="solid"/>
                <a:round/>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grpSp>
            <p:nvGrpSpPr>
              <p:cNvPr id="254" name="Group 253">
                <a:extLst>
                  <a:ext uri="{FF2B5EF4-FFF2-40B4-BE49-F238E27FC236}">
                    <a16:creationId xmlns:a16="http://schemas.microsoft.com/office/drawing/2014/main" id="{EC1254CA-F145-1883-B670-AC44EB1DBA83}"/>
                  </a:ext>
                </a:extLst>
              </p:cNvPr>
              <p:cNvGrpSpPr/>
              <p:nvPr/>
            </p:nvGrpSpPr>
            <p:grpSpPr>
              <a:xfrm>
                <a:off x="6728207" y="2779445"/>
                <a:ext cx="1616022" cy="1899958"/>
                <a:chOff x="6728207" y="2779445"/>
                <a:chExt cx="1616022" cy="1899958"/>
              </a:xfrm>
              <a:grpFill/>
            </p:grpSpPr>
            <p:sp>
              <p:nvSpPr>
                <p:cNvPr id="255" name="Freeform: Shape 3790">
                  <a:extLst>
                    <a:ext uri="{FF2B5EF4-FFF2-40B4-BE49-F238E27FC236}">
                      <a16:creationId xmlns:a16="http://schemas.microsoft.com/office/drawing/2014/main" id="{E653F4E1-8504-F5E4-B883-A58C0B64BE90}"/>
                    </a:ext>
                  </a:extLst>
                </p:cNvPr>
                <p:cNvSpPr/>
                <p:nvPr/>
              </p:nvSpPr>
              <p:spPr>
                <a:xfrm>
                  <a:off x="6827887" y="3414491"/>
                  <a:ext cx="10068" cy="7623"/>
                </a:xfrm>
                <a:custGeom>
                  <a:avLst/>
                  <a:gdLst>
                    <a:gd name="connsiteX0" fmla="*/ 4891 w 10068"/>
                    <a:gd name="connsiteY0" fmla="*/ 0 h 7623"/>
                    <a:gd name="connsiteX1" fmla="*/ 2445 w 10068"/>
                    <a:gd name="connsiteY1" fmla="*/ 2733 h 7623"/>
                    <a:gd name="connsiteX2" fmla="*/ 2445 w 10068"/>
                    <a:gd name="connsiteY2" fmla="*/ 5178 h 7623"/>
                    <a:gd name="connsiteX3" fmla="*/ 0 w 10068"/>
                    <a:gd name="connsiteY3" fmla="*/ 5178 h 7623"/>
                    <a:gd name="connsiteX4" fmla="*/ 2445 w 10068"/>
                    <a:gd name="connsiteY4" fmla="*/ 7623 h 7623"/>
                    <a:gd name="connsiteX5" fmla="*/ 4891 w 10068"/>
                    <a:gd name="connsiteY5" fmla="*/ 7623 h 7623"/>
                    <a:gd name="connsiteX6" fmla="*/ 7336 w 10068"/>
                    <a:gd name="connsiteY6" fmla="*/ 5178 h 7623"/>
                    <a:gd name="connsiteX7" fmla="*/ 10069 w 10068"/>
                    <a:gd name="connsiteY7" fmla="*/ 0 h 7623"/>
                    <a:gd name="connsiteX8" fmla="*/ 7336 w 10068"/>
                    <a:gd name="connsiteY8" fmla="*/ 0 h 7623"/>
                    <a:gd name="connsiteX9" fmla="*/ 4891 w 10068"/>
                    <a:gd name="connsiteY9" fmla="*/ 0 h 7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68" h="7623">
                      <a:moveTo>
                        <a:pt x="4891" y="0"/>
                      </a:moveTo>
                      <a:lnTo>
                        <a:pt x="2445" y="2733"/>
                      </a:lnTo>
                      <a:lnTo>
                        <a:pt x="2445" y="5178"/>
                      </a:lnTo>
                      <a:lnTo>
                        <a:pt x="0" y="5178"/>
                      </a:lnTo>
                      <a:lnTo>
                        <a:pt x="2445" y="7623"/>
                      </a:lnTo>
                      <a:lnTo>
                        <a:pt x="4891" y="7623"/>
                      </a:lnTo>
                      <a:lnTo>
                        <a:pt x="7336" y="5178"/>
                      </a:lnTo>
                      <a:lnTo>
                        <a:pt x="10069" y="0"/>
                      </a:lnTo>
                      <a:lnTo>
                        <a:pt x="7336" y="0"/>
                      </a:lnTo>
                      <a:lnTo>
                        <a:pt x="4891" y="0"/>
                      </a:lnTo>
                      <a:close/>
                    </a:path>
                  </a:pathLst>
                </a:custGeom>
                <a:grpFill/>
                <a:ln w="3594" cap="rnd">
                  <a:solidFill>
                    <a:srgbClr val="FFFFFF"/>
                  </a:solidFill>
                  <a:prstDash val="solid"/>
                  <a:round/>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56" name="Freeform: Shape 3791">
                  <a:extLst>
                    <a:ext uri="{FF2B5EF4-FFF2-40B4-BE49-F238E27FC236}">
                      <a16:creationId xmlns:a16="http://schemas.microsoft.com/office/drawing/2014/main" id="{650C1548-BD20-7532-A02B-A5F3C80D3C8A}"/>
                    </a:ext>
                  </a:extLst>
                </p:cNvPr>
                <p:cNvSpPr/>
                <p:nvPr/>
              </p:nvSpPr>
              <p:spPr>
                <a:xfrm>
                  <a:off x="6837955" y="3427436"/>
                  <a:ext cx="7479" cy="4890"/>
                </a:xfrm>
                <a:custGeom>
                  <a:avLst/>
                  <a:gdLst>
                    <a:gd name="connsiteX0" fmla="*/ 0 w 7479"/>
                    <a:gd name="connsiteY0" fmla="*/ 4890 h 4890"/>
                    <a:gd name="connsiteX1" fmla="*/ 2589 w 7479"/>
                    <a:gd name="connsiteY1" fmla="*/ 4890 h 4890"/>
                    <a:gd name="connsiteX2" fmla="*/ 7479 w 7479"/>
                    <a:gd name="connsiteY2" fmla="*/ 2445 h 4890"/>
                    <a:gd name="connsiteX3" fmla="*/ 0 w 7479"/>
                    <a:gd name="connsiteY3" fmla="*/ 0 h 4890"/>
                    <a:gd name="connsiteX4" fmla="*/ 0 w 7479"/>
                    <a:gd name="connsiteY4" fmla="*/ 2445 h 4890"/>
                    <a:gd name="connsiteX5" fmla="*/ 0 w 7479"/>
                    <a:gd name="connsiteY5" fmla="*/ 4890 h 4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79" h="4890">
                      <a:moveTo>
                        <a:pt x="0" y="4890"/>
                      </a:moveTo>
                      <a:lnTo>
                        <a:pt x="2589" y="4890"/>
                      </a:lnTo>
                      <a:lnTo>
                        <a:pt x="7479" y="2445"/>
                      </a:lnTo>
                      <a:lnTo>
                        <a:pt x="0" y="0"/>
                      </a:lnTo>
                      <a:lnTo>
                        <a:pt x="0" y="2445"/>
                      </a:lnTo>
                      <a:lnTo>
                        <a:pt x="0" y="4890"/>
                      </a:lnTo>
                      <a:close/>
                    </a:path>
                  </a:pathLst>
                </a:custGeom>
                <a:grpFill/>
                <a:ln w="3594" cap="rnd">
                  <a:solidFill>
                    <a:srgbClr val="FFFFFF"/>
                  </a:solidFill>
                  <a:prstDash val="solid"/>
                  <a:round/>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57" name="Freeform: Shape 3815">
                  <a:extLst>
                    <a:ext uri="{FF2B5EF4-FFF2-40B4-BE49-F238E27FC236}">
                      <a16:creationId xmlns:a16="http://schemas.microsoft.com/office/drawing/2014/main" id="{A629103F-85E0-7861-8C1F-CF68CF62BF2D}"/>
                    </a:ext>
                  </a:extLst>
                </p:cNvPr>
                <p:cNvSpPr/>
                <p:nvPr/>
              </p:nvSpPr>
              <p:spPr>
                <a:xfrm>
                  <a:off x="6728207" y="2779445"/>
                  <a:ext cx="1616022" cy="1899958"/>
                </a:xfrm>
                <a:custGeom>
                  <a:avLst/>
                  <a:gdLst>
                    <a:gd name="connsiteX0" fmla="*/ 1614008 w 1616022"/>
                    <a:gd name="connsiteY0" fmla="*/ 816282 h 1899958"/>
                    <a:gd name="connsiteX1" fmla="*/ 1614008 w 1616022"/>
                    <a:gd name="connsiteY1" fmla="*/ 813405 h 1899958"/>
                    <a:gd name="connsiteX2" fmla="*/ 1611419 w 1616022"/>
                    <a:gd name="connsiteY2" fmla="*/ 810960 h 1899958"/>
                    <a:gd name="connsiteX3" fmla="*/ 1611419 w 1616022"/>
                    <a:gd name="connsiteY3" fmla="*/ 806069 h 1899958"/>
                    <a:gd name="connsiteX4" fmla="*/ 1608974 w 1616022"/>
                    <a:gd name="connsiteY4" fmla="*/ 803336 h 1899958"/>
                    <a:gd name="connsiteX5" fmla="*/ 1606242 w 1616022"/>
                    <a:gd name="connsiteY5" fmla="*/ 800747 h 1899958"/>
                    <a:gd name="connsiteX6" fmla="*/ 1603796 w 1616022"/>
                    <a:gd name="connsiteY6" fmla="*/ 795857 h 1899958"/>
                    <a:gd name="connsiteX7" fmla="*/ 1601351 w 1616022"/>
                    <a:gd name="connsiteY7" fmla="*/ 785644 h 1899958"/>
                    <a:gd name="connsiteX8" fmla="*/ 1598762 w 1616022"/>
                    <a:gd name="connsiteY8" fmla="*/ 782911 h 1899958"/>
                    <a:gd name="connsiteX9" fmla="*/ 1596604 w 1616022"/>
                    <a:gd name="connsiteY9" fmla="*/ 776151 h 1899958"/>
                    <a:gd name="connsiteX10" fmla="*/ 1589125 w 1616022"/>
                    <a:gd name="connsiteY10" fmla="*/ 763349 h 1899958"/>
                    <a:gd name="connsiteX11" fmla="*/ 1589125 w 1616022"/>
                    <a:gd name="connsiteY11" fmla="*/ 760617 h 1899958"/>
                    <a:gd name="connsiteX12" fmla="*/ 1583946 w 1616022"/>
                    <a:gd name="connsiteY12" fmla="*/ 763349 h 1899958"/>
                    <a:gd name="connsiteX13" fmla="*/ 1578912 w 1616022"/>
                    <a:gd name="connsiteY13" fmla="*/ 763349 h 1899958"/>
                    <a:gd name="connsiteX14" fmla="*/ 1553453 w 1616022"/>
                    <a:gd name="connsiteY14" fmla="*/ 776151 h 1899958"/>
                    <a:gd name="connsiteX15" fmla="*/ 1533027 w 1616022"/>
                    <a:gd name="connsiteY15" fmla="*/ 786364 h 1899958"/>
                    <a:gd name="connsiteX16" fmla="*/ 1530582 w 1616022"/>
                    <a:gd name="connsiteY16" fmla="*/ 788809 h 1899958"/>
                    <a:gd name="connsiteX17" fmla="*/ 1524685 w 1616022"/>
                    <a:gd name="connsiteY17" fmla="*/ 788809 h 1899958"/>
                    <a:gd name="connsiteX18" fmla="*/ 1524685 w 1616022"/>
                    <a:gd name="connsiteY18" fmla="*/ 790535 h 1899958"/>
                    <a:gd name="connsiteX19" fmla="*/ 1521952 w 1616022"/>
                    <a:gd name="connsiteY19" fmla="*/ 790535 h 1899958"/>
                    <a:gd name="connsiteX20" fmla="*/ 1519507 w 1616022"/>
                    <a:gd name="connsiteY20" fmla="*/ 793124 h 1899958"/>
                    <a:gd name="connsiteX21" fmla="*/ 1514473 w 1616022"/>
                    <a:gd name="connsiteY21" fmla="*/ 793124 h 1899958"/>
                    <a:gd name="connsiteX22" fmla="*/ 1511740 w 1616022"/>
                    <a:gd name="connsiteY22" fmla="*/ 795857 h 1899958"/>
                    <a:gd name="connsiteX23" fmla="*/ 1509294 w 1616022"/>
                    <a:gd name="connsiteY23" fmla="*/ 795857 h 1899958"/>
                    <a:gd name="connsiteX24" fmla="*/ 1504260 w 1616022"/>
                    <a:gd name="connsiteY24" fmla="*/ 798302 h 1899958"/>
                    <a:gd name="connsiteX25" fmla="*/ 1499082 w 1616022"/>
                    <a:gd name="connsiteY25" fmla="*/ 800747 h 1899958"/>
                    <a:gd name="connsiteX26" fmla="*/ 1494047 w 1616022"/>
                    <a:gd name="connsiteY26" fmla="*/ 803336 h 1899958"/>
                    <a:gd name="connsiteX27" fmla="*/ 1491314 w 1616022"/>
                    <a:gd name="connsiteY27" fmla="*/ 803336 h 1899958"/>
                    <a:gd name="connsiteX28" fmla="*/ 1481102 w 1616022"/>
                    <a:gd name="connsiteY28" fmla="*/ 808515 h 1899958"/>
                    <a:gd name="connsiteX29" fmla="*/ 1476212 w 1616022"/>
                    <a:gd name="connsiteY29" fmla="*/ 810960 h 1899958"/>
                    <a:gd name="connsiteX30" fmla="*/ 1473623 w 1616022"/>
                    <a:gd name="connsiteY30" fmla="*/ 810960 h 1899958"/>
                    <a:gd name="connsiteX31" fmla="*/ 1473623 w 1616022"/>
                    <a:gd name="connsiteY31" fmla="*/ 813405 h 1899958"/>
                    <a:gd name="connsiteX32" fmla="*/ 1471177 w 1616022"/>
                    <a:gd name="connsiteY32" fmla="*/ 813405 h 1899958"/>
                    <a:gd name="connsiteX33" fmla="*/ 1468444 w 1616022"/>
                    <a:gd name="connsiteY33" fmla="*/ 816282 h 1899958"/>
                    <a:gd name="connsiteX34" fmla="*/ 1465999 w 1616022"/>
                    <a:gd name="connsiteY34" fmla="*/ 816282 h 1899958"/>
                    <a:gd name="connsiteX35" fmla="*/ 1460965 w 1616022"/>
                    <a:gd name="connsiteY35" fmla="*/ 818727 h 1899958"/>
                    <a:gd name="connsiteX36" fmla="*/ 1458232 w 1616022"/>
                    <a:gd name="connsiteY36" fmla="*/ 818727 h 1899958"/>
                    <a:gd name="connsiteX37" fmla="*/ 1455786 w 1616022"/>
                    <a:gd name="connsiteY37" fmla="*/ 821172 h 1899958"/>
                    <a:gd name="connsiteX38" fmla="*/ 1450752 w 1616022"/>
                    <a:gd name="connsiteY38" fmla="*/ 823618 h 1899958"/>
                    <a:gd name="connsiteX39" fmla="*/ 1448019 w 1616022"/>
                    <a:gd name="connsiteY39" fmla="*/ 823618 h 1899958"/>
                    <a:gd name="connsiteX40" fmla="*/ 1445574 w 1616022"/>
                    <a:gd name="connsiteY40" fmla="*/ 826351 h 1899958"/>
                    <a:gd name="connsiteX41" fmla="*/ 1440540 w 1616022"/>
                    <a:gd name="connsiteY41" fmla="*/ 826351 h 1899958"/>
                    <a:gd name="connsiteX42" fmla="*/ 1437807 w 1616022"/>
                    <a:gd name="connsiteY42" fmla="*/ 828940 h 1899958"/>
                    <a:gd name="connsiteX43" fmla="*/ 1435362 w 1616022"/>
                    <a:gd name="connsiteY43" fmla="*/ 828940 h 1899958"/>
                    <a:gd name="connsiteX44" fmla="*/ 1430327 w 1616022"/>
                    <a:gd name="connsiteY44" fmla="*/ 831385 h 1899958"/>
                    <a:gd name="connsiteX45" fmla="*/ 1427594 w 1616022"/>
                    <a:gd name="connsiteY45" fmla="*/ 833830 h 1899958"/>
                    <a:gd name="connsiteX46" fmla="*/ 1425149 w 1616022"/>
                    <a:gd name="connsiteY46" fmla="*/ 833830 h 1899958"/>
                    <a:gd name="connsiteX47" fmla="*/ 1422704 w 1616022"/>
                    <a:gd name="connsiteY47" fmla="*/ 836563 h 1899958"/>
                    <a:gd name="connsiteX48" fmla="*/ 1417382 w 1616022"/>
                    <a:gd name="connsiteY48" fmla="*/ 836563 h 1899958"/>
                    <a:gd name="connsiteX49" fmla="*/ 1417382 w 1616022"/>
                    <a:gd name="connsiteY49" fmla="*/ 839152 h 1899958"/>
                    <a:gd name="connsiteX50" fmla="*/ 1412491 w 1616022"/>
                    <a:gd name="connsiteY50" fmla="*/ 839152 h 1899958"/>
                    <a:gd name="connsiteX51" fmla="*/ 1409902 w 1616022"/>
                    <a:gd name="connsiteY51" fmla="*/ 841597 h 1899958"/>
                    <a:gd name="connsiteX52" fmla="*/ 1407169 w 1616022"/>
                    <a:gd name="connsiteY52" fmla="*/ 841597 h 1899958"/>
                    <a:gd name="connsiteX53" fmla="*/ 1404724 w 1616022"/>
                    <a:gd name="connsiteY53" fmla="*/ 844043 h 1899958"/>
                    <a:gd name="connsiteX54" fmla="*/ 1399690 w 1616022"/>
                    <a:gd name="connsiteY54" fmla="*/ 844043 h 1899958"/>
                    <a:gd name="connsiteX55" fmla="*/ 1397245 w 1616022"/>
                    <a:gd name="connsiteY55" fmla="*/ 846776 h 1899958"/>
                    <a:gd name="connsiteX56" fmla="*/ 1395231 w 1616022"/>
                    <a:gd name="connsiteY56" fmla="*/ 846776 h 1899958"/>
                    <a:gd name="connsiteX57" fmla="*/ 1390196 w 1616022"/>
                    <a:gd name="connsiteY57" fmla="*/ 849365 h 1899958"/>
                    <a:gd name="connsiteX58" fmla="*/ 1387751 w 1616022"/>
                    <a:gd name="connsiteY58" fmla="*/ 849365 h 1899958"/>
                    <a:gd name="connsiteX59" fmla="*/ 1387751 w 1616022"/>
                    <a:gd name="connsiteY59" fmla="*/ 851810 h 1899958"/>
                    <a:gd name="connsiteX60" fmla="*/ 1385018 w 1616022"/>
                    <a:gd name="connsiteY60" fmla="*/ 851810 h 1899958"/>
                    <a:gd name="connsiteX61" fmla="*/ 1379984 w 1616022"/>
                    <a:gd name="connsiteY61" fmla="*/ 854255 h 1899958"/>
                    <a:gd name="connsiteX62" fmla="*/ 1374805 w 1616022"/>
                    <a:gd name="connsiteY62" fmla="*/ 856988 h 1899958"/>
                    <a:gd name="connsiteX63" fmla="*/ 1369771 w 1616022"/>
                    <a:gd name="connsiteY63" fmla="*/ 856988 h 1899958"/>
                    <a:gd name="connsiteX64" fmla="*/ 1362148 w 1616022"/>
                    <a:gd name="connsiteY64" fmla="*/ 862022 h 1899958"/>
                    <a:gd name="connsiteX65" fmla="*/ 1359559 w 1616022"/>
                    <a:gd name="connsiteY65" fmla="*/ 862022 h 1899958"/>
                    <a:gd name="connsiteX66" fmla="*/ 1357114 w 1616022"/>
                    <a:gd name="connsiteY66" fmla="*/ 864468 h 1899958"/>
                    <a:gd name="connsiteX67" fmla="*/ 1352079 w 1616022"/>
                    <a:gd name="connsiteY67" fmla="*/ 864468 h 1899958"/>
                    <a:gd name="connsiteX68" fmla="*/ 1352079 w 1616022"/>
                    <a:gd name="connsiteY68" fmla="*/ 867057 h 1899958"/>
                    <a:gd name="connsiteX69" fmla="*/ 1347045 w 1616022"/>
                    <a:gd name="connsiteY69" fmla="*/ 869790 h 1899958"/>
                    <a:gd name="connsiteX70" fmla="*/ 1341867 w 1616022"/>
                    <a:gd name="connsiteY70" fmla="*/ 869790 h 1899958"/>
                    <a:gd name="connsiteX71" fmla="*/ 1341867 w 1616022"/>
                    <a:gd name="connsiteY71" fmla="*/ 872235 h 1899958"/>
                    <a:gd name="connsiteX72" fmla="*/ 1336832 w 1616022"/>
                    <a:gd name="connsiteY72" fmla="*/ 872235 h 1899958"/>
                    <a:gd name="connsiteX73" fmla="*/ 1334099 w 1616022"/>
                    <a:gd name="connsiteY73" fmla="*/ 874680 h 1899958"/>
                    <a:gd name="connsiteX74" fmla="*/ 1323312 w 1616022"/>
                    <a:gd name="connsiteY74" fmla="*/ 876838 h 1899958"/>
                    <a:gd name="connsiteX75" fmla="*/ 1320579 w 1616022"/>
                    <a:gd name="connsiteY75" fmla="*/ 879571 h 1899958"/>
                    <a:gd name="connsiteX76" fmla="*/ 1313099 w 1616022"/>
                    <a:gd name="connsiteY76" fmla="*/ 882016 h 1899958"/>
                    <a:gd name="connsiteX77" fmla="*/ 1307921 w 1616022"/>
                    <a:gd name="connsiteY77" fmla="*/ 884461 h 1899958"/>
                    <a:gd name="connsiteX78" fmla="*/ 1302886 w 1616022"/>
                    <a:gd name="connsiteY78" fmla="*/ 884461 h 1899958"/>
                    <a:gd name="connsiteX79" fmla="*/ 1302886 w 1616022"/>
                    <a:gd name="connsiteY79" fmla="*/ 886906 h 1899958"/>
                    <a:gd name="connsiteX80" fmla="*/ 1297708 w 1616022"/>
                    <a:gd name="connsiteY80" fmla="*/ 886906 h 1899958"/>
                    <a:gd name="connsiteX81" fmla="*/ 1295119 w 1616022"/>
                    <a:gd name="connsiteY81" fmla="*/ 889783 h 1899958"/>
                    <a:gd name="connsiteX82" fmla="*/ 1292674 w 1616022"/>
                    <a:gd name="connsiteY82" fmla="*/ 889783 h 1899958"/>
                    <a:gd name="connsiteX83" fmla="*/ 1292674 w 1616022"/>
                    <a:gd name="connsiteY83" fmla="*/ 892229 h 1899958"/>
                    <a:gd name="connsiteX84" fmla="*/ 1287496 w 1616022"/>
                    <a:gd name="connsiteY84" fmla="*/ 892229 h 1899958"/>
                    <a:gd name="connsiteX85" fmla="*/ 1284907 w 1616022"/>
                    <a:gd name="connsiteY85" fmla="*/ 894674 h 1899958"/>
                    <a:gd name="connsiteX86" fmla="*/ 1282462 w 1616022"/>
                    <a:gd name="connsiteY86" fmla="*/ 894674 h 1899958"/>
                    <a:gd name="connsiteX87" fmla="*/ 1279729 w 1616022"/>
                    <a:gd name="connsiteY87" fmla="*/ 897119 h 1899958"/>
                    <a:gd name="connsiteX88" fmla="*/ 1274694 w 1616022"/>
                    <a:gd name="connsiteY88" fmla="*/ 897119 h 1899958"/>
                    <a:gd name="connsiteX89" fmla="*/ 1272249 w 1616022"/>
                    <a:gd name="connsiteY89" fmla="*/ 899996 h 1899958"/>
                    <a:gd name="connsiteX90" fmla="*/ 1269516 w 1616022"/>
                    <a:gd name="connsiteY90" fmla="*/ 899996 h 1899958"/>
                    <a:gd name="connsiteX91" fmla="*/ 1262036 w 1616022"/>
                    <a:gd name="connsiteY91" fmla="*/ 902441 h 1899958"/>
                    <a:gd name="connsiteX92" fmla="*/ 1256858 w 1616022"/>
                    <a:gd name="connsiteY92" fmla="*/ 904886 h 1899958"/>
                    <a:gd name="connsiteX93" fmla="*/ 1254413 w 1616022"/>
                    <a:gd name="connsiteY93" fmla="*/ 904886 h 1899958"/>
                    <a:gd name="connsiteX94" fmla="*/ 1251824 w 1616022"/>
                    <a:gd name="connsiteY94" fmla="*/ 907331 h 1899958"/>
                    <a:gd name="connsiteX95" fmla="*/ 1249379 w 1616022"/>
                    <a:gd name="connsiteY95" fmla="*/ 907331 h 1899958"/>
                    <a:gd name="connsiteX96" fmla="*/ 1246646 w 1616022"/>
                    <a:gd name="connsiteY96" fmla="*/ 910064 h 1899958"/>
                    <a:gd name="connsiteX97" fmla="*/ 1241612 w 1616022"/>
                    <a:gd name="connsiteY97" fmla="*/ 910064 h 1899958"/>
                    <a:gd name="connsiteX98" fmla="*/ 1241612 w 1616022"/>
                    <a:gd name="connsiteY98" fmla="*/ 912653 h 1899958"/>
                    <a:gd name="connsiteX99" fmla="*/ 1237009 w 1616022"/>
                    <a:gd name="connsiteY99" fmla="*/ 912653 h 1899958"/>
                    <a:gd name="connsiteX100" fmla="*/ 1234563 w 1616022"/>
                    <a:gd name="connsiteY100" fmla="*/ 915099 h 1899958"/>
                    <a:gd name="connsiteX101" fmla="*/ 1226796 w 1616022"/>
                    <a:gd name="connsiteY101" fmla="*/ 917544 h 1899958"/>
                    <a:gd name="connsiteX102" fmla="*/ 1224351 w 1616022"/>
                    <a:gd name="connsiteY102" fmla="*/ 917544 h 1899958"/>
                    <a:gd name="connsiteX103" fmla="*/ 1221762 w 1616022"/>
                    <a:gd name="connsiteY103" fmla="*/ 920277 h 1899958"/>
                    <a:gd name="connsiteX104" fmla="*/ 1216583 w 1616022"/>
                    <a:gd name="connsiteY104" fmla="*/ 920277 h 1899958"/>
                    <a:gd name="connsiteX105" fmla="*/ 1214138 w 1616022"/>
                    <a:gd name="connsiteY105" fmla="*/ 922866 h 1899958"/>
                    <a:gd name="connsiteX106" fmla="*/ 1208241 w 1616022"/>
                    <a:gd name="connsiteY106" fmla="*/ 922866 h 1899958"/>
                    <a:gd name="connsiteX107" fmla="*/ 1208241 w 1616022"/>
                    <a:gd name="connsiteY107" fmla="*/ 925311 h 1899958"/>
                    <a:gd name="connsiteX108" fmla="*/ 1203063 w 1616022"/>
                    <a:gd name="connsiteY108" fmla="*/ 925311 h 1899958"/>
                    <a:gd name="connsiteX109" fmla="*/ 1203063 w 1616022"/>
                    <a:gd name="connsiteY109" fmla="*/ 927757 h 1899958"/>
                    <a:gd name="connsiteX110" fmla="*/ 1195296 w 1616022"/>
                    <a:gd name="connsiteY110" fmla="*/ 927757 h 1899958"/>
                    <a:gd name="connsiteX111" fmla="*/ 1195296 w 1616022"/>
                    <a:gd name="connsiteY111" fmla="*/ 930490 h 1899958"/>
                    <a:gd name="connsiteX112" fmla="*/ 1190261 w 1616022"/>
                    <a:gd name="connsiteY112" fmla="*/ 930490 h 1899958"/>
                    <a:gd name="connsiteX113" fmla="*/ 1187816 w 1616022"/>
                    <a:gd name="connsiteY113" fmla="*/ 933079 h 1899958"/>
                    <a:gd name="connsiteX114" fmla="*/ 1185083 w 1616022"/>
                    <a:gd name="connsiteY114" fmla="*/ 933079 h 1899958"/>
                    <a:gd name="connsiteX115" fmla="*/ 1180192 w 1616022"/>
                    <a:gd name="connsiteY115" fmla="*/ 935524 h 1899958"/>
                    <a:gd name="connsiteX116" fmla="*/ 1177603 w 1616022"/>
                    <a:gd name="connsiteY116" fmla="*/ 935524 h 1899958"/>
                    <a:gd name="connsiteX117" fmla="*/ 1175158 w 1616022"/>
                    <a:gd name="connsiteY117" fmla="*/ 937969 h 1899958"/>
                    <a:gd name="connsiteX118" fmla="*/ 1169980 w 1616022"/>
                    <a:gd name="connsiteY118" fmla="*/ 937969 h 1899958"/>
                    <a:gd name="connsiteX119" fmla="*/ 1169980 w 1616022"/>
                    <a:gd name="connsiteY119" fmla="*/ 935524 h 1899958"/>
                    <a:gd name="connsiteX120" fmla="*/ 1167391 w 1616022"/>
                    <a:gd name="connsiteY120" fmla="*/ 935524 h 1899958"/>
                    <a:gd name="connsiteX121" fmla="*/ 1167391 w 1616022"/>
                    <a:gd name="connsiteY121" fmla="*/ 933079 h 1899958"/>
                    <a:gd name="connsiteX122" fmla="*/ 1165090 w 1616022"/>
                    <a:gd name="connsiteY122" fmla="*/ 933079 h 1899958"/>
                    <a:gd name="connsiteX123" fmla="*/ 1165090 w 1616022"/>
                    <a:gd name="connsiteY123" fmla="*/ 930490 h 1899958"/>
                    <a:gd name="connsiteX124" fmla="*/ 1162357 w 1616022"/>
                    <a:gd name="connsiteY124" fmla="*/ 930490 h 1899958"/>
                    <a:gd name="connsiteX125" fmla="*/ 1162357 w 1616022"/>
                    <a:gd name="connsiteY125" fmla="*/ 927757 h 1899958"/>
                    <a:gd name="connsiteX126" fmla="*/ 1165090 w 1616022"/>
                    <a:gd name="connsiteY126" fmla="*/ 927757 h 1899958"/>
                    <a:gd name="connsiteX127" fmla="*/ 1167535 w 1616022"/>
                    <a:gd name="connsiteY127" fmla="*/ 930490 h 1899958"/>
                    <a:gd name="connsiteX128" fmla="*/ 1175302 w 1616022"/>
                    <a:gd name="connsiteY128" fmla="*/ 930490 h 1899958"/>
                    <a:gd name="connsiteX129" fmla="*/ 1175302 w 1616022"/>
                    <a:gd name="connsiteY129" fmla="*/ 927757 h 1899958"/>
                    <a:gd name="connsiteX130" fmla="*/ 1172569 w 1616022"/>
                    <a:gd name="connsiteY130" fmla="*/ 927757 h 1899958"/>
                    <a:gd name="connsiteX131" fmla="*/ 1172569 w 1616022"/>
                    <a:gd name="connsiteY131" fmla="*/ 922866 h 1899958"/>
                    <a:gd name="connsiteX132" fmla="*/ 1170124 w 1616022"/>
                    <a:gd name="connsiteY132" fmla="*/ 922866 h 1899958"/>
                    <a:gd name="connsiteX133" fmla="*/ 1170124 w 1616022"/>
                    <a:gd name="connsiteY133" fmla="*/ 920277 h 1899958"/>
                    <a:gd name="connsiteX134" fmla="*/ 1167535 w 1616022"/>
                    <a:gd name="connsiteY134" fmla="*/ 917544 h 1899958"/>
                    <a:gd name="connsiteX135" fmla="*/ 1165090 w 1616022"/>
                    <a:gd name="connsiteY135" fmla="*/ 917544 h 1899958"/>
                    <a:gd name="connsiteX136" fmla="*/ 1162357 w 1616022"/>
                    <a:gd name="connsiteY136" fmla="*/ 915099 h 1899958"/>
                    <a:gd name="connsiteX137" fmla="*/ 1159912 w 1616022"/>
                    <a:gd name="connsiteY137" fmla="*/ 915099 h 1899958"/>
                    <a:gd name="connsiteX138" fmla="*/ 1162357 w 1616022"/>
                    <a:gd name="connsiteY138" fmla="*/ 917544 h 1899958"/>
                    <a:gd name="connsiteX139" fmla="*/ 1162357 w 1616022"/>
                    <a:gd name="connsiteY139" fmla="*/ 920277 h 1899958"/>
                    <a:gd name="connsiteX140" fmla="*/ 1159912 w 1616022"/>
                    <a:gd name="connsiteY140" fmla="*/ 920277 h 1899958"/>
                    <a:gd name="connsiteX141" fmla="*/ 1159912 w 1616022"/>
                    <a:gd name="connsiteY141" fmla="*/ 915099 h 1899958"/>
                    <a:gd name="connsiteX142" fmla="*/ 1157322 w 1616022"/>
                    <a:gd name="connsiteY142" fmla="*/ 915099 h 1899958"/>
                    <a:gd name="connsiteX143" fmla="*/ 1157322 w 1616022"/>
                    <a:gd name="connsiteY143" fmla="*/ 912653 h 1899958"/>
                    <a:gd name="connsiteX144" fmla="*/ 1154877 w 1616022"/>
                    <a:gd name="connsiteY144" fmla="*/ 910064 h 1899958"/>
                    <a:gd name="connsiteX145" fmla="*/ 1150706 w 1616022"/>
                    <a:gd name="connsiteY145" fmla="*/ 910064 h 1899958"/>
                    <a:gd name="connsiteX146" fmla="*/ 1150706 w 1616022"/>
                    <a:gd name="connsiteY146" fmla="*/ 907331 h 1899958"/>
                    <a:gd name="connsiteX147" fmla="*/ 1142938 w 1616022"/>
                    <a:gd name="connsiteY147" fmla="*/ 907331 h 1899958"/>
                    <a:gd name="connsiteX148" fmla="*/ 1142938 w 1616022"/>
                    <a:gd name="connsiteY148" fmla="*/ 905605 h 1899958"/>
                    <a:gd name="connsiteX149" fmla="*/ 1140493 w 1616022"/>
                    <a:gd name="connsiteY149" fmla="*/ 905605 h 1899958"/>
                    <a:gd name="connsiteX150" fmla="*/ 1142938 w 1616022"/>
                    <a:gd name="connsiteY150" fmla="*/ 903160 h 1899958"/>
                    <a:gd name="connsiteX151" fmla="*/ 1137904 w 1616022"/>
                    <a:gd name="connsiteY151" fmla="*/ 903160 h 1899958"/>
                    <a:gd name="connsiteX152" fmla="*/ 1137904 w 1616022"/>
                    <a:gd name="connsiteY152" fmla="*/ 900715 h 1899958"/>
                    <a:gd name="connsiteX153" fmla="*/ 1135459 w 1616022"/>
                    <a:gd name="connsiteY153" fmla="*/ 900715 h 1899958"/>
                    <a:gd name="connsiteX154" fmla="*/ 1135459 w 1616022"/>
                    <a:gd name="connsiteY154" fmla="*/ 895393 h 1899958"/>
                    <a:gd name="connsiteX155" fmla="*/ 1132726 w 1616022"/>
                    <a:gd name="connsiteY155" fmla="*/ 892948 h 1899958"/>
                    <a:gd name="connsiteX156" fmla="*/ 1135459 w 1616022"/>
                    <a:gd name="connsiteY156" fmla="*/ 892948 h 1899958"/>
                    <a:gd name="connsiteX157" fmla="*/ 1135459 w 1616022"/>
                    <a:gd name="connsiteY157" fmla="*/ 890502 h 1899958"/>
                    <a:gd name="connsiteX158" fmla="*/ 1132726 w 1616022"/>
                    <a:gd name="connsiteY158" fmla="*/ 887626 h 1899958"/>
                    <a:gd name="connsiteX159" fmla="*/ 1135459 w 1616022"/>
                    <a:gd name="connsiteY159" fmla="*/ 887626 h 1899958"/>
                    <a:gd name="connsiteX160" fmla="*/ 1135459 w 1616022"/>
                    <a:gd name="connsiteY160" fmla="*/ 885180 h 1899958"/>
                    <a:gd name="connsiteX161" fmla="*/ 1137904 w 1616022"/>
                    <a:gd name="connsiteY161" fmla="*/ 885180 h 1899958"/>
                    <a:gd name="connsiteX162" fmla="*/ 1137904 w 1616022"/>
                    <a:gd name="connsiteY162" fmla="*/ 880290 h 1899958"/>
                    <a:gd name="connsiteX163" fmla="*/ 1142938 w 1616022"/>
                    <a:gd name="connsiteY163" fmla="*/ 880290 h 1899958"/>
                    <a:gd name="connsiteX164" fmla="*/ 1142938 w 1616022"/>
                    <a:gd name="connsiteY164" fmla="*/ 876838 h 1899958"/>
                    <a:gd name="connsiteX165" fmla="*/ 1145671 w 1616022"/>
                    <a:gd name="connsiteY165" fmla="*/ 876838 h 1899958"/>
                    <a:gd name="connsiteX166" fmla="*/ 1145671 w 1616022"/>
                    <a:gd name="connsiteY166" fmla="*/ 874249 h 1899958"/>
                    <a:gd name="connsiteX167" fmla="*/ 1148117 w 1616022"/>
                    <a:gd name="connsiteY167" fmla="*/ 874249 h 1899958"/>
                    <a:gd name="connsiteX168" fmla="*/ 1148117 w 1616022"/>
                    <a:gd name="connsiteY168" fmla="*/ 871803 h 1899958"/>
                    <a:gd name="connsiteX169" fmla="*/ 1155884 w 1616022"/>
                    <a:gd name="connsiteY169" fmla="*/ 871803 h 1899958"/>
                    <a:gd name="connsiteX170" fmla="*/ 1155884 w 1616022"/>
                    <a:gd name="connsiteY170" fmla="*/ 869358 h 1899958"/>
                    <a:gd name="connsiteX171" fmla="*/ 1158329 w 1616022"/>
                    <a:gd name="connsiteY171" fmla="*/ 869358 h 1899958"/>
                    <a:gd name="connsiteX172" fmla="*/ 1158329 w 1616022"/>
                    <a:gd name="connsiteY172" fmla="*/ 866625 h 1899958"/>
                    <a:gd name="connsiteX173" fmla="*/ 1163364 w 1616022"/>
                    <a:gd name="connsiteY173" fmla="*/ 866625 h 1899958"/>
                    <a:gd name="connsiteX174" fmla="*/ 1163364 w 1616022"/>
                    <a:gd name="connsiteY174" fmla="*/ 864036 h 1899958"/>
                    <a:gd name="connsiteX175" fmla="*/ 1168542 w 1616022"/>
                    <a:gd name="connsiteY175" fmla="*/ 864036 h 1899958"/>
                    <a:gd name="connsiteX176" fmla="*/ 1168542 w 1616022"/>
                    <a:gd name="connsiteY176" fmla="*/ 862454 h 1899958"/>
                    <a:gd name="connsiteX177" fmla="*/ 1171131 w 1616022"/>
                    <a:gd name="connsiteY177" fmla="*/ 862454 h 1899958"/>
                    <a:gd name="connsiteX178" fmla="*/ 1171131 w 1616022"/>
                    <a:gd name="connsiteY178" fmla="*/ 860009 h 1899958"/>
                    <a:gd name="connsiteX179" fmla="*/ 1165090 w 1616022"/>
                    <a:gd name="connsiteY179" fmla="*/ 860009 h 1899958"/>
                    <a:gd name="connsiteX180" fmla="*/ 1165090 w 1616022"/>
                    <a:gd name="connsiteY180" fmla="*/ 857420 h 1899958"/>
                    <a:gd name="connsiteX181" fmla="*/ 1159912 w 1616022"/>
                    <a:gd name="connsiteY181" fmla="*/ 857420 h 1899958"/>
                    <a:gd name="connsiteX182" fmla="*/ 1159912 w 1616022"/>
                    <a:gd name="connsiteY182" fmla="*/ 860009 h 1899958"/>
                    <a:gd name="connsiteX183" fmla="*/ 1157322 w 1616022"/>
                    <a:gd name="connsiteY183" fmla="*/ 857420 h 1899958"/>
                    <a:gd name="connsiteX184" fmla="*/ 1152144 w 1616022"/>
                    <a:gd name="connsiteY184" fmla="*/ 857420 h 1899958"/>
                    <a:gd name="connsiteX185" fmla="*/ 1152144 w 1616022"/>
                    <a:gd name="connsiteY185" fmla="*/ 852241 h 1899958"/>
                    <a:gd name="connsiteX186" fmla="*/ 1149699 w 1616022"/>
                    <a:gd name="connsiteY186" fmla="*/ 849796 h 1899958"/>
                    <a:gd name="connsiteX187" fmla="*/ 1147110 w 1616022"/>
                    <a:gd name="connsiteY187" fmla="*/ 849796 h 1899958"/>
                    <a:gd name="connsiteX188" fmla="*/ 1147110 w 1616022"/>
                    <a:gd name="connsiteY188" fmla="*/ 852241 h 1899958"/>
                    <a:gd name="connsiteX189" fmla="*/ 1144664 w 1616022"/>
                    <a:gd name="connsiteY189" fmla="*/ 854687 h 1899958"/>
                    <a:gd name="connsiteX190" fmla="*/ 1144664 w 1616022"/>
                    <a:gd name="connsiteY190" fmla="*/ 857420 h 1899958"/>
                    <a:gd name="connsiteX191" fmla="*/ 1141932 w 1616022"/>
                    <a:gd name="connsiteY191" fmla="*/ 860009 h 1899958"/>
                    <a:gd name="connsiteX192" fmla="*/ 1139486 w 1616022"/>
                    <a:gd name="connsiteY192" fmla="*/ 860009 h 1899958"/>
                    <a:gd name="connsiteX193" fmla="*/ 1139486 w 1616022"/>
                    <a:gd name="connsiteY193" fmla="*/ 862454 h 1899958"/>
                    <a:gd name="connsiteX194" fmla="*/ 1134452 w 1616022"/>
                    <a:gd name="connsiteY194" fmla="*/ 862454 h 1899958"/>
                    <a:gd name="connsiteX195" fmla="*/ 1134452 w 1616022"/>
                    <a:gd name="connsiteY195" fmla="*/ 867488 h 1899958"/>
                    <a:gd name="connsiteX196" fmla="*/ 1131719 w 1616022"/>
                    <a:gd name="connsiteY196" fmla="*/ 867488 h 1899958"/>
                    <a:gd name="connsiteX197" fmla="*/ 1131719 w 1616022"/>
                    <a:gd name="connsiteY197" fmla="*/ 870221 h 1899958"/>
                    <a:gd name="connsiteX198" fmla="*/ 1126685 w 1616022"/>
                    <a:gd name="connsiteY198" fmla="*/ 870221 h 1899958"/>
                    <a:gd name="connsiteX199" fmla="*/ 1126685 w 1616022"/>
                    <a:gd name="connsiteY199" fmla="*/ 872667 h 1899958"/>
                    <a:gd name="connsiteX200" fmla="*/ 1124240 w 1616022"/>
                    <a:gd name="connsiteY200" fmla="*/ 870221 h 1899958"/>
                    <a:gd name="connsiteX201" fmla="*/ 1124240 w 1616022"/>
                    <a:gd name="connsiteY201" fmla="*/ 872667 h 1899958"/>
                    <a:gd name="connsiteX202" fmla="*/ 1121938 w 1616022"/>
                    <a:gd name="connsiteY202" fmla="*/ 872667 h 1899958"/>
                    <a:gd name="connsiteX203" fmla="*/ 1121938 w 1616022"/>
                    <a:gd name="connsiteY203" fmla="*/ 882879 h 1899958"/>
                    <a:gd name="connsiteX204" fmla="*/ 1124671 w 1616022"/>
                    <a:gd name="connsiteY204" fmla="*/ 882879 h 1899958"/>
                    <a:gd name="connsiteX205" fmla="*/ 1124671 w 1616022"/>
                    <a:gd name="connsiteY205" fmla="*/ 887769 h 1899958"/>
                    <a:gd name="connsiteX206" fmla="*/ 1121938 w 1616022"/>
                    <a:gd name="connsiteY206" fmla="*/ 887769 h 1899958"/>
                    <a:gd name="connsiteX207" fmla="*/ 1121938 w 1616022"/>
                    <a:gd name="connsiteY207" fmla="*/ 890646 h 1899958"/>
                    <a:gd name="connsiteX208" fmla="*/ 1127116 w 1616022"/>
                    <a:gd name="connsiteY208" fmla="*/ 893092 h 1899958"/>
                    <a:gd name="connsiteX209" fmla="*/ 1127116 w 1616022"/>
                    <a:gd name="connsiteY209" fmla="*/ 895537 h 1899958"/>
                    <a:gd name="connsiteX210" fmla="*/ 1129705 w 1616022"/>
                    <a:gd name="connsiteY210" fmla="*/ 895537 h 1899958"/>
                    <a:gd name="connsiteX211" fmla="*/ 1129705 w 1616022"/>
                    <a:gd name="connsiteY211" fmla="*/ 900859 h 1899958"/>
                    <a:gd name="connsiteX212" fmla="*/ 1132150 w 1616022"/>
                    <a:gd name="connsiteY212" fmla="*/ 900859 h 1899958"/>
                    <a:gd name="connsiteX213" fmla="*/ 1132150 w 1616022"/>
                    <a:gd name="connsiteY213" fmla="*/ 905605 h 1899958"/>
                    <a:gd name="connsiteX214" fmla="*/ 1134883 w 1616022"/>
                    <a:gd name="connsiteY214" fmla="*/ 905605 h 1899958"/>
                    <a:gd name="connsiteX215" fmla="*/ 1134883 w 1616022"/>
                    <a:gd name="connsiteY215" fmla="*/ 918263 h 1899958"/>
                    <a:gd name="connsiteX216" fmla="*/ 1132150 w 1616022"/>
                    <a:gd name="connsiteY216" fmla="*/ 918263 h 1899958"/>
                    <a:gd name="connsiteX217" fmla="*/ 1134883 w 1616022"/>
                    <a:gd name="connsiteY217" fmla="*/ 920996 h 1899958"/>
                    <a:gd name="connsiteX218" fmla="*/ 1132150 w 1616022"/>
                    <a:gd name="connsiteY218" fmla="*/ 920996 h 1899958"/>
                    <a:gd name="connsiteX219" fmla="*/ 1132150 w 1616022"/>
                    <a:gd name="connsiteY219" fmla="*/ 923585 h 1899958"/>
                    <a:gd name="connsiteX220" fmla="*/ 1134883 w 1616022"/>
                    <a:gd name="connsiteY220" fmla="*/ 923585 h 1899958"/>
                    <a:gd name="connsiteX221" fmla="*/ 1134883 w 1616022"/>
                    <a:gd name="connsiteY221" fmla="*/ 928476 h 1899958"/>
                    <a:gd name="connsiteX222" fmla="*/ 1137329 w 1616022"/>
                    <a:gd name="connsiteY222" fmla="*/ 926031 h 1899958"/>
                    <a:gd name="connsiteX223" fmla="*/ 1137329 w 1616022"/>
                    <a:gd name="connsiteY223" fmla="*/ 931209 h 1899958"/>
                    <a:gd name="connsiteX224" fmla="*/ 1139918 w 1616022"/>
                    <a:gd name="connsiteY224" fmla="*/ 931209 h 1899958"/>
                    <a:gd name="connsiteX225" fmla="*/ 1139918 w 1616022"/>
                    <a:gd name="connsiteY225" fmla="*/ 933798 h 1899958"/>
                    <a:gd name="connsiteX226" fmla="*/ 1142363 w 1616022"/>
                    <a:gd name="connsiteY226" fmla="*/ 933798 h 1899958"/>
                    <a:gd name="connsiteX227" fmla="*/ 1142363 w 1616022"/>
                    <a:gd name="connsiteY227" fmla="*/ 936243 h 1899958"/>
                    <a:gd name="connsiteX228" fmla="*/ 1137329 w 1616022"/>
                    <a:gd name="connsiteY228" fmla="*/ 936243 h 1899958"/>
                    <a:gd name="connsiteX229" fmla="*/ 1137329 w 1616022"/>
                    <a:gd name="connsiteY229" fmla="*/ 946455 h 1899958"/>
                    <a:gd name="connsiteX230" fmla="*/ 1139918 w 1616022"/>
                    <a:gd name="connsiteY230" fmla="*/ 946455 h 1899958"/>
                    <a:gd name="connsiteX231" fmla="*/ 1139918 w 1616022"/>
                    <a:gd name="connsiteY231" fmla="*/ 948757 h 1899958"/>
                    <a:gd name="connsiteX232" fmla="*/ 1142363 w 1616022"/>
                    <a:gd name="connsiteY232" fmla="*/ 948757 h 1899958"/>
                    <a:gd name="connsiteX233" fmla="*/ 1142363 w 1616022"/>
                    <a:gd name="connsiteY233" fmla="*/ 951346 h 1899958"/>
                    <a:gd name="connsiteX234" fmla="*/ 1145096 w 1616022"/>
                    <a:gd name="connsiteY234" fmla="*/ 951346 h 1899958"/>
                    <a:gd name="connsiteX235" fmla="*/ 1142363 w 1616022"/>
                    <a:gd name="connsiteY235" fmla="*/ 954079 h 1899958"/>
                    <a:gd name="connsiteX236" fmla="*/ 1139918 w 1616022"/>
                    <a:gd name="connsiteY236" fmla="*/ 954079 h 1899958"/>
                    <a:gd name="connsiteX237" fmla="*/ 1139918 w 1616022"/>
                    <a:gd name="connsiteY237" fmla="*/ 951346 h 1899958"/>
                    <a:gd name="connsiteX238" fmla="*/ 1137329 w 1616022"/>
                    <a:gd name="connsiteY238" fmla="*/ 954079 h 1899958"/>
                    <a:gd name="connsiteX239" fmla="*/ 1137329 w 1616022"/>
                    <a:gd name="connsiteY239" fmla="*/ 958969 h 1899958"/>
                    <a:gd name="connsiteX240" fmla="*/ 1139918 w 1616022"/>
                    <a:gd name="connsiteY240" fmla="*/ 958969 h 1899958"/>
                    <a:gd name="connsiteX241" fmla="*/ 1137329 w 1616022"/>
                    <a:gd name="connsiteY241" fmla="*/ 961559 h 1899958"/>
                    <a:gd name="connsiteX242" fmla="*/ 1139918 w 1616022"/>
                    <a:gd name="connsiteY242" fmla="*/ 964291 h 1899958"/>
                    <a:gd name="connsiteX243" fmla="*/ 1139918 w 1616022"/>
                    <a:gd name="connsiteY243" fmla="*/ 966737 h 1899958"/>
                    <a:gd name="connsiteX244" fmla="*/ 1142363 w 1616022"/>
                    <a:gd name="connsiteY244" fmla="*/ 966737 h 1899958"/>
                    <a:gd name="connsiteX245" fmla="*/ 1142363 w 1616022"/>
                    <a:gd name="connsiteY245" fmla="*/ 969182 h 1899958"/>
                    <a:gd name="connsiteX246" fmla="*/ 1145096 w 1616022"/>
                    <a:gd name="connsiteY246" fmla="*/ 971771 h 1899958"/>
                    <a:gd name="connsiteX247" fmla="*/ 1147541 w 1616022"/>
                    <a:gd name="connsiteY247" fmla="*/ 971771 h 1899958"/>
                    <a:gd name="connsiteX248" fmla="*/ 1147541 w 1616022"/>
                    <a:gd name="connsiteY248" fmla="*/ 977525 h 1899958"/>
                    <a:gd name="connsiteX249" fmla="*/ 1150706 w 1616022"/>
                    <a:gd name="connsiteY249" fmla="*/ 977525 h 1899958"/>
                    <a:gd name="connsiteX250" fmla="*/ 1150706 w 1616022"/>
                    <a:gd name="connsiteY250" fmla="*/ 987737 h 1899958"/>
                    <a:gd name="connsiteX251" fmla="*/ 1148117 w 1616022"/>
                    <a:gd name="connsiteY251" fmla="*/ 987737 h 1899958"/>
                    <a:gd name="connsiteX252" fmla="*/ 1148117 w 1616022"/>
                    <a:gd name="connsiteY252" fmla="*/ 990182 h 1899958"/>
                    <a:gd name="connsiteX253" fmla="*/ 1145671 w 1616022"/>
                    <a:gd name="connsiteY253" fmla="*/ 987737 h 1899958"/>
                    <a:gd name="connsiteX254" fmla="*/ 1145671 w 1616022"/>
                    <a:gd name="connsiteY254" fmla="*/ 991908 h 1899958"/>
                    <a:gd name="connsiteX255" fmla="*/ 1140493 w 1616022"/>
                    <a:gd name="connsiteY255" fmla="*/ 997230 h 1899958"/>
                    <a:gd name="connsiteX256" fmla="*/ 1140493 w 1616022"/>
                    <a:gd name="connsiteY256" fmla="*/ 999676 h 1899958"/>
                    <a:gd name="connsiteX257" fmla="*/ 1135459 w 1616022"/>
                    <a:gd name="connsiteY257" fmla="*/ 994641 h 1899958"/>
                    <a:gd name="connsiteX258" fmla="*/ 1135459 w 1616022"/>
                    <a:gd name="connsiteY258" fmla="*/ 997230 h 1899958"/>
                    <a:gd name="connsiteX259" fmla="*/ 1132726 w 1616022"/>
                    <a:gd name="connsiteY259" fmla="*/ 997230 h 1899958"/>
                    <a:gd name="connsiteX260" fmla="*/ 1132726 w 1616022"/>
                    <a:gd name="connsiteY260" fmla="*/ 991908 h 1899958"/>
                    <a:gd name="connsiteX261" fmla="*/ 1130281 w 1616022"/>
                    <a:gd name="connsiteY261" fmla="*/ 991908 h 1899958"/>
                    <a:gd name="connsiteX262" fmla="*/ 1130281 w 1616022"/>
                    <a:gd name="connsiteY262" fmla="*/ 989463 h 1899958"/>
                    <a:gd name="connsiteX263" fmla="*/ 1125247 w 1616022"/>
                    <a:gd name="connsiteY263" fmla="*/ 989463 h 1899958"/>
                    <a:gd name="connsiteX264" fmla="*/ 1125247 w 1616022"/>
                    <a:gd name="connsiteY264" fmla="*/ 987018 h 1899958"/>
                    <a:gd name="connsiteX265" fmla="*/ 1115034 w 1616022"/>
                    <a:gd name="connsiteY265" fmla="*/ 987018 h 1899958"/>
                    <a:gd name="connsiteX266" fmla="*/ 1115034 w 1616022"/>
                    <a:gd name="connsiteY266" fmla="*/ 989463 h 1899958"/>
                    <a:gd name="connsiteX267" fmla="*/ 1107267 w 1616022"/>
                    <a:gd name="connsiteY267" fmla="*/ 989463 h 1899958"/>
                    <a:gd name="connsiteX268" fmla="*/ 1107267 w 1616022"/>
                    <a:gd name="connsiteY268" fmla="*/ 991908 h 1899958"/>
                    <a:gd name="connsiteX269" fmla="*/ 1109856 w 1616022"/>
                    <a:gd name="connsiteY269" fmla="*/ 991908 h 1899958"/>
                    <a:gd name="connsiteX270" fmla="*/ 1109856 w 1616022"/>
                    <a:gd name="connsiteY270" fmla="*/ 997230 h 1899958"/>
                    <a:gd name="connsiteX271" fmla="*/ 1107267 w 1616022"/>
                    <a:gd name="connsiteY271" fmla="*/ 997230 h 1899958"/>
                    <a:gd name="connsiteX272" fmla="*/ 1107267 w 1616022"/>
                    <a:gd name="connsiteY272" fmla="*/ 994641 h 1899958"/>
                    <a:gd name="connsiteX273" fmla="*/ 1104821 w 1616022"/>
                    <a:gd name="connsiteY273" fmla="*/ 994641 h 1899958"/>
                    <a:gd name="connsiteX274" fmla="*/ 1104821 w 1616022"/>
                    <a:gd name="connsiteY274" fmla="*/ 991908 h 1899958"/>
                    <a:gd name="connsiteX275" fmla="*/ 1102376 w 1616022"/>
                    <a:gd name="connsiteY275" fmla="*/ 991908 h 1899958"/>
                    <a:gd name="connsiteX276" fmla="*/ 1099643 w 1616022"/>
                    <a:gd name="connsiteY276" fmla="*/ 994641 h 1899958"/>
                    <a:gd name="connsiteX277" fmla="*/ 1099643 w 1616022"/>
                    <a:gd name="connsiteY277" fmla="*/ 997230 h 1899958"/>
                    <a:gd name="connsiteX278" fmla="*/ 1092163 w 1616022"/>
                    <a:gd name="connsiteY278" fmla="*/ 997230 h 1899958"/>
                    <a:gd name="connsiteX279" fmla="*/ 1092163 w 1616022"/>
                    <a:gd name="connsiteY279" fmla="*/ 989463 h 1899958"/>
                    <a:gd name="connsiteX280" fmla="*/ 1089431 w 1616022"/>
                    <a:gd name="connsiteY280" fmla="*/ 989463 h 1899958"/>
                    <a:gd name="connsiteX281" fmla="*/ 1089431 w 1616022"/>
                    <a:gd name="connsiteY281" fmla="*/ 991908 h 1899958"/>
                    <a:gd name="connsiteX282" fmla="*/ 1084397 w 1616022"/>
                    <a:gd name="connsiteY282" fmla="*/ 991908 h 1899958"/>
                    <a:gd name="connsiteX283" fmla="*/ 1084397 w 1616022"/>
                    <a:gd name="connsiteY283" fmla="*/ 987018 h 1899958"/>
                    <a:gd name="connsiteX284" fmla="*/ 1078787 w 1616022"/>
                    <a:gd name="connsiteY284" fmla="*/ 987018 h 1899958"/>
                    <a:gd name="connsiteX285" fmla="*/ 1078787 w 1616022"/>
                    <a:gd name="connsiteY285" fmla="*/ 989463 h 1899958"/>
                    <a:gd name="connsiteX286" fmla="*/ 1081520 w 1616022"/>
                    <a:gd name="connsiteY286" fmla="*/ 991908 h 1899958"/>
                    <a:gd name="connsiteX287" fmla="*/ 1081520 w 1616022"/>
                    <a:gd name="connsiteY287" fmla="*/ 994641 h 1899958"/>
                    <a:gd name="connsiteX288" fmla="*/ 1078787 w 1616022"/>
                    <a:gd name="connsiteY288" fmla="*/ 994641 h 1899958"/>
                    <a:gd name="connsiteX289" fmla="*/ 1078787 w 1616022"/>
                    <a:gd name="connsiteY289" fmla="*/ 991908 h 1899958"/>
                    <a:gd name="connsiteX290" fmla="*/ 1076341 w 1616022"/>
                    <a:gd name="connsiteY290" fmla="*/ 989463 h 1899958"/>
                    <a:gd name="connsiteX291" fmla="*/ 1073752 w 1616022"/>
                    <a:gd name="connsiteY291" fmla="*/ 989463 h 1899958"/>
                    <a:gd name="connsiteX292" fmla="*/ 1073752 w 1616022"/>
                    <a:gd name="connsiteY292" fmla="*/ 987018 h 1899958"/>
                    <a:gd name="connsiteX293" fmla="*/ 1076341 w 1616022"/>
                    <a:gd name="connsiteY293" fmla="*/ 987018 h 1899958"/>
                    <a:gd name="connsiteX294" fmla="*/ 1076341 w 1616022"/>
                    <a:gd name="connsiteY294" fmla="*/ 981696 h 1899958"/>
                    <a:gd name="connsiteX295" fmla="*/ 1073752 w 1616022"/>
                    <a:gd name="connsiteY295" fmla="*/ 981696 h 1899958"/>
                    <a:gd name="connsiteX296" fmla="*/ 1073752 w 1616022"/>
                    <a:gd name="connsiteY296" fmla="*/ 979251 h 1899958"/>
                    <a:gd name="connsiteX297" fmla="*/ 1071307 w 1616022"/>
                    <a:gd name="connsiteY297" fmla="*/ 976806 h 1899958"/>
                    <a:gd name="connsiteX298" fmla="*/ 1071307 w 1616022"/>
                    <a:gd name="connsiteY298" fmla="*/ 979251 h 1899958"/>
                    <a:gd name="connsiteX299" fmla="*/ 1068574 w 1616022"/>
                    <a:gd name="connsiteY299" fmla="*/ 979251 h 1899958"/>
                    <a:gd name="connsiteX300" fmla="*/ 1068574 w 1616022"/>
                    <a:gd name="connsiteY300" fmla="*/ 977525 h 1899958"/>
                    <a:gd name="connsiteX301" fmla="*/ 1063540 w 1616022"/>
                    <a:gd name="connsiteY301" fmla="*/ 977525 h 1899958"/>
                    <a:gd name="connsiteX302" fmla="*/ 1063540 w 1616022"/>
                    <a:gd name="connsiteY302" fmla="*/ 975079 h 1899958"/>
                    <a:gd name="connsiteX303" fmla="*/ 1061094 w 1616022"/>
                    <a:gd name="connsiteY303" fmla="*/ 975079 h 1899958"/>
                    <a:gd name="connsiteX304" fmla="*/ 1061094 w 1616022"/>
                    <a:gd name="connsiteY304" fmla="*/ 969757 h 1899958"/>
                    <a:gd name="connsiteX305" fmla="*/ 1058361 w 1616022"/>
                    <a:gd name="connsiteY305" fmla="*/ 969757 h 1899958"/>
                    <a:gd name="connsiteX306" fmla="*/ 1058361 w 1616022"/>
                    <a:gd name="connsiteY306" fmla="*/ 977525 h 1899958"/>
                    <a:gd name="connsiteX307" fmla="*/ 1055916 w 1616022"/>
                    <a:gd name="connsiteY307" fmla="*/ 979970 h 1899958"/>
                    <a:gd name="connsiteX308" fmla="*/ 1053327 w 1616022"/>
                    <a:gd name="connsiteY308" fmla="*/ 979970 h 1899958"/>
                    <a:gd name="connsiteX309" fmla="*/ 1053327 w 1616022"/>
                    <a:gd name="connsiteY309" fmla="*/ 985148 h 1899958"/>
                    <a:gd name="connsiteX310" fmla="*/ 1050019 w 1616022"/>
                    <a:gd name="connsiteY310" fmla="*/ 985148 h 1899958"/>
                    <a:gd name="connsiteX311" fmla="*/ 1050019 w 1616022"/>
                    <a:gd name="connsiteY311" fmla="*/ 979970 h 1899958"/>
                    <a:gd name="connsiteX312" fmla="*/ 1052464 w 1616022"/>
                    <a:gd name="connsiteY312" fmla="*/ 977525 h 1899958"/>
                    <a:gd name="connsiteX313" fmla="*/ 1050019 w 1616022"/>
                    <a:gd name="connsiteY313" fmla="*/ 977525 h 1899958"/>
                    <a:gd name="connsiteX314" fmla="*/ 1050019 w 1616022"/>
                    <a:gd name="connsiteY314" fmla="*/ 975079 h 1899958"/>
                    <a:gd name="connsiteX315" fmla="*/ 1044841 w 1616022"/>
                    <a:gd name="connsiteY315" fmla="*/ 975079 h 1899958"/>
                    <a:gd name="connsiteX316" fmla="*/ 1044841 w 1616022"/>
                    <a:gd name="connsiteY316" fmla="*/ 977525 h 1899958"/>
                    <a:gd name="connsiteX317" fmla="*/ 1042252 w 1616022"/>
                    <a:gd name="connsiteY317" fmla="*/ 977525 h 1899958"/>
                    <a:gd name="connsiteX318" fmla="*/ 1042252 w 1616022"/>
                    <a:gd name="connsiteY318" fmla="*/ 975079 h 1899958"/>
                    <a:gd name="connsiteX319" fmla="*/ 1037074 w 1616022"/>
                    <a:gd name="connsiteY319" fmla="*/ 975079 h 1899958"/>
                    <a:gd name="connsiteX320" fmla="*/ 1037074 w 1616022"/>
                    <a:gd name="connsiteY320" fmla="*/ 977525 h 1899958"/>
                    <a:gd name="connsiteX321" fmla="*/ 1035635 w 1616022"/>
                    <a:gd name="connsiteY321" fmla="*/ 977525 h 1899958"/>
                    <a:gd name="connsiteX322" fmla="*/ 1035635 w 1616022"/>
                    <a:gd name="connsiteY322" fmla="*/ 982415 h 1899958"/>
                    <a:gd name="connsiteX323" fmla="*/ 1033046 w 1616022"/>
                    <a:gd name="connsiteY323" fmla="*/ 982415 h 1899958"/>
                    <a:gd name="connsiteX324" fmla="*/ 1033046 w 1616022"/>
                    <a:gd name="connsiteY324" fmla="*/ 979970 h 1899958"/>
                    <a:gd name="connsiteX325" fmla="*/ 1030601 w 1616022"/>
                    <a:gd name="connsiteY325" fmla="*/ 979970 h 1899958"/>
                    <a:gd name="connsiteX326" fmla="*/ 1030601 w 1616022"/>
                    <a:gd name="connsiteY326" fmla="*/ 985148 h 1899958"/>
                    <a:gd name="connsiteX327" fmla="*/ 1025423 w 1616022"/>
                    <a:gd name="connsiteY327" fmla="*/ 985148 h 1899958"/>
                    <a:gd name="connsiteX328" fmla="*/ 1022833 w 1616022"/>
                    <a:gd name="connsiteY328" fmla="*/ 982415 h 1899958"/>
                    <a:gd name="connsiteX329" fmla="*/ 1022833 w 1616022"/>
                    <a:gd name="connsiteY329" fmla="*/ 979970 h 1899958"/>
                    <a:gd name="connsiteX330" fmla="*/ 1020388 w 1616022"/>
                    <a:gd name="connsiteY330" fmla="*/ 979970 h 1899958"/>
                    <a:gd name="connsiteX331" fmla="*/ 1020388 w 1616022"/>
                    <a:gd name="connsiteY331" fmla="*/ 975079 h 1899958"/>
                    <a:gd name="connsiteX332" fmla="*/ 1017943 w 1616022"/>
                    <a:gd name="connsiteY332" fmla="*/ 975079 h 1899958"/>
                    <a:gd name="connsiteX333" fmla="*/ 1017943 w 1616022"/>
                    <a:gd name="connsiteY333" fmla="*/ 972347 h 1899958"/>
                    <a:gd name="connsiteX334" fmla="*/ 1010176 w 1616022"/>
                    <a:gd name="connsiteY334" fmla="*/ 972347 h 1899958"/>
                    <a:gd name="connsiteX335" fmla="*/ 1010176 w 1616022"/>
                    <a:gd name="connsiteY335" fmla="*/ 969757 h 1899958"/>
                    <a:gd name="connsiteX336" fmla="*/ 1004998 w 1616022"/>
                    <a:gd name="connsiteY336" fmla="*/ 969757 h 1899958"/>
                    <a:gd name="connsiteX337" fmla="*/ 1004998 w 1616022"/>
                    <a:gd name="connsiteY337" fmla="*/ 964867 h 1899958"/>
                    <a:gd name="connsiteX338" fmla="*/ 1002553 w 1616022"/>
                    <a:gd name="connsiteY338" fmla="*/ 964867 h 1899958"/>
                    <a:gd name="connsiteX339" fmla="*/ 1002553 w 1616022"/>
                    <a:gd name="connsiteY339" fmla="*/ 975079 h 1899958"/>
                    <a:gd name="connsiteX340" fmla="*/ 1004998 w 1616022"/>
                    <a:gd name="connsiteY340" fmla="*/ 975079 h 1899958"/>
                    <a:gd name="connsiteX341" fmla="*/ 1004998 w 1616022"/>
                    <a:gd name="connsiteY341" fmla="*/ 977525 h 1899958"/>
                    <a:gd name="connsiteX342" fmla="*/ 1007730 w 1616022"/>
                    <a:gd name="connsiteY342" fmla="*/ 979970 h 1899958"/>
                    <a:gd name="connsiteX343" fmla="*/ 1007730 w 1616022"/>
                    <a:gd name="connsiteY343" fmla="*/ 985148 h 1899958"/>
                    <a:gd name="connsiteX344" fmla="*/ 1002553 w 1616022"/>
                    <a:gd name="connsiteY344" fmla="*/ 985148 h 1899958"/>
                    <a:gd name="connsiteX345" fmla="*/ 1002553 w 1616022"/>
                    <a:gd name="connsiteY345" fmla="*/ 982415 h 1899958"/>
                    <a:gd name="connsiteX346" fmla="*/ 999963 w 1616022"/>
                    <a:gd name="connsiteY346" fmla="*/ 982415 h 1899958"/>
                    <a:gd name="connsiteX347" fmla="*/ 999963 w 1616022"/>
                    <a:gd name="connsiteY347" fmla="*/ 979970 h 1899958"/>
                    <a:gd name="connsiteX348" fmla="*/ 994785 w 1616022"/>
                    <a:gd name="connsiteY348" fmla="*/ 979970 h 1899958"/>
                    <a:gd name="connsiteX349" fmla="*/ 994785 w 1616022"/>
                    <a:gd name="connsiteY349" fmla="*/ 977525 h 1899958"/>
                    <a:gd name="connsiteX350" fmla="*/ 992484 w 1616022"/>
                    <a:gd name="connsiteY350" fmla="*/ 977525 h 1899958"/>
                    <a:gd name="connsiteX351" fmla="*/ 992484 w 1616022"/>
                    <a:gd name="connsiteY351" fmla="*/ 975079 h 1899958"/>
                    <a:gd name="connsiteX352" fmla="*/ 994929 w 1616022"/>
                    <a:gd name="connsiteY352" fmla="*/ 975079 h 1899958"/>
                    <a:gd name="connsiteX353" fmla="*/ 992484 w 1616022"/>
                    <a:gd name="connsiteY353" fmla="*/ 972347 h 1899958"/>
                    <a:gd name="connsiteX354" fmla="*/ 989895 w 1616022"/>
                    <a:gd name="connsiteY354" fmla="*/ 972347 h 1899958"/>
                    <a:gd name="connsiteX355" fmla="*/ 989895 w 1616022"/>
                    <a:gd name="connsiteY355" fmla="*/ 969757 h 1899958"/>
                    <a:gd name="connsiteX356" fmla="*/ 987449 w 1616022"/>
                    <a:gd name="connsiteY356" fmla="*/ 969757 h 1899958"/>
                    <a:gd name="connsiteX357" fmla="*/ 987449 w 1616022"/>
                    <a:gd name="connsiteY357" fmla="*/ 967312 h 1899958"/>
                    <a:gd name="connsiteX358" fmla="*/ 989895 w 1616022"/>
                    <a:gd name="connsiteY358" fmla="*/ 967312 h 1899958"/>
                    <a:gd name="connsiteX359" fmla="*/ 989895 w 1616022"/>
                    <a:gd name="connsiteY359" fmla="*/ 962134 h 1899958"/>
                    <a:gd name="connsiteX360" fmla="*/ 994929 w 1616022"/>
                    <a:gd name="connsiteY360" fmla="*/ 962134 h 1899958"/>
                    <a:gd name="connsiteX361" fmla="*/ 994929 w 1616022"/>
                    <a:gd name="connsiteY361" fmla="*/ 959545 h 1899958"/>
                    <a:gd name="connsiteX362" fmla="*/ 992484 w 1616022"/>
                    <a:gd name="connsiteY362" fmla="*/ 957099 h 1899958"/>
                    <a:gd name="connsiteX363" fmla="*/ 992484 w 1616022"/>
                    <a:gd name="connsiteY363" fmla="*/ 954654 h 1899958"/>
                    <a:gd name="connsiteX364" fmla="*/ 989895 w 1616022"/>
                    <a:gd name="connsiteY364" fmla="*/ 954654 h 1899958"/>
                    <a:gd name="connsiteX365" fmla="*/ 989895 w 1616022"/>
                    <a:gd name="connsiteY365" fmla="*/ 951921 h 1899958"/>
                    <a:gd name="connsiteX366" fmla="*/ 992484 w 1616022"/>
                    <a:gd name="connsiteY366" fmla="*/ 951921 h 1899958"/>
                    <a:gd name="connsiteX367" fmla="*/ 992484 w 1616022"/>
                    <a:gd name="connsiteY367" fmla="*/ 948757 h 1899958"/>
                    <a:gd name="connsiteX368" fmla="*/ 989895 w 1616022"/>
                    <a:gd name="connsiteY368" fmla="*/ 948757 h 1899958"/>
                    <a:gd name="connsiteX369" fmla="*/ 989895 w 1616022"/>
                    <a:gd name="connsiteY369" fmla="*/ 946311 h 1899958"/>
                    <a:gd name="connsiteX370" fmla="*/ 987449 w 1616022"/>
                    <a:gd name="connsiteY370" fmla="*/ 946311 h 1899958"/>
                    <a:gd name="connsiteX371" fmla="*/ 987449 w 1616022"/>
                    <a:gd name="connsiteY371" fmla="*/ 941277 h 1899958"/>
                    <a:gd name="connsiteX372" fmla="*/ 984716 w 1616022"/>
                    <a:gd name="connsiteY372" fmla="*/ 941277 h 1899958"/>
                    <a:gd name="connsiteX373" fmla="*/ 984716 w 1616022"/>
                    <a:gd name="connsiteY373" fmla="*/ 938545 h 1899958"/>
                    <a:gd name="connsiteX374" fmla="*/ 982271 w 1616022"/>
                    <a:gd name="connsiteY374" fmla="*/ 938545 h 1899958"/>
                    <a:gd name="connsiteX375" fmla="*/ 982271 w 1616022"/>
                    <a:gd name="connsiteY375" fmla="*/ 931065 h 1899958"/>
                    <a:gd name="connsiteX376" fmla="*/ 984716 w 1616022"/>
                    <a:gd name="connsiteY376" fmla="*/ 931065 h 1899958"/>
                    <a:gd name="connsiteX377" fmla="*/ 987449 w 1616022"/>
                    <a:gd name="connsiteY377" fmla="*/ 933654 h 1899958"/>
                    <a:gd name="connsiteX378" fmla="*/ 987449 w 1616022"/>
                    <a:gd name="connsiteY378" fmla="*/ 936099 h 1899958"/>
                    <a:gd name="connsiteX379" fmla="*/ 992484 w 1616022"/>
                    <a:gd name="connsiteY379" fmla="*/ 936099 h 1899958"/>
                    <a:gd name="connsiteX380" fmla="*/ 989895 w 1616022"/>
                    <a:gd name="connsiteY380" fmla="*/ 933654 h 1899958"/>
                    <a:gd name="connsiteX381" fmla="*/ 989895 w 1616022"/>
                    <a:gd name="connsiteY381" fmla="*/ 931065 h 1899958"/>
                    <a:gd name="connsiteX382" fmla="*/ 987449 w 1616022"/>
                    <a:gd name="connsiteY382" fmla="*/ 931065 h 1899958"/>
                    <a:gd name="connsiteX383" fmla="*/ 987449 w 1616022"/>
                    <a:gd name="connsiteY383" fmla="*/ 928332 h 1899958"/>
                    <a:gd name="connsiteX384" fmla="*/ 984716 w 1616022"/>
                    <a:gd name="connsiteY384" fmla="*/ 928332 h 1899958"/>
                    <a:gd name="connsiteX385" fmla="*/ 984716 w 1616022"/>
                    <a:gd name="connsiteY385" fmla="*/ 923441 h 1899958"/>
                    <a:gd name="connsiteX386" fmla="*/ 982271 w 1616022"/>
                    <a:gd name="connsiteY386" fmla="*/ 923441 h 1899958"/>
                    <a:gd name="connsiteX387" fmla="*/ 982271 w 1616022"/>
                    <a:gd name="connsiteY387" fmla="*/ 918119 h 1899958"/>
                    <a:gd name="connsiteX388" fmla="*/ 977237 w 1616022"/>
                    <a:gd name="connsiteY388" fmla="*/ 918119 h 1899958"/>
                    <a:gd name="connsiteX389" fmla="*/ 977237 w 1616022"/>
                    <a:gd name="connsiteY389" fmla="*/ 913229 h 1899958"/>
                    <a:gd name="connsiteX390" fmla="*/ 974504 w 1616022"/>
                    <a:gd name="connsiteY390" fmla="*/ 913229 h 1899958"/>
                    <a:gd name="connsiteX391" fmla="*/ 974504 w 1616022"/>
                    <a:gd name="connsiteY391" fmla="*/ 910640 h 1899958"/>
                    <a:gd name="connsiteX392" fmla="*/ 982271 w 1616022"/>
                    <a:gd name="connsiteY392" fmla="*/ 910640 h 1899958"/>
                    <a:gd name="connsiteX393" fmla="*/ 982271 w 1616022"/>
                    <a:gd name="connsiteY393" fmla="*/ 905605 h 1899958"/>
                    <a:gd name="connsiteX394" fmla="*/ 979682 w 1616022"/>
                    <a:gd name="connsiteY394" fmla="*/ 903160 h 1899958"/>
                    <a:gd name="connsiteX395" fmla="*/ 977237 w 1616022"/>
                    <a:gd name="connsiteY395" fmla="*/ 903160 h 1899958"/>
                    <a:gd name="connsiteX396" fmla="*/ 977237 w 1616022"/>
                    <a:gd name="connsiteY396" fmla="*/ 900715 h 1899958"/>
                    <a:gd name="connsiteX397" fmla="*/ 974504 w 1616022"/>
                    <a:gd name="connsiteY397" fmla="*/ 900715 h 1899958"/>
                    <a:gd name="connsiteX398" fmla="*/ 974504 w 1616022"/>
                    <a:gd name="connsiteY398" fmla="*/ 897838 h 1899958"/>
                    <a:gd name="connsiteX399" fmla="*/ 972058 w 1616022"/>
                    <a:gd name="connsiteY399" fmla="*/ 895393 h 1899958"/>
                    <a:gd name="connsiteX400" fmla="*/ 969469 w 1616022"/>
                    <a:gd name="connsiteY400" fmla="*/ 892948 h 1899958"/>
                    <a:gd name="connsiteX401" fmla="*/ 969469 w 1616022"/>
                    <a:gd name="connsiteY401" fmla="*/ 895393 h 1899958"/>
                    <a:gd name="connsiteX402" fmla="*/ 967024 w 1616022"/>
                    <a:gd name="connsiteY402" fmla="*/ 892948 h 1899958"/>
                    <a:gd name="connsiteX403" fmla="*/ 963716 w 1616022"/>
                    <a:gd name="connsiteY403" fmla="*/ 892948 h 1899958"/>
                    <a:gd name="connsiteX404" fmla="*/ 963716 w 1616022"/>
                    <a:gd name="connsiteY404" fmla="*/ 903160 h 1899958"/>
                    <a:gd name="connsiteX405" fmla="*/ 961271 w 1616022"/>
                    <a:gd name="connsiteY405" fmla="*/ 903160 h 1899958"/>
                    <a:gd name="connsiteX406" fmla="*/ 961271 w 1616022"/>
                    <a:gd name="connsiteY406" fmla="*/ 908051 h 1899958"/>
                    <a:gd name="connsiteX407" fmla="*/ 958682 w 1616022"/>
                    <a:gd name="connsiteY407" fmla="*/ 908051 h 1899958"/>
                    <a:gd name="connsiteX408" fmla="*/ 958682 w 1616022"/>
                    <a:gd name="connsiteY408" fmla="*/ 905605 h 1899958"/>
                    <a:gd name="connsiteX409" fmla="*/ 956237 w 1616022"/>
                    <a:gd name="connsiteY409" fmla="*/ 905605 h 1899958"/>
                    <a:gd name="connsiteX410" fmla="*/ 956237 w 1616022"/>
                    <a:gd name="connsiteY410" fmla="*/ 915818 h 1899958"/>
                    <a:gd name="connsiteX411" fmla="*/ 958682 w 1616022"/>
                    <a:gd name="connsiteY411" fmla="*/ 915818 h 1899958"/>
                    <a:gd name="connsiteX412" fmla="*/ 958682 w 1616022"/>
                    <a:gd name="connsiteY412" fmla="*/ 923585 h 1899958"/>
                    <a:gd name="connsiteX413" fmla="*/ 961271 w 1616022"/>
                    <a:gd name="connsiteY413" fmla="*/ 923585 h 1899958"/>
                    <a:gd name="connsiteX414" fmla="*/ 961271 w 1616022"/>
                    <a:gd name="connsiteY414" fmla="*/ 926031 h 1899958"/>
                    <a:gd name="connsiteX415" fmla="*/ 958682 w 1616022"/>
                    <a:gd name="connsiteY415" fmla="*/ 926031 h 1899958"/>
                    <a:gd name="connsiteX416" fmla="*/ 958682 w 1616022"/>
                    <a:gd name="connsiteY416" fmla="*/ 928476 h 1899958"/>
                    <a:gd name="connsiteX417" fmla="*/ 953791 w 1616022"/>
                    <a:gd name="connsiteY417" fmla="*/ 928476 h 1899958"/>
                    <a:gd name="connsiteX418" fmla="*/ 956237 w 1616022"/>
                    <a:gd name="connsiteY418" fmla="*/ 931209 h 1899958"/>
                    <a:gd name="connsiteX419" fmla="*/ 956237 w 1616022"/>
                    <a:gd name="connsiteY419" fmla="*/ 933798 h 1899958"/>
                    <a:gd name="connsiteX420" fmla="*/ 958682 w 1616022"/>
                    <a:gd name="connsiteY420" fmla="*/ 936243 h 1899958"/>
                    <a:gd name="connsiteX421" fmla="*/ 956237 w 1616022"/>
                    <a:gd name="connsiteY421" fmla="*/ 936243 h 1899958"/>
                    <a:gd name="connsiteX422" fmla="*/ 956237 w 1616022"/>
                    <a:gd name="connsiteY422" fmla="*/ 938688 h 1899958"/>
                    <a:gd name="connsiteX423" fmla="*/ 953791 w 1616022"/>
                    <a:gd name="connsiteY423" fmla="*/ 936243 h 1899958"/>
                    <a:gd name="connsiteX424" fmla="*/ 948469 w 1616022"/>
                    <a:gd name="connsiteY424" fmla="*/ 936243 h 1899958"/>
                    <a:gd name="connsiteX425" fmla="*/ 948469 w 1616022"/>
                    <a:gd name="connsiteY425" fmla="*/ 938688 h 1899958"/>
                    <a:gd name="connsiteX426" fmla="*/ 951058 w 1616022"/>
                    <a:gd name="connsiteY426" fmla="*/ 938688 h 1899958"/>
                    <a:gd name="connsiteX427" fmla="*/ 951058 w 1616022"/>
                    <a:gd name="connsiteY427" fmla="*/ 941421 h 1899958"/>
                    <a:gd name="connsiteX428" fmla="*/ 948469 w 1616022"/>
                    <a:gd name="connsiteY428" fmla="*/ 941421 h 1899958"/>
                    <a:gd name="connsiteX429" fmla="*/ 948469 w 1616022"/>
                    <a:gd name="connsiteY429" fmla="*/ 938688 h 1899958"/>
                    <a:gd name="connsiteX430" fmla="*/ 946024 w 1616022"/>
                    <a:gd name="connsiteY430" fmla="*/ 938688 h 1899958"/>
                    <a:gd name="connsiteX431" fmla="*/ 946024 w 1616022"/>
                    <a:gd name="connsiteY431" fmla="*/ 936243 h 1899958"/>
                    <a:gd name="connsiteX432" fmla="*/ 943579 w 1616022"/>
                    <a:gd name="connsiteY432" fmla="*/ 936243 h 1899958"/>
                    <a:gd name="connsiteX433" fmla="*/ 943579 w 1616022"/>
                    <a:gd name="connsiteY433" fmla="*/ 933798 h 1899958"/>
                    <a:gd name="connsiteX434" fmla="*/ 940846 w 1616022"/>
                    <a:gd name="connsiteY434" fmla="*/ 936243 h 1899958"/>
                    <a:gd name="connsiteX435" fmla="*/ 935811 w 1616022"/>
                    <a:gd name="connsiteY435" fmla="*/ 936243 h 1899958"/>
                    <a:gd name="connsiteX436" fmla="*/ 935811 w 1616022"/>
                    <a:gd name="connsiteY436" fmla="*/ 931209 h 1899958"/>
                    <a:gd name="connsiteX437" fmla="*/ 933366 w 1616022"/>
                    <a:gd name="connsiteY437" fmla="*/ 931209 h 1899958"/>
                    <a:gd name="connsiteX438" fmla="*/ 933366 w 1616022"/>
                    <a:gd name="connsiteY438" fmla="*/ 926031 h 1899958"/>
                    <a:gd name="connsiteX439" fmla="*/ 930633 w 1616022"/>
                    <a:gd name="connsiteY439" fmla="*/ 923585 h 1899958"/>
                    <a:gd name="connsiteX440" fmla="*/ 930633 w 1616022"/>
                    <a:gd name="connsiteY440" fmla="*/ 926031 h 1899958"/>
                    <a:gd name="connsiteX441" fmla="*/ 928188 w 1616022"/>
                    <a:gd name="connsiteY441" fmla="*/ 926031 h 1899958"/>
                    <a:gd name="connsiteX442" fmla="*/ 928188 w 1616022"/>
                    <a:gd name="connsiteY442" fmla="*/ 933798 h 1899958"/>
                    <a:gd name="connsiteX443" fmla="*/ 925599 w 1616022"/>
                    <a:gd name="connsiteY443" fmla="*/ 933798 h 1899958"/>
                    <a:gd name="connsiteX444" fmla="*/ 925599 w 1616022"/>
                    <a:gd name="connsiteY444" fmla="*/ 931209 h 1899958"/>
                    <a:gd name="connsiteX445" fmla="*/ 920565 w 1616022"/>
                    <a:gd name="connsiteY445" fmla="*/ 931209 h 1899958"/>
                    <a:gd name="connsiteX446" fmla="*/ 920565 w 1616022"/>
                    <a:gd name="connsiteY446" fmla="*/ 928476 h 1899958"/>
                    <a:gd name="connsiteX447" fmla="*/ 913085 w 1616022"/>
                    <a:gd name="connsiteY447" fmla="*/ 928476 h 1899958"/>
                    <a:gd name="connsiteX448" fmla="*/ 913085 w 1616022"/>
                    <a:gd name="connsiteY448" fmla="*/ 920996 h 1899958"/>
                    <a:gd name="connsiteX449" fmla="*/ 915530 w 1616022"/>
                    <a:gd name="connsiteY449" fmla="*/ 920996 h 1899958"/>
                    <a:gd name="connsiteX450" fmla="*/ 915530 w 1616022"/>
                    <a:gd name="connsiteY450" fmla="*/ 918263 h 1899958"/>
                    <a:gd name="connsiteX451" fmla="*/ 910352 w 1616022"/>
                    <a:gd name="connsiteY451" fmla="*/ 918263 h 1899958"/>
                    <a:gd name="connsiteX452" fmla="*/ 910352 w 1616022"/>
                    <a:gd name="connsiteY452" fmla="*/ 915818 h 1899958"/>
                    <a:gd name="connsiteX453" fmla="*/ 907907 w 1616022"/>
                    <a:gd name="connsiteY453" fmla="*/ 915818 h 1899958"/>
                    <a:gd name="connsiteX454" fmla="*/ 907907 w 1616022"/>
                    <a:gd name="connsiteY454" fmla="*/ 913373 h 1899958"/>
                    <a:gd name="connsiteX455" fmla="*/ 905318 w 1616022"/>
                    <a:gd name="connsiteY455" fmla="*/ 913373 h 1899958"/>
                    <a:gd name="connsiteX456" fmla="*/ 905318 w 1616022"/>
                    <a:gd name="connsiteY456" fmla="*/ 910783 h 1899958"/>
                    <a:gd name="connsiteX457" fmla="*/ 902872 w 1616022"/>
                    <a:gd name="connsiteY457" fmla="*/ 908051 h 1899958"/>
                    <a:gd name="connsiteX458" fmla="*/ 902872 w 1616022"/>
                    <a:gd name="connsiteY458" fmla="*/ 905605 h 1899958"/>
                    <a:gd name="connsiteX459" fmla="*/ 907907 w 1616022"/>
                    <a:gd name="connsiteY459" fmla="*/ 905605 h 1899958"/>
                    <a:gd name="connsiteX460" fmla="*/ 907907 w 1616022"/>
                    <a:gd name="connsiteY460" fmla="*/ 897838 h 1899958"/>
                    <a:gd name="connsiteX461" fmla="*/ 910352 w 1616022"/>
                    <a:gd name="connsiteY461" fmla="*/ 897838 h 1899958"/>
                    <a:gd name="connsiteX462" fmla="*/ 910352 w 1616022"/>
                    <a:gd name="connsiteY462" fmla="*/ 900715 h 1899958"/>
                    <a:gd name="connsiteX463" fmla="*/ 913085 w 1616022"/>
                    <a:gd name="connsiteY463" fmla="*/ 900715 h 1899958"/>
                    <a:gd name="connsiteX464" fmla="*/ 915530 w 1616022"/>
                    <a:gd name="connsiteY464" fmla="*/ 897838 h 1899958"/>
                    <a:gd name="connsiteX465" fmla="*/ 918119 w 1616022"/>
                    <a:gd name="connsiteY465" fmla="*/ 897838 h 1899958"/>
                    <a:gd name="connsiteX466" fmla="*/ 918119 w 1616022"/>
                    <a:gd name="connsiteY466" fmla="*/ 900715 h 1899958"/>
                    <a:gd name="connsiteX467" fmla="*/ 920565 w 1616022"/>
                    <a:gd name="connsiteY467" fmla="*/ 900715 h 1899958"/>
                    <a:gd name="connsiteX468" fmla="*/ 920565 w 1616022"/>
                    <a:gd name="connsiteY468" fmla="*/ 897838 h 1899958"/>
                    <a:gd name="connsiteX469" fmla="*/ 923298 w 1616022"/>
                    <a:gd name="connsiteY469" fmla="*/ 897838 h 1899958"/>
                    <a:gd name="connsiteX470" fmla="*/ 923298 w 1616022"/>
                    <a:gd name="connsiteY470" fmla="*/ 903160 h 1899958"/>
                    <a:gd name="connsiteX471" fmla="*/ 928332 w 1616022"/>
                    <a:gd name="connsiteY471" fmla="*/ 903160 h 1899958"/>
                    <a:gd name="connsiteX472" fmla="*/ 928332 w 1616022"/>
                    <a:gd name="connsiteY472" fmla="*/ 895393 h 1899958"/>
                    <a:gd name="connsiteX473" fmla="*/ 925743 w 1616022"/>
                    <a:gd name="connsiteY473" fmla="*/ 895393 h 1899958"/>
                    <a:gd name="connsiteX474" fmla="*/ 925743 w 1616022"/>
                    <a:gd name="connsiteY474" fmla="*/ 890502 h 1899958"/>
                    <a:gd name="connsiteX475" fmla="*/ 928332 w 1616022"/>
                    <a:gd name="connsiteY475" fmla="*/ 890502 h 1899958"/>
                    <a:gd name="connsiteX476" fmla="*/ 928332 w 1616022"/>
                    <a:gd name="connsiteY476" fmla="*/ 887626 h 1899958"/>
                    <a:gd name="connsiteX477" fmla="*/ 925743 w 1616022"/>
                    <a:gd name="connsiteY477" fmla="*/ 887626 h 1899958"/>
                    <a:gd name="connsiteX478" fmla="*/ 925743 w 1616022"/>
                    <a:gd name="connsiteY478" fmla="*/ 885180 h 1899958"/>
                    <a:gd name="connsiteX479" fmla="*/ 923298 w 1616022"/>
                    <a:gd name="connsiteY479" fmla="*/ 882735 h 1899958"/>
                    <a:gd name="connsiteX480" fmla="*/ 923298 w 1616022"/>
                    <a:gd name="connsiteY480" fmla="*/ 876838 h 1899958"/>
                    <a:gd name="connsiteX481" fmla="*/ 918119 w 1616022"/>
                    <a:gd name="connsiteY481" fmla="*/ 876838 h 1899958"/>
                    <a:gd name="connsiteX482" fmla="*/ 918119 w 1616022"/>
                    <a:gd name="connsiteY482" fmla="*/ 871803 h 1899958"/>
                    <a:gd name="connsiteX483" fmla="*/ 920565 w 1616022"/>
                    <a:gd name="connsiteY483" fmla="*/ 871803 h 1899958"/>
                    <a:gd name="connsiteX484" fmla="*/ 920565 w 1616022"/>
                    <a:gd name="connsiteY484" fmla="*/ 866625 h 1899958"/>
                    <a:gd name="connsiteX485" fmla="*/ 923298 w 1616022"/>
                    <a:gd name="connsiteY485" fmla="*/ 866625 h 1899958"/>
                    <a:gd name="connsiteX486" fmla="*/ 923298 w 1616022"/>
                    <a:gd name="connsiteY486" fmla="*/ 864036 h 1899958"/>
                    <a:gd name="connsiteX487" fmla="*/ 920565 w 1616022"/>
                    <a:gd name="connsiteY487" fmla="*/ 864036 h 1899958"/>
                    <a:gd name="connsiteX488" fmla="*/ 920565 w 1616022"/>
                    <a:gd name="connsiteY488" fmla="*/ 859146 h 1899958"/>
                    <a:gd name="connsiteX489" fmla="*/ 915530 w 1616022"/>
                    <a:gd name="connsiteY489" fmla="*/ 859146 h 1899958"/>
                    <a:gd name="connsiteX490" fmla="*/ 915530 w 1616022"/>
                    <a:gd name="connsiteY490" fmla="*/ 856557 h 1899958"/>
                    <a:gd name="connsiteX491" fmla="*/ 910352 w 1616022"/>
                    <a:gd name="connsiteY491" fmla="*/ 856557 h 1899958"/>
                    <a:gd name="connsiteX492" fmla="*/ 907907 w 1616022"/>
                    <a:gd name="connsiteY492" fmla="*/ 853824 h 1899958"/>
                    <a:gd name="connsiteX493" fmla="*/ 907907 w 1616022"/>
                    <a:gd name="connsiteY493" fmla="*/ 856557 h 1899958"/>
                    <a:gd name="connsiteX494" fmla="*/ 900139 w 1616022"/>
                    <a:gd name="connsiteY494" fmla="*/ 856557 h 1899958"/>
                    <a:gd name="connsiteX495" fmla="*/ 900139 w 1616022"/>
                    <a:gd name="connsiteY495" fmla="*/ 859146 h 1899958"/>
                    <a:gd name="connsiteX496" fmla="*/ 897694 w 1616022"/>
                    <a:gd name="connsiteY496" fmla="*/ 859146 h 1899958"/>
                    <a:gd name="connsiteX497" fmla="*/ 897694 w 1616022"/>
                    <a:gd name="connsiteY497" fmla="*/ 856557 h 1899958"/>
                    <a:gd name="connsiteX498" fmla="*/ 895105 w 1616022"/>
                    <a:gd name="connsiteY498" fmla="*/ 856557 h 1899958"/>
                    <a:gd name="connsiteX499" fmla="*/ 895105 w 1616022"/>
                    <a:gd name="connsiteY499" fmla="*/ 859146 h 1899958"/>
                    <a:gd name="connsiteX500" fmla="*/ 892660 w 1616022"/>
                    <a:gd name="connsiteY500" fmla="*/ 859146 h 1899958"/>
                    <a:gd name="connsiteX501" fmla="*/ 892660 w 1616022"/>
                    <a:gd name="connsiteY501" fmla="*/ 856557 h 1899958"/>
                    <a:gd name="connsiteX502" fmla="*/ 889927 w 1616022"/>
                    <a:gd name="connsiteY502" fmla="*/ 853824 h 1899958"/>
                    <a:gd name="connsiteX503" fmla="*/ 884893 w 1616022"/>
                    <a:gd name="connsiteY503" fmla="*/ 853824 h 1899958"/>
                    <a:gd name="connsiteX504" fmla="*/ 884893 w 1616022"/>
                    <a:gd name="connsiteY504" fmla="*/ 851378 h 1899958"/>
                    <a:gd name="connsiteX505" fmla="*/ 882448 w 1616022"/>
                    <a:gd name="connsiteY505" fmla="*/ 848933 h 1899958"/>
                    <a:gd name="connsiteX506" fmla="*/ 882448 w 1616022"/>
                    <a:gd name="connsiteY506" fmla="*/ 846344 h 1899958"/>
                    <a:gd name="connsiteX507" fmla="*/ 880002 w 1616022"/>
                    <a:gd name="connsiteY507" fmla="*/ 846344 h 1899958"/>
                    <a:gd name="connsiteX508" fmla="*/ 880002 w 1616022"/>
                    <a:gd name="connsiteY508" fmla="*/ 841166 h 1899958"/>
                    <a:gd name="connsiteX509" fmla="*/ 877269 w 1616022"/>
                    <a:gd name="connsiteY509" fmla="*/ 843611 h 1899958"/>
                    <a:gd name="connsiteX510" fmla="*/ 877269 w 1616022"/>
                    <a:gd name="connsiteY510" fmla="*/ 846344 h 1899958"/>
                    <a:gd name="connsiteX511" fmla="*/ 874680 w 1616022"/>
                    <a:gd name="connsiteY511" fmla="*/ 843611 h 1899958"/>
                    <a:gd name="connsiteX512" fmla="*/ 872235 w 1616022"/>
                    <a:gd name="connsiteY512" fmla="*/ 843611 h 1899958"/>
                    <a:gd name="connsiteX513" fmla="*/ 872235 w 1616022"/>
                    <a:gd name="connsiteY513" fmla="*/ 841166 h 1899958"/>
                    <a:gd name="connsiteX514" fmla="*/ 869790 w 1616022"/>
                    <a:gd name="connsiteY514" fmla="*/ 841166 h 1899958"/>
                    <a:gd name="connsiteX515" fmla="*/ 867057 w 1616022"/>
                    <a:gd name="connsiteY515" fmla="*/ 843611 h 1899958"/>
                    <a:gd name="connsiteX516" fmla="*/ 867057 w 1616022"/>
                    <a:gd name="connsiteY516" fmla="*/ 841166 h 1899958"/>
                    <a:gd name="connsiteX517" fmla="*/ 869790 w 1616022"/>
                    <a:gd name="connsiteY517" fmla="*/ 841166 h 1899958"/>
                    <a:gd name="connsiteX518" fmla="*/ 869790 w 1616022"/>
                    <a:gd name="connsiteY518" fmla="*/ 833686 h 1899958"/>
                    <a:gd name="connsiteX519" fmla="*/ 867057 w 1616022"/>
                    <a:gd name="connsiteY519" fmla="*/ 833686 h 1899958"/>
                    <a:gd name="connsiteX520" fmla="*/ 867057 w 1616022"/>
                    <a:gd name="connsiteY520" fmla="*/ 831241 h 1899958"/>
                    <a:gd name="connsiteX521" fmla="*/ 862022 w 1616022"/>
                    <a:gd name="connsiteY521" fmla="*/ 831241 h 1899958"/>
                    <a:gd name="connsiteX522" fmla="*/ 862022 w 1616022"/>
                    <a:gd name="connsiteY522" fmla="*/ 826207 h 1899958"/>
                    <a:gd name="connsiteX523" fmla="*/ 856844 w 1616022"/>
                    <a:gd name="connsiteY523" fmla="*/ 826207 h 1899958"/>
                    <a:gd name="connsiteX524" fmla="*/ 856844 w 1616022"/>
                    <a:gd name="connsiteY524" fmla="*/ 823474 h 1899958"/>
                    <a:gd name="connsiteX525" fmla="*/ 854255 w 1616022"/>
                    <a:gd name="connsiteY525" fmla="*/ 823474 h 1899958"/>
                    <a:gd name="connsiteX526" fmla="*/ 854255 w 1616022"/>
                    <a:gd name="connsiteY526" fmla="*/ 821029 h 1899958"/>
                    <a:gd name="connsiteX527" fmla="*/ 851810 w 1616022"/>
                    <a:gd name="connsiteY527" fmla="*/ 821029 h 1899958"/>
                    <a:gd name="connsiteX528" fmla="*/ 851810 w 1616022"/>
                    <a:gd name="connsiteY528" fmla="*/ 823474 h 1899958"/>
                    <a:gd name="connsiteX529" fmla="*/ 849364 w 1616022"/>
                    <a:gd name="connsiteY529" fmla="*/ 821029 h 1899958"/>
                    <a:gd name="connsiteX530" fmla="*/ 844187 w 1616022"/>
                    <a:gd name="connsiteY530" fmla="*/ 821029 h 1899958"/>
                    <a:gd name="connsiteX531" fmla="*/ 844187 w 1616022"/>
                    <a:gd name="connsiteY531" fmla="*/ 813261 h 1899958"/>
                    <a:gd name="connsiteX532" fmla="*/ 846632 w 1616022"/>
                    <a:gd name="connsiteY532" fmla="*/ 813261 h 1899958"/>
                    <a:gd name="connsiteX533" fmla="*/ 846632 w 1616022"/>
                    <a:gd name="connsiteY533" fmla="*/ 810816 h 1899958"/>
                    <a:gd name="connsiteX534" fmla="*/ 841598 w 1616022"/>
                    <a:gd name="connsiteY534" fmla="*/ 810816 h 1899958"/>
                    <a:gd name="connsiteX535" fmla="*/ 841598 w 1616022"/>
                    <a:gd name="connsiteY535" fmla="*/ 805926 h 1899958"/>
                    <a:gd name="connsiteX536" fmla="*/ 846632 w 1616022"/>
                    <a:gd name="connsiteY536" fmla="*/ 805926 h 1899958"/>
                    <a:gd name="connsiteX537" fmla="*/ 846632 w 1616022"/>
                    <a:gd name="connsiteY537" fmla="*/ 803193 h 1899958"/>
                    <a:gd name="connsiteX538" fmla="*/ 848645 w 1616022"/>
                    <a:gd name="connsiteY538" fmla="*/ 803193 h 1899958"/>
                    <a:gd name="connsiteX539" fmla="*/ 848645 w 1616022"/>
                    <a:gd name="connsiteY539" fmla="*/ 795713 h 1899958"/>
                    <a:gd name="connsiteX540" fmla="*/ 845912 w 1616022"/>
                    <a:gd name="connsiteY540" fmla="*/ 795713 h 1899958"/>
                    <a:gd name="connsiteX541" fmla="*/ 845912 w 1616022"/>
                    <a:gd name="connsiteY541" fmla="*/ 792980 h 1899958"/>
                    <a:gd name="connsiteX542" fmla="*/ 843467 w 1616022"/>
                    <a:gd name="connsiteY542" fmla="*/ 792980 h 1899958"/>
                    <a:gd name="connsiteX543" fmla="*/ 843467 w 1616022"/>
                    <a:gd name="connsiteY543" fmla="*/ 785500 h 1899958"/>
                    <a:gd name="connsiteX544" fmla="*/ 835700 w 1616022"/>
                    <a:gd name="connsiteY544" fmla="*/ 785500 h 1899958"/>
                    <a:gd name="connsiteX545" fmla="*/ 835700 w 1616022"/>
                    <a:gd name="connsiteY545" fmla="*/ 777733 h 1899958"/>
                    <a:gd name="connsiteX546" fmla="*/ 830666 w 1616022"/>
                    <a:gd name="connsiteY546" fmla="*/ 777733 h 1899958"/>
                    <a:gd name="connsiteX547" fmla="*/ 830666 w 1616022"/>
                    <a:gd name="connsiteY547" fmla="*/ 776151 h 1899958"/>
                    <a:gd name="connsiteX548" fmla="*/ 834262 w 1616022"/>
                    <a:gd name="connsiteY548" fmla="*/ 776151 h 1899958"/>
                    <a:gd name="connsiteX549" fmla="*/ 834262 w 1616022"/>
                    <a:gd name="connsiteY549" fmla="*/ 773562 h 1899958"/>
                    <a:gd name="connsiteX550" fmla="*/ 839440 w 1616022"/>
                    <a:gd name="connsiteY550" fmla="*/ 773562 h 1899958"/>
                    <a:gd name="connsiteX551" fmla="*/ 839440 w 1616022"/>
                    <a:gd name="connsiteY551" fmla="*/ 770829 h 1899958"/>
                    <a:gd name="connsiteX552" fmla="*/ 836707 w 1616022"/>
                    <a:gd name="connsiteY552" fmla="*/ 770829 h 1899958"/>
                    <a:gd name="connsiteX553" fmla="*/ 836707 w 1616022"/>
                    <a:gd name="connsiteY553" fmla="*/ 768384 h 1899958"/>
                    <a:gd name="connsiteX554" fmla="*/ 841885 w 1616022"/>
                    <a:gd name="connsiteY554" fmla="*/ 768384 h 1899958"/>
                    <a:gd name="connsiteX555" fmla="*/ 841885 w 1616022"/>
                    <a:gd name="connsiteY555" fmla="*/ 765938 h 1899958"/>
                    <a:gd name="connsiteX556" fmla="*/ 846919 w 1616022"/>
                    <a:gd name="connsiteY556" fmla="*/ 765938 h 1899958"/>
                    <a:gd name="connsiteX557" fmla="*/ 846919 w 1616022"/>
                    <a:gd name="connsiteY557" fmla="*/ 758171 h 1899958"/>
                    <a:gd name="connsiteX558" fmla="*/ 841885 w 1616022"/>
                    <a:gd name="connsiteY558" fmla="*/ 758171 h 1899958"/>
                    <a:gd name="connsiteX559" fmla="*/ 844474 w 1616022"/>
                    <a:gd name="connsiteY559" fmla="*/ 755726 h 1899958"/>
                    <a:gd name="connsiteX560" fmla="*/ 848645 w 1616022"/>
                    <a:gd name="connsiteY560" fmla="*/ 755726 h 1899958"/>
                    <a:gd name="connsiteX561" fmla="*/ 848645 w 1616022"/>
                    <a:gd name="connsiteY561" fmla="*/ 758171 h 1899958"/>
                    <a:gd name="connsiteX562" fmla="*/ 858858 w 1616022"/>
                    <a:gd name="connsiteY562" fmla="*/ 758171 h 1899958"/>
                    <a:gd name="connsiteX563" fmla="*/ 858858 w 1616022"/>
                    <a:gd name="connsiteY563" fmla="*/ 760617 h 1899958"/>
                    <a:gd name="connsiteX564" fmla="*/ 861303 w 1616022"/>
                    <a:gd name="connsiteY564" fmla="*/ 760617 h 1899958"/>
                    <a:gd name="connsiteX565" fmla="*/ 861303 w 1616022"/>
                    <a:gd name="connsiteY565" fmla="*/ 755726 h 1899958"/>
                    <a:gd name="connsiteX566" fmla="*/ 858858 w 1616022"/>
                    <a:gd name="connsiteY566" fmla="*/ 755726 h 1899958"/>
                    <a:gd name="connsiteX567" fmla="*/ 858858 w 1616022"/>
                    <a:gd name="connsiteY567" fmla="*/ 753137 h 1899958"/>
                    <a:gd name="connsiteX568" fmla="*/ 856125 w 1616022"/>
                    <a:gd name="connsiteY568" fmla="*/ 750404 h 1899958"/>
                    <a:gd name="connsiteX569" fmla="*/ 858858 w 1616022"/>
                    <a:gd name="connsiteY569" fmla="*/ 750404 h 1899958"/>
                    <a:gd name="connsiteX570" fmla="*/ 858858 w 1616022"/>
                    <a:gd name="connsiteY570" fmla="*/ 745513 h 1899958"/>
                    <a:gd name="connsiteX571" fmla="*/ 863748 w 1616022"/>
                    <a:gd name="connsiteY571" fmla="*/ 745513 h 1899958"/>
                    <a:gd name="connsiteX572" fmla="*/ 863748 w 1616022"/>
                    <a:gd name="connsiteY572" fmla="*/ 737746 h 1899958"/>
                    <a:gd name="connsiteX573" fmla="*/ 866338 w 1616022"/>
                    <a:gd name="connsiteY573" fmla="*/ 737746 h 1899958"/>
                    <a:gd name="connsiteX574" fmla="*/ 866338 w 1616022"/>
                    <a:gd name="connsiteY574" fmla="*/ 735301 h 1899958"/>
                    <a:gd name="connsiteX575" fmla="*/ 863748 w 1616022"/>
                    <a:gd name="connsiteY575" fmla="*/ 732856 h 1899958"/>
                    <a:gd name="connsiteX576" fmla="*/ 861303 w 1616022"/>
                    <a:gd name="connsiteY576" fmla="*/ 732856 h 1899958"/>
                    <a:gd name="connsiteX577" fmla="*/ 861303 w 1616022"/>
                    <a:gd name="connsiteY577" fmla="*/ 729979 h 1899958"/>
                    <a:gd name="connsiteX578" fmla="*/ 856125 w 1616022"/>
                    <a:gd name="connsiteY578" fmla="*/ 729979 h 1899958"/>
                    <a:gd name="connsiteX579" fmla="*/ 856125 w 1616022"/>
                    <a:gd name="connsiteY579" fmla="*/ 727534 h 1899958"/>
                    <a:gd name="connsiteX580" fmla="*/ 851091 w 1616022"/>
                    <a:gd name="connsiteY580" fmla="*/ 727534 h 1899958"/>
                    <a:gd name="connsiteX581" fmla="*/ 851091 w 1616022"/>
                    <a:gd name="connsiteY581" fmla="*/ 725088 h 1899958"/>
                    <a:gd name="connsiteX582" fmla="*/ 848645 w 1616022"/>
                    <a:gd name="connsiteY582" fmla="*/ 722643 h 1899958"/>
                    <a:gd name="connsiteX583" fmla="*/ 845912 w 1616022"/>
                    <a:gd name="connsiteY583" fmla="*/ 722643 h 1899958"/>
                    <a:gd name="connsiteX584" fmla="*/ 845912 w 1616022"/>
                    <a:gd name="connsiteY584" fmla="*/ 718616 h 1899958"/>
                    <a:gd name="connsiteX585" fmla="*/ 843467 w 1616022"/>
                    <a:gd name="connsiteY585" fmla="*/ 718616 h 1899958"/>
                    <a:gd name="connsiteX586" fmla="*/ 843467 w 1616022"/>
                    <a:gd name="connsiteY586" fmla="*/ 716027 h 1899958"/>
                    <a:gd name="connsiteX587" fmla="*/ 840878 w 1616022"/>
                    <a:gd name="connsiteY587" fmla="*/ 716027 h 1899958"/>
                    <a:gd name="connsiteX588" fmla="*/ 840878 w 1616022"/>
                    <a:gd name="connsiteY588" fmla="*/ 713581 h 1899958"/>
                    <a:gd name="connsiteX589" fmla="*/ 835700 w 1616022"/>
                    <a:gd name="connsiteY589" fmla="*/ 713581 h 1899958"/>
                    <a:gd name="connsiteX590" fmla="*/ 835700 w 1616022"/>
                    <a:gd name="connsiteY590" fmla="*/ 708403 h 1899958"/>
                    <a:gd name="connsiteX591" fmla="*/ 830666 w 1616022"/>
                    <a:gd name="connsiteY591" fmla="*/ 708403 h 1899958"/>
                    <a:gd name="connsiteX592" fmla="*/ 830666 w 1616022"/>
                    <a:gd name="connsiteY592" fmla="*/ 705814 h 1899958"/>
                    <a:gd name="connsiteX593" fmla="*/ 828220 w 1616022"/>
                    <a:gd name="connsiteY593" fmla="*/ 705814 h 1899958"/>
                    <a:gd name="connsiteX594" fmla="*/ 828220 w 1616022"/>
                    <a:gd name="connsiteY594" fmla="*/ 704232 h 1899958"/>
                    <a:gd name="connsiteX595" fmla="*/ 830666 w 1616022"/>
                    <a:gd name="connsiteY595" fmla="*/ 704232 h 1899958"/>
                    <a:gd name="connsiteX596" fmla="*/ 830666 w 1616022"/>
                    <a:gd name="connsiteY596" fmla="*/ 699054 h 1899958"/>
                    <a:gd name="connsiteX597" fmla="*/ 840878 w 1616022"/>
                    <a:gd name="connsiteY597" fmla="*/ 699054 h 1899958"/>
                    <a:gd name="connsiteX598" fmla="*/ 840878 w 1616022"/>
                    <a:gd name="connsiteY598" fmla="*/ 704232 h 1899958"/>
                    <a:gd name="connsiteX599" fmla="*/ 843467 w 1616022"/>
                    <a:gd name="connsiteY599" fmla="*/ 704232 h 1899958"/>
                    <a:gd name="connsiteX600" fmla="*/ 845912 w 1616022"/>
                    <a:gd name="connsiteY600" fmla="*/ 706677 h 1899958"/>
                    <a:gd name="connsiteX601" fmla="*/ 848645 w 1616022"/>
                    <a:gd name="connsiteY601" fmla="*/ 706677 h 1899958"/>
                    <a:gd name="connsiteX602" fmla="*/ 848645 w 1616022"/>
                    <a:gd name="connsiteY602" fmla="*/ 709266 h 1899958"/>
                    <a:gd name="connsiteX603" fmla="*/ 853536 w 1616022"/>
                    <a:gd name="connsiteY603" fmla="*/ 709266 h 1899958"/>
                    <a:gd name="connsiteX604" fmla="*/ 853536 w 1616022"/>
                    <a:gd name="connsiteY604" fmla="*/ 711999 h 1899958"/>
                    <a:gd name="connsiteX605" fmla="*/ 858858 w 1616022"/>
                    <a:gd name="connsiteY605" fmla="*/ 711999 h 1899958"/>
                    <a:gd name="connsiteX606" fmla="*/ 858858 w 1616022"/>
                    <a:gd name="connsiteY606" fmla="*/ 714445 h 1899958"/>
                    <a:gd name="connsiteX607" fmla="*/ 861303 w 1616022"/>
                    <a:gd name="connsiteY607" fmla="*/ 714445 h 1899958"/>
                    <a:gd name="connsiteX608" fmla="*/ 861303 w 1616022"/>
                    <a:gd name="connsiteY608" fmla="*/ 716890 h 1899958"/>
                    <a:gd name="connsiteX609" fmla="*/ 866338 w 1616022"/>
                    <a:gd name="connsiteY609" fmla="*/ 716890 h 1899958"/>
                    <a:gd name="connsiteX610" fmla="*/ 866338 w 1616022"/>
                    <a:gd name="connsiteY610" fmla="*/ 718616 h 1899958"/>
                    <a:gd name="connsiteX611" fmla="*/ 871516 w 1616022"/>
                    <a:gd name="connsiteY611" fmla="*/ 718616 h 1899958"/>
                    <a:gd name="connsiteX612" fmla="*/ 871516 w 1616022"/>
                    <a:gd name="connsiteY612" fmla="*/ 716027 h 1899958"/>
                    <a:gd name="connsiteX613" fmla="*/ 873961 w 1616022"/>
                    <a:gd name="connsiteY613" fmla="*/ 716027 h 1899958"/>
                    <a:gd name="connsiteX614" fmla="*/ 873961 w 1616022"/>
                    <a:gd name="connsiteY614" fmla="*/ 718616 h 1899958"/>
                    <a:gd name="connsiteX615" fmla="*/ 881728 w 1616022"/>
                    <a:gd name="connsiteY615" fmla="*/ 718616 h 1899958"/>
                    <a:gd name="connsiteX616" fmla="*/ 881728 w 1616022"/>
                    <a:gd name="connsiteY616" fmla="*/ 721349 h 1899958"/>
                    <a:gd name="connsiteX617" fmla="*/ 886762 w 1616022"/>
                    <a:gd name="connsiteY617" fmla="*/ 721349 h 1899958"/>
                    <a:gd name="connsiteX618" fmla="*/ 886762 w 1616022"/>
                    <a:gd name="connsiteY618" fmla="*/ 718616 h 1899958"/>
                    <a:gd name="connsiteX619" fmla="*/ 884174 w 1616022"/>
                    <a:gd name="connsiteY619" fmla="*/ 718616 h 1899958"/>
                    <a:gd name="connsiteX620" fmla="*/ 881728 w 1616022"/>
                    <a:gd name="connsiteY620" fmla="*/ 716027 h 1899958"/>
                    <a:gd name="connsiteX621" fmla="*/ 881728 w 1616022"/>
                    <a:gd name="connsiteY621" fmla="*/ 713581 h 1899958"/>
                    <a:gd name="connsiteX622" fmla="*/ 884174 w 1616022"/>
                    <a:gd name="connsiteY622" fmla="*/ 716027 h 1899958"/>
                    <a:gd name="connsiteX623" fmla="*/ 886762 w 1616022"/>
                    <a:gd name="connsiteY623" fmla="*/ 716027 h 1899958"/>
                    <a:gd name="connsiteX624" fmla="*/ 886762 w 1616022"/>
                    <a:gd name="connsiteY624" fmla="*/ 713581 h 1899958"/>
                    <a:gd name="connsiteX625" fmla="*/ 889208 w 1616022"/>
                    <a:gd name="connsiteY625" fmla="*/ 713581 h 1899958"/>
                    <a:gd name="connsiteX626" fmla="*/ 889208 w 1616022"/>
                    <a:gd name="connsiteY626" fmla="*/ 711136 h 1899958"/>
                    <a:gd name="connsiteX627" fmla="*/ 886762 w 1616022"/>
                    <a:gd name="connsiteY627" fmla="*/ 708403 h 1899958"/>
                    <a:gd name="connsiteX628" fmla="*/ 884174 w 1616022"/>
                    <a:gd name="connsiteY628" fmla="*/ 708403 h 1899958"/>
                    <a:gd name="connsiteX629" fmla="*/ 884174 w 1616022"/>
                    <a:gd name="connsiteY629" fmla="*/ 705814 h 1899958"/>
                    <a:gd name="connsiteX630" fmla="*/ 881728 w 1616022"/>
                    <a:gd name="connsiteY630" fmla="*/ 705814 h 1899958"/>
                    <a:gd name="connsiteX631" fmla="*/ 881728 w 1616022"/>
                    <a:gd name="connsiteY631" fmla="*/ 700924 h 1899958"/>
                    <a:gd name="connsiteX632" fmla="*/ 879283 w 1616022"/>
                    <a:gd name="connsiteY632" fmla="*/ 700924 h 1899958"/>
                    <a:gd name="connsiteX633" fmla="*/ 879283 w 1616022"/>
                    <a:gd name="connsiteY633" fmla="*/ 698191 h 1899958"/>
                    <a:gd name="connsiteX634" fmla="*/ 877413 w 1616022"/>
                    <a:gd name="connsiteY634" fmla="*/ 698191 h 1899958"/>
                    <a:gd name="connsiteX635" fmla="*/ 877413 w 1616022"/>
                    <a:gd name="connsiteY635" fmla="*/ 695602 h 1899958"/>
                    <a:gd name="connsiteX636" fmla="*/ 874824 w 1616022"/>
                    <a:gd name="connsiteY636" fmla="*/ 695602 h 1899958"/>
                    <a:gd name="connsiteX637" fmla="*/ 874824 w 1616022"/>
                    <a:gd name="connsiteY637" fmla="*/ 693156 h 1899958"/>
                    <a:gd name="connsiteX638" fmla="*/ 880146 w 1616022"/>
                    <a:gd name="connsiteY638" fmla="*/ 693156 h 1899958"/>
                    <a:gd name="connsiteX639" fmla="*/ 880146 w 1616022"/>
                    <a:gd name="connsiteY639" fmla="*/ 690711 h 1899958"/>
                    <a:gd name="connsiteX640" fmla="*/ 874824 w 1616022"/>
                    <a:gd name="connsiteY640" fmla="*/ 690711 h 1899958"/>
                    <a:gd name="connsiteX641" fmla="*/ 872379 w 1616022"/>
                    <a:gd name="connsiteY641" fmla="*/ 687978 h 1899958"/>
                    <a:gd name="connsiteX642" fmla="*/ 872379 w 1616022"/>
                    <a:gd name="connsiteY642" fmla="*/ 682944 h 1899958"/>
                    <a:gd name="connsiteX643" fmla="*/ 867201 w 1616022"/>
                    <a:gd name="connsiteY643" fmla="*/ 682944 h 1899958"/>
                    <a:gd name="connsiteX644" fmla="*/ 867201 w 1616022"/>
                    <a:gd name="connsiteY644" fmla="*/ 680499 h 1899958"/>
                    <a:gd name="connsiteX645" fmla="*/ 869934 w 1616022"/>
                    <a:gd name="connsiteY645" fmla="*/ 680499 h 1899958"/>
                    <a:gd name="connsiteX646" fmla="*/ 869934 w 1616022"/>
                    <a:gd name="connsiteY646" fmla="*/ 677910 h 1899958"/>
                    <a:gd name="connsiteX647" fmla="*/ 867201 w 1616022"/>
                    <a:gd name="connsiteY647" fmla="*/ 677910 h 1899958"/>
                    <a:gd name="connsiteX648" fmla="*/ 867201 w 1616022"/>
                    <a:gd name="connsiteY648" fmla="*/ 672731 h 1899958"/>
                    <a:gd name="connsiteX649" fmla="*/ 869934 w 1616022"/>
                    <a:gd name="connsiteY649" fmla="*/ 672731 h 1899958"/>
                    <a:gd name="connsiteX650" fmla="*/ 869934 w 1616022"/>
                    <a:gd name="connsiteY650" fmla="*/ 670286 h 1899958"/>
                    <a:gd name="connsiteX651" fmla="*/ 867201 w 1616022"/>
                    <a:gd name="connsiteY651" fmla="*/ 670286 h 1899958"/>
                    <a:gd name="connsiteX652" fmla="*/ 867201 w 1616022"/>
                    <a:gd name="connsiteY652" fmla="*/ 667697 h 1899958"/>
                    <a:gd name="connsiteX653" fmla="*/ 862166 w 1616022"/>
                    <a:gd name="connsiteY653" fmla="*/ 667697 h 1899958"/>
                    <a:gd name="connsiteX654" fmla="*/ 862166 w 1616022"/>
                    <a:gd name="connsiteY654" fmla="*/ 664964 h 1899958"/>
                    <a:gd name="connsiteX655" fmla="*/ 859721 w 1616022"/>
                    <a:gd name="connsiteY655" fmla="*/ 664964 h 1899958"/>
                    <a:gd name="connsiteX656" fmla="*/ 859721 w 1616022"/>
                    <a:gd name="connsiteY656" fmla="*/ 661081 h 1899958"/>
                    <a:gd name="connsiteX657" fmla="*/ 856988 w 1616022"/>
                    <a:gd name="connsiteY657" fmla="*/ 661081 h 1899958"/>
                    <a:gd name="connsiteX658" fmla="*/ 856988 w 1616022"/>
                    <a:gd name="connsiteY658" fmla="*/ 658492 h 1899958"/>
                    <a:gd name="connsiteX659" fmla="*/ 859721 w 1616022"/>
                    <a:gd name="connsiteY659" fmla="*/ 658492 h 1899958"/>
                    <a:gd name="connsiteX660" fmla="*/ 859721 w 1616022"/>
                    <a:gd name="connsiteY660" fmla="*/ 661081 h 1899958"/>
                    <a:gd name="connsiteX661" fmla="*/ 864611 w 1616022"/>
                    <a:gd name="connsiteY661" fmla="*/ 661081 h 1899958"/>
                    <a:gd name="connsiteX662" fmla="*/ 867201 w 1616022"/>
                    <a:gd name="connsiteY662" fmla="*/ 663526 h 1899958"/>
                    <a:gd name="connsiteX663" fmla="*/ 867201 w 1616022"/>
                    <a:gd name="connsiteY663" fmla="*/ 665971 h 1899958"/>
                    <a:gd name="connsiteX664" fmla="*/ 872379 w 1616022"/>
                    <a:gd name="connsiteY664" fmla="*/ 665971 h 1899958"/>
                    <a:gd name="connsiteX665" fmla="*/ 872379 w 1616022"/>
                    <a:gd name="connsiteY665" fmla="*/ 663526 h 1899958"/>
                    <a:gd name="connsiteX666" fmla="*/ 874824 w 1616022"/>
                    <a:gd name="connsiteY666" fmla="*/ 665971 h 1899958"/>
                    <a:gd name="connsiteX667" fmla="*/ 877413 w 1616022"/>
                    <a:gd name="connsiteY667" fmla="*/ 665971 h 1899958"/>
                    <a:gd name="connsiteX668" fmla="*/ 880146 w 1616022"/>
                    <a:gd name="connsiteY668" fmla="*/ 668704 h 1899958"/>
                    <a:gd name="connsiteX669" fmla="*/ 880146 w 1616022"/>
                    <a:gd name="connsiteY669" fmla="*/ 671293 h 1899958"/>
                    <a:gd name="connsiteX670" fmla="*/ 885037 w 1616022"/>
                    <a:gd name="connsiteY670" fmla="*/ 671293 h 1899958"/>
                    <a:gd name="connsiteX671" fmla="*/ 885037 w 1616022"/>
                    <a:gd name="connsiteY671" fmla="*/ 673738 h 1899958"/>
                    <a:gd name="connsiteX672" fmla="*/ 890071 w 1616022"/>
                    <a:gd name="connsiteY672" fmla="*/ 673738 h 1899958"/>
                    <a:gd name="connsiteX673" fmla="*/ 890071 w 1616022"/>
                    <a:gd name="connsiteY673" fmla="*/ 675464 h 1899958"/>
                    <a:gd name="connsiteX674" fmla="*/ 892804 w 1616022"/>
                    <a:gd name="connsiteY674" fmla="*/ 675464 h 1899958"/>
                    <a:gd name="connsiteX675" fmla="*/ 892804 w 1616022"/>
                    <a:gd name="connsiteY675" fmla="*/ 678197 h 1899958"/>
                    <a:gd name="connsiteX676" fmla="*/ 897838 w 1616022"/>
                    <a:gd name="connsiteY676" fmla="*/ 678197 h 1899958"/>
                    <a:gd name="connsiteX677" fmla="*/ 897838 w 1616022"/>
                    <a:gd name="connsiteY677" fmla="*/ 680786 h 1899958"/>
                    <a:gd name="connsiteX678" fmla="*/ 900283 w 1616022"/>
                    <a:gd name="connsiteY678" fmla="*/ 680786 h 1899958"/>
                    <a:gd name="connsiteX679" fmla="*/ 900283 w 1616022"/>
                    <a:gd name="connsiteY679" fmla="*/ 683231 h 1899958"/>
                    <a:gd name="connsiteX680" fmla="*/ 903016 w 1616022"/>
                    <a:gd name="connsiteY680" fmla="*/ 683231 h 1899958"/>
                    <a:gd name="connsiteX681" fmla="*/ 903016 w 1616022"/>
                    <a:gd name="connsiteY681" fmla="*/ 685677 h 1899958"/>
                    <a:gd name="connsiteX682" fmla="*/ 910496 w 1616022"/>
                    <a:gd name="connsiteY682" fmla="*/ 685677 h 1899958"/>
                    <a:gd name="connsiteX683" fmla="*/ 910496 w 1616022"/>
                    <a:gd name="connsiteY683" fmla="*/ 683231 h 1899958"/>
                    <a:gd name="connsiteX684" fmla="*/ 913229 w 1616022"/>
                    <a:gd name="connsiteY684" fmla="*/ 683231 h 1899958"/>
                    <a:gd name="connsiteX685" fmla="*/ 913229 w 1616022"/>
                    <a:gd name="connsiteY685" fmla="*/ 685677 h 1899958"/>
                    <a:gd name="connsiteX686" fmla="*/ 918263 w 1616022"/>
                    <a:gd name="connsiteY686" fmla="*/ 685677 h 1899958"/>
                    <a:gd name="connsiteX687" fmla="*/ 918263 w 1616022"/>
                    <a:gd name="connsiteY687" fmla="*/ 688266 h 1899958"/>
                    <a:gd name="connsiteX688" fmla="*/ 920565 w 1616022"/>
                    <a:gd name="connsiteY688" fmla="*/ 688266 h 1899958"/>
                    <a:gd name="connsiteX689" fmla="*/ 920565 w 1616022"/>
                    <a:gd name="connsiteY689" fmla="*/ 685677 h 1899958"/>
                    <a:gd name="connsiteX690" fmla="*/ 925743 w 1616022"/>
                    <a:gd name="connsiteY690" fmla="*/ 685677 h 1899958"/>
                    <a:gd name="connsiteX691" fmla="*/ 925743 w 1616022"/>
                    <a:gd name="connsiteY691" fmla="*/ 683231 h 1899958"/>
                    <a:gd name="connsiteX692" fmla="*/ 933510 w 1616022"/>
                    <a:gd name="connsiteY692" fmla="*/ 683231 h 1899958"/>
                    <a:gd name="connsiteX693" fmla="*/ 933510 w 1616022"/>
                    <a:gd name="connsiteY693" fmla="*/ 685677 h 1899958"/>
                    <a:gd name="connsiteX694" fmla="*/ 930777 w 1616022"/>
                    <a:gd name="connsiteY694" fmla="*/ 685677 h 1899958"/>
                    <a:gd name="connsiteX695" fmla="*/ 930777 w 1616022"/>
                    <a:gd name="connsiteY695" fmla="*/ 688266 h 1899958"/>
                    <a:gd name="connsiteX696" fmla="*/ 933510 w 1616022"/>
                    <a:gd name="connsiteY696" fmla="*/ 688266 h 1899958"/>
                    <a:gd name="connsiteX697" fmla="*/ 933510 w 1616022"/>
                    <a:gd name="connsiteY697" fmla="*/ 690999 h 1899958"/>
                    <a:gd name="connsiteX698" fmla="*/ 935955 w 1616022"/>
                    <a:gd name="connsiteY698" fmla="*/ 693444 h 1899958"/>
                    <a:gd name="connsiteX699" fmla="*/ 938400 w 1616022"/>
                    <a:gd name="connsiteY699" fmla="*/ 693444 h 1899958"/>
                    <a:gd name="connsiteX700" fmla="*/ 940990 w 1616022"/>
                    <a:gd name="connsiteY700" fmla="*/ 695889 h 1899958"/>
                    <a:gd name="connsiteX701" fmla="*/ 943722 w 1616022"/>
                    <a:gd name="connsiteY701" fmla="*/ 695889 h 1899958"/>
                    <a:gd name="connsiteX702" fmla="*/ 943722 w 1616022"/>
                    <a:gd name="connsiteY702" fmla="*/ 698479 h 1899958"/>
                    <a:gd name="connsiteX703" fmla="*/ 946168 w 1616022"/>
                    <a:gd name="connsiteY703" fmla="*/ 698479 h 1899958"/>
                    <a:gd name="connsiteX704" fmla="*/ 946168 w 1616022"/>
                    <a:gd name="connsiteY704" fmla="*/ 701211 h 1899958"/>
                    <a:gd name="connsiteX705" fmla="*/ 951202 w 1616022"/>
                    <a:gd name="connsiteY705" fmla="*/ 701211 h 1899958"/>
                    <a:gd name="connsiteX706" fmla="*/ 951202 w 1616022"/>
                    <a:gd name="connsiteY706" fmla="*/ 698479 h 1899958"/>
                    <a:gd name="connsiteX707" fmla="*/ 953935 w 1616022"/>
                    <a:gd name="connsiteY707" fmla="*/ 698479 h 1899958"/>
                    <a:gd name="connsiteX708" fmla="*/ 953935 w 1616022"/>
                    <a:gd name="connsiteY708" fmla="*/ 695889 h 1899958"/>
                    <a:gd name="connsiteX709" fmla="*/ 956380 w 1616022"/>
                    <a:gd name="connsiteY709" fmla="*/ 695889 h 1899958"/>
                    <a:gd name="connsiteX710" fmla="*/ 956380 w 1616022"/>
                    <a:gd name="connsiteY710" fmla="*/ 698479 h 1899958"/>
                    <a:gd name="connsiteX711" fmla="*/ 958826 w 1616022"/>
                    <a:gd name="connsiteY711" fmla="*/ 695889 h 1899958"/>
                    <a:gd name="connsiteX712" fmla="*/ 963716 w 1616022"/>
                    <a:gd name="connsiteY712" fmla="*/ 695889 h 1899958"/>
                    <a:gd name="connsiteX713" fmla="*/ 961271 w 1616022"/>
                    <a:gd name="connsiteY713" fmla="*/ 693444 h 1899958"/>
                    <a:gd name="connsiteX714" fmla="*/ 963716 w 1616022"/>
                    <a:gd name="connsiteY714" fmla="*/ 693444 h 1899958"/>
                    <a:gd name="connsiteX715" fmla="*/ 963716 w 1616022"/>
                    <a:gd name="connsiteY715" fmla="*/ 690999 h 1899958"/>
                    <a:gd name="connsiteX716" fmla="*/ 961271 w 1616022"/>
                    <a:gd name="connsiteY716" fmla="*/ 690999 h 1899958"/>
                    <a:gd name="connsiteX717" fmla="*/ 961271 w 1616022"/>
                    <a:gd name="connsiteY717" fmla="*/ 688266 h 1899958"/>
                    <a:gd name="connsiteX718" fmla="*/ 958682 w 1616022"/>
                    <a:gd name="connsiteY718" fmla="*/ 688266 h 1899958"/>
                    <a:gd name="connsiteX719" fmla="*/ 956237 w 1616022"/>
                    <a:gd name="connsiteY719" fmla="*/ 685677 h 1899958"/>
                    <a:gd name="connsiteX720" fmla="*/ 958682 w 1616022"/>
                    <a:gd name="connsiteY720" fmla="*/ 683231 h 1899958"/>
                    <a:gd name="connsiteX721" fmla="*/ 961271 w 1616022"/>
                    <a:gd name="connsiteY721" fmla="*/ 683231 h 1899958"/>
                    <a:gd name="connsiteX722" fmla="*/ 961271 w 1616022"/>
                    <a:gd name="connsiteY722" fmla="*/ 685677 h 1899958"/>
                    <a:gd name="connsiteX723" fmla="*/ 963716 w 1616022"/>
                    <a:gd name="connsiteY723" fmla="*/ 683231 h 1899958"/>
                    <a:gd name="connsiteX724" fmla="*/ 968894 w 1616022"/>
                    <a:gd name="connsiteY724" fmla="*/ 683231 h 1899958"/>
                    <a:gd name="connsiteX725" fmla="*/ 968894 w 1616022"/>
                    <a:gd name="connsiteY725" fmla="*/ 678197 h 1899958"/>
                    <a:gd name="connsiteX726" fmla="*/ 973928 w 1616022"/>
                    <a:gd name="connsiteY726" fmla="*/ 678197 h 1899958"/>
                    <a:gd name="connsiteX727" fmla="*/ 973928 w 1616022"/>
                    <a:gd name="connsiteY727" fmla="*/ 675464 h 1899958"/>
                    <a:gd name="connsiteX728" fmla="*/ 971483 w 1616022"/>
                    <a:gd name="connsiteY728" fmla="*/ 675464 h 1899958"/>
                    <a:gd name="connsiteX729" fmla="*/ 971483 w 1616022"/>
                    <a:gd name="connsiteY729" fmla="*/ 667985 h 1899958"/>
                    <a:gd name="connsiteX730" fmla="*/ 973928 w 1616022"/>
                    <a:gd name="connsiteY730" fmla="*/ 667985 h 1899958"/>
                    <a:gd name="connsiteX731" fmla="*/ 973928 w 1616022"/>
                    <a:gd name="connsiteY731" fmla="*/ 662806 h 1899958"/>
                    <a:gd name="connsiteX732" fmla="*/ 979107 w 1616022"/>
                    <a:gd name="connsiteY732" fmla="*/ 662806 h 1899958"/>
                    <a:gd name="connsiteX733" fmla="*/ 979107 w 1616022"/>
                    <a:gd name="connsiteY733" fmla="*/ 665252 h 1899958"/>
                    <a:gd name="connsiteX734" fmla="*/ 981696 w 1616022"/>
                    <a:gd name="connsiteY734" fmla="*/ 665252 h 1899958"/>
                    <a:gd name="connsiteX735" fmla="*/ 981696 w 1616022"/>
                    <a:gd name="connsiteY735" fmla="*/ 662806 h 1899958"/>
                    <a:gd name="connsiteX736" fmla="*/ 986874 w 1616022"/>
                    <a:gd name="connsiteY736" fmla="*/ 662806 h 1899958"/>
                    <a:gd name="connsiteX737" fmla="*/ 989319 w 1616022"/>
                    <a:gd name="connsiteY737" fmla="*/ 665252 h 1899958"/>
                    <a:gd name="connsiteX738" fmla="*/ 994354 w 1616022"/>
                    <a:gd name="connsiteY738" fmla="*/ 665252 h 1899958"/>
                    <a:gd name="connsiteX739" fmla="*/ 994354 w 1616022"/>
                    <a:gd name="connsiteY739" fmla="*/ 670574 h 1899958"/>
                    <a:gd name="connsiteX740" fmla="*/ 997087 w 1616022"/>
                    <a:gd name="connsiteY740" fmla="*/ 670574 h 1899958"/>
                    <a:gd name="connsiteX741" fmla="*/ 997087 w 1616022"/>
                    <a:gd name="connsiteY741" fmla="*/ 667985 h 1899958"/>
                    <a:gd name="connsiteX742" fmla="*/ 999532 w 1616022"/>
                    <a:gd name="connsiteY742" fmla="*/ 667985 h 1899958"/>
                    <a:gd name="connsiteX743" fmla="*/ 999532 w 1616022"/>
                    <a:gd name="connsiteY743" fmla="*/ 670574 h 1899958"/>
                    <a:gd name="connsiteX744" fmla="*/ 1002121 w 1616022"/>
                    <a:gd name="connsiteY744" fmla="*/ 670574 h 1899958"/>
                    <a:gd name="connsiteX745" fmla="*/ 1002121 w 1616022"/>
                    <a:gd name="connsiteY745" fmla="*/ 680786 h 1899958"/>
                    <a:gd name="connsiteX746" fmla="*/ 1004566 w 1616022"/>
                    <a:gd name="connsiteY746" fmla="*/ 680786 h 1899958"/>
                    <a:gd name="connsiteX747" fmla="*/ 1004566 w 1616022"/>
                    <a:gd name="connsiteY747" fmla="*/ 678197 h 1899958"/>
                    <a:gd name="connsiteX748" fmla="*/ 1007299 w 1616022"/>
                    <a:gd name="connsiteY748" fmla="*/ 680786 h 1899958"/>
                    <a:gd name="connsiteX749" fmla="*/ 1007299 w 1616022"/>
                    <a:gd name="connsiteY749" fmla="*/ 678197 h 1899958"/>
                    <a:gd name="connsiteX750" fmla="*/ 1012333 w 1616022"/>
                    <a:gd name="connsiteY750" fmla="*/ 678197 h 1899958"/>
                    <a:gd name="connsiteX751" fmla="*/ 1012333 w 1616022"/>
                    <a:gd name="connsiteY751" fmla="*/ 675464 h 1899958"/>
                    <a:gd name="connsiteX752" fmla="*/ 1017511 w 1616022"/>
                    <a:gd name="connsiteY752" fmla="*/ 675464 h 1899958"/>
                    <a:gd name="connsiteX753" fmla="*/ 1017511 w 1616022"/>
                    <a:gd name="connsiteY753" fmla="*/ 673019 h 1899958"/>
                    <a:gd name="connsiteX754" fmla="*/ 1014778 w 1616022"/>
                    <a:gd name="connsiteY754" fmla="*/ 673019 h 1899958"/>
                    <a:gd name="connsiteX755" fmla="*/ 1014778 w 1616022"/>
                    <a:gd name="connsiteY755" fmla="*/ 670574 h 1899958"/>
                    <a:gd name="connsiteX756" fmla="*/ 1017511 w 1616022"/>
                    <a:gd name="connsiteY756" fmla="*/ 670574 h 1899958"/>
                    <a:gd name="connsiteX757" fmla="*/ 1017511 w 1616022"/>
                    <a:gd name="connsiteY757" fmla="*/ 673019 h 1899958"/>
                    <a:gd name="connsiteX758" fmla="*/ 1019957 w 1616022"/>
                    <a:gd name="connsiteY758" fmla="*/ 673019 h 1899958"/>
                    <a:gd name="connsiteX759" fmla="*/ 1019957 w 1616022"/>
                    <a:gd name="connsiteY759" fmla="*/ 665252 h 1899958"/>
                    <a:gd name="connsiteX760" fmla="*/ 1030169 w 1616022"/>
                    <a:gd name="connsiteY760" fmla="*/ 665252 h 1899958"/>
                    <a:gd name="connsiteX761" fmla="*/ 1030169 w 1616022"/>
                    <a:gd name="connsiteY761" fmla="*/ 667985 h 1899958"/>
                    <a:gd name="connsiteX762" fmla="*/ 1035635 w 1616022"/>
                    <a:gd name="connsiteY762" fmla="*/ 667985 h 1899958"/>
                    <a:gd name="connsiteX763" fmla="*/ 1035635 w 1616022"/>
                    <a:gd name="connsiteY763" fmla="*/ 670574 h 1899958"/>
                    <a:gd name="connsiteX764" fmla="*/ 1038081 w 1616022"/>
                    <a:gd name="connsiteY764" fmla="*/ 670574 h 1899958"/>
                    <a:gd name="connsiteX765" fmla="*/ 1038081 w 1616022"/>
                    <a:gd name="connsiteY765" fmla="*/ 667985 h 1899958"/>
                    <a:gd name="connsiteX766" fmla="*/ 1040813 w 1616022"/>
                    <a:gd name="connsiteY766" fmla="*/ 667985 h 1899958"/>
                    <a:gd name="connsiteX767" fmla="*/ 1040813 w 1616022"/>
                    <a:gd name="connsiteY767" fmla="*/ 670574 h 1899958"/>
                    <a:gd name="connsiteX768" fmla="*/ 1043259 w 1616022"/>
                    <a:gd name="connsiteY768" fmla="*/ 670574 h 1899958"/>
                    <a:gd name="connsiteX769" fmla="*/ 1043259 w 1616022"/>
                    <a:gd name="connsiteY769" fmla="*/ 673019 h 1899958"/>
                    <a:gd name="connsiteX770" fmla="*/ 1048293 w 1616022"/>
                    <a:gd name="connsiteY770" fmla="*/ 673019 h 1899958"/>
                    <a:gd name="connsiteX771" fmla="*/ 1048293 w 1616022"/>
                    <a:gd name="connsiteY771" fmla="*/ 675464 h 1899958"/>
                    <a:gd name="connsiteX772" fmla="*/ 1050019 w 1616022"/>
                    <a:gd name="connsiteY772" fmla="*/ 675464 h 1899958"/>
                    <a:gd name="connsiteX773" fmla="*/ 1050019 w 1616022"/>
                    <a:gd name="connsiteY773" fmla="*/ 678197 h 1899958"/>
                    <a:gd name="connsiteX774" fmla="*/ 1052464 w 1616022"/>
                    <a:gd name="connsiteY774" fmla="*/ 678197 h 1899958"/>
                    <a:gd name="connsiteX775" fmla="*/ 1052464 w 1616022"/>
                    <a:gd name="connsiteY775" fmla="*/ 675464 h 1899958"/>
                    <a:gd name="connsiteX776" fmla="*/ 1055053 w 1616022"/>
                    <a:gd name="connsiteY776" fmla="*/ 675464 h 1899958"/>
                    <a:gd name="connsiteX777" fmla="*/ 1055053 w 1616022"/>
                    <a:gd name="connsiteY777" fmla="*/ 673019 h 1899958"/>
                    <a:gd name="connsiteX778" fmla="*/ 1062677 w 1616022"/>
                    <a:gd name="connsiteY778" fmla="*/ 673019 h 1899958"/>
                    <a:gd name="connsiteX779" fmla="*/ 1062677 w 1616022"/>
                    <a:gd name="connsiteY779" fmla="*/ 667985 h 1899958"/>
                    <a:gd name="connsiteX780" fmla="*/ 1070444 w 1616022"/>
                    <a:gd name="connsiteY780" fmla="*/ 667985 h 1899958"/>
                    <a:gd name="connsiteX781" fmla="*/ 1070444 w 1616022"/>
                    <a:gd name="connsiteY781" fmla="*/ 665252 h 1899958"/>
                    <a:gd name="connsiteX782" fmla="*/ 1067711 w 1616022"/>
                    <a:gd name="connsiteY782" fmla="*/ 662806 h 1899958"/>
                    <a:gd name="connsiteX783" fmla="*/ 1065266 w 1616022"/>
                    <a:gd name="connsiteY783" fmla="*/ 662806 h 1899958"/>
                    <a:gd name="connsiteX784" fmla="*/ 1065266 w 1616022"/>
                    <a:gd name="connsiteY784" fmla="*/ 661081 h 1899958"/>
                    <a:gd name="connsiteX785" fmla="*/ 1062677 w 1616022"/>
                    <a:gd name="connsiteY785" fmla="*/ 661081 h 1899958"/>
                    <a:gd name="connsiteX786" fmla="*/ 1062677 w 1616022"/>
                    <a:gd name="connsiteY786" fmla="*/ 658492 h 1899958"/>
                    <a:gd name="connsiteX787" fmla="*/ 1055053 w 1616022"/>
                    <a:gd name="connsiteY787" fmla="*/ 658492 h 1899958"/>
                    <a:gd name="connsiteX788" fmla="*/ 1055053 w 1616022"/>
                    <a:gd name="connsiteY788" fmla="*/ 655759 h 1899958"/>
                    <a:gd name="connsiteX789" fmla="*/ 1052464 w 1616022"/>
                    <a:gd name="connsiteY789" fmla="*/ 655759 h 1899958"/>
                    <a:gd name="connsiteX790" fmla="*/ 1055053 w 1616022"/>
                    <a:gd name="connsiteY790" fmla="*/ 653313 h 1899958"/>
                    <a:gd name="connsiteX791" fmla="*/ 1055053 w 1616022"/>
                    <a:gd name="connsiteY791" fmla="*/ 650868 h 1899958"/>
                    <a:gd name="connsiteX792" fmla="*/ 1057498 w 1616022"/>
                    <a:gd name="connsiteY792" fmla="*/ 650868 h 1899958"/>
                    <a:gd name="connsiteX793" fmla="*/ 1057498 w 1616022"/>
                    <a:gd name="connsiteY793" fmla="*/ 648423 h 1899958"/>
                    <a:gd name="connsiteX794" fmla="*/ 1055053 w 1616022"/>
                    <a:gd name="connsiteY794" fmla="*/ 648423 h 1899958"/>
                    <a:gd name="connsiteX795" fmla="*/ 1055053 w 1616022"/>
                    <a:gd name="connsiteY795" fmla="*/ 645546 h 1899958"/>
                    <a:gd name="connsiteX796" fmla="*/ 1052464 w 1616022"/>
                    <a:gd name="connsiteY796" fmla="*/ 645546 h 1899958"/>
                    <a:gd name="connsiteX797" fmla="*/ 1052464 w 1616022"/>
                    <a:gd name="connsiteY797" fmla="*/ 635477 h 1899958"/>
                    <a:gd name="connsiteX798" fmla="*/ 1060231 w 1616022"/>
                    <a:gd name="connsiteY798" fmla="*/ 635477 h 1899958"/>
                    <a:gd name="connsiteX799" fmla="*/ 1060231 w 1616022"/>
                    <a:gd name="connsiteY799" fmla="*/ 638210 h 1899958"/>
                    <a:gd name="connsiteX800" fmla="*/ 1062677 w 1616022"/>
                    <a:gd name="connsiteY800" fmla="*/ 638210 h 1899958"/>
                    <a:gd name="connsiteX801" fmla="*/ 1062677 w 1616022"/>
                    <a:gd name="connsiteY801" fmla="*/ 635477 h 1899958"/>
                    <a:gd name="connsiteX802" fmla="*/ 1065266 w 1616022"/>
                    <a:gd name="connsiteY802" fmla="*/ 635477 h 1899958"/>
                    <a:gd name="connsiteX803" fmla="*/ 1065266 w 1616022"/>
                    <a:gd name="connsiteY803" fmla="*/ 630443 h 1899958"/>
                    <a:gd name="connsiteX804" fmla="*/ 1062677 w 1616022"/>
                    <a:gd name="connsiteY804" fmla="*/ 630443 h 1899958"/>
                    <a:gd name="connsiteX805" fmla="*/ 1062677 w 1616022"/>
                    <a:gd name="connsiteY805" fmla="*/ 627998 h 1899958"/>
                    <a:gd name="connsiteX806" fmla="*/ 1065266 w 1616022"/>
                    <a:gd name="connsiteY806" fmla="*/ 627998 h 1899958"/>
                    <a:gd name="connsiteX807" fmla="*/ 1065266 w 1616022"/>
                    <a:gd name="connsiteY807" fmla="*/ 625265 h 1899958"/>
                    <a:gd name="connsiteX808" fmla="*/ 1062677 w 1616022"/>
                    <a:gd name="connsiteY808" fmla="*/ 625265 h 1899958"/>
                    <a:gd name="connsiteX809" fmla="*/ 1062677 w 1616022"/>
                    <a:gd name="connsiteY809" fmla="*/ 620231 h 1899958"/>
                    <a:gd name="connsiteX810" fmla="*/ 1057498 w 1616022"/>
                    <a:gd name="connsiteY810" fmla="*/ 620231 h 1899958"/>
                    <a:gd name="connsiteX811" fmla="*/ 1060231 w 1616022"/>
                    <a:gd name="connsiteY811" fmla="*/ 617785 h 1899958"/>
                    <a:gd name="connsiteX812" fmla="*/ 1057498 w 1616022"/>
                    <a:gd name="connsiteY812" fmla="*/ 617785 h 1899958"/>
                    <a:gd name="connsiteX813" fmla="*/ 1057498 w 1616022"/>
                    <a:gd name="connsiteY813" fmla="*/ 615052 h 1899958"/>
                    <a:gd name="connsiteX814" fmla="*/ 1060231 w 1616022"/>
                    <a:gd name="connsiteY814" fmla="*/ 615052 h 1899958"/>
                    <a:gd name="connsiteX815" fmla="*/ 1060231 w 1616022"/>
                    <a:gd name="connsiteY815" fmla="*/ 612463 h 1899958"/>
                    <a:gd name="connsiteX816" fmla="*/ 1057498 w 1616022"/>
                    <a:gd name="connsiteY816" fmla="*/ 612463 h 1899958"/>
                    <a:gd name="connsiteX817" fmla="*/ 1060231 w 1616022"/>
                    <a:gd name="connsiteY817" fmla="*/ 610018 h 1899958"/>
                    <a:gd name="connsiteX818" fmla="*/ 1057498 w 1616022"/>
                    <a:gd name="connsiteY818" fmla="*/ 610018 h 1899958"/>
                    <a:gd name="connsiteX819" fmla="*/ 1060231 w 1616022"/>
                    <a:gd name="connsiteY819" fmla="*/ 607573 h 1899958"/>
                    <a:gd name="connsiteX820" fmla="*/ 1057498 w 1616022"/>
                    <a:gd name="connsiteY820" fmla="*/ 607573 h 1899958"/>
                    <a:gd name="connsiteX821" fmla="*/ 1057498 w 1616022"/>
                    <a:gd name="connsiteY821" fmla="*/ 604840 h 1899958"/>
                    <a:gd name="connsiteX822" fmla="*/ 1060231 w 1616022"/>
                    <a:gd name="connsiteY822" fmla="*/ 604840 h 1899958"/>
                    <a:gd name="connsiteX823" fmla="*/ 1060231 w 1616022"/>
                    <a:gd name="connsiteY823" fmla="*/ 602251 h 1899958"/>
                    <a:gd name="connsiteX824" fmla="*/ 1062677 w 1616022"/>
                    <a:gd name="connsiteY824" fmla="*/ 602251 h 1899958"/>
                    <a:gd name="connsiteX825" fmla="*/ 1062677 w 1616022"/>
                    <a:gd name="connsiteY825" fmla="*/ 599806 h 1899958"/>
                    <a:gd name="connsiteX826" fmla="*/ 1065266 w 1616022"/>
                    <a:gd name="connsiteY826" fmla="*/ 599806 h 1899958"/>
                    <a:gd name="connsiteX827" fmla="*/ 1065266 w 1616022"/>
                    <a:gd name="connsiteY827" fmla="*/ 597360 h 1899958"/>
                    <a:gd name="connsiteX828" fmla="*/ 1057498 w 1616022"/>
                    <a:gd name="connsiteY828" fmla="*/ 597360 h 1899958"/>
                    <a:gd name="connsiteX829" fmla="*/ 1060231 w 1616022"/>
                    <a:gd name="connsiteY829" fmla="*/ 599806 h 1899958"/>
                    <a:gd name="connsiteX830" fmla="*/ 1047286 w 1616022"/>
                    <a:gd name="connsiteY830" fmla="*/ 599806 h 1899958"/>
                    <a:gd name="connsiteX831" fmla="*/ 1047286 w 1616022"/>
                    <a:gd name="connsiteY831" fmla="*/ 597360 h 1899958"/>
                    <a:gd name="connsiteX832" fmla="*/ 1050019 w 1616022"/>
                    <a:gd name="connsiteY832" fmla="*/ 597360 h 1899958"/>
                    <a:gd name="connsiteX833" fmla="*/ 1050019 w 1616022"/>
                    <a:gd name="connsiteY833" fmla="*/ 594771 h 1899958"/>
                    <a:gd name="connsiteX834" fmla="*/ 1052464 w 1616022"/>
                    <a:gd name="connsiteY834" fmla="*/ 594771 h 1899958"/>
                    <a:gd name="connsiteX835" fmla="*/ 1052464 w 1616022"/>
                    <a:gd name="connsiteY835" fmla="*/ 592038 h 1899958"/>
                    <a:gd name="connsiteX836" fmla="*/ 1050019 w 1616022"/>
                    <a:gd name="connsiteY836" fmla="*/ 592038 h 1899958"/>
                    <a:gd name="connsiteX837" fmla="*/ 1050019 w 1616022"/>
                    <a:gd name="connsiteY837" fmla="*/ 589161 h 1899958"/>
                    <a:gd name="connsiteX838" fmla="*/ 1052464 w 1616022"/>
                    <a:gd name="connsiteY838" fmla="*/ 589161 h 1899958"/>
                    <a:gd name="connsiteX839" fmla="*/ 1052464 w 1616022"/>
                    <a:gd name="connsiteY839" fmla="*/ 586716 h 1899958"/>
                    <a:gd name="connsiteX840" fmla="*/ 1057498 w 1616022"/>
                    <a:gd name="connsiteY840" fmla="*/ 586716 h 1899958"/>
                    <a:gd name="connsiteX841" fmla="*/ 1060231 w 1616022"/>
                    <a:gd name="connsiteY841" fmla="*/ 584127 h 1899958"/>
                    <a:gd name="connsiteX842" fmla="*/ 1062677 w 1616022"/>
                    <a:gd name="connsiteY842" fmla="*/ 584127 h 1899958"/>
                    <a:gd name="connsiteX843" fmla="*/ 1062677 w 1616022"/>
                    <a:gd name="connsiteY843" fmla="*/ 581394 h 1899958"/>
                    <a:gd name="connsiteX844" fmla="*/ 1065266 w 1616022"/>
                    <a:gd name="connsiteY844" fmla="*/ 581394 h 1899958"/>
                    <a:gd name="connsiteX845" fmla="*/ 1062677 w 1616022"/>
                    <a:gd name="connsiteY845" fmla="*/ 578949 h 1899958"/>
                    <a:gd name="connsiteX846" fmla="*/ 1062677 w 1616022"/>
                    <a:gd name="connsiteY846" fmla="*/ 576504 h 1899958"/>
                    <a:gd name="connsiteX847" fmla="*/ 1060231 w 1616022"/>
                    <a:gd name="connsiteY847" fmla="*/ 576504 h 1899958"/>
                    <a:gd name="connsiteX848" fmla="*/ 1060231 w 1616022"/>
                    <a:gd name="connsiteY848" fmla="*/ 578949 h 1899958"/>
                    <a:gd name="connsiteX849" fmla="*/ 1050019 w 1616022"/>
                    <a:gd name="connsiteY849" fmla="*/ 578949 h 1899958"/>
                    <a:gd name="connsiteX850" fmla="*/ 1047286 w 1616022"/>
                    <a:gd name="connsiteY850" fmla="*/ 581394 h 1899958"/>
                    <a:gd name="connsiteX851" fmla="*/ 1042252 w 1616022"/>
                    <a:gd name="connsiteY851" fmla="*/ 581394 h 1899958"/>
                    <a:gd name="connsiteX852" fmla="*/ 1042252 w 1616022"/>
                    <a:gd name="connsiteY852" fmla="*/ 584127 h 1899958"/>
                    <a:gd name="connsiteX853" fmla="*/ 1037074 w 1616022"/>
                    <a:gd name="connsiteY853" fmla="*/ 584127 h 1899958"/>
                    <a:gd name="connsiteX854" fmla="*/ 1037074 w 1616022"/>
                    <a:gd name="connsiteY854" fmla="*/ 581394 h 1899958"/>
                    <a:gd name="connsiteX855" fmla="*/ 1032039 w 1616022"/>
                    <a:gd name="connsiteY855" fmla="*/ 581394 h 1899958"/>
                    <a:gd name="connsiteX856" fmla="*/ 1032039 w 1616022"/>
                    <a:gd name="connsiteY856" fmla="*/ 578949 h 1899958"/>
                    <a:gd name="connsiteX857" fmla="*/ 1035635 w 1616022"/>
                    <a:gd name="connsiteY857" fmla="*/ 578949 h 1899958"/>
                    <a:gd name="connsiteX858" fmla="*/ 1035635 w 1616022"/>
                    <a:gd name="connsiteY858" fmla="*/ 576504 h 1899958"/>
                    <a:gd name="connsiteX859" fmla="*/ 1038081 w 1616022"/>
                    <a:gd name="connsiteY859" fmla="*/ 576504 h 1899958"/>
                    <a:gd name="connsiteX860" fmla="*/ 1038081 w 1616022"/>
                    <a:gd name="connsiteY860" fmla="*/ 568736 h 1899958"/>
                    <a:gd name="connsiteX861" fmla="*/ 1035635 w 1616022"/>
                    <a:gd name="connsiteY861" fmla="*/ 568736 h 1899958"/>
                    <a:gd name="connsiteX862" fmla="*/ 1035635 w 1616022"/>
                    <a:gd name="connsiteY862" fmla="*/ 563846 h 1899958"/>
                    <a:gd name="connsiteX863" fmla="*/ 1033046 w 1616022"/>
                    <a:gd name="connsiteY863" fmla="*/ 563846 h 1899958"/>
                    <a:gd name="connsiteX864" fmla="*/ 1033046 w 1616022"/>
                    <a:gd name="connsiteY864" fmla="*/ 560394 h 1899958"/>
                    <a:gd name="connsiteX865" fmla="*/ 1035635 w 1616022"/>
                    <a:gd name="connsiteY865" fmla="*/ 560394 h 1899958"/>
                    <a:gd name="connsiteX866" fmla="*/ 1035635 w 1616022"/>
                    <a:gd name="connsiteY866" fmla="*/ 557949 h 1899958"/>
                    <a:gd name="connsiteX867" fmla="*/ 1030601 w 1616022"/>
                    <a:gd name="connsiteY867" fmla="*/ 557949 h 1899958"/>
                    <a:gd name="connsiteX868" fmla="*/ 1030601 w 1616022"/>
                    <a:gd name="connsiteY868" fmla="*/ 560394 h 1899958"/>
                    <a:gd name="connsiteX869" fmla="*/ 1028156 w 1616022"/>
                    <a:gd name="connsiteY869" fmla="*/ 560394 h 1899958"/>
                    <a:gd name="connsiteX870" fmla="*/ 1028156 w 1616022"/>
                    <a:gd name="connsiteY870" fmla="*/ 557949 h 1899958"/>
                    <a:gd name="connsiteX871" fmla="*/ 1030601 w 1616022"/>
                    <a:gd name="connsiteY871" fmla="*/ 557949 h 1899958"/>
                    <a:gd name="connsiteX872" fmla="*/ 1030601 w 1616022"/>
                    <a:gd name="connsiteY872" fmla="*/ 555503 h 1899958"/>
                    <a:gd name="connsiteX873" fmla="*/ 1028156 w 1616022"/>
                    <a:gd name="connsiteY873" fmla="*/ 555503 h 1899958"/>
                    <a:gd name="connsiteX874" fmla="*/ 1028156 w 1616022"/>
                    <a:gd name="connsiteY874" fmla="*/ 546010 h 1899958"/>
                    <a:gd name="connsiteX875" fmla="*/ 1025423 w 1616022"/>
                    <a:gd name="connsiteY875" fmla="*/ 546010 h 1899958"/>
                    <a:gd name="connsiteX876" fmla="*/ 1022833 w 1616022"/>
                    <a:gd name="connsiteY876" fmla="*/ 548455 h 1899958"/>
                    <a:gd name="connsiteX877" fmla="*/ 1022833 w 1616022"/>
                    <a:gd name="connsiteY877" fmla="*/ 546010 h 1899958"/>
                    <a:gd name="connsiteX878" fmla="*/ 1020388 w 1616022"/>
                    <a:gd name="connsiteY878" fmla="*/ 546010 h 1899958"/>
                    <a:gd name="connsiteX879" fmla="*/ 1020388 w 1616022"/>
                    <a:gd name="connsiteY879" fmla="*/ 540832 h 1899958"/>
                    <a:gd name="connsiteX880" fmla="*/ 1015210 w 1616022"/>
                    <a:gd name="connsiteY880" fmla="*/ 540832 h 1899958"/>
                    <a:gd name="connsiteX881" fmla="*/ 1012765 w 1616022"/>
                    <a:gd name="connsiteY881" fmla="*/ 538243 h 1899958"/>
                    <a:gd name="connsiteX882" fmla="*/ 1012765 w 1616022"/>
                    <a:gd name="connsiteY882" fmla="*/ 533352 h 1899958"/>
                    <a:gd name="connsiteX883" fmla="*/ 1015210 w 1616022"/>
                    <a:gd name="connsiteY883" fmla="*/ 533352 h 1899958"/>
                    <a:gd name="connsiteX884" fmla="*/ 1017943 w 1616022"/>
                    <a:gd name="connsiteY884" fmla="*/ 530619 h 1899958"/>
                    <a:gd name="connsiteX885" fmla="*/ 1017943 w 1616022"/>
                    <a:gd name="connsiteY885" fmla="*/ 528030 h 1899958"/>
                    <a:gd name="connsiteX886" fmla="*/ 1020388 w 1616022"/>
                    <a:gd name="connsiteY886" fmla="*/ 528030 h 1899958"/>
                    <a:gd name="connsiteX887" fmla="*/ 1020388 w 1616022"/>
                    <a:gd name="connsiteY887" fmla="*/ 525585 h 1899958"/>
                    <a:gd name="connsiteX888" fmla="*/ 1022833 w 1616022"/>
                    <a:gd name="connsiteY888" fmla="*/ 525585 h 1899958"/>
                    <a:gd name="connsiteX889" fmla="*/ 1022833 w 1616022"/>
                    <a:gd name="connsiteY889" fmla="*/ 523140 h 1899958"/>
                    <a:gd name="connsiteX890" fmla="*/ 1025423 w 1616022"/>
                    <a:gd name="connsiteY890" fmla="*/ 523140 h 1899958"/>
                    <a:gd name="connsiteX891" fmla="*/ 1025423 w 1616022"/>
                    <a:gd name="connsiteY891" fmla="*/ 520407 h 1899958"/>
                    <a:gd name="connsiteX892" fmla="*/ 1030601 w 1616022"/>
                    <a:gd name="connsiteY892" fmla="*/ 520407 h 1899958"/>
                    <a:gd name="connsiteX893" fmla="*/ 1030601 w 1616022"/>
                    <a:gd name="connsiteY893" fmla="*/ 515372 h 1899958"/>
                    <a:gd name="connsiteX894" fmla="*/ 1025423 w 1616022"/>
                    <a:gd name="connsiteY894" fmla="*/ 515372 h 1899958"/>
                    <a:gd name="connsiteX895" fmla="*/ 1025423 w 1616022"/>
                    <a:gd name="connsiteY895" fmla="*/ 517242 h 1899958"/>
                    <a:gd name="connsiteX896" fmla="*/ 1020388 w 1616022"/>
                    <a:gd name="connsiteY896" fmla="*/ 517242 h 1899958"/>
                    <a:gd name="connsiteX897" fmla="*/ 1020388 w 1616022"/>
                    <a:gd name="connsiteY897" fmla="*/ 519831 h 1899958"/>
                    <a:gd name="connsiteX898" fmla="*/ 1017943 w 1616022"/>
                    <a:gd name="connsiteY898" fmla="*/ 519831 h 1899958"/>
                    <a:gd name="connsiteX899" fmla="*/ 1017943 w 1616022"/>
                    <a:gd name="connsiteY899" fmla="*/ 517242 h 1899958"/>
                    <a:gd name="connsiteX900" fmla="*/ 1012765 w 1616022"/>
                    <a:gd name="connsiteY900" fmla="*/ 517242 h 1899958"/>
                    <a:gd name="connsiteX901" fmla="*/ 1010176 w 1616022"/>
                    <a:gd name="connsiteY901" fmla="*/ 519831 h 1899958"/>
                    <a:gd name="connsiteX902" fmla="*/ 1006867 w 1616022"/>
                    <a:gd name="connsiteY902" fmla="*/ 519831 h 1899958"/>
                    <a:gd name="connsiteX903" fmla="*/ 1006867 w 1616022"/>
                    <a:gd name="connsiteY903" fmla="*/ 517242 h 1899958"/>
                    <a:gd name="connsiteX904" fmla="*/ 1001690 w 1616022"/>
                    <a:gd name="connsiteY904" fmla="*/ 517242 h 1899958"/>
                    <a:gd name="connsiteX905" fmla="*/ 1001690 w 1616022"/>
                    <a:gd name="connsiteY905" fmla="*/ 514797 h 1899958"/>
                    <a:gd name="connsiteX906" fmla="*/ 1004135 w 1616022"/>
                    <a:gd name="connsiteY906" fmla="*/ 514797 h 1899958"/>
                    <a:gd name="connsiteX907" fmla="*/ 1004135 w 1616022"/>
                    <a:gd name="connsiteY907" fmla="*/ 512352 h 1899958"/>
                    <a:gd name="connsiteX908" fmla="*/ 999100 w 1616022"/>
                    <a:gd name="connsiteY908" fmla="*/ 512352 h 1899958"/>
                    <a:gd name="connsiteX909" fmla="*/ 999100 w 1616022"/>
                    <a:gd name="connsiteY909" fmla="*/ 519831 h 1899958"/>
                    <a:gd name="connsiteX910" fmla="*/ 996655 w 1616022"/>
                    <a:gd name="connsiteY910" fmla="*/ 519831 h 1899958"/>
                    <a:gd name="connsiteX911" fmla="*/ 996655 w 1616022"/>
                    <a:gd name="connsiteY911" fmla="*/ 522564 h 1899958"/>
                    <a:gd name="connsiteX912" fmla="*/ 993922 w 1616022"/>
                    <a:gd name="connsiteY912" fmla="*/ 522564 h 1899958"/>
                    <a:gd name="connsiteX913" fmla="*/ 993922 w 1616022"/>
                    <a:gd name="connsiteY913" fmla="*/ 514797 h 1899958"/>
                    <a:gd name="connsiteX914" fmla="*/ 992484 w 1616022"/>
                    <a:gd name="connsiteY914" fmla="*/ 514797 h 1899958"/>
                    <a:gd name="connsiteX915" fmla="*/ 992484 w 1616022"/>
                    <a:gd name="connsiteY915" fmla="*/ 509619 h 1899958"/>
                    <a:gd name="connsiteX916" fmla="*/ 994929 w 1616022"/>
                    <a:gd name="connsiteY916" fmla="*/ 509619 h 1899958"/>
                    <a:gd name="connsiteX917" fmla="*/ 997662 w 1616022"/>
                    <a:gd name="connsiteY917" fmla="*/ 507030 h 1899958"/>
                    <a:gd name="connsiteX918" fmla="*/ 997662 w 1616022"/>
                    <a:gd name="connsiteY918" fmla="*/ 504584 h 1899958"/>
                    <a:gd name="connsiteX919" fmla="*/ 994929 w 1616022"/>
                    <a:gd name="connsiteY919" fmla="*/ 504584 h 1899958"/>
                    <a:gd name="connsiteX920" fmla="*/ 994929 w 1616022"/>
                    <a:gd name="connsiteY920" fmla="*/ 499550 h 1899958"/>
                    <a:gd name="connsiteX921" fmla="*/ 992484 w 1616022"/>
                    <a:gd name="connsiteY921" fmla="*/ 499550 h 1899958"/>
                    <a:gd name="connsiteX922" fmla="*/ 992484 w 1616022"/>
                    <a:gd name="connsiteY922" fmla="*/ 502858 h 1899958"/>
                    <a:gd name="connsiteX923" fmla="*/ 987449 w 1616022"/>
                    <a:gd name="connsiteY923" fmla="*/ 502858 h 1899958"/>
                    <a:gd name="connsiteX924" fmla="*/ 987449 w 1616022"/>
                    <a:gd name="connsiteY924" fmla="*/ 505304 h 1899958"/>
                    <a:gd name="connsiteX925" fmla="*/ 984716 w 1616022"/>
                    <a:gd name="connsiteY925" fmla="*/ 505304 h 1899958"/>
                    <a:gd name="connsiteX926" fmla="*/ 982271 w 1616022"/>
                    <a:gd name="connsiteY926" fmla="*/ 502858 h 1899958"/>
                    <a:gd name="connsiteX927" fmla="*/ 979682 w 1616022"/>
                    <a:gd name="connsiteY927" fmla="*/ 502858 h 1899958"/>
                    <a:gd name="connsiteX928" fmla="*/ 979682 w 1616022"/>
                    <a:gd name="connsiteY928" fmla="*/ 495091 h 1899958"/>
                    <a:gd name="connsiteX929" fmla="*/ 977237 w 1616022"/>
                    <a:gd name="connsiteY929" fmla="*/ 495091 h 1899958"/>
                    <a:gd name="connsiteX930" fmla="*/ 977237 w 1616022"/>
                    <a:gd name="connsiteY930" fmla="*/ 492646 h 1899958"/>
                    <a:gd name="connsiteX931" fmla="*/ 974504 w 1616022"/>
                    <a:gd name="connsiteY931" fmla="*/ 492646 h 1899958"/>
                    <a:gd name="connsiteX932" fmla="*/ 974504 w 1616022"/>
                    <a:gd name="connsiteY932" fmla="*/ 490057 h 1899958"/>
                    <a:gd name="connsiteX933" fmla="*/ 972058 w 1616022"/>
                    <a:gd name="connsiteY933" fmla="*/ 490057 h 1899958"/>
                    <a:gd name="connsiteX934" fmla="*/ 972058 w 1616022"/>
                    <a:gd name="connsiteY934" fmla="*/ 487324 h 1899958"/>
                    <a:gd name="connsiteX935" fmla="*/ 984716 w 1616022"/>
                    <a:gd name="connsiteY935" fmla="*/ 487324 h 1899958"/>
                    <a:gd name="connsiteX936" fmla="*/ 984716 w 1616022"/>
                    <a:gd name="connsiteY936" fmla="*/ 484879 h 1899958"/>
                    <a:gd name="connsiteX937" fmla="*/ 987449 w 1616022"/>
                    <a:gd name="connsiteY937" fmla="*/ 484879 h 1899958"/>
                    <a:gd name="connsiteX938" fmla="*/ 987449 w 1616022"/>
                    <a:gd name="connsiteY938" fmla="*/ 482433 h 1899958"/>
                    <a:gd name="connsiteX939" fmla="*/ 989895 w 1616022"/>
                    <a:gd name="connsiteY939" fmla="*/ 482433 h 1899958"/>
                    <a:gd name="connsiteX940" fmla="*/ 989895 w 1616022"/>
                    <a:gd name="connsiteY940" fmla="*/ 479844 h 1899958"/>
                    <a:gd name="connsiteX941" fmla="*/ 984716 w 1616022"/>
                    <a:gd name="connsiteY941" fmla="*/ 479844 h 1899958"/>
                    <a:gd name="connsiteX942" fmla="*/ 984716 w 1616022"/>
                    <a:gd name="connsiteY942" fmla="*/ 477112 h 1899958"/>
                    <a:gd name="connsiteX943" fmla="*/ 982271 w 1616022"/>
                    <a:gd name="connsiteY943" fmla="*/ 477112 h 1899958"/>
                    <a:gd name="connsiteX944" fmla="*/ 982271 w 1616022"/>
                    <a:gd name="connsiteY944" fmla="*/ 472221 h 1899958"/>
                    <a:gd name="connsiteX945" fmla="*/ 977237 w 1616022"/>
                    <a:gd name="connsiteY945" fmla="*/ 472221 h 1899958"/>
                    <a:gd name="connsiteX946" fmla="*/ 977237 w 1616022"/>
                    <a:gd name="connsiteY946" fmla="*/ 469776 h 1899958"/>
                    <a:gd name="connsiteX947" fmla="*/ 974504 w 1616022"/>
                    <a:gd name="connsiteY947" fmla="*/ 469776 h 1899958"/>
                    <a:gd name="connsiteX948" fmla="*/ 972058 w 1616022"/>
                    <a:gd name="connsiteY948" fmla="*/ 467043 h 1899958"/>
                    <a:gd name="connsiteX949" fmla="*/ 972058 w 1616022"/>
                    <a:gd name="connsiteY949" fmla="*/ 462008 h 1899958"/>
                    <a:gd name="connsiteX950" fmla="*/ 969469 w 1616022"/>
                    <a:gd name="connsiteY950" fmla="*/ 462008 h 1899958"/>
                    <a:gd name="connsiteX951" fmla="*/ 969469 w 1616022"/>
                    <a:gd name="connsiteY951" fmla="*/ 464454 h 1899958"/>
                    <a:gd name="connsiteX952" fmla="*/ 967024 w 1616022"/>
                    <a:gd name="connsiteY952" fmla="*/ 464454 h 1899958"/>
                    <a:gd name="connsiteX953" fmla="*/ 967024 w 1616022"/>
                    <a:gd name="connsiteY953" fmla="*/ 462008 h 1899958"/>
                    <a:gd name="connsiteX954" fmla="*/ 963716 w 1616022"/>
                    <a:gd name="connsiteY954" fmla="*/ 462008 h 1899958"/>
                    <a:gd name="connsiteX955" fmla="*/ 963716 w 1616022"/>
                    <a:gd name="connsiteY955" fmla="*/ 451796 h 1899958"/>
                    <a:gd name="connsiteX956" fmla="*/ 966449 w 1616022"/>
                    <a:gd name="connsiteY956" fmla="*/ 449351 h 1899958"/>
                    <a:gd name="connsiteX957" fmla="*/ 966449 w 1616022"/>
                    <a:gd name="connsiteY957" fmla="*/ 444029 h 1899958"/>
                    <a:gd name="connsiteX958" fmla="*/ 963716 w 1616022"/>
                    <a:gd name="connsiteY958" fmla="*/ 444029 h 1899958"/>
                    <a:gd name="connsiteX959" fmla="*/ 963716 w 1616022"/>
                    <a:gd name="connsiteY959" fmla="*/ 441583 h 1899958"/>
                    <a:gd name="connsiteX960" fmla="*/ 966449 w 1616022"/>
                    <a:gd name="connsiteY960" fmla="*/ 439138 h 1899958"/>
                    <a:gd name="connsiteX961" fmla="*/ 968894 w 1616022"/>
                    <a:gd name="connsiteY961" fmla="*/ 439138 h 1899958"/>
                    <a:gd name="connsiteX962" fmla="*/ 968894 w 1616022"/>
                    <a:gd name="connsiteY962" fmla="*/ 436405 h 1899958"/>
                    <a:gd name="connsiteX963" fmla="*/ 971483 w 1616022"/>
                    <a:gd name="connsiteY963" fmla="*/ 436405 h 1899958"/>
                    <a:gd name="connsiteX964" fmla="*/ 971483 w 1616022"/>
                    <a:gd name="connsiteY964" fmla="*/ 433816 h 1899958"/>
                    <a:gd name="connsiteX965" fmla="*/ 966449 w 1616022"/>
                    <a:gd name="connsiteY965" fmla="*/ 433816 h 1899958"/>
                    <a:gd name="connsiteX966" fmla="*/ 966449 w 1616022"/>
                    <a:gd name="connsiteY966" fmla="*/ 421158 h 1899958"/>
                    <a:gd name="connsiteX967" fmla="*/ 963716 w 1616022"/>
                    <a:gd name="connsiteY967" fmla="*/ 421158 h 1899958"/>
                    <a:gd name="connsiteX968" fmla="*/ 963716 w 1616022"/>
                    <a:gd name="connsiteY968" fmla="*/ 418713 h 1899958"/>
                    <a:gd name="connsiteX969" fmla="*/ 961271 w 1616022"/>
                    <a:gd name="connsiteY969" fmla="*/ 418713 h 1899958"/>
                    <a:gd name="connsiteX970" fmla="*/ 963716 w 1616022"/>
                    <a:gd name="connsiteY970" fmla="*/ 416556 h 1899958"/>
                    <a:gd name="connsiteX971" fmla="*/ 961271 w 1616022"/>
                    <a:gd name="connsiteY971" fmla="*/ 416556 h 1899958"/>
                    <a:gd name="connsiteX972" fmla="*/ 961271 w 1616022"/>
                    <a:gd name="connsiteY972" fmla="*/ 413823 h 1899958"/>
                    <a:gd name="connsiteX973" fmla="*/ 966449 w 1616022"/>
                    <a:gd name="connsiteY973" fmla="*/ 413823 h 1899958"/>
                    <a:gd name="connsiteX974" fmla="*/ 966449 w 1616022"/>
                    <a:gd name="connsiteY974" fmla="*/ 403610 h 1899958"/>
                    <a:gd name="connsiteX975" fmla="*/ 963716 w 1616022"/>
                    <a:gd name="connsiteY975" fmla="*/ 403610 h 1899958"/>
                    <a:gd name="connsiteX976" fmla="*/ 963716 w 1616022"/>
                    <a:gd name="connsiteY976" fmla="*/ 393398 h 1899958"/>
                    <a:gd name="connsiteX977" fmla="*/ 958682 w 1616022"/>
                    <a:gd name="connsiteY977" fmla="*/ 393398 h 1899958"/>
                    <a:gd name="connsiteX978" fmla="*/ 958682 w 1616022"/>
                    <a:gd name="connsiteY978" fmla="*/ 403610 h 1899958"/>
                    <a:gd name="connsiteX979" fmla="*/ 956237 w 1616022"/>
                    <a:gd name="connsiteY979" fmla="*/ 403610 h 1899958"/>
                    <a:gd name="connsiteX980" fmla="*/ 956237 w 1616022"/>
                    <a:gd name="connsiteY980" fmla="*/ 396274 h 1899958"/>
                    <a:gd name="connsiteX981" fmla="*/ 953791 w 1616022"/>
                    <a:gd name="connsiteY981" fmla="*/ 396274 h 1899958"/>
                    <a:gd name="connsiteX982" fmla="*/ 953791 w 1616022"/>
                    <a:gd name="connsiteY982" fmla="*/ 387788 h 1899958"/>
                    <a:gd name="connsiteX983" fmla="*/ 956237 w 1616022"/>
                    <a:gd name="connsiteY983" fmla="*/ 385343 h 1899958"/>
                    <a:gd name="connsiteX984" fmla="*/ 956237 w 1616022"/>
                    <a:gd name="connsiteY984" fmla="*/ 382466 h 1899958"/>
                    <a:gd name="connsiteX985" fmla="*/ 958682 w 1616022"/>
                    <a:gd name="connsiteY985" fmla="*/ 382466 h 1899958"/>
                    <a:gd name="connsiteX986" fmla="*/ 961271 w 1616022"/>
                    <a:gd name="connsiteY986" fmla="*/ 380021 h 1899958"/>
                    <a:gd name="connsiteX987" fmla="*/ 958682 w 1616022"/>
                    <a:gd name="connsiteY987" fmla="*/ 377575 h 1899958"/>
                    <a:gd name="connsiteX988" fmla="*/ 958682 w 1616022"/>
                    <a:gd name="connsiteY988" fmla="*/ 375130 h 1899958"/>
                    <a:gd name="connsiteX989" fmla="*/ 956237 w 1616022"/>
                    <a:gd name="connsiteY989" fmla="*/ 372397 h 1899958"/>
                    <a:gd name="connsiteX990" fmla="*/ 956237 w 1616022"/>
                    <a:gd name="connsiteY990" fmla="*/ 375130 h 1899958"/>
                    <a:gd name="connsiteX991" fmla="*/ 953791 w 1616022"/>
                    <a:gd name="connsiteY991" fmla="*/ 375130 h 1899958"/>
                    <a:gd name="connsiteX992" fmla="*/ 953791 w 1616022"/>
                    <a:gd name="connsiteY992" fmla="*/ 369808 h 1899958"/>
                    <a:gd name="connsiteX993" fmla="*/ 951058 w 1616022"/>
                    <a:gd name="connsiteY993" fmla="*/ 369808 h 1899958"/>
                    <a:gd name="connsiteX994" fmla="*/ 951058 w 1616022"/>
                    <a:gd name="connsiteY994" fmla="*/ 362185 h 1899958"/>
                    <a:gd name="connsiteX995" fmla="*/ 948469 w 1616022"/>
                    <a:gd name="connsiteY995" fmla="*/ 362185 h 1899958"/>
                    <a:gd name="connsiteX996" fmla="*/ 948469 w 1616022"/>
                    <a:gd name="connsiteY996" fmla="*/ 359020 h 1899958"/>
                    <a:gd name="connsiteX997" fmla="*/ 951058 w 1616022"/>
                    <a:gd name="connsiteY997" fmla="*/ 359020 h 1899958"/>
                    <a:gd name="connsiteX998" fmla="*/ 951058 w 1616022"/>
                    <a:gd name="connsiteY998" fmla="*/ 354130 h 1899958"/>
                    <a:gd name="connsiteX999" fmla="*/ 953791 w 1616022"/>
                    <a:gd name="connsiteY999" fmla="*/ 354130 h 1899958"/>
                    <a:gd name="connsiteX1000" fmla="*/ 953791 w 1616022"/>
                    <a:gd name="connsiteY1000" fmla="*/ 338595 h 1899958"/>
                    <a:gd name="connsiteX1001" fmla="*/ 951058 w 1616022"/>
                    <a:gd name="connsiteY1001" fmla="*/ 338595 h 1899958"/>
                    <a:gd name="connsiteX1002" fmla="*/ 951058 w 1616022"/>
                    <a:gd name="connsiteY1002" fmla="*/ 341184 h 1899958"/>
                    <a:gd name="connsiteX1003" fmla="*/ 948469 w 1616022"/>
                    <a:gd name="connsiteY1003" fmla="*/ 341184 h 1899958"/>
                    <a:gd name="connsiteX1004" fmla="*/ 948469 w 1616022"/>
                    <a:gd name="connsiteY1004" fmla="*/ 348808 h 1899958"/>
                    <a:gd name="connsiteX1005" fmla="*/ 946024 w 1616022"/>
                    <a:gd name="connsiteY1005" fmla="*/ 348808 h 1899958"/>
                    <a:gd name="connsiteX1006" fmla="*/ 946024 w 1616022"/>
                    <a:gd name="connsiteY1006" fmla="*/ 346362 h 1899958"/>
                    <a:gd name="connsiteX1007" fmla="*/ 943579 w 1616022"/>
                    <a:gd name="connsiteY1007" fmla="*/ 346362 h 1899958"/>
                    <a:gd name="connsiteX1008" fmla="*/ 943579 w 1616022"/>
                    <a:gd name="connsiteY1008" fmla="*/ 348808 h 1899958"/>
                    <a:gd name="connsiteX1009" fmla="*/ 940846 w 1616022"/>
                    <a:gd name="connsiteY1009" fmla="*/ 348808 h 1899958"/>
                    <a:gd name="connsiteX1010" fmla="*/ 940846 w 1616022"/>
                    <a:gd name="connsiteY1010" fmla="*/ 346362 h 1899958"/>
                    <a:gd name="connsiteX1011" fmla="*/ 935811 w 1616022"/>
                    <a:gd name="connsiteY1011" fmla="*/ 346362 h 1899958"/>
                    <a:gd name="connsiteX1012" fmla="*/ 935811 w 1616022"/>
                    <a:gd name="connsiteY1012" fmla="*/ 344636 h 1899958"/>
                    <a:gd name="connsiteX1013" fmla="*/ 933366 w 1616022"/>
                    <a:gd name="connsiteY1013" fmla="*/ 344636 h 1899958"/>
                    <a:gd name="connsiteX1014" fmla="*/ 933366 w 1616022"/>
                    <a:gd name="connsiteY1014" fmla="*/ 339315 h 1899958"/>
                    <a:gd name="connsiteX1015" fmla="*/ 925599 w 1616022"/>
                    <a:gd name="connsiteY1015" fmla="*/ 339315 h 1899958"/>
                    <a:gd name="connsiteX1016" fmla="*/ 925599 w 1616022"/>
                    <a:gd name="connsiteY1016" fmla="*/ 347082 h 1899958"/>
                    <a:gd name="connsiteX1017" fmla="*/ 923154 w 1616022"/>
                    <a:gd name="connsiteY1017" fmla="*/ 347082 h 1899958"/>
                    <a:gd name="connsiteX1018" fmla="*/ 923154 w 1616022"/>
                    <a:gd name="connsiteY1018" fmla="*/ 344636 h 1899958"/>
                    <a:gd name="connsiteX1019" fmla="*/ 920565 w 1616022"/>
                    <a:gd name="connsiteY1019" fmla="*/ 344636 h 1899958"/>
                    <a:gd name="connsiteX1020" fmla="*/ 920565 w 1616022"/>
                    <a:gd name="connsiteY1020" fmla="*/ 341903 h 1899958"/>
                    <a:gd name="connsiteX1021" fmla="*/ 918119 w 1616022"/>
                    <a:gd name="connsiteY1021" fmla="*/ 341903 h 1899958"/>
                    <a:gd name="connsiteX1022" fmla="*/ 918119 w 1616022"/>
                    <a:gd name="connsiteY1022" fmla="*/ 339315 h 1899958"/>
                    <a:gd name="connsiteX1023" fmla="*/ 915530 w 1616022"/>
                    <a:gd name="connsiteY1023" fmla="*/ 339315 h 1899958"/>
                    <a:gd name="connsiteX1024" fmla="*/ 915530 w 1616022"/>
                    <a:gd name="connsiteY1024" fmla="*/ 336869 h 1899958"/>
                    <a:gd name="connsiteX1025" fmla="*/ 913085 w 1616022"/>
                    <a:gd name="connsiteY1025" fmla="*/ 334424 h 1899958"/>
                    <a:gd name="connsiteX1026" fmla="*/ 913085 w 1616022"/>
                    <a:gd name="connsiteY1026" fmla="*/ 331835 h 1899958"/>
                    <a:gd name="connsiteX1027" fmla="*/ 910352 w 1616022"/>
                    <a:gd name="connsiteY1027" fmla="*/ 331835 h 1899958"/>
                    <a:gd name="connsiteX1028" fmla="*/ 910352 w 1616022"/>
                    <a:gd name="connsiteY1028" fmla="*/ 329102 h 1899958"/>
                    <a:gd name="connsiteX1029" fmla="*/ 907907 w 1616022"/>
                    <a:gd name="connsiteY1029" fmla="*/ 329102 h 1899958"/>
                    <a:gd name="connsiteX1030" fmla="*/ 907907 w 1616022"/>
                    <a:gd name="connsiteY1030" fmla="*/ 326657 h 1899958"/>
                    <a:gd name="connsiteX1031" fmla="*/ 905318 w 1616022"/>
                    <a:gd name="connsiteY1031" fmla="*/ 326657 h 1899958"/>
                    <a:gd name="connsiteX1032" fmla="*/ 905318 w 1616022"/>
                    <a:gd name="connsiteY1032" fmla="*/ 321622 h 1899958"/>
                    <a:gd name="connsiteX1033" fmla="*/ 902872 w 1616022"/>
                    <a:gd name="connsiteY1033" fmla="*/ 321622 h 1899958"/>
                    <a:gd name="connsiteX1034" fmla="*/ 902872 w 1616022"/>
                    <a:gd name="connsiteY1034" fmla="*/ 318890 h 1899958"/>
                    <a:gd name="connsiteX1035" fmla="*/ 900139 w 1616022"/>
                    <a:gd name="connsiteY1035" fmla="*/ 318890 h 1899958"/>
                    <a:gd name="connsiteX1036" fmla="*/ 900139 w 1616022"/>
                    <a:gd name="connsiteY1036" fmla="*/ 321622 h 1899958"/>
                    <a:gd name="connsiteX1037" fmla="*/ 889927 w 1616022"/>
                    <a:gd name="connsiteY1037" fmla="*/ 321622 h 1899958"/>
                    <a:gd name="connsiteX1038" fmla="*/ 889927 w 1616022"/>
                    <a:gd name="connsiteY1038" fmla="*/ 313999 h 1899958"/>
                    <a:gd name="connsiteX1039" fmla="*/ 887482 w 1616022"/>
                    <a:gd name="connsiteY1039" fmla="*/ 313999 h 1899958"/>
                    <a:gd name="connsiteX1040" fmla="*/ 887482 w 1616022"/>
                    <a:gd name="connsiteY1040" fmla="*/ 308677 h 1899958"/>
                    <a:gd name="connsiteX1041" fmla="*/ 889927 w 1616022"/>
                    <a:gd name="connsiteY1041" fmla="*/ 308677 h 1899958"/>
                    <a:gd name="connsiteX1042" fmla="*/ 889927 w 1616022"/>
                    <a:gd name="connsiteY1042" fmla="*/ 303786 h 1899958"/>
                    <a:gd name="connsiteX1043" fmla="*/ 895105 w 1616022"/>
                    <a:gd name="connsiteY1043" fmla="*/ 303786 h 1899958"/>
                    <a:gd name="connsiteX1044" fmla="*/ 895105 w 1616022"/>
                    <a:gd name="connsiteY1044" fmla="*/ 283361 h 1899958"/>
                    <a:gd name="connsiteX1045" fmla="*/ 902872 w 1616022"/>
                    <a:gd name="connsiteY1045" fmla="*/ 283361 h 1899958"/>
                    <a:gd name="connsiteX1046" fmla="*/ 902872 w 1616022"/>
                    <a:gd name="connsiteY1046" fmla="*/ 280916 h 1899958"/>
                    <a:gd name="connsiteX1047" fmla="*/ 900139 w 1616022"/>
                    <a:gd name="connsiteY1047" fmla="*/ 280916 h 1899958"/>
                    <a:gd name="connsiteX1048" fmla="*/ 900139 w 1616022"/>
                    <a:gd name="connsiteY1048" fmla="*/ 272717 h 1899958"/>
                    <a:gd name="connsiteX1049" fmla="*/ 907907 w 1616022"/>
                    <a:gd name="connsiteY1049" fmla="*/ 272717 h 1899958"/>
                    <a:gd name="connsiteX1050" fmla="*/ 907907 w 1616022"/>
                    <a:gd name="connsiteY1050" fmla="*/ 264950 h 1899958"/>
                    <a:gd name="connsiteX1051" fmla="*/ 910352 w 1616022"/>
                    <a:gd name="connsiteY1051" fmla="*/ 264950 h 1899958"/>
                    <a:gd name="connsiteX1052" fmla="*/ 907907 w 1616022"/>
                    <a:gd name="connsiteY1052" fmla="*/ 262505 h 1899958"/>
                    <a:gd name="connsiteX1053" fmla="*/ 905318 w 1616022"/>
                    <a:gd name="connsiteY1053" fmla="*/ 262505 h 1899958"/>
                    <a:gd name="connsiteX1054" fmla="*/ 905318 w 1616022"/>
                    <a:gd name="connsiteY1054" fmla="*/ 258334 h 1899958"/>
                    <a:gd name="connsiteX1055" fmla="*/ 900139 w 1616022"/>
                    <a:gd name="connsiteY1055" fmla="*/ 258334 h 1899958"/>
                    <a:gd name="connsiteX1056" fmla="*/ 900139 w 1616022"/>
                    <a:gd name="connsiteY1056" fmla="*/ 263512 h 1899958"/>
                    <a:gd name="connsiteX1057" fmla="*/ 895105 w 1616022"/>
                    <a:gd name="connsiteY1057" fmla="*/ 263512 h 1899958"/>
                    <a:gd name="connsiteX1058" fmla="*/ 895105 w 1616022"/>
                    <a:gd name="connsiteY1058" fmla="*/ 265957 h 1899958"/>
                    <a:gd name="connsiteX1059" fmla="*/ 892660 w 1616022"/>
                    <a:gd name="connsiteY1059" fmla="*/ 265957 h 1899958"/>
                    <a:gd name="connsiteX1060" fmla="*/ 892660 w 1616022"/>
                    <a:gd name="connsiteY1060" fmla="*/ 263512 h 1899958"/>
                    <a:gd name="connsiteX1061" fmla="*/ 889927 w 1616022"/>
                    <a:gd name="connsiteY1061" fmla="*/ 263512 h 1899958"/>
                    <a:gd name="connsiteX1062" fmla="*/ 889927 w 1616022"/>
                    <a:gd name="connsiteY1062" fmla="*/ 261066 h 1899958"/>
                    <a:gd name="connsiteX1063" fmla="*/ 887482 w 1616022"/>
                    <a:gd name="connsiteY1063" fmla="*/ 261066 h 1899958"/>
                    <a:gd name="connsiteX1064" fmla="*/ 887482 w 1616022"/>
                    <a:gd name="connsiteY1064" fmla="*/ 248121 h 1899958"/>
                    <a:gd name="connsiteX1065" fmla="*/ 892660 w 1616022"/>
                    <a:gd name="connsiteY1065" fmla="*/ 248121 h 1899958"/>
                    <a:gd name="connsiteX1066" fmla="*/ 892660 w 1616022"/>
                    <a:gd name="connsiteY1066" fmla="*/ 245532 h 1899958"/>
                    <a:gd name="connsiteX1067" fmla="*/ 895105 w 1616022"/>
                    <a:gd name="connsiteY1067" fmla="*/ 245532 h 1899958"/>
                    <a:gd name="connsiteX1068" fmla="*/ 895105 w 1616022"/>
                    <a:gd name="connsiteY1068" fmla="*/ 243087 h 1899958"/>
                    <a:gd name="connsiteX1069" fmla="*/ 897694 w 1616022"/>
                    <a:gd name="connsiteY1069" fmla="*/ 243087 h 1899958"/>
                    <a:gd name="connsiteX1070" fmla="*/ 900139 w 1616022"/>
                    <a:gd name="connsiteY1070" fmla="*/ 240641 h 1899958"/>
                    <a:gd name="connsiteX1071" fmla="*/ 900139 w 1616022"/>
                    <a:gd name="connsiteY1071" fmla="*/ 243087 h 1899958"/>
                    <a:gd name="connsiteX1072" fmla="*/ 902872 w 1616022"/>
                    <a:gd name="connsiteY1072" fmla="*/ 240641 h 1899958"/>
                    <a:gd name="connsiteX1073" fmla="*/ 905318 w 1616022"/>
                    <a:gd name="connsiteY1073" fmla="*/ 240641 h 1899958"/>
                    <a:gd name="connsiteX1074" fmla="*/ 905318 w 1616022"/>
                    <a:gd name="connsiteY1074" fmla="*/ 238052 h 1899958"/>
                    <a:gd name="connsiteX1075" fmla="*/ 910352 w 1616022"/>
                    <a:gd name="connsiteY1075" fmla="*/ 238052 h 1899958"/>
                    <a:gd name="connsiteX1076" fmla="*/ 910352 w 1616022"/>
                    <a:gd name="connsiteY1076" fmla="*/ 235319 h 1899958"/>
                    <a:gd name="connsiteX1077" fmla="*/ 913085 w 1616022"/>
                    <a:gd name="connsiteY1077" fmla="*/ 235319 h 1899958"/>
                    <a:gd name="connsiteX1078" fmla="*/ 913085 w 1616022"/>
                    <a:gd name="connsiteY1078" fmla="*/ 232874 h 1899958"/>
                    <a:gd name="connsiteX1079" fmla="*/ 915530 w 1616022"/>
                    <a:gd name="connsiteY1079" fmla="*/ 232874 h 1899958"/>
                    <a:gd name="connsiteX1080" fmla="*/ 915530 w 1616022"/>
                    <a:gd name="connsiteY1080" fmla="*/ 229566 h 1899958"/>
                    <a:gd name="connsiteX1081" fmla="*/ 918119 w 1616022"/>
                    <a:gd name="connsiteY1081" fmla="*/ 227121 h 1899958"/>
                    <a:gd name="connsiteX1082" fmla="*/ 913085 w 1616022"/>
                    <a:gd name="connsiteY1082" fmla="*/ 227121 h 1899958"/>
                    <a:gd name="connsiteX1083" fmla="*/ 913085 w 1616022"/>
                    <a:gd name="connsiteY1083" fmla="*/ 224244 h 1899958"/>
                    <a:gd name="connsiteX1084" fmla="*/ 910352 w 1616022"/>
                    <a:gd name="connsiteY1084" fmla="*/ 224244 h 1899958"/>
                    <a:gd name="connsiteX1085" fmla="*/ 910352 w 1616022"/>
                    <a:gd name="connsiteY1085" fmla="*/ 221799 h 1899958"/>
                    <a:gd name="connsiteX1086" fmla="*/ 907907 w 1616022"/>
                    <a:gd name="connsiteY1086" fmla="*/ 221799 h 1899958"/>
                    <a:gd name="connsiteX1087" fmla="*/ 905318 w 1616022"/>
                    <a:gd name="connsiteY1087" fmla="*/ 219353 h 1899958"/>
                    <a:gd name="connsiteX1088" fmla="*/ 905318 w 1616022"/>
                    <a:gd name="connsiteY1088" fmla="*/ 221799 h 1899958"/>
                    <a:gd name="connsiteX1089" fmla="*/ 900139 w 1616022"/>
                    <a:gd name="connsiteY1089" fmla="*/ 221799 h 1899958"/>
                    <a:gd name="connsiteX1090" fmla="*/ 900139 w 1616022"/>
                    <a:gd name="connsiteY1090" fmla="*/ 219353 h 1899958"/>
                    <a:gd name="connsiteX1091" fmla="*/ 897694 w 1616022"/>
                    <a:gd name="connsiteY1091" fmla="*/ 219353 h 1899958"/>
                    <a:gd name="connsiteX1092" fmla="*/ 897694 w 1616022"/>
                    <a:gd name="connsiteY1092" fmla="*/ 221799 h 1899958"/>
                    <a:gd name="connsiteX1093" fmla="*/ 895105 w 1616022"/>
                    <a:gd name="connsiteY1093" fmla="*/ 221799 h 1899958"/>
                    <a:gd name="connsiteX1094" fmla="*/ 895105 w 1616022"/>
                    <a:gd name="connsiteY1094" fmla="*/ 227121 h 1899958"/>
                    <a:gd name="connsiteX1095" fmla="*/ 892660 w 1616022"/>
                    <a:gd name="connsiteY1095" fmla="*/ 227121 h 1899958"/>
                    <a:gd name="connsiteX1096" fmla="*/ 892660 w 1616022"/>
                    <a:gd name="connsiteY1096" fmla="*/ 229566 h 1899958"/>
                    <a:gd name="connsiteX1097" fmla="*/ 887482 w 1616022"/>
                    <a:gd name="connsiteY1097" fmla="*/ 229566 h 1899958"/>
                    <a:gd name="connsiteX1098" fmla="*/ 887482 w 1616022"/>
                    <a:gd name="connsiteY1098" fmla="*/ 232011 h 1899958"/>
                    <a:gd name="connsiteX1099" fmla="*/ 884893 w 1616022"/>
                    <a:gd name="connsiteY1099" fmla="*/ 232011 h 1899958"/>
                    <a:gd name="connsiteX1100" fmla="*/ 884893 w 1616022"/>
                    <a:gd name="connsiteY1100" fmla="*/ 234456 h 1899958"/>
                    <a:gd name="connsiteX1101" fmla="*/ 882448 w 1616022"/>
                    <a:gd name="connsiteY1101" fmla="*/ 234456 h 1899958"/>
                    <a:gd name="connsiteX1102" fmla="*/ 884893 w 1616022"/>
                    <a:gd name="connsiteY1102" fmla="*/ 237189 h 1899958"/>
                    <a:gd name="connsiteX1103" fmla="*/ 882448 w 1616022"/>
                    <a:gd name="connsiteY1103" fmla="*/ 237189 h 1899958"/>
                    <a:gd name="connsiteX1104" fmla="*/ 882448 w 1616022"/>
                    <a:gd name="connsiteY1104" fmla="*/ 242224 h 1899958"/>
                    <a:gd name="connsiteX1105" fmla="*/ 877413 w 1616022"/>
                    <a:gd name="connsiteY1105" fmla="*/ 242224 h 1899958"/>
                    <a:gd name="connsiteX1106" fmla="*/ 877413 w 1616022"/>
                    <a:gd name="connsiteY1106" fmla="*/ 239778 h 1899958"/>
                    <a:gd name="connsiteX1107" fmla="*/ 874824 w 1616022"/>
                    <a:gd name="connsiteY1107" fmla="*/ 242224 h 1899958"/>
                    <a:gd name="connsiteX1108" fmla="*/ 872379 w 1616022"/>
                    <a:gd name="connsiteY1108" fmla="*/ 239778 h 1899958"/>
                    <a:gd name="connsiteX1109" fmla="*/ 872379 w 1616022"/>
                    <a:gd name="connsiteY1109" fmla="*/ 234456 h 1899958"/>
                    <a:gd name="connsiteX1110" fmla="*/ 869934 w 1616022"/>
                    <a:gd name="connsiteY1110" fmla="*/ 234456 h 1899958"/>
                    <a:gd name="connsiteX1111" fmla="*/ 869934 w 1616022"/>
                    <a:gd name="connsiteY1111" fmla="*/ 232011 h 1899958"/>
                    <a:gd name="connsiteX1112" fmla="*/ 867201 w 1616022"/>
                    <a:gd name="connsiteY1112" fmla="*/ 232011 h 1899958"/>
                    <a:gd name="connsiteX1113" fmla="*/ 864611 w 1616022"/>
                    <a:gd name="connsiteY1113" fmla="*/ 229566 h 1899958"/>
                    <a:gd name="connsiteX1114" fmla="*/ 864611 w 1616022"/>
                    <a:gd name="connsiteY1114" fmla="*/ 232011 h 1899958"/>
                    <a:gd name="connsiteX1115" fmla="*/ 856988 w 1616022"/>
                    <a:gd name="connsiteY1115" fmla="*/ 232011 h 1899958"/>
                    <a:gd name="connsiteX1116" fmla="*/ 856988 w 1616022"/>
                    <a:gd name="connsiteY1116" fmla="*/ 234456 h 1899958"/>
                    <a:gd name="connsiteX1117" fmla="*/ 854399 w 1616022"/>
                    <a:gd name="connsiteY1117" fmla="*/ 234456 h 1899958"/>
                    <a:gd name="connsiteX1118" fmla="*/ 854399 w 1616022"/>
                    <a:gd name="connsiteY1118" fmla="*/ 237189 h 1899958"/>
                    <a:gd name="connsiteX1119" fmla="*/ 846775 w 1616022"/>
                    <a:gd name="connsiteY1119" fmla="*/ 237189 h 1899958"/>
                    <a:gd name="connsiteX1120" fmla="*/ 846775 w 1616022"/>
                    <a:gd name="connsiteY1120" fmla="*/ 234456 h 1899958"/>
                    <a:gd name="connsiteX1121" fmla="*/ 839296 w 1616022"/>
                    <a:gd name="connsiteY1121" fmla="*/ 234456 h 1899958"/>
                    <a:gd name="connsiteX1122" fmla="*/ 839296 w 1616022"/>
                    <a:gd name="connsiteY1122" fmla="*/ 239778 h 1899958"/>
                    <a:gd name="connsiteX1123" fmla="*/ 834262 w 1616022"/>
                    <a:gd name="connsiteY1123" fmla="*/ 239778 h 1899958"/>
                    <a:gd name="connsiteX1124" fmla="*/ 834262 w 1616022"/>
                    <a:gd name="connsiteY1124" fmla="*/ 234456 h 1899958"/>
                    <a:gd name="connsiteX1125" fmla="*/ 831673 w 1616022"/>
                    <a:gd name="connsiteY1125" fmla="*/ 234456 h 1899958"/>
                    <a:gd name="connsiteX1126" fmla="*/ 831673 w 1616022"/>
                    <a:gd name="connsiteY1126" fmla="*/ 232011 h 1899958"/>
                    <a:gd name="connsiteX1127" fmla="*/ 829227 w 1616022"/>
                    <a:gd name="connsiteY1127" fmla="*/ 232011 h 1899958"/>
                    <a:gd name="connsiteX1128" fmla="*/ 829227 w 1616022"/>
                    <a:gd name="connsiteY1128" fmla="*/ 229566 h 1899958"/>
                    <a:gd name="connsiteX1129" fmla="*/ 831673 w 1616022"/>
                    <a:gd name="connsiteY1129" fmla="*/ 229566 h 1899958"/>
                    <a:gd name="connsiteX1130" fmla="*/ 829227 w 1616022"/>
                    <a:gd name="connsiteY1130" fmla="*/ 227121 h 1899958"/>
                    <a:gd name="connsiteX1131" fmla="*/ 831673 w 1616022"/>
                    <a:gd name="connsiteY1131" fmla="*/ 227121 h 1899958"/>
                    <a:gd name="connsiteX1132" fmla="*/ 831673 w 1616022"/>
                    <a:gd name="connsiteY1132" fmla="*/ 221799 h 1899958"/>
                    <a:gd name="connsiteX1133" fmla="*/ 836707 w 1616022"/>
                    <a:gd name="connsiteY1133" fmla="*/ 221799 h 1899958"/>
                    <a:gd name="connsiteX1134" fmla="*/ 836707 w 1616022"/>
                    <a:gd name="connsiteY1134" fmla="*/ 219353 h 1899958"/>
                    <a:gd name="connsiteX1135" fmla="*/ 839440 w 1616022"/>
                    <a:gd name="connsiteY1135" fmla="*/ 221799 h 1899958"/>
                    <a:gd name="connsiteX1136" fmla="*/ 839440 w 1616022"/>
                    <a:gd name="connsiteY1136" fmla="*/ 224244 h 1899958"/>
                    <a:gd name="connsiteX1137" fmla="*/ 841885 w 1616022"/>
                    <a:gd name="connsiteY1137" fmla="*/ 221799 h 1899958"/>
                    <a:gd name="connsiteX1138" fmla="*/ 844474 w 1616022"/>
                    <a:gd name="connsiteY1138" fmla="*/ 221799 h 1899958"/>
                    <a:gd name="connsiteX1139" fmla="*/ 846919 w 1616022"/>
                    <a:gd name="connsiteY1139" fmla="*/ 224244 h 1899958"/>
                    <a:gd name="connsiteX1140" fmla="*/ 848645 w 1616022"/>
                    <a:gd name="connsiteY1140" fmla="*/ 224244 h 1899958"/>
                    <a:gd name="connsiteX1141" fmla="*/ 848645 w 1616022"/>
                    <a:gd name="connsiteY1141" fmla="*/ 221799 h 1899958"/>
                    <a:gd name="connsiteX1142" fmla="*/ 851091 w 1616022"/>
                    <a:gd name="connsiteY1142" fmla="*/ 224244 h 1899958"/>
                    <a:gd name="connsiteX1143" fmla="*/ 853536 w 1616022"/>
                    <a:gd name="connsiteY1143" fmla="*/ 224244 h 1899958"/>
                    <a:gd name="connsiteX1144" fmla="*/ 853536 w 1616022"/>
                    <a:gd name="connsiteY1144" fmla="*/ 221799 h 1899958"/>
                    <a:gd name="connsiteX1145" fmla="*/ 856125 w 1616022"/>
                    <a:gd name="connsiteY1145" fmla="*/ 221799 h 1899958"/>
                    <a:gd name="connsiteX1146" fmla="*/ 858858 w 1616022"/>
                    <a:gd name="connsiteY1146" fmla="*/ 219353 h 1899958"/>
                    <a:gd name="connsiteX1147" fmla="*/ 861303 w 1616022"/>
                    <a:gd name="connsiteY1147" fmla="*/ 219353 h 1899958"/>
                    <a:gd name="connsiteX1148" fmla="*/ 861303 w 1616022"/>
                    <a:gd name="connsiteY1148" fmla="*/ 216908 h 1899958"/>
                    <a:gd name="connsiteX1149" fmla="*/ 858858 w 1616022"/>
                    <a:gd name="connsiteY1149" fmla="*/ 216908 h 1899958"/>
                    <a:gd name="connsiteX1150" fmla="*/ 858858 w 1616022"/>
                    <a:gd name="connsiteY1150" fmla="*/ 214175 h 1899958"/>
                    <a:gd name="connsiteX1151" fmla="*/ 853536 w 1616022"/>
                    <a:gd name="connsiteY1151" fmla="*/ 214175 h 1899958"/>
                    <a:gd name="connsiteX1152" fmla="*/ 853536 w 1616022"/>
                    <a:gd name="connsiteY1152" fmla="*/ 211586 h 1899958"/>
                    <a:gd name="connsiteX1153" fmla="*/ 851091 w 1616022"/>
                    <a:gd name="connsiteY1153" fmla="*/ 211586 h 1899958"/>
                    <a:gd name="connsiteX1154" fmla="*/ 851091 w 1616022"/>
                    <a:gd name="connsiteY1154" fmla="*/ 214175 h 1899958"/>
                    <a:gd name="connsiteX1155" fmla="*/ 848645 w 1616022"/>
                    <a:gd name="connsiteY1155" fmla="*/ 211586 h 1899958"/>
                    <a:gd name="connsiteX1156" fmla="*/ 845912 w 1616022"/>
                    <a:gd name="connsiteY1156" fmla="*/ 214175 h 1899958"/>
                    <a:gd name="connsiteX1157" fmla="*/ 845912 w 1616022"/>
                    <a:gd name="connsiteY1157" fmla="*/ 211586 h 1899958"/>
                    <a:gd name="connsiteX1158" fmla="*/ 843467 w 1616022"/>
                    <a:gd name="connsiteY1158" fmla="*/ 209141 h 1899958"/>
                    <a:gd name="connsiteX1159" fmla="*/ 843467 w 1616022"/>
                    <a:gd name="connsiteY1159" fmla="*/ 203963 h 1899958"/>
                    <a:gd name="connsiteX1160" fmla="*/ 840878 w 1616022"/>
                    <a:gd name="connsiteY1160" fmla="*/ 203963 h 1899958"/>
                    <a:gd name="connsiteX1161" fmla="*/ 840878 w 1616022"/>
                    <a:gd name="connsiteY1161" fmla="*/ 196483 h 1899958"/>
                    <a:gd name="connsiteX1162" fmla="*/ 838433 w 1616022"/>
                    <a:gd name="connsiteY1162" fmla="*/ 196483 h 1899958"/>
                    <a:gd name="connsiteX1163" fmla="*/ 838433 w 1616022"/>
                    <a:gd name="connsiteY1163" fmla="*/ 193750 h 1899958"/>
                    <a:gd name="connsiteX1164" fmla="*/ 835700 w 1616022"/>
                    <a:gd name="connsiteY1164" fmla="*/ 193750 h 1899958"/>
                    <a:gd name="connsiteX1165" fmla="*/ 835700 w 1616022"/>
                    <a:gd name="connsiteY1165" fmla="*/ 186414 h 1899958"/>
                    <a:gd name="connsiteX1166" fmla="*/ 834262 w 1616022"/>
                    <a:gd name="connsiteY1166" fmla="*/ 186414 h 1899958"/>
                    <a:gd name="connsiteX1167" fmla="*/ 834262 w 1616022"/>
                    <a:gd name="connsiteY1167" fmla="*/ 181092 h 1899958"/>
                    <a:gd name="connsiteX1168" fmla="*/ 836707 w 1616022"/>
                    <a:gd name="connsiteY1168" fmla="*/ 181092 h 1899958"/>
                    <a:gd name="connsiteX1169" fmla="*/ 836707 w 1616022"/>
                    <a:gd name="connsiteY1169" fmla="*/ 178647 h 1899958"/>
                    <a:gd name="connsiteX1170" fmla="*/ 834262 w 1616022"/>
                    <a:gd name="connsiteY1170" fmla="*/ 178647 h 1899958"/>
                    <a:gd name="connsiteX1171" fmla="*/ 834262 w 1616022"/>
                    <a:gd name="connsiteY1171" fmla="*/ 173469 h 1899958"/>
                    <a:gd name="connsiteX1172" fmla="*/ 836707 w 1616022"/>
                    <a:gd name="connsiteY1172" fmla="*/ 173469 h 1899958"/>
                    <a:gd name="connsiteX1173" fmla="*/ 836707 w 1616022"/>
                    <a:gd name="connsiteY1173" fmla="*/ 170880 h 1899958"/>
                    <a:gd name="connsiteX1174" fmla="*/ 839440 w 1616022"/>
                    <a:gd name="connsiteY1174" fmla="*/ 168435 h 1899958"/>
                    <a:gd name="connsiteX1175" fmla="*/ 839440 w 1616022"/>
                    <a:gd name="connsiteY1175" fmla="*/ 165989 h 1899958"/>
                    <a:gd name="connsiteX1176" fmla="*/ 831673 w 1616022"/>
                    <a:gd name="connsiteY1176" fmla="*/ 165989 h 1899958"/>
                    <a:gd name="connsiteX1177" fmla="*/ 831673 w 1616022"/>
                    <a:gd name="connsiteY1177" fmla="*/ 168435 h 1899958"/>
                    <a:gd name="connsiteX1178" fmla="*/ 829227 w 1616022"/>
                    <a:gd name="connsiteY1178" fmla="*/ 168435 h 1899958"/>
                    <a:gd name="connsiteX1179" fmla="*/ 829227 w 1616022"/>
                    <a:gd name="connsiteY1179" fmla="*/ 173469 h 1899958"/>
                    <a:gd name="connsiteX1180" fmla="*/ 826494 w 1616022"/>
                    <a:gd name="connsiteY1180" fmla="*/ 173469 h 1899958"/>
                    <a:gd name="connsiteX1181" fmla="*/ 826494 w 1616022"/>
                    <a:gd name="connsiteY1181" fmla="*/ 176202 h 1899958"/>
                    <a:gd name="connsiteX1182" fmla="*/ 824049 w 1616022"/>
                    <a:gd name="connsiteY1182" fmla="*/ 176202 h 1899958"/>
                    <a:gd name="connsiteX1183" fmla="*/ 824049 w 1616022"/>
                    <a:gd name="connsiteY1183" fmla="*/ 181092 h 1899958"/>
                    <a:gd name="connsiteX1184" fmla="*/ 821460 w 1616022"/>
                    <a:gd name="connsiteY1184" fmla="*/ 181092 h 1899958"/>
                    <a:gd name="connsiteX1185" fmla="*/ 821460 w 1616022"/>
                    <a:gd name="connsiteY1185" fmla="*/ 178647 h 1899958"/>
                    <a:gd name="connsiteX1186" fmla="*/ 816282 w 1616022"/>
                    <a:gd name="connsiteY1186" fmla="*/ 178647 h 1899958"/>
                    <a:gd name="connsiteX1187" fmla="*/ 816282 w 1616022"/>
                    <a:gd name="connsiteY1187" fmla="*/ 173469 h 1899958"/>
                    <a:gd name="connsiteX1188" fmla="*/ 803624 w 1616022"/>
                    <a:gd name="connsiteY1188" fmla="*/ 173469 h 1899958"/>
                    <a:gd name="connsiteX1189" fmla="*/ 803624 w 1616022"/>
                    <a:gd name="connsiteY1189" fmla="*/ 168435 h 1899958"/>
                    <a:gd name="connsiteX1190" fmla="*/ 805494 w 1616022"/>
                    <a:gd name="connsiteY1190" fmla="*/ 168435 h 1899958"/>
                    <a:gd name="connsiteX1191" fmla="*/ 805494 w 1616022"/>
                    <a:gd name="connsiteY1191" fmla="*/ 165989 h 1899958"/>
                    <a:gd name="connsiteX1192" fmla="*/ 802761 w 1616022"/>
                    <a:gd name="connsiteY1192" fmla="*/ 165989 h 1899958"/>
                    <a:gd name="connsiteX1193" fmla="*/ 802761 w 1616022"/>
                    <a:gd name="connsiteY1193" fmla="*/ 160667 h 1899958"/>
                    <a:gd name="connsiteX1194" fmla="*/ 805494 w 1616022"/>
                    <a:gd name="connsiteY1194" fmla="*/ 157647 h 1899958"/>
                    <a:gd name="connsiteX1195" fmla="*/ 805494 w 1616022"/>
                    <a:gd name="connsiteY1195" fmla="*/ 155202 h 1899958"/>
                    <a:gd name="connsiteX1196" fmla="*/ 807939 w 1616022"/>
                    <a:gd name="connsiteY1196" fmla="*/ 155202 h 1899958"/>
                    <a:gd name="connsiteX1197" fmla="*/ 807939 w 1616022"/>
                    <a:gd name="connsiteY1197" fmla="*/ 152612 h 1899958"/>
                    <a:gd name="connsiteX1198" fmla="*/ 802761 w 1616022"/>
                    <a:gd name="connsiteY1198" fmla="*/ 152612 h 1899958"/>
                    <a:gd name="connsiteX1199" fmla="*/ 802761 w 1616022"/>
                    <a:gd name="connsiteY1199" fmla="*/ 147434 h 1899958"/>
                    <a:gd name="connsiteX1200" fmla="*/ 800172 w 1616022"/>
                    <a:gd name="connsiteY1200" fmla="*/ 147434 h 1899958"/>
                    <a:gd name="connsiteX1201" fmla="*/ 800172 w 1616022"/>
                    <a:gd name="connsiteY1201" fmla="*/ 143263 h 1899958"/>
                    <a:gd name="connsiteX1202" fmla="*/ 797727 w 1616022"/>
                    <a:gd name="connsiteY1202" fmla="*/ 143263 h 1899958"/>
                    <a:gd name="connsiteX1203" fmla="*/ 797727 w 1616022"/>
                    <a:gd name="connsiteY1203" fmla="*/ 140530 h 1899958"/>
                    <a:gd name="connsiteX1204" fmla="*/ 800172 w 1616022"/>
                    <a:gd name="connsiteY1204" fmla="*/ 140530 h 1899958"/>
                    <a:gd name="connsiteX1205" fmla="*/ 800172 w 1616022"/>
                    <a:gd name="connsiteY1205" fmla="*/ 135640 h 1899958"/>
                    <a:gd name="connsiteX1206" fmla="*/ 805494 w 1616022"/>
                    <a:gd name="connsiteY1206" fmla="*/ 135640 h 1899958"/>
                    <a:gd name="connsiteX1207" fmla="*/ 805494 w 1616022"/>
                    <a:gd name="connsiteY1207" fmla="*/ 127872 h 1899958"/>
                    <a:gd name="connsiteX1208" fmla="*/ 802761 w 1616022"/>
                    <a:gd name="connsiteY1208" fmla="*/ 127872 h 1899958"/>
                    <a:gd name="connsiteX1209" fmla="*/ 802761 w 1616022"/>
                    <a:gd name="connsiteY1209" fmla="*/ 125427 h 1899958"/>
                    <a:gd name="connsiteX1210" fmla="*/ 800172 w 1616022"/>
                    <a:gd name="connsiteY1210" fmla="*/ 125427 h 1899958"/>
                    <a:gd name="connsiteX1211" fmla="*/ 800172 w 1616022"/>
                    <a:gd name="connsiteY1211" fmla="*/ 127872 h 1899958"/>
                    <a:gd name="connsiteX1212" fmla="*/ 797727 w 1616022"/>
                    <a:gd name="connsiteY1212" fmla="*/ 127872 h 1899958"/>
                    <a:gd name="connsiteX1213" fmla="*/ 797727 w 1616022"/>
                    <a:gd name="connsiteY1213" fmla="*/ 125427 h 1899958"/>
                    <a:gd name="connsiteX1214" fmla="*/ 795282 w 1616022"/>
                    <a:gd name="connsiteY1214" fmla="*/ 125427 h 1899958"/>
                    <a:gd name="connsiteX1215" fmla="*/ 792549 w 1616022"/>
                    <a:gd name="connsiteY1215" fmla="*/ 127872 h 1899958"/>
                    <a:gd name="connsiteX1216" fmla="*/ 791110 w 1616022"/>
                    <a:gd name="connsiteY1216" fmla="*/ 127872 h 1899958"/>
                    <a:gd name="connsiteX1217" fmla="*/ 791110 w 1616022"/>
                    <a:gd name="connsiteY1217" fmla="*/ 125427 h 1899958"/>
                    <a:gd name="connsiteX1218" fmla="*/ 788665 w 1616022"/>
                    <a:gd name="connsiteY1218" fmla="*/ 125427 h 1899958"/>
                    <a:gd name="connsiteX1219" fmla="*/ 788665 w 1616022"/>
                    <a:gd name="connsiteY1219" fmla="*/ 120249 h 1899958"/>
                    <a:gd name="connsiteX1220" fmla="*/ 786220 w 1616022"/>
                    <a:gd name="connsiteY1220" fmla="*/ 120249 h 1899958"/>
                    <a:gd name="connsiteX1221" fmla="*/ 786220 w 1616022"/>
                    <a:gd name="connsiteY1221" fmla="*/ 117660 h 1899958"/>
                    <a:gd name="connsiteX1222" fmla="*/ 793699 w 1616022"/>
                    <a:gd name="connsiteY1222" fmla="*/ 117660 h 1899958"/>
                    <a:gd name="connsiteX1223" fmla="*/ 796432 w 1616022"/>
                    <a:gd name="connsiteY1223" fmla="*/ 115215 h 1899958"/>
                    <a:gd name="connsiteX1224" fmla="*/ 796432 w 1616022"/>
                    <a:gd name="connsiteY1224" fmla="*/ 112769 h 1899958"/>
                    <a:gd name="connsiteX1225" fmla="*/ 791110 w 1616022"/>
                    <a:gd name="connsiteY1225" fmla="*/ 112769 h 1899958"/>
                    <a:gd name="connsiteX1226" fmla="*/ 791110 w 1616022"/>
                    <a:gd name="connsiteY1226" fmla="*/ 110036 h 1899958"/>
                    <a:gd name="connsiteX1227" fmla="*/ 798878 w 1616022"/>
                    <a:gd name="connsiteY1227" fmla="*/ 110036 h 1899958"/>
                    <a:gd name="connsiteX1228" fmla="*/ 798878 w 1616022"/>
                    <a:gd name="connsiteY1228" fmla="*/ 107447 h 1899958"/>
                    <a:gd name="connsiteX1229" fmla="*/ 801323 w 1616022"/>
                    <a:gd name="connsiteY1229" fmla="*/ 107447 h 1899958"/>
                    <a:gd name="connsiteX1230" fmla="*/ 801323 w 1616022"/>
                    <a:gd name="connsiteY1230" fmla="*/ 105002 h 1899958"/>
                    <a:gd name="connsiteX1231" fmla="*/ 798878 w 1616022"/>
                    <a:gd name="connsiteY1231" fmla="*/ 105002 h 1899958"/>
                    <a:gd name="connsiteX1232" fmla="*/ 798878 w 1616022"/>
                    <a:gd name="connsiteY1232" fmla="*/ 102557 h 1899958"/>
                    <a:gd name="connsiteX1233" fmla="*/ 793699 w 1616022"/>
                    <a:gd name="connsiteY1233" fmla="*/ 102557 h 1899958"/>
                    <a:gd name="connsiteX1234" fmla="*/ 791110 w 1616022"/>
                    <a:gd name="connsiteY1234" fmla="*/ 105002 h 1899958"/>
                    <a:gd name="connsiteX1235" fmla="*/ 788665 w 1616022"/>
                    <a:gd name="connsiteY1235" fmla="*/ 102557 h 1899958"/>
                    <a:gd name="connsiteX1236" fmla="*/ 786220 w 1616022"/>
                    <a:gd name="connsiteY1236" fmla="*/ 102557 h 1899958"/>
                    <a:gd name="connsiteX1237" fmla="*/ 786220 w 1616022"/>
                    <a:gd name="connsiteY1237" fmla="*/ 100111 h 1899958"/>
                    <a:gd name="connsiteX1238" fmla="*/ 783487 w 1616022"/>
                    <a:gd name="connsiteY1238" fmla="*/ 100111 h 1899958"/>
                    <a:gd name="connsiteX1239" fmla="*/ 783487 w 1616022"/>
                    <a:gd name="connsiteY1239" fmla="*/ 102844 h 1899958"/>
                    <a:gd name="connsiteX1240" fmla="*/ 780898 w 1616022"/>
                    <a:gd name="connsiteY1240" fmla="*/ 105290 h 1899958"/>
                    <a:gd name="connsiteX1241" fmla="*/ 778452 w 1616022"/>
                    <a:gd name="connsiteY1241" fmla="*/ 105290 h 1899958"/>
                    <a:gd name="connsiteX1242" fmla="*/ 778452 w 1616022"/>
                    <a:gd name="connsiteY1242" fmla="*/ 110324 h 1899958"/>
                    <a:gd name="connsiteX1243" fmla="*/ 776007 w 1616022"/>
                    <a:gd name="connsiteY1243" fmla="*/ 110324 h 1899958"/>
                    <a:gd name="connsiteX1244" fmla="*/ 778452 w 1616022"/>
                    <a:gd name="connsiteY1244" fmla="*/ 113057 h 1899958"/>
                    <a:gd name="connsiteX1245" fmla="*/ 778452 w 1616022"/>
                    <a:gd name="connsiteY1245" fmla="*/ 114495 h 1899958"/>
                    <a:gd name="connsiteX1246" fmla="*/ 780898 w 1616022"/>
                    <a:gd name="connsiteY1246" fmla="*/ 114495 h 1899958"/>
                    <a:gd name="connsiteX1247" fmla="*/ 780898 w 1616022"/>
                    <a:gd name="connsiteY1247" fmla="*/ 116941 h 1899958"/>
                    <a:gd name="connsiteX1248" fmla="*/ 776007 w 1616022"/>
                    <a:gd name="connsiteY1248" fmla="*/ 114495 h 1899958"/>
                    <a:gd name="connsiteX1249" fmla="*/ 776007 w 1616022"/>
                    <a:gd name="connsiteY1249" fmla="*/ 116941 h 1899958"/>
                    <a:gd name="connsiteX1250" fmla="*/ 778452 w 1616022"/>
                    <a:gd name="connsiteY1250" fmla="*/ 119530 h 1899958"/>
                    <a:gd name="connsiteX1251" fmla="*/ 778452 w 1616022"/>
                    <a:gd name="connsiteY1251" fmla="*/ 122262 h 1899958"/>
                    <a:gd name="connsiteX1252" fmla="*/ 776007 w 1616022"/>
                    <a:gd name="connsiteY1252" fmla="*/ 124708 h 1899958"/>
                    <a:gd name="connsiteX1253" fmla="*/ 773274 w 1616022"/>
                    <a:gd name="connsiteY1253" fmla="*/ 124708 h 1899958"/>
                    <a:gd name="connsiteX1254" fmla="*/ 773274 w 1616022"/>
                    <a:gd name="connsiteY1254" fmla="*/ 127153 h 1899958"/>
                    <a:gd name="connsiteX1255" fmla="*/ 776007 w 1616022"/>
                    <a:gd name="connsiteY1255" fmla="*/ 127153 h 1899958"/>
                    <a:gd name="connsiteX1256" fmla="*/ 776007 w 1616022"/>
                    <a:gd name="connsiteY1256" fmla="*/ 129742 h 1899958"/>
                    <a:gd name="connsiteX1257" fmla="*/ 780898 w 1616022"/>
                    <a:gd name="connsiteY1257" fmla="*/ 129742 h 1899958"/>
                    <a:gd name="connsiteX1258" fmla="*/ 780898 w 1616022"/>
                    <a:gd name="connsiteY1258" fmla="*/ 134920 h 1899958"/>
                    <a:gd name="connsiteX1259" fmla="*/ 786220 w 1616022"/>
                    <a:gd name="connsiteY1259" fmla="*/ 134920 h 1899958"/>
                    <a:gd name="connsiteX1260" fmla="*/ 786220 w 1616022"/>
                    <a:gd name="connsiteY1260" fmla="*/ 137366 h 1899958"/>
                    <a:gd name="connsiteX1261" fmla="*/ 778452 w 1616022"/>
                    <a:gd name="connsiteY1261" fmla="*/ 134920 h 1899958"/>
                    <a:gd name="connsiteX1262" fmla="*/ 778452 w 1616022"/>
                    <a:gd name="connsiteY1262" fmla="*/ 137366 h 1899958"/>
                    <a:gd name="connsiteX1263" fmla="*/ 776007 w 1616022"/>
                    <a:gd name="connsiteY1263" fmla="*/ 139811 h 1899958"/>
                    <a:gd name="connsiteX1264" fmla="*/ 778452 w 1616022"/>
                    <a:gd name="connsiteY1264" fmla="*/ 139811 h 1899958"/>
                    <a:gd name="connsiteX1265" fmla="*/ 778452 w 1616022"/>
                    <a:gd name="connsiteY1265" fmla="*/ 143263 h 1899958"/>
                    <a:gd name="connsiteX1266" fmla="*/ 780898 w 1616022"/>
                    <a:gd name="connsiteY1266" fmla="*/ 143263 h 1899958"/>
                    <a:gd name="connsiteX1267" fmla="*/ 780898 w 1616022"/>
                    <a:gd name="connsiteY1267" fmla="*/ 145852 h 1899958"/>
                    <a:gd name="connsiteX1268" fmla="*/ 778452 w 1616022"/>
                    <a:gd name="connsiteY1268" fmla="*/ 143263 h 1899958"/>
                    <a:gd name="connsiteX1269" fmla="*/ 778452 w 1616022"/>
                    <a:gd name="connsiteY1269" fmla="*/ 145852 h 1899958"/>
                    <a:gd name="connsiteX1270" fmla="*/ 776007 w 1616022"/>
                    <a:gd name="connsiteY1270" fmla="*/ 145852 h 1899958"/>
                    <a:gd name="connsiteX1271" fmla="*/ 778452 w 1616022"/>
                    <a:gd name="connsiteY1271" fmla="*/ 148297 h 1899958"/>
                    <a:gd name="connsiteX1272" fmla="*/ 780898 w 1616022"/>
                    <a:gd name="connsiteY1272" fmla="*/ 150743 h 1899958"/>
                    <a:gd name="connsiteX1273" fmla="*/ 786220 w 1616022"/>
                    <a:gd name="connsiteY1273" fmla="*/ 150743 h 1899958"/>
                    <a:gd name="connsiteX1274" fmla="*/ 786220 w 1616022"/>
                    <a:gd name="connsiteY1274" fmla="*/ 153476 h 1899958"/>
                    <a:gd name="connsiteX1275" fmla="*/ 780898 w 1616022"/>
                    <a:gd name="connsiteY1275" fmla="*/ 153476 h 1899958"/>
                    <a:gd name="connsiteX1276" fmla="*/ 778452 w 1616022"/>
                    <a:gd name="connsiteY1276" fmla="*/ 150743 h 1899958"/>
                    <a:gd name="connsiteX1277" fmla="*/ 773274 w 1616022"/>
                    <a:gd name="connsiteY1277" fmla="*/ 150743 h 1899958"/>
                    <a:gd name="connsiteX1278" fmla="*/ 773274 w 1616022"/>
                    <a:gd name="connsiteY1278" fmla="*/ 148297 h 1899958"/>
                    <a:gd name="connsiteX1279" fmla="*/ 770685 w 1616022"/>
                    <a:gd name="connsiteY1279" fmla="*/ 148297 h 1899958"/>
                    <a:gd name="connsiteX1280" fmla="*/ 770685 w 1616022"/>
                    <a:gd name="connsiteY1280" fmla="*/ 156065 h 1899958"/>
                    <a:gd name="connsiteX1281" fmla="*/ 768240 w 1616022"/>
                    <a:gd name="connsiteY1281" fmla="*/ 156065 h 1899958"/>
                    <a:gd name="connsiteX1282" fmla="*/ 768240 w 1616022"/>
                    <a:gd name="connsiteY1282" fmla="*/ 157647 h 1899958"/>
                    <a:gd name="connsiteX1283" fmla="*/ 765795 w 1616022"/>
                    <a:gd name="connsiteY1283" fmla="*/ 157647 h 1899958"/>
                    <a:gd name="connsiteX1284" fmla="*/ 768240 w 1616022"/>
                    <a:gd name="connsiteY1284" fmla="*/ 160092 h 1899958"/>
                    <a:gd name="connsiteX1285" fmla="*/ 765795 w 1616022"/>
                    <a:gd name="connsiteY1285" fmla="*/ 160092 h 1899958"/>
                    <a:gd name="connsiteX1286" fmla="*/ 765795 w 1616022"/>
                    <a:gd name="connsiteY1286" fmla="*/ 167859 h 1899958"/>
                    <a:gd name="connsiteX1287" fmla="*/ 768240 w 1616022"/>
                    <a:gd name="connsiteY1287" fmla="*/ 170305 h 1899958"/>
                    <a:gd name="connsiteX1288" fmla="*/ 770685 w 1616022"/>
                    <a:gd name="connsiteY1288" fmla="*/ 172894 h 1899958"/>
                    <a:gd name="connsiteX1289" fmla="*/ 773274 w 1616022"/>
                    <a:gd name="connsiteY1289" fmla="*/ 175627 h 1899958"/>
                    <a:gd name="connsiteX1290" fmla="*/ 773274 w 1616022"/>
                    <a:gd name="connsiteY1290" fmla="*/ 178072 h 1899958"/>
                    <a:gd name="connsiteX1291" fmla="*/ 776007 w 1616022"/>
                    <a:gd name="connsiteY1291" fmla="*/ 180517 h 1899958"/>
                    <a:gd name="connsiteX1292" fmla="*/ 778452 w 1616022"/>
                    <a:gd name="connsiteY1292" fmla="*/ 183106 h 1899958"/>
                    <a:gd name="connsiteX1293" fmla="*/ 778452 w 1616022"/>
                    <a:gd name="connsiteY1293" fmla="*/ 186414 h 1899958"/>
                    <a:gd name="connsiteX1294" fmla="*/ 780898 w 1616022"/>
                    <a:gd name="connsiteY1294" fmla="*/ 188860 h 1899958"/>
                    <a:gd name="connsiteX1295" fmla="*/ 786220 w 1616022"/>
                    <a:gd name="connsiteY1295" fmla="*/ 186414 h 1899958"/>
                    <a:gd name="connsiteX1296" fmla="*/ 796432 w 1616022"/>
                    <a:gd name="connsiteY1296" fmla="*/ 186414 h 1899958"/>
                    <a:gd name="connsiteX1297" fmla="*/ 796432 w 1616022"/>
                    <a:gd name="connsiteY1297" fmla="*/ 188860 h 1899958"/>
                    <a:gd name="connsiteX1298" fmla="*/ 798878 w 1616022"/>
                    <a:gd name="connsiteY1298" fmla="*/ 191305 h 1899958"/>
                    <a:gd name="connsiteX1299" fmla="*/ 801323 w 1616022"/>
                    <a:gd name="connsiteY1299" fmla="*/ 191305 h 1899958"/>
                    <a:gd name="connsiteX1300" fmla="*/ 806645 w 1616022"/>
                    <a:gd name="connsiteY1300" fmla="*/ 193894 h 1899958"/>
                    <a:gd name="connsiteX1301" fmla="*/ 801323 w 1616022"/>
                    <a:gd name="connsiteY1301" fmla="*/ 193894 h 1899958"/>
                    <a:gd name="connsiteX1302" fmla="*/ 798878 w 1616022"/>
                    <a:gd name="connsiteY1302" fmla="*/ 191305 h 1899958"/>
                    <a:gd name="connsiteX1303" fmla="*/ 793699 w 1616022"/>
                    <a:gd name="connsiteY1303" fmla="*/ 188860 h 1899958"/>
                    <a:gd name="connsiteX1304" fmla="*/ 783487 w 1616022"/>
                    <a:gd name="connsiteY1304" fmla="*/ 188860 h 1899958"/>
                    <a:gd name="connsiteX1305" fmla="*/ 783487 w 1616022"/>
                    <a:gd name="connsiteY1305" fmla="*/ 191305 h 1899958"/>
                    <a:gd name="connsiteX1306" fmla="*/ 786220 w 1616022"/>
                    <a:gd name="connsiteY1306" fmla="*/ 193894 h 1899958"/>
                    <a:gd name="connsiteX1307" fmla="*/ 783487 w 1616022"/>
                    <a:gd name="connsiteY1307" fmla="*/ 193894 h 1899958"/>
                    <a:gd name="connsiteX1308" fmla="*/ 780898 w 1616022"/>
                    <a:gd name="connsiteY1308" fmla="*/ 191305 h 1899958"/>
                    <a:gd name="connsiteX1309" fmla="*/ 780898 w 1616022"/>
                    <a:gd name="connsiteY1309" fmla="*/ 193894 h 1899958"/>
                    <a:gd name="connsiteX1310" fmla="*/ 776007 w 1616022"/>
                    <a:gd name="connsiteY1310" fmla="*/ 193894 h 1899958"/>
                    <a:gd name="connsiteX1311" fmla="*/ 778452 w 1616022"/>
                    <a:gd name="connsiteY1311" fmla="*/ 196627 h 1899958"/>
                    <a:gd name="connsiteX1312" fmla="*/ 778452 w 1616022"/>
                    <a:gd name="connsiteY1312" fmla="*/ 199072 h 1899958"/>
                    <a:gd name="connsiteX1313" fmla="*/ 783487 w 1616022"/>
                    <a:gd name="connsiteY1313" fmla="*/ 199072 h 1899958"/>
                    <a:gd name="connsiteX1314" fmla="*/ 783487 w 1616022"/>
                    <a:gd name="connsiteY1314" fmla="*/ 206839 h 1899958"/>
                    <a:gd name="connsiteX1315" fmla="*/ 788665 w 1616022"/>
                    <a:gd name="connsiteY1315" fmla="*/ 206839 h 1899958"/>
                    <a:gd name="connsiteX1316" fmla="*/ 791110 w 1616022"/>
                    <a:gd name="connsiteY1316" fmla="*/ 211730 h 1899958"/>
                    <a:gd name="connsiteX1317" fmla="*/ 793699 w 1616022"/>
                    <a:gd name="connsiteY1317" fmla="*/ 211730 h 1899958"/>
                    <a:gd name="connsiteX1318" fmla="*/ 796432 w 1616022"/>
                    <a:gd name="connsiteY1318" fmla="*/ 214319 h 1899958"/>
                    <a:gd name="connsiteX1319" fmla="*/ 793699 w 1616022"/>
                    <a:gd name="connsiteY1319" fmla="*/ 214319 h 1899958"/>
                    <a:gd name="connsiteX1320" fmla="*/ 791110 w 1616022"/>
                    <a:gd name="connsiteY1320" fmla="*/ 211730 h 1899958"/>
                    <a:gd name="connsiteX1321" fmla="*/ 788665 w 1616022"/>
                    <a:gd name="connsiteY1321" fmla="*/ 209285 h 1899958"/>
                    <a:gd name="connsiteX1322" fmla="*/ 783487 w 1616022"/>
                    <a:gd name="connsiteY1322" fmla="*/ 206839 h 1899958"/>
                    <a:gd name="connsiteX1323" fmla="*/ 780898 w 1616022"/>
                    <a:gd name="connsiteY1323" fmla="*/ 206839 h 1899958"/>
                    <a:gd name="connsiteX1324" fmla="*/ 778452 w 1616022"/>
                    <a:gd name="connsiteY1324" fmla="*/ 204106 h 1899958"/>
                    <a:gd name="connsiteX1325" fmla="*/ 780898 w 1616022"/>
                    <a:gd name="connsiteY1325" fmla="*/ 209285 h 1899958"/>
                    <a:gd name="connsiteX1326" fmla="*/ 778452 w 1616022"/>
                    <a:gd name="connsiteY1326" fmla="*/ 209285 h 1899958"/>
                    <a:gd name="connsiteX1327" fmla="*/ 778452 w 1616022"/>
                    <a:gd name="connsiteY1327" fmla="*/ 211730 h 1899958"/>
                    <a:gd name="connsiteX1328" fmla="*/ 780898 w 1616022"/>
                    <a:gd name="connsiteY1328" fmla="*/ 214319 h 1899958"/>
                    <a:gd name="connsiteX1329" fmla="*/ 783487 w 1616022"/>
                    <a:gd name="connsiteY1329" fmla="*/ 214319 h 1899958"/>
                    <a:gd name="connsiteX1330" fmla="*/ 783487 w 1616022"/>
                    <a:gd name="connsiteY1330" fmla="*/ 217052 h 1899958"/>
                    <a:gd name="connsiteX1331" fmla="*/ 786220 w 1616022"/>
                    <a:gd name="connsiteY1331" fmla="*/ 221942 h 1899958"/>
                    <a:gd name="connsiteX1332" fmla="*/ 791110 w 1616022"/>
                    <a:gd name="connsiteY1332" fmla="*/ 227264 h 1899958"/>
                    <a:gd name="connsiteX1333" fmla="*/ 791110 w 1616022"/>
                    <a:gd name="connsiteY1333" fmla="*/ 229566 h 1899958"/>
                    <a:gd name="connsiteX1334" fmla="*/ 788665 w 1616022"/>
                    <a:gd name="connsiteY1334" fmla="*/ 229566 h 1899958"/>
                    <a:gd name="connsiteX1335" fmla="*/ 786220 w 1616022"/>
                    <a:gd name="connsiteY1335" fmla="*/ 224244 h 1899958"/>
                    <a:gd name="connsiteX1336" fmla="*/ 783487 w 1616022"/>
                    <a:gd name="connsiteY1336" fmla="*/ 224244 h 1899958"/>
                    <a:gd name="connsiteX1337" fmla="*/ 783487 w 1616022"/>
                    <a:gd name="connsiteY1337" fmla="*/ 221799 h 1899958"/>
                    <a:gd name="connsiteX1338" fmla="*/ 780898 w 1616022"/>
                    <a:gd name="connsiteY1338" fmla="*/ 219353 h 1899958"/>
                    <a:gd name="connsiteX1339" fmla="*/ 780898 w 1616022"/>
                    <a:gd name="connsiteY1339" fmla="*/ 221799 h 1899958"/>
                    <a:gd name="connsiteX1340" fmla="*/ 783487 w 1616022"/>
                    <a:gd name="connsiteY1340" fmla="*/ 227121 h 1899958"/>
                    <a:gd name="connsiteX1341" fmla="*/ 780898 w 1616022"/>
                    <a:gd name="connsiteY1341" fmla="*/ 227121 h 1899958"/>
                    <a:gd name="connsiteX1342" fmla="*/ 778452 w 1616022"/>
                    <a:gd name="connsiteY1342" fmla="*/ 221799 h 1899958"/>
                    <a:gd name="connsiteX1343" fmla="*/ 776007 w 1616022"/>
                    <a:gd name="connsiteY1343" fmla="*/ 219353 h 1899958"/>
                    <a:gd name="connsiteX1344" fmla="*/ 770685 w 1616022"/>
                    <a:gd name="connsiteY1344" fmla="*/ 219353 h 1899958"/>
                    <a:gd name="connsiteX1345" fmla="*/ 773274 w 1616022"/>
                    <a:gd name="connsiteY1345" fmla="*/ 221799 h 1899958"/>
                    <a:gd name="connsiteX1346" fmla="*/ 773274 w 1616022"/>
                    <a:gd name="connsiteY1346" fmla="*/ 224244 h 1899958"/>
                    <a:gd name="connsiteX1347" fmla="*/ 776007 w 1616022"/>
                    <a:gd name="connsiteY1347" fmla="*/ 227121 h 1899958"/>
                    <a:gd name="connsiteX1348" fmla="*/ 778452 w 1616022"/>
                    <a:gd name="connsiteY1348" fmla="*/ 224244 h 1899958"/>
                    <a:gd name="connsiteX1349" fmla="*/ 778452 w 1616022"/>
                    <a:gd name="connsiteY1349" fmla="*/ 227121 h 1899958"/>
                    <a:gd name="connsiteX1350" fmla="*/ 776007 w 1616022"/>
                    <a:gd name="connsiteY1350" fmla="*/ 227121 h 1899958"/>
                    <a:gd name="connsiteX1351" fmla="*/ 776007 w 1616022"/>
                    <a:gd name="connsiteY1351" fmla="*/ 232011 h 1899958"/>
                    <a:gd name="connsiteX1352" fmla="*/ 780898 w 1616022"/>
                    <a:gd name="connsiteY1352" fmla="*/ 232011 h 1899958"/>
                    <a:gd name="connsiteX1353" fmla="*/ 783487 w 1616022"/>
                    <a:gd name="connsiteY1353" fmla="*/ 234456 h 1899958"/>
                    <a:gd name="connsiteX1354" fmla="*/ 783487 w 1616022"/>
                    <a:gd name="connsiteY1354" fmla="*/ 237189 h 1899958"/>
                    <a:gd name="connsiteX1355" fmla="*/ 786220 w 1616022"/>
                    <a:gd name="connsiteY1355" fmla="*/ 239778 h 1899958"/>
                    <a:gd name="connsiteX1356" fmla="*/ 791110 w 1616022"/>
                    <a:gd name="connsiteY1356" fmla="*/ 237189 h 1899958"/>
                    <a:gd name="connsiteX1357" fmla="*/ 791110 w 1616022"/>
                    <a:gd name="connsiteY1357" fmla="*/ 234456 h 1899958"/>
                    <a:gd name="connsiteX1358" fmla="*/ 788665 w 1616022"/>
                    <a:gd name="connsiteY1358" fmla="*/ 234456 h 1899958"/>
                    <a:gd name="connsiteX1359" fmla="*/ 788665 w 1616022"/>
                    <a:gd name="connsiteY1359" fmla="*/ 232011 h 1899958"/>
                    <a:gd name="connsiteX1360" fmla="*/ 791110 w 1616022"/>
                    <a:gd name="connsiteY1360" fmla="*/ 232011 h 1899958"/>
                    <a:gd name="connsiteX1361" fmla="*/ 791110 w 1616022"/>
                    <a:gd name="connsiteY1361" fmla="*/ 234456 h 1899958"/>
                    <a:gd name="connsiteX1362" fmla="*/ 803912 w 1616022"/>
                    <a:gd name="connsiteY1362" fmla="*/ 234456 h 1899958"/>
                    <a:gd name="connsiteX1363" fmla="*/ 801323 w 1616022"/>
                    <a:gd name="connsiteY1363" fmla="*/ 237189 h 1899958"/>
                    <a:gd name="connsiteX1364" fmla="*/ 791110 w 1616022"/>
                    <a:gd name="connsiteY1364" fmla="*/ 237189 h 1899958"/>
                    <a:gd name="connsiteX1365" fmla="*/ 788665 w 1616022"/>
                    <a:gd name="connsiteY1365" fmla="*/ 239778 h 1899958"/>
                    <a:gd name="connsiteX1366" fmla="*/ 791110 w 1616022"/>
                    <a:gd name="connsiteY1366" fmla="*/ 242224 h 1899958"/>
                    <a:gd name="connsiteX1367" fmla="*/ 793699 w 1616022"/>
                    <a:gd name="connsiteY1367" fmla="*/ 242224 h 1899958"/>
                    <a:gd name="connsiteX1368" fmla="*/ 793699 w 1616022"/>
                    <a:gd name="connsiteY1368" fmla="*/ 244669 h 1899958"/>
                    <a:gd name="connsiteX1369" fmla="*/ 788665 w 1616022"/>
                    <a:gd name="connsiteY1369" fmla="*/ 244669 h 1899958"/>
                    <a:gd name="connsiteX1370" fmla="*/ 786220 w 1616022"/>
                    <a:gd name="connsiteY1370" fmla="*/ 242224 h 1899958"/>
                    <a:gd name="connsiteX1371" fmla="*/ 783487 w 1616022"/>
                    <a:gd name="connsiteY1371" fmla="*/ 242224 h 1899958"/>
                    <a:gd name="connsiteX1372" fmla="*/ 783487 w 1616022"/>
                    <a:gd name="connsiteY1372" fmla="*/ 247258 h 1899958"/>
                    <a:gd name="connsiteX1373" fmla="*/ 780898 w 1616022"/>
                    <a:gd name="connsiteY1373" fmla="*/ 247258 h 1899958"/>
                    <a:gd name="connsiteX1374" fmla="*/ 780898 w 1616022"/>
                    <a:gd name="connsiteY1374" fmla="*/ 244669 h 1899958"/>
                    <a:gd name="connsiteX1375" fmla="*/ 778452 w 1616022"/>
                    <a:gd name="connsiteY1375" fmla="*/ 244669 h 1899958"/>
                    <a:gd name="connsiteX1376" fmla="*/ 778452 w 1616022"/>
                    <a:gd name="connsiteY1376" fmla="*/ 247258 h 1899958"/>
                    <a:gd name="connsiteX1377" fmla="*/ 780898 w 1616022"/>
                    <a:gd name="connsiteY1377" fmla="*/ 249991 h 1899958"/>
                    <a:gd name="connsiteX1378" fmla="*/ 783487 w 1616022"/>
                    <a:gd name="connsiteY1378" fmla="*/ 249991 h 1899958"/>
                    <a:gd name="connsiteX1379" fmla="*/ 788665 w 1616022"/>
                    <a:gd name="connsiteY1379" fmla="*/ 252436 h 1899958"/>
                    <a:gd name="connsiteX1380" fmla="*/ 788665 w 1616022"/>
                    <a:gd name="connsiteY1380" fmla="*/ 254881 h 1899958"/>
                    <a:gd name="connsiteX1381" fmla="*/ 786220 w 1616022"/>
                    <a:gd name="connsiteY1381" fmla="*/ 252436 h 1899958"/>
                    <a:gd name="connsiteX1382" fmla="*/ 776007 w 1616022"/>
                    <a:gd name="connsiteY1382" fmla="*/ 252436 h 1899958"/>
                    <a:gd name="connsiteX1383" fmla="*/ 776007 w 1616022"/>
                    <a:gd name="connsiteY1383" fmla="*/ 254881 h 1899958"/>
                    <a:gd name="connsiteX1384" fmla="*/ 778452 w 1616022"/>
                    <a:gd name="connsiteY1384" fmla="*/ 254881 h 1899958"/>
                    <a:gd name="connsiteX1385" fmla="*/ 778452 w 1616022"/>
                    <a:gd name="connsiteY1385" fmla="*/ 258334 h 1899958"/>
                    <a:gd name="connsiteX1386" fmla="*/ 776007 w 1616022"/>
                    <a:gd name="connsiteY1386" fmla="*/ 261066 h 1899958"/>
                    <a:gd name="connsiteX1387" fmla="*/ 773274 w 1616022"/>
                    <a:gd name="connsiteY1387" fmla="*/ 263512 h 1899958"/>
                    <a:gd name="connsiteX1388" fmla="*/ 770685 w 1616022"/>
                    <a:gd name="connsiteY1388" fmla="*/ 263512 h 1899958"/>
                    <a:gd name="connsiteX1389" fmla="*/ 770685 w 1616022"/>
                    <a:gd name="connsiteY1389" fmla="*/ 265957 h 1899958"/>
                    <a:gd name="connsiteX1390" fmla="*/ 776007 w 1616022"/>
                    <a:gd name="connsiteY1390" fmla="*/ 265957 h 1899958"/>
                    <a:gd name="connsiteX1391" fmla="*/ 776007 w 1616022"/>
                    <a:gd name="connsiteY1391" fmla="*/ 268546 h 1899958"/>
                    <a:gd name="connsiteX1392" fmla="*/ 778452 w 1616022"/>
                    <a:gd name="connsiteY1392" fmla="*/ 268546 h 1899958"/>
                    <a:gd name="connsiteX1393" fmla="*/ 778452 w 1616022"/>
                    <a:gd name="connsiteY1393" fmla="*/ 265957 h 1899958"/>
                    <a:gd name="connsiteX1394" fmla="*/ 783487 w 1616022"/>
                    <a:gd name="connsiteY1394" fmla="*/ 265957 h 1899958"/>
                    <a:gd name="connsiteX1395" fmla="*/ 783487 w 1616022"/>
                    <a:gd name="connsiteY1395" fmla="*/ 268546 h 1899958"/>
                    <a:gd name="connsiteX1396" fmla="*/ 780898 w 1616022"/>
                    <a:gd name="connsiteY1396" fmla="*/ 268546 h 1899958"/>
                    <a:gd name="connsiteX1397" fmla="*/ 780898 w 1616022"/>
                    <a:gd name="connsiteY1397" fmla="*/ 271279 h 1899958"/>
                    <a:gd name="connsiteX1398" fmla="*/ 773274 w 1616022"/>
                    <a:gd name="connsiteY1398" fmla="*/ 271279 h 1899958"/>
                    <a:gd name="connsiteX1399" fmla="*/ 773274 w 1616022"/>
                    <a:gd name="connsiteY1399" fmla="*/ 268546 h 1899958"/>
                    <a:gd name="connsiteX1400" fmla="*/ 770685 w 1616022"/>
                    <a:gd name="connsiteY1400" fmla="*/ 271279 h 1899958"/>
                    <a:gd name="connsiteX1401" fmla="*/ 762343 w 1616022"/>
                    <a:gd name="connsiteY1401" fmla="*/ 271279 h 1899958"/>
                    <a:gd name="connsiteX1402" fmla="*/ 762343 w 1616022"/>
                    <a:gd name="connsiteY1402" fmla="*/ 272717 h 1899958"/>
                    <a:gd name="connsiteX1403" fmla="*/ 759897 w 1616022"/>
                    <a:gd name="connsiteY1403" fmla="*/ 275163 h 1899958"/>
                    <a:gd name="connsiteX1404" fmla="*/ 754863 w 1616022"/>
                    <a:gd name="connsiteY1404" fmla="*/ 275163 h 1899958"/>
                    <a:gd name="connsiteX1405" fmla="*/ 752130 w 1616022"/>
                    <a:gd name="connsiteY1405" fmla="*/ 277752 h 1899958"/>
                    <a:gd name="connsiteX1406" fmla="*/ 752130 w 1616022"/>
                    <a:gd name="connsiteY1406" fmla="*/ 280485 h 1899958"/>
                    <a:gd name="connsiteX1407" fmla="*/ 749685 w 1616022"/>
                    <a:gd name="connsiteY1407" fmla="*/ 280485 h 1899958"/>
                    <a:gd name="connsiteX1408" fmla="*/ 749685 w 1616022"/>
                    <a:gd name="connsiteY1408" fmla="*/ 290697 h 1899958"/>
                    <a:gd name="connsiteX1409" fmla="*/ 752130 w 1616022"/>
                    <a:gd name="connsiteY1409" fmla="*/ 290697 h 1899958"/>
                    <a:gd name="connsiteX1410" fmla="*/ 752130 w 1616022"/>
                    <a:gd name="connsiteY1410" fmla="*/ 293142 h 1899958"/>
                    <a:gd name="connsiteX1411" fmla="*/ 749685 w 1616022"/>
                    <a:gd name="connsiteY1411" fmla="*/ 293142 h 1899958"/>
                    <a:gd name="connsiteX1412" fmla="*/ 749685 w 1616022"/>
                    <a:gd name="connsiteY1412" fmla="*/ 295588 h 1899958"/>
                    <a:gd name="connsiteX1413" fmla="*/ 747096 w 1616022"/>
                    <a:gd name="connsiteY1413" fmla="*/ 295588 h 1899958"/>
                    <a:gd name="connsiteX1414" fmla="*/ 749685 w 1616022"/>
                    <a:gd name="connsiteY1414" fmla="*/ 298177 h 1899958"/>
                    <a:gd name="connsiteX1415" fmla="*/ 747096 w 1616022"/>
                    <a:gd name="connsiteY1415" fmla="*/ 298177 h 1899958"/>
                    <a:gd name="connsiteX1416" fmla="*/ 747096 w 1616022"/>
                    <a:gd name="connsiteY1416" fmla="*/ 303355 h 1899958"/>
                    <a:gd name="connsiteX1417" fmla="*/ 749685 w 1616022"/>
                    <a:gd name="connsiteY1417" fmla="*/ 303355 h 1899958"/>
                    <a:gd name="connsiteX1418" fmla="*/ 749685 w 1616022"/>
                    <a:gd name="connsiteY1418" fmla="*/ 305800 h 1899958"/>
                    <a:gd name="connsiteX1419" fmla="*/ 747096 w 1616022"/>
                    <a:gd name="connsiteY1419" fmla="*/ 308245 h 1899958"/>
                    <a:gd name="connsiteX1420" fmla="*/ 747096 w 1616022"/>
                    <a:gd name="connsiteY1420" fmla="*/ 311122 h 1899958"/>
                    <a:gd name="connsiteX1421" fmla="*/ 749685 w 1616022"/>
                    <a:gd name="connsiteY1421" fmla="*/ 311122 h 1899958"/>
                    <a:gd name="connsiteX1422" fmla="*/ 749685 w 1616022"/>
                    <a:gd name="connsiteY1422" fmla="*/ 318458 h 1899958"/>
                    <a:gd name="connsiteX1423" fmla="*/ 752130 w 1616022"/>
                    <a:gd name="connsiteY1423" fmla="*/ 321191 h 1899958"/>
                    <a:gd name="connsiteX1424" fmla="*/ 752130 w 1616022"/>
                    <a:gd name="connsiteY1424" fmla="*/ 323780 h 1899958"/>
                    <a:gd name="connsiteX1425" fmla="*/ 747096 w 1616022"/>
                    <a:gd name="connsiteY1425" fmla="*/ 323780 h 1899958"/>
                    <a:gd name="connsiteX1426" fmla="*/ 747096 w 1616022"/>
                    <a:gd name="connsiteY1426" fmla="*/ 321191 h 1899958"/>
                    <a:gd name="connsiteX1427" fmla="*/ 744650 w 1616022"/>
                    <a:gd name="connsiteY1427" fmla="*/ 321191 h 1899958"/>
                    <a:gd name="connsiteX1428" fmla="*/ 744650 w 1616022"/>
                    <a:gd name="connsiteY1428" fmla="*/ 323780 h 1899958"/>
                    <a:gd name="connsiteX1429" fmla="*/ 741917 w 1616022"/>
                    <a:gd name="connsiteY1429" fmla="*/ 323780 h 1899958"/>
                    <a:gd name="connsiteX1430" fmla="*/ 741917 w 1616022"/>
                    <a:gd name="connsiteY1430" fmla="*/ 326225 h 1899958"/>
                    <a:gd name="connsiteX1431" fmla="*/ 744650 w 1616022"/>
                    <a:gd name="connsiteY1431" fmla="*/ 328670 h 1899958"/>
                    <a:gd name="connsiteX1432" fmla="*/ 739472 w 1616022"/>
                    <a:gd name="connsiteY1432" fmla="*/ 328670 h 1899958"/>
                    <a:gd name="connsiteX1433" fmla="*/ 741917 w 1616022"/>
                    <a:gd name="connsiteY1433" fmla="*/ 331403 h 1899958"/>
                    <a:gd name="connsiteX1434" fmla="*/ 736883 w 1616022"/>
                    <a:gd name="connsiteY1434" fmla="*/ 331403 h 1899958"/>
                    <a:gd name="connsiteX1435" fmla="*/ 736883 w 1616022"/>
                    <a:gd name="connsiteY1435" fmla="*/ 328670 h 1899958"/>
                    <a:gd name="connsiteX1436" fmla="*/ 739472 w 1616022"/>
                    <a:gd name="connsiteY1436" fmla="*/ 328670 h 1899958"/>
                    <a:gd name="connsiteX1437" fmla="*/ 739472 w 1616022"/>
                    <a:gd name="connsiteY1437" fmla="*/ 326225 h 1899958"/>
                    <a:gd name="connsiteX1438" fmla="*/ 734438 w 1616022"/>
                    <a:gd name="connsiteY1438" fmla="*/ 326225 h 1899958"/>
                    <a:gd name="connsiteX1439" fmla="*/ 731993 w 1616022"/>
                    <a:gd name="connsiteY1439" fmla="*/ 328670 h 1899958"/>
                    <a:gd name="connsiteX1440" fmla="*/ 731993 w 1616022"/>
                    <a:gd name="connsiteY1440" fmla="*/ 336438 h 1899958"/>
                    <a:gd name="connsiteX1441" fmla="*/ 729260 w 1616022"/>
                    <a:gd name="connsiteY1441" fmla="*/ 338883 h 1899958"/>
                    <a:gd name="connsiteX1442" fmla="*/ 731993 w 1616022"/>
                    <a:gd name="connsiteY1442" fmla="*/ 341472 h 1899958"/>
                    <a:gd name="connsiteX1443" fmla="*/ 731993 w 1616022"/>
                    <a:gd name="connsiteY1443" fmla="*/ 344636 h 1899958"/>
                    <a:gd name="connsiteX1444" fmla="*/ 726670 w 1616022"/>
                    <a:gd name="connsiteY1444" fmla="*/ 344636 h 1899958"/>
                    <a:gd name="connsiteX1445" fmla="*/ 726670 w 1616022"/>
                    <a:gd name="connsiteY1445" fmla="*/ 347082 h 1899958"/>
                    <a:gd name="connsiteX1446" fmla="*/ 724225 w 1616022"/>
                    <a:gd name="connsiteY1446" fmla="*/ 349527 h 1899958"/>
                    <a:gd name="connsiteX1447" fmla="*/ 721780 w 1616022"/>
                    <a:gd name="connsiteY1447" fmla="*/ 349527 h 1899958"/>
                    <a:gd name="connsiteX1448" fmla="*/ 721780 w 1616022"/>
                    <a:gd name="connsiteY1448" fmla="*/ 352116 h 1899958"/>
                    <a:gd name="connsiteX1449" fmla="*/ 719047 w 1616022"/>
                    <a:gd name="connsiteY1449" fmla="*/ 354849 h 1899958"/>
                    <a:gd name="connsiteX1450" fmla="*/ 719047 w 1616022"/>
                    <a:gd name="connsiteY1450" fmla="*/ 357294 h 1899958"/>
                    <a:gd name="connsiteX1451" fmla="*/ 716458 w 1616022"/>
                    <a:gd name="connsiteY1451" fmla="*/ 359739 h 1899958"/>
                    <a:gd name="connsiteX1452" fmla="*/ 711568 w 1616022"/>
                    <a:gd name="connsiteY1452" fmla="*/ 359739 h 1899958"/>
                    <a:gd name="connsiteX1453" fmla="*/ 711568 w 1616022"/>
                    <a:gd name="connsiteY1453" fmla="*/ 362328 h 1899958"/>
                    <a:gd name="connsiteX1454" fmla="*/ 708835 w 1616022"/>
                    <a:gd name="connsiteY1454" fmla="*/ 365061 h 1899958"/>
                    <a:gd name="connsiteX1455" fmla="*/ 708835 w 1616022"/>
                    <a:gd name="connsiteY1455" fmla="*/ 367507 h 1899958"/>
                    <a:gd name="connsiteX1456" fmla="*/ 706246 w 1616022"/>
                    <a:gd name="connsiteY1456" fmla="*/ 369952 h 1899958"/>
                    <a:gd name="connsiteX1457" fmla="*/ 706246 w 1616022"/>
                    <a:gd name="connsiteY1457" fmla="*/ 382610 h 1899958"/>
                    <a:gd name="connsiteX1458" fmla="*/ 703800 w 1616022"/>
                    <a:gd name="connsiteY1458" fmla="*/ 382610 h 1899958"/>
                    <a:gd name="connsiteX1459" fmla="*/ 703800 w 1616022"/>
                    <a:gd name="connsiteY1459" fmla="*/ 368226 h 1899958"/>
                    <a:gd name="connsiteX1460" fmla="*/ 701355 w 1616022"/>
                    <a:gd name="connsiteY1460" fmla="*/ 365781 h 1899958"/>
                    <a:gd name="connsiteX1461" fmla="*/ 701355 w 1616022"/>
                    <a:gd name="connsiteY1461" fmla="*/ 368226 h 1899958"/>
                    <a:gd name="connsiteX1462" fmla="*/ 696033 w 1616022"/>
                    <a:gd name="connsiteY1462" fmla="*/ 368226 h 1899958"/>
                    <a:gd name="connsiteX1463" fmla="*/ 696033 w 1616022"/>
                    <a:gd name="connsiteY1463" fmla="*/ 359020 h 1899958"/>
                    <a:gd name="connsiteX1464" fmla="*/ 693588 w 1616022"/>
                    <a:gd name="connsiteY1464" fmla="*/ 356575 h 1899958"/>
                    <a:gd name="connsiteX1465" fmla="*/ 693588 w 1616022"/>
                    <a:gd name="connsiteY1465" fmla="*/ 351397 h 1899958"/>
                    <a:gd name="connsiteX1466" fmla="*/ 696033 w 1616022"/>
                    <a:gd name="connsiteY1466" fmla="*/ 351397 h 1899958"/>
                    <a:gd name="connsiteX1467" fmla="*/ 696033 w 1616022"/>
                    <a:gd name="connsiteY1467" fmla="*/ 348808 h 1899958"/>
                    <a:gd name="connsiteX1468" fmla="*/ 693588 w 1616022"/>
                    <a:gd name="connsiteY1468" fmla="*/ 348808 h 1899958"/>
                    <a:gd name="connsiteX1469" fmla="*/ 693588 w 1616022"/>
                    <a:gd name="connsiteY1469" fmla="*/ 346362 h 1899958"/>
                    <a:gd name="connsiteX1470" fmla="*/ 688409 w 1616022"/>
                    <a:gd name="connsiteY1470" fmla="*/ 346362 h 1899958"/>
                    <a:gd name="connsiteX1471" fmla="*/ 688409 w 1616022"/>
                    <a:gd name="connsiteY1471" fmla="*/ 351397 h 1899958"/>
                    <a:gd name="connsiteX1472" fmla="*/ 685821 w 1616022"/>
                    <a:gd name="connsiteY1472" fmla="*/ 351397 h 1899958"/>
                    <a:gd name="connsiteX1473" fmla="*/ 685821 w 1616022"/>
                    <a:gd name="connsiteY1473" fmla="*/ 354130 h 1899958"/>
                    <a:gd name="connsiteX1474" fmla="*/ 688409 w 1616022"/>
                    <a:gd name="connsiteY1474" fmla="*/ 354130 h 1899958"/>
                    <a:gd name="connsiteX1475" fmla="*/ 688409 w 1616022"/>
                    <a:gd name="connsiteY1475" fmla="*/ 359020 h 1899958"/>
                    <a:gd name="connsiteX1476" fmla="*/ 685821 w 1616022"/>
                    <a:gd name="connsiteY1476" fmla="*/ 361609 h 1899958"/>
                    <a:gd name="connsiteX1477" fmla="*/ 683375 w 1616022"/>
                    <a:gd name="connsiteY1477" fmla="*/ 359020 h 1899958"/>
                    <a:gd name="connsiteX1478" fmla="*/ 683375 w 1616022"/>
                    <a:gd name="connsiteY1478" fmla="*/ 356575 h 1899958"/>
                    <a:gd name="connsiteX1479" fmla="*/ 680930 w 1616022"/>
                    <a:gd name="connsiteY1479" fmla="*/ 356575 h 1899958"/>
                    <a:gd name="connsiteX1480" fmla="*/ 680930 w 1616022"/>
                    <a:gd name="connsiteY1480" fmla="*/ 348808 h 1899958"/>
                    <a:gd name="connsiteX1481" fmla="*/ 678197 w 1616022"/>
                    <a:gd name="connsiteY1481" fmla="*/ 343917 h 1899958"/>
                    <a:gd name="connsiteX1482" fmla="*/ 676040 w 1616022"/>
                    <a:gd name="connsiteY1482" fmla="*/ 343917 h 1899958"/>
                    <a:gd name="connsiteX1483" fmla="*/ 676040 w 1616022"/>
                    <a:gd name="connsiteY1483" fmla="*/ 341184 h 1899958"/>
                    <a:gd name="connsiteX1484" fmla="*/ 673451 w 1616022"/>
                    <a:gd name="connsiteY1484" fmla="*/ 338595 h 1899958"/>
                    <a:gd name="connsiteX1485" fmla="*/ 671005 w 1616022"/>
                    <a:gd name="connsiteY1485" fmla="*/ 338595 h 1899958"/>
                    <a:gd name="connsiteX1486" fmla="*/ 671005 w 1616022"/>
                    <a:gd name="connsiteY1486" fmla="*/ 341184 h 1899958"/>
                    <a:gd name="connsiteX1487" fmla="*/ 673451 w 1616022"/>
                    <a:gd name="connsiteY1487" fmla="*/ 343917 h 1899958"/>
                    <a:gd name="connsiteX1488" fmla="*/ 673451 w 1616022"/>
                    <a:gd name="connsiteY1488" fmla="*/ 346362 h 1899958"/>
                    <a:gd name="connsiteX1489" fmla="*/ 660793 w 1616022"/>
                    <a:gd name="connsiteY1489" fmla="*/ 346362 h 1899958"/>
                    <a:gd name="connsiteX1490" fmla="*/ 660793 w 1616022"/>
                    <a:gd name="connsiteY1490" fmla="*/ 344636 h 1899958"/>
                    <a:gd name="connsiteX1491" fmla="*/ 658347 w 1616022"/>
                    <a:gd name="connsiteY1491" fmla="*/ 347082 h 1899958"/>
                    <a:gd name="connsiteX1492" fmla="*/ 655614 w 1616022"/>
                    <a:gd name="connsiteY1492" fmla="*/ 349527 h 1899958"/>
                    <a:gd name="connsiteX1493" fmla="*/ 655614 w 1616022"/>
                    <a:gd name="connsiteY1493" fmla="*/ 341903 h 1899958"/>
                    <a:gd name="connsiteX1494" fmla="*/ 653025 w 1616022"/>
                    <a:gd name="connsiteY1494" fmla="*/ 344636 h 1899958"/>
                    <a:gd name="connsiteX1495" fmla="*/ 650580 w 1616022"/>
                    <a:gd name="connsiteY1495" fmla="*/ 344636 h 1899958"/>
                    <a:gd name="connsiteX1496" fmla="*/ 650580 w 1616022"/>
                    <a:gd name="connsiteY1496" fmla="*/ 336869 h 1899958"/>
                    <a:gd name="connsiteX1497" fmla="*/ 648135 w 1616022"/>
                    <a:gd name="connsiteY1497" fmla="*/ 334424 h 1899958"/>
                    <a:gd name="connsiteX1498" fmla="*/ 645402 w 1616022"/>
                    <a:gd name="connsiteY1498" fmla="*/ 331835 h 1899958"/>
                    <a:gd name="connsiteX1499" fmla="*/ 645402 w 1616022"/>
                    <a:gd name="connsiteY1499" fmla="*/ 326657 h 1899958"/>
                    <a:gd name="connsiteX1500" fmla="*/ 642813 w 1616022"/>
                    <a:gd name="connsiteY1500" fmla="*/ 324211 h 1899958"/>
                    <a:gd name="connsiteX1501" fmla="*/ 640368 w 1616022"/>
                    <a:gd name="connsiteY1501" fmla="*/ 321622 h 1899958"/>
                    <a:gd name="connsiteX1502" fmla="*/ 640368 w 1616022"/>
                    <a:gd name="connsiteY1502" fmla="*/ 318890 h 1899958"/>
                    <a:gd name="connsiteX1503" fmla="*/ 637923 w 1616022"/>
                    <a:gd name="connsiteY1503" fmla="*/ 321622 h 1899958"/>
                    <a:gd name="connsiteX1504" fmla="*/ 635190 w 1616022"/>
                    <a:gd name="connsiteY1504" fmla="*/ 321622 h 1899958"/>
                    <a:gd name="connsiteX1505" fmla="*/ 635190 w 1616022"/>
                    <a:gd name="connsiteY1505" fmla="*/ 318890 h 1899958"/>
                    <a:gd name="connsiteX1506" fmla="*/ 632601 w 1616022"/>
                    <a:gd name="connsiteY1506" fmla="*/ 321622 h 1899958"/>
                    <a:gd name="connsiteX1507" fmla="*/ 632601 w 1616022"/>
                    <a:gd name="connsiteY1507" fmla="*/ 318890 h 1899958"/>
                    <a:gd name="connsiteX1508" fmla="*/ 630155 w 1616022"/>
                    <a:gd name="connsiteY1508" fmla="*/ 318890 h 1899958"/>
                    <a:gd name="connsiteX1509" fmla="*/ 630155 w 1616022"/>
                    <a:gd name="connsiteY1509" fmla="*/ 315869 h 1899958"/>
                    <a:gd name="connsiteX1510" fmla="*/ 627710 w 1616022"/>
                    <a:gd name="connsiteY1510" fmla="*/ 315869 h 1899958"/>
                    <a:gd name="connsiteX1511" fmla="*/ 627710 w 1616022"/>
                    <a:gd name="connsiteY1511" fmla="*/ 313424 h 1899958"/>
                    <a:gd name="connsiteX1512" fmla="*/ 624977 w 1616022"/>
                    <a:gd name="connsiteY1512" fmla="*/ 313424 h 1899958"/>
                    <a:gd name="connsiteX1513" fmla="*/ 624977 w 1616022"/>
                    <a:gd name="connsiteY1513" fmla="*/ 315869 h 1899958"/>
                    <a:gd name="connsiteX1514" fmla="*/ 617497 w 1616022"/>
                    <a:gd name="connsiteY1514" fmla="*/ 315869 h 1899958"/>
                    <a:gd name="connsiteX1515" fmla="*/ 614764 w 1616022"/>
                    <a:gd name="connsiteY1515" fmla="*/ 318314 h 1899958"/>
                    <a:gd name="connsiteX1516" fmla="*/ 612175 w 1616022"/>
                    <a:gd name="connsiteY1516" fmla="*/ 318314 h 1899958"/>
                    <a:gd name="connsiteX1517" fmla="*/ 612175 w 1616022"/>
                    <a:gd name="connsiteY1517" fmla="*/ 321047 h 1899958"/>
                    <a:gd name="connsiteX1518" fmla="*/ 609730 w 1616022"/>
                    <a:gd name="connsiteY1518" fmla="*/ 323636 h 1899958"/>
                    <a:gd name="connsiteX1519" fmla="*/ 607285 w 1616022"/>
                    <a:gd name="connsiteY1519" fmla="*/ 323636 h 1899958"/>
                    <a:gd name="connsiteX1520" fmla="*/ 604552 w 1616022"/>
                    <a:gd name="connsiteY1520" fmla="*/ 326081 h 1899958"/>
                    <a:gd name="connsiteX1521" fmla="*/ 604552 w 1616022"/>
                    <a:gd name="connsiteY1521" fmla="*/ 321047 h 1899958"/>
                    <a:gd name="connsiteX1522" fmla="*/ 601963 w 1616022"/>
                    <a:gd name="connsiteY1522" fmla="*/ 321047 h 1899958"/>
                    <a:gd name="connsiteX1523" fmla="*/ 601963 w 1616022"/>
                    <a:gd name="connsiteY1523" fmla="*/ 323636 h 1899958"/>
                    <a:gd name="connsiteX1524" fmla="*/ 597073 w 1616022"/>
                    <a:gd name="connsiteY1524" fmla="*/ 323636 h 1899958"/>
                    <a:gd name="connsiteX1525" fmla="*/ 594340 w 1616022"/>
                    <a:gd name="connsiteY1525" fmla="*/ 326081 h 1899958"/>
                    <a:gd name="connsiteX1526" fmla="*/ 589737 w 1616022"/>
                    <a:gd name="connsiteY1526" fmla="*/ 326081 h 1899958"/>
                    <a:gd name="connsiteX1527" fmla="*/ 589737 w 1616022"/>
                    <a:gd name="connsiteY1527" fmla="*/ 328527 h 1899958"/>
                    <a:gd name="connsiteX1528" fmla="*/ 584846 w 1616022"/>
                    <a:gd name="connsiteY1528" fmla="*/ 331260 h 1899958"/>
                    <a:gd name="connsiteX1529" fmla="*/ 579524 w 1616022"/>
                    <a:gd name="connsiteY1529" fmla="*/ 331260 h 1899958"/>
                    <a:gd name="connsiteX1530" fmla="*/ 579524 w 1616022"/>
                    <a:gd name="connsiteY1530" fmla="*/ 326081 h 1899958"/>
                    <a:gd name="connsiteX1531" fmla="*/ 577079 w 1616022"/>
                    <a:gd name="connsiteY1531" fmla="*/ 326081 h 1899958"/>
                    <a:gd name="connsiteX1532" fmla="*/ 574634 w 1616022"/>
                    <a:gd name="connsiteY1532" fmla="*/ 321047 h 1899958"/>
                    <a:gd name="connsiteX1533" fmla="*/ 574634 w 1616022"/>
                    <a:gd name="connsiteY1533" fmla="*/ 318314 h 1899958"/>
                    <a:gd name="connsiteX1534" fmla="*/ 571901 w 1616022"/>
                    <a:gd name="connsiteY1534" fmla="*/ 315869 h 1899958"/>
                    <a:gd name="connsiteX1535" fmla="*/ 571901 w 1616022"/>
                    <a:gd name="connsiteY1535" fmla="*/ 313424 h 1899958"/>
                    <a:gd name="connsiteX1536" fmla="*/ 569311 w 1616022"/>
                    <a:gd name="connsiteY1536" fmla="*/ 310978 h 1899958"/>
                    <a:gd name="connsiteX1537" fmla="*/ 574634 w 1616022"/>
                    <a:gd name="connsiteY1537" fmla="*/ 313424 h 1899958"/>
                    <a:gd name="connsiteX1538" fmla="*/ 574634 w 1616022"/>
                    <a:gd name="connsiteY1538" fmla="*/ 315869 h 1899958"/>
                    <a:gd name="connsiteX1539" fmla="*/ 577079 w 1616022"/>
                    <a:gd name="connsiteY1539" fmla="*/ 313424 h 1899958"/>
                    <a:gd name="connsiteX1540" fmla="*/ 577079 w 1616022"/>
                    <a:gd name="connsiteY1540" fmla="*/ 305656 h 1899958"/>
                    <a:gd name="connsiteX1541" fmla="*/ 579524 w 1616022"/>
                    <a:gd name="connsiteY1541" fmla="*/ 303211 h 1899958"/>
                    <a:gd name="connsiteX1542" fmla="*/ 579524 w 1616022"/>
                    <a:gd name="connsiteY1542" fmla="*/ 305656 h 1899958"/>
                    <a:gd name="connsiteX1543" fmla="*/ 584846 w 1616022"/>
                    <a:gd name="connsiteY1543" fmla="*/ 308102 h 1899958"/>
                    <a:gd name="connsiteX1544" fmla="*/ 582113 w 1616022"/>
                    <a:gd name="connsiteY1544" fmla="*/ 310978 h 1899958"/>
                    <a:gd name="connsiteX1545" fmla="*/ 584846 w 1616022"/>
                    <a:gd name="connsiteY1545" fmla="*/ 315869 h 1899958"/>
                    <a:gd name="connsiteX1546" fmla="*/ 582113 w 1616022"/>
                    <a:gd name="connsiteY1546" fmla="*/ 321047 h 1899958"/>
                    <a:gd name="connsiteX1547" fmla="*/ 584846 w 1616022"/>
                    <a:gd name="connsiteY1547" fmla="*/ 321047 h 1899958"/>
                    <a:gd name="connsiteX1548" fmla="*/ 587291 w 1616022"/>
                    <a:gd name="connsiteY1548" fmla="*/ 318314 h 1899958"/>
                    <a:gd name="connsiteX1549" fmla="*/ 589737 w 1616022"/>
                    <a:gd name="connsiteY1549" fmla="*/ 321047 h 1899958"/>
                    <a:gd name="connsiteX1550" fmla="*/ 589737 w 1616022"/>
                    <a:gd name="connsiteY1550" fmla="*/ 315869 h 1899958"/>
                    <a:gd name="connsiteX1551" fmla="*/ 592326 w 1616022"/>
                    <a:gd name="connsiteY1551" fmla="*/ 310978 h 1899958"/>
                    <a:gd name="connsiteX1552" fmla="*/ 592326 w 1616022"/>
                    <a:gd name="connsiteY1552" fmla="*/ 305656 h 1899958"/>
                    <a:gd name="connsiteX1553" fmla="*/ 589737 w 1616022"/>
                    <a:gd name="connsiteY1553" fmla="*/ 303211 h 1899958"/>
                    <a:gd name="connsiteX1554" fmla="*/ 589737 w 1616022"/>
                    <a:gd name="connsiteY1554" fmla="*/ 305656 h 1899958"/>
                    <a:gd name="connsiteX1555" fmla="*/ 587291 w 1616022"/>
                    <a:gd name="connsiteY1555" fmla="*/ 305656 h 1899958"/>
                    <a:gd name="connsiteX1556" fmla="*/ 587291 w 1616022"/>
                    <a:gd name="connsiteY1556" fmla="*/ 298033 h 1899958"/>
                    <a:gd name="connsiteX1557" fmla="*/ 582113 w 1616022"/>
                    <a:gd name="connsiteY1557" fmla="*/ 298033 h 1899958"/>
                    <a:gd name="connsiteX1558" fmla="*/ 579524 w 1616022"/>
                    <a:gd name="connsiteY1558" fmla="*/ 300766 h 1899958"/>
                    <a:gd name="connsiteX1559" fmla="*/ 577079 w 1616022"/>
                    <a:gd name="connsiteY1559" fmla="*/ 300766 h 1899958"/>
                    <a:gd name="connsiteX1560" fmla="*/ 577079 w 1616022"/>
                    <a:gd name="connsiteY1560" fmla="*/ 303211 h 1899958"/>
                    <a:gd name="connsiteX1561" fmla="*/ 574634 w 1616022"/>
                    <a:gd name="connsiteY1561" fmla="*/ 303211 h 1899958"/>
                    <a:gd name="connsiteX1562" fmla="*/ 574634 w 1616022"/>
                    <a:gd name="connsiteY1562" fmla="*/ 305656 h 1899958"/>
                    <a:gd name="connsiteX1563" fmla="*/ 571901 w 1616022"/>
                    <a:gd name="connsiteY1563" fmla="*/ 305656 h 1899958"/>
                    <a:gd name="connsiteX1564" fmla="*/ 571901 w 1616022"/>
                    <a:gd name="connsiteY1564" fmla="*/ 303211 h 1899958"/>
                    <a:gd name="connsiteX1565" fmla="*/ 569311 w 1616022"/>
                    <a:gd name="connsiteY1565" fmla="*/ 308102 h 1899958"/>
                    <a:gd name="connsiteX1566" fmla="*/ 566866 w 1616022"/>
                    <a:gd name="connsiteY1566" fmla="*/ 305656 h 1899958"/>
                    <a:gd name="connsiteX1567" fmla="*/ 566866 w 1616022"/>
                    <a:gd name="connsiteY1567" fmla="*/ 295444 h 1899958"/>
                    <a:gd name="connsiteX1568" fmla="*/ 569311 w 1616022"/>
                    <a:gd name="connsiteY1568" fmla="*/ 295444 h 1899958"/>
                    <a:gd name="connsiteX1569" fmla="*/ 571901 w 1616022"/>
                    <a:gd name="connsiteY1569" fmla="*/ 292999 h 1899958"/>
                    <a:gd name="connsiteX1570" fmla="*/ 571901 w 1616022"/>
                    <a:gd name="connsiteY1570" fmla="*/ 295444 h 1899958"/>
                    <a:gd name="connsiteX1571" fmla="*/ 574634 w 1616022"/>
                    <a:gd name="connsiteY1571" fmla="*/ 295444 h 1899958"/>
                    <a:gd name="connsiteX1572" fmla="*/ 571901 w 1616022"/>
                    <a:gd name="connsiteY1572" fmla="*/ 290553 h 1899958"/>
                    <a:gd name="connsiteX1573" fmla="*/ 574634 w 1616022"/>
                    <a:gd name="connsiteY1573" fmla="*/ 290553 h 1899958"/>
                    <a:gd name="connsiteX1574" fmla="*/ 579524 w 1616022"/>
                    <a:gd name="connsiteY1574" fmla="*/ 292999 h 1899958"/>
                    <a:gd name="connsiteX1575" fmla="*/ 577079 w 1616022"/>
                    <a:gd name="connsiteY1575" fmla="*/ 290553 h 1899958"/>
                    <a:gd name="connsiteX1576" fmla="*/ 579524 w 1616022"/>
                    <a:gd name="connsiteY1576" fmla="*/ 290553 h 1899958"/>
                    <a:gd name="connsiteX1577" fmla="*/ 579524 w 1616022"/>
                    <a:gd name="connsiteY1577" fmla="*/ 285231 h 1899958"/>
                    <a:gd name="connsiteX1578" fmla="*/ 577079 w 1616022"/>
                    <a:gd name="connsiteY1578" fmla="*/ 285231 h 1899958"/>
                    <a:gd name="connsiteX1579" fmla="*/ 577079 w 1616022"/>
                    <a:gd name="connsiteY1579" fmla="*/ 282786 h 1899958"/>
                    <a:gd name="connsiteX1580" fmla="*/ 574634 w 1616022"/>
                    <a:gd name="connsiteY1580" fmla="*/ 280341 h 1899958"/>
                    <a:gd name="connsiteX1581" fmla="*/ 571901 w 1616022"/>
                    <a:gd name="connsiteY1581" fmla="*/ 282786 h 1899958"/>
                    <a:gd name="connsiteX1582" fmla="*/ 569311 w 1616022"/>
                    <a:gd name="connsiteY1582" fmla="*/ 285231 h 1899958"/>
                    <a:gd name="connsiteX1583" fmla="*/ 569311 w 1616022"/>
                    <a:gd name="connsiteY1583" fmla="*/ 280341 h 1899958"/>
                    <a:gd name="connsiteX1584" fmla="*/ 560969 w 1616022"/>
                    <a:gd name="connsiteY1584" fmla="*/ 280341 h 1899958"/>
                    <a:gd name="connsiteX1585" fmla="*/ 560969 w 1616022"/>
                    <a:gd name="connsiteY1585" fmla="*/ 285231 h 1899958"/>
                    <a:gd name="connsiteX1586" fmla="*/ 555935 w 1616022"/>
                    <a:gd name="connsiteY1586" fmla="*/ 285231 h 1899958"/>
                    <a:gd name="connsiteX1587" fmla="*/ 555935 w 1616022"/>
                    <a:gd name="connsiteY1587" fmla="*/ 290553 h 1899958"/>
                    <a:gd name="connsiteX1588" fmla="*/ 553490 w 1616022"/>
                    <a:gd name="connsiteY1588" fmla="*/ 290553 h 1899958"/>
                    <a:gd name="connsiteX1589" fmla="*/ 553490 w 1616022"/>
                    <a:gd name="connsiteY1589" fmla="*/ 287820 h 1899958"/>
                    <a:gd name="connsiteX1590" fmla="*/ 550757 w 1616022"/>
                    <a:gd name="connsiteY1590" fmla="*/ 287820 h 1899958"/>
                    <a:gd name="connsiteX1591" fmla="*/ 550757 w 1616022"/>
                    <a:gd name="connsiteY1591" fmla="*/ 290553 h 1899958"/>
                    <a:gd name="connsiteX1592" fmla="*/ 545722 w 1616022"/>
                    <a:gd name="connsiteY1592" fmla="*/ 290553 h 1899958"/>
                    <a:gd name="connsiteX1593" fmla="*/ 545722 w 1616022"/>
                    <a:gd name="connsiteY1593" fmla="*/ 287820 h 1899958"/>
                    <a:gd name="connsiteX1594" fmla="*/ 548167 w 1616022"/>
                    <a:gd name="connsiteY1594" fmla="*/ 287820 h 1899958"/>
                    <a:gd name="connsiteX1595" fmla="*/ 548167 w 1616022"/>
                    <a:gd name="connsiteY1595" fmla="*/ 285231 h 1899958"/>
                    <a:gd name="connsiteX1596" fmla="*/ 550757 w 1616022"/>
                    <a:gd name="connsiteY1596" fmla="*/ 285231 h 1899958"/>
                    <a:gd name="connsiteX1597" fmla="*/ 550757 w 1616022"/>
                    <a:gd name="connsiteY1597" fmla="*/ 282786 h 1899958"/>
                    <a:gd name="connsiteX1598" fmla="*/ 553490 w 1616022"/>
                    <a:gd name="connsiteY1598" fmla="*/ 282786 h 1899958"/>
                    <a:gd name="connsiteX1599" fmla="*/ 553490 w 1616022"/>
                    <a:gd name="connsiteY1599" fmla="*/ 280341 h 1899958"/>
                    <a:gd name="connsiteX1600" fmla="*/ 550757 w 1616022"/>
                    <a:gd name="connsiteY1600" fmla="*/ 280341 h 1899958"/>
                    <a:gd name="connsiteX1601" fmla="*/ 550757 w 1616022"/>
                    <a:gd name="connsiteY1601" fmla="*/ 275019 h 1899958"/>
                    <a:gd name="connsiteX1602" fmla="*/ 548167 w 1616022"/>
                    <a:gd name="connsiteY1602" fmla="*/ 275019 h 1899958"/>
                    <a:gd name="connsiteX1603" fmla="*/ 548167 w 1616022"/>
                    <a:gd name="connsiteY1603" fmla="*/ 272717 h 1899958"/>
                    <a:gd name="connsiteX1604" fmla="*/ 545722 w 1616022"/>
                    <a:gd name="connsiteY1604" fmla="*/ 272717 h 1899958"/>
                    <a:gd name="connsiteX1605" fmla="*/ 545722 w 1616022"/>
                    <a:gd name="connsiteY1605" fmla="*/ 270272 h 1899958"/>
                    <a:gd name="connsiteX1606" fmla="*/ 543277 w 1616022"/>
                    <a:gd name="connsiteY1606" fmla="*/ 270272 h 1899958"/>
                    <a:gd name="connsiteX1607" fmla="*/ 543277 w 1616022"/>
                    <a:gd name="connsiteY1607" fmla="*/ 272717 h 1899958"/>
                    <a:gd name="connsiteX1608" fmla="*/ 540544 w 1616022"/>
                    <a:gd name="connsiteY1608" fmla="*/ 272717 h 1899958"/>
                    <a:gd name="connsiteX1609" fmla="*/ 540544 w 1616022"/>
                    <a:gd name="connsiteY1609" fmla="*/ 264950 h 1899958"/>
                    <a:gd name="connsiteX1610" fmla="*/ 543277 w 1616022"/>
                    <a:gd name="connsiteY1610" fmla="*/ 264950 h 1899958"/>
                    <a:gd name="connsiteX1611" fmla="*/ 543277 w 1616022"/>
                    <a:gd name="connsiteY1611" fmla="*/ 260060 h 1899958"/>
                    <a:gd name="connsiteX1612" fmla="*/ 545722 w 1616022"/>
                    <a:gd name="connsiteY1612" fmla="*/ 260060 h 1899958"/>
                    <a:gd name="connsiteX1613" fmla="*/ 545722 w 1616022"/>
                    <a:gd name="connsiteY1613" fmla="*/ 258334 h 1899958"/>
                    <a:gd name="connsiteX1614" fmla="*/ 548167 w 1616022"/>
                    <a:gd name="connsiteY1614" fmla="*/ 258334 h 1899958"/>
                    <a:gd name="connsiteX1615" fmla="*/ 548167 w 1616022"/>
                    <a:gd name="connsiteY1615" fmla="*/ 255745 h 1899958"/>
                    <a:gd name="connsiteX1616" fmla="*/ 550757 w 1616022"/>
                    <a:gd name="connsiteY1616" fmla="*/ 255745 h 1899958"/>
                    <a:gd name="connsiteX1617" fmla="*/ 550757 w 1616022"/>
                    <a:gd name="connsiteY1617" fmla="*/ 250854 h 1899958"/>
                    <a:gd name="connsiteX1618" fmla="*/ 548167 w 1616022"/>
                    <a:gd name="connsiteY1618" fmla="*/ 250854 h 1899958"/>
                    <a:gd name="connsiteX1619" fmla="*/ 548167 w 1616022"/>
                    <a:gd name="connsiteY1619" fmla="*/ 245532 h 1899958"/>
                    <a:gd name="connsiteX1620" fmla="*/ 545722 w 1616022"/>
                    <a:gd name="connsiteY1620" fmla="*/ 248121 h 1899958"/>
                    <a:gd name="connsiteX1621" fmla="*/ 543277 w 1616022"/>
                    <a:gd name="connsiteY1621" fmla="*/ 248121 h 1899958"/>
                    <a:gd name="connsiteX1622" fmla="*/ 543277 w 1616022"/>
                    <a:gd name="connsiteY1622" fmla="*/ 245532 h 1899958"/>
                    <a:gd name="connsiteX1623" fmla="*/ 540544 w 1616022"/>
                    <a:gd name="connsiteY1623" fmla="*/ 245532 h 1899958"/>
                    <a:gd name="connsiteX1624" fmla="*/ 540544 w 1616022"/>
                    <a:gd name="connsiteY1624" fmla="*/ 243087 h 1899958"/>
                    <a:gd name="connsiteX1625" fmla="*/ 543277 w 1616022"/>
                    <a:gd name="connsiteY1625" fmla="*/ 243087 h 1899958"/>
                    <a:gd name="connsiteX1626" fmla="*/ 543277 w 1616022"/>
                    <a:gd name="connsiteY1626" fmla="*/ 238052 h 1899958"/>
                    <a:gd name="connsiteX1627" fmla="*/ 540544 w 1616022"/>
                    <a:gd name="connsiteY1627" fmla="*/ 238052 h 1899958"/>
                    <a:gd name="connsiteX1628" fmla="*/ 540544 w 1616022"/>
                    <a:gd name="connsiteY1628" fmla="*/ 232874 h 1899958"/>
                    <a:gd name="connsiteX1629" fmla="*/ 537955 w 1616022"/>
                    <a:gd name="connsiteY1629" fmla="*/ 232874 h 1899958"/>
                    <a:gd name="connsiteX1630" fmla="*/ 537955 w 1616022"/>
                    <a:gd name="connsiteY1630" fmla="*/ 227984 h 1899958"/>
                    <a:gd name="connsiteX1631" fmla="*/ 527742 w 1616022"/>
                    <a:gd name="connsiteY1631" fmla="*/ 227984 h 1899958"/>
                    <a:gd name="connsiteX1632" fmla="*/ 527742 w 1616022"/>
                    <a:gd name="connsiteY1632" fmla="*/ 220216 h 1899958"/>
                    <a:gd name="connsiteX1633" fmla="*/ 525297 w 1616022"/>
                    <a:gd name="connsiteY1633" fmla="*/ 220216 h 1899958"/>
                    <a:gd name="connsiteX1634" fmla="*/ 520119 w 1616022"/>
                    <a:gd name="connsiteY1634" fmla="*/ 217771 h 1899958"/>
                    <a:gd name="connsiteX1635" fmla="*/ 520119 w 1616022"/>
                    <a:gd name="connsiteY1635" fmla="*/ 215038 h 1899958"/>
                    <a:gd name="connsiteX1636" fmla="*/ 517818 w 1616022"/>
                    <a:gd name="connsiteY1636" fmla="*/ 215038 h 1899958"/>
                    <a:gd name="connsiteX1637" fmla="*/ 517818 w 1616022"/>
                    <a:gd name="connsiteY1637" fmla="*/ 210004 h 1899958"/>
                    <a:gd name="connsiteX1638" fmla="*/ 525585 w 1616022"/>
                    <a:gd name="connsiteY1638" fmla="*/ 210004 h 1899958"/>
                    <a:gd name="connsiteX1639" fmla="*/ 523140 w 1616022"/>
                    <a:gd name="connsiteY1639" fmla="*/ 207559 h 1899958"/>
                    <a:gd name="connsiteX1640" fmla="*/ 528030 w 1616022"/>
                    <a:gd name="connsiteY1640" fmla="*/ 207559 h 1899958"/>
                    <a:gd name="connsiteX1641" fmla="*/ 528030 w 1616022"/>
                    <a:gd name="connsiteY1641" fmla="*/ 202237 h 1899958"/>
                    <a:gd name="connsiteX1642" fmla="*/ 525585 w 1616022"/>
                    <a:gd name="connsiteY1642" fmla="*/ 194613 h 1899958"/>
                    <a:gd name="connsiteX1643" fmla="*/ 528030 w 1616022"/>
                    <a:gd name="connsiteY1643" fmla="*/ 194613 h 1899958"/>
                    <a:gd name="connsiteX1644" fmla="*/ 525585 w 1616022"/>
                    <a:gd name="connsiteY1644" fmla="*/ 189579 h 1899958"/>
                    <a:gd name="connsiteX1645" fmla="*/ 523140 w 1616022"/>
                    <a:gd name="connsiteY1645" fmla="*/ 187134 h 1899958"/>
                    <a:gd name="connsiteX1646" fmla="*/ 520407 w 1616022"/>
                    <a:gd name="connsiteY1646" fmla="*/ 184401 h 1899958"/>
                    <a:gd name="connsiteX1647" fmla="*/ 517818 w 1616022"/>
                    <a:gd name="connsiteY1647" fmla="*/ 184401 h 1899958"/>
                    <a:gd name="connsiteX1648" fmla="*/ 517818 w 1616022"/>
                    <a:gd name="connsiteY1648" fmla="*/ 181811 h 1899958"/>
                    <a:gd name="connsiteX1649" fmla="*/ 512927 w 1616022"/>
                    <a:gd name="connsiteY1649" fmla="*/ 181811 h 1899958"/>
                    <a:gd name="connsiteX1650" fmla="*/ 512927 w 1616022"/>
                    <a:gd name="connsiteY1650" fmla="*/ 171599 h 1899958"/>
                    <a:gd name="connsiteX1651" fmla="*/ 507749 w 1616022"/>
                    <a:gd name="connsiteY1651" fmla="*/ 171599 h 1899958"/>
                    <a:gd name="connsiteX1652" fmla="*/ 507749 w 1616022"/>
                    <a:gd name="connsiteY1652" fmla="*/ 163976 h 1899958"/>
                    <a:gd name="connsiteX1653" fmla="*/ 505160 w 1616022"/>
                    <a:gd name="connsiteY1653" fmla="*/ 161386 h 1899958"/>
                    <a:gd name="connsiteX1654" fmla="*/ 502715 w 1616022"/>
                    <a:gd name="connsiteY1654" fmla="*/ 158941 h 1899958"/>
                    <a:gd name="connsiteX1655" fmla="*/ 502715 w 1616022"/>
                    <a:gd name="connsiteY1655" fmla="*/ 156496 h 1899958"/>
                    <a:gd name="connsiteX1656" fmla="*/ 507749 w 1616022"/>
                    <a:gd name="connsiteY1656" fmla="*/ 153907 h 1899958"/>
                    <a:gd name="connsiteX1657" fmla="*/ 510482 w 1616022"/>
                    <a:gd name="connsiteY1657" fmla="*/ 151174 h 1899958"/>
                    <a:gd name="connsiteX1658" fmla="*/ 507749 w 1616022"/>
                    <a:gd name="connsiteY1658" fmla="*/ 148729 h 1899958"/>
                    <a:gd name="connsiteX1659" fmla="*/ 507749 w 1616022"/>
                    <a:gd name="connsiteY1659" fmla="*/ 146284 h 1899958"/>
                    <a:gd name="connsiteX1660" fmla="*/ 505160 w 1616022"/>
                    <a:gd name="connsiteY1660" fmla="*/ 146284 h 1899958"/>
                    <a:gd name="connsiteX1661" fmla="*/ 505160 w 1616022"/>
                    <a:gd name="connsiteY1661" fmla="*/ 143263 h 1899958"/>
                    <a:gd name="connsiteX1662" fmla="*/ 502715 w 1616022"/>
                    <a:gd name="connsiteY1662" fmla="*/ 140530 h 1899958"/>
                    <a:gd name="connsiteX1663" fmla="*/ 502715 w 1616022"/>
                    <a:gd name="connsiteY1663" fmla="*/ 138085 h 1899958"/>
                    <a:gd name="connsiteX1664" fmla="*/ 505160 w 1616022"/>
                    <a:gd name="connsiteY1664" fmla="*/ 138085 h 1899958"/>
                    <a:gd name="connsiteX1665" fmla="*/ 505160 w 1616022"/>
                    <a:gd name="connsiteY1665" fmla="*/ 133194 h 1899958"/>
                    <a:gd name="connsiteX1666" fmla="*/ 510482 w 1616022"/>
                    <a:gd name="connsiteY1666" fmla="*/ 133194 h 1899958"/>
                    <a:gd name="connsiteX1667" fmla="*/ 507749 w 1616022"/>
                    <a:gd name="connsiteY1667" fmla="*/ 130461 h 1899958"/>
                    <a:gd name="connsiteX1668" fmla="*/ 510482 w 1616022"/>
                    <a:gd name="connsiteY1668" fmla="*/ 130461 h 1899958"/>
                    <a:gd name="connsiteX1669" fmla="*/ 510482 w 1616022"/>
                    <a:gd name="connsiteY1669" fmla="*/ 127872 h 1899958"/>
                    <a:gd name="connsiteX1670" fmla="*/ 512927 w 1616022"/>
                    <a:gd name="connsiteY1670" fmla="*/ 127872 h 1899958"/>
                    <a:gd name="connsiteX1671" fmla="*/ 512927 w 1616022"/>
                    <a:gd name="connsiteY1671" fmla="*/ 125427 h 1899958"/>
                    <a:gd name="connsiteX1672" fmla="*/ 515372 w 1616022"/>
                    <a:gd name="connsiteY1672" fmla="*/ 125427 h 1899958"/>
                    <a:gd name="connsiteX1673" fmla="*/ 515372 w 1616022"/>
                    <a:gd name="connsiteY1673" fmla="*/ 122982 h 1899958"/>
                    <a:gd name="connsiteX1674" fmla="*/ 512927 w 1616022"/>
                    <a:gd name="connsiteY1674" fmla="*/ 122982 h 1899958"/>
                    <a:gd name="connsiteX1675" fmla="*/ 512927 w 1616022"/>
                    <a:gd name="connsiteY1675" fmla="*/ 120249 h 1899958"/>
                    <a:gd name="connsiteX1676" fmla="*/ 515372 w 1616022"/>
                    <a:gd name="connsiteY1676" fmla="*/ 120249 h 1899958"/>
                    <a:gd name="connsiteX1677" fmla="*/ 515372 w 1616022"/>
                    <a:gd name="connsiteY1677" fmla="*/ 117660 h 1899958"/>
                    <a:gd name="connsiteX1678" fmla="*/ 512927 w 1616022"/>
                    <a:gd name="connsiteY1678" fmla="*/ 117660 h 1899958"/>
                    <a:gd name="connsiteX1679" fmla="*/ 515372 w 1616022"/>
                    <a:gd name="connsiteY1679" fmla="*/ 115215 h 1899958"/>
                    <a:gd name="connsiteX1680" fmla="*/ 512927 w 1616022"/>
                    <a:gd name="connsiteY1680" fmla="*/ 115215 h 1899958"/>
                    <a:gd name="connsiteX1681" fmla="*/ 512927 w 1616022"/>
                    <a:gd name="connsiteY1681" fmla="*/ 107447 h 1899958"/>
                    <a:gd name="connsiteX1682" fmla="*/ 510482 w 1616022"/>
                    <a:gd name="connsiteY1682" fmla="*/ 107447 h 1899958"/>
                    <a:gd name="connsiteX1683" fmla="*/ 510482 w 1616022"/>
                    <a:gd name="connsiteY1683" fmla="*/ 105002 h 1899958"/>
                    <a:gd name="connsiteX1684" fmla="*/ 507749 w 1616022"/>
                    <a:gd name="connsiteY1684" fmla="*/ 105002 h 1899958"/>
                    <a:gd name="connsiteX1685" fmla="*/ 507749 w 1616022"/>
                    <a:gd name="connsiteY1685" fmla="*/ 102557 h 1899958"/>
                    <a:gd name="connsiteX1686" fmla="*/ 505160 w 1616022"/>
                    <a:gd name="connsiteY1686" fmla="*/ 102557 h 1899958"/>
                    <a:gd name="connsiteX1687" fmla="*/ 505160 w 1616022"/>
                    <a:gd name="connsiteY1687" fmla="*/ 100111 h 1899958"/>
                    <a:gd name="connsiteX1688" fmla="*/ 502715 w 1616022"/>
                    <a:gd name="connsiteY1688" fmla="*/ 100111 h 1899958"/>
                    <a:gd name="connsiteX1689" fmla="*/ 502715 w 1616022"/>
                    <a:gd name="connsiteY1689" fmla="*/ 95077 h 1899958"/>
                    <a:gd name="connsiteX1690" fmla="*/ 494947 w 1616022"/>
                    <a:gd name="connsiteY1690" fmla="*/ 95077 h 1899958"/>
                    <a:gd name="connsiteX1691" fmla="*/ 494947 w 1616022"/>
                    <a:gd name="connsiteY1691" fmla="*/ 110324 h 1899958"/>
                    <a:gd name="connsiteX1692" fmla="*/ 497536 w 1616022"/>
                    <a:gd name="connsiteY1692" fmla="*/ 110324 h 1899958"/>
                    <a:gd name="connsiteX1693" fmla="*/ 497536 w 1616022"/>
                    <a:gd name="connsiteY1693" fmla="*/ 113057 h 1899958"/>
                    <a:gd name="connsiteX1694" fmla="*/ 500269 w 1616022"/>
                    <a:gd name="connsiteY1694" fmla="*/ 113057 h 1899958"/>
                    <a:gd name="connsiteX1695" fmla="*/ 500269 w 1616022"/>
                    <a:gd name="connsiteY1695" fmla="*/ 117948 h 1899958"/>
                    <a:gd name="connsiteX1696" fmla="*/ 490057 w 1616022"/>
                    <a:gd name="connsiteY1696" fmla="*/ 117948 h 1899958"/>
                    <a:gd name="connsiteX1697" fmla="*/ 490057 w 1616022"/>
                    <a:gd name="connsiteY1697" fmla="*/ 130749 h 1899958"/>
                    <a:gd name="connsiteX1698" fmla="*/ 487324 w 1616022"/>
                    <a:gd name="connsiteY1698" fmla="*/ 130749 h 1899958"/>
                    <a:gd name="connsiteX1699" fmla="*/ 484735 w 1616022"/>
                    <a:gd name="connsiteY1699" fmla="*/ 128160 h 1899958"/>
                    <a:gd name="connsiteX1700" fmla="*/ 477112 w 1616022"/>
                    <a:gd name="connsiteY1700" fmla="*/ 128160 h 1899958"/>
                    <a:gd name="connsiteX1701" fmla="*/ 477112 w 1616022"/>
                    <a:gd name="connsiteY1701" fmla="*/ 123269 h 1899958"/>
                    <a:gd name="connsiteX1702" fmla="*/ 474666 w 1616022"/>
                    <a:gd name="connsiteY1702" fmla="*/ 123269 h 1899958"/>
                    <a:gd name="connsiteX1703" fmla="*/ 474666 w 1616022"/>
                    <a:gd name="connsiteY1703" fmla="*/ 117948 h 1899958"/>
                    <a:gd name="connsiteX1704" fmla="*/ 472221 w 1616022"/>
                    <a:gd name="connsiteY1704" fmla="*/ 115502 h 1899958"/>
                    <a:gd name="connsiteX1705" fmla="*/ 472221 w 1616022"/>
                    <a:gd name="connsiteY1705" fmla="*/ 113057 h 1899958"/>
                    <a:gd name="connsiteX1706" fmla="*/ 469776 w 1616022"/>
                    <a:gd name="connsiteY1706" fmla="*/ 113057 h 1899958"/>
                    <a:gd name="connsiteX1707" fmla="*/ 467043 w 1616022"/>
                    <a:gd name="connsiteY1707" fmla="*/ 110324 h 1899958"/>
                    <a:gd name="connsiteX1708" fmla="*/ 467043 w 1616022"/>
                    <a:gd name="connsiteY1708" fmla="*/ 107735 h 1899958"/>
                    <a:gd name="connsiteX1709" fmla="*/ 469776 w 1616022"/>
                    <a:gd name="connsiteY1709" fmla="*/ 105290 h 1899958"/>
                    <a:gd name="connsiteX1710" fmla="*/ 467043 w 1616022"/>
                    <a:gd name="connsiteY1710" fmla="*/ 105290 h 1899958"/>
                    <a:gd name="connsiteX1711" fmla="*/ 467043 w 1616022"/>
                    <a:gd name="connsiteY1711" fmla="*/ 102844 h 1899958"/>
                    <a:gd name="connsiteX1712" fmla="*/ 464454 w 1616022"/>
                    <a:gd name="connsiteY1712" fmla="*/ 102844 h 1899958"/>
                    <a:gd name="connsiteX1713" fmla="*/ 464454 w 1616022"/>
                    <a:gd name="connsiteY1713" fmla="*/ 105290 h 1899958"/>
                    <a:gd name="connsiteX1714" fmla="*/ 462008 w 1616022"/>
                    <a:gd name="connsiteY1714" fmla="*/ 107735 h 1899958"/>
                    <a:gd name="connsiteX1715" fmla="*/ 459563 w 1616022"/>
                    <a:gd name="connsiteY1715" fmla="*/ 102844 h 1899958"/>
                    <a:gd name="connsiteX1716" fmla="*/ 456830 w 1616022"/>
                    <a:gd name="connsiteY1716" fmla="*/ 102844 h 1899958"/>
                    <a:gd name="connsiteX1717" fmla="*/ 456830 w 1616022"/>
                    <a:gd name="connsiteY1717" fmla="*/ 105290 h 1899958"/>
                    <a:gd name="connsiteX1718" fmla="*/ 454241 w 1616022"/>
                    <a:gd name="connsiteY1718" fmla="*/ 105290 h 1899958"/>
                    <a:gd name="connsiteX1719" fmla="*/ 456830 w 1616022"/>
                    <a:gd name="connsiteY1719" fmla="*/ 107735 h 1899958"/>
                    <a:gd name="connsiteX1720" fmla="*/ 454241 w 1616022"/>
                    <a:gd name="connsiteY1720" fmla="*/ 107735 h 1899958"/>
                    <a:gd name="connsiteX1721" fmla="*/ 454241 w 1616022"/>
                    <a:gd name="connsiteY1721" fmla="*/ 105290 h 1899958"/>
                    <a:gd name="connsiteX1722" fmla="*/ 451796 w 1616022"/>
                    <a:gd name="connsiteY1722" fmla="*/ 107735 h 1899958"/>
                    <a:gd name="connsiteX1723" fmla="*/ 454241 w 1616022"/>
                    <a:gd name="connsiteY1723" fmla="*/ 110324 h 1899958"/>
                    <a:gd name="connsiteX1724" fmla="*/ 451796 w 1616022"/>
                    <a:gd name="connsiteY1724" fmla="*/ 110324 h 1899958"/>
                    <a:gd name="connsiteX1725" fmla="*/ 451796 w 1616022"/>
                    <a:gd name="connsiteY1725" fmla="*/ 113057 h 1899958"/>
                    <a:gd name="connsiteX1726" fmla="*/ 454241 w 1616022"/>
                    <a:gd name="connsiteY1726" fmla="*/ 115502 h 1899958"/>
                    <a:gd name="connsiteX1727" fmla="*/ 451796 w 1616022"/>
                    <a:gd name="connsiteY1727" fmla="*/ 115502 h 1899958"/>
                    <a:gd name="connsiteX1728" fmla="*/ 451796 w 1616022"/>
                    <a:gd name="connsiteY1728" fmla="*/ 113057 h 1899958"/>
                    <a:gd name="connsiteX1729" fmla="*/ 449350 w 1616022"/>
                    <a:gd name="connsiteY1729" fmla="*/ 110324 h 1899958"/>
                    <a:gd name="connsiteX1730" fmla="*/ 445898 w 1616022"/>
                    <a:gd name="connsiteY1730" fmla="*/ 110324 h 1899958"/>
                    <a:gd name="connsiteX1731" fmla="*/ 445898 w 1616022"/>
                    <a:gd name="connsiteY1731" fmla="*/ 117948 h 1899958"/>
                    <a:gd name="connsiteX1732" fmla="*/ 443309 w 1616022"/>
                    <a:gd name="connsiteY1732" fmla="*/ 117948 h 1899958"/>
                    <a:gd name="connsiteX1733" fmla="*/ 440864 w 1616022"/>
                    <a:gd name="connsiteY1733" fmla="*/ 115502 h 1899958"/>
                    <a:gd name="connsiteX1734" fmla="*/ 440864 w 1616022"/>
                    <a:gd name="connsiteY1734" fmla="*/ 117948 h 1899958"/>
                    <a:gd name="connsiteX1735" fmla="*/ 438419 w 1616022"/>
                    <a:gd name="connsiteY1735" fmla="*/ 117948 h 1899958"/>
                    <a:gd name="connsiteX1736" fmla="*/ 438419 w 1616022"/>
                    <a:gd name="connsiteY1736" fmla="*/ 113057 h 1899958"/>
                    <a:gd name="connsiteX1737" fmla="*/ 433097 w 1616022"/>
                    <a:gd name="connsiteY1737" fmla="*/ 113057 h 1899958"/>
                    <a:gd name="connsiteX1738" fmla="*/ 433097 w 1616022"/>
                    <a:gd name="connsiteY1738" fmla="*/ 114495 h 1899958"/>
                    <a:gd name="connsiteX1739" fmla="*/ 435974 w 1616022"/>
                    <a:gd name="connsiteY1739" fmla="*/ 119530 h 1899958"/>
                    <a:gd name="connsiteX1740" fmla="*/ 433097 w 1616022"/>
                    <a:gd name="connsiteY1740" fmla="*/ 116941 h 1899958"/>
                    <a:gd name="connsiteX1741" fmla="*/ 433097 w 1616022"/>
                    <a:gd name="connsiteY1741" fmla="*/ 114495 h 1899958"/>
                    <a:gd name="connsiteX1742" fmla="*/ 430652 w 1616022"/>
                    <a:gd name="connsiteY1742" fmla="*/ 116941 h 1899958"/>
                    <a:gd name="connsiteX1743" fmla="*/ 430652 w 1616022"/>
                    <a:gd name="connsiteY1743" fmla="*/ 114495 h 1899958"/>
                    <a:gd name="connsiteX1744" fmla="*/ 425761 w 1616022"/>
                    <a:gd name="connsiteY1744" fmla="*/ 114495 h 1899958"/>
                    <a:gd name="connsiteX1745" fmla="*/ 425761 w 1616022"/>
                    <a:gd name="connsiteY1745" fmla="*/ 116941 h 1899958"/>
                    <a:gd name="connsiteX1746" fmla="*/ 423028 w 1616022"/>
                    <a:gd name="connsiteY1746" fmla="*/ 116941 h 1899958"/>
                    <a:gd name="connsiteX1747" fmla="*/ 423028 w 1616022"/>
                    <a:gd name="connsiteY1747" fmla="*/ 112050 h 1899958"/>
                    <a:gd name="connsiteX1748" fmla="*/ 410226 w 1616022"/>
                    <a:gd name="connsiteY1748" fmla="*/ 112050 h 1899958"/>
                    <a:gd name="connsiteX1749" fmla="*/ 407781 w 1616022"/>
                    <a:gd name="connsiteY1749" fmla="*/ 114495 h 1899958"/>
                    <a:gd name="connsiteX1750" fmla="*/ 410226 w 1616022"/>
                    <a:gd name="connsiteY1750" fmla="*/ 116941 h 1899958"/>
                    <a:gd name="connsiteX1751" fmla="*/ 407781 w 1616022"/>
                    <a:gd name="connsiteY1751" fmla="*/ 116941 h 1899958"/>
                    <a:gd name="connsiteX1752" fmla="*/ 407781 w 1616022"/>
                    <a:gd name="connsiteY1752" fmla="*/ 112050 h 1899958"/>
                    <a:gd name="connsiteX1753" fmla="*/ 405336 w 1616022"/>
                    <a:gd name="connsiteY1753" fmla="*/ 112050 h 1899958"/>
                    <a:gd name="connsiteX1754" fmla="*/ 405336 w 1616022"/>
                    <a:gd name="connsiteY1754" fmla="*/ 109317 h 1899958"/>
                    <a:gd name="connsiteX1755" fmla="*/ 402603 w 1616022"/>
                    <a:gd name="connsiteY1755" fmla="*/ 112050 h 1899958"/>
                    <a:gd name="connsiteX1756" fmla="*/ 397569 w 1616022"/>
                    <a:gd name="connsiteY1756" fmla="*/ 112050 h 1899958"/>
                    <a:gd name="connsiteX1757" fmla="*/ 397569 w 1616022"/>
                    <a:gd name="connsiteY1757" fmla="*/ 116941 h 1899958"/>
                    <a:gd name="connsiteX1758" fmla="*/ 395124 w 1616022"/>
                    <a:gd name="connsiteY1758" fmla="*/ 116941 h 1899958"/>
                    <a:gd name="connsiteX1759" fmla="*/ 395124 w 1616022"/>
                    <a:gd name="connsiteY1759" fmla="*/ 112050 h 1899958"/>
                    <a:gd name="connsiteX1760" fmla="*/ 392391 w 1616022"/>
                    <a:gd name="connsiteY1760" fmla="*/ 112050 h 1899958"/>
                    <a:gd name="connsiteX1761" fmla="*/ 392391 w 1616022"/>
                    <a:gd name="connsiteY1761" fmla="*/ 106728 h 1899958"/>
                    <a:gd name="connsiteX1762" fmla="*/ 389802 w 1616022"/>
                    <a:gd name="connsiteY1762" fmla="*/ 106728 h 1899958"/>
                    <a:gd name="connsiteX1763" fmla="*/ 387356 w 1616022"/>
                    <a:gd name="connsiteY1763" fmla="*/ 109317 h 1899958"/>
                    <a:gd name="connsiteX1764" fmla="*/ 387356 w 1616022"/>
                    <a:gd name="connsiteY1764" fmla="*/ 112050 h 1899958"/>
                    <a:gd name="connsiteX1765" fmla="*/ 389802 w 1616022"/>
                    <a:gd name="connsiteY1765" fmla="*/ 114495 h 1899958"/>
                    <a:gd name="connsiteX1766" fmla="*/ 387356 w 1616022"/>
                    <a:gd name="connsiteY1766" fmla="*/ 116941 h 1899958"/>
                    <a:gd name="connsiteX1767" fmla="*/ 384911 w 1616022"/>
                    <a:gd name="connsiteY1767" fmla="*/ 116941 h 1899958"/>
                    <a:gd name="connsiteX1768" fmla="*/ 384911 w 1616022"/>
                    <a:gd name="connsiteY1768" fmla="*/ 114495 h 1899958"/>
                    <a:gd name="connsiteX1769" fmla="*/ 388363 w 1616022"/>
                    <a:gd name="connsiteY1769" fmla="*/ 114495 h 1899958"/>
                    <a:gd name="connsiteX1770" fmla="*/ 388363 w 1616022"/>
                    <a:gd name="connsiteY1770" fmla="*/ 112050 h 1899958"/>
                    <a:gd name="connsiteX1771" fmla="*/ 385918 w 1616022"/>
                    <a:gd name="connsiteY1771" fmla="*/ 109317 h 1899958"/>
                    <a:gd name="connsiteX1772" fmla="*/ 383185 w 1616022"/>
                    <a:gd name="connsiteY1772" fmla="*/ 112050 h 1899958"/>
                    <a:gd name="connsiteX1773" fmla="*/ 383185 w 1616022"/>
                    <a:gd name="connsiteY1773" fmla="*/ 104283 h 1899958"/>
                    <a:gd name="connsiteX1774" fmla="*/ 372972 w 1616022"/>
                    <a:gd name="connsiteY1774" fmla="*/ 104283 h 1899958"/>
                    <a:gd name="connsiteX1775" fmla="*/ 375705 w 1616022"/>
                    <a:gd name="connsiteY1775" fmla="*/ 101837 h 1899958"/>
                    <a:gd name="connsiteX1776" fmla="*/ 372972 w 1616022"/>
                    <a:gd name="connsiteY1776" fmla="*/ 101837 h 1899958"/>
                    <a:gd name="connsiteX1777" fmla="*/ 372972 w 1616022"/>
                    <a:gd name="connsiteY1777" fmla="*/ 100111 h 1899958"/>
                    <a:gd name="connsiteX1778" fmla="*/ 375705 w 1616022"/>
                    <a:gd name="connsiteY1778" fmla="*/ 100111 h 1899958"/>
                    <a:gd name="connsiteX1779" fmla="*/ 375705 w 1616022"/>
                    <a:gd name="connsiteY1779" fmla="*/ 97523 h 1899958"/>
                    <a:gd name="connsiteX1780" fmla="*/ 372972 w 1616022"/>
                    <a:gd name="connsiteY1780" fmla="*/ 97523 h 1899958"/>
                    <a:gd name="connsiteX1781" fmla="*/ 367938 w 1616022"/>
                    <a:gd name="connsiteY1781" fmla="*/ 100111 h 1899958"/>
                    <a:gd name="connsiteX1782" fmla="*/ 367938 w 1616022"/>
                    <a:gd name="connsiteY1782" fmla="*/ 97523 h 1899958"/>
                    <a:gd name="connsiteX1783" fmla="*/ 365493 w 1616022"/>
                    <a:gd name="connsiteY1783" fmla="*/ 97523 h 1899958"/>
                    <a:gd name="connsiteX1784" fmla="*/ 370383 w 1616022"/>
                    <a:gd name="connsiteY1784" fmla="*/ 95077 h 1899958"/>
                    <a:gd name="connsiteX1785" fmla="*/ 372972 w 1616022"/>
                    <a:gd name="connsiteY1785" fmla="*/ 95077 h 1899958"/>
                    <a:gd name="connsiteX1786" fmla="*/ 375705 w 1616022"/>
                    <a:gd name="connsiteY1786" fmla="*/ 92632 h 1899958"/>
                    <a:gd name="connsiteX1787" fmla="*/ 378151 w 1616022"/>
                    <a:gd name="connsiteY1787" fmla="*/ 89899 h 1899958"/>
                    <a:gd name="connsiteX1788" fmla="*/ 375705 w 1616022"/>
                    <a:gd name="connsiteY1788" fmla="*/ 89899 h 1899958"/>
                    <a:gd name="connsiteX1789" fmla="*/ 370383 w 1616022"/>
                    <a:gd name="connsiteY1789" fmla="*/ 92632 h 1899958"/>
                    <a:gd name="connsiteX1790" fmla="*/ 370383 w 1616022"/>
                    <a:gd name="connsiteY1790" fmla="*/ 89899 h 1899958"/>
                    <a:gd name="connsiteX1791" fmla="*/ 367938 w 1616022"/>
                    <a:gd name="connsiteY1791" fmla="*/ 92632 h 1899958"/>
                    <a:gd name="connsiteX1792" fmla="*/ 367938 w 1616022"/>
                    <a:gd name="connsiteY1792" fmla="*/ 89899 h 1899958"/>
                    <a:gd name="connsiteX1793" fmla="*/ 365493 w 1616022"/>
                    <a:gd name="connsiteY1793" fmla="*/ 89899 h 1899958"/>
                    <a:gd name="connsiteX1794" fmla="*/ 365493 w 1616022"/>
                    <a:gd name="connsiteY1794" fmla="*/ 87310 h 1899958"/>
                    <a:gd name="connsiteX1795" fmla="*/ 367938 w 1616022"/>
                    <a:gd name="connsiteY1795" fmla="*/ 87310 h 1899958"/>
                    <a:gd name="connsiteX1796" fmla="*/ 367938 w 1616022"/>
                    <a:gd name="connsiteY1796" fmla="*/ 84865 h 1899958"/>
                    <a:gd name="connsiteX1797" fmla="*/ 365493 w 1616022"/>
                    <a:gd name="connsiteY1797" fmla="*/ 84865 h 1899958"/>
                    <a:gd name="connsiteX1798" fmla="*/ 362904 w 1616022"/>
                    <a:gd name="connsiteY1798" fmla="*/ 82419 h 1899958"/>
                    <a:gd name="connsiteX1799" fmla="*/ 365493 w 1616022"/>
                    <a:gd name="connsiteY1799" fmla="*/ 82419 h 1899958"/>
                    <a:gd name="connsiteX1800" fmla="*/ 365493 w 1616022"/>
                    <a:gd name="connsiteY1800" fmla="*/ 79686 h 1899958"/>
                    <a:gd name="connsiteX1801" fmla="*/ 362904 w 1616022"/>
                    <a:gd name="connsiteY1801" fmla="*/ 79686 h 1899958"/>
                    <a:gd name="connsiteX1802" fmla="*/ 362904 w 1616022"/>
                    <a:gd name="connsiteY1802" fmla="*/ 77097 h 1899958"/>
                    <a:gd name="connsiteX1803" fmla="*/ 367938 w 1616022"/>
                    <a:gd name="connsiteY1803" fmla="*/ 77097 h 1899958"/>
                    <a:gd name="connsiteX1804" fmla="*/ 367938 w 1616022"/>
                    <a:gd name="connsiteY1804" fmla="*/ 74652 h 1899958"/>
                    <a:gd name="connsiteX1805" fmla="*/ 372972 w 1616022"/>
                    <a:gd name="connsiteY1805" fmla="*/ 74652 h 1899958"/>
                    <a:gd name="connsiteX1806" fmla="*/ 372972 w 1616022"/>
                    <a:gd name="connsiteY1806" fmla="*/ 71344 h 1899958"/>
                    <a:gd name="connsiteX1807" fmla="*/ 375705 w 1616022"/>
                    <a:gd name="connsiteY1807" fmla="*/ 71344 h 1899958"/>
                    <a:gd name="connsiteX1808" fmla="*/ 375705 w 1616022"/>
                    <a:gd name="connsiteY1808" fmla="*/ 68755 h 1899958"/>
                    <a:gd name="connsiteX1809" fmla="*/ 372972 w 1616022"/>
                    <a:gd name="connsiteY1809" fmla="*/ 66022 h 1899958"/>
                    <a:gd name="connsiteX1810" fmla="*/ 367938 w 1616022"/>
                    <a:gd name="connsiteY1810" fmla="*/ 61131 h 1899958"/>
                    <a:gd name="connsiteX1811" fmla="*/ 362904 w 1616022"/>
                    <a:gd name="connsiteY1811" fmla="*/ 63577 h 1899958"/>
                    <a:gd name="connsiteX1812" fmla="*/ 362904 w 1616022"/>
                    <a:gd name="connsiteY1812" fmla="*/ 61131 h 1899958"/>
                    <a:gd name="connsiteX1813" fmla="*/ 359596 w 1616022"/>
                    <a:gd name="connsiteY1813" fmla="*/ 61131 h 1899958"/>
                    <a:gd name="connsiteX1814" fmla="*/ 357150 w 1616022"/>
                    <a:gd name="connsiteY1814" fmla="*/ 63577 h 1899958"/>
                    <a:gd name="connsiteX1815" fmla="*/ 357150 w 1616022"/>
                    <a:gd name="connsiteY1815" fmla="*/ 61131 h 1899958"/>
                    <a:gd name="connsiteX1816" fmla="*/ 344493 w 1616022"/>
                    <a:gd name="connsiteY1816" fmla="*/ 61131 h 1899958"/>
                    <a:gd name="connsiteX1817" fmla="*/ 342047 w 1616022"/>
                    <a:gd name="connsiteY1817" fmla="*/ 58542 h 1899958"/>
                    <a:gd name="connsiteX1818" fmla="*/ 336725 w 1616022"/>
                    <a:gd name="connsiteY1818" fmla="*/ 58542 h 1899958"/>
                    <a:gd name="connsiteX1819" fmla="*/ 334280 w 1616022"/>
                    <a:gd name="connsiteY1819" fmla="*/ 61131 h 1899958"/>
                    <a:gd name="connsiteX1820" fmla="*/ 331835 w 1616022"/>
                    <a:gd name="connsiteY1820" fmla="*/ 58542 h 1899958"/>
                    <a:gd name="connsiteX1821" fmla="*/ 334280 w 1616022"/>
                    <a:gd name="connsiteY1821" fmla="*/ 58542 h 1899958"/>
                    <a:gd name="connsiteX1822" fmla="*/ 331835 w 1616022"/>
                    <a:gd name="connsiteY1822" fmla="*/ 55809 h 1899958"/>
                    <a:gd name="connsiteX1823" fmla="*/ 329102 w 1616022"/>
                    <a:gd name="connsiteY1823" fmla="*/ 58542 h 1899958"/>
                    <a:gd name="connsiteX1824" fmla="*/ 329102 w 1616022"/>
                    <a:gd name="connsiteY1824" fmla="*/ 55809 h 1899958"/>
                    <a:gd name="connsiteX1825" fmla="*/ 334280 w 1616022"/>
                    <a:gd name="connsiteY1825" fmla="*/ 53364 h 1899958"/>
                    <a:gd name="connsiteX1826" fmla="*/ 336725 w 1616022"/>
                    <a:gd name="connsiteY1826" fmla="*/ 53364 h 1899958"/>
                    <a:gd name="connsiteX1827" fmla="*/ 331835 w 1616022"/>
                    <a:gd name="connsiteY1827" fmla="*/ 50919 h 1899958"/>
                    <a:gd name="connsiteX1828" fmla="*/ 331835 w 1616022"/>
                    <a:gd name="connsiteY1828" fmla="*/ 48474 h 1899958"/>
                    <a:gd name="connsiteX1829" fmla="*/ 329102 w 1616022"/>
                    <a:gd name="connsiteY1829" fmla="*/ 48474 h 1899958"/>
                    <a:gd name="connsiteX1830" fmla="*/ 324067 w 1616022"/>
                    <a:gd name="connsiteY1830" fmla="*/ 45597 h 1899958"/>
                    <a:gd name="connsiteX1831" fmla="*/ 324067 w 1616022"/>
                    <a:gd name="connsiteY1831" fmla="*/ 48474 h 1899958"/>
                    <a:gd name="connsiteX1832" fmla="*/ 321622 w 1616022"/>
                    <a:gd name="connsiteY1832" fmla="*/ 45597 h 1899958"/>
                    <a:gd name="connsiteX1833" fmla="*/ 321622 w 1616022"/>
                    <a:gd name="connsiteY1833" fmla="*/ 48474 h 1899958"/>
                    <a:gd name="connsiteX1834" fmla="*/ 318890 w 1616022"/>
                    <a:gd name="connsiteY1834" fmla="*/ 45597 h 1899958"/>
                    <a:gd name="connsiteX1835" fmla="*/ 316300 w 1616022"/>
                    <a:gd name="connsiteY1835" fmla="*/ 48474 h 1899958"/>
                    <a:gd name="connsiteX1836" fmla="*/ 313855 w 1616022"/>
                    <a:gd name="connsiteY1836" fmla="*/ 45597 h 1899958"/>
                    <a:gd name="connsiteX1837" fmla="*/ 308677 w 1616022"/>
                    <a:gd name="connsiteY1837" fmla="*/ 45597 h 1899958"/>
                    <a:gd name="connsiteX1838" fmla="*/ 308677 w 1616022"/>
                    <a:gd name="connsiteY1838" fmla="*/ 43151 h 1899958"/>
                    <a:gd name="connsiteX1839" fmla="*/ 306088 w 1616022"/>
                    <a:gd name="connsiteY1839" fmla="*/ 45597 h 1899958"/>
                    <a:gd name="connsiteX1840" fmla="*/ 306088 w 1616022"/>
                    <a:gd name="connsiteY1840" fmla="*/ 48474 h 1899958"/>
                    <a:gd name="connsiteX1841" fmla="*/ 303642 w 1616022"/>
                    <a:gd name="connsiteY1841" fmla="*/ 45597 h 1899958"/>
                    <a:gd name="connsiteX1842" fmla="*/ 301197 w 1616022"/>
                    <a:gd name="connsiteY1842" fmla="*/ 43151 h 1899958"/>
                    <a:gd name="connsiteX1843" fmla="*/ 303642 w 1616022"/>
                    <a:gd name="connsiteY1843" fmla="*/ 43151 h 1899958"/>
                    <a:gd name="connsiteX1844" fmla="*/ 306088 w 1616022"/>
                    <a:gd name="connsiteY1844" fmla="*/ 40706 h 1899958"/>
                    <a:gd name="connsiteX1845" fmla="*/ 303642 w 1616022"/>
                    <a:gd name="connsiteY1845" fmla="*/ 38261 h 1899958"/>
                    <a:gd name="connsiteX1846" fmla="*/ 303642 w 1616022"/>
                    <a:gd name="connsiteY1846" fmla="*/ 32939 h 1899958"/>
                    <a:gd name="connsiteX1847" fmla="*/ 301197 w 1616022"/>
                    <a:gd name="connsiteY1847" fmla="*/ 32939 h 1899958"/>
                    <a:gd name="connsiteX1848" fmla="*/ 301197 w 1616022"/>
                    <a:gd name="connsiteY1848" fmla="*/ 25316 h 1899958"/>
                    <a:gd name="connsiteX1849" fmla="*/ 298464 w 1616022"/>
                    <a:gd name="connsiteY1849" fmla="*/ 25316 h 1899958"/>
                    <a:gd name="connsiteX1850" fmla="*/ 293430 w 1616022"/>
                    <a:gd name="connsiteY1850" fmla="*/ 22726 h 1899958"/>
                    <a:gd name="connsiteX1851" fmla="*/ 290985 w 1616022"/>
                    <a:gd name="connsiteY1851" fmla="*/ 25316 h 1899958"/>
                    <a:gd name="connsiteX1852" fmla="*/ 290985 w 1616022"/>
                    <a:gd name="connsiteY1852" fmla="*/ 28192 h 1899958"/>
                    <a:gd name="connsiteX1853" fmla="*/ 287676 w 1616022"/>
                    <a:gd name="connsiteY1853" fmla="*/ 28192 h 1899958"/>
                    <a:gd name="connsiteX1854" fmla="*/ 284943 w 1616022"/>
                    <a:gd name="connsiteY1854" fmla="*/ 30638 h 1899958"/>
                    <a:gd name="connsiteX1855" fmla="*/ 282498 w 1616022"/>
                    <a:gd name="connsiteY1855" fmla="*/ 30638 h 1899958"/>
                    <a:gd name="connsiteX1856" fmla="*/ 282498 w 1616022"/>
                    <a:gd name="connsiteY1856" fmla="*/ 28192 h 1899958"/>
                    <a:gd name="connsiteX1857" fmla="*/ 284943 w 1616022"/>
                    <a:gd name="connsiteY1857" fmla="*/ 28192 h 1899958"/>
                    <a:gd name="connsiteX1858" fmla="*/ 282498 w 1616022"/>
                    <a:gd name="connsiteY1858" fmla="*/ 25459 h 1899958"/>
                    <a:gd name="connsiteX1859" fmla="*/ 280053 w 1616022"/>
                    <a:gd name="connsiteY1859" fmla="*/ 25459 h 1899958"/>
                    <a:gd name="connsiteX1860" fmla="*/ 277464 w 1616022"/>
                    <a:gd name="connsiteY1860" fmla="*/ 22870 h 1899958"/>
                    <a:gd name="connsiteX1861" fmla="*/ 274731 w 1616022"/>
                    <a:gd name="connsiteY1861" fmla="*/ 25459 h 1899958"/>
                    <a:gd name="connsiteX1862" fmla="*/ 272286 w 1616022"/>
                    <a:gd name="connsiteY1862" fmla="*/ 22870 h 1899958"/>
                    <a:gd name="connsiteX1863" fmla="*/ 269841 w 1616022"/>
                    <a:gd name="connsiteY1863" fmla="*/ 20425 h 1899958"/>
                    <a:gd name="connsiteX1864" fmla="*/ 267395 w 1616022"/>
                    <a:gd name="connsiteY1864" fmla="*/ 20425 h 1899958"/>
                    <a:gd name="connsiteX1865" fmla="*/ 264519 w 1616022"/>
                    <a:gd name="connsiteY1865" fmla="*/ 17980 h 1899958"/>
                    <a:gd name="connsiteX1866" fmla="*/ 264519 w 1616022"/>
                    <a:gd name="connsiteY1866" fmla="*/ 12658 h 1899958"/>
                    <a:gd name="connsiteX1867" fmla="*/ 262073 w 1616022"/>
                    <a:gd name="connsiteY1867" fmla="*/ 12658 h 1899958"/>
                    <a:gd name="connsiteX1868" fmla="*/ 259628 w 1616022"/>
                    <a:gd name="connsiteY1868" fmla="*/ 10213 h 1899958"/>
                    <a:gd name="connsiteX1869" fmla="*/ 254450 w 1616022"/>
                    <a:gd name="connsiteY1869" fmla="*/ 7767 h 1899958"/>
                    <a:gd name="connsiteX1870" fmla="*/ 251861 w 1616022"/>
                    <a:gd name="connsiteY1870" fmla="*/ 7767 h 1899958"/>
                    <a:gd name="connsiteX1871" fmla="*/ 249415 w 1616022"/>
                    <a:gd name="connsiteY1871" fmla="*/ 10213 h 1899958"/>
                    <a:gd name="connsiteX1872" fmla="*/ 249415 w 1616022"/>
                    <a:gd name="connsiteY1872" fmla="*/ 7767 h 1899958"/>
                    <a:gd name="connsiteX1873" fmla="*/ 241648 w 1616022"/>
                    <a:gd name="connsiteY1873" fmla="*/ 7767 h 1899958"/>
                    <a:gd name="connsiteX1874" fmla="*/ 239203 w 1616022"/>
                    <a:gd name="connsiteY1874" fmla="*/ 5034 h 1899958"/>
                    <a:gd name="connsiteX1875" fmla="*/ 231436 w 1616022"/>
                    <a:gd name="connsiteY1875" fmla="*/ 0 h 1899958"/>
                    <a:gd name="connsiteX1876" fmla="*/ 223812 w 1616022"/>
                    <a:gd name="connsiteY1876" fmla="*/ 2445 h 1899958"/>
                    <a:gd name="connsiteX1877" fmla="*/ 223812 w 1616022"/>
                    <a:gd name="connsiteY1877" fmla="*/ 5034 h 1899958"/>
                    <a:gd name="connsiteX1878" fmla="*/ 221223 w 1616022"/>
                    <a:gd name="connsiteY1878" fmla="*/ 10213 h 1899958"/>
                    <a:gd name="connsiteX1879" fmla="*/ 218778 w 1616022"/>
                    <a:gd name="connsiteY1879" fmla="*/ 15247 h 1899958"/>
                    <a:gd name="connsiteX1880" fmla="*/ 211011 w 1616022"/>
                    <a:gd name="connsiteY1880" fmla="*/ 22870 h 1899958"/>
                    <a:gd name="connsiteX1881" fmla="*/ 208565 w 1616022"/>
                    <a:gd name="connsiteY1881" fmla="*/ 22870 h 1899958"/>
                    <a:gd name="connsiteX1882" fmla="*/ 208565 w 1616022"/>
                    <a:gd name="connsiteY1882" fmla="*/ 25459 h 1899958"/>
                    <a:gd name="connsiteX1883" fmla="*/ 206120 w 1616022"/>
                    <a:gd name="connsiteY1883" fmla="*/ 28192 h 1899958"/>
                    <a:gd name="connsiteX1884" fmla="*/ 206120 w 1616022"/>
                    <a:gd name="connsiteY1884" fmla="*/ 30638 h 1899958"/>
                    <a:gd name="connsiteX1885" fmla="*/ 203531 w 1616022"/>
                    <a:gd name="connsiteY1885" fmla="*/ 30638 h 1899958"/>
                    <a:gd name="connsiteX1886" fmla="*/ 203531 w 1616022"/>
                    <a:gd name="connsiteY1886" fmla="*/ 33083 h 1899958"/>
                    <a:gd name="connsiteX1887" fmla="*/ 201373 w 1616022"/>
                    <a:gd name="connsiteY1887" fmla="*/ 33083 h 1899958"/>
                    <a:gd name="connsiteX1888" fmla="*/ 201373 w 1616022"/>
                    <a:gd name="connsiteY1888" fmla="*/ 35672 h 1899958"/>
                    <a:gd name="connsiteX1889" fmla="*/ 196483 w 1616022"/>
                    <a:gd name="connsiteY1889" fmla="*/ 35672 h 1899958"/>
                    <a:gd name="connsiteX1890" fmla="*/ 193894 w 1616022"/>
                    <a:gd name="connsiteY1890" fmla="*/ 38405 h 1899958"/>
                    <a:gd name="connsiteX1891" fmla="*/ 186990 w 1616022"/>
                    <a:gd name="connsiteY1891" fmla="*/ 38405 h 1899958"/>
                    <a:gd name="connsiteX1892" fmla="*/ 186990 w 1616022"/>
                    <a:gd name="connsiteY1892" fmla="*/ 45741 h 1899958"/>
                    <a:gd name="connsiteX1893" fmla="*/ 189435 w 1616022"/>
                    <a:gd name="connsiteY1893" fmla="*/ 45741 h 1899958"/>
                    <a:gd name="connsiteX1894" fmla="*/ 189435 w 1616022"/>
                    <a:gd name="connsiteY1894" fmla="*/ 48617 h 1899958"/>
                    <a:gd name="connsiteX1895" fmla="*/ 194613 w 1616022"/>
                    <a:gd name="connsiteY1895" fmla="*/ 51063 h 1899958"/>
                    <a:gd name="connsiteX1896" fmla="*/ 199648 w 1616022"/>
                    <a:gd name="connsiteY1896" fmla="*/ 51063 h 1899958"/>
                    <a:gd name="connsiteX1897" fmla="*/ 199648 w 1616022"/>
                    <a:gd name="connsiteY1897" fmla="*/ 53508 h 1899958"/>
                    <a:gd name="connsiteX1898" fmla="*/ 197202 w 1616022"/>
                    <a:gd name="connsiteY1898" fmla="*/ 51063 h 1899958"/>
                    <a:gd name="connsiteX1899" fmla="*/ 194613 w 1616022"/>
                    <a:gd name="connsiteY1899" fmla="*/ 53508 h 1899958"/>
                    <a:gd name="connsiteX1900" fmla="*/ 189435 w 1616022"/>
                    <a:gd name="connsiteY1900" fmla="*/ 51063 h 1899958"/>
                    <a:gd name="connsiteX1901" fmla="*/ 189435 w 1616022"/>
                    <a:gd name="connsiteY1901" fmla="*/ 53508 h 1899958"/>
                    <a:gd name="connsiteX1902" fmla="*/ 186990 w 1616022"/>
                    <a:gd name="connsiteY1902" fmla="*/ 53508 h 1899958"/>
                    <a:gd name="connsiteX1903" fmla="*/ 184544 w 1616022"/>
                    <a:gd name="connsiteY1903" fmla="*/ 48617 h 1899958"/>
                    <a:gd name="connsiteX1904" fmla="*/ 181668 w 1616022"/>
                    <a:gd name="connsiteY1904" fmla="*/ 45741 h 1899958"/>
                    <a:gd name="connsiteX1905" fmla="*/ 179223 w 1616022"/>
                    <a:gd name="connsiteY1905" fmla="*/ 45741 h 1899958"/>
                    <a:gd name="connsiteX1906" fmla="*/ 179223 w 1616022"/>
                    <a:gd name="connsiteY1906" fmla="*/ 43295 h 1899958"/>
                    <a:gd name="connsiteX1907" fmla="*/ 176777 w 1616022"/>
                    <a:gd name="connsiteY1907" fmla="*/ 43295 h 1899958"/>
                    <a:gd name="connsiteX1908" fmla="*/ 171599 w 1616022"/>
                    <a:gd name="connsiteY1908" fmla="*/ 40850 h 1899958"/>
                    <a:gd name="connsiteX1909" fmla="*/ 166565 w 1616022"/>
                    <a:gd name="connsiteY1909" fmla="*/ 40850 h 1899958"/>
                    <a:gd name="connsiteX1910" fmla="*/ 166565 w 1616022"/>
                    <a:gd name="connsiteY1910" fmla="*/ 48617 h 1899958"/>
                    <a:gd name="connsiteX1911" fmla="*/ 164119 w 1616022"/>
                    <a:gd name="connsiteY1911" fmla="*/ 48617 h 1899958"/>
                    <a:gd name="connsiteX1912" fmla="*/ 164119 w 1616022"/>
                    <a:gd name="connsiteY1912" fmla="*/ 40850 h 1899958"/>
                    <a:gd name="connsiteX1913" fmla="*/ 151174 w 1616022"/>
                    <a:gd name="connsiteY1913" fmla="*/ 40850 h 1899958"/>
                    <a:gd name="connsiteX1914" fmla="*/ 148585 w 1616022"/>
                    <a:gd name="connsiteY1914" fmla="*/ 43295 h 1899958"/>
                    <a:gd name="connsiteX1915" fmla="*/ 148585 w 1616022"/>
                    <a:gd name="connsiteY1915" fmla="*/ 45741 h 1899958"/>
                    <a:gd name="connsiteX1916" fmla="*/ 146140 w 1616022"/>
                    <a:gd name="connsiteY1916" fmla="*/ 45741 h 1899958"/>
                    <a:gd name="connsiteX1917" fmla="*/ 146140 w 1616022"/>
                    <a:gd name="connsiteY1917" fmla="*/ 43295 h 1899958"/>
                    <a:gd name="connsiteX1918" fmla="*/ 143694 w 1616022"/>
                    <a:gd name="connsiteY1918" fmla="*/ 43295 h 1899958"/>
                    <a:gd name="connsiteX1919" fmla="*/ 143694 w 1616022"/>
                    <a:gd name="connsiteY1919" fmla="*/ 48617 h 1899958"/>
                    <a:gd name="connsiteX1920" fmla="*/ 138372 w 1616022"/>
                    <a:gd name="connsiteY1920" fmla="*/ 48617 h 1899958"/>
                    <a:gd name="connsiteX1921" fmla="*/ 138372 w 1616022"/>
                    <a:gd name="connsiteY1921" fmla="*/ 45741 h 1899958"/>
                    <a:gd name="connsiteX1922" fmla="*/ 123988 w 1616022"/>
                    <a:gd name="connsiteY1922" fmla="*/ 45741 h 1899958"/>
                    <a:gd name="connsiteX1923" fmla="*/ 118667 w 1616022"/>
                    <a:gd name="connsiteY1923" fmla="*/ 43295 h 1899958"/>
                    <a:gd name="connsiteX1924" fmla="*/ 116221 w 1616022"/>
                    <a:gd name="connsiteY1924" fmla="*/ 45741 h 1899958"/>
                    <a:gd name="connsiteX1925" fmla="*/ 113776 w 1616022"/>
                    <a:gd name="connsiteY1925" fmla="*/ 48617 h 1899958"/>
                    <a:gd name="connsiteX1926" fmla="*/ 113776 w 1616022"/>
                    <a:gd name="connsiteY1926" fmla="*/ 45741 h 1899958"/>
                    <a:gd name="connsiteX1927" fmla="*/ 108454 w 1616022"/>
                    <a:gd name="connsiteY1927" fmla="*/ 45741 h 1899958"/>
                    <a:gd name="connsiteX1928" fmla="*/ 108454 w 1616022"/>
                    <a:gd name="connsiteY1928" fmla="*/ 43295 h 1899958"/>
                    <a:gd name="connsiteX1929" fmla="*/ 103563 w 1616022"/>
                    <a:gd name="connsiteY1929" fmla="*/ 43295 h 1899958"/>
                    <a:gd name="connsiteX1930" fmla="*/ 101118 w 1616022"/>
                    <a:gd name="connsiteY1930" fmla="*/ 40850 h 1899958"/>
                    <a:gd name="connsiteX1931" fmla="*/ 85584 w 1616022"/>
                    <a:gd name="connsiteY1931" fmla="*/ 40850 h 1899958"/>
                    <a:gd name="connsiteX1932" fmla="*/ 83138 w 1616022"/>
                    <a:gd name="connsiteY1932" fmla="*/ 38405 h 1899958"/>
                    <a:gd name="connsiteX1933" fmla="*/ 83138 w 1616022"/>
                    <a:gd name="connsiteY1933" fmla="*/ 40850 h 1899958"/>
                    <a:gd name="connsiteX1934" fmla="*/ 77960 w 1616022"/>
                    <a:gd name="connsiteY1934" fmla="*/ 40850 h 1899958"/>
                    <a:gd name="connsiteX1935" fmla="*/ 77960 w 1616022"/>
                    <a:gd name="connsiteY1935" fmla="*/ 38405 h 1899958"/>
                    <a:gd name="connsiteX1936" fmla="*/ 75371 w 1616022"/>
                    <a:gd name="connsiteY1936" fmla="*/ 35672 h 1899958"/>
                    <a:gd name="connsiteX1937" fmla="*/ 75371 w 1616022"/>
                    <a:gd name="connsiteY1937" fmla="*/ 38405 h 1899958"/>
                    <a:gd name="connsiteX1938" fmla="*/ 72926 w 1616022"/>
                    <a:gd name="connsiteY1938" fmla="*/ 35672 h 1899958"/>
                    <a:gd name="connsiteX1939" fmla="*/ 70481 w 1616022"/>
                    <a:gd name="connsiteY1939" fmla="*/ 35672 h 1899958"/>
                    <a:gd name="connsiteX1940" fmla="*/ 70481 w 1616022"/>
                    <a:gd name="connsiteY1940" fmla="*/ 33083 h 1899958"/>
                    <a:gd name="connsiteX1941" fmla="*/ 67892 w 1616022"/>
                    <a:gd name="connsiteY1941" fmla="*/ 33083 h 1899958"/>
                    <a:gd name="connsiteX1942" fmla="*/ 65159 w 1616022"/>
                    <a:gd name="connsiteY1942" fmla="*/ 35672 h 1899958"/>
                    <a:gd name="connsiteX1943" fmla="*/ 65159 w 1616022"/>
                    <a:gd name="connsiteY1943" fmla="*/ 38405 h 1899958"/>
                    <a:gd name="connsiteX1944" fmla="*/ 62713 w 1616022"/>
                    <a:gd name="connsiteY1944" fmla="*/ 35672 h 1899958"/>
                    <a:gd name="connsiteX1945" fmla="*/ 54946 w 1616022"/>
                    <a:gd name="connsiteY1945" fmla="*/ 35672 h 1899958"/>
                    <a:gd name="connsiteX1946" fmla="*/ 54946 w 1616022"/>
                    <a:gd name="connsiteY1946" fmla="*/ 38405 h 1899958"/>
                    <a:gd name="connsiteX1947" fmla="*/ 52501 w 1616022"/>
                    <a:gd name="connsiteY1947" fmla="*/ 38405 h 1899958"/>
                    <a:gd name="connsiteX1948" fmla="*/ 52501 w 1616022"/>
                    <a:gd name="connsiteY1948" fmla="*/ 35672 h 1899958"/>
                    <a:gd name="connsiteX1949" fmla="*/ 50056 w 1616022"/>
                    <a:gd name="connsiteY1949" fmla="*/ 38405 h 1899958"/>
                    <a:gd name="connsiteX1950" fmla="*/ 47467 w 1616022"/>
                    <a:gd name="connsiteY1950" fmla="*/ 38405 h 1899958"/>
                    <a:gd name="connsiteX1951" fmla="*/ 42288 w 1616022"/>
                    <a:gd name="connsiteY1951" fmla="*/ 35672 h 1899958"/>
                    <a:gd name="connsiteX1952" fmla="*/ 39843 w 1616022"/>
                    <a:gd name="connsiteY1952" fmla="*/ 38405 h 1899958"/>
                    <a:gd name="connsiteX1953" fmla="*/ 37254 w 1616022"/>
                    <a:gd name="connsiteY1953" fmla="*/ 38405 h 1899958"/>
                    <a:gd name="connsiteX1954" fmla="*/ 37254 w 1616022"/>
                    <a:gd name="connsiteY1954" fmla="*/ 40850 h 1899958"/>
                    <a:gd name="connsiteX1955" fmla="*/ 34521 w 1616022"/>
                    <a:gd name="connsiteY1955" fmla="*/ 35672 h 1899958"/>
                    <a:gd name="connsiteX1956" fmla="*/ 28768 w 1616022"/>
                    <a:gd name="connsiteY1956" fmla="*/ 35672 h 1899958"/>
                    <a:gd name="connsiteX1957" fmla="*/ 28768 w 1616022"/>
                    <a:gd name="connsiteY1957" fmla="*/ 38405 h 1899958"/>
                    <a:gd name="connsiteX1958" fmla="*/ 26179 w 1616022"/>
                    <a:gd name="connsiteY1958" fmla="*/ 43295 h 1899958"/>
                    <a:gd name="connsiteX1959" fmla="*/ 23446 w 1616022"/>
                    <a:gd name="connsiteY1959" fmla="*/ 43295 h 1899958"/>
                    <a:gd name="connsiteX1960" fmla="*/ 23446 w 1616022"/>
                    <a:gd name="connsiteY1960" fmla="*/ 45741 h 1899958"/>
                    <a:gd name="connsiteX1961" fmla="*/ 21000 w 1616022"/>
                    <a:gd name="connsiteY1961" fmla="*/ 48617 h 1899958"/>
                    <a:gd name="connsiteX1962" fmla="*/ 21000 w 1616022"/>
                    <a:gd name="connsiteY1962" fmla="*/ 51063 h 1899958"/>
                    <a:gd name="connsiteX1963" fmla="*/ 18555 w 1616022"/>
                    <a:gd name="connsiteY1963" fmla="*/ 53508 h 1899958"/>
                    <a:gd name="connsiteX1964" fmla="*/ 18555 w 1616022"/>
                    <a:gd name="connsiteY1964" fmla="*/ 55953 h 1899958"/>
                    <a:gd name="connsiteX1965" fmla="*/ 16110 w 1616022"/>
                    <a:gd name="connsiteY1965" fmla="*/ 55953 h 1899958"/>
                    <a:gd name="connsiteX1966" fmla="*/ 13233 w 1616022"/>
                    <a:gd name="connsiteY1966" fmla="*/ 58686 h 1899958"/>
                    <a:gd name="connsiteX1967" fmla="*/ 10788 w 1616022"/>
                    <a:gd name="connsiteY1967" fmla="*/ 58686 h 1899958"/>
                    <a:gd name="connsiteX1968" fmla="*/ 13233 w 1616022"/>
                    <a:gd name="connsiteY1968" fmla="*/ 61275 h 1899958"/>
                    <a:gd name="connsiteX1969" fmla="*/ 10788 w 1616022"/>
                    <a:gd name="connsiteY1969" fmla="*/ 63720 h 1899958"/>
                    <a:gd name="connsiteX1970" fmla="*/ 8343 w 1616022"/>
                    <a:gd name="connsiteY1970" fmla="*/ 63720 h 1899958"/>
                    <a:gd name="connsiteX1971" fmla="*/ 8343 w 1616022"/>
                    <a:gd name="connsiteY1971" fmla="*/ 66166 h 1899958"/>
                    <a:gd name="connsiteX1972" fmla="*/ 3164 w 1616022"/>
                    <a:gd name="connsiteY1972" fmla="*/ 66166 h 1899958"/>
                    <a:gd name="connsiteX1973" fmla="*/ 3164 w 1616022"/>
                    <a:gd name="connsiteY1973" fmla="*/ 73933 h 1899958"/>
                    <a:gd name="connsiteX1974" fmla="*/ 0 w 1616022"/>
                    <a:gd name="connsiteY1974" fmla="*/ 73933 h 1899958"/>
                    <a:gd name="connsiteX1975" fmla="*/ 0 w 1616022"/>
                    <a:gd name="connsiteY1975" fmla="*/ 78967 h 1899958"/>
                    <a:gd name="connsiteX1976" fmla="*/ 2589 w 1616022"/>
                    <a:gd name="connsiteY1976" fmla="*/ 78967 h 1899958"/>
                    <a:gd name="connsiteX1977" fmla="*/ 2589 w 1616022"/>
                    <a:gd name="connsiteY1977" fmla="*/ 91913 h 1899958"/>
                    <a:gd name="connsiteX1978" fmla="*/ 5322 w 1616022"/>
                    <a:gd name="connsiteY1978" fmla="*/ 96803 h 1899958"/>
                    <a:gd name="connsiteX1979" fmla="*/ 7767 w 1616022"/>
                    <a:gd name="connsiteY1979" fmla="*/ 104570 h 1899958"/>
                    <a:gd name="connsiteX1980" fmla="*/ 7767 w 1616022"/>
                    <a:gd name="connsiteY1980" fmla="*/ 109605 h 1899958"/>
                    <a:gd name="connsiteX1981" fmla="*/ 10213 w 1616022"/>
                    <a:gd name="connsiteY1981" fmla="*/ 112338 h 1899958"/>
                    <a:gd name="connsiteX1982" fmla="*/ 12658 w 1616022"/>
                    <a:gd name="connsiteY1982" fmla="*/ 117228 h 1899958"/>
                    <a:gd name="connsiteX1983" fmla="*/ 15535 w 1616022"/>
                    <a:gd name="connsiteY1983" fmla="*/ 119817 h 1899958"/>
                    <a:gd name="connsiteX1984" fmla="*/ 15535 w 1616022"/>
                    <a:gd name="connsiteY1984" fmla="*/ 122550 h 1899958"/>
                    <a:gd name="connsiteX1985" fmla="*/ 17980 w 1616022"/>
                    <a:gd name="connsiteY1985" fmla="*/ 130030 h 1899958"/>
                    <a:gd name="connsiteX1986" fmla="*/ 20425 w 1616022"/>
                    <a:gd name="connsiteY1986" fmla="*/ 137653 h 1899958"/>
                    <a:gd name="connsiteX1987" fmla="*/ 22870 w 1616022"/>
                    <a:gd name="connsiteY1987" fmla="*/ 140098 h 1899958"/>
                    <a:gd name="connsiteX1988" fmla="*/ 22870 w 1616022"/>
                    <a:gd name="connsiteY1988" fmla="*/ 143263 h 1899958"/>
                    <a:gd name="connsiteX1989" fmla="*/ 33083 w 1616022"/>
                    <a:gd name="connsiteY1989" fmla="*/ 143263 h 1899958"/>
                    <a:gd name="connsiteX1990" fmla="*/ 35816 w 1616022"/>
                    <a:gd name="connsiteY1990" fmla="*/ 140530 h 1899958"/>
                    <a:gd name="connsiteX1991" fmla="*/ 35816 w 1616022"/>
                    <a:gd name="connsiteY1991" fmla="*/ 145852 h 1899958"/>
                    <a:gd name="connsiteX1992" fmla="*/ 38405 w 1616022"/>
                    <a:gd name="connsiteY1992" fmla="*/ 148297 h 1899958"/>
                    <a:gd name="connsiteX1993" fmla="*/ 40850 w 1616022"/>
                    <a:gd name="connsiteY1993" fmla="*/ 148297 h 1899958"/>
                    <a:gd name="connsiteX1994" fmla="*/ 40850 w 1616022"/>
                    <a:gd name="connsiteY1994" fmla="*/ 150743 h 1899958"/>
                    <a:gd name="connsiteX1995" fmla="*/ 46028 w 1616022"/>
                    <a:gd name="connsiteY1995" fmla="*/ 150743 h 1899958"/>
                    <a:gd name="connsiteX1996" fmla="*/ 48617 w 1616022"/>
                    <a:gd name="connsiteY1996" fmla="*/ 148297 h 1899958"/>
                    <a:gd name="connsiteX1997" fmla="*/ 48617 w 1616022"/>
                    <a:gd name="connsiteY1997" fmla="*/ 150743 h 1899958"/>
                    <a:gd name="connsiteX1998" fmla="*/ 46028 w 1616022"/>
                    <a:gd name="connsiteY1998" fmla="*/ 153476 h 1899958"/>
                    <a:gd name="connsiteX1999" fmla="*/ 53508 w 1616022"/>
                    <a:gd name="connsiteY1999" fmla="*/ 153476 h 1899958"/>
                    <a:gd name="connsiteX2000" fmla="*/ 56241 w 1616022"/>
                    <a:gd name="connsiteY2000" fmla="*/ 156065 h 1899958"/>
                    <a:gd name="connsiteX2001" fmla="*/ 46028 w 1616022"/>
                    <a:gd name="connsiteY2001" fmla="*/ 156065 h 1899958"/>
                    <a:gd name="connsiteX2002" fmla="*/ 46028 w 1616022"/>
                    <a:gd name="connsiteY2002" fmla="*/ 157647 h 1899958"/>
                    <a:gd name="connsiteX2003" fmla="*/ 43295 w 1616022"/>
                    <a:gd name="connsiteY2003" fmla="*/ 155202 h 1899958"/>
                    <a:gd name="connsiteX2004" fmla="*/ 43295 w 1616022"/>
                    <a:gd name="connsiteY2004" fmla="*/ 157647 h 1899958"/>
                    <a:gd name="connsiteX2005" fmla="*/ 46028 w 1616022"/>
                    <a:gd name="connsiteY2005" fmla="*/ 160092 h 1899958"/>
                    <a:gd name="connsiteX2006" fmla="*/ 51063 w 1616022"/>
                    <a:gd name="connsiteY2006" fmla="*/ 160092 h 1899958"/>
                    <a:gd name="connsiteX2007" fmla="*/ 53508 w 1616022"/>
                    <a:gd name="connsiteY2007" fmla="*/ 162681 h 1899958"/>
                    <a:gd name="connsiteX2008" fmla="*/ 51063 w 1616022"/>
                    <a:gd name="connsiteY2008" fmla="*/ 162681 h 1899958"/>
                    <a:gd name="connsiteX2009" fmla="*/ 51063 w 1616022"/>
                    <a:gd name="connsiteY2009" fmla="*/ 165414 h 1899958"/>
                    <a:gd name="connsiteX2010" fmla="*/ 46028 w 1616022"/>
                    <a:gd name="connsiteY2010" fmla="*/ 165414 h 1899958"/>
                    <a:gd name="connsiteX2011" fmla="*/ 46028 w 1616022"/>
                    <a:gd name="connsiteY2011" fmla="*/ 170305 h 1899958"/>
                    <a:gd name="connsiteX2012" fmla="*/ 43295 w 1616022"/>
                    <a:gd name="connsiteY2012" fmla="*/ 167859 h 1899958"/>
                    <a:gd name="connsiteX2013" fmla="*/ 40850 w 1616022"/>
                    <a:gd name="connsiteY2013" fmla="*/ 167859 h 1899958"/>
                    <a:gd name="connsiteX2014" fmla="*/ 40850 w 1616022"/>
                    <a:gd name="connsiteY2014" fmla="*/ 170305 h 1899958"/>
                    <a:gd name="connsiteX2015" fmla="*/ 43295 w 1616022"/>
                    <a:gd name="connsiteY2015" fmla="*/ 172894 h 1899958"/>
                    <a:gd name="connsiteX2016" fmla="*/ 46028 w 1616022"/>
                    <a:gd name="connsiteY2016" fmla="*/ 178072 h 1899958"/>
                    <a:gd name="connsiteX2017" fmla="*/ 46028 w 1616022"/>
                    <a:gd name="connsiteY2017" fmla="*/ 186414 h 1899958"/>
                    <a:gd name="connsiteX2018" fmla="*/ 48617 w 1616022"/>
                    <a:gd name="connsiteY2018" fmla="*/ 188860 h 1899958"/>
                    <a:gd name="connsiteX2019" fmla="*/ 48617 w 1616022"/>
                    <a:gd name="connsiteY2019" fmla="*/ 193894 h 1899958"/>
                    <a:gd name="connsiteX2020" fmla="*/ 51063 w 1616022"/>
                    <a:gd name="connsiteY2020" fmla="*/ 196627 h 1899958"/>
                    <a:gd name="connsiteX2021" fmla="*/ 48617 w 1616022"/>
                    <a:gd name="connsiteY2021" fmla="*/ 199072 h 1899958"/>
                    <a:gd name="connsiteX2022" fmla="*/ 48617 w 1616022"/>
                    <a:gd name="connsiteY2022" fmla="*/ 201517 h 1899958"/>
                    <a:gd name="connsiteX2023" fmla="*/ 46028 w 1616022"/>
                    <a:gd name="connsiteY2023" fmla="*/ 204106 h 1899958"/>
                    <a:gd name="connsiteX2024" fmla="*/ 48617 w 1616022"/>
                    <a:gd name="connsiteY2024" fmla="*/ 206839 h 1899958"/>
                    <a:gd name="connsiteX2025" fmla="*/ 48617 w 1616022"/>
                    <a:gd name="connsiteY2025" fmla="*/ 214319 h 1899958"/>
                    <a:gd name="connsiteX2026" fmla="*/ 46028 w 1616022"/>
                    <a:gd name="connsiteY2026" fmla="*/ 217052 h 1899958"/>
                    <a:gd name="connsiteX2027" fmla="*/ 43295 w 1616022"/>
                    <a:gd name="connsiteY2027" fmla="*/ 219497 h 1899958"/>
                    <a:gd name="connsiteX2028" fmla="*/ 43295 w 1616022"/>
                    <a:gd name="connsiteY2028" fmla="*/ 221942 h 1899958"/>
                    <a:gd name="connsiteX2029" fmla="*/ 40850 w 1616022"/>
                    <a:gd name="connsiteY2029" fmla="*/ 224388 h 1899958"/>
                    <a:gd name="connsiteX2030" fmla="*/ 40850 w 1616022"/>
                    <a:gd name="connsiteY2030" fmla="*/ 229566 h 1899958"/>
                    <a:gd name="connsiteX2031" fmla="*/ 38405 w 1616022"/>
                    <a:gd name="connsiteY2031" fmla="*/ 229566 h 1899958"/>
                    <a:gd name="connsiteX2032" fmla="*/ 38405 w 1616022"/>
                    <a:gd name="connsiteY2032" fmla="*/ 232011 h 1899958"/>
                    <a:gd name="connsiteX2033" fmla="*/ 35816 w 1616022"/>
                    <a:gd name="connsiteY2033" fmla="*/ 234456 h 1899958"/>
                    <a:gd name="connsiteX2034" fmla="*/ 35816 w 1616022"/>
                    <a:gd name="connsiteY2034" fmla="*/ 237189 h 1899958"/>
                    <a:gd name="connsiteX2035" fmla="*/ 33083 w 1616022"/>
                    <a:gd name="connsiteY2035" fmla="*/ 239778 h 1899958"/>
                    <a:gd name="connsiteX2036" fmla="*/ 35816 w 1616022"/>
                    <a:gd name="connsiteY2036" fmla="*/ 239778 h 1899958"/>
                    <a:gd name="connsiteX2037" fmla="*/ 33083 w 1616022"/>
                    <a:gd name="connsiteY2037" fmla="*/ 244669 h 1899958"/>
                    <a:gd name="connsiteX2038" fmla="*/ 35816 w 1616022"/>
                    <a:gd name="connsiteY2038" fmla="*/ 244669 h 1899958"/>
                    <a:gd name="connsiteX2039" fmla="*/ 35816 w 1616022"/>
                    <a:gd name="connsiteY2039" fmla="*/ 247258 h 1899958"/>
                    <a:gd name="connsiteX2040" fmla="*/ 38405 w 1616022"/>
                    <a:gd name="connsiteY2040" fmla="*/ 244669 h 1899958"/>
                    <a:gd name="connsiteX2041" fmla="*/ 40850 w 1616022"/>
                    <a:gd name="connsiteY2041" fmla="*/ 242224 h 1899958"/>
                    <a:gd name="connsiteX2042" fmla="*/ 40850 w 1616022"/>
                    <a:gd name="connsiteY2042" fmla="*/ 244669 h 1899958"/>
                    <a:gd name="connsiteX2043" fmla="*/ 51063 w 1616022"/>
                    <a:gd name="connsiteY2043" fmla="*/ 244669 h 1899958"/>
                    <a:gd name="connsiteX2044" fmla="*/ 53508 w 1616022"/>
                    <a:gd name="connsiteY2044" fmla="*/ 242224 h 1899958"/>
                    <a:gd name="connsiteX2045" fmla="*/ 53508 w 1616022"/>
                    <a:gd name="connsiteY2045" fmla="*/ 244669 h 1899958"/>
                    <a:gd name="connsiteX2046" fmla="*/ 56241 w 1616022"/>
                    <a:gd name="connsiteY2046" fmla="*/ 244669 h 1899958"/>
                    <a:gd name="connsiteX2047" fmla="*/ 58830 w 1616022"/>
                    <a:gd name="connsiteY2047" fmla="*/ 242224 h 1899958"/>
                    <a:gd name="connsiteX2048" fmla="*/ 61275 w 1616022"/>
                    <a:gd name="connsiteY2048" fmla="*/ 242224 h 1899958"/>
                    <a:gd name="connsiteX2049" fmla="*/ 69042 w 1616022"/>
                    <a:gd name="connsiteY2049" fmla="*/ 234456 h 1899958"/>
                    <a:gd name="connsiteX2050" fmla="*/ 71919 w 1616022"/>
                    <a:gd name="connsiteY2050" fmla="*/ 234456 h 1899958"/>
                    <a:gd name="connsiteX2051" fmla="*/ 69474 w 1616022"/>
                    <a:gd name="connsiteY2051" fmla="*/ 237189 h 1899958"/>
                    <a:gd name="connsiteX2052" fmla="*/ 64152 w 1616022"/>
                    <a:gd name="connsiteY2052" fmla="*/ 242224 h 1899958"/>
                    <a:gd name="connsiteX2053" fmla="*/ 59261 w 1616022"/>
                    <a:gd name="connsiteY2053" fmla="*/ 244669 h 1899958"/>
                    <a:gd name="connsiteX2054" fmla="*/ 61706 w 1616022"/>
                    <a:gd name="connsiteY2054" fmla="*/ 244669 h 1899958"/>
                    <a:gd name="connsiteX2055" fmla="*/ 61706 w 1616022"/>
                    <a:gd name="connsiteY2055" fmla="*/ 247258 h 1899958"/>
                    <a:gd name="connsiteX2056" fmla="*/ 64152 w 1616022"/>
                    <a:gd name="connsiteY2056" fmla="*/ 244669 h 1899958"/>
                    <a:gd name="connsiteX2057" fmla="*/ 66885 w 1616022"/>
                    <a:gd name="connsiteY2057" fmla="*/ 244669 h 1899958"/>
                    <a:gd name="connsiteX2058" fmla="*/ 66885 w 1616022"/>
                    <a:gd name="connsiteY2058" fmla="*/ 247258 h 1899958"/>
                    <a:gd name="connsiteX2059" fmla="*/ 64152 w 1616022"/>
                    <a:gd name="connsiteY2059" fmla="*/ 247258 h 1899958"/>
                    <a:gd name="connsiteX2060" fmla="*/ 64152 w 1616022"/>
                    <a:gd name="connsiteY2060" fmla="*/ 252436 h 1899958"/>
                    <a:gd name="connsiteX2061" fmla="*/ 61706 w 1616022"/>
                    <a:gd name="connsiteY2061" fmla="*/ 254881 h 1899958"/>
                    <a:gd name="connsiteX2062" fmla="*/ 59261 w 1616022"/>
                    <a:gd name="connsiteY2062" fmla="*/ 257471 h 1899958"/>
                    <a:gd name="connsiteX2063" fmla="*/ 59261 w 1616022"/>
                    <a:gd name="connsiteY2063" fmla="*/ 262649 h 1899958"/>
                    <a:gd name="connsiteX2064" fmla="*/ 61706 w 1616022"/>
                    <a:gd name="connsiteY2064" fmla="*/ 262649 h 1899958"/>
                    <a:gd name="connsiteX2065" fmla="*/ 61706 w 1616022"/>
                    <a:gd name="connsiteY2065" fmla="*/ 265094 h 1899958"/>
                    <a:gd name="connsiteX2066" fmla="*/ 64152 w 1616022"/>
                    <a:gd name="connsiteY2066" fmla="*/ 265094 h 1899958"/>
                    <a:gd name="connsiteX2067" fmla="*/ 66885 w 1616022"/>
                    <a:gd name="connsiteY2067" fmla="*/ 267683 h 1899958"/>
                    <a:gd name="connsiteX2068" fmla="*/ 69474 w 1616022"/>
                    <a:gd name="connsiteY2068" fmla="*/ 267683 h 1899958"/>
                    <a:gd name="connsiteX2069" fmla="*/ 69474 w 1616022"/>
                    <a:gd name="connsiteY2069" fmla="*/ 270416 h 1899958"/>
                    <a:gd name="connsiteX2070" fmla="*/ 71919 w 1616022"/>
                    <a:gd name="connsiteY2070" fmla="*/ 270416 h 1899958"/>
                    <a:gd name="connsiteX2071" fmla="*/ 74364 w 1616022"/>
                    <a:gd name="connsiteY2071" fmla="*/ 267683 h 1899958"/>
                    <a:gd name="connsiteX2072" fmla="*/ 82132 w 1616022"/>
                    <a:gd name="connsiteY2072" fmla="*/ 267683 h 1899958"/>
                    <a:gd name="connsiteX2073" fmla="*/ 74364 w 1616022"/>
                    <a:gd name="connsiteY2073" fmla="*/ 270416 h 1899958"/>
                    <a:gd name="connsiteX2074" fmla="*/ 74364 w 1616022"/>
                    <a:gd name="connsiteY2074" fmla="*/ 275306 h 1899958"/>
                    <a:gd name="connsiteX2075" fmla="*/ 71919 w 1616022"/>
                    <a:gd name="connsiteY2075" fmla="*/ 275306 h 1899958"/>
                    <a:gd name="connsiteX2076" fmla="*/ 69474 w 1616022"/>
                    <a:gd name="connsiteY2076" fmla="*/ 277896 h 1899958"/>
                    <a:gd name="connsiteX2077" fmla="*/ 69474 w 1616022"/>
                    <a:gd name="connsiteY2077" fmla="*/ 283074 h 1899958"/>
                    <a:gd name="connsiteX2078" fmla="*/ 66885 w 1616022"/>
                    <a:gd name="connsiteY2078" fmla="*/ 285519 h 1899958"/>
                    <a:gd name="connsiteX2079" fmla="*/ 69474 w 1616022"/>
                    <a:gd name="connsiteY2079" fmla="*/ 288108 h 1899958"/>
                    <a:gd name="connsiteX2080" fmla="*/ 71919 w 1616022"/>
                    <a:gd name="connsiteY2080" fmla="*/ 290841 h 1899958"/>
                    <a:gd name="connsiteX2081" fmla="*/ 74364 w 1616022"/>
                    <a:gd name="connsiteY2081" fmla="*/ 290841 h 1899958"/>
                    <a:gd name="connsiteX2082" fmla="*/ 76954 w 1616022"/>
                    <a:gd name="connsiteY2082" fmla="*/ 293286 h 1899958"/>
                    <a:gd name="connsiteX2083" fmla="*/ 79686 w 1616022"/>
                    <a:gd name="connsiteY2083" fmla="*/ 293286 h 1899958"/>
                    <a:gd name="connsiteX2084" fmla="*/ 79686 w 1616022"/>
                    <a:gd name="connsiteY2084" fmla="*/ 298321 h 1899958"/>
                    <a:gd name="connsiteX2085" fmla="*/ 82132 w 1616022"/>
                    <a:gd name="connsiteY2085" fmla="*/ 298321 h 1899958"/>
                    <a:gd name="connsiteX2086" fmla="*/ 82132 w 1616022"/>
                    <a:gd name="connsiteY2086" fmla="*/ 301485 h 1899958"/>
                    <a:gd name="connsiteX2087" fmla="*/ 84577 w 1616022"/>
                    <a:gd name="connsiteY2087" fmla="*/ 301485 h 1899958"/>
                    <a:gd name="connsiteX2088" fmla="*/ 84577 w 1616022"/>
                    <a:gd name="connsiteY2088" fmla="*/ 303930 h 1899958"/>
                    <a:gd name="connsiteX2089" fmla="*/ 86303 w 1616022"/>
                    <a:gd name="connsiteY2089" fmla="*/ 303930 h 1899958"/>
                    <a:gd name="connsiteX2090" fmla="*/ 86303 w 1616022"/>
                    <a:gd name="connsiteY2090" fmla="*/ 306375 h 1899958"/>
                    <a:gd name="connsiteX2091" fmla="*/ 83714 w 1616022"/>
                    <a:gd name="connsiteY2091" fmla="*/ 306375 h 1899958"/>
                    <a:gd name="connsiteX2092" fmla="*/ 83714 w 1616022"/>
                    <a:gd name="connsiteY2092" fmla="*/ 311698 h 1899958"/>
                    <a:gd name="connsiteX2093" fmla="*/ 86303 w 1616022"/>
                    <a:gd name="connsiteY2093" fmla="*/ 311698 h 1899958"/>
                    <a:gd name="connsiteX2094" fmla="*/ 89036 w 1616022"/>
                    <a:gd name="connsiteY2094" fmla="*/ 314143 h 1899958"/>
                    <a:gd name="connsiteX2095" fmla="*/ 89036 w 1616022"/>
                    <a:gd name="connsiteY2095" fmla="*/ 315869 h 1899958"/>
                    <a:gd name="connsiteX2096" fmla="*/ 83714 w 1616022"/>
                    <a:gd name="connsiteY2096" fmla="*/ 315869 h 1899958"/>
                    <a:gd name="connsiteX2097" fmla="*/ 83714 w 1616022"/>
                    <a:gd name="connsiteY2097" fmla="*/ 321047 h 1899958"/>
                    <a:gd name="connsiteX2098" fmla="*/ 81269 w 1616022"/>
                    <a:gd name="connsiteY2098" fmla="*/ 321047 h 1899958"/>
                    <a:gd name="connsiteX2099" fmla="*/ 81269 w 1616022"/>
                    <a:gd name="connsiteY2099" fmla="*/ 323636 h 1899958"/>
                    <a:gd name="connsiteX2100" fmla="*/ 89036 w 1616022"/>
                    <a:gd name="connsiteY2100" fmla="*/ 323636 h 1899958"/>
                    <a:gd name="connsiteX2101" fmla="*/ 91481 w 1616022"/>
                    <a:gd name="connsiteY2101" fmla="*/ 326081 h 1899958"/>
                    <a:gd name="connsiteX2102" fmla="*/ 91481 w 1616022"/>
                    <a:gd name="connsiteY2102" fmla="*/ 323636 h 1899958"/>
                    <a:gd name="connsiteX2103" fmla="*/ 93926 w 1616022"/>
                    <a:gd name="connsiteY2103" fmla="*/ 323636 h 1899958"/>
                    <a:gd name="connsiteX2104" fmla="*/ 93926 w 1616022"/>
                    <a:gd name="connsiteY2104" fmla="*/ 321047 h 1899958"/>
                    <a:gd name="connsiteX2105" fmla="*/ 96372 w 1616022"/>
                    <a:gd name="connsiteY2105" fmla="*/ 321047 h 1899958"/>
                    <a:gd name="connsiteX2106" fmla="*/ 96372 w 1616022"/>
                    <a:gd name="connsiteY2106" fmla="*/ 323636 h 1899958"/>
                    <a:gd name="connsiteX2107" fmla="*/ 99248 w 1616022"/>
                    <a:gd name="connsiteY2107" fmla="*/ 323636 h 1899958"/>
                    <a:gd name="connsiteX2108" fmla="*/ 104139 w 1616022"/>
                    <a:gd name="connsiteY2108" fmla="*/ 321047 h 1899958"/>
                    <a:gd name="connsiteX2109" fmla="*/ 106584 w 1616022"/>
                    <a:gd name="connsiteY2109" fmla="*/ 321047 h 1899958"/>
                    <a:gd name="connsiteX2110" fmla="*/ 106584 w 1616022"/>
                    <a:gd name="connsiteY2110" fmla="*/ 323636 h 1899958"/>
                    <a:gd name="connsiteX2111" fmla="*/ 104139 w 1616022"/>
                    <a:gd name="connsiteY2111" fmla="*/ 323636 h 1899958"/>
                    <a:gd name="connsiteX2112" fmla="*/ 101694 w 1616022"/>
                    <a:gd name="connsiteY2112" fmla="*/ 326081 h 1899958"/>
                    <a:gd name="connsiteX2113" fmla="*/ 106584 w 1616022"/>
                    <a:gd name="connsiteY2113" fmla="*/ 326081 h 1899958"/>
                    <a:gd name="connsiteX2114" fmla="*/ 106584 w 1616022"/>
                    <a:gd name="connsiteY2114" fmla="*/ 328527 h 1899958"/>
                    <a:gd name="connsiteX2115" fmla="*/ 104139 w 1616022"/>
                    <a:gd name="connsiteY2115" fmla="*/ 326081 h 1899958"/>
                    <a:gd name="connsiteX2116" fmla="*/ 104139 w 1616022"/>
                    <a:gd name="connsiteY2116" fmla="*/ 328527 h 1899958"/>
                    <a:gd name="connsiteX2117" fmla="*/ 101694 w 1616022"/>
                    <a:gd name="connsiteY2117" fmla="*/ 328527 h 1899958"/>
                    <a:gd name="connsiteX2118" fmla="*/ 101694 w 1616022"/>
                    <a:gd name="connsiteY2118" fmla="*/ 331260 h 1899958"/>
                    <a:gd name="connsiteX2119" fmla="*/ 99248 w 1616022"/>
                    <a:gd name="connsiteY2119" fmla="*/ 333849 h 1899958"/>
                    <a:gd name="connsiteX2120" fmla="*/ 99248 w 1616022"/>
                    <a:gd name="connsiteY2120" fmla="*/ 338739 h 1899958"/>
                    <a:gd name="connsiteX2121" fmla="*/ 101694 w 1616022"/>
                    <a:gd name="connsiteY2121" fmla="*/ 338739 h 1899958"/>
                    <a:gd name="connsiteX2122" fmla="*/ 101694 w 1616022"/>
                    <a:gd name="connsiteY2122" fmla="*/ 341328 h 1899958"/>
                    <a:gd name="connsiteX2123" fmla="*/ 104139 w 1616022"/>
                    <a:gd name="connsiteY2123" fmla="*/ 344061 h 1899958"/>
                    <a:gd name="connsiteX2124" fmla="*/ 106584 w 1616022"/>
                    <a:gd name="connsiteY2124" fmla="*/ 344061 h 1899958"/>
                    <a:gd name="connsiteX2125" fmla="*/ 106584 w 1616022"/>
                    <a:gd name="connsiteY2125" fmla="*/ 346506 h 1899958"/>
                    <a:gd name="connsiteX2126" fmla="*/ 109317 w 1616022"/>
                    <a:gd name="connsiteY2126" fmla="*/ 348952 h 1899958"/>
                    <a:gd name="connsiteX2127" fmla="*/ 104139 w 1616022"/>
                    <a:gd name="connsiteY2127" fmla="*/ 351541 h 1899958"/>
                    <a:gd name="connsiteX2128" fmla="*/ 104139 w 1616022"/>
                    <a:gd name="connsiteY2128" fmla="*/ 348952 h 1899958"/>
                    <a:gd name="connsiteX2129" fmla="*/ 101694 w 1616022"/>
                    <a:gd name="connsiteY2129" fmla="*/ 348952 h 1899958"/>
                    <a:gd name="connsiteX2130" fmla="*/ 101694 w 1616022"/>
                    <a:gd name="connsiteY2130" fmla="*/ 354274 h 1899958"/>
                    <a:gd name="connsiteX2131" fmla="*/ 99248 w 1616022"/>
                    <a:gd name="connsiteY2131" fmla="*/ 351541 h 1899958"/>
                    <a:gd name="connsiteX2132" fmla="*/ 99248 w 1616022"/>
                    <a:gd name="connsiteY2132" fmla="*/ 354274 h 1899958"/>
                    <a:gd name="connsiteX2133" fmla="*/ 96372 w 1616022"/>
                    <a:gd name="connsiteY2133" fmla="*/ 356719 h 1899958"/>
                    <a:gd name="connsiteX2134" fmla="*/ 93926 w 1616022"/>
                    <a:gd name="connsiteY2134" fmla="*/ 356719 h 1899958"/>
                    <a:gd name="connsiteX2135" fmla="*/ 93926 w 1616022"/>
                    <a:gd name="connsiteY2135" fmla="*/ 359020 h 1899958"/>
                    <a:gd name="connsiteX2136" fmla="*/ 96372 w 1616022"/>
                    <a:gd name="connsiteY2136" fmla="*/ 359020 h 1899958"/>
                    <a:gd name="connsiteX2137" fmla="*/ 99248 w 1616022"/>
                    <a:gd name="connsiteY2137" fmla="*/ 361609 h 1899958"/>
                    <a:gd name="connsiteX2138" fmla="*/ 96372 w 1616022"/>
                    <a:gd name="connsiteY2138" fmla="*/ 361609 h 1899958"/>
                    <a:gd name="connsiteX2139" fmla="*/ 96372 w 1616022"/>
                    <a:gd name="connsiteY2139" fmla="*/ 364342 h 1899958"/>
                    <a:gd name="connsiteX2140" fmla="*/ 91481 w 1616022"/>
                    <a:gd name="connsiteY2140" fmla="*/ 364342 h 1899958"/>
                    <a:gd name="connsiteX2141" fmla="*/ 93926 w 1616022"/>
                    <a:gd name="connsiteY2141" fmla="*/ 366787 h 1899958"/>
                    <a:gd name="connsiteX2142" fmla="*/ 89036 w 1616022"/>
                    <a:gd name="connsiteY2142" fmla="*/ 366787 h 1899958"/>
                    <a:gd name="connsiteX2143" fmla="*/ 86303 w 1616022"/>
                    <a:gd name="connsiteY2143" fmla="*/ 364342 h 1899958"/>
                    <a:gd name="connsiteX2144" fmla="*/ 81269 w 1616022"/>
                    <a:gd name="connsiteY2144" fmla="*/ 364342 h 1899958"/>
                    <a:gd name="connsiteX2145" fmla="*/ 83714 w 1616022"/>
                    <a:gd name="connsiteY2145" fmla="*/ 366787 h 1899958"/>
                    <a:gd name="connsiteX2146" fmla="*/ 81269 w 1616022"/>
                    <a:gd name="connsiteY2146" fmla="*/ 366787 h 1899958"/>
                    <a:gd name="connsiteX2147" fmla="*/ 81269 w 1616022"/>
                    <a:gd name="connsiteY2147" fmla="*/ 369233 h 1899958"/>
                    <a:gd name="connsiteX2148" fmla="*/ 83714 w 1616022"/>
                    <a:gd name="connsiteY2148" fmla="*/ 371822 h 1899958"/>
                    <a:gd name="connsiteX2149" fmla="*/ 83714 w 1616022"/>
                    <a:gd name="connsiteY2149" fmla="*/ 374555 h 1899958"/>
                    <a:gd name="connsiteX2150" fmla="*/ 89036 w 1616022"/>
                    <a:gd name="connsiteY2150" fmla="*/ 374555 h 1899958"/>
                    <a:gd name="connsiteX2151" fmla="*/ 86303 w 1616022"/>
                    <a:gd name="connsiteY2151" fmla="*/ 377000 h 1899958"/>
                    <a:gd name="connsiteX2152" fmla="*/ 89036 w 1616022"/>
                    <a:gd name="connsiteY2152" fmla="*/ 377000 h 1899958"/>
                    <a:gd name="connsiteX2153" fmla="*/ 86303 w 1616022"/>
                    <a:gd name="connsiteY2153" fmla="*/ 379445 h 1899958"/>
                    <a:gd name="connsiteX2154" fmla="*/ 89036 w 1616022"/>
                    <a:gd name="connsiteY2154" fmla="*/ 379445 h 1899958"/>
                    <a:gd name="connsiteX2155" fmla="*/ 89036 w 1616022"/>
                    <a:gd name="connsiteY2155" fmla="*/ 384767 h 1899958"/>
                    <a:gd name="connsiteX2156" fmla="*/ 83714 w 1616022"/>
                    <a:gd name="connsiteY2156" fmla="*/ 384767 h 1899958"/>
                    <a:gd name="connsiteX2157" fmla="*/ 83714 w 1616022"/>
                    <a:gd name="connsiteY2157" fmla="*/ 387788 h 1899958"/>
                    <a:gd name="connsiteX2158" fmla="*/ 81269 w 1616022"/>
                    <a:gd name="connsiteY2158" fmla="*/ 387788 h 1899958"/>
                    <a:gd name="connsiteX2159" fmla="*/ 81269 w 1616022"/>
                    <a:gd name="connsiteY2159" fmla="*/ 392678 h 1899958"/>
                    <a:gd name="connsiteX2160" fmla="*/ 83714 w 1616022"/>
                    <a:gd name="connsiteY2160" fmla="*/ 395555 h 1899958"/>
                    <a:gd name="connsiteX2161" fmla="*/ 86303 w 1616022"/>
                    <a:gd name="connsiteY2161" fmla="*/ 395555 h 1899958"/>
                    <a:gd name="connsiteX2162" fmla="*/ 83714 w 1616022"/>
                    <a:gd name="connsiteY2162" fmla="*/ 398001 h 1899958"/>
                    <a:gd name="connsiteX2163" fmla="*/ 91481 w 1616022"/>
                    <a:gd name="connsiteY2163" fmla="*/ 395555 h 1899958"/>
                    <a:gd name="connsiteX2164" fmla="*/ 91481 w 1616022"/>
                    <a:gd name="connsiteY2164" fmla="*/ 398001 h 1899958"/>
                    <a:gd name="connsiteX2165" fmla="*/ 96372 w 1616022"/>
                    <a:gd name="connsiteY2165" fmla="*/ 398001 h 1899958"/>
                    <a:gd name="connsiteX2166" fmla="*/ 99248 w 1616022"/>
                    <a:gd name="connsiteY2166" fmla="*/ 400446 h 1899958"/>
                    <a:gd name="connsiteX2167" fmla="*/ 91481 w 1616022"/>
                    <a:gd name="connsiteY2167" fmla="*/ 400446 h 1899958"/>
                    <a:gd name="connsiteX2168" fmla="*/ 91481 w 1616022"/>
                    <a:gd name="connsiteY2168" fmla="*/ 402891 h 1899958"/>
                    <a:gd name="connsiteX2169" fmla="*/ 89036 w 1616022"/>
                    <a:gd name="connsiteY2169" fmla="*/ 402891 h 1899958"/>
                    <a:gd name="connsiteX2170" fmla="*/ 89036 w 1616022"/>
                    <a:gd name="connsiteY2170" fmla="*/ 405624 h 1899958"/>
                    <a:gd name="connsiteX2171" fmla="*/ 91481 w 1616022"/>
                    <a:gd name="connsiteY2171" fmla="*/ 405624 h 1899958"/>
                    <a:gd name="connsiteX2172" fmla="*/ 91481 w 1616022"/>
                    <a:gd name="connsiteY2172" fmla="*/ 410658 h 1899958"/>
                    <a:gd name="connsiteX2173" fmla="*/ 89036 w 1616022"/>
                    <a:gd name="connsiteY2173" fmla="*/ 408213 h 1899958"/>
                    <a:gd name="connsiteX2174" fmla="*/ 89036 w 1616022"/>
                    <a:gd name="connsiteY2174" fmla="*/ 410658 h 1899958"/>
                    <a:gd name="connsiteX2175" fmla="*/ 86303 w 1616022"/>
                    <a:gd name="connsiteY2175" fmla="*/ 410658 h 1899958"/>
                    <a:gd name="connsiteX2176" fmla="*/ 86303 w 1616022"/>
                    <a:gd name="connsiteY2176" fmla="*/ 413103 h 1899958"/>
                    <a:gd name="connsiteX2177" fmla="*/ 89036 w 1616022"/>
                    <a:gd name="connsiteY2177" fmla="*/ 413103 h 1899958"/>
                    <a:gd name="connsiteX2178" fmla="*/ 83714 w 1616022"/>
                    <a:gd name="connsiteY2178" fmla="*/ 415836 h 1899958"/>
                    <a:gd name="connsiteX2179" fmla="*/ 86303 w 1616022"/>
                    <a:gd name="connsiteY2179" fmla="*/ 418426 h 1899958"/>
                    <a:gd name="connsiteX2180" fmla="*/ 81269 w 1616022"/>
                    <a:gd name="connsiteY2180" fmla="*/ 418426 h 1899958"/>
                    <a:gd name="connsiteX2181" fmla="*/ 83714 w 1616022"/>
                    <a:gd name="connsiteY2181" fmla="*/ 420871 h 1899958"/>
                    <a:gd name="connsiteX2182" fmla="*/ 83714 w 1616022"/>
                    <a:gd name="connsiteY2182" fmla="*/ 423316 h 1899958"/>
                    <a:gd name="connsiteX2183" fmla="*/ 81269 w 1616022"/>
                    <a:gd name="connsiteY2183" fmla="*/ 420871 h 1899958"/>
                    <a:gd name="connsiteX2184" fmla="*/ 81269 w 1616022"/>
                    <a:gd name="connsiteY2184" fmla="*/ 423316 h 1899958"/>
                    <a:gd name="connsiteX2185" fmla="*/ 78823 w 1616022"/>
                    <a:gd name="connsiteY2185" fmla="*/ 423316 h 1899958"/>
                    <a:gd name="connsiteX2186" fmla="*/ 76090 w 1616022"/>
                    <a:gd name="connsiteY2186" fmla="*/ 425905 h 1899958"/>
                    <a:gd name="connsiteX2187" fmla="*/ 73501 w 1616022"/>
                    <a:gd name="connsiteY2187" fmla="*/ 425905 h 1899958"/>
                    <a:gd name="connsiteX2188" fmla="*/ 76090 w 1616022"/>
                    <a:gd name="connsiteY2188" fmla="*/ 428638 h 1899958"/>
                    <a:gd name="connsiteX2189" fmla="*/ 76090 w 1616022"/>
                    <a:gd name="connsiteY2189" fmla="*/ 430939 h 1899958"/>
                    <a:gd name="connsiteX2190" fmla="*/ 73501 w 1616022"/>
                    <a:gd name="connsiteY2190" fmla="*/ 430939 h 1899958"/>
                    <a:gd name="connsiteX2191" fmla="*/ 73501 w 1616022"/>
                    <a:gd name="connsiteY2191" fmla="*/ 435974 h 1899958"/>
                    <a:gd name="connsiteX2192" fmla="*/ 76090 w 1616022"/>
                    <a:gd name="connsiteY2192" fmla="*/ 435974 h 1899958"/>
                    <a:gd name="connsiteX2193" fmla="*/ 78823 w 1616022"/>
                    <a:gd name="connsiteY2193" fmla="*/ 433385 h 1899958"/>
                    <a:gd name="connsiteX2194" fmla="*/ 78823 w 1616022"/>
                    <a:gd name="connsiteY2194" fmla="*/ 438707 h 1899958"/>
                    <a:gd name="connsiteX2195" fmla="*/ 76090 w 1616022"/>
                    <a:gd name="connsiteY2195" fmla="*/ 438707 h 1899958"/>
                    <a:gd name="connsiteX2196" fmla="*/ 73501 w 1616022"/>
                    <a:gd name="connsiteY2196" fmla="*/ 441152 h 1899958"/>
                    <a:gd name="connsiteX2197" fmla="*/ 73501 w 1616022"/>
                    <a:gd name="connsiteY2197" fmla="*/ 438707 h 1899958"/>
                    <a:gd name="connsiteX2198" fmla="*/ 71056 w 1616022"/>
                    <a:gd name="connsiteY2198" fmla="*/ 435974 h 1899958"/>
                    <a:gd name="connsiteX2199" fmla="*/ 71056 w 1616022"/>
                    <a:gd name="connsiteY2199" fmla="*/ 438707 h 1899958"/>
                    <a:gd name="connsiteX2200" fmla="*/ 73501 w 1616022"/>
                    <a:gd name="connsiteY2200" fmla="*/ 443597 h 1899958"/>
                    <a:gd name="connsiteX2201" fmla="*/ 68611 w 1616022"/>
                    <a:gd name="connsiteY2201" fmla="*/ 443597 h 1899958"/>
                    <a:gd name="connsiteX2202" fmla="*/ 71056 w 1616022"/>
                    <a:gd name="connsiteY2202" fmla="*/ 451364 h 1899958"/>
                    <a:gd name="connsiteX2203" fmla="*/ 71056 w 1616022"/>
                    <a:gd name="connsiteY2203" fmla="*/ 453810 h 1899958"/>
                    <a:gd name="connsiteX2204" fmla="*/ 68611 w 1616022"/>
                    <a:gd name="connsiteY2204" fmla="*/ 453810 h 1899958"/>
                    <a:gd name="connsiteX2205" fmla="*/ 68611 w 1616022"/>
                    <a:gd name="connsiteY2205" fmla="*/ 456399 h 1899958"/>
                    <a:gd name="connsiteX2206" fmla="*/ 71056 w 1616022"/>
                    <a:gd name="connsiteY2206" fmla="*/ 459132 h 1899958"/>
                    <a:gd name="connsiteX2207" fmla="*/ 68611 w 1616022"/>
                    <a:gd name="connsiteY2207" fmla="*/ 459132 h 1899958"/>
                    <a:gd name="connsiteX2208" fmla="*/ 68611 w 1616022"/>
                    <a:gd name="connsiteY2208" fmla="*/ 461577 h 1899958"/>
                    <a:gd name="connsiteX2209" fmla="*/ 66022 w 1616022"/>
                    <a:gd name="connsiteY2209" fmla="*/ 461577 h 1899958"/>
                    <a:gd name="connsiteX2210" fmla="*/ 63289 w 1616022"/>
                    <a:gd name="connsiteY2210" fmla="*/ 464022 h 1899958"/>
                    <a:gd name="connsiteX2211" fmla="*/ 63289 w 1616022"/>
                    <a:gd name="connsiteY2211" fmla="*/ 469344 h 1899958"/>
                    <a:gd name="connsiteX2212" fmla="*/ 60844 w 1616022"/>
                    <a:gd name="connsiteY2212" fmla="*/ 469344 h 1899958"/>
                    <a:gd name="connsiteX2213" fmla="*/ 60844 w 1616022"/>
                    <a:gd name="connsiteY2213" fmla="*/ 474091 h 1899958"/>
                    <a:gd name="connsiteX2214" fmla="*/ 63289 w 1616022"/>
                    <a:gd name="connsiteY2214" fmla="*/ 476536 h 1899958"/>
                    <a:gd name="connsiteX2215" fmla="*/ 68611 w 1616022"/>
                    <a:gd name="connsiteY2215" fmla="*/ 479269 h 1899958"/>
                    <a:gd name="connsiteX2216" fmla="*/ 71056 w 1616022"/>
                    <a:gd name="connsiteY2216" fmla="*/ 481858 h 1899958"/>
                    <a:gd name="connsiteX2217" fmla="*/ 73501 w 1616022"/>
                    <a:gd name="connsiteY2217" fmla="*/ 481858 h 1899958"/>
                    <a:gd name="connsiteX2218" fmla="*/ 73501 w 1616022"/>
                    <a:gd name="connsiteY2218" fmla="*/ 486749 h 1899958"/>
                    <a:gd name="connsiteX2219" fmla="*/ 68611 w 1616022"/>
                    <a:gd name="connsiteY2219" fmla="*/ 484303 h 1899958"/>
                    <a:gd name="connsiteX2220" fmla="*/ 66022 w 1616022"/>
                    <a:gd name="connsiteY2220" fmla="*/ 484303 h 1899958"/>
                    <a:gd name="connsiteX2221" fmla="*/ 66022 w 1616022"/>
                    <a:gd name="connsiteY2221" fmla="*/ 486749 h 1899958"/>
                    <a:gd name="connsiteX2222" fmla="*/ 63289 w 1616022"/>
                    <a:gd name="connsiteY2222" fmla="*/ 486749 h 1899958"/>
                    <a:gd name="connsiteX2223" fmla="*/ 63289 w 1616022"/>
                    <a:gd name="connsiteY2223" fmla="*/ 489482 h 1899958"/>
                    <a:gd name="connsiteX2224" fmla="*/ 60844 w 1616022"/>
                    <a:gd name="connsiteY2224" fmla="*/ 489482 h 1899958"/>
                    <a:gd name="connsiteX2225" fmla="*/ 60844 w 1616022"/>
                    <a:gd name="connsiteY2225" fmla="*/ 492071 h 1899958"/>
                    <a:gd name="connsiteX2226" fmla="*/ 66022 w 1616022"/>
                    <a:gd name="connsiteY2226" fmla="*/ 492071 h 1899958"/>
                    <a:gd name="connsiteX2227" fmla="*/ 66022 w 1616022"/>
                    <a:gd name="connsiteY2227" fmla="*/ 494516 h 1899958"/>
                    <a:gd name="connsiteX2228" fmla="*/ 68611 w 1616022"/>
                    <a:gd name="connsiteY2228" fmla="*/ 494516 h 1899958"/>
                    <a:gd name="connsiteX2229" fmla="*/ 68611 w 1616022"/>
                    <a:gd name="connsiteY2229" fmla="*/ 492071 h 1899958"/>
                    <a:gd name="connsiteX2230" fmla="*/ 71919 w 1616022"/>
                    <a:gd name="connsiteY2230" fmla="*/ 492071 h 1899958"/>
                    <a:gd name="connsiteX2231" fmla="*/ 71919 w 1616022"/>
                    <a:gd name="connsiteY2231" fmla="*/ 494516 h 1899958"/>
                    <a:gd name="connsiteX2232" fmla="*/ 76954 w 1616022"/>
                    <a:gd name="connsiteY2232" fmla="*/ 494516 h 1899958"/>
                    <a:gd name="connsiteX2233" fmla="*/ 76954 w 1616022"/>
                    <a:gd name="connsiteY2233" fmla="*/ 499694 h 1899958"/>
                    <a:gd name="connsiteX2234" fmla="*/ 79686 w 1616022"/>
                    <a:gd name="connsiteY2234" fmla="*/ 499694 h 1899958"/>
                    <a:gd name="connsiteX2235" fmla="*/ 79686 w 1616022"/>
                    <a:gd name="connsiteY2235" fmla="*/ 502858 h 1899958"/>
                    <a:gd name="connsiteX2236" fmla="*/ 82132 w 1616022"/>
                    <a:gd name="connsiteY2236" fmla="*/ 502858 h 1899958"/>
                    <a:gd name="connsiteX2237" fmla="*/ 82132 w 1616022"/>
                    <a:gd name="connsiteY2237" fmla="*/ 505304 h 1899958"/>
                    <a:gd name="connsiteX2238" fmla="*/ 86303 w 1616022"/>
                    <a:gd name="connsiteY2238" fmla="*/ 505304 h 1899958"/>
                    <a:gd name="connsiteX2239" fmla="*/ 86303 w 1616022"/>
                    <a:gd name="connsiteY2239" fmla="*/ 507749 h 1899958"/>
                    <a:gd name="connsiteX2240" fmla="*/ 91481 w 1616022"/>
                    <a:gd name="connsiteY2240" fmla="*/ 507749 h 1899958"/>
                    <a:gd name="connsiteX2241" fmla="*/ 91481 w 1616022"/>
                    <a:gd name="connsiteY2241" fmla="*/ 510338 h 1899958"/>
                    <a:gd name="connsiteX2242" fmla="*/ 96372 w 1616022"/>
                    <a:gd name="connsiteY2242" fmla="*/ 510338 h 1899958"/>
                    <a:gd name="connsiteX2243" fmla="*/ 96372 w 1616022"/>
                    <a:gd name="connsiteY2243" fmla="*/ 513071 h 1899958"/>
                    <a:gd name="connsiteX2244" fmla="*/ 99248 w 1616022"/>
                    <a:gd name="connsiteY2244" fmla="*/ 513071 h 1899958"/>
                    <a:gd name="connsiteX2245" fmla="*/ 99248 w 1616022"/>
                    <a:gd name="connsiteY2245" fmla="*/ 517242 h 1899958"/>
                    <a:gd name="connsiteX2246" fmla="*/ 104139 w 1616022"/>
                    <a:gd name="connsiteY2246" fmla="*/ 517242 h 1899958"/>
                    <a:gd name="connsiteX2247" fmla="*/ 104139 w 1616022"/>
                    <a:gd name="connsiteY2247" fmla="*/ 519831 h 1899958"/>
                    <a:gd name="connsiteX2248" fmla="*/ 115071 w 1616022"/>
                    <a:gd name="connsiteY2248" fmla="*/ 519831 h 1899958"/>
                    <a:gd name="connsiteX2249" fmla="*/ 115071 w 1616022"/>
                    <a:gd name="connsiteY2249" fmla="*/ 522564 h 1899958"/>
                    <a:gd name="connsiteX2250" fmla="*/ 125283 w 1616022"/>
                    <a:gd name="connsiteY2250" fmla="*/ 522564 h 1899958"/>
                    <a:gd name="connsiteX2251" fmla="*/ 125283 w 1616022"/>
                    <a:gd name="connsiteY2251" fmla="*/ 525009 h 1899958"/>
                    <a:gd name="connsiteX2252" fmla="*/ 130461 w 1616022"/>
                    <a:gd name="connsiteY2252" fmla="*/ 525009 h 1899958"/>
                    <a:gd name="connsiteX2253" fmla="*/ 130461 w 1616022"/>
                    <a:gd name="connsiteY2253" fmla="*/ 527455 h 1899958"/>
                    <a:gd name="connsiteX2254" fmla="*/ 135496 w 1616022"/>
                    <a:gd name="connsiteY2254" fmla="*/ 527455 h 1899958"/>
                    <a:gd name="connsiteX2255" fmla="*/ 135496 w 1616022"/>
                    <a:gd name="connsiteY2255" fmla="*/ 530044 h 1899958"/>
                    <a:gd name="connsiteX2256" fmla="*/ 137941 w 1616022"/>
                    <a:gd name="connsiteY2256" fmla="*/ 532777 h 1899958"/>
                    <a:gd name="connsiteX2257" fmla="*/ 135496 w 1616022"/>
                    <a:gd name="connsiteY2257" fmla="*/ 532777 h 1899958"/>
                    <a:gd name="connsiteX2258" fmla="*/ 135496 w 1616022"/>
                    <a:gd name="connsiteY2258" fmla="*/ 535222 h 1899958"/>
                    <a:gd name="connsiteX2259" fmla="*/ 143263 w 1616022"/>
                    <a:gd name="connsiteY2259" fmla="*/ 535222 h 1899958"/>
                    <a:gd name="connsiteX2260" fmla="*/ 143263 w 1616022"/>
                    <a:gd name="connsiteY2260" fmla="*/ 537667 h 1899958"/>
                    <a:gd name="connsiteX2261" fmla="*/ 145708 w 1616022"/>
                    <a:gd name="connsiteY2261" fmla="*/ 537667 h 1899958"/>
                    <a:gd name="connsiteX2262" fmla="*/ 145708 w 1616022"/>
                    <a:gd name="connsiteY2262" fmla="*/ 540257 h 1899958"/>
                    <a:gd name="connsiteX2263" fmla="*/ 150742 w 1616022"/>
                    <a:gd name="connsiteY2263" fmla="*/ 540257 h 1899958"/>
                    <a:gd name="connsiteX2264" fmla="*/ 155921 w 1616022"/>
                    <a:gd name="connsiteY2264" fmla="*/ 545435 h 1899958"/>
                    <a:gd name="connsiteX2265" fmla="*/ 158222 w 1616022"/>
                    <a:gd name="connsiteY2265" fmla="*/ 545435 h 1899958"/>
                    <a:gd name="connsiteX2266" fmla="*/ 158222 w 1616022"/>
                    <a:gd name="connsiteY2266" fmla="*/ 547880 h 1899958"/>
                    <a:gd name="connsiteX2267" fmla="*/ 160811 w 1616022"/>
                    <a:gd name="connsiteY2267" fmla="*/ 547880 h 1899958"/>
                    <a:gd name="connsiteX2268" fmla="*/ 160811 w 1616022"/>
                    <a:gd name="connsiteY2268" fmla="*/ 550469 h 1899958"/>
                    <a:gd name="connsiteX2269" fmla="*/ 163544 w 1616022"/>
                    <a:gd name="connsiteY2269" fmla="*/ 550469 h 1899958"/>
                    <a:gd name="connsiteX2270" fmla="*/ 163544 w 1616022"/>
                    <a:gd name="connsiteY2270" fmla="*/ 553202 h 1899958"/>
                    <a:gd name="connsiteX2271" fmla="*/ 165989 w 1616022"/>
                    <a:gd name="connsiteY2271" fmla="*/ 553202 h 1899958"/>
                    <a:gd name="connsiteX2272" fmla="*/ 168435 w 1616022"/>
                    <a:gd name="connsiteY2272" fmla="*/ 555647 h 1899958"/>
                    <a:gd name="connsiteX2273" fmla="*/ 168435 w 1616022"/>
                    <a:gd name="connsiteY2273" fmla="*/ 558092 h 1899958"/>
                    <a:gd name="connsiteX2274" fmla="*/ 171024 w 1616022"/>
                    <a:gd name="connsiteY2274" fmla="*/ 558092 h 1899958"/>
                    <a:gd name="connsiteX2275" fmla="*/ 171024 w 1616022"/>
                    <a:gd name="connsiteY2275" fmla="*/ 560394 h 1899958"/>
                    <a:gd name="connsiteX2276" fmla="*/ 173757 w 1616022"/>
                    <a:gd name="connsiteY2276" fmla="*/ 563270 h 1899958"/>
                    <a:gd name="connsiteX2277" fmla="*/ 173757 w 1616022"/>
                    <a:gd name="connsiteY2277" fmla="*/ 565716 h 1899958"/>
                    <a:gd name="connsiteX2278" fmla="*/ 176202 w 1616022"/>
                    <a:gd name="connsiteY2278" fmla="*/ 565716 h 1899958"/>
                    <a:gd name="connsiteX2279" fmla="*/ 178647 w 1616022"/>
                    <a:gd name="connsiteY2279" fmla="*/ 568161 h 1899958"/>
                    <a:gd name="connsiteX2280" fmla="*/ 178647 w 1616022"/>
                    <a:gd name="connsiteY2280" fmla="*/ 570606 h 1899958"/>
                    <a:gd name="connsiteX2281" fmla="*/ 181092 w 1616022"/>
                    <a:gd name="connsiteY2281" fmla="*/ 570606 h 1899958"/>
                    <a:gd name="connsiteX2282" fmla="*/ 181092 w 1616022"/>
                    <a:gd name="connsiteY2282" fmla="*/ 573339 h 1899958"/>
                    <a:gd name="connsiteX2283" fmla="*/ 183969 w 1616022"/>
                    <a:gd name="connsiteY2283" fmla="*/ 575928 h 1899958"/>
                    <a:gd name="connsiteX2284" fmla="*/ 186414 w 1616022"/>
                    <a:gd name="connsiteY2284" fmla="*/ 578374 h 1899958"/>
                    <a:gd name="connsiteX2285" fmla="*/ 188860 w 1616022"/>
                    <a:gd name="connsiteY2285" fmla="*/ 580819 h 1899958"/>
                    <a:gd name="connsiteX2286" fmla="*/ 188860 w 1616022"/>
                    <a:gd name="connsiteY2286" fmla="*/ 586141 h 1899958"/>
                    <a:gd name="connsiteX2287" fmla="*/ 191305 w 1616022"/>
                    <a:gd name="connsiteY2287" fmla="*/ 586141 h 1899958"/>
                    <a:gd name="connsiteX2288" fmla="*/ 194038 w 1616022"/>
                    <a:gd name="connsiteY2288" fmla="*/ 593764 h 1899958"/>
                    <a:gd name="connsiteX2289" fmla="*/ 196627 w 1616022"/>
                    <a:gd name="connsiteY2289" fmla="*/ 596353 h 1899958"/>
                    <a:gd name="connsiteX2290" fmla="*/ 196627 w 1616022"/>
                    <a:gd name="connsiteY2290" fmla="*/ 598799 h 1899958"/>
                    <a:gd name="connsiteX2291" fmla="*/ 199072 w 1616022"/>
                    <a:gd name="connsiteY2291" fmla="*/ 598799 h 1899958"/>
                    <a:gd name="connsiteX2292" fmla="*/ 199072 w 1616022"/>
                    <a:gd name="connsiteY2292" fmla="*/ 601244 h 1899958"/>
                    <a:gd name="connsiteX2293" fmla="*/ 201373 w 1616022"/>
                    <a:gd name="connsiteY2293" fmla="*/ 601244 h 1899958"/>
                    <a:gd name="connsiteX2294" fmla="*/ 201373 w 1616022"/>
                    <a:gd name="connsiteY2294" fmla="*/ 603833 h 1899958"/>
                    <a:gd name="connsiteX2295" fmla="*/ 204106 w 1616022"/>
                    <a:gd name="connsiteY2295" fmla="*/ 606566 h 1899958"/>
                    <a:gd name="connsiteX2296" fmla="*/ 206695 w 1616022"/>
                    <a:gd name="connsiteY2296" fmla="*/ 606566 h 1899958"/>
                    <a:gd name="connsiteX2297" fmla="*/ 204106 w 1616022"/>
                    <a:gd name="connsiteY2297" fmla="*/ 609011 h 1899958"/>
                    <a:gd name="connsiteX2298" fmla="*/ 206695 w 1616022"/>
                    <a:gd name="connsiteY2298" fmla="*/ 611456 h 1899958"/>
                    <a:gd name="connsiteX2299" fmla="*/ 206695 w 1616022"/>
                    <a:gd name="connsiteY2299" fmla="*/ 614045 h 1899958"/>
                    <a:gd name="connsiteX2300" fmla="*/ 209141 w 1616022"/>
                    <a:gd name="connsiteY2300" fmla="*/ 616778 h 1899958"/>
                    <a:gd name="connsiteX2301" fmla="*/ 214319 w 1616022"/>
                    <a:gd name="connsiteY2301" fmla="*/ 626991 h 1899958"/>
                    <a:gd name="connsiteX2302" fmla="*/ 216908 w 1616022"/>
                    <a:gd name="connsiteY2302" fmla="*/ 629436 h 1899958"/>
                    <a:gd name="connsiteX2303" fmla="*/ 216908 w 1616022"/>
                    <a:gd name="connsiteY2303" fmla="*/ 634470 h 1899958"/>
                    <a:gd name="connsiteX2304" fmla="*/ 219353 w 1616022"/>
                    <a:gd name="connsiteY2304" fmla="*/ 637203 h 1899958"/>
                    <a:gd name="connsiteX2305" fmla="*/ 219353 w 1616022"/>
                    <a:gd name="connsiteY2305" fmla="*/ 644539 h 1899958"/>
                    <a:gd name="connsiteX2306" fmla="*/ 221798 w 1616022"/>
                    <a:gd name="connsiteY2306" fmla="*/ 647416 h 1899958"/>
                    <a:gd name="connsiteX2307" fmla="*/ 221798 w 1616022"/>
                    <a:gd name="connsiteY2307" fmla="*/ 652306 h 1899958"/>
                    <a:gd name="connsiteX2308" fmla="*/ 224388 w 1616022"/>
                    <a:gd name="connsiteY2308" fmla="*/ 657485 h 1899958"/>
                    <a:gd name="connsiteX2309" fmla="*/ 227120 w 1616022"/>
                    <a:gd name="connsiteY2309" fmla="*/ 657485 h 1899958"/>
                    <a:gd name="connsiteX2310" fmla="*/ 224388 w 1616022"/>
                    <a:gd name="connsiteY2310" fmla="*/ 660074 h 1899958"/>
                    <a:gd name="connsiteX2311" fmla="*/ 227120 w 1616022"/>
                    <a:gd name="connsiteY2311" fmla="*/ 667697 h 1899958"/>
                    <a:gd name="connsiteX2312" fmla="*/ 229566 w 1616022"/>
                    <a:gd name="connsiteY2312" fmla="*/ 672731 h 1899958"/>
                    <a:gd name="connsiteX2313" fmla="*/ 229566 w 1616022"/>
                    <a:gd name="connsiteY2313" fmla="*/ 677910 h 1899958"/>
                    <a:gd name="connsiteX2314" fmla="*/ 232011 w 1616022"/>
                    <a:gd name="connsiteY2314" fmla="*/ 680499 h 1899958"/>
                    <a:gd name="connsiteX2315" fmla="*/ 232011 w 1616022"/>
                    <a:gd name="connsiteY2315" fmla="*/ 693156 h 1899958"/>
                    <a:gd name="connsiteX2316" fmla="*/ 234600 w 1616022"/>
                    <a:gd name="connsiteY2316" fmla="*/ 695602 h 1899958"/>
                    <a:gd name="connsiteX2317" fmla="*/ 234600 w 1616022"/>
                    <a:gd name="connsiteY2317" fmla="*/ 705814 h 1899958"/>
                    <a:gd name="connsiteX2318" fmla="*/ 237333 w 1616022"/>
                    <a:gd name="connsiteY2318" fmla="*/ 708403 h 1899958"/>
                    <a:gd name="connsiteX2319" fmla="*/ 237333 w 1616022"/>
                    <a:gd name="connsiteY2319" fmla="*/ 713581 h 1899958"/>
                    <a:gd name="connsiteX2320" fmla="*/ 239778 w 1616022"/>
                    <a:gd name="connsiteY2320" fmla="*/ 718616 h 1899958"/>
                    <a:gd name="connsiteX2321" fmla="*/ 237333 w 1616022"/>
                    <a:gd name="connsiteY2321" fmla="*/ 721349 h 1899958"/>
                    <a:gd name="connsiteX2322" fmla="*/ 239778 w 1616022"/>
                    <a:gd name="connsiteY2322" fmla="*/ 723794 h 1899958"/>
                    <a:gd name="connsiteX2323" fmla="*/ 239778 w 1616022"/>
                    <a:gd name="connsiteY2323" fmla="*/ 728684 h 1899958"/>
                    <a:gd name="connsiteX2324" fmla="*/ 237333 w 1616022"/>
                    <a:gd name="connsiteY2324" fmla="*/ 731561 h 1899958"/>
                    <a:gd name="connsiteX2325" fmla="*/ 237333 w 1616022"/>
                    <a:gd name="connsiteY2325" fmla="*/ 754432 h 1899958"/>
                    <a:gd name="connsiteX2326" fmla="*/ 234600 w 1616022"/>
                    <a:gd name="connsiteY2326" fmla="*/ 759322 h 1899958"/>
                    <a:gd name="connsiteX2327" fmla="*/ 234600 w 1616022"/>
                    <a:gd name="connsiteY2327" fmla="*/ 762055 h 1899958"/>
                    <a:gd name="connsiteX2328" fmla="*/ 232011 w 1616022"/>
                    <a:gd name="connsiteY2328" fmla="*/ 762055 h 1899958"/>
                    <a:gd name="connsiteX2329" fmla="*/ 232011 w 1616022"/>
                    <a:gd name="connsiteY2329" fmla="*/ 769534 h 1899958"/>
                    <a:gd name="connsiteX2330" fmla="*/ 230141 w 1616022"/>
                    <a:gd name="connsiteY2330" fmla="*/ 769534 h 1899958"/>
                    <a:gd name="connsiteX2331" fmla="*/ 230141 w 1616022"/>
                    <a:gd name="connsiteY2331" fmla="*/ 772267 h 1899958"/>
                    <a:gd name="connsiteX2332" fmla="*/ 227696 w 1616022"/>
                    <a:gd name="connsiteY2332" fmla="*/ 774857 h 1899958"/>
                    <a:gd name="connsiteX2333" fmla="*/ 227696 w 1616022"/>
                    <a:gd name="connsiteY2333" fmla="*/ 777302 h 1899958"/>
                    <a:gd name="connsiteX2334" fmla="*/ 224963 w 1616022"/>
                    <a:gd name="connsiteY2334" fmla="*/ 779747 h 1899958"/>
                    <a:gd name="connsiteX2335" fmla="*/ 224963 w 1616022"/>
                    <a:gd name="connsiteY2335" fmla="*/ 787514 h 1899958"/>
                    <a:gd name="connsiteX2336" fmla="*/ 222374 w 1616022"/>
                    <a:gd name="connsiteY2336" fmla="*/ 787514 h 1899958"/>
                    <a:gd name="connsiteX2337" fmla="*/ 222374 w 1616022"/>
                    <a:gd name="connsiteY2337" fmla="*/ 792549 h 1899958"/>
                    <a:gd name="connsiteX2338" fmla="*/ 219929 w 1616022"/>
                    <a:gd name="connsiteY2338" fmla="*/ 792549 h 1899958"/>
                    <a:gd name="connsiteX2339" fmla="*/ 219929 w 1616022"/>
                    <a:gd name="connsiteY2339" fmla="*/ 797727 h 1899958"/>
                    <a:gd name="connsiteX2340" fmla="*/ 217483 w 1616022"/>
                    <a:gd name="connsiteY2340" fmla="*/ 797727 h 1899958"/>
                    <a:gd name="connsiteX2341" fmla="*/ 217483 w 1616022"/>
                    <a:gd name="connsiteY2341" fmla="*/ 800172 h 1899958"/>
                    <a:gd name="connsiteX2342" fmla="*/ 219929 w 1616022"/>
                    <a:gd name="connsiteY2342" fmla="*/ 800172 h 1899958"/>
                    <a:gd name="connsiteX2343" fmla="*/ 219929 w 1616022"/>
                    <a:gd name="connsiteY2343" fmla="*/ 802761 h 1899958"/>
                    <a:gd name="connsiteX2344" fmla="*/ 217483 w 1616022"/>
                    <a:gd name="connsiteY2344" fmla="*/ 805494 h 1899958"/>
                    <a:gd name="connsiteX2345" fmla="*/ 217483 w 1616022"/>
                    <a:gd name="connsiteY2345" fmla="*/ 810385 h 1899958"/>
                    <a:gd name="connsiteX2346" fmla="*/ 214894 w 1616022"/>
                    <a:gd name="connsiteY2346" fmla="*/ 810385 h 1899958"/>
                    <a:gd name="connsiteX2347" fmla="*/ 214894 w 1616022"/>
                    <a:gd name="connsiteY2347" fmla="*/ 812830 h 1899958"/>
                    <a:gd name="connsiteX2348" fmla="*/ 212161 w 1616022"/>
                    <a:gd name="connsiteY2348" fmla="*/ 818152 h 1899958"/>
                    <a:gd name="connsiteX2349" fmla="*/ 209716 w 1616022"/>
                    <a:gd name="connsiteY2349" fmla="*/ 823042 h 1899958"/>
                    <a:gd name="connsiteX2350" fmla="*/ 207271 w 1616022"/>
                    <a:gd name="connsiteY2350" fmla="*/ 825775 h 1899958"/>
                    <a:gd name="connsiteX2351" fmla="*/ 199504 w 1616022"/>
                    <a:gd name="connsiteY2351" fmla="*/ 838577 h 1899958"/>
                    <a:gd name="connsiteX2352" fmla="*/ 197058 w 1616022"/>
                    <a:gd name="connsiteY2352" fmla="*/ 841022 h 1899958"/>
                    <a:gd name="connsiteX2353" fmla="*/ 191736 w 1616022"/>
                    <a:gd name="connsiteY2353" fmla="*/ 848789 h 1899958"/>
                    <a:gd name="connsiteX2354" fmla="*/ 189291 w 1616022"/>
                    <a:gd name="connsiteY2354" fmla="*/ 851235 h 1899958"/>
                    <a:gd name="connsiteX2355" fmla="*/ 189291 w 1616022"/>
                    <a:gd name="connsiteY2355" fmla="*/ 856413 h 1899958"/>
                    <a:gd name="connsiteX2356" fmla="*/ 184401 w 1616022"/>
                    <a:gd name="connsiteY2356" fmla="*/ 856413 h 1899958"/>
                    <a:gd name="connsiteX2357" fmla="*/ 184401 w 1616022"/>
                    <a:gd name="connsiteY2357" fmla="*/ 859002 h 1899958"/>
                    <a:gd name="connsiteX2358" fmla="*/ 181524 w 1616022"/>
                    <a:gd name="connsiteY2358" fmla="*/ 863892 h 1899958"/>
                    <a:gd name="connsiteX2359" fmla="*/ 179079 w 1616022"/>
                    <a:gd name="connsiteY2359" fmla="*/ 863892 h 1899958"/>
                    <a:gd name="connsiteX2360" fmla="*/ 174188 w 1616022"/>
                    <a:gd name="connsiteY2360" fmla="*/ 869214 h 1899958"/>
                    <a:gd name="connsiteX2361" fmla="*/ 171455 w 1616022"/>
                    <a:gd name="connsiteY2361" fmla="*/ 871660 h 1899958"/>
                    <a:gd name="connsiteX2362" fmla="*/ 171455 w 1616022"/>
                    <a:gd name="connsiteY2362" fmla="*/ 874105 h 1899958"/>
                    <a:gd name="connsiteX2363" fmla="*/ 168866 w 1616022"/>
                    <a:gd name="connsiteY2363" fmla="*/ 874105 h 1899958"/>
                    <a:gd name="connsiteX2364" fmla="*/ 168866 w 1616022"/>
                    <a:gd name="connsiteY2364" fmla="*/ 876838 h 1899958"/>
                    <a:gd name="connsiteX2365" fmla="*/ 166421 w 1616022"/>
                    <a:gd name="connsiteY2365" fmla="*/ 876838 h 1899958"/>
                    <a:gd name="connsiteX2366" fmla="*/ 163975 w 1616022"/>
                    <a:gd name="connsiteY2366" fmla="*/ 884461 h 1899958"/>
                    <a:gd name="connsiteX2367" fmla="*/ 158654 w 1616022"/>
                    <a:gd name="connsiteY2367" fmla="*/ 889783 h 1899958"/>
                    <a:gd name="connsiteX2368" fmla="*/ 156208 w 1616022"/>
                    <a:gd name="connsiteY2368" fmla="*/ 892229 h 1899958"/>
                    <a:gd name="connsiteX2369" fmla="*/ 151030 w 1616022"/>
                    <a:gd name="connsiteY2369" fmla="*/ 892229 h 1899958"/>
                    <a:gd name="connsiteX2370" fmla="*/ 145996 w 1616022"/>
                    <a:gd name="connsiteY2370" fmla="*/ 897119 h 1899958"/>
                    <a:gd name="connsiteX2371" fmla="*/ 145996 w 1616022"/>
                    <a:gd name="connsiteY2371" fmla="*/ 899996 h 1899958"/>
                    <a:gd name="connsiteX2372" fmla="*/ 143550 w 1616022"/>
                    <a:gd name="connsiteY2372" fmla="*/ 899996 h 1899958"/>
                    <a:gd name="connsiteX2373" fmla="*/ 138229 w 1616022"/>
                    <a:gd name="connsiteY2373" fmla="*/ 904886 h 1899958"/>
                    <a:gd name="connsiteX2374" fmla="*/ 135783 w 1616022"/>
                    <a:gd name="connsiteY2374" fmla="*/ 907331 h 1899958"/>
                    <a:gd name="connsiteX2375" fmla="*/ 133338 w 1616022"/>
                    <a:gd name="connsiteY2375" fmla="*/ 907331 h 1899958"/>
                    <a:gd name="connsiteX2376" fmla="*/ 130749 w 1616022"/>
                    <a:gd name="connsiteY2376" fmla="*/ 910064 h 1899958"/>
                    <a:gd name="connsiteX2377" fmla="*/ 128016 w 1616022"/>
                    <a:gd name="connsiteY2377" fmla="*/ 910064 h 1899958"/>
                    <a:gd name="connsiteX2378" fmla="*/ 128016 w 1616022"/>
                    <a:gd name="connsiteY2378" fmla="*/ 912653 h 1899958"/>
                    <a:gd name="connsiteX2379" fmla="*/ 125571 w 1616022"/>
                    <a:gd name="connsiteY2379" fmla="*/ 912653 h 1899958"/>
                    <a:gd name="connsiteX2380" fmla="*/ 125571 w 1616022"/>
                    <a:gd name="connsiteY2380" fmla="*/ 917544 h 1899958"/>
                    <a:gd name="connsiteX2381" fmla="*/ 123125 w 1616022"/>
                    <a:gd name="connsiteY2381" fmla="*/ 917544 h 1899958"/>
                    <a:gd name="connsiteX2382" fmla="*/ 117804 w 1616022"/>
                    <a:gd name="connsiteY2382" fmla="*/ 920277 h 1899958"/>
                    <a:gd name="connsiteX2383" fmla="*/ 115358 w 1616022"/>
                    <a:gd name="connsiteY2383" fmla="*/ 922866 h 1899958"/>
                    <a:gd name="connsiteX2384" fmla="*/ 112913 w 1616022"/>
                    <a:gd name="connsiteY2384" fmla="*/ 925311 h 1899958"/>
                    <a:gd name="connsiteX2385" fmla="*/ 107591 w 1616022"/>
                    <a:gd name="connsiteY2385" fmla="*/ 925311 h 1899958"/>
                    <a:gd name="connsiteX2386" fmla="*/ 105146 w 1616022"/>
                    <a:gd name="connsiteY2386" fmla="*/ 927757 h 1899958"/>
                    <a:gd name="connsiteX2387" fmla="*/ 102700 w 1616022"/>
                    <a:gd name="connsiteY2387" fmla="*/ 930490 h 1899958"/>
                    <a:gd name="connsiteX2388" fmla="*/ 100255 w 1616022"/>
                    <a:gd name="connsiteY2388" fmla="*/ 930490 h 1899958"/>
                    <a:gd name="connsiteX2389" fmla="*/ 97379 w 1616022"/>
                    <a:gd name="connsiteY2389" fmla="*/ 933079 h 1899958"/>
                    <a:gd name="connsiteX2390" fmla="*/ 94933 w 1616022"/>
                    <a:gd name="connsiteY2390" fmla="*/ 933079 h 1899958"/>
                    <a:gd name="connsiteX2391" fmla="*/ 94933 w 1616022"/>
                    <a:gd name="connsiteY2391" fmla="*/ 935524 h 1899958"/>
                    <a:gd name="connsiteX2392" fmla="*/ 92488 w 1616022"/>
                    <a:gd name="connsiteY2392" fmla="*/ 937969 h 1899958"/>
                    <a:gd name="connsiteX2393" fmla="*/ 90043 w 1616022"/>
                    <a:gd name="connsiteY2393" fmla="*/ 937969 h 1899958"/>
                    <a:gd name="connsiteX2394" fmla="*/ 87310 w 1616022"/>
                    <a:gd name="connsiteY2394" fmla="*/ 940702 h 1899958"/>
                    <a:gd name="connsiteX2395" fmla="*/ 84721 w 1616022"/>
                    <a:gd name="connsiteY2395" fmla="*/ 943291 h 1899958"/>
                    <a:gd name="connsiteX2396" fmla="*/ 82275 w 1616022"/>
                    <a:gd name="connsiteY2396" fmla="*/ 945736 h 1899958"/>
                    <a:gd name="connsiteX2397" fmla="*/ 82275 w 1616022"/>
                    <a:gd name="connsiteY2397" fmla="*/ 948757 h 1899958"/>
                    <a:gd name="connsiteX2398" fmla="*/ 79830 w 1616022"/>
                    <a:gd name="connsiteY2398" fmla="*/ 948757 h 1899958"/>
                    <a:gd name="connsiteX2399" fmla="*/ 79830 w 1616022"/>
                    <a:gd name="connsiteY2399" fmla="*/ 951346 h 1899958"/>
                    <a:gd name="connsiteX2400" fmla="*/ 82275 w 1616022"/>
                    <a:gd name="connsiteY2400" fmla="*/ 951346 h 1899958"/>
                    <a:gd name="connsiteX2401" fmla="*/ 84721 w 1616022"/>
                    <a:gd name="connsiteY2401" fmla="*/ 948757 h 1899958"/>
                    <a:gd name="connsiteX2402" fmla="*/ 84721 w 1616022"/>
                    <a:gd name="connsiteY2402" fmla="*/ 951346 h 1899958"/>
                    <a:gd name="connsiteX2403" fmla="*/ 90043 w 1616022"/>
                    <a:gd name="connsiteY2403" fmla="*/ 951346 h 1899958"/>
                    <a:gd name="connsiteX2404" fmla="*/ 86303 w 1616022"/>
                    <a:gd name="connsiteY2404" fmla="*/ 948757 h 1899958"/>
                    <a:gd name="connsiteX2405" fmla="*/ 89036 w 1616022"/>
                    <a:gd name="connsiteY2405" fmla="*/ 948757 h 1899958"/>
                    <a:gd name="connsiteX2406" fmla="*/ 89036 w 1616022"/>
                    <a:gd name="connsiteY2406" fmla="*/ 951346 h 1899958"/>
                    <a:gd name="connsiteX2407" fmla="*/ 91481 w 1616022"/>
                    <a:gd name="connsiteY2407" fmla="*/ 948757 h 1899958"/>
                    <a:gd name="connsiteX2408" fmla="*/ 91481 w 1616022"/>
                    <a:gd name="connsiteY2408" fmla="*/ 954079 h 1899958"/>
                    <a:gd name="connsiteX2409" fmla="*/ 93926 w 1616022"/>
                    <a:gd name="connsiteY2409" fmla="*/ 951346 h 1899958"/>
                    <a:gd name="connsiteX2410" fmla="*/ 93926 w 1616022"/>
                    <a:gd name="connsiteY2410" fmla="*/ 956524 h 1899958"/>
                    <a:gd name="connsiteX2411" fmla="*/ 91481 w 1616022"/>
                    <a:gd name="connsiteY2411" fmla="*/ 956524 h 1899958"/>
                    <a:gd name="connsiteX2412" fmla="*/ 89036 w 1616022"/>
                    <a:gd name="connsiteY2412" fmla="*/ 958969 h 1899958"/>
                    <a:gd name="connsiteX2413" fmla="*/ 93926 w 1616022"/>
                    <a:gd name="connsiteY2413" fmla="*/ 958969 h 1899958"/>
                    <a:gd name="connsiteX2414" fmla="*/ 96372 w 1616022"/>
                    <a:gd name="connsiteY2414" fmla="*/ 961559 h 1899958"/>
                    <a:gd name="connsiteX2415" fmla="*/ 93926 w 1616022"/>
                    <a:gd name="connsiteY2415" fmla="*/ 961559 h 1899958"/>
                    <a:gd name="connsiteX2416" fmla="*/ 96372 w 1616022"/>
                    <a:gd name="connsiteY2416" fmla="*/ 964291 h 1899958"/>
                    <a:gd name="connsiteX2417" fmla="*/ 96372 w 1616022"/>
                    <a:gd name="connsiteY2417" fmla="*/ 966737 h 1899958"/>
                    <a:gd name="connsiteX2418" fmla="*/ 99248 w 1616022"/>
                    <a:gd name="connsiteY2418" fmla="*/ 966737 h 1899958"/>
                    <a:gd name="connsiteX2419" fmla="*/ 99248 w 1616022"/>
                    <a:gd name="connsiteY2419" fmla="*/ 969182 h 1899958"/>
                    <a:gd name="connsiteX2420" fmla="*/ 101694 w 1616022"/>
                    <a:gd name="connsiteY2420" fmla="*/ 969182 h 1899958"/>
                    <a:gd name="connsiteX2421" fmla="*/ 99248 w 1616022"/>
                    <a:gd name="connsiteY2421" fmla="*/ 971771 h 1899958"/>
                    <a:gd name="connsiteX2422" fmla="*/ 101694 w 1616022"/>
                    <a:gd name="connsiteY2422" fmla="*/ 971771 h 1899958"/>
                    <a:gd name="connsiteX2423" fmla="*/ 99248 w 1616022"/>
                    <a:gd name="connsiteY2423" fmla="*/ 974504 h 1899958"/>
                    <a:gd name="connsiteX2424" fmla="*/ 99248 w 1616022"/>
                    <a:gd name="connsiteY2424" fmla="*/ 977525 h 1899958"/>
                    <a:gd name="connsiteX2425" fmla="*/ 101694 w 1616022"/>
                    <a:gd name="connsiteY2425" fmla="*/ 977525 h 1899958"/>
                    <a:gd name="connsiteX2426" fmla="*/ 104139 w 1616022"/>
                    <a:gd name="connsiteY2426" fmla="*/ 982415 h 1899958"/>
                    <a:gd name="connsiteX2427" fmla="*/ 104139 w 1616022"/>
                    <a:gd name="connsiteY2427" fmla="*/ 985148 h 1899958"/>
                    <a:gd name="connsiteX2428" fmla="*/ 106584 w 1616022"/>
                    <a:gd name="connsiteY2428" fmla="*/ 985148 h 1899958"/>
                    <a:gd name="connsiteX2429" fmla="*/ 106584 w 1616022"/>
                    <a:gd name="connsiteY2429" fmla="*/ 987737 h 1899958"/>
                    <a:gd name="connsiteX2430" fmla="*/ 116797 w 1616022"/>
                    <a:gd name="connsiteY2430" fmla="*/ 987737 h 1899958"/>
                    <a:gd name="connsiteX2431" fmla="*/ 116797 w 1616022"/>
                    <a:gd name="connsiteY2431" fmla="*/ 990182 h 1899958"/>
                    <a:gd name="connsiteX2432" fmla="*/ 115071 w 1616022"/>
                    <a:gd name="connsiteY2432" fmla="*/ 991908 h 1899958"/>
                    <a:gd name="connsiteX2433" fmla="*/ 112625 w 1616022"/>
                    <a:gd name="connsiteY2433" fmla="*/ 991908 h 1899958"/>
                    <a:gd name="connsiteX2434" fmla="*/ 112625 w 1616022"/>
                    <a:gd name="connsiteY2434" fmla="*/ 994641 h 1899958"/>
                    <a:gd name="connsiteX2435" fmla="*/ 117516 w 1616022"/>
                    <a:gd name="connsiteY2435" fmla="*/ 994641 h 1899958"/>
                    <a:gd name="connsiteX2436" fmla="*/ 120249 w 1616022"/>
                    <a:gd name="connsiteY2436" fmla="*/ 991908 h 1899958"/>
                    <a:gd name="connsiteX2437" fmla="*/ 122838 w 1616022"/>
                    <a:gd name="connsiteY2437" fmla="*/ 994641 h 1899958"/>
                    <a:gd name="connsiteX2438" fmla="*/ 120249 w 1616022"/>
                    <a:gd name="connsiteY2438" fmla="*/ 994641 h 1899958"/>
                    <a:gd name="connsiteX2439" fmla="*/ 120249 w 1616022"/>
                    <a:gd name="connsiteY2439" fmla="*/ 997230 h 1899958"/>
                    <a:gd name="connsiteX2440" fmla="*/ 122838 w 1616022"/>
                    <a:gd name="connsiteY2440" fmla="*/ 997230 h 1899958"/>
                    <a:gd name="connsiteX2441" fmla="*/ 125283 w 1616022"/>
                    <a:gd name="connsiteY2441" fmla="*/ 994641 h 1899958"/>
                    <a:gd name="connsiteX2442" fmla="*/ 133050 w 1616022"/>
                    <a:gd name="connsiteY2442" fmla="*/ 991908 h 1899958"/>
                    <a:gd name="connsiteX2443" fmla="*/ 133050 w 1616022"/>
                    <a:gd name="connsiteY2443" fmla="*/ 999676 h 1899958"/>
                    <a:gd name="connsiteX2444" fmla="*/ 130461 w 1616022"/>
                    <a:gd name="connsiteY2444" fmla="*/ 1002121 h 1899958"/>
                    <a:gd name="connsiteX2445" fmla="*/ 127728 w 1616022"/>
                    <a:gd name="connsiteY2445" fmla="*/ 1002121 h 1899958"/>
                    <a:gd name="connsiteX2446" fmla="*/ 130461 w 1616022"/>
                    <a:gd name="connsiteY2446" fmla="*/ 1004854 h 1899958"/>
                    <a:gd name="connsiteX2447" fmla="*/ 133050 w 1616022"/>
                    <a:gd name="connsiteY2447" fmla="*/ 1004854 h 1899958"/>
                    <a:gd name="connsiteX2448" fmla="*/ 133050 w 1616022"/>
                    <a:gd name="connsiteY2448" fmla="*/ 1007443 h 1899958"/>
                    <a:gd name="connsiteX2449" fmla="*/ 143263 w 1616022"/>
                    <a:gd name="connsiteY2449" fmla="*/ 1007443 h 1899958"/>
                    <a:gd name="connsiteX2450" fmla="*/ 143263 w 1616022"/>
                    <a:gd name="connsiteY2450" fmla="*/ 1009888 h 1899958"/>
                    <a:gd name="connsiteX2451" fmla="*/ 135496 w 1616022"/>
                    <a:gd name="connsiteY2451" fmla="*/ 1009888 h 1899958"/>
                    <a:gd name="connsiteX2452" fmla="*/ 135496 w 1616022"/>
                    <a:gd name="connsiteY2452" fmla="*/ 1012334 h 1899958"/>
                    <a:gd name="connsiteX2453" fmla="*/ 133050 w 1616022"/>
                    <a:gd name="connsiteY2453" fmla="*/ 1015066 h 1899958"/>
                    <a:gd name="connsiteX2454" fmla="*/ 135496 w 1616022"/>
                    <a:gd name="connsiteY2454" fmla="*/ 1015066 h 1899958"/>
                    <a:gd name="connsiteX2455" fmla="*/ 135496 w 1616022"/>
                    <a:gd name="connsiteY2455" fmla="*/ 1017656 h 1899958"/>
                    <a:gd name="connsiteX2456" fmla="*/ 140674 w 1616022"/>
                    <a:gd name="connsiteY2456" fmla="*/ 1017656 h 1899958"/>
                    <a:gd name="connsiteX2457" fmla="*/ 140674 w 1616022"/>
                    <a:gd name="connsiteY2457" fmla="*/ 1020676 h 1899958"/>
                    <a:gd name="connsiteX2458" fmla="*/ 143263 w 1616022"/>
                    <a:gd name="connsiteY2458" fmla="*/ 1020676 h 1899958"/>
                    <a:gd name="connsiteX2459" fmla="*/ 143263 w 1616022"/>
                    <a:gd name="connsiteY2459" fmla="*/ 1023121 h 1899958"/>
                    <a:gd name="connsiteX2460" fmla="*/ 140674 w 1616022"/>
                    <a:gd name="connsiteY2460" fmla="*/ 1023121 h 1899958"/>
                    <a:gd name="connsiteX2461" fmla="*/ 140674 w 1616022"/>
                    <a:gd name="connsiteY2461" fmla="*/ 1020676 h 1899958"/>
                    <a:gd name="connsiteX2462" fmla="*/ 137941 w 1616022"/>
                    <a:gd name="connsiteY2462" fmla="*/ 1023121 h 1899958"/>
                    <a:gd name="connsiteX2463" fmla="*/ 137941 w 1616022"/>
                    <a:gd name="connsiteY2463" fmla="*/ 1028443 h 1899958"/>
                    <a:gd name="connsiteX2464" fmla="*/ 140674 w 1616022"/>
                    <a:gd name="connsiteY2464" fmla="*/ 1033334 h 1899958"/>
                    <a:gd name="connsiteX2465" fmla="*/ 143263 w 1616022"/>
                    <a:gd name="connsiteY2465" fmla="*/ 1033334 h 1899958"/>
                    <a:gd name="connsiteX2466" fmla="*/ 140674 w 1616022"/>
                    <a:gd name="connsiteY2466" fmla="*/ 1036067 h 1899958"/>
                    <a:gd name="connsiteX2467" fmla="*/ 140674 w 1616022"/>
                    <a:gd name="connsiteY2467" fmla="*/ 1043546 h 1899958"/>
                    <a:gd name="connsiteX2468" fmla="*/ 135496 w 1616022"/>
                    <a:gd name="connsiteY2468" fmla="*/ 1043546 h 1899958"/>
                    <a:gd name="connsiteX2469" fmla="*/ 135496 w 1616022"/>
                    <a:gd name="connsiteY2469" fmla="*/ 1046135 h 1899958"/>
                    <a:gd name="connsiteX2470" fmla="*/ 143263 w 1616022"/>
                    <a:gd name="connsiteY2470" fmla="*/ 1046135 h 1899958"/>
                    <a:gd name="connsiteX2471" fmla="*/ 143263 w 1616022"/>
                    <a:gd name="connsiteY2471" fmla="*/ 1056348 h 1899958"/>
                    <a:gd name="connsiteX2472" fmla="*/ 148153 w 1616022"/>
                    <a:gd name="connsiteY2472" fmla="*/ 1056348 h 1899958"/>
                    <a:gd name="connsiteX2473" fmla="*/ 148153 w 1616022"/>
                    <a:gd name="connsiteY2473" fmla="*/ 1053759 h 1899958"/>
                    <a:gd name="connsiteX2474" fmla="*/ 150742 w 1616022"/>
                    <a:gd name="connsiteY2474" fmla="*/ 1053759 h 1899958"/>
                    <a:gd name="connsiteX2475" fmla="*/ 150742 w 1616022"/>
                    <a:gd name="connsiteY2475" fmla="*/ 1056348 h 1899958"/>
                    <a:gd name="connsiteX2476" fmla="*/ 155921 w 1616022"/>
                    <a:gd name="connsiteY2476" fmla="*/ 1056348 h 1899958"/>
                    <a:gd name="connsiteX2477" fmla="*/ 155921 w 1616022"/>
                    <a:gd name="connsiteY2477" fmla="*/ 1059081 h 1899958"/>
                    <a:gd name="connsiteX2478" fmla="*/ 148153 w 1616022"/>
                    <a:gd name="connsiteY2478" fmla="*/ 1059081 h 1899958"/>
                    <a:gd name="connsiteX2479" fmla="*/ 148153 w 1616022"/>
                    <a:gd name="connsiteY2479" fmla="*/ 1061526 h 1899958"/>
                    <a:gd name="connsiteX2480" fmla="*/ 145708 w 1616022"/>
                    <a:gd name="connsiteY2480" fmla="*/ 1061526 h 1899958"/>
                    <a:gd name="connsiteX2481" fmla="*/ 145708 w 1616022"/>
                    <a:gd name="connsiteY2481" fmla="*/ 1063828 h 1899958"/>
                    <a:gd name="connsiteX2482" fmla="*/ 140674 w 1616022"/>
                    <a:gd name="connsiteY2482" fmla="*/ 1063828 h 1899958"/>
                    <a:gd name="connsiteX2483" fmla="*/ 140674 w 1616022"/>
                    <a:gd name="connsiteY2483" fmla="*/ 1066273 h 1899958"/>
                    <a:gd name="connsiteX2484" fmla="*/ 143263 w 1616022"/>
                    <a:gd name="connsiteY2484" fmla="*/ 1066273 h 1899958"/>
                    <a:gd name="connsiteX2485" fmla="*/ 143263 w 1616022"/>
                    <a:gd name="connsiteY2485" fmla="*/ 1069149 h 1899958"/>
                    <a:gd name="connsiteX2486" fmla="*/ 145708 w 1616022"/>
                    <a:gd name="connsiteY2486" fmla="*/ 1071595 h 1899958"/>
                    <a:gd name="connsiteX2487" fmla="*/ 148153 w 1616022"/>
                    <a:gd name="connsiteY2487" fmla="*/ 1071595 h 1899958"/>
                    <a:gd name="connsiteX2488" fmla="*/ 148153 w 1616022"/>
                    <a:gd name="connsiteY2488" fmla="*/ 1074040 h 1899958"/>
                    <a:gd name="connsiteX2489" fmla="*/ 150742 w 1616022"/>
                    <a:gd name="connsiteY2489" fmla="*/ 1074040 h 1899958"/>
                    <a:gd name="connsiteX2490" fmla="*/ 153475 w 1616022"/>
                    <a:gd name="connsiteY2490" fmla="*/ 1076485 h 1899958"/>
                    <a:gd name="connsiteX2491" fmla="*/ 153475 w 1616022"/>
                    <a:gd name="connsiteY2491" fmla="*/ 1074040 h 1899958"/>
                    <a:gd name="connsiteX2492" fmla="*/ 155921 w 1616022"/>
                    <a:gd name="connsiteY2492" fmla="*/ 1074040 h 1899958"/>
                    <a:gd name="connsiteX2493" fmla="*/ 155921 w 1616022"/>
                    <a:gd name="connsiteY2493" fmla="*/ 1078211 h 1899958"/>
                    <a:gd name="connsiteX2494" fmla="*/ 153475 w 1616022"/>
                    <a:gd name="connsiteY2494" fmla="*/ 1078211 h 1899958"/>
                    <a:gd name="connsiteX2495" fmla="*/ 153475 w 1616022"/>
                    <a:gd name="connsiteY2495" fmla="*/ 1080800 h 1899958"/>
                    <a:gd name="connsiteX2496" fmla="*/ 155921 w 1616022"/>
                    <a:gd name="connsiteY2496" fmla="*/ 1080800 h 1899958"/>
                    <a:gd name="connsiteX2497" fmla="*/ 155921 w 1616022"/>
                    <a:gd name="connsiteY2497" fmla="*/ 1083246 h 1899958"/>
                    <a:gd name="connsiteX2498" fmla="*/ 158222 w 1616022"/>
                    <a:gd name="connsiteY2498" fmla="*/ 1083246 h 1899958"/>
                    <a:gd name="connsiteX2499" fmla="*/ 158222 w 1616022"/>
                    <a:gd name="connsiteY2499" fmla="*/ 1085691 h 1899958"/>
                    <a:gd name="connsiteX2500" fmla="*/ 155777 w 1616022"/>
                    <a:gd name="connsiteY2500" fmla="*/ 1085691 h 1899958"/>
                    <a:gd name="connsiteX2501" fmla="*/ 155777 w 1616022"/>
                    <a:gd name="connsiteY2501" fmla="*/ 1088424 h 1899958"/>
                    <a:gd name="connsiteX2502" fmla="*/ 160811 w 1616022"/>
                    <a:gd name="connsiteY2502" fmla="*/ 1088424 h 1899958"/>
                    <a:gd name="connsiteX2503" fmla="*/ 158222 w 1616022"/>
                    <a:gd name="connsiteY2503" fmla="*/ 1091013 h 1899958"/>
                    <a:gd name="connsiteX2504" fmla="*/ 163544 w 1616022"/>
                    <a:gd name="connsiteY2504" fmla="*/ 1091013 h 1899958"/>
                    <a:gd name="connsiteX2505" fmla="*/ 160811 w 1616022"/>
                    <a:gd name="connsiteY2505" fmla="*/ 1093458 h 1899958"/>
                    <a:gd name="connsiteX2506" fmla="*/ 160811 w 1616022"/>
                    <a:gd name="connsiteY2506" fmla="*/ 1095904 h 1899958"/>
                    <a:gd name="connsiteX2507" fmla="*/ 158222 w 1616022"/>
                    <a:gd name="connsiteY2507" fmla="*/ 1095904 h 1899958"/>
                    <a:gd name="connsiteX2508" fmla="*/ 158222 w 1616022"/>
                    <a:gd name="connsiteY2508" fmla="*/ 1098637 h 1899958"/>
                    <a:gd name="connsiteX2509" fmla="*/ 160811 w 1616022"/>
                    <a:gd name="connsiteY2509" fmla="*/ 1098637 h 1899958"/>
                    <a:gd name="connsiteX2510" fmla="*/ 160811 w 1616022"/>
                    <a:gd name="connsiteY2510" fmla="*/ 1108849 h 1899958"/>
                    <a:gd name="connsiteX2511" fmla="*/ 163544 w 1616022"/>
                    <a:gd name="connsiteY2511" fmla="*/ 1108849 h 1899958"/>
                    <a:gd name="connsiteX2512" fmla="*/ 163544 w 1616022"/>
                    <a:gd name="connsiteY2512" fmla="*/ 1111438 h 1899958"/>
                    <a:gd name="connsiteX2513" fmla="*/ 160811 w 1616022"/>
                    <a:gd name="connsiteY2513" fmla="*/ 1111438 h 1899958"/>
                    <a:gd name="connsiteX2514" fmla="*/ 160811 w 1616022"/>
                    <a:gd name="connsiteY2514" fmla="*/ 1116328 h 1899958"/>
                    <a:gd name="connsiteX2515" fmla="*/ 163544 w 1616022"/>
                    <a:gd name="connsiteY2515" fmla="*/ 1116328 h 1899958"/>
                    <a:gd name="connsiteX2516" fmla="*/ 163544 w 1616022"/>
                    <a:gd name="connsiteY2516" fmla="*/ 1119061 h 1899958"/>
                    <a:gd name="connsiteX2517" fmla="*/ 171024 w 1616022"/>
                    <a:gd name="connsiteY2517" fmla="*/ 1119061 h 1899958"/>
                    <a:gd name="connsiteX2518" fmla="*/ 171024 w 1616022"/>
                    <a:gd name="connsiteY2518" fmla="*/ 1124096 h 1899958"/>
                    <a:gd name="connsiteX2519" fmla="*/ 168435 w 1616022"/>
                    <a:gd name="connsiteY2519" fmla="*/ 1124096 h 1899958"/>
                    <a:gd name="connsiteX2520" fmla="*/ 168435 w 1616022"/>
                    <a:gd name="connsiteY2520" fmla="*/ 1126541 h 1899958"/>
                    <a:gd name="connsiteX2521" fmla="*/ 171024 w 1616022"/>
                    <a:gd name="connsiteY2521" fmla="*/ 1126541 h 1899958"/>
                    <a:gd name="connsiteX2522" fmla="*/ 171024 w 1616022"/>
                    <a:gd name="connsiteY2522" fmla="*/ 1129130 h 1899958"/>
                    <a:gd name="connsiteX2523" fmla="*/ 173757 w 1616022"/>
                    <a:gd name="connsiteY2523" fmla="*/ 1129130 h 1899958"/>
                    <a:gd name="connsiteX2524" fmla="*/ 176202 w 1616022"/>
                    <a:gd name="connsiteY2524" fmla="*/ 1131863 h 1899958"/>
                    <a:gd name="connsiteX2525" fmla="*/ 178647 w 1616022"/>
                    <a:gd name="connsiteY2525" fmla="*/ 1131863 h 1899958"/>
                    <a:gd name="connsiteX2526" fmla="*/ 178647 w 1616022"/>
                    <a:gd name="connsiteY2526" fmla="*/ 1136754 h 1899958"/>
                    <a:gd name="connsiteX2527" fmla="*/ 181092 w 1616022"/>
                    <a:gd name="connsiteY2527" fmla="*/ 1136754 h 1899958"/>
                    <a:gd name="connsiteX2528" fmla="*/ 181092 w 1616022"/>
                    <a:gd name="connsiteY2528" fmla="*/ 1139343 h 1899958"/>
                    <a:gd name="connsiteX2529" fmla="*/ 176202 w 1616022"/>
                    <a:gd name="connsiteY2529" fmla="*/ 1139343 h 1899958"/>
                    <a:gd name="connsiteX2530" fmla="*/ 176202 w 1616022"/>
                    <a:gd name="connsiteY2530" fmla="*/ 1142076 h 1899958"/>
                    <a:gd name="connsiteX2531" fmla="*/ 173757 w 1616022"/>
                    <a:gd name="connsiteY2531" fmla="*/ 1142076 h 1899958"/>
                    <a:gd name="connsiteX2532" fmla="*/ 173757 w 1616022"/>
                    <a:gd name="connsiteY2532" fmla="*/ 1144521 h 1899958"/>
                    <a:gd name="connsiteX2533" fmla="*/ 181092 w 1616022"/>
                    <a:gd name="connsiteY2533" fmla="*/ 1144521 h 1899958"/>
                    <a:gd name="connsiteX2534" fmla="*/ 181092 w 1616022"/>
                    <a:gd name="connsiteY2534" fmla="*/ 1146966 h 1899958"/>
                    <a:gd name="connsiteX2535" fmla="*/ 178647 w 1616022"/>
                    <a:gd name="connsiteY2535" fmla="*/ 1146966 h 1899958"/>
                    <a:gd name="connsiteX2536" fmla="*/ 178647 w 1616022"/>
                    <a:gd name="connsiteY2536" fmla="*/ 1150130 h 1899958"/>
                    <a:gd name="connsiteX2537" fmla="*/ 186990 w 1616022"/>
                    <a:gd name="connsiteY2537" fmla="*/ 1150130 h 1899958"/>
                    <a:gd name="connsiteX2538" fmla="*/ 184544 w 1616022"/>
                    <a:gd name="connsiteY2538" fmla="*/ 1153007 h 1899958"/>
                    <a:gd name="connsiteX2539" fmla="*/ 181668 w 1616022"/>
                    <a:gd name="connsiteY2539" fmla="*/ 1153007 h 1899958"/>
                    <a:gd name="connsiteX2540" fmla="*/ 181668 w 1616022"/>
                    <a:gd name="connsiteY2540" fmla="*/ 1155452 h 1899958"/>
                    <a:gd name="connsiteX2541" fmla="*/ 186990 w 1616022"/>
                    <a:gd name="connsiteY2541" fmla="*/ 1155452 h 1899958"/>
                    <a:gd name="connsiteX2542" fmla="*/ 189435 w 1616022"/>
                    <a:gd name="connsiteY2542" fmla="*/ 1153007 h 1899958"/>
                    <a:gd name="connsiteX2543" fmla="*/ 189435 w 1616022"/>
                    <a:gd name="connsiteY2543" fmla="*/ 1155452 h 1899958"/>
                    <a:gd name="connsiteX2544" fmla="*/ 194613 w 1616022"/>
                    <a:gd name="connsiteY2544" fmla="*/ 1155452 h 1899958"/>
                    <a:gd name="connsiteX2545" fmla="*/ 194613 w 1616022"/>
                    <a:gd name="connsiteY2545" fmla="*/ 1157898 h 1899958"/>
                    <a:gd name="connsiteX2546" fmla="*/ 189435 w 1616022"/>
                    <a:gd name="connsiteY2546" fmla="*/ 1160343 h 1899958"/>
                    <a:gd name="connsiteX2547" fmla="*/ 186990 w 1616022"/>
                    <a:gd name="connsiteY2547" fmla="*/ 1163076 h 1899958"/>
                    <a:gd name="connsiteX2548" fmla="*/ 189435 w 1616022"/>
                    <a:gd name="connsiteY2548" fmla="*/ 1163076 h 1899958"/>
                    <a:gd name="connsiteX2549" fmla="*/ 191880 w 1616022"/>
                    <a:gd name="connsiteY2549" fmla="*/ 1165665 h 1899958"/>
                    <a:gd name="connsiteX2550" fmla="*/ 191880 w 1616022"/>
                    <a:gd name="connsiteY2550" fmla="*/ 1163076 h 1899958"/>
                    <a:gd name="connsiteX2551" fmla="*/ 194613 w 1616022"/>
                    <a:gd name="connsiteY2551" fmla="*/ 1163076 h 1899958"/>
                    <a:gd name="connsiteX2552" fmla="*/ 194613 w 1616022"/>
                    <a:gd name="connsiteY2552" fmla="*/ 1165665 h 1899958"/>
                    <a:gd name="connsiteX2553" fmla="*/ 199648 w 1616022"/>
                    <a:gd name="connsiteY2553" fmla="*/ 1165665 h 1899958"/>
                    <a:gd name="connsiteX2554" fmla="*/ 199648 w 1616022"/>
                    <a:gd name="connsiteY2554" fmla="*/ 1163076 h 1899958"/>
                    <a:gd name="connsiteX2555" fmla="*/ 202093 w 1616022"/>
                    <a:gd name="connsiteY2555" fmla="*/ 1168110 h 1899958"/>
                    <a:gd name="connsiteX2556" fmla="*/ 204826 w 1616022"/>
                    <a:gd name="connsiteY2556" fmla="*/ 1168110 h 1899958"/>
                    <a:gd name="connsiteX2557" fmla="*/ 204826 w 1616022"/>
                    <a:gd name="connsiteY2557" fmla="*/ 1173288 h 1899958"/>
                    <a:gd name="connsiteX2558" fmla="*/ 207415 w 1616022"/>
                    <a:gd name="connsiteY2558" fmla="*/ 1175878 h 1899958"/>
                    <a:gd name="connsiteX2559" fmla="*/ 207415 w 1616022"/>
                    <a:gd name="connsiteY2559" fmla="*/ 1180768 h 1899958"/>
                    <a:gd name="connsiteX2560" fmla="*/ 204826 w 1616022"/>
                    <a:gd name="connsiteY2560" fmla="*/ 1180768 h 1899958"/>
                    <a:gd name="connsiteX2561" fmla="*/ 209860 w 1616022"/>
                    <a:gd name="connsiteY2561" fmla="*/ 1183501 h 1899958"/>
                    <a:gd name="connsiteX2562" fmla="*/ 207415 w 1616022"/>
                    <a:gd name="connsiteY2562" fmla="*/ 1186090 h 1899958"/>
                    <a:gd name="connsiteX2563" fmla="*/ 207415 w 1616022"/>
                    <a:gd name="connsiteY2563" fmla="*/ 1188535 h 1899958"/>
                    <a:gd name="connsiteX2564" fmla="*/ 204826 w 1616022"/>
                    <a:gd name="connsiteY2564" fmla="*/ 1188535 h 1899958"/>
                    <a:gd name="connsiteX2565" fmla="*/ 207415 w 1616022"/>
                    <a:gd name="connsiteY2565" fmla="*/ 1190980 h 1899958"/>
                    <a:gd name="connsiteX2566" fmla="*/ 207415 w 1616022"/>
                    <a:gd name="connsiteY2566" fmla="*/ 1193282 h 1899958"/>
                    <a:gd name="connsiteX2567" fmla="*/ 209860 w 1616022"/>
                    <a:gd name="connsiteY2567" fmla="*/ 1195871 h 1899958"/>
                    <a:gd name="connsiteX2568" fmla="*/ 207415 w 1616022"/>
                    <a:gd name="connsiteY2568" fmla="*/ 1195871 h 1899958"/>
                    <a:gd name="connsiteX2569" fmla="*/ 207415 w 1616022"/>
                    <a:gd name="connsiteY2569" fmla="*/ 1198316 h 1899958"/>
                    <a:gd name="connsiteX2570" fmla="*/ 209860 w 1616022"/>
                    <a:gd name="connsiteY2570" fmla="*/ 1198316 h 1899958"/>
                    <a:gd name="connsiteX2571" fmla="*/ 209860 w 1616022"/>
                    <a:gd name="connsiteY2571" fmla="*/ 1203494 h 1899958"/>
                    <a:gd name="connsiteX2572" fmla="*/ 207415 w 1616022"/>
                    <a:gd name="connsiteY2572" fmla="*/ 1206084 h 1899958"/>
                    <a:gd name="connsiteX2573" fmla="*/ 207415 w 1616022"/>
                    <a:gd name="connsiteY2573" fmla="*/ 1216296 h 1899958"/>
                    <a:gd name="connsiteX2574" fmla="*/ 201373 w 1616022"/>
                    <a:gd name="connsiteY2574" fmla="*/ 1216296 h 1899958"/>
                    <a:gd name="connsiteX2575" fmla="*/ 201373 w 1616022"/>
                    <a:gd name="connsiteY2575" fmla="*/ 1218741 h 1899958"/>
                    <a:gd name="connsiteX2576" fmla="*/ 204106 w 1616022"/>
                    <a:gd name="connsiteY2576" fmla="*/ 1221187 h 1899958"/>
                    <a:gd name="connsiteX2577" fmla="*/ 201373 w 1616022"/>
                    <a:gd name="connsiteY2577" fmla="*/ 1221187 h 1899958"/>
                    <a:gd name="connsiteX2578" fmla="*/ 201373 w 1616022"/>
                    <a:gd name="connsiteY2578" fmla="*/ 1226508 h 1899958"/>
                    <a:gd name="connsiteX2579" fmla="*/ 196483 w 1616022"/>
                    <a:gd name="connsiteY2579" fmla="*/ 1226508 h 1899958"/>
                    <a:gd name="connsiteX2580" fmla="*/ 196483 w 1616022"/>
                    <a:gd name="connsiteY2580" fmla="*/ 1228954 h 1899958"/>
                    <a:gd name="connsiteX2581" fmla="*/ 191161 w 1616022"/>
                    <a:gd name="connsiteY2581" fmla="*/ 1231399 h 1899958"/>
                    <a:gd name="connsiteX2582" fmla="*/ 193894 w 1616022"/>
                    <a:gd name="connsiteY2582" fmla="*/ 1233844 h 1899958"/>
                    <a:gd name="connsiteX2583" fmla="*/ 193894 w 1616022"/>
                    <a:gd name="connsiteY2583" fmla="*/ 1236721 h 1899958"/>
                    <a:gd name="connsiteX2584" fmla="*/ 196483 w 1616022"/>
                    <a:gd name="connsiteY2584" fmla="*/ 1239166 h 1899958"/>
                    <a:gd name="connsiteX2585" fmla="*/ 196483 w 1616022"/>
                    <a:gd name="connsiteY2585" fmla="*/ 1241611 h 1899958"/>
                    <a:gd name="connsiteX2586" fmla="*/ 193894 w 1616022"/>
                    <a:gd name="connsiteY2586" fmla="*/ 1244057 h 1899958"/>
                    <a:gd name="connsiteX2587" fmla="*/ 193894 w 1616022"/>
                    <a:gd name="connsiteY2587" fmla="*/ 1246790 h 1899958"/>
                    <a:gd name="connsiteX2588" fmla="*/ 191161 w 1616022"/>
                    <a:gd name="connsiteY2588" fmla="*/ 1249379 h 1899958"/>
                    <a:gd name="connsiteX2589" fmla="*/ 188716 w 1616022"/>
                    <a:gd name="connsiteY2589" fmla="*/ 1246790 h 1899958"/>
                    <a:gd name="connsiteX2590" fmla="*/ 183825 w 1616022"/>
                    <a:gd name="connsiteY2590" fmla="*/ 1251824 h 1899958"/>
                    <a:gd name="connsiteX2591" fmla="*/ 186270 w 1616022"/>
                    <a:gd name="connsiteY2591" fmla="*/ 1254269 h 1899958"/>
                    <a:gd name="connsiteX2592" fmla="*/ 188716 w 1616022"/>
                    <a:gd name="connsiteY2592" fmla="*/ 1254269 h 1899958"/>
                    <a:gd name="connsiteX2593" fmla="*/ 188716 w 1616022"/>
                    <a:gd name="connsiteY2593" fmla="*/ 1257002 h 1899958"/>
                    <a:gd name="connsiteX2594" fmla="*/ 191161 w 1616022"/>
                    <a:gd name="connsiteY2594" fmla="*/ 1259591 h 1899958"/>
                    <a:gd name="connsiteX2595" fmla="*/ 193894 w 1616022"/>
                    <a:gd name="connsiteY2595" fmla="*/ 1262037 h 1899958"/>
                    <a:gd name="connsiteX2596" fmla="*/ 196483 w 1616022"/>
                    <a:gd name="connsiteY2596" fmla="*/ 1264482 h 1899958"/>
                    <a:gd name="connsiteX2597" fmla="*/ 198928 w 1616022"/>
                    <a:gd name="connsiteY2597" fmla="*/ 1264482 h 1899958"/>
                    <a:gd name="connsiteX2598" fmla="*/ 201373 w 1616022"/>
                    <a:gd name="connsiteY2598" fmla="*/ 1267215 h 1899958"/>
                    <a:gd name="connsiteX2599" fmla="*/ 204106 w 1616022"/>
                    <a:gd name="connsiteY2599" fmla="*/ 1269804 h 1899958"/>
                    <a:gd name="connsiteX2600" fmla="*/ 204106 w 1616022"/>
                    <a:gd name="connsiteY2600" fmla="*/ 1277427 h 1899958"/>
                    <a:gd name="connsiteX2601" fmla="*/ 209141 w 1616022"/>
                    <a:gd name="connsiteY2601" fmla="*/ 1277427 h 1899958"/>
                    <a:gd name="connsiteX2602" fmla="*/ 209141 w 1616022"/>
                    <a:gd name="connsiteY2602" fmla="*/ 1280016 h 1899958"/>
                    <a:gd name="connsiteX2603" fmla="*/ 204106 w 1616022"/>
                    <a:gd name="connsiteY2603" fmla="*/ 1287640 h 1899958"/>
                    <a:gd name="connsiteX2604" fmla="*/ 201373 w 1616022"/>
                    <a:gd name="connsiteY2604" fmla="*/ 1290229 h 1899958"/>
                    <a:gd name="connsiteX2605" fmla="*/ 201373 w 1616022"/>
                    <a:gd name="connsiteY2605" fmla="*/ 1292674 h 1899958"/>
                    <a:gd name="connsiteX2606" fmla="*/ 206695 w 1616022"/>
                    <a:gd name="connsiteY2606" fmla="*/ 1292674 h 1899958"/>
                    <a:gd name="connsiteX2607" fmla="*/ 206695 w 1616022"/>
                    <a:gd name="connsiteY2607" fmla="*/ 1295119 h 1899958"/>
                    <a:gd name="connsiteX2608" fmla="*/ 204106 w 1616022"/>
                    <a:gd name="connsiteY2608" fmla="*/ 1295119 h 1899958"/>
                    <a:gd name="connsiteX2609" fmla="*/ 204106 w 1616022"/>
                    <a:gd name="connsiteY2609" fmla="*/ 1300442 h 1899958"/>
                    <a:gd name="connsiteX2610" fmla="*/ 201373 w 1616022"/>
                    <a:gd name="connsiteY2610" fmla="*/ 1300442 h 1899958"/>
                    <a:gd name="connsiteX2611" fmla="*/ 198928 w 1616022"/>
                    <a:gd name="connsiteY2611" fmla="*/ 1297852 h 1899958"/>
                    <a:gd name="connsiteX2612" fmla="*/ 193894 w 1616022"/>
                    <a:gd name="connsiteY2612" fmla="*/ 1282462 h 1899958"/>
                    <a:gd name="connsiteX2613" fmla="*/ 191161 w 1616022"/>
                    <a:gd name="connsiteY2613" fmla="*/ 1280016 h 1899958"/>
                    <a:gd name="connsiteX2614" fmla="*/ 186270 w 1616022"/>
                    <a:gd name="connsiteY2614" fmla="*/ 1277427 h 1899958"/>
                    <a:gd name="connsiteX2615" fmla="*/ 183825 w 1616022"/>
                    <a:gd name="connsiteY2615" fmla="*/ 1277427 h 1899958"/>
                    <a:gd name="connsiteX2616" fmla="*/ 183825 w 1616022"/>
                    <a:gd name="connsiteY2616" fmla="*/ 1280016 h 1899958"/>
                    <a:gd name="connsiteX2617" fmla="*/ 178503 w 1616022"/>
                    <a:gd name="connsiteY2617" fmla="*/ 1280016 h 1899958"/>
                    <a:gd name="connsiteX2618" fmla="*/ 176058 w 1616022"/>
                    <a:gd name="connsiteY2618" fmla="*/ 1282462 h 1899958"/>
                    <a:gd name="connsiteX2619" fmla="*/ 173613 w 1616022"/>
                    <a:gd name="connsiteY2619" fmla="*/ 1282462 h 1899958"/>
                    <a:gd name="connsiteX2620" fmla="*/ 173613 w 1616022"/>
                    <a:gd name="connsiteY2620" fmla="*/ 1274694 h 1899958"/>
                    <a:gd name="connsiteX2621" fmla="*/ 176058 w 1616022"/>
                    <a:gd name="connsiteY2621" fmla="*/ 1267215 h 1899958"/>
                    <a:gd name="connsiteX2622" fmla="*/ 173613 w 1616022"/>
                    <a:gd name="connsiteY2622" fmla="*/ 1267215 h 1899958"/>
                    <a:gd name="connsiteX2623" fmla="*/ 170880 w 1616022"/>
                    <a:gd name="connsiteY2623" fmla="*/ 1269804 h 1899958"/>
                    <a:gd name="connsiteX2624" fmla="*/ 168291 w 1616022"/>
                    <a:gd name="connsiteY2624" fmla="*/ 1267215 h 1899958"/>
                    <a:gd name="connsiteX2625" fmla="*/ 165845 w 1616022"/>
                    <a:gd name="connsiteY2625" fmla="*/ 1269804 h 1899958"/>
                    <a:gd name="connsiteX2626" fmla="*/ 165845 w 1616022"/>
                    <a:gd name="connsiteY2626" fmla="*/ 1272249 h 1899958"/>
                    <a:gd name="connsiteX2627" fmla="*/ 160667 w 1616022"/>
                    <a:gd name="connsiteY2627" fmla="*/ 1274694 h 1899958"/>
                    <a:gd name="connsiteX2628" fmla="*/ 160667 w 1616022"/>
                    <a:gd name="connsiteY2628" fmla="*/ 1277427 h 1899958"/>
                    <a:gd name="connsiteX2629" fmla="*/ 158222 w 1616022"/>
                    <a:gd name="connsiteY2629" fmla="*/ 1277427 h 1899958"/>
                    <a:gd name="connsiteX2630" fmla="*/ 158222 w 1616022"/>
                    <a:gd name="connsiteY2630" fmla="*/ 1280016 h 1899958"/>
                    <a:gd name="connsiteX2631" fmla="*/ 155777 w 1616022"/>
                    <a:gd name="connsiteY2631" fmla="*/ 1282462 h 1899958"/>
                    <a:gd name="connsiteX2632" fmla="*/ 158222 w 1616022"/>
                    <a:gd name="connsiteY2632" fmla="*/ 1284907 h 1899958"/>
                    <a:gd name="connsiteX2633" fmla="*/ 160811 w 1616022"/>
                    <a:gd name="connsiteY2633" fmla="*/ 1290229 h 1899958"/>
                    <a:gd name="connsiteX2634" fmla="*/ 158222 w 1616022"/>
                    <a:gd name="connsiteY2634" fmla="*/ 1290229 h 1899958"/>
                    <a:gd name="connsiteX2635" fmla="*/ 160811 w 1616022"/>
                    <a:gd name="connsiteY2635" fmla="*/ 1302887 h 1899958"/>
                    <a:gd name="connsiteX2636" fmla="*/ 163544 w 1616022"/>
                    <a:gd name="connsiteY2636" fmla="*/ 1317990 h 1899958"/>
                    <a:gd name="connsiteX2637" fmla="*/ 168435 w 1616022"/>
                    <a:gd name="connsiteY2637" fmla="*/ 1341148 h 1899958"/>
                    <a:gd name="connsiteX2638" fmla="*/ 168435 w 1616022"/>
                    <a:gd name="connsiteY2638" fmla="*/ 1346182 h 1899958"/>
                    <a:gd name="connsiteX2639" fmla="*/ 171024 w 1616022"/>
                    <a:gd name="connsiteY2639" fmla="*/ 1348627 h 1899958"/>
                    <a:gd name="connsiteX2640" fmla="*/ 173757 w 1616022"/>
                    <a:gd name="connsiteY2640" fmla="*/ 1366607 h 1899958"/>
                    <a:gd name="connsiteX2641" fmla="*/ 178647 w 1616022"/>
                    <a:gd name="connsiteY2641" fmla="*/ 1399690 h 1899958"/>
                    <a:gd name="connsiteX2642" fmla="*/ 183969 w 1616022"/>
                    <a:gd name="connsiteY2642" fmla="*/ 1425293 h 1899958"/>
                    <a:gd name="connsiteX2643" fmla="*/ 186414 w 1616022"/>
                    <a:gd name="connsiteY2643" fmla="*/ 1430327 h 1899958"/>
                    <a:gd name="connsiteX2644" fmla="*/ 186414 w 1616022"/>
                    <a:gd name="connsiteY2644" fmla="*/ 1440540 h 1899958"/>
                    <a:gd name="connsiteX2645" fmla="*/ 188860 w 1616022"/>
                    <a:gd name="connsiteY2645" fmla="*/ 1448307 h 1899958"/>
                    <a:gd name="connsiteX2646" fmla="*/ 188860 w 1616022"/>
                    <a:gd name="connsiteY2646" fmla="*/ 1453198 h 1899958"/>
                    <a:gd name="connsiteX2647" fmla="*/ 191305 w 1616022"/>
                    <a:gd name="connsiteY2647" fmla="*/ 1458520 h 1899958"/>
                    <a:gd name="connsiteX2648" fmla="*/ 191305 w 1616022"/>
                    <a:gd name="connsiteY2648" fmla="*/ 1466574 h 1899958"/>
                    <a:gd name="connsiteX2649" fmla="*/ 194038 w 1616022"/>
                    <a:gd name="connsiteY2649" fmla="*/ 1474054 h 1899958"/>
                    <a:gd name="connsiteX2650" fmla="*/ 194038 w 1616022"/>
                    <a:gd name="connsiteY2650" fmla="*/ 1481821 h 1899958"/>
                    <a:gd name="connsiteX2651" fmla="*/ 196627 w 1616022"/>
                    <a:gd name="connsiteY2651" fmla="*/ 1489589 h 1899958"/>
                    <a:gd name="connsiteX2652" fmla="*/ 196627 w 1616022"/>
                    <a:gd name="connsiteY2652" fmla="*/ 1492034 h 1899958"/>
                    <a:gd name="connsiteX2653" fmla="*/ 199072 w 1616022"/>
                    <a:gd name="connsiteY2653" fmla="*/ 1502247 h 1899958"/>
                    <a:gd name="connsiteX2654" fmla="*/ 199072 w 1616022"/>
                    <a:gd name="connsiteY2654" fmla="*/ 1507137 h 1899958"/>
                    <a:gd name="connsiteX2655" fmla="*/ 201517 w 1616022"/>
                    <a:gd name="connsiteY2655" fmla="*/ 1512459 h 1899958"/>
                    <a:gd name="connsiteX2656" fmla="*/ 201517 w 1616022"/>
                    <a:gd name="connsiteY2656" fmla="*/ 1522671 h 1899958"/>
                    <a:gd name="connsiteX2657" fmla="*/ 204250 w 1616022"/>
                    <a:gd name="connsiteY2657" fmla="*/ 1522671 h 1899958"/>
                    <a:gd name="connsiteX2658" fmla="*/ 204250 w 1616022"/>
                    <a:gd name="connsiteY2658" fmla="*/ 1535329 h 1899958"/>
                    <a:gd name="connsiteX2659" fmla="*/ 206839 w 1616022"/>
                    <a:gd name="connsiteY2659" fmla="*/ 1537775 h 1899958"/>
                    <a:gd name="connsiteX2660" fmla="*/ 206839 w 1616022"/>
                    <a:gd name="connsiteY2660" fmla="*/ 1543096 h 1899958"/>
                    <a:gd name="connsiteX2661" fmla="*/ 209285 w 1616022"/>
                    <a:gd name="connsiteY2661" fmla="*/ 1550720 h 1899958"/>
                    <a:gd name="connsiteX2662" fmla="*/ 209285 w 1616022"/>
                    <a:gd name="connsiteY2662" fmla="*/ 1560932 h 1899958"/>
                    <a:gd name="connsiteX2663" fmla="*/ 211730 w 1616022"/>
                    <a:gd name="connsiteY2663" fmla="*/ 1560932 h 1899958"/>
                    <a:gd name="connsiteX2664" fmla="*/ 211730 w 1616022"/>
                    <a:gd name="connsiteY2664" fmla="*/ 1568412 h 1899958"/>
                    <a:gd name="connsiteX2665" fmla="*/ 214463 w 1616022"/>
                    <a:gd name="connsiteY2665" fmla="*/ 1576179 h 1899958"/>
                    <a:gd name="connsiteX2666" fmla="*/ 214463 w 1616022"/>
                    <a:gd name="connsiteY2666" fmla="*/ 1581645 h 1899958"/>
                    <a:gd name="connsiteX2667" fmla="*/ 217052 w 1616022"/>
                    <a:gd name="connsiteY2667" fmla="*/ 1591857 h 1899958"/>
                    <a:gd name="connsiteX2668" fmla="*/ 217052 w 1616022"/>
                    <a:gd name="connsiteY2668" fmla="*/ 1596029 h 1899958"/>
                    <a:gd name="connsiteX2669" fmla="*/ 219497 w 1616022"/>
                    <a:gd name="connsiteY2669" fmla="*/ 1600919 h 1899958"/>
                    <a:gd name="connsiteX2670" fmla="*/ 219497 w 1616022"/>
                    <a:gd name="connsiteY2670" fmla="*/ 1608687 h 1899958"/>
                    <a:gd name="connsiteX2671" fmla="*/ 221942 w 1616022"/>
                    <a:gd name="connsiteY2671" fmla="*/ 1616454 h 1899958"/>
                    <a:gd name="connsiteX2672" fmla="*/ 221942 w 1616022"/>
                    <a:gd name="connsiteY2672" fmla="*/ 1626666 h 1899958"/>
                    <a:gd name="connsiteX2673" fmla="*/ 224531 w 1616022"/>
                    <a:gd name="connsiteY2673" fmla="*/ 1631557 h 1899958"/>
                    <a:gd name="connsiteX2674" fmla="*/ 224531 w 1616022"/>
                    <a:gd name="connsiteY2674" fmla="*/ 1641769 h 1899958"/>
                    <a:gd name="connsiteX2675" fmla="*/ 227264 w 1616022"/>
                    <a:gd name="connsiteY2675" fmla="*/ 1641769 h 1899958"/>
                    <a:gd name="connsiteX2676" fmla="*/ 227264 w 1616022"/>
                    <a:gd name="connsiteY2676" fmla="*/ 1651982 h 1899958"/>
                    <a:gd name="connsiteX2677" fmla="*/ 229710 w 1616022"/>
                    <a:gd name="connsiteY2677" fmla="*/ 1662195 h 1899958"/>
                    <a:gd name="connsiteX2678" fmla="*/ 229710 w 1616022"/>
                    <a:gd name="connsiteY2678" fmla="*/ 1667948 h 1899958"/>
                    <a:gd name="connsiteX2679" fmla="*/ 232155 w 1616022"/>
                    <a:gd name="connsiteY2679" fmla="*/ 1670537 h 1899958"/>
                    <a:gd name="connsiteX2680" fmla="*/ 232155 w 1616022"/>
                    <a:gd name="connsiteY2680" fmla="*/ 1680750 h 1899958"/>
                    <a:gd name="connsiteX2681" fmla="*/ 234744 w 1616022"/>
                    <a:gd name="connsiteY2681" fmla="*/ 1683195 h 1899958"/>
                    <a:gd name="connsiteX2682" fmla="*/ 234744 w 1616022"/>
                    <a:gd name="connsiteY2682" fmla="*/ 1695853 h 1899958"/>
                    <a:gd name="connsiteX2683" fmla="*/ 237477 w 1616022"/>
                    <a:gd name="connsiteY2683" fmla="*/ 1698586 h 1899958"/>
                    <a:gd name="connsiteX2684" fmla="*/ 237477 w 1616022"/>
                    <a:gd name="connsiteY2684" fmla="*/ 1706065 h 1899958"/>
                    <a:gd name="connsiteX2685" fmla="*/ 239922 w 1616022"/>
                    <a:gd name="connsiteY2685" fmla="*/ 1708798 h 1899958"/>
                    <a:gd name="connsiteX2686" fmla="*/ 239922 w 1616022"/>
                    <a:gd name="connsiteY2686" fmla="*/ 1711099 h 1899958"/>
                    <a:gd name="connsiteX2687" fmla="*/ 237477 w 1616022"/>
                    <a:gd name="connsiteY2687" fmla="*/ 1713545 h 1899958"/>
                    <a:gd name="connsiteX2688" fmla="*/ 237477 w 1616022"/>
                    <a:gd name="connsiteY2688" fmla="*/ 1721312 h 1899958"/>
                    <a:gd name="connsiteX2689" fmla="*/ 239922 w 1616022"/>
                    <a:gd name="connsiteY2689" fmla="*/ 1721312 h 1899958"/>
                    <a:gd name="connsiteX2690" fmla="*/ 239922 w 1616022"/>
                    <a:gd name="connsiteY2690" fmla="*/ 1728935 h 1899958"/>
                    <a:gd name="connsiteX2691" fmla="*/ 242367 w 1616022"/>
                    <a:gd name="connsiteY2691" fmla="*/ 1728935 h 1899958"/>
                    <a:gd name="connsiteX2692" fmla="*/ 242367 w 1616022"/>
                    <a:gd name="connsiteY2692" fmla="*/ 1731525 h 1899958"/>
                    <a:gd name="connsiteX2693" fmla="*/ 244525 w 1616022"/>
                    <a:gd name="connsiteY2693" fmla="*/ 1731525 h 1899958"/>
                    <a:gd name="connsiteX2694" fmla="*/ 244525 w 1616022"/>
                    <a:gd name="connsiteY2694" fmla="*/ 1733970 h 1899958"/>
                    <a:gd name="connsiteX2695" fmla="*/ 247258 w 1616022"/>
                    <a:gd name="connsiteY2695" fmla="*/ 1736415 h 1899958"/>
                    <a:gd name="connsiteX2696" fmla="*/ 249703 w 1616022"/>
                    <a:gd name="connsiteY2696" fmla="*/ 1739148 h 1899958"/>
                    <a:gd name="connsiteX2697" fmla="*/ 249703 w 1616022"/>
                    <a:gd name="connsiteY2697" fmla="*/ 1741737 h 1899958"/>
                    <a:gd name="connsiteX2698" fmla="*/ 252148 w 1616022"/>
                    <a:gd name="connsiteY2698" fmla="*/ 1744182 h 1899958"/>
                    <a:gd name="connsiteX2699" fmla="*/ 252148 w 1616022"/>
                    <a:gd name="connsiteY2699" fmla="*/ 1756840 h 1899958"/>
                    <a:gd name="connsiteX2700" fmla="*/ 254738 w 1616022"/>
                    <a:gd name="connsiteY2700" fmla="*/ 1759285 h 1899958"/>
                    <a:gd name="connsiteX2701" fmla="*/ 257470 w 1616022"/>
                    <a:gd name="connsiteY2701" fmla="*/ 1762018 h 1899958"/>
                    <a:gd name="connsiteX2702" fmla="*/ 259916 w 1616022"/>
                    <a:gd name="connsiteY2702" fmla="*/ 1762018 h 1899958"/>
                    <a:gd name="connsiteX2703" fmla="*/ 259916 w 1616022"/>
                    <a:gd name="connsiteY2703" fmla="*/ 1764607 h 1899958"/>
                    <a:gd name="connsiteX2704" fmla="*/ 262361 w 1616022"/>
                    <a:gd name="connsiteY2704" fmla="*/ 1764607 h 1899958"/>
                    <a:gd name="connsiteX2705" fmla="*/ 262361 w 1616022"/>
                    <a:gd name="connsiteY2705" fmla="*/ 1767053 h 1899958"/>
                    <a:gd name="connsiteX2706" fmla="*/ 264806 w 1616022"/>
                    <a:gd name="connsiteY2706" fmla="*/ 1769498 h 1899958"/>
                    <a:gd name="connsiteX2707" fmla="*/ 264806 w 1616022"/>
                    <a:gd name="connsiteY2707" fmla="*/ 1772231 h 1899958"/>
                    <a:gd name="connsiteX2708" fmla="*/ 267683 w 1616022"/>
                    <a:gd name="connsiteY2708" fmla="*/ 1774820 h 1899958"/>
                    <a:gd name="connsiteX2709" fmla="*/ 270128 w 1616022"/>
                    <a:gd name="connsiteY2709" fmla="*/ 1774820 h 1899958"/>
                    <a:gd name="connsiteX2710" fmla="*/ 270128 w 1616022"/>
                    <a:gd name="connsiteY2710" fmla="*/ 1777265 h 1899958"/>
                    <a:gd name="connsiteX2711" fmla="*/ 273293 w 1616022"/>
                    <a:gd name="connsiteY2711" fmla="*/ 1777265 h 1899958"/>
                    <a:gd name="connsiteX2712" fmla="*/ 273293 w 1616022"/>
                    <a:gd name="connsiteY2712" fmla="*/ 1779710 h 1899958"/>
                    <a:gd name="connsiteX2713" fmla="*/ 275738 w 1616022"/>
                    <a:gd name="connsiteY2713" fmla="*/ 1779710 h 1899958"/>
                    <a:gd name="connsiteX2714" fmla="*/ 275738 w 1616022"/>
                    <a:gd name="connsiteY2714" fmla="*/ 1783019 h 1899958"/>
                    <a:gd name="connsiteX2715" fmla="*/ 281060 w 1616022"/>
                    <a:gd name="connsiteY2715" fmla="*/ 1783019 h 1899958"/>
                    <a:gd name="connsiteX2716" fmla="*/ 281060 w 1616022"/>
                    <a:gd name="connsiteY2716" fmla="*/ 1785607 h 1899958"/>
                    <a:gd name="connsiteX2717" fmla="*/ 283505 w 1616022"/>
                    <a:gd name="connsiteY2717" fmla="*/ 1788053 h 1899958"/>
                    <a:gd name="connsiteX2718" fmla="*/ 283505 w 1616022"/>
                    <a:gd name="connsiteY2718" fmla="*/ 1790498 h 1899958"/>
                    <a:gd name="connsiteX2719" fmla="*/ 285950 w 1616022"/>
                    <a:gd name="connsiteY2719" fmla="*/ 1790498 h 1899958"/>
                    <a:gd name="connsiteX2720" fmla="*/ 285950 w 1616022"/>
                    <a:gd name="connsiteY2720" fmla="*/ 1795820 h 1899958"/>
                    <a:gd name="connsiteX2721" fmla="*/ 287676 w 1616022"/>
                    <a:gd name="connsiteY2721" fmla="*/ 1795820 h 1899958"/>
                    <a:gd name="connsiteX2722" fmla="*/ 287676 w 1616022"/>
                    <a:gd name="connsiteY2722" fmla="*/ 1797402 h 1899958"/>
                    <a:gd name="connsiteX2723" fmla="*/ 290265 w 1616022"/>
                    <a:gd name="connsiteY2723" fmla="*/ 1797402 h 1899958"/>
                    <a:gd name="connsiteX2724" fmla="*/ 292711 w 1616022"/>
                    <a:gd name="connsiteY2724" fmla="*/ 1799848 h 1899958"/>
                    <a:gd name="connsiteX2725" fmla="*/ 295156 w 1616022"/>
                    <a:gd name="connsiteY2725" fmla="*/ 1799848 h 1899958"/>
                    <a:gd name="connsiteX2726" fmla="*/ 295156 w 1616022"/>
                    <a:gd name="connsiteY2726" fmla="*/ 1807615 h 1899958"/>
                    <a:gd name="connsiteX2727" fmla="*/ 297745 w 1616022"/>
                    <a:gd name="connsiteY2727" fmla="*/ 1807615 h 1899958"/>
                    <a:gd name="connsiteX2728" fmla="*/ 297745 w 1616022"/>
                    <a:gd name="connsiteY2728" fmla="*/ 1810060 h 1899958"/>
                    <a:gd name="connsiteX2729" fmla="*/ 300478 w 1616022"/>
                    <a:gd name="connsiteY2729" fmla="*/ 1810060 h 1899958"/>
                    <a:gd name="connsiteX2730" fmla="*/ 300478 w 1616022"/>
                    <a:gd name="connsiteY2730" fmla="*/ 1812793 h 1899958"/>
                    <a:gd name="connsiteX2731" fmla="*/ 302923 w 1616022"/>
                    <a:gd name="connsiteY2731" fmla="*/ 1812793 h 1899958"/>
                    <a:gd name="connsiteX2732" fmla="*/ 302923 w 1616022"/>
                    <a:gd name="connsiteY2732" fmla="*/ 1815382 h 1899958"/>
                    <a:gd name="connsiteX2733" fmla="*/ 305369 w 1616022"/>
                    <a:gd name="connsiteY2733" fmla="*/ 1815382 h 1899958"/>
                    <a:gd name="connsiteX2734" fmla="*/ 307958 w 1616022"/>
                    <a:gd name="connsiteY2734" fmla="*/ 1817828 h 1899958"/>
                    <a:gd name="connsiteX2735" fmla="*/ 313136 w 1616022"/>
                    <a:gd name="connsiteY2735" fmla="*/ 1817828 h 1899958"/>
                    <a:gd name="connsiteX2736" fmla="*/ 313136 w 1616022"/>
                    <a:gd name="connsiteY2736" fmla="*/ 1820273 h 1899958"/>
                    <a:gd name="connsiteX2737" fmla="*/ 318170 w 1616022"/>
                    <a:gd name="connsiteY2737" fmla="*/ 1820273 h 1899958"/>
                    <a:gd name="connsiteX2738" fmla="*/ 318170 w 1616022"/>
                    <a:gd name="connsiteY2738" fmla="*/ 1823006 h 1899958"/>
                    <a:gd name="connsiteX2739" fmla="*/ 320903 w 1616022"/>
                    <a:gd name="connsiteY2739" fmla="*/ 1823006 h 1899958"/>
                    <a:gd name="connsiteX2740" fmla="*/ 320903 w 1616022"/>
                    <a:gd name="connsiteY2740" fmla="*/ 1828040 h 1899958"/>
                    <a:gd name="connsiteX2741" fmla="*/ 351541 w 1616022"/>
                    <a:gd name="connsiteY2741" fmla="*/ 1828040 h 1899958"/>
                    <a:gd name="connsiteX2742" fmla="*/ 353986 w 1616022"/>
                    <a:gd name="connsiteY2742" fmla="*/ 1830485 h 1899958"/>
                    <a:gd name="connsiteX2743" fmla="*/ 353986 w 1616022"/>
                    <a:gd name="connsiteY2743" fmla="*/ 1828040 h 1899958"/>
                    <a:gd name="connsiteX2744" fmla="*/ 356431 w 1616022"/>
                    <a:gd name="connsiteY2744" fmla="*/ 1828040 h 1899958"/>
                    <a:gd name="connsiteX2745" fmla="*/ 356431 w 1616022"/>
                    <a:gd name="connsiteY2745" fmla="*/ 1826170 h 1899958"/>
                    <a:gd name="connsiteX2746" fmla="*/ 371678 w 1616022"/>
                    <a:gd name="connsiteY2746" fmla="*/ 1826170 h 1899958"/>
                    <a:gd name="connsiteX2747" fmla="*/ 371678 w 1616022"/>
                    <a:gd name="connsiteY2747" fmla="*/ 1828615 h 1899958"/>
                    <a:gd name="connsiteX2748" fmla="*/ 374411 w 1616022"/>
                    <a:gd name="connsiteY2748" fmla="*/ 1826170 h 1899958"/>
                    <a:gd name="connsiteX2749" fmla="*/ 381890 w 1616022"/>
                    <a:gd name="connsiteY2749" fmla="*/ 1826170 h 1899958"/>
                    <a:gd name="connsiteX2750" fmla="*/ 381890 w 1616022"/>
                    <a:gd name="connsiteY2750" fmla="*/ 1828615 h 1899958"/>
                    <a:gd name="connsiteX2751" fmla="*/ 399727 w 1616022"/>
                    <a:gd name="connsiteY2751" fmla="*/ 1828615 h 1899958"/>
                    <a:gd name="connsiteX2752" fmla="*/ 402747 w 1616022"/>
                    <a:gd name="connsiteY2752" fmla="*/ 1826170 h 1899958"/>
                    <a:gd name="connsiteX2753" fmla="*/ 405480 w 1616022"/>
                    <a:gd name="connsiteY2753" fmla="*/ 1826170 h 1899958"/>
                    <a:gd name="connsiteX2754" fmla="*/ 405480 w 1616022"/>
                    <a:gd name="connsiteY2754" fmla="*/ 1828615 h 1899958"/>
                    <a:gd name="connsiteX2755" fmla="*/ 412959 w 1616022"/>
                    <a:gd name="connsiteY2755" fmla="*/ 1828615 h 1899958"/>
                    <a:gd name="connsiteX2756" fmla="*/ 412959 w 1616022"/>
                    <a:gd name="connsiteY2756" fmla="*/ 1831060 h 1899958"/>
                    <a:gd name="connsiteX2757" fmla="*/ 418138 w 1616022"/>
                    <a:gd name="connsiteY2757" fmla="*/ 1831060 h 1899958"/>
                    <a:gd name="connsiteX2758" fmla="*/ 420583 w 1616022"/>
                    <a:gd name="connsiteY2758" fmla="*/ 1833506 h 1899958"/>
                    <a:gd name="connsiteX2759" fmla="*/ 425905 w 1616022"/>
                    <a:gd name="connsiteY2759" fmla="*/ 1833506 h 1899958"/>
                    <a:gd name="connsiteX2760" fmla="*/ 425905 w 1616022"/>
                    <a:gd name="connsiteY2760" fmla="*/ 1836239 h 1899958"/>
                    <a:gd name="connsiteX2761" fmla="*/ 431515 w 1616022"/>
                    <a:gd name="connsiteY2761" fmla="*/ 1836239 h 1899958"/>
                    <a:gd name="connsiteX2762" fmla="*/ 431515 w 1616022"/>
                    <a:gd name="connsiteY2762" fmla="*/ 1838828 h 1899958"/>
                    <a:gd name="connsiteX2763" fmla="*/ 436837 w 1616022"/>
                    <a:gd name="connsiteY2763" fmla="*/ 1838828 h 1899958"/>
                    <a:gd name="connsiteX2764" fmla="*/ 436837 w 1616022"/>
                    <a:gd name="connsiteY2764" fmla="*/ 1840554 h 1899958"/>
                    <a:gd name="connsiteX2765" fmla="*/ 433960 w 1616022"/>
                    <a:gd name="connsiteY2765" fmla="*/ 1842999 h 1899958"/>
                    <a:gd name="connsiteX2766" fmla="*/ 436837 w 1616022"/>
                    <a:gd name="connsiteY2766" fmla="*/ 1842999 h 1899958"/>
                    <a:gd name="connsiteX2767" fmla="*/ 436837 w 1616022"/>
                    <a:gd name="connsiteY2767" fmla="*/ 1845732 h 1899958"/>
                    <a:gd name="connsiteX2768" fmla="*/ 439282 w 1616022"/>
                    <a:gd name="connsiteY2768" fmla="*/ 1848321 h 1899958"/>
                    <a:gd name="connsiteX2769" fmla="*/ 441727 w 1616022"/>
                    <a:gd name="connsiteY2769" fmla="*/ 1848321 h 1899958"/>
                    <a:gd name="connsiteX2770" fmla="*/ 441727 w 1616022"/>
                    <a:gd name="connsiteY2770" fmla="*/ 1850766 h 1899958"/>
                    <a:gd name="connsiteX2771" fmla="*/ 444172 w 1616022"/>
                    <a:gd name="connsiteY2771" fmla="*/ 1850766 h 1899958"/>
                    <a:gd name="connsiteX2772" fmla="*/ 444172 w 1616022"/>
                    <a:gd name="connsiteY2772" fmla="*/ 1853212 h 1899958"/>
                    <a:gd name="connsiteX2773" fmla="*/ 454385 w 1616022"/>
                    <a:gd name="connsiteY2773" fmla="*/ 1853212 h 1899958"/>
                    <a:gd name="connsiteX2774" fmla="*/ 454385 w 1616022"/>
                    <a:gd name="connsiteY2774" fmla="*/ 1855945 h 1899958"/>
                    <a:gd name="connsiteX2775" fmla="*/ 459707 w 1616022"/>
                    <a:gd name="connsiteY2775" fmla="*/ 1855945 h 1899958"/>
                    <a:gd name="connsiteX2776" fmla="*/ 459707 w 1616022"/>
                    <a:gd name="connsiteY2776" fmla="*/ 1858534 h 1899958"/>
                    <a:gd name="connsiteX2777" fmla="*/ 464597 w 1616022"/>
                    <a:gd name="connsiteY2777" fmla="*/ 1858534 h 1899958"/>
                    <a:gd name="connsiteX2778" fmla="*/ 464597 w 1616022"/>
                    <a:gd name="connsiteY2778" fmla="*/ 1855945 h 1899958"/>
                    <a:gd name="connsiteX2779" fmla="*/ 467187 w 1616022"/>
                    <a:gd name="connsiteY2779" fmla="*/ 1855945 h 1899958"/>
                    <a:gd name="connsiteX2780" fmla="*/ 467187 w 1616022"/>
                    <a:gd name="connsiteY2780" fmla="*/ 1848321 h 1899958"/>
                    <a:gd name="connsiteX2781" fmla="*/ 464597 w 1616022"/>
                    <a:gd name="connsiteY2781" fmla="*/ 1848321 h 1899958"/>
                    <a:gd name="connsiteX2782" fmla="*/ 464597 w 1616022"/>
                    <a:gd name="connsiteY2782" fmla="*/ 1845732 h 1899958"/>
                    <a:gd name="connsiteX2783" fmla="*/ 467187 w 1616022"/>
                    <a:gd name="connsiteY2783" fmla="*/ 1845732 h 1899958"/>
                    <a:gd name="connsiteX2784" fmla="*/ 467187 w 1616022"/>
                    <a:gd name="connsiteY2784" fmla="*/ 1842999 h 1899958"/>
                    <a:gd name="connsiteX2785" fmla="*/ 469920 w 1616022"/>
                    <a:gd name="connsiteY2785" fmla="*/ 1842999 h 1899958"/>
                    <a:gd name="connsiteX2786" fmla="*/ 469920 w 1616022"/>
                    <a:gd name="connsiteY2786" fmla="*/ 1845732 h 1899958"/>
                    <a:gd name="connsiteX2787" fmla="*/ 477399 w 1616022"/>
                    <a:gd name="connsiteY2787" fmla="*/ 1845732 h 1899958"/>
                    <a:gd name="connsiteX2788" fmla="*/ 477399 w 1616022"/>
                    <a:gd name="connsiteY2788" fmla="*/ 1855945 h 1899958"/>
                    <a:gd name="connsiteX2789" fmla="*/ 480132 w 1616022"/>
                    <a:gd name="connsiteY2789" fmla="*/ 1855945 h 1899958"/>
                    <a:gd name="connsiteX2790" fmla="*/ 480132 w 1616022"/>
                    <a:gd name="connsiteY2790" fmla="*/ 1860979 h 1899958"/>
                    <a:gd name="connsiteX2791" fmla="*/ 485022 w 1616022"/>
                    <a:gd name="connsiteY2791" fmla="*/ 1860979 h 1899958"/>
                    <a:gd name="connsiteX2792" fmla="*/ 485022 w 1616022"/>
                    <a:gd name="connsiteY2792" fmla="*/ 1866157 h 1899958"/>
                    <a:gd name="connsiteX2793" fmla="*/ 487611 w 1616022"/>
                    <a:gd name="connsiteY2793" fmla="*/ 1868746 h 1899958"/>
                    <a:gd name="connsiteX2794" fmla="*/ 490344 w 1616022"/>
                    <a:gd name="connsiteY2794" fmla="*/ 1868746 h 1899958"/>
                    <a:gd name="connsiteX2795" fmla="*/ 490344 w 1616022"/>
                    <a:gd name="connsiteY2795" fmla="*/ 1876369 h 1899958"/>
                    <a:gd name="connsiteX2796" fmla="*/ 495235 w 1616022"/>
                    <a:gd name="connsiteY2796" fmla="*/ 1876369 h 1899958"/>
                    <a:gd name="connsiteX2797" fmla="*/ 495235 w 1616022"/>
                    <a:gd name="connsiteY2797" fmla="*/ 1878959 h 1899958"/>
                    <a:gd name="connsiteX2798" fmla="*/ 513215 w 1616022"/>
                    <a:gd name="connsiteY2798" fmla="*/ 1878959 h 1899958"/>
                    <a:gd name="connsiteX2799" fmla="*/ 513215 w 1616022"/>
                    <a:gd name="connsiteY2799" fmla="*/ 1881404 h 1899958"/>
                    <a:gd name="connsiteX2800" fmla="*/ 520695 w 1616022"/>
                    <a:gd name="connsiteY2800" fmla="*/ 1881404 h 1899958"/>
                    <a:gd name="connsiteX2801" fmla="*/ 520695 w 1616022"/>
                    <a:gd name="connsiteY2801" fmla="*/ 1878959 h 1899958"/>
                    <a:gd name="connsiteX2802" fmla="*/ 525872 w 1616022"/>
                    <a:gd name="connsiteY2802" fmla="*/ 1878959 h 1899958"/>
                    <a:gd name="connsiteX2803" fmla="*/ 525872 w 1616022"/>
                    <a:gd name="connsiteY2803" fmla="*/ 1873636 h 1899958"/>
                    <a:gd name="connsiteX2804" fmla="*/ 528318 w 1616022"/>
                    <a:gd name="connsiteY2804" fmla="*/ 1873636 h 1899958"/>
                    <a:gd name="connsiteX2805" fmla="*/ 528318 w 1616022"/>
                    <a:gd name="connsiteY2805" fmla="*/ 1871191 h 1899958"/>
                    <a:gd name="connsiteX2806" fmla="*/ 538530 w 1616022"/>
                    <a:gd name="connsiteY2806" fmla="*/ 1871191 h 1899958"/>
                    <a:gd name="connsiteX2807" fmla="*/ 538530 w 1616022"/>
                    <a:gd name="connsiteY2807" fmla="*/ 1873636 h 1899958"/>
                    <a:gd name="connsiteX2808" fmla="*/ 546298 w 1616022"/>
                    <a:gd name="connsiteY2808" fmla="*/ 1873636 h 1899958"/>
                    <a:gd name="connsiteX2809" fmla="*/ 546298 w 1616022"/>
                    <a:gd name="connsiteY2809" fmla="*/ 1876369 h 1899958"/>
                    <a:gd name="connsiteX2810" fmla="*/ 548743 w 1616022"/>
                    <a:gd name="connsiteY2810" fmla="*/ 1876369 h 1899958"/>
                    <a:gd name="connsiteX2811" fmla="*/ 548743 w 1616022"/>
                    <a:gd name="connsiteY2811" fmla="*/ 1878959 h 1899958"/>
                    <a:gd name="connsiteX2812" fmla="*/ 551332 w 1616022"/>
                    <a:gd name="connsiteY2812" fmla="*/ 1878959 h 1899958"/>
                    <a:gd name="connsiteX2813" fmla="*/ 554065 w 1616022"/>
                    <a:gd name="connsiteY2813" fmla="*/ 1881404 h 1899958"/>
                    <a:gd name="connsiteX2814" fmla="*/ 558955 w 1616022"/>
                    <a:gd name="connsiteY2814" fmla="*/ 1881404 h 1899958"/>
                    <a:gd name="connsiteX2815" fmla="*/ 561545 w 1616022"/>
                    <a:gd name="connsiteY2815" fmla="*/ 1878959 h 1899958"/>
                    <a:gd name="connsiteX2816" fmla="*/ 561545 w 1616022"/>
                    <a:gd name="connsiteY2816" fmla="*/ 1876369 h 1899958"/>
                    <a:gd name="connsiteX2817" fmla="*/ 564277 w 1616022"/>
                    <a:gd name="connsiteY2817" fmla="*/ 1876369 h 1899958"/>
                    <a:gd name="connsiteX2818" fmla="*/ 564277 w 1616022"/>
                    <a:gd name="connsiteY2818" fmla="*/ 1873636 h 1899958"/>
                    <a:gd name="connsiteX2819" fmla="*/ 566722 w 1616022"/>
                    <a:gd name="connsiteY2819" fmla="*/ 1873636 h 1899958"/>
                    <a:gd name="connsiteX2820" fmla="*/ 566722 w 1616022"/>
                    <a:gd name="connsiteY2820" fmla="*/ 1869321 h 1899958"/>
                    <a:gd name="connsiteX2821" fmla="*/ 571757 w 1616022"/>
                    <a:gd name="connsiteY2821" fmla="*/ 1869321 h 1899958"/>
                    <a:gd name="connsiteX2822" fmla="*/ 574490 w 1616022"/>
                    <a:gd name="connsiteY2822" fmla="*/ 1866732 h 1899958"/>
                    <a:gd name="connsiteX2823" fmla="*/ 576935 w 1616022"/>
                    <a:gd name="connsiteY2823" fmla="*/ 1866732 h 1899958"/>
                    <a:gd name="connsiteX2824" fmla="*/ 576935 w 1616022"/>
                    <a:gd name="connsiteY2824" fmla="*/ 1863999 h 1899958"/>
                    <a:gd name="connsiteX2825" fmla="*/ 579380 w 1616022"/>
                    <a:gd name="connsiteY2825" fmla="*/ 1863999 h 1899958"/>
                    <a:gd name="connsiteX2826" fmla="*/ 579380 w 1616022"/>
                    <a:gd name="connsiteY2826" fmla="*/ 1861554 h 1899958"/>
                    <a:gd name="connsiteX2827" fmla="*/ 581969 w 1616022"/>
                    <a:gd name="connsiteY2827" fmla="*/ 1861554 h 1899958"/>
                    <a:gd name="connsiteX2828" fmla="*/ 581969 w 1616022"/>
                    <a:gd name="connsiteY2828" fmla="*/ 1859109 h 1899958"/>
                    <a:gd name="connsiteX2829" fmla="*/ 587148 w 1616022"/>
                    <a:gd name="connsiteY2829" fmla="*/ 1859109 h 1899958"/>
                    <a:gd name="connsiteX2830" fmla="*/ 589593 w 1616022"/>
                    <a:gd name="connsiteY2830" fmla="*/ 1856520 h 1899958"/>
                    <a:gd name="connsiteX2831" fmla="*/ 592182 w 1616022"/>
                    <a:gd name="connsiteY2831" fmla="*/ 1856520 h 1899958"/>
                    <a:gd name="connsiteX2832" fmla="*/ 592182 w 1616022"/>
                    <a:gd name="connsiteY2832" fmla="*/ 1853787 h 1899958"/>
                    <a:gd name="connsiteX2833" fmla="*/ 594627 w 1616022"/>
                    <a:gd name="connsiteY2833" fmla="*/ 1851342 h 1899958"/>
                    <a:gd name="connsiteX2834" fmla="*/ 597360 w 1616022"/>
                    <a:gd name="connsiteY2834" fmla="*/ 1851342 h 1899958"/>
                    <a:gd name="connsiteX2835" fmla="*/ 597360 w 1616022"/>
                    <a:gd name="connsiteY2835" fmla="*/ 1848896 h 1899958"/>
                    <a:gd name="connsiteX2836" fmla="*/ 604121 w 1616022"/>
                    <a:gd name="connsiteY2836" fmla="*/ 1848896 h 1899958"/>
                    <a:gd name="connsiteX2837" fmla="*/ 606853 w 1616022"/>
                    <a:gd name="connsiteY2837" fmla="*/ 1846307 h 1899958"/>
                    <a:gd name="connsiteX2838" fmla="*/ 609298 w 1616022"/>
                    <a:gd name="connsiteY2838" fmla="*/ 1846307 h 1899958"/>
                    <a:gd name="connsiteX2839" fmla="*/ 611744 w 1616022"/>
                    <a:gd name="connsiteY2839" fmla="*/ 1843574 h 1899958"/>
                    <a:gd name="connsiteX2840" fmla="*/ 614333 w 1616022"/>
                    <a:gd name="connsiteY2840" fmla="*/ 1841129 h 1899958"/>
                    <a:gd name="connsiteX2841" fmla="*/ 614333 w 1616022"/>
                    <a:gd name="connsiteY2841" fmla="*/ 1838684 h 1899958"/>
                    <a:gd name="connsiteX2842" fmla="*/ 619511 w 1616022"/>
                    <a:gd name="connsiteY2842" fmla="*/ 1838684 h 1899958"/>
                    <a:gd name="connsiteX2843" fmla="*/ 619511 w 1616022"/>
                    <a:gd name="connsiteY2843" fmla="*/ 1836095 h 1899958"/>
                    <a:gd name="connsiteX2844" fmla="*/ 634758 w 1616022"/>
                    <a:gd name="connsiteY2844" fmla="*/ 1836095 h 1899958"/>
                    <a:gd name="connsiteX2845" fmla="*/ 634758 w 1616022"/>
                    <a:gd name="connsiteY2845" fmla="*/ 1833362 h 1899958"/>
                    <a:gd name="connsiteX2846" fmla="*/ 642382 w 1616022"/>
                    <a:gd name="connsiteY2846" fmla="*/ 1833362 h 1899958"/>
                    <a:gd name="connsiteX2847" fmla="*/ 642382 w 1616022"/>
                    <a:gd name="connsiteY2847" fmla="*/ 1836095 h 1899958"/>
                    <a:gd name="connsiteX2848" fmla="*/ 660361 w 1616022"/>
                    <a:gd name="connsiteY2848" fmla="*/ 1836095 h 1899958"/>
                    <a:gd name="connsiteX2849" fmla="*/ 660361 w 1616022"/>
                    <a:gd name="connsiteY2849" fmla="*/ 1866732 h 1899958"/>
                    <a:gd name="connsiteX2850" fmla="*/ 662806 w 1616022"/>
                    <a:gd name="connsiteY2850" fmla="*/ 1866732 h 1899958"/>
                    <a:gd name="connsiteX2851" fmla="*/ 662806 w 1616022"/>
                    <a:gd name="connsiteY2851" fmla="*/ 1869321 h 1899958"/>
                    <a:gd name="connsiteX2852" fmla="*/ 667841 w 1616022"/>
                    <a:gd name="connsiteY2852" fmla="*/ 1869321 h 1899958"/>
                    <a:gd name="connsiteX2853" fmla="*/ 667841 w 1616022"/>
                    <a:gd name="connsiteY2853" fmla="*/ 1871767 h 1899958"/>
                    <a:gd name="connsiteX2854" fmla="*/ 670574 w 1616022"/>
                    <a:gd name="connsiteY2854" fmla="*/ 1871767 h 1899958"/>
                    <a:gd name="connsiteX2855" fmla="*/ 670574 w 1616022"/>
                    <a:gd name="connsiteY2855" fmla="*/ 1874212 h 1899958"/>
                    <a:gd name="connsiteX2856" fmla="*/ 673019 w 1616022"/>
                    <a:gd name="connsiteY2856" fmla="*/ 1874212 h 1899958"/>
                    <a:gd name="connsiteX2857" fmla="*/ 667841 w 1616022"/>
                    <a:gd name="connsiteY2857" fmla="*/ 1881979 h 1899958"/>
                    <a:gd name="connsiteX2858" fmla="*/ 665396 w 1616022"/>
                    <a:gd name="connsiteY2858" fmla="*/ 1889747 h 1899958"/>
                    <a:gd name="connsiteX2859" fmla="*/ 662806 w 1616022"/>
                    <a:gd name="connsiteY2859" fmla="*/ 1892192 h 1899958"/>
                    <a:gd name="connsiteX2860" fmla="*/ 660361 w 1616022"/>
                    <a:gd name="connsiteY2860" fmla="*/ 1892192 h 1899958"/>
                    <a:gd name="connsiteX2861" fmla="*/ 660361 w 1616022"/>
                    <a:gd name="connsiteY2861" fmla="*/ 1894637 h 1899958"/>
                    <a:gd name="connsiteX2862" fmla="*/ 657916 w 1616022"/>
                    <a:gd name="connsiteY2862" fmla="*/ 1894637 h 1899958"/>
                    <a:gd name="connsiteX2863" fmla="*/ 652594 w 1616022"/>
                    <a:gd name="connsiteY2863" fmla="*/ 1899959 h 1899958"/>
                    <a:gd name="connsiteX2864" fmla="*/ 662806 w 1616022"/>
                    <a:gd name="connsiteY2864" fmla="*/ 1899959 h 1899958"/>
                    <a:gd name="connsiteX2865" fmla="*/ 662806 w 1616022"/>
                    <a:gd name="connsiteY2865" fmla="*/ 1898089 h 1899958"/>
                    <a:gd name="connsiteX2866" fmla="*/ 673019 w 1616022"/>
                    <a:gd name="connsiteY2866" fmla="*/ 1898089 h 1899958"/>
                    <a:gd name="connsiteX2867" fmla="*/ 675608 w 1616022"/>
                    <a:gd name="connsiteY2867" fmla="*/ 1895356 h 1899958"/>
                    <a:gd name="connsiteX2868" fmla="*/ 685677 w 1616022"/>
                    <a:gd name="connsiteY2868" fmla="*/ 1895356 h 1899958"/>
                    <a:gd name="connsiteX2869" fmla="*/ 685677 w 1616022"/>
                    <a:gd name="connsiteY2869" fmla="*/ 1892911 h 1899958"/>
                    <a:gd name="connsiteX2870" fmla="*/ 693444 w 1616022"/>
                    <a:gd name="connsiteY2870" fmla="*/ 1892911 h 1899958"/>
                    <a:gd name="connsiteX2871" fmla="*/ 695889 w 1616022"/>
                    <a:gd name="connsiteY2871" fmla="*/ 1890466 h 1899958"/>
                    <a:gd name="connsiteX2872" fmla="*/ 703657 w 1616022"/>
                    <a:gd name="connsiteY2872" fmla="*/ 1890466 h 1899958"/>
                    <a:gd name="connsiteX2873" fmla="*/ 703657 w 1616022"/>
                    <a:gd name="connsiteY2873" fmla="*/ 1887877 h 1899958"/>
                    <a:gd name="connsiteX2874" fmla="*/ 711424 w 1616022"/>
                    <a:gd name="connsiteY2874" fmla="*/ 1887877 h 1899958"/>
                    <a:gd name="connsiteX2875" fmla="*/ 711424 w 1616022"/>
                    <a:gd name="connsiteY2875" fmla="*/ 1885144 h 1899958"/>
                    <a:gd name="connsiteX2876" fmla="*/ 719191 w 1616022"/>
                    <a:gd name="connsiteY2876" fmla="*/ 1885144 h 1899958"/>
                    <a:gd name="connsiteX2877" fmla="*/ 719191 w 1616022"/>
                    <a:gd name="connsiteY2877" fmla="*/ 1882698 h 1899958"/>
                    <a:gd name="connsiteX2878" fmla="*/ 729403 w 1616022"/>
                    <a:gd name="connsiteY2878" fmla="*/ 1882698 h 1899958"/>
                    <a:gd name="connsiteX2879" fmla="*/ 729403 w 1616022"/>
                    <a:gd name="connsiteY2879" fmla="*/ 1880253 h 1899958"/>
                    <a:gd name="connsiteX2880" fmla="*/ 737027 w 1616022"/>
                    <a:gd name="connsiteY2880" fmla="*/ 1880253 h 1899958"/>
                    <a:gd name="connsiteX2881" fmla="*/ 737027 w 1616022"/>
                    <a:gd name="connsiteY2881" fmla="*/ 1877664 h 1899958"/>
                    <a:gd name="connsiteX2882" fmla="*/ 747240 w 1616022"/>
                    <a:gd name="connsiteY2882" fmla="*/ 1877664 h 1899958"/>
                    <a:gd name="connsiteX2883" fmla="*/ 747240 w 1616022"/>
                    <a:gd name="connsiteY2883" fmla="*/ 1874931 h 1899958"/>
                    <a:gd name="connsiteX2884" fmla="*/ 755007 w 1616022"/>
                    <a:gd name="connsiteY2884" fmla="*/ 1874931 h 1899958"/>
                    <a:gd name="connsiteX2885" fmla="*/ 755007 w 1616022"/>
                    <a:gd name="connsiteY2885" fmla="*/ 1872486 h 1899958"/>
                    <a:gd name="connsiteX2886" fmla="*/ 762343 w 1616022"/>
                    <a:gd name="connsiteY2886" fmla="*/ 1872486 h 1899958"/>
                    <a:gd name="connsiteX2887" fmla="*/ 765075 w 1616022"/>
                    <a:gd name="connsiteY2887" fmla="*/ 1870040 h 1899958"/>
                    <a:gd name="connsiteX2888" fmla="*/ 772555 w 1616022"/>
                    <a:gd name="connsiteY2888" fmla="*/ 1870040 h 1899958"/>
                    <a:gd name="connsiteX2889" fmla="*/ 772555 w 1616022"/>
                    <a:gd name="connsiteY2889" fmla="*/ 1867451 h 1899958"/>
                    <a:gd name="connsiteX2890" fmla="*/ 780178 w 1616022"/>
                    <a:gd name="connsiteY2890" fmla="*/ 1867451 h 1899958"/>
                    <a:gd name="connsiteX2891" fmla="*/ 782768 w 1616022"/>
                    <a:gd name="connsiteY2891" fmla="*/ 1864719 h 1899958"/>
                    <a:gd name="connsiteX2892" fmla="*/ 791110 w 1616022"/>
                    <a:gd name="connsiteY2892" fmla="*/ 1864719 h 1899958"/>
                    <a:gd name="connsiteX2893" fmla="*/ 791110 w 1616022"/>
                    <a:gd name="connsiteY2893" fmla="*/ 1862274 h 1899958"/>
                    <a:gd name="connsiteX2894" fmla="*/ 801323 w 1616022"/>
                    <a:gd name="connsiteY2894" fmla="*/ 1862274 h 1899958"/>
                    <a:gd name="connsiteX2895" fmla="*/ 801323 w 1616022"/>
                    <a:gd name="connsiteY2895" fmla="*/ 1859828 h 1899958"/>
                    <a:gd name="connsiteX2896" fmla="*/ 811535 w 1616022"/>
                    <a:gd name="connsiteY2896" fmla="*/ 1859828 h 1899958"/>
                    <a:gd name="connsiteX2897" fmla="*/ 814124 w 1616022"/>
                    <a:gd name="connsiteY2897" fmla="*/ 1857239 h 1899958"/>
                    <a:gd name="connsiteX2898" fmla="*/ 824337 w 1616022"/>
                    <a:gd name="connsiteY2898" fmla="*/ 1857239 h 1899958"/>
                    <a:gd name="connsiteX2899" fmla="*/ 824337 w 1616022"/>
                    <a:gd name="connsiteY2899" fmla="*/ 1854506 h 1899958"/>
                    <a:gd name="connsiteX2900" fmla="*/ 831960 w 1616022"/>
                    <a:gd name="connsiteY2900" fmla="*/ 1854506 h 1899958"/>
                    <a:gd name="connsiteX2901" fmla="*/ 834549 w 1616022"/>
                    <a:gd name="connsiteY2901" fmla="*/ 1852061 h 1899958"/>
                    <a:gd name="connsiteX2902" fmla="*/ 842173 w 1616022"/>
                    <a:gd name="connsiteY2902" fmla="*/ 1852061 h 1899958"/>
                    <a:gd name="connsiteX2903" fmla="*/ 842173 w 1616022"/>
                    <a:gd name="connsiteY2903" fmla="*/ 1849616 h 1899958"/>
                    <a:gd name="connsiteX2904" fmla="*/ 848645 w 1616022"/>
                    <a:gd name="connsiteY2904" fmla="*/ 1849616 h 1899958"/>
                    <a:gd name="connsiteX2905" fmla="*/ 848645 w 1616022"/>
                    <a:gd name="connsiteY2905" fmla="*/ 1847027 h 1899958"/>
                    <a:gd name="connsiteX2906" fmla="*/ 856125 w 1616022"/>
                    <a:gd name="connsiteY2906" fmla="*/ 1847027 h 1899958"/>
                    <a:gd name="connsiteX2907" fmla="*/ 858858 w 1616022"/>
                    <a:gd name="connsiteY2907" fmla="*/ 1844294 h 1899958"/>
                    <a:gd name="connsiteX2908" fmla="*/ 866338 w 1616022"/>
                    <a:gd name="connsiteY2908" fmla="*/ 1844294 h 1899958"/>
                    <a:gd name="connsiteX2909" fmla="*/ 866338 w 1616022"/>
                    <a:gd name="connsiteY2909" fmla="*/ 1840554 h 1899958"/>
                    <a:gd name="connsiteX2910" fmla="*/ 873961 w 1616022"/>
                    <a:gd name="connsiteY2910" fmla="*/ 1840554 h 1899958"/>
                    <a:gd name="connsiteX2911" fmla="*/ 873961 w 1616022"/>
                    <a:gd name="connsiteY2911" fmla="*/ 1838108 h 1899958"/>
                    <a:gd name="connsiteX2912" fmla="*/ 881728 w 1616022"/>
                    <a:gd name="connsiteY2912" fmla="*/ 1838108 h 1899958"/>
                    <a:gd name="connsiteX2913" fmla="*/ 884174 w 1616022"/>
                    <a:gd name="connsiteY2913" fmla="*/ 1835519 h 1899958"/>
                    <a:gd name="connsiteX2914" fmla="*/ 886762 w 1616022"/>
                    <a:gd name="connsiteY2914" fmla="*/ 1835519 h 1899958"/>
                    <a:gd name="connsiteX2915" fmla="*/ 886762 w 1616022"/>
                    <a:gd name="connsiteY2915" fmla="*/ 1832786 h 1899958"/>
                    <a:gd name="connsiteX2916" fmla="*/ 884174 w 1616022"/>
                    <a:gd name="connsiteY2916" fmla="*/ 1832786 h 1899958"/>
                    <a:gd name="connsiteX2917" fmla="*/ 884174 w 1616022"/>
                    <a:gd name="connsiteY2917" fmla="*/ 1827896 h 1899958"/>
                    <a:gd name="connsiteX2918" fmla="*/ 886762 w 1616022"/>
                    <a:gd name="connsiteY2918" fmla="*/ 1827896 h 1899958"/>
                    <a:gd name="connsiteX2919" fmla="*/ 886762 w 1616022"/>
                    <a:gd name="connsiteY2919" fmla="*/ 1815238 h 1899958"/>
                    <a:gd name="connsiteX2920" fmla="*/ 889208 w 1616022"/>
                    <a:gd name="connsiteY2920" fmla="*/ 1815238 h 1899958"/>
                    <a:gd name="connsiteX2921" fmla="*/ 889208 w 1616022"/>
                    <a:gd name="connsiteY2921" fmla="*/ 1812649 h 1899958"/>
                    <a:gd name="connsiteX2922" fmla="*/ 886762 w 1616022"/>
                    <a:gd name="connsiteY2922" fmla="*/ 1812649 h 1899958"/>
                    <a:gd name="connsiteX2923" fmla="*/ 886762 w 1616022"/>
                    <a:gd name="connsiteY2923" fmla="*/ 1809916 h 1899958"/>
                    <a:gd name="connsiteX2924" fmla="*/ 889208 w 1616022"/>
                    <a:gd name="connsiteY2924" fmla="*/ 1809916 h 1899958"/>
                    <a:gd name="connsiteX2925" fmla="*/ 889208 w 1616022"/>
                    <a:gd name="connsiteY2925" fmla="*/ 1805026 h 1899958"/>
                    <a:gd name="connsiteX2926" fmla="*/ 891941 w 1616022"/>
                    <a:gd name="connsiteY2926" fmla="*/ 1805026 h 1899958"/>
                    <a:gd name="connsiteX2927" fmla="*/ 891941 w 1616022"/>
                    <a:gd name="connsiteY2927" fmla="*/ 1802437 h 1899958"/>
                    <a:gd name="connsiteX2928" fmla="*/ 896975 w 1616022"/>
                    <a:gd name="connsiteY2928" fmla="*/ 1802437 h 1899958"/>
                    <a:gd name="connsiteX2929" fmla="*/ 896975 w 1616022"/>
                    <a:gd name="connsiteY2929" fmla="*/ 1805026 h 1899958"/>
                    <a:gd name="connsiteX2930" fmla="*/ 907188 w 1616022"/>
                    <a:gd name="connsiteY2930" fmla="*/ 1805026 h 1899958"/>
                    <a:gd name="connsiteX2931" fmla="*/ 907188 w 1616022"/>
                    <a:gd name="connsiteY2931" fmla="*/ 1797402 h 1899958"/>
                    <a:gd name="connsiteX2932" fmla="*/ 909633 w 1616022"/>
                    <a:gd name="connsiteY2932" fmla="*/ 1797402 h 1899958"/>
                    <a:gd name="connsiteX2933" fmla="*/ 909633 w 1616022"/>
                    <a:gd name="connsiteY2933" fmla="*/ 1794957 h 1899958"/>
                    <a:gd name="connsiteX2934" fmla="*/ 912366 w 1616022"/>
                    <a:gd name="connsiteY2934" fmla="*/ 1794957 h 1899958"/>
                    <a:gd name="connsiteX2935" fmla="*/ 912366 w 1616022"/>
                    <a:gd name="connsiteY2935" fmla="*/ 1792368 h 1899958"/>
                    <a:gd name="connsiteX2936" fmla="*/ 914811 w 1616022"/>
                    <a:gd name="connsiteY2936" fmla="*/ 1792368 h 1899958"/>
                    <a:gd name="connsiteX2937" fmla="*/ 914811 w 1616022"/>
                    <a:gd name="connsiteY2937" fmla="*/ 1789635 h 1899958"/>
                    <a:gd name="connsiteX2938" fmla="*/ 917400 w 1616022"/>
                    <a:gd name="connsiteY2938" fmla="*/ 1789635 h 1899958"/>
                    <a:gd name="connsiteX2939" fmla="*/ 917400 w 1616022"/>
                    <a:gd name="connsiteY2939" fmla="*/ 1792368 h 1899958"/>
                    <a:gd name="connsiteX2940" fmla="*/ 920565 w 1616022"/>
                    <a:gd name="connsiteY2940" fmla="*/ 1792368 h 1899958"/>
                    <a:gd name="connsiteX2941" fmla="*/ 920565 w 1616022"/>
                    <a:gd name="connsiteY2941" fmla="*/ 1797402 h 1899958"/>
                    <a:gd name="connsiteX2942" fmla="*/ 923298 w 1616022"/>
                    <a:gd name="connsiteY2942" fmla="*/ 1797402 h 1899958"/>
                    <a:gd name="connsiteX2943" fmla="*/ 923298 w 1616022"/>
                    <a:gd name="connsiteY2943" fmla="*/ 1799848 h 1899958"/>
                    <a:gd name="connsiteX2944" fmla="*/ 928332 w 1616022"/>
                    <a:gd name="connsiteY2944" fmla="*/ 1799848 h 1899958"/>
                    <a:gd name="connsiteX2945" fmla="*/ 928332 w 1616022"/>
                    <a:gd name="connsiteY2945" fmla="*/ 1787190 h 1899958"/>
                    <a:gd name="connsiteX2946" fmla="*/ 925743 w 1616022"/>
                    <a:gd name="connsiteY2946" fmla="*/ 1784745 h 1899958"/>
                    <a:gd name="connsiteX2947" fmla="*/ 925743 w 1616022"/>
                    <a:gd name="connsiteY2947" fmla="*/ 1776977 h 1899958"/>
                    <a:gd name="connsiteX2948" fmla="*/ 930777 w 1616022"/>
                    <a:gd name="connsiteY2948" fmla="*/ 1776977 h 1899958"/>
                    <a:gd name="connsiteX2949" fmla="*/ 930777 w 1616022"/>
                    <a:gd name="connsiteY2949" fmla="*/ 1779423 h 1899958"/>
                    <a:gd name="connsiteX2950" fmla="*/ 938400 w 1616022"/>
                    <a:gd name="connsiteY2950" fmla="*/ 1779423 h 1899958"/>
                    <a:gd name="connsiteX2951" fmla="*/ 938400 w 1616022"/>
                    <a:gd name="connsiteY2951" fmla="*/ 1774532 h 1899958"/>
                    <a:gd name="connsiteX2952" fmla="*/ 935955 w 1616022"/>
                    <a:gd name="connsiteY2952" fmla="*/ 1774532 h 1899958"/>
                    <a:gd name="connsiteX2953" fmla="*/ 935955 w 1616022"/>
                    <a:gd name="connsiteY2953" fmla="*/ 1771943 h 1899958"/>
                    <a:gd name="connsiteX2954" fmla="*/ 930777 w 1616022"/>
                    <a:gd name="connsiteY2954" fmla="*/ 1771943 h 1899958"/>
                    <a:gd name="connsiteX2955" fmla="*/ 930777 w 1616022"/>
                    <a:gd name="connsiteY2955" fmla="*/ 1769210 h 1899958"/>
                    <a:gd name="connsiteX2956" fmla="*/ 928332 w 1616022"/>
                    <a:gd name="connsiteY2956" fmla="*/ 1769210 h 1899958"/>
                    <a:gd name="connsiteX2957" fmla="*/ 928332 w 1616022"/>
                    <a:gd name="connsiteY2957" fmla="*/ 1764320 h 1899958"/>
                    <a:gd name="connsiteX2958" fmla="*/ 930777 w 1616022"/>
                    <a:gd name="connsiteY2958" fmla="*/ 1764320 h 1899958"/>
                    <a:gd name="connsiteX2959" fmla="*/ 930777 w 1616022"/>
                    <a:gd name="connsiteY2959" fmla="*/ 1756552 h 1899958"/>
                    <a:gd name="connsiteX2960" fmla="*/ 933510 w 1616022"/>
                    <a:gd name="connsiteY2960" fmla="*/ 1756552 h 1899958"/>
                    <a:gd name="connsiteX2961" fmla="*/ 933510 w 1616022"/>
                    <a:gd name="connsiteY2961" fmla="*/ 1751518 h 1899958"/>
                    <a:gd name="connsiteX2962" fmla="*/ 935955 w 1616022"/>
                    <a:gd name="connsiteY2962" fmla="*/ 1751518 h 1899958"/>
                    <a:gd name="connsiteX2963" fmla="*/ 935955 w 1616022"/>
                    <a:gd name="connsiteY2963" fmla="*/ 1746340 h 1899958"/>
                    <a:gd name="connsiteX2964" fmla="*/ 938400 w 1616022"/>
                    <a:gd name="connsiteY2964" fmla="*/ 1746340 h 1899958"/>
                    <a:gd name="connsiteX2965" fmla="*/ 938400 w 1616022"/>
                    <a:gd name="connsiteY2965" fmla="*/ 1743895 h 1899958"/>
                    <a:gd name="connsiteX2966" fmla="*/ 940990 w 1616022"/>
                    <a:gd name="connsiteY2966" fmla="*/ 1743895 h 1899958"/>
                    <a:gd name="connsiteX2967" fmla="*/ 940990 w 1616022"/>
                    <a:gd name="connsiteY2967" fmla="*/ 1741449 h 1899958"/>
                    <a:gd name="connsiteX2968" fmla="*/ 943722 w 1616022"/>
                    <a:gd name="connsiteY2968" fmla="*/ 1741449 h 1899958"/>
                    <a:gd name="connsiteX2969" fmla="*/ 943722 w 1616022"/>
                    <a:gd name="connsiteY2969" fmla="*/ 1739867 h 1899958"/>
                    <a:gd name="connsiteX2970" fmla="*/ 946168 w 1616022"/>
                    <a:gd name="connsiteY2970" fmla="*/ 1739867 h 1899958"/>
                    <a:gd name="connsiteX2971" fmla="*/ 946168 w 1616022"/>
                    <a:gd name="connsiteY2971" fmla="*/ 1737134 h 1899958"/>
                    <a:gd name="connsiteX2972" fmla="*/ 943722 w 1616022"/>
                    <a:gd name="connsiteY2972" fmla="*/ 1737134 h 1899958"/>
                    <a:gd name="connsiteX2973" fmla="*/ 943722 w 1616022"/>
                    <a:gd name="connsiteY2973" fmla="*/ 1726922 h 1899958"/>
                    <a:gd name="connsiteX2974" fmla="*/ 946168 w 1616022"/>
                    <a:gd name="connsiteY2974" fmla="*/ 1726922 h 1899958"/>
                    <a:gd name="connsiteX2975" fmla="*/ 946168 w 1616022"/>
                    <a:gd name="connsiteY2975" fmla="*/ 1724476 h 1899958"/>
                    <a:gd name="connsiteX2976" fmla="*/ 948613 w 1616022"/>
                    <a:gd name="connsiteY2976" fmla="*/ 1724476 h 1899958"/>
                    <a:gd name="connsiteX2977" fmla="*/ 948613 w 1616022"/>
                    <a:gd name="connsiteY2977" fmla="*/ 1719442 h 1899958"/>
                    <a:gd name="connsiteX2978" fmla="*/ 951202 w 1616022"/>
                    <a:gd name="connsiteY2978" fmla="*/ 1719442 h 1899958"/>
                    <a:gd name="connsiteX2979" fmla="*/ 951202 w 1616022"/>
                    <a:gd name="connsiteY2979" fmla="*/ 1716709 h 1899958"/>
                    <a:gd name="connsiteX2980" fmla="*/ 948613 w 1616022"/>
                    <a:gd name="connsiteY2980" fmla="*/ 1716709 h 1899958"/>
                    <a:gd name="connsiteX2981" fmla="*/ 948613 w 1616022"/>
                    <a:gd name="connsiteY2981" fmla="*/ 1711099 h 1899958"/>
                    <a:gd name="connsiteX2982" fmla="*/ 943722 w 1616022"/>
                    <a:gd name="connsiteY2982" fmla="*/ 1711099 h 1899958"/>
                    <a:gd name="connsiteX2983" fmla="*/ 943722 w 1616022"/>
                    <a:gd name="connsiteY2983" fmla="*/ 1700887 h 1899958"/>
                    <a:gd name="connsiteX2984" fmla="*/ 940990 w 1616022"/>
                    <a:gd name="connsiteY2984" fmla="*/ 1700887 h 1899958"/>
                    <a:gd name="connsiteX2985" fmla="*/ 940990 w 1616022"/>
                    <a:gd name="connsiteY2985" fmla="*/ 1698298 h 1899958"/>
                    <a:gd name="connsiteX2986" fmla="*/ 943722 w 1616022"/>
                    <a:gd name="connsiteY2986" fmla="*/ 1698298 h 1899958"/>
                    <a:gd name="connsiteX2987" fmla="*/ 943722 w 1616022"/>
                    <a:gd name="connsiteY2987" fmla="*/ 1690674 h 1899958"/>
                    <a:gd name="connsiteX2988" fmla="*/ 940990 w 1616022"/>
                    <a:gd name="connsiteY2988" fmla="*/ 1690674 h 1899958"/>
                    <a:gd name="connsiteX2989" fmla="*/ 940990 w 1616022"/>
                    <a:gd name="connsiteY2989" fmla="*/ 1688085 h 1899958"/>
                    <a:gd name="connsiteX2990" fmla="*/ 938400 w 1616022"/>
                    <a:gd name="connsiteY2990" fmla="*/ 1688085 h 1899958"/>
                    <a:gd name="connsiteX2991" fmla="*/ 938400 w 1616022"/>
                    <a:gd name="connsiteY2991" fmla="*/ 1677873 h 1899958"/>
                    <a:gd name="connsiteX2992" fmla="*/ 940990 w 1616022"/>
                    <a:gd name="connsiteY2992" fmla="*/ 1677873 h 1899958"/>
                    <a:gd name="connsiteX2993" fmla="*/ 940990 w 1616022"/>
                    <a:gd name="connsiteY2993" fmla="*/ 1667948 h 1899958"/>
                    <a:gd name="connsiteX2994" fmla="*/ 943722 w 1616022"/>
                    <a:gd name="connsiteY2994" fmla="*/ 1667948 h 1899958"/>
                    <a:gd name="connsiteX2995" fmla="*/ 943722 w 1616022"/>
                    <a:gd name="connsiteY2995" fmla="*/ 1665215 h 1899958"/>
                    <a:gd name="connsiteX2996" fmla="*/ 946168 w 1616022"/>
                    <a:gd name="connsiteY2996" fmla="*/ 1665215 h 1899958"/>
                    <a:gd name="connsiteX2997" fmla="*/ 946168 w 1616022"/>
                    <a:gd name="connsiteY2997" fmla="*/ 1660325 h 1899958"/>
                    <a:gd name="connsiteX2998" fmla="*/ 948613 w 1616022"/>
                    <a:gd name="connsiteY2998" fmla="*/ 1660325 h 1899958"/>
                    <a:gd name="connsiteX2999" fmla="*/ 948613 w 1616022"/>
                    <a:gd name="connsiteY2999" fmla="*/ 1652557 h 1899958"/>
                    <a:gd name="connsiteX3000" fmla="*/ 946168 w 1616022"/>
                    <a:gd name="connsiteY3000" fmla="*/ 1652557 h 1899958"/>
                    <a:gd name="connsiteX3001" fmla="*/ 946168 w 1616022"/>
                    <a:gd name="connsiteY3001" fmla="*/ 1637454 h 1899958"/>
                    <a:gd name="connsiteX3002" fmla="*/ 943722 w 1616022"/>
                    <a:gd name="connsiteY3002" fmla="*/ 1634865 h 1899958"/>
                    <a:gd name="connsiteX3003" fmla="*/ 943722 w 1616022"/>
                    <a:gd name="connsiteY3003" fmla="*/ 1627242 h 1899958"/>
                    <a:gd name="connsiteX3004" fmla="*/ 946168 w 1616022"/>
                    <a:gd name="connsiteY3004" fmla="*/ 1627242 h 1899958"/>
                    <a:gd name="connsiteX3005" fmla="*/ 946168 w 1616022"/>
                    <a:gd name="connsiteY3005" fmla="*/ 1619475 h 1899958"/>
                    <a:gd name="connsiteX3006" fmla="*/ 948613 w 1616022"/>
                    <a:gd name="connsiteY3006" fmla="*/ 1617029 h 1899958"/>
                    <a:gd name="connsiteX3007" fmla="*/ 948613 w 1616022"/>
                    <a:gd name="connsiteY3007" fmla="*/ 1609262 h 1899958"/>
                    <a:gd name="connsiteX3008" fmla="*/ 951202 w 1616022"/>
                    <a:gd name="connsiteY3008" fmla="*/ 1609262 h 1899958"/>
                    <a:gd name="connsiteX3009" fmla="*/ 951202 w 1616022"/>
                    <a:gd name="connsiteY3009" fmla="*/ 1601495 h 1899958"/>
                    <a:gd name="connsiteX3010" fmla="*/ 953935 w 1616022"/>
                    <a:gd name="connsiteY3010" fmla="*/ 1601495 h 1899958"/>
                    <a:gd name="connsiteX3011" fmla="*/ 953935 w 1616022"/>
                    <a:gd name="connsiteY3011" fmla="*/ 1594015 h 1899958"/>
                    <a:gd name="connsiteX3012" fmla="*/ 956380 w 1616022"/>
                    <a:gd name="connsiteY3012" fmla="*/ 1594015 h 1899958"/>
                    <a:gd name="connsiteX3013" fmla="*/ 956380 w 1616022"/>
                    <a:gd name="connsiteY3013" fmla="*/ 1586391 h 1899958"/>
                    <a:gd name="connsiteX3014" fmla="*/ 958826 w 1616022"/>
                    <a:gd name="connsiteY3014" fmla="*/ 1586391 h 1899958"/>
                    <a:gd name="connsiteX3015" fmla="*/ 958826 w 1616022"/>
                    <a:gd name="connsiteY3015" fmla="*/ 1578625 h 1899958"/>
                    <a:gd name="connsiteX3016" fmla="*/ 961415 w 1616022"/>
                    <a:gd name="connsiteY3016" fmla="*/ 1576179 h 1899958"/>
                    <a:gd name="connsiteX3017" fmla="*/ 961415 w 1616022"/>
                    <a:gd name="connsiteY3017" fmla="*/ 1568412 h 1899958"/>
                    <a:gd name="connsiteX3018" fmla="*/ 963716 w 1616022"/>
                    <a:gd name="connsiteY3018" fmla="*/ 1568412 h 1899958"/>
                    <a:gd name="connsiteX3019" fmla="*/ 963716 w 1616022"/>
                    <a:gd name="connsiteY3019" fmla="*/ 1560932 h 1899958"/>
                    <a:gd name="connsiteX3020" fmla="*/ 966449 w 1616022"/>
                    <a:gd name="connsiteY3020" fmla="*/ 1560932 h 1899958"/>
                    <a:gd name="connsiteX3021" fmla="*/ 966449 w 1616022"/>
                    <a:gd name="connsiteY3021" fmla="*/ 1552877 h 1899958"/>
                    <a:gd name="connsiteX3022" fmla="*/ 968894 w 1616022"/>
                    <a:gd name="connsiteY3022" fmla="*/ 1552877 h 1899958"/>
                    <a:gd name="connsiteX3023" fmla="*/ 968894 w 1616022"/>
                    <a:gd name="connsiteY3023" fmla="*/ 1545110 h 1899958"/>
                    <a:gd name="connsiteX3024" fmla="*/ 971483 w 1616022"/>
                    <a:gd name="connsiteY3024" fmla="*/ 1545110 h 1899958"/>
                    <a:gd name="connsiteX3025" fmla="*/ 971483 w 1616022"/>
                    <a:gd name="connsiteY3025" fmla="*/ 1537343 h 1899958"/>
                    <a:gd name="connsiteX3026" fmla="*/ 973928 w 1616022"/>
                    <a:gd name="connsiteY3026" fmla="*/ 1534898 h 1899958"/>
                    <a:gd name="connsiteX3027" fmla="*/ 976661 w 1616022"/>
                    <a:gd name="connsiteY3027" fmla="*/ 1534898 h 1899958"/>
                    <a:gd name="connsiteX3028" fmla="*/ 976661 w 1616022"/>
                    <a:gd name="connsiteY3028" fmla="*/ 1532452 h 1899958"/>
                    <a:gd name="connsiteX3029" fmla="*/ 981696 w 1616022"/>
                    <a:gd name="connsiteY3029" fmla="*/ 1532452 h 1899958"/>
                    <a:gd name="connsiteX3030" fmla="*/ 981696 w 1616022"/>
                    <a:gd name="connsiteY3030" fmla="*/ 1534898 h 1899958"/>
                    <a:gd name="connsiteX3031" fmla="*/ 984141 w 1616022"/>
                    <a:gd name="connsiteY3031" fmla="*/ 1534898 h 1899958"/>
                    <a:gd name="connsiteX3032" fmla="*/ 984141 w 1616022"/>
                    <a:gd name="connsiteY3032" fmla="*/ 1532452 h 1899958"/>
                    <a:gd name="connsiteX3033" fmla="*/ 986874 w 1616022"/>
                    <a:gd name="connsiteY3033" fmla="*/ 1532452 h 1899958"/>
                    <a:gd name="connsiteX3034" fmla="*/ 986874 w 1616022"/>
                    <a:gd name="connsiteY3034" fmla="*/ 1534898 h 1899958"/>
                    <a:gd name="connsiteX3035" fmla="*/ 989319 w 1616022"/>
                    <a:gd name="connsiteY3035" fmla="*/ 1534898 h 1899958"/>
                    <a:gd name="connsiteX3036" fmla="*/ 989319 w 1616022"/>
                    <a:gd name="connsiteY3036" fmla="*/ 1545110 h 1899958"/>
                    <a:gd name="connsiteX3037" fmla="*/ 992484 w 1616022"/>
                    <a:gd name="connsiteY3037" fmla="*/ 1545110 h 1899958"/>
                    <a:gd name="connsiteX3038" fmla="*/ 994929 w 1616022"/>
                    <a:gd name="connsiteY3038" fmla="*/ 1542665 h 1899958"/>
                    <a:gd name="connsiteX3039" fmla="*/ 997662 w 1616022"/>
                    <a:gd name="connsiteY3039" fmla="*/ 1540076 h 1899958"/>
                    <a:gd name="connsiteX3040" fmla="*/ 1002696 w 1616022"/>
                    <a:gd name="connsiteY3040" fmla="*/ 1540076 h 1899958"/>
                    <a:gd name="connsiteX3041" fmla="*/ 1007874 w 1616022"/>
                    <a:gd name="connsiteY3041" fmla="*/ 1534898 h 1899958"/>
                    <a:gd name="connsiteX3042" fmla="*/ 1010319 w 1616022"/>
                    <a:gd name="connsiteY3042" fmla="*/ 1534898 h 1899958"/>
                    <a:gd name="connsiteX3043" fmla="*/ 1010319 w 1616022"/>
                    <a:gd name="connsiteY3043" fmla="*/ 1532452 h 1899958"/>
                    <a:gd name="connsiteX3044" fmla="*/ 1012909 w 1616022"/>
                    <a:gd name="connsiteY3044" fmla="*/ 1532452 h 1899958"/>
                    <a:gd name="connsiteX3045" fmla="*/ 1012909 w 1616022"/>
                    <a:gd name="connsiteY3045" fmla="*/ 1529863 h 1899958"/>
                    <a:gd name="connsiteX3046" fmla="*/ 1018087 w 1616022"/>
                    <a:gd name="connsiteY3046" fmla="*/ 1524685 h 1899958"/>
                    <a:gd name="connsiteX3047" fmla="*/ 1020532 w 1616022"/>
                    <a:gd name="connsiteY3047" fmla="*/ 1522240 h 1899958"/>
                    <a:gd name="connsiteX3048" fmla="*/ 1025566 w 1616022"/>
                    <a:gd name="connsiteY3048" fmla="*/ 1514472 h 1899958"/>
                    <a:gd name="connsiteX3049" fmla="*/ 1025566 w 1616022"/>
                    <a:gd name="connsiteY3049" fmla="*/ 1512027 h 1899958"/>
                    <a:gd name="connsiteX3050" fmla="*/ 1030745 w 1616022"/>
                    <a:gd name="connsiteY3050" fmla="*/ 1504260 h 1899958"/>
                    <a:gd name="connsiteX3051" fmla="*/ 1028299 w 1616022"/>
                    <a:gd name="connsiteY3051" fmla="*/ 1501815 h 1899958"/>
                    <a:gd name="connsiteX3052" fmla="*/ 1028299 w 1616022"/>
                    <a:gd name="connsiteY3052" fmla="*/ 1496493 h 1899958"/>
                    <a:gd name="connsiteX3053" fmla="*/ 1025566 w 1616022"/>
                    <a:gd name="connsiteY3053" fmla="*/ 1491602 h 1899958"/>
                    <a:gd name="connsiteX3054" fmla="*/ 1022977 w 1616022"/>
                    <a:gd name="connsiteY3054" fmla="*/ 1483835 h 1899958"/>
                    <a:gd name="connsiteX3055" fmla="*/ 1022977 w 1616022"/>
                    <a:gd name="connsiteY3055" fmla="*/ 1481390 h 1899958"/>
                    <a:gd name="connsiteX3056" fmla="*/ 1020532 w 1616022"/>
                    <a:gd name="connsiteY3056" fmla="*/ 1476212 h 1899958"/>
                    <a:gd name="connsiteX3057" fmla="*/ 1020532 w 1616022"/>
                    <a:gd name="connsiteY3057" fmla="*/ 1473622 h 1899958"/>
                    <a:gd name="connsiteX3058" fmla="*/ 1018087 w 1616022"/>
                    <a:gd name="connsiteY3058" fmla="*/ 1471177 h 1899958"/>
                    <a:gd name="connsiteX3059" fmla="*/ 1018087 w 1616022"/>
                    <a:gd name="connsiteY3059" fmla="*/ 1468732 h 1899958"/>
                    <a:gd name="connsiteX3060" fmla="*/ 1020532 w 1616022"/>
                    <a:gd name="connsiteY3060" fmla="*/ 1466143 h 1899958"/>
                    <a:gd name="connsiteX3061" fmla="*/ 1025566 w 1616022"/>
                    <a:gd name="connsiteY3061" fmla="*/ 1466143 h 1899958"/>
                    <a:gd name="connsiteX3062" fmla="*/ 1025566 w 1616022"/>
                    <a:gd name="connsiteY3062" fmla="*/ 1463410 h 1899958"/>
                    <a:gd name="connsiteX3063" fmla="*/ 1030745 w 1616022"/>
                    <a:gd name="connsiteY3063" fmla="*/ 1463410 h 1899958"/>
                    <a:gd name="connsiteX3064" fmla="*/ 1035779 w 1616022"/>
                    <a:gd name="connsiteY3064" fmla="*/ 1460965 h 1899958"/>
                    <a:gd name="connsiteX3065" fmla="*/ 1035779 w 1616022"/>
                    <a:gd name="connsiteY3065" fmla="*/ 1458520 h 1899958"/>
                    <a:gd name="connsiteX3066" fmla="*/ 1033190 w 1616022"/>
                    <a:gd name="connsiteY3066" fmla="*/ 1455931 h 1899958"/>
                    <a:gd name="connsiteX3067" fmla="*/ 1033190 w 1616022"/>
                    <a:gd name="connsiteY3067" fmla="*/ 1453198 h 1899958"/>
                    <a:gd name="connsiteX3068" fmla="*/ 1035779 w 1616022"/>
                    <a:gd name="connsiteY3068" fmla="*/ 1450752 h 1899958"/>
                    <a:gd name="connsiteX3069" fmla="*/ 1043403 w 1616022"/>
                    <a:gd name="connsiteY3069" fmla="*/ 1450752 h 1899958"/>
                    <a:gd name="connsiteX3070" fmla="*/ 1043403 w 1616022"/>
                    <a:gd name="connsiteY3070" fmla="*/ 1448307 h 1899958"/>
                    <a:gd name="connsiteX3071" fmla="*/ 1050019 w 1616022"/>
                    <a:gd name="connsiteY3071" fmla="*/ 1448307 h 1899958"/>
                    <a:gd name="connsiteX3072" fmla="*/ 1050019 w 1616022"/>
                    <a:gd name="connsiteY3072" fmla="*/ 1445718 h 1899958"/>
                    <a:gd name="connsiteX3073" fmla="*/ 1055053 w 1616022"/>
                    <a:gd name="connsiteY3073" fmla="*/ 1445718 h 1899958"/>
                    <a:gd name="connsiteX3074" fmla="*/ 1057498 w 1616022"/>
                    <a:gd name="connsiteY3074" fmla="*/ 1442985 h 1899958"/>
                    <a:gd name="connsiteX3075" fmla="*/ 1062677 w 1616022"/>
                    <a:gd name="connsiteY3075" fmla="*/ 1442985 h 1899958"/>
                    <a:gd name="connsiteX3076" fmla="*/ 1067711 w 1616022"/>
                    <a:gd name="connsiteY3076" fmla="*/ 1440540 h 1899958"/>
                    <a:gd name="connsiteX3077" fmla="*/ 1067711 w 1616022"/>
                    <a:gd name="connsiteY3077" fmla="*/ 1445718 h 1899958"/>
                    <a:gd name="connsiteX3078" fmla="*/ 1070444 w 1616022"/>
                    <a:gd name="connsiteY3078" fmla="*/ 1445718 h 1899958"/>
                    <a:gd name="connsiteX3079" fmla="*/ 1070444 w 1616022"/>
                    <a:gd name="connsiteY3079" fmla="*/ 1448307 h 1899958"/>
                    <a:gd name="connsiteX3080" fmla="*/ 1085691 w 1616022"/>
                    <a:gd name="connsiteY3080" fmla="*/ 1448307 h 1899958"/>
                    <a:gd name="connsiteX3081" fmla="*/ 1085691 w 1616022"/>
                    <a:gd name="connsiteY3081" fmla="*/ 1450752 h 1899958"/>
                    <a:gd name="connsiteX3082" fmla="*/ 1088136 w 1616022"/>
                    <a:gd name="connsiteY3082" fmla="*/ 1450752 h 1899958"/>
                    <a:gd name="connsiteX3083" fmla="*/ 1088136 w 1616022"/>
                    <a:gd name="connsiteY3083" fmla="*/ 1448307 h 1899958"/>
                    <a:gd name="connsiteX3084" fmla="*/ 1090869 w 1616022"/>
                    <a:gd name="connsiteY3084" fmla="*/ 1448307 h 1899958"/>
                    <a:gd name="connsiteX3085" fmla="*/ 1090869 w 1616022"/>
                    <a:gd name="connsiteY3085" fmla="*/ 1445718 h 1899958"/>
                    <a:gd name="connsiteX3086" fmla="*/ 1093314 w 1616022"/>
                    <a:gd name="connsiteY3086" fmla="*/ 1445718 h 1899958"/>
                    <a:gd name="connsiteX3087" fmla="*/ 1093314 w 1616022"/>
                    <a:gd name="connsiteY3087" fmla="*/ 1442985 h 1899958"/>
                    <a:gd name="connsiteX3088" fmla="*/ 1101081 w 1616022"/>
                    <a:gd name="connsiteY3088" fmla="*/ 1442985 h 1899958"/>
                    <a:gd name="connsiteX3089" fmla="*/ 1101081 w 1616022"/>
                    <a:gd name="connsiteY3089" fmla="*/ 1440540 h 1899958"/>
                    <a:gd name="connsiteX3090" fmla="*/ 1103527 w 1616022"/>
                    <a:gd name="connsiteY3090" fmla="*/ 1440540 h 1899958"/>
                    <a:gd name="connsiteX3091" fmla="*/ 1103527 w 1616022"/>
                    <a:gd name="connsiteY3091" fmla="*/ 1437807 h 1899958"/>
                    <a:gd name="connsiteX3092" fmla="*/ 1105972 w 1616022"/>
                    <a:gd name="connsiteY3092" fmla="*/ 1437807 h 1899958"/>
                    <a:gd name="connsiteX3093" fmla="*/ 1105972 w 1616022"/>
                    <a:gd name="connsiteY3093" fmla="*/ 1435218 h 1899958"/>
                    <a:gd name="connsiteX3094" fmla="*/ 1113739 w 1616022"/>
                    <a:gd name="connsiteY3094" fmla="*/ 1435218 h 1899958"/>
                    <a:gd name="connsiteX3095" fmla="*/ 1113739 w 1616022"/>
                    <a:gd name="connsiteY3095" fmla="*/ 1427594 h 1899958"/>
                    <a:gd name="connsiteX3096" fmla="*/ 1116185 w 1616022"/>
                    <a:gd name="connsiteY3096" fmla="*/ 1427594 h 1899958"/>
                    <a:gd name="connsiteX3097" fmla="*/ 1116185 w 1616022"/>
                    <a:gd name="connsiteY3097" fmla="*/ 1425005 h 1899958"/>
                    <a:gd name="connsiteX3098" fmla="*/ 1118774 w 1616022"/>
                    <a:gd name="connsiteY3098" fmla="*/ 1425005 h 1899958"/>
                    <a:gd name="connsiteX3099" fmla="*/ 1118774 w 1616022"/>
                    <a:gd name="connsiteY3099" fmla="*/ 1423423 h 1899958"/>
                    <a:gd name="connsiteX3100" fmla="*/ 1123952 w 1616022"/>
                    <a:gd name="connsiteY3100" fmla="*/ 1423423 h 1899958"/>
                    <a:gd name="connsiteX3101" fmla="*/ 1123952 w 1616022"/>
                    <a:gd name="connsiteY3101" fmla="*/ 1420978 h 1899958"/>
                    <a:gd name="connsiteX3102" fmla="*/ 1126397 w 1616022"/>
                    <a:gd name="connsiteY3102" fmla="*/ 1420978 h 1899958"/>
                    <a:gd name="connsiteX3103" fmla="*/ 1126397 w 1616022"/>
                    <a:gd name="connsiteY3103" fmla="*/ 1418533 h 1899958"/>
                    <a:gd name="connsiteX3104" fmla="*/ 1131431 w 1616022"/>
                    <a:gd name="connsiteY3104" fmla="*/ 1418533 h 1899958"/>
                    <a:gd name="connsiteX3105" fmla="*/ 1131431 w 1616022"/>
                    <a:gd name="connsiteY3105" fmla="*/ 1413211 h 1899958"/>
                    <a:gd name="connsiteX3106" fmla="*/ 1136609 w 1616022"/>
                    <a:gd name="connsiteY3106" fmla="*/ 1413211 h 1899958"/>
                    <a:gd name="connsiteX3107" fmla="*/ 1136609 w 1616022"/>
                    <a:gd name="connsiteY3107" fmla="*/ 1410765 h 1899958"/>
                    <a:gd name="connsiteX3108" fmla="*/ 1139199 w 1616022"/>
                    <a:gd name="connsiteY3108" fmla="*/ 1410765 h 1899958"/>
                    <a:gd name="connsiteX3109" fmla="*/ 1139199 w 1616022"/>
                    <a:gd name="connsiteY3109" fmla="*/ 1402998 h 1899958"/>
                    <a:gd name="connsiteX3110" fmla="*/ 1141644 w 1616022"/>
                    <a:gd name="connsiteY3110" fmla="*/ 1402998 h 1899958"/>
                    <a:gd name="connsiteX3111" fmla="*/ 1144377 w 1616022"/>
                    <a:gd name="connsiteY3111" fmla="*/ 1400553 h 1899958"/>
                    <a:gd name="connsiteX3112" fmla="*/ 1144377 w 1616022"/>
                    <a:gd name="connsiteY3112" fmla="*/ 1402998 h 1899958"/>
                    <a:gd name="connsiteX3113" fmla="*/ 1146822 w 1616022"/>
                    <a:gd name="connsiteY3113" fmla="*/ 1402998 h 1899958"/>
                    <a:gd name="connsiteX3114" fmla="*/ 1146822 w 1616022"/>
                    <a:gd name="connsiteY3114" fmla="*/ 1400553 h 1899958"/>
                    <a:gd name="connsiteX3115" fmla="*/ 1151856 w 1616022"/>
                    <a:gd name="connsiteY3115" fmla="*/ 1400553 h 1899958"/>
                    <a:gd name="connsiteX3116" fmla="*/ 1151856 w 1616022"/>
                    <a:gd name="connsiteY3116" fmla="*/ 1402998 h 1899958"/>
                    <a:gd name="connsiteX3117" fmla="*/ 1157035 w 1616022"/>
                    <a:gd name="connsiteY3117" fmla="*/ 1402998 h 1899958"/>
                    <a:gd name="connsiteX3118" fmla="*/ 1157035 w 1616022"/>
                    <a:gd name="connsiteY3118" fmla="*/ 1400553 h 1899958"/>
                    <a:gd name="connsiteX3119" fmla="*/ 1154589 w 1616022"/>
                    <a:gd name="connsiteY3119" fmla="*/ 1400553 h 1899958"/>
                    <a:gd name="connsiteX3120" fmla="*/ 1151856 w 1616022"/>
                    <a:gd name="connsiteY3120" fmla="*/ 1398107 h 1899958"/>
                    <a:gd name="connsiteX3121" fmla="*/ 1159624 w 1616022"/>
                    <a:gd name="connsiteY3121" fmla="*/ 1398107 h 1899958"/>
                    <a:gd name="connsiteX3122" fmla="*/ 1162069 w 1616022"/>
                    <a:gd name="connsiteY3122" fmla="*/ 1395662 h 1899958"/>
                    <a:gd name="connsiteX3123" fmla="*/ 1165090 w 1616022"/>
                    <a:gd name="connsiteY3123" fmla="*/ 1395662 h 1899958"/>
                    <a:gd name="connsiteX3124" fmla="*/ 1165090 w 1616022"/>
                    <a:gd name="connsiteY3124" fmla="*/ 1398107 h 1899958"/>
                    <a:gd name="connsiteX3125" fmla="*/ 1167535 w 1616022"/>
                    <a:gd name="connsiteY3125" fmla="*/ 1398107 h 1899958"/>
                    <a:gd name="connsiteX3126" fmla="*/ 1167535 w 1616022"/>
                    <a:gd name="connsiteY3126" fmla="*/ 1394655 h 1899958"/>
                    <a:gd name="connsiteX3127" fmla="*/ 1170124 w 1616022"/>
                    <a:gd name="connsiteY3127" fmla="*/ 1394655 h 1899958"/>
                    <a:gd name="connsiteX3128" fmla="*/ 1170124 w 1616022"/>
                    <a:gd name="connsiteY3128" fmla="*/ 1389333 h 1899958"/>
                    <a:gd name="connsiteX3129" fmla="*/ 1172569 w 1616022"/>
                    <a:gd name="connsiteY3129" fmla="*/ 1389333 h 1899958"/>
                    <a:gd name="connsiteX3130" fmla="*/ 1172569 w 1616022"/>
                    <a:gd name="connsiteY3130" fmla="*/ 1384443 h 1899958"/>
                    <a:gd name="connsiteX3131" fmla="*/ 1175302 w 1616022"/>
                    <a:gd name="connsiteY3131" fmla="*/ 1384443 h 1899958"/>
                    <a:gd name="connsiteX3132" fmla="*/ 1175302 w 1616022"/>
                    <a:gd name="connsiteY3132" fmla="*/ 1381854 h 1899958"/>
                    <a:gd name="connsiteX3133" fmla="*/ 1182782 w 1616022"/>
                    <a:gd name="connsiteY3133" fmla="*/ 1381854 h 1899958"/>
                    <a:gd name="connsiteX3134" fmla="*/ 1182782 w 1616022"/>
                    <a:gd name="connsiteY3134" fmla="*/ 1384443 h 1899958"/>
                    <a:gd name="connsiteX3135" fmla="*/ 1210830 w 1616022"/>
                    <a:gd name="connsiteY3135" fmla="*/ 1384443 h 1899958"/>
                    <a:gd name="connsiteX3136" fmla="*/ 1210830 w 1616022"/>
                    <a:gd name="connsiteY3136" fmla="*/ 1386888 h 1899958"/>
                    <a:gd name="connsiteX3137" fmla="*/ 1223632 w 1616022"/>
                    <a:gd name="connsiteY3137" fmla="*/ 1386888 h 1899958"/>
                    <a:gd name="connsiteX3138" fmla="*/ 1223632 w 1616022"/>
                    <a:gd name="connsiteY3138" fmla="*/ 1384443 h 1899958"/>
                    <a:gd name="connsiteX3139" fmla="*/ 1226077 w 1616022"/>
                    <a:gd name="connsiteY3139" fmla="*/ 1384443 h 1899958"/>
                    <a:gd name="connsiteX3140" fmla="*/ 1226077 w 1616022"/>
                    <a:gd name="connsiteY3140" fmla="*/ 1381854 h 1899958"/>
                    <a:gd name="connsiteX3141" fmla="*/ 1231255 w 1616022"/>
                    <a:gd name="connsiteY3141" fmla="*/ 1381854 h 1899958"/>
                    <a:gd name="connsiteX3142" fmla="*/ 1231255 w 1616022"/>
                    <a:gd name="connsiteY3142" fmla="*/ 1380272 h 1899958"/>
                    <a:gd name="connsiteX3143" fmla="*/ 1233844 w 1616022"/>
                    <a:gd name="connsiteY3143" fmla="*/ 1380272 h 1899958"/>
                    <a:gd name="connsiteX3144" fmla="*/ 1233844 w 1616022"/>
                    <a:gd name="connsiteY3144" fmla="*/ 1377826 h 1899958"/>
                    <a:gd name="connsiteX3145" fmla="*/ 1237009 w 1616022"/>
                    <a:gd name="connsiteY3145" fmla="*/ 1377826 h 1899958"/>
                    <a:gd name="connsiteX3146" fmla="*/ 1237009 w 1616022"/>
                    <a:gd name="connsiteY3146" fmla="*/ 1372792 h 1899958"/>
                    <a:gd name="connsiteX3147" fmla="*/ 1239742 w 1616022"/>
                    <a:gd name="connsiteY3147" fmla="*/ 1372792 h 1899958"/>
                    <a:gd name="connsiteX3148" fmla="*/ 1239742 w 1616022"/>
                    <a:gd name="connsiteY3148" fmla="*/ 1367614 h 1899958"/>
                    <a:gd name="connsiteX3149" fmla="*/ 1242187 w 1616022"/>
                    <a:gd name="connsiteY3149" fmla="*/ 1367614 h 1899958"/>
                    <a:gd name="connsiteX3150" fmla="*/ 1242187 w 1616022"/>
                    <a:gd name="connsiteY3150" fmla="*/ 1365169 h 1899958"/>
                    <a:gd name="connsiteX3151" fmla="*/ 1244776 w 1616022"/>
                    <a:gd name="connsiteY3151" fmla="*/ 1365169 h 1899958"/>
                    <a:gd name="connsiteX3152" fmla="*/ 1244776 w 1616022"/>
                    <a:gd name="connsiteY3152" fmla="*/ 1362579 h 1899958"/>
                    <a:gd name="connsiteX3153" fmla="*/ 1242187 w 1616022"/>
                    <a:gd name="connsiteY3153" fmla="*/ 1362579 h 1899958"/>
                    <a:gd name="connsiteX3154" fmla="*/ 1242187 w 1616022"/>
                    <a:gd name="connsiteY3154" fmla="*/ 1359846 h 1899958"/>
                    <a:gd name="connsiteX3155" fmla="*/ 1244776 w 1616022"/>
                    <a:gd name="connsiteY3155" fmla="*/ 1359846 h 1899958"/>
                    <a:gd name="connsiteX3156" fmla="*/ 1244776 w 1616022"/>
                    <a:gd name="connsiteY3156" fmla="*/ 1357401 h 1899958"/>
                    <a:gd name="connsiteX3157" fmla="*/ 1249954 w 1616022"/>
                    <a:gd name="connsiteY3157" fmla="*/ 1357401 h 1899958"/>
                    <a:gd name="connsiteX3158" fmla="*/ 1249954 w 1616022"/>
                    <a:gd name="connsiteY3158" fmla="*/ 1354956 h 1899958"/>
                    <a:gd name="connsiteX3159" fmla="*/ 1251392 w 1616022"/>
                    <a:gd name="connsiteY3159" fmla="*/ 1354956 h 1899958"/>
                    <a:gd name="connsiteX3160" fmla="*/ 1251392 w 1616022"/>
                    <a:gd name="connsiteY3160" fmla="*/ 1351504 h 1899958"/>
                    <a:gd name="connsiteX3161" fmla="*/ 1253981 w 1616022"/>
                    <a:gd name="connsiteY3161" fmla="*/ 1351504 h 1899958"/>
                    <a:gd name="connsiteX3162" fmla="*/ 1253981 w 1616022"/>
                    <a:gd name="connsiteY3162" fmla="*/ 1341292 h 1899958"/>
                    <a:gd name="connsiteX3163" fmla="*/ 1256427 w 1616022"/>
                    <a:gd name="connsiteY3163" fmla="*/ 1341292 h 1899958"/>
                    <a:gd name="connsiteX3164" fmla="*/ 1256427 w 1616022"/>
                    <a:gd name="connsiteY3164" fmla="*/ 1338559 h 1899958"/>
                    <a:gd name="connsiteX3165" fmla="*/ 1253981 w 1616022"/>
                    <a:gd name="connsiteY3165" fmla="*/ 1338559 h 1899958"/>
                    <a:gd name="connsiteX3166" fmla="*/ 1253981 w 1616022"/>
                    <a:gd name="connsiteY3166" fmla="*/ 1336113 h 1899958"/>
                    <a:gd name="connsiteX3167" fmla="*/ 1256427 w 1616022"/>
                    <a:gd name="connsiteY3167" fmla="*/ 1336113 h 1899958"/>
                    <a:gd name="connsiteX3168" fmla="*/ 1256427 w 1616022"/>
                    <a:gd name="connsiteY3168" fmla="*/ 1333668 h 1899958"/>
                    <a:gd name="connsiteX3169" fmla="*/ 1258872 w 1616022"/>
                    <a:gd name="connsiteY3169" fmla="*/ 1333668 h 1899958"/>
                    <a:gd name="connsiteX3170" fmla="*/ 1258872 w 1616022"/>
                    <a:gd name="connsiteY3170" fmla="*/ 1331079 h 1899958"/>
                    <a:gd name="connsiteX3171" fmla="*/ 1261605 w 1616022"/>
                    <a:gd name="connsiteY3171" fmla="*/ 1328346 h 1899958"/>
                    <a:gd name="connsiteX3172" fmla="*/ 1264194 w 1616022"/>
                    <a:gd name="connsiteY3172" fmla="*/ 1328346 h 1899958"/>
                    <a:gd name="connsiteX3173" fmla="*/ 1264194 w 1616022"/>
                    <a:gd name="connsiteY3173" fmla="*/ 1325901 h 1899958"/>
                    <a:gd name="connsiteX3174" fmla="*/ 1266639 w 1616022"/>
                    <a:gd name="connsiteY3174" fmla="*/ 1325901 h 1899958"/>
                    <a:gd name="connsiteX3175" fmla="*/ 1266639 w 1616022"/>
                    <a:gd name="connsiteY3175" fmla="*/ 1323455 h 1899958"/>
                    <a:gd name="connsiteX3176" fmla="*/ 1269085 w 1616022"/>
                    <a:gd name="connsiteY3176" fmla="*/ 1323455 h 1899958"/>
                    <a:gd name="connsiteX3177" fmla="*/ 1269085 w 1616022"/>
                    <a:gd name="connsiteY3177" fmla="*/ 1321010 h 1899958"/>
                    <a:gd name="connsiteX3178" fmla="*/ 1274263 w 1616022"/>
                    <a:gd name="connsiteY3178" fmla="*/ 1321010 h 1899958"/>
                    <a:gd name="connsiteX3179" fmla="*/ 1274263 w 1616022"/>
                    <a:gd name="connsiteY3179" fmla="*/ 1318133 h 1899958"/>
                    <a:gd name="connsiteX3180" fmla="*/ 1276852 w 1616022"/>
                    <a:gd name="connsiteY3180" fmla="*/ 1318133 h 1899958"/>
                    <a:gd name="connsiteX3181" fmla="*/ 1276852 w 1616022"/>
                    <a:gd name="connsiteY3181" fmla="*/ 1315688 h 1899958"/>
                    <a:gd name="connsiteX3182" fmla="*/ 1274263 w 1616022"/>
                    <a:gd name="connsiteY3182" fmla="*/ 1315688 h 1899958"/>
                    <a:gd name="connsiteX3183" fmla="*/ 1274263 w 1616022"/>
                    <a:gd name="connsiteY3183" fmla="*/ 1313243 h 1899958"/>
                    <a:gd name="connsiteX3184" fmla="*/ 1276852 w 1616022"/>
                    <a:gd name="connsiteY3184" fmla="*/ 1313243 h 1899958"/>
                    <a:gd name="connsiteX3185" fmla="*/ 1276852 w 1616022"/>
                    <a:gd name="connsiteY3185" fmla="*/ 1310798 h 1899958"/>
                    <a:gd name="connsiteX3186" fmla="*/ 1280160 w 1616022"/>
                    <a:gd name="connsiteY3186" fmla="*/ 1310798 h 1899958"/>
                    <a:gd name="connsiteX3187" fmla="*/ 1280160 w 1616022"/>
                    <a:gd name="connsiteY3187" fmla="*/ 1303031 h 1899958"/>
                    <a:gd name="connsiteX3188" fmla="*/ 1275126 w 1616022"/>
                    <a:gd name="connsiteY3188" fmla="*/ 1303031 h 1899958"/>
                    <a:gd name="connsiteX3189" fmla="*/ 1275126 w 1616022"/>
                    <a:gd name="connsiteY3189" fmla="*/ 1297996 h 1899958"/>
                    <a:gd name="connsiteX3190" fmla="*/ 1272681 w 1616022"/>
                    <a:gd name="connsiteY3190" fmla="*/ 1297996 h 1899958"/>
                    <a:gd name="connsiteX3191" fmla="*/ 1275126 w 1616022"/>
                    <a:gd name="connsiteY3191" fmla="*/ 1295263 h 1899958"/>
                    <a:gd name="connsiteX3192" fmla="*/ 1280160 w 1616022"/>
                    <a:gd name="connsiteY3192" fmla="*/ 1295263 h 1899958"/>
                    <a:gd name="connsiteX3193" fmla="*/ 1280160 w 1616022"/>
                    <a:gd name="connsiteY3193" fmla="*/ 1292818 h 1899958"/>
                    <a:gd name="connsiteX3194" fmla="*/ 1277715 w 1616022"/>
                    <a:gd name="connsiteY3194" fmla="*/ 1292818 h 1899958"/>
                    <a:gd name="connsiteX3195" fmla="*/ 1277715 w 1616022"/>
                    <a:gd name="connsiteY3195" fmla="*/ 1290373 h 1899958"/>
                    <a:gd name="connsiteX3196" fmla="*/ 1272681 w 1616022"/>
                    <a:gd name="connsiteY3196" fmla="*/ 1290373 h 1899958"/>
                    <a:gd name="connsiteX3197" fmla="*/ 1269948 w 1616022"/>
                    <a:gd name="connsiteY3197" fmla="*/ 1287784 h 1899958"/>
                    <a:gd name="connsiteX3198" fmla="*/ 1269948 w 1616022"/>
                    <a:gd name="connsiteY3198" fmla="*/ 1285051 h 1899958"/>
                    <a:gd name="connsiteX3199" fmla="*/ 1262468 w 1616022"/>
                    <a:gd name="connsiteY3199" fmla="*/ 1285051 h 1899958"/>
                    <a:gd name="connsiteX3200" fmla="*/ 1262468 w 1616022"/>
                    <a:gd name="connsiteY3200" fmla="*/ 1282605 h 1899958"/>
                    <a:gd name="connsiteX3201" fmla="*/ 1259735 w 1616022"/>
                    <a:gd name="connsiteY3201" fmla="*/ 1282605 h 1899958"/>
                    <a:gd name="connsiteX3202" fmla="*/ 1259735 w 1616022"/>
                    <a:gd name="connsiteY3202" fmla="*/ 1280160 h 1899958"/>
                    <a:gd name="connsiteX3203" fmla="*/ 1249810 w 1616022"/>
                    <a:gd name="connsiteY3203" fmla="*/ 1280160 h 1899958"/>
                    <a:gd name="connsiteX3204" fmla="*/ 1249810 w 1616022"/>
                    <a:gd name="connsiteY3204" fmla="*/ 1277571 h 1899958"/>
                    <a:gd name="connsiteX3205" fmla="*/ 1254844 w 1616022"/>
                    <a:gd name="connsiteY3205" fmla="*/ 1277571 h 1899958"/>
                    <a:gd name="connsiteX3206" fmla="*/ 1254844 w 1616022"/>
                    <a:gd name="connsiteY3206" fmla="*/ 1274838 h 1899958"/>
                    <a:gd name="connsiteX3207" fmla="*/ 1259735 w 1616022"/>
                    <a:gd name="connsiteY3207" fmla="*/ 1274838 h 1899958"/>
                    <a:gd name="connsiteX3208" fmla="*/ 1259735 w 1616022"/>
                    <a:gd name="connsiteY3208" fmla="*/ 1277571 h 1899958"/>
                    <a:gd name="connsiteX3209" fmla="*/ 1269948 w 1616022"/>
                    <a:gd name="connsiteY3209" fmla="*/ 1277571 h 1899958"/>
                    <a:gd name="connsiteX3210" fmla="*/ 1269948 w 1616022"/>
                    <a:gd name="connsiteY3210" fmla="*/ 1269947 h 1899958"/>
                    <a:gd name="connsiteX3211" fmla="*/ 1267502 w 1616022"/>
                    <a:gd name="connsiteY3211" fmla="*/ 1269947 h 1899958"/>
                    <a:gd name="connsiteX3212" fmla="*/ 1267502 w 1616022"/>
                    <a:gd name="connsiteY3212" fmla="*/ 1267358 h 1899958"/>
                    <a:gd name="connsiteX3213" fmla="*/ 1262468 w 1616022"/>
                    <a:gd name="connsiteY3213" fmla="*/ 1267358 h 1899958"/>
                    <a:gd name="connsiteX3214" fmla="*/ 1262468 w 1616022"/>
                    <a:gd name="connsiteY3214" fmla="*/ 1265201 h 1899958"/>
                    <a:gd name="connsiteX3215" fmla="*/ 1259735 w 1616022"/>
                    <a:gd name="connsiteY3215" fmla="*/ 1265201 h 1899958"/>
                    <a:gd name="connsiteX3216" fmla="*/ 1257290 w 1616022"/>
                    <a:gd name="connsiteY3216" fmla="*/ 1262756 h 1899958"/>
                    <a:gd name="connsiteX3217" fmla="*/ 1251392 w 1616022"/>
                    <a:gd name="connsiteY3217" fmla="*/ 1262756 h 1899958"/>
                    <a:gd name="connsiteX3218" fmla="*/ 1251392 w 1616022"/>
                    <a:gd name="connsiteY3218" fmla="*/ 1260311 h 1899958"/>
                    <a:gd name="connsiteX3219" fmla="*/ 1246215 w 1616022"/>
                    <a:gd name="connsiteY3219" fmla="*/ 1260311 h 1899958"/>
                    <a:gd name="connsiteX3220" fmla="*/ 1246215 w 1616022"/>
                    <a:gd name="connsiteY3220" fmla="*/ 1257722 h 1899958"/>
                    <a:gd name="connsiteX3221" fmla="*/ 1238735 w 1616022"/>
                    <a:gd name="connsiteY3221" fmla="*/ 1257722 h 1899958"/>
                    <a:gd name="connsiteX3222" fmla="*/ 1238735 w 1616022"/>
                    <a:gd name="connsiteY3222" fmla="*/ 1254989 h 1899958"/>
                    <a:gd name="connsiteX3223" fmla="*/ 1215577 w 1616022"/>
                    <a:gd name="connsiteY3223" fmla="*/ 1254989 h 1899958"/>
                    <a:gd name="connsiteX3224" fmla="*/ 1215577 w 1616022"/>
                    <a:gd name="connsiteY3224" fmla="*/ 1252543 h 1899958"/>
                    <a:gd name="connsiteX3225" fmla="*/ 1202919 w 1616022"/>
                    <a:gd name="connsiteY3225" fmla="*/ 1252543 h 1899958"/>
                    <a:gd name="connsiteX3226" fmla="*/ 1202919 w 1616022"/>
                    <a:gd name="connsiteY3226" fmla="*/ 1254989 h 1899958"/>
                    <a:gd name="connsiteX3227" fmla="*/ 1190117 w 1616022"/>
                    <a:gd name="connsiteY3227" fmla="*/ 1254989 h 1899958"/>
                    <a:gd name="connsiteX3228" fmla="*/ 1190117 w 1616022"/>
                    <a:gd name="connsiteY3228" fmla="*/ 1257722 h 1899958"/>
                    <a:gd name="connsiteX3229" fmla="*/ 1182494 w 1616022"/>
                    <a:gd name="connsiteY3229" fmla="*/ 1257722 h 1899958"/>
                    <a:gd name="connsiteX3230" fmla="*/ 1182494 w 1616022"/>
                    <a:gd name="connsiteY3230" fmla="*/ 1260311 h 1899958"/>
                    <a:gd name="connsiteX3231" fmla="*/ 1169836 w 1616022"/>
                    <a:gd name="connsiteY3231" fmla="*/ 1260311 h 1899958"/>
                    <a:gd name="connsiteX3232" fmla="*/ 1167247 w 1616022"/>
                    <a:gd name="connsiteY3232" fmla="*/ 1262756 h 1899958"/>
                    <a:gd name="connsiteX3233" fmla="*/ 1159624 w 1616022"/>
                    <a:gd name="connsiteY3233" fmla="*/ 1262756 h 1899958"/>
                    <a:gd name="connsiteX3234" fmla="*/ 1159624 w 1616022"/>
                    <a:gd name="connsiteY3234" fmla="*/ 1265201 h 1899958"/>
                    <a:gd name="connsiteX3235" fmla="*/ 1157035 w 1616022"/>
                    <a:gd name="connsiteY3235" fmla="*/ 1265201 h 1899958"/>
                    <a:gd name="connsiteX3236" fmla="*/ 1157035 w 1616022"/>
                    <a:gd name="connsiteY3236" fmla="*/ 1267934 h 1899958"/>
                    <a:gd name="connsiteX3237" fmla="*/ 1151856 w 1616022"/>
                    <a:gd name="connsiteY3237" fmla="*/ 1267934 h 1899958"/>
                    <a:gd name="connsiteX3238" fmla="*/ 1151856 w 1616022"/>
                    <a:gd name="connsiteY3238" fmla="*/ 1270523 h 1899958"/>
                    <a:gd name="connsiteX3239" fmla="*/ 1146822 w 1616022"/>
                    <a:gd name="connsiteY3239" fmla="*/ 1270523 h 1899958"/>
                    <a:gd name="connsiteX3240" fmla="*/ 1146822 w 1616022"/>
                    <a:gd name="connsiteY3240" fmla="*/ 1272968 h 1899958"/>
                    <a:gd name="connsiteX3241" fmla="*/ 1141644 w 1616022"/>
                    <a:gd name="connsiteY3241" fmla="*/ 1272968 h 1899958"/>
                    <a:gd name="connsiteX3242" fmla="*/ 1141644 w 1616022"/>
                    <a:gd name="connsiteY3242" fmla="*/ 1275413 h 1899958"/>
                    <a:gd name="connsiteX3243" fmla="*/ 1134164 w 1616022"/>
                    <a:gd name="connsiteY3243" fmla="*/ 1275413 h 1899958"/>
                    <a:gd name="connsiteX3244" fmla="*/ 1134164 w 1616022"/>
                    <a:gd name="connsiteY3244" fmla="*/ 1278146 h 1899958"/>
                    <a:gd name="connsiteX3245" fmla="*/ 1128986 w 1616022"/>
                    <a:gd name="connsiteY3245" fmla="*/ 1278146 h 1899958"/>
                    <a:gd name="connsiteX3246" fmla="*/ 1128986 w 1616022"/>
                    <a:gd name="connsiteY3246" fmla="*/ 1280735 h 1899958"/>
                    <a:gd name="connsiteX3247" fmla="*/ 1123952 w 1616022"/>
                    <a:gd name="connsiteY3247" fmla="*/ 1280735 h 1899958"/>
                    <a:gd name="connsiteX3248" fmla="*/ 1123952 w 1616022"/>
                    <a:gd name="connsiteY3248" fmla="*/ 1283181 h 1899958"/>
                    <a:gd name="connsiteX3249" fmla="*/ 1121938 w 1616022"/>
                    <a:gd name="connsiteY3249" fmla="*/ 1283181 h 1899958"/>
                    <a:gd name="connsiteX3250" fmla="*/ 1121938 w 1616022"/>
                    <a:gd name="connsiteY3250" fmla="*/ 1285626 h 1899958"/>
                    <a:gd name="connsiteX3251" fmla="*/ 1116904 w 1616022"/>
                    <a:gd name="connsiteY3251" fmla="*/ 1285626 h 1899958"/>
                    <a:gd name="connsiteX3252" fmla="*/ 1116904 w 1616022"/>
                    <a:gd name="connsiteY3252" fmla="*/ 1288359 h 1899958"/>
                    <a:gd name="connsiteX3253" fmla="*/ 1114459 w 1616022"/>
                    <a:gd name="connsiteY3253" fmla="*/ 1288359 h 1899958"/>
                    <a:gd name="connsiteX3254" fmla="*/ 1114459 w 1616022"/>
                    <a:gd name="connsiteY3254" fmla="*/ 1290948 h 1899958"/>
                    <a:gd name="connsiteX3255" fmla="*/ 1111726 w 1616022"/>
                    <a:gd name="connsiteY3255" fmla="*/ 1290948 h 1899958"/>
                    <a:gd name="connsiteX3256" fmla="*/ 1109280 w 1616022"/>
                    <a:gd name="connsiteY3256" fmla="*/ 1293393 h 1899958"/>
                    <a:gd name="connsiteX3257" fmla="*/ 1106691 w 1616022"/>
                    <a:gd name="connsiteY3257" fmla="*/ 1293393 h 1899958"/>
                    <a:gd name="connsiteX3258" fmla="*/ 1106691 w 1616022"/>
                    <a:gd name="connsiteY3258" fmla="*/ 1295839 h 1899958"/>
                    <a:gd name="connsiteX3259" fmla="*/ 1104246 w 1616022"/>
                    <a:gd name="connsiteY3259" fmla="*/ 1298572 h 1899958"/>
                    <a:gd name="connsiteX3260" fmla="*/ 1104246 w 1616022"/>
                    <a:gd name="connsiteY3260" fmla="*/ 1301161 h 1899958"/>
                    <a:gd name="connsiteX3261" fmla="*/ 1099068 w 1616022"/>
                    <a:gd name="connsiteY3261" fmla="*/ 1301161 h 1899958"/>
                    <a:gd name="connsiteX3262" fmla="*/ 1096622 w 1616022"/>
                    <a:gd name="connsiteY3262" fmla="*/ 1303606 h 1899958"/>
                    <a:gd name="connsiteX3263" fmla="*/ 1094033 w 1616022"/>
                    <a:gd name="connsiteY3263" fmla="*/ 1303606 h 1899958"/>
                    <a:gd name="connsiteX3264" fmla="*/ 1094033 w 1616022"/>
                    <a:gd name="connsiteY3264" fmla="*/ 1306051 h 1899958"/>
                    <a:gd name="connsiteX3265" fmla="*/ 1091588 w 1616022"/>
                    <a:gd name="connsiteY3265" fmla="*/ 1306051 h 1899958"/>
                    <a:gd name="connsiteX3266" fmla="*/ 1091588 w 1616022"/>
                    <a:gd name="connsiteY3266" fmla="*/ 1308352 h 1899958"/>
                    <a:gd name="connsiteX3267" fmla="*/ 1088855 w 1616022"/>
                    <a:gd name="connsiteY3267" fmla="*/ 1308352 h 1899958"/>
                    <a:gd name="connsiteX3268" fmla="*/ 1088855 w 1616022"/>
                    <a:gd name="connsiteY3268" fmla="*/ 1311229 h 1899958"/>
                    <a:gd name="connsiteX3269" fmla="*/ 1086410 w 1616022"/>
                    <a:gd name="connsiteY3269" fmla="*/ 1311229 h 1899958"/>
                    <a:gd name="connsiteX3270" fmla="*/ 1086410 w 1616022"/>
                    <a:gd name="connsiteY3270" fmla="*/ 1313674 h 1899958"/>
                    <a:gd name="connsiteX3271" fmla="*/ 1083821 w 1616022"/>
                    <a:gd name="connsiteY3271" fmla="*/ 1313674 h 1899958"/>
                    <a:gd name="connsiteX3272" fmla="*/ 1083821 w 1616022"/>
                    <a:gd name="connsiteY3272" fmla="*/ 1316120 h 1899958"/>
                    <a:gd name="connsiteX3273" fmla="*/ 1081376 w 1616022"/>
                    <a:gd name="connsiteY3273" fmla="*/ 1316120 h 1899958"/>
                    <a:gd name="connsiteX3274" fmla="*/ 1081376 w 1616022"/>
                    <a:gd name="connsiteY3274" fmla="*/ 1318565 h 1899958"/>
                    <a:gd name="connsiteX3275" fmla="*/ 1078787 w 1616022"/>
                    <a:gd name="connsiteY3275" fmla="*/ 1318565 h 1899958"/>
                    <a:gd name="connsiteX3276" fmla="*/ 1076341 w 1616022"/>
                    <a:gd name="connsiteY3276" fmla="*/ 1321442 h 1899958"/>
                    <a:gd name="connsiteX3277" fmla="*/ 1076341 w 1616022"/>
                    <a:gd name="connsiteY3277" fmla="*/ 1323887 h 1899958"/>
                    <a:gd name="connsiteX3278" fmla="*/ 1073752 w 1616022"/>
                    <a:gd name="connsiteY3278" fmla="*/ 1323887 h 1899958"/>
                    <a:gd name="connsiteX3279" fmla="*/ 1073752 w 1616022"/>
                    <a:gd name="connsiteY3279" fmla="*/ 1326332 h 1899958"/>
                    <a:gd name="connsiteX3280" fmla="*/ 1071307 w 1616022"/>
                    <a:gd name="connsiteY3280" fmla="*/ 1326332 h 1899958"/>
                    <a:gd name="connsiteX3281" fmla="*/ 1071307 w 1616022"/>
                    <a:gd name="connsiteY3281" fmla="*/ 1328778 h 1899958"/>
                    <a:gd name="connsiteX3282" fmla="*/ 1068574 w 1616022"/>
                    <a:gd name="connsiteY3282" fmla="*/ 1328778 h 1899958"/>
                    <a:gd name="connsiteX3283" fmla="*/ 1068574 w 1616022"/>
                    <a:gd name="connsiteY3283" fmla="*/ 1331510 h 1899958"/>
                    <a:gd name="connsiteX3284" fmla="*/ 1066129 w 1616022"/>
                    <a:gd name="connsiteY3284" fmla="*/ 1331510 h 1899958"/>
                    <a:gd name="connsiteX3285" fmla="*/ 1066129 w 1616022"/>
                    <a:gd name="connsiteY3285" fmla="*/ 1334100 h 1899958"/>
                    <a:gd name="connsiteX3286" fmla="*/ 1063540 w 1616022"/>
                    <a:gd name="connsiteY3286" fmla="*/ 1334100 h 1899958"/>
                    <a:gd name="connsiteX3287" fmla="*/ 1037937 w 1616022"/>
                    <a:gd name="connsiteY3287" fmla="*/ 1301017 h 1899958"/>
                    <a:gd name="connsiteX3288" fmla="*/ 1037937 w 1616022"/>
                    <a:gd name="connsiteY3288" fmla="*/ 1298428 h 1899958"/>
                    <a:gd name="connsiteX3289" fmla="*/ 1040670 w 1616022"/>
                    <a:gd name="connsiteY3289" fmla="*/ 1290804 h 1899958"/>
                    <a:gd name="connsiteX3290" fmla="*/ 1040670 w 1616022"/>
                    <a:gd name="connsiteY3290" fmla="*/ 1288215 h 1899958"/>
                    <a:gd name="connsiteX3291" fmla="*/ 1043115 w 1616022"/>
                    <a:gd name="connsiteY3291" fmla="*/ 1285482 h 1899958"/>
                    <a:gd name="connsiteX3292" fmla="*/ 1043115 w 1616022"/>
                    <a:gd name="connsiteY3292" fmla="*/ 1280592 h 1899958"/>
                    <a:gd name="connsiteX3293" fmla="*/ 1040670 w 1616022"/>
                    <a:gd name="connsiteY3293" fmla="*/ 1267790 h 1899958"/>
                    <a:gd name="connsiteX3294" fmla="*/ 1040670 w 1616022"/>
                    <a:gd name="connsiteY3294" fmla="*/ 1257578 h 1899958"/>
                    <a:gd name="connsiteX3295" fmla="*/ 1037937 w 1616022"/>
                    <a:gd name="connsiteY3295" fmla="*/ 1249954 h 1899958"/>
                    <a:gd name="connsiteX3296" fmla="*/ 1037937 w 1616022"/>
                    <a:gd name="connsiteY3296" fmla="*/ 1239742 h 1899958"/>
                    <a:gd name="connsiteX3297" fmla="*/ 1040670 w 1616022"/>
                    <a:gd name="connsiteY3297" fmla="*/ 1239742 h 1899958"/>
                    <a:gd name="connsiteX3298" fmla="*/ 1043115 w 1616022"/>
                    <a:gd name="connsiteY3298" fmla="*/ 1242187 h 1899958"/>
                    <a:gd name="connsiteX3299" fmla="*/ 1043115 w 1616022"/>
                    <a:gd name="connsiteY3299" fmla="*/ 1239742 h 1899958"/>
                    <a:gd name="connsiteX3300" fmla="*/ 1045704 w 1616022"/>
                    <a:gd name="connsiteY3300" fmla="*/ 1229529 h 1899958"/>
                    <a:gd name="connsiteX3301" fmla="*/ 1043115 w 1616022"/>
                    <a:gd name="connsiteY3301" fmla="*/ 1229529 h 1899958"/>
                    <a:gd name="connsiteX3302" fmla="*/ 1043115 w 1616022"/>
                    <a:gd name="connsiteY3302" fmla="*/ 1219317 h 1899958"/>
                    <a:gd name="connsiteX3303" fmla="*/ 1045704 w 1616022"/>
                    <a:gd name="connsiteY3303" fmla="*/ 1219317 h 1899958"/>
                    <a:gd name="connsiteX3304" fmla="*/ 1045704 w 1616022"/>
                    <a:gd name="connsiteY3304" fmla="*/ 1216872 h 1899958"/>
                    <a:gd name="connsiteX3305" fmla="*/ 1050019 w 1616022"/>
                    <a:gd name="connsiteY3305" fmla="*/ 1216872 h 1899958"/>
                    <a:gd name="connsiteX3306" fmla="*/ 1050019 w 1616022"/>
                    <a:gd name="connsiteY3306" fmla="*/ 1214139 h 1899958"/>
                    <a:gd name="connsiteX3307" fmla="*/ 1052464 w 1616022"/>
                    <a:gd name="connsiteY3307" fmla="*/ 1214139 h 1899958"/>
                    <a:gd name="connsiteX3308" fmla="*/ 1052464 w 1616022"/>
                    <a:gd name="connsiteY3308" fmla="*/ 1211549 h 1899958"/>
                    <a:gd name="connsiteX3309" fmla="*/ 1055053 w 1616022"/>
                    <a:gd name="connsiteY3309" fmla="*/ 1211549 h 1899958"/>
                    <a:gd name="connsiteX3310" fmla="*/ 1055053 w 1616022"/>
                    <a:gd name="connsiteY3310" fmla="*/ 1209104 h 1899958"/>
                    <a:gd name="connsiteX3311" fmla="*/ 1052464 w 1616022"/>
                    <a:gd name="connsiteY3311" fmla="*/ 1206659 h 1899958"/>
                    <a:gd name="connsiteX3312" fmla="*/ 1055053 w 1616022"/>
                    <a:gd name="connsiteY3312" fmla="*/ 1206659 h 1899958"/>
                    <a:gd name="connsiteX3313" fmla="*/ 1055053 w 1616022"/>
                    <a:gd name="connsiteY3313" fmla="*/ 1201337 h 1899958"/>
                    <a:gd name="connsiteX3314" fmla="*/ 1057498 w 1616022"/>
                    <a:gd name="connsiteY3314" fmla="*/ 1201337 h 1899958"/>
                    <a:gd name="connsiteX3315" fmla="*/ 1057498 w 1616022"/>
                    <a:gd name="connsiteY3315" fmla="*/ 1198892 h 1899958"/>
                    <a:gd name="connsiteX3316" fmla="*/ 1060231 w 1616022"/>
                    <a:gd name="connsiteY3316" fmla="*/ 1198892 h 1899958"/>
                    <a:gd name="connsiteX3317" fmla="*/ 1060231 w 1616022"/>
                    <a:gd name="connsiteY3317" fmla="*/ 1196446 h 1899958"/>
                    <a:gd name="connsiteX3318" fmla="*/ 1070444 w 1616022"/>
                    <a:gd name="connsiteY3318" fmla="*/ 1196446 h 1899958"/>
                    <a:gd name="connsiteX3319" fmla="*/ 1070444 w 1616022"/>
                    <a:gd name="connsiteY3319" fmla="*/ 1191124 h 1899958"/>
                    <a:gd name="connsiteX3320" fmla="*/ 1067711 w 1616022"/>
                    <a:gd name="connsiteY3320" fmla="*/ 1191124 h 1899958"/>
                    <a:gd name="connsiteX3321" fmla="*/ 1065266 w 1616022"/>
                    <a:gd name="connsiteY3321" fmla="*/ 1193857 h 1899958"/>
                    <a:gd name="connsiteX3322" fmla="*/ 1062677 w 1616022"/>
                    <a:gd name="connsiteY3322" fmla="*/ 1193857 h 1899958"/>
                    <a:gd name="connsiteX3323" fmla="*/ 1062677 w 1616022"/>
                    <a:gd name="connsiteY3323" fmla="*/ 1188679 h 1899958"/>
                    <a:gd name="connsiteX3324" fmla="*/ 1060231 w 1616022"/>
                    <a:gd name="connsiteY3324" fmla="*/ 1188679 h 1899958"/>
                    <a:gd name="connsiteX3325" fmla="*/ 1060231 w 1616022"/>
                    <a:gd name="connsiteY3325" fmla="*/ 1186234 h 1899958"/>
                    <a:gd name="connsiteX3326" fmla="*/ 1062677 w 1616022"/>
                    <a:gd name="connsiteY3326" fmla="*/ 1186234 h 1899958"/>
                    <a:gd name="connsiteX3327" fmla="*/ 1062677 w 1616022"/>
                    <a:gd name="connsiteY3327" fmla="*/ 1183645 h 1899958"/>
                    <a:gd name="connsiteX3328" fmla="*/ 1065266 w 1616022"/>
                    <a:gd name="connsiteY3328" fmla="*/ 1183645 h 1899958"/>
                    <a:gd name="connsiteX3329" fmla="*/ 1065266 w 1616022"/>
                    <a:gd name="connsiteY3329" fmla="*/ 1180912 h 1899958"/>
                    <a:gd name="connsiteX3330" fmla="*/ 1067711 w 1616022"/>
                    <a:gd name="connsiteY3330" fmla="*/ 1180912 h 1899958"/>
                    <a:gd name="connsiteX3331" fmla="*/ 1067711 w 1616022"/>
                    <a:gd name="connsiteY3331" fmla="*/ 1183645 h 1899958"/>
                    <a:gd name="connsiteX3332" fmla="*/ 1070444 w 1616022"/>
                    <a:gd name="connsiteY3332" fmla="*/ 1186234 h 1899958"/>
                    <a:gd name="connsiteX3333" fmla="*/ 1075478 w 1616022"/>
                    <a:gd name="connsiteY3333" fmla="*/ 1186234 h 1899958"/>
                    <a:gd name="connsiteX3334" fmla="*/ 1075478 w 1616022"/>
                    <a:gd name="connsiteY3334" fmla="*/ 1183645 h 1899958"/>
                    <a:gd name="connsiteX3335" fmla="*/ 1080657 w 1616022"/>
                    <a:gd name="connsiteY3335" fmla="*/ 1183645 h 1899958"/>
                    <a:gd name="connsiteX3336" fmla="*/ 1080657 w 1616022"/>
                    <a:gd name="connsiteY3336" fmla="*/ 1180912 h 1899958"/>
                    <a:gd name="connsiteX3337" fmla="*/ 1090869 w 1616022"/>
                    <a:gd name="connsiteY3337" fmla="*/ 1180912 h 1899958"/>
                    <a:gd name="connsiteX3338" fmla="*/ 1090869 w 1616022"/>
                    <a:gd name="connsiteY3338" fmla="*/ 1178898 h 1899958"/>
                    <a:gd name="connsiteX3339" fmla="*/ 1088136 w 1616022"/>
                    <a:gd name="connsiteY3339" fmla="*/ 1178898 h 1899958"/>
                    <a:gd name="connsiteX3340" fmla="*/ 1088136 w 1616022"/>
                    <a:gd name="connsiteY3340" fmla="*/ 1176453 h 1899958"/>
                    <a:gd name="connsiteX3341" fmla="*/ 1090869 w 1616022"/>
                    <a:gd name="connsiteY3341" fmla="*/ 1176453 h 1899958"/>
                    <a:gd name="connsiteX3342" fmla="*/ 1090869 w 1616022"/>
                    <a:gd name="connsiteY3342" fmla="*/ 1178898 h 1899958"/>
                    <a:gd name="connsiteX3343" fmla="*/ 1093314 w 1616022"/>
                    <a:gd name="connsiteY3343" fmla="*/ 1178898 h 1899958"/>
                    <a:gd name="connsiteX3344" fmla="*/ 1093314 w 1616022"/>
                    <a:gd name="connsiteY3344" fmla="*/ 1171131 h 1899958"/>
                    <a:gd name="connsiteX3345" fmla="*/ 1095903 w 1616022"/>
                    <a:gd name="connsiteY3345" fmla="*/ 1168686 h 1899958"/>
                    <a:gd name="connsiteX3346" fmla="*/ 1108561 w 1616022"/>
                    <a:gd name="connsiteY3346" fmla="*/ 1168686 h 1899958"/>
                    <a:gd name="connsiteX3347" fmla="*/ 1111006 w 1616022"/>
                    <a:gd name="connsiteY3347" fmla="*/ 1166240 h 1899958"/>
                    <a:gd name="connsiteX3348" fmla="*/ 1116185 w 1616022"/>
                    <a:gd name="connsiteY3348" fmla="*/ 1166240 h 1899958"/>
                    <a:gd name="connsiteX3349" fmla="*/ 1116185 w 1616022"/>
                    <a:gd name="connsiteY3349" fmla="*/ 1163651 h 1899958"/>
                    <a:gd name="connsiteX3350" fmla="*/ 1118774 w 1616022"/>
                    <a:gd name="connsiteY3350" fmla="*/ 1163651 h 1899958"/>
                    <a:gd name="connsiteX3351" fmla="*/ 1121219 w 1616022"/>
                    <a:gd name="connsiteY3351" fmla="*/ 1160918 h 1899958"/>
                    <a:gd name="connsiteX3352" fmla="*/ 1126397 w 1616022"/>
                    <a:gd name="connsiteY3352" fmla="*/ 1160918 h 1899958"/>
                    <a:gd name="connsiteX3353" fmla="*/ 1126397 w 1616022"/>
                    <a:gd name="connsiteY3353" fmla="*/ 1158473 h 1899958"/>
                    <a:gd name="connsiteX3354" fmla="*/ 1134164 w 1616022"/>
                    <a:gd name="connsiteY3354" fmla="*/ 1153582 h 1899958"/>
                    <a:gd name="connsiteX3355" fmla="*/ 1139199 w 1616022"/>
                    <a:gd name="connsiteY3355" fmla="*/ 1150706 h 1899958"/>
                    <a:gd name="connsiteX3356" fmla="*/ 1146822 w 1616022"/>
                    <a:gd name="connsiteY3356" fmla="*/ 1150706 h 1899958"/>
                    <a:gd name="connsiteX3357" fmla="*/ 1151856 w 1616022"/>
                    <a:gd name="connsiteY3357" fmla="*/ 1148260 h 1899958"/>
                    <a:gd name="connsiteX3358" fmla="*/ 1162069 w 1616022"/>
                    <a:gd name="connsiteY3358" fmla="*/ 1145815 h 1899958"/>
                    <a:gd name="connsiteX3359" fmla="*/ 1169836 w 1616022"/>
                    <a:gd name="connsiteY3359" fmla="*/ 1145815 h 1899958"/>
                    <a:gd name="connsiteX3360" fmla="*/ 1175014 w 1616022"/>
                    <a:gd name="connsiteY3360" fmla="*/ 1140637 h 1899958"/>
                    <a:gd name="connsiteX3361" fmla="*/ 1180049 w 1616022"/>
                    <a:gd name="connsiteY3361" fmla="*/ 1140637 h 1899958"/>
                    <a:gd name="connsiteX3362" fmla="*/ 1184939 w 1616022"/>
                    <a:gd name="connsiteY3362" fmla="*/ 1138048 h 1899958"/>
                    <a:gd name="connsiteX3363" fmla="*/ 1184939 w 1616022"/>
                    <a:gd name="connsiteY3363" fmla="*/ 1135603 h 1899958"/>
                    <a:gd name="connsiteX3364" fmla="*/ 1187672 w 1616022"/>
                    <a:gd name="connsiteY3364" fmla="*/ 1135603 h 1899958"/>
                    <a:gd name="connsiteX3365" fmla="*/ 1190117 w 1616022"/>
                    <a:gd name="connsiteY3365" fmla="*/ 1133158 h 1899958"/>
                    <a:gd name="connsiteX3366" fmla="*/ 1192707 w 1616022"/>
                    <a:gd name="connsiteY3366" fmla="*/ 1130425 h 1899958"/>
                    <a:gd name="connsiteX3367" fmla="*/ 1195152 w 1616022"/>
                    <a:gd name="connsiteY3367" fmla="*/ 1127836 h 1899958"/>
                    <a:gd name="connsiteX3368" fmla="*/ 1197885 w 1616022"/>
                    <a:gd name="connsiteY3368" fmla="*/ 1127836 h 1899958"/>
                    <a:gd name="connsiteX3369" fmla="*/ 1200330 w 1616022"/>
                    <a:gd name="connsiteY3369" fmla="*/ 1130425 h 1899958"/>
                    <a:gd name="connsiteX3370" fmla="*/ 1202919 w 1616022"/>
                    <a:gd name="connsiteY3370" fmla="*/ 1130425 h 1899958"/>
                    <a:gd name="connsiteX3371" fmla="*/ 1202919 w 1616022"/>
                    <a:gd name="connsiteY3371" fmla="*/ 1127836 h 1899958"/>
                    <a:gd name="connsiteX3372" fmla="*/ 1205364 w 1616022"/>
                    <a:gd name="connsiteY3372" fmla="*/ 1130425 h 1899958"/>
                    <a:gd name="connsiteX3373" fmla="*/ 1215577 w 1616022"/>
                    <a:gd name="connsiteY3373" fmla="*/ 1127836 h 1899958"/>
                    <a:gd name="connsiteX3374" fmla="*/ 1220755 w 1616022"/>
                    <a:gd name="connsiteY3374" fmla="*/ 1122945 h 1899958"/>
                    <a:gd name="connsiteX3375" fmla="*/ 1220755 w 1616022"/>
                    <a:gd name="connsiteY3375" fmla="*/ 1120356 h 1899958"/>
                    <a:gd name="connsiteX3376" fmla="*/ 1223344 w 1616022"/>
                    <a:gd name="connsiteY3376" fmla="*/ 1120356 h 1899958"/>
                    <a:gd name="connsiteX3377" fmla="*/ 1225789 w 1616022"/>
                    <a:gd name="connsiteY3377" fmla="*/ 1117623 h 1899958"/>
                    <a:gd name="connsiteX3378" fmla="*/ 1230967 w 1616022"/>
                    <a:gd name="connsiteY3378" fmla="*/ 1117623 h 1899958"/>
                    <a:gd name="connsiteX3379" fmla="*/ 1230967 w 1616022"/>
                    <a:gd name="connsiteY3379" fmla="*/ 1115178 h 1899958"/>
                    <a:gd name="connsiteX3380" fmla="*/ 1237009 w 1616022"/>
                    <a:gd name="connsiteY3380" fmla="*/ 1115178 h 1899958"/>
                    <a:gd name="connsiteX3381" fmla="*/ 1239742 w 1616022"/>
                    <a:gd name="connsiteY3381" fmla="*/ 1112732 h 1899958"/>
                    <a:gd name="connsiteX3382" fmla="*/ 1239742 w 1616022"/>
                    <a:gd name="connsiteY3382" fmla="*/ 1115178 h 1899958"/>
                    <a:gd name="connsiteX3383" fmla="*/ 1242187 w 1616022"/>
                    <a:gd name="connsiteY3383" fmla="*/ 1115178 h 1899958"/>
                    <a:gd name="connsiteX3384" fmla="*/ 1242187 w 1616022"/>
                    <a:gd name="connsiteY3384" fmla="*/ 1112732 h 1899958"/>
                    <a:gd name="connsiteX3385" fmla="*/ 1247221 w 1616022"/>
                    <a:gd name="connsiteY3385" fmla="*/ 1112732 h 1899958"/>
                    <a:gd name="connsiteX3386" fmla="*/ 1247221 w 1616022"/>
                    <a:gd name="connsiteY3386" fmla="*/ 1115178 h 1899958"/>
                    <a:gd name="connsiteX3387" fmla="*/ 1254988 w 1616022"/>
                    <a:gd name="connsiteY3387" fmla="*/ 1115178 h 1899958"/>
                    <a:gd name="connsiteX3388" fmla="*/ 1257434 w 1616022"/>
                    <a:gd name="connsiteY3388" fmla="*/ 1112732 h 1899958"/>
                    <a:gd name="connsiteX3389" fmla="*/ 1259879 w 1616022"/>
                    <a:gd name="connsiteY3389" fmla="*/ 1112732 h 1899958"/>
                    <a:gd name="connsiteX3390" fmla="*/ 1259879 w 1616022"/>
                    <a:gd name="connsiteY3390" fmla="*/ 1110143 h 1899958"/>
                    <a:gd name="connsiteX3391" fmla="*/ 1262612 w 1616022"/>
                    <a:gd name="connsiteY3391" fmla="*/ 1110143 h 1899958"/>
                    <a:gd name="connsiteX3392" fmla="*/ 1262612 w 1616022"/>
                    <a:gd name="connsiteY3392" fmla="*/ 1112732 h 1899958"/>
                    <a:gd name="connsiteX3393" fmla="*/ 1265201 w 1616022"/>
                    <a:gd name="connsiteY3393" fmla="*/ 1115178 h 1899958"/>
                    <a:gd name="connsiteX3394" fmla="*/ 1267646 w 1616022"/>
                    <a:gd name="connsiteY3394" fmla="*/ 1115178 h 1899958"/>
                    <a:gd name="connsiteX3395" fmla="*/ 1270091 w 1616022"/>
                    <a:gd name="connsiteY3395" fmla="*/ 1112732 h 1899958"/>
                    <a:gd name="connsiteX3396" fmla="*/ 1267646 w 1616022"/>
                    <a:gd name="connsiteY3396" fmla="*/ 1112732 h 1899958"/>
                    <a:gd name="connsiteX3397" fmla="*/ 1267646 w 1616022"/>
                    <a:gd name="connsiteY3397" fmla="*/ 1110143 h 1899958"/>
                    <a:gd name="connsiteX3398" fmla="*/ 1272824 w 1616022"/>
                    <a:gd name="connsiteY3398" fmla="*/ 1110143 h 1899958"/>
                    <a:gd name="connsiteX3399" fmla="*/ 1275270 w 1616022"/>
                    <a:gd name="connsiteY3399" fmla="*/ 1107410 h 1899958"/>
                    <a:gd name="connsiteX3400" fmla="*/ 1280160 w 1616022"/>
                    <a:gd name="connsiteY3400" fmla="*/ 1107410 h 1899958"/>
                    <a:gd name="connsiteX3401" fmla="*/ 1277715 w 1616022"/>
                    <a:gd name="connsiteY3401" fmla="*/ 1104965 h 1899958"/>
                    <a:gd name="connsiteX3402" fmla="*/ 1280160 w 1616022"/>
                    <a:gd name="connsiteY3402" fmla="*/ 1104965 h 1899958"/>
                    <a:gd name="connsiteX3403" fmla="*/ 1282893 w 1616022"/>
                    <a:gd name="connsiteY3403" fmla="*/ 1102520 h 1899958"/>
                    <a:gd name="connsiteX3404" fmla="*/ 1280160 w 1616022"/>
                    <a:gd name="connsiteY3404" fmla="*/ 1102520 h 1899958"/>
                    <a:gd name="connsiteX3405" fmla="*/ 1280160 w 1616022"/>
                    <a:gd name="connsiteY3405" fmla="*/ 1099931 h 1899958"/>
                    <a:gd name="connsiteX3406" fmla="*/ 1282893 w 1616022"/>
                    <a:gd name="connsiteY3406" fmla="*/ 1099931 h 1899958"/>
                    <a:gd name="connsiteX3407" fmla="*/ 1282893 w 1616022"/>
                    <a:gd name="connsiteY3407" fmla="*/ 1097198 h 1899958"/>
                    <a:gd name="connsiteX3408" fmla="*/ 1285338 w 1616022"/>
                    <a:gd name="connsiteY3408" fmla="*/ 1099931 h 1899958"/>
                    <a:gd name="connsiteX3409" fmla="*/ 1287927 w 1616022"/>
                    <a:gd name="connsiteY3409" fmla="*/ 1097198 h 1899958"/>
                    <a:gd name="connsiteX3410" fmla="*/ 1287927 w 1616022"/>
                    <a:gd name="connsiteY3410" fmla="*/ 1092308 h 1899958"/>
                    <a:gd name="connsiteX3411" fmla="*/ 1293105 w 1616022"/>
                    <a:gd name="connsiteY3411" fmla="*/ 1092308 h 1899958"/>
                    <a:gd name="connsiteX3412" fmla="*/ 1293105 w 1616022"/>
                    <a:gd name="connsiteY3412" fmla="*/ 1094753 h 1899958"/>
                    <a:gd name="connsiteX3413" fmla="*/ 1295551 w 1616022"/>
                    <a:gd name="connsiteY3413" fmla="*/ 1094753 h 1899958"/>
                    <a:gd name="connsiteX3414" fmla="*/ 1298140 w 1616022"/>
                    <a:gd name="connsiteY3414" fmla="*/ 1092308 h 1899958"/>
                    <a:gd name="connsiteX3415" fmla="*/ 1303318 w 1616022"/>
                    <a:gd name="connsiteY3415" fmla="*/ 1092308 h 1899958"/>
                    <a:gd name="connsiteX3416" fmla="*/ 1303318 w 1616022"/>
                    <a:gd name="connsiteY3416" fmla="*/ 1089718 h 1899958"/>
                    <a:gd name="connsiteX3417" fmla="*/ 1305763 w 1616022"/>
                    <a:gd name="connsiteY3417" fmla="*/ 1089718 h 1899958"/>
                    <a:gd name="connsiteX3418" fmla="*/ 1305763 w 1616022"/>
                    <a:gd name="connsiteY3418" fmla="*/ 1086985 h 1899958"/>
                    <a:gd name="connsiteX3419" fmla="*/ 1308352 w 1616022"/>
                    <a:gd name="connsiteY3419" fmla="*/ 1086985 h 1899958"/>
                    <a:gd name="connsiteX3420" fmla="*/ 1308352 w 1616022"/>
                    <a:gd name="connsiteY3420" fmla="*/ 1089718 h 1899958"/>
                    <a:gd name="connsiteX3421" fmla="*/ 1313531 w 1616022"/>
                    <a:gd name="connsiteY3421" fmla="*/ 1089718 h 1899958"/>
                    <a:gd name="connsiteX3422" fmla="*/ 1313531 w 1616022"/>
                    <a:gd name="connsiteY3422" fmla="*/ 1086985 h 1899958"/>
                    <a:gd name="connsiteX3423" fmla="*/ 1318565 w 1616022"/>
                    <a:gd name="connsiteY3423" fmla="*/ 1086985 h 1899958"/>
                    <a:gd name="connsiteX3424" fmla="*/ 1318565 w 1616022"/>
                    <a:gd name="connsiteY3424" fmla="*/ 1084540 h 1899958"/>
                    <a:gd name="connsiteX3425" fmla="*/ 1328777 w 1616022"/>
                    <a:gd name="connsiteY3425" fmla="*/ 1084540 h 1899958"/>
                    <a:gd name="connsiteX3426" fmla="*/ 1328777 w 1616022"/>
                    <a:gd name="connsiteY3426" fmla="*/ 1078211 h 1899958"/>
                    <a:gd name="connsiteX3427" fmla="*/ 1346613 w 1616022"/>
                    <a:gd name="connsiteY3427" fmla="*/ 1078211 h 1899958"/>
                    <a:gd name="connsiteX3428" fmla="*/ 1346613 w 1616022"/>
                    <a:gd name="connsiteY3428" fmla="*/ 1075478 h 1899958"/>
                    <a:gd name="connsiteX3429" fmla="*/ 1359271 w 1616022"/>
                    <a:gd name="connsiteY3429" fmla="*/ 1075478 h 1899958"/>
                    <a:gd name="connsiteX3430" fmla="*/ 1359271 w 1616022"/>
                    <a:gd name="connsiteY3430" fmla="*/ 1073033 h 1899958"/>
                    <a:gd name="connsiteX3431" fmla="*/ 1372073 w 1616022"/>
                    <a:gd name="connsiteY3431" fmla="*/ 1073033 h 1899958"/>
                    <a:gd name="connsiteX3432" fmla="*/ 1372073 w 1616022"/>
                    <a:gd name="connsiteY3432" fmla="*/ 1075478 h 1899958"/>
                    <a:gd name="connsiteX3433" fmla="*/ 1374518 w 1616022"/>
                    <a:gd name="connsiteY3433" fmla="*/ 1075478 h 1899958"/>
                    <a:gd name="connsiteX3434" fmla="*/ 1374518 w 1616022"/>
                    <a:gd name="connsiteY3434" fmla="*/ 1078211 h 1899958"/>
                    <a:gd name="connsiteX3435" fmla="*/ 1377251 w 1616022"/>
                    <a:gd name="connsiteY3435" fmla="*/ 1078211 h 1899958"/>
                    <a:gd name="connsiteX3436" fmla="*/ 1379696 w 1616022"/>
                    <a:gd name="connsiteY3436" fmla="*/ 1075478 h 1899958"/>
                    <a:gd name="connsiteX3437" fmla="*/ 1382285 w 1616022"/>
                    <a:gd name="connsiteY3437" fmla="*/ 1073033 h 1899958"/>
                    <a:gd name="connsiteX3438" fmla="*/ 1384730 w 1616022"/>
                    <a:gd name="connsiteY3438" fmla="*/ 1073033 h 1899958"/>
                    <a:gd name="connsiteX3439" fmla="*/ 1384730 w 1616022"/>
                    <a:gd name="connsiteY3439" fmla="*/ 1070588 h 1899958"/>
                    <a:gd name="connsiteX3440" fmla="*/ 1387463 w 1616022"/>
                    <a:gd name="connsiteY3440" fmla="*/ 1068142 h 1899958"/>
                    <a:gd name="connsiteX3441" fmla="*/ 1389909 w 1616022"/>
                    <a:gd name="connsiteY3441" fmla="*/ 1070588 h 1899958"/>
                    <a:gd name="connsiteX3442" fmla="*/ 1387463 w 1616022"/>
                    <a:gd name="connsiteY3442" fmla="*/ 1070588 h 1899958"/>
                    <a:gd name="connsiteX3443" fmla="*/ 1387463 w 1616022"/>
                    <a:gd name="connsiteY3443" fmla="*/ 1073033 h 1899958"/>
                    <a:gd name="connsiteX3444" fmla="*/ 1384730 w 1616022"/>
                    <a:gd name="connsiteY3444" fmla="*/ 1073033 h 1899958"/>
                    <a:gd name="connsiteX3445" fmla="*/ 1382285 w 1616022"/>
                    <a:gd name="connsiteY3445" fmla="*/ 1075478 h 1899958"/>
                    <a:gd name="connsiteX3446" fmla="*/ 1379696 w 1616022"/>
                    <a:gd name="connsiteY3446" fmla="*/ 1078211 h 1899958"/>
                    <a:gd name="connsiteX3447" fmla="*/ 1379696 w 1616022"/>
                    <a:gd name="connsiteY3447" fmla="*/ 1080800 h 1899958"/>
                    <a:gd name="connsiteX3448" fmla="*/ 1382285 w 1616022"/>
                    <a:gd name="connsiteY3448" fmla="*/ 1080800 h 1899958"/>
                    <a:gd name="connsiteX3449" fmla="*/ 1384730 w 1616022"/>
                    <a:gd name="connsiteY3449" fmla="*/ 1078211 h 1899958"/>
                    <a:gd name="connsiteX3450" fmla="*/ 1389909 w 1616022"/>
                    <a:gd name="connsiteY3450" fmla="*/ 1073033 h 1899958"/>
                    <a:gd name="connsiteX3451" fmla="*/ 1392498 w 1616022"/>
                    <a:gd name="connsiteY3451" fmla="*/ 1070588 h 1899958"/>
                    <a:gd name="connsiteX3452" fmla="*/ 1392498 w 1616022"/>
                    <a:gd name="connsiteY3452" fmla="*/ 1068142 h 1899958"/>
                    <a:gd name="connsiteX3453" fmla="*/ 1395231 w 1616022"/>
                    <a:gd name="connsiteY3453" fmla="*/ 1068142 h 1899958"/>
                    <a:gd name="connsiteX3454" fmla="*/ 1395231 w 1616022"/>
                    <a:gd name="connsiteY3454" fmla="*/ 1065266 h 1899958"/>
                    <a:gd name="connsiteX3455" fmla="*/ 1397964 w 1616022"/>
                    <a:gd name="connsiteY3455" fmla="*/ 1065266 h 1899958"/>
                    <a:gd name="connsiteX3456" fmla="*/ 1397964 w 1616022"/>
                    <a:gd name="connsiteY3456" fmla="*/ 1063828 h 1899958"/>
                    <a:gd name="connsiteX3457" fmla="*/ 1402998 w 1616022"/>
                    <a:gd name="connsiteY3457" fmla="*/ 1063828 h 1899958"/>
                    <a:gd name="connsiteX3458" fmla="*/ 1402998 w 1616022"/>
                    <a:gd name="connsiteY3458" fmla="*/ 1061382 h 1899958"/>
                    <a:gd name="connsiteX3459" fmla="*/ 1405443 w 1616022"/>
                    <a:gd name="connsiteY3459" fmla="*/ 1061382 h 1899958"/>
                    <a:gd name="connsiteX3460" fmla="*/ 1405443 w 1616022"/>
                    <a:gd name="connsiteY3460" fmla="*/ 1058937 h 1899958"/>
                    <a:gd name="connsiteX3461" fmla="*/ 1407889 w 1616022"/>
                    <a:gd name="connsiteY3461" fmla="*/ 1058937 h 1899958"/>
                    <a:gd name="connsiteX3462" fmla="*/ 1407889 w 1616022"/>
                    <a:gd name="connsiteY3462" fmla="*/ 1056204 h 1899958"/>
                    <a:gd name="connsiteX3463" fmla="*/ 1413210 w 1616022"/>
                    <a:gd name="connsiteY3463" fmla="*/ 1056204 h 1899958"/>
                    <a:gd name="connsiteX3464" fmla="*/ 1413210 w 1616022"/>
                    <a:gd name="connsiteY3464" fmla="*/ 1053615 h 1899958"/>
                    <a:gd name="connsiteX3465" fmla="*/ 1415656 w 1616022"/>
                    <a:gd name="connsiteY3465" fmla="*/ 1056204 h 1899958"/>
                    <a:gd name="connsiteX3466" fmla="*/ 1418101 w 1616022"/>
                    <a:gd name="connsiteY3466" fmla="*/ 1053615 h 1899958"/>
                    <a:gd name="connsiteX3467" fmla="*/ 1418101 w 1616022"/>
                    <a:gd name="connsiteY3467" fmla="*/ 1051170 h 1899958"/>
                    <a:gd name="connsiteX3468" fmla="*/ 1420834 w 1616022"/>
                    <a:gd name="connsiteY3468" fmla="*/ 1053615 h 1899958"/>
                    <a:gd name="connsiteX3469" fmla="*/ 1420834 w 1616022"/>
                    <a:gd name="connsiteY3469" fmla="*/ 1048725 h 1899958"/>
                    <a:gd name="connsiteX3470" fmla="*/ 1428313 w 1616022"/>
                    <a:gd name="connsiteY3470" fmla="*/ 1048725 h 1899958"/>
                    <a:gd name="connsiteX3471" fmla="*/ 1428313 w 1616022"/>
                    <a:gd name="connsiteY3471" fmla="*/ 1045992 h 1899958"/>
                    <a:gd name="connsiteX3472" fmla="*/ 1420834 w 1616022"/>
                    <a:gd name="connsiteY3472" fmla="*/ 1045992 h 1899958"/>
                    <a:gd name="connsiteX3473" fmla="*/ 1420834 w 1616022"/>
                    <a:gd name="connsiteY3473" fmla="*/ 1043402 h 1899958"/>
                    <a:gd name="connsiteX3474" fmla="*/ 1423423 w 1616022"/>
                    <a:gd name="connsiteY3474" fmla="*/ 1045992 h 1899958"/>
                    <a:gd name="connsiteX3475" fmla="*/ 1425868 w 1616022"/>
                    <a:gd name="connsiteY3475" fmla="*/ 1043402 h 1899958"/>
                    <a:gd name="connsiteX3476" fmla="*/ 1428313 w 1616022"/>
                    <a:gd name="connsiteY3476" fmla="*/ 1045992 h 1899958"/>
                    <a:gd name="connsiteX3477" fmla="*/ 1431046 w 1616022"/>
                    <a:gd name="connsiteY3477" fmla="*/ 1045992 h 1899958"/>
                    <a:gd name="connsiteX3478" fmla="*/ 1433636 w 1616022"/>
                    <a:gd name="connsiteY3478" fmla="*/ 1040957 h 1899958"/>
                    <a:gd name="connsiteX3479" fmla="*/ 1433636 w 1616022"/>
                    <a:gd name="connsiteY3479" fmla="*/ 1038512 h 1899958"/>
                    <a:gd name="connsiteX3480" fmla="*/ 1431046 w 1616022"/>
                    <a:gd name="connsiteY3480" fmla="*/ 1038512 h 1899958"/>
                    <a:gd name="connsiteX3481" fmla="*/ 1428313 w 1616022"/>
                    <a:gd name="connsiteY3481" fmla="*/ 1035923 h 1899958"/>
                    <a:gd name="connsiteX3482" fmla="*/ 1433636 w 1616022"/>
                    <a:gd name="connsiteY3482" fmla="*/ 1035923 h 1899958"/>
                    <a:gd name="connsiteX3483" fmla="*/ 1436081 w 1616022"/>
                    <a:gd name="connsiteY3483" fmla="*/ 1033190 h 1899958"/>
                    <a:gd name="connsiteX3484" fmla="*/ 1436081 w 1616022"/>
                    <a:gd name="connsiteY3484" fmla="*/ 1043402 h 1899958"/>
                    <a:gd name="connsiteX3485" fmla="*/ 1438382 w 1616022"/>
                    <a:gd name="connsiteY3485" fmla="*/ 1043402 h 1899958"/>
                    <a:gd name="connsiteX3486" fmla="*/ 1438382 w 1616022"/>
                    <a:gd name="connsiteY3486" fmla="*/ 1040957 h 1899958"/>
                    <a:gd name="connsiteX3487" fmla="*/ 1441115 w 1616022"/>
                    <a:gd name="connsiteY3487" fmla="*/ 1038512 h 1899958"/>
                    <a:gd name="connsiteX3488" fmla="*/ 1441115 w 1616022"/>
                    <a:gd name="connsiteY3488" fmla="*/ 1040957 h 1899958"/>
                    <a:gd name="connsiteX3489" fmla="*/ 1443560 w 1616022"/>
                    <a:gd name="connsiteY3489" fmla="*/ 1038512 h 1899958"/>
                    <a:gd name="connsiteX3490" fmla="*/ 1443560 w 1616022"/>
                    <a:gd name="connsiteY3490" fmla="*/ 1040957 h 1899958"/>
                    <a:gd name="connsiteX3491" fmla="*/ 1446150 w 1616022"/>
                    <a:gd name="connsiteY3491" fmla="*/ 1038512 h 1899958"/>
                    <a:gd name="connsiteX3492" fmla="*/ 1446150 w 1616022"/>
                    <a:gd name="connsiteY3492" fmla="*/ 1035060 h 1899958"/>
                    <a:gd name="connsiteX3493" fmla="*/ 1443560 w 1616022"/>
                    <a:gd name="connsiteY3493" fmla="*/ 1032327 h 1899958"/>
                    <a:gd name="connsiteX3494" fmla="*/ 1446150 w 1616022"/>
                    <a:gd name="connsiteY3494" fmla="*/ 1032327 h 1899958"/>
                    <a:gd name="connsiteX3495" fmla="*/ 1446150 w 1616022"/>
                    <a:gd name="connsiteY3495" fmla="*/ 1035060 h 1899958"/>
                    <a:gd name="connsiteX3496" fmla="*/ 1448595 w 1616022"/>
                    <a:gd name="connsiteY3496" fmla="*/ 1037649 h 1899958"/>
                    <a:gd name="connsiteX3497" fmla="*/ 1451327 w 1616022"/>
                    <a:gd name="connsiteY3497" fmla="*/ 1035060 h 1899958"/>
                    <a:gd name="connsiteX3498" fmla="*/ 1451327 w 1616022"/>
                    <a:gd name="connsiteY3498" fmla="*/ 1032327 h 1899958"/>
                    <a:gd name="connsiteX3499" fmla="*/ 1453773 w 1616022"/>
                    <a:gd name="connsiteY3499" fmla="*/ 1029882 h 1899958"/>
                    <a:gd name="connsiteX3500" fmla="*/ 1461540 w 1616022"/>
                    <a:gd name="connsiteY3500" fmla="*/ 1029882 h 1899958"/>
                    <a:gd name="connsiteX3501" fmla="*/ 1461540 w 1616022"/>
                    <a:gd name="connsiteY3501" fmla="*/ 1027436 h 1899958"/>
                    <a:gd name="connsiteX3502" fmla="*/ 1463985 w 1616022"/>
                    <a:gd name="connsiteY3502" fmla="*/ 1029882 h 1899958"/>
                    <a:gd name="connsiteX3503" fmla="*/ 1463985 w 1616022"/>
                    <a:gd name="connsiteY3503" fmla="*/ 1027436 h 1899958"/>
                    <a:gd name="connsiteX3504" fmla="*/ 1466574 w 1616022"/>
                    <a:gd name="connsiteY3504" fmla="*/ 1029882 h 1899958"/>
                    <a:gd name="connsiteX3505" fmla="*/ 1466574 w 1616022"/>
                    <a:gd name="connsiteY3505" fmla="*/ 1022114 h 1899958"/>
                    <a:gd name="connsiteX3506" fmla="*/ 1469020 w 1616022"/>
                    <a:gd name="connsiteY3506" fmla="*/ 1022114 h 1899958"/>
                    <a:gd name="connsiteX3507" fmla="*/ 1469020 w 1616022"/>
                    <a:gd name="connsiteY3507" fmla="*/ 1027436 h 1899958"/>
                    <a:gd name="connsiteX3508" fmla="*/ 1471753 w 1616022"/>
                    <a:gd name="connsiteY3508" fmla="*/ 1024847 h 1899958"/>
                    <a:gd name="connsiteX3509" fmla="*/ 1471753 w 1616022"/>
                    <a:gd name="connsiteY3509" fmla="*/ 1020676 h 1899958"/>
                    <a:gd name="connsiteX3510" fmla="*/ 1474198 w 1616022"/>
                    <a:gd name="connsiteY3510" fmla="*/ 1018231 h 1899958"/>
                    <a:gd name="connsiteX3511" fmla="*/ 1476787 w 1616022"/>
                    <a:gd name="connsiteY3511" fmla="*/ 1018231 h 1899958"/>
                    <a:gd name="connsiteX3512" fmla="*/ 1474198 w 1616022"/>
                    <a:gd name="connsiteY3512" fmla="*/ 1020676 h 1899958"/>
                    <a:gd name="connsiteX3513" fmla="*/ 1476787 w 1616022"/>
                    <a:gd name="connsiteY3513" fmla="*/ 1023121 h 1899958"/>
                    <a:gd name="connsiteX3514" fmla="*/ 1479232 w 1616022"/>
                    <a:gd name="connsiteY3514" fmla="*/ 1025854 h 1899958"/>
                    <a:gd name="connsiteX3515" fmla="*/ 1479232 w 1616022"/>
                    <a:gd name="connsiteY3515" fmla="*/ 1020676 h 1899958"/>
                    <a:gd name="connsiteX3516" fmla="*/ 1484411 w 1616022"/>
                    <a:gd name="connsiteY3516" fmla="*/ 1020676 h 1899958"/>
                    <a:gd name="connsiteX3517" fmla="*/ 1484411 w 1616022"/>
                    <a:gd name="connsiteY3517" fmla="*/ 1012909 h 1899958"/>
                    <a:gd name="connsiteX3518" fmla="*/ 1487000 w 1616022"/>
                    <a:gd name="connsiteY3518" fmla="*/ 1018231 h 1899958"/>
                    <a:gd name="connsiteX3519" fmla="*/ 1487000 w 1616022"/>
                    <a:gd name="connsiteY3519" fmla="*/ 1015642 h 1899958"/>
                    <a:gd name="connsiteX3520" fmla="*/ 1484411 w 1616022"/>
                    <a:gd name="connsiteY3520" fmla="*/ 1010464 h 1899958"/>
                    <a:gd name="connsiteX3521" fmla="*/ 1484411 w 1616022"/>
                    <a:gd name="connsiteY3521" fmla="*/ 1008018 h 1899958"/>
                    <a:gd name="connsiteX3522" fmla="*/ 1481678 w 1616022"/>
                    <a:gd name="connsiteY3522" fmla="*/ 1010464 h 1899958"/>
                    <a:gd name="connsiteX3523" fmla="*/ 1481678 w 1616022"/>
                    <a:gd name="connsiteY3523" fmla="*/ 1005429 h 1899958"/>
                    <a:gd name="connsiteX3524" fmla="*/ 1484411 w 1616022"/>
                    <a:gd name="connsiteY3524" fmla="*/ 1008018 h 1899958"/>
                    <a:gd name="connsiteX3525" fmla="*/ 1487000 w 1616022"/>
                    <a:gd name="connsiteY3525" fmla="*/ 1005429 h 1899958"/>
                    <a:gd name="connsiteX3526" fmla="*/ 1487000 w 1616022"/>
                    <a:gd name="connsiteY3526" fmla="*/ 1012909 h 1899958"/>
                    <a:gd name="connsiteX3527" fmla="*/ 1489445 w 1616022"/>
                    <a:gd name="connsiteY3527" fmla="*/ 1012909 h 1899958"/>
                    <a:gd name="connsiteX3528" fmla="*/ 1489445 w 1616022"/>
                    <a:gd name="connsiteY3528" fmla="*/ 1010464 h 1899958"/>
                    <a:gd name="connsiteX3529" fmla="*/ 1491890 w 1616022"/>
                    <a:gd name="connsiteY3529" fmla="*/ 1010464 h 1899958"/>
                    <a:gd name="connsiteX3530" fmla="*/ 1491890 w 1616022"/>
                    <a:gd name="connsiteY3530" fmla="*/ 1008018 h 1899958"/>
                    <a:gd name="connsiteX3531" fmla="*/ 1493184 w 1616022"/>
                    <a:gd name="connsiteY3531" fmla="*/ 1005429 h 1899958"/>
                    <a:gd name="connsiteX3532" fmla="*/ 1491890 w 1616022"/>
                    <a:gd name="connsiteY3532" fmla="*/ 1005429 h 1899958"/>
                    <a:gd name="connsiteX3533" fmla="*/ 1491890 w 1616022"/>
                    <a:gd name="connsiteY3533" fmla="*/ 1002696 h 1899958"/>
                    <a:gd name="connsiteX3534" fmla="*/ 1489445 w 1616022"/>
                    <a:gd name="connsiteY3534" fmla="*/ 1002696 h 1899958"/>
                    <a:gd name="connsiteX3535" fmla="*/ 1489445 w 1616022"/>
                    <a:gd name="connsiteY3535" fmla="*/ 997806 h 1899958"/>
                    <a:gd name="connsiteX3536" fmla="*/ 1491890 w 1616022"/>
                    <a:gd name="connsiteY3536" fmla="*/ 995217 h 1899958"/>
                    <a:gd name="connsiteX3537" fmla="*/ 1491890 w 1616022"/>
                    <a:gd name="connsiteY3537" fmla="*/ 991908 h 1899958"/>
                    <a:gd name="connsiteX3538" fmla="*/ 1494623 w 1616022"/>
                    <a:gd name="connsiteY3538" fmla="*/ 991908 h 1899958"/>
                    <a:gd name="connsiteX3539" fmla="*/ 1494623 w 1616022"/>
                    <a:gd name="connsiteY3539" fmla="*/ 989463 h 1899958"/>
                    <a:gd name="connsiteX3540" fmla="*/ 1497212 w 1616022"/>
                    <a:gd name="connsiteY3540" fmla="*/ 989463 h 1899958"/>
                    <a:gd name="connsiteX3541" fmla="*/ 1497212 w 1616022"/>
                    <a:gd name="connsiteY3541" fmla="*/ 987018 h 1899958"/>
                    <a:gd name="connsiteX3542" fmla="*/ 1499657 w 1616022"/>
                    <a:gd name="connsiteY3542" fmla="*/ 984429 h 1899958"/>
                    <a:gd name="connsiteX3543" fmla="*/ 1499657 w 1616022"/>
                    <a:gd name="connsiteY3543" fmla="*/ 987018 h 1899958"/>
                    <a:gd name="connsiteX3544" fmla="*/ 1502102 w 1616022"/>
                    <a:gd name="connsiteY3544" fmla="*/ 984429 h 1899958"/>
                    <a:gd name="connsiteX3545" fmla="*/ 1502102 w 1616022"/>
                    <a:gd name="connsiteY3545" fmla="*/ 981696 h 1899958"/>
                    <a:gd name="connsiteX3546" fmla="*/ 1504835 w 1616022"/>
                    <a:gd name="connsiteY3546" fmla="*/ 979251 h 1899958"/>
                    <a:gd name="connsiteX3547" fmla="*/ 1502102 w 1616022"/>
                    <a:gd name="connsiteY3547" fmla="*/ 976806 h 1899958"/>
                    <a:gd name="connsiteX3548" fmla="*/ 1504835 w 1616022"/>
                    <a:gd name="connsiteY3548" fmla="*/ 976806 h 1899958"/>
                    <a:gd name="connsiteX3549" fmla="*/ 1504835 w 1616022"/>
                    <a:gd name="connsiteY3549" fmla="*/ 971627 h 1899958"/>
                    <a:gd name="connsiteX3550" fmla="*/ 1507424 w 1616022"/>
                    <a:gd name="connsiteY3550" fmla="*/ 971627 h 1899958"/>
                    <a:gd name="connsiteX3551" fmla="*/ 1507424 w 1616022"/>
                    <a:gd name="connsiteY3551" fmla="*/ 969038 h 1899958"/>
                    <a:gd name="connsiteX3552" fmla="*/ 1504835 w 1616022"/>
                    <a:gd name="connsiteY3552" fmla="*/ 966593 h 1899958"/>
                    <a:gd name="connsiteX3553" fmla="*/ 1504835 w 1616022"/>
                    <a:gd name="connsiteY3553" fmla="*/ 964148 h 1899958"/>
                    <a:gd name="connsiteX3554" fmla="*/ 1507424 w 1616022"/>
                    <a:gd name="connsiteY3554" fmla="*/ 964148 h 1899958"/>
                    <a:gd name="connsiteX3555" fmla="*/ 1504835 w 1616022"/>
                    <a:gd name="connsiteY3555" fmla="*/ 961415 h 1899958"/>
                    <a:gd name="connsiteX3556" fmla="*/ 1504835 w 1616022"/>
                    <a:gd name="connsiteY3556" fmla="*/ 958826 h 1899958"/>
                    <a:gd name="connsiteX3557" fmla="*/ 1507424 w 1616022"/>
                    <a:gd name="connsiteY3557" fmla="*/ 958826 h 1899958"/>
                    <a:gd name="connsiteX3558" fmla="*/ 1507424 w 1616022"/>
                    <a:gd name="connsiteY3558" fmla="*/ 961415 h 1899958"/>
                    <a:gd name="connsiteX3559" fmla="*/ 1509870 w 1616022"/>
                    <a:gd name="connsiteY3559" fmla="*/ 958826 h 1899958"/>
                    <a:gd name="connsiteX3560" fmla="*/ 1509870 w 1616022"/>
                    <a:gd name="connsiteY3560" fmla="*/ 951202 h 1899958"/>
                    <a:gd name="connsiteX3561" fmla="*/ 1515048 w 1616022"/>
                    <a:gd name="connsiteY3561" fmla="*/ 951202 h 1899958"/>
                    <a:gd name="connsiteX3562" fmla="*/ 1512315 w 1616022"/>
                    <a:gd name="connsiteY3562" fmla="*/ 948613 h 1899958"/>
                    <a:gd name="connsiteX3563" fmla="*/ 1512315 w 1616022"/>
                    <a:gd name="connsiteY3563" fmla="*/ 946168 h 1899958"/>
                    <a:gd name="connsiteX3564" fmla="*/ 1515048 w 1616022"/>
                    <a:gd name="connsiteY3564" fmla="*/ 946168 h 1899958"/>
                    <a:gd name="connsiteX3565" fmla="*/ 1515048 w 1616022"/>
                    <a:gd name="connsiteY3565" fmla="*/ 943722 h 1899958"/>
                    <a:gd name="connsiteX3566" fmla="*/ 1517637 w 1616022"/>
                    <a:gd name="connsiteY3566" fmla="*/ 941134 h 1899958"/>
                    <a:gd name="connsiteX3567" fmla="*/ 1520082 w 1616022"/>
                    <a:gd name="connsiteY3567" fmla="*/ 941134 h 1899958"/>
                    <a:gd name="connsiteX3568" fmla="*/ 1520082 w 1616022"/>
                    <a:gd name="connsiteY3568" fmla="*/ 938401 h 1899958"/>
                    <a:gd name="connsiteX3569" fmla="*/ 1517637 w 1616022"/>
                    <a:gd name="connsiteY3569" fmla="*/ 935955 h 1899958"/>
                    <a:gd name="connsiteX3570" fmla="*/ 1517637 w 1616022"/>
                    <a:gd name="connsiteY3570" fmla="*/ 925743 h 1899958"/>
                    <a:gd name="connsiteX3571" fmla="*/ 1520082 w 1616022"/>
                    <a:gd name="connsiteY3571" fmla="*/ 928188 h 1899958"/>
                    <a:gd name="connsiteX3572" fmla="*/ 1520082 w 1616022"/>
                    <a:gd name="connsiteY3572" fmla="*/ 935955 h 1899958"/>
                    <a:gd name="connsiteX3573" fmla="*/ 1522528 w 1616022"/>
                    <a:gd name="connsiteY3573" fmla="*/ 938401 h 1899958"/>
                    <a:gd name="connsiteX3574" fmla="*/ 1525261 w 1616022"/>
                    <a:gd name="connsiteY3574" fmla="*/ 941134 h 1899958"/>
                    <a:gd name="connsiteX3575" fmla="*/ 1527706 w 1616022"/>
                    <a:gd name="connsiteY3575" fmla="*/ 941134 h 1899958"/>
                    <a:gd name="connsiteX3576" fmla="*/ 1525261 w 1616022"/>
                    <a:gd name="connsiteY3576" fmla="*/ 938401 h 1899958"/>
                    <a:gd name="connsiteX3577" fmla="*/ 1522528 w 1616022"/>
                    <a:gd name="connsiteY3577" fmla="*/ 935955 h 1899958"/>
                    <a:gd name="connsiteX3578" fmla="*/ 1524685 w 1616022"/>
                    <a:gd name="connsiteY3578" fmla="*/ 935955 h 1899958"/>
                    <a:gd name="connsiteX3579" fmla="*/ 1524685 w 1616022"/>
                    <a:gd name="connsiteY3579" fmla="*/ 933510 h 1899958"/>
                    <a:gd name="connsiteX3580" fmla="*/ 1527131 w 1616022"/>
                    <a:gd name="connsiteY3580" fmla="*/ 933510 h 1899958"/>
                    <a:gd name="connsiteX3581" fmla="*/ 1527131 w 1616022"/>
                    <a:gd name="connsiteY3581" fmla="*/ 928188 h 1899958"/>
                    <a:gd name="connsiteX3582" fmla="*/ 1524685 w 1616022"/>
                    <a:gd name="connsiteY3582" fmla="*/ 928188 h 1899958"/>
                    <a:gd name="connsiteX3583" fmla="*/ 1521952 w 1616022"/>
                    <a:gd name="connsiteY3583" fmla="*/ 925743 h 1899958"/>
                    <a:gd name="connsiteX3584" fmla="*/ 1524685 w 1616022"/>
                    <a:gd name="connsiteY3584" fmla="*/ 925743 h 1899958"/>
                    <a:gd name="connsiteX3585" fmla="*/ 1524685 w 1616022"/>
                    <a:gd name="connsiteY3585" fmla="*/ 923298 h 1899958"/>
                    <a:gd name="connsiteX3586" fmla="*/ 1521952 w 1616022"/>
                    <a:gd name="connsiteY3586" fmla="*/ 923298 h 1899958"/>
                    <a:gd name="connsiteX3587" fmla="*/ 1521952 w 1616022"/>
                    <a:gd name="connsiteY3587" fmla="*/ 917975 h 1899958"/>
                    <a:gd name="connsiteX3588" fmla="*/ 1519507 w 1616022"/>
                    <a:gd name="connsiteY3588" fmla="*/ 917975 h 1899958"/>
                    <a:gd name="connsiteX3589" fmla="*/ 1519507 w 1616022"/>
                    <a:gd name="connsiteY3589" fmla="*/ 913085 h 1899958"/>
                    <a:gd name="connsiteX3590" fmla="*/ 1514473 w 1616022"/>
                    <a:gd name="connsiteY3590" fmla="*/ 917975 h 1899958"/>
                    <a:gd name="connsiteX3591" fmla="*/ 1514473 w 1616022"/>
                    <a:gd name="connsiteY3591" fmla="*/ 915530 h 1899958"/>
                    <a:gd name="connsiteX3592" fmla="*/ 1517062 w 1616022"/>
                    <a:gd name="connsiteY3592" fmla="*/ 913085 h 1899958"/>
                    <a:gd name="connsiteX3593" fmla="*/ 1517062 w 1616022"/>
                    <a:gd name="connsiteY3593" fmla="*/ 907763 h 1899958"/>
                    <a:gd name="connsiteX3594" fmla="*/ 1519507 w 1616022"/>
                    <a:gd name="connsiteY3594" fmla="*/ 905318 h 1899958"/>
                    <a:gd name="connsiteX3595" fmla="*/ 1521952 w 1616022"/>
                    <a:gd name="connsiteY3595" fmla="*/ 907763 h 1899958"/>
                    <a:gd name="connsiteX3596" fmla="*/ 1521952 w 1616022"/>
                    <a:gd name="connsiteY3596" fmla="*/ 913085 h 1899958"/>
                    <a:gd name="connsiteX3597" fmla="*/ 1524685 w 1616022"/>
                    <a:gd name="connsiteY3597" fmla="*/ 913085 h 1899958"/>
                    <a:gd name="connsiteX3598" fmla="*/ 1524685 w 1616022"/>
                    <a:gd name="connsiteY3598" fmla="*/ 907763 h 1899958"/>
                    <a:gd name="connsiteX3599" fmla="*/ 1527131 w 1616022"/>
                    <a:gd name="connsiteY3599" fmla="*/ 905318 h 1899958"/>
                    <a:gd name="connsiteX3600" fmla="*/ 1524685 w 1616022"/>
                    <a:gd name="connsiteY3600" fmla="*/ 902872 h 1899958"/>
                    <a:gd name="connsiteX3601" fmla="*/ 1524685 w 1616022"/>
                    <a:gd name="connsiteY3601" fmla="*/ 905605 h 1899958"/>
                    <a:gd name="connsiteX3602" fmla="*/ 1521952 w 1616022"/>
                    <a:gd name="connsiteY3602" fmla="*/ 905605 h 1899958"/>
                    <a:gd name="connsiteX3603" fmla="*/ 1524685 w 1616022"/>
                    <a:gd name="connsiteY3603" fmla="*/ 903160 h 1899958"/>
                    <a:gd name="connsiteX3604" fmla="*/ 1524685 w 1616022"/>
                    <a:gd name="connsiteY3604" fmla="*/ 897838 h 1899958"/>
                    <a:gd name="connsiteX3605" fmla="*/ 1527131 w 1616022"/>
                    <a:gd name="connsiteY3605" fmla="*/ 897838 h 1899958"/>
                    <a:gd name="connsiteX3606" fmla="*/ 1529719 w 1616022"/>
                    <a:gd name="connsiteY3606" fmla="*/ 895393 h 1899958"/>
                    <a:gd name="connsiteX3607" fmla="*/ 1529719 w 1616022"/>
                    <a:gd name="connsiteY3607" fmla="*/ 892948 h 1899958"/>
                    <a:gd name="connsiteX3608" fmla="*/ 1532164 w 1616022"/>
                    <a:gd name="connsiteY3608" fmla="*/ 892948 h 1899958"/>
                    <a:gd name="connsiteX3609" fmla="*/ 1529719 w 1616022"/>
                    <a:gd name="connsiteY3609" fmla="*/ 890502 h 1899958"/>
                    <a:gd name="connsiteX3610" fmla="*/ 1532164 w 1616022"/>
                    <a:gd name="connsiteY3610" fmla="*/ 890502 h 1899958"/>
                    <a:gd name="connsiteX3611" fmla="*/ 1532164 w 1616022"/>
                    <a:gd name="connsiteY3611" fmla="*/ 885180 h 1899958"/>
                    <a:gd name="connsiteX3612" fmla="*/ 1529719 w 1616022"/>
                    <a:gd name="connsiteY3612" fmla="*/ 885180 h 1899958"/>
                    <a:gd name="connsiteX3613" fmla="*/ 1527131 w 1616022"/>
                    <a:gd name="connsiteY3613" fmla="*/ 882735 h 1899958"/>
                    <a:gd name="connsiteX3614" fmla="*/ 1529719 w 1616022"/>
                    <a:gd name="connsiteY3614" fmla="*/ 880290 h 1899958"/>
                    <a:gd name="connsiteX3615" fmla="*/ 1529719 w 1616022"/>
                    <a:gd name="connsiteY3615" fmla="*/ 876838 h 1899958"/>
                    <a:gd name="connsiteX3616" fmla="*/ 1527131 w 1616022"/>
                    <a:gd name="connsiteY3616" fmla="*/ 876838 h 1899958"/>
                    <a:gd name="connsiteX3617" fmla="*/ 1527131 w 1616022"/>
                    <a:gd name="connsiteY3617" fmla="*/ 879571 h 1899958"/>
                    <a:gd name="connsiteX3618" fmla="*/ 1524685 w 1616022"/>
                    <a:gd name="connsiteY3618" fmla="*/ 879571 h 1899958"/>
                    <a:gd name="connsiteX3619" fmla="*/ 1524685 w 1616022"/>
                    <a:gd name="connsiteY3619" fmla="*/ 871803 h 1899958"/>
                    <a:gd name="connsiteX3620" fmla="*/ 1527131 w 1616022"/>
                    <a:gd name="connsiteY3620" fmla="*/ 876838 h 1899958"/>
                    <a:gd name="connsiteX3621" fmla="*/ 1527131 w 1616022"/>
                    <a:gd name="connsiteY3621" fmla="*/ 874249 h 1899958"/>
                    <a:gd name="connsiteX3622" fmla="*/ 1529719 w 1616022"/>
                    <a:gd name="connsiteY3622" fmla="*/ 874249 h 1899958"/>
                    <a:gd name="connsiteX3623" fmla="*/ 1532164 w 1616022"/>
                    <a:gd name="connsiteY3623" fmla="*/ 876838 h 1899958"/>
                    <a:gd name="connsiteX3624" fmla="*/ 1532164 w 1616022"/>
                    <a:gd name="connsiteY3624" fmla="*/ 874249 h 1899958"/>
                    <a:gd name="connsiteX3625" fmla="*/ 1534897 w 1616022"/>
                    <a:gd name="connsiteY3625" fmla="*/ 871803 h 1899958"/>
                    <a:gd name="connsiteX3626" fmla="*/ 1534897 w 1616022"/>
                    <a:gd name="connsiteY3626" fmla="*/ 866625 h 1899958"/>
                    <a:gd name="connsiteX3627" fmla="*/ 1539932 w 1616022"/>
                    <a:gd name="connsiteY3627" fmla="*/ 866625 h 1899958"/>
                    <a:gd name="connsiteX3628" fmla="*/ 1539932 w 1616022"/>
                    <a:gd name="connsiteY3628" fmla="*/ 869358 h 1899958"/>
                    <a:gd name="connsiteX3629" fmla="*/ 1542377 w 1616022"/>
                    <a:gd name="connsiteY3629" fmla="*/ 866625 h 1899958"/>
                    <a:gd name="connsiteX3630" fmla="*/ 1547555 w 1616022"/>
                    <a:gd name="connsiteY3630" fmla="*/ 866625 h 1899958"/>
                    <a:gd name="connsiteX3631" fmla="*/ 1547555 w 1616022"/>
                    <a:gd name="connsiteY3631" fmla="*/ 859146 h 1899958"/>
                    <a:gd name="connsiteX3632" fmla="*/ 1545110 w 1616022"/>
                    <a:gd name="connsiteY3632" fmla="*/ 861591 h 1899958"/>
                    <a:gd name="connsiteX3633" fmla="*/ 1545110 w 1616022"/>
                    <a:gd name="connsiteY3633" fmla="*/ 859146 h 1899958"/>
                    <a:gd name="connsiteX3634" fmla="*/ 1542377 w 1616022"/>
                    <a:gd name="connsiteY3634" fmla="*/ 859146 h 1899958"/>
                    <a:gd name="connsiteX3635" fmla="*/ 1542377 w 1616022"/>
                    <a:gd name="connsiteY3635" fmla="*/ 853824 h 1899958"/>
                    <a:gd name="connsiteX3636" fmla="*/ 1545110 w 1616022"/>
                    <a:gd name="connsiteY3636" fmla="*/ 853824 h 1899958"/>
                    <a:gd name="connsiteX3637" fmla="*/ 1545110 w 1616022"/>
                    <a:gd name="connsiteY3637" fmla="*/ 859146 h 1899958"/>
                    <a:gd name="connsiteX3638" fmla="*/ 1550144 w 1616022"/>
                    <a:gd name="connsiteY3638" fmla="*/ 859146 h 1899958"/>
                    <a:gd name="connsiteX3639" fmla="*/ 1550144 w 1616022"/>
                    <a:gd name="connsiteY3639" fmla="*/ 864036 h 1899958"/>
                    <a:gd name="connsiteX3640" fmla="*/ 1553453 w 1616022"/>
                    <a:gd name="connsiteY3640" fmla="*/ 864036 h 1899958"/>
                    <a:gd name="connsiteX3641" fmla="*/ 1553453 w 1616022"/>
                    <a:gd name="connsiteY3641" fmla="*/ 859146 h 1899958"/>
                    <a:gd name="connsiteX3642" fmla="*/ 1555898 w 1616022"/>
                    <a:gd name="connsiteY3642" fmla="*/ 864036 h 1899958"/>
                    <a:gd name="connsiteX3643" fmla="*/ 1555898 w 1616022"/>
                    <a:gd name="connsiteY3643" fmla="*/ 853824 h 1899958"/>
                    <a:gd name="connsiteX3644" fmla="*/ 1558631 w 1616022"/>
                    <a:gd name="connsiteY3644" fmla="*/ 859146 h 1899958"/>
                    <a:gd name="connsiteX3645" fmla="*/ 1561220 w 1616022"/>
                    <a:gd name="connsiteY3645" fmla="*/ 856557 h 1899958"/>
                    <a:gd name="connsiteX3646" fmla="*/ 1561220 w 1616022"/>
                    <a:gd name="connsiteY3646" fmla="*/ 848933 h 1899958"/>
                    <a:gd name="connsiteX3647" fmla="*/ 1563665 w 1616022"/>
                    <a:gd name="connsiteY3647" fmla="*/ 853824 h 1899958"/>
                    <a:gd name="connsiteX3648" fmla="*/ 1566111 w 1616022"/>
                    <a:gd name="connsiteY3648" fmla="*/ 853824 h 1899958"/>
                    <a:gd name="connsiteX3649" fmla="*/ 1566111 w 1616022"/>
                    <a:gd name="connsiteY3649" fmla="*/ 848933 h 1899958"/>
                    <a:gd name="connsiteX3650" fmla="*/ 1567837 w 1616022"/>
                    <a:gd name="connsiteY3650" fmla="*/ 848933 h 1899958"/>
                    <a:gd name="connsiteX3651" fmla="*/ 1567837 w 1616022"/>
                    <a:gd name="connsiteY3651" fmla="*/ 846344 h 1899958"/>
                    <a:gd name="connsiteX3652" fmla="*/ 1570426 w 1616022"/>
                    <a:gd name="connsiteY3652" fmla="*/ 843611 h 1899958"/>
                    <a:gd name="connsiteX3653" fmla="*/ 1567837 w 1616022"/>
                    <a:gd name="connsiteY3653" fmla="*/ 843611 h 1899958"/>
                    <a:gd name="connsiteX3654" fmla="*/ 1567837 w 1616022"/>
                    <a:gd name="connsiteY3654" fmla="*/ 841166 h 1899958"/>
                    <a:gd name="connsiteX3655" fmla="*/ 1570426 w 1616022"/>
                    <a:gd name="connsiteY3655" fmla="*/ 838721 h 1899958"/>
                    <a:gd name="connsiteX3656" fmla="*/ 1570426 w 1616022"/>
                    <a:gd name="connsiteY3656" fmla="*/ 836132 h 1899958"/>
                    <a:gd name="connsiteX3657" fmla="*/ 1572871 w 1616022"/>
                    <a:gd name="connsiteY3657" fmla="*/ 833399 h 1899958"/>
                    <a:gd name="connsiteX3658" fmla="*/ 1572871 w 1616022"/>
                    <a:gd name="connsiteY3658" fmla="*/ 830953 h 1899958"/>
                    <a:gd name="connsiteX3659" fmla="*/ 1575316 w 1616022"/>
                    <a:gd name="connsiteY3659" fmla="*/ 828508 h 1899958"/>
                    <a:gd name="connsiteX3660" fmla="*/ 1575316 w 1616022"/>
                    <a:gd name="connsiteY3660" fmla="*/ 825919 h 1899958"/>
                    <a:gd name="connsiteX3661" fmla="*/ 1572871 w 1616022"/>
                    <a:gd name="connsiteY3661" fmla="*/ 825919 h 1899958"/>
                    <a:gd name="connsiteX3662" fmla="*/ 1570426 w 1616022"/>
                    <a:gd name="connsiteY3662" fmla="*/ 823186 h 1899958"/>
                    <a:gd name="connsiteX3663" fmla="*/ 1570426 w 1616022"/>
                    <a:gd name="connsiteY3663" fmla="*/ 820741 h 1899958"/>
                    <a:gd name="connsiteX3664" fmla="*/ 1572871 w 1616022"/>
                    <a:gd name="connsiteY3664" fmla="*/ 823186 h 1899958"/>
                    <a:gd name="connsiteX3665" fmla="*/ 1575316 w 1616022"/>
                    <a:gd name="connsiteY3665" fmla="*/ 825919 h 1899958"/>
                    <a:gd name="connsiteX3666" fmla="*/ 1578049 w 1616022"/>
                    <a:gd name="connsiteY3666" fmla="*/ 830953 h 1899958"/>
                    <a:gd name="connsiteX3667" fmla="*/ 1578049 w 1616022"/>
                    <a:gd name="connsiteY3667" fmla="*/ 833686 h 1899958"/>
                    <a:gd name="connsiteX3668" fmla="*/ 1580638 w 1616022"/>
                    <a:gd name="connsiteY3668" fmla="*/ 833686 h 1899958"/>
                    <a:gd name="connsiteX3669" fmla="*/ 1580638 w 1616022"/>
                    <a:gd name="connsiteY3669" fmla="*/ 831241 h 1899958"/>
                    <a:gd name="connsiteX3670" fmla="*/ 1583083 w 1616022"/>
                    <a:gd name="connsiteY3670" fmla="*/ 831241 h 1899958"/>
                    <a:gd name="connsiteX3671" fmla="*/ 1583083 w 1616022"/>
                    <a:gd name="connsiteY3671" fmla="*/ 826207 h 1899958"/>
                    <a:gd name="connsiteX3672" fmla="*/ 1585529 w 1616022"/>
                    <a:gd name="connsiteY3672" fmla="*/ 826207 h 1899958"/>
                    <a:gd name="connsiteX3673" fmla="*/ 1583083 w 1616022"/>
                    <a:gd name="connsiteY3673" fmla="*/ 831241 h 1899958"/>
                    <a:gd name="connsiteX3674" fmla="*/ 1585529 w 1616022"/>
                    <a:gd name="connsiteY3674" fmla="*/ 831241 h 1899958"/>
                    <a:gd name="connsiteX3675" fmla="*/ 1585529 w 1616022"/>
                    <a:gd name="connsiteY3675" fmla="*/ 828796 h 1899958"/>
                    <a:gd name="connsiteX3676" fmla="*/ 1588262 w 1616022"/>
                    <a:gd name="connsiteY3676" fmla="*/ 828796 h 1899958"/>
                    <a:gd name="connsiteX3677" fmla="*/ 1588262 w 1616022"/>
                    <a:gd name="connsiteY3677" fmla="*/ 826207 h 1899958"/>
                    <a:gd name="connsiteX3678" fmla="*/ 1593296 w 1616022"/>
                    <a:gd name="connsiteY3678" fmla="*/ 826207 h 1899958"/>
                    <a:gd name="connsiteX3679" fmla="*/ 1593296 w 1616022"/>
                    <a:gd name="connsiteY3679" fmla="*/ 819303 h 1899958"/>
                    <a:gd name="connsiteX3680" fmla="*/ 1596604 w 1616022"/>
                    <a:gd name="connsiteY3680" fmla="*/ 819303 h 1899958"/>
                    <a:gd name="connsiteX3681" fmla="*/ 1599337 w 1616022"/>
                    <a:gd name="connsiteY3681" fmla="*/ 816857 h 1899958"/>
                    <a:gd name="connsiteX3682" fmla="*/ 1601926 w 1616022"/>
                    <a:gd name="connsiteY3682" fmla="*/ 813981 h 1899958"/>
                    <a:gd name="connsiteX3683" fmla="*/ 1604372 w 1616022"/>
                    <a:gd name="connsiteY3683" fmla="*/ 813981 h 1899958"/>
                    <a:gd name="connsiteX3684" fmla="*/ 1604372 w 1616022"/>
                    <a:gd name="connsiteY3684" fmla="*/ 819303 h 1899958"/>
                    <a:gd name="connsiteX3685" fmla="*/ 1609550 w 1616022"/>
                    <a:gd name="connsiteY3685" fmla="*/ 819303 h 1899958"/>
                    <a:gd name="connsiteX3686" fmla="*/ 1609550 w 1616022"/>
                    <a:gd name="connsiteY3686" fmla="*/ 821748 h 1899958"/>
                    <a:gd name="connsiteX3687" fmla="*/ 1610988 w 1616022"/>
                    <a:gd name="connsiteY3687" fmla="*/ 821748 h 1899958"/>
                    <a:gd name="connsiteX3688" fmla="*/ 1610988 w 1616022"/>
                    <a:gd name="connsiteY3688" fmla="*/ 819303 h 1899958"/>
                    <a:gd name="connsiteX3689" fmla="*/ 1616022 w 1616022"/>
                    <a:gd name="connsiteY3689" fmla="*/ 819303 h 1899958"/>
                    <a:gd name="connsiteX3690" fmla="*/ 800604 w 1616022"/>
                    <a:gd name="connsiteY3690" fmla="*/ 250135 h 1899958"/>
                    <a:gd name="connsiteX3691" fmla="*/ 792980 w 1616022"/>
                    <a:gd name="connsiteY3691" fmla="*/ 252580 h 1899958"/>
                    <a:gd name="connsiteX3692" fmla="*/ 795713 w 1616022"/>
                    <a:gd name="connsiteY3692" fmla="*/ 250135 h 1899958"/>
                    <a:gd name="connsiteX3693" fmla="*/ 798158 w 1616022"/>
                    <a:gd name="connsiteY3693" fmla="*/ 250135 h 1899958"/>
                    <a:gd name="connsiteX3694" fmla="*/ 798158 w 1616022"/>
                    <a:gd name="connsiteY3694" fmla="*/ 247402 h 1899958"/>
                    <a:gd name="connsiteX3695" fmla="*/ 795713 w 1616022"/>
                    <a:gd name="connsiteY3695" fmla="*/ 244813 h 1899958"/>
                    <a:gd name="connsiteX3696" fmla="*/ 798158 w 1616022"/>
                    <a:gd name="connsiteY3696" fmla="*/ 244813 h 1899958"/>
                    <a:gd name="connsiteX3697" fmla="*/ 803193 w 1616022"/>
                    <a:gd name="connsiteY3697" fmla="*/ 250135 h 1899958"/>
                    <a:gd name="connsiteX3698" fmla="*/ 1356538 w 1616022"/>
                    <a:gd name="connsiteY3698" fmla="*/ 1009888 h 1899958"/>
                    <a:gd name="connsiteX3699" fmla="*/ 1353805 w 1616022"/>
                    <a:gd name="connsiteY3699" fmla="*/ 1009888 h 1899958"/>
                    <a:gd name="connsiteX3700" fmla="*/ 1353805 w 1616022"/>
                    <a:gd name="connsiteY3700" fmla="*/ 1007443 h 1899958"/>
                    <a:gd name="connsiteX3701" fmla="*/ 1351360 w 1616022"/>
                    <a:gd name="connsiteY3701" fmla="*/ 1004854 h 1899958"/>
                    <a:gd name="connsiteX3702" fmla="*/ 1353805 w 1616022"/>
                    <a:gd name="connsiteY3702" fmla="*/ 1004854 h 1899958"/>
                    <a:gd name="connsiteX3703" fmla="*/ 1353805 w 1616022"/>
                    <a:gd name="connsiteY3703" fmla="*/ 1007443 h 1899958"/>
                    <a:gd name="connsiteX3704" fmla="*/ 1356538 w 1616022"/>
                    <a:gd name="connsiteY3704" fmla="*/ 1009888 h 1899958"/>
                    <a:gd name="connsiteX3705" fmla="*/ 1358984 w 1616022"/>
                    <a:gd name="connsiteY3705" fmla="*/ 1009888 h 1899958"/>
                    <a:gd name="connsiteX3706" fmla="*/ 1361573 w 1616022"/>
                    <a:gd name="connsiteY3706" fmla="*/ 1012334 h 1899958"/>
                    <a:gd name="connsiteX3707" fmla="*/ 1358984 w 1616022"/>
                    <a:gd name="connsiteY3707" fmla="*/ 1012334 h 1899958"/>
                    <a:gd name="connsiteX3708" fmla="*/ 1358984 w 1616022"/>
                    <a:gd name="connsiteY3708" fmla="*/ 1020101 h 1899958"/>
                    <a:gd name="connsiteX3709" fmla="*/ 1358984 w 1616022"/>
                    <a:gd name="connsiteY3709" fmla="*/ 1015066 h 1899958"/>
                    <a:gd name="connsiteX3710" fmla="*/ 1361573 w 1616022"/>
                    <a:gd name="connsiteY3710" fmla="*/ 1015066 h 1899958"/>
                    <a:gd name="connsiteX3711" fmla="*/ 1361573 w 1616022"/>
                    <a:gd name="connsiteY3711" fmla="*/ 1020676 h 1899958"/>
                    <a:gd name="connsiteX3712" fmla="*/ 1361573 w 1616022"/>
                    <a:gd name="connsiteY3712" fmla="*/ 1030313 h 1899958"/>
                    <a:gd name="connsiteX3713" fmla="*/ 1361573 w 1616022"/>
                    <a:gd name="connsiteY3713" fmla="*/ 1025279 h 1899958"/>
                    <a:gd name="connsiteX3714" fmla="*/ 1364018 w 1616022"/>
                    <a:gd name="connsiteY3714" fmla="*/ 1027868 h 1899958"/>
                    <a:gd name="connsiteX3715" fmla="*/ 1364018 w 1616022"/>
                    <a:gd name="connsiteY3715" fmla="*/ 1030313 h 1899958"/>
                    <a:gd name="connsiteX3716" fmla="*/ 1374230 w 1616022"/>
                    <a:gd name="connsiteY3716" fmla="*/ 1050738 h 1899958"/>
                    <a:gd name="connsiteX3717" fmla="*/ 1371785 w 1616022"/>
                    <a:gd name="connsiteY3717" fmla="*/ 1050738 h 1899958"/>
                    <a:gd name="connsiteX3718" fmla="*/ 1371785 w 1616022"/>
                    <a:gd name="connsiteY3718" fmla="*/ 1048293 h 1899958"/>
                    <a:gd name="connsiteX3719" fmla="*/ 1369196 w 1616022"/>
                    <a:gd name="connsiteY3719" fmla="*/ 1045560 h 1899958"/>
                    <a:gd name="connsiteX3720" fmla="*/ 1366463 w 1616022"/>
                    <a:gd name="connsiteY3720" fmla="*/ 1045560 h 1899958"/>
                    <a:gd name="connsiteX3721" fmla="*/ 1366463 w 1616022"/>
                    <a:gd name="connsiteY3721" fmla="*/ 1038080 h 1899958"/>
                    <a:gd name="connsiteX3722" fmla="*/ 1363730 w 1616022"/>
                    <a:gd name="connsiteY3722" fmla="*/ 1038080 h 1899958"/>
                    <a:gd name="connsiteX3723" fmla="*/ 1363730 w 1616022"/>
                    <a:gd name="connsiteY3723" fmla="*/ 1032758 h 1899958"/>
                    <a:gd name="connsiteX3724" fmla="*/ 1366463 w 1616022"/>
                    <a:gd name="connsiteY3724" fmla="*/ 1032758 h 1899958"/>
                    <a:gd name="connsiteX3725" fmla="*/ 1366463 w 1616022"/>
                    <a:gd name="connsiteY3725" fmla="*/ 1038080 h 1899958"/>
                    <a:gd name="connsiteX3726" fmla="*/ 1368908 w 1616022"/>
                    <a:gd name="connsiteY3726" fmla="*/ 1042971 h 1899958"/>
                    <a:gd name="connsiteX3727" fmla="*/ 1368908 w 1616022"/>
                    <a:gd name="connsiteY3727" fmla="*/ 1045560 h 1899958"/>
                    <a:gd name="connsiteX3728" fmla="*/ 1371497 w 1616022"/>
                    <a:gd name="connsiteY3728" fmla="*/ 1045560 h 1899958"/>
                    <a:gd name="connsiteX3729" fmla="*/ 1371497 w 1616022"/>
                    <a:gd name="connsiteY3729" fmla="*/ 1048293 h 1899958"/>
                    <a:gd name="connsiteX3730" fmla="*/ 1373942 w 1616022"/>
                    <a:gd name="connsiteY3730" fmla="*/ 1048293 h 1899958"/>
                    <a:gd name="connsiteX3731" fmla="*/ 1387176 w 1616022"/>
                    <a:gd name="connsiteY3731" fmla="*/ 1065841 h 1899958"/>
                    <a:gd name="connsiteX3732" fmla="*/ 1384443 w 1616022"/>
                    <a:gd name="connsiteY3732" fmla="*/ 1063396 h 1899958"/>
                    <a:gd name="connsiteX3733" fmla="*/ 1387176 w 1616022"/>
                    <a:gd name="connsiteY3733" fmla="*/ 1063396 h 1899958"/>
                    <a:gd name="connsiteX3734" fmla="*/ 1443129 w 1616022"/>
                    <a:gd name="connsiteY3734" fmla="*/ 1030313 h 1899958"/>
                    <a:gd name="connsiteX3735" fmla="*/ 1440684 w 1616022"/>
                    <a:gd name="connsiteY3735" fmla="*/ 1030313 h 1899958"/>
                    <a:gd name="connsiteX3736" fmla="*/ 1440684 w 1616022"/>
                    <a:gd name="connsiteY3736" fmla="*/ 1027868 h 1899958"/>
                    <a:gd name="connsiteX3737" fmla="*/ 1443129 w 1616022"/>
                    <a:gd name="connsiteY3737" fmla="*/ 1027868 h 1899958"/>
                    <a:gd name="connsiteX3738" fmla="*/ 1448163 w 1616022"/>
                    <a:gd name="connsiteY3738" fmla="*/ 1007443 h 1899958"/>
                    <a:gd name="connsiteX3739" fmla="*/ 1448163 w 1616022"/>
                    <a:gd name="connsiteY3739" fmla="*/ 1004854 h 1899958"/>
                    <a:gd name="connsiteX3740" fmla="*/ 1450896 w 1616022"/>
                    <a:gd name="connsiteY3740" fmla="*/ 1004854 h 1899958"/>
                    <a:gd name="connsiteX3741" fmla="*/ 1450896 w 1616022"/>
                    <a:gd name="connsiteY3741" fmla="*/ 1007443 h 1899958"/>
                    <a:gd name="connsiteX3742" fmla="*/ 1453341 w 1616022"/>
                    <a:gd name="connsiteY3742" fmla="*/ 1009888 h 1899958"/>
                    <a:gd name="connsiteX3743" fmla="*/ 1450896 w 1616022"/>
                    <a:gd name="connsiteY3743" fmla="*/ 1012334 h 1899958"/>
                    <a:gd name="connsiteX3744" fmla="*/ 1452766 w 1616022"/>
                    <a:gd name="connsiteY3744" fmla="*/ 1012334 h 1899958"/>
                    <a:gd name="connsiteX3745" fmla="*/ 1450321 w 1616022"/>
                    <a:gd name="connsiteY3745" fmla="*/ 1015066 h 1899958"/>
                    <a:gd name="connsiteX3746" fmla="*/ 1450321 w 1616022"/>
                    <a:gd name="connsiteY3746" fmla="*/ 1009888 h 1899958"/>
                    <a:gd name="connsiteX3747" fmla="*/ 1452766 w 1616022"/>
                    <a:gd name="connsiteY3747" fmla="*/ 1007443 h 1899958"/>
                    <a:gd name="connsiteX3748" fmla="*/ 1494191 w 1616022"/>
                    <a:gd name="connsiteY3748" fmla="*/ 964148 h 1899958"/>
                    <a:gd name="connsiteX3749" fmla="*/ 1491458 w 1616022"/>
                    <a:gd name="connsiteY3749" fmla="*/ 958826 h 1899958"/>
                    <a:gd name="connsiteX3750" fmla="*/ 1494191 w 1616022"/>
                    <a:gd name="connsiteY3750" fmla="*/ 958826 h 1899958"/>
                    <a:gd name="connsiteX3751" fmla="*/ 1494191 w 1616022"/>
                    <a:gd name="connsiteY3751" fmla="*/ 961415 h 1899958"/>
                    <a:gd name="connsiteX3752" fmla="*/ 1496780 w 1616022"/>
                    <a:gd name="connsiteY3752" fmla="*/ 961415 h 1899958"/>
                    <a:gd name="connsiteX3753" fmla="*/ 1496780 w 1616022"/>
                    <a:gd name="connsiteY3753" fmla="*/ 976806 h 1899958"/>
                    <a:gd name="connsiteX3754" fmla="*/ 1496780 w 1616022"/>
                    <a:gd name="connsiteY3754" fmla="*/ 974360 h 1899958"/>
                    <a:gd name="connsiteX3755" fmla="*/ 1499226 w 1616022"/>
                    <a:gd name="connsiteY3755" fmla="*/ 974360 h 1899958"/>
                    <a:gd name="connsiteX3756" fmla="*/ 1499226 w 1616022"/>
                    <a:gd name="connsiteY3756" fmla="*/ 977525 h 1899958"/>
                    <a:gd name="connsiteX3757" fmla="*/ 1501671 w 1616022"/>
                    <a:gd name="connsiteY3757" fmla="*/ 979970 h 1899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Lst>
                  <a:rect l="l" t="t" r="r" b="b"/>
                  <a:pathLst>
                    <a:path w="1616022" h="1899958">
                      <a:moveTo>
                        <a:pt x="1614008" y="816282"/>
                      </a:moveTo>
                      <a:lnTo>
                        <a:pt x="1614008" y="813405"/>
                      </a:lnTo>
                      <a:lnTo>
                        <a:pt x="1611419" y="810960"/>
                      </a:lnTo>
                      <a:lnTo>
                        <a:pt x="1611419" y="806069"/>
                      </a:lnTo>
                      <a:lnTo>
                        <a:pt x="1608974" y="803336"/>
                      </a:lnTo>
                      <a:lnTo>
                        <a:pt x="1606242" y="800747"/>
                      </a:lnTo>
                      <a:lnTo>
                        <a:pt x="1603796" y="795857"/>
                      </a:lnTo>
                      <a:lnTo>
                        <a:pt x="1601351" y="785644"/>
                      </a:lnTo>
                      <a:lnTo>
                        <a:pt x="1598762" y="782911"/>
                      </a:lnTo>
                      <a:lnTo>
                        <a:pt x="1596604" y="776151"/>
                      </a:lnTo>
                      <a:lnTo>
                        <a:pt x="1589125" y="763349"/>
                      </a:lnTo>
                      <a:lnTo>
                        <a:pt x="1589125" y="760617"/>
                      </a:lnTo>
                      <a:lnTo>
                        <a:pt x="1583946" y="763349"/>
                      </a:lnTo>
                      <a:lnTo>
                        <a:pt x="1578912" y="763349"/>
                      </a:lnTo>
                      <a:lnTo>
                        <a:pt x="1553453" y="776151"/>
                      </a:lnTo>
                      <a:lnTo>
                        <a:pt x="1533027" y="786364"/>
                      </a:lnTo>
                      <a:lnTo>
                        <a:pt x="1530582" y="788809"/>
                      </a:lnTo>
                      <a:lnTo>
                        <a:pt x="1524685" y="788809"/>
                      </a:lnTo>
                      <a:lnTo>
                        <a:pt x="1524685" y="790535"/>
                      </a:lnTo>
                      <a:lnTo>
                        <a:pt x="1521952" y="790535"/>
                      </a:lnTo>
                      <a:lnTo>
                        <a:pt x="1519507" y="793124"/>
                      </a:lnTo>
                      <a:lnTo>
                        <a:pt x="1514473" y="793124"/>
                      </a:lnTo>
                      <a:lnTo>
                        <a:pt x="1511740" y="795857"/>
                      </a:lnTo>
                      <a:lnTo>
                        <a:pt x="1509294" y="795857"/>
                      </a:lnTo>
                      <a:lnTo>
                        <a:pt x="1504260" y="798302"/>
                      </a:lnTo>
                      <a:lnTo>
                        <a:pt x="1499082" y="800747"/>
                      </a:lnTo>
                      <a:lnTo>
                        <a:pt x="1494047" y="803336"/>
                      </a:lnTo>
                      <a:lnTo>
                        <a:pt x="1491314" y="803336"/>
                      </a:lnTo>
                      <a:lnTo>
                        <a:pt x="1481102" y="808515"/>
                      </a:lnTo>
                      <a:lnTo>
                        <a:pt x="1476212" y="810960"/>
                      </a:lnTo>
                      <a:lnTo>
                        <a:pt x="1473623" y="810960"/>
                      </a:lnTo>
                      <a:lnTo>
                        <a:pt x="1473623" y="813405"/>
                      </a:lnTo>
                      <a:lnTo>
                        <a:pt x="1471177" y="813405"/>
                      </a:lnTo>
                      <a:lnTo>
                        <a:pt x="1468444" y="816282"/>
                      </a:lnTo>
                      <a:lnTo>
                        <a:pt x="1465999" y="816282"/>
                      </a:lnTo>
                      <a:lnTo>
                        <a:pt x="1460965" y="818727"/>
                      </a:lnTo>
                      <a:lnTo>
                        <a:pt x="1458232" y="818727"/>
                      </a:lnTo>
                      <a:lnTo>
                        <a:pt x="1455786" y="821172"/>
                      </a:lnTo>
                      <a:lnTo>
                        <a:pt x="1450752" y="823618"/>
                      </a:lnTo>
                      <a:lnTo>
                        <a:pt x="1448019" y="823618"/>
                      </a:lnTo>
                      <a:lnTo>
                        <a:pt x="1445574" y="826351"/>
                      </a:lnTo>
                      <a:lnTo>
                        <a:pt x="1440540" y="826351"/>
                      </a:lnTo>
                      <a:lnTo>
                        <a:pt x="1437807" y="828940"/>
                      </a:lnTo>
                      <a:lnTo>
                        <a:pt x="1435362" y="828940"/>
                      </a:lnTo>
                      <a:lnTo>
                        <a:pt x="1430327" y="831385"/>
                      </a:lnTo>
                      <a:lnTo>
                        <a:pt x="1427594" y="833830"/>
                      </a:lnTo>
                      <a:lnTo>
                        <a:pt x="1425149" y="833830"/>
                      </a:lnTo>
                      <a:lnTo>
                        <a:pt x="1422704" y="836563"/>
                      </a:lnTo>
                      <a:lnTo>
                        <a:pt x="1417382" y="836563"/>
                      </a:lnTo>
                      <a:lnTo>
                        <a:pt x="1417382" y="839152"/>
                      </a:lnTo>
                      <a:lnTo>
                        <a:pt x="1412491" y="839152"/>
                      </a:lnTo>
                      <a:lnTo>
                        <a:pt x="1409902" y="841597"/>
                      </a:lnTo>
                      <a:lnTo>
                        <a:pt x="1407169" y="841597"/>
                      </a:lnTo>
                      <a:lnTo>
                        <a:pt x="1404724" y="844043"/>
                      </a:lnTo>
                      <a:lnTo>
                        <a:pt x="1399690" y="844043"/>
                      </a:lnTo>
                      <a:lnTo>
                        <a:pt x="1397245" y="846776"/>
                      </a:lnTo>
                      <a:lnTo>
                        <a:pt x="1395231" y="846776"/>
                      </a:lnTo>
                      <a:lnTo>
                        <a:pt x="1390196" y="849365"/>
                      </a:lnTo>
                      <a:lnTo>
                        <a:pt x="1387751" y="849365"/>
                      </a:lnTo>
                      <a:lnTo>
                        <a:pt x="1387751" y="851810"/>
                      </a:lnTo>
                      <a:lnTo>
                        <a:pt x="1385018" y="851810"/>
                      </a:lnTo>
                      <a:lnTo>
                        <a:pt x="1379984" y="854255"/>
                      </a:lnTo>
                      <a:lnTo>
                        <a:pt x="1374805" y="856988"/>
                      </a:lnTo>
                      <a:lnTo>
                        <a:pt x="1369771" y="856988"/>
                      </a:lnTo>
                      <a:lnTo>
                        <a:pt x="1362148" y="862022"/>
                      </a:lnTo>
                      <a:lnTo>
                        <a:pt x="1359559" y="862022"/>
                      </a:lnTo>
                      <a:lnTo>
                        <a:pt x="1357114" y="864468"/>
                      </a:lnTo>
                      <a:lnTo>
                        <a:pt x="1352079" y="864468"/>
                      </a:lnTo>
                      <a:lnTo>
                        <a:pt x="1352079" y="867057"/>
                      </a:lnTo>
                      <a:lnTo>
                        <a:pt x="1347045" y="869790"/>
                      </a:lnTo>
                      <a:lnTo>
                        <a:pt x="1341867" y="869790"/>
                      </a:lnTo>
                      <a:lnTo>
                        <a:pt x="1341867" y="872235"/>
                      </a:lnTo>
                      <a:lnTo>
                        <a:pt x="1336832" y="872235"/>
                      </a:lnTo>
                      <a:lnTo>
                        <a:pt x="1334099" y="874680"/>
                      </a:lnTo>
                      <a:lnTo>
                        <a:pt x="1323312" y="876838"/>
                      </a:lnTo>
                      <a:lnTo>
                        <a:pt x="1320579" y="879571"/>
                      </a:lnTo>
                      <a:lnTo>
                        <a:pt x="1313099" y="882016"/>
                      </a:lnTo>
                      <a:lnTo>
                        <a:pt x="1307921" y="884461"/>
                      </a:lnTo>
                      <a:lnTo>
                        <a:pt x="1302886" y="884461"/>
                      </a:lnTo>
                      <a:lnTo>
                        <a:pt x="1302886" y="886906"/>
                      </a:lnTo>
                      <a:lnTo>
                        <a:pt x="1297708" y="886906"/>
                      </a:lnTo>
                      <a:lnTo>
                        <a:pt x="1295119" y="889783"/>
                      </a:lnTo>
                      <a:lnTo>
                        <a:pt x="1292674" y="889783"/>
                      </a:lnTo>
                      <a:lnTo>
                        <a:pt x="1292674" y="892229"/>
                      </a:lnTo>
                      <a:lnTo>
                        <a:pt x="1287496" y="892229"/>
                      </a:lnTo>
                      <a:lnTo>
                        <a:pt x="1284907" y="894674"/>
                      </a:lnTo>
                      <a:lnTo>
                        <a:pt x="1282462" y="894674"/>
                      </a:lnTo>
                      <a:lnTo>
                        <a:pt x="1279729" y="897119"/>
                      </a:lnTo>
                      <a:lnTo>
                        <a:pt x="1274694" y="897119"/>
                      </a:lnTo>
                      <a:lnTo>
                        <a:pt x="1272249" y="899996"/>
                      </a:lnTo>
                      <a:lnTo>
                        <a:pt x="1269516" y="899996"/>
                      </a:lnTo>
                      <a:lnTo>
                        <a:pt x="1262036" y="902441"/>
                      </a:lnTo>
                      <a:lnTo>
                        <a:pt x="1256858" y="904886"/>
                      </a:lnTo>
                      <a:lnTo>
                        <a:pt x="1254413" y="904886"/>
                      </a:lnTo>
                      <a:lnTo>
                        <a:pt x="1251824" y="907331"/>
                      </a:lnTo>
                      <a:lnTo>
                        <a:pt x="1249379" y="907331"/>
                      </a:lnTo>
                      <a:lnTo>
                        <a:pt x="1246646" y="910064"/>
                      </a:lnTo>
                      <a:lnTo>
                        <a:pt x="1241612" y="910064"/>
                      </a:lnTo>
                      <a:lnTo>
                        <a:pt x="1241612" y="912653"/>
                      </a:lnTo>
                      <a:lnTo>
                        <a:pt x="1237009" y="912653"/>
                      </a:lnTo>
                      <a:lnTo>
                        <a:pt x="1234563" y="915099"/>
                      </a:lnTo>
                      <a:lnTo>
                        <a:pt x="1226796" y="917544"/>
                      </a:lnTo>
                      <a:lnTo>
                        <a:pt x="1224351" y="917544"/>
                      </a:lnTo>
                      <a:lnTo>
                        <a:pt x="1221762" y="920277"/>
                      </a:lnTo>
                      <a:lnTo>
                        <a:pt x="1216583" y="920277"/>
                      </a:lnTo>
                      <a:lnTo>
                        <a:pt x="1214138" y="922866"/>
                      </a:lnTo>
                      <a:lnTo>
                        <a:pt x="1208241" y="922866"/>
                      </a:lnTo>
                      <a:lnTo>
                        <a:pt x="1208241" y="925311"/>
                      </a:lnTo>
                      <a:lnTo>
                        <a:pt x="1203063" y="925311"/>
                      </a:lnTo>
                      <a:lnTo>
                        <a:pt x="1203063" y="927757"/>
                      </a:lnTo>
                      <a:lnTo>
                        <a:pt x="1195296" y="927757"/>
                      </a:lnTo>
                      <a:lnTo>
                        <a:pt x="1195296" y="930490"/>
                      </a:lnTo>
                      <a:lnTo>
                        <a:pt x="1190261" y="930490"/>
                      </a:lnTo>
                      <a:lnTo>
                        <a:pt x="1187816" y="933079"/>
                      </a:lnTo>
                      <a:lnTo>
                        <a:pt x="1185083" y="933079"/>
                      </a:lnTo>
                      <a:lnTo>
                        <a:pt x="1180192" y="935524"/>
                      </a:lnTo>
                      <a:lnTo>
                        <a:pt x="1177603" y="935524"/>
                      </a:lnTo>
                      <a:lnTo>
                        <a:pt x="1175158" y="937969"/>
                      </a:lnTo>
                      <a:lnTo>
                        <a:pt x="1169980" y="937969"/>
                      </a:lnTo>
                      <a:lnTo>
                        <a:pt x="1169980" y="935524"/>
                      </a:lnTo>
                      <a:lnTo>
                        <a:pt x="1167391" y="935524"/>
                      </a:lnTo>
                      <a:lnTo>
                        <a:pt x="1167391" y="933079"/>
                      </a:lnTo>
                      <a:lnTo>
                        <a:pt x="1165090" y="933079"/>
                      </a:lnTo>
                      <a:lnTo>
                        <a:pt x="1165090" y="930490"/>
                      </a:lnTo>
                      <a:lnTo>
                        <a:pt x="1162357" y="930490"/>
                      </a:lnTo>
                      <a:lnTo>
                        <a:pt x="1162357" y="927757"/>
                      </a:lnTo>
                      <a:lnTo>
                        <a:pt x="1165090" y="927757"/>
                      </a:lnTo>
                      <a:lnTo>
                        <a:pt x="1167535" y="930490"/>
                      </a:lnTo>
                      <a:lnTo>
                        <a:pt x="1175302" y="930490"/>
                      </a:lnTo>
                      <a:lnTo>
                        <a:pt x="1175302" y="927757"/>
                      </a:lnTo>
                      <a:lnTo>
                        <a:pt x="1172569" y="927757"/>
                      </a:lnTo>
                      <a:lnTo>
                        <a:pt x="1172569" y="922866"/>
                      </a:lnTo>
                      <a:lnTo>
                        <a:pt x="1170124" y="922866"/>
                      </a:lnTo>
                      <a:lnTo>
                        <a:pt x="1170124" y="920277"/>
                      </a:lnTo>
                      <a:lnTo>
                        <a:pt x="1167535" y="917544"/>
                      </a:lnTo>
                      <a:lnTo>
                        <a:pt x="1165090" y="917544"/>
                      </a:lnTo>
                      <a:lnTo>
                        <a:pt x="1162357" y="915099"/>
                      </a:lnTo>
                      <a:lnTo>
                        <a:pt x="1159912" y="915099"/>
                      </a:lnTo>
                      <a:lnTo>
                        <a:pt x="1162357" y="917544"/>
                      </a:lnTo>
                      <a:lnTo>
                        <a:pt x="1162357" y="920277"/>
                      </a:lnTo>
                      <a:lnTo>
                        <a:pt x="1159912" y="920277"/>
                      </a:lnTo>
                      <a:lnTo>
                        <a:pt x="1159912" y="915099"/>
                      </a:lnTo>
                      <a:lnTo>
                        <a:pt x="1157322" y="915099"/>
                      </a:lnTo>
                      <a:lnTo>
                        <a:pt x="1157322" y="912653"/>
                      </a:lnTo>
                      <a:lnTo>
                        <a:pt x="1154877" y="910064"/>
                      </a:lnTo>
                      <a:lnTo>
                        <a:pt x="1150706" y="910064"/>
                      </a:lnTo>
                      <a:lnTo>
                        <a:pt x="1150706" y="907331"/>
                      </a:lnTo>
                      <a:lnTo>
                        <a:pt x="1142938" y="907331"/>
                      </a:lnTo>
                      <a:lnTo>
                        <a:pt x="1142938" y="905605"/>
                      </a:lnTo>
                      <a:lnTo>
                        <a:pt x="1140493" y="905605"/>
                      </a:lnTo>
                      <a:lnTo>
                        <a:pt x="1142938" y="903160"/>
                      </a:lnTo>
                      <a:lnTo>
                        <a:pt x="1137904" y="903160"/>
                      </a:lnTo>
                      <a:lnTo>
                        <a:pt x="1137904" y="900715"/>
                      </a:lnTo>
                      <a:lnTo>
                        <a:pt x="1135459" y="900715"/>
                      </a:lnTo>
                      <a:lnTo>
                        <a:pt x="1135459" y="895393"/>
                      </a:lnTo>
                      <a:lnTo>
                        <a:pt x="1132726" y="892948"/>
                      </a:lnTo>
                      <a:lnTo>
                        <a:pt x="1135459" y="892948"/>
                      </a:lnTo>
                      <a:lnTo>
                        <a:pt x="1135459" y="890502"/>
                      </a:lnTo>
                      <a:lnTo>
                        <a:pt x="1132726" y="887626"/>
                      </a:lnTo>
                      <a:lnTo>
                        <a:pt x="1135459" y="887626"/>
                      </a:lnTo>
                      <a:lnTo>
                        <a:pt x="1135459" y="885180"/>
                      </a:lnTo>
                      <a:lnTo>
                        <a:pt x="1137904" y="885180"/>
                      </a:lnTo>
                      <a:lnTo>
                        <a:pt x="1137904" y="880290"/>
                      </a:lnTo>
                      <a:lnTo>
                        <a:pt x="1142938" y="880290"/>
                      </a:lnTo>
                      <a:lnTo>
                        <a:pt x="1142938" y="876838"/>
                      </a:lnTo>
                      <a:lnTo>
                        <a:pt x="1145671" y="876838"/>
                      </a:lnTo>
                      <a:lnTo>
                        <a:pt x="1145671" y="874249"/>
                      </a:lnTo>
                      <a:lnTo>
                        <a:pt x="1148117" y="874249"/>
                      </a:lnTo>
                      <a:lnTo>
                        <a:pt x="1148117" y="871803"/>
                      </a:lnTo>
                      <a:lnTo>
                        <a:pt x="1155884" y="871803"/>
                      </a:lnTo>
                      <a:lnTo>
                        <a:pt x="1155884" y="869358"/>
                      </a:lnTo>
                      <a:lnTo>
                        <a:pt x="1158329" y="869358"/>
                      </a:lnTo>
                      <a:lnTo>
                        <a:pt x="1158329" y="866625"/>
                      </a:lnTo>
                      <a:lnTo>
                        <a:pt x="1163364" y="866625"/>
                      </a:lnTo>
                      <a:lnTo>
                        <a:pt x="1163364" y="864036"/>
                      </a:lnTo>
                      <a:lnTo>
                        <a:pt x="1168542" y="864036"/>
                      </a:lnTo>
                      <a:lnTo>
                        <a:pt x="1168542" y="862454"/>
                      </a:lnTo>
                      <a:lnTo>
                        <a:pt x="1171131" y="862454"/>
                      </a:lnTo>
                      <a:lnTo>
                        <a:pt x="1171131" y="860009"/>
                      </a:lnTo>
                      <a:lnTo>
                        <a:pt x="1165090" y="860009"/>
                      </a:lnTo>
                      <a:lnTo>
                        <a:pt x="1165090" y="857420"/>
                      </a:lnTo>
                      <a:lnTo>
                        <a:pt x="1159912" y="857420"/>
                      </a:lnTo>
                      <a:lnTo>
                        <a:pt x="1159912" y="860009"/>
                      </a:lnTo>
                      <a:lnTo>
                        <a:pt x="1157322" y="857420"/>
                      </a:lnTo>
                      <a:lnTo>
                        <a:pt x="1152144" y="857420"/>
                      </a:lnTo>
                      <a:lnTo>
                        <a:pt x="1152144" y="852241"/>
                      </a:lnTo>
                      <a:lnTo>
                        <a:pt x="1149699" y="849796"/>
                      </a:lnTo>
                      <a:lnTo>
                        <a:pt x="1147110" y="849796"/>
                      </a:lnTo>
                      <a:lnTo>
                        <a:pt x="1147110" y="852241"/>
                      </a:lnTo>
                      <a:lnTo>
                        <a:pt x="1144664" y="854687"/>
                      </a:lnTo>
                      <a:lnTo>
                        <a:pt x="1144664" y="857420"/>
                      </a:lnTo>
                      <a:lnTo>
                        <a:pt x="1141932" y="860009"/>
                      </a:lnTo>
                      <a:lnTo>
                        <a:pt x="1139486" y="860009"/>
                      </a:lnTo>
                      <a:lnTo>
                        <a:pt x="1139486" y="862454"/>
                      </a:lnTo>
                      <a:lnTo>
                        <a:pt x="1134452" y="862454"/>
                      </a:lnTo>
                      <a:lnTo>
                        <a:pt x="1134452" y="867488"/>
                      </a:lnTo>
                      <a:lnTo>
                        <a:pt x="1131719" y="867488"/>
                      </a:lnTo>
                      <a:lnTo>
                        <a:pt x="1131719" y="870221"/>
                      </a:lnTo>
                      <a:lnTo>
                        <a:pt x="1126685" y="870221"/>
                      </a:lnTo>
                      <a:lnTo>
                        <a:pt x="1126685" y="872667"/>
                      </a:lnTo>
                      <a:lnTo>
                        <a:pt x="1124240" y="870221"/>
                      </a:lnTo>
                      <a:lnTo>
                        <a:pt x="1124240" y="872667"/>
                      </a:lnTo>
                      <a:lnTo>
                        <a:pt x="1121938" y="872667"/>
                      </a:lnTo>
                      <a:lnTo>
                        <a:pt x="1121938" y="882879"/>
                      </a:lnTo>
                      <a:lnTo>
                        <a:pt x="1124671" y="882879"/>
                      </a:lnTo>
                      <a:lnTo>
                        <a:pt x="1124671" y="887769"/>
                      </a:lnTo>
                      <a:lnTo>
                        <a:pt x="1121938" y="887769"/>
                      </a:lnTo>
                      <a:lnTo>
                        <a:pt x="1121938" y="890646"/>
                      </a:lnTo>
                      <a:lnTo>
                        <a:pt x="1127116" y="893092"/>
                      </a:lnTo>
                      <a:lnTo>
                        <a:pt x="1127116" y="895537"/>
                      </a:lnTo>
                      <a:lnTo>
                        <a:pt x="1129705" y="895537"/>
                      </a:lnTo>
                      <a:lnTo>
                        <a:pt x="1129705" y="900859"/>
                      </a:lnTo>
                      <a:lnTo>
                        <a:pt x="1132150" y="900859"/>
                      </a:lnTo>
                      <a:lnTo>
                        <a:pt x="1132150" y="905605"/>
                      </a:lnTo>
                      <a:lnTo>
                        <a:pt x="1134883" y="905605"/>
                      </a:lnTo>
                      <a:lnTo>
                        <a:pt x="1134883" y="918263"/>
                      </a:lnTo>
                      <a:lnTo>
                        <a:pt x="1132150" y="918263"/>
                      </a:lnTo>
                      <a:lnTo>
                        <a:pt x="1134883" y="920996"/>
                      </a:lnTo>
                      <a:lnTo>
                        <a:pt x="1132150" y="920996"/>
                      </a:lnTo>
                      <a:lnTo>
                        <a:pt x="1132150" y="923585"/>
                      </a:lnTo>
                      <a:lnTo>
                        <a:pt x="1134883" y="923585"/>
                      </a:lnTo>
                      <a:lnTo>
                        <a:pt x="1134883" y="928476"/>
                      </a:lnTo>
                      <a:lnTo>
                        <a:pt x="1137329" y="926031"/>
                      </a:lnTo>
                      <a:lnTo>
                        <a:pt x="1137329" y="931209"/>
                      </a:lnTo>
                      <a:lnTo>
                        <a:pt x="1139918" y="931209"/>
                      </a:lnTo>
                      <a:lnTo>
                        <a:pt x="1139918" y="933798"/>
                      </a:lnTo>
                      <a:lnTo>
                        <a:pt x="1142363" y="933798"/>
                      </a:lnTo>
                      <a:lnTo>
                        <a:pt x="1142363" y="936243"/>
                      </a:lnTo>
                      <a:lnTo>
                        <a:pt x="1137329" y="936243"/>
                      </a:lnTo>
                      <a:lnTo>
                        <a:pt x="1137329" y="946455"/>
                      </a:lnTo>
                      <a:lnTo>
                        <a:pt x="1139918" y="946455"/>
                      </a:lnTo>
                      <a:lnTo>
                        <a:pt x="1139918" y="948757"/>
                      </a:lnTo>
                      <a:lnTo>
                        <a:pt x="1142363" y="948757"/>
                      </a:lnTo>
                      <a:lnTo>
                        <a:pt x="1142363" y="951346"/>
                      </a:lnTo>
                      <a:lnTo>
                        <a:pt x="1145096" y="951346"/>
                      </a:lnTo>
                      <a:lnTo>
                        <a:pt x="1142363" y="954079"/>
                      </a:lnTo>
                      <a:lnTo>
                        <a:pt x="1139918" y="954079"/>
                      </a:lnTo>
                      <a:lnTo>
                        <a:pt x="1139918" y="951346"/>
                      </a:lnTo>
                      <a:lnTo>
                        <a:pt x="1137329" y="954079"/>
                      </a:lnTo>
                      <a:lnTo>
                        <a:pt x="1137329" y="958969"/>
                      </a:lnTo>
                      <a:lnTo>
                        <a:pt x="1139918" y="958969"/>
                      </a:lnTo>
                      <a:lnTo>
                        <a:pt x="1137329" y="961559"/>
                      </a:lnTo>
                      <a:lnTo>
                        <a:pt x="1139918" y="964291"/>
                      </a:lnTo>
                      <a:lnTo>
                        <a:pt x="1139918" y="966737"/>
                      </a:lnTo>
                      <a:lnTo>
                        <a:pt x="1142363" y="966737"/>
                      </a:lnTo>
                      <a:lnTo>
                        <a:pt x="1142363" y="969182"/>
                      </a:lnTo>
                      <a:lnTo>
                        <a:pt x="1145096" y="971771"/>
                      </a:lnTo>
                      <a:lnTo>
                        <a:pt x="1147541" y="971771"/>
                      </a:lnTo>
                      <a:lnTo>
                        <a:pt x="1147541" y="977525"/>
                      </a:lnTo>
                      <a:lnTo>
                        <a:pt x="1150706" y="977525"/>
                      </a:lnTo>
                      <a:lnTo>
                        <a:pt x="1150706" y="987737"/>
                      </a:lnTo>
                      <a:lnTo>
                        <a:pt x="1148117" y="987737"/>
                      </a:lnTo>
                      <a:lnTo>
                        <a:pt x="1148117" y="990182"/>
                      </a:lnTo>
                      <a:lnTo>
                        <a:pt x="1145671" y="987737"/>
                      </a:lnTo>
                      <a:lnTo>
                        <a:pt x="1145671" y="991908"/>
                      </a:lnTo>
                      <a:lnTo>
                        <a:pt x="1140493" y="997230"/>
                      </a:lnTo>
                      <a:lnTo>
                        <a:pt x="1140493" y="999676"/>
                      </a:lnTo>
                      <a:lnTo>
                        <a:pt x="1135459" y="994641"/>
                      </a:lnTo>
                      <a:lnTo>
                        <a:pt x="1135459" y="997230"/>
                      </a:lnTo>
                      <a:lnTo>
                        <a:pt x="1132726" y="997230"/>
                      </a:lnTo>
                      <a:lnTo>
                        <a:pt x="1132726" y="991908"/>
                      </a:lnTo>
                      <a:lnTo>
                        <a:pt x="1130281" y="991908"/>
                      </a:lnTo>
                      <a:lnTo>
                        <a:pt x="1130281" y="989463"/>
                      </a:lnTo>
                      <a:lnTo>
                        <a:pt x="1125247" y="989463"/>
                      </a:lnTo>
                      <a:lnTo>
                        <a:pt x="1125247" y="987018"/>
                      </a:lnTo>
                      <a:lnTo>
                        <a:pt x="1115034" y="987018"/>
                      </a:lnTo>
                      <a:lnTo>
                        <a:pt x="1115034" y="989463"/>
                      </a:lnTo>
                      <a:lnTo>
                        <a:pt x="1107267" y="989463"/>
                      </a:lnTo>
                      <a:lnTo>
                        <a:pt x="1107267" y="991908"/>
                      </a:lnTo>
                      <a:lnTo>
                        <a:pt x="1109856" y="991908"/>
                      </a:lnTo>
                      <a:lnTo>
                        <a:pt x="1109856" y="997230"/>
                      </a:lnTo>
                      <a:lnTo>
                        <a:pt x="1107267" y="997230"/>
                      </a:lnTo>
                      <a:lnTo>
                        <a:pt x="1107267" y="994641"/>
                      </a:lnTo>
                      <a:lnTo>
                        <a:pt x="1104821" y="994641"/>
                      </a:lnTo>
                      <a:lnTo>
                        <a:pt x="1104821" y="991908"/>
                      </a:lnTo>
                      <a:lnTo>
                        <a:pt x="1102376" y="991908"/>
                      </a:lnTo>
                      <a:lnTo>
                        <a:pt x="1099643" y="994641"/>
                      </a:lnTo>
                      <a:lnTo>
                        <a:pt x="1099643" y="997230"/>
                      </a:lnTo>
                      <a:lnTo>
                        <a:pt x="1092163" y="997230"/>
                      </a:lnTo>
                      <a:lnTo>
                        <a:pt x="1092163" y="989463"/>
                      </a:lnTo>
                      <a:lnTo>
                        <a:pt x="1089431" y="989463"/>
                      </a:lnTo>
                      <a:lnTo>
                        <a:pt x="1089431" y="991908"/>
                      </a:lnTo>
                      <a:lnTo>
                        <a:pt x="1084397" y="991908"/>
                      </a:lnTo>
                      <a:lnTo>
                        <a:pt x="1084397" y="987018"/>
                      </a:lnTo>
                      <a:lnTo>
                        <a:pt x="1078787" y="987018"/>
                      </a:lnTo>
                      <a:lnTo>
                        <a:pt x="1078787" y="989463"/>
                      </a:lnTo>
                      <a:lnTo>
                        <a:pt x="1081520" y="991908"/>
                      </a:lnTo>
                      <a:lnTo>
                        <a:pt x="1081520" y="994641"/>
                      </a:lnTo>
                      <a:lnTo>
                        <a:pt x="1078787" y="994641"/>
                      </a:lnTo>
                      <a:lnTo>
                        <a:pt x="1078787" y="991908"/>
                      </a:lnTo>
                      <a:lnTo>
                        <a:pt x="1076341" y="989463"/>
                      </a:lnTo>
                      <a:lnTo>
                        <a:pt x="1073752" y="989463"/>
                      </a:lnTo>
                      <a:lnTo>
                        <a:pt x="1073752" y="987018"/>
                      </a:lnTo>
                      <a:lnTo>
                        <a:pt x="1076341" y="987018"/>
                      </a:lnTo>
                      <a:lnTo>
                        <a:pt x="1076341" y="981696"/>
                      </a:lnTo>
                      <a:lnTo>
                        <a:pt x="1073752" y="981696"/>
                      </a:lnTo>
                      <a:lnTo>
                        <a:pt x="1073752" y="979251"/>
                      </a:lnTo>
                      <a:lnTo>
                        <a:pt x="1071307" y="976806"/>
                      </a:lnTo>
                      <a:lnTo>
                        <a:pt x="1071307" y="979251"/>
                      </a:lnTo>
                      <a:lnTo>
                        <a:pt x="1068574" y="979251"/>
                      </a:lnTo>
                      <a:lnTo>
                        <a:pt x="1068574" y="977525"/>
                      </a:lnTo>
                      <a:lnTo>
                        <a:pt x="1063540" y="977525"/>
                      </a:lnTo>
                      <a:lnTo>
                        <a:pt x="1063540" y="975079"/>
                      </a:lnTo>
                      <a:lnTo>
                        <a:pt x="1061094" y="975079"/>
                      </a:lnTo>
                      <a:lnTo>
                        <a:pt x="1061094" y="969757"/>
                      </a:lnTo>
                      <a:lnTo>
                        <a:pt x="1058361" y="969757"/>
                      </a:lnTo>
                      <a:lnTo>
                        <a:pt x="1058361" y="977525"/>
                      </a:lnTo>
                      <a:lnTo>
                        <a:pt x="1055916" y="979970"/>
                      </a:lnTo>
                      <a:lnTo>
                        <a:pt x="1053327" y="979970"/>
                      </a:lnTo>
                      <a:lnTo>
                        <a:pt x="1053327" y="985148"/>
                      </a:lnTo>
                      <a:lnTo>
                        <a:pt x="1050019" y="985148"/>
                      </a:lnTo>
                      <a:lnTo>
                        <a:pt x="1050019" y="979970"/>
                      </a:lnTo>
                      <a:lnTo>
                        <a:pt x="1052464" y="977525"/>
                      </a:lnTo>
                      <a:lnTo>
                        <a:pt x="1050019" y="977525"/>
                      </a:lnTo>
                      <a:lnTo>
                        <a:pt x="1050019" y="975079"/>
                      </a:lnTo>
                      <a:lnTo>
                        <a:pt x="1044841" y="975079"/>
                      </a:lnTo>
                      <a:lnTo>
                        <a:pt x="1044841" y="977525"/>
                      </a:lnTo>
                      <a:lnTo>
                        <a:pt x="1042252" y="977525"/>
                      </a:lnTo>
                      <a:lnTo>
                        <a:pt x="1042252" y="975079"/>
                      </a:lnTo>
                      <a:lnTo>
                        <a:pt x="1037074" y="975079"/>
                      </a:lnTo>
                      <a:lnTo>
                        <a:pt x="1037074" y="977525"/>
                      </a:lnTo>
                      <a:lnTo>
                        <a:pt x="1035635" y="977525"/>
                      </a:lnTo>
                      <a:lnTo>
                        <a:pt x="1035635" y="982415"/>
                      </a:lnTo>
                      <a:lnTo>
                        <a:pt x="1033046" y="982415"/>
                      </a:lnTo>
                      <a:lnTo>
                        <a:pt x="1033046" y="979970"/>
                      </a:lnTo>
                      <a:lnTo>
                        <a:pt x="1030601" y="979970"/>
                      </a:lnTo>
                      <a:lnTo>
                        <a:pt x="1030601" y="985148"/>
                      </a:lnTo>
                      <a:lnTo>
                        <a:pt x="1025423" y="985148"/>
                      </a:lnTo>
                      <a:lnTo>
                        <a:pt x="1022833" y="982415"/>
                      </a:lnTo>
                      <a:lnTo>
                        <a:pt x="1022833" y="979970"/>
                      </a:lnTo>
                      <a:lnTo>
                        <a:pt x="1020388" y="979970"/>
                      </a:lnTo>
                      <a:lnTo>
                        <a:pt x="1020388" y="975079"/>
                      </a:lnTo>
                      <a:lnTo>
                        <a:pt x="1017943" y="975079"/>
                      </a:lnTo>
                      <a:lnTo>
                        <a:pt x="1017943" y="972347"/>
                      </a:lnTo>
                      <a:lnTo>
                        <a:pt x="1010176" y="972347"/>
                      </a:lnTo>
                      <a:lnTo>
                        <a:pt x="1010176" y="969757"/>
                      </a:lnTo>
                      <a:lnTo>
                        <a:pt x="1004998" y="969757"/>
                      </a:lnTo>
                      <a:lnTo>
                        <a:pt x="1004998" y="964867"/>
                      </a:lnTo>
                      <a:lnTo>
                        <a:pt x="1002553" y="964867"/>
                      </a:lnTo>
                      <a:lnTo>
                        <a:pt x="1002553" y="975079"/>
                      </a:lnTo>
                      <a:lnTo>
                        <a:pt x="1004998" y="975079"/>
                      </a:lnTo>
                      <a:lnTo>
                        <a:pt x="1004998" y="977525"/>
                      </a:lnTo>
                      <a:lnTo>
                        <a:pt x="1007730" y="979970"/>
                      </a:lnTo>
                      <a:lnTo>
                        <a:pt x="1007730" y="985148"/>
                      </a:lnTo>
                      <a:lnTo>
                        <a:pt x="1002553" y="985148"/>
                      </a:lnTo>
                      <a:lnTo>
                        <a:pt x="1002553" y="982415"/>
                      </a:lnTo>
                      <a:lnTo>
                        <a:pt x="999963" y="982415"/>
                      </a:lnTo>
                      <a:lnTo>
                        <a:pt x="999963" y="979970"/>
                      </a:lnTo>
                      <a:lnTo>
                        <a:pt x="994785" y="979970"/>
                      </a:lnTo>
                      <a:lnTo>
                        <a:pt x="994785" y="977525"/>
                      </a:lnTo>
                      <a:lnTo>
                        <a:pt x="992484" y="977525"/>
                      </a:lnTo>
                      <a:lnTo>
                        <a:pt x="992484" y="975079"/>
                      </a:lnTo>
                      <a:lnTo>
                        <a:pt x="994929" y="975079"/>
                      </a:lnTo>
                      <a:lnTo>
                        <a:pt x="992484" y="972347"/>
                      </a:lnTo>
                      <a:lnTo>
                        <a:pt x="989895" y="972347"/>
                      </a:lnTo>
                      <a:lnTo>
                        <a:pt x="989895" y="969757"/>
                      </a:lnTo>
                      <a:lnTo>
                        <a:pt x="987449" y="969757"/>
                      </a:lnTo>
                      <a:lnTo>
                        <a:pt x="987449" y="967312"/>
                      </a:lnTo>
                      <a:lnTo>
                        <a:pt x="989895" y="967312"/>
                      </a:lnTo>
                      <a:lnTo>
                        <a:pt x="989895" y="962134"/>
                      </a:lnTo>
                      <a:lnTo>
                        <a:pt x="994929" y="962134"/>
                      </a:lnTo>
                      <a:lnTo>
                        <a:pt x="994929" y="959545"/>
                      </a:lnTo>
                      <a:lnTo>
                        <a:pt x="992484" y="957099"/>
                      </a:lnTo>
                      <a:lnTo>
                        <a:pt x="992484" y="954654"/>
                      </a:lnTo>
                      <a:lnTo>
                        <a:pt x="989895" y="954654"/>
                      </a:lnTo>
                      <a:lnTo>
                        <a:pt x="989895" y="951921"/>
                      </a:lnTo>
                      <a:lnTo>
                        <a:pt x="992484" y="951921"/>
                      </a:lnTo>
                      <a:lnTo>
                        <a:pt x="992484" y="948757"/>
                      </a:lnTo>
                      <a:lnTo>
                        <a:pt x="989895" y="948757"/>
                      </a:lnTo>
                      <a:lnTo>
                        <a:pt x="989895" y="946311"/>
                      </a:lnTo>
                      <a:lnTo>
                        <a:pt x="987449" y="946311"/>
                      </a:lnTo>
                      <a:lnTo>
                        <a:pt x="987449" y="941277"/>
                      </a:lnTo>
                      <a:lnTo>
                        <a:pt x="984716" y="941277"/>
                      </a:lnTo>
                      <a:lnTo>
                        <a:pt x="984716" y="938545"/>
                      </a:lnTo>
                      <a:lnTo>
                        <a:pt x="982271" y="938545"/>
                      </a:lnTo>
                      <a:lnTo>
                        <a:pt x="982271" y="931065"/>
                      </a:lnTo>
                      <a:lnTo>
                        <a:pt x="984716" y="931065"/>
                      </a:lnTo>
                      <a:lnTo>
                        <a:pt x="987449" y="933654"/>
                      </a:lnTo>
                      <a:lnTo>
                        <a:pt x="987449" y="936099"/>
                      </a:lnTo>
                      <a:lnTo>
                        <a:pt x="992484" y="936099"/>
                      </a:lnTo>
                      <a:lnTo>
                        <a:pt x="989895" y="933654"/>
                      </a:lnTo>
                      <a:lnTo>
                        <a:pt x="989895" y="931065"/>
                      </a:lnTo>
                      <a:lnTo>
                        <a:pt x="987449" y="931065"/>
                      </a:lnTo>
                      <a:lnTo>
                        <a:pt x="987449" y="928332"/>
                      </a:lnTo>
                      <a:lnTo>
                        <a:pt x="984716" y="928332"/>
                      </a:lnTo>
                      <a:lnTo>
                        <a:pt x="984716" y="923441"/>
                      </a:lnTo>
                      <a:lnTo>
                        <a:pt x="982271" y="923441"/>
                      </a:lnTo>
                      <a:lnTo>
                        <a:pt x="982271" y="918119"/>
                      </a:lnTo>
                      <a:lnTo>
                        <a:pt x="977237" y="918119"/>
                      </a:lnTo>
                      <a:lnTo>
                        <a:pt x="977237" y="913229"/>
                      </a:lnTo>
                      <a:lnTo>
                        <a:pt x="974504" y="913229"/>
                      </a:lnTo>
                      <a:lnTo>
                        <a:pt x="974504" y="910640"/>
                      </a:lnTo>
                      <a:lnTo>
                        <a:pt x="982271" y="910640"/>
                      </a:lnTo>
                      <a:lnTo>
                        <a:pt x="982271" y="905605"/>
                      </a:lnTo>
                      <a:lnTo>
                        <a:pt x="979682" y="903160"/>
                      </a:lnTo>
                      <a:lnTo>
                        <a:pt x="977237" y="903160"/>
                      </a:lnTo>
                      <a:lnTo>
                        <a:pt x="977237" y="900715"/>
                      </a:lnTo>
                      <a:lnTo>
                        <a:pt x="974504" y="900715"/>
                      </a:lnTo>
                      <a:lnTo>
                        <a:pt x="974504" y="897838"/>
                      </a:lnTo>
                      <a:lnTo>
                        <a:pt x="972058" y="895393"/>
                      </a:lnTo>
                      <a:lnTo>
                        <a:pt x="969469" y="892948"/>
                      </a:lnTo>
                      <a:lnTo>
                        <a:pt x="969469" y="895393"/>
                      </a:lnTo>
                      <a:lnTo>
                        <a:pt x="967024" y="892948"/>
                      </a:lnTo>
                      <a:lnTo>
                        <a:pt x="963716" y="892948"/>
                      </a:lnTo>
                      <a:lnTo>
                        <a:pt x="963716" y="903160"/>
                      </a:lnTo>
                      <a:lnTo>
                        <a:pt x="961271" y="903160"/>
                      </a:lnTo>
                      <a:lnTo>
                        <a:pt x="961271" y="908051"/>
                      </a:lnTo>
                      <a:lnTo>
                        <a:pt x="958682" y="908051"/>
                      </a:lnTo>
                      <a:lnTo>
                        <a:pt x="958682" y="905605"/>
                      </a:lnTo>
                      <a:lnTo>
                        <a:pt x="956237" y="905605"/>
                      </a:lnTo>
                      <a:lnTo>
                        <a:pt x="956237" y="915818"/>
                      </a:lnTo>
                      <a:lnTo>
                        <a:pt x="958682" y="915818"/>
                      </a:lnTo>
                      <a:lnTo>
                        <a:pt x="958682" y="923585"/>
                      </a:lnTo>
                      <a:lnTo>
                        <a:pt x="961271" y="923585"/>
                      </a:lnTo>
                      <a:lnTo>
                        <a:pt x="961271" y="926031"/>
                      </a:lnTo>
                      <a:lnTo>
                        <a:pt x="958682" y="926031"/>
                      </a:lnTo>
                      <a:lnTo>
                        <a:pt x="958682" y="928476"/>
                      </a:lnTo>
                      <a:lnTo>
                        <a:pt x="953791" y="928476"/>
                      </a:lnTo>
                      <a:lnTo>
                        <a:pt x="956237" y="931209"/>
                      </a:lnTo>
                      <a:lnTo>
                        <a:pt x="956237" y="933798"/>
                      </a:lnTo>
                      <a:lnTo>
                        <a:pt x="958682" y="936243"/>
                      </a:lnTo>
                      <a:lnTo>
                        <a:pt x="956237" y="936243"/>
                      </a:lnTo>
                      <a:lnTo>
                        <a:pt x="956237" y="938688"/>
                      </a:lnTo>
                      <a:lnTo>
                        <a:pt x="953791" y="936243"/>
                      </a:lnTo>
                      <a:lnTo>
                        <a:pt x="948469" y="936243"/>
                      </a:lnTo>
                      <a:lnTo>
                        <a:pt x="948469" y="938688"/>
                      </a:lnTo>
                      <a:lnTo>
                        <a:pt x="951058" y="938688"/>
                      </a:lnTo>
                      <a:lnTo>
                        <a:pt x="951058" y="941421"/>
                      </a:lnTo>
                      <a:lnTo>
                        <a:pt x="948469" y="941421"/>
                      </a:lnTo>
                      <a:lnTo>
                        <a:pt x="948469" y="938688"/>
                      </a:lnTo>
                      <a:lnTo>
                        <a:pt x="946024" y="938688"/>
                      </a:lnTo>
                      <a:lnTo>
                        <a:pt x="946024" y="936243"/>
                      </a:lnTo>
                      <a:lnTo>
                        <a:pt x="943579" y="936243"/>
                      </a:lnTo>
                      <a:lnTo>
                        <a:pt x="943579" y="933798"/>
                      </a:lnTo>
                      <a:lnTo>
                        <a:pt x="940846" y="936243"/>
                      </a:lnTo>
                      <a:lnTo>
                        <a:pt x="935811" y="936243"/>
                      </a:lnTo>
                      <a:lnTo>
                        <a:pt x="935811" y="931209"/>
                      </a:lnTo>
                      <a:lnTo>
                        <a:pt x="933366" y="931209"/>
                      </a:lnTo>
                      <a:lnTo>
                        <a:pt x="933366" y="926031"/>
                      </a:lnTo>
                      <a:lnTo>
                        <a:pt x="930633" y="923585"/>
                      </a:lnTo>
                      <a:lnTo>
                        <a:pt x="930633" y="926031"/>
                      </a:lnTo>
                      <a:lnTo>
                        <a:pt x="928188" y="926031"/>
                      </a:lnTo>
                      <a:lnTo>
                        <a:pt x="928188" y="933798"/>
                      </a:lnTo>
                      <a:lnTo>
                        <a:pt x="925599" y="933798"/>
                      </a:lnTo>
                      <a:lnTo>
                        <a:pt x="925599" y="931209"/>
                      </a:lnTo>
                      <a:lnTo>
                        <a:pt x="920565" y="931209"/>
                      </a:lnTo>
                      <a:lnTo>
                        <a:pt x="920565" y="928476"/>
                      </a:lnTo>
                      <a:lnTo>
                        <a:pt x="913085" y="928476"/>
                      </a:lnTo>
                      <a:lnTo>
                        <a:pt x="913085" y="920996"/>
                      </a:lnTo>
                      <a:lnTo>
                        <a:pt x="915530" y="920996"/>
                      </a:lnTo>
                      <a:lnTo>
                        <a:pt x="915530" y="918263"/>
                      </a:lnTo>
                      <a:lnTo>
                        <a:pt x="910352" y="918263"/>
                      </a:lnTo>
                      <a:lnTo>
                        <a:pt x="910352" y="915818"/>
                      </a:lnTo>
                      <a:lnTo>
                        <a:pt x="907907" y="915818"/>
                      </a:lnTo>
                      <a:lnTo>
                        <a:pt x="907907" y="913373"/>
                      </a:lnTo>
                      <a:lnTo>
                        <a:pt x="905318" y="913373"/>
                      </a:lnTo>
                      <a:lnTo>
                        <a:pt x="905318" y="910783"/>
                      </a:lnTo>
                      <a:lnTo>
                        <a:pt x="902872" y="908051"/>
                      </a:lnTo>
                      <a:lnTo>
                        <a:pt x="902872" y="905605"/>
                      </a:lnTo>
                      <a:lnTo>
                        <a:pt x="907907" y="905605"/>
                      </a:lnTo>
                      <a:lnTo>
                        <a:pt x="907907" y="897838"/>
                      </a:lnTo>
                      <a:lnTo>
                        <a:pt x="910352" y="897838"/>
                      </a:lnTo>
                      <a:lnTo>
                        <a:pt x="910352" y="900715"/>
                      </a:lnTo>
                      <a:lnTo>
                        <a:pt x="913085" y="900715"/>
                      </a:lnTo>
                      <a:lnTo>
                        <a:pt x="915530" y="897838"/>
                      </a:lnTo>
                      <a:lnTo>
                        <a:pt x="918119" y="897838"/>
                      </a:lnTo>
                      <a:lnTo>
                        <a:pt x="918119" y="900715"/>
                      </a:lnTo>
                      <a:lnTo>
                        <a:pt x="920565" y="900715"/>
                      </a:lnTo>
                      <a:lnTo>
                        <a:pt x="920565" y="897838"/>
                      </a:lnTo>
                      <a:lnTo>
                        <a:pt x="923298" y="897838"/>
                      </a:lnTo>
                      <a:lnTo>
                        <a:pt x="923298" y="903160"/>
                      </a:lnTo>
                      <a:lnTo>
                        <a:pt x="928332" y="903160"/>
                      </a:lnTo>
                      <a:lnTo>
                        <a:pt x="928332" y="895393"/>
                      </a:lnTo>
                      <a:lnTo>
                        <a:pt x="925743" y="895393"/>
                      </a:lnTo>
                      <a:lnTo>
                        <a:pt x="925743" y="890502"/>
                      </a:lnTo>
                      <a:lnTo>
                        <a:pt x="928332" y="890502"/>
                      </a:lnTo>
                      <a:lnTo>
                        <a:pt x="928332" y="887626"/>
                      </a:lnTo>
                      <a:lnTo>
                        <a:pt x="925743" y="887626"/>
                      </a:lnTo>
                      <a:lnTo>
                        <a:pt x="925743" y="885180"/>
                      </a:lnTo>
                      <a:lnTo>
                        <a:pt x="923298" y="882735"/>
                      </a:lnTo>
                      <a:lnTo>
                        <a:pt x="923298" y="876838"/>
                      </a:lnTo>
                      <a:lnTo>
                        <a:pt x="918119" y="876838"/>
                      </a:lnTo>
                      <a:lnTo>
                        <a:pt x="918119" y="871803"/>
                      </a:lnTo>
                      <a:lnTo>
                        <a:pt x="920565" y="871803"/>
                      </a:lnTo>
                      <a:lnTo>
                        <a:pt x="920565" y="866625"/>
                      </a:lnTo>
                      <a:lnTo>
                        <a:pt x="923298" y="866625"/>
                      </a:lnTo>
                      <a:lnTo>
                        <a:pt x="923298" y="864036"/>
                      </a:lnTo>
                      <a:lnTo>
                        <a:pt x="920565" y="864036"/>
                      </a:lnTo>
                      <a:lnTo>
                        <a:pt x="920565" y="859146"/>
                      </a:lnTo>
                      <a:lnTo>
                        <a:pt x="915530" y="859146"/>
                      </a:lnTo>
                      <a:lnTo>
                        <a:pt x="915530" y="856557"/>
                      </a:lnTo>
                      <a:lnTo>
                        <a:pt x="910352" y="856557"/>
                      </a:lnTo>
                      <a:lnTo>
                        <a:pt x="907907" y="853824"/>
                      </a:lnTo>
                      <a:lnTo>
                        <a:pt x="907907" y="856557"/>
                      </a:lnTo>
                      <a:lnTo>
                        <a:pt x="900139" y="856557"/>
                      </a:lnTo>
                      <a:lnTo>
                        <a:pt x="900139" y="859146"/>
                      </a:lnTo>
                      <a:lnTo>
                        <a:pt x="897694" y="859146"/>
                      </a:lnTo>
                      <a:lnTo>
                        <a:pt x="897694" y="856557"/>
                      </a:lnTo>
                      <a:lnTo>
                        <a:pt x="895105" y="856557"/>
                      </a:lnTo>
                      <a:lnTo>
                        <a:pt x="895105" y="859146"/>
                      </a:lnTo>
                      <a:lnTo>
                        <a:pt x="892660" y="859146"/>
                      </a:lnTo>
                      <a:lnTo>
                        <a:pt x="892660" y="856557"/>
                      </a:lnTo>
                      <a:lnTo>
                        <a:pt x="889927" y="853824"/>
                      </a:lnTo>
                      <a:lnTo>
                        <a:pt x="884893" y="853824"/>
                      </a:lnTo>
                      <a:lnTo>
                        <a:pt x="884893" y="851378"/>
                      </a:lnTo>
                      <a:lnTo>
                        <a:pt x="882448" y="848933"/>
                      </a:lnTo>
                      <a:lnTo>
                        <a:pt x="882448" y="846344"/>
                      </a:lnTo>
                      <a:lnTo>
                        <a:pt x="880002" y="846344"/>
                      </a:lnTo>
                      <a:lnTo>
                        <a:pt x="880002" y="841166"/>
                      </a:lnTo>
                      <a:lnTo>
                        <a:pt x="877269" y="843611"/>
                      </a:lnTo>
                      <a:lnTo>
                        <a:pt x="877269" y="846344"/>
                      </a:lnTo>
                      <a:lnTo>
                        <a:pt x="874680" y="843611"/>
                      </a:lnTo>
                      <a:lnTo>
                        <a:pt x="872235" y="843611"/>
                      </a:lnTo>
                      <a:lnTo>
                        <a:pt x="872235" y="841166"/>
                      </a:lnTo>
                      <a:lnTo>
                        <a:pt x="869790" y="841166"/>
                      </a:lnTo>
                      <a:lnTo>
                        <a:pt x="867057" y="843611"/>
                      </a:lnTo>
                      <a:lnTo>
                        <a:pt x="867057" y="841166"/>
                      </a:lnTo>
                      <a:lnTo>
                        <a:pt x="869790" y="841166"/>
                      </a:lnTo>
                      <a:lnTo>
                        <a:pt x="869790" y="833686"/>
                      </a:lnTo>
                      <a:lnTo>
                        <a:pt x="867057" y="833686"/>
                      </a:lnTo>
                      <a:lnTo>
                        <a:pt x="867057" y="831241"/>
                      </a:lnTo>
                      <a:lnTo>
                        <a:pt x="862022" y="831241"/>
                      </a:lnTo>
                      <a:lnTo>
                        <a:pt x="862022" y="826207"/>
                      </a:lnTo>
                      <a:lnTo>
                        <a:pt x="856844" y="826207"/>
                      </a:lnTo>
                      <a:lnTo>
                        <a:pt x="856844" y="823474"/>
                      </a:lnTo>
                      <a:lnTo>
                        <a:pt x="854255" y="823474"/>
                      </a:lnTo>
                      <a:lnTo>
                        <a:pt x="854255" y="821029"/>
                      </a:lnTo>
                      <a:lnTo>
                        <a:pt x="851810" y="821029"/>
                      </a:lnTo>
                      <a:lnTo>
                        <a:pt x="851810" y="823474"/>
                      </a:lnTo>
                      <a:lnTo>
                        <a:pt x="849364" y="821029"/>
                      </a:lnTo>
                      <a:lnTo>
                        <a:pt x="844187" y="821029"/>
                      </a:lnTo>
                      <a:lnTo>
                        <a:pt x="844187" y="813261"/>
                      </a:lnTo>
                      <a:lnTo>
                        <a:pt x="846632" y="813261"/>
                      </a:lnTo>
                      <a:lnTo>
                        <a:pt x="846632" y="810816"/>
                      </a:lnTo>
                      <a:lnTo>
                        <a:pt x="841598" y="810816"/>
                      </a:lnTo>
                      <a:lnTo>
                        <a:pt x="841598" y="805926"/>
                      </a:lnTo>
                      <a:lnTo>
                        <a:pt x="846632" y="805926"/>
                      </a:lnTo>
                      <a:lnTo>
                        <a:pt x="846632" y="803193"/>
                      </a:lnTo>
                      <a:lnTo>
                        <a:pt x="848645" y="803193"/>
                      </a:lnTo>
                      <a:lnTo>
                        <a:pt x="848645" y="795713"/>
                      </a:lnTo>
                      <a:lnTo>
                        <a:pt x="845912" y="795713"/>
                      </a:lnTo>
                      <a:lnTo>
                        <a:pt x="845912" y="792980"/>
                      </a:lnTo>
                      <a:lnTo>
                        <a:pt x="843467" y="792980"/>
                      </a:lnTo>
                      <a:lnTo>
                        <a:pt x="843467" y="785500"/>
                      </a:lnTo>
                      <a:lnTo>
                        <a:pt x="835700" y="785500"/>
                      </a:lnTo>
                      <a:lnTo>
                        <a:pt x="835700" y="777733"/>
                      </a:lnTo>
                      <a:lnTo>
                        <a:pt x="830666" y="777733"/>
                      </a:lnTo>
                      <a:lnTo>
                        <a:pt x="830666" y="776151"/>
                      </a:lnTo>
                      <a:lnTo>
                        <a:pt x="834262" y="776151"/>
                      </a:lnTo>
                      <a:lnTo>
                        <a:pt x="834262" y="773562"/>
                      </a:lnTo>
                      <a:lnTo>
                        <a:pt x="839440" y="773562"/>
                      </a:lnTo>
                      <a:lnTo>
                        <a:pt x="839440" y="770829"/>
                      </a:lnTo>
                      <a:lnTo>
                        <a:pt x="836707" y="770829"/>
                      </a:lnTo>
                      <a:lnTo>
                        <a:pt x="836707" y="768384"/>
                      </a:lnTo>
                      <a:lnTo>
                        <a:pt x="841885" y="768384"/>
                      </a:lnTo>
                      <a:lnTo>
                        <a:pt x="841885" y="765938"/>
                      </a:lnTo>
                      <a:lnTo>
                        <a:pt x="846919" y="765938"/>
                      </a:lnTo>
                      <a:lnTo>
                        <a:pt x="846919" y="758171"/>
                      </a:lnTo>
                      <a:lnTo>
                        <a:pt x="841885" y="758171"/>
                      </a:lnTo>
                      <a:lnTo>
                        <a:pt x="844474" y="755726"/>
                      </a:lnTo>
                      <a:lnTo>
                        <a:pt x="848645" y="755726"/>
                      </a:lnTo>
                      <a:lnTo>
                        <a:pt x="848645" y="758171"/>
                      </a:lnTo>
                      <a:lnTo>
                        <a:pt x="858858" y="758171"/>
                      </a:lnTo>
                      <a:lnTo>
                        <a:pt x="858858" y="760617"/>
                      </a:lnTo>
                      <a:lnTo>
                        <a:pt x="861303" y="760617"/>
                      </a:lnTo>
                      <a:lnTo>
                        <a:pt x="861303" y="755726"/>
                      </a:lnTo>
                      <a:lnTo>
                        <a:pt x="858858" y="755726"/>
                      </a:lnTo>
                      <a:lnTo>
                        <a:pt x="858858" y="753137"/>
                      </a:lnTo>
                      <a:lnTo>
                        <a:pt x="856125" y="750404"/>
                      </a:lnTo>
                      <a:lnTo>
                        <a:pt x="858858" y="750404"/>
                      </a:lnTo>
                      <a:lnTo>
                        <a:pt x="858858" y="745513"/>
                      </a:lnTo>
                      <a:lnTo>
                        <a:pt x="863748" y="745513"/>
                      </a:lnTo>
                      <a:lnTo>
                        <a:pt x="863748" y="737746"/>
                      </a:lnTo>
                      <a:lnTo>
                        <a:pt x="866338" y="737746"/>
                      </a:lnTo>
                      <a:lnTo>
                        <a:pt x="866338" y="735301"/>
                      </a:lnTo>
                      <a:lnTo>
                        <a:pt x="863748" y="732856"/>
                      </a:lnTo>
                      <a:lnTo>
                        <a:pt x="861303" y="732856"/>
                      </a:lnTo>
                      <a:lnTo>
                        <a:pt x="861303" y="729979"/>
                      </a:lnTo>
                      <a:lnTo>
                        <a:pt x="856125" y="729979"/>
                      </a:lnTo>
                      <a:lnTo>
                        <a:pt x="856125" y="727534"/>
                      </a:lnTo>
                      <a:lnTo>
                        <a:pt x="851091" y="727534"/>
                      </a:lnTo>
                      <a:lnTo>
                        <a:pt x="851091" y="725088"/>
                      </a:lnTo>
                      <a:lnTo>
                        <a:pt x="848645" y="722643"/>
                      </a:lnTo>
                      <a:lnTo>
                        <a:pt x="845912" y="722643"/>
                      </a:lnTo>
                      <a:lnTo>
                        <a:pt x="845912" y="718616"/>
                      </a:lnTo>
                      <a:lnTo>
                        <a:pt x="843467" y="718616"/>
                      </a:lnTo>
                      <a:lnTo>
                        <a:pt x="843467" y="716027"/>
                      </a:lnTo>
                      <a:lnTo>
                        <a:pt x="840878" y="716027"/>
                      </a:lnTo>
                      <a:lnTo>
                        <a:pt x="840878" y="713581"/>
                      </a:lnTo>
                      <a:lnTo>
                        <a:pt x="835700" y="713581"/>
                      </a:lnTo>
                      <a:lnTo>
                        <a:pt x="835700" y="708403"/>
                      </a:lnTo>
                      <a:lnTo>
                        <a:pt x="830666" y="708403"/>
                      </a:lnTo>
                      <a:lnTo>
                        <a:pt x="830666" y="705814"/>
                      </a:lnTo>
                      <a:lnTo>
                        <a:pt x="828220" y="705814"/>
                      </a:lnTo>
                      <a:lnTo>
                        <a:pt x="828220" y="704232"/>
                      </a:lnTo>
                      <a:lnTo>
                        <a:pt x="830666" y="704232"/>
                      </a:lnTo>
                      <a:lnTo>
                        <a:pt x="830666" y="699054"/>
                      </a:lnTo>
                      <a:lnTo>
                        <a:pt x="840878" y="699054"/>
                      </a:lnTo>
                      <a:lnTo>
                        <a:pt x="840878" y="704232"/>
                      </a:lnTo>
                      <a:lnTo>
                        <a:pt x="843467" y="704232"/>
                      </a:lnTo>
                      <a:lnTo>
                        <a:pt x="845912" y="706677"/>
                      </a:lnTo>
                      <a:lnTo>
                        <a:pt x="848645" y="706677"/>
                      </a:lnTo>
                      <a:lnTo>
                        <a:pt x="848645" y="709266"/>
                      </a:lnTo>
                      <a:lnTo>
                        <a:pt x="853536" y="709266"/>
                      </a:lnTo>
                      <a:lnTo>
                        <a:pt x="853536" y="711999"/>
                      </a:lnTo>
                      <a:lnTo>
                        <a:pt x="858858" y="711999"/>
                      </a:lnTo>
                      <a:lnTo>
                        <a:pt x="858858" y="714445"/>
                      </a:lnTo>
                      <a:lnTo>
                        <a:pt x="861303" y="714445"/>
                      </a:lnTo>
                      <a:lnTo>
                        <a:pt x="861303" y="716890"/>
                      </a:lnTo>
                      <a:lnTo>
                        <a:pt x="866338" y="716890"/>
                      </a:lnTo>
                      <a:lnTo>
                        <a:pt x="866338" y="718616"/>
                      </a:lnTo>
                      <a:lnTo>
                        <a:pt x="871516" y="718616"/>
                      </a:lnTo>
                      <a:lnTo>
                        <a:pt x="871516" y="716027"/>
                      </a:lnTo>
                      <a:lnTo>
                        <a:pt x="873961" y="716027"/>
                      </a:lnTo>
                      <a:lnTo>
                        <a:pt x="873961" y="718616"/>
                      </a:lnTo>
                      <a:lnTo>
                        <a:pt x="881728" y="718616"/>
                      </a:lnTo>
                      <a:lnTo>
                        <a:pt x="881728" y="721349"/>
                      </a:lnTo>
                      <a:lnTo>
                        <a:pt x="886762" y="721349"/>
                      </a:lnTo>
                      <a:lnTo>
                        <a:pt x="886762" y="718616"/>
                      </a:lnTo>
                      <a:lnTo>
                        <a:pt x="884174" y="718616"/>
                      </a:lnTo>
                      <a:lnTo>
                        <a:pt x="881728" y="716027"/>
                      </a:lnTo>
                      <a:lnTo>
                        <a:pt x="881728" y="713581"/>
                      </a:lnTo>
                      <a:lnTo>
                        <a:pt x="884174" y="716027"/>
                      </a:lnTo>
                      <a:lnTo>
                        <a:pt x="886762" y="716027"/>
                      </a:lnTo>
                      <a:lnTo>
                        <a:pt x="886762" y="713581"/>
                      </a:lnTo>
                      <a:lnTo>
                        <a:pt x="889208" y="713581"/>
                      </a:lnTo>
                      <a:lnTo>
                        <a:pt x="889208" y="711136"/>
                      </a:lnTo>
                      <a:lnTo>
                        <a:pt x="886762" y="708403"/>
                      </a:lnTo>
                      <a:lnTo>
                        <a:pt x="884174" y="708403"/>
                      </a:lnTo>
                      <a:lnTo>
                        <a:pt x="884174" y="705814"/>
                      </a:lnTo>
                      <a:lnTo>
                        <a:pt x="881728" y="705814"/>
                      </a:lnTo>
                      <a:lnTo>
                        <a:pt x="881728" y="700924"/>
                      </a:lnTo>
                      <a:lnTo>
                        <a:pt x="879283" y="700924"/>
                      </a:lnTo>
                      <a:lnTo>
                        <a:pt x="879283" y="698191"/>
                      </a:lnTo>
                      <a:lnTo>
                        <a:pt x="877413" y="698191"/>
                      </a:lnTo>
                      <a:lnTo>
                        <a:pt x="877413" y="695602"/>
                      </a:lnTo>
                      <a:lnTo>
                        <a:pt x="874824" y="695602"/>
                      </a:lnTo>
                      <a:lnTo>
                        <a:pt x="874824" y="693156"/>
                      </a:lnTo>
                      <a:lnTo>
                        <a:pt x="880146" y="693156"/>
                      </a:lnTo>
                      <a:lnTo>
                        <a:pt x="880146" y="690711"/>
                      </a:lnTo>
                      <a:lnTo>
                        <a:pt x="874824" y="690711"/>
                      </a:lnTo>
                      <a:lnTo>
                        <a:pt x="872379" y="687978"/>
                      </a:lnTo>
                      <a:lnTo>
                        <a:pt x="872379" y="682944"/>
                      </a:lnTo>
                      <a:lnTo>
                        <a:pt x="867201" y="682944"/>
                      </a:lnTo>
                      <a:lnTo>
                        <a:pt x="867201" y="680499"/>
                      </a:lnTo>
                      <a:lnTo>
                        <a:pt x="869934" y="680499"/>
                      </a:lnTo>
                      <a:lnTo>
                        <a:pt x="869934" y="677910"/>
                      </a:lnTo>
                      <a:lnTo>
                        <a:pt x="867201" y="677910"/>
                      </a:lnTo>
                      <a:lnTo>
                        <a:pt x="867201" y="672731"/>
                      </a:lnTo>
                      <a:lnTo>
                        <a:pt x="869934" y="672731"/>
                      </a:lnTo>
                      <a:lnTo>
                        <a:pt x="869934" y="670286"/>
                      </a:lnTo>
                      <a:lnTo>
                        <a:pt x="867201" y="670286"/>
                      </a:lnTo>
                      <a:lnTo>
                        <a:pt x="867201" y="667697"/>
                      </a:lnTo>
                      <a:lnTo>
                        <a:pt x="862166" y="667697"/>
                      </a:lnTo>
                      <a:lnTo>
                        <a:pt x="862166" y="664964"/>
                      </a:lnTo>
                      <a:lnTo>
                        <a:pt x="859721" y="664964"/>
                      </a:lnTo>
                      <a:lnTo>
                        <a:pt x="859721" y="661081"/>
                      </a:lnTo>
                      <a:lnTo>
                        <a:pt x="856988" y="661081"/>
                      </a:lnTo>
                      <a:lnTo>
                        <a:pt x="856988" y="658492"/>
                      </a:lnTo>
                      <a:lnTo>
                        <a:pt x="859721" y="658492"/>
                      </a:lnTo>
                      <a:lnTo>
                        <a:pt x="859721" y="661081"/>
                      </a:lnTo>
                      <a:lnTo>
                        <a:pt x="864611" y="661081"/>
                      </a:lnTo>
                      <a:lnTo>
                        <a:pt x="867201" y="663526"/>
                      </a:lnTo>
                      <a:lnTo>
                        <a:pt x="867201" y="665971"/>
                      </a:lnTo>
                      <a:lnTo>
                        <a:pt x="872379" y="665971"/>
                      </a:lnTo>
                      <a:lnTo>
                        <a:pt x="872379" y="663526"/>
                      </a:lnTo>
                      <a:lnTo>
                        <a:pt x="874824" y="665971"/>
                      </a:lnTo>
                      <a:lnTo>
                        <a:pt x="877413" y="665971"/>
                      </a:lnTo>
                      <a:lnTo>
                        <a:pt x="880146" y="668704"/>
                      </a:lnTo>
                      <a:lnTo>
                        <a:pt x="880146" y="671293"/>
                      </a:lnTo>
                      <a:lnTo>
                        <a:pt x="885037" y="671293"/>
                      </a:lnTo>
                      <a:lnTo>
                        <a:pt x="885037" y="673738"/>
                      </a:lnTo>
                      <a:lnTo>
                        <a:pt x="890071" y="673738"/>
                      </a:lnTo>
                      <a:lnTo>
                        <a:pt x="890071" y="675464"/>
                      </a:lnTo>
                      <a:lnTo>
                        <a:pt x="892804" y="675464"/>
                      </a:lnTo>
                      <a:lnTo>
                        <a:pt x="892804" y="678197"/>
                      </a:lnTo>
                      <a:lnTo>
                        <a:pt x="897838" y="678197"/>
                      </a:lnTo>
                      <a:lnTo>
                        <a:pt x="897838" y="680786"/>
                      </a:lnTo>
                      <a:lnTo>
                        <a:pt x="900283" y="680786"/>
                      </a:lnTo>
                      <a:lnTo>
                        <a:pt x="900283" y="683231"/>
                      </a:lnTo>
                      <a:lnTo>
                        <a:pt x="903016" y="683231"/>
                      </a:lnTo>
                      <a:lnTo>
                        <a:pt x="903016" y="685677"/>
                      </a:lnTo>
                      <a:lnTo>
                        <a:pt x="910496" y="685677"/>
                      </a:lnTo>
                      <a:lnTo>
                        <a:pt x="910496" y="683231"/>
                      </a:lnTo>
                      <a:lnTo>
                        <a:pt x="913229" y="683231"/>
                      </a:lnTo>
                      <a:lnTo>
                        <a:pt x="913229" y="685677"/>
                      </a:lnTo>
                      <a:lnTo>
                        <a:pt x="918263" y="685677"/>
                      </a:lnTo>
                      <a:lnTo>
                        <a:pt x="918263" y="688266"/>
                      </a:lnTo>
                      <a:lnTo>
                        <a:pt x="920565" y="688266"/>
                      </a:lnTo>
                      <a:lnTo>
                        <a:pt x="920565" y="685677"/>
                      </a:lnTo>
                      <a:lnTo>
                        <a:pt x="925743" y="685677"/>
                      </a:lnTo>
                      <a:lnTo>
                        <a:pt x="925743" y="683231"/>
                      </a:lnTo>
                      <a:lnTo>
                        <a:pt x="933510" y="683231"/>
                      </a:lnTo>
                      <a:lnTo>
                        <a:pt x="933510" y="685677"/>
                      </a:lnTo>
                      <a:lnTo>
                        <a:pt x="930777" y="685677"/>
                      </a:lnTo>
                      <a:lnTo>
                        <a:pt x="930777" y="688266"/>
                      </a:lnTo>
                      <a:lnTo>
                        <a:pt x="933510" y="688266"/>
                      </a:lnTo>
                      <a:lnTo>
                        <a:pt x="933510" y="690999"/>
                      </a:lnTo>
                      <a:lnTo>
                        <a:pt x="935955" y="693444"/>
                      </a:lnTo>
                      <a:lnTo>
                        <a:pt x="938400" y="693444"/>
                      </a:lnTo>
                      <a:lnTo>
                        <a:pt x="940990" y="695889"/>
                      </a:lnTo>
                      <a:lnTo>
                        <a:pt x="943722" y="695889"/>
                      </a:lnTo>
                      <a:lnTo>
                        <a:pt x="943722" y="698479"/>
                      </a:lnTo>
                      <a:lnTo>
                        <a:pt x="946168" y="698479"/>
                      </a:lnTo>
                      <a:lnTo>
                        <a:pt x="946168" y="701211"/>
                      </a:lnTo>
                      <a:lnTo>
                        <a:pt x="951202" y="701211"/>
                      </a:lnTo>
                      <a:lnTo>
                        <a:pt x="951202" y="698479"/>
                      </a:lnTo>
                      <a:lnTo>
                        <a:pt x="953935" y="698479"/>
                      </a:lnTo>
                      <a:lnTo>
                        <a:pt x="953935" y="695889"/>
                      </a:lnTo>
                      <a:lnTo>
                        <a:pt x="956380" y="695889"/>
                      </a:lnTo>
                      <a:lnTo>
                        <a:pt x="956380" y="698479"/>
                      </a:lnTo>
                      <a:lnTo>
                        <a:pt x="958826" y="695889"/>
                      </a:lnTo>
                      <a:lnTo>
                        <a:pt x="963716" y="695889"/>
                      </a:lnTo>
                      <a:lnTo>
                        <a:pt x="961271" y="693444"/>
                      </a:lnTo>
                      <a:lnTo>
                        <a:pt x="963716" y="693444"/>
                      </a:lnTo>
                      <a:lnTo>
                        <a:pt x="963716" y="690999"/>
                      </a:lnTo>
                      <a:lnTo>
                        <a:pt x="961271" y="690999"/>
                      </a:lnTo>
                      <a:lnTo>
                        <a:pt x="961271" y="688266"/>
                      </a:lnTo>
                      <a:lnTo>
                        <a:pt x="958682" y="688266"/>
                      </a:lnTo>
                      <a:lnTo>
                        <a:pt x="956237" y="685677"/>
                      </a:lnTo>
                      <a:lnTo>
                        <a:pt x="958682" y="683231"/>
                      </a:lnTo>
                      <a:lnTo>
                        <a:pt x="961271" y="683231"/>
                      </a:lnTo>
                      <a:lnTo>
                        <a:pt x="961271" y="685677"/>
                      </a:lnTo>
                      <a:lnTo>
                        <a:pt x="963716" y="683231"/>
                      </a:lnTo>
                      <a:lnTo>
                        <a:pt x="968894" y="683231"/>
                      </a:lnTo>
                      <a:lnTo>
                        <a:pt x="968894" y="678197"/>
                      </a:lnTo>
                      <a:lnTo>
                        <a:pt x="973928" y="678197"/>
                      </a:lnTo>
                      <a:lnTo>
                        <a:pt x="973928" y="675464"/>
                      </a:lnTo>
                      <a:lnTo>
                        <a:pt x="971483" y="675464"/>
                      </a:lnTo>
                      <a:lnTo>
                        <a:pt x="971483" y="667985"/>
                      </a:lnTo>
                      <a:lnTo>
                        <a:pt x="973928" y="667985"/>
                      </a:lnTo>
                      <a:lnTo>
                        <a:pt x="973928" y="662806"/>
                      </a:lnTo>
                      <a:lnTo>
                        <a:pt x="979107" y="662806"/>
                      </a:lnTo>
                      <a:lnTo>
                        <a:pt x="979107" y="665252"/>
                      </a:lnTo>
                      <a:lnTo>
                        <a:pt x="981696" y="665252"/>
                      </a:lnTo>
                      <a:lnTo>
                        <a:pt x="981696" y="662806"/>
                      </a:lnTo>
                      <a:lnTo>
                        <a:pt x="986874" y="662806"/>
                      </a:lnTo>
                      <a:lnTo>
                        <a:pt x="989319" y="665252"/>
                      </a:lnTo>
                      <a:lnTo>
                        <a:pt x="994354" y="665252"/>
                      </a:lnTo>
                      <a:lnTo>
                        <a:pt x="994354" y="670574"/>
                      </a:lnTo>
                      <a:lnTo>
                        <a:pt x="997087" y="670574"/>
                      </a:lnTo>
                      <a:lnTo>
                        <a:pt x="997087" y="667985"/>
                      </a:lnTo>
                      <a:lnTo>
                        <a:pt x="999532" y="667985"/>
                      </a:lnTo>
                      <a:lnTo>
                        <a:pt x="999532" y="670574"/>
                      </a:lnTo>
                      <a:lnTo>
                        <a:pt x="1002121" y="670574"/>
                      </a:lnTo>
                      <a:lnTo>
                        <a:pt x="1002121" y="680786"/>
                      </a:lnTo>
                      <a:lnTo>
                        <a:pt x="1004566" y="680786"/>
                      </a:lnTo>
                      <a:lnTo>
                        <a:pt x="1004566" y="678197"/>
                      </a:lnTo>
                      <a:lnTo>
                        <a:pt x="1007299" y="680786"/>
                      </a:lnTo>
                      <a:lnTo>
                        <a:pt x="1007299" y="678197"/>
                      </a:lnTo>
                      <a:lnTo>
                        <a:pt x="1012333" y="678197"/>
                      </a:lnTo>
                      <a:lnTo>
                        <a:pt x="1012333" y="675464"/>
                      </a:lnTo>
                      <a:lnTo>
                        <a:pt x="1017511" y="675464"/>
                      </a:lnTo>
                      <a:lnTo>
                        <a:pt x="1017511" y="673019"/>
                      </a:lnTo>
                      <a:lnTo>
                        <a:pt x="1014778" y="673019"/>
                      </a:lnTo>
                      <a:lnTo>
                        <a:pt x="1014778" y="670574"/>
                      </a:lnTo>
                      <a:lnTo>
                        <a:pt x="1017511" y="670574"/>
                      </a:lnTo>
                      <a:lnTo>
                        <a:pt x="1017511" y="673019"/>
                      </a:lnTo>
                      <a:lnTo>
                        <a:pt x="1019957" y="673019"/>
                      </a:lnTo>
                      <a:lnTo>
                        <a:pt x="1019957" y="665252"/>
                      </a:lnTo>
                      <a:lnTo>
                        <a:pt x="1030169" y="665252"/>
                      </a:lnTo>
                      <a:lnTo>
                        <a:pt x="1030169" y="667985"/>
                      </a:lnTo>
                      <a:lnTo>
                        <a:pt x="1035635" y="667985"/>
                      </a:lnTo>
                      <a:lnTo>
                        <a:pt x="1035635" y="670574"/>
                      </a:lnTo>
                      <a:lnTo>
                        <a:pt x="1038081" y="670574"/>
                      </a:lnTo>
                      <a:lnTo>
                        <a:pt x="1038081" y="667985"/>
                      </a:lnTo>
                      <a:lnTo>
                        <a:pt x="1040813" y="667985"/>
                      </a:lnTo>
                      <a:lnTo>
                        <a:pt x="1040813" y="670574"/>
                      </a:lnTo>
                      <a:lnTo>
                        <a:pt x="1043259" y="670574"/>
                      </a:lnTo>
                      <a:lnTo>
                        <a:pt x="1043259" y="673019"/>
                      </a:lnTo>
                      <a:lnTo>
                        <a:pt x="1048293" y="673019"/>
                      </a:lnTo>
                      <a:lnTo>
                        <a:pt x="1048293" y="675464"/>
                      </a:lnTo>
                      <a:lnTo>
                        <a:pt x="1050019" y="675464"/>
                      </a:lnTo>
                      <a:lnTo>
                        <a:pt x="1050019" y="678197"/>
                      </a:lnTo>
                      <a:lnTo>
                        <a:pt x="1052464" y="678197"/>
                      </a:lnTo>
                      <a:lnTo>
                        <a:pt x="1052464" y="675464"/>
                      </a:lnTo>
                      <a:lnTo>
                        <a:pt x="1055053" y="675464"/>
                      </a:lnTo>
                      <a:lnTo>
                        <a:pt x="1055053" y="673019"/>
                      </a:lnTo>
                      <a:lnTo>
                        <a:pt x="1062677" y="673019"/>
                      </a:lnTo>
                      <a:lnTo>
                        <a:pt x="1062677" y="667985"/>
                      </a:lnTo>
                      <a:lnTo>
                        <a:pt x="1070444" y="667985"/>
                      </a:lnTo>
                      <a:lnTo>
                        <a:pt x="1070444" y="665252"/>
                      </a:lnTo>
                      <a:lnTo>
                        <a:pt x="1067711" y="662806"/>
                      </a:lnTo>
                      <a:lnTo>
                        <a:pt x="1065266" y="662806"/>
                      </a:lnTo>
                      <a:lnTo>
                        <a:pt x="1065266" y="661081"/>
                      </a:lnTo>
                      <a:lnTo>
                        <a:pt x="1062677" y="661081"/>
                      </a:lnTo>
                      <a:lnTo>
                        <a:pt x="1062677" y="658492"/>
                      </a:lnTo>
                      <a:lnTo>
                        <a:pt x="1055053" y="658492"/>
                      </a:lnTo>
                      <a:lnTo>
                        <a:pt x="1055053" y="655759"/>
                      </a:lnTo>
                      <a:lnTo>
                        <a:pt x="1052464" y="655759"/>
                      </a:lnTo>
                      <a:lnTo>
                        <a:pt x="1055053" y="653313"/>
                      </a:lnTo>
                      <a:lnTo>
                        <a:pt x="1055053" y="650868"/>
                      </a:lnTo>
                      <a:lnTo>
                        <a:pt x="1057498" y="650868"/>
                      </a:lnTo>
                      <a:lnTo>
                        <a:pt x="1057498" y="648423"/>
                      </a:lnTo>
                      <a:lnTo>
                        <a:pt x="1055053" y="648423"/>
                      </a:lnTo>
                      <a:lnTo>
                        <a:pt x="1055053" y="645546"/>
                      </a:lnTo>
                      <a:lnTo>
                        <a:pt x="1052464" y="645546"/>
                      </a:lnTo>
                      <a:lnTo>
                        <a:pt x="1052464" y="635477"/>
                      </a:lnTo>
                      <a:lnTo>
                        <a:pt x="1060231" y="635477"/>
                      </a:lnTo>
                      <a:lnTo>
                        <a:pt x="1060231" y="638210"/>
                      </a:lnTo>
                      <a:lnTo>
                        <a:pt x="1062677" y="638210"/>
                      </a:lnTo>
                      <a:lnTo>
                        <a:pt x="1062677" y="635477"/>
                      </a:lnTo>
                      <a:lnTo>
                        <a:pt x="1065266" y="635477"/>
                      </a:lnTo>
                      <a:lnTo>
                        <a:pt x="1065266" y="630443"/>
                      </a:lnTo>
                      <a:lnTo>
                        <a:pt x="1062677" y="630443"/>
                      </a:lnTo>
                      <a:lnTo>
                        <a:pt x="1062677" y="627998"/>
                      </a:lnTo>
                      <a:lnTo>
                        <a:pt x="1065266" y="627998"/>
                      </a:lnTo>
                      <a:lnTo>
                        <a:pt x="1065266" y="625265"/>
                      </a:lnTo>
                      <a:lnTo>
                        <a:pt x="1062677" y="625265"/>
                      </a:lnTo>
                      <a:lnTo>
                        <a:pt x="1062677" y="620231"/>
                      </a:lnTo>
                      <a:lnTo>
                        <a:pt x="1057498" y="620231"/>
                      </a:lnTo>
                      <a:lnTo>
                        <a:pt x="1060231" y="617785"/>
                      </a:lnTo>
                      <a:lnTo>
                        <a:pt x="1057498" y="617785"/>
                      </a:lnTo>
                      <a:lnTo>
                        <a:pt x="1057498" y="615052"/>
                      </a:lnTo>
                      <a:lnTo>
                        <a:pt x="1060231" y="615052"/>
                      </a:lnTo>
                      <a:lnTo>
                        <a:pt x="1060231" y="612463"/>
                      </a:lnTo>
                      <a:lnTo>
                        <a:pt x="1057498" y="612463"/>
                      </a:lnTo>
                      <a:lnTo>
                        <a:pt x="1060231" y="610018"/>
                      </a:lnTo>
                      <a:lnTo>
                        <a:pt x="1057498" y="610018"/>
                      </a:lnTo>
                      <a:lnTo>
                        <a:pt x="1060231" y="607573"/>
                      </a:lnTo>
                      <a:lnTo>
                        <a:pt x="1057498" y="607573"/>
                      </a:lnTo>
                      <a:lnTo>
                        <a:pt x="1057498" y="604840"/>
                      </a:lnTo>
                      <a:lnTo>
                        <a:pt x="1060231" y="604840"/>
                      </a:lnTo>
                      <a:lnTo>
                        <a:pt x="1060231" y="602251"/>
                      </a:lnTo>
                      <a:lnTo>
                        <a:pt x="1062677" y="602251"/>
                      </a:lnTo>
                      <a:lnTo>
                        <a:pt x="1062677" y="599806"/>
                      </a:lnTo>
                      <a:lnTo>
                        <a:pt x="1065266" y="599806"/>
                      </a:lnTo>
                      <a:lnTo>
                        <a:pt x="1065266" y="597360"/>
                      </a:lnTo>
                      <a:lnTo>
                        <a:pt x="1057498" y="597360"/>
                      </a:lnTo>
                      <a:lnTo>
                        <a:pt x="1060231" y="599806"/>
                      </a:lnTo>
                      <a:lnTo>
                        <a:pt x="1047286" y="599806"/>
                      </a:lnTo>
                      <a:lnTo>
                        <a:pt x="1047286" y="597360"/>
                      </a:lnTo>
                      <a:lnTo>
                        <a:pt x="1050019" y="597360"/>
                      </a:lnTo>
                      <a:lnTo>
                        <a:pt x="1050019" y="594771"/>
                      </a:lnTo>
                      <a:lnTo>
                        <a:pt x="1052464" y="594771"/>
                      </a:lnTo>
                      <a:lnTo>
                        <a:pt x="1052464" y="592038"/>
                      </a:lnTo>
                      <a:lnTo>
                        <a:pt x="1050019" y="592038"/>
                      </a:lnTo>
                      <a:lnTo>
                        <a:pt x="1050019" y="589161"/>
                      </a:lnTo>
                      <a:lnTo>
                        <a:pt x="1052464" y="589161"/>
                      </a:lnTo>
                      <a:lnTo>
                        <a:pt x="1052464" y="586716"/>
                      </a:lnTo>
                      <a:lnTo>
                        <a:pt x="1057498" y="586716"/>
                      </a:lnTo>
                      <a:lnTo>
                        <a:pt x="1060231" y="584127"/>
                      </a:lnTo>
                      <a:lnTo>
                        <a:pt x="1062677" y="584127"/>
                      </a:lnTo>
                      <a:lnTo>
                        <a:pt x="1062677" y="581394"/>
                      </a:lnTo>
                      <a:lnTo>
                        <a:pt x="1065266" y="581394"/>
                      </a:lnTo>
                      <a:lnTo>
                        <a:pt x="1062677" y="578949"/>
                      </a:lnTo>
                      <a:lnTo>
                        <a:pt x="1062677" y="576504"/>
                      </a:lnTo>
                      <a:lnTo>
                        <a:pt x="1060231" y="576504"/>
                      </a:lnTo>
                      <a:lnTo>
                        <a:pt x="1060231" y="578949"/>
                      </a:lnTo>
                      <a:lnTo>
                        <a:pt x="1050019" y="578949"/>
                      </a:lnTo>
                      <a:lnTo>
                        <a:pt x="1047286" y="581394"/>
                      </a:lnTo>
                      <a:lnTo>
                        <a:pt x="1042252" y="581394"/>
                      </a:lnTo>
                      <a:lnTo>
                        <a:pt x="1042252" y="584127"/>
                      </a:lnTo>
                      <a:lnTo>
                        <a:pt x="1037074" y="584127"/>
                      </a:lnTo>
                      <a:lnTo>
                        <a:pt x="1037074" y="581394"/>
                      </a:lnTo>
                      <a:lnTo>
                        <a:pt x="1032039" y="581394"/>
                      </a:lnTo>
                      <a:lnTo>
                        <a:pt x="1032039" y="578949"/>
                      </a:lnTo>
                      <a:lnTo>
                        <a:pt x="1035635" y="578949"/>
                      </a:lnTo>
                      <a:lnTo>
                        <a:pt x="1035635" y="576504"/>
                      </a:lnTo>
                      <a:lnTo>
                        <a:pt x="1038081" y="576504"/>
                      </a:lnTo>
                      <a:lnTo>
                        <a:pt x="1038081" y="568736"/>
                      </a:lnTo>
                      <a:lnTo>
                        <a:pt x="1035635" y="568736"/>
                      </a:lnTo>
                      <a:lnTo>
                        <a:pt x="1035635" y="563846"/>
                      </a:lnTo>
                      <a:lnTo>
                        <a:pt x="1033046" y="563846"/>
                      </a:lnTo>
                      <a:lnTo>
                        <a:pt x="1033046" y="560394"/>
                      </a:lnTo>
                      <a:lnTo>
                        <a:pt x="1035635" y="560394"/>
                      </a:lnTo>
                      <a:lnTo>
                        <a:pt x="1035635" y="557949"/>
                      </a:lnTo>
                      <a:lnTo>
                        <a:pt x="1030601" y="557949"/>
                      </a:lnTo>
                      <a:lnTo>
                        <a:pt x="1030601" y="560394"/>
                      </a:lnTo>
                      <a:lnTo>
                        <a:pt x="1028156" y="560394"/>
                      </a:lnTo>
                      <a:lnTo>
                        <a:pt x="1028156" y="557949"/>
                      </a:lnTo>
                      <a:lnTo>
                        <a:pt x="1030601" y="557949"/>
                      </a:lnTo>
                      <a:lnTo>
                        <a:pt x="1030601" y="555503"/>
                      </a:lnTo>
                      <a:lnTo>
                        <a:pt x="1028156" y="555503"/>
                      </a:lnTo>
                      <a:lnTo>
                        <a:pt x="1028156" y="546010"/>
                      </a:lnTo>
                      <a:lnTo>
                        <a:pt x="1025423" y="546010"/>
                      </a:lnTo>
                      <a:lnTo>
                        <a:pt x="1022833" y="548455"/>
                      </a:lnTo>
                      <a:lnTo>
                        <a:pt x="1022833" y="546010"/>
                      </a:lnTo>
                      <a:lnTo>
                        <a:pt x="1020388" y="546010"/>
                      </a:lnTo>
                      <a:lnTo>
                        <a:pt x="1020388" y="540832"/>
                      </a:lnTo>
                      <a:lnTo>
                        <a:pt x="1015210" y="540832"/>
                      </a:lnTo>
                      <a:lnTo>
                        <a:pt x="1012765" y="538243"/>
                      </a:lnTo>
                      <a:lnTo>
                        <a:pt x="1012765" y="533352"/>
                      </a:lnTo>
                      <a:lnTo>
                        <a:pt x="1015210" y="533352"/>
                      </a:lnTo>
                      <a:lnTo>
                        <a:pt x="1017943" y="530619"/>
                      </a:lnTo>
                      <a:lnTo>
                        <a:pt x="1017943" y="528030"/>
                      </a:lnTo>
                      <a:lnTo>
                        <a:pt x="1020388" y="528030"/>
                      </a:lnTo>
                      <a:lnTo>
                        <a:pt x="1020388" y="525585"/>
                      </a:lnTo>
                      <a:lnTo>
                        <a:pt x="1022833" y="525585"/>
                      </a:lnTo>
                      <a:lnTo>
                        <a:pt x="1022833" y="523140"/>
                      </a:lnTo>
                      <a:lnTo>
                        <a:pt x="1025423" y="523140"/>
                      </a:lnTo>
                      <a:lnTo>
                        <a:pt x="1025423" y="520407"/>
                      </a:lnTo>
                      <a:lnTo>
                        <a:pt x="1030601" y="520407"/>
                      </a:lnTo>
                      <a:lnTo>
                        <a:pt x="1030601" y="515372"/>
                      </a:lnTo>
                      <a:lnTo>
                        <a:pt x="1025423" y="515372"/>
                      </a:lnTo>
                      <a:lnTo>
                        <a:pt x="1025423" y="517242"/>
                      </a:lnTo>
                      <a:lnTo>
                        <a:pt x="1020388" y="517242"/>
                      </a:lnTo>
                      <a:lnTo>
                        <a:pt x="1020388" y="519831"/>
                      </a:lnTo>
                      <a:lnTo>
                        <a:pt x="1017943" y="519831"/>
                      </a:lnTo>
                      <a:lnTo>
                        <a:pt x="1017943" y="517242"/>
                      </a:lnTo>
                      <a:lnTo>
                        <a:pt x="1012765" y="517242"/>
                      </a:lnTo>
                      <a:lnTo>
                        <a:pt x="1010176" y="519831"/>
                      </a:lnTo>
                      <a:lnTo>
                        <a:pt x="1006867" y="519831"/>
                      </a:lnTo>
                      <a:lnTo>
                        <a:pt x="1006867" y="517242"/>
                      </a:lnTo>
                      <a:lnTo>
                        <a:pt x="1001690" y="517242"/>
                      </a:lnTo>
                      <a:lnTo>
                        <a:pt x="1001690" y="514797"/>
                      </a:lnTo>
                      <a:lnTo>
                        <a:pt x="1004135" y="514797"/>
                      </a:lnTo>
                      <a:lnTo>
                        <a:pt x="1004135" y="512352"/>
                      </a:lnTo>
                      <a:lnTo>
                        <a:pt x="999100" y="512352"/>
                      </a:lnTo>
                      <a:lnTo>
                        <a:pt x="999100" y="519831"/>
                      </a:lnTo>
                      <a:lnTo>
                        <a:pt x="996655" y="519831"/>
                      </a:lnTo>
                      <a:lnTo>
                        <a:pt x="996655" y="522564"/>
                      </a:lnTo>
                      <a:lnTo>
                        <a:pt x="993922" y="522564"/>
                      </a:lnTo>
                      <a:lnTo>
                        <a:pt x="993922" y="514797"/>
                      </a:lnTo>
                      <a:lnTo>
                        <a:pt x="992484" y="514797"/>
                      </a:lnTo>
                      <a:lnTo>
                        <a:pt x="992484" y="509619"/>
                      </a:lnTo>
                      <a:lnTo>
                        <a:pt x="994929" y="509619"/>
                      </a:lnTo>
                      <a:lnTo>
                        <a:pt x="997662" y="507030"/>
                      </a:lnTo>
                      <a:lnTo>
                        <a:pt x="997662" y="504584"/>
                      </a:lnTo>
                      <a:lnTo>
                        <a:pt x="994929" y="504584"/>
                      </a:lnTo>
                      <a:lnTo>
                        <a:pt x="994929" y="499550"/>
                      </a:lnTo>
                      <a:lnTo>
                        <a:pt x="992484" y="499550"/>
                      </a:lnTo>
                      <a:lnTo>
                        <a:pt x="992484" y="502858"/>
                      </a:lnTo>
                      <a:lnTo>
                        <a:pt x="987449" y="502858"/>
                      </a:lnTo>
                      <a:lnTo>
                        <a:pt x="987449" y="505304"/>
                      </a:lnTo>
                      <a:lnTo>
                        <a:pt x="984716" y="505304"/>
                      </a:lnTo>
                      <a:lnTo>
                        <a:pt x="982271" y="502858"/>
                      </a:lnTo>
                      <a:lnTo>
                        <a:pt x="979682" y="502858"/>
                      </a:lnTo>
                      <a:lnTo>
                        <a:pt x="979682" y="495091"/>
                      </a:lnTo>
                      <a:lnTo>
                        <a:pt x="977237" y="495091"/>
                      </a:lnTo>
                      <a:lnTo>
                        <a:pt x="977237" y="492646"/>
                      </a:lnTo>
                      <a:lnTo>
                        <a:pt x="974504" y="492646"/>
                      </a:lnTo>
                      <a:lnTo>
                        <a:pt x="974504" y="490057"/>
                      </a:lnTo>
                      <a:lnTo>
                        <a:pt x="972058" y="490057"/>
                      </a:lnTo>
                      <a:lnTo>
                        <a:pt x="972058" y="487324"/>
                      </a:lnTo>
                      <a:lnTo>
                        <a:pt x="984716" y="487324"/>
                      </a:lnTo>
                      <a:lnTo>
                        <a:pt x="984716" y="484879"/>
                      </a:lnTo>
                      <a:lnTo>
                        <a:pt x="987449" y="484879"/>
                      </a:lnTo>
                      <a:lnTo>
                        <a:pt x="987449" y="482433"/>
                      </a:lnTo>
                      <a:lnTo>
                        <a:pt x="989895" y="482433"/>
                      </a:lnTo>
                      <a:lnTo>
                        <a:pt x="989895" y="479844"/>
                      </a:lnTo>
                      <a:lnTo>
                        <a:pt x="984716" y="479844"/>
                      </a:lnTo>
                      <a:lnTo>
                        <a:pt x="984716" y="477112"/>
                      </a:lnTo>
                      <a:lnTo>
                        <a:pt x="982271" y="477112"/>
                      </a:lnTo>
                      <a:lnTo>
                        <a:pt x="982271" y="472221"/>
                      </a:lnTo>
                      <a:lnTo>
                        <a:pt x="977237" y="472221"/>
                      </a:lnTo>
                      <a:lnTo>
                        <a:pt x="977237" y="469776"/>
                      </a:lnTo>
                      <a:lnTo>
                        <a:pt x="974504" y="469776"/>
                      </a:lnTo>
                      <a:lnTo>
                        <a:pt x="972058" y="467043"/>
                      </a:lnTo>
                      <a:lnTo>
                        <a:pt x="972058" y="462008"/>
                      </a:lnTo>
                      <a:lnTo>
                        <a:pt x="969469" y="462008"/>
                      </a:lnTo>
                      <a:lnTo>
                        <a:pt x="969469" y="464454"/>
                      </a:lnTo>
                      <a:lnTo>
                        <a:pt x="967024" y="464454"/>
                      </a:lnTo>
                      <a:lnTo>
                        <a:pt x="967024" y="462008"/>
                      </a:lnTo>
                      <a:lnTo>
                        <a:pt x="963716" y="462008"/>
                      </a:lnTo>
                      <a:lnTo>
                        <a:pt x="963716" y="451796"/>
                      </a:lnTo>
                      <a:lnTo>
                        <a:pt x="966449" y="449351"/>
                      </a:lnTo>
                      <a:lnTo>
                        <a:pt x="966449" y="444029"/>
                      </a:lnTo>
                      <a:lnTo>
                        <a:pt x="963716" y="444029"/>
                      </a:lnTo>
                      <a:lnTo>
                        <a:pt x="963716" y="441583"/>
                      </a:lnTo>
                      <a:lnTo>
                        <a:pt x="966449" y="439138"/>
                      </a:lnTo>
                      <a:lnTo>
                        <a:pt x="968894" y="439138"/>
                      </a:lnTo>
                      <a:lnTo>
                        <a:pt x="968894" y="436405"/>
                      </a:lnTo>
                      <a:lnTo>
                        <a:pt x="971483" y="436405"/>
                      </a:lnTo>
                      <a:lnTo>
                        <a:pt x="971483" y="433816"/>
                      </a:lnTo>
                      <a:lnTo>
                        <a:pt x="966449" y="433816"/>
                      </a:lnTo>
                      <a:lnTo>
                        <a:pt x="966449" y="421158"/>
                      </a:lnTo>
                      <a:lnTo>
                        <a:pt x="963716" y="421158"/>
                      </a:lnTo>
                      <a:lnTo>
                        <a:pt x="963716" y="418713"/>
                      </a:lnTo>
                      <a:lnTo>
                        <a:pt x="961271" y="418713"/>
                      </a:lnTo>
                      <a:lnTo>
                        <a:pt x="963716" y="416556"/>
                      </a:lnTo>
                      <a:lnTo>
                        <a:pt x="961271" y="416556"/>
                      </a:lnTo>
                      <a:lnTo>
                        <a:pt x="961271" y="413823"/>
                      </a:lnTo>
                      <a:lnTo>
                        <a:pt x="966449" y="413823"/>
                      </a:lnTo>
                      <a:lnTo>
                        <a:pt x="966449" y="403610"/>
                      </a:lnTo>
                      <a:lnTo>
                        <a:pt x="963716" y="403610"/>
                      </a:lnTo>
                      <a:lnTo>
                        <a:pt x="963716" y="393398"/>
                      </a:lnTo>
                      <a:lnTo>
                        <a:pt x="958682" y="393398"/>
                      </a:lnTo>
                      <a:lnTo>
                        <a:pt x="958682" y="403610"/>
                      </a:lnTo>
                      <a:lnTo>
                        <a:pt x="956237" y="403610"/>
                      </a:lnTo>
                      <a:lnTo>
                        <a:pt x="956237" y="396274"/>
                      </a:lnTo>
                      <a:lnTo>
                        <a:pt x="953791" y="396274"/>
                      </a:lnTo>
                      <a:lnTo>
                        <a:pt x="953791" y="387788"/>
                      </a:lnTo>
                      <a:lnTo>
                        <a:pt x="956237" y="385343"/>
                      </a:lnTo>
                      <a:lnTo>
                        <a:pt x="956237" y="382466"/>
                      </a:lnTo>
                      <a:lnTo>
                        <a:pt x="958682" y="382466"/>
                      </a:lnTo>
                      <a:lnTo>
                        <a:pt x="961271" y="380021"/>
                      </a:lnTo>
                      <a:lnTo>
                        <a:pt x="958682" y="377575"/>
                      </a:lnTo>
                      <a:lnTo>
                        <a:pt x="958682" y="375130"/>
                      </a:lnTo>
                      <a:lnTo>
                        <a:pt x="956237" y="372397"/>
                      </a:lnTo>
                      <a:lnTo>
                        <a:pt x="956237" y="375130"/>
                      </a:lnTo>
                      <a:lnTo>
                        <a:pt x="953791" y="375130"/>
                      </a:lnTo>
                      <a:lnTo>
                        <a:pt x="953791" y="369808"/>
                      </a:lnTo>
                      <a:lnTo>
                        <a:pt x="951058" y="369808"/>
                      </a:lnTo>
                      <a:lnTo>
                        <a:pt x="951058" y="362185"/>
                      </a:lnTo>
                      <a:lnTo>
                        <a:pt x="948469" y="362185"/>
                      </a:lnTo>
                      <a:lnTo>
                        <a:pt x="948469" y="359020"/>
                      </a:lnTo>
                      <a:lnTo>
                        <a:pt x="951058" y="359020"/>
                      </a:lnTo>
                      <a:lnTo>
                        <a:pt x="951058" y="354130"/>
                      </a:lnTo>
                      <a:lnTo>
                        <a:pt x="953791" y="354130"/>
                      </a:lnTo>
                      <a:lnTo>
                        <a:pt x="953791" y="338595"/>
                      </a:lnTo>
                      <a:lnTo>
                        <a:pt x="951058" y="338595"/>
                      </a:lnTo>
                      <a:lnTo>
                        <a:pt x="951058" y="341184"/>
                      </a:lnTo>
                      <a:lnTo>
                        <a:pt x="948469" y="341184"/>
                      </a:lnTo>
                      <a:lnTo>
                        <a:pt x="948469" y="348808"/>
                      </a:lnTo>
                      <a:lnTo>
                        <a:pt x="946024" y="348808"/>
                      </a:lnTo>
                      <a:lnTo>
                        <a:pt x="946024" y="346362"/>
                      </a:lnTo>
                      <a:lnTo>
                        <a:pt x="943579" y="346362"/>
                      </a:lnTo>
                      <a:lnTo>
                        <a:pt x="943579" y="348808"/>
                      </a:lnTo>
                      <a:lnTo>
                        <a:pt x="940846" y="348808"/>
                      </a:lnTo>
                      <a:lnTo>
                        <a:pt x="940846" y="346362"/>
                      </a:lnTo>
                      <a:lnTo>
                        <a:pt x="935811" y="346362"/>
                      </a:lnTo>
                      <a:lnTo>
                        <a:pt x="935811" y="344636"/>
                      </a:lnTo>
                      <a:lnTo>
                        <a:pt x="933366" y="344636"/>
                      </a:lnTo>
                      <a:lnTo>
                        <a:pt x="933366" y="339315"/>
                      </a:lnTo>
                      <a:lnTo>
                        <a:pt x="925599" y="339315"/>
                      </a:lnTo>
                      <a:lnTo>
                        <a:pt x="925599" y="347082"/>
                      </a:lnTo>
                      <a:lnTo>
                        <a:pt x="923154" y="347082"/>
                      </a:lnTo>
                      <a:lnTo>
                        <a:pt x="923154" y="344636"/>
                      </a:lnTo>
                      <a:lnTo>
                        <a:pt x="920565" y="344636"/>
                      </a:lnTo>
                      <a:lnTo>
                        <a:pt x="920565" y="341903"/>
                      </a:lnTo>
                      <a:lnTo>
                        <a:pt x="918119" y="341903"/>
                      </a:lnTo>
                      <a:lnTo>
                        <a:pt x="918119" y="339315"/>
                      </a:lnTo>
                      <a:lnTo>
                        <a:pt x="915530" y="339315"/>
                      </a:lnTo>
                      <a:lnTo>
                        <a:pt x="915530" y="336869"/>
                      </a:lnTo>
                      <a:lnTo>
                        <a:pt x="913085" y="334424"/>
                      </a:lnTo>
                      <a:lnTo>
                        <a:pt x="913085" y="331835"/>
                      </a:lnTo>
                      <a:lnTo>
                        <a:pt x="910352" y="331835"/>
                      </a:lnTo>
                      <a:lnTo>
                        <a:pt x="910352" y="329102"/>
                      </a:lnTo>
                      <a:lnTo>
                        <a:pt x="907907" y="329102"/>
                      </a:lnTo>
                      <a:lnTo>
                        <a:pt x="907907" y="326657"/>
                      </a:lnTo>
                      <a:lnTo>
                        <a:pt x="905318" y="326657"/>
                      </a:lnTo>
                      <a:lnTo>
                        <a:pt x="905318" y="321622"/>
                      </a:lnTo>
                      <a:lnTo>
                        <a:pt x="902872" y="321622"/>
                      </a:lnTo>
                      <a:lnTo>
                        <a:pt x="902872" y="318890"/>
                      </a:lnTo>
                      <a:lnTo>
                        <a:pt x="900139" y="318890"/>
                      </a:lnTo>
                      <a:lnTo>
                        <a:pt x="900139" y="321622"/>
                      </a:lnTo>
                      <a:lnTo>
                        <a:pt x="889927" y="321622"/>
                      </a:lnTo>
                      <a:lnTo>
                        <a:pt x="889927" y="313999"/>
                      </a:lnTo>
                      <a:lnTo>
                        <a:pt x="887482" y="313999"/>
                      </a:lnTo>
                      <a:lnTo>
                        <a:pt x="887482" y="308677"/>
                      </a:lnTo>
                      <a:lnTo>
                        <a:pt x="889927" y="308677"/>
                      </a:lnTo>
                      <a:lnTo>
                        <a:pt x="889927" y="303786"/>
                      </a:lnTo>
                      <a:lnTo>
                        <a:pt x="895105" y="303786"/>
                      </a:lnTo>
                      <a:lnTo>
                        <a:pt x="895105" y="283361"/>
                      </a:lnTo>
                      <a:lnTo>
                        <a:pt x="902872" y="283361"/>
                      </a:lnTo>
                      <a:lnTo>
                        <a:pt x="902872" y="280916"/>
                      </a:lnTo>
                      <a:lnTo>
                        <a:pt x="900139" y="280916"/>
                      </a:lnTo>
                      <a:lnTo>
                        <a:pt x="900139" y="272717"/>
                      </a:lnTo>
                      <a:lnTo>
                        <a:pt x="907907" y="272717"/>
                      </a:lnTo>
                      <a:lnTo>
                        <a:pt x="907907" y="264950"/>
                      </a:lnTo>
                      <a:lnTo>
                        <a:pt x="910352" y="264950"/>
                      </a:lnTo>
                      <a:lnTo>
                        <a:pt x="907907" y="262505"/>
                      </a:lnTo>
                      <a:lnTo>
                        <a:pt x="905318" y="262505"/>
                      </a:lnTo>
                      <a:lnTo>
                        <a:pt x="905318" y="258334"/>
                      </a:lnTo>
                      <a:lnTo>
                        <a:pt x="900139" y="258334"/>
                      </a:lnTo>
                      <a:lnTo>
                        <a:pt x="900139" y="263512"/>
                      </a:lnTo>
                      <a:lnTo>
                        <a:pt x="895105" y="263512"/>
                      </a:lnTo>
                      <a:lnTo>
                        <a:pt x="895105" y="265957"/>
                      </a:lnTo>
                      <a:lnTo>
                        <a:pt x="892660" y="265957"/>
                      </a:lnTo>
                      <a:lnTo>
                        <a:pt x="892660" y="263512"/>
                      </a:lnTo>
                      <a:lnTo>
                        <a:pt x="889927" y="263512"/>
                      </a:lnTo>
                      <a:lnTo>
                        <a:pt x="889927" y="261066"/>
                      </a:lnTo>
                      <a:lnTo>
                        <a:pt x="887482" y="261066"/>
                      </a:lnTo>
                      <a:lnTo>
                        <a:pt x="887482" y="248121"/>
                      </a:lnTo>
                      <a:lnTo>
                        <a:pt x="892660" y="248121"/>
                      </a:lnTo>
                      <a:lnTo>
                        <a:pt x="892660" y="245532"/>
                      </a:lnTo>
                      <a:lnTo>
                        <a:pt x="895105" y="245532"/>
                      </a:lnTo>
                      <a:lnTo>
                        <a:pt x="895105" y="243087"/>
                      </a:lnTo>
                      <a:lnTo>
                        <a:pt x="897694" y="243087"/>
                      </a:lnTo>
                      <a:lnTo>
                        <a:pt x="900139" y="240641"/>
                      </a:lnTo>
                      <a:lnTo>
                        <a:pt x="900139" y="243087"/>
                      </a:lnTo>
                      <a:lnTo>
                        <a:pt x="902872" y="240641"/>
                      </a:lnTo>
                      <a:lnTo>
                        <a:pt x="905318" y="240641"/>
                      </a:lnTo>
                      <a:lnTo>
                        <a:pt x="905318" y="238052"/>
                      </a:lnTo>
                      <a:lnTo>
                        <a:pt x="910352" y="238052"/>
                      </a:lnTo>
                      <a:lnTo>
                        <a:pt x="910352" y="235319"/>
                      </a:lnTo>
                      <a:lnTo>
                        <a:pt x="913085" y="235319"/>
                      </a:lnTo>
                      <a:lnTo>
                        <a:pt x="913085" y="232874"/>
                      </a:lnTo>
                      <a:lnTo>
                        <a:pt x="915530" y="232874"/>
                      </a:lnTo>
                      <a:lnTo>
                        <a:pt x="915530" y="229566"/>
                      </a:lnTo>
                      <a:lnTo>
                        <a:pt x="918119" y="227121"/>
                      </a:lnTo>
                      <a:lnTo>
                        <a:pt x="913085" y="227121"/>
                      </a:lnTo>
                      <a:lnTo>
                        <a:pt x="913085" y="224244"/>
                      </a:lnTo>
                      <a:lnTo>
                        <a:pt x="910352" y="224244"/>
                      </a:lnTo>
                      <a:lnTo>
                        <a:pt x="910352" y="221799"/>
                      </a:lnTo>
                      <a:lnTo>
                        <a:pt x="907907" y="221799"/>
                      </a:lnTo>
                      <a:lnTo>
                        <a:pt x="905318" y="219353"/>
                      </a:lnTo>
                      <a:lnTo>
                        <a:pt x="905318" y="221799"/>
                      </a:lnTo>
                      <a:lnTo>
                        <a:pt x="900139" y="221799"/>
                      </a:lnTo>
                      <a:lnTo>
                        <a:pt x="900139" y="219353"/>
                      </a:lnTo>
                      <a:lnTo>
                        <a:pt x="897694" y="219353"/>
                      </a:lnTo>
                      <a:lnTo>
                        <a:pt x="897694" y="221799"/>
                      </a:lnTo>
                      <a:lnTo>
                        <a:pt x="895105" y="221799"/>
                      </a:lnTo>
                      <a:lnTo>
                        <a:pt x="895105" y="227121"/>
                      </a:lnTo>
                      <a:lnTo>
                        <a:pt x="892660" y="227121"/>
                      </a:lnTo>
                      <a:lnTo>
                        <a:pt x="892660" y="229566"/>
                      </a:lnTo>
                      <a:lnTo>
                        <a:pt x="887482" y="229566"/>
                      </a:lnTo>
                      <a:lnTo>
                        <a:pt x="887482" y="232011"/>
                      </a:lnTo>
                      <a:lnTo>
                        <a:pt x="884893" y="232011"/>
                      </a:lnTo>
                      <a:lnTo>
                        <a:pt x="884893" y="234456"/>
                      </a:lnTo>
                      <a:lnTo>
                        <a:pt x="882448" y="234456"/>
                      </a:lnTo>
                      <a:lnTo>
                        <a:pt x="884893" y="237189"/>
                      </a:lnTo>
                      <a:lnTo>
                        <a:pt x="882448" y="237189"/>
                      </a:lnTo>
                      <a:lnTo>
                        <a:pt x="882448" y="242224"/>
                      </a:lnTo>
                      <a:lnTo>
                        <a:pt x="877413" y="242224"/>
                      </a:lnTo>
                      <a:lnTo>
                        <a:pt x="877413" y="239778"/>
                      </a:lnTo>
                      <a:lnTo>
                        <a:pt x="874824" y="242224"/>
                      </a:lnTo>
                      <a:lnTo>
                        <a:pt x="872379" y="239778"/>
                      </a:lnTo>
                      <a:lnTo>
                        <a:pt x="872379" y="234456"/>
                      </a:lnTo>
                      <a:lnTo>
                        <a:pt x="869934" y="234456"/>
                      </a:lnTo>
                      <a:lnTo>
                        <a:pt x="869934" y="232011"/>
                      </a:lnTo>
                      <a:lnTo>
                        <a:pt x="867201" y="232011"/>
                      </a:lnTo>
                      <a:lnTo>
                        <a:pt x="864611" y="229566"/>
                      </a:lnTo>
                      <a:lnTo>
                        <a:pt x="864611" y="232011"/>
                      </a:lnTo>
                      <a:lnTo>
                        <a:pt x="856988" y="232011"/>
                      </a:lnTo>
                      <a:lnTo>
                        <a:pt x="856988" y="234456"/>
                      </a:lnTo>
                      <a:lnTo>
                        <a:pt x="854399" y="234456"/>
                      </a:lnTo>
                      <a:lnTo>
                        <a:pt x="854399" y="237189"/>
                      </a:lnTo>
                      <a:lnTo>
                        <a:pt x="846775" y="237189"/>
                      </a:lnTo>
                      <a:lnTo>
                        <a:pt x="846775" y="234456"/>
                      </a:lnTo>
                      <a:lnTo>
                        <a:pt x="839296" y="234456"/>
                      </a:lnTo>
                      <a:lnTo>
                        <a:pt x="839296" y="239778"/>
                      </a:lnTo>
                      <a:lnTo>
                        <a:pt x="834262" y="239778"/>
                      </a:lnTo>
                      <a:lnTo>
                        <a:pt x="834262" y="234456"/>
                      </a:lnTo>
                      <a:lnTo>
                        <a:pt x="831673" y="234456"/>
                      </a:lnTo>
                      <a:lnTo>
                        <a:pt x="831673" y="232011"/>
                      </a:lnTo>
                      <a:lnTo>
                        <a:pt x="829227" y="232011"/>
                      </a:lnTo>
                      <a:lnTo>
                        <a:pt x="829227" y="229566"/>
                      </a:lnTo>
                      <a:lnTo>
                        <a:pt x="831673" y="229566"/>
                      </a:lnTo>
                      <a:lnTo>
                        <a:pt x="829227" y="227121"/>
                      </a:lnTo>
                      <a:lnTo>
                        <a:pt x="831673" y="227121"/>
                      </a:lnTo>
                      <a:lnTo>
                        <a:pt x="831673" y="221799"/>
                      </a:lnTo>
                      <a:lnTo>
                        <a:pt x="836707" y="221799"/>
                      </a:lnTo>
                      <a:lnTo>
                        <a:pt x="836707" y="219353"/>
                      </a:lnTo>
                      <a:lnTo>
                        <a:pt x="839440" y="221799"/>
                      </a:lnTo>
                      <a:lnTo>
                        <a:pt x="839440" y="224244"/>
                      </a:lnTo>
                      <a:lnTo>
                        <a:pt x="841885" y="221799"/>
                      </a:lnTo>
                      <a:lnTo>
                        <a:pt x="844474" y="221799"/>
                      </a:lnTo>
                      <a:lnTo>
                        <a:pt x="846919" y="224244"/>
                      </a:lnTo>
                      <a:lnTo>
                        <a:pt x="848645" y="224244"/>
                      </a:lnTo>
                      <a:lnTo>
                        <a:pt x="848645" y="221799"/>
                      </a:lnTo>
                      <a:lnTo>
                        <a:pt x="851091" y="224244"/>
                      </a:lnTo>
                      <a:lnTo>
                        <a:pt x="853536" y="224244"/>
                      </a:lnTo>
                      <a:lnTo>
                        <a:pt x="853536" y="221799"/>
                      </a:lnTo>
                      <a:lnTo>
                        <a:pt x="856125" y="221799"/>
                      </a:lnTo>
                      <a:lnTo>
                        <a:pt x="858858" y="219353"/>
                      </a:lnTo>
                      <a:lnTo>
                        <a:pt x="861303" y="219353"/>
                      </a:lnTo>
                      <a:lnTo>
                        <a:pt x="861303" y="216908"/>
                      </a:lnTo>
                      <a:lnTo>
                        <a:pt x="858858" y="216908"/>
                      </a:lnTo>
                      <a:lnTo>
                        <a:pt x="858858" y="214175"/>
                      </a:lnTo>
                      <a:lnTo>
                        <a:pt x="853536" y="214175"/>
                      </a:lnTo>
                      <a:lnTo>
                        <a:pt x="853536" y="211586"/>
                      </a:lnTo>
                      <a:lnTo>
                        <a:pt x="851091" y="211586"/>
                      </a:lnTo>
                      <a:lnTo>
                        <a:pt x="851091" y="214175"/>
                      </a:lnTo>
                      <a:lnTo>
                        <a:pt x="848645" y="211586"/>
                      </a:lnTo>
                      <a:lnTo>
                        <a:pt x="845912" y="214175"/>
                      </a:lnTo>
                      <a:lnTo>
                        <a:pt x="845912" y="211586"/>
                      </a:lnTo>
                      <a:lnTo>
                        <a:pt x="843467" y="209141"/>
                      </a:lnTo>
                      <a:lnTo>
                        <a:pt x="843467" y="203963"/>
                      </a:lnTo>
                      <a:lnTo>
                        <a:pt x="840878" y="203963"/>
                      </a:lnTo>
                      <a:lnTo>
                        <a:pt x="840878" y="196483"/>
                      </a:lnTo>
                      <a:lnTo>
                        <a:pt x="838433" y="196483"/>
                      </a:lnTo>
                      <a:lnTo>
                        <a:pt x="838433" y="193750"/>
                      </a:lnTo>
                      <a:lnTo>
                        <a:pt x="835700" y="193750"/>
                      </a:lnTo>
                      <a:lnTo>
                        <a:pt x="835700" y="186414"/>
                      </a:lnTo>
                      <a:lnTo>
                        <a:pt x="834262" y="186414"/>
                      </a:lnTo>
                      <a:lnTo>
                        <a:pt x="834262" y="181092"/>
                      </a:lnTo>
                      <a:lnTo>
                        <a:pt x="836707" y="181092"/>
                      </a:lnTo>
                      <a:lnTo>
                        <a:pt x="836707" y="178647"/>
                      </a:lnTo>
                      <a:lnTo>
                        <a:pt x="834262" y="178647"/>
                      </a:lnTo>
                      <a:lnTo>
                        <a:pt x="834262" y="173469"/>
                      </a:lnTo>
                      <a:lnTo>
                        <a:pt x="836707" y="173469"/>
                      </a:lnTo>
                      <a:lnTo>
                        <a:pt x="836707" y="170880"/>
                      </a:lnTo>
                      <a:lnTo>
                        <a:pt x="839440" y="168435"/>
                      </a:lnTo>
                      <a:lnTo>
                        <a:pt x="839440" y="165989"/>
                      </a:lnTo>
                      <a:lnTo>
                        <a:pt x="831673" y="165989"/>
                      </a:lnTo>
                      <a:lnTo>
                        <a:pt x="831673" y="168435"/>
                      </a:lnTo>
                      <a:lnTo>
                        <a:pt x="829227" y="168435"/>
                      </a:lnTo>
                      <a:lnTo>
                        <a:pt x="829227" y="173469"/>
                      </a:lnTo>
                      <a:lnTo>
                        <a:pt x="826494" y="173469"/>
                      </a:lnTo>
                      <a:lnTo>
                        <a:pt x="826494" y="176202"/>
                      </a:lnTo>
                      <a:lnTo>
                        <a:pt x="824049" y="176202"/>
                      </a:lnTo>
                      <a:lnTo>
                        <a:pt x="824049" y="181092"/>
                      </a:lnTo>
                      <a:lnTo>
                        <a:pt x="821460" y="181092"/>
                      </a:lnTo>
                      <a:lnTo>
                        <a:pt x="821460" y="178647"/>
                      </a:lnTo>
                      <a:lnTo>
                        <a:pt x="816282" y="178647"/>
                      </a:lnTo>
                      <a:lnTo>
                        <a:pt x="816282" y="173469"/>
                      </a:lnTo>
                      <a:lnTo>
                        <a:pt x="803624" y="173469"/>
                      </a:lnTo>
                      <a:lnTo>
                        <a:pt x="803624" y="168435"/>
                      </a:lnTo>
                      <a:lnTo>
                        <a:pt x="805494" y="168435"/>
                      </a:lnTo>
                      <a:lnTo>
                        <a:pt x="805494" y="165989"/>
                      </a:lnTo>
                      <a:lnTo>
                        <a:pt x="802761" y="165989"/>
                      </a:lnTo>
                      <a:lnTo>
                        <a:pt x="802761" y="160667"/>
                      </a:lnTo>
                      <a:lnTo>
                        <a:pt x="805494" y="157647"/>
                      </a:lnTo>
                      <a:lnTo>
                        <a:pt x="805494" y="155202"/>
                      </a:lnTo>
                      <a:lnTo>
                        <a:pt x="807939" y="155202"/>
                      </a:lnTo>
                      <a:lnTo>
                        <a:pt x="807939" y="152612"/>
                      </a:lnTo>
                      <a:lnTo>
                        <a:pt x="802761" y="152612"/>
                      </a:lnTo>
                      <a:lnTo>
                        <a:pt x="802761" y="147434"/>
                      </a:lnTo>
                      <a:lnTo>
                        <a:pt x="800172" y="147434"/>
                      </a:lnTo>
                      <a:lnTo>
                        <a:pt x="800172" y="143263"/>
                      </a:lnTo>
                      <a:lnTo>
                        <a:pt x="797727" y="143263"/>
                      </a:lnTo>
                      <a:lnTo>
                        <a:pt x="797727" y="140530"/>
                      </a:lnTo>
                      <a:lnTo>
                        <a:pt x="800172" y="140530"/>
                      </a:lnTo>
                      <a:lnTo>
                        <a:pt x="800172" y="135640"/>
                      </a:lnTo>
                      <a:lnTo>
                        <a:pt x="805494" y="135640"/>
                      </a:lnTo>
                      <a:lnTo>
                        <a:pt x="805494" y="127872"/>
                      </a:lnTo>
                      <a:lnTo>
                        <a:pt x="802761" y="127872"/>
                      </a:lnTo>
                      <a:lnTo>
                        <a:pt x="802761" y="125427"/>
                      </a:lnTo>
                      <a:lnTo>
                        <a:pt x="800172" y="125427"/>
                      </a:lnTo>
                      <a:lnTo>
                        <a:pt x="800172" y="127872"/>
                      </a:lnTo>
                      <a:lnTo>
                        <a:pt x="797727" y="127872"/>
                      </a:lnTo>
                      <a:lnTo>
                        <a:pt x="797727" y="125427"/>
                      </a:lnTo>
                      <a:lnTo>
                        <a:pt x="795282" y="125427"/>
                      </a:lnTo>
                      <a:lnTo>
                        <a:pt x="792549" y="127872"/>
                      </a:lnTo>
                      <a:lnTo>
                        <a:pt x="791110" y="127872"/>
                      </a:lnTo>
                      <a:lnTo>
                        <a:pt x="791110" y="125427"/>
                      </a:lnTo>
                      <a:lnTo>
                        <a:pt x="788665" y="125427"/>
                      </a:lnTo>
                      <a:lnTo>
                        <a:pt x="788665" y="120249"/>
                      </a:lnTo>
                      <a:lnTo>
                        <a:pt x="786220" y="120249"/>
                      </a:lnTo>
                      <a:lnTo>
                        <a:pt x="786220" y="117660"/>
                      </a:lnTo>
                      <a:lnTo>
                        <a:pt x="793699" y="117660"/>
                      </a:lnTo>
                      <a:lnTo>
                        <a:pt x="796432" y="115215"/>
                      </a:lnTo>
                      <a:lnTo>
                        <a:pt x="796432" y="112769"/>
                      </a:lnTo>
                      <a:lnTo>
                        <a:pt x="791110" y="112769"/>
                      </a:lnTo>
                      <a:lnTo>
                        <a:pt x="791110" y="110036"/>
                      </a:lnTo>
                      <a:lnTo>
                        <a:pt x="798878" y="110036"/>
                      </a:lnTo>
                      <a:lnTo>
                        <a:pt x="798878" y="107447"/>
                      </a:lnTo>
                      <a:lnTo>
                        <a:pt x="801323" y="107447"/>
                      </a:lnTo>
                      <a:lnTo>
                        <a:pt x="801323" y="105002"/>
                      </a:lnTo>
                      <a:lnTo>
                        <a:pt x="798878" y="105002"/>
                      </a:lnTo>
                      <a:lnTo>
                        <a:pt x="798878" y="102557"/>
                      </a:lnTo>
                      <a:lnTo>
                        <a:pt x="793699" y="102557"/>
                      </a:lnTo>
                      <a:lnTo>
                        <a:pt x="791110" y="105002"/>
                      </a:lnTo>
                      <a:lnTo>
                        <a:pt x="788665" y="102557"/>
                      </a:lnTo>
                      <a:lnTo>
                        <a:pt x="786220" y="102557"/>
                      </a:lnTo>
                      <a:lnTo>
                        <a:pt x="786220" y="100111"/>
                      </a:lnTo>
                      <a:lnTo>
                        <a:pt x="783487" y="100111"/>
                      </a:lnTo>
                      <a:lnTo>
                        <a:pt x="783487" y="102844"/>
                      </a:lnTo>
                      <a:lnTo>
                        <a:pt x="780898" y="105290"/>
                      </a:lnTo>
                      <a:lnTo>
                        <a:pt x="778452" y="105290"/>
                      </a:lnTo>
                      <a:lnTo>
                        <a:pt x="778452" y="110324"/>
                      </a:lnTo>
                      <a:lnTo>
                        <a:pt x="776007" y="110324"/>
                      </a:lnTo>
                      <a:lnTo>
                        <a:pt x="778452" y="113057"/>
                      </a:lnTo>
                      <a:lnTo>
                        <a:pt x="778452" y="114495"/>
                      </a:lnTo>
                      <a:lnTo>
                        <a:pt x="780898" y="114495"/>
                      </a:lnTo>
                      <a:lnTo>
                        <a:pt x="780898" y="116941"/>
                      </a:lnTo>
                      <a:lnTo>
                        <a:pt x="776007" y="114495"/>
                      </a:lnTo>
                      <a:lnTo>
                        <a:pt x="776007" y="116941"/>
                      </a:lnTo>
                      <a:lnTo>
                        <a:pt x="778452" y="119530"/>
                      </a:lnTo>
                      <a:lnTo>
                        <a:pt x="778452" y="122262"/>
                      </a:lnTo>
                      <a:lnTo>
                        <a:pt x="776007" y="124708"/>
                      </a:lnTo>
                      <a:lnTo>
                        <a:pt x="773274" y="124708"/>
                      </a:lnTo>
                      <a:lnTo>
                        <a:pt x="773274" y="127153"/>
                      </a:lnTo>
                      <a:lnTo>
                        <a:pt x="776007" y="127153"/>
                      </a:lnTo>
                      <a:lnTo>
                        <a:pt x="776007" y="129742"/>
                      </a:lnTo>
                      <a:lnTo>
                        <a:pt x="780898" y="129742"/>
                      </a:lnTo>
                      <a:lnTo>
                        <a:pt x="780898" y="134920"/>
                      </a:lnTo>
                      <a:lnTo>
                        <a:pt x="786220" y="134920"/>
                      </a:lnTo>
                      <a:lnTo>
                        <a:pt x="786220" y="137366"/>
                      </a:lnTo>
                      <a:lnTo>
                        <a:pt x="778452" y="134920"/>
                      </a:lnTo>
                      <a:lnTo>
                        <a:pt x="778452" y="137366"/>
                      </a:lnTo>
                      <a:lnTo>
                        <a:pt x="776007" y="139811"/>
                      </a:lnTo>
                      <a:lnTo>
                        <a:pt x="778452" y="139811"/>
                      </a:lnTo>
                      <a:lnTo>
                        <a:pt x="778452" y="143263"/>
                      </a:lnTo>
                      <a:lnTo>
                        <a:pt x="780898" y="143263"/>
                      </a:lnTo>
                      <a:lnTo>
                        <a:pt x="780898" y="145852"/>
                      </a:lnTo>
                      <a:lnTo>
                        <a:pt x="778452" y="143263"/>
                      </a:lnTo>
                      <a:lnTo>
                        <a:pt x="778452" y="145852"/>
                      </a:lnTo>
                      <a:lnTo>
                        <a:pt x="776007" y="145852"/>
                      </a:lnTo>
                      <a:lnTo>
                        <a:pt x="778452" y="148297"/>
                      </a:lnTo>
                      <a:lnTo>
                        <a:pt x="780898" y="150743"/>
                      </a:lnTo>
                      <a:lnTo>
                        <a:pt x="786220" y="150743"/>
                      </a:lnTo>
                      <a:lnTo>
                        <a:pt x="786220" y="153476"/>
                      </a:lnTo>
                      <a:lnTo>
                        <a:pt x="780898" y="153476"/>
                      </a:lnTo>
                      <a:lnTo>
                        <a:pt x="778452" y="150743"/>
                      </a:lnTo>
                      <a:lnTo>
                        <a:pt x="773274" y="150743"/>
                      </a:lnTo>
                      <a:lnTo>
                        <a:pt x="773274" y="148297"/>
                      </a:lnTo>
                      <a:lnTo>
                        <a:pt x="770685" y="148297"/>
                      </a:lnTo>
                      <a:lnTo>
                        <a:pt x="770685" y="156065"/>
                      </a:lnTo>
                      <a:lnTo>
                        <a:pt x="768240" y="156065"/>
                      </a:lnTo>
                      <a:lnTo>
                        <a:pt x="768240" y="157647"/>
                      </a:lnTo>
                      <a:lnTo>
                        <a:pt x="765795" y="157647"/>
                      </a:lnTo>
                      <a:lnTo>
                        <a:pt x="768240" y="160092"/>
                      </a:lnTo>
                      <a:lnTo>
                        <a:pt x="765795" y="160092"/>
                      </a:lnTo>
                      <a:lnTo>
                        <a:pt x="765795" y="167859"/>
                      </a:lnTo>
                      <a:lnTo>
                        <a:pt x="768240" y="170305"/>
                      </a:lnTo>
                      <a:lnTo>
                        <a:pt x="770685" y="172894"/>
                      </a:lnTo>
                      <a:lnTo>
                        <a:pt x="773274" y="175627"/>
                      </a:lnTo>
                      <a:lnTo>
                        <a:pt x="773274" y="178072"/>
                      </a:lnTo>
                      <a:lnTo>
                        <a:pt x="776007" y="180517"/>
                      </a:lnTo>
                      <a:lnTo>
                        <a:pt x="778452" y="183106"/>
                      </a:lnTo>
                      <a:lnTo>
                        <a:pt x="778452" y="186414"/>
                      </a:lnTo>
                      <a:lnTo>
                        <a:pt x="780898" y="188860"/>
                      </a:lnTo>
                      <a:lnTo>
                        <a:pt x="786220" y="186414"/>
                      </a:lnTo>
                      <a:lnTo>
                        <a:pt x="796432" y="186414"/>
                      </a:lnTo>
                      <a:lnTo>
                        <a:pt x="796432" y="188860"/>
                      </a:lnTo>
                      <a:lnTo>
                        <a:pt x="798878" y="191305"/>
                      </a:lnTo>
                      <a:lnTo>
                        <a:pt x="801323" y="191305"/>
                      </a:lnTo>
                      <a:lnTo>
                        <a:pt x="806645" y="193894"/>
                      </a:lnTo>
                      <a:lnTo>
                        <a:pt x="801323" y="193894"/>
                      </a:lnTo>
                      <a:lnTo>
                        <a:pt x="798878" y="191305"/>
                      </a:lnTo>
                      <a:lnTo>
                        <a:pt x="793699" y="188860"/>
                      </a:lnTo>
                      <a:lnTo>
                        <a:pt x="783487" y="188860"/>
                      </a:lnTo>
                      <a:lnTo>
                        <a:pt x="783487" y="191305"/>
                      </a:lnTo>
                      <a:lnTo>
                        <a:pt x="786220" y="193894"/>
                      </a:lnTo>
                      <a:lnTo>
                        <a:pt x="783487" y="193894"/>
                      </a:lnTo>
                      <a:lnTo>
                        <a:pt x="780898" y="191305"/>
                      </a:lnTo>
                      <a:lnTo>
                        <a:pt x="780898" y="193894"/>
                      </a:lnTo>
                      <a:lnTo>
                        <a:pt x="776007" y="193894"/>
                      </a:lnTo>
                      <a:lnTo>
                        <a:pt x="778452" y="196627"/>
                      </a:lnTo>
                      <a:lnTo>
                        <a:pt x="778452" y="199072"/>
                      </a:lnTo>
                      <a:lnTo>
                        <a:pt x="783487" y="199072"/>
                      </a:lnTo>
                      <a:lnTo>
                        <a:pt x="783487" y="206839"/>
                      </a:lnTo>
                      <a:lnTo>
                        <a:pt x="788665" y="206839"/>
                      </a:lnTo>
                      <a:lnTo>
                        <a:pt x="791110" y="211730"/>
                      </a:lnTo>
                      <a:lnTo>
                        <a:pt x="793699" y="211730"/>
                      </a:lnTo>
                      <a:lnTo>
                        <a:pt x="796432" y="214319"/>
                      </a:lnTo>
                      <a:lnTo>
                        <a:pt x="793699" y="214319"/>
                      </a:lnTo>
                      <a:lnTo>
                        <a:pt x="791110" y="211730"/>
                      </a:lnTo>
                      <a:lnTo>
                        <a:pt x="788665" y="209285"/>
                      </a:lnTo>
                      <a:lnTo>
                        <a:pt x="783487" y="206839"/>
                      </a:lnTo>
                      <a:lnTo>
                        <a:pt x="780898" y="206839"/>
                      </a:lnTo>
                      <a:lnTo>
                        <a:pt x="778452" y="204106"/>
                      </a:lnTo>
                      <a:lnTo>
                        <a:pt x="780898" y="209285"/>
                      </a:lnTo>
                      <a:lnTo>
                        <a:pt x="778452" y="209285"/>
                      </a:lnTo>
                      <a:lnTo>
                        <a:pt x="778452" y="211730"/>
                      </a:lnTo>
                      <a:lnTo>
                        <a:pt x="780898" y="214319"/>
                      </a:lnTo>
                      <a:lnTo>
                        <a:pt x="783487" y="214319"/>
                      </a:lnTo>
                      <a:lnTo>
                        <a:pt x="783487" y="217052"/>
                      </a:lnTo>
                      <a:lnTo>
                        <a:pt x="786220" y="221942"/>
                      </a:lnTo>
                      <a:lnTo>
                        <a:pt x="791110" y="227264"/>
                      </a:lnTo>
                      <a:lnTo>
                        <a:pt x="791110" y="229566"/>
                      </a:lnTo>
                      <a:lnTo>
                        <a:pt x="788665" y="229566"/>
                      </a:lnTo>
                      <a:lnTo>
                        <a:pt x="786220" y="224244"/>
                      </a:lnTo>
                      <a:lnTo>
                        <a:pt x="783487" y="224244"/>
                      </a:lnTo>
                      <a:lnTo>
                        <a:pt x="783487" y="221799"/>
                      </a:lnTo>
                      <a:lnTo>
                        <a:pt x="780898" y="219353"/>
                      </a:lnTo>
                      <a:lnTo>
                        <a:pt x="780898" y="221799"/>
                      </a:lnTo>
                      <a:lnTo>
                        <a:pt x="783487" y="227121"/>
                      </a:lnTo>
                      <a:lnTo>
                        <a:pt x="780898" y="227121"/>
                      </a:lnTo>
                      <a:lnTo>
                        <a:pt x="778452" y="221799"/>
                      </a:lnTo>
                      <a:lnTo>
                        <a:pt x="776007" y="219353"/>
                      </a:lnTo>
                      <a:lnTo>
                        <a:pt x="770685" y="219353"/>
                      </a:lnTo>
                      <a:lnTo>
                        <a:pt x="773274" y="221799"/>
                      </a:lnTo>
                      <a:lnTo>
                        <a:pt x="773274" y="224244"/>
                      </a:lnTo>
                      <a:lnTo>
                        <a:pt x="776007" y="227121"/>
                      </a:lnTo>
                      <a:lnTo>
                        <a:pt x="778452" y="224244"/>
                      </a:lnTo>
                      <a:lnTo>
                        <a:pt x="778452" y="227121"/>
                      </a:lnTo>
                      <a:lnTo>
                        <a:pt x="776007" y="227121"/>
                      </a:lnTo>
                      <a:lnTo>
                        <a:pt x="776007" y="232011"/>
                      </a:lnTo>
                      <a:lnTo>
                        <a:pt x="780898" y="232011"/>
                      </a:lnTo>
                      <a:lnTo>
                        <a:pt x="783487" y="234456"/>
                      </a:lnTo>
                      <a:lnTo>
                        <a:pt x="783487" y="237189"/>
                      </a:lnTo>
                      <a:lnTo>
                        <a:pt x="786220" y="239778"/>
                      </a:lnTo>
                      <a:lnTo>
                        <a:pt x="791110" y="237189"/>
                      </a:lnTo>
                      <a:lnTo>
                        <a:pt x="791110" y="234456"/>
                      </a:lnTo>
                      <a:lnTo>
                        <a:pt x="788665" y="234456"/>
                      </a:lnTo>
                      <a:lnTo>
                        <a:pt x="788665" y="232011"/>
                      </a:lnTo>
                      <a:lnTo>
                        <a:pt x="791110" y="232011"/>
                      </a:lnTo>
                      <a:lnTo>
                        <a:pt x="791110" y="234456"/>
                      </a:lnTo>
                      <a:lnTo>
                        <a:pt x="803912" y="234456"/>
                      </a:lnTo>
                      <a:lnTo>
                        <a:pt x="801323" y="237189"/>
                      </a:lnTo>
                      <a:lnTo>
                        <a:pt x="791110" y="237189"/>
                      </a:lnTo>
                      <a:lnTo>
                        <a:pt x="788665" y="239778"/>
                      </a:lnTo>
                      <a:lnTo>
                        <a:pt x="791110" y="242224"/>
                      </a:lnTo>
                      <a:lnTo>
                        <a:pt x="793699" y="242224"/>
                      </a:lnTo>
                      <a:lnTo>
                        <a:pt x="793699" y="244669"/>
                      </a:lnTo>
                      <a:lnTo>
                        <a:pt x="788665" y="244669"/>
                      </a:lnTo>
                      <a:lnTo>
                        <a:pt x="786220" y="242224"/>
                      </a:lnTo>
                      <a:lnTo>
                        <a:pt x="783487" y="242224"/>
                      </a:lnTo>
                      <a:lnTo>
                        <a:pt x="783487" y="247258"/>
                      </a:lnTo>
                      <a:lnTo>
                        <a:pt x="780898" y="247258"/>
                      </a:lnTo>
                      <a:lnTo>
                        <a:pt x="780898" y="244669"/>
                      </a:lnTo>
                      <a:lnTo>
                        <a:pt x="778452" y="244669"/>
                      </a:lnTo>
                      <a:lnTo>
                        <a:pt x="778452" y="247258"/>
                      </a:lnTo>
                      <a:lnTo>
                        <a:pt x="780898" y="249991"/>
                      </a:lnTo>
                      <a:lnTo>
                        <a:pt x="783487" y="249991"/>
                      </a:lnTo>
                      <a:lnTo>
                        <a:pt x="788665" y="252436"/>
                      </a:lnTo>
                      <a:lnTo>
                        <a:pt x="788665" y="254881"/>
                      </a:lnTo>
                      <a:lnTo>
                        <a:pt x="786220" y="252436"/>
                      </a:lnTo>
                      <a:lnTo>
                        <a:pt x="776007" y="252436"/>
                      </a:lnTo>
                      <a:lnTo>
                        <a:pt x="776007" y="254881"/>
                      </a:lnTo>
                      <a:lnTo>
                        <a:pt x="778452" y="254881"/>
                      </a:lnTo>
                      <a:lnTo>
                        <a:pt x="778452" y="258334"/>
                      </a:lnTo>
                      <a:lnTo>
                        <a:pt x="776007" y="261066"/>
                      </a:lnTo>
                      <a:lnTo>
                        <a:pt x="773274" y="263512"/>
                      </a:lnTo>
                      <a:lnTo>
                        <a:pt x="770685" y="263512"/>
                      </a:lnTo>
                      <a:lnTo>
                        <a:pt x="770685" y="265957"/>
                      </a:lnTo>
                      <a:lnTo>
                        <a:pt x="776007" y="265957"/>
                      </a:lnTo>
                      <a:lnTo>
                        <a:pt x="776007" y="268546"/>
                      </a:lnTo>
                      <a:lnTo>
                        <a:pt x="778452" y="268546"/>
                      </a:lnTo>
                      <a:lnTo>
                        <a:pt x="778452" y="265957"/>
                      </a:lnTo>
                      <a:lnTo>
                        <a:pt x="783487" y="265957"/>
                      </a:lnTo>
                      <a:lnTo>
                        <a:pt x="783487" y="268546"/>
                      </a:lnTo>
                      <a:lnTo>
                        <a:pt x="780898" y="268546"/>
                      </a:lnTo>
                      <a:lnTo>
                        <a:pt x="780898" y="271279"/>
                      </a:lnTo>
                      <a:lnTo>
                        <a:pt x="773274" y="271279"/>
                      </a:lnTo>
                      <a:lnTo>
                        <a:pt x="773274" y="268546"/>
                      </a:lnTo>
                      <a:lnTo>
                        <a:pt x="770685" y="271279"/>
                      </a:lnTo>
                      <a:lnTo>
                        <a:pt x="762343" y="271279"/>
                      </a:lnTo>
                      <a:lnTo>
                        <a:pt x="762343" y="272717"/>
                      </a:lnTo>
                      <a:lnTo>
                        <a:pt x="759897" y="275163"/>
                      </a:lnTo>
                      <a:lnTo>
                        <a:pt x="754863" y="275163"/>
                      </a:lnTo>
                      <a:lnTo>
                        <a:pt x="752130" y="277752"/>
                      </a:lnTo>
                      <a:lnTo>
                        <a:pt x="752130" y="280485"/>
                      </a:lnTo>
                      <a:lnTo>
                        <a:pt x="749685" y="280485"/>
                      </a:lnTo>
                      <a:lnTo>
                        <a:pt x="749685" y="290697"/>
                      </a:lnTo>
                      <a:lnTo>
                        <a:pt x="752130" y="290697"/>
                      </a:lnTo>
                      <a:lnTo>
                        <a:pt x="752130" y="293142"/>
                      </a:lnTo>
                      <a:lnTo>
                        <a:pt x="749685" y="293142"/>
                      </a:lnTo>
                      <a:lnTo>
                        <a:pt x="749685" y="295588"/>
                      </a:lnTo>
                      <a:lnTo>
                        <a:pt x="747096" y="295588"/>
                      </a:lnTo>
                      <a:lnTo>
                        <a:pt x="749685" y="298177"/>
                      </a:lnTo>
                      <a:lnTo>
                        <a:pt x="747096" y="298177"/>
                      </a:lnTo>
                      <a:lnTo>
                        <a:pt x="747096" y="303355"/>
                      </a:lnTo>
                      <a:lnTo>
                        <a:pt x="749685" y="303355"/>
                      </a:lnTo>
                      <a:lnTo>
                        <a:pt x="749685" y="305800"/>
                      </a:lnTo>
                      <a:lnTo>
                        <a:pt x="747096" y="308245"/>
                      </a:lnTo>
                      <a:lnTo>
                        <a:pt x="747096" y="311122"/>
                      </a:lnTo>
                      <a:lnTo>
                        <a:pt x="749685" y="311122"/>
                      </a:lnTo>
                      <a:lnTo>
                        <a:pt x="749685" y="318458"/>
                      </a:lnTo>
                      <a:lnTo>
                        <a:pt x="752130" y="321191"/>
                      </a:lnTo>
                      <a:lnTo>
                        <a:pt x="752130" y="323780"/>
                      </a:lnTo>
                      <a:lnTo>
                        <a:pt x="747096" y="323780"/>
                      </a:lnTo>
                      <a:lnTo>
                        <a:pt x="747096" y="321191"/>
                      </a:lnTo>
                      <a:lnTo>
                        <a:pt x="744650" y="321191"/>
                      </a:lnTo>
                      <a:lnTo>
                        <a:pt x="744650" y="323780"/>
                      </a:lnTo>
                      <a:lnTo>
                        <a:pt x="741917" y="323780"/>
                      </a:lnTo>
                      <a:lnTo>
                        <a:pt x="741917" y="326225"/>
                      </a:lnTo>
                      <a:lnTo>
                        <a:pt x="744650" y="328670"/>
                      </a:lnTo>
                      <a:lnTo>
                        <a:pt x="739472" y="328670"/>
                      </a:lnTo>
                      <a:lnTo>
                        <a:pt x="741917" y="331403"/>
                      </a:lnTo>
                      <a:lnTo>
                        <a:pt x="736883" y="331403"/>
                      </a:lnTo>
                      <a:lnTo>
                        <a:pt x="736883" y="328670"/>
                      </a:lnTo>
                      <a:lnTo>
                        <a:pt x="739472" y="328670"/>
                      </a:lnTo>
                      <a:lnTo>
                        <a:pt x="739472" y="326225"/>
                      </a:lnTo>
                      <a:lnTo>
                        <a:pt x="734438" y="326225"/>
                      </a:lnTo>
                      <a:lnTo>
                        <a:pt x="731993" y="328670"/>
                      </a:lnTo>
                      <a:lnTo>
                        <a:pt x="731993" y="336438"/>
                      </a:lnTo>
                      <a:lnTo>
                        <a:pt x="729260" y="338883"/>
                      </a:lnTo>
                      <a:lnTo>
                        <a:pt x="731993" y="341472"/>
                      </a:lnTo>
                      <a:lnTo>
                        <a:pt x="731993" y="344636"/>
                      </a:lnTo>
                      <a:lnTo>
                        <a:pt x="726670" y="344636"/>
                      </a:lnTo>
                      <a:lnTo>
                        <a:pt x="726670" y="347082"/>
                      </a:lnTo>
                      <a:lnTo>
                        <a:pt x="724225" y="349527"/>
                      </a:lnTo>
                      <a:lnTo>
                        <a:pt x="721780" y="349527"/>
                      </a:lnTo>
                      <a:lnTo>
                        <a:pt x="721780" y="352116"/>
                      </a:lnTo>
                      <a:lnTo>
                        <a:pt x="719047" y="354849"/>
                      </a:lnTo>
                      <a:lnTo>
                        <a:pt x="719047" y="357294"/>
                      </a:lnTo>
                      <a:lnTo>
                        <a:pt x="716458" y="359739"/>
                      </a:lnTo>
                      <a:lnTo>
                        <a:pt x="711568" y="359739"/>
                      </a:lnTo>
                      <a:lnTo>
                        <a:pt x="711568" y="362328"/>
                      </a:lnTo>
                      <a:lnTo>
                        <a:pt x="708835" y="365061"/>
                      </a:lnTo>
                      <a:lnTo>
                        <a:pt x="708835" y="367507"/>
                      </a:lnTo>
                      <a:lnTo>
                        <a:pt x="706246" y="369952"/>
                      </a:lnTo>
                      <a:lnTo>
                        <a:pt x="706246" y="382610"/>
                      </a:lnTo>
                      <a:lnTo>
                        <a:pt x="703800" y="382610"/>
                      </a:lnTo>
                      <a:lnTo>
                        <a:pt x="703800" y="368226"/>
                      </a:lnTo>
                      <a:lnTo>
                        <a:pt x="701355" y="365781"/>
                      </a:lnTo>
                      <a:lnTo>
                        <a:pt x="701355" y="368226"/>
                      </a:lnTo>
                      <a:lnTo>
                        <a:pt x="696033" y="368226"/>
                      </a:lnTo>
                      <a:lnTo>
                        <a:pt x="696033" y="359020"/>
                      </a:lnTo>
                      <a:lnTo>
                        <a:pt x="693588" y="356575"/>
                      </a:lnTo>
                      <a:lnTo>
                        <a:pt x="693588" y="351397"/>
                      </a:lnTo>
                      <a:lnTo>
                        <a:pt x="696033" y="351397"/>
                      </a:lnTo>
                      <a:lnTo>
                        <a:pt x="696033" y="348808"/>
                      </a:lnTo>
                      <a:lnTo>
                        <a:pt x="693588" y="348808"/>
                      </a:lnTo>
                      <a:lnTo>
                        <a:pt x="693588" y="346362"/>
                      </a:lnTo>
                      <a:lnTo>
                        <a:pt x="688409" y="346362"/>
                      </a:lnTo>
                      <a:lnTo>
                        <a:pt x="688409" y="351397"/>
                      </a:lnTo>
                      <a:lnTo>
                        <a:pt x="685821" y="351397"/>
                      </a:lnTo>
                      <a:lnTo>
                        <a:pt x="685821" y="354130"/>
                      </a:lnTo>
                      <a:lnTo>
                        <a:pt x="688409" y="354130"/>
                      </a:lnTo>
                      <a:lnTo>
                        <a:pt x="688409" y="359020"/>
                      </a:lnTo>
                      <a:lnTo>
                        <a:pt x="685821" y="361609"/>
                      </a:lnTo>
                      <a:lnTo>
                        <a:pt x="683375" y="359020"/>
                      </a:lnTo>
                      <a:lnTo>
                        <a:pt x="683375" y="356575"/>
                      </a:lnTo>
                      <a:lnTo>
                        <a:pt x="680930" y="356575"/>
                      </a:lnTo>
                      <a:lnTo>
                        <a:pt x="680930" y="348808"/>
                      </a:lnTo>
                      <a:lnTo>
                        <a:pt x="678197" y="343917"/>
                      </a:lnTo>
                      <a:lnTo>
                        <a:pt x="676040" y="343917"/>
                      </a:lnTo>
                      <a:lnTo>
                        <a:pt x="676040" y="341184"/>
                      </a:lnTo>
                      <a:lnTo>
                        <a:pt x="673451" y="338595"/>
                      </a:lnTo>
                      <a:lnTo>
                        <a:pt x="671005" y="338595"/>
                      </a:lnTo>
                      <a:lnTo>
                        <a:pt x="671005" y="341184"/>
                      </a:lnTo>
                      <a:lnTo>
                        <a:pt x="673451" y="343917"/>
                      </a:lnTo>
                      <a:lnTo>
                        <a:pt x="673451" y="346362"/>
                      </a:lnTo>
                      <a:lnTo>
                        <a:pt x="660793" y="346362"/>
                      </a:lnTo>
                      <a:lnTo>
                        <a:pt x="660793" y="344636"/>
                      </a:lnTo>
                      <a:lnTo>
                        <a:pt x="658347" y="347082"/>
                      </a:lnTo>
                      <a:lnTo>
                        <a:pt x="655614" y="349527"/>
                      </a:lnTo>
                      <a:lnTo>
                        <a:pt x="655614" y="341903"/>
                      </a:lnTo>
                      <a:lnTo>
                        <a:pt x="653025" y="344636"/>
                      </a:lnTo>
                      <a:lnTo>
                        <a:pt x="650580" y="344636"/>
                      </a:lnTo>
                      <a:lnTo>
                        <a:pt x="650580" y="336869"/>
                      </a:lnTo>
                      <a:lnTo>
                        <a:pt x="648135" y="334424"/>
                      </a:lnTo>
                      <a:lnTo>
                        <a:pt x="645402" y="331835"/>
                      </a:lnTo>
                      <a:lnTo>
                        <a:pt x="645402" y="326657"/>
                      </a:lnTo>
                      <a:lnTo>
                        <a:pt x="642813" y="324211"/>
                      </a:lnTo>
                      <a:lnTo>
                        <a:pt x="640368" y="321622"/>
                      </a:lnTo>
                      <a:lnTo>
                        <a:pt x="640368" y="318890"/>
                      </a:lnTo>
                      <a:lnTo>
                        <a:pt x="637923" y="321622"/>
                      </a:lnTo>
                      <a:lnTo>
                        <a:pt x="635190" y="321622"/>
                      </a:lnTo>
                      <a:lnTo>
                        <a:pt x="635190" y="318890"/>
                      </a:lnTo>
                      <a:lnTo>
                        <a:pt x="632601" y="321622"/>
                      </a:lnTo>
                      <a:lnTo>
                        <a:pt x="632601" y="318890"/>
                      </a:lnTo>
                      <a:lnTo>
                        <a:pt x="630155" y="318890"/>
                      </a:lnTo>
                      <a:lnTo>
                        <a:pt x="630155" y="315869"/>
                      </a:lnTo>
                      <a:lnTo>
                        <a:pt x="627710" y="315869"/>
                      </a:lnTo>
                      <a:lnTo>
                        <a:pt x="627710" y="313424"/>
                      </a:lnTo>
                      <a:lnTo>
                        <a:pt x="624977" y="313424"/>
                      </a:lnTo>
                      <a:lnTo>
                        <a:pt x="624977" y="315869"/>
                      </a:lnTo>
                      <a:lnTo>
                        <a:pt x="617497" y="315869"/>
                      </a:lnTo>
                      <a:lnTo>
                        <a:pt x="614764" y="318314"/>
                      </a:lnTo>
                      <a:lnTo>
                        <a:pt x="612175" y="318314"/>
                      </a:lnTo>
                      <a:lnTo>
                        <a:pt x="612175" y="321047"/>
                      </a:lnTo>
                      <a:lnTo>
                        <a:pt x="609730" y="323636"/>
                      </a:lnTo>
                      <a:lnTo>
                        <a:pt x="607285" y="323636"/>
                      </a:lnTo>
                      <a:lnTo>
                        <a:pt x="604552" y="326081"/>
                      </a:lnTo>
                      <a:lnTo>
                        <a:pt x="604552" y="321047"/>
                      </a:lnTo>
                      <a:lnTo>
                        <a:pt x="601963" y="321047"/>
                      </a:lnTo>
                      <a:lnTo>
                        <a:pt x="601963" y="323636"/>
                      </a:lnTo>
                      <a:lnTo>
                        <a:pt x="597073" y="323636"/>
                      </a:lnTo>
                      <a:lnTo>
                        <a:pt x="594340" y="326081"/>
                      </a:lnTo>
                      <a:lnTo>
                        <a:pt x="589737" y="326081"/>
                      </a:lnTo>
                      <a:lnTo>
                        <a:pt x="589737" y="328527"/>
                      </a:lnTo>
                      <a:lnTo>
                        <a:pt x="584846" y="331260"/>
                      </a:lnTo>
                      <a:lnTo>
                        <a:pt x="579524" y="331260"/>
                      </a:lnTo>
                      <a:lnTo>
                        <a:pt x="579524" y="326081"/>
                      </a:lnTo>
                      <a:lnTo>
                        <a:pt x="577079" y="326081"/>
                      </a:lnTo>
                      <a:lnTo>
                        <a:pt x="574634" y="321047"/>
                      </a:lnTo>
                      <a:lnTo>
                        <a:pt x="574634" y="318314"/>
                      </a:lnTo>
                      <a:lnTo>
                        <a:pt x="571901" y="315869"/>
                      </a:lnTo>
                      <a:lnTo>
                        <a:pt x="571901" y="313424"/>
                      </a:lnTo>
                      <a:lnTo>
                        <a:pt x="569311" y="310978"/>
                      </a:lnTo>
                      <a:lnTo>
                        <a:pt x="574634" y="313424"/>
                      </a:lnTo>
                      <a:lnTo>
                        <a:pt x="574634" y="315869"/>
                      </a:lnTo>
                      <a:lnTo>
                        <a:pt x="577079" y="313424"/>
                      </a:lnTo>
                      <a:lnTo>
                        <a:pt x="577079" y="305656"/>
                      </a:lnTo>
                      <a:lnTo>
                        <a:pt x="579524" y="303211"/>
                      </a:lnTo>
                      <a:lnTo>
                        <a:pt x="579524" y="305656"/>
                      </a:lnTo>
                      <a:lnTo>
                        <a:pt x="584846" y="308102"/>
                      </a:lnTo>
                      <a:lnTo>
                        <a:pt x="582113" y="310978"/>
                      </a:lnTo>
                      <a:lnTo>
                        <a:pt x="584846" y="315869"/>
                      </a:lnTo>
                      <a:lnTo>
                        <a:pt x="582113" y="321047"/>
                      </a:lnTo>
                      <a:lnTo>
                        <a:pt x="584846" y="321047"/>
                      </a:lnTo>
                      <a:lnTo>
                        <a:pt x="587291" y="318314"/>
                      </a:lnTo>
                      <a:lnTo>
                        <a:pt x="589737" y="321047"/>
                      </a:lnTo>
                      <a:lnTo>
                        <a:pt x="589737" y="315869"/>
                      </a:lnTo>
                      <a:lnTo>
                        <a:pt x="592326" y="310978"/>
                      </a:lnTo>
                      <a:lnTo>
                        <a:pt x="592326" y="305656"/>
                      </a:lnTo>
                      <a:lnTo>
                        <a:pt x="589737" y="303211"/>
                      </a:lnTo>
                      <a:lnTo>
                        <a:pt x="589737" y="305656"/>
                      </a:lnTo>
                      <a:lnTo>
                        <a:pt x="587291" y="305656"/>
                      </a:lnTo>
                      <a:lnTo>
                        <a:pt x="587291" y="298033"/>
                      </a:lnTo>
                      <a:lnTo>
                        <a:pt x="582113" y="298033"/>
                      </a:lnTo>
                      <a:lnTo>
                        <a:pt x="579524" y="300766"/>
                      </a:lnTo>
                      <a:lnTo>
                        <a:pt x="577079" y="300766"/>
                      </a:lnTo>
                      <a:lnTo>
                        <a:pt x="577079" y="303211"/>
                      </a:lnTo>
                      <a:lnTo>
                        <a:pt x="574634" y="303211"/>
                      </a:lnTo>
                      <a:lnTo>
                        <a:pt x="574634" y="305656"/>
                      </a:lnTo>
                      <a:lnTo>
                        <a:pt x="571901" y="305656"/>
                      </a:lnTo>
                      <a:lnTo>
                        <a:pt x="571901" y="303211"/>
                      </a:lnTo>
                      <a:lnTo>
                        <a:pt x="569311" y="308102"/>
                      </a:lnTo>
                      <a:lnTo>
                        <a:pt x="566866" y="305656"/>
                      </a:lnTo>
                      <a:lnTo>
                        <a:pt x="566866" y="295444"/>
                      </a:lnTo>
                      <a:lnTo>
                        <a:pt x="569311" y="295444"/>
                      </a:lnTo>
                      <a:lnTo>
                        <a:pt x="571901" y="292999"/>
                      </a:lnTo>
                      <a:lnTo>
                        <a:pt x="571901" y="295444"/>
                      </a:lnTo>
                      <a:lnTo>
                        <a:pt x="574634" y="295444"/>
                      </a:lnTo>
                      <a:lnTo>
                        <a:pt x="571901" y="290553"/>
                      </a:lnTo>
                      <a:lnTo>
                        <a:pt x="574634" y="290553"/>
                      </a:lnTo>
                      <a:lnTo>
                        <a:pt x="579524" y="292999"/>
                      </a:lnTo>
                      <a:lnTo>
                        <a:pt x="577079" y="290553"/>
                      </a:lnTo>
                      <a:lnTo>
                        <a:pt x="579524" y="290553"/>
                      </a:lnTo>
                      <a:lnTo>
                        <a:pt x="579524" y="285231"/>
                      </a:lnTo>
                      <a:lnTo>
                        <a:pt x="577079" y="285231"/>
                      </a:lnTo>
                      <a:lnTo>
                        <a:pt x="577079" y="282786"/>
                      </a:lnTo>
                      <a:lnTo>
                        <a:pt x="574634" y="280341"/>
                      </a:lnTo>
                      <a:lnTo>
                        <a:pt x="571901" y="282786"/>
                      </a:lnTo>
                      <a:lnTo>
                        <a:pt x="569311" y="285231"/>
                      </a:lnTo>
                      <a:lnTo>
                        <a:pt x="569311" y="280341"/>
                      </a:lnTo>
                      <a:lnTo>
                        <a:pt x="560969" y="280341"/>
                      </a:lnTo>
                      <a:lnTo>
                        <a:pt x="560969" y="285231"/>
                      </a:lnTo>
                      <a:lnTo>
                        <a:pt x="555935" y="285231"/>
                      </a:lnTo>
                      <a:lnTo>
                        <a:pt x="555935" y="290553"/>
                      </a:lnTo>
                      <a:lnTo>
                        <a:pt x="553490" y="290553"/>
                      </a:lnTo>
                      <a:lnTo>
                        <a:pt x="553490" y="287820"/>
                      </a:lnTo>
                      <a:lnTo>
                        <a:pt x="550757" y="287820"/>
                      </a:lnTo>
                      <a:lnTo>
                        <a:pt x="550757" y="290553"/>
                      </a:lnTo>
                      <a:lnTo>
                        <a:pt x="545722" y="290553"/>
                      </a:lnTo>
                      <a:lnTo>
                        <a:pt x="545722" y="287820"/>
                      </a:lnTo>
                      <a:lnTo>
                        <a:pt x="548167" y="287820"/>
                      </a:lnTo>
                      <a:lnTo>
                        <a:pt x="548167" y="285231"/>
                      </a:lnTo>
                      <a:lnTo>
                        <a:pt x="550757" y="285231"/>
                      </a:lnTo>
                      <a:lnTo>
                        <a:pt x="550757" y="282786"/>
                      </a:lnTo>
                      <a:lnTo>
                        <a:pt x="553490" y="282786"/>
                      </a:lnTo>
                      <a:lnTo>
                        <a:pt x="553490" y="280341"/>
                      </a:lnTo>
                      <a:lnTo>
                        <a:pt x="550757" y="280341"/>
                      </a:lnTo>
                      <a:lnTo>
                        <a:pt x="550757" y="275019"/>
                      </a:lnTo>
                      <a:lnTo>
                        <a:pt x="548167" y="275019"/>
                      </a:lnTo>
                      <a:lnTo>
                        <a:pt x="548167" y="272717"/>
                      </a:lnTo>
                      <a:lnTo>
                        <a:pt x="545722" y="272717"/>
                      </a:lnTo>
                      <a:lnTo>
                        <a:pt x="545722" y="270272"/>
                      </a:lnTo>
                      <a:lnTo>
                        <a:pt x="543277" y="270272"/>
                      </a:lnTo>
                      <a:lnTo>
                        <a:pt x="543277" y="272717"/>
                      </a:lnTo>
                      <a:lnTo>
                        <a:pt x="540544" y="272717"/>
                      </a:lnTo>
                      <a:lnTo>
                        <a:pt x="540544" y="264950"/>
                      </a:lnTo>
                      <a:lnTo>
                        <a:pt x="543277" y="264950"/>
                      </a:lnTo>
                      <a:lnTo>
                        <a:pt x="543277" y="260060"/>
                      </a:lnTo>
                      <a:lnTo>
                        <a:pt x="545722" y="260060"/>
                      </a:lnTo>
                      <a:lnTo>
                        <a:pt x="545722" y="258334"/>
                      </a:lnTo>
                      <a:lnTo>
                        <a:pt x="548167" y="258334"/>
                      </a:lnTo>
                      <a:lnTo>
                        <a:pt x="548167" y="255745"/>
                      </a:lnTo>
                      <a:lnTo>
                        <a:pt x="550757" y="255745"/>
                      </a:lnTo>
                      <a:lnTo>
                        <a:pt x="550757" y="250854"/>
                      </a:lnTo>
                      <a:lnTo>
                        <a:pt x="548167" y="250854"/>
                      </a:lnTo>
                      <a:lnTo>
                        <a:pt x="548167" y="245532"/>
                      </a:lnTo>
                      <a:lnTo>
                        <a:pt x="545722" y="248121"/>
                      </a:lnTo>
                      <a:lnTo>
                        <a:pt x="543277" y="248121"/>
                      </a:lnTo>
                      <a:lnTo>
                        <a:pt x="543277" y="245532"/>
                      </a:lnTo>
                      <a:lnTo>
                        <a:pt x="540544" y="245532"/>
                      </a:lnTo>
                      <a:lnTo>
                        <a:pt x="540544" y="243087"/>
                      </a:lnTo>
                      <a:lnTo>
                        <a:pt x="543277" y="243087"/>
                      </a:lnTo>
                      <a:lnTo>
                        <a:pt x="543277" y="238052"/>
                      </a:lnTo>
                      <a:lnTo>
                        <a:pt x="540544" y="238052"/>
                      </a:lnTo>
                      <a:lnTo>
                        <a:pt x="540544" y="232874"/>
                      </a:lnTo>
                      <a:lnTo>
                        <a:pt x="537955" y="232874"/>
                      </a:lnTo>
                      <a:lnTo>
                        <a:pt x="537955" y="227984"/>
                      </a:lnTo>
                      <a:lnTo>
                        <a:pt x="527742" y="227984"/>
                      </a:lnTo>
                      <a:lnTo>
                        <a:pt x="527742" y="220216"/>
                      </a:lnTo>
                      <a:lnTo>
                        <a:pt x="525297" y="220216"/>
                      </a:lnTo>
                      <a:lnTo>
                        <a:pt x="520119" y="217771"/>
                      </a:lnTo>
                      <a:lnTo>
                        <a:pt x="520119" y="215038"/>
                      </a:lnTo>
                      <a:lnTo>
                        <a:pt x="517818" y="215038"/>
                      </a:lnTo>
                      <a:lnTo>
                        <a:pt x="517818" y="210004"/>
                      </a:lnTo>
                      <a:lnTo>
                        <a:pt x="525585" y="210004"/>
                      </a:lnTo>
                      <a:lnTo>
                        <a:pt x="523140" y="207559"/>
                      </a:lnTo>
                      <a:lnTo>
                        <a:pt x="528030" y="207559"/>
                      </a:lnTo>
                      <a:lnTo>
                        <a:pt x="528030" y="202237"/>
                      </a:lnTo>
                      <a:lnTo>
                        <a:pt x="525585" y="194613"/>
                      </a:lnTo>
                      <a:lnTo>
                        <a:pt x="528030" y="194613"/>
                      </a:lnTo>
                      <a:lnTo>
                        <a:pt x="525585" y="189579"/>
                      </a:lnTo>
                      <a:lnTo>
                        <a:pt x="523140" y="187134"/>
                      </a:lnTo>
                      <a:lnTo>
                        <a:pt x="520407" y="184401"/>
                      </a:lnTo>
                      <a:lnTo>
                        <a:pt x="517818" y="184401"/>
                      </a:lnTo>
                      <a:lnTo>
                        <a:pt x="517818" y="181811"/>
                      </a:lnTo>
                      <a:lnTo>
                        <a:pt x="512927" y="181811"/>
                      </a:lnTo>
                      <a:lnTo>
                        <a:pt x="512927" y="171599"/>
                      </a:lnTo>
                      <a:lnTo>
                        <a:pt x="507749" y="171599"/>
                      </a:lnTo>
                      <a:lnTo>
                        <a:pt x="507749" y="163976"/>
                      </a:lnTo>
                      <a:lnTo>
                        <a:pt x="505160" y="161386"/>
                      </a:lnTo>
                      <a:lnTo>
                        <a:pt x="502715" y="158941"/>
                      </a:lnTo>
                      <a:lnTo>
                        <a:pt x="502715" y="156496"/>
                      </a:lnTo>
                      <a:lnTo>
                        <a:pt x="507749" y="153907"/>
                      </a:lnTo>
                      <a:lnTo>
                        <a:pt x="510482" y="151174"/>
                      </a:lnTo>
                      <a:lnTo>
                        <a:pt x="507749" y="148729"/>
                      </a:lnTo>
                      <a:lnTo>
                        <a:pt x="507749" y="146284"/>
                      </a:lnTo>
                      <a:lnTo>
                        <a:pt x="505160" y="146284"/>
                      </a:lnTo>
                      <a:lnTo>
                        <a:pt x="505160" y="143263"/>
                      </a:lnTo>
                      <a:lnTo>
                        <a:pt x="502715" y="140530"/>
                      </a:lnTo>
                      <a:lnTo>
                        <a:pt x="502715" y="138085"/>
                      </a:lnTo>
                      <a:lnTo>
                        <a:pt x="505160" y="138085"/>
                      </a:lnTo>
                      <a:lnTo>
                        <a:pt x="505160" y="133194"/>
                      </a:lnTo>
                      <a:lnTo>
                        <a:pt x="510482" y="133194"/>
                      </a:lnTo>
                      <a:lnTo>
                        <a:pt x="507749" y="130461"/>
                      </a:lnTo>
                      <a:lnTo>
                        <a:pt x="510482" y="130461"/>
                      </a:lnTo>
                      <a:lnTo>
                        <a:pt x="510482" y="127872"/>
                      </a:lnTo>
                      <a:lnTo>
                        <a:pt x="512927" y="127872"/>
                      </a:lnTo>
                      <a:lnTo>
                        <a:pt x="512927" y="125427"/>
                      </a:lnTo>
                      <a:lnTo>
                        <a:pt x="515372" y="125427"/>
                      </a:lnTo>
                      <a:lnTo>
                        <a:pt x="515372" y="122982"/>
                      </a:lnTo>
                      <a:lnTo>
                        <a:pt x="512927" y="122982"/>
                      </a:lnTo>
                      <a:lnTo>
                        <a:pt x="512927" y="120249"/>
                      </a:lnTo>
                      <a:lnTo>
                        <a:pt x="515372" y="120249"/>
                      </a:lnTo>
                      <a:lnTo>
                        <a:pt x="515372" y="117660"/>
                      </a:lnTo>
                      <a:lnTo>
                        <a:pt x="512927" y="117660"/>
                      </a:lnTo>
                      <a:lnTo>
                        <a:pt x="515372" y="115215"/>
                      </a:lnTo>
                      <a:lnTo>
                        <a:pt x="512927" y="115215"/>
                      </a:lnTo>
                      <a:lnTo>
                        <a:pt x="512927" y="107447"/>
                      </a:lnTo>
                      <a:lnTo>
                        <a:pt x="510482" y="107447"/>
                      </a:lnTo>
                      <a:lnTo>
                        <a:pt x="510482" y="105002"/>
                      </a:lnTo>
                      <a:lnTo>
                        <a:pt x="507749" y="105002"/>
                      </a:lnTo>
                      <a:lnTo>
                        <a:pt x="507749" y="102557"/>
                      </a:lnTo>
                      <a:lnTo>
                        <a:pt x="505160" y="102557"/>
                      </a:lnTo>
                      <a:lnTo>
                        <a:pt x="505160" y="100111"/>
                      </a:lnTo>
                      <a:lnTo>
                        <a:pt x="502715" y="100111"/>
                      </a:lnTo>
                      <a:lnTo>
                        <a:pt x="502715" y="95077"/>
                      </a:lnTo>
                      <a:lnTo>
                        <a:pt x="494947" y="95077"/>
                      </a:lnTo>
                      <a:lnTo>
                        <a:pt x="494947" y="110324"/>
                      </a:lnTo>
                      <a:lnTo>
                        <a:pt x="497536" y="110324"/>
                      </a:lnTo>
                      <a:lnTo>
                        <a:pt x="497536" y="113057"/>
                      </a:lnTo>
                      <a:lnTo>
                        <a:pt x="500269" y="113057"/>
                      </a:lnTo>
                      <a:lnTo>
                        <a:pt x="500269" y="117948"/>
                      </a:lnTo>
                      <a:lnTo>
                        <a:pt x="490057" y="117948"/>
                      </a:lnTo>
                      <a:lnTo>
                        <a:pt x="490057" y="130749"/>
                      </a:lnTo>
                      <a:lnTo>
                        <a:pt x="487324" y="130749"/>
                      </a:lnTo>
                      <a:lnTo>
                        <a:pt x="484735" y="128160"/>
                      </a:lnTo>
                      <a:lnTo>
                        <a:pt x="477112" y="128160"/>
                      </a:lnTo>
                      <a:lnTo>
                        <a:pt x="477112" y="123269"/>
                      </a:lnTo>
                      <a:lnTo>
                        <a:pt x="474666" y="123269"/>
                      </a:lnTo>
                      <a:lnTo>
                        <a:pt x="474666" y="117948"/>
                      </a:lnTo>
                      <a:lnTo>
                        <a:pt x="472221" y="115502"/>
                      </a:lnTo>
                      <a:lnTo>
                        <a:pt x="472221" y="113057"/>
                      </a:lnTo>
                      <a:lnTo>
                        <a:pt x="469776" y="113057"/>
                      </a:lnTo>
                      <a:lnTo>
                        <a:pt x="467043" y="110324"/>
                      </a:lnTo>
                      <a:lnTo>
                        <a:pt x="467043" y="107735"/>
                      </a:lnTo>
                      <a:lnTo>
                        <a:pt x="469776" y="105290"/>
                      </a:lnTo>
                      <a:lnTo>
                        <a:pt x="467043" y="105290"/>
                      </a:lnTo>
                      <a:lnTo>
                        <a:pt x="467043" y="102844"/>
                      </a:lnTo>
                      <a:lnTo>
                        <a:pt x="464454" y="102844"/>
                      </a:lnTo>
                      <a:lnTo>
                        <a:pt x="464454" y="105290"/>
                      </a:lnTo>
                      <a:lnTo>
                        <a:pt x="462008" y="107735"/>
                      </a:lnTo>
                      <a:lnTo>
                        <a:pt x="459563" y="102844"/>
                      </a:lnTo>
                      <a:lnTo>
                        <a:pt x="456830" y="102844"/>
                      </a:lnTo>
                      <a:lnTo>
                        <a:pt x="456830" y="105290"/>
                      </a:lnTo>
                      <a:lnTo>
                        <a:pt x="454241" y="105290"/>
                      </a:lnTo>
                      <a:lnTo>
                        <a:pt x="456830" y="107735"/>
                      </a:lnTo>
                      <a:lnTo>
                        <a:pt x="454241" y="107735"/>
                      </a:lnTo>
                      <a:lnTo>
                        <a:pt x="454241" y="105290"/>
                      </a:lnTo>
                      <a:lnTo>
                        <a:pt x="451796" y="107735"/>
                      </a:lnTo>
                      <a:lnTo>
                        <a:pt x="454241" y="110324"/>
                      </a:lnTo>
                      <a:lnTo>
                        <a:pt x="451796" y="110324"/>
                      </a:lnTo>
                      <a:lnTo>
                        <a:pt x="451796" y="113057"/>
                      </a:lnTo>
                      <a:lnTo>
                        <a:pt x="454241" y="115502"/>
                      </a:lnTo>
                      <a:lnTo>
                        <a:pt x="451796" y="115502"/>
                      </a:lnTo>
                      <a:lnTo>
                        <a:pt x="451796" y="113057"/>
                      </a:lnTo>
                      <a:lnTo>
                        <a:pt x="449350" y="110324"/>
                      </a:lnTo>
                      <a:lnTo>
                        <a:pt x="445898" y="110324"/>
                      </a:lnTo>
                      <a:lnTo>
                        <a:pt x="445898" y="117948"/>
                      </a:lnTo>
                      <a:lnTo>
                        <a:pt x="443309" y="117948"/>
                      </a:lnTo>
                      <a:lnTo>
                        <a:pt x="440864" y="115502"/>
                      </a:lnTo>
                      <a:lnTo>
                        <a:pt x="440864" y="117948"/>
                      </a:lnTo>
                      <a:lnTo>
                        <a:pt x="438419" y="117948"/>
                      </a:lnTo>
                      <a:lnTo>
                        <a:pt x="438419" y="113057"/>
                      </a:lnTo>
                      <a:lnTo>
                        <a:pt x="433097" y="113057"/>
                      </a:lnTo>
                      <a:lnTo>
                        <a:pt x="433097" y="114495"/>
                      </a:lnTo>
                      <a:lnTo>
                        <a:pt x="435974" y="119530"/>
                      </a:lnTo>
                      <a:lnTo>
                        <a:pt x="433097" y="116941"/>
                      </a:lnTo>
                      <a:lnTo>
                        <a:pt x="433097" y="114495"/>
                      </a:lnTo>
                      <a:lnTo>
                        <a:pt x="430652" y="116941"/>
                      </a:lnTo>
                      <a:lnTo>
                        <a:pt x="430652" y="114495"/>
                      </a:lnTo>
                      <a:lnTo>
                        <a:pt x="425761" y="114495"/>
                      </a:lnTo>
                      <a:lnTo>
                        <a:pt x="425761" y="116941"/>
                      </a:lnTo>
                      <a:lnTo>
                        <a:pt x="423028" y="116941"/>
                      </a:lnTo>
                      <a:lnTo>
                        <a:pt x="423028" y="112050"/>
                      </a:lnTo>
                      <a:lnTo>
                        <a:pt x="410226" y="112050"/>
                      </a:lnTo>
                      <a:lnTo>
                        <a:pt x="407781" y="114495"/>
                      </a:lnTo>
                      <a:lnTo>
                        <a:pt x="410226" y="116941"/>
                      </a:lnTo>
                      <a:lnTo>
                        <a:pt x="407781" y="116941"/>
                      </a:lnTo>
                      <a:lnTo>
                        <a:pt x="407781" y="112050"/>
                      </a:lnTo>
                      <a:lnTo>
                        <a:pt x="405336" y="112050"/>
                      </a:lnTo>
                      <a:lnTo>
                        <a:pt x="405336" y="109317"/>
                      </a:lnTo>
                      <a:lnTo>
                        <a:pt x="402603" y="112050"/>
                      </a:lnTo>
                      <a:lnTo>
                        <a:pt x="397569" y="112050"/>
                      </a:lnTo>
                      <a:lnTo>
                        <a:pt x="397569" y="116941"/>
                      </a:lnTo>
                      <a:lnTo>
                        <a:pt x="395124" y="116941"/>
                      </a:lnTo>
                      <a:lnTo>
                        <a:pt x="395124" y="112050"/>
                      </a:lnTo>
                      <a:lnTo>
                        <a:pt x="392391" y="112050"/>
                      </a:lnTo>
                      <a:lnTo>
                        <a:pt x="392391" y="106728"/>
                      </a:lnTo>
                      <a:lnTo>
                        <a:pt x="389802" y="106728"/>
                      </a:lnTo>
                      <a:lnTo>
                        <a:pt x="387356" y="109317"/>
                      </a:lnTo>
                      <a:lnTo>
                        <a:pt x="387356" y="112050"/>
                      </a:lnTo>
                      <a:lnTo>
                        <a:pt x="389802" y="114495"/>
                      </a:lnTo>
                      <a:lnTo>
                        <a:pt x="387356" y="116941"/>
                      </a:lnTo>
                      <a:lnTo>
                        <a:pt x="384911" y="116941"/>
                      </a:lnTo>
                      <a:lnTo>
                        <a:pt x="384911" y="114495"/>
                      </a:lnTo>
                      <a:lnTo>
                        <a:pt x="388363" y="114495"/>
                      </a:lnTo>
                      <a:lnTo>
                        <a:pt x="388363" y="112050"/>
                      </a:lnTo>
                      <a:lnTo>
                        <a:pt x="385918" y="109317"/>
                      </a:lnTo>
                      <a:lnTo>
                        <a:pt x="383185" y="112050"/>
                      </a:lnTo>
                      <a:lnTo>
                        <a:pt x="383185" y="104283"/>
                      </a:lnTo>
                      <a:lnTo>
                        <a:pt x="372972" y="104283"/>
                      </a:lnTo>
                      <a:lnTo>
                        <a:pt x="375705" y="101837"/>
                      </a:lnTo>
                      <a:lnTo>
                        <a:pt x="372972" y="101837"/>
                      </a:lnTo>
                      <a:lnTo>
                        <a:pt x="372972" y="100111"/>
                      </a:lnTo>
                      <a:lnTo>
                        <a:pt x="375705" y="100111"/>
                      </a:lnTo>
                      <a:lnTo>
                        <a:pt x="375705" y="97523"/>
                      </a:lnTo>
                      <a:lnTo>
                        <a:pt x="372972" y="97523"/>
                      </a:lnTo>
                      <a:lnTo>
                        <a:pt x="367938" y="100111"/>
                      </a:lnTo>
                      <a:lnTo>
                        <a:pt x="367938" y="97523"/>
                      </a:lnTo>
                      <a:lnTo>
                        <a:pt x="365493" y="97523"/>
                      </a:lnTo>
                      <a:lnTo>
                        <a:pt x="370383" y="95077"/>
                      </a:lnTo>
                      <a:lnTo>
                        <a:pt x="372972" y="95077"/>
                      </a:lnTo>
                      <a:lnTo>
                        <a:pt x="375705" y="92632"/>
                      </a:lnTo>
                      <a:lnTo>
                        <a:pt x="378151" y="89899"/>
                      </a:lnTo>
                      <a:lnTo>
                        <a:pt x="375705" y="89899"/>
                      </a:lnTo>
                      <a:lnTo>
                        <a:pt x="370383" y="92632"/>
                      </a:lnTo>
                      <a:lnTo>
                        <a:pt x="370383" y="89899"/>
                      </a:lnTo>
                      <a:lnTo>
                        <a:pt x="367938" y="92632"/>
                      </a:lnTo>
                      <a:lnTo>
                        <a:pt x="367938" y="89899"/>
                      </a:lnTo>
                      <a:lnTo>
                        <a:pt x="365493" y="89899"/>
                      </a:lnTo>
                      <a:lnTo>
                        <a:pt x="365493" y="87310"/>
                      </a:lnTo>
                      <a:lnTo>
                        <a:pt x="367938" y="87310"/>
                      </a:lnTo>
                      <a:lnTo>
                        <a:pt x="367938" y="84865"/>
                      </a:lnTo>
                      <a:lnTo>
                        <a:pt x="365493" y="84865"/>
                      </a:lnTo>
                      <a:lnTo>
                        <a:pt x="362904" y="82419"/>
                      </a:lnTo>
                      <a:lnTo>
                        <a:pt x="365493" y="82419"/>
                      </a:lnTo>
                      <a:lnTo>
                        <a:pt x="365493" y="79686"/>
                      </a:lnTo>
                      <a:lnTo>
                        <a:pt x="362904" y="79686"/>
                      </a:lnTo>
                      <a:lnTo>
                        <a:pt x="362904" y="77097"/>
                      </a:lnTo>
                      <a:lnTo>
                        <a:pt x="367938" y="77097"/>
                      </a:lnTo>
                      <a:lnTo>
                        <a:pt x="367938" y="74652"/>
                      </a:lnTo>
                      <a:lnTo>
                        <a:pt x="372972" y="74652"/>
                      </a:lnTo>
                      <a:lnTo>
                        <a:pt x="372972" y="71344"/>
                      </a:lnTo>
                      <a:lnTo>
                        <a:pt x="375705" y="71344"/>
                      </a:lnTo>
                      <a:lnTo>
                        <a:pt x="375705" y="68755"/>
                      </a:lnTo>
                      <a:lnTo>
                        <a:pt x="372972" y="66022"/>
                      </a:lnTo>
                      <a:lnTo>
                        <a:pt x="367938" y="61131"/>
                      </a:lnTo>
                      <a:lnTo>
                        <a:pt x="362904" y="63577"/>
                      </a:lnTo>
                      <a:lnTo>
                        <a:pt x="362904" y="61131"/>
                      </a:lnTo>
                      <a:lnTo>
                        <a:pt x="359596" y="61131"/>
                      </a:lnTo>
                      <a:lnTo>
                        <a:pt x="357150" y="63577"/>
                      </a:lnTo>
                      <a:lnTo>
                        <a:pt x="357150" y="61131"/>
                      </a:lnTo>
                      <a:lnTo>
                        <a:pt x="344493" y="61131"/>
                      </a:lnTo>
                      <a:lnTo>
                        <a:pt x="342047" y="58542"/>
                      </a:lnTo>
                      <a:lnTo>
                        <a:pt x="336725" y="58542"/>
                      </a:lnTo>
                      <a:lnTo>
                        <a:pt x="334280" y="61131"/>
                      </a:lnTo>
                      <a:lnTo>
                        <a:pt x="331835" y="58542"/>
                      </a:lnTo>
                      <a:lnTo>
                        <a:pt x="334280" y="58542"/>
                      </a:lnTo>
                      <a:lnTo>
                        <a:pt x="331835" y="55809"/>
                      </a:lnTo>
                      <a:lnTo>
                        <a:pt x="329102" y="58542"/>
                      </a:lnTo>
                      <a:lnTo>
                        <a:pt x="329102" y="55809"/>
                      </a:lnTo>
                      <a:lnTo>
                        <a:pt x="334280" y="53364"/>
                      </a:lnTo>
                      <a:lnTo>
                        <a:pt x="336725" y="53364"/>
                      </a:lnTo>
                      <a:lnTo>
                        <a:pt x="331835" y="50919"/>
                      </a:lnTo>
                      <a:lnTo>
                        <a:pt x="331835" y="48474"/>
                      </a:lnTo>
                      <a:lnTo>
                        <a:pt x="329102" y="48474"/>
                      </a:lnTo>
                      <a:lnTo>
                        <a:pt x="324067" y="45597"/>
                      </a:lnTo>
                      <a:lnTo>
                        <a:pt x="324067" y="48474"/>
                      </a:lnTo>
                      <a:lnTo>
                        <a:pt x="321622" y="45597"/>
                      </a:lnTo>
                      <a:lnTo>
                        <a:pt x="321622" y="48474"/>
                      </a:lnTo>
                      <a:lnTo>
                        <a:pt x="318890" y="45597"/>
                      </a:lnTo>
                      <a:lnTo>
                        <a:pt x="316300" y="48474"/>
                      </a:lnTo>
                      <a:lnTo>
                        <a:pt x="313855" y="45597"/>
                      </a:lnTo>
                      <a:lnTo>
                        <a:pt x="308677" y="45597"/>
                      </a:lnTo>
                      <a:lnTo>
                        <a:pt x="308677" y="43151"/>
                      </a:lnTo>
                      <a:lnTo>
                        <a:pt x="306088" y="45597"/>
                      </a:lnTo>
                      <a:lnTo>
                        <a:pt x="306088" y="48474"/>
                      </a:lnTo>
                      <a:lnTo>
                        <a:pt x="303642" y="45597"/>
                      </a:lnTo>
                      <a:lnTo>
                        <a:pt x="301197" y="43151"/>
                      </a:lnTo>
                      <a:lnTo>
                        <a:pt x="303642" y="43151"/>
                      </a:lnTo>
                      <a:lnTo>
                        <a:pt x="306088" y="40706"/>
                      </a:lnTo>
                      <a:lnTo>
                        <a:pt x="303642" y="38261"/>
                      </a:lnTo>
                      <a:lnTo>
                        <a:pt x="303642" y="32939"/>
                      </a:lnTo>
                      <a:lnTo>
                        <a:pt x="301197" y="32939"/>
                      </a:lnTo>
                      <a:lnTo>
                        <a:pt x="301197" y="25316"/>
                      </a:lnTo>
                      <a:lnTo>
                        <a:pt x="298464" y="25316"/>
                      </a:lnTo>
                      <a:lnTo>
                        <a:pt x="293430" y="22726"/>
                      </a:lnTo>
                      <a:lnTo>
                        <a:pt x="290985" y="25316"/>
                      </a:lnTo>
                      <a:lnTo>
                        <a:pt x="290985" y="28192"/>
                      </a:lnTo>
                      <a:lnTo>
                        <a:pt x="287676" y="28192"/>
                      </a:lnTo>
                      <a:lnTo>
                        <a:pt x="284943" y="30638"/>
                      </a:lnTo>
                      <a:lnTo>
                        <a:pt x="282498" y="30638"/>
                      </a:lnTo>
                      <a:lnTo>
                        <a:pt x="282498" y="28192"/>
                      </a:lnTo>
                      <a:lnTo>
                        <a:pt x="284943" y="28192"/>
                      </a:lnTo>
                      <a:lnTo>
                        <a:pt x="282498" y="25459"/>
                      </a:lnTo>
                      <a:lnTo>
                        <a:pt x="280053" y="25459"/>
                      </a:lnTo>
                      <a:lnTo>
                        <a:pt x="277464" y="22870"/>
                      </a:lnTo>
                      <a:lnTo>
                        <a:pt x="274731" y="25459"/>
                      </a:lnTo>
                      <a:lnTo>
                        <a:pt x="272286" y="22870"/>
                      </a:lnTo>
                      <a:lnTo>
                        <a:pt x="269841" y="20425"/>
                      </a:lnTo>
                      <a:lnTo>
                        <a:pt x="267395" y="20425"/>
                      </a:lnTo>
                      <a:lnTo>
                        <a:pt x="264519" y="17980"/>
                      </a:lnTo>
                      <a:lnTo>
                        <a:pt x="264519" y="12658"/>
                      </a:lnTo>
                      <a:lnTo>
                        <a:pt x="262073" y="12658"/>
                      </a:lnTo>
                      <a:lnTo>
                        <a:pt x="259628" y="10213"/>
                      </a:lnTo>
                      <a:lnTo>
                        <a:pt x="254450" y="7767"/>
                      </a:lnTo>
                      <a:lnTo>
                        <a:pt x="251861" y="7767"/>
                      </a:lnTo>
                      <a:lnTo>
                        <a:pt x="249415" y="10213"/>
                      </a:lnTo>
                      <a:lnTo>
                        <a:pt x="249415" y="7767"/>
                      </a:lnTo>
                      <a:lnTo>
                        <a:pt x="241648" y="7767"/>
                      </a:lnTo>
                      <a:lnTo>
                        <a:pt x="239203" y="5034"/>
                      </a:lnTo>
                      <a:lnTo>
                        <a:pt x="231436" y="0"/>
                      </a:lnTo>
                      <a:lnTo>
                        <a:pt x="223812" y="2445"/>
                      </a:lnTo>
                      <a:lnTo>
                        <a:pt x="223812" y="5034"/>
                      </a:lnTo>
                      <a:lnTo>
                        <a:pt x="221223" y="10213"/>
                      </a:lnTo>
                      <a:lnTo>
                        <a:pt x="218778" y="15247"/>
                      </a:lnTo>
                      <a:lnTo>
                        <a:pt x="211011" y="22870"/>
                      </a:lnTo>
                      <a:lnTo>
                        <a:pt x="208565" y="22870"/>
                      </a:lnTo>
                      <a:lnTo>
                        <a:pt x="208565" y="25459"/>
                      </a:lnTo>
                      <a:lnTo>
                        <a:pt x="206120" y="28192"/>
                      </a:lnTo>
                      <a:lnTo>
                        <a:pt x="206120" y="30638"/>
                      </a:lnTo>
                      <a:lnTo>
                        <a:pt x="203531" y="30638"/>
                      </a:lnTo>
                      <a:lnTo>
                        <a:pt x="203531" y="33083"/>
                      </a:lnTo>
                      <a:lnTo>
                        <a:pt x="201373" y="33083"/>
                      </a:lnTo>
                      <a:lnTo>
                        <a:pt x="201373" y="35672"/>
                      </a:lnTo>
                      <a:lnTo>
                        <a:pt x="196483" y="35672"/>
                      </a:lnTo>
                      <a:lnTo>
                        <a:pt x="193894" y="38405"/>
                      </a:lnTo>
                      <a:lnTo>
                        <a:pt x="186990" y="38405"/>
                      </a:lnTo>
                      <a:lnTo>
                        <a:pt x="186990" y="45741"/>
                      </a:lnTo>
                      <a:lnTo>
                        <a:pt x="189435" y="45741"/>
                      </a:lnTo>
                      <a:lnTo>
                        <a:pt x="189435" y="48617"/>
                      </a:lnTo>
                      <a:lnTo>
                        <a:pt x="194613" y="51063"/>
                      </a:lnTo>
                      <a:lnTo>
                        <a:pt x="199648" y="51063"/>
                      </a:lnTo>
                      <a:lnTo>
                        <a:pt x="199648" y="53508"/>
                      </a:lnTo>
                      <a:lnTo>
                        <a:pt x="197202" y="51063"/>
                      </a:lnTo>
                      <a:lnTo>
                        <a:pt x="194613" y="53508"/>
                      </a:lnTo>
                      <a:lnTo>
                        <a:pt x="189435" y="51063"/>
                      </a:lnTo>
                      <a:lnTo>
                        <a:pt x="189435" y="53508"/>
                      </a:lnTo>
                      <a:lnTo>
                        <a:pt x="186990" y="53508"/>
                      </a:lnTo>
                      <a:lnTo>
                        <a:pt x="184544" y="48617"/>
                      </a:lnTo>
                      <a:lnTo>
                        <a:pt x="181668" y="45741"/>
                      </a:lnTo>
                      <a:lnTo>
                        <a:pt x="179223" y="45741"/>
                      </a:lnTo>
                      <a:lnTo>
                        <a:pt x="179223" y="43295"/>
                      </a:lnTo>
                      <a:lnTo>
                        <a:pt x="176777" y="43295"/>
                      </a:lnTo>
                      <a:lnTo>
                        <a:pt x="171599" y="40850"/>
                      </a:lnTo>
                      <a:lnTo>
                        <a:pt x="166565" y="40850"/>
                      </a:lnTo>
                      <a:lnTo>
                        <a:pt x="166565" y="48617"/>
                      </a:lnTo>
                      <a:lnTo>
                        <a:pt x="164119" y="48617"/>
                      </a:lnTo>
                      <a:lnTo>
                        <a:pt x="164119" y="40850"/>
                      </a:lnTo>
                      <a:lnTo>
                        <a:pt x="151174" y="40850"/>
                      </a:lnTo>
                      <a:lnTo>
                        <a:pt x="148585" y="43295"/>
                      </a:lnTo>
                      <a:lnTo>
                        <a:pt x="148585" y="45741"/>
                      </a:lnTo>
                      <a:lnTo>
                        <a:pt x="146140" y="45741"/>
                      </a:lnTo>
                      <a:lnTo>
                        <a:pt x="146140" y="43295"/>
                      </a:lnTo>
                      <a:lnTo>
                        <a:pt x="143694" y="43295"/>
                      </a:lnTo>
                      <a:lnTo>
                        <a:pt x="143694" y="48617"/>
                      </a:lnTo>
                      <a:lnTo>
                        <a:pt x="138372" y="48617"/>
                      </a:lnTo>
                      <a:lnTo>
                        <a:pt x="138372" y="45741"/>
                      </a:lnTo>
                      <a:lnTo>
                        <a:pt x="123988" y="45741"/>
                      </a:lnTo>
                      <a:lnTo>
                        <a:pt x="118667" y="43295"/>
                      </a:lnTo>
                      <a:lnTo>
                        <a:pt x="116221" y="45741"/>
                      </a:lnTo>
                      <a:lnTo>
                        <a:pt x="113776" y="48617"/>
                      </a:lnTo>
                      <a:lnTo>
                        <a:pt x="113776" y="45741"/>
                      </a:lnTo>
                      <a:lnTo>
                        <a:pt x="108454" y="45741"/>
                      </a:lnTo>
                      <a:lnTo>
                        <a:pt x="108454" y="43295"/>
                      </a:lnTo>
                      <a:lnTo>
                        <a:pt x="103563" y="43295"/>
                      </a:lnTo>
                      <a:lnTo>
                        <a:pt x="101118" y="40850"/>
                      </a:lnTo>
                      <a:lnTo>
                        <a:pt x="85584" y="40850"/>
                      </a:lnTo>
                      <a:lnTo>
                        <a:pt x="83138" y="38405"/>
                      </a:lnTo>
                      <a:lnTo>
                        <a:pt x="83138" y="40850"/>
                      </a:lnTo>
                      <a:lnTo>
                        <a:pt x="77960" y="40850"/>
                      </a:lnTo>
                      <a:lnTo>
                        <a:pt x="77960" y="38405"/>
                      </a:lnTo>
                      <a:lnTo>
                        <a:pt x="75371" y="35672"/>
                      </a:lnTo>
                      <a:lnTo>
                        <a:pt x="75371" y="38405"/>
                      </a:lnTo>
                      <a:lnTo>
                        <a:pt x="72926" y="35672"/>
                      </a:lnTo>
                      <a:lnTo>
                        <a:pt x="70481" y="35672"/>
                      </a:lnTo>
                      <a:lnTo>
                        <a:pt x="70481" y="33083"/>
                      </a:lnTo>
                      <a:lnTo>
                        <a:pt x="67892" y="33083"/>
                      </a:lnTo>
                      <a:lnTo>
                        <a:pt x="65159" y="35672"/>
                      </a:lnTo>
                      <a:lnTo>
                        <a:pt x="65159" y="38405"/>
                      </a:lnTo>
                      <a:lnTo>
                        <a:pt x="62713" y="35672"/>
                      </a:lnTo>
                      <a:lnTo>
                        <a:pt x="54946" y="35672"/>
                      </a:lnTo>
                      <a:lnTo>
                        <a:pt x="54946" y="38405"/>
                      </a:lnTo>
                      <a:lnTo>
                        <a:pt x="52501" y="38405"/>
                      </a:lnTo>
                      <a:lnTo>
                        <a:pt x="52501" y="35672"/>
                      </a:lnTo>
                      <a:lnTo>
                        <a:pt x="50056" y="38405"/>
                      </a:lnTo>
                      <a:lnTo>
                        <a:pt x="47467" y="38405"/>
                      </a:lnTo>
                      <a:lnTo>
                        <a:pt x="42288" y="35672"/>
                      </a:lnTo>
                      <a:lnTo>
                        <a:pt x="39843" y="38405"/>
                      </a:lnTo>
                      <a:lnTo>
                        <a:pt x="37254" y="38405"/>
                      </a:lnTo>
                      <a:lnTo>
                        <a:pt x="37254" y="40850"/>
                      </a:lnTo>
                      <a:lnTo>
                        <a:pt x="34521" y="35672"/>
                      </a:lnTo>
                      <a:lnTo>
                        <a:pt x="28768" y="35672"/>
                      </a:lnTo>
                      <a:lnTo>
                        <a:pt x="28768" y="38405"/>
                      </a:lnTo>
                      <a:lnTo>
                        <a:pt x="26179" y="43295"/>
                      </a:lnTo>
                      <a:lnTo>
                        <a:pt x="23446" y="43295"/>
                      </a:lnTo>
                      <a:lnTo>
                        <a:pt x="23446" y="45741"/>
                      </a:lnTo>
                      <a:lnTo>
                        <a:pt x="21000" y="48617"/>
                      </a:lnTo>
                      <a:lnTo>
                        <a:pt x="21000" y="51063"/>
                      </a:lnTo>
                      <a:lnTo>
                        <a:pt x="18555" y="53508"/>
                      </a:lnTo>
                      <a:lnTo>
                        <a:pt x="18555" y="55953"/>
                      </a:lnTo>
                      <a:lnTo>
                        <a:pt x="16110" y="55953"/>
                      </a:lnTo>
                      <a:lnTo>
                        <a:pt x="13233" y="58686"/>
                      </a:lnTo>
                      <a:lnTo>
                        <a:pt x="10788" y="58686"/>
                      </a:lnTo>
                      <a:lnTo>
                        <a:pt x="13233" y="61275"/>
                      </a:lnTo>
                      <a:lnTo>
                        <a:pt x="10788" y="63720"/>
                      </a:lnTo>
                      <a:lnTo>
                        <a:pt x="8343" y="63720"/>
                      </a:lnTo>
                      <a:lnTo>
                        <a:pt x="8343" y="66166"/>
                      </a:lnTo>
                      <a:lnTo>
                        <a:pt x="3164" y="66166"/>
                      </a:lnTo>
                      <a:lnTo>
                        <a:pt x="3164" y="73933"/>
                      </a:lnTo>
                      <a:lnTo>
                        <a:pt x="0" y="73933"/>
                      </a:lnTo>
                      <a:lnTo>
                        <a:pt x="0" y="78967"/>
                      </a:lnTo>
                      <a:lnTo>
                        <a:pt x="2589" y="78967"/>
                      </a:lnTo>
                      <a:lnTo>
                        <a:pt x="2589" y="91913"/>
                      </a:lnTo>
                      <a:lnTo>
                        <a:pt x="5322" y="96803"/>
                      </a:lnTo>
                      <a:lnTo>
                        <a:pt x="7767" y="104570"/>
                      </a:lnTo>
                      <a:lnTo>
                        <a:pt x="7767" y="109605"/>
                      </a:lnTo>
                      <a:lnTo>
                        <a:pt x="10213" y="112338"/>
                      </a:lnTo>
                      <a:lnTo>
                        <a:pt x="12658" y="117228"/>
                      </a:lnTo>
                      <a:lnTo>
                        <a:pt x="15535" y="119817"/>
                      </a:lnTo>
                      <a:lnTo>
                        <a:pt x="15535" y="122550"/>
                      </a:lnTo>
                      <a:lnTo>
                        <a:pt x="17980" y="130030"/>
                      </a:lnTo>
                      <a:lnTo>
                        <a:pt x="20425" y="137653"/>
                      </a:lnTo>
                      <a:lnTo>
                        <a:pt x="22870" y="140098"/>
                      </a:lnTo>
                      <a:lnTo>
                        <a:pt x="22870" y="143263"/>
                      </a:lnTo>
                      <a:lnTo>
                        <a:pt x="33083" y="143263"/>
                      </a:lnTo>
                      <a:lnTo>
                        <a:pt x="35816" y="140530"/>
                      </a:lnTo>
                      <a:lnTo>
                        <a:pt x="35816" y="145852"/>
                      </a:lnTo>
                      <a:lnTo>
                        <a:pt x="38405" y="148297"/>
                      </a:lnTo>
                      <a:lnTo>
                        <a:pt x="40850" y="148297"/>
                      </a:lnTo>
                      <a:lnTo>
                        <a:pt x="40850" y="150743"/>
                      </a:lnTo>
                      <a:lnTo>
                        <a:pt x="46028" y="150743"/>
                      </a:lnTo>
                      <a:lnTo>
                        <a:pt x="48617" y="148297"/>
                      </a:lnTo>
                      <a:lnTo>
                        <a:pt x="48617" y="150743"/>
                      </a:lnTo>
                      <a:lnTo>
                        <a:pt x="46028" y="153476"/>
                      </a:lnTo>
                      <a:lnTo>
                        <a:pt x="53508" y="153476"/>
                      </a:lnTo>
                      <a:lnTo>
                        <a:pt x="56241" y="156065"/>
                      </a:lnTo>
                      <a:lnTo>
                        <a:pt x="46028" y="156065"/>
                      </a:lnTo>
                      <a:lnTo>
                        <a:pt x="46028" y="157647"/>
                      </a:lnTo>
                      <a:lnTo>
                        <a:pt x="43295" y="155202"/>
                      </a:lnTo>
                      <a:lnTo>
                        <a:pt x="43295" y="157647"/>
                      </a:lnTo>
                      <a:lnTo>
                        <a:pt x="46028" y="160092"/>
                      </a:lnTo>
                      <a:lnTo>
                        <a:pt x="51063" y="160092"/>
                      </a:lnTo>
                      <a:lnTo>
                        <a:pt x="53508" y="162681"/>
                      </a:lnTo>
                      <a:lnTo>
                        <a:pt x="51063" y="162681"/>
                      </a:lnTo>
                      <a:lnTo>
                        <a:pt x="51063" y="165414"/>
                      </a:lnTo>
                      <a:lnTo>
                        <a:pt x="46028" y="165414"/>
                      </a:lnTo>
                      <a:lnTo>
                        <a:pt x="46028" y="170305"/>
                      </a:lnTo>
                      <a:lnTo>
                        <a:pt x="43295" y="167859"/>
                      </a:lnTo>
                      <a:lnTo>
                        <a:pt x="40850" y="167859"/>
                      </a:lnTo>
                      <a:lnTo>
                        <a:pt x="40850" y="170305"/>
                      </a:lnTo>
                      <a:lnTo>
                        <a:pt x="43295" y="172894"/>
                      </a:lnTo>
                      <a:lnTo>
                        <a:pt x="46028" y="178072"/>
                      </a:lnTo>
                      <a:lnTo>
                        <a:pt x="46028" y="186414"/>
                      </a:lnTo>
                      <a:lnTo>
                        <a:pt x="48617" y="188860"/>
                      </a:lnTo>
                      <a:lnTo>
                        <a:pt x="48617" y="193894"/>
                      </a:lnTo>
                      <a:lnTo>
                        <a:pt x="51063" y="196627"/>
                      </a:lnTo>
                      <a:lnTo>
                        <a:pt x="48617" y="199072"/>
                      </a:lnTo>
                      <a:lnTo>
                        <a:pt x="48617" y="201517"/>
                      </a:lnTo>
                      <a:lnTo>
                        <a:pt x="46028" y="204106"/>
                      </a:lnTo>
                      <a:lnTo>
                        <a:pt x="48617" y="206839"/>
                      </a:lnTo>
                      <a:lnTo>
                        <a:pt x="48617" y="214319"/>
                      </a:lnTo>
                      <a:lnTo>
                        <a:pt x="46028" y="217052"/>
                      </a:lnTo>
                      <a:lnTo>
                        <a:pt x="43295" y="219497"/>
                      </a:lnTo>
                      <a:lnTo>
                        <a:pt x="43295" y="221942"/>
                      </a:lnTo>
                      <a:lnTo>
                        <a:pt x="40850" y="224388"/>
                      </a:lnTo>
                      <a:lnTo>
                        <a:pt x="40850" y="229566"/>
                      </a:lnTo>
                      <a:lnTo>
                        <a:pt x="38405" y="229566"/>
                      </a:lnTo>
                      <a:lnTo>
                        <a:pt x="38405" y="232011"/>
                      </a:lnTo>
                      <a:lnTo>
                        <a:pt x="35816" y="234456"/>
                      </a:lnTo>
                      <a:lnTo>
                        <a:pt x="35816" y="237189"/>
                      </a:lnTo>
                      <a:lnTo>
                        <a:pt x="33083" y="239778"/>
                      </a:lnTo>
                      <a:lnTo>
                        <a:pt x="35816" y="239778"/>
                      </a:lnTo>
                      <a:lnTo>
                        <a:pt x="33083" y="244669"/>
                      </a:lnTo>
                      <a:lnTo>
                        <a:pt x="35816" y="244669"/>
                      </a:lnTo>
                      <a:lnTo>
                        <a:pt x="35816" y="247258"/>
                      </a:lnTo>
                      <a:lnTo>
                        <a:pt x="38405" y="244669"/>
                      </a:lnTo>
                      <a:lnTo>
                        <a:pt x="40850" y="242224"/>
                      </a:lnTo>
                      <a:lnTo>
                        <a:pt x="40850" y="244669"/>
                      </a:lnTo>
                      <a:lnTo>
                        <a:pt x="51063" y="244669"/>
                      </a:lnTo>
                      <a:lnTo>
                        <a:pt x="53508" y="242224"/>
                      </a:lnTo>
                      <a:lnTo>
                        <a:pt x="53508" y="244669"/>
                      </a:lnTo>
                      <a:lnTo>
                        <a:pt x="56241" y="244669"/>
                      </a:lnTo>
                      <a:lnTo>
                        <a:pt x="58830" y="242224"/>
                      </a:lnTo>
                      <a:lnTo>
                        <a:pt x="61275" y="242224"/>
                      </a:lnTo>
                      <a:lnTo>
                        <a:pt x="69042" y="234456"/>
                      </a:lnTo>
                      <a:lnTo>
                        <a:pt x="71919" y="234456"/>
                      </a:lnTo>
                      <a:lnTo>
                        <a:pt x="69474" y="237189"/>
                      </a:lnTo>
                      <a:lnTo>
                        <a:pt x="64152" y="242224"/>
                      </a:lnTo>
                      <a:lnTo>
                        <a:pt x="59261" y="244669"/>
                      </a:lnTo>
                      <a:lnTo>
                        <a:pt x="61706" y="244669"/>
                      </a:lnTo>
                      <a:lnTo>
                        <a:pt x="61706" y="247258"/>
                      </a:lnTo>
                      <a:lnTo>
                        <a:pt x="64152" y="244669"/>
                      </a:lnTo>
                      <a:lnTo>
                        <a:pt x="66885" y="244669"/>
                      </a:lnTo>
                      <a:lnTo>
                        <a:pt x="66885" y="247258"/>
                      </a:lnTo>
                      <a:lnTo>
                        <a:pt x="64152" y="247258"/>
                      </a:lnTo>
                      <a:lnTo>
                        <a:pt x="64152" y="252436"/>
                      </a:lnTo>
                      <a:lnTo>
                        <a:pt x="61706" y="254881"/>
                      </a:lnTo>
                      <a:lnTo>
                        <a:pt x="59261" y="257471"/>
                      </a:lnTo>
                      <a:lnTo>
                        <a:pt x="59261" y="262649"/>
                      </a:lnTo>
                      <a:lnTo>
                        <a:pt x="61706" y="262649"/>
                      </a:lnTo>
                      <a:lnTo>
                        <a:pt x="61706" y="265094"/>
                      </a:lnTo>
                      <a:lnTo>
                        <a:pt x="64152" y="265094"/>
                      </a:lnTo>
                      <a:lnTo>
                        <a:pt x="66885" y="267683"/>
                      </a:lnTo>
                      <a:lnTo>
                        <a:pt x="69474" y="267683"/>
                      </a:lnTo>
                      <a:lnTo>
                        <a:pt x="69474" y="270416"/>
                      </a:lnTo>
                      <a:lnTo>
                        <a:pt x="71919" y="270416"/>
                      </a:lnTo>
                      <a:lnTo>
                        <a:pt x="74364" y="267683"/>
                      </a:lnTo>
                      <a:lnTo>
                        <a:pt x="82132" y="267683"/>
                      </a:lnTo>
                      <a:lnTo>
                        <a:pt x="74364" y="270416"/>
                      </a:lnTo>
                      <a:lnTo>
                        <a:pt x="74364" y="275306"/>
                      </a:lnTo>
                      <a:lnTo>
                        <a:pt x="71919" y="275306"/>
                      </a:lnTo>
                      <a:lnTo>
                        <a:pt x="69474" y="277896"/>
                      </a:lnTo>
                      <a:lnTo>
                        <a:pt x="69474" y="283074"/>
                      </a:lnTo>
                      <a:lnTo>
                        <a:pt x="66885" y="285519"/>
                      </a:lnTo>
                      <a:lnTo>
                        <a:pt x="69474" y="288108"/>
                      </a:lnTo>
                      <a:lnTo>
                        <a:pt x="71919" y="290841"/>
                      </a:lnTo>
                      <a:lnTo>
                        <a:pt x="74364" y="290841"/>
                      </a:lnTo>
                      <a:lnTo>
                        <a:pt x="76954" y="293286"/>
                      </a:lnTo>
                      <a:lnTo>
                        <a:pt x="79686" y="293286"/>
                      </a:lnTo>
                      <a:lnTo>
                        <a:pt x="79686" y="298321"/>
                      </a:lnTo>
                      <a:lnTo>
                        <a:pt x="82132" y="298321"/>
                      </a:lnTo>
                      <a:lnTo>
                        <a:pt x="82132" y="301485"/>
                      </a:lnTo>
                      <a:lnTo>
                        <a:pt x="84577" y="301485"/>
                      </a:lnTo>
                      <a:lnTo>
                        <a:pt x="84577" y="303930"/>
                      </a:lnTo>
                      <a:lnTo>
                        <a:pt x="86303" y="303930"/>
                      </a:lnTo>
                      <a:lnTo>
                        <a:pt x="86303" y="306375"/>
                      </a:lnTo>
                      <a:lnTo>
                        <a:pt x="83714" y="306375"/>
                      </a:lnTo>
                      <a:lnTo>
                        <a:pt x="83714" y="311698"/>
                      </a:lnTo>
                      <a:lnTo>
                        <a:pt x="86303" y="311698"/>
                      </a:lnTo>
                      <a:lnTo>
                        <a:pt x="89036" y="314143"/>
                      </a:lnTo>
                      <a:lnTo>
                        <a:pt x="89036" y="315869"/>
                      </a:lnTo>
                      <a:lnTo>
                        <a:pt x="83714" y="315869"/>
                      </a:lnTo>
                      <a:lnTo>
                        <a:pt x="83714" y="321047"/>
                      </a:lnTo>
                      <a:lnTo>
                        <a:pt x="81269" y="321047"/>
                      </a:lnTo>
                      <a:lnTo>
                        <a:pt x="81269" y="323636"/>
                      </a:lnTo>
                      <a:lnTo>
                        <a:pt x="89036" y="323636"/>
                      </a:lnTo>
                      <a:lnTo>
                        <a:pt x="91481" y="326081"/>
                      </a:lnTo>
                      <a:lnTo>
                        <a:pt x="91481" y="323636"/>
                      </a:lnTo>
                      <a:lnTo>
                        <a:pt x="93926" y="323636"/>
                      </a:lnTo>
                      <a:lnTo>
                        <a:pt x="93926" y="321047"/>
                      </a:lnTo>
                      <a:lnTo>
                        <a:pt x="96372" y="321047"/>
                      </a:lnTo>
                      <a:lnTo>
                        <a:pt x="96372" y="323636"/>
                      </a:lnTo>
                      <a:lnTo>
                        <a:pt x="99248" y="323636"/>
                      </a:lnTo>
                      <a:lnTo>
                        <a:pt x="104139" y="321047"/>
                      </a:lnTo>
                      <a:lnTo>
                        <a:pt x="106584" y="321047"/>
                      </a:lnTo>
                      <a:lnTo>
                        <a:pt x="106584" y="323636"/>
                      </a:lnTo>
                      <a:lnTo>
                        <a:pt x="104139" y="323636"/>
                      </a:lnTo>
                      <a:lnTo>
                        <a:pt x="101694" y="326081"/>
                      </a:lnTo>
                      <a:lnTo>
                        <a:pt x="106584" y="326081"/>
                      </a:lnTo>
                      <a:lnTo>
                        <a:pt x="106584" y="328527"/>
                      </a:lnTo>
                      <a:lnTo>
                        <a:pt x="104139" y="326081"/>
                      </a:lnTo>
                      <a:lnTo>
                        <a:pt x="104139" y="328527"/>
                      </a:lnTo>
                      <a:lnTo>
                        <a:pt x="101694" y="328527"/>
                      </a:lnTo>
                      <a:lnTo>
                        <a:pt x="101694" y="331260"/>
                      </a:lnTo>
                      <a:lnTo>
                        <a:pt x="99248" y="333849"/>
                      </a:lnTo>
                      <a:lnTo>
                        <a:pt x="99248" y="338739"/>
                      </a:lnTo>
                      <a:lnTo>
                        <a:pt x="101694" y="338739"/>
                      </a:lnTo>
                      <a:lnTo>
                        <a:pt x="101694" y="341328"/>
                      </a:lnTo>
                      <a:lnTo>
                        <a:pt x="104139" y="344061"/>
                      </a:lnTo>
                      <a:lnTo>
                        <a:pt x="106584" y="344061"/>
                      </a:lnTo>
                      <a:lnTo>
                        <a:pt x="106584" y="346506"/>
                      </a:lnTo>
                      <a:lnTo>
                        <a:pt x="109317" y="348952"/>
                      </a:lnTo>
                      <a:lnTo>
                        <a:pt x="104139" y="351541"/>
                      </a:lnTo>
                      <a:lnTo>
                        <a:pt x="104139" y="348952"/>
                      </a:lnTo>
                      <a:lnTo>
                        <a:pt x="101694" y="348952"/>
                      </a:lnTo>
                      <a:lnTo>
                        <a:pt x="101694" y="354274"/>
                      </a:lnTo>
                      <a:lnTo>
                        <a:pt x="99248" y="351541"/>
                      </a:lnTo>
                      <a:lnTo>
                        <a:pt x="99248" y="354274"/>
                      </a:lnTo>
                      <a:lnTo>
                        <a:pt x="96372" y="356719"/>
                      </a:lnTo>
                      <a:lnTo>
                        <a:pt x="93926" y="356719"/>
                      </a:lnTo>
                      <a:lnTo>
                        <a:pt x="93926" y="359020"/>
                      </a:lnTo>
                      <a:lnTo>
                        <a:pt x="96372" y="359020"/>
                      </a:lnTo>
                      <a:lnTo>
                        <a:pt x="99248" y="361609"/>
                      </a:lnTo>
                      <a:lnTo>
                        <a:pt x="96372" y="361609"/>
                      </a:lnTo>
                      <a:lnTo>
                        <a:pt x="96372" y="364342"/>
                      </a:lnTo>
                      <a:lnTo>
                        <a:pt x="91481" y="364342"/>
                      </a:lnTo>
                      <a:lnTo>
                        <a:pt x="93926" y="366787"/>
                      </a:lnTo>
                      <a:lnTo>
                        <a:pt x="89036" y="366787"/>
                      </a:lnTo>
                      <a:lnTo>
                        <a:pt x="86303" y="364342"/>
                      </a:lnTo>
                      <a:lnTo>
                        <a:pt x="81269" y="364342"/>
                      </a:lnTo>
                      <a:lnTo>
                        <a:pt x="83714" y="366787"/>
                      </a:lnTo>
                      <a:lnTo>
                        <a:pt x="81269" y="366787"/>
                      </a:lnTo>
                      <a:lnTo>
                        <a:pt x="81269" y="369233"/>
                      </a:lnTo>
                      <a:lnTo>
                        <a:pt x="83714" y="371822"/>
                      </a:lnTo>
                      <a:lnTo>
                        <a:pt x="83714" y="374555"/>
                      </a:lnTo>
                      <a:lnTo>
                        <a:pt x="89036" y="374555"/>
                      </a:lnTo>
                      <a:lnTo>
                        <a:pt x="86303" y="377000"/>
                      </a:lnTo>
                      <a:lnTo>
                        <a:pt x="89036" y="377000"/>
                      </a:lnTo>
                      <a:lnTo>
                        <a:pt x="86303" y="379445"/>
                      </a:lnTo>
                      <a:lnTo>
                        <a:pt x="89036" y="379445"/>
                      </a:lnTo>
                      <a:lnTo>
                        <a:pt x="89036" y="384767"/>
                      </a:lnTo>
                      <a:lnTo>
                        <a:pt x="83714" y="384767"/>
                      </a:lnTo>
                      <a:lnTo>
                        <a:pt x="83714" y="387788"/>
                      </a:lnTo>
                      <a:lnTo>
                        <a:pt x="81269" y="387788"/>
                      </a:lnTo>
                      <a:lnTo>
                        <a:pt x="81269" y="392678"/>
                      </a:lnTo>
                      <a:lnTo>
                        <a:pt x="83714" y="395555"/>
                      </a:lnTo>
                      <a:lnTo>
                        <a:pt x="86303" y="395555"/>
                      </a:lnTo>
                      <a:lnTo>
                        <a:pt x="83714" y="398001"/>
                      </a:lnTo>
                      <a:lnTo>
                        <a:pt x="91481" y="395555"/>
                      </a:lnTo>
                      <a:lnTo>
                        <a:pt x="91481" y="398001"/>
                      </a:lnTo>
                      <a:lnTo>
                        <a:pt x="96372" y="398001"/>
                      </a:lnTo>
                      <a:lnTo>
                        <a:pt x="99248" y="400446"/>
                      </a:lnTo>
                      <a:lnTo>
                        <a:pt x="91481" y="400446"/>
                      </a:lnTo>
                      <a:lnTo>
                        <a:pt x="91481" y="402891"/>
                      </a:lnTo>
                      <a:lnTo>
                        <a:pt x="89036" y="402891"/>
                      </a:lnTo>
                      <a:lnTo>
                        <a:pt x="89036" y="405624"/>
                      </a:lnTo>
                      <a:lnTo>
                        <a:pt x="91481" y="405624"/>
                      </a:lnTo>
                      <a:lnTo>
                        <a:pt x="91481" y="410658"/>
                      </a:lnTo>
                      <a:lnTo>
                        <a:pt x="89036" y="408213"/>
                      </a:lnTo>
                      <a:lnTo>
                        <a:pt x="89036" y="410658"/>
                      </a:lnTo>
                      <a:lnTo>
                        <a:pt x="86303" y="410658"/>
                      </a:lnTo>
                      <a:lnTo>
                        <a:pt x="86303" y="413103"/>
                      </a:lnTo>
                      <a:lnTo>
                        <a:pt x="89036" y="413103"/>
                      </a:lnTo>
                      <a:lnTo>
                        <a:pt x="83714" y="415836"/>
                      </a:lnTo>
                      <a:lnTo>
                        <a:pt x="86303" y="418426"/>
                      </a:lnTo>
                      <a:lnTo>
                        <a:pt x="81269" y="418426"/>
                      </a:lnTo>
                      <a:lnTo>
                        <a:pt x="83714" y="420871"/>
                      </a:lnTo>
                      <a:lnTo>
                        <a:pt x="83714" y="423316"/>
                      </a:lnTo>
                      <a:lnTo>
                        <a:pt x="81269" y="420871"/>
                      </a:lnTo>
                      <a:lnTo>
                        <a:pt x="81269" y="423316"/>
                      </a:lnTo>
                      <a:lnTo>
                        <a:pt x="78823" y="423316"/>
                      </a:lnTo>
                      <a:lnTo>
                        <a:pt x="76090" y="425905"/>
                      </a:lnTo>
                      <a:lnTo>
                        <a:pt x="73501" y="425905"/>
                      </a:lnTo>
                      <a:lnTo>
                        <a:pt x="76090" y="428638"/>
                      </a:lnTo>
                      <a:lnTo>
                        <a:pt x="76090" y="430939"/>
                      </a:lnTo>
                      <a:lnTo>
                        <a:pt x="73501" y="430939"/>
                      </a:lnTo>
                      <a:lnTo>
                        <a:pt x="73501" y="435974"/>
                      </a:lnTo>
                      <a:lnTo>
                        <a:pt x="76090" y="435974"/>
                      </a:lnTo>
                      <a:lnTo>
                        <a:pt x="78823" y="433385"/>
                      </a:lnTo>
                      <a:lnTo>
                        <a:pt x="78823" y="438707"/>
                      </a:lnTo>
                      <a:lnTo>
                        <a:pt x="76090" y="438707"/>
                      </a:lnTo>
                      <a:lnTo>
                        <a:pt x="73501" y="441152"/>
                      </a:lnTo>
                      <a:lnTo>
                        <a:pt x="73501" y="438707"/>
                      </a:lnTo>
                      <a:lnTo>
                        <a:pt x="71056" y="435974"/>
                      </a:lnTo>
                      <a:lnTo>
                        <a:pt x="71056" y="438707"/>
                      </a:lnTo>
                      <a:lnTo>
                        <a:pt x="73501" y="443597"/>
                      </a:lnTo>
                      <a:lnTo>
                        <a:pt x="68611" y="443597"/>
                      </a:lnTo>
                      <a:lnTo>
                        <a:pt x="71056" y="451364"/>
                      </a:lnTo>
                      <a:lnTo>
                        <a:pt x="71056" y="453810"/>
                      </a:lnTo>
                      <a:lnTo>
                        <a:pt x="68611" y="453810"/>
                      </a:lnTo>
                      <a:lnTo>
                        <a:pt x="68611" y="456399"/>
                      </a:lnTo>
                      <a:lnTo>
                        <a:pt x="71056" y="459132"/>
                      </a:lnTo>
                      <a:lnTo>
                        <a:pt x="68611" y="459132"/>
                      </a:lnTo>
                      <a:lnTo>
                        <a:pt x="68611" y="461577"/>
                      </a:lnTo>
                      <a:lnTo>
                        <a:pt x="66022" y="461577"/>
                      </a:lnTo>
                      <a:lnTo>
                        <a:pt x="63289" y="464022"/>
                      </a:lnTo>
                      <a:lnTo>
                        <a:pt x="63289" y="469344"/>
                      </a:lnTo>
                      <a:lnTo>
                        <a:pt x="60844" y="469344"/>
                      </a:lnTo>
                      <a:lnTo>
                        <a:pt x="60844" y="474091"/>
                      </a:lnTo>
                      <a:lnTo>
                        <a:pt x="63289" y="476536"/>
                      </a:lnTo>
                      <a:lnTo>
                        <a:pt x="68611" y="479269"/>
                      </a:lnTo>
                      <a:lnTo>
                        <a:pt x="71056" y="481858"/>
                      </a:lnTo>
                      <a:lnTo>
                        <a:pt x="73501" y="481858"/>
                      </a:lnTo>
                      <a:lnTo>
                        <a:pt x="73501" y="486749"/>
                      </a:lnTo>
                      <a:lnTo>
                        <a:pt x="68611" y="484303"/>
                      </a:lnTo>
                      <a:lnTo>
                        <a:pt x="66022" y="484303"/>
                      </a:lnTo>
                      <a:lnTo>
                        <a:pt x="66022" y="486749"/>
                      </a:lnTo>
                      <a:lnTo>
                        <a:pt x="63289" y="486749"/>
                      </a:lnTo>
                      <a:lnTo>
                        <a:pt x="63289" y="489482"/>
                      </a:lnTo>
                      <a:lnTo>
                        <a:pt x="60844" y="489482"/>
                      </a:lnTo>
                      <a:lnTo>
                        <a:pt x="60844" y="492071"/>
                      </a:lnTo>
                      <a:lnTo>
                        <a:pt x="66022" y="492071"/>
                      </a:lnTo>
                      <a:lnTo>
                        <a:pt x="66022" y="494516"/>
                      </a:lnTo>
                      <a:lnTo>
                        <a:pt x="68611" y="494516"/>
                      </a:lnTo>
                      <a:lnTo>
                        <a:pt x="68611" y="492071"/>
                      </a:lnTo>
                      <a:lnTo>
                        <a:pt x="71919" y="492071"/>
                      </a:lnTo>
                      <a:lnTo>
                        <a:pt x="71919" y="494516"/>
                      </a:lnTo>
                      <a:lnTo>
                        <a:pt x="76954" y="494516"/>
                      </a:lnTo>
                      <a:lnTo>
                        <a:pt x="76954" y="499694"/>
                      </a:lnTo>
                      <a:lnTo>
                        <a:pt x="79686" y="499694"/>
                      </a:lnTo>
                      <a:lnTo>
                        <a:pt x="79686" y="502858"/>
                      </a:lnTo>
                      <a:lnTo>
                        <a:pt x="82132" y="502858"/>
                      </a:lnTo>
                      <a:lnTo>
                        <a:pt x="82132" y="505304"/>
                      </a:lnTo>
                      <a:lnTo>
                        <a:pt x="86303" y="505304"/>
                      </a:lnTo>
                      <a:lnTo>
                        <a:pt x="86303" y="507749"/>
                      </a:lnTo>
                      <a:lnTo>
                        <a:pt x="91481" y="507749"/>
                      </a:lnTo>
                      <a:lnTo>
                        <a:pt x="91481" y="510338"/>
                      </a:lnTo>
                      <a:lnTo>
                        <a:pt x="96372" y="510338"/>
                      </a:lnTo>
                      <a:lnTo>
                        <a:pt x="96372" y="513071"/>
                      </a:lnTo>
                      <a:lnTo>
                        <a:pt x="99248" y="513071"/>
                      </a:lnTo>
                      <a:lnTo>
                        <a:pt x="99248" y="517242"/>
                      </a:lnTo>
                      <a:lnTo>
                        <a:pt x="104139" y="517242"/>
                      </a:lnTo>
                      <a:lnTo>
                        <a:pt x="104139" y="519831"/>
                      </a:lnTo>
                      <a:lnTo>
                        <a:pt x="115071" y="519831"/>
                      </a:lnTo>
                      <a:lnTo>
                        <a:pt x="115071" y="522564"/>
                      </a:lnTo>
                      <a:lnTo>
                        <a:pt x="125283" y="522564"/>
                      </a:lnTo>
                      <a:lnTo>
                        <a:pt x="125283" y="525009"/>
                      </a:lnTo>
                      <a:lnTo>
                        <a:pt x="130461" y="525009"/>
                      </a:lnTo>
                      <a:lnTo>
                        <a:pt x="130461" y="527455"/>
                      </a:lnTo>
                      <a:lnTo>
                        <a:pt x="135496" y="527455"/>
                      </a:lnTo>
                      <a:lnTo>
                        <a:pt x="135496" y="530044"/>
                      </a:lnTo>
                      <a:lnTo>
                        <a:pt x="137941" y="532777"/>
                      </a:lnTo>
                      <a:lnTo>
                        <a:pt x="135496" y="532777"/>
                      </a:lnTo>
                      <a:lnTo>
                        <a:pt x="135496" y="535222"/>
                      </a:lnTo>
                      <a:lnTo>
                        <a:pt x="143263" y="535222"/>
                      </a:lnTo>
                      <a:lnTo>
                        <a:pt x="143263" y="537667"/>
                      </a:lnTo>
                      <a:lnTo>
                        <a:pt x="145708" y="537667"/>
                      </a:lnTo>
                      <a:lnTo>
                        <a:pt x="145708" y="540257"/>
                      </a:lnTo>
                      <a:lnTo>
                        <a:pt x="150742" y="540257"/>
                      </a:lnTo>
                      <a:lnTo>
                        <a:pt x="155921" y="545435"/>
                      </a:lnTo>
                      <a:lnTo>
                        <a:pt x="158222" y="545435"/>
                      </a:lnTo>
                      <a:lnTo>
                        <a:pt x="158222" y="547880"/>
                      </a:lnTo>
                      <a:lnTo>
                        <a:pt x="160811" y="547880"/>
                      </a:lnTo>
                      <a:lnTo>
                        <a:pt x="160811" y="550469"/>
                      </a:lnTo>
                      <a:lnTo>
                        <a:pt x="163544" y="550469"/>
                      </a:lnTo>
                      <a:lnTo>
                        <a:pt x="163544" y="553202"/>
                      </a:lnTo>
                      <a:lnTo>
                        <a:pt x="165989" y="553202"/>
                      </a:lnTo>
                      <a:lnTo>
                        <a:pt x="168435" y="555647"/>
                      </a:lnTo>
                      <a:lnTo>
                        <a:pt x="168435" y="558092"/>
                      </a:lnTo>
                      <a:lnTo>
                        <a:pt x="171024" y="558092"/>
                      </a:lnTo>
                      <a:lnTo>
                        <a:pt x="171024" y="560394"/>
                      </a:lnTo>
                      <a:lnTo>
                        <a:pt x="173757" y="563270"/>
                      </a:lnTo>
                      <a:lnTo>
                        <a:pt x="173757" y="565716"/>
                      </a:lnTo>
                      <a:lnTo>
                        <a:pt x="176202" y="565716"/>
                      </a:lnTo>
                      <a:lnTo>
                        <a:pt x="178647" y="568161"/>
                      </a:lnTo>
                      <a:lnTo>
                        <a:pt x="178647" y="570606"/>
                      </a:lnTo>
                      <a:lnTo>
                        <a:pt x="181092" y="570606"/>
                      </a:lnTo>
                      <a:lnTo>
                        <a:pt x="181092" y="573339"/>
                      </a:lnTo>
                      <a:lnTo>
                        <a:pt x="183969" y="575928"/>
                      </a:lnTo>
                      <a:lnTo>
                        <a:pt x="186414" y="578374"/>
                      </a:lnTo>
                      <a:lnTo>
                        <a:pt x="188860" y="580819"/>
                      </a:lnTo>
                      <a:lnTo>
                        <a:pt x="188860" y="586141"/>
                      </a:lnTo>
                      <a:lnTo>
                        <a:pt x="191305" y="586141"/>
                      </a:lnTo>
                      <a:lnTo>
                        <a:pt x="194038" y="593764"/>
                      </a:lnTo>
                      <a:lnTo>
                        <a:pt x="196627" y="596353"/>
                      </a:lnTo>
                      <a:lnTo>
                        <a:pt x="196627" y="598799"/>
                      </a:lnTo>
                      <a:lnTo>
                        <a:pt x="199072" y="598799"/>
                      </a:lnTo>
                      <a:lnTo>
                        <a:pt x="199072" y="601244"/>
                      </a:lnTo>
                      <a:lnTo>
                        <a:pt x="201373" y="601244"/>
                      </a:lnTo>
                      <a:lnTo>
                        <a:pt x="201373" y="603833"/>
                      </a:lnTo>
                      <a:lnTo>
                        <a:pt x="204106" y="606566"/>
                      </a:lnTo>
                      <a:lnTo>
                        <a:pt x="206695" y="606566"/>
                      </a:lnTo>
                      <a:lnTo>
                        <a:pt x="204106" y="609011"/>
                      </a:lnTo>
                      <a:lnTo>
                        <a:pt x="206695" y="611456"/>
                      </a:lnTo>
                      <a:lnTo>
                        <a:pt x="206695" y="614045"/>
                      </a:lnTo>
                      <a:lnTo>
                        <a:pt x="209141" y="616778"/>
                      </a:lnTo>
                      <a:lnTo>
                        <a:pt x="214319" y="626991"/>
                      </a:lnTo>
                      <a:lnTo>
                        <a:pt x="216908" y="629436"/>
                      </a:lnTo>
                      <a:lnTo>
                        <a:pt x="216908" y="634470"/>
                      </a:lnTo>
                      <a:lnTo>
                        <a:pt x="219353" y="637203"/>
                      </a:lnTo>
                      <a:lnTo>
                        <a:pt x="219353" y="644539"/>
                      </a:lnTo>
                      <a:lnTo>
                        <a:pt x="221798" y="647416"/>
                      </a:lnTo>
                      <a:lnTo>
                        <a:pt x="221798" y="652306"/>
                      </a:lnTo>
                      <a:lnTo>
                        <a:pt x="224388" y="657485"/>
                      </a:lnTo>
                      <a:lnTo>
                        <a:pt x="227120" y="657485"/>
                      </a:lnTo>
                      <a:lnTo>
                        <a:pt x="224388" y="660074"/>
                      </a:lnTo>
                      <a:lnTo>
                        <a:pt x="227120" y="667697"/>
                      </a:lnTo>
                      <a:lnTo>
                        <a:pt x="229566" y="672731"/>
                      </a:lnTo>
                      <a:lnTo>
                        <a:pt x="229566" y="677910"/>
                      </a:lnTo>
                      <a:lnTo>
                        <a:pt x="232011" y="680499"/>
                      </a:lnTo>
                      <a:lnTo>
                        <a:pt x="232011" y="693156"/>
                      </a:lnTo>
                      <a:lnTo>
                        <a:pt x="234600" y="695602"/>
                      </a:lnTo>
                      <a:lnTo>
                        <a:pt x="234600" y="705814"/>
                      </a:lnTo>
                      <a:lnTo>
                        <a:pt x="237333" y="708403"/>
                      </a:lnTo>
                      <a:lnTo>
                        <a:pt x="237333" y="713581"/>
                      </a:lnTo>
                      <a:lnTo>
                        <a:pt x="239778" y="718616"/>
                      </a:lnTo>
                      <a:lnTo>
                        <a:pt x="237333" y="721349"/>
                      </a:lnTo>
                      <a:lnTo>
                        <a:pt x="239778" y="723794"/>
                      </a:lnTo>
                      <a:lnTo>
                        <a:pt x="239778" y="728684"/>
                      </a:lnTo>
                      <a:lnTo>
                        <a:pt x="237333" y="731561"/>
                      </a:lnTo>
                      <a:lnTo>
                        <a:pt x="237333" y="754432"/>
                      </a:lnTo>
                      <a:lnTo>
                        <a:pt x="234600" y="759322"/>
                      </a:lnTo>
                      <a:lnTo>
                        <a:pt x="234600" y="762055"/>
                      </a:lnTo>
                      <a:lnTo>
                        <a:pt x="232011" y="762055"/>
                      </a:lnTo>
                      <a:lnTo>
                        <a:pt x="232011" y="769534"/>
                      </a:lnTo>
                      <a:lnTo>
                        <a:pt x="230141" y="769534"/>
                      </a:lnTo>
                      <a:lnTo>
                        <a:pt x="230141" y="772267"/>
                      </a:lnTo>
                      <a:lnTo>
                        <a:pt x="227696" y="774857"/>
                      </a:lnTo>
                      <a:lnTo>
                        <a:pt x="227696" y="777302"/>
                      </a:lnTo>
                      <a:lnTo>
                        <a:pt x="224963" y="779747"/>
                      </a:lnTo>
                      <a:lnTo>
                        <a:pt x="224963" y="787514"/>
                      </a:lnTo>
                      <a:lnTo>
                        <a:pt x="222374" y="787514"/>
                      </a:lnTo>
                      <a:lnTo>
                        <a:pt x="222374" y="792549"/>
                      </a:lnTo>
                      <a:lnTo>
                        <a:pt x="219929" y="792549"/>
                      </a:lnTo>
                      <a:lnTo>
                        <a:pt x="219929" y="797727"/>
                      </a:lnTo>
                      <a:lnTo>
                        <a:pt x="217483" y="797727"/>
                      </a:lnTo>
                      <a:lnTo>
                        <a:pt x="217483" y="800172"/>
                      </a:lnTo>
                      <a:lnTo>
                        <a:pt x="219929" y="800172"/>
                      </a:lnTo>
                      <a:lnTo>
                        <a:pt x="219929" y="802761"/>
                      </a:lnTo>
                      <a:lnTo>
                        <a:pt x="217483" y="805494"/>
                      </a:lnTo>
                      <a:lnTo>
                        <a:pt x="217483" y="810385"/>
                      </a:lnTo>
                      <a:lnTo>
                        <a:pt x="214894" y="810385"/>
                      </a:lnTo>
                      <a:lnTo>
                        <a:pt x="214894" y="812830"/>
                      </a:lnTo>
                      <a:lnTo>
                        <a:pt x="212161" y="818152"/>
                      </a:lnTo>
                      <a:lnTo>
                        <a:pt x="209716" y="823042"/>
                      </a:lnTo>
                      <a:lnTo>
                        <a:pt x="207271" y="825775"/>
                      </a:lnTo>
                      <a:lnTo>
                        <a:pt x="199504" y="838577"/>
                      </a:lnTo>
                      <a:lnTo>
                        <a:pt x="197058" y="841022"/>
                      </a:lnTo>
                      <a:lnTo>
                        <a:pt x="191736" y="848789"/>
                      </a:lnTo>
                      <a:lnTo>
                        <a:pt x="189291" y="851235"/>
                      </a:lnTo>
                      <a:lnTo>
                        <a:pt x="189291" y="856413"/>
                      </a:lnTo>
                      <a:lnTo>
                        <a:pt x="184401" y="856413"/>
                      </a:lnTo>
                      <a:lnTo>
                        <a:pt x="184401" y="859002"/>
                      </a:lnTo>
                      <a:lnTo>
                        <a:pt x="181524" y="863892"/>
                      </a:lnTo>
                      <a:lnTo>
                        <a:pt x="179079" y="863892"/>
                      </a:lnTo>
                      <a:lnTo>
                        <a:pt x="174188" y="869214"/>
                      </a:lnTo>
                      <a:lnTo>
                        <a:pt x="171455" y="871660"/>
                      </a:lnTo>
                      <a:lnTo>
                        <a:pt x="171455" y="874105"/>
                      </a:lnTo>
                      <a:lnTo>
                        <a:pt x="168866" y="874105"/>
                      </a:lnTo>
                      <a:lnTo>
                        <a:pt x="168866" y="876838"/>
                      </a:lnTo>
                      <a:lnTo>
                        <a:pt x="166421" y="876838"/>
                      </a:lnTo>
                      <a:lnTo>
                        <a:pt x="163975" y="884461"/>
                      </a:lnTo>
                      <a:lnTo>
                        <a:pt x="158654" y="889783"/>
                      </a:lnTo>
                      <a:lnTo>
                        <a:pt x="156208" y="892229"/>
                      </a:lnTo>
                      <a:lnTo>
                        <a:pt x="151030" y="892229"/>
                      </a:lnTo>
                      <a:lnTo>
                        <a:pt x="145996" y="897119"/>
                      </a:lnTo>
                      <a:lnTo>
                        <a:pt x="145996" y="899996"/>
                      </a:lnTo>
                      <a:lnTo>
                        <a:pt x="143550" y="899996"/>
                      </a:lnTo>
                      <a:lnTo>
                        <a:pt x="138229" y="904886"/>
                      </a:lnTo>
                      <a:lnTo>
                        <a:pt x="135783" y="907331"/>
                      </a:lnTo>
                      <a:lnTo>
                        <a:pt x="133338" y="907331"/>
                      </a:lnTo>
                      <a:lnTo>
                        <a:pt x="130749" y="910064"/>
                      </a:lnTo>
                      <a:lnTo>
                        <a:pt x="128016" y="910064"/>
                      </a:lnTo>
                      <a:lnTo>
                        <a:pt x="128016" y="912653"/>
                      </a:lnTo>
                      <a:lnTo>
                        <a:pt x="125571" y="912653"/>
                      </a:lnTo>
                      <a:lnTo>
                        <a:pt x="125571" y="917544"/>
                      </a:lnTo>
                      <a:lnTo>
                        <a:pt x="123125" y="917544"/>
                      </a:lnTo>
                      <a:lnTo>
                        <a:pt x="117804" y="920277"/>
                      </a:lnTo>
                      <a:lnTo>
                        <a:pt x="115358" y="922866"/>
                      </a:lnTo>
                      <a:lnTo>
                        <a:pt x="112913" y="925311"/>
                      </a:lnTo>
                      <a:lnTo>
                        <a:pt x="107591" y="925311"/>
                      </a:lnTo>
                      <a:lnTo>
                        <a:pt x="105146" y="927757"/>
                      </a:lnTo>
                      <a:lnTo>
                        <a:pt x="102700" y="930490"/>
                      </a:lnTo>
                      <a:lnTo>
                        <a:pt x="100255" y="930490"/>
                      </a:lnTo>
                      <a:lnTo>
                        <a:pt x="97379" y="933079"/>
                      </a:lnTo>
                      <a:lnTo>
                        <a:pt x="94933" y="933079"/>
                      </a:lnTo>
                      <a:lnTo>
                        <a:pt x="94933" y="935524"/>
                      </a:lnTo>
                      <a:lnTo>
                        <a:pt x="92488" y="937969"/>
                      </a:lnTo>
                      <a:lnTo>
                        <a:pt x="90043" y="937969"/>
                      </a:lnTo>
                      <a:lnTo>
                        <a:pt x="87310" y="940702"/>
                      </a:lnTo>
                      <a:lnTo>
                        <a:pt x="84721" y="943291"/>
                      </a:lnTo>
                      <a:lnTo>
                        <a:pt x="82275" y="945736"/>
                      </a:lnTo>
                      <a:lnTo>
                        <a:pt x="82275" y="948757"/>
                      </a:lnTo>
                      <a:lnTo>
                        <a:pt x="79830" y="948757"/>
                      </a:lnTo>
                      <a:lnTo>
                        <a:pt x="79830" y="951346"/>
                      </a:lnTo>
                      <a:lnTo>
                        <a:pt x="82275" y="951346"/>
                      </a:lnTo>
                      <a:lnTo>
                        <a:pt x="84721" y="948757"/>
                      </a:lnTo>
                      <a:lnTo>
                        <a:pt x="84721" y="951346"/>
                      </a:lnTo>
                      <a:lnTo>
                        <a:pt x="90043" y="951346"/>
                      </a:lnTo>
                      <a:lnTo>
                        <a:pt x="86303" y="948757"/>
                      </a:lnTo>
                      <a:lnTo>
                        <a:pt x="89036" y="948757"/>
                      </a:lnTo>
                      <a:lnTo>
                        <a:pt x="89036" y="951346"/>
                      </a:lnTo>
                      <a:lnTo>
                        <a:pt x="91481" y="948757"/>
                      </a:lnTo>
                      <a:lnTo>
                        <a:pt x="91481" y="954079"/>
                      </a:lnTo>
                      <a:lnTo>
                        <a:pt x="93926" y="951346"/>
                      </a:lnTo>
                      <a:lnTo>
                        <a:pt x="93926" y="956524"/>
                      </a:lnTo>
                      <a:lnTo>
                        <a:pt x="91481" y="956524"/>
                      </a:lnTo>
                      <a:lnTo>
                        <a:pt x="89036" y="958969"/>
                      </a:lnTo>
                      <a:lnTo>
                        <a:pt x="93926" y="958969"/>
                      </a:lnTo>
                      <a:lnTo>
                        <a:pt x="96372" y="961559"/>
                      </a:lnTo>
                      <a:lnTo>
                        <a:pt x="93926" y="961559"/>
                      </a:lnTo>
                      <a:lnTo>
                        <a:pt x="96372" y="964291"/>
                      </a:lnTo>
                      <a:lnTo>
                        <a:pt x="96372" y="966737"/>
                      </a:lnTo>
                      <a:lnTo>
                        <a:pt x="99248" y="966737"/>
                      </a:lnTo>
                      <a:lnTo>
                        <a:pt x="99248" y="969182"/>
                      </a:lnTo>
                      <a:lnTo>
                        <a:pt x="101694" y="969182"/>
                      </a:lnTo>
                      <a:lnTo>
                        <a:pt x="99248" y="971771"/>
                      </a:lnTo>
                      <a:lnTo>
                        <a:pt x="101694" y="971771"/>
                      </a:lnTo>
                      <a:lnTo>
                        <a:pt x="99248" y="974504"/>
                      </a:lnTo>
                      <a:lnTo>
                        <a:pt x="99248" y="977525"/>
                      </a:lnTo>
                      <a:lnTo>
                        <a:pt x="101694" y="977525"/>
                      </a:lnTo>
                      <a:lnTo>
                        <a:pt x="104139" y="982415"/>
                      </a:lnTo>
                      <a:lnTo>
                        <a:pt x="104139" y="985148"/>
                      </a:lnTo>
                      <a:lnTo>
                        <a:pt x="106584" y="985148"/>
                      </a:lnTo>
                      <a:lnTo>
                        <a:pt x="106584" y="987737"/>
                      </a:lnTo>
                      <a:lnTo>
                        <a:pt x="116797" y="987737"/>
                      </a:lnTo>
                      <a:lnTo>
                        <a:pt x="116797" y="990182"/>
                      </a:lnTo>
                      <a:lnTo>
                        <a:pt x="115071" y="991908"/>
                      </a:lnTo>
                      <a:lnTo>
                        <a:pt x="112625" y="991908"/>
                      </a:lnTo>
                      <a:lnTo>
                        <a:pt x="112625" y="994641"/>
                      </a:lnTo>
                      <a:lnTo>
                        <a:pt x="117516" y="994641"/>
                      </a:lnTo>
                      <a:lnTo>
                        <a:pt x="120249" y="991908"/>
                      </a:lnTo>
                      <a:lnTo>
                        <a:pt x="122838" y="994641"/>
                      </a:lnTo>
                      <a:lnTo>
                        <a:pt x="120249" y="994641"/>
                      </a:lnTo>
                      <a:lnTo>
                        <a:pt x="120249" y="997230"/>
                      </a:lnTo>
                      <a:lnTo>
                        <a:pt x="122838" y="997230"/>
                      </a:lnTo>
                      <a:lnTo>
                        <a:pt x="125283" y="994641"/>
                      </a:lnTo>
                      <a:lnTo>
                        <a:pt x="133050" y="991908"/>
                      </a:lnTo>
                      <a:lnTo>
                        <a:pt x="133050" y="999676"/>
                      </a:lnTo>
                      <a:lnTo>
                        <a:pt x="130461" y="1002121"/>
                      </a:lnTo>
                      <a:lnTo>
                        <a:pt x="127728" y="1002121"/>
                      </a:lnTo>
                      <a:lnTo>
                        <a:pt x="130461" y="1004854"/>
                      </a:lnTo>
                      <a:lnTo>
                        <a:pt x="133050" y="1004854"/>
                      </a:lnTo>
                      <a:lnTo>
                        <a:pt x="133050" y="1007443"/>
                      </a:lnTo>
                      <a:lnTo>
                        <a:pt x="143263" y="1007443"/>
                      </a:lnTo>
                      <a:lnTo>
                        <a:pt x="143263" y="1009888"/>
                      </a:lnTo>
                      <a:lnTo>
                        <a:pt x="135496" y="1009888"/>
                      </a:lnTo>
                      <a:lnTo>
                        <a:pt x="135496" y="1012334"/>
                      </a:lnTo>
                      <a:lnTo>
                        <a:pt x="133050" y="1015066"/>
                      </a:lnTo>
                      <a:lnTo>
                        <a:pt x="135496" y="1015066"/>
                      </a:lnTo>
                      <a:lnTo>
                        <a:pt x="135496" y="1017656"/>
                      </a:lnTo>
                      <a:lnTo>
                        <a:pt x="140674" y="1017656"/>
                      </a:lnTo>
                      <a:lnTo>
                        <a:pt x="140674" y="1020676"/>
                      </a:lnTo>
                      <a:lnTo>
                        <a:pt x="143263" y="1020676"/>
                      </a:lnTo>
                      <a:lnTo>
                        <a:pt x="143263" y="1023121"/>
                      </a:lnTo>
                      <a:lnTo>
                        <a:pt x="140674" y="1023121"/>
                      </a:lnTo>
                      <a:lnTo>
                        <a:pt x="140674" y="1020676"/>
                      </a:lnTo>
                      <a:lnTo>
                        <a:pt x="137941" y="1023121"/>
                      </a:lnTo>
                      <a:lnTo>
                        <a:pt x="137941" y="1028443"/>
                      </a:lnTo>
                      <a:lnTo>
                        <a:pt x="140674" y="1033334"/>
                      </a:lnTo>
                      <a:lnTo>
                        <a:pt x="143263" y="1033334"/>
                      </a:lnTo>
                      <a:lnTo>
                        <a:pt x="140674" y="1036067"/>
                      </a:lnTo>
                      <a:lnTo>
                        <a:pt x="140674" y="1043546"/>
                      </a:lnTo>
                      <a:lnTo>
                        <a:pt x="135496" y="1043546"/>
                      </a:lnTo>
                      <a:lnTo>
                        <a:pt x="135496" y="1046135"/>
                      </a:lnTo>
                      <a:lnTo>
                        <a:pt x="143263" y="1046135"/>
                      </a:lnTo>
                      <a:lnTo>
                        <a:pt x="143263" y="1056348"/>
                      </a:lnTo>
                      <a:lnTo>
                        <a:pt x="148153" y="1056348"/>
                      </a:lnTo>
                      <a:lnTo>
                        <a:pt x="148153" y="1053759"/>
                      </a:lnTo>
                      <a:lnTo>
                        <a:pt x="150742" y="1053759"/>
                      </a:lnTo>
                      <a:lnTo>
                        <a:pt x="150742" y="1056348"/>
                      </a:lnTo>
                      <a:lnTo>
                        <a:pt x="155921" y="1056348"/>
                      </a:lnTo>
                      <a:lnTo>
                        <a:pt x="155921" y="1059081"/>
                      </a:lnTo>
                      <a:lnTo>
                        <a:pt x="148153" y="1059081"/>
                      </a:lnTo>
                      <a:lnTo>
                        <a:pt x="148153" y="1061526"/>
                      </a:lnTo>
                      <a:lnTo>
                        <a:pt x="145708" y="1061526"/>
                      </a:lnTo>
                      <a:lnTo>
                        <a:pt x="145708" y="1063828"/>
                      </a:lnTo>
                      <a:lnTo>
                        <a:pt x="140674" y="1063828"/>
                      </a:lnTo>
                      <a:lnTo>
                        <a:pt x="140674" y="1066273"/>
                      </a:lnTo>
                      <a:lnTo>
                        <a:pt x="143263" y="1066273"/>
                      </a:lnTo>
                      <a:lnTo>
                        <a:pt x="143263" y="1069149"/>
                      </a:lnTo>
                      <a:lnTo>
                        <a:pt x="145708" y="1071595"/>
                      </a:lnTo>
                      <a:lnTo>
                        <a:pt x="148153" y="1071595"/>
                      </a:lnTo>
                      <a:lnTo>
                        <a:pt x="148153" y="1074040"/>
                      </a:lnTo>
                      <a:lnTo>
                        <a:pt x="150742" y="1074040"/>
                      </a:lnTo>
                      <a:lnTo>
                        <a:pt x="153475" y="1076485"/>
                      </a:lnTo>
                      <a:lnTo>
                        <a:pt x="153475" y="1074040"/>
                      </a:lnTo>
                      <a:lnTo>
                        <a:pt x="155921" y="1074040"/>
                      </a:lnTo>
                      <a:lnTo>
                        <a:pt x="155921" y="1078211"/>
                      </a:lnTo>
                      <a:lnTo>
                        <a:pt x="153475" y="1078211"/>
                      </a:lnTo>
                      <a:lnTo>
                        <a:pt x="153475" y="1080800"/>
                      </a:lnTo>
                      <a:lnTo>
                        <a:pt x="155921" y="1080800"/>
                      </a:lnTo>
                      <a:lnTo>
                        <a:pt x="155921" y="1083246"/>
                      </a:lnTo>
                      <a:lnTo>
                        <a:pt x="158222" y="1083246"/>
                      </a:lnTo>
                      <a:lnTo>
                        <a:pt x="158222" y="1085691"/>
                      </a:lnTo>
                      <a:lnTo>
                        <a:pt x="155777" y="1085691"/>
                      </a:lnTo>
                      <a:lnTo>
                        <a:pt x="155777" y="1088424"/>
                      </a:lnTo>
                      <a:lnTo>
                        <a:pt x="160811" y="1088424"/>
                      </a:lnTo>
                      <a:lnTo>
                        <a:pt x="158222" y="1091013"/>
                      </a:lnTo>
                      <a:lnTo>
                        <a:pt x="163544" y="1091013"/>
                      </a:lnTo>
                      <a:lnTo>
                        <a:pt x="160811" y="1093458"/>
                      </a:lnTo>
                      <a:lnTo>
                        <a:pt x="160811" y="1095904"/>
                      </a:lnTo>
                      <a:lnTo>
                        <a:pt x="158222" y="1095904"/>
                      </a:lnTo>
                      <a:lnTo>
                        <a:pt x="158222" y="1098637"/>
                      </a:lnTo>
                      <a:lnTo>
                        <a:pt x="160811" y="1098637"/>
                      </a:lnTo>
                      <a:lnTo>
                        <a:pt x="160811" y="1108849"/>
                      </a:lnTo>
                      <a:lnTo>
                        <a:pt x="163544" y="1108849"/>
                      </a:lnTo>
                      <a:lnTo>
                        <a:pt x="163544" y="1111438"/>
                      </a:lnTo>
                      <a:lnTo>
                        <a:pt x="160811" y="1111438"/>
                      </a:lnTo>
                      <a:lnTo>
                        <a:pt x="160811" y="1116328"/>
                      </a:lnTo>
                      <a:lnTo>
                        <a:pt x="163544" y="1116328"/>
                      </a:lnTo>
                      <a:lnTo>
                        <a:pt x="163544" y="1119061"/>
                      </a:lnTo>
                      <a:lnTo>
                        <a:pt x="171024" y="1119061"/>
                      </a:lnTo>
                      <a:lnTo>
                        <a:pt x="171024" y="1124096"/>
                      </a:lnTo>
                      <a:lnTo>
                        <a:pt x="168435" y="1124096"/>
                      </a:lnTo>
                      <a:lnTo>
                        <a:pt x="168435" y="1126541"/>
                      </a:lnTo>
                      <a:lnTo>
                        <a:pt x="171024" y="1126541"/>
                      </a:lnTo>
                      <a:lnTo>
                        <a:pt x="171024" y="1129130"/>
                      </a:lnTo>
                      <a:lnTo>
                        <a:pt x="173757" y="1129130"/>
                      </a:lnTo>
                      <a:lnTo>
                        <a:pt x="176202" y="1131863"/>
                      </a:lnTo>
                      <a:lnTo>
                        <a:pt x="178647" y="1131863"/>
                      </a:lnTo>
                      <a:lnTo>
                        <a:pt x="178647" y="1136754"/>
                      </a:lnTo>
                      <a:lnTo>
                        <a:pt x="181092" y="1136754"/>
                      </a:lnTo>
                      <a:lnTo>
                        <a:pt x="181092" y="1139343"/>
                      </a:lnTo>
                      <a:lnTo>
                        <a:pt x="176202" y="1139343"/>
                      </a:lnTo>
                      <a:lnTo>
                        <a:pt x="176202" y="1142076"/>
                      </a:lnTo>
                      <a:lnTo>
                        <a:pt x="173757" y="1142076"/>
                      </a:lnTo>
                      <a:lnTo>
                        <a:pt x="173757" y="1144521"/>
                      </a:lnTo>
                      <a:lnTo>
                        <a:pt x="181092" y="1144521"/>
                      </a:lnTo>
                      <a:lnTo>
                        <a:pt x="181092" y="1146966"/>
                      </a:lnTo>
                      <a:lnTo>
                        <a:pt x="178647" y="1146966"/>
                      </a:lnTo>
                      <a:lnTo>
                        <a:pt x="178647" y="1150130"/>
                      </a:lnTo>
                      <a:lnTo>
                        <a:pt x="186990" y="1150130"/>
                      </a:lnTo>
                      <a:lnTo>
                        <a:pt x="184544" y="1153007"/>
                      </a:lnTo>
                      <a:lnTo>
                        <a:pt x="181668" y="1153007"/>
                      </a:lnTo>
                      <a:lnTo>
                        <a:pt x="181668" y="1155452"/>
                      </a:lnTo>
                      <a:lnTo>
                        <a:pt x="186990" y="1155452"/>
                      </a:lnTo>
                      <a:lnTo>
                        <a:pt x="189435" y="1153007"/>
                      </a:lnTo>
                      <a:lnTo>
                        <a:pt x="189435" y="1155452"/>
                      </a:lnTo>
                      <a:lnTo>
                        <a:pt x="194613" y="1155452"/>
                      </a:lnTo>
                      <a:lnTo>
                        <a:pt x="194613" y="1157898"/>
                      </a:lnTo>
                      <a:lnTo>
                        <a:pt x="189435" y="1160343"/>
                      </a:lnTo>
                      <a:lnTo>
                        <a:pt x="186990" y="1163076"/>
                      </a:lnTo>
                      <a:lnTo>
                        <a:pt x="189435" y="1163076"/>
                      </a:lnTo>
                      <a:lnTo>
                        <a:pt x="191880" y="1165665"/>
                      </a:lnTo>
                      <a:lnTo>
                        <a:pt x="191880" y="1163076"/>
                      </a:lnTo>
                      <a:lnTo>
                        <a:pt x="194613" y="1163076"/>
                      </a:lnTo>
                      <a:lnTo>
                        <a:pt x="194613" y="1165665"/>
                      </a:lnTo>
                      <a:lnTo>
                        <a:pt x="199648" y="1165665"/>
                      </a:lnTo>
                      <a:lnTo>
                        <a:pt x="199648" y="1163076"/>
                      </a:lnTo>
                      <a:lnTo>
                        <a:pt x="202093" y="1168110"/>
                      </a:lnTo>
                      <a:lnTo>
                        <a:pt x="204826" y="1168110"/>
                      </a:lnTo>
                      <a:lnTo>
                        <a:pt x="204826" y="1173288"/>
                      </a:lnTo>
                      <a:lnTo>
                        <a:pt x="207415" y="1175878"/>
                      </a:lnTo>
                      <a:lnTo>
                        <a:pt x="207415" y="1180768"/>
                      </a:lnTo>
                      <a:lnTo>
                        <a:pt x="204826" y="1180768"/>
                      </a:lnTo>
                      <a:lnTo>
                        <a:pt x="209860" y="1183501"/>
                      </a:lnTo>
                      <a:lnTo>
                        <a:pt x="207415" y="1186090"/>
                      </a:lnTo>
                      <a:lnTo>
                        <a:pt x="207415" y="1188535"/>
                      </a:lnTo>
                      <a:lnTo>
                        <a:pt x="204826" y="1188535"/>
                      </a:lnTo>
                      <a:lnTo>
                        <a:pt x="207415" y="1190980"/>
                      </a:lnTo>
                      <a:lnTo>
                        <a:pt x="207415" y="1193282"/>
                      </a:lnTo>
                      <a:lnTo>
                        <a:pt x="209860" y="1195871"/>
                      </a:lnTo>
                      <a:lnTo>
                        <a:pt x="207415" y="1195871"/>
                      </a:lnTo>
                      <a:lnTo>
                        <a:pt x="207415" y="1198316"/>
                      </a:lnTo>
                      <a:lnTo>
                        <a:pt x="209860" y="1198316"/>
                      </a:lnTo>
                      <a:lnTo>
                        <a:pt x="209860" y="1203494"/>
                      </a:lnTo>
                      <a:lnTo>
                        <a:pt x="207415" y="1206084"/>
                      </a:lnTo>
                      <a:lnTo>
                        <a:pt x="207415" y="1216296"/>
                      </a:lnTo>
                      <a:lnTo>
                        <a:pt x="201373" y="1216296"/>
                      </a:lnTo>
                      <a:lnTo>
                        <a:pt x="201373" y="1218741"/>
                      </a:lnTo>
                      <a:lnTo>
                        <a:pt x="204106" y="1221187"/>
                      </a:lnTo>
                      <a:lnTo>
                        <a:pt x="201373" y="1221187"/>
                      </a:lnTo>
                      <a:lnTo>
                        <a:pt x="201373" y="1226508"/>
                      </a:lnTo>
                      <a:lnTo>
                        <a:pt x="196483" y="1226508"/>
                      </a:lnTo>
                      <a:lnTo>
                        <a:pt x="196483" y="1228954"/>
                      </a:lnTo>
                      <a:lnTo>
                        <a:pt x="191161" y="1231399"/>
                      </a:lnTo>
                      <a:lnTo>
                        <a:pt x="193894" y="1233844"/>
                      </a:lnTo>
                      <a:lnTo>
                        <a:pt x="193894" y="1236721"/>
                      </a:lnTo>
                      <a:lnTo>
                        <a:pt x="196483" y="1239166"/>
                      </a:lnTo>
                      <a:lnTo>
                        <a:pt x="196483" y="1241611"/>
                      </a:lnTo>
                      <a:lnTo>
                        <a:pt x="193894" y="1244057"/>
                      </a:lnTo>
                      <a:lnTo>
                        <a:pt x="193894" y="1246790"/>
                      </a:lnTo>
                      <a:lnTo>
                        <a:pt x="191161" y="1249379"/>
                      </a:lnTo>
                      <a:lnTo>
                        <a:pt x="188716" y="1246790"/>
                      </a:lnTo>
                      <a:lnTo>
                        <a:pt x="183825" y="1251824"/>
                      </a:lnTo>
                      <a:lnTo>
                        <a:pt x="186270" y="1254269"/>
                      </a:lnTo>
                      <a:lnTo>
                        <a:pt x="188716" y="1254269"/>
                      </a:lnTo>
                      <a:lnTo>
                        <a:pt x="188716" y="1257002"/>
                      </a:lnTo>
                      <a:lnTo>
                        <a:pt x="191161" y="1259591"/>
                      </a:lnTo>
                      <a:lnTo>
                        <a:pt x="193894" y="1262037"/>
                      </a:lnTo>
                      <a:lnTo>
                        <a:pt x="196483" y="1264482"/>
                      </a:lnTo>
                      <a:lnTo>
                        <a:pt x="198928" y="1264482"/>
                      </a:lnTo>
                      <a:lnTo>
                        <a:pt x="201373" y="1267215"/>
                      </a:lnTo>
                      <a:lnTo>
                        <a:pt x="204106" y="1269804"/>
                      </a:lnTo>
                      <a:lnTo>
                        <a:pt x="204106" y="1277427"/>
                      </a:lnTo>
                      <a:lnTo>
                        <a:pt x="209141" y="1277427"/>
                      </a:lnTo>
                      <a:lnTo>
                        <a:pt x="209141" y="1280016"/>
                      </a:lnTo>
                      <a:lnTo>
                        <a:pt x="204106" y="1287640"/>
                      </a:lnTo>
                      <a:lnTo>
                        <a:pt x="201373" y="1290229"/>
                      </a:lnTo>
                      <a:lnTo>
                        <a:pt x="201373" y="1292674"/>
                      </a:lnTo>
                      <a:lnTo>
                        <a:pt x="206695" y="1292674"/>
                      </a:lnTo>
                      <a:lnTo>
                        <a:pt x="206695" y="1295119"/>
                      </a:lnTo>
                      <a:lnTo>
                        <a:pt x="204106" y="1295119"/>
                      </a:lnTo>
                      <a:lnTo>
                        <a:pt x="204106" y="1300442"/>
                      </a:lnTo>
                      <a:lnTo>
                        <a:pt x="201373" y="1300442"/>
                      </a:lnTo>
                      <a:lnTo>
                        <a:pt x="198928" y="1297852"/>
                      </a:lnTo>
                      <a:lnTo>
                        <a:pt x="193894" y="1282462"/>
                      </a:lnTo>
                      <a:lnTo>
                        <a:pt x="191161" y="1280016"/>
                      </a:lnTo>
                      <a:lnTo>
                        <a:pt x="186270" y="1277427"/>
                      </a:lnTo>
                      <a:lnTo>
                        <a:pt x="183825" y="1277427"/>
                      </a:lnTo>
                      <a:lnTo>
                        <a:pt x="183825" y="1280016"/>
                      </a:lnTo>
                      <a:lnTo>
                        <a:pt x="178503" y="1280016"/>
                      </a:lnTo>
                      <a:lnTo>
                        <a:pt x="176058" y="1282462"/>
                      </a:lnTo>
                      <a:lnTo>
                        <a:pt x="173613" y="1282462"/>
                      </a:lnTo>
                      <a:lnTo>
                        <a:pt x="173613" y="1274694"/>
                      </a:lnTo>
                      <a:lnTo>
                        <a:pt x="176058" y="1267215"/>
                      </a:lnTo>
                      <a:lnTo>
                        <a:pt x="173613" y="1267215"/>
                      </a:lnTo>
                      <a:lnTo>
                        <a:pt x="170880" y="1269804"/>
                      </a:lnTo>
                      <a:lnTo>
                        <a:pt x="168291" y="1267215"/>
                      </a:lnTo>
                      <a:lnTo>
                        <a:pt x="165845" y="1269804"/>
                      </a:lnTo>
                      <a:lnTo>
                        <a:pt x="165845" y="1272249"/>
                      </a:lnTo>
                      <a:lnTo>
                        <a:pt x="160667" y="1274694"/>
                      </a:lnTo>
                      <a:lnTo>
                        <a:pt x="160667" y="1277427"/>
                      </a:lnTo>
                      <a:lnTo>
                        <a:pt x="158222" y="1277427"/>
                      </a:lnTo>
                      <a:lnTo>
                        <a:pt x="158222" y="1280016"/>
                      </a:lnTo>
                      <a:lnTo>
                        <a:pt x="155777" y="1282462"/>
                      </a:lnTo>
                      <a:lnTo>
                        <a:pt x="158222" y="1284907"/>
                      </a:lnTo>
                      <a:lnTo>
                        <a:pt x="160811" y="1290229"/>
                      </a:lnTo>
                      <a:lnTo>
                        <a:pt x="158222" y="1290229"/>
                      </a:lnTo>
                      <a:lnTo>
                        <a:pt x="160811" y="1302887"/>
                      </a:lnTo>
                      <a:lnTo>
                        <a:pt x="163544" y="1317990"/>
                      </a:lnTo>
                      <a:lnTo>
                        <a:pt x="168435" y="1341148"/>
                      </a:lnTo>
                      <a:lnTo>
                        <a:pt x="168435" y="1346182"/>
                      </a:lnTo>
                      <a:lnTo>
                        <a:pt x="171024" y="1348627"/>
                      </a:lnTo>
                      <a:lnTo>
                        <a:pt x="173757" y="1366607"/>
                      </a:lnTo>
                      <a:lnTo>
                        <a:pt x="178647" y="1399690"/>
                      </a:lnTo>
                      <a:lnTo>
                        <a:pt x="183969" y="1425293"/>
                      </a:lnTo>
                      <a:lnTo>
                        <a:pt x="186414" y="1430327"/>
                      </a:lnTo>
                      <a:lnTo>
                        <a:pt x="186414" y="1440540"/>
                      </a:lnTo>
                      <a:lnTo>
                        <a:pt x="188860" y="1448307"/>
                      </a:lnTo>
                      <a:lnTo>
                        <a:pt x="188860" y="1453198"/>
                      </a:lnTo>
                      <a:lnTo>
                        <a:pt x="191305" y="1458520"/>
                      </a:lnTo>
                      <a:lnTo>
                        <a:pt x="191305" y="1466574"/>
                      </a:lnTo>
                      <a:lnTo>
                        <a:pt x="194038" y="1474054"/>
                      </a:lnTo>
                      <a:lnTo>
                        <a:pt x="194038" y="1481821"/>
                      </a:lnTo>
                      <a:lnTo>
                        <a:pt x="196627" y="1489589"/>
                      </a:lnTo>
                      <a:lnTo>
                        <a:pt x="196627" y="1492034"/>
                      </a:lnTo>
                      <a:lnTo>
                        <a:pt x="199072" y="1502247"/>
                      </a:lnTo>
                      <a:lnTo>
                        <a:pt x="199072" y="1507137"/>
                      </a:lnTo>
                      <a:lnTo>
                        <a:pt x="201517" y="1512459"/>
                      </a:lnTo>
                      <a:lnTo>
                        <a:pt x="201517" y="1522671"/>
                      </a:lnTo>
                      <a:lnTo>
                        <a:pt x="204250" y="1522671"/>
                      </a:lnTo>
                      <a:lnTo>
                        <a:pt x="204250" y="1535329"/>
                      </a:lnTo>
                      <a:lnTo>
                        <a:pt x="206839" y="1537775"/>
                      </a:lnTo>
                      <a:lnTo>
                        <a:pt x="206839" y="1543096"/>
                      </a:lnTo>
                      <a:lnTo>
                        <a:pt x="209285" y="1550720"/>
                      </a:lnTo>
                      <a:lnTo>
                        <a:pt x="209285" y="1560932"/>
                      </a:lnTo>
                      <a:lnTo>
                        <a:pt x="211730" y="1560932"/>
                      </a:lnTo>
                      <a:lnTo>
                        <a:pt x="211730" y="1568412"/>
                      </a:lnTo>
                      <a:lnTo>
                        <a:pt x="214463" y="1576179"/>
                      </a:lnTo>
                      <a:lnTo>
                        <a:pt x="214463" y="1581645"/>
                      </a:lnTo>
                      <a:lnTo>
                        <a:pt x="217052" y="1591857"/>
                      </a:lnTo>
                      <a:lnTo>
                        <a:pt x="217052" y="1596029"/>
                      </a:lnTo>
                      <a:lnTo>
                        <a:pt x="219497" y="1600919"/>
                      </a:lnTo>
                      <a:lnTo>
                        <a:pt x="219497" y="1608687"/>
                      </a:lnTo>
                      <a:lnTo>
                        <a:pt x="221942" y="1616454"/>
                      </a:lnTo>
                      <a:lnTo>
                        <a:pt x="221942" y="1626666"/>
                      </a:lnTo>
                      <a:lnTo>
                        <a:pt x="224531" y="1631557"/>
                      </a:lnTo>
                      <a:lnTo>
                        <a:pt x="224531" y="1641769"/>
                      </a:lnTo>
                      <a:lnTo>
                        <a:pt x="227264" y="1641769"/>
                      </a:lnTo>
                      <a:lnTo>
                        <a:pt x="227264" y="1651982"/>
                      </a:lnTo>
                      <a:lnTo>
                        <a:pt x="229710" y="1662195"/>
                      </a:lnTo>
                      <a:lnTo>
                        <a:pt x="229710" y="1667948"/>
                      </a:lnTo>
                      <a:lnTo>
                        <a:pt x="232155" y="1670537"/>
                      </a:lnTo>
                      <a:lnTo>
                        <a:pt x="232155" y="1680750"/>
                      </a:lnTo>
                      <a:lnTo>
                        <a:pt x="234744" y="1683195"/>
                      </a:lnTo>
                      <a:lnTo>
                        <a:pt x="234744" y="1695853"/>
                      </a:lnTo>
                      <a:lnTo>
                        <a:pt x="237477" y="1698586"/>
                      </a:lnTo>
                      <a:lnTo>
                        <a:pt x="237477" y="1706065"/>
                      </a:lnTo>
                      <a:lnTo>
                        <a:pt x="239922" y="1708798"/>
                      </a:lnTo>
                      <a:lnTo>
                        <a:pt x="239922" y="1711099"/>
                      </a:lnTo>
                      <a:lnTo>
                        <a:pt x="237477" y="1713545"/>
                      </a:lnTo>
                      <a:lnTo>
                        <a:pt x="237477" y="1721312"/>
                      </a:lnTo>
                      <a:lnTo>
                        <a:pt x="239922" y="1721312"/>
                      </a:lnTo>
                      <a:lnTo>
                        <a:pt x="239922" y="1728935"/>
                      </a:lnTo>
                      <a:lnTo>
                        <a:pt x="242367" y="1728935"/>
                      </a:lnTo>
                      <a:lnTo>
                        <a:pt x="242367" y="1731525"/>
                      </a:lnTo>
                      <a:lnTo>
                        <a:pt x="244525" y="1731525"/>
                      </a:lnTo>
                      <a:lnTo>
                        <a:pt x="244525" y="1733970"/>
                      </a:lnTo>
                      <a:lnTo>
                        <a:pt x="247258" y="1736415"/>
                      </a:lnTo>
                      <a:lnTo>
                        <a:pt x="249703" y="1739148"/>
                      </a:lnTo>
                      <a:lnTo>
                        <a:pt x="249703" y="1741737"/>
                      </a:lnTo>
                      <a:lnTo>
                        <a:pt x="252148" y="1744182"/>
                      </a:lnTo>
                      <a:lnTo>
                        <a:pt x="252148" y="1756840"/>
                      </a:lnTo>
                      <a:lnTo>
                        <a:pt x="254738" y="1759285"/>
                      </a:lnTo>
                      <a:lnTo>
                        <a:pt x="257470" y="1762018"/>
                      </a:lnTo>
                      <a:lnTo>
                        <a:pt x="259916" y="1762018"/>
                      </a:lnTo>
                      <a:lnTo>
                        <a:pt x="259916" y="1764607"/>
                      </a:lnTo>
                      <a:lnTo>
                        <a:pt x="262361" y="1764607"/>
                      </a:lnTo>
                      <a:lnTo>
                        <a:pt x="262361" y="1767053"/>
                      </a:lnTo>
                      <a:lnTo>
                        <a:pt x="264806" y="1769498"/>
                      </a:lnTo>
                      <a:lnTo>
                        <a:pt x="264806" y="1772231"/>
                      </a:lnTo>
                      <a:lnTo>
                        <a:pt x="267683" y="1774820"/>
                      </a:lnTo>
                      <a:lnTo>
                        <a:pt x="270128" y="1774820"/>
                      </a:lnTo>
                      <a:lnTo>
                        <a:pt x="270128" y="1777265"/>
                      </a:lnTo>
                      <a:lnTo>
                        <a:pt x="273293" y="1777265"/>
                      </a:lnTo>
                      <a:lnTo>
                        <a:pt x="273293" y="1779710"/>
                      </a:lnTo>
                      <a:lnTo>
                        <a:pt x="275738" y="1779710"/>
                      </a:lnTo>
                      <a:lnTo>
                        <a:pt x="275738" y="1783019"/>
                      </a:lnTo>
                      <a:lnTo>
                        <a:pt x="281060" y="1783019"/>
                      </a:lnTo>
                      <a:lnTo>
                        <a:pt x="281060" y="1785607"/>
                      </a:lnTo>
                      <a:lnTo>
                        <a:pt x="283505" y="1788053"/>
                      </a:lnTo>
                      <a:lnTo>
                        <a:pt x="283505" y="1790498"/>
                      </a:lnTo>
                      <a:lnTo>
                        <a:pt x="285950" y="1790498"/>
                      </a:lnTo>
                      <a:lnTo>
                        <a:pt x="285950" y="1795820"/>
                      </a:lnTo>
                      <a:lnTo>
                        <a:pt x="287676" y="1795820"/>
                      </a:lnTo>
                      <a:lnTo>
                        <a:pt x="287676" y="1797402"/>
                      </a:lnTo>
                      <a:lnTo>
                        <a:pt x="290265" y="1797402"/>
                      </a:lnTo>
                      <a:lnTo>
                        <a:pt x="292711" y="1799848"/>
                      </a:lnTo>
                      <a:lnTo>
                        <a:pt x="295156" y="1799848"/>
                      </a:lnTo>
                      <a:lnTo>
                        <a:pt x="295156" y="1807615"/>
                      </a:lnTo>
                      <a:lnTo>
                        <a:pt x="297745" y="1807615"/>
                      </a:lnTo>
                      <a:lnTo>
                        <a:pt x="297745" y="1810060"/>
                      </a:lnTo>
                      <a:lnTo>
                        <a:pt x="300478" y="1810060"/>
                      </a:lnTo>
                      <a:lnTo>
                        <a:pt x="300478" y="1812793"/>
                      </a:lnTo>
                      <a:lnTo>
                        <a:pt x="302923" y="1812793"/>
                      </a:lnTo>
                      <a:lnTo>
                        <a:pt x="302923" y="1815382"/>
                      </a:lnTo>
                      <a:lnTo>
                        <a:pt x="305369" y="1815382"/>
                      </a:lnTo>
                      <a:lnTo>
                        <a:pt x="307958" y="1817828"/>
                      </a:lnTo>
                      <a:lnTo>
                        <a:pt x="313136" y="1817828"/>
                      </a:lnTo>
                      <a:lnTo>
                        <a:pt x="313136" y="1820273"/>
                      </a:lnTo>
                      <a:lnTo>
                        <a:pt x="318170" y="1820273"/>
                      </a:lnTo>
                      <a:lnTo>
                        <a:pt x="318170" y="1823006"/>
                      </a:lnTo>
                      <a:lnTo>
                        <a:pt x="320903" y="1823006"/>
                      </a:lnTo>
                      <a:lnTo>
                        <a:pt x="320903" y="1828040"/>
                      </a:lnTo>
                      <a:lnTo>
                        <a:pt x="351541" y="1828040"/>
                      </a:lnTo>
                      <a:lnTo>
                        <a:pt x="353986" y="1830485"/>
                      </a:lnTo>
                      <a:lnTo>
                        <a:pt x="353986" y="1828040"/>
                      </a:lnTo>
                      <a:lnTo>
                        <a:pt x="356431" y="1828040"/>
                      </a:lnTo>
                      <a:lnTo>
                        <a:pt x="356431" y="1826170"/>
                      </a:lnTo>
                      <a:lnTo>
                        <a:pt x="371678" y="1826170"/>
                      </a:lnTo>
                      <a:lnTo>
                        <a:pt x="371678" y="1828615"/>
                      </a:lnTo>
                      <a:lnTo>
                        <a:pt x="374411" y="1826170"/>
                      </a:lnTo>
                      <a:lnTo>
                        <a:pt x="381890" y="1826170"/>
                      </a:lnTo>
                      <a:lnTo>
                        <a:pt x="381890" y="1828615"/>
                      </a:lnTo>
                      <a:lnTo>
                        <a:pt x="399727" y="1828615"/>
                      </a:lnTo>
                      <a:lnTo>
                        <a:pt x="402747" y="1826170"/>
                      </a:lnTo>
                      <a:lnTo>
                        <a:pt x="405480" y="1826170"/>
                      </a:lnTo>
                      <a:lnTo>
                        <a:pt x="405480" y="1828615"/>
                      </a:lnTo>
                      <a:lnTo>
                        <a:pt x="412959" y="1828615"/>
                      </a:lnTo>
                      <a:lnTo>
                        <a:pt x="412959" y="1831060"/>
                      </a:lnTo>
                      <a:lnTo>
                        <a:pt x="418138" y="1831060"/>
                      </a:lnTo>
                      <a:lnTo>
                        <a:pt x="420583" y="1833506"/>
                      </a:lnTo>
                      <a:lnTo>
                        <a:pt x="425905" y="1833506"/>
                      </a:lnTo>
                      <a:lnTo>
                        <a:pt x="425905" y="1836239"/>
                      </a:lnTo>
                      <a:lnTo>
                        <a:pt x="431515" y="1836239"/>
                      </a:lnTo>
                      <a:lnTo>
                        <a:pt x="431515" y="1838828"/>
                      </a:lnTo>
                      <a:lnTo>
                        <a:pt x="436837" y="1838828"/>
                      </a:lnTo>
                      <a:lnTo>
                        <a:pt x="436837" y="1840554"/>
                      </a:lnTo>
                      <a:lnTo>
                        <a:pt x="433960" y="1842999"/>
                      </a:lnTo>
                      <a:lnTo>
                        <a:pt x="436837" y="1842999"/>
                      </a:lnTo>
                      <a:lnTo>
                        <a:pt x="436837" y="1845732"/>
                      </a:lnTo>
                      <a:lnTo>
                        <a:pt x="439282" y="1848321"/>
                      </a:lnTo>
                      <a:lnTo>
                        <a:pt x="441727" y="1848321"/>
                      </a:lnTo>
                      <a:lnTo>
                        <a:pt x="441727" y="1850766"/>
                      </a:lnTo>
                      <a:lnTo>
                        <a:pt x="444172" y="1850766"/>
                      </a:lnTo>
                      <a:lnTo>
                        <a:pt x="444172" y="1853212"/>
                      </a:lnTo>
                      <a:lnTo>
                        <a:pt x="454385" y="1853212"/>
                      </a:lnTo>
                      <a:lnTo>
                        <a:pt x="454385" y="1855945"/>
                      </a:lnTo>
                      <a:lnTo>
                        <a:pt x="459707" y="1855945"/>
                      </a:lnTo>
                      <a:lnTo>
                        <a:pt x="459707" y="1858534"/>
                      </a:lnTo>
                      <a:lnTo>
                        <a:pt x="464597" y="1858534"/>
                      </a:lnTo>
                      <a:lnTo>
                        <a:pt x="464597" y="1855945"/>
                      </a:lnTo>
                      <a:lnTo>
                        <a:pt x="467187" y="1855945"/>
                      </a:lnTo>
                      <a:lnTo>
                        <a:pt x="467187" y="1848321"/>
                      </a:lnTo>
                      <a:lnTo>
                        <a:pt x="464597" y="1848321"/>
                      </a:lnTo>
                      <a:lnTo>
                        <a:pt x="464597" y="1845732"/>
                      </a:lnTo>
                      <a:lnTo>
                        <a:pt x="467187" y="1845732"/>
                      </a:lnTo>
                      <a:lnTo>
                        <a:pt x="467187" y="1842999"/>
                      </a:lnTo>
                      <a:lnTo>
                        <a:pt x="469920" y="1842999"/>
                      </a:lnTo>
                      <a:lnTo>
                        <a:pt x="469920" y="1845732"/>
                      </a:lnTo>
                      <a:lnTo>
                        <a:pt x="477399" y="1845732"/>
                      </a:lnTo>
                      <a:lnTo>
                        <a:pt x="477399" y="1855945"/>
                      </a:lnTo>
                      <a:lnTo>
                        <a:pt x="480132" y="1855945"/>
                      </a:lnTo>
                      <a:lnTo>
                        <a:pt x="480132" y="1860979"/>
                      </a:lnTo>
                      <a:lnTo>
                        <a:pt x="485022" y="1860979"/>
                      </a:lnTo>
                      <a:lnTo>
                        <a:pt x="485022" y="1866157"/>
                      </a:lnTo>
                      <a:lnTo>
                        <a:pt x="487611" y="1868746"/>
                      </a:lnTo>
                      <a:lnTo>
                        <a:pt x="490344" y="1868746"/>
                      </a:lnTo>
                      <a:lnTo>
                        <a:pt x="490344" y="1876369"/>
                      </a:lnTo>
                      <a:lnTo>
                        <a:pt x="495235" y="1876369"/>
                      </a:lnTo>
                      <a:lnTo>
                        <a:pt x="495235" y="1878959"/>
                      </a:lnTo>
                      <a:lnTo>
                        <a:pt x="513215" y="1878959"/>
                      </a:lnTo>
                      <a:lnTo>
                        <a:pt x="513215" y="1881404"/>
                      </a:lnTo>
                      <a:lnTo>
                        <a:pt x="520695" y="1881404"/>
                      </a:lnTo>
                      <a:lnTo>
                        <a:pt x="520695" y="1878959"/>
                      </a:lnTo>
                      <a:lnTo>
                        <a:pt x="525872" y="1878959"/>
                      </a:lnTo>
                      <a:lnTo>
                        <a:pt x="525872" y="1873636"/>
                      </a:lnTo>
                      <a:lnTo>
                        <a:pt x="528318" y="1873636"/>
                      </a:lnTo>
                      <a:lnTo>
                        <a:pt x="528318" y="1871191"/>
                      </a:lnTo>
                      <a:lnTo>
                        <a:pt x="538530" y="1871191"/>
                      </a:lnTo>
                      <a:lnTo>
                        <a:pt x="538530" y="1873636"/>
                      </a:lnTo>
                      <a:lnTo>
                        <a:pt x="546298" y="1873636"/>
                      </a:lnTo>
                      <a:lnTo>
                        <a:pt x="546298" y="1876369"/>
                      </a:lnTo>
                      <a:lnTo>
                        <a:pt x="548743" y="1876369"/>
                      </a:lnTo>
                      <a:lnTo>
                        <a:pt x="548743" y="1878959"/>
                      </a:lnTo>
                      <a:lnTo>
                        <a:pt x="551332" y="1878959"/>
                      </a:lnTo>
                      <a:lnTo>
                        <a:pt x="554065" y="1881404"/>
                      </a:lnTo>
                      <a:lnTo>
                        <a:pt x="558955" y="1881404"/>
                      </a:lnTo>
                      <a:lnTo>
                        <a:pt x="561545" y="1878959"/>
                      </a:lnTo>
                      <a:lnTo>
                        <a:pt x="561545" y="1876369"/>
                      </a:lnTo>
                      <a:lnTo>
                        <a:pt x="564277" y="1876369"/>
                      </a:lnTo>
                      <a:lnTo>
                        <a:pt x="564277" y="1873636"/>
                      </a:lnTo>
                      <a:lnTo>
                        <a:pt x="566722" y="1873636"/>
                      </a:lnTo>
                      <a:lnTo>
                        <a:pt x="566722" y="1869321"/>
                      </a:lnTo>
                      <a:lnTo>
                        <a:pt x="571757" y="1869321"/>
                      </a:lnTo>
                      <a:lnTo>
                        <a:pt x="574490" y="1866732"/>
                      </a:lnTo>
                      <a:lnTo>
                        <a:pt x="576935" y="1866732"/>
                      </a:lnTo>
                      <a:lnTo>
                        <a:pt x="576935" y="1863999"/>
                      </a:lnTo>
                      <a:lnTo>
                        <a:pt x="579380" y="1863999"/>
                      </a:lnTo>
                      <a:lnTo>
                        <a:pt x="579380" y="1861554"/>
                      </a:lnTo>
                      <a:lnTo>
                        <a:pt x="581969" y="1861554"/>
                      </a:lnTo>
                      <a:lnTo>
                        <a:pt x="581969" y="1859109"/>
                      </a:lnTo>
                      <a:lnTo>
                        <a:pt x="587148" y="1859109"/>
                      </a:lnTo>
                      <a:lnTo>
                        <a:pt x="589593" y="1856520"/>
                      </a:lnTo>
                      <a:lnTo>
                        <a:pt x="592182" y="1856520"/>
                      </a:lnTo>
                      <a:lnTo>
                        <a:pt x="592182" y="1853787"/>
                      </a:lnTo>
                      <a:lnTo>
                        <a:pt x="594627" y="1851342"/>
                      </a:lnTo>
                      <a:lnTo>
                        <a:pt x="597360" y="1851342"/>
                      </a:lnTo>
                      <a:lnTo>
                        <a:pt x="597360" y="1848896"/>
                      </a:lnTo>
                      <a:lnTo>
                        <a:pt x="604121" y="1848896"/>
                      </a:lnTo>
                      <a:lnTo>
                        <a:pt x="606853" y="1846307"/>
                      </a:lnTo>
                      <a:lnTo>
                        <a:pt x="609298" y="1846307"/>
                      </a:lnTo>
                      <a:lnTo>
                        <a:pt x="611744" y="1843574"/>
                      </a:lnTo>
                      <a:lnTo>
                        <a:pt x="614333" y="1841129"/>
                      </a:lnTo>
                      <a:lnTo>
                        <a:pt x="614333" y="1838684"/>
                      </a:lnTo>
                      <a:lnTo>
                        <a:pt x="619511" y="1838684"/>
                      </a:lnTo>
                      <a:lnTo>
                        <a:pt x="619511" y="1836095"/>
                      </a:lnTo>
                      <a:lnTo>
                        <a:pt x="634758" y="1836095"/>
                      </a:lnTo>
                      <a:lnTo>
                        <a:pt x="634758" y="1833362"/>
                      </a:lnTo>
                      <a:lnTo>
                        <a:pt x="642382" y="1833362"/>
                      </a:lnTo>
                      <a:lnTo>
                        <a:pt x="642382" y="1836095"/>
                      </a:lnTo>
                      <a:lnTo>
                        <a:pt x="660361" y="1836095"/>
                      </a:lnTo>
                      <a:lnTo>
                        <a:pt x="660361" y="1866732"/>
                      </a:lnTo>
                      <a:lnTo>
                        <a:pt x="662806" y="1866732"/>
                      </a:lnTo>
                      <a:lnTo>
                        <a:pt x="662806" y="1869321"/>
                      </a:lnTo>
                      <a:lnTo>
                        <a:pt x="667841" y="1869321"/>
                      </a:lnTo>
                      <a:lnTo>
                        <a:pt x="667841" y="1871767"/>
                      </a:lnTo>
                      <a:lnTo>
                        <a:pt x="670574" y="1871767"/>
                      </a:lnTo>
                      <a:lnTo>
                        <a:pt x="670574" y="1874212"/>
                      </a:lnTo>
                      <a:lnTo>
                        <a:pt x="673019" y="1874212"/>
                      </a:lnTo>
                      <a:lnTo>
                        <a:pt x="667841" y="1881979"/>
                      </a:lnTo>
                      <a:lnTo>
                        <a:pt x="665396" y="1889747"/>
                      </a:lnTo>
                      <a:lnTo>
                        <a:pt x="662806" y="1892192"/>
                      </a:lnTo>
                      <a:lnTo>
                        <a:pt x="660361" y="1892192"/>
                      </a:lnTo>
                      <a:lnTo>
                        <a:pt x="660361" y="1894637"/>
                      </a:lnTo>
                      <a:lnTo>
                        <a:pt x="657916" y="1894637"/>
                      </a:lnTo>
                      <a:lnTo>
                        <a:pt x="652594" y="1899959"/>
                      </a:lnTo>
                      <a:lnTo>
                        <a:pt x="662806" y="1899959"/>
                      </a:lnTo>
                      <a:lnTo>
                        <a:pt x="662806" y="1898089"/>
                      </a:lnTo>
                      <a:lnTo>
                        <a:pt x="673019" y="1898089"/>
                      </a:lnTo>
                      <a:lnTo>
                        <a:pt x="675608" y="1895356"/>
                      </a:lnTo>
                      <a:lnTo>
                        <a:pt x="685677" y="1895356"/>
                      </a:lnTo>
                      <a:lnTo>
                        <a:pt x="685677" y="1892911"/>
                      </a:lnTo>
                      <a:lnTo>
                        <a:pt x="693444" y="1892911"/>
                      </a:lnTo>
                      <a:lnTo>
                        <a:pt x="695889" y="1890466"/>
                      </a:lnTo>
                      <a:lnTo>
                        <a:pt x="703657" y="1890466"/>
                      </a:lnTo>
                      <a:lnTo>
                        <a:pt x="703657" y="1887877"/>
                      </a:lnTo>
                      <a:lnTo>
                        <a:pt x="711424" y="1887877"/>
                      </a:lnTo>
                      <a:lnTo>
                        <a:pt x="711424" y="1885144"/>
                      </a:lnTo>
                      <a:lnTo>
                        <a:pt x="719191" y="1885144"/>
                      </a:lnTo>
                      <a:lnTo>
                        <a:pt x="719191" y="1882698"/>
                      </a:lnTo>
                      <a:lnTo>
                        <a:pt x="729403" y="1882698"/>
                      </a:lnTo>
                      <a:lnTo>
                        <a:pt x="729403" y="1880253"/>
                      </a:lnTo>
                      <a:lnTo>
                        <a:pt x="737027" y="1880253"/>
                      </a:lnTo>
                      <a:lnTo>
                        <a:pt x="737027" y="1877664"/>
                      </a:lnTo>
                      <a:lnTo>
                        <a:pt x="747240" y="1877664"/>
                      </a:lnTo>
                      <a:lnTo>
                        <a:pt x="747240" y="1874931"/>
                      </a:lnTo>
                      <a:lnTo>
                        <a:pt x="755007" y="1874931"/>
                      </a:lnTo>
                      <a:lnTo>
                        <a:pt x="755007" y="1872486"/>
                      </a:lnTo>
                      <a:lnTo>
                        <a:pt x="762343" y="1872486"/>
                      </a:lnTo>
                      <a:lnTo>
                        <a:pt x="765075" y="1870040"/>
                      </a:lnTo>
                      <a:lnTo>
                        <a:pt x="772555" y="1870040"/>
                      </a:lnTo>
                      <a:lnTo>
                        <a:pt x="772555" y="1867451"/>
                      </a:lnTo>
                      <a:lnTo>
                        <a:pt x="780178" y="1867451"/>
                      </a:lnTo>
                      <a:lnTo>
                        <a:pt x="782768" y="1864719"/>
                      </a:lnTo>
                      <a:lnTo>
                        <a:pt x="791110" y="1864719"/>
                      </a:lnTo>
                      <a:lnTo>
                        <a:pt x="791110" y="1862274"/>
                      </a:lnTo>
                      <a:lnTo>
                        <a:pt x="801323" y="1862274"/>
                      </a:lnTo>
                      <a:lnTo>
                        <a:pt x="801323" y="1859828"/>
                      </a:lnTo>
                      <a:lnTo>
                        <a:pt x="811535" y="1859828"/>
                      </a:lnTo>
                      <a:lnTo>
                        <a:pt x="814124" y="1857239"/>
                      </a:lnTo>
                      <a:lnTo>
                        <a:pt x="824337" y="1857239"/>
                      </a:lnTo>
                      <a:lnTo>
                        <a:pt x="824337" y="1854506"/>
                      </a:lnTo>
                      <a:lnTo>
                        <a:pt x="831960" y="1854506"/>
                      </a:lnTo>
                      <a:lnTo>
                        <a:pt x="834549" y="1852061"/>
                      </a:lnTo>
                      <a:lnTo>
                        <a:pt x="842173" y="1852061"/>
                      </a:lnTo>
                      <a:lnTo>
                        <a:pt x="842173" y="1849616"/>
                      </a:lnTo>
                      <a:lnTo>
                        <a:pt x="848645" y="1849616"/>
                      </a:lnTo>
                      <a:lnTo>
                        <a:pt x="848645" y="1847027"/>
                      </a:lnTo>
                      <a:lnTo>
                        <a:pt x="856125" y="1847027"/>
                      </a:lnTo>
                      <a:lnTo>
                        <a:pt x="858858" y="1844294"/>
                      </a:lnTo>
                      <a:lnTo>
                        <a:pt x="866338" y="1844294"/>
                      </a:lnTo>
                      <a:lnTo>
                        <a:pt x="866338" y="1840554"/>
                      </a:lnTo>
                      <a:lnTo>
                        <a:pt x="873961" y="1840554"/>
                      </a:lnTo>
                      <a:lnTo>
                        <a:pt x="873961" y="1838108"/>
                      </a:lnTo>
                      <a:lnTo>
                        <a:pt x="881728" y="1838108"/>
                      </a:lnTo>
                      <a:lnTo>
                        <a:pt x="884174" y="1835519"/>
                      </a:lnTo>
                      <a:lnTo>
                        <a:pt x="886762" y="1835519"/>
                      </a:lnTo>
                      <a:lnTo>
                        <a:pt x="886762" y="1832786"/>
                      </a:lnTo>
                      <a:lnTo>
                        <a:pt x="884174" y="1832786"/>
                      </a:lnTo>
                      <a:lnTo>
                        <a:pt x="884174" y="1827896"/>
                      </a:lnTo>
                      <a:lnTo>
                        <a:pt x="886762" y="1827896"/>
                      </a:lnTo>
                      <a:lnTo>
                        <a:pt x="886762" y="1815238"/>
                      </a:lnTo>
                      <a:lnTo>
                        <a:pt x="889208" y="1815238"/>
                      </a:lnTo>
                      <a:lnTo>
                        <a:pt x="889208" y="1812649"/>
                      </a:lnTo>
                      <a:lnTo>
                        <a:pt x="886762" y="1812649"/>
                      </a:lnTo>
                      <a:lnTo>
                        <a:pt x="886762" y="1809916"/>
                      </a:lnTo>
                      <a:lnTo>
                        <a:pt x="889208" y="1809916"/>
                      </a:lnTo>
                      <a:lnTo>
                        <a:pt x="889208" y="1805026"/>
                      </a:lnTo>
                      <a:lnTo>
                        <a:pt x="891941" y="1805026"/>
                      </a:lnTo>
                      <a:lnTo>
                        <a:pt x="891941" y="1802437"/>
                      </a:lnTo>
                      <a:lnTo>
                        <a:pt x="896975" y="1802437"/>
                      </a:lnTo>
                      <a:lnTo>
                        <a:pt x="896975" y="1805026"/>
                      </a:lnTo>
                      <a:lnTo>
                        <a:pt x="907188" y="1805026"/>
                      </a:lnTo>
                      <a:lnTo>
                        <a:pt x="907188" y="1797402"/>
                      </a:lnTo>
                      <a:lnTo>
                        <a:pt x="909633" y="1797402"/>
                      </a:lnTo>
                      <a:lnTo>
                        <a:pt x="909633" y="1794957"/>
                      </a:lnTo>
                      <a:lnTo>
                        <a:pt x="912366" y="1794957"/>
                      </a:lnTo>
                      <a:lnTo>
                        <a:pt x="912366" y="1792368"/>
                      </a:lnTo>
                      <a:lnTo>
                        <a:pt x="914811" y="1792368"/>
                      </a:lnTo>
                      <a:lnTo>
                        <a:pt x="914811" y="1789635"/>
                      </a:lnTo>
                      <a:lnTo>
                        <a:pt x="917400" y="1789635"/>
                      </a:lnTo>
                      <a:lnTo>
                        <a:pt x="917400" y="1792368"/>
                      </a:lnTo>
                      <a:lnTo>
                        <a:pt x="920565" y="1792368"/>
                      </a:lnTo>
                      <a:lnTo>
                        <a:pt x="920565" y="1797402"/>
                      </a:lnTo>
                      <a:lnTo>
                        <a:pt x="923298" y="1797402"/>
                      </a:lnTo>
                      <a:lnTo>
                        <a:pt x="923298" y="1799848"/>
                      </a:lnTo>
                      <a:lnTo>
                        <a:pt x="928332" y="1799848"/>
                      </a:lnTo>
                      <a:lnTo>
                        <a:pt x="928332" y="1787190"/>
                      </a:lnTo>
                      <a:lnTo>
                        <a:pt x="925743" y="1784745"/>
                      </a:lnTo>
                      <a:lnTo>
                        <a:pt x="925743" y="1776977"/>
                      </a:lnTo>
                      <a:lnTo>
                        <a:pt x="930777" y="1776977"/>
                      </a:lnTo>
                      <a:lnTo>
                        <a:pt x="930777" y="1779423"/>
                      </a:lnTo>
                      <a:lnTo>
                        <a:pt x="938400" y="1779423"/>
                      </a:lnTo>
                      <a:lnTo>
                        <a:pt x="938400" y="1774532"/>
                      </a:lnTo>
                      <a:lnTo>
                        <a:pt x="935955" y="1774532"/>
                      </a:lnTo>
                      <a:lnTo>
                        <a:pt x="935955" y="1771943"/>
                      </a:lnTo>
                      <a:lnTo>
                        <a:pt x="930777" y="1771943"/>
                      </a:lnTo>
                      <a:lnTo>
                        <a:pt x="930777" y="1769210"/>
                      </a:lnTo>
                      <a:lnTo>
                        <a:pt x="928332" y="1769210"/>
                      </a:lnTo>
                      <a:lnTo>
                        <a:pt x="928332" y="1764320"/>
                      </a:lnTo>
                      <a:lnTo>
                        <a:pt x="930777" y="1764320"/>
                      </a:lnTo>
                      <a:lnTo>
                        <a:pt x="930777" y="1756552"/>
                      </a:lnTo>
                      <a:lnTo>
                        <a:pt x="933510" y="1756552"/>
                      </a:lnTo>
                      <a:lnTo>
                        <a:pt x="933510" y="1751518"/>
                      </a:lnTo>
                      <a:lnTo>
                        <a:pt x="935955" y="1751518"/>
                      </a:lnTo>
                      <a:lnTo>
                        <a:pt x="935955" y="1746340"/>
                      </a:lnTo>
                      <a:lnTo>
                        <a:pt x="938400" y="1746340"/>
                      </a:lnTo>
                      <a:lnTo>
                        <a:pt x="938400" y="1743895"/>
                      </a:lnTo>
                      <a:lnTo>
                        <a:pt x="940990" y="1743895"/>
                      </a:lnTo>
                      <a:lnTo>
                        <a:pt x="940990" y="1741449"/>
                      </a:lnTo>
                      <a:lnTo>
                        <a:pt x="943722" y="1741449"/>
                      </a:lnTo>
                      <a:lnTo>
                        <a:pt x="943722" y="1739867"/>
                      </a:lnTo>
                      <a:lnTo>
                        <a:pt x="946168" y="1739867"/>
                      </a:lnTo>
                      <a:lnTo>
                        <a:pt x="946168" y="1737134"/>
                      </a:lnTo>
                      <a:lnTo>
                        <a:pt x="943722" y="1737134"/>
                      </a:lnTo>
                      <a:lnTo>
                        <a:pt x="943722" y="1726922"/>
                      </a:lnTo>
                      <a:lnTo>
                        <a:pt x="946168" y="1726922"/>
                      </a:lnTo>
                      <a:lnTo>
                        <a:pt x="946168" y="1724476"/>
                      </a:lnTo>
                      <a:lnTo>
                        <a:pt x="948613" y="1724476"/>
                      </a:lnTo>
                      <a:lnTo>
                        <a:pt x="948613" y="1719442"/>
                      </a:lnTo>
                      <a:lnTo>
                        <a:pt x="951202" y="1719442"/>
                      </a:lnTo>
                      <a:lnTo>
                        <a:pt x="951202" y="1716709"/>
                      </a:lnTo>
                      <a:lnTo>
                        <a:pt x="948613" y="1716709"/>
                      </a:lnTo>
                      <a:lnTo>
                        <a:pt x="948613" y="1711099"/>
                      </a:lnTo>
                      <a:lnTo>
                        <a:pt x="943722" y="1711099"/>
                      </a:lnTo>
                      <a:lnTo>
                        <a:pt x="943722" y="1700887"/>
                      </a:lnTo>
                      <a:lnTo>
                        <a:pt x="940990" y="1700887"/>
                      </a:lnTo>
                      <a:lnTo>
                        <a:pt x="940990" y="1698298"/>
                      </a:lnTo>
                      <a:lnTo>
                        <a:pt x="943722" y="1698298"/>
                      </a:lnTo>
                      <a:lnTo>
                        <a:pt x="943722" y="1690674"/>
                      </a:lnTo>
                      <a:lnTo>
                        <a:pt x="940990" y="1690674"/>
                      </a:lnTo>
                      <a:lnTo>
                        <a:pt x="940990" y="1688085"/>
                      </a:lnTo>
                      <a:lnTo>
                        <a:pt x="938400" y="1688085"/>
                      </a:lnTo>
                      <a:lnTo>
                        <a:pt x="938400" y="1677873"/>
                      </a:lnTo>
                      <a:lnTo>
                        <a:pt x="940990" y="1677873"/>
                      </a:lnTo>
                      <a:lnTo>
                        <a:pt x="940990" y="1667948"/>
                      </a:lnTo>
                      <a:lnTo>
                        <a:pt x="943722" y="1667948"/>
                      </a:lnTo>
                      <a:lnTo>
                        <a:pt x="943722" y="1665215"/>
                      </a:lnTo>
                      <a:lnTo>
                        <a:pt x="946168" y="1665215"/>
                      </a:lnTo>
                      <a:lnTo>
                        <a:pt x="946168" y="1660325"/>
                      </a:lnTo>
                      <a:lnTo>
                        <a:pt x="948613" y="1660325"/>
                      </a:lnTo>
                      <a:lnTo>
                        <a:pt x="948613" y="1652557"/>
                      </a:lnTo>
                      <a:lnTo>
                        <a:pt x="946168" y="1652557"/>
                      </a:lnTo>
                      <a:lnTo>
                        <a:pt x="946168" y="1637454"/>
                      </a:lnTo>
                      <a:lnTo>
                        <a:pt x="943722" y="1634865"/>
                      </a:lnTo>
                      <a:lnTo>
                        <a:pt x="943722" y="1627242"/>
                      </a:lnTo>
                      <a:lnTo>
                        <a:pt x="946168" y="1627242"/>
                      </a:lnTo>
                      <a:lnTo>
                        <a:pt x="946168" y="1619475"/>
                      </a:lnTo>
                      <a:lnTo>
                        <a:pt x="948613" y="1617029"/>
                      </a:lnTo>
                      <a:lnTo>
                        <a:pt x="948613" y="1609262"/>
                      </a:lnTo>
                      <a:lnTo>
                        <a:pt x="951202" y="1609262"/>
                      </a:lnTo>
                      <a:lnTo>
                        <a:pt x="951202" y="1601495"/>
                      </a:lnTo>
                      <a:lnTo>
                        <a:pt x="953935" y="1601495"/>
                      </a:lnTo>
                      <a:lnTo>
                        <a:pt x="953935" y="1594015"/>
                      </a:lnTo>
                      <a:lnTo>
                        <a:pt x="956380" y="1594015"/>
                      </a:lnTo>
                      <a:lnTo>
                        <a:pt x="956380" y="1586391"/>
                      </a:lnTo>
                      <a:lnTo>
                        <a:pt x="958826" y="1586391"/>
                      </a:lnTo>
                      <a:lnTo>
                        <a:pt x="958826" y="1578625"/>
                      </a:lnTo>
                      <a:lnTo>
                        <a:pt x="961415" y="1576179"/>
                      </a:lnTo>
                      <a:lnTo>
                        <a:pt x="961415" y="1568412"/>
                      </a:lnTo>
                      <a:lnTo>
                        <a:pt x="963716" y="1568412"/>
                      </a:lnTo>
                      <a:lnTo>
                        <a:pt x="963716" y="1560932"/>
                      </a:lnTo>
                      <a:lnTo>
                        <a:pt x="966449" y="1560932"/>
                      </a:lnTo>
                      <a:lnTo>
                        <a:pt x="966449" y="1552877"/>
                      </a:lnTo>
                      <a:lnTo>
                        <a:pt x="968894" y="1552877"/>
                      </a:lnTo>
                      <a:lnTo>
                        <a:pt x="968894" y="1545110"/>
                      </a:lnTo>
                      <a:lnTo>
                        <a:pt x="971483" y="1545110"/>
                      </a:lnTo>
                      <a:lnTo>
                        <a:pt x="971483" y="1537343"/>
                      </a:lnTo>
                      <a:lnTo>
                        <a:pt x="973928" y="1534898"/>
                      </a:lnTo>
                      <a:lnTo>
                        <a:pt x="976661" y="1534898"/>
                      </a:lnTo>
                      <a:lnTo>
                        <a:pt x="976661" y="1532452"/>
                      </a:lnTo>
                      <a:lnTo>
                        <a:pt x="981696" y="1532452"/>
                      </a:lnTo>
                      <a:lnTo>
                        <a:pt x="981696" y="1534898"/>
                      </a:lnTo>
                      <a:lnTo>
                        <a:pt x="984141" y="1534898"/>
                      </a:lnTo>
                      <a:lnTo>
                        <a:pt x="984141" y="1532452"/>
                      </a:lnTo>
                      <a:lnTo>
                        <a:pt x="986874" y="1532452"/>
                      </a:lnTo>
                      <a:lnTo>
                        <a:pt x="986874" y="1534898"/>
                      </a:lnTo>
                      <a:lnTo>
                        <a:pt x="989319" y="1534898"/>
                      </a:lnTo>
                      <a:lnTo>
                        <a:pt x="989319" y="1545110"/>
                      </a:lnTo>
                      <a:lnTo>
                        <a:pt x="992484" y="1545110"/>
                      </a:lnTo>
                      <a:lnTo>
                        <a:pt x="994929" y="1542665"/>
                      </a:lnTo>
                      <a:lnTo>
                        <a:pt x="997662" y="1540076"/>
                      </a:lnTo>
                      <a:lnTo>
                        <a:pt x="1002696" y="1540076"/>
                      </a:lnTo>
                      <a:lnTo>
                        <a:pt x="1007874" y="1534898"/>
                      </a:lnTo>
                      <a:lnTo>
                        <a:pt x="1010319" y="1534898"/>
                      </a:lnTo>
                      <a:lnTo>
                        <a:pt x="1010319" y="1532452"/>
                      </a:lnTo>
                      <a:lnTo>
                        <a:pt x="1012909" y="1532452"/>
                      </a:lnTo>
                      <a:lnTo>
                        <a:pt x="1012909" y="1529863"/>
                      </a:lnTo>
                      <a:lnTo>
                        <a:pt x="1018087" y="1524685"/>
                      </a:lnTo>
                      <a:lnTo>
                        <a:pt x="1020532" y="1522240"/>
                      </a:lnTo>
                      <a:lnTo>
                        <a:pt x="1025566" y="1514472"/>
                      </a:lnTo>
                      <a:lnTo>
                        <a:pt x="1025566" y="1512027"/>
                      </a:lnTo>
                      <a:lnTo>
                        <a:pt x="1030745" y="1504260"/>
                      </a:lnTo>
                      <a:lnTo>
                        <a:pt x="1028299" y="1501815"/>
                      </a:lnTo>
                      <a:lnTo>
                        <a:pt x="1028299" y="1496493"/>
                      </a:lnTo>
                      <a:lnTo>
                        <a:pt x="1025566" y="1491602"/>
                      </a:lnTo>
                      <a:lnTo>
                        <a:pt x="1022977" y="1483835"/>
                      </a:lnTo>
                      <a:lnTo>
                        <a:pt x="1022977" y="1481390"/>
                      </a:lnTo>
                      <a:lnTo>
                        <a:pt x="1020532" y="1476212"/>
                      </a:lnTo>
                      <a:lnTo>
                        <a:pt x="1020532" y="1473622"/>
                      </a:lnTo>
                      <a:lnTo>
                        <a:pt x="1018087" y="1471177"/>
                      </a:lnTo>
                      <a:lnTo>
                        <a:pt x="1018087" y="1468732"/>
                      </a:lnTo>
                      <a:lnTo>
                        <a:pt x="1020532" y="1466143"/>
                      </a:lnTo>
                      <a:lnTo>
                        <a:pt x="1025566" y="1466143"/>
                      </a:lnTo>
                      <a:lnTo>
                        <a:pt x="1025566" y="1463410"/>
                      </a:lnTo>
                      <a:lnTo>
                        <a:pt x="1030745" y="1463410"/>
                      </a:lnTo>
                      <a:lnTo>
                        <a:pt x="1035779" y="1460965"/>
                      </a:lnTo>
                      <a:lnTo>
                        <a:pt x="1035779" y="1458520"/>
                      </a:lnTo>
                      <a:lnTo>
                        <a:pt x="1033190" y="1455931"/>
                      </a:lnTo>
                      <a:lnTo>
                        <a:pt x="1033190" y="1453198"/>
                      </a:lnTo>
                      <a:lnTo>
                        <a:pt x="1035779" y="1450752"/>
                      </a:lnTo>
                      <a:lnTo>
                        <a:pt x="1043403" y="1450752"/>
                      </a:lnTo>
                      <a:lnTo>
                        <a:pt x="1043403" y="1448307"/>
                      </a:lnTo>
                      <a:lnTo>
                        <a:pt x="1050019" y="1448307"/>
                      </a:lnTo>
                      <a:lnTo>
                        <a:pt x="1050019" y="1445718"/>
                      </a:lnTo>
                      <a:lnTo>
                        <a:pt x="1055053" y="1445718"/>
                      </a:lnTo>
                      <a:lnTo>
                        <a:pt x="1057498" y="1442985"/>
                      </a:lnTo>
                      <a:lnTo>
                        <a:pt x="1062677" y="1442985"/>
                      </a:lnTo>
                      <a:lnTo>
                        <a:pt x="1067711" y="1440540"/>
                      </a:lnTo>
                      <a:lnTo>
                        <a:pt x="1067711" y="1445718"/>
                      </a:lnTo>
                      <a:lnTo>
                        <a:pt x="1070444" y="1445718"/>
                      </a:lnTo>
                      <a:lnTo>
                        <a:pt x="1070444" y="1448307"/>
                      </a:lnTo>
                      <a:lnTo>
                        <a:pt x="1085691" y="1448307"/>
                      </a:lnTo>
                      <a:lnTo>
                        <a:pt x="1085691" y="1450752"/>
                      </a:lnTo>
                      <a:lnTo>
                        <a:pt x="1088136" y="1450752"/>
                      </a:lnTo>
                      <a:lnTo>
                        <a:pt x="1088136" y="1448307"/>
                      </a:lnTo>
                      <a:lnTo>
                        <a:pt x="1090869" y="1448307"/>
                      </a:lnTo>
                      <a:lnTo>
                        <a:pt x="1090869" y="1445718"/>
                      </a:lnTo>
                      <a:lnTo>
                        <a:pt x="1093314" y="1445718"/>
                      </a:lnTo>
                      <a:lnTo>
                        <a:pt x="1093314" y="1442985"/>
                      </a:lnTo>
                      <a:lnTo>
                        <a:pt x="1101081" y="1442985"/>
                      </a:lnTo>
                      <a:lnTo>
                        <a:pt x="1101081" y="1440540"/>
                      </a:lnTo>
                      <a:lnTo>
                        <a:pt x="1103527" y="1440540"/>
                      </a:lnTo>
                      <a:lnTo>
                        <a:pt x="1103527" y="1437807"/>
                      </a:lnTo>
                      <a:lnTo>
                        <a:pt x="1105972" y="1437807"/>
                      </a:lnTo>
                      <a:lnTo>
                        <a:pt x="1105972" y="1435218"/>
                      </a:lnTo>
                      <a:lnTo>
                        <a:pt x="1113739" y="1435218"/>
                      </a:lnTo>
                      <a:lnTo>
                        <a:pt x="1113739" y="1427594"/>
                      </a:lnTo>
                      <a:lnTo>
                        <a:pt x="1116185" y="1427594"/>
                      </a:lnTo>
                      <a:lnTo>
                        <a:pt x="1116185" y="1425005"/>
                      </a:lnTo>
                      <a:lnTo>
                        <a:pt x="1118774" y="1425005"/>
                      </a:lnTo>
                      <a:lnTo>
                        <a:pt x="1118774" y="1423423"/>
                      </a:lnTo>
                      <a:lnTo>
                        <a:pt x="1123952" y="1423423"/>
                      </a:lnTo>
                      <a:lnTo>
                        <a:pt x="1123952" y="1420978"/>
                      </a:lnTo>
                      <a:lnTo>
                        <a:pt x="1126397" y="1420978"/>
                      </a:lnTo>
                      <a:lnTo>
                        <a:pt x="1126397" y="1418533"/>
                      </a:lnTo>
                      <a:lnTo>
                        <a:pt x="1131431" y="1418533"/>
                      </a:lnTo>
                      <a:lnTo>
                        <a:pt x="1131431" y="1413211"/>
                      </a:lnTo>
                      <a:lnTo>
                        <a:pt x="1136609" y="1413211"/>
                      </a:lnTo>
                      <a:lnTo>
                        <a:pt x="1136609" y="1410765"/>
                      </a:lnTo>
                      <a:lnTo>
                        <a:pt x="1139199" y="1410765"/>
                      </a:lnTo>
                      <a:lnTo>
                        <a:pt x="1139199" y="1402998"/>
                      </a:lnTo>
                      <a:lnTo>
                        <a:pt x="1141644" y="1402998"/>
                      </a:lnTo>
                      <a:lnTo>
                        <a:pt x="1144377" y="1400553"/>
                      </a:lnTo>
                      <a:lnTo>
                        <a:pt x="1144377" y="1402998"/>
                      </a:lnTo>
                      <a:lnTo>
                        <a:pt x="1146822" y="1402998"/>
                      </a:lnTo>
                      <a:lnTo>
                        <a:pt x="1146822" y="1400553"/>
                      </a:lnTo>
                      <a:lnTo>
                        <a:pt x="1151856" y="1400553"/>
                      </a:lnTo>
                      <a:lnTo>
                        <a:pt x="1151856" y="1402998"/>
                      </a:lnTo>
                      <a:lnTo>
                        <a:pt x="1157035" y="1402998"/>
                      </a:lnTo>
                      <a:lnTo>
                        <a:pt x="1157035" y="1400553"/>
                      </a:lnTo>
                      <a:lnTo>
                        <a:pt x="1154589" y="1400553"/>
                      </a:lnTo>
                      <a:lnTo>
                        <a:pt x="1151856" y="1398107"/>
                      </a:lnTo>
                      <a:lnTo>
                        <a:pt x="1159624" y="1398107"/>
                      </a:lnTo>
                      <a:lnTo>
                        <a:pt x="1162069" y="1395662"/>
                      </a:lnTo>
                      <a:lnTo>
                        <a:pt x="1165090" y="1395662"/>
                      </a:lnTo>
                      <a:lnTo>
                        <a:pt x="1165090" y="1398107"/>
                      </a:lnTo>
                      <a:lnTo>
                        <a:pt x="1167535" y="1398107"/>
                      </a:lnTo>
                      <a:lnTo>
                        <a:pt x="1167535" y="1394655"/>
                      </a:lnTo>
                      <a:lnTo>
                        <a:pt x="1170124" y="1394655"/>
                      </a:lnTo>
                      <a:lnTo>
                        <a:pt x="1170124" y="1389333"/>
                      </a:lnTo>
                      <a:lnTo>
                        <a:pt x="1172569" y="1389333"/>
                      </a:lnTo>
                      <a:lnTo>
                        <a:pt x="1172569" y="1384443"/>
                      </a:lnTo>
                      <a:lnTo>
                        <a:pt x="1175302" y="1384443"/>
                      </a:lnTo>
                      <a:lnTo>
                        <a:pt x="1175302" y="1381854"/>
                      </a:lnTo>
                      <a:lnTo>
                        <a:pt x="1182782" y="1381854"/>
                      </a:lnTo>
                      <a:lnTo>
                        <a:pt x="1182782" y="1384443"/>
                      </a:lnTo>
                      <a:lnTo>
                        <a:pt x="1210830" y="1384443"/>
                      </a:lnTo>
                      <a:lnTo>
                        <a:pt x="1210830" y="1386888"/>
                      </a:lnTo>
                      <a:lnTo>
                        <a:pt x="1223632" y="1386888"/>
                      </a:lnTo>
                      <a:lnTo>
                        <a:pt x="1223632" y="1384443"/>
                      </a:lnTo>
                      <a:lnTo>
                        <a:pt x="1226077" y="1384443"/>
                      </a:lnTo>
                      <a:lnTo>
                        <a:pt x="1226077" y="1381854"/>
                      </a:lnTo>
                      <a:lnTo>
                        <a:pt x="1231255" y="1381854"/>
                      </a:lnTo>
                      <a:lnTo>
                        <a:pt x="1231255" y="1380272"/>
                      </a:lnTo>
                      <a:lnTo>
                        <a:pt x="1233844" y="1380272"/>
                      </a:lnTo>
                      <a:lnTo>
                        <a:pt x="1233844" y="1377826"/>
                      </a:lnTo>
                      <a:lnTo>
                        <a:pt x="1237009" y="1377826"/>
                      </a:lnTo>
                      <a:lnTo>
                        <a:pt x="1237009" y="1372792"/>
                      </a:lnTo>
                      <a:lnTo>
                        <a:pt x="1239742" y="1372792"/>
                      </a:lnTo>
                      <a:lnTo>
                        <a:pt x="1239742" y="1367614"/>
                      </a:lnTo>
                      <a:lnTo>
                        <a:pt x="1242187" y="1367614"/>
                      </a:lnTo>
                      <a:lnTo>
                        <a:pt x="1242187" y="1365169"/>
                      </a:lnTo>
                      <a:lnTo>
                        <a:pt x="1244776" y="1365169"/>
                      </a:lnTo>
                      <a:lnTo>
                        <a:pt x="1244776" y="1362579"/>
                      </a:lnTo>
                      <a:lnTo>
                        <a:pt x="1242187" y="1362579"/>
                      </a:lnTo>
                      <a:lnTo>
                        <a:pt x="1242187" y="1359846"/>
                      </a:lnTo>
                      <a:lnTo>
                        <a:pt x="1244776" y="1359846"/>
                      </a:lnTo>
                      <a:lnTo>
                        <a:pt x="1244776" y="1357401"/>
                      </a:lnTo>
                      <a:lnTo>
                        <a:pt x="1249954" y="1357401"/>
                      </a:lnTo>
                      <a:lnTo>
                        <a:pt x="1249954" y="1354956"/>
                      </a:lnTo>
                      <a:lnTo>
                        <a:pt x="1251392" y="1354956"/>
                      </a:lnTo>
                      <a:lnTo>
                        <a:pt x="1251392" y="1351504"/>
                      </a:lnTo>
                      <a:lnTo>
                        <a:pt x="1253981" y="1351504"/>
                      </a:lnTo>
                      <a:lnTo>
                        <a:pt x="1253981" y="1341292"/>
                      </a:lnTo>
                      <a:lnTo>
                        <a:pt x="1256427" y="1341292"/>
                      </a:lnTo>
                      <a:lnTo>
                        <a:pt x="1256427" y="1338559"/>
                      </a:lnTo>
                      <a:lnTo>
                        <a:pt x="1253981" y="1338559"/>
                      </a:lnTo>
                      <a:lnTo>
                        <a:pt x="1253981" y="1336113"/>
                      </a:lnTo>
                      <a:lnTo>
                        <a:pt x="1256427" y="1336113"/>
                      </a:lnTo>
                      <a:lnTo>
                        <a:pt x="1256427" y="1333668"/>
                      </a:lnTo>
                      <a:lnTo>
                        <a:pt x="1258872" y="1333668"/>
                      </a:lnTo>
                      <a:lnTo>
                        <a:pt x="1258872" y="1331079"/>
                      </a:lnTo>
                      <a:lnTo>
                        <a:pt x="1261605" y="1328346"/>
                      </a:lnTo>
                      <a:lnTo>
                        <a:pt x="1264194" y="1328346"/>
                      </a:lnTo>
                      <a:lnTo>
                        <a:pt x="1264194" y="1325901"/>
                      </a:lnTo>
                      <a:lnTo>
                        <a:pt x="1266639" y="1325901"/>
                      </a:lnTo>
                      <a:lnTo>
                        <a:pt x="1266639" y="1323455"/>
                      </a:lnTo>
                      <a:lnTo>
                        <a:pt x="1269085" y="1323455"/>
                      </a:lnTo>
                      <a:lnTo>
                        <a:pt x="1269085" y="1321010"/>
                      </a:lnTo>
                      <a:lnTo>
                        <a:pt x="1274263" y="1321010"/>
                      </a:lnTo>
                      <a:lnTo>
                        <a:pt x="1274263" y="1318133"/>
                      </a:lnTo>
                      <a:lnTo>
                        <a:pt x="1276852" y="1318133"/>
                      </a:lnTo>
                      <a:lnTo>
                        <a:pt x="1276852" y="1315688"/>
                      </a:lnTo>
                      <a:lnTo>
                        <a:pt x="1274263" y="1315688"/>
                      </a:lnTo>
                      <a:lnTo>
                        <a:pt x="1274263" y="1313243"/>
                      </a:lnTo>
                      <a:lnTo>
                        <a:pt x="1276852" y="1313243"/>
                      </a:lnTo>
                      <a:lnTo>
                        <a:pt x="1276852" y="1310798"/>
                      </a:lnTo>
                      <a:lnTo>
                        <a:pt x="1280160" y="1310798"/>
                      </a:lnTo>
                      <a:lnTo>
                        <a:pt x="1280160" y="1303031"/>
                      </a:lnTo>
                      <a:lnTo>
                        <a:pt x="1275126" y="1303031"/>
                      </a:lnTo>
                      <a:lnTo>
                        <a:pt x="1275126" y="1297996"/>
                      </a:lnTo>
                      <a:lnTo>
                        <a:pt x="1272681" y="1297996"/>
                      </a:lnTo>
                      <a:lnTo>
                        <a:pt x="1275126" y="1295263"/>
                      </a:lnTo>
                      <a:lnTo>
                        <a:pt x="1280160" y="1295263"/>
                      </a:lnTo>
                      <a:lnTo>
                        <a:pt x="1280160" y="1292818"/>
                      </a:lnTo>
                      <a:lnTo>
                        <a:pt x="1277715" y="1292818"/>
                      </a:lnTo>
                      <a:lnTo>
                        <a:pt x="1277715" y="1290373"/>
                      </a:lnTo>
                      <a:lnTo>
                        <a:pt x="1272681" y="1290373"/>
                      </a:lnTo>
                      <a:lnTo>
                        <a:pt x="1269948" y="1287784"/>
                      </a:lnTo>
                      <a:lnTo>
                        <a:pt x="1269948" y="1285051"/>
                      </a:lnTo>
                      <a:lnTo>
                        <a:pt x="1262468" y="1285051"/>
                      </a:lnTo>
                      <a:lnTo>
                        <a:pt x="1262468" y="1282605"/>
                      </a:lnTo>
                      <a:lnTo>
                        <a:pt x="1259735" y="1282605"/>
                      </a:lnTo>
                      <a:lnTo>
                        <a:pt x="1259735" y="1280160"/>
                      </a:lnTo>
                      <a:lnTo>
                        <a:pt x="1249810" y="1280160"/>
                      </a:lnTo>
                      <a:lnTo>
                        <a:pt x="1249810" y="1277571"/>
                      </a:lnTo>
                      <a:lnTo>
                        <a:pt x="1254844" y="1277571"/>
                      </a:lnTo>
                      <a:lnTo>
                        <a:pt x="1254844" y="1274838"/>
                      </a:lnTo>
                      <a:lnTo>
                        <a:pt x="1259735" y="1274838"/>
                      </a:lnTo>
                      <a:lnTo>
                        <a:pt x="1259735" y="1277571"/>
                      </a:lnTo>
                      <a:lnTo>
                        <a:pt x="1269948" y="1277571"/>
                      </a:lnTo>
                      <a:lnTo>
                        <a:pt x="1269948" y="1269947"/>
                      </a:lnTo>
                      <a:lnTo>
                        <a:pt x="1267502" y="1269947"/>
                      </a:lnTo>
                      <a:lnTo>
                        <a:pt x="1267502" y="1267358"/>
                      </a:lnTo>
                      <a:lnTo>
                        <a:pt x="1262468" y="1267358"/>
                      </a:lnTo>
                      <a:lnTo>
                        <a:pt x="1262468" y="1265201"/>
                      </a:lnTo>
                      <a:lnTo>
                        <a:pt x="1259735" y="1265201"/>
                      </a:lnTo>
                      <a:lnTo>
                        <a:pt x="1257290" y="1262756"/>
                      </a:lnTo>
                      <a:lnTo>
                        <a:pt x="1251392" y="1262756"/>
                      </a:lnTo>
                      <a:lnTo>
                        <a:pt x="1251392" y="1260311"/>
                      </a:lnTo>
                      <a:lnTo>
                        <a:pt x="1246215" y="1260311"/>
                      </a:lnTo>
                      <a:lnTo>
                        <a:pt x="1246215" y="1257722"/>
                      </a:lnTo>
                      <a:lnTo>
                        <a:pt x="1238735" y="1257722"/>
                      </a:lnTo>
                      <a:lnTo>
                        <a:pt x="1238735" y="1254989"/>
                      </a:lnTo>
                      <a:lnTo>
                        <a:pt x="1215577" y="1254989"/>
                      </a:lnTo>
                      <a:lnTo>
                        <a:pt x="1215577" y="1252543"/>
                      </a:lnTo>
                      <a:lnTo>
                        <a:pt x="1202919" y="1252543"/>
                      </a:lnTo>
                      <a:lnTo>
                        <a:pt x="1202919" y="1254989"/>
                      </a:lnTo>
                      <a:lnTo>
                        <a:pt x="1190117" y="1254989"/>
                      </a:lnTo>
                      <a:lnTo>
                        <a:pt x="1190117" y="1257722"/>
                      </a:lnTo>
                      <a:lnTo>
                        <a:pt x="1182494" y="1257722"/>
                      </a:lnTo>
                      <a:lnTo>
                        <a:pt x="1182494" y="1260311"/>
                      </a:lnTo>
                      <a:lnTo>
                        <a:pt x="1169836" y="1260311"/>
                      </a:lnTo>
                      <a:lnTo>
                        <a:pt x="1167247" y="1262756"/>
                      </a:lnTo>
                      <a:lnTo>
                        <a:pt x="1159624" y="1262756"/>
                      </a:lnTo>
                      <a:lnTo>
                        <a:pt x="1159624" y="1265201"/>
                      </a:lnTo>
                      <a:lnTo>
                        <a:pt x="1157035" y="1265201"/>
                      </a:lnTo>
                      <a:lnTo>
                        <a:pt x="1157035" y="1267934"/>
                      </a:lnTo>
                      <a:lnTo>
                        <a:pt x="1151856" y="1267934"/>
                      </a:lnTo>
                      <a:lnTo>
                        <a:pt x="1151856" y="1270523"/>
                      </a:lnTo>
                      <a:lnTo>
                        <a:pt x="1146822" y="1270523"/>
                      </a:lnTo>
                      <a:lnTo>
                        <a:pt x="1146822" y="1272968"/>
                      </a:lnTo>
                      <a:lnTo>
                        <a:pt x="1141644" y="1272968"/>
                      </a:lnTo>
                      <a:lnTo>
                        <a:pt x="1141644" y="1275413"/>
                      </a:lnTo>
                      <a:lnTo>
                        <a:pt x="1134164" y="1275413"/>
                      </a:lnTo>
                      <a:lnTo>
                        <a:pt x="1134164" y="1278146"/>
                      </a:lnTo>
                      <a:lnTo>
                        <a:pt x="1128986" y="1278146"/>
                      </a:lnTo>
                      <a:lnTo>
                        <a:pt x="1128986" y="1280735"/>
                      </a:lnTo>
                      <a:lnTo>
                        <a:pt x="1123952" y="1280735"/>
                      </a:lnTo>
                      <a:lnTo>
                        <a:pt x="1123952" y="1283181"/>
                      </a:lnTo>
                      <a:lnTo>
                        <a:pt x="1121938" y="1283181"/>
                      </a:lnTo>
                      <a:lnTo>
                        <a:pt x="1121938" y="1285626"/>
                      </a:lnTo>
                      <a:lnTo>
                        <a:pt x="1116904" y="1285626"/>
                      </a:lnTo>
                      <a:lnTo>
                        <a:pt x="1116904" y="1288359"/>
                      </a:lnTo>
                      <a:lnTo>
                        <a:pt x="1114459" y="1288359"/>
                      </a:lnTo>
                      <a:lnTo>
                        <a:pt x="1114459" y="1290948"/>
                      </a:lnTo>
                      <a:lnTo>
                        <a:pt x="1111726" y="1290948"/>
                      </a:lnTo>
                      <a:lnTo>
                        <a:pt x="1109280" y="1293393"/>
                      </a:lnTo>
                      <a:lnTo>
                        <a:pt x="1106691" y="1293393"/>
                      </a:lnTo>
                      <a:lnTo>
                        <a:pt x="1106691" y="1295839"/>
                      </a:lnTo>
                      <a:lnTo>
                        <a:pt x="1104246" y="1298572"/>
                      </a:lnTo>
                      <a:lnTo>
                        <a:pt x="1104246" y="1301161"/>
                      </a:lnTo>
                      <a:lnTo>
                        <a:pt x="1099068" y="1301161"/>
                      </a:lnTo>
                      <a:lnTo>
                        <a:pt x="1096622" y="1303606"/>
                      </a:lnTo>
                      <a:lnTo>
                        <a:pt x="1094033" y="1303606"/>
                      </a:lnTo>
                      <a:lnTo>
                        <a:pt x="1094033" y="1306051"/>
                      </a:lnTo>
                      <a:lnTo>
                        <a:pt x="1091588" y="1306051"/>
                      </a:lnTo>
                      <a:lnTo>
                        <a:pt x="1091588" y="1308352"/>
                      </a:lnTo>
                      <a:lnTo>
                        <a:pt x="1088855" y="1308352"/>
                      </a:lnTo>
                      <a:lnTo>
                        <a:pt x="1088855" y="1311229"/>
                      </a:lnTo>
                      <a:lnTo>
                        <a:pt x="1086410" y="1311229"/>
                      </a:lnTo>
                      <a:lnTo>
                        <a:pt x="1086410" y="1313674"/>
                      </a:lnTo>
                      <a:lnTo>
                        <a:pt x="1083821" y="1313674"/>
                      </a:lnTo>
                      <a:lnTo>
                        <a:pt x="1083821" y="1316120"/>
                      </a:lnTo>
                      <a:lnTo>
                        <a:pt x="1081376" y="1316120"/>
                      </a:lnTo>
                      <a:lnTo>
                        <a:pt x="1081376" y="1318565"/>
                      </a:lnTo>
                      <a:lnTo>
                        <a:pt x="1078787" y="1318565"/>
                      </a:lnTo>
                      <a:lnTo>
                        <a:pt x="1076341" y="1321442"/>
                      </a:lnTo>
                      <a:lnTo>
                        <a:pt x="1076341" y="1323887"/>
                      </a:lnTo>
                      <a:lnTo>
                        <a:pt x="1073752" y="1323887"/>
                      </a:lnTo>
                      <a:lnTo>
                        <a:pt x="1073752" y="1326332"/>
                      </a:lnTo>
                      <a:lnTo>
                        <a:pt x="1071307" y="1326332"/>
                      </a:lnTo>
                      <a:lnTo>
                        <a:pt x="1071307" y="1328778"/>
                      </a:lnTo>
                      <a:lnTo>
                        <a:pt x="1068574" y="1328778"/>
                      </a:lnTo>
                      <a:lnTo>
                        <a:pt x="1068574" y="1331510"/>
                      </a:lnTo>
                      <a:lnTo>
                        <a:pt x="1066129" y="1331510"/>
                      </a:lnTo>
                      <a:lnTo>
                        <a:pt x="1066129" y="1334100"/>
                      </a:lnTo>
                      <a:lnTo>
                        <a:pt x="1063540" y="1334100"/>
                      </a:lnTo>
                      <a:lnTo>
                        <a:pt x="1037937" y="1301017"/>
                      </a:lnTo>
                      <a:lnTo>
                        <a:pt x="1037937" y="1298428"/>
                      </a:lnTo>
                      <a:lnTo>
                        <a:pt x="1040670" y="1290804"/>
                      </a:lnTo>
                      <a:lnTo>
                        <a:pt x="1040670" y="1288215"/>
                      </a:lnTo>
                      <a:lnTo>
                        <a:pt x="1043115" y="1285482"/>
                      </a:lnTo>
                      <a:lnTo>
                        <a:pt x="1043115" y="1280592"/>
                      </a:lnTo>
                      <a:lnTo>
                        <a:pt x="1040670" y="1267790"/>
                      </a:lnTo>
                      <a:lnTo>
                        <a:pt x="1040670" y="1257578"/>
                      </a:lnTo>
                      <a:lnTo>
                        <a:pt x="1037937" y="1249954"/>
                      </a:lnTo>
                      <a:lnTo>
                        <a:pt x="1037937" y="1239742"/>
                      </a:lnTo>
                      <a:lnTo>
                        <a:pt x="1040670" y="1239742"/>
                      </a:lnTo>
                      <a:lnTo>
                        <a:pt x="1043115" y="1242187"/>
                      </a:lnTo>
                      <a:lnTo>
                        <a:pt x="1043115" y="1239742"/>
                      </a:lnTo>
                      <a:lnTo>
                        <a:pt x="1045704" y="1229529"/>
                      </a:lnTo>
                      <a:lnTo>
                        <a:pt x="1043115" y="1229529"/>
                      </a:lnTo>
                      <a:lnTo>
                        <a:pt x="1043115" y="1219317"/>
                      </a:lnTo>
                      <a:lnTo>
                        <a:pt x="1045704" y="1219317"/>
                      </a:lnTo>
                      <a:lnTo>
                        <a:pt x="1045704" y="1216872"/>
                      </a:lnTo>
                      <a:lnTo>
                        <a:pt x="1050019" y="1216872"/>
                      </a:lnTo>
                      <a:lnTo>
                        <a:pt x="1050019" y="1214139"/>
                      </a:lnTo>
                      <a:lnTo>
                        <a:pt x="1052464" y="1214139"/>
                      </a:lnTo>
                      <a:lnTo>
                        <a:pt x="1052464" y="1211549"/>
                      </a:lnTo>
                      <a:lnTo>
                        <a:pt x="1055053" y="1211549"/>
                      </a:lnTo>
                      <a:lnTo>
                        <a:pt x="1055053" y="1209104"/>
                      </a:lnTo>
                      <a:lnTo>
                        <a:pt x="1052464" y="1206659"/>
                      </a:lnTo>
                      <a:lnTo>
                        <a:pt x="1055053" y="1206659"/>
                      </a:lnTo>
                      <a:lnTo>
                        <a:pt x="1055053" y="1201337"/>
                      </a:lnTo>
                      <a:lnTo>
                        <a:pt x="1057498" y="1201337"/>
                      </a:lnTo>
                      <a:lnTo>
                        <a:pt x="1057498" y="1198892"/>
                      </a:lnTo>
                      <a:lnTo>
                        <a:pt x="1060231" y="1198892"/>
                      </a:lnTo>
                      <a:lnTo>
                        <a:pt x="1060231" y="1196446"/>
                      </a:lnTo>
                      <a:lnTo>
                        <a:pt x="1070444" y="1196446"/>
                      </a:lnTo>
                      <a:lnTo>
                        <a:pt x="1070444" y="1191124"/>
                      </a:lnTo>
                      <a:lnTo>
                        <a:pt x="1067711" y="1191124"/>
                      </a:lnTo>
                      <a:lnTo>
                        <a:pt x="1065266" y="1193857"/>
                      </a:lnTo>
                      <a:lnTo>
                        <a:pt x="1062677" y="1193857"/>
                      </a:lnTo>
                      <a:lnTo>
                        <a:pt x="1062677" y="1188679"/>
                      </a:lnTo>
                      <a:lnTo>
                        <a:pt x="1060231" y="1188679"/>
                      </a:lnTo>
                      <a:lnTo>
                        <a:pt x="1060231" y="1186234"/>
                      </a:lnTo>
                      <a:lnTo>
                        <a:pt x="1062677" y="1186234"/>
                      </a:lnTo>
                      <a:lnTo>
                        <a:pt x="1062677" y="1183645"/>
                      </a:lnTo>
                      <a:lnTo>
                        <a:pt x="1065266" y="1183645"/>
                      </a:lnTo>
                      <a:lnTo>
                        <a:pt x="1065266" y="1180912"/>
                      </a:lnTo>
                      <a:lnTo>
                        <a:pt x="1067711" y="1180912"/>
                      </a:lnTo>
                      <a:lnTo>
                        <a:pt x="1067711" y="1183645"/>
                      </a:lnTo>
                      <a:lnTo>
                        <a:pt x="1070444" y="1186234"/>
                      </a:lnTo>
                      <a:lnTo>
                        <a:pt x="1075478" y="1186234"/>
                      </a:lnTo>
                      <a:lnTo>
                        <a:pt x="1075478" y="1183645"/>
                      </a:lnTo>
                      <a:lnTo>
                        <a:pt x="1080657" y="1183645"/>
                      </a:lnTo>
                      <a:lnTo>
                        <a:pt x="1080657" y="1180912"/>
                      </a:lnTo>
                      <a:lnTo>
                        <a:pt x="1090869" y="1180912"/>
                      </a:lnTo>
                      <a:lnTo>
                        <a:pt x="1090869" y="1178898"/>
                      </a:lnTo>
                      <a:lnTo>
                        <a:pt x="1088136" y="1178898"/>
                      </a:lnTo>
                      <a:lnTo>
                        <a:pt x="1088136" y="1176453"/>
                      </a:lnTo>
                      <a:lnTo>
                        <a:pt x="1090869" y="1176453"/>
                      </a:lnTo>
                      <a:lnTo>
                        <a:pt x="1090869" y="1178898"/>
                      </a:lnTo>
                      <a:lnTo>
                        <a:pt x="1093314" y="1178898"/>
                      </a:lnTo>
                      <a:lnTo>
                        <a:pt x="1093314" y="1171131"/>
                      </a:lnTo>
                      <a:lnTo>
                        <a:pt x="1095903" y="1168686"/>
                      </a:lnTo>
                      <a:lnTo>
                        <a:pt x="1108561" y="1168686"/>
                      </a:lnTo>
                      <a:lnTo>
                        <a:pt x="1111006" y="1166240"/>
                      </a:lnTo>
                      <a:lnTo>
                        <a:pt x="1116185" y="1166240"/>
                      </a:lnTo>
                      <a:lnTo>
                        <a:pt x="1116185" y="1163651"/>
                      </a:lnTo>
                      <a:lnTo>
                        <a:pt x="1118774" y="1163651"/>
                      </a:lnTo>
                      <a:lnTo>
                        <a:pt x="1121219" y="1160918"/>
                      </a:lnTo>
                      <a:lnTo>
                        <a:pt x="1126397" y="1160918"/>
                      </a:lnTo>
                      <a:lnTo>
                        <a:pt x="1126397" y="1158473"/>
                      </a:lnTo>
                      <a:lnTo>
                        <a:pt x="1134164" y="1153582"/>
                      </a:lnTo>
                      <a:lnTo>
                        <a:pt x="1139199" y="1150706"/>
                      </a:lnTo>
                      <a:lnTo>
                        <a:pt x="1146822" y="1150706"/>
                      </a:lnTo>
                      <a:lnTo>
                        <a:pt x="1151856" y="1148260"/>
                      </a:lnTo>
                      <a:lnTo>
                        <a:pt x="1162069" y="1145815"/>
                      </a:lnTo>
                      <a:lnTo>
                        <a:pt x="1169836" y="1145815"/>
                      </a:lnTo>
                      <a:lnTo>
                        <a:pt x="1175014" y="1140637"/>
                      </a:lnTo>
                      <a:lnTo>
                        <a:pt x="1180049" y="1140637"/>
                      </a:lnTo>
                      <a:lnTo>
                        <a:pt x="1184939" y="1138048"/>
                      </a:lnTo>
                      <a:lnTo>
                        <a:pt x="1184939" y="1135603"/>
                      </a:lnTo>
                      <a:lnTo>
                        <a:pt x="1187672" y="1135603"/>
                      </a:lnTo>
                      <a:lnTo>
                        <a:pt x="1190117" y="1133158"/>
                      </a:lnTo>
                      <a:lnTo>
                        <a:pt x="1192707" y="1130425"/>
                      </a:lnTo>
                      <a:lnTo>
                        <a:pt x="1195152" y="1127836"/>
                      </a:lnTo>
                      <a:lnTo>
                        <a:pt x="1197885" y="1127836"/>
                      </a:lnTo>
                      <a:lnTo>
                        <a:pt x="1200330" y="1130425"/>
                      </a:lnTo>
                      <a:lnTo>
                        <a:pt x="1202919" y="1130425"/>
                      </a:lnTo>
                      <a:lnTo>
                        <a:pt x="1202919" y="1127836"/>
                      </a:lnTo>
                      <a:lnTo>
                        <a:pt x="1205364" y="1130425"/>
                      </a:lnTo>
                      <a:lnTo>
                        <a:pt x="1215577" y="1127836"/>
                      </a:lnTo>
                      <a:lnTo>
                        <a:pt x="1220755" y="1122945"/>
                      </a:lnTo>
                      <a:lnTo>
                        <a:pt x="1220755" y="1120356"/>
                      </a:lnTo>
                      <a:lnTo>
                        <a:pt x="1223344" y="1120356"/>
                      </a:lnTo>
                      <a:lnTo>
                        <a:pt x="1225789" y="1117623"/>
                      </a:lnTo>
                      <a:lnTo>
                        <a:pt x="1230967" y="1117623"/>
                      </a:lnTo>
                      <a:lnTo>
                        <a:pt x="1230967" y="1115178"/>
                      </a:lnTo>
                      <a:lnTo>
                        <a:pt x="1237009" y="1115178"/>
                      </a:lnTo>
                      <a:lnTo>
                        <a:pt x="1239742" y="1112732"/>
                      </a:lnTo>
                      <a:lnTo>
                        <a:pt x="1239742" y="1115178"/>
                      </a:lnTo>
                      <a:lnTo>
                        <a:pt x="1242187" y="1115178"/>
                      </a:lnTo>
                      <a:lnTo>
                        <a:pt x="1242187" y="1112732"/>
                      </a:lnTo>
                      <a:lnTo>
                        <a:pt x="1247221" y="1112732"/>
                      </a:lnTo>
                      <a:lnTo>
                        <a:pt x="1247221" y="1115178"/>
                      </a:lnTo>
                      <a:lnTo>
                        <a:pt x="1254988" y="1115178"/>
                      </a:lnTo>
                      <a:lnTo>
                        <a:pt x="1257434" y="1112732"/>
                      </a:lnTo>
                      <a:lnTo>
                        <a:pt x="1259879" y="1112732"/>
                      </a:lnTo>
                      <a:lnTo>
                        <a:pt x="1259879" y="1110143"/>
                      </a:lnTo>
                      <a:lnTo>
                        <a:pt x="1262612" y="1110143"/>
                      </a:lnTo>
                      <a:lnTo>
                        <a:pt x="1262612" y="1112732"/>
                      </a:lnTo>
                      <a:lnTo>
                        <a:pt x="1265201" y="1115178"/>
                      </a:lnTo>
                      <a:lnTo>
                        <a:pt x="1267646" y="1115178"/>
                      </a:lnTo>
                      <a:lnTo>
                        <a:pt x="1270091" y="1112732"/>
                      </a:lnTo>
                      <a:lnTo>
                        <a:pt x="1267646" y="1112732"/>
                      </a:lnTo>
                      <a:lnTo>
                        <a:pt x="1267646" y="1110143"/>
                      </a:lnTo>
                      <a:lnTo>
                        <a:pt x="1272824" y="1110143"/>
                      </a:lnTo>
                      <a:lnTo>
                        <a:pt x="1275270" y="1107410"/>
                      </a:lnTo>
                      <a:lnTo>
                        <a:pt x="1280160" y="1107410"/>
                      </a:lnTo>
                      <a:lnTo>
                        <a:pt x="1277715" y="1104965"/>
                      </a:lnTo>
                      <a:lnTo>
                        <a:pt x="1280160" y="1104965"/>
                      </a:lnTo>
                      <a:lnTo>
                        <a:pt x="1282893" y="1102520"/>
                      </a:lnTo>
                      <a:lnTo>
                        <a:pt x="1280160" y="1102520"/>
                      </a:lnTo>
                      <a:lnTo>
                        <a:pt x="1280160" y="1099931"/>
                      </a:lnTo>
                      <a:lnTo>
                        <a:pt x="1282893" y="1099931"/>
                      </a:lnTo>
                      <a:lnTo>
                        <a:pt x="1282893" y="1097198"/>
                      </a:lnTo>
                      <a:lnTo>
                        <a:pt x="1285338" y="1099931"/>
                      </a:lnTo>
                      <a:lnTo>
                        <a:pt x="1287927" y="1097198"/>
                      </a:lnTo>
                      <a:lnTo>
                        <a:pt x="1287927" y="1092308"/>
                      </a:lnTo>
                      <a:lnTo>
                        <a:pt x="1293105" y="1092308"/>
                      </a:lnTo>
                      <a:lnTo>
                        <a:pt x="1293105" y="1094753"/>
                      </a:lnTo>
                      <a:lnTo>
                        <a:pt x="1295551" y="1094753"/>
                      </a:lnTo>
                      <a:lnTo>
                        <a:pt x="1298140" y="1092308"/>
                      </a:lnTo>
                      <a:lnTo>
                        <a:pt x="1303318" y="1092308"/>
                      </a:lnTo>
                      <a:lnTo>
                        <a:pt x="1303318" y="1089718"/>
                      </a:lnTo>
                      <a:lnTo>
                        <a:pt x="1305763" y="1089718"/>
                      </a:lnTo>
                      <a:lnTo>
                        <a:pt x="1305763" y="1086985"/>
                      </a:lnTo>
                      <a:lnTo>
                        <a:pt x="1308352" y="1086985"/>
                      </a:lnTo>
                      <a:lnTo>
                        <a:pt x="1308352" y="1089718"/>
                      </a:lnTo>
                      <a:lnTo>
                        <a:pt x="1313531" y="1089718"/>
                      </a:lnTo>
                      <a:lnTo>
                        <a:pt x="1313531" y="1086985"/>
                      </a:lnTo>
                      <a:lnTo>
                        <a:pt x="1318565" y="1086985"/>
                      </a:lnTo>
                      <a:lnTo>
                        <a:pt x="1318565" y="1084540"/>
                      </a:lnTo>
                      <a:lnTo>
                        <a:pt x="1328777" y="1084540"/>
                      </a:lnTo>
                      <a:lnTo>
                        <a:pt x="1328777" y="1078211"/>
                      </a:lnTo>
                      <a:lnTo>
                        <a:pt x="1346613" y="1078211"/>
                      </a:lnTo>
                      <a:lnTo>
                        <a:pt x="1346613" y="1075478"/>
                      </a:lnTo>
                      <a:lnTo>
                        <a:pt x="1359271" y="1075478"/>
                      </a:lnTo>
                      <a:lnTo>
                        <a:pt x="1359271" y="1073033"/>
                      </a:lnTo>
                      <a:lnTo>
                        <a:pt x="1372073" y="1073033"/>
                      </a:lnTo>
                      <a:lnTo>
                        <a:pt x="1372073" y="1075478"/>
                      </a:lnTo>
                      <a:lnTo>
                        <a:pt x="1374518" y="1075478"/>
                      </a:lnTo>
                      <a:lnTo>
                        <a:pt x="1374518" y="1078211"/>
                      </a:lnTo>
                      <a:lnTo>
                        <a:pt x="1377251" y="1078211"/>
                      </a:lnTo>
                      <a:lnTo>
                        <a:pt x="1379696" y="1075478"/>
                      </a:lnTo>
                      <a:lnTo>
                        <a:pt x="1382285" y="1073033"/>
                      </a:lnTo>
                      <a:lnTo>
                        <a:pt x="1384730" y="1073033"/>
                      </a:lnTo>
                      <a:lnTo>
                        <a:pt x="1384730" y="1070588"/>
                      </a:lnTo>
                      <a:lnTo>
                        <a:pt x="1387463" y="1068142"/>
                      </a:lnTo>
                      <a:lnTo>
                        <a:pt x="1389909" y="1070588"/>
                      </a:lnTo>
                      <a:lnTo>
                        <a:pt x="1387463" y="1070588"/>
                      </a:lnTo>
                      <a:lnTo>
                        <a:pt x="1387463" y="1073033"/>
                      </a:lnTo>
                      <a:lnTo>
                        <a:pt x="1384730" y="1073033"/>
                      </a:lnTo>
                      <a:lnTo>
                        <a:pt x="1382285" y="1075478"/>
                      </a:lnTo>
                      <a:lnTo>
                        <a:pt x="1379696" y="1078211"/>
                      </a:lnTo>
                      <a:lnTo>
                        <a:pt x="1379696" y="1080800"/>
                      </a:lnTo>
                      <a:lnTo>
                        <a:pt x="1382285" y="1080800"/>
                      </a:lnTo>
                      <a:lnTo>
                        <a:pt x="1384730" y="1078211"/>
                      </a:lnTo>
                      <a:lnTo>
                        <a:pt x="1389909" y="1073033"/>
                      </a:lnTo>
                      <a:lnTo>
                        <a:pt x="1392498" y="1070588"/>
                      </a:lnTo>
                      <a:lnTo>
                        <a:pt x="1392498" y="1068142"/>
                      </a:lnTo>
                      <a:lnTo>
                        <a:pt x="1395231" y="1068142"/>
                      </a:lnTo>
                      <a:lnTo>
                        <a:pt x="1395231" y="1065266"/>
                      </a:lnTo>
                      <a:lnTo>
                        <a:pt x="1397964" y="1065266"/>
                      </a:lnTo>
                      <a:lnTo>
                        <a:pt x="1397964" y="1063828"/>
                      </a:lnTo>
                      <a:lnTo>
                        <a:pt x="1402998" y="1063828"/>
                      </a:lnTo>
                      <a:lnTo>
                        <a:pt x="1402998" y="1061382"/>
                      </a:lnTo>
                      <a:lnTo>
                        <a:pt x="1405443" y="1061382"/>
                      </a:lnTo>
                      <a:lnTo>
                        <a:pt x="1405443" y="1058937"/>
                      </a:lnTo>
                      <a:lnTo>
                        <a:pt x="1407889" y="1058937"/>
                      </a:lnTo>
                      <a:lnTo>
                        <a:pt x="1407889" y="1056204"/>
                      </a:lnTo>
                      <a:lnTo>
                        <a:pt x="1413210" y="1056204"/>
                      </a:lnTo>
                      <a:lnTo>
                        <a:pt x="1413210" y="1053615"/>
                      </a:lnTo>
                      <a:lnTo>
                        <a:pt x="1415656" y="1056204"/>
                      </a:lnTo>
                      <a:lnTo>
                        <a:pt x="1418101" y="1053615"/>
                      </a:lnTo>
                      <a:lnTo>
                        <a:pt x="1418101" y="1051170"/>
                      </a:lnTo>
                      <a:lnTo>
                        <a:pt x="1420834" y="1053615"/>
                      </a:lnTo>
                      <a:lnTo>
                        <a:pt x="1420834" y="1048725"/>
                      </a:lnTo>
                      <a:lnTo>
                        <a:pt x="1428313" y="1048725"/>
                      </a:lnTo>
                      <a:lnTo>
                        <a:pt x="1428313" y="1045992"/>
                      </a:lnTo>
                      <a:lnTo>
                        <a:pt x="1420834" y="1045992"/>
                      </a:lnTo>
                      <a:lnTo>
                        <a:pt x="1420834" y="1043402"/>
                      </a:lnTo>
                      <a:lnTo>
                        <a:pt x="1423423" y="1045992"/>
                      </a:lnTo>
                      <a:lnTo>
                        <a:pt x="1425868" y="1043402"/>
                      </a:lnTo>
                      <a:lnTo>
                        <a:pt x="1428313" y="1045992"/>
                      </a:lnTo>
                      <a:lnTo>
                        <a:pt x="1431046" y="1045992"/>
                      </a:lnTo>
                      <a:lnTo>
                        <a:pt x="1433636" y="1040957"/>
                      </a:lnTo>
                      <a:lnTo>
                        <a:pt x="1433636" y="1038512"/>
                      </a:lnTo>
                      <a:lnTo>
                        <a:pt x="1431046" y="1038512"/>
                      </a:lnTo>
                      <a:lnTo>
                        <a:pt x="1428313" y="1035923"/>
                      </a:lnTo>
                      <a:lnTo>
                        <a:pt x="1433636" y="1035923"/>
                      </a:lnTo>
                      <a:lnTo>
                        <a:pt x="1436081" y="1033190"/>
                      </a:lnTo>
                      <a:lnTo>
                        <a:pt x="1436081" y="1043402"/>
                      </a:lnTo>
                      <a:lnTo>
                        <a:pt x="1438382" y="1043402"/>
                      </a:lnTo>
                      <a:lnTo>
                        <a:pt x="1438382" y="1040957"/>
                      </a:lnTo>
                      <a:lnTo>
                        <a:pt x="1441115" y="1038512"/>
                      </a:lnTo>
                      <a:lnTo>
                        <a:pt x="1441115" y="1040957"/>
                      </a:lnTo>
                      <a:lnTo>
                        <a:pt x="1443560" y="1038512"/>
                      </a:lnTo>
                      <a:lnTo>
                        <a:pt x="1443560" y="1040957"/>
                      </a:lnTo>
                      <a:lnTo>
                        <a:pt x="1446150" y="1038512"/>
                      </a:lnTo>
                      <a:lnTo>
                        <a:pt x="1446150" y="1035060"/>
                      </a:lnTo>
                      <a:lnTo>
                        <a:pt x="1443560" y="1032327"/>
                      </a:lnTo>
                      <a:lnTo>
                        <a:pt x="1446150" y="1032327"/>
                      </a:lnTo>
                      <a:lnTo>
                        <a:pt x="1446150" y="1035060"/>
                      </a:lnTo>
                      <a:lnTo>
                        <a:pt x="1448595" y="1037649"/>
                      </a:lnTo>
                      <a:lnTo>
                        <a:pt x="1451327" y="1035060"/>
                      </a:lnTo>
                      <a:lnTo>
                        <a:pt x="1451327" y="1032327"/>
                      </a:lnTo>
                      <a:lnTo>
                        <a:pt x="1453773" y="1029882"/>
                      </a:lnTo>
                      <a:lnTo>
                        <a:pt x="1461540" y="1029882"/>
                      </a:lnTo>
                      <a:lnTo>
                        <a:pt x="1461540" y="1027436"/>
                      </a:lnTo>
                      <a:lnTo>
                        <a:pt x="1463985" y="1029882"/>
                      </a:lnTo>
                      <a:lnTo>
                        <a:pt x="1463985" y="1027436"/>
                      </a:lnTo>
                      <a:lnTo>
                        <a:pt x="1466574" y="1029882"/>
                      </a:lnTo>
                      <a:lnTo>
                        <a:pt x="1466574" y="1022114"/>
                      </a:lnTo>
                      <a:lnTo>
                        <a:pt x="1469020" y="1022114"/>
                      </a:lnTo>
                      <a:lnTo>
                        <a:pt x="1469020" y="1027436"/>
                      </a:lnTo>
                      <a:lnTo>
                        <a:pt x="1471753" y="1024847"/>
                      </a:lnTo>
                      <a:lnTo>
                        <a:pt x="1471753" y="1020676"/>
                      </a:lnTo>
                      <a:lnTo>
                        <a:pt x="1474198" y="1018231"/>
                      </a:lnTo>
                      <a:lnTo>
                        <a:pt x="1476787" y="1018231"/>
                      </a:lnTo>
                      <a:lnTo>
                        <a:pt x="1474198" y="1020676"/>
                      </a:lnTo>
                      <a:lnTo>
                        <a:pt x="1476787" y="1023121"/>
                      </a:lnTo>
                      <a:lnTo>
                        <a:pt x="1479232" y="1025854"/>
                      </a:lnTo>
                      <a:lnTo>
                        <a:pt x="1479232" y="1020676"/>
                      </a:lnTo>
                      <a:lnTo>
                        <a:pt x="1484411" y="1020676"/>
                      </a:lnTo>
                      <a:lnTo>
                        <a:pt x="1484411" y="1012909"/>
                      </a:lnTo>
                      <a:lnTo>
                        <a:pt x="1487000" y="1018231"/>
                      </a:lnTo>
                      <a:lnTo>
                        <a:pt x="1487000" y="1015642"/>
                      </a:lnTo>
                      <a:lnTo>
                        <a:pt x="1484411" y="1010464"/>
                      </a:lnTo>
                      <a:lnTo>
                        <a:pt x="1484411" y="1008018"/>
                      </a:lnTo>
                      <a:lnTo>
                        <a:pt x="1481678" y="1010464"/>
                      </a:lnTo>
                      <a:lnTo>
                        <a:pt x="1481678" y="1005429"/>
                      </a:lnTo>
                      <a:lnTo>
                        <a:pt x="1484411" y="1008018"/>
                      </a:lnTo>
                      <a:lnTo>
                        <a:pt x="1487000" y="1005429"/>
                      </a:lnTo>
                      <a:lnTo>
                        <a:pt x="1487000" y="1012909"/>
                      </a:lnTo>
                      <a:lnTo>
                        <a:pt x="1489445" y="1012909"/>
                      </a:lnTo>
                      <a:lnTo>
                        <a:pt x="1489445" y="1010464"/>
                      </a:lnTo>
                      <a:lnTo>
                        <a:pt x="1491890" y="1010464"/>
                      </a:lnTo>
                      <a:lnTo>
                        <a:pt x="1491890" y="1008018"/>
                      </a:lnTo>
                      <a:lnTo>
                        <a:pt x="1493184" y="1005429"/>
                      </a:lnTo>
                      <a:lnTo>
                        <a:pt x="1491890" y="1005429"/>
                      </a:lnTo>
                      <a:lnTo>
                        <a:pt x="1491890" y="1002696"/>
                      </a:lnTo>
                      <a:lnTo>
                        <a:pt x="1489445" y="1002696"/>
                      </a:lnTo>
                      <a:lnTo>
                        <a:pt x="1489445" y="997806"/>
                      </a:lnTo>
                      <a:lnTo>
                        <a:pt x="1491890" y="995217"/>
                      </a:lnTo>
                      <a:lnTo>
                        <a:pt x="1491890" y="991908"/>
                      </a:lnTo>
                      <a:lnTo>
                        <a:pt x="1494623" y="991908"/>
                      </a:lnTo>
                      <a:lnTo>
                        <a:pt x="1494623" y="989463"/>
                      </a:lnTo>
                      <a:lnTo>
                        <a:pt x="1497212" y="989463"/>
                      </a:lnTo>
                      <a:lnTo>
                        <a:pt x="1497212" y="987018"/>
                      </a:lnTo>
                      <a:lnTo>
                        <a:pt x="1499657" y="984429"/>
                      </a:lnTo>
                      <a:lnTo>
                        <a:pt x="1499657" y="987018"/>
                      </a:lnTo>
                      <a:lnTo>
                        <a:pt x="1502102" y="984429"/>
                      </a:lnTo>
                      <a:lnTo>
                        <a:pt x="1502102" y="981696"/>
                      </a:lnTo>
                      <a:lnTo>
                        <a:pt x="1504835" y="979251"/>
                      </a:lnTo>
                      <a:lnTo>
                        <a:pt x="1502102" y="976806"/>
                      </a:lnTo>
                      <a:lnTo>
                        <a:pt x="1504835" y="976806"/>
                      </a:lnTo>
                      <a:lnTo>
                        <a:pt x="1504835" y="971627"/>
                      </a:lnTo>
                      <a:lnTo>
                        <a:pt x="1507424" y="971627"/>
                      </a:lnTo>
                      <a:lnTo>
                        <a:pt x="1507424" y="969038"/>
                      </a:lnTo>
                      <a:lnTo>
                        <a:pt x="1504835" y="966593"/>
                      </a:lnTo>
                      <a:lnTo>
                        <a:pt x="1504835" y="964148"/>
                      </a:lnTo>
                      <a:lnTo>
                        <a:pt x="1507424" y="964148"/>
                      </a:lnTo>
                      <a:lnTo>
                        <a:pt x="1504835" y="961415"/>
                      </a:lnTo>
                      <a:lnTo>
                        <a:pt x="1504835" y="958826"/>
                      </a:lnTo>
                      <a:lnTo>
                        <a:pt x="1507424" y="958826"/>
                      </a:lnTo>
                      <a:lnTo>
                        <a:pt x="1507424" y="961415"/>
                      </a:lnTo>
                      <a:lnTo>
                        <a:pt x="1509870" y="958826"/>
                      </a:lnTo>
                      <a:lnTo>
                        <a:pt x="1509870" y="951202"/>
                      </a:lnTo>
                      <a:lnTo>
                        <a:pt x="1515048" y="951202"/>
                      </a:lnTo>
                      <a:lnTo>
                        <a:pt x="1512315" y="948613"/>
                      </a:lnTo>
                      <a:lnTo>
                        <a:pt x="1512315" y="946168"/>
                      </a:lnTo>
                      <a:lnTo>
                        <a:pt x="1515048" y="946168"/>
                      </a:lnTo>
                      <a:lnTo>
                        <a:pt x="1515048" y="943722"/>
                      </a:lnTo>
                      <a:lnTo>
                        <a:pt x="1517637" y="941134"/>
                      </a:lnTo>
                      <a:lnTo>
                        <a:pt x="1520082" y="941134"/>
                      </a:lnTo>
                      <a:lnTo>
                        <a:pt x="1520082" y="938401"/>
                      </a:lnTo>
                      <a:lnTo>
                        <a:pt x="1517637" y="935955"/>
                      </a:lnTo>
                      <a:lnTo>
                        <a:pt x="1517637" y="925743"/>
                      </a:lnTo>
                      <a:lnTo>
                        <a:pt x="1520082" y="928188"/>
                      </a:lnTo>
                      <a:lnTo>
                        <a:pt x="1520082" y="935955"/>
                      </a:lnTo>
                      <a:lnTo>
                        <a:pt x="1522528" y="938401"/>
                      </a:lnTo>
                      <a:lnTo>
                        <a:pt x="1525261" y="941134"/>
                      </a:lnTo>
                      <a:lnTo>
                        <a:pt x="1527706" y="941134"/>
                      </a:lnTo>
                      <a:lnTo>
                        <a:pt x="1525261" y="938401"/>
                      </a:lnTo>
                      <a:lnTo>
                        <a:pt x="1522528" y="935955"/>
                      </a:lnTo>
                      <a:lnTo>
                        <a:pt x="1524685" y="935955"/>
                      </a:lnTo>
                      <a:lnTo>
                        <a:pt x="1524685" y="933510"/>
                      </a:lnTo>
                      <a:lnTo>
                        <a:pt x="1527131" y="933510"/>
                      </a:lnTo>
                      <a:lnTo>
                        <a:pt x="1527131" y="928188"/>
                      </a:lnTo>
                      <a:lnTo>
                        <a:pt x="1524685" y="928188"/>
                      </a:lnTo>
                      <a:lnTo>
                        <a:pt x="1521952" y="925743"/>
                      </a:lnTo>
                      <a:lnTo>
                        <a:pt x="1524685" y="925743"/>
                      </a:lnTo>
                      <a:lnTo>
                        <a:pt x="1524685" y="923298"/>
                      </a:lnTo>
                      <a:lnTo>
                        <a:pt x="1521952" y="923298"/>
                      </a:lnTo>
                      <a:lnTo>
                        <a:pt x="1521952" y="917975"/>
                      </a:lnTo>
                      <a:lnTo>
                        <a:pt x="1519507" y="917975"/>
                      </a:lnTo>
                      <a:lnTo>
                        <a:pt x="1519507" y="913085"/>
                      </a:lnTo>
                      <a:lnTo>
                        <a:pt x="1514473" y="917975"/>
                      </a:lnTo>
                      <a:lnTo>
                        <a:pt x="1514473" y="915530"/>
                      </a:lnTo>
                      <a:lnTo>
                        <a:pt x="1517062" y="913085"/>
                      </a:lnTo>
                      <a:lnTo>
                        <a:pt x="1517062" y="907763"/>
                      </a:lnTo>
                      <a:lnTo>
                        <a:pt x="1519507" y="905318"/>
                      </a:lnTo>
                      <a:lnTo>
                        <a:pt x="1521952" y="907763"/>
                      </a:lnTo>
                      <a:lnTo>
                        <a:pt x="1521952" y="913085"/>
                      </a:lnTo>
                      <a:lnTo>
                        <a:pt x="1524685" y="913085"/>
                      </a:lnTo>
                      <a:lnTo>
                        <a:pt x="1524685" y="907763"/>
                      </a:lnTo>
                      <a:lnTo>
                        <a:pt x="1527131" y="905318"/>
                      </a:lnTo>
                      <a:lnTo>
                        <a:pt x="1524685" y="902872"/>
                      </a:lnTo>
                      <a:lnTo>
                        <a:pt x="1524685" y="905605"/>
                      </a:lnTo>
                      <a:lnTo>
                        <a:pt x="1521952" y="905605"/>
                      </a:lnTo>
                      <a:lnTo>
                        <a:pt x="1524685" y="903160"/>
                      </a:lnTo>
                      <a:lnTo>
                        <a:pt x="1524685" y="897838"/>
                      </a:lnTo>
                      <a:lnTo>
                        <a:pt x="1527131" y="897838"/>
                      </a:lnTo>
                      <a:lnTo>
                        <a:pt x="1529719" y="895393"/>
                      </a:lnTo>
                      <a:lnTo>
                        <a:pt x="1529719" y="892948"/>
                      </a:lnTo>
                      <a:lnTo>
                        <a:pt x="1532164" y="892948"/>
                      </a:lnTo>
                      <a:lnTo>
                        <a:pt x="1529719" y="890502"/>
                      </a:lnTo>
                      <a:lnTo>
                        <a:pt x="1532164" y="890502"/>
                      </a:lnTo>
                      <a:lnTo>
                        <a:pt x="1532164" y="885180"/>
                      </a:lnTo>
                      <a:lnTo>
                        <a:pt x="1529719" y="885180"/>
                      </a:lnTo>
                      <a:lnTo>
                        <a:pt x="1527131" y="882735"/>
                      </a:lnTo>
                      <a:lnTo>
                        <a:pt x="1529719" y="880290"/>
                      </a:lnTo>
                      <a:lnTo>
                        <a:pt x="1529719" y="876838"/>
                      </a:lnTo>
                      <a:lnTo>
                        <a:pt x="1527131" y="876838"/>
                      </a:lnTo>
                      <a:lnTo>
                        <a:pt x="1527131" y="879571"/>
                      </a:lnTo>
                      <a:lnTo>
                        <a:pt x="1524685" y="879571"/>
                      </a:lnTo>
                      <a:lnTo>
                        <a:pt x="1524685" y="871803"/>
                      </a:lnTo>
                      <a:lnTo>
                        <a:pt x="1527131" y="876838"/>
                      </a:lnTo>
                      <a:lnTo>
                        <a:pt x="1527131" y="874249"/>
                      </a:lnTo>
                      <a:lnTo>
                        <a:pt x="1529719" y="874249"/>
                      </a:lnTo>
                      <a:lnTo>
                        <a:pt x="1532164" y="876838"/>
                      </a:lnTo>
                      <a:lnTo>
                        <a:pt x="1532164" y="874249"/>
                      </a:lnTo>
                      <a:lnTo>
                        <a:pt x="1534897" y="871803"/>
                      </a:lnTo>
                      <a:lnTo>
                        <a:pt x="1534897" y="866625"/>
                      </a:lnTo>
                      <a:lnTo>
                        <a:pt x="1539932" y="866625"/>
                      </a:lnTo>
                      <a:lnTo>
                        <a:pt x="1539932" y="869358"/>
                      </a:lnTo>
                      <a:lnTo>
                        <a:pt x="1542377" y="866625"/>
                      </a:lnTo>
                      <a:lnTo>
                        <a:pt x="1547555" y="866625"/>
                      </a:lnTo>
                      <a:lnTo>
                        <a:pt x="1547555" y="859146"/>
                      </a:lnTo>
                      <a:lnTo>
                        <a:pt x="1545110" y="861591"/>
                      </a:lnTo>
                      <a:lnTo>
                        <a:pt x="1545110" y="859146"/>
                      </a:lnTo>
                      <a:lnTo>
                        <a:pt x="1542377" y="859146"/>
                      </a:lnTo>
                      <a:lnTo>
                        <a:pt x="1542377" y="853824"/>
                      </a:lnTo>
                      <a:lnTo>
                        <a:pt x="1545110" y="853824"/>
                      </a:lnTo>
                      <a:lnTo>
                        <a:pt x="1545110" y="859146"/>
                      </a:lnTo>
                      <a:lnTo>
                        <a:pt x="1550144" y="859146"/>
                      </a:lnTo>
                      <a:lnTo>
                        <a:pt x="1550144" y="864036"/>
                      </a:lnTo>
                      <a:lnTo>
                        <a:pt x="1553453" y="864036"/>
                      </a:lnTo>
                      <a:lnTo>
                        <a:pt x="1553453" y="859146"/>
                      </a:lnTo>
                      <a:lnTo>
                        <a:pt x="1555898" y="864036"/>
                      </a:lnTo>
                      <a:lnTo>
                        <a:pt x="1555898" y="853824"/>
                      </a:lnTo>
                      <a:lnTo>
                        <a:pt x="1558631" y="859146"/>
                      </a:lnTo>
                      <a:lnTo>
                        <a:pt x="1561220" y="856557"/>
                      </a:lnTo>
                      <a:lnTo>
                        <a:pt x="1561220" y="848933"/>
                      </a:lnTo>
                      <a:lnTo>
                        <a:pt x="1563665" y="853824"/>
                      </a:lnTo>
                      <a:lnTo>
                        <a:pt x="1566111" y="853824"/>
                      </a:lnTo>
                      <a:lnTo>
                        <a:pt x="1566111" y="848933"/>
                      </a:lnTo>
                      <a:lnTo>
                        <a:pt x="1567837" y="848933"/>
                      </a:lnTo>
                      <a:lnTo>
                        <a:pt x="1567837" y="846344"/>
                      </a:lnTo>
                      <a:lnTo>
                        <a:pt x="1570426" y="843611"/>
                      </a:lnTo>
                      <a:lnTo>
                        <a:pt x="1567837" y="843611"/>
                      </a:lnTo>
                      <a:lnTo>
                        <a:pt x="1567837" y="841166"/>
                      </a:lnTo>
                      <a:lnTo>
                        <a:pt x="1570426" y="838721"/>
                      </a:lnTo>
                      <a:lnTo>
                        <a:pt x="1570426" y="836132"/>
                      </a:lnTo>
                      <a:lnTo>
                        <a:pt x="1572871" y="833399"/>
                      </a:lnTo>
                      <a:lnTo>
                        <a:pt x="1572871" y="830953"/>
                      </a:lnTo>
                      <a:lnTo>
                        <a:pt x="1575316" y="828508"/>
                      </a:lnTo>
                      <a:lnTo>
                        <a:pt x="1575316" y="825919"/>
                      </a:lnTo>
                      <a:lnTo>
                        <a:pt x="1572871" y="825919"/>
                      </a:lnTo>
                      <a:lnTo>
                        <a:pt x="1570426" y="823186"/>
                      </a:lnTo>
                      <a:lnTo>
                        <a:pt x="1570426" y="820741"/>
                      </a:lnTo>
                      <a:lnTo>
                        <a:pt x="1572871" y="823186"/>
                      </a:lnTo>
                      <a:lnTo>
                        <a:pt x="1575316" y="825919"/>
                      </a:lnTo>
                      <a:lnTo>
                        <a:pt x="1578049" y="830953"/>
                      </a:lnTo>
                      <a:lnTo>
                        <a:pt x="1578049" y="833686"/>
                      </a:lnTo>
                      <a:lnTo>
                        <a:pt x="1580638" y="833686"/>
                      </a:lnTo>
                      <a:lnTo>
                        <a:pt x="1580638" y="831241"/>
                      </a:lnTo>
                      <a:lnTo>
                        <a:pt x="1583083" y="831241"/>
                      </a:lnTo>
                      <a:lnTo>
                        <a:pt x="1583083" y="826207"/>
                      </a:lnTo>
                      <a:lnTo>
                        <a:pt x="1585529" y="826207"/>
                      </a:lnTo>
                      <a:lnTo>
                        <a:pt x="1583083" y="831241"/>
                      </a:lnTo>
                      <a:lnTo>
                        <a:pt x="1585529" y="831241"/>
                      </a:lnTo>
                      <a:lnTo>
                        <a:pt x="1585529" y="828796"/>
                      </a:lnTo>
                      <a:lnTo>
                        <a:pt x="1588262" y="828796"/>
                      </a:lnTo>
                      <a:lnTo>
                        <a:pt x="1588262" y="826207"/>
                      </a:lnTo>
                      <a:lnTo>
                        <a:pt x="1593296" y="826207"/>
                      </a:lnTo>
                      <a:lnTo>
                        <a:pt x="1593296" y="819303"/>
                      </a:lnTo>
                      <a:lnTo>
                        <a:pt x="1596604" y="819303"/>
                      </a:lnTo>
                      <a:lnTo>
                        <a:pt x="1599337" y="816857"/>
                      </a:lnTo>
                      <a:lnTo>
                        <a:pt x="1601926" y="813981"/>
                      </a:lnTo>
                      <a:lnTo>
                        <a:pt x="1604372" y="813981"/>
                      </a:lnTo>
                      <a:lnTo>
                        <a:pt x="1604372" y="819303"/>
                      </a:lnTo>
                      <a:lnTo>
                        <a:pt x="1609550" y="819303"/>
                      </a:lnTo>
                      <a:lnTo>
                        <a:pt x="1609550" y="821748"/>
                      </a:lnTo>
                      <a:lnTo>
                        <a:pt x="1610988" y="821748"/>
                      </a:lnTo>
                      <a:lnTo>
                        <a:pt x="1610988" y="819303"/>
                      </a:lnTo>
                      <a:lnTo>
                        <a:pt x="1616022" y="819303"/>
                      </a:lnTo>
                      <a:close/>
                      <a:moveTo>
                        <a:pt x="800604" y="250135"/>
                      </a:moveTo>
                      <a:lnTo>
                        <a:pt x="792980" y="252580"/>
                      </a:lnTo>
                      <a:lnTo>
                        <a:pt x="795713" y="250135"/>
                      </a:lnTo>
                      <a:lnTo>
                        <a:pt x="798158" y="250135"/>
                      </a:lnTo>
                      <a:lnTo>
                        <a:pt x="798158" y="247402"/>
                      </a:lnTo>
                      <a:lnTo>
                        <a:pt x="795713" y="244813"/>
                      </a:lnTo>
                      <a:lnTo>
                        <a:pt x="798158" y="244813"/>
                      </a:lnTo>
                      <a:lnTo>
                        <a:pt x="803193" y="250135"/>
                      </a:lnTo>
                      <a:close/>
                      <a:moveTo>
                        <a:pt x="1356538" y="1009888"/>
                      </a:moveTo>
                      <a:lnTo>
                        <a:pt x="1353805" y="1009888"/>
                      </a:lnTo>
                      <a:lnTo>
                        <a:pt x="1353805" y="1007443"/>
                      </a:lnTo>
                      <a:lnTo>
                        <a:pt x="1351360" y="1004854"/>
                      </a:lnTo>
                      <a:lnTo>
                        <a:pt x="1353805" y="1004854"/>
                      </a:lnTo>
                      <a:lnTo>
                        <a:pt x="1353805" y="1007443"/>
                      </a:lnTo>
                      <a:lnTo>
                        <a:pt x="1356538" y="1009888"/>
                      </a:lnTo>
                      <a:lnTo>
                        <a:pt x="1358984" y="1009888"/>
                      </a:lnTo>
                      <a:lnTo>
                        <a:pt x="1361573" y="1012334"/>
                      </a:lnTo>
                      <a:lnTo>
                        <a:pt x="1358984" y="1012334"/>
                      </a:lnTo>
                      <a:close/>
                      <a:moveTo>
                        <a:pt x="1358984" y="1020101"/>
                      </a:moveTo>
                      <a:lnTo>
                        <a:pt x="1358984" y="1015066"/>
                      </a:lnTo>
                      <a:lnTo>
                        <a:pt x="1361573" y="1015066"/>
                      </a:lnTo>
                      <a:lnTo>
                        <a:pt x="1361573" y="1020676"/>
                      </a:lnTo>
                      <a:close/>
                      <a:moveTo>
                        <a:pt x="1361573" y="1030313"/>
                      </a:moveTo>
                      <a:lnTo>
                        <a:pt x="1361573" y="1025279"/>
                      </a:lnTo>
                      <a:lnTo>
                        <a:pt x="1364018" y="1027868"/>
                      </a:lnTo>
                      <a:lnTo>
                        <a:pt x="1364018" y="1030313"/>
                      </a:lnTo>
                      <a:close/>
                      <a:moveTo>
                        <a:pt x="1374230" y="1050738"/>
                      </a:moveTo>
                      <a:lnTo>
                        <a:pt x="1371785" y="1050738"/>
                      </a:lnTo>
                      <a:lnTo>
                        <a:pt x="1371785" y="1048293"/>
                      </a:lnTo>
                      <a:lnTo>
                        <a:pt x="1369196" y="1045560"/>
                      </a:lnTo>
                      <a:lnTo>
                        <a:pt x="1366463" y="1045560"/>
                      </a:lnTo>
                      <a:lnTo>
                        <a:pt x="1366463" y="1038080"/>
                      </a:lnTo>
                      <a:lnTo>
                        <a:pt x="1363730" y="1038080"/>
                      </a:lnTo>
                      <a:lnTo>
                        <a:pt x="1363730" y="1032758"/>
                      </a:lnTo>
                      <a:lnTo>
                        <a:pt x="1366463" y="1032758"/>
                      </a:lnTo>
                      <a:lnTo>
                        <a:pt x="1366463" y="1038080"/>
                      </a:lnTo>
                      <a:lnTo>
                        <a:pt x="1368908" y="1042971"/>
                      </a:lnTo>
                      <a:lnTo>
                        <a:pt x="1368908" y="1045560"/>
                      </a:lnTo>
                      <a:lnTo>
                        <a:pt x="1371497" y="1045560"/>
                      </a:lnTo>
                      <a:lnTo>
                        <a:pt x="1371497" y="1048293"/>
                      </a:lnTo>
                      <a:lnTo>
                        <a:pt x="1373942" y="1048293"/>
                      </a:lnTo>
                      <a:close/>
                      <a:moveTo>
                        <a:pt x="1387176" y="1065841"/>
                      </a:moveTo>
                      <a:lnTo>
                        <a:pt x="1384443" y="1063396"/>
                      </a:lnTo>
                      <a:lnTo>
                        <a:pt x="1387176" y="1063396"/>
                      </a:lnTo>
                      <a:close/>
                      <a:moveTo>
                        <a:pt x="1443129" y="1030313"/>
                      </a:moveTo>
                      <a:lnTo>
                        <a:pt x="1440684" y="1030313"/>
                      </a:lnTo>
                      <a:lnTo>
                        <a:pt x="1440684" y="1027868"/>
                      </a:lnTo>
                      <a:lnTo>
                        <a:pt x="1443129" y="1027868"/>
                      </a:lnTo>
                      <a:close/>
                      <a:moveTo>
                        <a:pt x="1448163" y="1007443"/>
                      </a:moveTo>
                      <a:lnTo>
                        <a:pt x="1448163" y="1004854"/>
                      </a:lnTo>
                      <a:lnTo>
                        <a:pt x="1450896" y="1004854"/>
                      </a:lnTo>
                      <a:lnTo>
                        <a:pt x="1450896" y="1007443"/>
                      </a:lnTo>
                      <a:close/>
                      <a:moveTo>
                        <a:pt x="1453341" y="1009888"/>
                      </a:moveTo>
                      <a:lnTo>
                        <a:pt x="1450896" y="1012334"/>
                      </a:lnTo>
                      <a:lnTo>
                        <a:pt x="1452766" y="1012334"/>
                      </a:lnTo>
                      <a:lnTo>
                        <a:pt x="1450321" y="1015066"/>
                      </a:lnTo>
                      <a:lnTo>
                        <a:pt x="1450321" y="1009888"/>
                      </a:lnTo>
                      <a:lnTo>
                        <a:pt x="1452766" y="1007443"/>
                      </a:lnTo>
                      <a:close/>
                      <a:moveTo>
                        <a:pt x="1494191" y="964148"/>
                      </a:moveTo>
                      <a:lnTo>
                        <a:pt x="1491458" y="958826"/>
                      </a:lnTo>
                      <a:lnTo>
                        <a:pt x="1494191" y="958826"/>
                      </a:lnTo>
                      <a:lnTo>
                        <a:pt x="1494191" y="961415"/>
                      </a:lnTo>
                      <a:lnTo>
                        <a:pt x="1496780" y="961415"/>
                      </a:lnTo>
                      <a:close/>
                      <a:moveTo>
                        <a:pt x="1496780" y="976806"/>
                      </a:moveTo>
                      <a:lnTo>
                        <a:pt x="1496780" y="974360"/>
                      </a:lnTo>
                      <a:lnTo>
                        <a:pt x="1499226" y="974360"/>
                      </a:lnTo>
                      <a:lnTo>
                        <a:pt x="1499226" y="977525"/>
                      </a:lnTo>
                      <a:lnTo>
                        <a:pt x="1501671" y="979970"/>
                      </a:lnTo>
                      <a:close/>
                    </a:path>
                  </a:pathLst>
                </a:custGeom>
                <a:grpFill/>
                <a:ln w="3594" cap="rnd">
                  <a:solidFill>
                    <a:srgbClr val="FFFFFF"/>
                  </a:solidFill>
                  <a:prstDash val="solid"/>
                  <a:round/>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58" name="Freeform: Shape 3824">
                  <a:extLst>
                    <a:ext uri="{FF2B5EF4-FFF2-40B4-BE49-F238E27FC236}">
                      <a16:creationId xmlns:a16="http://schemas.microsoft.com/office/drawing/2014/main" id="{199D7E2F-73C3-B504-47E4-D26A16F0527A}"/>
                    </a:ext>
                  </a:extLst>
                </p:cNvPr>
                <p:cNvSpPr/>
                <p:nvPr/>
              </p:nvSpPr>
              <p:spPr>
                <a:xfrm>
                  <a:off x="7934146" y="3926986"/>
                  <a:ext cx="219353" cy="56240"/>
                </a:xfrm>
                <a:custGeom>
                  <a:avLst/>
                  <a:gdLst>
                    <a:gd name="connsiteX0" fmla="*/ 214319 w 219353"/>
                    <a:gd name="connsiteY0" fmla="*/ 25603 h 56240"/>
                    <a:gd name="connsiteX1" fmla="*/ 214319 w 219353"/>
                    <a:gd name="connsiteY1" fmla="*/ 22870 h 56240"/>
                    <a:gd name="connsiteX2" fmla="*/ 211586 w 219353"/>
                    <a:gd name="connsiteY2" fmla="*/ 22870 h 56240"/>
                    <a:gd name="connsiteX3" fmla="*/ 209141 w 219353"/>
                    <a:gd name="connsiteY3" fmla="*/ 20425 h 56240"/>
                    <a:gd name="connsiteX4" fmla="*/ 206695 w 219353"/>
                    <a:gd name="connsiteY4" fmla="*/ 20425 h 56240"/>
                    <a:gd name="connsiteX5" fmla="*/ 206695 w 219353"/>
                    <a:gd name="connsiteY5" fmla="*/ 17980 h 56240"/>
                    <a:gd name="connsiteX6" fmla="*/ 204106 w 219353"/>
                    <a:gd name="connsiteY6" fmla="*/ 17980 h 56240"/>
                    <a:gd name="connsiteX7" fmla="*/ 201373 w 219353"/>
                    <a:gd name="connsiteY7" fmla="*/ 17980 h 56240"/>
                    <a:gd name="connsiteX8" fmla="*/ 201373 w 219353"/>
                    <a:gd name="connsiteY8" fmla="*/ 15391 h 56240"/>
                    <a:gd name="connsiteX9" fmla="*/ 201373 w 219353"/>
                    <a:gd name="connsiteY9" fmla="*/ 12658 h 56240"/>
                    <a:gd name="connsiteX10" fmla="*/ 198928 w 219353"/>
                    <a:gd name="connsiteY10" fmla="*/ 12658 h 56240"/>
                    <a:gd name="connsiteX11" fmla="*/ 196483 w 219353"/>
                    <a:gd name="connsiteY11" fmla="*/ 12658 h 56240"/>
                    <a:gd name="connsiteX12" fmla="*/ 193894 w 219353"/>
                    <a:gd name="connsiteY12" fmla="*/ 12658 h 56240"/>
                    <a:gd name="connsiteX13" fmla="*/ 191449 w 219353"/>
                    <a:gd name="connsiteY13" fmla="*/ 12658 h 56240"/>
                    <a:gd name="connsiteX14" fmla="*/ 188716 w 219353"/>
                    <a:gd name="connsiteY14" fmla="*/ 12658 h 56240"/>
                    <a:gd name="connsiteX15" fmla="*/ 186271 w 219353"/>
                    <a:gd name="connsiteY15" fmla="*/ 12658 h 56240"/>
                    <a:gd name="connsiteX16" fmla="*/ 183681 w 219353"/>
                    <a:gd name="connsiteY16" fmla="*/ 12658 h 56240"/>
                    <a:gd name="connsiteX17" fmla="*/ 181236 w 219353"/>
                    <a:gd name="connsiteY17" fmla="*/ 12658 h 56240"/>
                    <a:gd name="connsiteX18" fmla="*/ 181236 w 219353"/>
                    <a:gd name="connsiteY18" fmla="*/ 15391 h 56240"/>
                    <a:gd name="connsiteX19" fmla="*/ 178503 w 219353"/>
                    <a:gd name="connsiteY19" fmla="*/ 15391 h 56240"/>
                    <a:gd name="connsiteX20" fmla="*/ 178503 w 219353"/>
                    <a:gd name="connsiteY20" fmla="*/ 12658 h 56240"/>
                    <a:gd name="connsiteX21" fmla="*/ 176058 w 219353"/>
                    <a:gd name="connsiteY21" fmla="*/ 12658 h 56240"/>
                    <a:gd name="connsiteX22" fmla="*/ 176058 w 219353"/>
                    <a:gd name="connsiteY22" fmla="*/ 15391 h 56240"/>
                    <a:gd name="connsiteX23" fmla="*/ 173469 w 219353"/>
                    <a:gd name="connsiteY23" fmla="*/ 15391 h 56240"/>
                    <a:gd name="connsiteX24" fmla="*/ 171024 w 219353"/>
                    <a:gd name="connsiteY24" fmla="*/ 15391 h 56240"/>
                    <a:gd name="connsiteX25" fmla="*/ 168291 w 219353"/>
                    <a:gd name="connsiteY25" fmla="*/ 15391 h 56240"/>
                    <a:gd name="connsiteX26" fmla="*/ 168291 w 219353"/>
                    <a:gd name="connsiteY26" fmla="*/ 12658 h 56240"/>
                    <a:gd name="connsiteX27" fmla="*/ 168291 w 219353"/>
                    <a:gd name="connsiteY27" fmla="*/ 10212 h 56240"/>
                    <a:gd name="connsiteX28" fmla="*/ 165845 w 219353"/>
                    <a:gd name="connsiteY28" fmla="*/ 10212 h 56240"/>
                    <a:gd name="connsiteX29" fmla="*/ 163256 w 219353"/>
                    <a:gd name="connsiteY29" fmla="*/ 10212 h 56240"/>
                    <a:gd name="connsiteX30" fmla="*/ 160811 w 219353"/>
                    <a:gd name="connsiteY30" fmla="*/ 10212 h 56240"/>
                    <a:gd name="connsiteX31" fmla="*/ 158078 w 219353"/>
                    <a:gd name="connsiteY31" fmla="*/ 10212 h 56240"/>
                    <a:gd name="connsiteX32" fmla="*/ 155633 w 219353"/>
                    <a:gd name="connsiteY32" fmla="*/ 10212 h 56240"/>
                    <a:gd name="connsiteX33" fmla="*/ 153188 w 219353"/>
                    <a:gd name="connsiteY33" fmla="*/ 10212 h 56240"/>
                    <a:gd name="connsiteX34" fmla="*/ 153188 w 219353"/>
                    <a:gd name="connsiteY34" fmla="*/ 7767 h 56240"/>
                    <a:gd name="connsiteX35" fmla="*/ 150599 w 219353"/>
                    <a:gd name="connsiteY35" fmla="*/ 7767 h 56240"/>
                    <a:gd name="connsiteX36" fmla="*/ 150599 w 219353"/>
                    <a:gd name="connsiteY36" fmla="*/ 5322 h 56240"/>
                    <a:gd name="connsiteX37" fmla="*/ 147866 w 219353"/>
                    <a:gd name="connsiteY37" fmla="*/ 5322 h 56240"/>
                    <a:gd name="connsiteX38" fmla="*/ 145421 w 219353"/>
                    <a:gd name="connsiteY38" fmla="*/ 5322 h 56240"/>
                    <a:gd name="connsiteX39" fmla="*/ 142831 w 219353"/>
                    <a:gd name="connsiteY39" fmla="*/ 5322 h 56240"/>
                    <a:gd name="connsiteX40" fmla="*/ 140386 w 219353"/>
                    <a:gd name="connsiteY40" fmla="*/ 2589 h 56240"/>
                    <a:gd name="connsiteX41" fmla="*/ 140386 w 219353"/>
                    <a:gd name="connsiteY41" fmla="*/ 5322 h 56240"/>
                    <a:gd name="connsiteX42" fmla="*/ 137653 w 219353"/>
                    <a:gd name="connsiteY42" fmla="*/ 5322 h 56240"/>
                    <a:gd name="connsiteX43" fmla="*/ 135208 w 219353"/>
                    <a:gd name="connsiteY43" fmla="*/ 5322 h 56240"/>
                    <a:gd name="connsiteX44" fmla="*/ 135208 w 219353"/>
                    <a:gd name="connsiteY44" fmla="*/ 2589 h 56240"/>
                    <a:gd name="connsiteX45" fmla="*/ 132619 w 219353"/>
                    <a:gd name="connsiteY45" fmla="*/ 2589 h 56240"/>
                    <a:gd name="connsiteX46" fmla="*/ 130174 w 219353"/>
                    <a:gd name="connsiteY46" fmla="*/ 2589 h 56240"/>
                    <a:gd name="connsiteX47" fmla="*/ 127441 w 219353"/>
                    <a:gd name="connsiteY47" fmla="*/ 2589 h 56240"/>
                    <a:gd name="connsiteX48" fmla="*/ 124995 w 219353"/>
                    <a:gd name="connsiteY48" fmla="*/ 2589 h 56240"/>
                    <a:gd name="connsiteX49" fmla="*/ 122550 w 219353"/>
                    <a:gd name="connsiteY49" fmla="*/ 2589 h 56240"/>
                    <a:gd name="connsiteX50" fmla="*/ 119961 w 219353"/>
                    <a:gd name="connsiteY50" fmla="*/ 2589 h 56240"/>
                    <a:gd name="connsiteX51" fmla="*/ 117516 w 219353"/>
                    <a:gd name="connsiteY51" fmla="*/ 2589 h 56240"/>
                    <a:gd name="connsiteX52" fmla="*/ 114783 w 219353"/>
                    <a:gd name="connsiteY52" fmla="*/ 2589 h 56240"/>
                    <a:gd name="connsiteX53" fmla="*/ 112338 w 219353"/>
                    <a:gd name="connsiteY53" fmla="*/ 2589 h 56240"/>
                    <a:gd name="connsiteX54" fmla="*/ 112338 w 219353"/>
                    <a:gd name="connsiteY54" fmla="*/ 0 h 56240"/>
                    <a:gd name="connsiteX55" fmla="*/ 109749 w 219353"/>
                    <a:gd name="connsiteY55" fmla="*/ 0 h 56240"/>
                    <a:gd name="connsiteX56" fmla="*/ 109749 w 219353"/>
                    <a:gd name="connsiteY56" fmla="*/ 2589 h 56240"/>
                    <a:gd name="connsiteX57" fmla="*/ 107303 w 219353"/>
                    <a:gd name="connsiteY57" fmla="*/ 2589 h 56240"/>
                    <a:gd name="connsiteX58" fmla="*/ 107303 w 219353"/>
                    <a:gd name="connsiteY58" fmla="*/ 0 h 56240"/>
                    <a:gd name="connsiteX59" fmla="*/ 104570 w 219353"/>
                    <a:gd name="connsiteY59" fmla="*/ 0 h 56240"/>
                    <a:gd name="connsiteX60" fmla="*/ 102125 w 219353"/>
                    <a:gd name="connsiteY60" fmla="*/ 2589 h 56240"/>
                    <a:gd name="connsiteX61" fmla="*/ 99536 w 219353"/>
                    <a:gd name="connsiteY61" fmla="*/ 0 h 56240"/>
                    <a:gd name="connsiteX62" fmla="*/ 99536 w 219353"/>
                    <a:gd name="connsiteY62" fmla="*/ 2589 h 56240"/>
                    <a:gd name="connsiteX63" fmla="*/ 97091 w 219353"/>
                    <a:gd name="connsiteY63" fmla="*/ 2589 h 56240"/>
                    <a:gd name="connsiteX64" fmla="*/ 94358 w 219353"/>
                    <a:gd name="connsiteY64" fmla="*/ 2589 h 56240"/>
                    <a:gd name="connsiteX65" fmla="*/ 91913 w 219353"/>
                    <a:gd name="connsiteY65" fmla="*/ 2589 h 56240"/>
                    <a:gd name="connsiteX66" fmla="*/ 89323 w 219353"/>
                    <a:gd name="connsiteY66" fmla="*/ 2589 h 56240"/>
                    <a:gd name="connsiteX67" fmla="*/ 86878 w 219353"/>
                    <a:gd name="connsiteY67" fmla="*/ 2589 h 56240"/>
                    <a:gd name="connsiteX68" fmla="*/ 84145 w 219353"/>
                    <a:gd name="connsiteY68" fmla="*/ 2589 h 56240"/>
                    <a:gd name="connsiteX69" fmla="*/ 81700 w 219353"/>
                    <a:gd name="connsiteY69" fmla="*/ 2589 h 56240"/>
                    <a:gd name="connsiteX70" fmla="*/ 79111 w 219353"/>
                    <a:gd name="connsiteY70" fmla="*/ 2589 h 56240"/>
                    <a:gd name="connsiteX71" fmla="*/ 76666 w 219353"/>
                    <a:gd name="connsiteY71" fmla="*/ 2589 h 56240"/>
                    <a:gd name="connsiteX72" fmla="*/ 73933 w 219353"/>
                    <a:gd name="connsiteY72" fmla="*/ 2589 h 56240"/>
                    <a:gd name="connsiteX73" fmla="*/ 73933 w 219353"/>
                    <a:gd name="connsiteY73" fmla="*/ 5322 h 56240"/>
                    <a:gd name="connsiteX74" fmla="*/ 71488 w 219353"/>
                    <a:gd name="connsiteY74" fmla="*/ 5322 h 56240"/>
                    <a:gd name="connsiteX75" fmla="*/ 68899 w 219353"/>
                    <a:gd name="connsiteY75" fmla="*/ 5322 h 56240"/>
                    <a:gd name="connsiteX76" fmla="*/ 66453 w 219353"/>
                    <a:gd name="connsiteY76" fmla="*/ 5322 h 56240"/>
                    <a:gd name="connsiteX77" fmla="*/ 63720 w 219353"/>
                    <a:gd name="connsiteY77" fmla="*/ 5322 h 56240"/>
                    <a:gd name="connsiteX78" fmla="*/ 63720 w 219353"/>
                    <a:gd name="connsiteY78" fmla="*/ 7767 h 56240"/>
                    <a:gd name="connsiteX79" fmla="*/ 61275 w 219353"/>
                    <a:gd name="connsiteY79" fmla="*/ 7767 h 56240"/>
                    <a:gd name="connsiteX80" fmla="*/ 58830 w 219353"/>
                    <a:gd name="connsiteY80" fmla="*/ 7767 h 56240"/>
                    <a:gd name="connsiteX81" fmla="*/ 56241 w 219353"/>
                    <a:gd name="connsiteY81" fmla="*/ 7767 h 56240"/>
                    <a:gd name="connsiteX82" fmla="*/ 53508 w 219353"/>
                    <a:gd name="connsiteY82" fmla="*/ 7767 h 56240"/>
                    <a:gd name="connsiteX83" fmla="*/ 51063 w 219353"/>
                    <a:gd name="connsiteY83" fmla="*/ 7767 h 56240"/>
                    <a:gd name="connsiteX84" fmla="*/ 48473 w 219353"/>
                    <a:gd name="connsiteY84" fmla="*/ 7767 h 56240"/>
                    <a:gd name="connsiteX85" fmla="*/ 46028 w 219353"/>
                    <a:gd name="connsiteY85" fmla="*/ 7767 h 56240"/>
                    <a:gd name="connsiteX86" fmla="*/ 46028 w 219353"/>
                    <a:gd name="connsiteY86" fmla="*/ 10212 h 56240"/>
                    <a:gd name="connsiteX87" fmla="*/ 43583 w 219353"/>
                    <a:gd name="connsiteY87" fmla="*/ 10212 h 56240"/>
                    <a:gd name="connsiteX88" fmla="*/ 40850 w 219353"/>
                    <a:gd name="connsiteY88" fmla="*/ 10212 h 56240"/>
                    <a:gd name="connsiteX89" fmla="*/ 38405 w 219353"/>
                    <a:gd name="connsiteY89" fmla="*/ 10212 h 56240"/>
                    <a:gd name="connsiteX90" fmla="*/ 35816 w 219353"/>
                    <a:gd name="connsiteY90" fmla="*/ 10212 h 56240"/>
                    <a:gd name="connsiteX91" fmla="*/ 33371 w 219353"/>
                    <a:gd name="connsiteY91" fmla="*/ 10212 h 56240"/>
                    <a:gd name="connsiteX92" fmla="*/ 30638 w 219353"/>
                    <a:gd name="connsiteY92" fmla="*/ 10212 h 56240"/>
                    <a:gd name="connsiteX93" fmla="*/ 28192 w 219353"/>
                    <a:gd name="connsiteY93" fmla="*/ 10212 h 56240"/>
                    <a:gd name="connsiteX94" fmla="*/ 25603 w 219353"/>
                    <a:gd name="connsiteY94" fmla="*/ 10212 h 56240"/>
                    <a:gd name="connsiteX95" fmla="*/ 23158 w 219353"/>
                    <a:gd name="connsiteY95" fmla="*/ 10212 h 56240"/>
                    <a:gd name="connsiteX96" fmla="*/ 20425 w 219353"/>
                    <a:gd name="connsiteY96" fmla="*/ 10212 h 56240"/>
                    <a:gd name="connsiteX97" fmla="*/ 20425 w 219353"/>
                    <a:gd name="connsiteY97" fmla="*/ 12658 h 56240"/>
                    <a:gd name="connsiteX98" fmla="*/ 17980 w 219353"/>
                    <a:gd name="connsiteY98" fmla="*/ 12658 h 56240"/>
                    <a:gd name="connsiteX99" fmla="*/ 15391 w 219353"/>
                    <a:gd name="connsiteY99" fmla="*/ 12658 h 56240"/>
                    <a:gd name="connsiteX100" fmla="*/ 15391 w 219353"/>
                    <a:gd name="connsiteY100" fmla="*/ 15391 h 56240"/>
                    <a:gd name="connsiteX101" fmla="*/ 12945 w 219353"/>
                    <a:gd name="connsiteY101" fmla="*/ 15391 h 56240"/>
                    <a:gd name="connsiteX102" fmla="*/ 10212 w 219353"/>
                    <a:gd name="connsiteY102" fmla="*/ 15391 h 56240"/>
                    <a:gd name="connsiteX103" fmla="*/ 10212 w 219353"/>
                    <a:gd name="connsiteY103" fmla="*/ 17980 h 56240"/>
                    <a:gd name="connsiteX104" fmla="*/ 7767 w 219353"/>
                    <a:gd name="connsiteY104" fmla="*/ 17980 h 56240"/>
                    <a:gd name="connsiteX105" fmla="*/ 7767 w 219353"/>
                    <a:gd name="connsiteY105" fmla="*/ 20425 h 56240"/>
                    <a:gd name="connsiteX106" fmla="*/ 5178 w 219353"/>
                    <a:gd name="connsiteY106" fmla="*/ 20425 h 56240"/>
                    <a:gd name="connsiteX107" fmla="*/ 2733 w 219353"/>
                    <a:gd name="connsiteY107" fmla="*/ 22870 h 56240"/>
                    <a:gd name="connsiteX108" fmla="*/ 2733 w 219353"/>
                    <a:gd name="connsiteY108" fmla="*/ 25603 h 56240"/>
                    <a:gd name="connsiteX109" fmla="*/ 0 w 219353"/>
                    <a:gd name="connsiteY109" fmla="*/ 25603 h 56240"/>
                    <a:gd name="connsiteX110" fmla="*/ 0 w 219353"/>
                    <a:gd name="connsiteY110" fmla="*/ 28192 h 56240"/>
                    <a:gd name="connsiteX111" fmla="*/ 2733 w 219353"/>
                    <a:gd name="connsiteY111" fmla="*/ 28192 h 56240"/>
                    <a:gd name="connsiteX112" fmla="*/ 5178 w 219353"/>
                    <a:gd name="connsiteY112" fmla="*/ 28192 h 56240"/>
                    <a:gd name="connsiteX113" fmla="*/ 5178 w 219353"/>
                    <a:gd name="connsiteY113" fmla="*/ 30638 h 56240"/>
                    <a:gd name="connsiteX114" fmla="*/ 7767 w 219353"/>
                    <a:gd name="connsiteY114" fmla="*/ 28192 h 56240"/>
                    <a:gd name="connsiteX115" fmla="*/ 7767 w 219353"/>
                    <a:gd name="connsiteY115" fmla="*/ 30638 h 56240"/>
                    <a:gd name="connsiteX116" fmla="*/ 10212 w 219353"/>
                    <a:gd name="connsiteY116" fmla="*/ 30638 h 56240"/>
                    <a:gd name="connsiteX117" fmla="*/ 10212 w 219353"/>
                    <a:gd name="connsiteY117" fmla="*/ 33083 h 56240"/>
                    <a:gd name="connsiteX118" fmla="*/ 12945 w 219353"/>
                    <a:gd name="connsiteY118" fmla="*/ 33083 h 56240"/>
                    <a:gd name="connsiteX119" fmla="*/ 12945 w 219353"/>
                    <a:gd name="connsiteY119" fmla="*/ 30638 h 56240"/>
                    <a:gd name="connsiteX120" fmla="*/ 12945 w 219353"/>
                    <a:gd name="connsiteY120" fmla="*/ 28192 h 56240"/>
                    <a:gd name="connsiteX121" fmla="*/ 15391 w 219353"/>
                    <a:gd name="connsiteY121" fmla="*/ 28192 h 56240"/>
                    <a:gd name="connsiteX122" fmla="*/ 15391 w 219353"/>
                    <a:gd name="connsiteY122" fmla="*/ 30638 h 56240"/>
                    <a:gd name="connsiteX123" fmla="*/ 17980 w 219353"/>
                    <a:gd name="connsiteY123" fmla="*/ 30638 h 56240"/>
                    <a:gd name="connsiteX124" fmla="*/ 17980 w 219353"/>
                    <a:gd name="connsiteY124" fmla="*/ 33083 h 56240"/>
                    <a:gd name="connsiteX125" fmla="*/ 20425 w 219353"/>
                    <a:gd name="connsiteY125" fmla="*/ 33083 h 56240"/>
                    <a:gd name="connsiteX126" fmla="*/ 23158 w 219353"/>
                    <a:gd name="connsiteY126" fmla="*/ 33083 h 56240"/>
                    <a:gd name="connsiteX127" fmla="*/ 25603 w 219353"/>
                    <a:gd name="connsiteY127" fmla="*/ 33083 h 56240"/>
                    <a:gd name="connsiteX128" fmla="*/ 28192 w 219353"/>
                    <a:gd name="connsiteY128" fmla="*/ 33083 h 56240"/>
                    <a:gd name="connsiteX129" fmla="*/ 30638 w 219353"/>
                    <a:gd name="connsiteY129" fmla="*/ 33083 h 56240"/>
                    <a:gd name="connsiteX130" fmla="*/ 33371 w 219353"/>
                    <a:gd name="connsiteY130" fmla="*/ 33083 h 56240"/>
                    <a:gd name="connsiteX131" fmla="*/ 35816 w 219353"/>
                    <a:gd name="connsiteY131" fmla="*/ 33083 h 56240"/>
                    <a:gd name="connsiteX132" fmla="*/ 38405 w 219353"/>
                    <a:gd name="connsiteY132" fmla="*/ 33083 h 56240"/>
                    <a:gd name="connsiteX133" fmla="*/ 40850 w 219353"/>
                    <a:gd name="connsiteY133" fmla="*/ 33083 h 56240"/>
                    <a:gd name="connsiteX134" fmla="*/ 43583 w 219353"/>
                    <a:gd name="connsiteY134" fmla="*/ 33083 h 56240"/>
                    <a:gd name="connsiteX135" fmla="*/ 46028 w 219353"/>
                    <a:gd name="connsiteY135" fmla="*/ 33083 h 56240"/>
                    <a:gd name="connsiteX136" fmla="*/ 48473 w 219353"/>
                    <a:gd name="connsiteY136" fmla="*/ 33083 h 56240"/>
                    <a:gd name="connsiteX137" fmla="*/ 51063 w 219353"/>
                    <a:gd name="connsiteY137" fmla="*/ 33083 h 56240"/>
                    <a:gd name="connsiteX138" fmla="*/ 53508 w 219353"/>
                    <a:gd name="connsiteY138" fmla="*/ 33083 h 56240"/>
                    <a:gd name="connsiteX139" fmla="*/ 56241 w 219353"/>
                    <a:gd name="connsiteY139" fmla="*/ 33083 h 56240"/>
                    <a:gd name="connsiteX140" fmla="*/ 56241 w 219353"/>
                    <a:gd name="connsiteY140" fmla="*/ 35816 h 56240"/>
                    <a:gd name="connsiteX141" fmla="*/ 58830 w 219353"/>
                    <a:gd name="connsiteY141" fmla="*/ 35816 h 56240"/>
                    <a:gd name="connsiteX142" fmla="*/ 61275 w 219353"/>
                    <a:gd name="connsiteY142" fmla="*/ 35816 h 56240"/>
                    <a:gd name="connsiteX143" fmla="*/ 61275 w 219353"/>
                    <a:gd name="connsiteY143" fmla="*/ 38405 h 56240"/>
                    <a:gd name="connsiteX144" fmla="*/ 63720 w 219353"/>
                    <a:gd name="connsiteY144" fmla="*/ 38405 h 56240"/>
                    <a:gd name="connsiteX145" fmla="*/ 66453 w 219353"/>
                    <a:gd name="connsiteY145" fmla="*/ 38405 h 56240"/>
                    <a:gd name="connsiteX146" fmla="*/ 68899 w 219353"/>
                    <a:gd name="connsiteY146" fmla="*/ 38405 h 56240"/>
                    <a:gd name="connsiteX147" fmla="*/ 68899 w 219353"/>
                    <a:gd name="connsiteY147" fmla="*/ 40850 h 56240"/>
                    <a:gd name="connsiteX148" fmla="*/ 71488 w 219353"/>
                    <a:gd name="connsiteY148" fmla="*/ 40850 h 56240"/>
                    <a:gd name="connsiteX149" fmla="*/ 73933 w 219353"/>
                    <a:gd name="connsiteY149" fmla="*/ 40850 h 56240"/>
                    <a:gd name="connsiteX150" fmla="*/ 73933 w 219353"/>
                    <a:gd name="connsiteY150" fmla="*/ 43295 h 56240"/>
                    <a:gd name="connsiteX151" fmla="*/ 76666 w 219353"/>
                    <a:gd name="connsiteY151" fmla="*/ 43295 h 56240"/>
                    <a:gd name="connsiteX152" fmla="*/ 76666 w 219353"/>
                    <a:gd name="connsiteY152" fmla="*/ 46028 h 56240"/>
                    <a:gd name="connsiteX153" fmla="*/ 76666 w 219353"/>
                    <a:gd name="connsiteY153" fmla="*/ 48617 h 56240"/>
                    <a:gd name="connsiteX154" fmla="*/ 79111 w 219353"/>
                    <a:gd name="connsiteY154" fmla="*/ 48617 h 56240"/>
                    <a:gd name="connsiteX155" fmla="*/ 81700 w 219353"/>
                    <a:gd name="connsiteY155" fmla="*/ 48617 h 56240"/>
                    <a:gd name="connsiteX156" fmla="*/ 81700 w 219353"/>
                    <a:gd name="connsiteY156" fmla="*/ 51062 h 56240"/>
                    <a:gd name="connsiteX157" fmla="*/ 81700 w 219353"/>
                    <a:gd name="connsiteY157" fmla="*/ 53508 h 56240"/>
                    <a:gd name="connsiteX158" fmla="*/ 84145 w 219353"/>
                    <a:gd name="connsiteY158" fmla="*/ 53508 h 56240"/>
                    <a:gd name="connsiteX159" fmla="*/ 86878 w 219353"/>
                    <a:gd name="connsiteY159" fmla="*/ 53508 h 56240"/>
                    <a:gd name="connsiteX160" fmla="*/ 89323 w 219353"/>
                    <a:gd name="connsiteY160" fmla="*/ 53508 h 56240"/>
                    <a:gd name="connsiteX161" fmla="*/ 91913 w 219353"/>
                    <a:gd name="connsiteY161" fmla="*/ 53508 h 56240"/>
                    <a:gd name="connsiteX162" fmla="*/ 94358 w 219353"/>
                    <a:gd name="connsiteY162" fmla="*/ 53508 h 56240"/>
                    <a:gd name="connsiteX163" fmla="*/ 97091 w 219353"/>
                    <a:gd name="connsiteY163" fmla="*/ 53508 h 56240"/>
                    <a:gd name="connsiteX164" fmla="*/ 99536 w 219353"/>
                    <a:gd name="connsiteY164" fmla="*/ 53508 h 56240"/>
                    <a:gd name="connsiteX165" fmla="*/ 102125 w 219353"/>
                    <a:gd name="connsiteY165" fmla="*/ 53508 h 56240"/>
                    <a:gd name="connsiteX166" fmla="*/ 104570 w 219353"/>
                    <a:gd name="connsiteY166" fmla="*/ 51062 h 56240"/>
                    <a:gd name="connsiteX167" fmla="*/ 104570 w 219353"/>
                    <a:gd name="connsiteY167" fmla="*/ 53508 h 56240"/>
                    <a:gd name="connsiteX168" fmla="*/ 107303 w 219353"/>
                    <a:gd name="connsiteY168" fmla="*/ 53508 h 56240"/>
                    <a:gd name="connsiteX169" fmla="*/ 109749 w 219353"/>
                    <a:gd name="connsiteY169" fmla="*/ 53508 h 56240"/>
                    <a:gd name="connsiteX170" fmla="*/ 109749 w 219353"/>
                    <a:gd name="connsiteY170" fmla="*/ 56241 h 56240"/>
                    <a:gd name="connsiteX171" fmla="*/ 112338 w 219353"/>
                    <a:gd name="connsiteY171" fmla="*/ 56241 h 56240"/>
                    <a:gd name="connsiteX172" fmla="*/ 114783 w 219353"/>
                    <a:gd name="connsiteY172" fmla="*/ 56241 h 56240"/>
                    <a:gd name="connsiteX173" fmla="*/ 117516 w 219353"/>
                    <a:gd name="connsiteY173" fmla="*/ 56241 h 56240"/>
                    <a:gd name="connsiteX174" fmla="*/ 119961 w 219353"/>
                    <a:gd name="connsiteY174" fmla="*/ 56241 h 56240"/>
                    <a:gd name="connsiteX175" fmla="*/ 122550 w 219353"/>
                    <a:gd name="connsiteY175" fmla="*/ 56241 h 56240"/>
                    <a:gd name="connsiteX176" fmla="*/ 124995 w 219353"/>
                    <a:gd name="connsiteY176" fmla="*/ 56241 h 56240"/>
                    <a:gd name="connsiteX177" fmla="*/ 127441 w 219353"/>
                    <a:gd name="connsiteY177" fmla="*/ 56241 h 56240"/>
                    <a:gd name="connsiteX178" fmla="*/ 130174 w 219353"/>
                    <a:gd name="connsiteY178" fmla="*/ 56241 h 56240"/>
                    <a:gd name="connsiteX179" fmla="*/ 132619 w 219353"/>
                    <a:gd name="connsiteY179" fmla="*/ 56241 h 56240"/>
                    <a:gd name="connsiteX180" fmla="*/ 135208 w 219353"/>
                    <a:gd name="connsiteY180" fmla="*/ 56241 h 56240"/>
                    <a:gd name="connsiteX181" fmla="*/ 137653 w 219353"/>
                    <a:gd name="connsiteY181" fmla="*/ 56241 h 56240"/>
                    <a:gd name="connsiteX182" fmla="*/ 137653 w 219353"/>
                    <a:gd name="connsiteY182" fmla="*/ 53508 h 56240"/>
                    <a:gd name="connsiteX183" fmla="*/ 140386 w 219353"/>
                    <a:gd name="connsiteY183" fmla="*/ 53508 h 56240"/>
                    <a:gd name="connsiteX184" fmla="*/ 140386 w 219353"/>
                    <a:gd name="connsiteY184" fmla="*/ 56241 h 56240"/>
                    <a:gd name="connsiteX185" fmla="*/ 142831 w 219353"/>
                    <a:gd name="connsiteY185" fmla="*/ 53508 h 56240"/>
                    <a:gd name="connsiteX186" fmla="*/ 142831 w 219353"/>
                    <a:gd name="connsiteY186" fmla="*/ 56241 h 56240"/>
                    <a:gd name="connsiteX187" fmla="*/ 145421 w 219353"/>
                    <a:gd name="connsiteY187" fmla="*/ 53508 h 56240"/>
                    <a:gd name="connsiteX188" fmla="*/ 147866 w 219353"/>
                    <a:gd name="connsiteY188" fmla="*/ 53508 h 56240"/>
                    <a:gd name="connsiteX189" fmla="*/ 150599 w 219353"/>
                    <a:gd name="connsiteY189" fmla="*/ 53508 h 56240"/>
                    <a:gd name="connsiteX190" fmla="*/ 153188 w 219353"/>
                    <a:gd name="connsiteY190" fmla="*/ 53508 h 56240"/>
                    <a:gd name="connsiteX191" fmla="*/ 155633 w 219353"/>
                    <a:gd name="connsiteY191" fmla="*/ 53508 h 56240"/>
                    <a:gd name="connsiteX192" fmla="*/ 158078 w 219353"/>
                    <a:gd name="connsiteY192" fmla="*/ 53508 h 56240"/>
                    <a:gd name="connsiteX193" fmla="*/ 160811 w 219353"/>
                    <a:gd name="connsiteY193" fmla="*/ 51062 h 56240"/>
                    <a:gd name="connsiteX194" fmla="*/ 163256 w 219353"/>
                    <a:gd name="connsiteY194" fmla="*/ 51062 h 56240"/>
                    <a:gd name="connsiteX195" fmla="*/ 165845 w 219353"/>
                    <a:gd name="connsiteY195" fmla="*/ 51062 h 56240"/>
                    <a:gd name="connsiteX196" fmla="*/ 168291 w 219353"/>
                    <a:gd name="connsiteY196" fmla="*/ 51062 h 56240"/>
                    <a:gd name="connsiteX197" fmla="*/ 171024 w 219353"/>
                    <a:gd name="connsiteY197" fmla="*/ 51062 h 56240"/>
                    <a:gd name="connsiteX198" fmla="*/ 173469 w 219353"/>
                    <a:gd name="connsiteY198" fmla="*/ 51062 h 56240"/>
                    <a:gd name="connsiteX199" fmla="*/ 176058 w 219353"/>
                    <a:gd name="connsiteY199" fmla="*/ 51062 h 56240"/>
                    <a:gd name="connsiteX200" fmla="*/ 178503 w 219353"/>
                    <a:gd name="connsiteY200" fmla="*/ 51062 h 56240"/>
                    <a:gd name="connsiteX201" fmla="*/ 181236 w 219353"/>
                    <a:gd name="connsiteY201" fmla="*/ 51062 h 56240"/>
                    <a:gd name="connsiteX202" fmla="*/ 183681 w 219353"/>
                    <a:gd name="connsiteY202" fmla="*/ 51062 h 56240"/>
                    <a:gd name="connsiteX203" fmla="*/ 186271 w 219353"/>
                    <a:gd name="connsiteY203" fmla="*/ 51062 h 56240"/>
                    <a:gd name="connsiteX204" fmla="*/ 186271 w 219353"/>
                    <a:gd name="connsiteY204" fmla="*/ 48617 h 56240"/>
                    <a:gd name="connsiteX205" fmla="*/ 188716 w 219353"/>
                    <a:gd name="connsiteY205" fmla="*/ 48617 h 56240"/>
                    <a:gd name="connsiteX206" fmla="*/ 191449 w 219353"/>
                    <a:gd name="connsiteY206" fmla="*/ 46028 h 56240"/>
                    <a:gd name="connsiteX207" fmla="*/ 193894 w 219353"/>
                    <a:gd name="connsiteY207" fmla="*/ 46028 h 56240"/>
                    <a:gd name="connsiteX208" fmla="*/ 196483 w 219353"/>
                    <a:gd name="connsiteY208" fmla="*/ 46028 h 56240"/>
                    <a:gd name="connsiteX209" fmla="*/ 196483 w 219353"/>
                    <a:gd name="connsiteY209" fmla="*/ 43295 h 56240"/>
                    <a:gd name="connsiteX210" fmla="*/ 198928 w 219353"/>
                    <a:gd name="connsiteY210" fmla="*/ 43295 h 56240"/>
                    <a:gd name="connsiteX211" fmla="*/ 201373 w 219353"/>
                    <a:gd name="connsiteY211" fmla="*/ 43295 h 56240"/>
                    <a:gd name="connsiteX212" fmla="*/ 204106 w 219353"/>
                    <a:gd name="connsiteY212" fmla="*/ 40850 h 56240"/>
                    <a:gd name="connsiteX213" fmla="*/ 206695 w 219353"/>
                    <a:gd name="connsiteY213" fmla="*/ 40850 h 56240"/>
                    <a:gd name="connsiteX214" fmla="*/ 206695 w 219353"/>
                    <a:gd name="connsiteY214" fmla="*/ 38405 h 56240"/>
                    <a:gd name="connsiteX215" fmla="*/ 209141 w 219353"/>
                    <a:gd name="connsiteY215" fmla="*/ 38405 h 56240"/>
                    <a:gd name="connsiteX216" fmla="*/ 211586 w 219353"/>
                    <a:gd name="connsiteY216" fmla="*/ 38405 h 56240"/>
                    <a:gd name="connsiteX217" fmla="*/ 214319 w 219353"/>
                    <a:gd name="connsiteY217" fmla="*/ 35816 h 56240"/>
                    <a:gd name="connsiteX218" fmla="*/ 216908 w 219353"/>
                    <a:gd name="connsiteY218" fmla="*/ 35816 h 56240"/>
                    <a:gd name="connsiteX219" fmla="*/ 216908 w 219353"/>
                    <a:gd name="connsiteY219" fmla="*/ 33083 h 56240"/>
                    <a:gd name="connsiteX220" fmla="*/ 219353 w 219353"/>
                    <a:gd name="connsiteY220" fmla="*/ 33083 h 56240"/>
                    <a:gd name="connsiteX221" fmla="*/ 219353 w 219353"/>
                    <a:gd name="connsiteY221" fmla="*/ 30638 h 56240"/>
                    <a:gd name="connsiteX222" fmla="*/ 219353 w 219353"/>
                    <a:gd name="connsiteY222" fmla="*/ 28192 h 56240"/>
                    <a:gd name="connsiteX223" fmla="*/ 219353 w 219353"/>
                    <a:gd name="connsiteY223" fmla="*/ 25603 h 56240"/>
                    <a:gd name="connsiteX224" fmla="*/ 216908 w 219353"/>
                    <a:gd name="connsiteY224" fmla="*/ 25603 h 56240"/>
                    <a:gd name="connsiteX225" fmla="*/ 214319 w 219353"/>
                    <a:gd name="connsiteY225" fmla="*/ 25603 h 56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Lst>
                  <a:rect l="l" t="t" r="r" b="b"/>
                  <a:pathLst>
                    <a:path w="219353" h="56240">
                      <a:moveTo>
                        <a:pt x="214319" y="25603"/>
                      </a:moveTo>
                      <a:lnTo>
                        <a:pt x="214319" y="22870"/>
                      </a:lnTo>
                      <a:lnTo>
                        <a:pt x="211586" y="22870"/>
                      </a:lnTo>
                      <a:lnTo>
                        <a:pt x="209141" y="20425"/>
                      </a:lnTo>
                      <a:lnTo>
                        <a:pt x="206695" y="20425"/>
                      </a:lnTo>
                      <a:lnTo>
                        <a:pt x="206695" y="17980"/>
                      </a:lnTo>
                      <a:lnTo>
                        <a:pt x="204106" y="17980"/>
                      </a:lnTo>
                      <a:lnTo>
                        <a:pt x="201373" y="17980"/>
                      </a:lnTo>
                      <a:lnTo>
                        <a:pt x="201373" y="15391"/>
                      </a:lnTo>
                      <a:lnTo>
                        <a:pt x="201373" y="12658"/>
                      </a:lnTo>
                      <a:lnTo>
                        <a:pt x="198928" y="12658"/>
                      </a:lnTo>
                      <a:lnTo>
                        <a:pt x="196483" y="12658"/>
                      </a:lnTo>
                      <a:lnTo>
                        <a:pt x="193894" y="12658"/>
                      </a:lnTo>
                      <a:lnTo>
                        <a:pt x="191449" y="12658"/>
                      </a:lnTo>
                      <a:lnTo>
                        <a:pt x="188716" y="12658"/>
                      </a:lnTo>
                      <a:lnTo>
                        <a:pt x="186271" y="12658"/>
                      </a:lnTo>
                      <a:lnTo>
                        <a:pt x="183681" y="12658"/>
                      </a:lnTo>
                      <a:lnTo>
                        <a:pt x="181236" y="12658"/>
                      </a:lnTo>
                      <a:lnTo>
                        <a:pt x="181236" y="15391"/>
                      </a:lnTo>
                      <a:lnTo>
                        <a:pt x="178503" y="15391"/>
                      </a:lnTo>
                      <a:lnTo>
                        <a:pt x="178503" y="12658"/>
                      </a:lnTo>
                      <a:lnTo>
                        <a:pt x="176058" y="12658"/>
                      </a:lnTo>
                      <a:lnTo>
                        <a:pt x="176058" y="15391"/>
                      </a:lnTo>
                      <a:lnTo>
                        <a:pt x="173469" y="15391"/>
                      </a:lnTo>
                      <a:lnTo>
                        <a:pt x="171024" y="15391"/>
                      </a:lnTo>
                      <a:lnTo>
                        <a:pt x="168291" y="15391"/>
                      </a:lnTo>
                      <a:lnTo>
                        <a:pt x="168291" y="12658"/>
                      </a:lnTo>
                      <a:lnTo>
                        <a:pt x="168291" y="10212"/>
                      </a:lnTo>
                      <a:lnTo>
                        <a:pt x="165845" y="10212"/>
                      </a:lnTo>
                      <a:lnTo>
                        <a:pt x="163256" y="10212"/>
                      </a:lnTo>
                      <a:lnTo>
                        <a:pt x="160811" y="10212"/>
                      </a:lnTo>
                      <a:lnTo>
                        <a:pt x="158078" y="10212"/>
                      </a:lnTo>
                      <a:lnTo>
                        <a:pt x="155633" y="10212"/>
                      </a:lnTo>
                      <a:lnTo>
                        <a:pt x="153188" y="10212"/>
                      </a:lnTo>
                      <a:lnTo>
                        <a:pt x="153188" y="7767"/>
                      </a:lnTo>
                      <a:lnTo>
                        <a:pt x="150599" y="7767"/>
                      </a:lnTo>
                      <a:lnTo>
                        <a:pt x="150599" y="5322"/>
                      </a:lnTo>
                      <a:lnTo>
                        <a:pt x="147866" y="5322"/>
                      </a:lnTo>
                      <a:lnTo>
                        <a:pt x="145421" y="5322"/>
                      </a:lnTo>
                      <a:lnTo>
                        <a:pt x="142831" y="5322"/>
                      </a:lnTo>
                      <a:lnTo>
                        <a:pt x="140386" y="2589"/>
                      </a:lnTo>
                      <a:lnTo>
                        <a:pt x="140386" y="5322"/>
                      </a:lnTo>
                      <a:lnTo>
                        <a:pt x="137653" y="5322"/>
                      </a:lnTo>
                      <a:lnTo>
                        <a:pt x="135208" y="5322"/>
                      </a:lnTo>
                      <a:lnTo>
                        <a:pt x="135208" y="2589"/>
                      </a:lnTo>
                      <a:lnTo>
                        <a:pt x="132619" y="2589"/>
                      </a:lnTo>
                      <a:lnTo>
                        <a:pt x="130174" y="2589"/>
                      </a:lnTo>
                      <a:lnTo>
                        <a:pt x="127441" y="2589"/>
                      </a:lnTo>
                      <a:lnTo>
                        <a:pt x="124995" y="2589"/>
                      </a:lnTo>
                      <a:lnTo>
                        <a:pt x="122550" y="2589"/>
                      </a:lnTo>
                      <a:lnTo>
                        <a:pt x="119961" y="2589"/>
                      </a:lnTo>
                      <a:lnTo>
                        <a:pt x="117516" y="2589"/>
                      </a:lnTo>
                      <a:lnTo>
                        <a:pt x="114783" y="2589"/>
                      </a:lnTo>
                      <a:lnTo>
                        <a:pt x="112338" y="2589"/>
                      </a:lnTo>
                      <a:lnTo>
                        <a:pt x="112338" y="0"/>
                      </a:lnTo>
                      <a:lnTo>
                        <a:pt x="109749" y="0"/>
                      </a:lnTo>
                      <a:lnTo>
                        <a:pt x="109749" y="2589"/>
                      </a:lnTo>
                      <a:lnTo>
                        <a:pt x="107303" y="2589"/>
                      </a:lnTo>
                      <a:lnTo>
                        <a:pt x="107303" y="0"/>
                      </a:lnTo>
                      <a:lnTo>
                        <a:pt x="104570" y="0"/>
                      </a:lnTo>
                      <a:lnTo>
                        <a:pt x="102125" y="2589"/>
                      </a:lnTo>
                      <a:lnTo>
                        <a:pt x="99536" y="0"/>
                      </a:lnTo>
                      <a:lnTo>
                        <a:pt x="99536" y="2589"/>
                      </a:lnTo>
                      <a:lnTo>
                        <a:pt x="97091" y="2589"/>
                      </a:lnTo>
                      <a:lnTo>
                        <a:pt x="94358" y="2589"/>
                      </a:lnTo>
                      <a:lnTo>
                        <a:pt x="91913" y="2589"/>
                      </a:lnTo>
                      <a:lnTo>
                        <a:pt x="89323" y="2589"/>
                      </a:lnTo>
                      <a:lnTo>
                        <a:pt x="86878" y="2589"/>
                      </a:lnTo>
                      <a:lnTo>
                        <a:pt x="84145" y="2589"/>
                      </a:lnTo>
                      <a:lnTo>
                        <a:pt x="81700" y="2589"/>
                      </a:lnTo>
                      <a:lnTo>
                        <a:pt x="79111" y="2589"/>
                      </a:lnTo>
                      <a:lnTo>
                        <a:pt x="76666" y="2589"/>
                      </a:lnTo>
                      <a:lnTo>
                        <a:pt x="73933" y="2589"/>
                      </a:lnTo>
                      <a:lnTo>
                        <a:pt x="73933" y="5322"/>
                      </a:lnTo>
                      <a:lnTo>
                        <a:pt x="71488" y="5322"/>
                      </a:lnTo>
                      <a:lnTo>
                        <a:pt x="68899" y="5322"/>
                      </a:lnTo>
                      <a:lnTo>
                        <a:pt x="66453" y="5322"/>
                      </a:lnTo>
                      <a:lnTo>
                        <a:pt x="63720" y="5322"/>
                      </a:lnTo>
                      <a:lnTo>
                        <a:pt x="63720" y="7767"/>
                      </a:lnTo>
                      <a:lnTo>
                        <a:pt x="61275" y="7767"/>
                      </a:lnTo>
                      <a:lnTo>
                        <a:pt x="58830" y="7767"/>
                      </a:lnTo>
                      <a:lnTo>
                        <a:pt x="56241" y="7767"/>
                      </a:lnTo>
                      <a:lnTo>
                        <a:pt x="53508" y="7767"/>
                      </a:lnTo>
                      <a:lnTo>
                        <a:pt x="51063" y="7767"/>
                      </a:lnTo>
                      <a:lnTo>
                        <a:pt x="48473" y="7767"/>
                      </a:lnTo>
                      <a:lnTo>
                        <a:pt x="46028" y="7767"/>
                      </a:lnTo>
                      <a:lnTo>
                        <a:pt x="46028" y="10212"/>
                      </a:lnTo>
                      <a:lnTo>
                        <a:pt x="43583" y="10212"/>
                      </a:lnTo>
                      <a:lnTo>
                        <a:pt x="40850" y="10212"/>
                      </a:lnTo>
                      <a:lnTo>
                        <a:pt x="38405" y="10212"/>
                      </a:lnTo>
                      <a:lnTo>
                        <a:pt x="35816" y="10212"/>
                      </a:lnTo>
                      <a:lnTo>
                        <a:pt x="33371" y="10212"/>
                      </a:lnTo>
                      <a:lnTo>
                        <a:pt x="30638" y="10212"/>
                      </a:lnTo>
                      <a:lnTo>
                        <a:pt x="28192" y="10212"/>
                      </a:lnTo>
                      <a:lnTo>
                        <a:pt x="25603" y="10212"/>
                      </a:lnTo>
                      <a:lnTo>
                        <a:pt x="23158" y="10212"/>
                      </a:lnTo>
                      <a:lnTo>
                        <a:pt x="20425" y="10212"/>
                      </a:lnTo>
                      <a:lnTo>
                        <a:pt x="20425" y="12658"/>
                      </a:lnTo>
                      <a:lnTo>
                        <a:pt x="17980" y="12658"/>
                      </a:lnTo>
                      <a:lnTo>
                        <a:pt x="15391" y="12658"/>
                      </a:lnTo>
                      <a:lnTo>
                        <a:pt x="15391" y="15391"/>
                      </a:lnTo>
                      <a:lnTo>
                        <a:pt x="12945" y="15391"/>
                      </a:lnTo>
                      <a:lnTo>
                        <a:pt x="10212" y="15391"/>
                      </a:lnTo>
                      <a:lnTo>
                        <a:pt x="10212" y="17980"/>
                      </a:lnTo>
                      <a:lnTo>
                        <a:pt x="7767" y="17980"/>
                      </a:lnTo>
                      <a:lnTo>
                        <a:pt x="7767" y="20425"/>
                      </a:lnTo>
                      <a:lnTo>
                        <a:pt x="5178" y="20425"/>
                      </a:lnTo>
                      <a:lnTo>
                        <a:pt x="2733" y="22870"/>
                      </a:lnTo>
                      <a:lnTo>
                        <a:pt x="2733" y="25603"/>
                      </a:lnTo>
                      <a:lnTo>
                        <a:pt x="0" y="25603"/>
                      </a:lnTo>
                      <a:lnTo>
                        <a:pt x="0" y="28192"/>
                      </a:lnTo>
                      <a:lnTo>
                        <a:pt x="2733" y="28192"/>
                      </a:lnTo>
                      <a:lnTo>
                        <a:pt x="5178" y="28192"/>
                      </a:lnTo>
                      <a:lnTo>
                        <a:pt x="5178" y="30638"/>
                      </a:lnTo>
                      <a:lnTo>
                        <a:pt x="7767" y="28192"/>
                      </a:lnTo>
                      <a:lnTo>
                        <a:pt x="7767" y="30638"/>
                      </a:lnTo>
                      <a:lnTo>
                        <a:pt x="10212" y="30638"/>
                      </a:lnTo>
                      <a:lnTo>
                        <a:pt x="10212" y="33083"/>
                      </a:lnTo>
                      <a:lnTo>
                        <a:pt x="12945" y="33083"/>
                      </a:lnTo>
                      <a:lnTo>
                        <a:pt x="12945" y="30638"/>
                      </a:lnTo>
                      <a:lnTo>
                        <a:pt x="12945" y="28192"/>
                      </a:lnTo>
                      <a:lnTo>
                        <a:pt x="15391" y="28192"/>
                      </a:lnTo>
                      <a:lnTo>
                        <a:pt x="15391" y="30638"/>
                      </a:lnTo>
                      <a:lnTo>
                        <a:pt x="17980" y="30638"/>
                      </a:lnTo>
                      <a:lnTo>
                        <a:pt x="17980" y="33083"/>
                      </a:lnTo>
                      <a:lnTo>
                        <a:pt x="20425" y="33083"/>
                      </a:lnTo>
                      <a:lnTo>
                        <a:pt x="23158" y="33083"/>
                      </a:lnTo>
                      <a:lnTo>
                        <a:pt x="25603" y="33083"/>
                      </a:lnTo>
                      <a:lnTo>
                        <a:pt x="28192" y="33083"/>
                      </a:lnTo>
                      <a:lnTo>
                        <a:pt x="30638" y="33083"/>
                      </a:lnTo>
                      <a:lnTo>
                        <a:pt x="33371" y="33083"/>
                      </a:lnTo>
                      <a:lnTo>
                        <a:pt x="35816" y="33083"/>
                      </a:lnTo>
                      <a:lnTo>
                        <a:pt x="38405" y="33083"/>
                      </a:lnTo>
                      <a:lnTo>
                        <a:pt x="40850" y="33083"/>
                      </a:lnTo>
                      <a:lnTo>
                        <a:pt x="43583" y="33083"/>
                      </a:lnTo>
                      <a:lnTo>
                        <a:pt x="46028" y="33083"/>
                      </a:lnTo>
                      <a:lnTo>
                        <a:pt x="48473" y="33083"/>
                      </a:lnTo>
                      <a:lnTo>
                        <a:pt x="51063" y="33083"/>
                      </a:lnTo>
                      <a:lnTo>
                        <a:pt x="53508" y="33083"/>
                      </a:lnTo>
                      <a:lnTo>
                        <a:pt x="56241" y="33083"/>
                      </a:lnTo>
                      <a:lnTo>
                        <a:pt x="56241" y="35816"/>
                      </a:lnTo>
                      <a:lnTo>
                        <a:pt x="58830" y="35816"/>
                      </a:lnTo>
                      <a:lnTo>
                        <a:pt x="61275" y="35816"/>
                      </a:lnTo>
                      <a:lnTo>
                        <a:pt x="61275" y="38405"/>
                      </a:lnTo>
                      <a:lnTo>
                        <a:pt x="63720" y="38405"/>
                      </a:lnTo>
                      <a:lnTo>
                        <a:pt x="66453" y="38405"/>
                      </a:lnTo>
                      <a:lnTo>
                        <a:pt x="68899" y="38405"/>
                      </a:lnTo>
                      <a:lnTo>
                        <a:pt x="68899" y="40850"/>
                      </a:lnTo>
                      <a:lnTo>
                        <a:pt x="71488" y="40850"/>
                      </a:lnTo>
                      <a:lnTo>
                        <a:pt x="73933" y="40850"/>
                      </a:lnTo>
                      <a:lnTo>
                        <a:pt x="73933" y="43295"/>
                      </a:lnTo>
                      <a:lnTo>
                        <a:pt x="76666" y="43295"/>
                      </a:lnTo>
                      <a:lnTo>
                        <a:pt x="76666" y="46028"/>
                      </a:lnTo>
                      <a:lnTo>
                        <a:pt x="76666" y="48617"/>
                      </a:lnTo>
                      <a:lnTo>
                        <a:pt x="79111" y="48617"/>
                      </a:lnTo>
                      <a:lnTo>
                        <a:pt x="81700" y="48617"/>
                      </a:lnTo>
                      <a:lnTo>
                        <a:pt x="81700" y="51062"/>
                      </a:lnTo>
                      <a:lnTo>
                        <a:pt x="81700" y="53508"/>
                      </a:lnTo>
                      <a:lnTo>
                        <a:pt x="84145" y="53508"/>
                      </a:lnTo>
                      <a:lnTo>
                        <a:pt x="86878" y="53508"/>
                      </a:lnTo>
                      <a:lnTo>
                        <a:pt x="89323" y="53508"/>
                      </a:lnTo>
                      <a:lnTo>
                        <a:pt x="91913" y="53508"/>
                      </a:lnTo>
                      <a:lnTo>
                        <a:pt x="94358" y="53508"/>
                      </a:lnTo>
                      <a:lnTo>
                        <a:pt x="97091" y="53508"/>
                      </a:lnTo>
                      <a:lnTo>
                        <a:pt x="99536" y="53508"/>
                      </a:lnTo>
                      <a:lnTo>
                        <a:pt x="102125" y="53508"/>
                      </a:lnTo>
                      <a:lnTo>
                        <a:pt x="104570" y="51062"/>
                      </a:lnTo>
                      <a:lnTo>
                        <a:pt x="104570" y="53508"/>
                      </a:lnTo>
                      <a:lnTo>
                        <a:pt x="107303" y="53508"/>
                      </a:lnTo>
                      <a:lnTo>
                        <a:pt x="109749" y="53508"/>
                      </a:lnTo>
                      <a:lnTo>
                        <a:pt x="109749" y="56241"/>
                      </a:lnTo>
                      <a:lnTo>
                        <a:pt x="112338" y="56241"/>
                      </a:lnTo>
                      <a:lnTo>
                        <a:pt x="114783" y="56241"/>
                      </a:lnTo>
                      <a:lnTo>
                        <a:pt x="117516" y="56241"/>
                      </a:lnTo>
                      <a:lnTo>
                        <a:pt x="119961" y="56241"/>
                      </a:lnTo>
                      <a:lnTo>
                        <a:pt x="122550" y="56241"/>
                      </a:lnTo>
                      <a:lnTo>
                        <a:pt x="124995" y="56241"/>
                      </a:lnTo>
                      <a:lnTo>
                        <a:pt x="127441" y="56241"/>
                      </a:lnTo>
                      <a:lnTo>
                        <a:pt x="130174" y="56241"/>
                      </a:lnTo>
                      <a:lnTo>
                        <a:pt x="132619" y="56241"/>
                      </a:lnTo>
                      <a:lnTo>
                        <a:pt x="135208" y="56241"/>
                      </a:lnTo>
                      <a:lnTo>
                        <a:pt x="137653" y="56241"/>
                      </a:lnTo>
                      <a:lnTo>
                        <a:pt x="137653" y="53508"/>
                      </a:lnTo>
                      <a:lnTo>
                        <a:pt x="140386" y="53508"/>
                      </a:lnTo>
                      <a:lnTo>
                        <a:pt x="140386" y="56241"/>
                      </a:lnTo>
                      <a:lnTo>
                        <a:pt x="142831" y="53508"/>
                      </a:lnTo>
                      <a:lnTo>
                        <a:pt x="142831" y="56241"/>
                      </a:lnTo>
                      <a:lnTo>
                        <a:pt x="145421" y="53508"/>
                      </a:lnTo>
                      <a:lnTo>
                        <a:pt x="147866" y="53508"/>
                      </a:lnTo>
                      <a:lnTo>
                        <a:pt x="150599" y="53508"/>
                      </a:lnTo>
                      <a:lnTo>
                        <a:pt x="153188" y="53508"/>
                      </a:lnTo>
                      <a:lnTo>
                        <a:pt x="155633" y="53508"/>
                      </a:lnTo>
                      <a:lnTo>
                        <a:pt x="158078" y="53508"/>
                      </a:lnTo>
                      <a:lnTo>
                        <a:pt x="160811" y="51062"/>
                      </a:lnTo>
                      <a:lnTo>
                        <a:pt x="163256" y="51062"/>
                      </a:lnTo>
                      <a:lnTo>
                        <a:pt x="165845" y="51062"/>
                      </a:lnTo>
                      <a:lnTo>
                        <a:pt x="168291" y="51062"/>
                      </a:lnTo>
                      <a:lnTo>
                        <a:pt x="171024" y="51062"/>
                      </a:lnTo>
                      <a:lnTo>
                        <a:pt x="173469" y="51062"/>
                      </a:lnTo>
                      <a:lnTo>
                        <a:pt x="176058" y="51062"/>
                      </a:lnTo>
                      <a:lnTo>
                        <a:pt x="178503" y="51062"/>
                      </a:lnTo>
                      <a:lnTo>
                        <a:pt x="181236" y="51062"/>
                      </a:lnTo>
                      <a:lnTo>
                        <a:pt x="183681" y="51062"/>
                      </a:lnTo>
                      <a:lnTo>
                        <a:pt x="186271" y="51062"/>
                      </a:lnTo>
                      <a:lnTo>
                        <a:pt x="186271" y="48617"/>
                      </a:lnTo>
                      <a:lnTo>
                        <a:pt x="188716" y="48617"/>
                      </a:lnTo>
                      <a:lnTo>
                        <a:pt x="191449" y="46028"/>
                      </a:lnTo>
                      <a:lnTo>
                        <a:pt x="193894" y="46028"/>
                      </a:lnTo>
                      <a:lnTo>
                        <a:pt x="196483" y="46028"/>
                      </a:lnTo>
                      <a:lnTo>
                        <a:pt x="196483" y="43295"/>
                      </a:lnTo>
                      <a:lnTo>
                        <a:pt x="198928" y="43295"/>
                      </a:lnTo>
                      <a:lnTo>
                        <a:pt x="201373" y="43295"/>
                      </a:lnTo>
                      <a:lnTo>
                        <a:pt x="204106" y="40850"/>
                      </a:lnTo>
                      <a:lnTo>
                        <a:pt x="206695" y="40850"/>
                      </a:lnTo>
                      <a:lnTo>
                        <a:pt x="206695" y="38405"/>
                      </a:lnTo>
                      <a:lnTo>
                        <a:pt x="209141" y="38405"/>
                      </a:lnTo>
                      <a:lnTo>
                        <a:pt x="211586" y="38405"/>
                      </a:lnTo>
                      <a:lnTo>
                        <a:pt x="214319" y="35816"/>
                      </a:lnTo>
                      <a:lnTo>
                        <a:pt x="216908" y="35816"/>
                      </a:lnTo>
                      <a:lnTo>
                        <a:pt x="216908" y="33083"/>
                      </a:lnTo>
                      <a:lnTo>
                        <a:pt x="219353" y="33083"/>
                      </a:lnTo>
                      <a:lnTo>
                        <a:pt x="219353" y="30638"/>
                      </a:lnTo>
                      <a:lnTo>
                        <a:pt x="219353" y="28192"/>
                      </a:lnTo>
                      <a:lnTo>
                        <a:pt x="219353" y="25603"/>
                      </a:lnTo>
                      <a:lnTo>
                        <a:pt x="216908" y="25603"/>
                      </a:lnTo>
                      <a:lnTo>
                        <a:pt x="214319" y="25603"/>
                      </a:lnTo>
                      <a:close/>
                    </a:path>
                  </a:pathLst>
                </a:custGeom>
                <a:grpFill/>
                <a:ln w="3594" cap="rnd">
                  <a:solidFill>
                    <a:srgbClr val="FFFFFF"/>
                  </a:solidFill>
                  <a:prstDash val="solid"/>
                  <a:round/>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59" name="Freeform: Shape 3825">
                  <a:extLst>
                    <a:ext uri="{FF2B5EF4-FFF2-40B4-BE49-F238E27FC236}">
                      <a16:creationId xmlns:a16="http://schemas.microsoft.com/office/drawing/2014/main" id="{9BB2ED33-E807-C4D1-9D3E-AABFB5DA7A7A}"/>
                    </a:ext>
                  </a:extLst>
                </p:cNvPr>
                <p:cNvSpPr/>
                <p:nvPr/>
              </p:nvSpPr>
              <p:spPr>
                <a:xfrm>
                  <a:off x="6769057" y="3592850"/>
                  <a:ext cx="2445" cy="2732"/>
                </a:xfrm>
                <a:custGeom>
                  <a:avLst/>
                  <a:gdLst>
                    <a:gd name="connsiteX0" fmla="*/ 0 w 2445"/>
                    <a:gd name="connsiteY0" fmla="*/ 2733 h 2732"/>
                    <a:gd name="connsiteX1" fmla="*/ 2445 w 2445"/>
                    <a:gd name="connsiteY1" fmla="*/ 2733 h 2732"/>
                    <a:gd name="connsiteX2" fmla="*/ 2445 w 2445"/>
                    <a:gd name="connsiteY2" fmla="*/ 0 h 2732"/>
                    <a:gd name="connsiteX3" fmla="*/ 0 w 2445"/>
                    <a:gd name="connsiteY3" fmla="*/ 2733 h 2732"/>
                  </a:gdLst>
                  <a:ahLst/>
                  <a:cxnLst>
                    <a:cxn ang="0">
                      <a:pos x="connsiteX0" y="connsiteY0"/>
                    </a:cxn>
                    <a:cxn ang="0">
                      <a:pos x="connsiteX1" y="connsiteY1"/>
                    </a:cxn>
                    <a:cxn ang="0">
                      <a:pos x="connsiteX2" y="connsiteY2"/>
                    </a:cxn>
                    <a:cxn ang="0">
                      <a:pos x="connsiteX3" y="connsiteY3"/>
                    </a:cxn>
                  </a:cxnLst>
                  <a:rect l="l" t="t" r="r" b="b"/>
                  <a:pathLst>
                    <a:path w="2445" h="2732">
                      <a:moveTo>
                        <a:pt x="0" y="2733"/>
                      </a:moveTo>
                      <a:lnTo>
                        <a:pt x="2445" y="2733"/>
                      </a:lnTo>
                      <a:lnTo>
                        <a:pt x="2445" y="0"/>
                      </a:lnTo>
                      <a:lnTo>
                        <a:pt x="0" y="2733"/>
                      </a:lnTo>
                      <a:close/>
                    </a:path>
                  </a:pathLst>
                </a:custGeom>
                <a:grpFill/>
                <a:ln w="3594" cap="rnd">
                  <a:solidFill>
                    <a:srgbClr val="FFFFFF"/>
                  </a:solidFill>
                  <a:prstDash val="solid"/>
                  <a:round/>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60" name="Freeform: Shape 3826">
                  <a:extLst>
                    <a:ext uri="{FF2B5EF4-FFF2-40B4-BE49-F238E27FC236}">
                      <a16:creationId xmlns:a16="http://schemas.microsoft.com/office/drawing/2014/main" id="{87F811B6-B0BC-5708-32AF-26EE752950A3}"/>
                    </a:ext>
                  </a:extLst>
                </p:cNvPr>
                <p:cNvSpPr/>
                <p:nvPr/>
              </p:nvSpPr>
              <p:spPr>
                <a:xfrm>
                  <a:off x="6781715" y="3514027"/>
                  <a:ext cx="2732" cy="4890"/>
                </a:xfrm>
                <a:custGeom>
                  <a:avLst/>
                  <a:gdLst>
                    <a:gd name="connsiteX0" fmla="*/ 2733 w 2732"/>
                    <a:gd name="connsiteY0" fmla="*/ 0 h 4890"/>
                    <a:gd name="connsiteX1" fmla="*/ 0 w 2732"/>
                    <a:gd name="connsiteY1" fmla="*/ 0 h 4890"/>
                    <a:gd name="connsiteX2" fmla="*/ 0 w 2732"/>
                    <a:gd name="connsiteY2" fmla="*/ 2445 h 4890"/>
                    <a:gd name="connsiteX3" fmla="*/ 0 w 2732"/>
                    <a:gd name="connsiteY3" fmla="*/ 4890 h 4890"/>
                    <a:gd name="connsiteX4" fmla="*/ 2733 w 2732"/>
                    <a:gd name="connsiteY4" fmla="*/ 4890 h 4890"/>
                    <a:gd name="connsiteX5" fmla="*/ 2733 w 2732"/>
                    <a:gd name="connsiteY5" fmla="*/ 2445 h 4890"/>
                    <a:gd name="connsiteX6" fmla="*/ 2733 w 2732"/>
                    <a:gd name="connsiteY6" fmla="*/ 0 h 4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 h="4890">
                      <a:moveTo>
                        <a:pt x="2733" y="0"/>
                      </a:moveTo>
                      <a:lnTo>
                        <a:pt x="0" y="0"/>
                      </a:lnTo>
                      <a:lnTo>
                        <a:pt x="0" y="2445"/>
                      </a:lnTo>
                      <a:lnTo>
                        <a:pt x="0" y="4890"/>
                      </a:lnTo>
                      <a:lnTo>
                        <a:pt x="2733" y="4890"/>
                      </a:lnTo>
                      <a:lnTo>
                        <a:pt x="2733" y="2445"/>
                      </a:lnTo>
                      <a:lnTo>
                        <a:pt x="2733" y="0"/>
                      </a:lnTo>
                      <a:close/>
                    </a:path>
                  </a:pathLst>
                </a:custGeom>
                <a:grpFill/>
                <a:ln w="3594" cap="rnd">
                  <a:solidFill>
                    <a:srgbClr val="FFFFFF"/>
                  </a:solidFill>
                  <a:prstDash val="solid"/>
                  <a:round/>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61" name="Freeform: Shape 3827">
                  <a:extLst>
                    <a:ext uri="{FF2B5EF4-FFF2-40B4-BE49-F238E27FC236}">
                      <a16:creationId xmlns:a16="http://schemas.microsoft.com/office/drawing/2014/main" id="{11557C55-9519-1328-31C3-50957451E655}"/>
                    </a:ext>
                  </a:extLst>
                </p:cNvPr>
                <p:cNvSpPr/>
                <p:nvPr/>
              </p:nvSpPr>
              <p:spPr>
                <a:xfrm>
                  <a:off x="6763879" y="3503814"/>
                  <a:ext cx="60124" cy="97378"/>
                </a:xfrm>
                <a:custGeom>
                  <a:avLst/>
                  <a:gdLst>
                    <a:gd name="connsiteX0" fmla="*/ 46028 w 60124"/>
                    <a:gd name="connsiteY0" fmla="*/ 43295 h 97378"/>
                    <a:gd name="connsiteX1" fmla="*/ 46028 w 60124"/>
                    <a:gd name="connsiteY1" fmla="*/ 40850 h 97378"/>
                    <a:gd name="connsiteX2" fmla="*/ 48474 w 60124"/>
                    <a:gd name="connsiteY2" fmla="*/ 43295 h 97378"/>
                    <a:gd name="connsiteX3" fmla="*/ 48474 w 60124"/>
                    <a:gd name="connsiteY3" fmla="*/ 45741 h 97378"/>
                    <a:gd name="connsiteX4" fmla="*/ 51063 w 60124"/>
                    <a:gd name="connsiteY4" fmla="*/ 51063 h 97378"/>
                    <a:gd name="connsiteX5" fmla="*/ 51063 w 60124"/>
                    <a:gd name="connsiteY5" fmla="*/ 48474 h 97378"/>
                    <a:gd name="connsiteX6" fmla="*/ 53796 w 60124"/>
                    <a:gd name="connsiteY6" fmla="*/ 48474 h 97378"/>
                    <a:gd name="connsiteX7" fmla="*/ 53796 w 60124"/>
                    <a:gd name="connsiteY7" fmla="*/ 55953 h 97378"/>
                    <a:gd name="connsiteX8" fmla="*/ 51063 w 60124"/>
                    <a:gd name="connsiteY8" fmla="*/ 58542 h 97378"/>
                    <a:gd name="connsiteX9" fmla="*/ 53796 w 60124"/>
                    <a:gd name="connsiteY9" fmla="*/ 63720 h 97378"/>
                    <a:gd name="connsiteX10" fmla="*/ 53796 w 60124"/>
                    <a:gd name="connsiteY10" fmla="*/ 61275 h 97378"/>
                    <a:gd name="connsiteX11" fmla="*/ 56241 w 60124"/>
                    <a:gd name="connsiteY11" fmla="*/ 45741 h 97378"/>
                    <a:gd name="connsiteX12" fmla="*/ 56241 w 60124"/>
                    <a:gd name="connsiteY12" fmla="*/ 40850 h 97378"/>
                    <a:gd name="connsiteX13" fmla="*/ 53796 w 60124"/>
                    <a:gd name="connsiteY13" fmla="*/ 45741 h 97378"/>
                    <a:gd name="connsiteX14" fmla="*/ 50631 w 60124"/>
                    <a:gd name="connsiteY14" fmla="*/ 45741 h 97378"/>
                    <a:gd name="connsiteX15" fmla="*/ 50631 w 60124"/>
                    <a:gd name="connsiteY15" fmla="*/ 40850 h 97378"/>
                    <a:gd name="connsiteX16" fmla="*/ 53364 w 60124"/>
                    <a:gd name="connsiteY16" fmla="*/ 38261 h 97378"/>
                    <a:gd name="connsiteX17" fmla="*/ 53364 w 60124"/>
                    <a:gd name="connsiteY17" fmla="*/ 35528 h 97378"/>
                    <a:gd name="connsiteX18" fmla="*/ 55234 w 60124"/>
                    <a:gd name="connsiteY18" fmla="*/ 33658 h 97378"/>
                    <a:gd name="connsiteX19" fmla="*/ 55234 w 60124"/>
                    <a:gd name="connsiteY19" fmla="*/ 35528 h 97378"/>
                    <a:gd name="connsiteX20" fmla="*/ 57679 w 60124"/>
                    <a:gd name="connsiteY20" fmla="*/ 35528 h 97378"/>
                    <a:gd name="connsiteX21" fmla="*/ 57679 w 60124"/>
                    <a:gd name="connsiteY21" fmla="*/ 33083 h 97378"/>
                    <a:gd name="connsiteX22" fmla="*/ 60124 w 60124"/>
                    <a:gd name="connsiteY22" fmla="*/ 30638 h 97378"/>
                    <a:gd name="connsiteX23" fmla="*/ 57679 w 60124"/>
                    <a:gd name="connsiteY23" fmla="*/ 30638 h 97378"/>
                    <a:gd name="connsiteX24" fmla="*/ 55234 w 60124"/>
                    <a:gd name="connsiteY24" fmla="*/ 33083 h 97378"/>
                    <a:gd name="connsiteX25" fmla="*/ 55234 w 60124"/>
                    <a:gd name="connsiteY25" fmla="*/ 28049 h 97378"/>
                    <a:gd name="connsiteX26" fmla="*/ 57679 w 60124"/>
                    <a:gd name="connsiteY26" fmla="*/ 28049 h 97378"/>
                    <a:gd name="connsiteX27" fmla="*/ 57679 w 60124"/>
                    <a:gd name="connsiteY27" fmla="*/ 25316 h 97378"/>
                    <a:gd name="connsiteX28" fmla="*/ 55234 w 60124"/>
                    <a:gd name="connsiteY28" fmla="*/ 17836 h 97378"/>
                    <a:gd name="connsiteX29" fmla="*/ 47467 w 60124"/>
                    <a:gd name="connsiteY29" fmla="*/ 17836 h 97378"/>
                    <a:gd name="connsiteX30" fmla="*/ 45021 w 60124"/>
                    <a:gd name="connsiteY30" fmla="*/ 15103 h 97378"/>
                    <a:gd name="connsiteX31" fmla="*/ 42576 w 60124"/>
                    <a:gd name="connsiteY31" fmla="*/ 12658 h 97378"/>
                    <a:gd name="connsiteX32" fmla="*/ 39843 w 60124"/>
                    <a:gd name="connsiteY32" fmla="*/ 7767 h 97378"/>
                    <a:gd name="connsiteX33" fmla="*/ 39843 w 60124"/>
                    <a:gd name="connsiteY33" fmla="*/ 10213 h 97378"/>
                    <a:gd name="connsiteX34" fmla="*/ 37254 w 60124"/>
                    <a:gd name="connsiteY34" fmla="*/ 7767 h 97378"/>
                    <a:gd name="connsiteX35" fmla="*/ 32364 w 60124"/>
                    <a:gd name="connsiteY35" fmla="*/ 7767 h 97378"/>
                    <a:gd name="connsiteX36" fmla="*/ 32364 w 60124"/>
                    <a:gd name="connsiteY36" fmla="*/ 0 h 97378"/>
                    <a:gd name="connsiteX37" fmla="*/ 29775 w 60124"/>
                    <a:gd name="connsiteY37" fmla="*/ 0 h 97378"/>
                    <a:gd name="connsiteX38" fmla="*/ 29775 w 60124"/>
                    <a:gd name="connsiteY38" fmla="*/ 4891 h 97378"/>
                    <a:gd name="connsiteX39" fmla="*/ 32364 w 60124"/>
                    <a:gd name="connsiteY39" fmla="*/ 20425 h 97378"/>
                    <a:gd name="connsiteX40" fmla="*/ 32364 w 60124"/>
                    <a:gd name="connsiteY40" fmla="*/ 43295 h 97378"/>
                    <a:gd name="connsiteX41" fmla="*/ 29775 w 60124"/>
                    <a:gd name="connsiteY41" fmla="*/ 48474 h 97378"/>
                    <a:gd name="connsiteX42" fmla="*/ 27042 w 60124"/>
                    <a:gd name="connsiteY42" fmla="*/ 51063 h 97378"/>
                    <a:gd name="connsiteX43" fmla="*/ 24596 w 60124"/>
                    <a:gd name="connsiteY43" fmla="*/ 51063 h 97378"/>
                    <a:gd name="connsiteX44" fmla="*/ 24596 w 60124"/>
                    <a:gd name="connsiteY44" fmla="*/ 53508 h 97378"/>
                    <a:gd name="connsiteX45" fmla="*/ 22151 w 60124"/>
                    <a:gd name="connsiteY45" fmla="*/ 55953 h 97378"/>
                    <a:gd name="connsiteX46" fmla="*/ 22151 w 60124"/>
                    <a:gd name="connsiteY46" fmla="*/ 58542 h 97378"/>
                    <a:gd name="connsiteX47" fmla="*/ 16829 w 60124"/>
                    <a:gd name="connsiteY47" fmla="*/ 58542 h 97378"/>
                    <a:gd name="connsiteX48" fmla="*/ 16829 w 60124"/>
                    <a:gd name="connsiteY48" fmla="*/ 55953 h 97378"/>
                    <a:gd name="connsiteX49" fmla="*/ 19562 w 60124"/>
                    <a:gd name="connsiteY49" fmla="*/ 53508 h 97378"/>
                    <a:gd name="connsiteX50" fmla="*/ 22151 w 60124"/>
                    <a:gd name="connsiteY50" fmla="*/ 48474 h 97378"/>
                    <a:gd name="connsiteX51" fmla="*/ 22151 w 60124"/>
                    <a:gd name="connsiteY51" fmla="*/ 23014 h 97378"/>
                    <a:gd name="connsiteX52" fmla="*/ 19562 w 60124"/>
                    <a:gd name="connsiteY52" fmla="*/ 15247 h 97378"/>
                    <a:gd name="connsiteX53" fmla="*/ 19562 w 60124"/>
                    <a:gd name="connsiteY53" fmla="*/ 25459 h 97378"/>
                    <a:gd name="connsiteX54" fmla="*/ 16829 w 60124"/>
                    <a:gd name="connsiteY54" fmla="*/ 25459 h 97378"/>
                    <a:gd name="connsiteX55" fmla="*/ 16829 w 60124"/>
                    <a:gd name="connsiteY55" fmla="*/ 28192 h 97378"/>
                    <a:gd name="connsiteX56" fmla="*/ 14384 w 60124"/>
                    <a:gd name="connsiteY56" fmla="*/ 28192 h 97378"/>
                    <a:gd name="connsiteX57" fmla="*/ 16829 w 60124"/>
                    <a:gd name="connsiteY57" fmla="*/ 30781 h 97378"/>
                    <a:gd name="connsiteX58" fmla="*/ 14384 w 60124"/>
                    <a:gd name="connsiteY58" fmla="*/ 33227 h 97378"/>
                    <a:gd name="connsiteX59" fmla="*/ 14384 w 60124"/>
                    <a:gd name="connsiteY59" fmla="*/ 35672 h 97378"/>
                    <a:gd name="connsiteX60" fmla="*/ 11939 w 60124"/>
                    <a:gd name="connsiteY60" fmla="*/ 45884 h 97378"/>
                    <a:gd name="connsiteX61" fmla="*/ 14384 w 60124"/>
                    <a:gd name="connsiteY61" fmla="*/ 43439 h 97378"/>
                    <a:gd name="connsiteX62" fmla="*/ 16829 w 60124"/>
                    <a:gd name="connsiteY62" fmla="*/ 40994 h 97378"/>
                    <a:gd name="connsiteX63" fmla="*/ 16829 w 60124"/>
                    <a:gd name="connsiteY63" fmla="*/ 33227 h 97378"/>
                    <a:gd name="connsiteX64" fmla="*/ 19562 w 60124"/>
                    <a:gd name="connsiteY64" fmla="*/ 28192 h 97378"/>
                    <a:gd name="connsiteX65" fmla="*/ 19562 w 60124"/>
                    <a:gd name="connsiteY65" fmla="*/ 40994 h 97378"/>
                    <a:gd name="connsiteX66" fmla="*/ 16829 w 60124"/>
                    <a:gd name="connsiteY66" fmla="*/ 43439 h 97378"/>
                    <a:gd name="connsiteX67" fmla="*/ 16829 w 60124"/>
                    <a:gd name="connsiteY67" fmla="*/ 51782 h 97378"/>
                    <a:gd name="connsiteX68" fmla="*/ 11939 w 60124"/>
                    <a:gd name="connsiteY68" fmla="*/ 54227 h 97378"/>
                    <a:gd name="connsiteX69" fmla="*/ 9350 w 60124"/>
                    <a:gd name="connsiteY69" fmla="*/ 61994 h 97378"/>
                    <a:gd name="connsiteX70" fmla="*/ 7480 w 60124"/>
                    <a:gd name="connsiteY70" fmla="*/ 61994 h 97378"/>
                    <a:gd name="connsiteX71" fmla="*/ 7480 w 60124"/>
                    <a:gd name="connsiteY71" fmla="*/ 66166 h 97378"/>
                    <a:gd name="connsiteX72" fmla="*/ 5034 w 60124"/>
                    <a:gd name="connsiteY72" fmla="*/ 71488 h 97378"/>
                    <a:gd name="connsiteX73" fmla="*/ 5034 w 60124"/>
                    <a:gd name="connsiteY73" fmla="*/ 73933 h 97378"/>
                    <a:gd name="connsiteX74" fmla="*/ 7480 w 60124"/>
                    <a:gd name="connsiteY74" fmla="*/ 73933 h 97378"/>
                    <a:gd name="connsiteX75" fmla="*/ 12802 w 60124"/>
                    <a:gd name="connsiteY75" fmla="*/ 63720 h 97378"/>
                    <a:gd name="connsiteX76" fmla="*/ 10213 w 60124"/>
                    <a:gd name="connsiteY76" fmla="*/ 71488 h 97378"/>
                    <a:gd name="connsiteX77" fmla="*/ 12802 w 60124"/>
                    <a:gd name="connsiteY77" fmla="*/ 68755 h 97378"/>
                    <a:gd name="connsiteX78" fmla="*/ 12802 w 60124"/>
                    <a:gd name="connsiteY78" fmla="*/ 73933 h 97378"/>
                    <a:gd name="connsiteX79" fmla="*/ 10213 w 60124"/>
                    <a:gd name="connsiteY79" fmla="*/ 76378 h 97378"/>
                    <a:gd name="connsiteX80" fmla="*/ 12802 w 60124"/>
                    <a:gd name="connsiteY80" fmla="*/ 76378 h 97378"/>
                    <a:gd name="connsiteX81" fmla="*/ 10213 w 60124"/>
                    <a:gd name="connsiteY81" fmla="*/ 78967 h 97378"/>
                    <a:gd name="connsiteX82" fmla="*/ 10213 w 60124"/>
                    <a:gd name="connsiteY82" fmla="*/ 76378 h 97378"/>
                    <a:gd name="connsiteX83" fmla="*/ 7480 w 60124"/>
                    <a:gd name="connsiteY83" fmla="*/ 76378 h 97378"/>
                    <a:gd name="connsiteX84" fmla="*/ 5034 w 60124"/>
                    <a:gd name="connsiteY84" fmla="*/ 78967 h 97378"/>
                    <a:gd name="connsiteX85" fmla="*/ 5034 w 60124"/>
                    <a:gd name="connsiteY85" fmla="*/ 81700 h 97378"/>
                    <a:gd name="connsiteX86" fmla="*/ 2589 w 60124"/>
                    <a:gd name="connsiteY86" fmla="*/ 84145 h 97378"/>
                    <a:gd name="connsiteX87" fmla="*/ 0 w 60124"/>
                    <a:gd name="connsiteY87" fmla="*/ 89036 h 97378"/>
                    <a:gd name="connsiteX88" fmla="*/ 0 w 60124"/>
                    <a:gd name="connsiteY88" fmla="*/ 91913 h 97378"/>
                    <a:gd name="connsiteX89" fmla="*/ 2589 w 60124"/>
                    <a:gd name="connsiteY89" fmla="*/ 89036 h 97378"/>
                    <a:gd name="connsiteX90" fmla="*/ 10213 w 60124"/>
                    <a:gd name="connsiteY90" fmla="*/ 89036 h 97378"/>
                    <a:gd name="connsiteX91" fmla="*/ 7480 w 60124"/>
                    <a:gd name="connsiteY91" fmla="*/ 91913 h 97378"/>
                    <a:gd name="connsiteX92" fmla="*/ 8774 w 60124"/>
                    <a:gd name="connsiteY92" fmla="*/ 91913 h 97378"/>
                    <a:gd name="connsiteX93" fmla="*/ 7480 w 60124"/>
                    <a:gd name="connsiteY93" fmla="*/ 94933 h 97378"/>
                    <a:gd name="connsiteX94" fmla="*/ 10213 w 60124"/>
                    <a:gd name="connsiteY94" fmla="*/ 97379 h 97378"/>
                    <a:gd name="connsiteX95" fmla="*/ 10213 w 60124"/>
                    <a:gd name="connsiteY95" fmla="*/ 94933 h 97378"/>
                    <a:gd name="connsiteX96" fmla="*/ 12802 w 60124"/>
                    <a:gd name="connsiteY96" fmla="*/ 94933 h 97378"/>
                    <a:gd name="connsiteX97" fmla="*/ 12802 w 60124"/>
                    <a:gd name="connsiteY97" fmla="*/ 87166 h 97378"/>
                    <a:gd name="connsiteX98" fmla="*/ 17692 w 60124"/>
                    <a:gd name="connsiteY98" fmla="*/ 76954 h 97378"/>
                    <a:gd name="connsiteX99" fmla="*/ 20425 w 60124"/>
                    <a:gd name="connsiteY99" fmla="*/ 72063 h 97378"/>
                    <a:gd name="connsiteX100" fmla="*/ 20425 w 60124"/>
                    <a:gd name="connsiteY100" fmla="*/ 69330 h 97378"/>
                    <a:gd name="connsiteX101" fmla="*/ 23014 w 60124"/>
                    <a:gd name="connsiteY101" fmla="*/ 61850 h 97378"/>
                    <a:gd name="connsiteX102" fmla="*/ 25459 w 60124"/>
                    <a:gd name="connsiteY102" fmla="*/ 56529 h 97378"/>
                    <a:gd name="connsiteX103" fmla="*/ 27905 w 60124"/>
                    <a:gd name="connsiteY103" fmla="*/ 56529 h 97378"/>
                    <a:gd name="connsiteX104" fmla="*/ 27905 w 60124"/>
                    <a:gd name="connsiteY104" fmla="*/ 59118 h 97378"/>
                    <a:gd name="connsiteX105" fmla="*/ 30638 w 60124"/>
                    <a:gd name="connsiteY105" fmla="*/ 59118 h 97378"/>
                    <a:gd name="connsiteX106" fmla="*/ 27905 w 60124"/>
                    <a:gd name="connsiteY106" fmla="*/ 66741 h 97378"/>
                    <a:gd name="connsiteX107" fmla="*/ 25459 w 60124"/>
                    <a:gd name="connsiteY107" fmla="*/ 76954 h 97378"/>
                    <a:gd name="connsiteX108" fmla="*/ 25459 w 60124"/>
                    <a:gd name="connsiteY108" fmla="*/ 79543 h 97378"/>
                    <a:gd name="connsiteX109" fmla="*/ 23014 w 60124"/>
                    <a:gd name="connsiteY109" fmla="*/ 82275 h 97378"/>
                    <a:gd name="connsiteX110" fmla="*/ 25459 w 60124"/>
                    <a:gd name="connsiteY110" fmla="*/ 82275 h 97378"/>
                    <a:gd name="connsiteX111" fmla="*/ 25459 w 60124"/>
                    <a:gd name="connsiteY111" fmla="*/ 84721 h 97378"/>
                    <a:gd name="connsiteX112" fmla="*/ 27905 w 60124"/>
                    <a:gd name="connsiteY112" fmla="*/ 84721 h 97378"/>
                    <a:gd name="connsiteX113" fmla="*/ 27905 w 60124"/>
                    <a:gd name="connsiteY113" fmla="*/ 87166 h 97378"/>
                    <a:gd name="connsiteX114" fmla="*/ 30638 w 60124"/>
                    <a:gd name="connsiteY114" fmla="*/ 89611 h 97378"/>
                    <a:gd name="connsiteX115" fmla="*/ 33227 w 60124"/>
                    <a:gd name="connsiteY115" fmla="*/ 87166 h 97378"/>
                    <a:gd name="connsiteX116" fmla="*/ 38117 w 60124"/>
                    <a:gd name="connsiteY116" fmla="*/ 82275 h 97378"/>
                    <a:gd name="connsiteX117" fmla="*/ 40706 w 60124"/>
                    <a:gd name="connsiteY117" fmla="*/ 72063 h 97378"/>
                    <a:gd name="connsiteX118" fmla="*/ 45884 w 60124"/>
                    <a:gd name="connsiteY118" fmla="*/ 46316 h 97378"/>
                    <a:gd name="connsiteX119" fmla="*/ 48474 w 60124"/>
                    <a:gd name="connsiteY119" fmla="*/ 30638 h 97378"/>
                    <a:gd name="connsiteX120" fmla="*/ 50631 w 60124"/>
                    <a:gd name="connsiteY120" fmla="*/ 30638 h 97378"/>
                    <a:gd name="connsiteX121" fmla="*/ 50631 w 60124"/>
                    <a:gd name="connsiteY121" fmla="*/ 25316 h 97378"/>
                    <a:gd name="connsiteX122" fmla="*/ 53364 w 60124"/>
                    <a:gd name="connsiteY122" fmla="*/ 25316 h 97378"/>
                    <a:gd name="connsiteX123" fmla="*/ 53364 w 60124"/>
                    <a:gd name="connsiteY123" fmla="*/ 23014 h 97378"/>
                    <a:gd name="connsiteX124" fmla="*/ 55809 w 60124"/>
                    <a:gd name="connsiteY124" fmla="*/ 23014 h 97378"/>
                    <a:gd name="connsiteX125" fmla="*/ 53364 w 60124"/>
                    <a:gd name="connsiteY125" fmla="*/ 25459 h 97378"/>
                    <a:gd name="connsiteX126" fmla="*/ 53364 w 60124"/>
                    <a:gd name="connsiteY126" fmla="*/ 28192 h 97378"/>
                    <a:gd name="connsiteX127" fmla="*/ 54946 w 60124"/>
                    <a:gd name="connsiteY127" fmla="*/ 33227 h 97378"/>
                    <a:gd name="connsiteX128" fmla="*/ 53364 w 60124"/>
                    <a:gd name="connsiteY128" fmla="*/ 33227 h 97378"/>
                    <a:gd name="connsiteX129" fmla="*/ 53364 w 60124"/>
                    <a:gd name="connsiteY129" fmla="*/ 30781 h 97378"/>
                    <a:gd name="connsiteX130" fmla="*/ 50631 w 60124"/>
                    <a:gd name="connsiteY130" fmla="*/ 33227 h 97378"/>
                    <a:gd name="connsiteX131" fmla="*/ 48042 w 60124"/>
                    <a:gd name="connsiteY131" fmla="*/ 33227 h 97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60124" h="97378">
                      <a:moveTo>
                        <a:pt x="46028" y="43295"/>
                      </a:moveTo>
                      <a:lnTo>
                        <a:pt x="46028" y="40850"/>
                      </a:lnTo>
                      <a:lnTo>
                        <a:pt x="48474" y="43295"/>
                      </a:lnTo>
                      <a:lnTo>
                        <a:pt x="48474" y="45741"/>
                      </a:lnTo>
                      <a:lnTo>
                        <a:pt x="51063" y="51063"/>
                      </a:lnTo>
                      <a:lnTo>
                        <a:pt x="51063" y="48474"/>
                      </a:lnTo>
                      <a:lnTo>
                        <a:pt x="53796" y="48474"/>
                      </a:lnTo>
                      <a:lnTo>
                        <a:pt x="53796" y="55953"/>
                      </a:lnTo>
                      <a:lnTo>
                        <a:pt x="51063" y="58542"/>
                      </a:lnTo>
                      <a:lnTo>
                        <a:pt x="53796" y="63720"/>
                      </a:lnTo>
                      <a:lnTo>
                        <a:pt x="53796" y="61275"/>
                      </a:lnTo>
                      <a:lnTo>
                        <a:pt x="56241" y="45741"/>
                      </a:lnTo>
                      <a:lnTo>
                        <a:pt x="56241" y="40850"/>
                      </a:lnTo>
                      <a:lnTo>
                        <a:pt x="53796" y="45741"/>
                      </a:lnTo>
                      <a:lnTo>
                        <a:pt x="50631" y="45741"/>
                      </a:lnTo>
                      <a:lnTo>
                        <a:pt x="50631" y="40850"/>
                      </a:lnTo>
                      <a:lnTo>
                        <a:pt x="53364" y="38261"/>
                      </a:lnTo>
                      <a:lnTo>
                        <a:pt x="53364" y="35528"/>
                      </a:lnTo>
                      <a:lnTo>
                        <a:pt x="55234" y="33658"/>
                      </a:lnTo>
                      <a:lnTo>
                        <a:pt x="55234" y="35528"/>
                      </a:lnTo>
                      <a:lnTo>
                        <a:pt x="57679" y="35528"/>
                      </a:lnTo>
                      <a:lnTo>
                        <a:pt x="57679" y="33083"/>
                      </a:lnTo>
                      <a:lnTo>
                        <a:pt x="60124" y="30638"/>
                      </a:lnTo>
                      <a:lnTo>
                        <a:pt x="57679" y="30638"/>
                      </a:lnTo>
                      <a:lnTo>
                        <a:pt x="55234" y="33083"/>
                      </a:lnTo>
                      <a:lnTo>
                        <a:pt x="55234" y="28049"/>
                      </a:lnTo>
                      <a:lnTo>
                        <a:pt x="57679" y="28049"/>
                      </a:lnTo>
                      <a:lnTo>
                        <a:pt x="57679" y="25316"/>
                      </a:lnTo>
                      <a:lnTo>
                        <a:pt x="55234" y="17836"/>
                      </a:lnTo>
                      <a:lnTo>
                        <a:pt x="47467" y="17836"/>
                      </a:lnTo>
                      <a:lnTo>
                        <a:pt x="45021" y="15103"/>
                      </a:lnTo>
                      <a:lnTo>
                        <a:pt x="42576" y="12658"/>
                      </a:lnTo>
                      <a:lnTo>
                        <a:pt x="39843" y="7767"/>
                      </a:lnTo>
                      <a:lnTo>
                        <a:pt x="39843" y="10213"/>
                      </a:lnTo>
                      <a:lnTo>
                        <a:pt x="37254" y="7767"/>
                      </a:lnTo>
                      <a:lnTo>
                        <a:pt x="32364" y="7767"/>
                      </a:lnTo>
                      <a:lnTo>
                        <a:pt x="32364" y="0"/>
                      </a:lnTo>
                      <a:lnTo>
                        <a:pt x="29775" y="0"/>
                      </a:lnTo>
                      <a:lnTo>
                        <a:pt x="29775" y="4891"/>
                      </a:lnTo>
                      <a:lnTo>
                        <a:pt x="32364" y="20425"/>
                      </a:lnTo>
                      <a:lnTo>
                        <a:pt x="32364" y="43295"/>
                      </a:lnTo>
                      <a:lnTo>
                        <a:pt x="29775" y="48474"/>
                      </a:lnTo>
                      <a:lnTo>
                        <a:pt x="27042" y="51063"/>
                      </a:lnTo>
                      <a:lnTo>
                        <a:pt x="24596" y="51063"/>
                      </a:lnTo>
                      <a:lnTo>
                        <a:pt x="24596" y="53508"/>
                      </a:lnTo>
                      <a:lnTo>
                        <a:pt x="22151" y="55953"/>
                      </a:lnTo>
                      <a:lnTo>
                        <a:pt x="22151" y="58542"/>
                      </a:lnTo>
                      <a:lnTo>
                        <a:pt x="16829" y="58542"/>
                      </a:lnTo>
                      <a:lnTo>
                        <a:pt x="16829" y="55953"/>
                      </a:lnTo>
                      <a:lnTo>
                        <a:pt x="19562" y="53508"/>
                      </a:lnTo>
                      <a:lnTo>
                        <a:pt x="22151" y="48474"/>
                      </a:lnTo>
                      <a:lnTo>
                        <a:pt x="22151" y="23014"/>
                      </a:lnTo>
                      <a:lnTo>
                        <a:pt x="19562" y="15247"/>
                      </a:lnTo>
                      <a:lnTo>
                        <a:pt x="19562" y="25459"/>
                      </a:lnTo>
                      <a:lnTo>
                        <a:pt x="16829" y="25459"/>
                      </a:lnTo>
                      <a:lnTo>
                        <a:pt x="16829" y="28192"/>
                      </a:lnTo>
                      <a:lnTo>
                        <a:pt x="14384" y="28192"/>
                      </a:lnTo>
                      <a:lnTo>
                        <a:pt x="16829" y="30781"/>
                      </a:lnTo>
                      <a:lnTo>
                        <a:pt x="14384" y="33227"/>
                      </a:lnTo>
                      <a:lnTo>
                        <a:pt x="14384" y="35672"/>
                      </a:lnTo>
                      <a:lnTo>
                        <a:pt x="11939" y="45884"/>
                      </a:lnTo>
                      <a:lnTo>
                        <a:pt x="14384" y="43439"/>
                      </a:lnTo>
                      <a:lnTo>
                        <a:pt x="16829" y="40994"/>
                      </a:lnTo>
                      <a:lnTo>
                        <a:pt x="16829" y="33227"/>
                      </a:lnTo>
                      <a:lnTo>
                        <a:pt x="19562" y="28192"/>
                      </a:lnTo>
                      <a:lnTo>
                        <a:pt x="19562" y="40994"/>
                      </a:lnTo>
                      <a:lnTo>
                        <a:pt x="16829" y="43439"/>
                      </a:lnTo>
                      <a:lnTo>
                        <a:pt x="16829" y="51782"/>
                      </a:lnTo>
                      <a:lnTo>
                        <a:pt x="11939" y="54227"/>
                      </a:lnTo>
                      <a:lnTo>
                        <a:pt x="9350" y="61994"/>
                      </a:lnTo>
                      <a:lnTo>
                        <a:pt x="7480" y="61994"/>
                      </a:lnTo>
                      <a:lnTo>
                        <a:pt x="7480" y="66166"/>
                      </a:lnTo>
                      <a:lnTo>
                        <a:pt x="5034" y="71488"/>
                      </a:lnTo>
                      <a:lnTo>
                        <a:pt x="5034" y="73933"/>
                      </a:lnTo>
                      <a:lnTo>
                        <a:pt x="7480" y="73933"/>
                      </a:lnTo>
                      <a:lnTo>
                        <a:pt x="12802" y="63720"/>
                      </a:lnTo>
                      <a:lnTo>
                        <a:pt x="10213" y="71488"/>
                      </a:lnTo>
                      <a:lnTo>
                        <a:pt x="12802" y="68755"/>
                      </a:lnTo>
                      <a:lnTo>
                        <a:pt x="12802" y="73933"/>
                      </a:lnTo>
                      <a:lnTo>
                        <a:pt x="10213" y="76378"/>
                      </a:lnTo>
                      <a:lnTo>
                        <a:pt x="12802" y="76378"/>
                      </a:lnTo>
                      <a:lnTo>
                        <a:pt x="10213" y="78967"/>
                      </a:lnTo>
                      <a:lnTo>
                        <a:pt x="10213" y="76378"/>
                      </a:lnTo>
                      <a:lnTo>
                        <a:pt x="7480" y="76378"/>
                      </a:lnTo>
                      <a:lnTo>
                        <a:pt x="5034" y="78967"/>
                      </a:lnTo>
                      <a:lnTo>
                        <a:pt x="5034" y="81700"/>
                      </a:lnTo>
                      <a:lnTo>
                        <a:pt x="2589" y="84145"/>
                      </a:lnTo>
                      <a:lnTo>
                        <a:pt x="0" y="89036"/>
                      </a:lnTo>
                      <a:lnTo>
                        <a:pt x="0" y="91913"/>
                      </a:lnTo>
                      <a:lnTo>
                        <a:pt x="2589" y="89036"/>
                      </a:lnTo>
                      <a:lnTo>
                        <a:pt x="10213" y="89036"/>
                      </a:lnTo>
                      <a:lnTo>
                        <a:pt x="7480" y="91913"/>
                      </a:lnTo>
                      <a:lnTo>
                        <a:pt x="8774" y="91913"/>
                      </a:lnTo>
                      <a:lnTo>
                        <a:pt x="7480" y="94933"/>
                      </a:lnTo>
                      <a:lnTo>
                        <a:pt x="10213" y="97379"/>
                      </a:lnTo>
                      <a:lnTo>
                        <a:pt x="10213" y="94933"/>
                      </a:lnTo>
                      <a:lnTo>
                        <a:pt x="12802" y="94933"/>
                      </a:lnTo>
                      <a:lnTo>
                        <a:pt x="12802" y="87166"/>
                      </a:lnTo>
                      <a:lnTo>
                        <a:pt x="17692" y="76954"/>
                      </a:lnTo>
                      <a:lnTo>
                        <a:pt x="20425" y="72063"/>
                      </a:lnTo>
                      <a:lnTo>
                        <a:pt x="20425" y="69330"/>
                      </a:lnTo>
                      <a:lnTo>
                        <a:pt x="23014" y="61850"/>
                      </a:lnTo>
                      <a:lnTo>
                        <a:pt x="25459" y="56529"/>
                      </a:lnTo>
                      <a:lnTo>
                        <a:pt x="27905" y="56529"/>
                      </a:lnTo>
                      <a:lnTo>
                        <a:pt x="27905" y="59118"/>
                      </a:lnTo>
                      <a:lnTo>
                        <a:pt x="30638" y="59118"/>
                      </a:lnTo>
                      <a:lnTo>
                        <a:pt x="27905" y="66741"/>
                      </a:lnTo>
                      <a:lnTo>
                        <a:pt x="25459" y="76954"/>
                      </a:lnTo>
                      <a:lnTo>
                        <a:pt x="25459" y="79543"/>
                      </a:lnTo>
                      <a:lnTo>
                        <a:pt x="23014" y="82275"/>
                      </a:lnTo>
                      <a:lnTo>
                        <a:pt x="25459" y="82275"/>
                      </a:lnTo>
                      <a:lnTo>
                        <a:pt x="25459" y="84721"/>
                      </a:lnTo>
                      <a:lnTo>
                        <a:pt x="27905" y="84721"/>
                      </a:lnTo>
                      <a:lnTo>
                        <a:pt x="27905" y="87166"/>
                      </a:lnTo>
                      <a:lnTo>
                        <a:pt x="30638" y="89611"/>
                      </a:lnTo>
                      <a:lnTo>
                        <a:pt x="33227" y="87166"/>
                      </a:lnTo>
                      <a:lnTo>
                        <a:pt x="38117" y="82275"/>
                      </a:lnTo>
                      <a:lnTo>
                        <a:pt x="40706" y="72063"/>
                      </a:lnTo>
                      <a:lnTo>
                        <a:pt x="45884" y="46316"/>
                      </a:lnTo>
                      <a:close/>
                      <a:moveTo>
                        <a:pt x="48474" y="30638"/>
                      </a:moveTo>
                      <a:lnTo>
                        <a:pt x="50631" y="30638"/>
                      </a:lnTo>
                      <a:lnTo>
                        <a:pt x="50631" y="25316"/>
                      </a:lnTo>
                      <a:lnTo>
                        <a:pt x="53364" y="25316"/>
                      </a:lnTo>
                      <a:lnTo>
                        <a:pt x="53364" y="23014"/>
                      </a:lnTo>
                      <a:lnTo>
                        <a:pt x="55809" y="23014"/>
                      </a:lnTo>
                      <a:lnTo>
                        <a:pt x="53364" y="25459"/>
                      </a:lnTo>
                      <a:lnTo>
                        <a:pt x="53364" y="28192"/>
                      </a:lnTo>
                      <a:lnTo>
                        <a:pt x="54946" y="33227"/>
                      </a:lnTo>
                      <a:lnTo>
                        <a:pt x="53364" y="33227"/>
                      </a:lnTo>
                      <a:lnTo>
                        <a:pt x="53364" y="30781"/>
                      </a:lnTo>
                      <a:lnTo>
                        <a:pt x="50631" y="33227"/>
                      </a:lnTo>
                      <a:lnTo>
                        <a:pt x="48042" y="33227"/>
                      </a:lnTo>
                      <a:close/>
                    </a:path>
                  </a:pathLst>
                </a:custGeom>
                <a:grpFill/>
                <a:ln w="3594" cap="rnd">
                  <a:solidFill>
                    <a:srgbClr val="FFFFFF"/>
                  </a:solidFill>
                  <a:prstDash val="solid"/>
                  <a:round/>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62" name="Freeform: Shape 3828">
                  <a:extLst>
                    <a:ext uri="{FF2B5EF4-FFF2-40B4-BE49-F238E27FC236}">
                      <a16:creationId xmlns:a16="http://schemas.microsoft.com/office/drawing/2014/main" id="{8DB45393-2B6F-3B07-E67E-E13EF8E9C57C}"/>
                    </a:ext>
                  </a:extLst>
                </p:cNvPr>
                <p:cNvSpPr/>
                <p:nvPr/>
              </p:nvSpPr>
              <p:spPr>
                <a:xfrm>
                  <a:off x="6781715" y="3587960"/>
                  <a:ext cx="7767" cy="15103"/>
                </a:xfrm>
                <a:custGeom>
                  <a:avLst/>
                  <a:gdLst>
                    <a:gd name="connsiteX0" fmla="*/ 0 w 7767"/>
                    <a:gd name="connsiteY0" fmla="*/ 12658 h 15103"/>
                    <a:gd name="connsiteX1" fmla="*/ 0 w 7767"/>
                    <a:gd name="connsiteY1" fmla="*/ 15103 h 15103"/>
                    <a:gd name="connsiteX2" fmla="*/ 7767 w 7767"/>
                    <a:gd name="connsiteY2" fmla="*/ 2445 h 15103"/>
                    <a:gd name="connsiteX3" fmla="*/ 7767 w 7767"/>
                    <a:gd name="connsiteY3" fmla="*/ 0 h 15103"/>
                    <a:gd name="connsiteX4" fmla="*/ 5322 w 7767"/>
                    <a:gd name="connsiteY4" fmla="*/ 2445 h 15103"/>
                    <a:gd name="connsiteX5" fmla="*/ 0 w 7767"/>
                    <a:gd name="connsiteY5" fmla="*/ 12658 h 15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67" h="15103">
                      <a:moveTo>
                        <a:pt x="0" y="12658"/>
                      </a:moveTo>
                      <a:lnTo>
                        <a:pt x="0" y="15103"/>
                      </a:lnTo>
                      <a:lnTo>
                        <a:pt x="7767" y="2445"/>
                      </a:lnTo>
                      <a:lnTo>
                        <a:pt x="7767" y="0"/>
                      </a:lnTo>
                      <a:lnTo>
                        <a:pt x="5322" y="2445"/>
                      </a:lnTo>
                      <a:lnTo>
                        <a:pt x="0" y="12658"/>
                      </a:lnTo>
                      <a:close/>
                    </a:path>
                  </a:pathLst>
                </a:custGeom>
                <a:grpFill/>
                <a:ln w="3594" cap="rnd">
                  <a:solidFill>
                    <a:srgbClr val="FFFFFF"/>
                  </a:solidFill>
                  <a:prstDash val="solid"/>
                  <a:round/>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63" name="Freeform: Shape 3829">
                  <a:extLst>
                    <a:ext uri="{FF2B5EF4-FFF2-40B4-BE49-F238E27FC236}">
                      <a16:creationId xmlns:a16="http://schemas.microsoft.com/office/drawing/2014/main" id="{37B0AFEC-E431-41ED-79D9-1FD3CB31777F}"/>
                    </a:ext>
                  </a:extLst>
                </p:cNvPr>
                <p:cNvSpPr/>
                <p:nvPr/>
              </p:nvSpPr>
              <p:spPr>
                <a:xfrm>
                  <a:off x="6809907" y="3567535"/>
                  <a:ext cx="7767" cy="22870"/>
                </a:xfrm>
                <a:custGeom>
                  <a:avLst/>
                  <a:gdLst>
                    <a:gd name="connsiteX0" fmla="*/ 5034 w 7767"/>
                    <a:gd name="connsiteY0" fmla="*/ 17836 h 22870"/>
                    <a:gd name="connsiteX1" fmla="*/ 5034 w 7767"/>
                    <a:gd name="connsiteY1" fmla="*/ 20425 h 22870"/>
                    <a:gd name="connsiteX2" fmla="*/ 7767 w 7767"/>
                    <a:gd name="connsiteY2" fmla="*/ 15103 h 22870"/>
                    <a:gd name="connsiteX3" fmla="*/ 7767 w 7767"/>
                    <a:gd name="connsiteY3" fmla="*/ 5034 h 22870"/>
                    <a:gd name="connsiteX4" fmla="*/ 5034 w 7767"/>
                    <a:gd name="connsiteY4" fmla="*/ 7767 h 22870"/>
                    <a:gd name="connsiteX5" fmla="*/ 5034 w 7767"/>
                    <a:gd name="connsiteY5" fmla="*/ 0 h 22870"/>
                    <a:gd name="connsiteX6" fmla="*/ 0 w 7767"/>
                    <a:gd name="connsiteY6" fmla="*/ 20425 h 22870"/>
                    <a:gd name="connsiteX7" fmla="*/ 2445 w 7767"/>
                    <a:gd name="connsiteY7" fmla="*/ 22870 h 22870"/>
                    <a:gd name="connsiteX8" fmla="*/ 2445 w 7767"/>
                    <a:gd name="connsiteY8" fmla="*/ 20425 h 22870"/>
                    <a:gd name="connsiteX9" fmla="*/ 5034 w 7767"/>
                    <a:gd name="connsiteY9" fmla="*/ 12658 h 22870"/>
                    <a:gd name="connsiteX10" fmla="*/ 5034 w 7767"/>
                    <a:gd name="connsiteY10" fmla="*/ 15103 h 22870"/>
                    <a:gd name="connsiteX11" fmla="*/ 5034 w 7767"/>
                    <a:gd name="connsiteY11" fmla="*/ 17836 h 22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67" h="22870">
                      <a:moveTo>
                        <a:pt x="5034" y="17836"/>
                      </a:moveTo>
                      <a:lnTo>
                        <a:pt x="5034" y="20425"/>
                      </a:lnTo>
                      <a:lnTo>
                        <a:pt x="7767" y="15103"/>
                      </a:lnTo>
                      <a:lnTo>
                        <a:pt x="7767" y="5034"/>
                      </a:lnTo>
                      <a:lnTo>
                        <a:pt x="5034" y="7767"/>
                      </a:lnTo>
                      <a:lnTo>
                        <a:pt x="5034" y="0"/>
                      </a:lnTo>
                      <a:lnTo>
                        <a:pt x="0" y="20425"/>
                      </a:lnTo>
                      <a:lnTo>
                        <a:pt x="2445" y="22870"/>
                      </a:lnTo>
                      <a:lnTo>
                        <a:pt x="2445" y="20425"/>
                      </a:lnTo>
                      <a:lnTo>
                        <a:pt x="5034" y="12658"/>
                      </a:lnTo>
                      <a:lnTo>
                        <a:pt x="5034" y="15103"/>
                      </a:lnTo>
                      <a:lnTo>
                        <a:pt x="5034" y="17836"/>
                      </a:lnTo>
                      <a:close/>
                    </a:path>
                  </a:pathLst>
                </a:custGeom>
                <a:grpFill/>
                <a:ln w="3594" cap="rnd">
                  <a:solidFill>
                    <a:srgbClr val="FFFFFF"/>
                  </a:solidFill>
                  <a:prstDash val="solid"/>
                  <a:round/>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64" name="Freeform: Shape 3830">
                  <a:extLst>
                    <a:ext uri="{FF2B5EF4-FFF2-40B4-BE49-F238E27FC236}">
                      <a16:creationId xmlns:a16="http://schemas.microsoft.com/office/drawing/2014/main" id="{8EE1EB44-DE09-4876-127C-09EB4B043C79}"/>
                    </a:ext>
                  </a:extLst>
                </p:cNvPr>
                <p:cNvSpPr/>
                <p:nvPr/>
              </p:nvSpPr>
              <p:spPr>
                <a:xfrm>
                  <a:off x="6825154" y="3516472"/>
                  <a:ext cx="15390" cy="40849"/>
                </a:xfrm>
                <a:custGeom>
                  <a:avLst/>
                  <a:gdLst>
                    <a:gd name="connsiteX0" fmla="*/ 0 w 15390"/>
                    <a:gd name="connsiteY0" fmla="*/ 12658 h 40849"/>
                    <a:gd name="connsiteX1" fmla="*/ 2733 w 15390"/>
                    <a:gd name="connsiteY1" fmla="*/ 12658 h 40849"/>
                    <a:gd name="connsiteX2" fmla="*/ 2733 w 15390"/>
                    <a:gd name="connsiteY2" fmla="*/ 15391 h 40849"/>
                    <a:gd name="connsiteX3" fmla="*/ 5178 w 15390"/>
                    <a:gd name="connsiteY3" fmla="*/ 17980 h 40849"/>
                    <a:gd name="connsiteX4" fmla="*/ 2733 w 15390"/>
                    <a:gd name="connsiteY4" fmla="*/ 17980 h 40849"/>
                    <a:gd name="connsiteX5" fmla="*/ 5178 w 15390"/>
                    <a:gd name="connsiteY5" fmla="*/ 20425 h 40849"/>
                    <a:gd name="connsiteX6" fmla="*/ 5178 w 15390"/>
                    <a:gd name="connsiteY6" fmla="*/ 22870 h 40849"/>
                    <a:gd name="connsiteX7" fmla="*/ 2733 w 15390"/>
                    <a:gd name="connsiteY7" fmla="*/ 30638 h 40849"/>
                    <a:gd name="connsiteX8" fmla="*/ 2733 w 15390"/>
                    <a:gd name="connsiteY8" fmla="*/ 33083 h 40849"/>
                    <a:gd name="connsiteX9" fmla="*/ 2733 w 15390"/>
                    <a:gd name="connsiteY9" fmla="*/ 35816 h 40849"/>
                    <a:gd name="connsiteX10" fmla="*/ 2733 w 15390"/>
                    <a:gd name="connsiteY10" fmla="*/ 38405 h 40849"/>
                    <a:gd name="connsiteX11" fmla="*/ 2733 w 15390"/>
                    <a:gd name="connsiteY11" fmla="*/ 40850 h 40849"/>
                    <a:gd name="connsiteX12" fmla="*/ 5178 w 15390"/>
                    <a:gd name="connsiteY12" fmla="*/ 38405 h 40849"/>
                    <a:gd name="connsiteX13" fmla="*/ 7623 w 15390"/>
                    <a:gd name="connsiteY13" fmla="*/ 35816 h 40849"/>
                    <a:gd name="connsiteX14" fmla="*/ 7623 w 15390"/>
                    <a:gd name="connsiteY14" fmla="*/ 33083 h 40849"/>
                    <a:gd name="connsiteX15" fmla="*/ 10069 w 15390"/>
                    <a:gd name="connsiteY15" fmla="*/ 33083 h 40849"/>
                    <a:gd name="connsiteX16" fmla="*/ 12802 w 15390"/>
                    <a:gd name="connsiteY16" fmla="*/ 33083 h 40849"/>
                    <a:gd name="connsiteX17" fmla="*/ 12802 w 15390"/>
                    <a:gd name="connsiteY17" fmla="*/ 30638 h 40849"/>
                    <a:gd name="connsiteX18" fmla="*/ 15391 w 15390"/>
                    <a:gd name="connsiteY18" fmla="*/ 30638 h 40849"/>
                    <a:gd name="connsiteX19" fmla="*/ 15391 w 15390"/>
                    <a:gd name="connsiteY19" fmla="*/ 28192 h 40849"/>
                    <a:gd name="connsiteX20" fmla="*/ 15391 w 15390"/>
                    <a:gd name="connsiteY20" fmla="*/ 25603 h 40849"/>
                    <a:gd name="connsiteX21" fmla="*/ 15391 w 15390"/>
                    <a:gd name="connsiteY21" fmla="*/ 20425 h 40849"/>
                    <a:gd name="connsiteX22" fmla="*/ 12802 w 15390"/>
                    <a:gd name="connsiteY22" fmla="*/ 20425 h 40849"/>
                    <a:gd name="connsiteX23" fmla="*/ 12802 w 15390"/>
                    <a:gd name="connsiteY23" fmla="*/ 17980 h 40849"/>
                    <a:gd name="connsiteX24" fmla="*/ 15391 w 15390"/>
                    <a:gd name="connsiteY24" fmla="*/ 20425 h 40849"/>
                    <a:gd name="connsiteX25" fmla="*/ 12802 w 15390"/>
                    <a:gd name="connsiteY25" fmla="*/ 5322 h 40849"/>
                    <a:gd name="connsiteX26" fmla="*/ 12802 w 15390"/>
                    <a:gd name="connsiteY26" fmla="*/ 2445 h 40849"/>
                    <a:gd name="connsiteX27" fmla="*/ 10069 w 15390"/>
                    <a:gd name="connsiteY27" fmla="*/ 0 h 40849"/>
                    <a:gd name="connsiteX28" fmla="*/ 7623 w 15390"/>
                    <a:gd name="connsiteY28" fmla="*/ 2445 h 40849"/>
                    <a:gd name="connsiteX29" fmla="*/ 5178 w 15390"/>
                    <a:gd name="connsiteY29" fmla="*/ 2445 h 40849"/>
                    <a:gd name="connsiteX30" fmla="*/ 5178 w 15390"/>
                    <a:gd name="connsiteY30" fmla="*/ 10213 h 40849"/>
                    <a:gd name="connsiteX31" fmla="*/ 2733 w 15390"/>
                    <a:gd name="connsiteY31" fmla="*/ 10213 h 40849"/>
                    <a:gd name="connsiteX32" fmla="*/ 0 w 15390"/>
                    <a:gd name="connsiteY32" fmla="*/ 12658 h 40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390" h="40849">
                      <a:moveTo>
                        <a:pt x="0" y="12658"/>
                      </a:moveTo>
                      <a:lnTo>
                        <a:pt x="2733" y="12658"/>
                      </a:lnTo>
                      <a:lnTo>
                        <a:pt x="2733" y="15391"/>
                      </a:lnTo>
                      <a:lnTo>
                        <a:pt x="5178" y="17980"/>
                      </a:lnTo>
                      <a:lnTo>
                        <a:pt x="2733" y="17980"/>
                      </a:lnTo>
                      <a:lnTo>
                        <a:pt x="5178" y="20425"/>
                      </a:lnTo>
                      <a:lnTo>
                        <a:pt x="5178" y="22870"/>
                      </a:lnTo>
                      <a:lnTo>
                        <a:pt x="2733" y="30638"/>
                      </a:lnTo>
                      <a:lnTo>
                        <a:pt x="2733" y="33083"/>
                      </a:lnTo>
                      <a:lnTo>
                        <a:pt x="2733" y="35816"/>
                      </a:lnTo>
                      <a:lnTo>
                        <a:pt x="2733" y="38405"/>
                      </a:lnTo>
                      <a:lnTo>
                        <a:pt x="2733" y="40850"/>
                      </a:lnTo>
                      <a:lnTo>
                        <a:pt x="5178" y="38405"/>
                      </a:lnTo>
                      <a:lnTo>
                        <a:pt x="7623" y="35816"/>
                      </a:lnTo>
                      <a:lnTo>
                        <a:pt x="7623" y="33083"/>
                      </a:lnTo>
                      <a:lnTo>
                        <a:pt x="10069" y="33083"/>
                      </a:lnTo>
                      <a:lnTo>
                        <a:pt x="12802" y="33083"/>
                      </a:lnTo>
                      <a:lnTo>
                        <a:pt x="12802" y="30638"/>
                      </a:lnTo>
                      <a:lnTo>
                        <a:pt x="15391" y="30638"/>
                      </a:lnTo>
                      <a:lnTo>
                        <a:pt x="15391" y="28192"/>
                      </a:lnTo>
                      <a:lnTo>
                        <a:pt x="15391" y="25603"/>
                      </a:lnTo>
                      <a:lnTo>
                        <a:pt x="15391" y="20425"/>
                      </a:lnTo>
                      <a:lnTo>
                        <a:pt x="12802" y="20425"/>
                      </a:lnTo>
                      <a:lnTo>
                        <a:pt x="12802" y="17980"/>
                      </a:lnTo>
                      <a:lnTo>
                        <a:pt x="15391" y="20425"/>
                      </a:lnTo>
                      <a:lnTo>
                        <a:pt x="12802" y="5322"/>
                      </a:lnTo>
                      <a:lnTo>
                        <a:pt x="12802" y="2445"/>
                      </a:lnTo>
                      <a:lnTo>
                        <a:pt x="10069" y="0"/>
                      </a:lnTo>
                      <a:lnTo>
                        <a:pt x="7623" y="2445"/>
                      </a:lnTo>
                      <a:lnTo>
                        <a:pt x="5178" y="2445"/>
                      </a:lnTo>
                      <a:lnTo>
                        <a:pt x="5178" y="10213"/>
                      </a:lnTo>
                      <a:lnTo>
                        <a:pt x="2733" y="10213"/>
                      </a:lnTo>
                      <a:lnTo>
                        <a:pt x="0" y="12658"/>
                      </a:lnTo>
                      <a:close/>
                    </a:path>
                  </a:pathLst>
                </a:custGeom>
                <a:grpFill/>
                <a:ln w="3594" cap="rnd">
                  <a:solidFill>
                    <a:srgbClr val="FFFFFF"/>
                  </a:solidFill>
                  <a:prstDash val="solid"/>
                  <a:round/>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65" name="Freeform: Shape 3831">
                  <a:extLst>
                    <a:ext uri="{FF2B5EF4-FFF2-40B4-BE49-F238E27FC236}">
                      <a16:creationId xmlns:a16="http://schemas.microsoft.com/office/drawing/2014/main" id="{BBE97F40-F935-12F2-EB7E-715A86A9FEC7}"/>
                    </a:ext>
                  </a:extLst>
                </p:cNvPr>
                <p:cNvSpPr/>
                <p:nvPr/>
              </p:nvSpPr>
              <p:spPr>
                <a:xfrm>
                  <a:off x="6776824" y="3516472"/>
                  <a:ext cx="2445" cy="10212"/>
                </a:xfrm>
                <a:custGeom>
                  <a:avLst/>
                  <a:gdLst>
                    <a:gd name="connsiteX0" fmla="*/ 0 w 2445"/>
                    <a:gd name="connsiteY0" fmla="*/ 7767 h 10212"/>
                    <a:gd name="connsiteX1" fmla="*/ 0 w 2445"/>
                    <a:gd name="connsiteY1" fmla="*/ 10213 h 10212"/>
                    <a:gd name="connsiteX2" fmla="*/ 2445 w 2445"/>
                    <a:gd name="connsiteY2" fmla="*/ 10213 h 10212"/>
                    <a:gd name="connsiteX3" fmla="*/ 2445 w 2445"/>
                    <a:gd name="connsiteY3" fmla="*/ 7767 h 10212"/>
                    <a:gd name="connsiteX4" fmla="*/ 2445 w 2445"/>
                    <a:gd name="connsiteY4" fmla="*/ 2445 h 10212"/>
                    <a:gd name="connsiteX5" fmla="*/ 2445 w 2445"/>
                    <a:gd name="connsiteY5" fmla="*/ 0 h 10212"/>
                    <a:gd name="connsiteX6" fmla="*/ 0 w 2445"/>
                    <a:gd name="connsiteY6" fmla="*/ 2445 h 10212"/>
                    <a:gd name="connsiteX7" fmla="*/ 0 w 2445"/>
                    <a:gd name="connsiteY7" fmla="*/ 7767 h 10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45" h="10212">
                      <a:moveTo>
                        <a:pt x="0" y="7767"/>
                      </a:moveTo>
                      <a:lnTo>
                        <a:pt x="0" y="10213"/>
                      </a:lnTo>
                      <a:lnTo>
                        <a:pt x="2445" y="10213"/>
                      </a:lnTo>
                      <a:lnTo>
                        <a:pt x="2445" y="7767"/>
                      </a:lnTo>
                      <a:lnTo>
                        <a:pt x="2445" y="2445"/>
                      </a:lnTo>
                      <a:lnTo>
                        <a:pt x="2445" y="0"/>
                      </a:lnTo>
                      <a:lnTo>
                        <a:pt x="0" y="2445"/>
                      </a:lnTo>
                      <a:lnTo>
                        <a:pt x="0" y="7767"/>
                      </a:lnTo>
                      <a:close/>
                    </a:path>
                  </a:pathLst>
                </a:custGeom>
                <a:grpFill/>
                <a:ln w="3594" cap="rnd">
                  <a:solidFill>
                    <a:srgbClr val="FFFFFF"/>
                  </a:solidFill>
                  <a:prstDash val="solid"/>
                  <a:round/>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66" name="Freeform: Shape 3832">
                  <a:extLst>
                    <a:ext uri="{FF2B5EF4-FFF2-40B4-BE49-F238E27FC236}">
                      <a16:creationId xmlns:a16="http://schemas.microsoft.com/office/drawing/2014/main" id="{201F05D7-8E03-DDC5-51A5-088C4E5CE6E2}"/>
                    </a:ext>
                  </a:extLst>
                </p:cNvPr>
                <p:cNvSpPr/>
                <p:nvPr/>
              </p:nvSpPr>
              <p:spPr>
                <a:xfrm>
                  <a:off x="6748632" y="3534452"/>
                  <a:ext cx="28192" cy="27904"/>
                </a:xfrm>
                <a:custGeom>
                  <a:avLst/>
                  <a:gdLst>
                    <a:gd name="connsiteX0" fmla="*/ 25603 w 28192"/>
                    <a:gd name="connsiteY0" fmla="*/ 7623 h 27904"/>
                    <a:gd name="connsiteX1" fmla="*/ 25603 w 28192"/>
                    <a:gd name="connsiteY1" fmla="*/ 4890 h 27904"/>
                    <a:gd name="connsiteX2" fmla="*/ 28192 w 28192"/>
                    <a:gd name="connsiteY2" fmla="*/ 2445 h 27904"/>
                    <a:gd name="connsiteX3" fmla="*/ 28192 w 28192"/>
                    <a:gd name="connsiteY3" fmla="*/ 0 h 27904"/>
                    <a:gd name="connsiteX4" fmla="*/ 25603 w 28192"/>
                    <a:gd name="connsiteY4" fmla="*/ 2445 h 27904"/>
                    <a:gd name="connsiteX5" fmla="*/ 22870 w 28192"/>
                    <a:gd name="connsiteY5" fmla="*/ 4890 h 27904"/>
                    <a:gd name="connsiteX6" fmla="*/ 17980 w 28192"/>
                    <a:gd name="connsiteY6" fmla="*/ 4890 h 27904"/>
                    <a:gd name="connsiteX7" fmla="*/ 15391 w 28192"/>
                    <a:gd name="connsiteY7" fmla="*/ 4890 h 27904"/>
                    <a:gd name="connsiteX8" fmla="*/ 12658 w 28192"/>
                    <a:gd name="connsiteY8" fmla="*/ 4890 h 27904"/>
                    <a:gd name="connsiteX9" fmla="*/ 12658 w 28192"/>
                    <a:gd name="connsiteY9" fmla="*/ 7623 h 27904"/>
                    <a:gd name="connsiteX10" fmla="*/ 15391 w 28192"/>
                    <a:gd name="connsiteY10" fmla="*/ 7623 h 27904"/>
                    <a:gd name="connsiteX11" fmla="*/ 12658 w 28192"/>
                    <a:gd name="connsiteY11" fmla="*/ 10213 h 27904"/>
                    <a:gd name="connsiteX12" fmla="*/ 10213 w 28192"/>
                    <a:gd name="connsiteY12" fmla="*/ 12658 h 27904"/>
                    <a:gd name="connsiteX13" fmla="*/ 7767 w 28192"/>
                    <a:gd name="connsiteY13" fmla="*/ 12658 h 27904"/>
                    <a:gd name="connsiteX14" fmla="*/ 7767 w 28192"/>
                    <a:gd name="connsiteY14" fmla="*/ 10213 h 27904"/>
                    <a:gd name="connsiteX15" fmla="*/ 2445 w 28192"/>
                    <a:gd name="connsiteY15" fmla="*/ 12658 h 27904"/>
                    <a:gd name="connsiteX16" fmla="*/ 5178 w 28192"/>
                    <a:gd name="connsiteY16" fmla="*/ 15103 h 27904"/>
                    <a:gd name="connsiteX17" fmla="*/ 5178 w 28192"/>
                    <a:gd name="connsiteY17" fmla="*/ 17836 h 27904"/>
                    <a:gd name="connsiteX18" fmla="*/ 2445 w 28192"/>
                    <a:gd name="connsiteY18" fmla="*/ 20425 h 27904"/>
                    <a:gd name="connsiteX19" fmla="*/ 2445 w 28192"/>
                    <a:gd name="connsiteY19" fmla="*/ 22870 h 27904"/>
                    <a:gd name="connsiteX20" fmla="*/ 0 w 28192"/>
                    <a:gd name="connsiteY20" fmla="*/ 25315 h 27904"/>
                    <a:gd name="connsiteX21" fmla="*/ 2445 w 28192"/>
                    <a:gd name="connsiteY21" fmla="*/ 27905 h 27904"/>
                    <a:gd name="connsiteX22" fmla="*/ 5178 w 28192"/>
                    <a:gd name="connsiteY22" fmla="*/ 27905 h 27904"/>
                    <a:gd name="connsiteX23" fmla="*/ 7767 w 28192"/>
                    <a:gd name="connsiteY23" fmla="*/ 27905 h 27904"/>
                    <a:gd name="connsiteX24" fmla="*/ 7767 w 28192"/>
                    <a:gd name="connsiteY24" fmla="*/ 25315 h 27904"/>
                    <a:gd name="connsiteX25" fmla="*/ 12658 w 28192"/>
                    <a:gd name="connsiteY25" fmla="*/ 22870 h 27904"/>
                    <a:gd name="connsiteX26" fmla="*/ 25603 w 28192"/>
                    <a:gd name="connsiteY26" fmla="*/ 10213 h 27904"/>
                    <a:gd name="connsiteX27" fmla="*/ 25603 w 28192"/>
                    <a:gd name="connsiteY27" fmla="*/ 7623 h 27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8192" h="27904">
                      <a:moveTo>
                        <a:pt x="25603" y="7623"/>
                      </a:moveTo>
                      <a:lnTo>
                        <a:pt x="25603" y="4890"/>
                      </a:lnTo>
                      <a:lnTo>
                        <a:pt x="28192" y="2445"/>
                      </a:lnTo>
                      <a:lnTo>
                        <a:pt x="28192" y="0"/>
                      </a:lnTo>
                      <a:lnTo>
                        <a:pt x="25603" y="2445"/>
                      </a:lnTo>
                      <a:lnTo>
                        <a:pt x="22870" y="4890"/>
                      </a:lnTo>
                      <a:lnTo>
                        <a:pt x="17980" y="4890"/>
                      </a:lnTo>
                      <a:lnTo>
                        <a:pt x="15391" y="4890"/>
                      </a:lnTo>
                      <a:lnTo>
                        <a:pt x="12658" y="4890"/>
                      </a:lnTo>
                      <a:lnTo>
                        <a:pt x="12658" y="7623"/>
                      </a:lnTo>
                      <a:lnTo>
                        <a:pt x="15391" y="7623"/>
                      </a:lnTo>
                      <a:lnTo>
                        <a:pt x="12658" y="10213"/>
                      </a:lnTo>
                      <a:lnTo>
                        <a:pt x="10213" y="12658"/>
                      </a:lnTo>
                      <a:lnTo>
                        <a:pt x="7767" y="12658"/>
                      </a:lnTo>
                      <a:lnTo>
                        <a:pt x="7767" y="10213"/>
                      </a:lnTo>
                      <a:lnTo>
                        <a:pt x="2445" y="12658"/>
                      </a:lnTo>
                      <a:lnTo>
                        <a:pt x="5178" y="15103"/>
                      </a:lnTo>
                      <a:lnTo>
                        <a:pt x="5178" y="17836"/>
                      </a:lnTo>
                      <a:lnTo>
                        <a:pt x="2445" y="20425"/>
                      </a:lnTo>
                      <a:lnTo>
                        <a:pt x="2445" y="22870"/>
                      </a:lnTo>
                      <a:lnTo>
                        <a:pt x="0" y="25315"/>
                      </a:lnTo>
                      <a:lnTo>
                        <a:pt x="2445" y="27905"/>
                      </a:lnTo>
                      <a:lnTo>
                        <a:pt x="5178" y="27905"/>
                      </a:lnTo>
                      <a:lnTo>
                        <a:pt x="7767" y="27905"/>
                      </a:lnTo>
                      <a:lnTo>
                        <a:pt x="7767" y="25315"/>
                      </a:lnTo>
                      <a:lnTo>
                        <a:pt x="12658" y="22870"/>
                      </a:lnTo>
                      <a:lnTo>
                        <a:pt x="25603" y="10213"/>
                      </a:lnTo>
                      <a:lnTo>
                        <a:pt x="25603" y="7623"/>
                      </a:lnTo>
                      <a:close/>
                    </a:path>
                  </a:pathLst>
                </a:custGeom>
                <a:grpFill/>
                <a:ln w="3594" cap="rnd">
                  <a:solidFill>
                    <a:srgbClr val="FFFFFF"/>
                  </a:solidFill>
                  <a:prstDash val="solid"/>
                  <a:round/>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67" name="Freeform: Shape 3833">
                  <a:extLst>
                    <a:ext uri="{FF2B5EF4-FFF2-40B4-BE49-F238E27FC236}">
                      <a16:creationId xmlns:a16="http://schemas.microsoft.com/office/drawing/2014/main" id="{92980D43-D5CD-2A3A-96F4-CD871F977A1D}"/>
                    </a:ext>
                  </a:extLst>
                </p:cNvPr>
                <p:cNvSpPr/>
                <p:nvPr/>
              </p:nvSpPr>
              <p:spPr>
                <a:xfrm>
                  <a:off x="6827887" y="3565089"/>
                  <a:ext cx="2445" cy="2445"/>
                </a:xfrm>
                <a:custGeom>
                  <a:avLst/>
                  <a:gdLst>
                    <a:gd name="connsiteX0" fmla="*/ 0 w 2445"/>
                    <a:gd name="connsiteY0" fmla="*/ 0 h 2445"/>
                    <a:gd name="connsiteX1" fmla="*/ 0 w 2445"/>
                    <a:gd name="connsiteY1" fmla="*/ 2445 h 2445"/>
                    <a:gd name="connsiteX2" fmla="*/ 2445 w 2445"/>
                    <a:gd name="connsiteY2" fmla="*/ 0 h 2445"/>
                    <a:gd name="connsiteX3" fmla="*/ 0 w 2445"/>
                    <a:gd name="connsiteY3" fmla="*/ 0 h 2445"/>
                  </a:gdLst>
                  <a:ahLst/>
                  <a:cxnLst>
                    <a:cxn ang="0">
                      <a:pos x="connsiteX0" y="connsiteY0"/>
                    </a:cxn>
                    <a:cxn ang="0">
                      <a:pos x="connsiteX1" y="connsiteY1"/>
                    </a:cxn>
                    <a:cxn ang="0">
                      <a:pos x="connsiteX2" y="connsiteY2"/>
                    </a:cxn>
                    <a:cxn ang="0">
                      <a:pos x="connsiteX3" y="connsiteY3"/>
                    </a:cxn>
                  </a:cxnLst>
                  <a:rect l="l" t="t" r="r" b="b"/>
                  <a:pathLst>
                    <a:path w="2445" h="2445">
                      <a:moveTo>
                        <a:pt x="0" y="0"/>
                      </a:moveTo>
                      <a:lnTo>
                        <a:pt x="0" y="2445"/>
                      </a:lnTo>
                      <a:lnTo>
                        <a:pt x="2445" y="0"/>
                      </a:lnTo>
                      <a:lnTo>
                        <a:pt x="0" y="0"/>
                      </a:lnTo>
                      <a:close/>
                    </a:path>
                  </a:pathLst>
                </a:custGeom>
                <a:grpFill/>
                <a:ln w="3594" cap="rnd">
                  <a:solidFill>
                    <a:srgbClr val="FFFFFF"/>
                  </a:solidFill>
                  <a:prstDash val="solid"/>
                  <a:round/>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68" name="Freeform: Shape 3834">
                  <a:extLst>
                    <a:ext uri="{FF2B5EF4-FFF2-40B4-BE49-F238E27FC236}">
                      <a16:creationId xmlns:a16="http://schemas.microsoft.com/office/drawing/2014/main" id="{44E3CC05-7AF7-A057-20CF-26FBC7EF5C71}"/>
                    </a:ext>
                  </a:extLst>
                </p:cNvPr>
                <p:cNvSpPr/>
                <p:nvPr/>
              </p:nvSpPr>
              <p:spPr>
                <a:xfrm>
                  <a:off x="6822565" y="3559767"/>
                  <a:ext cx="5321" cy="35815"/>
                </a:xfrm>
                <a:custGeom>
                  <a:avLst/>
                  <a:gdLst>
                    <a:gd name="connsiteX0" fmla="*/ 0 w 5321"/>
                    <a:gd name="connsiteY0" fmla="*/ 2589 h 35815"/>
                    <a:gd name="connsiteX1" fmla="*/ 0 w 5321"/>
                    <a:gd name="connsiteY1" fmla="*/ 5322 h 35815"/>
                    <a:gd name="connsiteX2" fmla="*/ 0 w 5321"/>
                    <a:gd name="connsiteY2" fmla="*/ 7767 h 35815"/>
                    <a:gd name="connsiteX3" fmla="*/ 0 w 5321"/>
                    <a:gd name="connsiteY3" fmla="*/ 10213 h 35815"/>
                    <a:gd name="connsiteX4" fmla="*/ 0 w 5321"/>
                    <a:gd name="connsiteY4" fmla="*/ 12802 h 35815"/>
                    <a:gd name="connsiteX5" fmla="*/ 0 w 5321"/>
                    <a:gd name="connsiteY5" fmla="*/ 17980 h 35815"/>
                    <a:gd name="connsiteX6" fmla="*/ 0 w 5321"/>
                    <a:gd name="connsiteY6" fmla="*/ 33083 h 35815"/>
                    <a:gd name="connsiteX7" fmla="*/ 0 w 5321"/>
                    <a:gd name="connsiteY7" fmla="*/ 35816 h 35815"/>
                    <a:gd name="connsiteX8" fmla="*/ 2589 w 5321"/>
                    <a:gd name="connsiteY8" fmla="*/ 35816 h 35815"/>
                    <a:gd name="connsiteX9" fmla="*/ 2589 w 5321"/>
                    <a:gd name="connsiteY9" fmla="*/ 22870 h 35815"/>
                    <a:gd name="connsiteX10" fmla="*/ 2589 w 5321"/>
                    <a:gd name="connsiteY10" fmla="*/ 12802 h 35815"/>
                    <a:gd name="connsiteX11" fmla="*/ 2589 w 5321"/>
                    <a:gd name="connsiteY11" fmla="*/ 10213 h 35815"/>
                    <a:gd name="connsiteX12" fmla="*/ 5322 w 5321"/>
                    <a:gd name="connsiteY12" fmla="*/ 7767 h 35815"/>
                    <a:gd name="connsiteX13" fmla="*/ 2589 w 5321"/>
                    <a:gd name="connsiteY13" fmla="*/ 7767 h 35815"/>
                    <a:gd name="connsiteX14" fmla="*/ 2589 w 5321"/>
                    <a:gd name="connsiteY14" fmla="*/ 5322 h 35815"/>
                    <a:gd name="connsiteX15" fmla="*/ 5322 w 5321"/>
                    <a:gd name="connsiteY15" fmla="*/ 2589 h 35815"/>
                    <a:gd name="connsiteX16" fmla="*/ 5322 w 5321"/>
                    <a:gd name="connsiteY16" fmla="*/ 0 h 35815"/>
                    <a:gd name="connsiteX17" fmla="*/ 2589 w 5321"/>
                    <a:gd name="connsiteY17" fmla="*/ 0 h 35815"/>
                    <a:gd name="connsiteX18" fmla="*/ 0 w 5321"/>
                    <a:gd name="connsiteY18" fmla="*/ 2589 h 35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321" h="35815">
                      <a:moveTo>
                        <a:pt x="0" y="2589"/>
                      </a:moveTo>
                      <a:lnTo>
                        <a:pt x="0" y="5322"/>
                      </a:lnTo>
                      <a:lnTo>
                        <a:pt x="0" y="7767"/>
                      </a:lnTo>
                      <a:lnTo>
                        <a:pt x="0" y="10213"/>
                      </a:lnTo>
                      <a:lnTo>
                        <a:pt x="0" y="12802"/>
                      </a:lnTo>
                      <a:lnTo>
                        <a:pt x="0" y="17980"/>
                      </a:lnTo>
                      <a:lnTo>
                        <a:pt x="0" y="33083"/>
                      </a:lnTo>
                      <a:lnTo>
                        <a:pt x="0" y="35816"/>
                      </a:lnTo>
                      <a:lnTo>
                        <a:pt x="2589" y="35816"/>
                      </a:lnTo>
                      <a:lnTo>
                        <a:pt x="2589" y="22870"/>
                      </a:lnTo>
                      <a:lnTo>
                        <a:pt x="2589" y="12802"/>
                      </a:lnTo>
                      <a:lnTo>
                        <a:pt x="2589" y="10213"/>
                      </a:lnTo>
                      <a:lnTo>
                        <a:pt x="5322" y="7767"/>
                      </a:lnTo>
                      <a:lnTo>
                        <a:pt x="2589" y="7767"/>
                      </a:lnTo>
                      <a:lnTo>
                        <a:pt x="2589" y="5322"/>
                      </a:lnTo>
                      <a:lnTo>
                        <a:pt x="5322" y="2589"/>
                      </a:lnTo>
                      <a:lnTo>
                        <a:pt x="5322" y="0"/>
                      </a:lnTo>
                      <a:lnTo>
                        <a:pt x="2589" y="0"/>
                      </a:lnTo>
                      <a:lnTo>
                        <a:pt x="0" y="2589"/>
                      </a:lnTo>
                      <a:close/>
                    </a:path>
                  </a:pathLst>
                </a:custGeom>
                <a:grpFill/>
                <a:ln w="3594" cap="rnd">
                  <a:solidFill>
                    <a:srgbClr val="FFFFFF"/>
                  </a:solidFill>
                  <a:prstDash val="solid"/>
                  <a:round/>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69" name="Freeform: Shape 3835">
                  <a:extLst>
                    <a:ext uri="{FF2B5EF4-FFF2-40B4-BE49-F238E27FC236}">
                      <a16:creationId xmlns:a16="http://schemas.microsoft.com/office/drawing/2014/main" id="{965BD7A7-7362-B5CB-3098-6163CCDB25AD}"/>
                    </a:ext>
                  </a:extLst>
                </p:cNvPr>
                <p:cNvSpPr/>
                <p:nvPr/>
              </p:nvSpPr>
              <p:spPr>
                <a:xfrm>
                  <a:off x="6746187" y="3473177"/>
                  <a:ext cx="15103" cy="17979"/>
                </a:xfrm>
                <a:custGeom>
                  <a:avLst/>
                  <a:gdLst>
                    <a:gd name="connsiteX0" fmla="*/ 10213 w 15103"/>
                    <a:gd name="connsiteY0" fmla="*/ 15103 h 17979"/>
                    <a:gd name="connsiteX1" fmla="*/ 10213 w 15103"/>
                    <a:gd name="connsiteY1" fmla="*/ 17980 h 17979"/>
                    <a:gd name="connsiteX2" fmla="*/ 12658 w 15103"/>
                    <a:gd name="connsiteY2" fmla="*/ 17980 h 17979"/>
                    <a:gd name="connsiteX3" fmla="*/ 15103 w 15103"/>
                    <a:gd name="connsiteY3" fmla="*/ 15103 h 17979"/>
                    <a:gd name="connsiteX4" fmla="*/ 12658 w 15103"/>
                    <a:gd name="connsiteY4" fmla="*/ 12658 h 17979"/>
                    <a:gd name="connsiteX5" fmla="*/ 12658 w 15103"/>
                    <a:gd name="connsiteY5" fmla="*/ 10212 h 17979"/>
                    <a:gd name="connsiteX6" fmla="*/ 10213 w 15103"/>
                    <a:gd name="connsiteY6" fmla="*/ 5034 h 17979"/>
                    <a:gd name="connsiteX7" fmla="*/ 7623 w 15103"/>
                    <a:gd name="connsiteY7" fmla="*/ 2445 h 17979"/>
                    <a:gd name="connsiteX8" fmla="*/ 7623 w 15103"/>
                    <a:gd name="connsiteY8" fmla="*/ 0 h 17979"/>
                    <a:gd name="connsiteX9" fmla="*/ 4890 w 15103"/>
                    <a:gd name="connsiteY9" fmla="*/ 2445 h 17979"/>
                    <a:gd name="connsiteX10" fmla="*/ 4890 w 15103"/>
                    <a:gd name="connsiteY10" fmla="*/ 5034 h 17979"/>
                    <a:gd name="connsiteX11" fmla="*/ 2445 w 15103"/>
                    <a:gd name="connsiteY11" fmla="*/ 2445 h 17979"/>
                    <a:gd name="connsiteX12" fmla="*/ 2445 w 15103"/>
                    <a:gd name="connsiteY12" fmla="*/ 5034 h 17979"/>
                    <a:gd name="connsiteX13" fmla="*/ 2445 w 15103"/>
                    <a:gd name="connsiteY13" fmla="*/ 7767 h 17979"/>
                    <a:gd name="connsiteX14" fmla="*/ 0 w 15103"/>
                    <a:gd name="connsiteY14" fmla="*/ 10212 h 17979"/>
                    <a:gd name="connsiteX15" fmla="*/ 2445 w 15103"/>
                    <a:gd name="connsiteY15" fmla="*/ 10212 h 17979"/>
                    <a:gd name="connsiteX16" fmla="*/ 4890 w 15103"/>
                    <a:gd name="connsiteY16" fmla="*/ 7767 h 17979"/>
                    <a:gd name="connsiteX17" fmla="*/ 7623 w 15103"/>
                    <a:gd name="connsiteY17" fmla="*/ 7767 h 17979"/>
                    <a:gd name="connsiteX18" fmla="*/ 7623 w 15103"/>
                    <a:gd name="connsiteY18" fmla="*/ 12658 h 17979"/>
                    <a:gd name="connsiteX19" fmla="*/ 10213 w 15103"/>
                    <a:gd name="connsiteY19" fmla="*/ 15103 h 17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103" h="17979">
                      <a:moveTo>
                        <a:pt x="10213" y="15103"/>
                      </a:moveTo>
                      <a:lnTo>
                        <a:pt x="10213" y="17980"/>
                      </a:lnTo>
                      <a:lnTo>
                        <a:pt x="12658" y="17980"/>
                      </a:lnTo>
                      <a:lnTo>
                        <a:pt x="15103" y="15103"/>
                      </a:lnTo>
                      <a:lnTo>
                        <a:pt x="12658" y="12658"/>
                      </a:lnTo>
                      <a:lnTo>
                        <a:pt x="12658" y="10212"/>
                      </a:lnTo>
                      <a:lnTo>
                        <a:pt x="10213" y="5034"/>
                      </a:lnTo>
                      <a:lnTo>
                        <a:pt x="7623" y="2445"/>
                      </a:lnTo>
                      <a:lnTo>
                        <a:pt x="7623" y="0"/>
                      </a:lnTo>
                      <a:lnTo>
                        <a:pt x="4890" y="2445"/>
                      </a:lnTo>
                      <a:lnTo>
                        <a:pt x="4890" y="5034"/>
                      </a:lnTo>
                      <a:lnTo>
                        <a:pt x="2445" y="2445"/>
                      </a:lnTo>
                      <a:lnTo>
                        <a:pt x="2445" y="5034"/>
                      </a:lnTo>
                      <a:lnTo>
                        <a:pt x="2445" y="7767"/>
                      </a:lnTo>
                      <a:lnTo>
                        <a:pt x="0" y="10212"/>
                      </a:lnTo>
                      <a:lnTo>
                        <a:pt x="2445" y="10212"/>
                      </a:lnTo>
                      <a:lnTo>
                        <a:pt x="4890" y="7767"/>
                      </a:lnTo>
                      <a:lnTo>
                        <a:pt x="7623" y="7767"/>
                      </a:lnTo>
                      <a:lnTo>
                        <a:pt x="7623" y="12658"/>
                      </a:lnTo>
                      <a:lnTo>
                        <a:pt x="10213" y="15103"/>
                      </a:lnTo>
                      <a:close/>
                    </a:path>
                  </a:pathLst>
                </a:custGeom>
                <a:grpFill/>
                <a:ln w="3594" cap="rnd">
                  <a:solidFill>
                    <a:srgbClr val="FFFFFF"/>
                  </a:solidFill>
                  <a:prstDash val="solid"/>
                  <a:round/>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70" name="Freeform: Shape 3836">
                  <a:extLst>
                    <a:ext uri="{FF2B5EF4-FFF2-40B4-BE49-F238E27FC236}">
                      <a16:creationId xmlns:a16="http://schemas.microsoft.com/office/drawing/2014/main" id="{006F7534-8EDE-D938-CAE2-A0E6D2BD2357}"/>
                    </a:ext>
                  </a:extLst>
                </p:cNvPr>
                <p:cNvSpPr/>
                <p:nvPr/>
              </p:nvSpPr>
              <p:spPr>
                <a:xfrm>
                  <a:off x="6746187" y="3485834"/>
                  <a:ext cx="7623" cy="12657"/>
                </a:xfrm>
                <a:custGeom>
                  <a:avLst/>
                  <a:gdLst>
                    <a:gd name="connsiteX0" fmla="*/ 2445 w 7623"/>
                    <a:gd name="connsiteY0" fmla="*/ 0 h 12657"/>
                    <a:gd name="connsiteX1" fmla="*/ 0 w 7623"/>
                    <a:gd name="connsiteY1" fmla="*/ 2445 h 12657"/>
                    <a:gd name="connsiteX2" fmla="*/ 2445 w 7623"/>
                    <a:gd name="connsiteY2" fmla="*/ 10213 h 12657"/>
                    <a:gd name="connsiteX3" fmla="*/ 2445 w 7623"/>
                    <a:gd name="connsiteY3" fmla="*/ 12658 h 12657"/>
                    <a:gd name="connsiteX4" fmla="*/ 4890 w 7623"/>
                    <a:gd name="connsiteY4" fmla="*/ 12658 h 12657"/>
                    <a:gd name="connsiteX5" fmla="*/ 4890 w 7623"/>
                    <a:gd name="connsiteY5" fmla="*/ 7767 h 12657"/>
                    <a:gd name="connsiteX6" fmla="*/ 7623 w 7623"/>
                    <a:gd name="connsiteY6" fmla="*/ 2445 h 12657"/>
                    <a:gd name="connsiteX7" fmla="*/ 7623 w 7623"/>
                    <a:gd name="connsiteY7" fmla="*/ 0 h 12657"/>
                    <a:gd name="connsiteX8" fmla="*/ 4890 w 7623"/>
                    <a:gd name="connsiteY8" fmla="*/ 0 h 12657"/>
                    <a:gd name="connsiteX9" fmla="*/ 2445 w 7623"/>
                    <a:gd name="connsiteY9" fmla="*/ 0 h 1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23" h="12657">
                      <a:moveTo>
                        <a:pt x="2445" y="0"/>
                      </a:moveTo>
                      <a:lnTo>
                        <a:pt x="0" y="2445"/>
                      </a:lnTo>
                      <a:lnTo>
                        <a:pt x="2445" y="10213"/>
                      </a:lnTo>
                      <a:lnTo>
                        <a:pt x="2445" y="12658"/>
                      </a:lnTo>
                      <a:lnTo>
                        <a:pt x="4890" y="12658"/>
                      </a:lnTo>
                      <a:lnTo>
                        <a:pt x="4890" y="7767"/>
                      </a:lnTo>
                      <a:lnTo>
                        <a:pt x="7623" y="2445"/>
                      </a:lnTo>
                      <a:lnTo>
                        <a:pt x="7623" y="0"/>
                      </a:lnTo>
                      <a:lnTo>
                        <a:pt x="4890" y="0"/>
                      </a:lnTo>
                      <a:lnTo>
                        <a:pt x="2445" y="0"/>
                      </a:lnTo>
                      <a:close/>
                    </a:path>
                  </a:pathLst>
                </a:custGeom>
                <a:grpFill/>
                <a:ln w="3594" cap="rnd">
                  <a:solidFill>
                    <a:srgbClr val="FFFFFF"/>
                  </a:solidFill>
                  <a:prstDash val="solid"/>
                  <a:round/>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71" name="Freeform: Shape 3837">
                  <a:extLst>
                    <a:ext uri="{FF2B5EF4-FFF2-40B4-BE49-F238E27FC236}">
                      <a16:creationId xmlns:a16="http://schemas.microsoft.com/office/drawing/2014/main" id="{DB31636A-0244-57CC-4FBF-ADDDB6A0EA3E}"/>
                    </a:ext>
                  </a:extLst>
                </p:cNvPr>
                <p:cNvSpPr/>
                <p:nvPr/>
              </p:nvSpPr>
              <p:spPr>
                <a:xfrm>
                  <a:off x="6769057" y="3488280"/>
                  <a:ext cx="7767" cy="15534"/>
                </a:xfrm>
                <a:custGeom>
                  <a:avLst/>
                  <a:gdLst>
                    <a:gd name="connsiteX0" fmla="*/ 0 w 7767"/>
                    <a:gd name="connsiteY0" fmla="*/ 2877 h 15534"/>
                    <a:gd name="connsiteX1" fmla="*/ 2445 w 7767"/>
                    <a:gd name="connsiteY1" fmla="*/ 5322 h 15534"/>
                    <a:gd name="connsiteX2" fmla="*/ 2445 w 7767"/>
                    <a:gd name="connsiteY2" fmla="*/ 7767 h 15534"/>
                    <a:gd name="connsiteX3" fmla="*/ 5178 w 7767"/>
                    <a:gd name="connsiteY3" fmla="*/ 10212 h 15534"/>
                    <a:gd name="connsiteX4" fmla="*/ 5178 w 7767"/>
                    <a:gd name="connsiteY4" fmla="*/ 12945 h 15534"/>
                    <a:gd name="connsiteX5" fmla="*/ 7767 w 7767"/>
                    <a:gd name="connsiteY5" fmla="*/ 15534 h 15534"/>
                    <a:gd name="connsiteX6" fmla="*/ 7767 w 7767"/>
                    <a:gd name="connsiteY6" fmla="*/ 10212 h 15534"/>
                    <a:gd name="connsiteX7" fmla="*/ 7767 w 7767"/>
                    <a:gd name="connsiteY7" fmla="*/ 5322 h 15534"/>
                    <a:gd name="connsiteX8" fmla="*/ 5178 w 7767"/>
                    <a:gd name="connsiteY8" fmla="*/ 2877 h 15534"/>
                    <a:gd name="connsiteX9" fmla="*/ 2445 w 7767"/>
                    <a:gd name="connsiteY9" fmla="*/ 2877 h 15534"/>
                    <a:gd name="connsiteX10" fmla="*/ 2445 w 7767"/>
                    <a:gd name="connsiteY10" fmla="*/ 0 h 15534"/>
                    <a:gd name="connsiteX11" fmla="*/ 0 w 7767"/>
                    <a:gd name="connsiteY11" fmla="*/ 2877 h 15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67" h="15534">
                      <a:moveTo>
                        <a:pt x="0" y="2877"/>
                      </a:moveTo>
                      <a:lnTo>
                        <a:pt x="2445" y="5322"/>
                      </a:lnTo>
                      <a:lnTo>
                        <a:pt x="2445" y="7767"/>
                      </a:lnTo>
                      <a:lnTo>
                        <a:pt x="5178" y="10212"/>
                      </a:lnTo>
                      <a:lnTo>
                        <a:pt x="5178" y="12945"/>
                      </a:lnTo>
                      <a:lnTo>
                        <a:pt x="7767" y="15534"/>
                      </a:lnTo>
                      <a:lnTo>
                        <a:pt x="7767" y="10212"/>
                      </a:lnTo>
                      <a:lnTo>
                        <a:pt x="7767" y="5322"/>
                      </a:lnTo>
                      <a:lnTo>
                        <a:pt x="5178" y="2877"/>
                      </a:lnTo>
                      <a:lnTo>
                        <a:pt x="2445" y="2877"/>
                      </a:lnTo>
                      <a:lnTo>
                        <a:pt x="2445" y="0"/>
                      </a:lnTo>
                      <a:lnTo>
                        <a:pt x="0" y="2877"/>
                      </a:lnTo>
                      <a:close/>
                    </a:path>
                  </a:pathLst>
                </a:custGeom>
                <a:grpFill/>
                <a:ln w="3594" cap="rnd">
                  <a:solidFill>
                    <a:srgbClr val="FFFFFF"/>
                  </a:solidFill>
                  <a:prstDash val="solid"/>
                  <a:round/>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72" name="Freeform: Shape 3838">
                  <a:extLst>
                    <a:ext uri="{FF2B5EF4-FFF2-40B4-BE49-F238E27FC236}">
                      <a16:creationId xmlns:a16="http://schemas.microsoft.com/office/drawing/2014/main" id="{E800E70C-080D-360B-98AF-D365318A7AE2}"/>
                    </a:ext>
                  </a:extLst>
                </p:cNvPr>
                <p:cNvSpPr/>
                <p:nvPr/>
              </p:nvSpPr>
              <p:spPr>
                <a:xfrm>
                  <a:off x="6771502" y="3503814"/>
                  <a:ext cx="2732" cy="5034"/>
                </a:xfrm>
                <a:custGeom>
                  <a:avLst/>
                  <a:gdLst>
                    <a:gd name="connsiteX0" fmla="*/ 2733 w 2732"/>
                    <a:gd name="connsiteY0" fmla="*/ 5034 h 5034"/>
                    <a:gd name="connsiteX1" fmla="*/ 2733 w 2732"/>
                    <a:gd name="connsiteY1" fmla="*/ 2445 h 5034"/>
                    <a:gd name="connsiteX2" fmla="*/ 2733 w 2732"/>
                    <a:gd name="connsiteY2" fmla="*/ 0 h 5034"/>
                    <a:gd name="connsiteX3" fmla="*/ 0 w 2732"/>
                    <a:gd name="connsiteY3" fmla="*/ 2445 h 5034"/>
                    <a:gd name="connsiteX4" fmla="*/ 2733 w 2732"/>
                    <a:gd name="connsiteY4" fmla="*/ 5034 h 50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2" h="5034">
                      <a:moveTo>
                        <a:pt x="2733" y="5034"/>
                      </a:moveTo>
                      <a:lnTo>
                        <a:pt x="2733" y="2445"/>
                      </a:lnTo>
                      <a:lnTo>
                        <a:pt x="2733" y="0"/>
                      </a:lnTo>
                      <a:lnTo>
                        <a:pt x="0" y="2445"/>
                      </a:lnTo>
                      <a:lnTo>
                        <a:pt x="2733" y="5034"/>
                      </a:lnTo>
                      <a:close/>
                    </a:path>
                  </a:pathLst>
                </a:custGeom>
                <a:grpFill/>
                <a:ln w="3594" cap="rnd">
                  <a:solidFill>
                    <a:srgbClr val="FFFFFF"/>
                  </a:solidFill>
                  <a:prstDash val="solid"/>
                  <a:round/>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73" name="Freeform: Shape 3839">
                  <a:extLst>
                    <a:ext uri="{FF2B5EF4-FFF2-40B4-BE49-F238E27FC236}">
                      <a16:creationId xmlns:a16="http://schemas.microsoft.com/office/drawing/2014/main" id="{34448FEE-5E82-AEB7-58D7-6A5DC06885E6}"/>
                    </a:ext>
                  </a:extLst>
                </p:cNvPr>
                <p:cNvSpPr/>
                <p:nvPr/>
              </p:nvSpPr>
              <p:spPr>
                <a:xfrm>
                  <a:off x="6794660" y="3498492"/>
                  <a:ext cx="9924" cy="5321"/>
                </a:xfrm>
                <a:custGeom>
                  <a:avLst/>
                  <a:gdLst>
                    <a:gd name="connsiteX0" fmla="*/ 5034 w 9924"/>
                    <a:gd name="connsiteY0" fmla="*/ 2733 h 5321"/>
                    <a:gd name="connsiteX1" fmla="*/ 7480 w 9924"/>
                    <a:gd name="connsiteY1" fmla="*/ 2733 h 5321"/>
                    <a:gd name="connsiteX2" fmla="*/ 9925 w 9924"/>
                    <a:gd name="connsiteY2" fmla="*/ 5322 h 5321"/>
                    <a:gd name="connsiteX3" fmla="*/ 9925 w 9924"/>
                    <a:gd name="connsiteY3" fmla="*/ 2733 h 5321"/>
                    <a:gd name="connsiteX4" fmla="*/ 7480 w 9924"/>
                    <a:gd name="connsiteY4" fmla="*/ 0 h 5321"/>
                    <a:gd name="connsiteX5" fmla="*/ 2589 w 9924"/>
                    <a:gd name="connsiteY5" fmla="*/ 0 h 5321"/>
                    <a:gd name="connsiteX6" fmla="*/ 0 w 9924"/>
                    <a:gd name="connsiteY6" fmla="*/ 0 h 5321"/>
                    <a:gd name="connsiteX7" fmla="*/ 2589 w 9924"/>
                    <a:gd name="connsiteY7" fmla="*/ 2733 h 5321"/>
                    <a:gd name="connsiteX8" fmla="*/ 5034 w 9924"/>
                    <a:gd name="connsiteY8" fmla="*/ 2733 h 5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24" h="5321">
                      <a:moveTo>
                        <a:pt x="5034" y="2733"/>
                      </a:moveTo>
                      <a:lnTo>
                        <a:pt x="7480" y="2733"/>
                      </a:lnTo>
                      <a:lnTo>
                        <a:pt x="9925" y="5322"/>
                      </a:lnTo>
                      <a:lnTo>
                        <a:pt x="9925" y="2733"/>
                      </a:lnTo>
                      <a:lnTo>
                        <a:pt x="7480" y="0"/>
                      </a:lnTo>
                      <a:lnTo>
                        <a:pt x="2589" y="0"/>
                      </a:lnTo>
                      <a:lnTo>
                        <a:pt x="0" y="0"/>
                      </a:lnTo>
                      <a:lnTo>
                        <a:pt x="2589" y="2733"/>
                      </a:lnTo>
                      <a:lnTo>
                        <a:pt x="5034" y="2733"/>
                      </a:lnTo>
                      <a:close/>
                    </a:path>
                  </a:pathLst>
                </a:custGeom>
                <a:grpFill/>
                <a:ln w="3594" cap="rnd">
                  <a:solidFill>
                    <a:srgbClr val="FFFFFF"/>
                  </a:solidFill>
                  <a:prstDash val="solid"/>
                  <a:round/>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74" name="Freeform: Shape 3840">
                  <a:extLst>
                    <a:ext uri="{FF2B5EF4-FFF2-40B4-BE49-F238E27FC236}">
                      <a16:creationId xmlns:a16="http://schemas.microsoft.com/office/drawing/2014/main" id="{05AA9464-D688-D8F0-6BD4-556D65972399}"/>
                    </a:ext>
                  </a:extLst>
                </p:cNvPr>
                <p:cNvSpPr/>
                <p:nvPr/>
              </p:nvSpPr>
              <p:spPr>
                <a:xfrm>
                  <a:off x="6809907" y="3603063"/>
                  <a:ext cx="2445" cy="5321"/>
                </a:xfrm>
                <a:custGeom>
                  <a:avLst/>
                  <a:gdLst>
                    <a:gd name="connsiteX0" fmla="*/ 0 w 2445"/>
                    <a:gd name="connsiteY0" fmla="*/ 5322 h 5321"/>
                    <a:gd name="connsiteX1" fmla="*/ 2445 w 2445"/>
                    <a:gd name="connsiteY1" fmla="*/ 5322 h 5321"/>
                    <a:gd name="connsiteX2" fmla="*/ 0 w 2445"/>
                    <a:gd name="connsiteY2" fmla="*/ 0 h 5321"/>
                    <a:gd name="connsiteX3" fmla="*/ 0 w 2445"/>
                    <a:gd name="connsiteY3" fmla="*/ 5322 h 5321"/>
                  </a:gdLst>
                  <a:ahLst/>
                  <a:cxnLst>
                    <a:cxn ang="0">
                      <a:pos x="connsiteX0" y="connsiteY0"/>
                    </a:cxn>
                    <a:cxn ang="0">
                      <a:pos x="connsiteX1" y="connsiteY1"/>
                    </a:cxn>
                    <a:cxn ang="0">
                      <a:pos x="connsiteX2" y="connsiteY2"/>
                    </a:cxn>
                    <a:cxn ang="0">
                      <a:pos x="connsiteX3" y="connsiteY3"/>
                    </a:cxn>
                  </a:cxnLst>
                  <a:rect l="l" t="t" r="r" b="b"/>
                  <a:pathLst>
                    <a:path w="2445" h="5321">
                      <a:moveTo>
                        <a:pt x="0" y="5322"/>
                      </a:moveTo>
                      <a:lnTo>
                        <a:pt x="2445" y="5322"/>
                      </a:lnTo>
                      <a:lnTo>
                        <a:pt x="0" y="0"/>
                      </a:lnTo>
                      <a:lnTo>
                        <a:pt x="0" y="5322"/>
                      </a:lnTo>
                      <a:close/>
                    </a:path>
                  </a:pathLst>
                </a:custGeom>
                <a:grpFill/>
                <a:ln w="3594" cap="rnd">
                  <a:solidFill>
                    <a:srgbClr val="FFFFFF"/>
                  </a:solidFill>
                  <a:prstDash val="solid"/>
                  <a:round/>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75" name="Freeform: Shape 3841">
                  <a:extLst>
                    <a:ext uri="{FF2B5EF4-FFF2-40B4-BE49-F238E27FC236}">
                      <a16:creationId xmlns:a16="http://schemas.microsoft.com/office/drawing/2014/main" id="{E01FE7C3-9EE8-F26E-FC80-7CD6B43E599E}"/>
                    </a:ext>
                  </a:extLst>
                </p:cNvPr>
                <p:cNvSpPr/>
                <p:nvPr/>
              </p:nvSpPr>
              <p:spPr>
                <a:xfrm>
                  <a:off x="6812352" y="3608385"/>
                  <a:ext cx="2588" cy="2445"/>
                </a:xfrm>
                <a:custGeom>
                  <a:avLst/>
                  <a:gdLst>
                    <a:gd name="connsiteX0" fmla="*/ 2589 w 2588"/>
                    <a:gd name="connsiteY0" fmla="*/ 2445 h 2445"/>
                    <a:gd name="connsiteX1" fmla="*/ 0 w 2588"/>
                    <a:gd name="connsiteY1" fmla="*/ 0 h 2445"/>
                    <a:gd name="connsiteX2" fmla="*/ 0 w 2588"/>
                    <a:gd name="connsiteY2" fmla="*/ 2445 h 2445"/>
                    <a:gd name="connsiteX3" fmla="*/ 2589 w 2588"/>
                    <a:gd name="connsiteY3" fmla="*/ 2445 h 2445"/>
                  </a:gdLst>
                  <a:ahLst/>
                  <a:cxnLst>
                    <a:cxn ang="0">
                      <a:pos x="connsiteX0" y="connsiteY0"/>
                    </a:cxn>
                    <a:cxn ang="0">
                      <a:pos x="connsiteX1" y="connsiteY1"/>
                    </a:cxn>
                    <a:cxn ang="0">
                      <a:pos x="connsiteX2" y="connsiteY2"/>
                    </a:cxn>
                    <a:cxn ang="0">
                      <a:pos x="connsiteX3" y="connsiteY3"/>
                    </a:cxn>
                  </a:cxnLst>
                  <a:rect l="l" t="t" r="r" b="b"/>
                  <a:pathLst>
                    <a:path w="2588" h="2445">
                      <a:moveTo>
                        <a:pt x="2589" y="2445"/>
                      </a:moveTo>
                      <a:lnTo>
                        <a:pt x="0" y="0"/>
                      </a:lnTo>
                      <a:lnTo>
                        <a:pt x="0" y="2445"/>
                      </a:lnTo>
                      <a:lnTo>
                        <a:pt x="2589" y="2445"/>
                      </a:lnTo>
                      <a:close/>
                    </a:path>
                  </a:pathLst>
                </a:custGeom>
                <a:grpFill/>
                <a:ln w="3594" cap="rnd">
                  <a:solidFill>
                    <a:srgbClr val="FFFFFF"/>
                  </a:solidFill>
                  <a:prstDash val="solid"/>
                  <a:round/>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grpSp>
        </p:grpSp>
        <p:sp>
          <p:nvSpPr>
            <p:cNvPr id="75" name="Freeform: Shape 3842">
              <a:extLst>
                <a:ext uri="{FF2B5EF4-FFF2-40B4-BE49-F238E27FC236}">
                  <a16:creationId xmlns:a16="http://schemas.microsoft.com/office/drawing/2014/main" id="{187A702F-ECD1-58C9-0ADA-7EC9DBF4F15B}"/>
                </a:ext>
              </a:extLst>
            </p:cNvPr>
            <p:cNvSpPr/>
            <p:nvPr/>
          </p:nvSpPr>
          <p:spPr>
            <a:xfrm>
              <a:off x="11665952" y="6303835"/>
              <a:ext cx="624027" cy="509046"/>
            </a:xfrm>
            <a:custGeom>
              <a:avLst/>
              <a:gdLst>
                <a:gd name="connsiteX0" fmla="*/ 132619 w 412959"/>
                <a:gd name="connsiteY0" fmla="*/ 28193 h 336869"/>
                <a:gd name="connsiteX1" fmla="*/ 135064 w 412959"/>
                <a:gd name="connsiteY1" fmla="*/ 28193 h 336869"/>
                <a:gd name="connsiteX2" fmla="*/ 135064 w 412959"/>
                <a:gd name="connsiteY2" fmla="*/ 30638 h 336869"/>
                <a:gd name="connsiteX3" fmla="*/ 135064 w 412959"/>
                <a:gd name="connsiteY3" fmla="*/ 28193 h 336869"/>
                <a:gd name="connsiteX4" fmla="*/ 137653 w 412959"/>
                <a:gd name="connsiteY4" fmla="*/ 28193 h 336869"/>
                <a:gd name="connsiteX5" fmla="*/ 140099 w 412959"/>
                <a:gd name="connsiteY5" fmla="*/ 25747 h 336869"/>
                <a:gd name="connsiteX6" fmla="*/ 142832 w 412959"/>
                <a:gd name="connsiteY6" fmla="*/ 25747 h 336869"/>
                <a:gd name="connsiteX7" fmla="*/ 145277 w 412959"/>
                <a:gd name="connsiteY7" fmla="*/ 25747 h 336869"/>
                <a:gd name="connsiteX8" fmla="*/ 145277 w 412959"/>
                <a:gd name="connsiteY8" fmla="*/ 23158 h 336869"/>
                <a:gd name="connsiteX9" fmla="*/ 147866 w 412959"/>
                <a:gd name="connsiteY9" fmla="*/ 23158 h 336869"/>
                <a:gd name="connsiteX10" fmla="*/ 147866 w 412959"/>
                <a:gd name="connsiteY10" fmla="*/ 20425 h 336869"/>
                <a:gd name="connsiteX11" fmla="*/ 150311 w 412959"/>
                <a:gd name="connsiteY11" fmla="*/ 20425 h 336869"/>
                <a:gd name="connsiteX12" fmla="*/ 150311 w 412959"/>
                <a:gd name="connsiteY12" fmla="*/ 17980 h 336869"/>
                <a:gd name="connsiteX13" fmla="*/ 150311 w 412959"/>
                <a:gd name="connsiteY13" fmla="*/ 15535 h 336869"/>
                <a:gd name="connsiteX14" fmla="*/ 153044 w 412959"/>
                <a:gd name="connsiteY14" fmla="*/ 15535 h 336869"/>
                <a:gd name="connsiteX15" fmla="*/ 155489 w 412959"/>
                <a:gd name="connsiteY15" fmla="*/ 15535 h 336869"/>
                <a:gd name="connsiteX16" fmla="*/ 155489 w 412959"/>
                <a:gd name="connsiteY16" fmla="*/ 13089 h 336869"/>
                <a:gd name="connsiteX17" fmla="*/ 158078 w 412959"/>
                <a:gd name="connsiteY17" fmla="*/ 13089 h 336869"/>
                <a:gd name="connsiteX18" fmla="*/ 160524 w 412959"/>
                <a:gd name="connsiteY18" fmla="*/ 13089 h 336869"/>
                <a:gd name="connsiteX19" fmla="*/ 160524 w 412959"/>
                <a:gd name="connsiteY19" fmla="*/ 15535 h 336869"/>
                <a:gd name="connsiteX20" fmla="*/ 160524 w 412959"/>
                <a:gd name="connsiteY20" fmla="*/ 17980 h 336869"/>
                <a:gd name="connsiteX21" fmla="*/ 163256 w 412959"/>
                <a:gd name="connsiteY21" fmla="*/ 17980 h 336869"/>
                <a:gd name="connsiteX22" fmla="*/ 165702 w 412959"/>
                <a:gd name="connsiteY22" fmla="*/ 17980 h 336869"/>
                <a:gd name="connsiteX23" fmla="*/ 168291 w 412959"/>
                <a:gd name="connsiteY23" fmla="*/ 17980 h 336869"/>
                <a:gd name="connsiteX24" fmla="*/ 170736 w 412959"/>
                <a:gd name="connsiteY24" fmla="*/ 17980 h 336869"/>
                <a:gd name="connsiteX25" fmla="*/ 173469 w 412959"/>
                <a:gd name="connsiteY25" fmla="*/ 17980 h 336869"/>
                <a:gd name="connsiteX26" fmla="*/ 175914 w 412959"/>
                <a:gd name="connsiteY26" fmla="*/ 17980 h 336869"/>
                <a:gd name="connsiteX27" fmla="*/ 178503 w 412959"/>
                <a:gd name="connsiteY27" fmla="*/ 17980 h 336869"/>
                <a:gd name="connsiteX28" fmla="*/ 180949 w 412959"/>
                <a:gd name="connsiteY28" fmla="*/ 17980 h 336869"/>
                <a:gd name="connsiteX29" fmla="*/ 180949 w 412959"/>
                <a:gd name="connsiteY29" fmla="*/ 20425 h 336869"/>
                <a:gd name="connsiteX30" fmla="*/ 183682 w 412959"/>
                <a:gd name="connsiteY30" fmla="*/ 20425 h 336869"/>
                <a:gd name="connsiteX31" fmla="*/ 186127 w 412959"/>
                <a:gd name="connsiteY31" fmla="*/ 17980 h 336869"/>
                <a:gd name="connsiteX32" fmla="*/ 188572 w 412959"/>
                <a:gd name="connsiteY32" fmla="*/ 17980 h 336869"/>
                <a:gd name="connsiteX33" fmla="*/ 191161 w 412959"/>
                <a:gd name="connsiteY33" fmla="*/ 17980 h 336869"/>
                <a:gd name="connsiteX34" fmla="*/ 193607 w 412959"/>
                <a:gd name="connsiteY34" fmla="*/ 17980 h 336869"/>
                <a:gd name="connsiteX35" fmla="*/ 196339 w 412959"/>
                <a:gd name="connsiteY35" fmla="*/ 15535 h 336869"/>
                <a:gd name="connsiteX36" fmla="*/ 198928 w 412959"/>
                <a:gd name="connsiteY36" fmla="*/ 15535 h 336869"/>
                <a:gd name="connsiteX37" fmla="*/ 201373 w 412959"/>
                <a:gd name="connsiteY37" fmla="*/ 15535 h 336869"/>
                <a:gd name="connsiteX38" fmla="*/ 198928 w 412959"/>
                <a:gd name="connsiteY38" fmla="*/ 15535 h 336869"/>
                <a:gd name="connsiteX39" fmla="*/ 201373 w 412959"/>
                <a:gd name="connsiteY39" fmla="*/ 15535 h 336869"/>
                <a:gd name="connsiteX40" fmla="*/ 203819 w 412959"/>
                <a:gd name="connsiteY40" fmla="*/ 15535 h 336869"/>
                <a:gd name="connsiteX41" fmla="*/ 203819 w 412959"/>
                <a:gd name="connsiteY41" fmla="*/ 17980 h 336869"/>
                <a:gd name="connsiteX42" fmla="*/ 206552 w 412959"/>
                <a:gd name="connsiteY42" fmla="*/ 17980 h 336869"/>
                <a:gd name="connsiteX43" fmla="*/ 208997 w 412959"/>
                <a:gd name="connsiteY43" fmla="*/ 17980 h 336869"/>
                <a:gd name="connsiteX44" fmla="*/ 208997 w 412959"/>
                <a:gd name="connsiteY44" fmla="*/ 20425 h 336869"/>
                <a:gd name="connsiteX45" fmla="*/ 211586 w 412959"/>
                <a:gd name="connsiteY45" fmla="*/ 20425 h 336869"/>
                <a:gd name="connsiteX46" fmla="*/ 211586 w 412959"/>
                <a:gd name="connsiteY46" fmla="*/ 23158 h 336869"/>
                <a:gd name="connsiteX47" fmla="*/ 214031 w 412959"/>
                <a:gd name="connsiteY47" fmla="*/ 23158 h 336869"/>
                <a:gd name="connsiteX48" fmla="*/ 214031 w 412959"/>
                <a:gd name="connsiteY48" fmla="*/ 25747 h 336869"/>
                <a:gd name="connsiteX49" fmla="*/ 214031 w 412959"/>
                <a:gd name="connsiteY49" fmla="*/ 28193 h 336869"/>
                <a:gd name="connsiteX50" fmla="*/ 216764 w 412959"/>
                <a:gd name="connsiteY50" fmla="*/ 28193 h 336869"/>
                <a:gd name="connsiteX51" fmla="*/ 216764 w 412959"/>
                <a:gd name="connsiteY51" fmla="*/ 30638 h 336869"/>
                <a:gd name="connsiteX52" fmla="*/ 216764 w 412959"/>
                <a:gd name="connsiteY52" fmla="*/ 33371 h 336869"/>
                <a:gd name="connsiteX53" fmla="*/ 219210 w 412959"/>
                <a:gd name="connsiteY53" fmla="*/ 33371 h 336869"/>
                <a:gd name="connsiteX54" fmla="*/ 221799 w 412959"/>
                <a:gd name="connsiteY54" fmla="*/ 33371 h 336869"/>
                <a:gd name="connsiteX55" fmla="*/ 221799 w 412959"/>
                <a:gd name="connsiteY55" fmla="*/ 35960 h 336869"/>
                <a:gd name="connsiteX56" fmla="*/ 224244 w 412959"/>
                <a:gd name="connsiteY56" fmla="*/ 35960 h 336869"/>
                <a:gd name="connsiteX57" fmla="*/ 224244 w 412959"/>
                <a:gd name="connsiteY57" fmla="*/ 38405 h 336869"/>
                <a:gd name="connsiteX58" fmla="*/ 221799 w 412959"/>
                <a:gd name="connsiteY58" fmla="*/ 38405 h 336869"/>
                <a:gd name="connsiteX59" fmla="*/ 224244 w 412959"/>
                <a:gd name="connsiteY59" fmla="*/ 38405 h 336869"/>
                <a:gd name="connsiteX60" fmla="*/ 224244 w 412959"/>
                <a:gd name="connsiteY60" fmla="*/ 40850 h 336869"/>
                <a:gd name="connsiteX61" fmla="*/ 224244 w 412959"/>
                <a:gd name="connsiteY61" fmla="*/ 38405 h 336869"/>
                <a:gd name="connsiteX62" fmla="*/ 224244 w 412959"/>
                <a:gd name="connsiteY62" fmla="*/ 35960 h 336869"/>
                <a:gd name="connsiteX63" fmla="*/ 226977 w 412959"/>
                <a:gd name="connsiteY63" fmla="*/ 35960 h 336869"/>
                <a:gd name="connsiteX64" fmla="*/ 226977 w 412959"/>
                <a:gd name="connsiteY64" fmla="*/ 33371 h 336869"/>
                <a:gd name="connsiteX65" fmla="*/ 229422 w 412959"/>
                <a:gd name="connsiteY65" fmla="*/ 33371 h 336869"/>
                <a:gd name="connsiteX66" fmla="*/ 232011 w 412959"/>
                <a:gd name="connsiteY66" fmla="*/ 30638 h 336869"/>
                <a:gd name="connsiteX67" fmla="*/ 234457 w 412959"/>
                <a:gd name="connsiteY67" fmla="*/ 30638 h 336869"/>
                <a:gd name="connsiteX68" fmla="*/ 234457 w 412959"/>
                <a:gd name="connsiteY68" fmla="*/ 28193 h 336869"/>
                <a:gd name="connsiteX69" fmla="*/ 237190 w 412959"/>
                <a:gd name="connsiteY69" fmla="*/ 28193 h 336869"/>
                <a:gd name="connsiteX70" fmla="*/ 237190 w 412959"/>
                <a:gd name="connsiteY70" fmla="*/ 25747 h 336869"/>
                <a:gd name="connsiteX71" fmla="*/ 237190 w 412959"/>
                <a:gd name="connsiteY71" fmla="*/ 23158 h 336869"/>
                <a:gd name="connsiteX72" fmla="*/ 239635 w 412959"/>
                <a:gd name="connsiteY72" fmla="*/ 23158 h 336869"/>
                <a:gd name="connsiteX73" fmla="*/ 239635 w 412959"/>
                <a:gd name="connsiteY73" fmla="*/ 20425 h 336869"/>
                <a:gd name="connsiteX74" fmla="*/ 239635 w 412959"/>
                <a:gd name="connsiteY74" fmla="*/ 17980 h 336869"/>
                <a:gd name="connsiteX75" fmla="*/ 242223 w 412959"/>
                <a:gd name="connsiteY75" fmla="*/ 17980 h 336869"/>
                <a:gd name="connsiteX76" fmla="*/ 242223 w 412959"/>
                <a:gd name="connsiteY76" fmla="*/ 15535 h 336869"/>
                <a:gd name="connsiteX77" fmla="*/ 244669 w 412959"/>
                <a:gd name="connsiteY77" fmla="*/ 15535 h 336869"/>
                <a:gd name="connsiteX78" fmla="*/ 244669 w 412959"/>
                <a:gd name="connsiteY78" fmla="*/ 13089 h 336869"/>
                <a:gd name="connsiteX79" fmla="*/ 247402 w 412959"/>
                <a:gd name="connsiteY79" fmla="*/ 10356 h 336869"/>
                <a:gd name="connsiteX80" fmla="*/ 249847 w 412959"/>
                <a:gd name="connsiteY80" fmla="*/ 10356 h 336869"/>
                <a:gd name="connsiteX81" fmla="*/ 249847 w 412959"/>
                <a:gd name="connsiteY81" fmla="*/ 7767 h 336869"/>
                <a:gd name="connsiteX82" fmla="*/ 252436 w 412959"/>
                <a:gd name="connsiteY82" fmla="*/ 7767 h 336869"/>
                <a:gd name="connsiteX83" fmla="*/ 252436 w 412959"/>
                <a:gd name="connsiteY83" fmla="*/ 5322 h 336869"/>
                <a:gd name="connsiteX84" fmla="*/ 254881 w 412959"/>
                <a:gd name="connsiteY84" fmla="*/ 5322 h 336869"/>
                <a:gd name="connsiteX85" fmla="*/ 257614 w 412959"/>
                <a:gd name="connsiteY85" fmla="*/ 5322 h 336869"/>
                <a:gd name="connsiteX86" fmla="*/ 257614 w 412959"/>
                <a:gd name="connsiteY86" fmla="*/ 2733 h 336869"/>
                <a:gd name="connsiteX87" fmla="*/ 260060 w 412959"/>
                <a:gd name="connsiteY87" fmla="*/ 2733 h 336869"/>
                <a:gd name="connsiteX88" fmla="*/ 262505 w 412959"/>
                <a:gd name="connsiteY88" fmla="*/ 2733 h 336869"/>
                <a:gd name="connsiteX89" fmla="*/ 262505 w 412959"/>
                <a:gd name="connsiteY89" fmla="*/ 5322 h 336869"/>
                <a:gd name="connsiteX90" fmla="*/ 260060 w 412959"/>
                <a:gd name="connsiteY90" fmla="*/ 5322 h 336869"/>
                <a:gd name="connsiteX91" fmla="*/ 260060 w 412959"/>
                <a:gd name="connsiteY91" fmla="*/ 7767 h 336869"/>
                <a:gd name="connsiteX92" fmla="*/ 257614 w 412959"/>
                <a:gd name="connsiteY92" fmla="*/ 7767 h 336869"/>
                <a:gd name="connsiteX93" fmla="*/ 257614 w 412959"/>
                <a:gd name="connsiteY93" fmla="*/ 10356 h 336869"/>
                <a:gd name="connsiteX94" fmla="*/ 260060 w 412959"/>
                <a:gd name="connsiteY94" fmla="*/ 7767 h 336869"/>
                <a:gd name="connsiteX95" fmla="*/ 260060 w 412959"/>
                <a:gd name="connsiteY95" fmla="*/ 10356 h 336869"/>
                <a:gd name="connsiteX96" fmla="*/ 257614 w 412959"/>
                <a:gd name="connsiteY96" fmla="*/ 10356 h 336869"/>
                <a:gd name="connsiteX97" fmla="*/ 260060 w 412959"/>
                <a:gd name="connsiteY97" fmla="*/ 10356 h 336869"/>
                <a:gd name="connsiteX98" fmla="*/ 260060 w 412959"/>
                <a:gd name="connsiteY98" fmla="*/ 7767 h 336869"/>
                <a:gd name="connsiteX99" fmla="*/ 262505 w 412959"/>
                <a:gd name="connsiteY99" fmla="*/ 7767 h 336869"/>
                <a:gd name="connsiteX100" fmla="*/ 265094 w 412959"/>
                <a:gd name="connsiteY100" fmla="*/ 7767 h 336869"/>
                <a:gd name="connsiteX101" fmla="*/ 265094 w 412959"/>
                <a:gd name="connsiteY101" fmla="*/ 5322 h 336869"/>
                <a:gd name="connsiteX102" fmla="*/ 267539 w 412959"/>
                <a:gd name="connsiteY102" fmla="*/ 5322 h 336869"/>
                <a:gd name="connsiteX103" fmla="*/ 267539 w 412959"/>
                <a:gd name="connsiteY103" fmla="*/ 2733 h 336869"/>
                <a:gd name="connsiteX104" fmla="*/ 270272 w 412959"/>
                <a:gd name="connsiteY104" fmla="*/ 2733 h 336869"/>
                <a:gd name="connsiteX105" fmla="*/ 272861 w 412959"/>
                <a:gd name="connsiteY105" fmla="*/ 2733 h 336869"/>
                <a:gd name="connsiteX106" fmla="*/ 272861 w 412959"/>
                <a:gd name="connsiteY106" fmla="*/ 0 h 336869"/>
                <a:gd name="connsiteX107" fmla="*/ 275307 w 412959"/>
                <a:gd name="connsiteY107" fmla="*/ 0 h 336869"/>
                <a:gd name="connsiteX108" fmla="*/ 277752 w 412959"/>
                <a:gd name="connsiteY108" fmla="*/ 0 h 336869"/>
                <a:gd name="connsiteX109" fmla="*/ 277752 w 412959"/>
                <a:gd name="connsiteY109" fmla="*/ 2733 h 336869"/>
                <a:gd name="connsiteX110" fmla="*/ 277752 w 412959"/>
                <a:gd name="connsiteY110" fmla="*/ 5322 h 336869"/>
                <a:gd name="connsiteX111" fmla="*/ 280485 w 412959"/>
                <a:gd name="connsiteY111" fmla="*/ 5322 h 336869"/>
                <a:gd name="connsiteX112" fmla="*/ 280485 w 412959"/>
                <a:gd name="connsiteY112" fmla="*/ 2733 h 336869"/>
                <a:gd name="connsiteX113" fmla="*/ 280485 w 412959"/>
                <a:gd name="connsiteY113" fmla="*/ 5322 h 336869"/>
                <a:gd name="connsiteX114" fmla="*/ 282930 w 412959"/>
                <a:gd name="connsiteY114" fmla="*/ 5322 h 336869"/>
                <a:gd name="connsiteX115" fmla="*/ 282930 w 412959"/>
                <a:gd name="connsiteY115" fmla="*/ 2733 h 336869"/>
                <a:gd name="connsiteX116" fmla="*/ 280485 w 412959"/>
                <a:gd name="connsiteY116" fmla="*/ 2733 h 336869"/>
                <a:gd name="connsiteX117" fmla="*/ 282930 w 412959"/>
                <a:gd name="connsiteY117" fmla="*/ 2733 h 336869"/>
                <a:gd name="connsiteX118" fmla="*/ 282930 w 412959"/>
                <a:gd name="connsiteY118" fmla="*/ 5322 h 336869"/>
                <a:gd name="connsiteX119" fmla="*/ 282930 w 412959"/>
                <a:gd name="connsiteY119" fmla="*/ 2733 h 336869"/>
                <a:gd name="connsiteX120" fmla="*/ 285519 w 412959"/>
                <a:gd name="connsiteY120" fmla="*/ 2733 h 336869"/>
                <a:gd name="connsiteX121" fmla="*/ 285519 w 412959"/>
                <a:gd name="connsiteY121" fmla="*/ 5322 h 336869"/>
                <a:gd name="connsiteX122" fmla="*/ 287964 w 412959"/>
                <a:gd name="connsiteY122" fmla="*/ 5322 h 336869"/>
                <a:gd name="connsiteX123" fmla="*/ 287964 w 412959"/>
                <a:gd name="connsiteY123" fmla="*/ 7767 h 336869"/>
                <a:gd name="connsiteX124" fmla="*/ 285519 w 412959"/>
                <a:gd name="connsiteY124" fmla="*/ 7767 h 336869"/>
                <a:gd name="connsiteX125" fmla="*/ 285519 w 412959"/>
                <a:gd name="connsiteY125" fmla="*/ 10356 h 336869"/>
                <a:gd name="connsiteX126" fmla="*/ 282930 w 412959"/>
                <a:gd name="connsiteY126" fmla="*/ 10356 h 336869"/>
                <a:gd name="connsiteX127" fmla="*/ 285519 w 412959"/>
                <a:gd name="connsiteY127" fmla="*/ 10356 h 336869"/>
                <a:gd name="connsiteX128" fmla="*/ 285519 w 412959"/>
                <a:gd name="connsiteY128" fmla="*/ 13089 h 336869"/>
                <a:gd name="connsiteX129" fmla="*/ 285519 w 412959"/>
                <a:gd name="connsiteY129" fmla="*/ 10356 h 336869"/>
                <a:gd name="connsiteX130" fmla="*/ 285519 w 412959"/>
                <a:gd name="connsiteY130" fmla="*/ 13089 h 336869"/>
                <a:gd name="connsiteX131" fmla="*/ 282930 w 412959"/>
                <a:gd name="connsiteY131" fmla="*/ 15535 h 336869"/>
                <a:gd name="connsiteX132" fmla="*/ 282930 w 412959"/>
                <a:gd name="connsiteY132" fmla="*/ 13089 h 336869"/>
                <a:gd name="connsiteX133" fmla="*/ 282930 w 412959"/>
                <a:gd name="connsiteY133" fmla="*/ 15535 h 336869"/>
                <a:gd name="connsiteX134" fmla="*/ 282930 w 412959"/>
                <a:gd name="connsiteY134" fmla="*/ 17980 h 336869"/>
                <a:gd name="connsiteX135" fmla="*/ 282930 w 412959"/>
                <a:gd name="connsiteY135" fmla="*/ 20425 h 336869"/>
                <a:gd name="connsiteX136" fmla="*/ 282930 w 412959"/>
                <a:gd name="connsiteY136" fmla="*/ 23158 h 336869"/>
                <a:gd name="connsiteX137" fmla="*/ 282930 w 412959"/>
                <a:gd name="connsiteY137" fmla="*/ 25747 h 336869"/>
                <a:gd name="connsiteX138" fmla="*/ 280485 w 412959"/>
                <a:gd name="connsiteY138" fmla="*/ 25747 h 336869"/>
                <a:gd name="connsiteX139" fmla="*/ 280485 w 412959"/>
                <a:gd name="connsiteY139" fmla="*/ 23158 h 336869"/>
                <a:gd name="connsiteX140" fmla="*/ 280485 w 412959"/>
                <a:gd name="connsiteY140" fmla="*/ 25747 h 336869"/>
                <a:gd name="connsiteX141" fmla="*/ 280485 w 412959"/>
                <a:gd name="connsiteY141" fmla="*/ 28193 h 336869"/>
                <a:gd name="connsiteX142" fmla="*/ 277752 w 412959"/>
                <a:gd name="connsiteY142" fmla="*/ 28193 h 336869"/>
                <a:gd name="connsiteX143" fmla="*/ 280485 w 412959"/>
                <a:gd name="connsiteY143" fmla="*/ 28193 h 336869"/>
                <a:gd name="connsiteX144" fmla="*/ 280485 w 412959"/>
                <a:gd name="connsiteY144" fmla="*/ 30638 h 336869"/>
                <a:gd name="connsiteX145" fmla="*/ 280485 w 412959"/>
                <a:gd name="connsiteY145" fmla="*/ 33371 h 336869"/>
                <a:gd name="connsiteX146" fmla="*/ 282930 w 412959"/>
                <a:gd name="connsiteY146" fmla="*/ 33371 h 336869"/>
                <a:gd name="connsiteX147" fmla="*/ 282930 w 412959"/>
                <a:gd name="connsiteY147" fmla="*/ 30638 h 336869"/>
                <a:gd name="connsiteX148" fmla="*/ 282930 w 412959"/>
                <a:gd name="connsiteY148" fmla="*/ 33371 h 336869"/>
                <a:gd name="connsiteX149" fmla="*/ 282930 w 412959"/>
                <a:gd name="connsiteY149" fmla="*/ 35960 h 336869"/>
                <a:gd name="connsiteX150" fmla="*/ 280485 w 412959"/>
                <a:gd name="connsiteY150" fmla="*/ 35960 h 336869"/>
                <a:gd name="connsiteX151" fmla="*/ 282930 w 412959"/>
                <a:gd name="connsiteY151" fmla="*/ 35960 h 336869"/>
                <a:gd name="connsiteX152" fmla="*/ 280485 w 412959"/>
                <a:gd name="connsiteY152" fmla="*/ 35960 h 336869"/>
                <a:gd name="connsiteX153" fmla="*/ 280485 w 412959"/>
                <a:gd name="connsiteY153" fmla="*/ 38405 h 336869"/>
                <a:gd name="connsiteX154" fmla="*/ 280485 w 412959"/>
                <a:gd name="connsiteY154" fmla="*/ 35960 h 336869"/>
                <a:gd name="connsiteX155" fmla="*/ 277752 w 412959"/>
                <a:gd name="connsiteY155" fmla="*/ 35960 h 336869"/>
                <a:gd name="connsiteX156" fmla="*/ 277752 w 412959"/>
                <a:gd name="connsiteY156" fmla="*/ 38405 h 336869"/>
                <a:gd name="connsiteX157" fmla="*/ 280485 w 412959"/>
                <a:gd name="connsiteY157" fmla="*/ 38405 h 336869"/>
                <a:gd name="connsiteX158" fmla="*/ 280485 w 412959"/>
                <a:gd name="connsiteY158" fmla="*/ 40850 h 336869"/>
                <a:gd name="connsiteX159" fmla="*/ 277752 w 412959"/>
                <a:gd name="connsiteY159" fmla="*/ 40850 h 336869"/>
                <a:gd name="connsiteX160" fmla="*/ 280485 w 412959"/>
                <a:gd name="connsiteY160" fmla="*/ 40850 h 336869"/>
                <a:gd name="connsiteX161" fmla="*/ 280485 w 412959"/>
                <a:gd name="connsiteY161" fmla="*/ 38405 h 336869"/>
                <a:gd name="connsiteX162" fmla="*/ 280485 w 412959"/>
                <a:gd name="connsiteY162" fmla="*/ 40850 h 336869"/>
                <a:gd name="connsiteX163" fmla="*/ 277752 w 412959"/>
                <a:gd name="connsiteY163" fmla="*/ 40850 h 336869"/>
                <a:gd name="connsiteX164" fmla="*/ 280485 w 412959"/>
                <a:gd name="connsiteY164" fmla="*/ 40850 h 336869"/>
                <a:gd name="connsiteX165" fmla="*/ 277752 w 412959"/>
                <a:gd name="connsiteY165" fmla="*/ 40850 h 336869"/>
                <a:gd name="connsiteX166" fmla="*/ 280485 w 412959"/>
                <a:gd name="connsiteY166" fmla="*/ 40850 h 336869"/>
                <a:gd name="connsiteX167" fmla="*/ 280485 w 412959"/>
                <a:gd name="connsiteY167" fmla="*/ 38405 h 336869"/>
                <a:gd name="connsiteX168" fmla="*/ 282930 w 412959"/>
                <a:gd name="connsiteY168" fmla="*/ 38405 h 336869"/>
                <a:gd name="connsiteX169" fmla="*/ 282930 w 412959"/>
                <a:gd name="connsiteY169" fmla="*/ 35960 h 336869"/>
                <a:gd name="connsiteX170" fmla="*/ 282930 w 412959"/>
                <a:gd name="connsiteY170" fmla="*/ 38405 h 336869"/>
                <a:gd name="connsiteX171" fmla="*/ 282930 w 412959"/>
                <a:gd name="connsiteY171" fmla="*/ 40850 h 336869"/>
                <a:gd name="connsiteX172" fmla="*/ 282930 w 412959"/>
                <a:gd name="connsiteY172" fmla="*/ 43583 h 336869"/>
                <a:gd name="connsiteX173" fmla="*/ 285519 w 412959"/>
                <a:gd name="connsiteY173" fmla="*/ 43583 h 336869"/>
                <a:gd name="connsiteX174" fmla="*/ 285519 w 412959"/>
                <a:gd name="connsiteY174" fmla="*/ 46172 h 336869"/>
                <a:gd name="connsiteX175" fmla="*/ 282930 w 412959"/>
                <a:gd name="connsiteY175" fmla="*/ 46172 h 336869"/>
                <a:gd name="connsiteX176" fmla="*/ 282930 w 412959"/>
                <a:gd name="connsiteY176" fmla="*/ 48617 h 336869"/>
                <a:gd name="connsiteX177" fmla="*/ 285519 w 412959"/>
                <a:gd name="connsiteY177" fmla="*/ 51063 h 336869"/>
                <a:gd name="connsiteX178" fmla="*/ 282930 w 412959"/>
                <a:gd name="connsiteY178" fmla="*/ 51063 h 336869"/>
                <a:gd name="connsiteX179" fmla="*/ 282930 w 412959"/>
                <a:gd name="connsiteY179" fmla="*/ 53796 h 336869"/>
                <a:gd name="connsiteX180" fmla="*/ 282930 w 412959"/>
                <a:gd name="connsiteY180" fmla="*/ 56385 h 336869"/>
                <a:gd name="connsiteX181" fmla="*/ 285519 w 412959"/>
                <a:gd name="connsiteY181" fmla="*/ 56385 h 336869"/>
                <a:gd name="connsiteX182" fmla="*/ 282930 w 412959"/>
                <a:gd name="connsiteY182" fmla="*/ 56385 h 336869"/>
                <a:gd name="connsiteX183" fmla="*/ 282930 w 412959"/>
                <a:gd name="connsiteY183" fmla="*/ 58830 h 336869"/>
                <a:gd name="connsiteX184" fmla="*/ 280485 w 412959"/>
                <a:gd name="connsiteY184" fmla="*/ 58830 h 336869"/>
                <a:gd name="connsiteX185" fmla="*/ 280485 w 412959"/>
                <a:gd name="connsiteY185" fmla="*/ 61275 h 336869"/>
                <a:gd name="connsiteX186" fmla="*/ 277752 w 412959"/>
                <a:gd name="connsiteY186" fmla="*/ 61275 h 336869"/>
                <a:gd name="connsiteX187" fmla="*/ 277752 w 412959"/>
                <a:gd name="connsiteY187" fmla="*/ 64008 h 336869"/>
                <a:gd name="connsiteX188" fmla="*/ 277752 w 412959"/>
                <a:gd name="connsiteY188" fmla="*/ 66597 h 336869"/>
                <a:gd name="connsiteX189" fmla="*/ 275307 w 412959"/>
                <a:gd name="connsiteY189" fmla="*/ 66597 h 336869"/>
                <a:gd name="connsiteX190" fmla="*/ 277752 w 412959"/>
                <a:gd name="connsiteY190" fmla="*/ 66597 h 336869"/>
                <a:gd name="connsiteX191" fmla="*/ 275307 w 412959"/>
                <a:gd name="connsiteY191" fmla="*/ 69043 h 336869"/>
                <a:gd name="connsiteX192" fmla="*/ 277752 w 412959"/>
                <a:gd name="connsiteY192" fmla="*/ 66597 h 336869"/>
                <a:gd name="connsiteX193" fmla="*/ 277752 w 412959"/>
                <a:gd name="connsiteY193" fmla="*/ 69043 h 336869"/>
                <a:gd name="connsiteX194" fmla="*/ 275307 w 412959"/>
                <a:gd name="connsiteY194" fmla="*/ 69043 h 336869"/>
                <a:gd name="connsiteX195" fmla="*/ 277752 w 412959"/>
                <a:gd name="connsiteY195" fmla="*/ 69043 h 336869"/>
                <a:gd name="connsiteX196" fmla="*/ 275307 w 412959"/>
                <a:gd name="connsiteY196" fmla="*/ 69043 h 336869"/>
                <a:gd name="connsiteX197" fmla="*/ 277752 w 412959"/>
                <a:gd name="connsiteY197" fmla="*/ 69043 h 336869"/>
                <a:gd name="connsiteX198" fmla="*/ 275307 w 412959"/>
                <a:gd name="connsiteY198" fmla="*/ 69043 h 336869"/>
                <a:gd name="connsiteX199" fmla="*/ 277752 w 412959"/>
                <a:gd name="connsiteY199" fmla="*/ 69043 h 336869"/>
                <a:gd name="connsiteX200" fmla="*/ 277752 w 412959"/>
                <a:gd name="connsiteY200" fmla="*/ 71488 h 336869"/>
                <a:gd name="connsiteX201" fmla="*/ 277752 w 412959"/>
                <a:gd name="connsiteY201" fmla="*/ 74221 h 336869"/>
                <a:gd name="connsiteX202" fmla="*/ 275307 w 412959"/>
                <a:gd name="connsiteY202" fmla="*/ 74221 h 336869"/>
                <a:gd name="connsiteX203" fmla="*/ 275307 w 412959"/>
                <a:gd name="connsiteY203" fmla="*/ 76810 h 336869"/>
                <a:gd name="connsiteX204" fmla="*/ 272861 w 412959"/>
                <a:gd name="connsiteY204" fmla="*/ 76810 h 336869"/>
                <a:gd name="connsiteX205" fmla="*/ 272861 w 412959"/>
                <a:gd name="connsiteY205" fmla="*/ 79255 h 336869"/>
                <a:gd name="connsiteX206" fmla="*/ 270272 w 412959"/>
                <a:gd name="connsiteY206" fmla="*/ 79255 h 336869"/>
                <a:gd name="connsiteX207" fmla="*/ 270272 w 412959"/>
                <a:gd name="connsiteY207" fmla="*/ 81700 h 336869"/>
                <a:gd name="connsiteX208" fmla="*/ 270272 w 412959"/>
                <a:gd name="connsiteY208" fmla="*/ 84289 h 336869"/>
                <a:gd name="connsiteX209" fmla="*/ 267539 w 412959"/>
                <a:gd name="connsiteY209" fmla="*/ 84289 h 336869"/>
                <a:gd name="connsiteX210" fmla="*/ 267539 w 412959"/>
                <a:gd name="connsiteY210" fmla="*/ 87022 h 336869"/>
                <a:gd name="connsiteX211" fmla="*/ 265094 w 412959"/>
                <a:gd name="connsiteY211" fmla="*/ 87022 h 336869"/>
                <a:gd name="connsiteX212" fmla="*/ 267539 w 412959"/>
                <a:gd name="connsiteY212" fmla="*/ 87022 h 336869"/>
                <a:gd name="connsiteX213" fmla="*/ 270272 w 412959"/>
                <a:gd name="connsiteY213" fmla="*/ 87022 h 336869"/>
                <a:gd name="connsiteX214" fmla="*/ 272861 w 412959"/>
                <a:gd name="connsiteY214" fmla="*/ 87022 h 336869"/>
                <a:gd name="connsiteX215" fmla="*/ 272861 w 412959"/>
                <a:gd name="connsiteY215" fmla="*/ 84289 h 336869"/>
                <a:gd name="connsiteX216" fmla="*/ 275307 w 412959"/>
                <a:gd name="connsiteY216" fmla="*/ 84289 h 336869"/>
                <a:gd name="connsiteX217" fmla="*/ 275307 w 412959"/>
                <a:gd name="connsiteY217" fmla="*/ 87022 h 336869"/>
                <a:gd name="connsiteX218" fmla="*/ 275307 w 412959"/>
                <a:gd name="connsiteY218" fmla="*/ 89467 h 336869"/>
                <a:gd name="connsiteX219" fmla="*/ 275307 w 412959"/>
                <a:gd name="connsiteY219" fmla="*/ 87022 h 336869"/>
                <a:gd name="connsiteX220" fmla="*/ 275307 w 412959"/>
                <a:gd name="connsiteY220" fmla="*/ 89467 h 336869"/>
                <a:gd name="connsiteX221" fmla="*/ 277752 w 412959"/>
                <a:gd name="connsiteY221" fmla="*/ 89467 h 336869"/>
                <a:gd name="connsiteX222" fmla="*/ 275307 w 412959"/>
                <a:gd name="connsiteY222" fmla="*/ 89467 h 336869"/>
                <a:gd name="connsiteX223" fmla="*/ 277752 w 412959"/>
                <a:gd name="connsiteY223" fmla="*/ 89467 h 336869"/>
                <a:gd name="connsiteX224" fmla="*/ 277752 w 412959"/>
                <a:gd name="connsiteY224" fmla="*/ 87022 h 336869"/>
                <a:gd name="connsiteX225" fmla="*/ 280485 w 412959"/>
                <a:gd name="connsiteY225" fmla="*/ 87022 h 336869"/>
                <a:gd name="connsiteX226" fmla="*/ 280485 w 412959"/>
                <a:gd name="connsiteY226" fmla="*/ 84289 h 336869"/>
                <a:gd name="connsiteX227" fmla="*/ 282930 w 412959"/>
                <a:gd name="connsiteY227" fmla="*/ 84289 h 336869"/>
                <a:gd name="connsiteX228" fmla="*/ 282930 w 412959"/>
                <a:gd name="connsiteY228" fmla="*/ 81700 h 336869"/>
                <a:gd name="connsiteX229" fmla="*/ 285519 w 412959"/>
                <a:gd name="connsiteY229" fmla="*/ 81700 h 336869"/>
                <a:gd name="connsiteX230" fmla="*/ 285519 w 412959"/>
                <a:gd name="connsiteY230" fmla="*/ 79255 h 336869"/>
                <a:gd name="connsiteX231" fmla="*/ 287964 w 412959"/>
                <a:gd name="connsiteY231" fmla="*/ 79255 h 336869"/>
                <a:gd name="connsiteX232" fmla="*/ 290697 w 412959"/>
                <a:gd name="connsiteY232" fmla="*/ 79255 h 336869"/>
                <a:gd name="connsiteX233" fmla="*/ 290697 w 412959"/>
                <a:gd name="connsiteY233" fmla="*/ 81700 h 336869"/>
                <a:gd name="connsiteX234" fmla="*/ 293142 w 412959"/>
                <a:gd name="connsiteY234" fmla="*/ 81700 h 336869"/>
                <a:gd name="connsiteX235" fmla="*/ 290697 w 412959"/>
                <a:gd name="connsiteY235" fmla="*/ 81700 h 336869"/>
                <a:gd name="connsiteX236" fmla="*/ 293142 w 412959"/>
                <a:gd name="connsiteY236" fmla="*/ 81700 h 336869"/>
                <a:gd name="connsiteX237" fmla="*/ 293142 w 412959"/>
                <a:gd name="connsiteY237" fmla="*/ 79255 h 336869"/>
                <a:gd name="connsiteX238" fmla="*/ 295731 w 412959"/>
                <a:gd name="connsiteY238" fmla="*/ 79255 h 336869"/>
                <a:gd name="connsiteX239" fmla="*/ 293142 w 412959"/>
                <a:gd name="connsiteY239" fmla="*/ 79255 h 336869"/>
                <a:gd name="connsiteX240" fmla="*/ 293142 w 412959"/>
                <a:gd name="connsiteY240" fmla="*/ 76810 h 336869"/>
                <a:gd name="connsiteX241" fmla="*/ 295731 w 412959"/>
                <a:gd name="connsiteY241" fmla="*/ 76810 h 336869"/>
                <a:gd name="connsiteX242" fmla="*/ 298177 w 412959"/>
                <a:gd name="connsiteY242" fmla="*/ 76810 h 336869"/>
                <a:gd name="connsiteX243" fmla="*/ 298177 w 412959"/>
                <a:gd name="connsiteY243" fmla="*/ 74221 h 336869"/>
                <a:gd name="connsiteX244" fmla="*/ 298177 w 412959"/>
                <a:gd name="connsiteY244" fmla="*/ 76810 h 336869"/>
                <a:gd name="connsiteX245" fmla="*/ 300910 w 412959"/>
                <a:gd name="connsiteY245" fmla="*/ 74221 h 336869"/>
                <a:gd name="connsiteX246" fmla="*/ 303355 w 412959"/>
                <a:gd name="connsiteY246" fmla="*/ 74221 h 336869"/>
                <a:gd name="connsiteX247" fmla="*/ 303355 w 412959"/>
                <a:gd name="connsiteY247" fmla="*/ 76810 h 336869"/>
                <a:gd name="connsiteX248" fmla="*/ 303355 w 412959"/>
                <a:gd name="connsiteY248" fmla="*/ 79255 h 336869"/>
                <a:gd name="connsiteX249" fmla="*/ 303355 w 412959"/>
                <a:gd name="connsiteY249" fmla="*/ 81700 h 336869"/>
                <a:gd name="connsiteX250" fmla="*/ 305944 w 412959"/>
                <a:gd name="connsiteY250" fmla="*/ 81700 h 336869"/>
                <a:gd name="connsiteX251" fmla="*/ 305944 w 412959"/>
                <a:gd name="connsiteY251" fmla="*/ 84289 h 336869"/>
                <a:gd name="connsiteX252" fmla="*/ 305944 w 412959"/>
                <a:gd name="connsiteY252" fmla="*/ 87022 h 336869"/>
                <a:gd name="connsiteX253" fmla="*/ 305944 w 412959"/>
                <a:gd name="connsiteY253" fmla="*/ 89467 h 336869"/>
                <a:gd name="connsiteX254" fmla="*/ 303355 w 412959"/>
                <a:gd name="connsiteY254" fmla="*/ 89467 h 336869"/>
                <a:gd name="connsiteX255" fmla="*/ 303355 w 412959"/>
                <a:gd name="connsiteY255" fmla="*/ 91913 h 336869"/>
                <a:gd name="connsiteX256" fmla="*/ 303355 w 412959"/>
                <a:gd name="connsiteY256" fmla="*/ 94358 h 336869"/>
                <a:gd name="connsiteX257" fmla="*/ 303355 w 412959"/>
                <a:gd name="connsiteY257" fmla="*/ 97091 h 336869"/>
                <a:gd name="connsiteX258" fmla="*/ 305944 w 412959"/>
                <a:gd name="connsiteY258" fmla="*/ 97091 h 336869"/>
                <a:gd name="connsiteX259" fmla="*/ 305944 w 412959"/>
                <a:gd name="connsiteY259" fmla="*/ 99680 h 336869"/>
                <a:gd name="connsiteX260" fmla="*/ 305944 w 412959"/>
                <a:gd name="connsiteY260" fmla="*/ 102125 h 336869"/>
                <a:gd name="connsiteX261" fmla="*/ 303355 w 412959"/>
                <a:gd name="connsiteY261" fmla="*/ 99680 h 336869"/>
                <a:gd name="connsiteX262" fmla="*/ 303355 w 412959"/>
                <a:gd name="connsiteY262" fmla="*/ 97091 h 336869"/>
                <a:gd name="connsiteX263" fmla="*/ 303355 w 412959"/>
                <a:gd name="connsiteY263" fmla="*/ 99680 h 336869"/>
                <a:gd name="connsiteX264" fmla="*/ 303355 w 412959"/>
                <a:gd name="connsiteY264" fmla="*/ 102125 h 336869"/>
                <a:gd name="connsiteX265" fmla="*/ 305944 w 412959"/>
                <a:gd name="connsiteY265" fmla="*/ 102125 h 336869"/>
                <a:gd name="connsiteX266" fmla="*/ 305944 w 412959"/>
                <a:gd name="connsiteY266" fmla="*/ 104571 h 336869"/>
                <a:gd name="connsiteX267" fmla="*/ 305944 w 412959"/>
                <a:gd name="connsiteY267" fmla="*/ 107447 h 336869"/>
                <a:gd name="connsiteX268" fmla="*/ 308389 w 412959"/>
                <a:gd name="connsiteY268" fmla="*/ 107447 h 336869"/>
                <a:gd name="connsiteX269" fmla="*/ 311122 w 412959"/>
                <a:gd name="connsiteY269" fmla="*/ 107447 h 336869"/>
                <a:gd name="connsiteX270" fmla="*/ 311122 w 412959"/>
                <a:gd name="connsiteY270" fmla="*/ 109893 h 336869"/>
                <a:gd name="connsiteX271" fmla="*/ 308389 w 412959"/>
                <a:gd name="connsiteY271" fmla="*/ 109893 h 336869"/>
                <a:gd name="connsiteX272" fmla="*/ 311122 w 412959"/>
                <a:gd name="connsiteY272" fmla="*/ 109893 h 336869"/>
                <a:gd name="connsiteX273" fmla="*/ 313568 w 412959"/>
                <a:gd name="connsiteY273" fmla="*/ 109893 h 336869"/>
                <a:gd name="connsiteX274" fmla="*/ 313568 w 412959"/>
                <a:gd name="connsiteY274" fmla="*/ 112338 h 336869"/>
                <a:gd name="connsiteX275" fmla="*/ 316157 w 412959"/>
                <a:gd name="connsiteY275" fmla="*/ 112338 h 336869"/>
                <a:gd name="connsiteX276" fmla="*/ 316157 w 412959"/>
                <a:gd name="connsiteY276" fmla="*/ 114783 h 336869"/>
                <a:gd name="connsiteX277" fmla="*/ 316157 w 412959"/>
                <a:gd name="connsiteY277" fmla="*/ 112338 h 336869"/>
                <a:gd name="connsiteX278" fmla="*/ 318602 w 412959"/>
                <a:gd name="connsiteY278" fmla="*/ 112338 h 336869"/>
                <a:gd name="connsiteX279" fmla="*/ 321335 w 412959"/>
                <a:gd name="connsiteY279" fmla="*/ 112338 h 336869"/>
                <a:gd name="connsiteX280" fmla="*/ 321335 w 412959"/>
                <a:gd name="connsiteY280" fmla="*/ 109893 h 336869"/>
                <a:gd name="connsiteX281" fmla="*/ 321335 w 412959"/>
                <a:gd name="connsiteY281" fmla="*/ 112338 h 336869"/>
                <a:gd name="connsiteX282" fmla="*/ 321335 w 412959"/>
                <a:gd name="connsiteY282" fmla="*/ 109893 h 336869"/>
                <a:gd name="connsiteX283" fmla="*/ 318602 w 412959"/>
                <a:gd name="connsiteY283" fmla="*/ 109893 h 336869"/>
                <a:gd name="connsiteX284" fmla="*/ 318602 w 412959"/>
                <a:gd name="connsiteY284" fmla="*/ 112338 h 336869"/>
                <a:gd name="connsiteX285" fmla="*/ 318602 w 412959"/>
                <a:gd name="connsiteY285" fmla="*/ 109893 h 336869"/>
                <a:gd name="connsiteX286" fmla="*/ 318602 w 412959"/>
                <a:gd name="connsiteY286" fmla="*/ 112338 h 336869"/>
                <a:gd name="connsiteX287" fmla="*/ 316157 w 412959"/>
                <a:gd name="connsiteY287" fmla="*/ 112338 h 336869"/>
                <a:gd name="connsiteX288" fmla="*/ 318602 w 412959"/>
                <a:gd name="connsiteY288" fmla="*/ 112338 h 336869"/>
                <a:gd name="connsiteX289" fmla="*/ 318602 w 412959"/>
                <a:gd name="connsiteY289" fmla="*/ 109893 h 336869"/>
                <a:gd name="connsiteX290" fmla="*/ 321335 w 412959"/>
                <a:gd name="connsiteY290" fmla="*/ 109893 h 336869"/>
                <a:gd name="connsiteX291" fmla="*/ 323780 w 412959"/>
                <a:gd name="connsiteY291" fmla="*/ 109893 h 336869"/>
                <a:gd name="connsiteX292" fmla="*/ 323780 w 412959"/>
                <a:gd name="connsiteY292" fmla="*/ 112338 h 336869"/>
                <a:gd name="connsiteX293" fmla="*/ 326369 w 412959"/>
                <a:gd name="connsiteY293" fmla="*/ 112338 h 336869"/>
                <a:gd name="connsiteX294" fmla="*/ 326369 w 412959"/>
                <a:gd name="connsiteY294" fmla="*/ 114783 h 336869"/>
                <a:gd name="connsiteX295" fmla="*/ 326369 w 412959"/>
                <a:gd name="connsiteY295" fmla="*/ 117516 h 336869"/>
                <a:gd name="connsiteX296" fmla="*/ 326369 w 412959"/>
                <a:gd name="connsiteY296" fmla="*/ 120105 h 336869"/>
                <a:gd name="connsiteX297" fmla="*/ 326369 w 412959"/>
                <a:gd name="connsiteY297" fmla="*/ 122550 h 336869"/>
                <a:gd name="connsiteX298" fmla="*/ 328814 w 412959"/>
                <a:gd name="connsiteY298" fmla="*/ 122550 h 336869"/>
                <a:gd name="connsiteX299" fmla="*/ 328814 w 412959"/>
                <a:gd name="connsiteY299" fmla="*/ 124995 h 336869"/>
                <a:gd name="connsiteX300" fmla="*/ 331547 w 412959"/>
                <a:gd name="connsiteY300" fmla="*/ 124995 h 336869"/>
                <a:gd name="connsiteX301" fmla="*/ 331547 w 412959"/>
                <a:gd name="connsiteY301" fmla="*/ 127728 h 336869"/>
                <a:gd name="connsiteX302" fmla="*/ 333992 w 412959"/>
                <a:gd name="connsiteY302" fmla="*/ 127728 h 336869"/>
                <a:gd name="connsiteX303" fmla="*/ 336581 w 412959"/>
                <a:gd name="connsiteY303" fmla="*/ 127728 h 336869"/>
                <a:gd name="connsiteX304" fmla="*/ 339027 w 412959"/>
                <a:gd name="connsiteY304" fmla="*/ 127728 h 336869"/>
                <a:gd name="connsiteX305" fmla="*/ 339027 w 412959"/>
                <a:gd name="connsiteY305" fmla="*/ 130318 h 336869"/>
                <a:gd name="connsiteX306" fmla="*/ 339027 w 412959"/>
                <a:gd name="connsiteY306" fmla="*/ 132763 h 336869"/>
                <a:gd name="connsiteX307" fmla="*/ 339027 w 412959"/>
                <a:gd name="connsiteY307" fmla="*/ 130318 h 336869"/>
                <a:gd name="connsiteX308" fmla="*/ 336581 w 412959"/>
                <a:gd name="connsiteY308" fmla="*/ 130318 h 336869"/>
                <a:gd name="connsiteX309" fmla="*/ 336581 w 412959"/>
                <a:gd name="connsiteY309" fmla="*/ 127728 h 336869"/>
                <a:gd name="connsiteX310" fmla="*/ 333992 w 412959"/>
                <a:gd name="connsiteY310" fmla="*/ 127728 h 336869"/>
                <a:gd name="connsiteX311" fmla="*/ 333992 w 412959"/>
                <a:gd name="connsiteY311" fmla="*/ 130318 h 336869"/>
                <a:gd name="connsiteX312" fmla="*/ 333992 w 412959"/>
                <a:gd name="connsiteY312" fmla="*/ 132763 h 336869"/>
                <a:gd name="connsiteX313" fmla="*/ 331547 w 412959"/>
                <a:gd name="connsiteY313" fmla="*/ 132763 h 336869"/>
                <a:gd name="connsiteX314" fmla="*/ 333992 w 412959"/>
                <a:gd name="connsiteY314" fmla="*/ 132763 h 336869"/>
                <a:gd name="connsiteX315" fmla="*/ 333992 w 412959"/>
                <a:gd name="connsiteY315" fmla="*/ 135208 h 336869"/>
                <a:gd name="connsiteX316" fmla="*/ 333992 w 412959"/>
                <a:gd name="connsiteY316" fmla="*/ 132763 h 336869"/>
                <a:gd name="connsiteX317" fmla="*/ 336581 w 412959"/>
                <a:gd name="connsiteY317" fmla="*/ 132763 h 336869"/>
                <a:gd name="connsiteX318" fmla="*/ 339027 w 412959"/>
                <a:gd name="connsiteY318" fmla="*/ 132763 h 336869"/>
                <a:gd name="connsiteX319" fmla="*/ 339027 w 412959"/>
                <a:gd name="connsiteY319" fmla="*/ 135208 h 336869"/>
                <a:gd name="connsiteX320" fmla="*/ 341472 w 412959"/>
                <a:gd name="connsiteY320" fmla="*/ 135208 h 336869"/>
                <a:gd name="connsiteX321" fmla="*/ 341472 w 412959"/>
                <a:gd name="connsiteY321" fmla="*/ 137941 h 336869"/>
                <a:gd name="connsiteX322" fmla="*/ 344205 w 412959"/>
                <a:gd name="connsiteY322" fmla="*/ 137941 h 336869"/>
                <a:gd name="connsiteX323" fmla="*/ 344205 w 412959"/>
                <a:gd name="connsiteY323" fmla="*/ 140530 h 336869"/>
                <a:gd name="connsiteX324" fmla="*/ 344205 w 412959"/>
                <a:gd name="connsiteY324" fmla="*/ 142975 h 336869"/>
                <a:gd name="connsiteX325" fmla="*/ 344205 w 412959"/>
                <a:gd name="connsiteY325" fmla="*/ 145421 h 336869"/>
                <a:gd name="connsiteX326" fmla="*/ 346650 w 412959"/>
                <a:gd name="connsiteY326" fmla="*/ 145421 h 336869"/>
                <a:gd name="connsiteX327" fmla="*/ 346650 w 412959"/>
                <a:gd name="connsiteY327" fmla="*/ 142975 h 336869"/>
                <a:gd name="connsiteX328" fmla="*/ 346650 w 412959"/>
                <a:gd name="connsiteY328" fmla="*/ 140530 h 336869"/>
                <a:gd name="connsiteX329" fmla="*/ 349239 w 412959"/>
                <a:gd name="connsiteY329" fmla="*/ 140530 h 336869"/>
                <a:gd name="connsiteX330" fmla="*/ 351685 w 412959"/>
                <a:gd name="connsiteY330" fmla="*/ 140530 h 336869"/>
                <a:gd name="connsiteX331" fmla="*/ 351685 w 412959"/>
                <a:gd name="connsiteY331" fmla="*/ 142975 h 336869"/>
                <a:gd name="connsiteX332" fmla="*/ 351685 w 412959"/>
                <a:gd name="connsiteY332" fmla="*/ 145421 h 336869"/>
                <a:gd name="connsiteX333" fmla="*/ 351685 w 412959"/>
                <a:gd name="connsiteY333" fmla="*/ 148154 h 336869"/>
                <a:gd name="connsiteX334" fmla="*/ 351685 w 412959"/>
                <a:gd name="connsiteY334" fmla="*/ 145421 h 336869"/>
                <a:gd name="connsiteX335" fmla="*/ 351685 w 412959"/>
                <a:gd name="connsiteY335" fmla="*/ 148154 h 336869"/>
                <a:gd name="connsiteX336" fmla="*/ 349239 w 412959"/>
                <a:gd name="connsiteY336" fmla="*/ 148154 h 336869"/>
                <a:gd name="connsiteX337" fmla="*/ 349239 w 412959"/>
                <a:gd name="connsiteY337" fmla="*/ 150743 h 336869"/>
                <a:gd name="connsiteX338" fmla="*/ 351685 w 412959"/>
                <a:gd name="connsiteY338" fmla="*/ 150743 h 336869"/>
                <a:gd name="connsiteX339" fmla="*/ 351685 w 412959"/>
                <a:gd name="connsiteY339" fmla="*/ 153188 h 336869"/>
                <a:gd name="connsiteX340" fmla="*/ 351685 w 412959"/>
                <a:gd name="connsiteY340" fmla="*/ 155633 h 336869"/>
                <a:gd name="connsiteX341" fmla="*/ 354418 w 412959"/>
                <a:gd name="connsiteY341" fmla="*/ 155633 h 336869"/>
                <a:gd name="connsiteX342" fmla="*/ 354418 w 412959"/>
                <a:gd name="connsiteY342" fmla="*/ 153188 h 336869"/>
                <a:gd name="connsiteX343" fmla="*/ 354418 w 412959"/>
                <a:gd name="connsiteY343" fmla="*/ 150743 h 336869"/>
                <a:gd name="connsiteX344" fmla="*/ 356863 w 412959"/>
                <a:gd name="connsiteY344" fmla="*/ 150743 h 336869"/>
                <a:gd name="connsiteX345" fmla="*/ 359452 w 412959"/>
                <a:gd name="connsiteY345" fmla="*/ 150743 h 336869"/>
                <a:gd name="connsiteX346" fmla="*/ 361897 w 412959"/>
                <a:gd name="connsiteY346" fmla="*/ 150743 h 336869"/>
                <a:gd name="connsiteX347" fmla="*/ 361897 w 412959"/>
                <a:gd name="connsiteY347" fmla="*/ 148154 h 336869"/>
                <a:gd name="connsiteX348" fmla="*/ 364630 w 412959"/>
                <a:gd name="connsiteY348" fmla="*/ 148154 h 336869"/>
                <a:gd name="connsiteX349" fmla="*/ 364630 w 412959"/>
                <a:gd name="connsiteY349" fmla="*/ 150743 h 336869"/>
                <a:gd name="connsiteX350" fmla="*/ 367219 w 412959"/>
                <a:gd name="connsiteY350" fmla="*/ 150743 h 336869"/>
                <a:gd name="connsiteX351" fmla="*/ 367219 w 412959"/>
                <a:gd name="connsiteY351" fmla="*/ 148154 h 336869"/>
                <a:gd name="connsiteX352" fmla="*/ 369664 w 412959"/>
                <a:gd name="connsiteY352" fmla="*/ 148154 h 336869"/>
                <a:gd name="connsiteX353" fmla="*/ 369664 w 412959"/>
                <a:gd name="connsiteY353" fmla="*/ 145421 h 336869"/>
                <a:gd name="connsiteX354" fmla="*/ 372109 w 412959"/>
                <a:gd name="connsiteY354" fmla="*/ 145421 h 336869"/>
                <a:gd name="connsiteX355" fmla="*/ 374842 w 412959"/>
                <a:gd name="connsiteY355" fmla="*/ 145421 h 336869"/>
                <a:gd name="connsiteX356" fmla="*/ 377288 w 412959"/>
                <a:gd name="connsiteY356" fmla="*/ 145421 h 336869"/>
                <a:gd name="connsiteX357" fmla="*/ 379877 w 412959"/>
                <a:gd name="connsiteY357" fmla="*/ 145421 h 336869"/>
                <a:gd name="connsiteX358" fmla="*/ 382322 w 412959"/>
                <a:gd name="connsiteY358" fmla="*/ 145421 h 336869"/>
                <a:gd name="connsiteX359" fmla="*/ 382322 w 412959"/>
                <a:gd name="connsiteY359" fmla="*/ 148154 h 336869"/>
                <a:gd name="connsiteX360" fmla="*/ 385055 w 412959"/>
                <a:gd name="connsiteY360" fmla="*/ 148154 h 336869"/>
                <a:gd name="connsiteX361" fmla="*/ 382322 w 412959"/>
                <a:gd name="connsiteY361" fmla="*/ 148154 h 336869"/>
                <a:gd name="connsiteX362" fmla="*/ 385055 w 412959"/>
                <a:gd name="connsiteY362" fmla="*/ 148154 h 336869"/>
                <a:gd name="connsiteX363" fmla="*/ 385055 w 412959"/>
                <a:gd name="connsiteY363" fmla="*/ 150743 h 336869"/>
                <a:gd name="connsiteX364" fmla="*/ 387500 w 412959"/>
                <a:gd name="connsiteY364" fmla="*/ 150743 h 336869"/>
                <a:gd name="connsiteX365" fmla="*/ 385055 w 412959"/>
                <a:gd name="connsiteY365" fmla="*/ 150743 h 336869"/>
                <a:gd name="connsiteX366" fmla="*/ 385055 w 412959"/>
                <a:gd name="connsiteY366" fmla="*/ 148154 h 336869"/>
                <a:gd name="connsiteX367" fmla="*/ 385055 w 412959"/>
                <a:gd name="connsiteY367" fmla="*/ 145421 h 336869"/>
                <a:gd name="connsiteX368" fmla="*/ 387500 w 412959"/>
                <a:gd name="connsiteY368" fmla="*/ 148154 h 336869"/>
                <a:gd name="connsiteX369" fmla="*/ 390089 w 412959"/>
                <a:gd name="connsiteY369" fmla="*/ 148154 h 336869"/>
                <a:gd name="connsiteX370" fmla="*/ 390089 w 412959"/>
                <a:gd name="connsiteY370" fmla="*/ 150743 h 336869"/>
                <a:gd name="connsiteX371" fmla="*/ 390089 w 412959"/>
                <a:gd name="connsiteY371" fmla="*/ 148154 h 336869"/>
                <a:gd name="connsiteX372" fmla="*/ 390089 w 412959"/>
                <a:gd name="connsiteY372" fmla="*/ 145421 h 336869"/>
                <a:gd name="connsiteX373" fmla="*/ 392535 w 412959"/>
                <a:gd name="connsiteY373" fmla="*/ 145421 h 336869"/>
                <a:gd name="connsiteX374" fmla="*/ 392535 w 412959"/>
                <a:gd name="connsiteY374" fmla="*/ 142975 h 336869"/>
                <a:gd name="connsiteX375" fmla="*/ 395268 w 412959"/>
                <a:gd name="connsiteY375" fmla="*/ 142975 h 336869"/>
                <a:gd name="connsiteX376" fmla="*/ 397713 w 412959"/>
                <a:gd name="connsiteY376" fmla="*/ 142975 h 336869"/>
                <a:gd name="connsiteX377" fmla="*/ 400302 w 412959"/>
                <a:gd name="connsiteY377" fmla="*/ 142975 h 336869"/>
                <a:gd name="connsiteX378" fmla="*/ 402747 w 412959"/>
                <a:gd name="connsiteY378" fmla="*/ 142975 h 336869"/>
                <a:gd name="connsiteX379" fmla="*/ 402747 w 412959"/>
                <a:gd name="connsiteY379" fmla="*/ 145421 h 336869"/>
                <a:gd name="connsiteX380" fmla="*/ 402747 w 412959"/>
                <a:gd name="connsiteY380" fmla="*/ 142975 h 336869"/>
                <a:gd name="connsiteX381" fmla="*/ 405480 w 412959"/>
                <a:gd name="connsiteY381" fmla="*/ 142975 h 336869"/>
                <a:gd name="connsiteX382" fmla="*/ 407925 w 412959"/>
                <a:gd name="connsiteY382" fmla="*/ 142975 h 336869"/>
                <a:gd name="connsiteX383" fmla="*/ 410514 w 412959"/>
                <a:gd name="connsiteY383" fmla="*/ 142975 h 336869"/>
                <a:gd name="connsiteX384" fmla="*/ 412960 w 412959"/>
                <a:gd name="connsiteY384" fmla="*/ 142975 h 336869"/>
                <a:gd name="connsiteX385" fmla="*/ 410514 w 412959"/>
                <a:gd name="connsiteY385" fmla="*/ 142975 h 336869"/>
                <a:gd name="connsiteX386" fmla="*/ 412960 w 412959"/>
                <a:gd name="connsiteY386" fmla="*/ 142975 h 336869"/>
                <a:gd name="connsiteX387" fmla="*/ 412960 w 412959"/>
                <a:gd name="connsiteY387" fmla="*/ 145421 h 336869"/>
                <a:gd name="connsiteX388" fmla="*/ 412960 w 412959"/>
                <a:gd name="connsiteY388" fmla="*/ 148154 h 336869"/>
                <a:gd name="connsiteX389" fmla="*/ 410514 w 412959"/>
                <a:gd name="connsiteY389" fmla="*/ 148154 h 336869"/>
                <a:gd name="connsiteX390" fmla="*/ 410514 w 412959"/>
                <a:gd name="connsiteY390" fmla="*/ 150743 h 336869"/>
                <a:gd name="connsiteX391" fmla="*/ 407925 w 412959"/>
                <a:gd name="connsiteY391" fmla="*/ 150743 h 336869"/>
                <a:gd name="connsiteX392" fmla="*/ 407925 w 412959"/>
                <a:gd name="connsiteY392" fmla="*/ 153188 h 336869"/>
                <a:gd name="connsiteX393" fmla="*/ 405480 w 412959"/>
                <a:gd name="connsiteY393" fmla="*/ 153188 h 336869"/>
                <a:gd name="connsiteX394" fmla="*/ 405480 w 412959"/>
                <a:gd name="connsiteY394" fmla="*/ 155633 h 336869"/>
                <a:gd name="connsiteX395" fmla="*/ 402747 w 412959"/>
                <a:gd name="connsiteY395" fmla="*/ 155633 h 336869"/>
                <a:gd name="connsiteX396" fmla="*/ 400302 w 412959"/>
                <a:gd name="connsiteY396" fmla="*/ 155633 h 336869"/>
                <a:gd name="connsiteX397" fmla="*/ 397713 w 412959"/>
                <a:gd name="connsiteY397" fmla="*/ 155633 h 336869"/>
                <a:gd name="connsiteX398" fmla="*/ 397713 w 412959"/>
                <a:gd name="connsiteY398" fmla="*/ 158366 h 336869"/>
                <a:gd name="connsiteX399" fmla="*/ 395268 w 412959"/>
                <a:gd name="connsiteY399" fmla="*/ 158366 h 336869"/>
                <a:gd name="connsiteX400" fmla="*/ 395268 w 412959"/>
                <a:gd name="connsiteY400" fmla="*/ 160955 h 336869"/>
                <a:gd name="connsiteX401" fmla="*/ 392535 w 412959"/>
                <a:gd name="connsiteY401" fmla="*/ 160955 h 336869"/>
                <a:gd name="connsiteX402" fmla="*/ 392535 w 412959"/>
                <a:gd name="connsiteY402" fmla="*/ 163400 h 336869"/>
                <a:gd name="connsiteX403" fmla="*/ 392535 w 412959"/>
                <a:gd name="connsiteY403" fmla="*/ 160955 h 336869"/>
                <a:gd name="connsiteX404" fmla="*/ 395268 w 412959"/>
                <a:gd name="connsiteY404" fmla="*/ 160955 h 336869"/>
                <a:gd name="connsiteX405" fmla="*/ 395268 w 412959"/>
                <a:gd name="connsiteY405" fmla="*/ 163400 h 336869"/>
                <a:gd name="connsiteX406" fmla="*/ 395268 w 412959"/>
                <a:gd name="connsiteY406" fmla="*/ 160955 h 336869"/>
                <a:gd name="connsiteX407" fmla="*/ 395268 w 412959"/>
                <a:gd name="connsiteY407" fmla="*/ 163400 h 336869"/>
                <a:gd name="connsiteX408" fmla="*/ 397713 w 412959"/>
                <a:gd name="connsiteY408" fmla="*/ 163400 h 336869"/>
                <a:gd name="connsiteX409" fmla="*/ 397713 w 412959"/>
                <a:gd name="connsiteY409" fmla="*/ 165845 h 336869"/>
                <a:gd name="connsiteX410" fmla="*/ 395268 w 412959"/>
                <a:gd name="connsiteY410" fmla="*/ 165845 h 336869"/>
                <a:gd name="connsiteX411" fmla="*/ 392535 w 412959"/>
                <a:gd name="connsiteY411" fmla="*/ 168578 h 336869"/>
                <a:gd name="connsiteX412" fmla="*/ 390089 w 412959"/>
                <a:gd name="connsiteY412" fmla="*/ 168578 h 336869"/>
                <a:gd name="connsiteX413" fmla="*/ 390089 w 412959"/>
                <a:gd name="connsiteY413" fmla="*/ 171168 h 336869"/>
                <a:gd name="connsiteX414" fmla="*/ 390089 w 412959"/>
                <a:gd name="connsiteY414" fmla="*/ 173613 h 336869"/>
                <a:gd name="connsiteX415" fmla="*/ 390089 w 412959"/>
                <a:gd name="connsiteY415" fmla="*/ 176058 h 336869"/>
                <a:gd name="connsiteX416" fmla="*/ 390089 w 412959"/>
                <a:gd name="connsiteY416" fmla="*/ 178647 h 336869"/>
                <a:gd name="connsiteX417" fmla="*/ 387500 w 412959"/>
                <a:gd name="connsiteY417" fmla="*/ 178647 h 336869"/>
                <a:gd name="connsiteX418" fmla="*/ 390089 w 412959"/>
                <a:gd name="connsiteY418" fmla="*/ 178647 h 336869"/>
                <a:gd name="connsiteX419" fmla="*/ 387500 w 412959"/>
                <a:gd name="connsiteY419" fmla="*/ 178647 h 336869"/>
                <a:gd name="connsiteX420" fmla="*/ 387500 w 412959"/>
                <a:gd name="connsiteY420" fmla="*/ 181380 h 336869"/>
                <a:gd name="connsiteX421" fmla="*/ 387500 w 412959"/>
                <a:gd name="connsiteY421" fmla="*/ 183825 h 336869"/>
                <a:gd name="connsiteX422" fmla="*/ 387500 w 412959"/>
                <a:gd name="connsiteY422" fmla="*/ 186271 h 336869"/>
                <a:gd name="connsiteX423" fmla="*/ 385055 w 412959"/>
                <a:gd name="connsiteY423" fmla="*/ 186271 h 336869"/>
                <a:gd name="connsiteX424" fmla="*/ 385055 w 412959"/>
                <a:gd name="connsiteY424" fmla="*/ 183825 h 336869"/>
                <a:gd name="connsiteX425" fmla="*/ 382322 w 412959"/>
                <a:gd name="connsiteY425" fmla="*/ 183825 h 336869"/>
                <a:gd name="connsiteX426" fmla="*/ 382322 w 412959"/>
                <a:gd name="connsiteY426" fmla="*/ 186271 h 336869"/>
                <a:gd name="connsiteX427" fmla="*/ 379877 w 412959"/>
                <a:gd name="connsiteY427" fmla="*/ 186271 h 336869"/>
                <a:gd name="connsiteX428" fmla="*/ 379877 w 412959"/>
                <a:gd name="connsiteY428" fmla="*/ 188716 h 336869"/>
                <a:gd name="connsiteX429" fmla="*/ 379877 w 412959"/>
                <a:gd name="connsiteY429" fmla="*/ 191449 h 336869"/>
                <a:gd name="connsiteX430" fmla="*/ 379877 w 412959"/>
                <a:gd name="connsiteY430" fmla="*/ 194038 h 336869"/>
                <a:gd name="connsiteX431" fmla="*/ 377288 w 412959"/>
                <a:gd name="connsiteY431" fmla="*/ 196483 h 336869"/>
                <a:gd name="connsiteX432" fmla="*/ 377288 w 412959"/>
                <a:gd name="connsiteY432" fmla="*/ 198928 h 336869"/>
                <a:gd name="connsiteX433" fmla="*/ 374842 w 412959"/>
                <a:gd name="connsiteY433" fmla="*/ 198928 h 336869"/>
                <a:gd name="connsiteX434" fmla="*/ 377288 w 412959"/>
                <a:gd name="connsiteY434" fmla="*/ 198928 h 336869"/>
                <a:gd name="connsiteX435" fmla="*/ 377288 w 412959"/>
                <a:gd name="connsiteY435" fmla="*/ 201661 h 336869"/>
                <a:gd name="connsiteX436" fmla="*/ 377288 w 412959"/>
                <a:gd name="connsiteY436" fmla="*/ 204250 h 336869"/>
                <a:gd name="connsiteX437" fmla="*/ 374842 w 412959"/>
                <a:gd name="connsiteY437" fmla="*/ 204250 h 336869"/>
                <a:gd name="connsiteX438" fmla="*/ 372109 w 412959"/>
                <a:gd name="connsiteY438" fmla="*/ 204250 h 336869"/>
                <a:gd name="connsiteX439" fmla="*/ 372109 w 412959"/>
                <a:gd name="connsiteY439" fmla="*/ 201661 h 336869"/>
                <a:gd name="connsiteX440" fmla="*/ 372109 w 412959"/>
                <a:gd name="connsiteY440" fmla="*/ 198928 h 336869"/>
                <a:gd name="connsiteX441" fmla="*/ 372109 w 412959"/>
                <a:gd name="connsiteY441" fmla="*/ 196483 h 336869"/>
                <a:gd name="connsiteX442" fmla="*/ 372109 w 412959"/>
                <a:gd name="connsiteY442" fmla="*/ 194038 h 336869"/>
                <a:gd name="connsiteX443" fmla="*/ 369664 w 412959"/>
                <a:gd name="connsiteY443" fmla="*/ 194038 h 336869"/>
                <a:gd name="connsiteX444" fmla="*/ 369664 w 412959"/>
                <a:gd name="connsiteY444" fmla="*/ 191449 h 336869"/>
                <a:gd name="connsiteX445" fmla="*/ 367219 w 412959"/>
                <a:gd name="connsiteY445" fmla="*/ 194038 h 336869"/>
                <a:gd name="connsiteX446" fmla="*/ 367219 w 412959"/>
                <a:gd name="connsiteY446" fmla="*/ 196483 h 336869"/>
                <a:gd name="connsiteX447" fmla="*/ 367219 w 412959"/>
                <a:gd name="connsiteY447" fmla="*/ 198928 h 336869"/>
                <a:gd name="connsiteX448" fmla="*/ 364630 w 412959"/>
                <a:gd name="connsiteY448" fmla="*/ 198928 h 336869"/>
                <a:gd name="connsiteX449" fmla="*/ 364630 w 412959"/>
                <a:gd name="connsiteY449" fmla="*/ 201661 h 336869"/>
                <a:gd name="connsiteX450" fmla="*/ 364630 w 412959"/>
                <a:gd name="connsiteY450" fmla="*/ 204250 h 336869"/>
                <a:gd name="connsiteX451" fmla="*/ 364630 w 412959"/>
                <a:gd name="connsiteY451" fmla="*/ 206696 h 336869"/>
                <a:gd name="connsiteX452" fmla="*/ 367219 w 412959"/>
                <a:gd name="connsiteY452" fmla="*/ 206696 h 336869"/>
                <a:gd name="connsiteX453" fmla="*/ 367219 w 412959"/>
                <a:gd name="connsiteY453" fmla="*/ 209141 h 336869"/>
                <a:gd name="connsiteX454" fmla="*/ 364630 w 412959"/>
                <a:gd name="connsiteY454" fmla="*/ 209141 h 336869"/>
                <a:gd name="connsiteX455" fmla="*/ 364630 w 412959"/>
                <a:gd name="connsiteY455" fmla="*/ 211874 h 336869"/>
                <a:gd name="connsiteX456" fmla="*/ 364630 w 412959"/>
                <a:gd name="connsiteY456" fmla="*/ 214463 h 336869"/>
                <a:gd name="connsiteX457" fmla="*/ 361897 w 412959"/>
                <a:gd name="connsiteY457" fmla="*/ 216908 h 336869"/>
                <a:gd name="connsiteX458" fmla="*/ 361897 w 412959"/>
                <a:gd name="connsiteY458" fmla="*/ 219353 h 336869"/>
                <a:gd name="connsiteX459" fmla="*/ 361897 w 412959"/>
                <a:gd name="connsiteY459" fmla="*/ 222086 h 336869"/>
                <a:gd name="connsiteX460" fmla="*/ 361897 w 412959"/>
                <a:gd name="connsiteY460" fmla="*/ 224676 h 336869"/>
                <a:gd name="connsiteX461" fmla="*/ 359452 w 412959"/>
                <a:gd name="connsiteY461" fmla="*/ 224676 h 336869"/>
                <a:gd name="connsiteX462" fmla="*/ 359452 w 412959"/>
                <a:gd name="connsiteY462" fmla="*/ 222086 h 336869"/>
                <a:gd name="connsiteX463" fmla="*/ 356863 w 412959"/>
                <a:gd name="connsiteY463" fmla="*/ 222086 h 336869"/>
                <a:gd name="connsiteX464" fmla="*/ 354418 w 412959"/>
                <a:gd name="connsiteY464" fmla="*/ 222086 h 336869"/>
                <a:gd name="connsiteX465" fmla="*/ 354418 w 412959"/>
                <a:gd name="connsiteY465" fmla="*/ 224676 h 336869"/>
                <a:gd name="connsiteX466" fmla="*/ 351685 w 412959"/>
                <a:gd name="connsiteY466" fmla="*/ 224676 h 336869"/>
                <a:gd name="connsiteX467" fmla="*/ 351685 w 412959"/>
                <a:gd name="connsiteY467" fmla="*/ 227121 h 336869"/>
                <a:gd name="connsiteX468" fmla="*/ 349239 w 412959"/>
                <a:gd name="connsiteY468" fmla="*/ 227121 h 336869"/>
                <a:gd name="connsiteX469" fmla="*/ 349239 w 412959"/>
                <a:gd name="connsiteY469" fmla="*/ 229566 h 336869"/>
                <a:gd name="connsiteX470" fmla="*/ 349239 w 412959"/>
                <a:gd name="connsiteY470" fmla="*/ 232299 h 336869"/>
                <a:gd name="connsiteX471" fmla="*/ 349239 w 412959"/>
                <a:gd name="connsiteY471" fmla="*/ 234888 h 336869"/>
                <a:gd name="connsiteX472" fmla="*/ 346650 w 412959"/>
                <a:gd name="connsiteY472" fmla="*/ 234888 h 336869"/>
                <a:gd name="connsiteX473" fmla="*/ 346650 w 412959"/>
                <a:gd name="connsiteY473" fmla="*/ 237333 h 336869"/>
                <a:gd name="connsiteX474" fmla="*/ 344205 w 412959"/>
                <a:gd name="connsiteY474" fmla="*/ 237333 h 336869"/>
                <a:gd name="connsiteX475" fmla="*/ 344205 w 412959"/>
                <a:gd name="connsiteY475" fmla="*/ 239778 h 336869"/>
                <a:gd name="connsiteX476" fmla="*/ 341472 w 412959"/>
                <a:gd name="connsiteY476" fmla="*/ 239778 h 336869"/>
                <a:gd name="connsiteX477" fmla="*/ 339027 w 412959"/>
                <a:gd name="connsiteY477" fmla="*/ 239778 h 336869"/>
                <a:gd name="connsiteX478" fmla="*/ 339027 w 412959"/>
                <a:gd name="connsiteY478" fmla="*/ 242511 h 336869"/>
                <a:gd name="connsiteX479" fmla="*/ 336581 w 412959"/>
                <a:gd name="connsiteY479" fmla="*/ 245100 h 336869"/>
                <a:gd name="connsiteX480" fmla="*/ 333992 w 412959"/>
                <a:gd name="connsiteY480" fmla="*/ 245100 h 336869"/>
                <a:gd name="connsiteX481" fmla="*/ 333992 w 412959"/>
                <a:gd name="connsiteY481" fmla="*/ 247546 h 336869"/>
                <a:gd name="connsiteX482" fmla="*/ 331547 w 412959"/>
                <a:gd name="connsiteY482" fmla="*/ 249991 h 336869"/>
                <a:gd name="connsiteX483" fmla="*/ 328814 w 412959"/>
                <a:gd name="connsiteY483" fmla="*/ 249991 h 336869"/>
                <a:gd name="connsiteX484" fmla="*/ 328814 w 412959"/>
                <a:gd name="connsiteY484" fmla="*/ 252724 h 336869"/>
                <a:gd name="connsiteX485" fmla="*/ 328814 w 412959"/>
                <a:gd name="connsiteY485" fmla="*/ 255169 h 336869"/>
                <a:gd name="connsiteX486" fmla="*/ 326369 w 412959"/>
                <a:gd name="connsiteY486" fmla="*/ 255169 h 336869"/>
                <a:gd name="connsiteX487" fmla="*/ 326369 w 412959"/>
                <a:gd name="connsiteY487" fmla="*/ 257758 h 336869"/>
                <a:gd name="connsiteX488" fmla="*/ 323780 w 412959"/>
                <a:gd name="connsiteY488" fmla="*/ 257758 h 336869"/>
                <a:gd name="connsiteX489" fmla="*/ 323780 w 412959"/>
                <a:gd name="connsiteY489" fmla="*/ 260204 h 336869"/>
                <a:gd name="connsiteX490" fmla="*/ 321335 w 412959"/>
                <a:gd name="connsiteY490" fmla="*/ 262793 h 336869"/>
                <a:gd name="connsiteX491" fmla="*/ 321335 w 412959"/>
                <a:gd name="connsiteY491" fmla="*/ 265526 h 336869"/>
                <a:gd name="connsiteX492" fmla="*/ 318602 w 412959"/>
                <a:gd name="connsiteY492" fmla="*/ 265526 h 336869"/>
                <a:gd name="connsiteX493" fmla="*/ 318602 w 412959"/>
                <a:gd name="connsiteY493" fmla="*/ 267971 h 336869"/>
                <a:gd name="connsiteX494" fmla="*/ 316157 w 412959"/>
                <a:gd name="connsiteY494" fmla="*/ 267971 h 336869"/>
                <a:gd name="connsiteX495" fmla="*/ 316157 w 412959"/>
                <a:gd name="connsiteY495" fmla="*/ 270416 h 336869"/>
                <a:gd name="connsiteX496" fmla="*/ 318602 w 412959"/>
                <a:gd name="connsiteY496" fmla="*/ 270416 h 336869"/>
                <a:gd name="connsiteX497" fmla="*/ 318602 w 412959"/>
                <a:gd name="connsiteY497" fmla="*/ 272861 h 336869"/>
                <a:gd name="connsiteX498" fmla="*/ 316157 w 412959"/>
                <a:gd name="connsiteY498" fmla="*/ 272861 h 336869"/>
                <a:gd name="connsiteX499" fmla="*/ 316157 w 412959"/>
                <a:gd name="connsiteY499" fmla="*/ 275738 h 336869"/>
                <a:gd name="connsiteX500" fmla="*/ 313568 w 412959"/>
                <a:gd name="connsiteY500" fmla="*/ 275738 h 336869"/>
                <a:gd name="connsiteX501" fmla="*/ 313568 w 412959"/>
                <a:gd name="connsiteY501" fmla="*/ 278183 h 336869"/>
                <a:gd name="connsiteX502" fmla="*/ 311122 w 412959"/>
                <a:gd name="connsiteY502" fmla="*/ 278183 h 336869"/>
                <a:gd name="connsiteX503" fmla="*/ 311122 w 412959"/>
                <a:gd name="connsiteY503" fmla="*/ 280628 h 336869"/>
                <a:gd name="connsiteX504" fmla="*/ 308389 w 412959"/>
                <a:gd name="connsiteY504" fmla="*/ 280628 h 336869"/>
                <a:gd name="connsiteX505" fmla="*/ 305944 w 412959"/>
                <a:gd name="connsiteY505" fmla="*/ 280628 h 336869"/>
                <a:gd name="connsiteX506" fmla="*/ 305944 w 412959"/>
                <a:gd name="connsiteY506" fmla="*/ 283074 h 336869"/>
                <a:gd name="connsiteX507" fmla="*/ 303355 w 412959"/>
                <a:gd name="connsiteY507" fmla="*/ 283074 h 336869"/>
                <a:gd name="connsiteX508" fmla="*/ 303355 w 412959"/>
                <a:gd name="connsiteY508" fmla="*/ 285807 h 336869"/>
                <a:gd name="connsiteX509" fmla="*/ 300910 w 412959"/>
                <a:gd name="connsiteY509" fmla="*/ 285807 h 336869"/>
                <a:gd name="connsiteX510" fmla="*/ 300910 w 412959"/>
                <a:gd name="connsiteY510" fmla="*/ 288396 h 336869"/>
                <a:gd name="connsiteX511" fmla="*/ 298177 w 412959"/>
                <a:gd name="connsiteY511" fmla="*/ 288396 h 336869"/>
                <a:gd name="connsiteX512" fmla="*/ 298177 w 412959"/>
                <a:gd name="connsiteY512" fmla="*/ 290841 h 336869"/>
                <a:gd name="connsiteX513" fmla="*/ 298177 w 412959"/>
                <a:gd name="connsiteY513" fmla="*/ 293286 h 336869"/>
                <a:gd name="connsiteX514" fmla="*/ 295731 w 412959"/>
                <a:gd name="connsiteY514" fmla="*/ 293286 h 336869"/>
                <a:gd name="connsiteX515" fmla="*/ 293142 w 412959"/>
                <a:gd name="connsiteY515" fmla="*/ 293286 h 336869"/>
                <a:gd name="connsiteX516" fmla="*/ 290697 w 412959"/>
                <a:gd name="connsiteY516" fmla="*/ 293286 h 336869"/>
                <a:gd name="connsiteX517" fmla="*/ 290697 w 412959"/>
                <a:gd name="connsiteY517" fmla="*/ 290841 h 336869"/>
                <a:gd name="connsiteX518" fmla="*/ 290697 w 412959"/>
                <a:gd name="connsiteY518" fmla="*/ 293286 h 336869"/>
                <a:gd name="connsiteX519" fmla="*/ 290697 w 412959"/>
                <a:gd name="connsiteY519" fmla="*/ 296019 h 336869"/>
                <a:gd name="connsiteX520" fmla="*/ 275307 w 412959"/>
                <a:gd name="connsiteY520" fmla="*/ 306232 h 336869"/>
                <a:gd name="connsiteX521" fmla="*/ 272861 w 412959"/>
                <a:gd name="connsiteY521" fmla="*/ 306232 h 336869"/>
                <a:gd name="connsiteX522" fmla="*/ 272861 w 412959"/>
                <a:gd name="connsiteY522" fmla="*/ 308821 h 336869"/>
                <a:gd name="connsiteX523" fmla="*/ 272861 w 412959"/>
                <a:gd name="connsiteY523" fmla="*/ 306232 h 336869"/>
                <a:gd name="connsiteX524" fmla="*/ 272861 w 412959"/>
                <a:gd name="connsiteY524" fmla="*/ 303499 h 336869"/>
                <a:gd name="connsiteX525" fmla="*/ 270272 w 412959"/>
                <a:gd name="connsiteY525" fmla="*/ 303499 h 336869"/>
                <a:gd name="connsiteX526" fmla="*/ 272861 w 412959"/>
                <a:gd name="connsiteY526" fmla="*/ 306232 h 336869"/>
                <a:gd name="connsiteX527" fmla="*/ 270272 w 412959"/>
                <a:gd name="connsiteY527" fmla="*/ 306232 h 336869"/>
                <a:gd name="connsiteX528" fmla="*/ 270272 w 412959"/>
                <a:gd name="connsiteY528" fmla="*/ 308821 h 336869"/>
                <a:gd name="connsiteX529" fmla="*/ 272861 w 412959"/>
                <a:gd name="connsiteY529" fmla="*/ 308821 h 336869"/>
                <a:gd name="connsiteX530" fmla="*/ 270272 w 412959"/>
                <a:gd name="connsiteY530" fmla="*/ 308821 h 336869"/>
                <a:gd name="connsiteX531" fmla="*/ 270272 w 412959"/>
                <a:gd name="connsiteY531" fmla="*/ 311266 h 336869"/>
                <a:gd name="connsiteX532" fmla="*/ 267539 w 412959"/>
                <a:gd name="connsiteY532" fmla="*/ 311266 h 336869"/>
                <a:gd name="connsiteX533" fmla="*/ 267539 w 412959"/>
                <a:gd name="connsiteY533" fmla="*/ 313712 h 336869"/>
                <a:gd name="connsiteX534" fmla="*/ 267539 w 412959"/>
                <a:gd name="connsiteY534" fmla="*/ 311266 h 336869"/>
                <a:gd name="connsiteX535" fmla="*/ 265094 w 412959"/>
                <a:gd name="connsiteY535" fmla="*/ 313712 h 336869"/>
                <a:gd name="connsiteX536" fmla="*/ 267539 w 412959"/>
                <a:gd name="connsiteY536" fmla="*/ 313712 h 336869"/>
                <a:gd name="connsiteX537" fmla="*/ 265094 w 412959"/>
                <a:gd name="connsiteY537" fmla="*/ 313712 h 336869"/>
                <a:gd name="connsiteX538" fmla="*/ 265094 w 412959"/>
                <a:gd name="connsiteY538" fmla="*/ 316444 h 336869"/>
                <a:gd name="connsiteX539" fmla="*/ 262505 w 412959"/>
                <a:gd name="connsiteY539" fmla="*/ 316444 h 336869"/>
                <a:gd name="connsiteX540" fmla="*/ 262505 w 412959"/>
                <a:gd name="connsiteY540" fmla="*/ 319033 h 336869"/>
                <a:gd name="connsiteX541" fmla="*/ 260060 w 412959"/>
                <a:gd name="connsiteY541" fmla="*/ 321478 h 336869"/>
                <a:gd name="connsiteX542" fmla="*/ 257614 w 412959"/>
                <a:gd name="connsiteY542" fmla="*/ 319033 h 336869"/>
                <a:gd name="connsiteX543" fmla="*/ 257614 w 412959"/>
                <a:gd name="connsiteY543" fmla="*/ 316444 h 336869"/>
                <a:gd name="connsiteX544" fmla="*/ 254881 w 412959"/>
                <a:gd name="connsiteY544" fmla="*/ 316444 h 336869"/>
                <a:gd name="connsiteX545" fmla="*/ 254881 w 412959"/>
                <a:gd name="connsiteY545" fmla="*/ 313712 h 336869"/>
                <a:gd name="connsiteX546" fmla="*/ 254881 w 412959"/>
                <a:gd name="connsiteY546" fmla="*/ 316444 h 336869"/>
                <a:gd name="connsiteX547" fmla="*/ 254881 w 412959"/>
                <a:gd name="connsiteY547" fmla="*/ 319033 h 336869"/>
                <a:gd name="connsiteX548" fmla="*/ 252436 w 412959"/>
                <a:gd name="connsiteY548" fmla="*/ 316444 h 336869"/>
                <a:gd name="connsiteX549" fmla="*/ 252436 w 412959"/>
                <a:gd name="connsiteY549" fmla="*/ 319033 h 336869"/>
                <a:gd name="connsiteX550" fmla="*/ 249847 w 412959"/>
                <a:gd name="connsiteY550" fmla="*/ 319033 h 336869"/>
                <a:gd name="connsiteX551" fmla="*/ 252436 w 412959"/>
                <a:gd name="connsiteY551" fmla="*/ 321478 h 336869"/>
                <a:gd name="connsiteX552" fmla="*/ 249847 w 412959"/>
                <a:gd name="connsiteY552" fmla="*/ 321478 h 336869"/>
                <a:gd name="connsiteX553" fmla="*/ 247402 w 412959"/>
                <a:gd name="connsiteY553" fmla="*/ 321478 h 336869"/>
                <a:gd name="connsiteX554" fmla="*/ 249847 w 412959"/>
                <a:gd name="connsiteY554" fmla="*/ 321478 h 336869"/>
                <a:gd name="connsiteX555" fmla="*/ 249847 w 412959"/>
                <a:gd name="connsiteY555" fmla="*/ 323924 h 336869"/>
                <a:gd name="connsiteX556" fmla="*/ 247402 w 412959"/>
                <a:gd name="connsiteY556" fmla="*/ 323924 h 336869"/>
                <a:gd name="connsiteX557" fmla="*/ 247402 w 412959"/>
                <a:gd name="connsiteY557" fmla="*/ 326657 h 336869"/>
                <a:gd name="connsiteX558" fmla="*/ 244669 w 412959"/>
                <a:gd name="connsiteY558" fmla="*/ 326657 h 336869"/>
                <a:gd name="connsiteX559" fmla="*/ 244669 w 412959"/>
                <a:gd name="connsiteY559" fmla="*/ 329246 h 336869"/>
                <a:gd name="connsiteX560" fmla="*/ 242223 w 412959"/>
                <a:gd name="connsiteY560" fmla="*/ 329246 h 336869"/>
                <a:gd name="connsiteX561" fmla="*/ 242223 w 412959"/>
                <a:gd name="connsiteY561" fmla="*/ 326657 h 336869"/>
                <a:gd name="connsiteX562" fmla="*/ 239635 w 412959"/>
                <a:gd name="connsiteY562" fmla="*/ 326657 h 336869"/>
                <a:gd name="connsiteX563" fmla="*/ 239635 w 412959"/>
                <a:gd name="connsiteY563" fmla="*/ 329246 h 336869"/>
                <a:gd name="connsiteX564" fmla="*/ 242223 w 412959"/>
                <a:gd name="connsiteY564" fmla="*/ 329246 h 336869"/>
                <a:gd name="connsiteX565" fmla="*/ 239635 w 412959"/>
                <a:gd name="connsiteY565" fmla="*/ 331691 h 336869"/>
                <a:gd name="connsiteX566" fmla="*/ 239635 w 412959"/>
                <a:gd name="connsiteY566" fmla="*/ 329246 h 336869"/>
                <a:gd name="connsiteX567" fmla="*/ 239635 w 412959"/>
                <a:gd name="connsiteY567" fmla="*/ 331691 h 336869"/>
                <a:gd name="connsiteX568" fmla="*/ 237190 w 412959"/>
                <a:gd name="connsiteY568" fmla="*/ 331691 h 336869"/>
                <a:gd name="connsiteX569" fmla="*/ 239635 w 412959"/>
                <a:gd name="connsiteY569" fmla="*/ 331691 h 336869"/>
                <a:gd name="connsiteX570" fmla="*/ 239635 w 412959"/>
                <a:gd name="connsiteY570" fmla="*/ 329246 h 336869"/>
                <a:gd name="connsiteX571" fmla="*/ 237190 w 412959"/>
                <a:gd name="connsiteY571" fmla="*/ 329246 h 336869"/>
                <a:gd name="connsiteX572" fmla="*/ 239635 w 412959"/>
                <a:gd name="connsiteY572" fmla="*/ 329246 h 336869"/>
                <a:gd name="connsiteX573" fmla="*/ 237190 w 412959"/>
                <a:gd name="connsiteY573" fmla="*/ 329246 h 336869"/>
                <a:gd name="connsiteX574" fmla="*/ 237190 w 412959"/>
                <a:gd name="connsiteY574" fmla="*/ 331691 h 336869"/>
                <a:gd name="connsiteX575" fmla="*/ 237190 w 412959"/>
                <a:gd name="connsiteY575" fmla="*/ 329246 h 336869"/>
                <a:gd name="connsiteX576" fmla="*/ 237190 w 412959"/>
                <a:gd name="connsiteY576" fmla="*/ 331691 h 336869"/>
                <a:gd name="connsiteX577" fmla="*/ 234457 w 412959"/>
                <a:gd name="connsiteY577" fmla="*/ 331691 h 336869"/>
                <a:gd name="connsiteX578" fmla="*/ 234457 w 412959"/>
                <a:gd name="connsiteY578" fmla="*/ 329246 h 336869"/>
                <a:gd name="connsiteX579" fmla="*/ 237190 w 412959"/>
                <a:gd name="connsiteY579" fmla="*/ 329246 h 336869"/>
                <a:gd name="connsiteX580" fmla="*/ 237190 w 412959"/>
                <a:gd name="connsiteY580" fmla="*/ 326657 h 336869"/>
                <a:gd name="connsiteX581" fmla="*/ 237190 w 412959"/>
                <a:gd name="connsiteY581" fmla="*/ 329246 h 336869"/>
                <a:gd name="connsiteX582" fmla="*/ 237190 w 412959"/>
                <a:gd name="connsiteY582" fmla="*/ 326657 h 336869"/>
                <a:gd name="connsiteX583" fmla="*/ 234457 w 412959"/>
                <a:gd name="connsiteY583" fmla="*/ 326657 h 336869"/>
                <a:gd name="connsiteX584" fmla="*/ 237190 w 412959"/>
                <a:gd name="connsiteY584" fmla="*/ 326657 h 336869"/>
                <a:gd name="connsiteX585" fmla="*/ 237190 w 412959"/>
                <a:gd name="connsiteY585" fmla="*/ 323924 h 336869"/>
                <a:gd name="connsiteX586" fmla="*/ 237190 w 412959"/>
                <a:gd name="connsiteY586" fmla="*/ 321478 h 336869"/>
                <a:gd name="connsiteX587" fmla="*/ 234457 w 412959"/>
                <a:gd name="connsiteY587" fmla="*/ 321478 h 336869"/>
                <a:gd name="connsiteX588" fmla="*/ 237190 w 412959"/>
                <a:gd name="connsiteY588" fmla="*/ 321478 h 336869"/>
                <a:gd name="connsiteX589" fmla="*/ 237190 w 412959"/>
                <a:gd name="connsiteY589" fmla="*/ 323924 h 336869"/>
                <a:gd name="connsiteX590" fmla="*/ 234457 w 412959"/>
                <a:gd name="connsiteY590" fmla="*/ 323924 h 336869"/>
                <a:gd name="connsiteX591" fmla="*/ 234457 w 412959"/>
                <a:gd name="connsiteY591" fmla="*/ 326657 h 336869"/>
                <a:gd name="connsiteX592" fmla="*/ 234457 w 412959"/>
                <a:gd name="connsiteY592" fmla="*/ 329246 h 336869"/>
                <a:gd name="connsiteX593" fmla="*/ 234457 w 412959"/>
                <a:gd name="connsiteY593" fmla="*/ 331691 h 336869"/>
                <a:gd name="connsiteX594" fmla="*/ 234457 w 412959"/>
                <a:gd name="connsiteY594" fmla="*/ 329246 h 336869"/>
                <a:gd name="connsiteX595" fmla="*/ 232011 w 412959"/>
                <a:gd name="connsiteY595" fmla="*/ 329246 h 336869"/>
                <a:gd name="connsiteX596" fmla="*/ 232011 w 412959"/>
                <a:gd name="connsiteY596" fmla="*/ 331691 h 336869"/>
                <a:gd name="connsiteX597" fmla="*/ 232011 w 412959"/>
                <a:gd name="connsiteY597" fmla="*/ 334136 h 336869"/>
                <a:gd name="connsiteX598" fmla="*/ 229422 w 412959"/>
                <a:gd name="connsiteY598" fmla="*/ 334136 h 336869"/>
                <a:gd name="connsiteX599" fmla="*/ 229422 w 412959"/>
                <a:gd name="connsiteY599" fmla="*/ 331691 h 336869"/>
                <a:gd name="connsiteX600" fmla="*/ 229422 w 412959"/>
                <a:gd name="connsiteY600" fmla="*/ 334136 h 336869"/>
                <a:gd name="connsiteX601" fmla="*/ 226977 w 412959"/>
                <a:gd name="connsiteY601" fmla="*/ 334136 h 336869"/>
                <a:gd name="connsiteX602" fmla="*/ 226977 w 412959"/>
                <a:gd name="connsiteY602" fmla="*/ 331691 h 336869"/>
                <a:gd name="connsiteX603" fmla="*/ 226977 w 412959"/>
                <a:gd name="connsiteY603" fmla="*/ 329246 h 336869"/>
                <a:gd name="connsiteX604" fmla="*/ 226977 w 412959"/>
                <a:gd name="connsiteY604" fmla="*/ 326657 h 336869"/>
                <a:gd name="connsiteX605" fmla="*/ 226977 w 412959"/>
                <a:gd name="connsiteY605" fmla="*/ 329246 h 336869"/>
                <a:gd name="connsiteX606" fmla="*/ 226977 w 412959"/>
                <a:gd name="connsiteY606" fmla="*/ 326657 h 336869"/>
                <a:gd name="connsiteX607" fmla="*/ 229422 w 412959"/>
                <a:gd name="connsiteY607" fmla="*/ 326657 h 336869"/>
                <a:gd name="connsiteX608" fmla="*/ 229422 w 412959"/>
                <a:gd name="connsiteY608" fmla="*/ 323924 h 336869"/>
                <a:gd name="connsiteX609" fmla="*/ 229422 w 412959"/>
                <a:gd name="connsiteY609" fmla="*/ 326657 h 336869"/>
                <a:gd name="connsiteX610" fmla="*/ 226977 w 412959"/>
                <a:gd name="connsiteY610" fmla="*/ 326657 h 336869"/>
                <a:gd name="connsiteX611" fmla="*/ 224244 w 412959"/>
                <a:gd name="connsiteY611" fmla="*/ 326657 h 336869"/>
                <a:gd name="connsiteX612" fmla="*/ 221799 w 412959"/>
                <a:gd name="connsiteY612" fmla="*/ 326657 h 336869"/>
                <a:gd name="connsiteX613" fmla="*/ 219210 w 412959"/>
                <a:gd name="connsiteY613" fmla="*/ 326657 h 336869"/>
                <a:gd name="connsiteX614" fmla="*/ 216764 w 412959"/>
                <a:gd name="connsiteY614" fmla="*/ 326657 h 336869"/>
                <a:gd name="connsiteX615" fmla="*/ 216764 w 412959"/>
                <a:gd name="connsiteY615" fmla="*/ 329246 h 336869"/>
                <a:gd name="connsiteX616" fmla="*/ 216764 w 412959"/>
                <a:gd name="connsiteY616" fmla="*/ 331691 h 336869"/>
                <a:gd name="connsiteX617" fmla="*/ 216764 w 412959"/>
                <a:gd name="connsiteY617" fmla="*/ 329246 h 336869"/>
                <a:gd name="connsiteX618" fmla="*/ 216764 w 412959"/>
                <a:gd name="connsiteY618" fmla="*/ 331691 h 336869"/>
                <a:gd name="connsiteX619" fmla="*/ 219210 w 412959"/>
                <a:gd name="connsiteY619" fmla="*/ 331691 h 336869"/>
                <a:gd name="connsiteX620" fmla="*/ 216764 w 412959"/>
                <a:gd name="connsiteY620" fmla="*/ 331691 h 336869"/>
                <a:gd name="connsiteX621" fmla="*/ 216764 w 412959"/>
                <a:gd name="connsiteY621" fmla="*/ 334136 h 336869"/>
                <a:gd name="connsiteX622" fmla="*/ 219210 w 412959"/>
                <a:gd name="connsiteY622" fmla="*/ 334136 h 336869"/>
                <a:gd name="connsiteX623" fmla="*/ 219210 w 412959"/>
                <a:gd name="connsiteY623" fmla="*/ 336869 h 336869"/>
                <a:gd name="connsiteX624" fmla="*/ 216764 w 412959"/>
                <a:gd name="connsiteY624" fmla="*/ 336869 h 336869"/>
                <a:gd name="connsiteX625" fmla="*/ 214031 w 412959"/>
                <a:gd name="connsiteY625" fmla="*/ 336869 h 336869"/>
                <a:gd name="connsiteX626" fmla="*/ 214031 w 412959"/>
                <a:gd name="connsiteY626" fmla="*/ 334136 h 336869"/>
                <a:gd name="connsiteX627" fmla="*/ 211586 w 412959"/>
                <a:gd name="connsiteY627" fmla="*/ 334136 h 336869"/>
                <a:gd name="connsiteX628" fmla="*/ 211586 w 412959"/>
                <a:gd name="connsiteY628" fmla="*/ 331691 h 336869"/>
                <a:gd name="connsiteX629" fmla="*/ 208997 w 412959"/>
                <a:gd name="connsiteY629" fmla="*/ 331691 h 336869"/>
                <a:gd name="connsiteX630" fmla="*/ 208997 w 412959"/>
                <a:gd name="connsiteY630" fmla="*/ 329246 h 336869"/>
                <a:gd name="connsiteX631" fmla="*/ 206552 w 412959"/>
                <a:gd name="connsiteY631" fmla="*/ 329246 h 336869"/>
                <a:gd name="connsiteX632" fmla="*/ 206552 w 412959"/>
                <a:gd name="connsiteY632" fmla="*/ 326657 h 336869"/>
                <a:gd name="connsiteX633" fmla="*/ 203819 w 412959"/>
                <a:gd name="connsiteY633" fmla="*/ 326657 h 336869"/>
                <a:gd name="connsiteX634" fmla="*/ 203819 w 412959"/>
                <a:gd name="connsiteY634" fmla="*/ 323924 h 336869"/>
                <a:gd name="connsiteX635" fmla="*/ 203819 w 412959"/>
                <a:gd name="connsiteY635" fmla="*/ 326657 h 336869"/>
                <a:gd name="connsiteX636" fmla="*/ 206552 w 412959"/>
                <a:gd name="connsiteY636" fmla="*/ 326657 h 336869"/>
                <a:gd name="connsiteX637" fmla="*/ 206552 w 412959"/>
                <a:gd name="connsiteY637" fmla="*/ 329246 h 336869"/>
                <a:gd name="connsiteX638" fmla="*/ 203819 w 412959"/>
                <a:gd name="connsiteY638" fmla="*/ 329246 h 336869"/>
                <a:gd name="connsiteX639" fmla="*/ 201373 w 412959"/>
                <a:gd name="connsiteY639" fmla="*/ 329246 h 336869"/>
                <a:gd name="connsiteX640" fmla="*/ 201373 w 412959"/>
                <a:gd name="connsiteY640" fmla="*/ 331691 h 336869"/>
                <a:gd name="connsiteX641" fmla="*/ 201373 w 412959"/>
                <a:gd name="connsiteY641" fmla="*/ 329246 h 336869"/>
                <a:gd name="connsiteX642" fmla="*/ 198928 w 412959"/>
                <a:gd name="connsiteY642" fmla="*/ 329246 h 336869"/>
                <a:gd name="connsiteX643" fmla="*/ 196339 w 412959"/>
                <a:gd name="connsiteY643" fmla="*/ 329246 h 336869"/>
                <a:gd name="connsiteX644" fmla="*/ 196339 w 412959"/>
                <a:gd name="connsiteY644" fmla="*/ 331691 h 336869"/>
                <a:gd name="connsiteX645" fmla="*/ 196339 w 412959"/>
                <a:gd name="connsiteY645" fmla="*/ 334136 h 336869"/>
                <a:gd name="connsiteX646" fmla="*/ 196339 w 412959"/>
                <a:gd name="connsiteY646" fmla="*/ 331691 h 336869"/>
                <a:gd name="connsiteX647" fmla="*/ 196339 w 412959"/>
                <a:gd name="connsiteY647" fmla="*/ 334136 h 336869"/>
                <a:gd name="connsiteX648" fmla="*/ 196339 w 412959"/>
                <a:gd name="connsiteY648" fmla="*/ 336869 h 336869"/>
                <a:gd name="connsiteX649" fmla="*/ 193607 w 412959"/>
                <a:gd name="connsiteY649" fmla="*/ 336869 h 336869"/>
                <a:gd name="connsiteX650" fmla="*/ 191161 w 412959"/>
                <a:gd name="connsiteY650" fmla="*/ 336869 h 336869"/>
                <a:gd name="connsiteX651" fmla="*/ 191161 w 412959"/>
                <a:gd name="connsiteY651" fmla="*/ 334136 h 336869"/>
                <a:gd name="connsiteX652" fmla="*/ 188572 w 412959"/>
                <a:gd name="connsiteY652" fmla="*/ 334136 h 336869"/>
                <a:gd name="connsiteX653" fmla="*/ 188572 w 412959"/>
                <a:gd name="connsiteY653" fmla="*/ 331691 h 336869"/>
                <a:gd name="connsiteX654" fmla="*/ 186127 w 412959"/>
                <a:gd name="connsiteY654" fmla="*/ 331691 h 336869"/>
                <a:gd name="connsiteX655" fmla="*/ 183682 w 412959"/>
                <a:gd name="connsiteY655" fmla="*/ 329246 h 336869"/>
                <a:gd name="connsiteX656" fmla="*/ 180949 w 412959"/>
                <a:gd name="connsiteY656" fmla="*/ 329246 h 336869"/>
                <a:gd name="connsiteX657" fmla="*/ 180949 w 412959"/>
                <a:gd name="connsiteY657" fmla="*/ 326657 h 336869"/>
                <a:gd name="connsiteX658" fmla="*/ 178503 w 412959"/>
                <a:gd name="connsiteY658" fmla="*/ 323924 h 336869"/>
                <a:gd name="connsiteX659" fmla="*/ 180949 w 412959"/>
                <a:gd name="connsiteY659" fmla="*/ 323924 h 336869"/>
                <a:gd name="connsiteX660" fmla="*/ 180949 w 412959"/>
                <a:gd name="connsiteY660" fmla="*/ 321478 h 336869"/>
                <a:gd name="connsiteX661" fmla="*/ 178503 w 412959"/>
                <a:gd name="connsiteY661" fmla="*/ 321478 h 336869"/>
                <a:gd name="connsiteX662" fmla="*/ 180949 w 412959"/>
                <a:gd name="connsiteY662" fmla="*/ 321478 h 336869"/>
                <a:gd name="connsiteX663" fmla="*/ 180949 w 412959"/>
                <a:gd name="connsiteY663" fmla="*/ 319033 h 336869"/>
                <a:gd name="connsiteX664" fmla="*/ 178503 w 412959"/>
                <a:gd name="connsiteY664" fmla="*/ 319033 h 336869"/>
                <a:gd name="connsiteX665" fmla="*/ 180949 w 412959"/>
                <a:gd name="connsiteY665" fmla="*/ 319033 h 336869"/>
                <a:gd name="connsiteX666" fmla="*/ 180949 w 412959"/>
                <a:gd name="connsiteY666" fmla="*/ 316444 h 336869"/>
                <a:gd name="connsiteX667" fmla="*/ 178503 w 412959"/>
                <a:gd name="connsiteY667" fmla="*/ 316444 h 336869"/>
                <a:gd name="connsiteX668" fmla="*/ 178503 w 412959"/>
                <a:gd name="connsiteY668" fmla="*/ 313712 h 336869"/>
                <a:gd name="connsiteX669" fmla="*/ 180949 w 412959"/>
                <a:gd name="connsiteY669" fmla="*/ 313712 h 336869"/>
                <a:gd name="connsiteX670" fmla="*/ 178503 w 412959"/>
                <a:gd name="connsiteY670" fmla="*/ 313712 h 336869"/>
                <a:gd name="connsiteX671" fmla="*/ 178503 w 412959"/>
                <a:gd name="connsiteY671" fmla="*/ 311266 h 336869"/>
                <a:gd name="connsiteX672" fmla="*/ 175914 w 412959"/>
                <a:gd name="connsiteY672" fmla="*/ 311266 h 336869"/>
                <a:gd name="connsiteX673" fmla="*/ 175914 w 412959"/>
                <a:gd name="connsiteY673" fmla="*/ 308821 h 336869"/>
                <a:gd name="connsiteX674" fmla="*/ 173469 w 412959"/>
                <a:gd name="connsiteY674" fmla="*/ 308821 h 336869"/>
                <a:gd name="connsiteX675" fmla="*/ 173469 w 412959"/>
                <a:gd name="connsiteY675" fmla="*/ 306232 h 336869"/>
                <a:gd name="connsiteX676" fmla="*/ 170736 w 412959"/>
                <a:gd name="connsiteY676" fmla="*/ 306232 h 336869"/>
                <a:gd name="connsiteX677" fmla="*/ 170736 w 412959"/>
                <a:gd name="connsiteY677" fmla="*/ 303499 h 336869"/>
                <a:gd name="connsiteX678" fmla="*/ 173469 w 412959"/>
                <a:gd name="connsiteY678" fmla="*/ 303499 h 336869"/>
                <a:gd name="connsiteX679" fmla="*/ 173469 w 412959"/>
                <a:gd name="connsiteY679" fmla="*/ 301054 h 336869"/>
                <a:gd name="connsiteX680" fmla="*/ 173469 w 412959"/>
                <a:gd name="connsiteY680" fmla="*/ 303499 h 336869"/>
                <a:gd name="connsiteX681" fmla="*/ 173469 w 412959"/>
                <a:gd name="connsiteY681" fmla="*/ 301054 h 336869"/>
                <a:gd name="connsiteX682" fmla="*/ 175914 w 412959"/>
                <a:gd name="connsiteY682" fmla="*/ 301054 h 336869"/>
                <a:gd name="connsiteX683" fmla="*/ 175914 w 412959"/>
                <a:gd name="connsiteY683" fmla="*/ 298608 h 336869"/>
                <a:gd name="connsiteX684" fmla="*/ 173469 w 412959"/>
                <a:gd name="connsiteY684" fmla="*/ 298608 h 336869"/>
                <a:gd name="connsiteX685" fmla="*/ 173469 w 412959"/>
                <a:gd name="connsiteY685" fmla="*/ 296019 h 336869"/>
                <a:gd name="connsiteX686" fmla="*/ 173469 w 412959"/>
                <a:gd name="connsiteY686" fmla="*/ 293286 h 336869"/>
                <a:gd name="connsiteX687" fmla="*/ 170736 w 412959"/>
                <a:gd name="connsiteY687" fmla="*/ 293286 h 336869"/>
                <a:gd name="connsiteX688" fmla="*/ 170736 w 412959"/>
                <a:gd name="connsiteY688" fmla="*/ 290841 h 336869"/>
                <a:gd name="connsiteX689" fmla="*/ 168291 w 412959"/>
                <a:gd name="connsiteY689" fmla="*/ 290841 h 336869"/>
                <a:gd name="connsiteX690" fmla="*/ 168291 w 412959"/>
                <a:gd name="connsiteY690" fmla="*/ 293286 h 336869"/>
                <a:gd name="connsiteX691" fmla="*/ 165702 w 412959"/>
                <a:gd name="connsiteY691" fmla="*/ 293286 h 336869"/>
                <a:gd name="connsiteX692" fmla="*/ 163256 w 412959"/>
                <a:gd name="connsiteY692" fmla="*/ 293286 h 336869"/>
                <a:gd name="connsiteX693" fmla="*/ 160524 w 412959"/>
                <a:gd name="connsiteY693" fmla="*/ 293286 h 336869"/>
                <a:gd name="connsiteX694" fmla="*/ 158078 w 412959"/>
                <a:gd name="connsiteY694" fmla="*/ 293286 h 336869"/>
                <a:gd name="connsiteX695" fmla="*/ 155489 w 412959"/>
                <a:gd name="connsiteY695" fmla="*/ 293286 h 336869"/>
                <a:gd name="connsiteX696" fmla="*/ 153044 w 412959"/>
                <a:gd name="connsiteY696" fmla="*/ 293286 h 336869"/>
                <a:gd name="connsiteX697" fmla="*/ 150311 w 412959"/>
                <a:gd name="connsiteY697" fmla="*/ 290841 h 336869"/>
                <a:gd name="connsiteX698" fmla="*/ 147866 w 412959"/>
                <a:gd name="connsiteY698" fmla="*/ 288396 h 336869"/>
                <a:gd name="connsiteX699" fmla="*/ 147866 w 412959"/>
                <a:gd name="connsiteY699" fmla="*/ 290841 h 336869"/>
                <a:gd name="connsiteX700" fmla="*/ 147866 w 412959"/>
                <a:gd name="connsiteY700" fmla="*/ 288396 h 336869"/>
                <a:gd name="connsiteX701" fmla="*/ 147866 w 412959"/>
                <a:gd name="connsiteY701" fmla="*/ 290841 h 336869"/>
                <a:gd name="connsiteX702" fmla="*/ 145277 w 412959"/>
                <a:gd name="connsiteY702" fmla="*/ 290841 h 336869"/>
                <a:gd name="connsiteX703" fmla="*/ 142832 w 412959"/>
                <a:gd name="connsiteY703" fmla="*/ 290841 h 336869"/>
                <a:gd name="connsiteX704" fmla="*/ 140099 w 412959"/>
                <a:gd name="connsiteY704" fmla="*/ 290841 h 336869"/>
                <a:gd name="connsiteX705" fmla="*/ 142832 w 412959"/>
                <a:gd name="connsiteY705" fmla="*/ 290841 h 336869"/>
                <a:gd name="connsiteX706" fmla="*/ 140099 w 412959"/>
                <a:gd name="connsiteY706" fmla="*/ 288396 h 336869"/>
                <a:gd name="connsiteX707" fmla="*/ 140099 w 412959"/>
                <a:gd name="connsiteY707" fmla="*/ 285807 h 336869"/>
                <a:gd name="connsiteX708" fmla="*/ 142832 w 412959"/>
                <a:gd name="connsiteY708" fmla="*/ 285807 h 336869"/>
                <a:gd name="connsiteX709" fmla="*/ 140099 w 412959"/>
                <a:gd name="connsiteY709" fmla="*/ 285807 h 336869"/>
                <a:gd name="connsiteX710" fmla="*/ 140099 w 412959"/>
                <a:gd name="connsiteY710" fmla="*/ 283074 h 336869"/>
                <a:gd name="connsiteX711" fmla="*/ 137653 w 412959"/>
                <a:gd name="connsiteY711" fmla="*/ 283074 h 336869"/>
                <a:gd name="connsiteX712" fmla="*/ 140099 w 412959"/>
                <a:gd name="connsiteY712" fmla="*/ 283074 h 336869"/>
                <a:gd name="connsiteX713" fmla="*/ 137653 w 412959"/>
                <a:gd name="connsiteY713" fmla="*/ 283074 h 336869"/>
                <a:gd name="connsiteX714" fmla="*/ 137653 w 412959"/>
                <a:gd name="connsiteY714" fmla="*/ 280628 h 336869"/>
                <a:gd name="connsiteX715" fmla="*/ 137653 w 412959"/>
                <a:gd name="connsiteY715" fmla="*/ 278183 h 336869"/>
                <a:gd name="connsiteX716" fmla="*/ 140099 w 412959"/>
                <a:gd name="connsiteY716" fmla="*/ 278183 h 336869"/>
                <a:gd name="connsiteX717" fmla="*/ 140099 w 412959"/>
                <a:gd name="connsiteY717" fmla="*/ 275738 h 336869"/>
                <a:gd name="connsiteX718" fmla="*/ 137653 w 412959"/>
                <a:gd name="connsiteY718" fmla="*/ 275738 h 336869"/>
                <a:gd name="connsiteX719" fmla="*/ 137653 w 412959"/>
                <a:gd name="connsiteY719" fmla="*/ 272861 h 336869"/>
                <a:gd name="connsiteX720" fmla="*/ 135064 w 412959"/>
                <a:gd name="connsiteY720" fmla="*/ 272861 h 336869"/>
                <a:gd name="connsiteX721" fmla="*/ 137653 w 412959"/>
                <a:gd name="connsiteY721" fmla="*/ 272861 h 336869"/>
                <a:gd name="connsiteX722" fmla="*/ 135064 w 412959"/>
                <a:gd name="connsiteY722" fmla="*/ 272861 h 336869"/>
                <a:gd name="connsiteX723" fmla="*/ 135064 w 412959"/>
                <a:gd name="connsiteY723" fmla="*/ 270416 h 336869"/>
                <a:gd name="connsiteX724" fmla="*/ 135064 w 412959"/>
                <a:gd name="connsiteY724" fmla="*/ 267971 h 336869"/>
                <a:gd name="connsiteX725" fmla="*/ 137653 w 412959"/>
                <a:gd name="connsiteY725" fmla="*/ 267971 h 336869"/>
                <a:gd name="connsiteX726" fmla="*/ 137653 w 412959"/>
                <a:gd name="connsiteY726" fmla="*/ 265526 h 336869"/>
                <a:gd name="connsiteX727" fmla="*/ 135064 w 412959"/>
                <a:gd name="connsiteY727" fmla="*/ 265526 h 336869"/>
                <a:gd name="connsiteX728" fmla="*/ 135064 w 412959"/>
                <a:gd name="connsiteY728" fmla="*/ 262793 h 336869"/>
                <a:gd name="connsiteX729" fmla="*/ 132619 w 412959"/>
                <a:gd name="connsiteY729" fmla="*/ 260204 h 336869"/>
                <a:gd name="connsiteX730" fmla="*/ 132619 w 412959"/>
                <a:gd name="connsiteY730" fmla="*/ 257758 h 336869"/>
                <a:gd name="connsiteX731" fmla="*/ 132619 w 412959"/>
                <a:gd name="connsiteY731" fmla="*/ 255169 h 336869"/>
                <a:gd name="connsiteX732" fmla="*/ 129886 w 412959"/>
                <a:gd name="connsiteY732" fmla="*/ 252724 h 336869"/>
                <a:gd name="connsiteX733" fmla="*/ 129886 w 412959"/>
                <a:gd name="connsiteY733" fmla="*/ 249991 h 336869"/>
                <a:gd name="connsiteX734" fmla="*/ 129886 w 412959"/>
                <a:gd name="connsiteY734" fmla="*/ 247546 h 336869"/>
                <a:gd name="connsiteX735" fmla="*/ 127441 w 412959"/>
                <a:gd name="connsiteY735" fmla="*/ 245100 h 336869"/>
                <a:gd name="connsiteX736" fmla="*/ 127441 w 412959"/>
                <a:gd name="connsiteY736" fmla="*/ 242511 h 336869"/>
                <a:gd name="connsiteX737" fmla="*/ 127441 w 412959"/>
                <a:gd name="connsiteY737" fmla="*/ 239778 h 336869"/>
                <a:gd name="connsiteX738" fmla="*/ 124852 w 412959"/>
                <a:gd name="connsiteY738" fmla="*/ 237333 h 336869"/>
                <a:gd name="connsiteX739" fmla="*/ 124852 w 412959"/>
                <a:gd name="connsiteY739" fmla="*/ 234888 h 336869"/>
                <a:gd name="connsiteX740" fmla="*/ 124852 w 412959"/>
                <a:gd name="connsiteY740" fmla="*/ 232299 h 336869"/>
                <a:gd name="connsiteX741" fmla="*/ 122406 w 412959"/>
                <a:gd name="connsiteY741" fmla="*/ 232299 h 336869"/>
                <a:gd name="connsiteX742" fmla="*/ 122406 w 412959"/>
                <a:gd name="connsiteY742" fmla="*/ 229566 h 336869"/>
                <a:gd name="connsiteX743" fmla="*/ 122406 w 412959"/>
                <a:gd name="connsiteY743" fmla="*/ 227121 h 336869"/>
                <a:gd name="connsiteX744" fmla="*/ 122406 w 412959"/>
                <a:gd name="connsiteY744" fmla="*/ 224676 h 336869"/>
                <a:gd name="connsiteX745" fmla="*/ 119673 w 412959"/>
                <a:gd name="connsiteY745" fmla="*/ 222086 h 336869"/>
                <a:gd name="connsiteX746" fmla="*/ 119673 w 412959"/>
                <a:gd name="connsiteY746" fmla="*/ 219353 h 336869"/>
                <a:gd name="connsiteX747" fmla="*/ 119673 w 412959"/>
                <a:gd name="connsiteY747" fmla="*/ 216908 h 336869"/>
                <a:gd name="connsiteX748" fmla="*/ 117228 w 412959"/>
                <a:gd name="connsiteY748" fmla="*/ 214463 h 336869"/>
                <a:gd name="connsiteX749" fmla="*/ 117228 w 412959"/>
                <a:gd name="connsiteY749" fmla="*/ 211874 h 336869"/>
                <a:gd name="connsiteX750" fmla="*/ 117228 w 412959"/>
                <a:gd name="connsiteY750" fmla="*/ 209141 h 336869"/>
                <a:gd name="connsiteX751" fmla="*/ 114783 w 412959"/>
                <a:gd name="connsiteY751" fmla="*/ 209141 h 336869"/>
                <a:gd name="connsiteX752" fmla="*/ 114783 w 412959"/>
                <a:gd name="connsiteY752" fmla="*/ 206696 h 336869"/>
                <a:gd name="connsiteX753" fmla="*/ 114783 w 412959"/>
                <a:gd name="connsiteY753" fmla="*/ 204250 h 336869"/>
                <a:gd name="connsiteX754" fmla="*/ 114783 w 412959"/>
                <a:gd name="connsiteY754" fmla="*/ 201661 h 336869"/>
                <a:gd name="connsiteX755" fmla="*/ 112194 w 412959"/>
                <a:gd name="connsiteY755" fmla="*/ 201661 h 336869"/>
                <a:gd name="connsiteX756" fmla="*/ 112194 w 412959"/>
                <a:gd name="connsiteY756" fmla="*/ 198928 h 336869"/>
                <a:gd name="connsiteX757" fmla="*/ 112194 w 412959"/>
                <a:gd name="connsiteY757" fmla="*/ 196483 h 336869"/>
                <a:gd name="connsiteX758" fmla="*/ 112194 w 412959"/>
                <a:gd name="connsiteY758" fmla="*/ 194038 h 336869"/>
                <a:gd name="connsiteX759" fmla="*/ 109749 w 412959"/>
                <a:gd name="connsiteY759" fmla="*/ 194038 h 336869"/>
                <a:gd name="connsiteX760" fmla="*/ 109749 w 412959"/>
                <a:gd name="connsiteY760" fmla="*/ 191449 h 336869"/>
                <a:gd name="connsiteX761" fmla="*/ 109749 w 412959"/>
                <a:gd name="connsiteY761" fmla="*/ 188716 h 336869"/>
                <a:gd name="connsiteX762" fmla="*/ 107016 w 412959"/>
                <a:gd name="connsiteY762" fmla="*/ 186271 h 336869"/>
                <a:gd name="connsiteX763" fmla="*/ 107016 w 412959"/>
                <a:gd name="connsiteY763" fmla="*/ 183825 h 336869"/>
                <a:gd name="connsiteX764" fmla="*/ 107016 w 412959"/>
                <a:gd name="connsiteY764" fmla="*/ 181380 h 336869"/>
                <a:gd name="connsiteX765" fmla="*/ 104571 w 412959"/>
                <a:gd name="connsiteY765" fmla="*/ 178647 h 336869"/>
                <a:gd name="connsiteX766" fmla="*/ 104571 w 412959"/>
                <a:gd name="connsiteY766" fmla="*/ 176058 h 336869"/>
                <a:gd name="connsiteX767" fmla="*/ 104571 w 412959"/>
                <a:gd name="connsiteY767" fmla="*/ 173613 h 336869"/>
                <a:gd name="connsiteX768" fmla="*/ 101981 w 412959"/>
                <a:gd name="connsiteY768" fmla="*/ 171168 h 336869"/>
                <a:gd name="connsiteX769" fmla="*/ 101981 w 412959"/>
                <a:gd name="connsiteY769" fmla="*/ 168578 h 336869"/>
                <a:gd name="connsiteX770" fmla="*/ 101981 w 412959"/>
                <a:gd name="connsiteY770" fmla="*/ 165845 h 336869"/>
                <a:gd name="connsiteX771" fmla="*/ 99536 w 412959"/>
                <a:gd name="connsiteY771" fmla="*/ 163400 h 336869"/>
                <a:gd name="connsiteX772" fmla="*/ 99536 w 412959"/>
                <a:gd name="connsiteY772" fmla="*/ 160955 h 336869"/>
                <a:gd name="connsiteX773" fmla="*/ 99536 w 412959"/>
                <a:gd name="connsiteY773" fmla="*/ 158366 h 336869"/>
                <a:gd name="connsiteX774" fmla="*/ 96803 w 412959"/>
                <a:gd name="connsiteY774" fmla="*/ 155633 h 336869"/>
                <a:gd name="connsiteX775" fmla="*/ 96803 w 412959"/>
                <a:gd name="connsiteY775" fmla="*/ 153188 h 336869"/>
                <a:gd name="connsiteX776" fmla="*/ 96803 w 412959"/>
                <a:gd name="connsiteY776" fmla="*/ 150743 h 336869"/>
                <a:gd name="connsiteX777" fmla="*/ 94214 w 412959"/>
                <a:gd name="connsiteY777" fmla="*/ 148154 h 336869"/>
                <a:gd name="connsiteX778" fmla="*/ 91769 w 412959"/>
                <a:gd name="connsiteY778" fmla="*/ 148154 h 336869"/>
                <a:gd name="connsiteX779" fmla="*/ 89324 w 412959"/>
                <a:gd name="connsiteY779" fmla="*/ 148154 h 336869"/>
                <a:gd name="connsiteX780" fmla="*/ 86591 w 412959"/>
                <a:gd name="connsiteY780" fmla="*/ 148154 h 336869"/>
                <a:gd name="connsiteX781" fmla="*/ 86591 w 412959"/>
                <a:gd name="connsiteY781" fmla="*/ 145421 h 336869"/>
                <a:gd name="connsiteX782" fmla="*/ 84145 w 412959"/>
                <a:gd name="connsiteY782" fmla="*/ 145421 h 336869"/>
                <a:gd name="connsiteX783" fmla="*/ 84145 w 412959"/>
                <a:gd name="connsiteY783" fmla="*/ 142975 h 336869"/>
                <a:gd name="connsiteX784" fmla="*/ 81556 w 412959"/>
                <a:gd name="connsiteY784" fmla="*/ 142975 h 336869"/>
                <a:gd name="connsiteX785" fmla="*/ 81556 w 412959"/>
                <a:gd name="connsiteY785" fmla="*/ 140530 h 336869"/>
                <a:gd name="connsiteX786" fmla="*/ 79111 w 412959"/>
                <a:gd name="connsiteY786" fmla="*/ 140530 h 336869"/>
                <a:gd name="connsiteX787" fmla="*/ 79111 w 412959"/>
                <a:gd name="connsiteY787" fmla="*/ 137941 h 336869"/>
                <a:gd name="connsiteX788" fmla="*/ 76378 w 412959"/>
                <a:gd name="connsiteY788" fmla="*/ 137941 h 336869"/>
                <a:gd name="connsiteX789" fmla="*/ 73933 w 412959"/>
                <a:gd name="connsiteY789" fmla="*/ 137941 h 336869"/>
                <a:gd name="connsiteX790" fmla="*/ 71344 w 412959"/>
                <a:gd name="connsiteY790" fmla="*/ 137941 h 336869"/>
                <a:gd name="connsiteX791" fmla="*/ 71344 w 412959"/>
                <a:gd name="connsiteY791" fmla="*/ 135208 h 336869"/>
                <a:gd name="connsiteX792" fmla="*/ 68899 w 412959"/>
                <a:gd name="connsiteY792" fmla="*/ 135208 h 336869"/>
                <a:gd name="connsiteX793" fmla="*/ 66166 w 412959"/>
                <a:gd name="connsiteY793" fmla="*/ 135208 h 336869"/>
                <a:gd name="connsiteX794" fmla="*/ 63721 w 412959"/>
                <a:gd name="connsiteY794" fmla="*/ 135208 h 336869"/>
                <a:gd name="connsiteX795" fmla="*/ 63721 w 412959"/>
                <a:gd name="connsiteY795" fmla="*/ 132763 h 336869"/>
                <a:gd name="connsiteX796" fmla="*/ 61131 w 412959"/>
                <a:gd name="connsiteY796" fmla="*/ 132763 h 336869"/>
                <a:gd name="connsiteX797" fmla="*/ 61131 w 412959"/>
                <a:gd name="connsiteY797" fmla="*/ 130318 h 336869"/>
                <a:gd name="connsiteX798" fmla="*/ 58686 w 412959"/>
                <a:gd name="connsiteY798" fmla="*/ 130318 h 336869"/>
                <a:gd name="connsiteX799" fmla="*/ 55953 w 412959"/>
                <a:gd name="connsiteY799" fmla="*/ 130318 h 336869"/>
                <a:gd name="connsiteX800" fmla="*/ 53508 w 412959"/>
                <a:gd name="connsiteY800" fmla="*/ 130318 h 336869"/>
                <a:gd name="connsiteX801" fmla="*/ 50919 w 412959"/>
                <a:gd name="connsiteY801" fmla="*/ 130318 h 336869"/>
                <a:gd name="connsiteX802" fmla="*/ 48473 w 412959"/>
                <a:gd name="connsiteY802" fmla="*/ 130318 h 336869"/>
                <a:gd name="connsiteX803" fmla="*/ 48473 w 412959"/>
                <a:gd name="connsiteY803" fmla="*/ 132763 h 336869"/>
                <a:gd name="connsiteX804" fmla="*/ 45741 w 412959"/>
                <a:gd name="connsiteY804" fmla="*/ 132763 h 336869"/>
                <a:gd name="connsiteX805" fmla="*/ 45741 w 412959"/>
                <a:gd name="connsiteY805" fmla="*/ 135208 h 336869"/>
                <a:gd name="connsiteX806" fmla="*/ 45741 w 412959"/>
                <a:gd name="connsiteY806" fmla="*/ 137941 h 336869"/>
                <a:gd name="connsiteX807" fmla="*/ 45741 w 412959"/>
                <a:gd name="connsiteY807" fmla="*/ 140530 h 336869"/>
                <a:gd name="connsiteX808" fmla="*/ 43295 w 412959"/>
                <a:gd name="connsiteY808" fmla="*/ 140530 h 336869"/>
                <a:gd name="connsiteX809" fmla="*/ 43295 w 412959"/>
                <a:gd name="connsiteY809" fmla="*/ 142975 h 336869"/>
                <a:gd name="connsiteX810" fmla="*/ 40706 w 412959"/>
                <a:gd name="connsiteY810" fmla="*/ 142975 h 336869"/>
                <a:gd name="connsiteX811" fmla="*/ 40706 w 412959"/>
                <a:gd name="connsiteY811" fmla="*/ 140530 h 336869"/>
                <a:gd name="connsiteX812" fmla="*/ 38261 w 412959"/>
                <a:gd name="connsiteY812" fmla="*/ 140530 h 336869"/>
                <a:gd name="connsiteX813" fmla="*/ 38261 w 412959"/>
                <a:gd name="connsiteY813" fmla="*/ 142975 h 336869"/>
                <a:gd name="connsiteX814" fmla="*/ 35816 w 412959"/>
                <a:gd name="connsiteY814" fmla="*/ 142975 h 336869"/>
                <a:gd name="connsiteX815" fmla="*/ 35816 w 412959"/>
                <a:gd name="connsiteY815" fmla="*/ 145421 h 336869"/>
                <a:gd name="connsiteX816" fmla="*/ 33083 w 412959"/>
                <a:gd name="connsiteY816" fmla="*/ 145421 h 336869"/>
                <a:gd name="connsiteX817" fmla="*/ 33083 w 412959"/>
                <a:gd name="connsiteY817" fmla="*/ 148154 h 336869"/>
                <a:gd name="connsiteX818" fmla="*/ 33083 w 412959"/>
                <a:gd name="connsiteY818" fmla="*/ 150743 h 336869"/>
                <a:gd name="connsiteX819" fmla="*/ 30494 w 412959"/>
                <a:gd name="connsiteY819" fmla="*/ 150743 h 336869"/>
                <a:gd name="connsiteX820" fmla="*/ 28049 w 412959"/>
                <a:gd name="connsiteY820" fmla="*/ 150743 h 336869"/>
                <a:gd name="connsiteX821" fmla="*/ 25603 w 412959"/>
                <a:gd name="connsiteY821" fmla="*/ 150743 h 336869"/>
                <a:gd name="connsiteX822" fmla="*/ 25603 w 412959"/>
                <a:gd name="connsiteY822" fmla="*/ 153188 h 336869"/>
                <a:gd name="connsiteX823" fmla="*/ 22870 w 412959"/>
                <a:gd name="connsiteY823" fmla="*/ 153188 h 336869"/>
                <a:gd name="connsiteX824" fmla="*/ 22870 w 412959"/>
                <a:gd name="connsiteY824" fmla="*/ 155633 h 336869"/>
                <a:gd name="connsiteX825" fmla="*/ 20425 w 412959"/>
                <a:gd name="connsiteY825" fmla="*/ 155633 h 336869"/>
                <a:gd name="connsiteX826" fmla="*/ 20425 w 412959"/>
                <a:gd name="connsiteY826" fmla="*/ 158366 h 336869"/>
                <a:gd name="connsiteX827" fmla="*/ 17836 w 412959"/>
                <a:gd name="connsiteY827" fmla="*/ 158366 h 336869"/>
                <a:gd name="connsiteX828" fmla="*/ 17836 w 412959"/>
                <a:gd name="connsiteY828" fmla="*/ 160955 h 336869"/>
                <a:gd name="connsiteX829" fmla="*/ 15391 w 412959"/>
                <a:gd name="connsiteY829" fmla="*/ 160955 h 336869"/>
                <a:gd name="connsiteX830" fmla="*/ 15391 w 412959"/>
                <a:gd name="connsiteY830" fmla="*/ 163400 h 336869"/>
                <a:gd name="connsiteX831" fmla="*/ 12658 w 412959"/>
                <a:gd name="connsiteY831" fmla="*/ 163400 h 336869"/>
                <a:gd name="connsiteX832" fmla="*/ 12658 w 412959"/>
                <a:gd name="connsiteY832" fmla="*/ 160955 h 336869"/>
                <a:gd name="connsiteX833" fmla="*/ 10213 w 412959"/>
                <a:gd name="connsiteY833" fmla="*/ 160955 h 336869"/>
                <a:gd name="connsiteX834" fmla="*/ 7623 w 412959"/>
                <a:gd name="connsiteY834" fmla="*/ 160955 h 336869"/>
                <a:gd name="connsiteX835" fmla="*/ 5178 w 412959"/>
                <a:gd name="connsiteY835" fmla="*/ 160955 h 336869"/>
                <a:gd name="connsiteX836" fmla="*/ 2445 w 412959"/>
                <a:gd name="connsiteY836" fmla="*/ 160955 h 336869"/>
                <a:gd name="connsiteX837" fmla="*/ 2445 w 412959"/>
                <a:gd name="connsiteY837" fmla="*/ 158366 h 336869"/>
                <a:gd name="connsiteX838" fmla="*/ 0 w 412959"/>
                <a:gd name="connsiteY838" fmla="*/ 158366 h 336869"/>
                <a:gd name="connsiteX839" fmla="*/ 0 w 412959"/>
                <a:gd name="connsiteY839" fmla="*/ 155633 h 336869"/>
                <a:gd name="connsiteX840" fmla="*/ 0 w 412959"/>
                <a:gd name="connsiteY840" fmla="*/ 153188 h 336869"/>
                <a:gd name="connsiteX841" fmla="*/ 2445 w 412959"/>
                <a:gd name="connsiteY841" fmla="*/ 150743 h 336869"/>
                <a:gd name="connsiteX842" fmla="*/ 5178 w 412959"/>
                <a:gd name="connsiteY842" fmla="*/ 148154 h 336869"/>
                <a:gd name="connsiteX843" fmla="*/ 7623 w 412959"/>
                <a:gd name="connsiteY843" fmla="*/ 148154 h 336869"/>
                <a:gd name="connsiteX844" fmla="*/ 10213 w 412959"/>
                <a:gd name="connsiteY844" fmla="*/ 148154 h 336869"/>
                <a:gd name="connsiteX845" fmla="*/ 15391 w 412959"/>
                <a:gd name="connsiteY845" fmla="*/ 142975 h 336869"/>
                <a:gd name="connsiteX846" fmla="*/ 17836 w 412959"/>
                <a:gd name="connsiteY846" fmla="*/ 142975 h 336869"/>
                <a:gd name="connsiteX847" fmla="*/ 17836 w 412959"/>
                <a:gd name="connsiteY847" fmla="*/ 140530 h 336869"/>
                <a:gd name="connsiteX848" fmla="*/ 20425 w 412959"/>
                <a:gd name="connsiteY848" fmla="*/ 140530 h 336869"/>
                <a:gd name="connsiteX849" fmla="*/ 20425 w 412959"/>
                <a:gd name="connsiteY849" fmla="*/ 137941 h 336869"/>
                <a:gd name="connsiteX850" fmla="*/ 25603 w 412959"/>
                <a:gd name="connsiteY850" fmla="*/ 132763 h 336869"/>
                <a:gd name="connsiteX851" fmla="*/ 28049 w 412959"/>
                <a:gd name="connsiteY851" fmla="*/ 130318 h 336869"/>
                <a:gd name="connsiteX852" fmla="*/ 33083 w 412959"/>
                <a:gd name="connsiteY852" fmla="*/ 122550 h 336869"/>
                <a:gd name="connsiteX853" fmla="*/ 33083 w 412959"/>
                <a:gd name="connsiteY853" fmla="*/ 120105 h 336869"/>
                <a:gd name="connsiteX854" fmla="*/ 38261 w 412959"/>
                <a:gd name="connsiteY854" fmla="*/ 112338 h 336869"/>
                <a:gd name="connsiteX855" fmla="*/ 35816 w 412959"/>
                <a:gd name="connsiteY855" fmla="*/ 109893 h 336869"/>
                <a:gd name="connsiteX856" fmla="*/ 35816 w 412959"/>
                <a:gd name="connsiteY856" fmla="*/ 104571 h 336869"/>
                <a:gd name="connsiteX857" fmla="*/ 33083 w 412959"/>
                <a:gd name="connsiteY857" fmla="*/ 99680 h 336869"/>
                <a:gd name="connsiteX858" fmla="*/ 30494 w 412959"/>
                <a:gd name="connsiteY858" fmla="*/ 91913 h 336869"/>
                <a:gd name="connsiteX859" fmla="*/ 30494 w 412959"/>
                <a:gd name="connsiteY859" fmla="*/ 89467 h 336869"/>
                <a:gd name="connsiteX860" fmla="*/ 28049 w 412959"/>
                <a:gd name="connsiteY860" fmla="*/ 84289 h 336869"/>
                <a:gd name="connsiteX861" fmla="*/ 28049 w 412959"/>
                <a:gd name="connsiteY861" fmla="*/ 81700 h 336869"/>
                <a:gd name="connsiteX862" fmla="*/ 25603 w 412959"/>
                <a:gd name="connsiteY862" fmla="*/ 79255 h 336869"/>
                <a:gd name="connsiteX863" fmla="*/ 25603 w 412959"/>
                <a:gd name="connsiteY863" fmla="*/ 76810 h 336869"/>
                <a:gd name="connsiteX864" fmla="*/ 28049 w 412959"/>
                <a:gd name="connsiteY864" fmla="*/ 74221 h 336869"/>
                <a:gd name="connsiteX865" fmla="*/ 33083 w 412959"/>
                <a:gd name="connsiteY865" fmla="*/ 74221 h 336869"/>
                <a:gd name="connsiteX866" fmla="*/ 33083 w 412959"/>
                <a:gd name="connsiteY866" fmla="*/ 71488 h 336869"/>
                <a:gd name="connsiteX867" fmla="*/ 35816 w 412959"/>
                <a:gd name="connsiteY867" fmla="*/ 71488 h 336869"/>
                <a:gd name="connsiteX868" fmla="*/ 38261 w 412959"/>
                <a:gd name="connsiteY868" fmla="*/ 71488 h 336869"/>
                <a:gd name="connsiteX869" fmla="*/ 43295 w 412959"/>
                <a:gd name="connsiteY869" fmla="*/ 69043 h 336869"/>
                <a:gd name="connsiteX870" fmla="*/ 43295 w 412959"/>
                <a:gd name="connsiteY870" fmla="*/ 66597 h 336869"/>
                <a:gd name="connsiteX871" fmla="*/ 40706 w 412959"/>
                <a:gd name="connsiteY871" fmla="*/ 64008 h 336869"/>
                <a:gd name="connsiteX872" fmla="*/ 40706 w 412959"/>
                <a:gd name="connsiteY872" fmla="*/ 61275 h 336869"/>
                <a:gd name="connsiteX873" fmla="*/ 43295 w 412959"/>
                <a:gd name="connsiteY873" fmla="*/ 58830 h 336869"/>
                <a:gd name="connsiteX874" fmla="*/ 45741 w 412959"/>
                <a:gd name="connsiteY874" fmla="*/ 58830 h 336869"/>
                <a:gd name="connsiteX875" fmla="*/ 48473 w 412959"/>
                <a:gd name="connsiteY875" fmla="*/ 58830 h 336869"/>
                <a:gd name="connsiteX876" fmla="*/ 50919 w 412959"/>
                <a:gd name="connsiteY876" fmla="*/ 58830 h 336869"/>
                <a:gd name="connsiteX877" fmla="*/ 50919 w 412959"/>
                <a:gd name="connsiteY877" fmla="*/ 56385 h 336869"/>
                <a:gd name="connsiteX878" fmla="*/ 53508 w 412959"/>
                <a:gd name="connsiteY878" fmla="*/ 56385 h 336869"/>
                <a:gd name="connsiteX879" fmla="*/ 55953 w 412959"/>
                <a:gd name="connsiteY879" fmla="*/ 56385 h 336869"/>
                <a:gd name="connsiteX880" fmla="*/ 58686 w 412959"/>
                <a:gd name="connsiteY880" fmla="*/ 56385 h 336869"/>
                <a:gd name="connsiteX881" fmla="*/ 58686 w 412959"/>
                <a:gd name="connsiteY881" fmla="*/ 53796 h 336869"/>
                <a:gd name="connsiteX882" fmla="*/ 61131 w 412959"/>
                <a:gd name="connsiteY882" fmla="*/ 53796 h 336869"/>
                <a:gd name="connsiteX883" fmla="*/ 63721 w 412959"/>
                <a:gd name="connsiteY883" fmla="*/ 53796 h 336869"/>
                <a:gd name="connsiteX884" fmla="*/ 66166 w 412959"/>
                <a:gd name="connsiteY884" fmla="*/ 51063 h 336869"/>
                <a:gd name="connsiteX885" fmla="*/ 68899 w 412959"/>
                <a:gd name="connsiteY885" fmla="*/ 51063 h 336869"/>
                <a:gd name="connsiteX886" fmla="*/ 71344 w 412959"/>
                <a:gd name="connsiteY886" fmla="*/ 51063 h 336869"/>
                <a:gd name="connsiteX887" fmla="*/ 76378 w 412959"/>
                <a:gd name="connsiteY887" fmla="*/ 48617 h 336869"/>
                <a:gd name="connsiteX888" fmla="*/ 76378 w 412959"/>
                <a:gd name="connsiteY888" fmla="*/ 51063 h 336869"/>
                <a:gd name="connsiteX889" fmla="*/ 76378 w 412959"/>
                <a:gd name="connsiteY889" fmla="*/ 53796 h 336869"/>
                <a:gd name="connsiteX890" fmla="*/ 79111 w 412959"/>
                <a:gd name="connsiteY890" fmla="*/ 53796 h 336869"/>
                <a:gd name="connsiteX891" fmla="*/ 76378 w 412959"/>
                <a:gd name="connsiteY891" fmla="*/ 53796 h 336869"/>
                <a:gd name="connsiteX892" fmla="*/ 79111 w 412959"/>
                <a:gd name="connsiteY892" fmla="*/ 53796 h 336869"/>
                <a:gd name="connsiteX893" fmla="*/ 79111 w 412959"/>
                <a:gd name="connsiteY893" fmla="*/ 56385 h 336869"/>
                <a:gd name="connsiteX894" fmla="*/ 81556 w 412959"/>
                <a:gd name="connsiteY894" fmla="*/ 56385 h 336869"/>
                <a:gd name="connsiteX895" fmla="*/ 84145 w 412959"/>
                <a:gd name="connsiteY895" fmla="*/ 56385 h 336869"/>
                <a:gd name="connsiteX896" fmla="*/ 86591 w 412959"/>
                <a:gd name="connsiteY896" fmla="*/ 56385 h 336869"/>
                <a:gd name="connsiteX897" fmla="*/ 89324 w 412959"/>
                <a:gd name="connsiteY897" fmla="*/ 56385 h 336869"/>
                <a:gd name="connsiteX898" fmla="*/ 91769 w 412959"/>
                <a:gd name="connsiteY898" fmla="*/ 56385 h 336869"/>
                <a:gd name="connsiteX899" fmla="*/ 94214 w 412959"/>
                <a:gd name="connsiteY899" fmla="*/ 56385 h 336869"/>
                <a:gd name="connsiteX900" fmla="*/ 94214 w 412959"/>
                <a:gd name="connsiteY900" fmla="*/ 58830 h 336869"/>
                <a:gd name="connsiteX901" fmla="*/ 94214 w 412959"/>
                <a:gd name="connsiteY901" fmla="*/ 56385 h 336869"/>
                <a:gd name="connsiteX902" fmla="*/ 94214 w 412959"/>
                <a:gd name="connsiteY902" fmla="*/ 58830 h 336869"/>
                <a:gd name="connsiteX903" fmla="*/ 96803 w 412959"/>
                <a:gd name="connsiteY903" fmla="*/ 58830 h 336869"/>
                <a:gd name="connsiteX904" fmla="*/ 99536 w 412959"/>
                <a:gd name="connsiteY904" fmla="*/ 58830 h 336869"/>
                <a:gd name="connsiteX905" fmla="*/ 96803 w 412959"/>
                <a:gd name="connsiteY905" fmla="*/ 58830 h 336869"/>
                <a:gd name="connsiteX906" fmla="*/ 96803 w 412959"/>
                <a:gd name="connsiteY906" fmla="*/ 56385 h 336869"/>
                <a:gd name="connsiteX907" fmla="*/ 99536 w 412959"/>
                <a:gd name="connsiteY907" fmla="*/ 56385 h 336869"/>
                <a:gd name="connsiteX908" fmla="*/ 96803 w 412959"/>
                <a:gd name="connsiteY908" fmla="*/ 56385 h 336869"/>
                <a:gd name="connsiteX909" fmla="*/ 99536 w 412959"/>
                <a:gd name="connsiteY909" fmla="*/ 56385 h 336869"/>
                <a:gd name="connsiteX910" fmla="*/ 99536 w 412959"/>
                <a:gd name="connsiteY910" fmla="*/ 53796 h 336869"/>
                <a:gd name="connsiteX911" fmla="*/ 96803 w 412959"/>
                <a:gd name="connsiteY911" fmla="*/ 53796 h 336869"/>
                <a:gd name="connsiteX912" fmla="*/ 99536 w 412959"/>
                <a:gd name="connsiteY912" fmla="*/ 53796 h 336869"/>
                <a:gd name="connsiteX913" fmla="*/ 101981 w 412959"/>
                <a:gd name="connsiteY913" fmla="*/ 53796 h 336869"/>
                <a:gd name="connsiteX914" fmla="*/ 101981 w 412959"/>
                <a:gd name="connsiteY914" fmla="*/ 51063 h 336869"/>
                <a:gd name="connsiteX915" fmla="*/ 104571 w 412959"/>
                <a:gd name="connsiteY915" fmla="*/ 51063 h 336869"/>
                <a:gd name="connsiteX916" fmla="*/ 104571 w 412959"/>
                <a:gd name="connsiteY916" fmla="*/ 53796 h 336869"/>
                <a:gd name="connsiteX917" fmla="*/ 104571 w 412959"/>
                <a:gd name="connsiteY917" fmla="*/ 51063 h 336869"/>
                <a:gd name="connsiteX918" fmla="*/ 107016 w 412959"/>
                <a:gd name="connsiteY918" fmla="*/ 51063 h 336869"/>
                <a:gd name="connsiteX919" fmla="*/ 107016 w 412959"/>
                <a:gd name="connsiteY919" fmla="*/ 53796 h 336869"/>
                <a:gd name="connsiteX920" fmla="*/ 107016 w 412959"/>
                <a:gd name="connsiteY920" fmla="*/ 51063 h 336869"/>
                <a:gd name="connsiteX921" fmla="*/ 109749 w 412959"/>
                <a:gd name="connsiteY921" fmla="*/ 51063 h 336869"/>
                <a:gd name="connsiteX922" fmla="*/ 109749 w 412959"/>
                <a:gd name="connsiteY922" fmla="*/ 48617 h 336869"/>
                <a:gd name="connsiteX923" fmla="*/ 112194 w 412959"/>
                <a:gd name="connsiteY923" fmla="*/ 48617 h 336869"/>
                <a:gd name="connsiteX924" fmla="*/ 112194 w 412959"/>
                <a:gd name="connsiteY924" fmla="*/ 46172 h 336869"/>
                <a:gd name="connsiteX925" fmla="*/ 114783 w 412959"/>
                <a:gd name="connsiteY925" fmla="*/ 46172 h 336869"/>
                <a:gd name="connsiteX926" fmla="*/ 114783 w 412959"/>
                <a:gd name="connsiteY926" fmla="*/ 43583 h 336869"/>
                <a:gd name="connsiteX927" fmla="*/ 117228 w 412959"/>
                <a:gd name="connsiteY927" fmla="*/ 43583 h 336869"/>
                <a:gd name="connsiteX928" fmla="*/ 119673 w 412959"/>
                <a:gd name="connsiteY928" fmla="*/ 43583 h 336869"/>
                <a:gd name="connsiteX929" fmla="*/ 122406 w 412959"/>
                <a:gd name="connsiteY929" fmla="*/ 43583 h 336869"/>
                <a:gd name="connsiteX930" fmla="*/ 122406 w 412959"/>
                <a:gd name="connsiteY930" fmla="*/ 46172 h 336869"/>
                <a:gd name="connsiteX931" fmla="*/ 124852 w 412959"/>
                <a:gd name="connsiteY931" fmla="*/ 43583 h 336869"/>
                <a:gd name="connsiteX932" fmla="*/ 122406 w 412959"/>
                <a:gd name="connsiteY932" fmla="*/ 43583 h 336869"/>
                <a:gd name="connsiteX933" fmla="*/ 122406 w 412959"/>
                <a:gd name="connsiteY933" fmla="*/ 40850 h 336869"/>
                <a:gd name="connsiteX934" fmla="*/ 122406 w 412959"/>
                <a:gd name="connsiteY934" fmla="*/ 38405 h 336869"/>
                <a:gd name="connsiteX935" fmla="*/ 122406 w 412959"/>
                <a:gd name="connsiteY935" fmla="*/ 35960 h 336869"/>
                <a:gd name="connsiteX936" fmla="*/ 124852 w 412959"/>
                <a:gd name="connsiteY936" fmla="*/ 35960 h 336869"/>
                <a:gd name="connsiteX937" fmla="*/ 124852 w 412959"/>
                <a:gd name="connsiteY937" fmla="*/ 33371 h 336869"/>
                <a:gd name="connsiteX938" fmla="*/ 127441 w 412959"/>
                <a:gd name="connsiteY938" fmla="*/ 33371 h 336869"/>
                <a:gd name="connsiteX939" fmla="*/ 127441 w 412959"/>
                <a:gd name="connsiteY939" fmla="*/ 30638 h 336869"/>
                <a:gd name="connsiteX940" fmla="*/ 129886 w 412959"/>
                <a:gd name="connsiteY940" fmla="*/ 30638 h 336869"/>
                <a:gd name="connsiteX941" fmla="*/ 132619 w 412959"/>
                <a:gd name="connsiteY941" fmla="*/ 30638 h 336869"/>
                <a:gd name="connsiteX942" fmla="*/ 132619 w 412959"/>
                <a:gd name="connsiteY942" fmla="*/ 28193 h 336869"/>
                <a:gd name="connsiteX943" fmla="*/ 132619 w 412959"/>
                <a:gd name="connsiteY943" fmla="*/ 28193 h 336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Lst>
              <a:rect l="l" t="t" r="r" b="b"/>
              <a:pathLst>
                <a:path w="412959" h="336869">
                  <a:moveTo>
                    <a:pt x="132619" y="28193"/>
                  </a:moveTo>
                  <a:lnTo>
                    <a:pt x="135064" y="28193"/>
                  </a:lnTo>
                  <a:lnTo>
                    <a:pt x="135064" y="30638"/>
                  </a:lnTo>
                  <a:lnTo>
                    <a:pt x="135064" y="28193"/>
                  </a:lnTo>
                  <a:lnTo>
                    <a:pt x="137653" y="28193"/>
                  </a:lnTo>
                  <a:lnTo>
                    <a:pt x="140099" y="25747"/>
                  </a:lnTo>
                  <a:lnTo>
                    <a:pt x="142832" y="25747"/>
                  </a:lnTo>
                  <a:lnTo>
                    <a:pt x="145277" y="25747"/>
                  </a:lnTo>
                  <a:lnTo>
                    <a:pt x="145277" y="23158"/>
                  </a:lnTo>
                  <a:lnTo>
                    <a:pt x="147866" y="23158"/>
                  </a:lnTo>
                  <a:lnTo>
                    <a:pt x="147866" y="20425"/>
                  </a:lnTo>
                  <a:lnTo>
                    <a:pt x="150311" y="20425"/>
                  </a:lnTo>
                  <a:lnTo>
                    <a:pt x="150311" y="17980"/>
                  </a:lnTo>
                  <a:lnTo>
                    <a:pt x="150311" y="15535"/>
                  </a:lnTo>
                  <a:lnTo>
                    <a:pt x="153044" y="15535"/>
                  </a:lnTo>
                  <a:lnTo>
                    <a:pt x="155489" y="15535"/>
                  </a:lnTo>
                  <a:lnTo>
                    <a:pt x="155489" y="13089"/>
                  </a:lnTo>
                  <a:lnTo>
                    <a:pt x="158078" y="13089"/>
                  </a:lnTo>
                  <a:lnTo>
                    <a:pt x="160524" y="13089"/>
                  </a:lnTo>
                  <a:lnTo>
                    <a:pt x="160524" y="15535"/>
                  </a:lnTo>
                  <a:lnTo>
                    <a:pt x="160524" y="17980"/>
                  </a:lnTo>
                  <a:lnTo>
                    <a:pt x="163256" y="17980"/>
                  </a:lnTo>
                  <a:lnTo>
                    <a:pt x="165702" y="17980"/>
                  </a:lnTo>
                  <a:lnTo>
                    <a:pt x="168291" y="17980"/>
                  </a:lnTo>
                  <a:lnTo>
                    <a:pt x="170736" y="17980"/>
                  </a:lnTo>
                  <a:lnTo>
                    <a:pt x="173469" y="17980"/>
                  </a:lnTo>
                  <a:lnTo>
                    <a:pt x="175914" y="17980"/>
                  </a:lnTo>
                  <a:lnTo>
                    <a:pt x="178503" y="17980"/>
                  </a:lnTo>
                  <a:lnTo>
                    <a:pt x="180949" y="17980"/>
                  </a:lnTo>
                  <a:lnTo>
                    <a:pt x="180949" y="20425"/>
                  </a:lnTo>
                  <a:lnTo>
                    <a:pt x="183682" y="20425"/>
                  </a:lnTo>
                  <a:lnTo>
                    <a:pt x="186127" y="17980"/>
                  </a:lnTo>
                  <a:lnTo>
                    <a:pt x="188572" y="17980"/>
                  </a:lnTo>
                  <a:lnTo>
                    <a:pt x="191161" y="17980"/>
                  </a:lnTo>
                  <a:lnTo>
                    <a:pt x="193607" y="17980"/>
                  </a:lnTo>
                  <a:lnTo>
                    <a:pt x="196339" y="15535"/>
                  </a:lnTo>
                  <a:lnTo>
                    <a:pt x="198928" y="15535"/>
                  </a:lnTo>
                  <a:lnTo>
                    <a:pt x="201373" y="15535"/>
                  </a:lnTo>
                  <a:lnTo>
                    <a:pt x="198928" y="15535"/>
                  </a:lnTo>
                  <a:lnTo>
                    <a:pt x="201373" y="15535"/>
                  </a:lnTo>
                  <a:lnTo>
                    <a:pt x="203819" y="15535"/>
                  </a:lnTo>
                  <a:lnTo>
                    <a:pt x="203819" y="17980"/>
                  </a:lnTo>
                  <a:lnTo>
                    <a:pt x="206552" y="17980"/>
                  </a:lnTo>
                  <a:lnTo>
                    <a:pt x="208997" y="17980"/>
                  </a:lnTo>
                  <a:lnTo>
                    <a:pt x="208997" y="20425"/>
                  </a:lnTo>
                  <a:lnTo>
                    <a:pt x="211586" y="20425"/>
                  </a:lnTo>
                  <a:lnTo>
                    <a:pt x="211586" y="23158"/>
                  </a:lnTo>
                  <a:lnTo>
                    <a:pt x="214031" y="23158"/>
                  </a:lnTo>
                  <a:lnTo>
                    <a:pt x="214031" y="25747"/>
                  </a:lnTo>
                  <a:lnTo>
                    <a:pt x="214031" y="28193"/>
                  </a:lnTo>
                  <a:lnTo>
                    <a:pt x="216764" y="28193"/>
                  </a:lnTo>
                  <a:lnTo>
                    <a:pt x="216764" y="30638"/>
                  </a:lnTo>
                  <a:lnTo>
                    <a:pt x="216764" y="33371"/>
                  </a:lnTo>
                  <a:lnTo>
                    <a:pt x="219210" y="33371"/>
                  </a:lnTo>
                  <a:lnTo>
                    <a:pt x="221799" y="33371"/>
                  </a:lnTo>
                  <a:lnTo>
                    <a:pt x="221799" y="35960"/>
                  </a:lnTo>
                  <a:lnTo>
                    <a:pt x="224244" y="35960"/>
                  </a:lnTo>
                  <a:lnTo>
                    <a:pt x="224244" y="38405"/>
                  </a:lnTo>
                  <a:lnTo>
                    <a:pt x="221799" y="38405"/>
                  </a:lnTo>
                  <a:lnTo>
                    <a:pt x="224244" y="38405"/>
                  </a:lnTo>
                  <a:lnTo>
                    <a:pt x="224244" y="40850"/>
                  </a:lnTo>
                  <a:lnTo>
                    <a:pt x="224244" y="38405"/>
                  </a:lnTo>
                  <a:lnTo>
                    <a:pt x="224244" y="35960"/>
                  </a:lnTo>
                  <a:lnTo>
                    <a:pt x="226977" y="35960"/>
                  </a:lnTo>
                  <a:lnTo>
                    <a:pt x="226977" y="33371"/>
                  </a:lnTo>
                  <a:lnTo>
                    <a:pt x="229422" y="33371"/>
                  </a:lnTo>
                  <a:lnTo>
                    <a:pt x="232011" y="30638"/>
                  </a:lnTo>
                  <a:lnTo>
                    <a:pt x="234457" y="30638"/>
                  </a:lnTo>
                  <a:lnTo>
                    <a:pt x="234457" y="28193"/>
                  </a:lnTo>
                  <a:lnTo>
                    <a:pt x="237190" y="28193"/>
                  </a:lnTo>
                  <a:lnTo>
                    <a:pt x="237190" y="25747"/>
                  </a:lnTo>
                  <a:lnTo>
                    <a:pt x="237190" y="23158"/>
                  </a:lnTo>
                  <a:lnTo>
                    <a:pt x="239635" y="23158"/>
                  </a:lnTo>
                  <a:lnTo>
                    <a:pt x="239635" y="20425"/>
                  </a:lnTo>
                  <a:lnTo>
                    <a:pt x="239635" y="17980"/>
                  </a:lnTo>
                  <a:lnTo>
                    <a:pt x="242223" y="17980"/>
                  </a:lnTo>
                  <a:lnTo>
                    <a:pt x="242223" y="15535"/>
                  </a:lnTo>
                  <a:lnTo>
                    <a:pt x="244669" y="15535"/>
                  </a:lnTo>
                  <a:lnTo>
                    <a:pt x="244669" y="13089"/>
                  </a:lnTo>
                  <a:lnTo>
                    <a:pt x="247402" y="10356"/>
                  </a:lnTo>
                  <a:lnTo>
                    <a:pt x="249847" y="10356"/>
                  </a:lnTo>
                  <a:lnTo>
                    <a:pt x="249847" y="7767"/>
                  </a:lnTo>
                  <a:lnTo>
                    <a:pt x="252436" y="7767"/>
                  </a:lnTo>
                  <a:lnTo>
                    <a:pt x="252436" y="5322"/>
                  </a:lnTo>
                  <a:lnTo>
                    <a:pt x="254881" y="5322"/>
                  </a:lnTo>
                  <a:lnTo>
                    <a:pt x="257614" y="5322"/>
                  </a:lnTo>
                  <a:lnTo>
                    <a:pt x="257614" y="2733"/>
                  </a:lnTo>
                  <a:lnTo>
                    <a:pt x="260060" y="2733"/>
                  </a:lnTo>
                  <a:lnTo>
                    <a:pt x="262505" y="2733"/>
                  </a:lnTo>
                  <a:lnTo>
                    <a:pt x="262505" y="5322"/>
                  </a:lnTo>
                  <a:lnTo>
                    <a:pt x="260060" y="5322"/>
                  </a:lnTo>
                  <a:lnTo>
                    <a:pt x="260060" y="7767"/>
                  </a:lnTo>
                  <a:lnTo>
                    <a:pt x="257614" y="7767"/>
                  </a:lnTo>
                  <a:lnTo>
                    <a:pt x="257614" y="10356"/>
                  </a:lnTo>
                  <a:lnTo>
                    <a:pt x="260060" y="7767"/>
                  </a:lnTo>
                  <a:lnTo>
                    <a:pt x="260060" y="10356"/>
                  </a:lnTo>
                  <a:lnTo>
                    <a:pt x="257614" y="10356"/>
                  </a:lnTo>
                  <a:lnTo>
                    <a:pt x="260060" y="10356"/>
                  </a:lnTo>
                  <a:lnTo>
                    <a:pt x="260060" y="7767"/>
                  </a:lnTo>
                  <a:lnTo>
                    <a:pt x="262505" y="7767"/>
                  </a:lnTo>
                  <a:lnTo>
                    <a:pt x="265094" y="7767"/>
                  </a:lnTo>
                  <a:lnTo>
                    <a:pt x="265094" y="5322"/>
                  </a:lnTo>
                  <a:lnTo>
                    <a:pt x="267539" y="5322"/>
                  </a:lnTo>
                  <a:lnTo>
                    <a:pt x="267539" y="2733"/>
                  </a:lnTo>
                  <a:lnTo>
                    <a:pt x="270272" y="2733"/>
                  </a:lnTo>
                  <a:lnTo>
                    <a:pt x="272861" y="2733"/>
                  </a:lnTo>
                  <a:lnTo>
                    <a:pt x="272861" y="0"/>
                  </a:lnTo>
                  <a:lnTo>
                    <a:pt x="275307" y="0"/>
                  </a:lnTo>
                  <a:lnTo>
                    <a:pt x="277752" y="0"/>
                  </a:lnTo>
                  <a:lnTo>
                    <a:pt x="277752" y="2733"/>
                  </a:lnTo>
                  <a:lnTo>
                    <a:pt x="277752" y="5322"/>
                  </a:lnTo>
                  <a:lnTo>
                    <a:pt x="280485" y="5322"/>
                  </a:lnTo>
                  <a:lnTo>
                    <a:pt x="280485" y="2733"/>
                  </a:lnTo>
                  <a:lnTo>
                    <a:pt x="280485" y="5322"/>
                  </a:lnTo>
                  <a:lnTo>
                    <a:pt x="282930" y="5322"/>
                  </a:lnTo>
                  <a:lnTo>
                    <a:pt x="282930" y="2733"/>
                  </a:lnTo>
                  <a:lnTo>
                    <a:pt x="280485" y="2733"/>
                  </a:lnTo>
                  <a:lnTo>
                    <a:pt x="282930" y="2733"/>
                  </a:lnTo>
                  <a:lnTo>
                    <a:pt x="282930" y="5322"/>
                  </a:lnTo>
                  <a:lnTo>
                    <a:pt x="282930" y="2733"/>
                  </a:lnTo>
                  <a:lnTo>
                    <a:pt x="285519" y="2733"/>
                  </a:lnTo>
                  <a:lnTo>
                    <a:pt x="285519" y="5322"/>
                  </a:lnTo>
                  <a:lnTo>
                    <a:pt x="287964" y="5322"/>
                  </a:lnTo>
                  <a:lnTo>
                    <a:pt x="287964" y="7767"/>
                  </a:lnTo>
                  <a:lnTo>
                    <a:pt x="285519" y="7767"/>
                  </a:lnTo>
                  <a:lnTo>
                    <a:pt x="285519" y="10356"/>
                  </a:lnTo>
                  <a:lnTo>
                    <a:pt x="282930" y="10356"/>
                  </a:lnTo>
                  <a:lnTo>
                    <a:pt x="285519" y="10356"/>
                  </a:lnTo>
                  <a:lnTo>
                    <a:pt x="285519" y="13089"/>
                  </a:lnTo>
                  <a:lnTo>
                    <a:pt x="285519" y="10356"/>
                  </a:lnTo>
                  <a:lnTo>
                    <a:pt x="285519" y="13089"/>
                  </a:lnTo>
                  <a:lnTo>
                    <a:pt x="282930" y="15535"/>
                  </a:lnTo>
                  <a:lnTo>
                    <a:pt x="282930" y="13089"/>
                  </a:lnTo>
                  <a:lnTo>
                    <a:pt x="282930" y="15535"/>
                  </a:lnTo>
                  <a:lnTo>
                    <a:pt x="282930" y="17980"/>
                  </a:lnTo>
                  <a:lnTo>
                    <a:pt x="282930" y="20425"/>
                  </a:lnTo>
                  <a:lnTo>
                    <a:pt x="282930" y="23158"/>
                  </a:lnTo>
                  <a:lnTo>
                    <a:pt x="282930" y="25747"/>
                  </a:lnTo>
                  <a:lnTo>
                    <a:pt x="280485" y="25747"/>
                  </a:lnTo>
                  <a:lnTo>
                    <a:pt x="280485" y="23158"/>
                  </a:lnTo>
                  <a:lnTo>
                    <a:pt x="280485" y="25747"/>
                  </a:lnTo>
                  <a:lnTo>
                    <a:pt x="280485" y="28193"/>
                  </a:lnTo>
                  <a:lnTo>
                    <a:pt x="277752" y="28193"/>
                  </a:lnTo>
                  <a:lnTo>
                    <a:pt x="280485" y="28193"/>
                  </a:lnTo>
                  <a:lnTo>
                    <a:pt x="280485" y="30638"/>
                  </a:lnTo>
                  <a:lnTo>
                    <a:pt x="280485" y="33371"/>
                  </a:lnTo>
                  <a:lnTo>
                    <a:pt x="282930" y="33371"/>
                  </a:lnTo>
                  <a:lnTo>
                    <a:pt x="282930" y="30638"/>
                  </a:lnTo>
                  <a:lnTo>
                    <a:pt x="282930" y="33371"/>
                  </a:lnTo>
                  <a:lnTo>
                    <a:pt x="282930" y="35960"/>
                  </a:lnTo>
                  <a:lnTo>
                    <a:pt x="280485" y="35960"/>
                  </a:lnTo>
                  <a:lnTo>
                    <a:pt x="282930" y="35960"/>
                  </a:lnTo>
                  <a:lnTo>
                    <a:pt x="280485" y="35960"/>
                  </a:lnTo>
                  <a:lnTo>
                    <a:pt x="280485" y="38405"/>
                  </a:lnTo>
                  <a:lnTo>
                    <a:pt x="280485" y="35960"/>
                  </a:lnTo>
                  <a:lnTo>
                    <a:pt x="277752" y="35960"/>
                  </a:lnTo>
                  <a:lnTo>
                    <a:pt x="277752" y="38405"/>
                  </a:lnTo>
                  <a:lnTo>
                    <a:pt x="280485" y="38405"/>
                  </a:lnTo>
                  <a:lnTo>
                    <a:pt x="280485" y="40850"/>
                  </a:lnTo>
                  <a:lnTo>
                    <a:pt x="277752" y="40850"/>
                  </a:lnTo>
                  <a:lnTo>
                    <a:pt x="280485" y="40850"/>
                  </a:lnTo>
                  <a:lnTo>
                    <a:pt x="280485" y="38405"/>
                  </a:lnTo>
                  <a:lnTo>
                    <a:pt x="280485" y="40850"/>
                  </a:lnTo>
                  <a:lnTo>
                    <a:pt x="277752" y="40850"/>
                  </a:lnTo>
                  <a:lnTo>
                    <a:pt x="280485" y="40850"/>
                  </a:lnTo>
                  <a:lnTo>
                    <a:pt x="277752" y="40850"/>
                  </a:lnTo>
                  <a:lnTo>
                    <a:pt x="280485" y="40850"/>
                  </a:lnTo>
                  <a:lnTo>
                    <a:pt x="280485" y="38405"/>
                  </a:lnTo>
                  <a:lnTo>
                    <a:pt x="282930" y="38405"/>
                  </a:lnTo>
                  <a:lnTo>
                    <a:pt x="282930" y="35960"/>
                  </a:lnTo>
                  <a:lnTo>
                    <a:pt x="282930" y="38405"/>
                  </a:lnTo>
                  <a:lnTo>
                    <a:pt x="282930" y="40850"/>
                  </a:lnTo>
                  <a:lnTo>
                    <a:pt x="282930" y="43583"/>
                  </a:lnTo>
                  <a:lnTo>
                    <a:pt x="285519" y="43583"/>
                  </a:lnTo>
                  <a:lnTo>
                    <a:pt x="285519" y="46172"/>
                  </a:lnTo>
                  <a:lnTo>
                    <a:pt x="282930" y="46172"/>
                  </a:lnTo>
                  <a:lnTo>
                    <a:pt x="282930" y="48617"/>
                  </a:lnTo>
                  <a:lnTo>
                    <a:pt x="285519" y="51063"/>
                  </a:lnTo>
                  <a:lnTo>
                    <a:pt x="282930" y="51063"/>
                  </a:lnTo>
                  <a:lnTo>
                    <a:pt x="282930" y="53796"/>
                  </a:lnTo>
                  <a:lnTo>
                    <a:pt x="282930" y="56385"/>
                  </a:lnTo>
                  <a:lnTo>
                    <a:pt x="285519" y="56385"/>
                  </a:lnTo>
                  <a:lnTo>
                    <a:pt x="282930" y="56385"/>
                  </a:lnTo>
                  <a:lnTo>
                    <a:pt x="282930" y="58830"/>
                  </a:lnTo>
                  <a:lnTo>
                    <a:pt x="280485" y="58830"/>
                  </a:lnTo>
                  <a:lnTo>
                    <a:pt x="280485" y="61275"/>
                  </a:lnTo>
                  <a:lnTo>
                    <a:pt x="277752" y="61275"/>
                  </a:lnTo>
                  <a:lnTo>
                    <a:pt x="277752" y="64008"/>
                  </a:lnTo>
                  <a:lnTo>
                    <a:pt x="277752" y="66597"/>
                  </a:lnTo>
                  <a:lnTo>
                    <a:pt x="275307" y="66597"/>
                  </a:lnTo>
                  <a:lnTo>
                    <a:pt x="277752" y="66597"/>
                  </a:lnTo>
                  <a:lnTo>
                    <a:pt x="275307" y="69043"/>
                  </a:lnTo>
                  <a:lnTo>
                    <a:pt x="277752" y="66597"/>
                  </a:lnTo>
                  <a:lnTo>
                    <a:pt x="277752" y="69043"/>
                  </a:lnTo>
                  <a:lnTo>
                    <a:pt x="275307" y="69043"/>
                  </a:lnTo>
                  <a:lnTo>
                    <a:pt x="277752" y="69043"/>
                  </a:lnTo>
                  <a:lnTo>
                    <a:pt x="275307" y="69043"/>
                  </a:lnTo>
                  <a:lnTo>
                    <a:pt x="277752" y="69043"/>
                  </a:lnTo>
                  <a:lnTo>
                    <a:pt x="275307" y="69043"/>
                  </a:lnTo>
                  <a:lnTo>
                    <a:pt x="277752" y="69043"/>
                  </a:lnTo>
                  <a:lnTo>
                    <a:pt x="277752" y="71488"/>
                  </a:lnTo>
                  <a:lnTo>
                    <a:pt x="277752" y="74221"/>
                  </a:lnTo>
                  <a:lnTo>
                    <a:pt x="275307" y="74221"/>
                  </a:lnTo>
                  <a:lnTo>
                    <a:pt x="275307" y="76810"/>
                  </a:lnTo>
                  <a:lnTo>
                    <a:pt x="272861" y="76810"/>
                  </a:lnTo>
                  <a:lnTo>
                    <a:pt x="272861" y="79255"/>
                  </a:lnTo>
                  <a:lnTo>
                    <a:pt x="270272" y="79255"/>
                  </a:lnTo>
                  <a:lnTo>
                    <a:pt x="270272" y="81700"/>
                  </a:lnTo>
                  <a:lnTo>
                    <a:pt x="270272" y="84289"/>
                  </a:lnTo>
                  <a:lnTo>
                    <a:pt x="267539" y="84289"/>
                  </a:lnTo>
                  <a:lnTo>
                    <a:pt x="267539" y="87022"/>
                  </a:lnTo>
                  <a:lnTo>
                    <a:pt x="265094" y="87022"/>
                  </a:lnTo>
                  <a:lnTo>
                    <a:pt x="267539" y="87022"/>
                  </a:lnTo>
                  <a:lnTo>
                    <a:pt x="270272" y="87022"/>
                  </a:lnTo>
                  <a:lnTo>
                    <a:pt x="272861" y="87022"/>
                  </a:lnTo>
                  <a:lnTo>
                    <a:pt x="272861" y="84289"/>
                  </a:lnTo>
                  <a:lnTo>
                    <a:pt x="275307" y="84289"/>
                  </a:lnTo>
                  <a:lnTo>
                    <a:pt x="275307" y="87022"/>
                  </a:lnTo>
                  <a:lnTo>
                    <a:pt x="275307" y="89467"/>
                  </a:lnTo>
                  <a:lnTo>
                    <a:pt x="275307" y="87022"/>
                  </a:lnTo>
                  <a:lnTo>
                    <a:pt x="275307" y="89467"/>
                  </a:lnTo>
                  <a:lnTo>
                    <a:pt x="277752" y="89467"/>
                  </a:lnTo>
                  <a:lnTo>
                    <a:pt x="275307" y="89467"/>
                  </a:lnTo>
                  <a:lnTo>
                    <a:pt x="277752" y="89467"/>
                  </a:lnTo>
                  <a:lnTo>
                    <a:pt x="277752" y="87022"/>
                  </a:lnTo>
                  <a:lnTo>
                    <a:pt x="280485" y="87022"/>
                  </a:lnTo>
                  <a:lnTo>
                    <a:pt x="280485" y="84289"/>
                  </a:lnTo>
                  <a:lnTo>
                    <a:pt x="282930" y="84289"/>
                  </a:lnTo>
                  <a:lnTo>
                    <a:pt x="282930" y="81700"/>
                  </a:lnTo>
                  <a:lnTo>
                    <a:pt x="285519" y="81700"/>
                  </a:lnTo>
                  <a:lnTo>
                    <a:pt x="285519" y="79255"/>
                  </a:lnTo>
                  <a:lnTo>
                    <a:pt x="287964" y="79255"/>
                  </a:lnTo>
                  <a:lnTo>
                    <a:pt x="290697" y="79255"/>
                  </a:lnTo>
                  <a:lnTo>
                    <a:pt x="290697" y="81700"/>
                  </a:lnTo>
                  <a:lnTo>
                    <a:pt x="293142" y="81700"/>
                  </a:lnTo>
                  <a:lnTo>
                    <a:pt x="290697" y="81700"/>
                  </a:lnTo>
                  <a:lnTo>
                    <a:pt x="293142" y="81700"/>
                  </a:lnTo>
                  <a:lnTo>
                    <a:pt x="293142" y="79255"/>
                  </a:lnTo>
                  <a:lnTo>
                    <a:pt x="295731" y="79255"/>
                  </a:lnTo>
                  <a:lnTo>
                    <a:pt x="293142" y="79255"/>
                  </a:lnTo>
                  <a:lnTo>
                    <a:pt x="293142" y="76810"/>
                  </a:lnTo>
                  <a:lnTo>
                    <a:pt x="295731" y="76810"/>
                  </a:lnTo>
                  <a:lnTo>
                    <a:pt x="298177" y="76810"/>
                  </a:lnTo>
                  <a:lnTo>
                    <a:pt x="298177" y="74221"/>
                  </a:lnTo>
                  <a:lnTo>
                    <a:pt x="298177" y="76810"/>
                  </a:lnTo>
                  <a:lnTo>
                    <a:pt x="300910" y="74221"/>
                  </a:lnTo>
                  <a:lnTo>
                    <a:pt x="303355" y="74221"/>
                  </a:lnTo>
                  <a:lnTo>
                    <a:pt x="303355" y="76810"/>
                  </a:lnTo>
                  <a:lnTo>
                    <a:pt x="303355" y="79255"/>
                  </a:lnTo>
                  <a:lnTo>
                    <a:pt x="303355" y="81700"/>
                  </a:lnTo>
                  <a:lnTo>
                    <a:pt x="305944" y="81700"/>
                  </a:lnTo>
                  <a:lnTo>
                    <a:pt x="305944" y="84289"/>
                  </a:lnTo>
                  <a:lnTo>
                    <a:pt x="305944" y="87022"/>
                  </a:lnTo>
                  <a:lnTo>
                    <a:pt x="305944" y="89467"/>
                  </a:lnTo>
                  <a:lnTo>
                    <a:pt x="303355" y="89467"/>
                  </a:lnTo>
                  <a:lnTo>
                    <a:pt x="303355" y="91913"/>
                  </a:lnTo>
                  <a:lnTo>
                    <a:pt x="303355" y="94358"/>
                  </a:lnTo>
                  <a:lnTo>
                    <a:pt x="303355" y="97091"/>
                  </a:lnTo>
                  <a:lnTo>
                    <a:pt x="305944" y="97091"/>
                  </a:lnTo>
                  <a:lnTo>
                    <a:pt x="305944" y="99680"/>
                  </a:lnTo>
                  <a:lnTo>
                    <a:pt x="305944" y="102125"/>
                  </a:lnTo>
                  <a:lnTo>
                    <a:pt x="303355" y="99680"/>
                  </a:lnTo>
                  <a:lnTo>
                    <a:pt x="303355" y="97091"/>
                  </a:lnTo>
                  <a:lnTo>
                    <a:pt x="303355" y="99680"/>
                  </a:lnTo>
                  <a:lnTo>
                    <a:pt x="303355" y="102125"/>
                  </a:lnTo>
                  <a:lnTo>
                    <a:pt x="305944" y="102125"/>
                  </a:lnTo>
                  <a:lnTo>
                    <a:pt x="305944" y="104571"/>
                  </a:lnTo>
                  <a:lnTo>
                    <a:pt x="305944" y="107447"/>
                  </a:lnTo>
                  <a:lnTo>
                    <a:pt x="308389" y="107447"/>
                  </a:lnTo>
                  <a:lnTo>
                    <a:pt x="311122" y="107447"/>
                  </a:lnTo>
                  <a:lnTo>
                    <a:pt x="311122" y="109893"/>
                  </a:lnTo>
                  <a:lnTo>
                    <a:pt x="308389" y="109893"/>
                  </a:lnTo>
                  <a:lnTo>
                    <a:pt x="311122" y="109893"/>
                  </a:lnTo>
                  <a:lnTo>
                    <a:pt x="313568" y="109893"/>
                  </a:lnTo>
                  <a:lnTo>
                    <a:pt x="313568" y="112338"/>
                  </a:lnTo>
                  <a:lnTo>
                    <a:pt x="316157" y="112338"/>
                  </a:lnTo>
                  <a:lnTo>
                    <a:pt x="316157" y="114783"/>
                  </a:lnTo>
                  <a:lnTo>
                    <a:pt x="316157" y="112338"/>
                  </a:lnTo>
                  <a:lnTo>
                    <a:pt x="318602" y="112338"/>
                  </a:lnTo>
                  <a:lnTo>
                    <a:pt x="321335" y="112338"/>
                  </a:lnTo>
                  <a:lnTo>
                    <a:pt x="321335" y="109893"/>
                  </a:lnTo>
                  <a:lnTo>
                    <a:pt x="321335" y="112338"/>
                  </a:lnTo>
                  <a:lnTo>
                    <a:pt x="321335" y="109893"/>
                  </a:lnTo>
                  <a:lnTo>
                    <a:pt x="318602" y="109893"/>
                  </a:lnTo>
                  <a:lnTo>
                    <a:pt x="318602" y="112338"/>
                  </a:lnTo>
                  <a:lnTo>
                    <a:pt x="318602" y="109893"/>
                  </a:lnTo>
                  <a:lnTo>
                    <a:pt x="318602" y="112338"/>
                  </a:lnTo>
                  <a:lnTo>
                    <a:pt x="316157" y="112338"/>
                  </a:lnTo>
                  <a:lnTo>
                    <a:pt x="318602" y="112338"/>
                  </a:lnTo>
                  <a:lnTo>
                    <a:pt x="318602" y="109893"/>
                  </a:lnTo>
                  <a:lnTo>
                    <a:pt x="321335" y="109893"/>
                  </a:lnTo>
                  <a:lnTo>
                    <a:pt x="323780" y="109893"/>
                  </a:lnTo>
                  <a:lnTo>
                    <a:pt x="323780" y="112338"/>
                  </a:lnTo>
                  <a:lnTo>
                    <a:pt x="326369" y="112338"/>
                  </a:lnTo>
                  <a:lnTo>
                    <a:pt x="326369" y="114783"/>
                  </a:lnTo>
                  <a:lnTo>
                    <a:pt x="326369" y="117516"/>
                  </a:lnTo>
                  <a:lnTo>
                    <a:pt x="326369" y="120105"/>
                  </a:lnTo>
                  <a:lnTo>
                    <a:pt x="326369" y="122550"/>
                  </a:lnTo>
                  <a:lnTo>
                    <a:pt x="328814" y="122550"/>
                  </a:lnTo>
                  <a:lnTo>
                    <a:pt x="328814" y="124995"/>
                  </a:lnTo>
                  <a:lnTo>
                    <a:pt x="331547" y="124995"/>
                  </a:lnTo>
                  <a:lnTo>
                    <a:pt x="331547" y="127728"/>
                  </a:lnTo>
                  <a:lnTo>
                    <a:pt x="333992" y="127728"/>
                  </a:lnTo>
                  <a:lnTo>
                    <a:pt x="336581" y="127728"/>
                  </a:lnTo>
                  <a:lnTo>
                    <a:pt x="339027" y="127728"/>
                  </a:lnTo>
                  <a:lnTo>
                    <a:pt x="339027" y="130318"/>
                  </a:lnTo>
                  <a:lnTo>
                    <a:pt x="339027" y="132763"/>
                  </a:lnTo>
                  <a:lnTo>
                    <a:pt x="339027" y="130318"/>
                  </a:lnTo>
                  <a:lnTo>
                    <a:pt x="336581" y="130318"/>
                  </a:lnTo>
                  <a:lnTo>
                    <a:pt x="336581" y="127728"/>
                  </a:lnTo>
                  <a:lnTo>
                    <a:pt x="333992" y="127728"/>
                  </a:lnTo>
                  <a:lnTo>
                    <a:pt x="333992" y="130318"/>
                  </a:lnTo>
                  <a:lnTo>
                    <a:pt x="333992" y="132763"/>
                  </a:lnTo>
                  <a:lnTo>
                    <a:pt x="331547" y="132763"/>
                  </a:lnTo>
                  <a:lnTo>
                    <a:pt x="333992" y="132763"/>
                  </a:lnTo>
                  <a:lnTo>
                    <a:pt x="333992" y="135208"/>
                  </a:lnTo>
                  <a:lnTo>
                    <a:pt x="333992" y="132763"/>
                  </a:lnTo>
                  <a:lnTo>
                    <a:pt x="336581" y="132763"/>
                  </a:lnTo>
                  <a:lnTo>
                    <a:pt x="339027" y="132763"/>
                  </a:lnTo>
                  <a:lnTo>
                    <a:pt x="339027" y="135208"/>
                  </a:lnTo>
                  <a:lnTo>
                    <a:pt x="341472" y="135208"/>
                  </a:lnTo>
                  <a:lnTo>
                    <a:pt x="341472" y="137941"/>
                  </a:lnTo>
                  <a:lnTo>
                    <a:pt x="344205" y="137941"/>
                  </a:lnTo>
                  <a:lnTo>
                    <a:pt x="344205" y="140530"/>
                  </a:lnTo>
                  <a:lnTo>
                    <a:pt x="344205" y="142975"/>
                  </a:lnTo>
                  <a:lnTo>
                    <a:pt x="344205" y="145421"/>
                  </a:lnTo>
                  <a:lnTo>
                    <a:pt x="346650" y="145421"/>
                  </a:lnTo>
                  <a:lnTo>
                    <a:pt x="346650" y="142975"/>
                  </a:lnTo>
                  <a:lnTo>
                    <a:pt x="346650" y="140530"/>
                  </a:lnTo>
                  <a:lnTo>
                    <a:pt x="349239" y="140530"/>
                  </a:lnTo>
                  <a:lnTo>
                    <a:pt x="351685" y="140530"/>
                  </a:lnTo>
                  <a:lnTo>
                    <a:pt x="351685" y="142975"/>
                  </a:lnTo>
                  <a:lnTo>
                    <a:pt x="351685" y="145421"/>
                  </a:lnTo>
                  <a:lnTo>
                    <a:pt x="351685" y="148154"/>
                  </a:lnTo>
                  <a:lnTo>
                    <a:pt x="351685" y="145421"/>
                  </a:lnTo>
                  <a:lnTo>
                    <a:pt x="351685" y="148154"/>
                  </a:lnTo>
                  <a:lnTo>
                    <a:pt x="349239" y="148154"/>
                  </a:lnTo>
                  <a:lnTo>
                    <a:pt x="349239" y="150743"/>
                  </a:lnTo>
                  <a:lnTo>
                    <a:pt x="351685" y="150743"/>
                  </a:lnTo>
                  <a:lnTo>
                    <a:pt x="351685" y="153188"/>
                  </a:lnTo>
                  <a:lnTo>
                    <a:pt x="351685" y="155633"/>
                  </a:lnTo>
                  <a:lnTo>
                    <a:pt x="354418" y="155633"/>
                  </a:lnTo>
                  <a:lnTo>
                    <a:pt x="354418" y="153188"/>
                  </a:lnTo>
                  <a:lnTo>
                    <a:pt x="354418" y="150743"/>
                  </a:lnTo>
                  <a:lnTo>
                    <a:pt x="356863" y="150743"/>
                  </a:lnTo>
                  <a:lnTo>
                    <a:pt x="359452" y="150743"/>
                  </a:lnTo>
                  <a:lnTo>
                    <a:pt x="361897" y="150743"/>
                  </a:lnTo>
                  <a:lnTo>
                    <a:pt x="361897" y="148154"/>
                  </a:lnTo>
                  <a:lnTo>
                    <a:pt x="364630" y="148154"/>
                  </a:lnTo>
                  <a:lnTo>
                    <a:pt x="364630" y="150743"/>
                  </a:lnTo>
                  <a:lnTo>
                    <a:pt x="367219" y="150743"/>
                  </a:lnTo>
                  <a:lnTo>
                    <a:pt x="367219" y="148154"/>
                  </a:lnTo>
                  <a:lnTo>
                    <a:pt x="369664" y="148154"/>
                  </a:lnTo>
                  <a:lnTo>
                    <a:pt x="369664" y="145421"/>
                  </a:lnTo>
                  <a:lnTo>
                    <a:pt x="372109" y="145421"/>
                  </a:lnTo>
                  <a:lnTo>
                    <a:pt x="374842" y="145421"/>
                  </a:lnTo>
                  <a:lnTo>
                    <a:pt x="377288" y="145421"/>
                  </a:lnTo>
                  <a:lnTo>
                    <a:pt x="379877" y="145421"/>
                  </a:lnTo>
                  <a:lnTo>
                    <a:pt x="382322" y="145421"/>
                  </a:lnTo>
                  <a:lnTo>
                    <a:pt x="382322" y="148154"/>
                  </a:lnTo>
                  <a:lnTo>
                    <a:pt x="385055" y="148154"/>
                  </a:lnTo>
                  <a:lnTo>
                    <a:pt x="382322" y="148154"/>
                  </a:lnTo>
                  <a:lnTo>
                    <a:pt x="385055" y="148154"/>
                  </a:lnTo>
                  <a:lnTo>
                    <a:pt x="385055" y="150743"/>
                  </a:lnTo>
                  <a:lnTo>
                    <a:pt x="387500" y="150743"/>
                  </a:lnTo>
                  <a:lnTo>
                    <a:pt x="385055" y="150743"/>
                  </a:lnTo>
                  <a:lnTo>
                    <a:pt x="385055" y="148154"/>
                  </a:lnTo>
                  <a:lnTo>
                    <a:pt x="385055" y="145421"/>
                  </a:lnTo>
                  <a:lnTo>
                    <a:pt x="387500" y="148154"/>
                  </a:lnTo>
                  <a:lnTo>
                    <a:pt x="390089" y="148154"/>
                  </a:lnTo>
                  <a:lnTo>
                    <a:pt x="390089" y="150743"/>
                  </a:lnTo>
                  <a:lnTo>
                    <a:pt x="390089" y="148154"/>
                  </a:lnTo>
                  <a:lnTo>
                    <a:pt x="390089" y="145421"/>
                  </a:lnTo>
                  <a:lnTo>
                    <a:pt x="392535" y="145421"/>
                  </a:lnTo>
                  <a:lnTo>
                    <a:pt x="392535" y="142975"/>
                  </a:lnTo>
                  <a:lnTo>
                    <a:pt x="395268" y="142975"/>
                  </a:lnTo>
                  <a:lnTo>
                    <a:pt x="397713" y="142975"/>
                  </a:lnTo>
                  <a:lnTo>
                    <a:pt x="400302" y="142975"/>
                  </a:lnTo>
                  <a:lnTo>
                    <a:pt x="402747" y="142975"/>
                  </a:lnTo>
                  <a:lnTo>
                    <a:pt x="402747" y="145421"/>
                  </a:lnTo>
                  <a:lnTo>
                    <a:pt x="402747" y="142975"/>
                  </a:lnTo>
                  <a:lnTo>
                    <a:pt x="405480" y="142975"/>
                  </a:lnTo>
                  <a:lnTo>
                    <a:pt x="407925" y="142975"/>
                  </a:lnTo>
                  <a:lnTo>
                    <a:pt x="410514" y="142975"/>
                  </a:lnTo>
                  <a:lnTo>
                    <a:pt x="412960" y="142975"/>
                  </a:lnTo>
                  <a:lnTo>
                    <a:pt x="410514" y="142975"/>
                  </a:lnTo>
                  <a:lnTo>
                    <a:pt x="412960" y="142975"/>
                  </a:lnTo>
                  <a:lnTo>
                    <a:pt x="412960" y="145421"/>
                  </a:lnTo>
                  <a:lnTo>
                    <a:pt x="412960" y="148154"/>
                  </a:lnTo>
                  <a:lnTo>
                    <a:pt x="410514" y="148154"/>
                  </a:lnTo>
                  <a:lnTo>
                    <a:pt x="410514" y="150743"/>
                  </a:lnTo>
                  <a:lnTo>
                    <a:pt x="407925" y="150743"/>
                  </a:lnTo>
                  <a:lnTo>
                    <a:pt x="407925" y="153188"/>
                  </a:lnTo>
                  <a:lnTo>
                    <a:pt x="405480" y="153188"/>
                  </a:lnTo>
                  <a:lnTo>
                    <a:pt x="405480" y="155633"/>
                  </a:lnTo>
                  <a:lnTo>
                    <a:pt x="402747" y="155633"/>
                  </a:lnTo>
                  <a:lnTo>
                    <a:pt x="400302" y="155633"/>
                  </a:lnTo>
                  <a:lnTo>
                    <a:pt x="397713" y="155633"/>
                  </a:lnTo>
                  <a:lnTo>
                    <a:pt x="397713" y="158366"/>
                  </a:lnTo>
                  <a:lnTo>
                    <a:pt x="395268" y="158366"/>
                  </a:lnTo>
                  <a:lnTo>
                    <a:pt x="395268" y="160955"/>
                  </a:lnTo>
                  <a:lnTo>
                    <a:pt x="392535" y="160955"/>
                  </a:lnTo>
                  <a:lnTo>
                    <a:pt x="392535" y="163400"/>
                  </a:lnTo>
                  <a:lnTo>
                    <a:pt x="392535" y="160955"/>
                  </a:lnTo>
                  <a:lnTo>
                    <a:pt x="395268" y="160955"/>
                  </a:lnTo>
                  <a:lnTo>
                    <a:pt x="395268" y="163400"/>
                  </a:lnTo>
                  <a:lnTo>
                    <a:pt x="395268" y="160955"/>
                  </a:lnTo>
                  <a:lnTo>
                    <a:pt x="395268" y="163400"/>
                  </a:lnTo>
                  <a:lnTo>
                    <a:pt x="397713" y="163400"/>
                  </a:lnTo>
                  <a:lnTo>
                    <a:pt x="397713" y="165845"/>
                  </a:lnTo>
                  <a:lnTo>
                    <a:pt x="395268" y="165845"/>
                  </a:lnTo>
                  <a:lnTo>
                    <a:pt x="392535" y="168578"/>
                  </a:lnTo>
                  <a:lnTo>
                    <a:pt x="390089" y="168578"/>
                  </a:lnTo>
                  <a:lnTo>
                    <a:pt x="390089" y="171168"/>
                  </a:lnTo>
                  <a:lnTo>
                    <a:pt x="390089" y="173613"/>
                  </a:lnTo>
                  <a:lnTo>
                    <a:pt x="390089" y="176058"/>
                  </a:lnTo>
                  <a:lnTo>
                    <a:pt x="390089" y="178647"/>
                  </a:lnTo>
                  <a:lnTo>
                    <a:pt x="387500" y="178647"/>
                  </a:lnTo>
                  <a:lnTo>
                    <a:pt x="390089" y="178647"/>
                  </a:lnTo>
                  <a:lnTo>
                    <a:pt x="387500" y="178647"/>
                  </a:lnTo>
                  <a:lnTo>
                    <a:pt x="387500" y="181380"/>
                  </a:lnTo>
                  <a:lnTo>
                    <a:pt x="387500" y="183825"/>
                  </a:lnTo>
                  <a:lnTo>
                    <a:pt x="387500" y="186271"/>
                  </a:lnTo>
                  <a:lnTo>
                    <a:pt x="385055" y="186271"/>
                  </a:lnTo>
                  <a:lnTo>
                    <a:pt x="385055" y="183825"/>
                  </a:lnTo>
                  <a:lnTo>
                    <a:pt x="382322" y="183825"/>
                  </a:lnTo>
                  <a:lnTo>
                    <a:pt x="382322" y="186271"/>
                  </a:lnTo>
                  <a:lnTo>
                    <a:pt x="379877" y="186271"/>
                  </a:lnTo>
                  <a:lnTo>
                    <a:pt x="379877" y="188716"/>
                  </a:lnTo>
                  <a:lnTo>
                    <a:pt x="379877" y="191449"/>
                  </a:lnTo>
                  <a:lnTo>
                    <a:pt x="379877" y="194038"/>
                  </a:lnTo>
                  <a:lnTo>
                    <a:pt x="377288" y="196483"/>
                  </a:lnTo>
                  <a:lnTo>
                    <a:pt x="377288" y="198928"/>
                  </a:lnTo>
                  <a:lnTo>
                    <a:pt x="374842" y="198928"/>
                  </a:lnTo>
                  <a:lnTo>
                    <a:pt x="377288" y="198928"/>
                  </a:lnTo>
                  <a:lnTo>
                    <a:pt x="377288" y="201661"/>
                  </a:lnTo>
                  <a:lnTo>
                    <a:pt x="377288" y="204250"/>
                  </a:lnTo>
                  <a:lnTo>
                    <a:pt x="374842" y="204250"/>
                  </a:lnTo>
                  <a:lnTo>
                    <a:pt x="372109" y="204250"/>
                  </a:lnTo>
                  <a:lnTo>
                    <a:pt x="372109" y="201661"/>
                  </a:lnTo>
                  <a:lnTo>
                    <a:pt x="372109" y="198928"/>
                  </a:lnTo>
                  <a:lnTo>
                    <a:pt x="372109" y="196483"/>
                  </a:lnTo>
                  <a:lnTo>
                    <a:pt x="372109" y="194038"/>
                  </a:lnTo>
                  <a:lnTo>
                    <a:pt x="369664" y="194038"/>
                  </a:lnTo>
                  <a:lnTo>
                    <a:pt x="369664" y="191449"/>
                  </a:lnTo>
                  <a:lnTo>
                    <a:pt x="367219" y="194038"/>
                  </a:lnTo>
                  <a:lnTo>
                    <a:pt x="367219" y="196483"/>
                  </a:lnTo>
                  <a:lnTo>
                    <a:pt x="367219" y="198928"/>
                  </a:lnTo>
                  <a:lnTo>
                    <a:pt x="364630" y="198928"/>
                  </a:lnTo>
                  <a:lnTo>
                    <a:pt x="364630" y="201661"/>
                  </a:lnTo>
                  <a:lnTo>
                    <a:pt x="364630" y="204250"/>
                  </a:lnTo>
                  <a:lnTo>
                    <a:pt x="364630" y="206696"/>
                  </a:lnTo>
                  <a:lnTo>
                    <a:pt x="367219" y="206696"/>
                  </a:lnTo>
                  <a:lnTo>
                    <a:pt x="367219" y="209141"/>
                  </a:lnTo>
                  <a:lnTo>
                    <a:pt x="364630" y="209141"/>
                  </a:lnTo>
                  <a:lnTo>
                    <a:pt x="364630" y="211874"/>
                  </a:lnTo>
                  <a:lnTo>
                    <a:pt x="364630" y="214463"/>
                  </a:lnTo>
                  <a:lnTo>
                    <a:pt x="361897" y="216908"/>
                  </a:lnTo>
                  <a:lnTo>
                    <a:pt x="361897" y="219353"/>
                  </a:lnTo>
                  <a:lnTo>
                    <a:pt x="361897" y="222086"/>
                  </a:lnTo>
                  <a:lnTo>
                    <a:pt x="361897" y="224676"/>
                  </a:lnTo>
                  <a:lnTo>
                    <a:pt x="359452" y="224676"/>
                  </a:lnTo>
                  <a:lnTo>
                    <a:pt x="359452" y="222086"/>
                  </a:lnTo>
                  <a:lnTo>
                    <a:pt x="356863" y="222086"/>
                  </a:lnTo>
                  <a:lnTo>
                    <a:pt x="354418" y="222086"/>
                  </a:lnTo>
                  <a:lnTo>
                    <a:pt x="354418" y="224676"/>
                  </a:lnTo>
                  <a:lnTo>
                    <a:pt x="351685" y="224676"/>
                  </a:lnTo>
                  <a:lnTo>
                    <a:pt x="351685" y="227121"/>
                  </a:lnTo>
                  <a:lnTo>
                    <a:pt x="349239" y="227121"/>
                  </a:lnTo>
                  <a:lnTo>
                    <a:pt x="349239" y="229566"/>
                  </a:lnTo>
                  <a:lnTo>
                    <a:pt x="349239" y="232299"/>
                  </a:lnTo>
                  <a:lnTo>
                    <a:pt x="349239" y="234888"/>
                  </a:lnTo>
                  <a:lnTo>
                    <a:pt x="346650" y="234888"/>
                  </a:lnTo>
                  <a:lnTo>
                    <a:pt x="346650" y="237333"/>
                  </a:lnTo>
                  <a:lnTo>
                    <a:pt x="344205" y="237333"/>
                  </a:lnTo>
                  <a:lnTo>
                    <a:pt x="344205" y="239778"/>
                  </a:lnTo>
                  <a:lnTo>
                    <a:pt x="341472" y="239778"/>
                  </a:lnTo>
                  <a:lnTo>
                    <a:pt x="339027" y="239778"/>
                  </a:lnTo>
                  <a:lnTo>
                    <a:pt x="339027" y="242511"/>
                  </a:lnTo>
                  <a:lnTo>
                    <a:pt x="336581" y="245100"/>
                  </a:lnTo>
                  <a:lnTo>
                    <a:pt x="333992" y="245100"/>
                  </a:lnTo>
                  <a:lnTo>
                    <a:pt x="333992" y="247546"/>
                  </a:lnTo>
                  <a:lnTo>
                    <a:pt x="331547" y="249991"/>
                  </a:lnTo>
                  <a:lnTo>
                    <a:pt x="328814" y="249991"/>
                  </a:lnTo>
                  <a:lnTo>
                    <a:pt x="328814" y="252724"/>
                  </a:lnTo>
                  <a:lnTo>
                    <a:pt x="328814" y="255169"/>
                  </a:lnTo>
                  <a:lnTo>
                    <a:pt x="326369" y="255169"/>
                  </a:lnTo>
                  <a:lnTo>
                    <a:pt x="326369" y="257758"/>
                  </a:lnTo>
                  <a:lnTo>
                    <a:pt x="323780" y="257758"/>
                  </a:lnTo>
                  <a:lnTo>
                    <a:pt x="323780" y="260204"/>
                  </a:lnTo>
                  <a:lnTo>
                    <a:pt x="321335" y="262793"/>
                  </a:lnTo>
                  <a:lnTo>
                    <a:pt x="321335" y="265526"/>
                  </a:lnTo>
                  <a:lnTo>
                    <a:pt x="318602" y="265526"/>
                  </a:lnTo>
                  <a:lnTo>
                    <a:pt x="318602" y="267971"/>
                  </a:lnTo>
                  <a:lnTo>
                    <a:pt x="316157" y="267971"/>
                  </a:lnTo>
                  <a:lnTo>
                    <a:pt x="316157" y="270416"/>
                  </a:lnTo>
                  <a:lnTo>
                    <a:pt x="318602" y="270416"/>
                  </a:lnTo>
                  <a:lnTo>
                    <a:pt x="318602" y="272861"/>
                  </a:lnTo>
                  <a:lnTo>
                    <a:pt x="316157" y="272861"/>
                  </a:lnTo>
                  <a:lnTo>
                    <a:pt x="316157" y="275738"/>
                  </a:lnTo>
                  <a:lnTo>
                    <a:pt x="313568" y="275738"/>
                  </a:lnTo>
                  <a:lnTo>
                    <a:pt x="313568" y="278183"/>
                  </a:lnTo>
                  <a:lnTo>
                    <a:pt x="311122" y="278183"/>
                  </a:lnTo>
                  <a:lnTo>
                    <a:pt x="311122" y="280628"/>
                  </a:lnTo>
                  <a:lnTo>
                    <a:pt x="308389" y="280628"/>
                  </a:lnTo>
                  <a:lnTo>
                    <a:pt x="305944" y="280628"/>
                  </a:lnTo>
                  <a:lnTo>
                    <a:pt x="305944" y="283074"/>
                  </a:lnTo>
                  <a:lnTo>
                    <a:pt x="303355" y="283074"/>
                  </a:lnTo>
                  <a:lnTo>
                    <a:pt x="303355" y="285807"/>
                  </a:lnTo>
                  <a:lnTo>
                    <a:pt x="300910" y="285807"/>
                  </a:lnTo>
                  <a:lnTo>
                    <a:pt x="300910" y="288396"/>
                  </a:lnTo>
                  <a:lnTo>
                    <a:pt x="298177" y="288396"/>
                  </a:lnTo>
                  <a:lnTo>
                    <a:pt x="298177" y="290841"/>
                  </a:lnTo>
                  <a:lnTo>
                    <a:pt x="298177" y="293286"/>
                  </a:lnTo>
                  <a:lnTo>
                    <a:pt x="295731" y="293286"/>
                  </a:lnTo>
                  <a:lnTo>
                    <a:pt x="293142" y="293286"/>
                  </a:lnTo>
                  <a:lnTo>
                    <a:pt x="290697" y="293286"/>
                  </a:lnTo>
                  <a:lnTo>
                    <a:pt x="290697" y="290841"/>
                  </a:lnTo>
                  <a:lnTo>
                    <a:pt x="290697" y="293286"/>
                  </a:lnTo>
                  <a:lnTo>
                    <a:pt x="290697" y="296019"/>
                  </a:lnTo>
                  <a:lnTo>
                    <a:pt x="275307" y="306232"/>
                  </a:lnTo>
                  <a:lnTo>
                    <a:pt x="272861" y="306232"/>
                  </a:lnTo>
                  <a:lnTo>
                    <a:pt x="272861" y="308821"/>
                  </a:lnTo>
                  <a:lnTo>
                    <a:pt x="272861" y="306232"/>
                  </a:lnTo>
                  <a:lnTo>
                    <a:pt x="272861" y="303499"/>
                  </a:lnTo>
                  <a:lnTo>
                    <a:pt x="270272" y="303499"/>
                  </a:lnTo>
                  <a:lnTo>
                    <a:pt x="272861" y="306232"/>
                  </a:lnTo>
                  <a:lnTo>
                    <a:pt x="270272" y="306232"/>
                  </a:lnTo>
                  <a:lnTo>
                    <a:pt x="270272" y="308821"/>
                  </a:lnTo>
                  <a:lnTo>
                    <a:pt x="272861" y="308821"/>
                  </a:lnTo>
                  <a:lnTo>
                    <a:pt x="270272" y="308821"/>
                  </a:lnTo>
                  <a:lnTo>
                    <a:pt x="270272" y="311266"/>
                  </a:lnTo>
                  <a:lnTo>
                    <a:pt x="267539" y="311266"/>
                  </a:lnTo>
                  <a:lnTo>
                    <a:pt x="267539" y="313712"/>
                  </a:lnTo>
                  <a:lnTo>
                    <a:pt x="267539" y="311266"/>
                  </a:lnTo>
                  <a:lnTo>
                    <a:pt x="265094" y="313712"/>
                  </a:lnTo>
                  <a:lnTo>
                    <a:pt x="267539" y="313712"/>
                  </a:lnTo>
                  <a:lnTo>
                    <a:pt x="265094" y="313712"/>
                  </a:lnTo>
                  <a:lnTo>
                    <a:pt x="265094" y="316444"/>
                  </a:lnTo>
                  <a:lnTo>
                    <a:pt x="262505" y="316444"/>
                  </a:lnTo>
                  <a:lnTo>
                    <a:pt x="262505" y="319033"/>
                  </a:lnTo>
                  <a:lnTo>
                    <a:pt x="260060" y="321478"/>
                  </a:lnTo>
                  <a:lnTo>
                    <a:pt x="257614" y="319033"/>
                  </a:lnTo>
                  <a:lnTo>
                    <a:pt x="257614" y="316444"/>
                  </a:lnTo>
                  <a:lnTo>
                    <a:pt x="254881" y="316444"/>
                  </a:lnTo>
                  <a:lnTo>
                    <a:pt x="254881" y="313712"/>
                  </a:lnTo>
                  <a:lnTo>
                    <a:pt x="254881" y="316444"/>
                  </a:lnTo>
                  <a:lnTo>
                    <a:pt x="254881" y="319033"/>
                  </a:lnTo>
                  <a:lnTo>
                    <a:pt x="252436" y="316444"/>
                  </a:lnTo>
                  <a:lnTo>
                    <a:pt x="252436" y="319033"/>
                  </a:lnTo>
                  <a:lnTo>
                    <a:pt x="249847" y="319033"/>
                  </a:lnTo>
                  <a:lnTo>
                    <a:pt x="252436" y="321478"/>
                  </a:lnTo>
                  <a:lnTo>
                    <a:pt x="249847" y="321478"/>
                  </a:lnTo>
                  <a:lnTo>
                    <a:pt x="247402" y="321478"/>
                  </a:lnTo>
                  <a:lnTo>
                    <a:pt x="249847" y="321478"/>
                  </a:lnTo>
                  <a:lnTo>
                    <a:pt x="249847" y="323924"/>
                  </a:lnTo>
                  <a:lnTo>
                    <a:pt x="247402" y="323924"/>
                  </a:lnTo>
                  <a:lnTo>
                    <a:pt x="247402" y="326657"/>
                  </a:lnTo>
                  <a:lnTo>
                    <a:pt x="244669" y="326657"/>
                  </a:lnTo>
                  <a:lnTo>
                    <a:pt x="244669" y="329246"/>
                  </a:lnTo>
                  <a:lnTo>
                    <a:pt x="242223" y="329246"/>
                  </a:lnTo>
                  <a:lnTo>
                    <a:pt x="242223" y="326657"/>
                  </a:lnTo>
                  <a:lnTo>
                    <a:pt x="239635" y="326657"/>
                  </a:lnTo>
                  <a:lnTo>
                    <a:pt x="239635" y="329246"/>
                  </a:lnTo>
                  <a:lnTo>
                    <a:pt x="242223" y="329246"/>
                  </a:lnTo>
                  <a:lnTo>
                    <a:pt x="239635" y="331691"/>
                  </a:lnTo>
                  <a:lnTo>
                    <a:pt x="239635" y="329246"/>
                  </a:lnTo>
                  <a:lnTo>
                    <a:pt x="239635" y="331691"/>
                  </a:lnTo>
                  <a:lnTo>
                    <a:pt x="237190" y="331691"/>
                  </a:lnTo>
                  <a:lnTo>
                    <a:pt x="239635" y="331691"/>
                  </a:lnTo>
                  <a:lnTo>
                    <a:pt x="239635" y="329246"/>
                  </a:lnTo>
                  <a:lnTo>
                    <a:pt x="237190" y="329246"/>
                  </a:lnTo>
                  <a:lnTo>
                    <a:pt x="239635" y="329246"/>
                  </a:lnTo>
                  <a:lnTo>
                    <a:pt x="237190" y="329246"/>
                  </a:lnTo>
                  <a:lnTo>
                    <a:pt x="237190" y="331691"/>
                  </a:lnTo>
                  <a:lnTo>
                    <a:pt x="237190" y="329246"/>
                  </a:lnTo>
                  <a:lnTo>
                    <a:pt x="237190" y="331691"/>
                  </a:lnTo>
                  <a:lnTo>
                    <a:pt x="234457" y="331691"/>
                  </a:lnTo>
                  <a:lnTo>
                    <a:pt x="234457" y="329246"/>
                  </a:lnTo>
                  <a:lnTo>
                    <a:pt x="237190" y="329246"/>
                  </a:lnTo>
                  <a:lnTo>
                    <a:pt x="237190" y="326657"/>
                  </a:lnTo>
                  <a:lnTo>
                    <a:pt x="237190" y="329246"/>
                  </a:lnTo>
                  <a:lnTo>
                    <a:pt x="237190" y="326657"/>
                  </a:lnTo>
                  <a:lnTo>
                    <a:pt x="234457" y="326657"/>
                  </a:lnTo>
                  <a:lnTo>
                    <a:pt x="237190" y="326657"/>
                  </a:lnTo>
                  <a:lnTo>
                    <a:pt x="237190" y="323924"/>
                  </a:lnTo>
                  <a:lnTo>
                    <a:pt x="237190" y="321478"/>
                  </a:lnTo>
                  <a:lnTo>
                    <a:pt x="234457" y="321478"/>
                  </a:lnTo>
                  <a:lnTo>
                    <a:pt x="237190" y="321478"/>
                  </a:lnTo>
                  <a:lnTo>
                    <a:pt x="237190" y="323924"/>
                  </a:lnTo>
                  <a:lnTo>
                    <a:pt x="234457" y="323924"/>
                  </a:lnTo>
                  <a:lnTo>
                    <a:pt x="234457" y="326657"/>
                  </a:lnTo>
                  <a:lnTo>
                    <a:pt x="234457" y="329246"/>
                  </a:lnTo>
                  <a:lnTo>
                    <a:pt x="234457" y="331691"/>
                  </a:lnTo>
                  <a:lnTo>
                    <a:pt x="234457" y="329246"/>
                  </a:lnTo>
                  <a:lnTo>
                    <a:pt x="232011" y="329246"/>
                  </a:lnTo>
                  <a:lnTo>
                    <a:pt x="232011" y="331691"/>
                  </a:lnTo>
                  <a:lnTo>
                    <a:pt x="232011" y="334136"/>
                  </a:lnTo>
                  <a:lnTo>
                    <a:pt x="229422" y="334136"/>
                  </a:lnTo>
                  <a:lnTo>
                    <a:pt x="229422" y="331691"/>
                  </a:lnTo>
                  <a:lnTo>
                    <a:pt x="229422" y="334136"/>
                  </a:lnTo>
                  <a:lnTo>
                    <a:pt x="226977" y="334136"/>
                  </a:lnTo>
                  <a:lnTo>
                    <a:pt x="226977" y="331691"/>
                  </a:lnTo>
                  <a:lnTo>
                    <a:pt x="226977" y="329246"/>
                  </a:lnTo>
                  <a:lnTo>
                    <a:pt x="226977" y="326657"/>
                  </a:lnTo>
                  <a:lnTo>
                    <a:pt x="226977" y="329246"/>
                  </a:lnTo>
                  <a:lnTo>
                    <a:pt x="226977" y="326657"/>
                  </a:lnTo>
                  <a:lnTo>
                    <a:pt x="229422" y="326657"/>
                  </a:lnTo>
                  <a:lnTo>
                    <a:pt x="229422" y="323924"/>
                  </a:lnTo>
                  <a:lnTo>
                    <a:pt x="229422" y="326657"/>
                  </a:lnTo>
                  <a:lnTo>
                    <a:pt x="226977" y="326657"/>
                  </a:lnTo>
                  <a:lnTo>
                    <a:pt x="224244" y="326657"/>
                  </a:lnTo>
                  <a:lnTo>
                    <a:pt x="221799" y="326657"/>
                  </a:lnTo>
                  <a:lnTo>
                    <a:pt x="219210" y="326657"/>
                  </a:lnTo>
                  <a:lnTo>
                    <a:pt x="216764" y="326657"/>
                  </a:lnTo>
                  <a:lnTo>
                    <a:pt x="216764" y="329246"/>
                  </a:lnTo>
                  <a:lnTo>
                    <a:pt x="216764" y="331691"/>
                  </a:lnTo>
                  <a:lnTo>
                    <a:pt x="216764" y="329246"/>
                  </a:lnTo>
                  <a:lnTo>
                    <a:pt x="216764" y="331691"/>
                  </a:lnTo>
                  <a:lnTo>
                    <a:pt x="219210" y="331691"/>
                  </a:lnTo>
                  <a:lnTo>
                    <a:pt x="216764" y="331691"/>
                  </a:lnTo>
                  <a:lnTo>
                    <a:pt x="216764" y="334136"/>
                  </a:lnTo>
                  <a:lnTo>
                    <a:pt x="219210" y="334136"/>
                  </a:lnTo>
                  <a:lnTo>
                    <a:pt x="219210" y="336869"/>
                  </a:lnTo>
                  <a:lnTo>
                    <a:pt x="216764" y="336869"/>
                  </a:lnTo>
                  <a:lnTo>
                    <a:pt x="214031" y="336869"/>
                  </a:lnTo>
                  <a:lnTo>
                    <a:pt x="214031" y="334136"/>
                  </a:lnTo>
                  <a:lnTo>
                    <a:pt x="211586" y="334136"/>
                  </a:lnTo>
                  <a:lnTo>
                    <a:pt x="211586" y="331691"/>
                  </a:lnTo>
                  <a:lnTo>
                    <a:pt x="208997" y="331691"/>
                  </a:lnTo>
                  <a:lnTo>
                    <a:pt x="208997" y="329246"/>
                  </a:lnTo>
                  <a:lnTo>
                    <a:pt x="206552" y="329246"/>
                  </a:lnTo>
                  <a:lnTo>
                    <a:pt x="206552" y="326657"/>
                  </a:lnTo>
                  <a:lnTo>
                    <a:pt x="203819" y="326657"/>
                  </a:lnTo>
                  <a:lnTo>
                    <a:pt x="203819" y="323924"/>
                  </a:lnTo>
                  <a:lnTo>
                    <a:pt x="203819" y="326657"/>
                  </a:lnTo>
                  <a:lnTo>
                    <a:pt x="206552" y="326657"/>
                  </a:lnTo>
                  <a:lnTo>
                    <a:pt x="206552" y="329246"/>
                  </a:lnTo>
                  <a:lnTo>
                    <a:pt x="203819" y="329246"/>
                  </a:lnTo>
                  <a:lnTo>
                    <a:pt x="201373" y="329246"/>
                  </a:lnTo>
                  <a:lnTo>
                    <a:pt x="201373" y="331691"/>
                  </a:lnTo>
                  <a:lnTo>
                    <a:pt x="201373" y="329246"/>
                  </a:lnTo>
                  <a:lnTo>
                    <a:pt x="198928" y="329246"/>
                  </a:lnTo>
                  <a:lnTo>
                    <a:pt x="196339" y="329246"/>
                  </a:lnTo>
                  <a:lnTo>
                    <a:pt x="196339" y="331691"/>
                  </a:lnTo>
                  <a:lnTo>
                    <a:pt x="196339" y="334136"/>
                  </a:lnTo>
                  <a:lnTo>
                    <a:pt x="196339" y="331691"/>
                  </a:lnTo>
                  <a:lnTo>
                    <a:pt x="196339" y="334136"/>
                  </a:lnTo>
                  <a:lnTo>
                    <a:pt x="196339" y="336869"/>
                  </a:lnTo>
                  <a:lnTo>
                    <a:pt x="193607" y="336869"/>
                  </a:lnTo>
                  <a:lnTo>
                    <a:pt x="191161" y="336869"/>
                  </a:lnTo>
                  <a:lnTo>
                    <a:pt x="191161" y="334136"/>
                  </a:lnTo>
                  <a:lnTo>
                    <a:pt x="188572" y="334136"/>
                  </a:lnTo>
                  <a:lnTo>
                    <a:pt x="188572" y="331691"/>
                  </a:lnTo>
                  <a:lnTo>
                    <a:pt x="186127" y="331691"/>
                  </a:lnTo>
                  <a:lnTo>
                    <a:pt x="183682" y="329246"/>
                  </a:lnTo>
                  <a:lnTo>
                    <a:pt x="180949" y="329246"/>
                  </a:lnTo>
                  <a:lnTo>
                    <a:pt x="180949" y="326657"/>
                  </a:lnTo>
                  <a:lnTo>
                    <a:pt x="178503" y="323924"/>
                  </a:lnTo>
                  <a:lnTo>
                    <a:pt x="180949" y="323924"/>
                  </a:lnTo>
                  <a:lnTo>
                    <a:pt x="180949" y="321478"/>
                  </a:lnTo>
                  <a:lnTo>
                    <a:pt x="178503" y="321478"/>
                  </a:lnTo>
                  <a:lnTo>
                    <a:pt x="180949" y="321478"/>
                  </a:lnTo>
                  <a:lnTo>
                    <a:pt x="180949" y="319033"/>
                  </a:lnTo>
                  <a:lnTo>
                    <a:pt x="178503" y="319033"/>
                  </a:lnTo>
                  <a:lnTo>
                    <a:pt x="180949" y="319033"/>
                  </a:lnTo>
                  <a:lnTo>
                    <a:pt x="180949" y="316444"/>
                  </a:lnTo>
                  <a:lnTo>
                    <a:pt x="178503" y="316444"/>
                  </a:lnTo>
                  <a:lnTo>
                    <a:pt x="178503" y="313712"/>
                  </a:lnTo>
                  <a:lnTo>
                    <a:pt x="180949" y="313712"/>
                  </a:lnTo>
                  <a:lnTo>
                    <a:pt x="178503" y="313712"/>
                  </a:lnTo>
                  <a:lnTo>
                    <a:pt x="178503" y="311266"/>
                  </a:lnTo>
                  <a:lnTo>
                    <a:pt x="175914" y="311266"/>
                  </a:lnTo>
                  <a:lnTo>
                    <a:pt x="175914" y="308821"/>
                  </a:lnTo>
                  <a:lnTo>
                    <a:pt x="173469" y="308821"/>
                  </a:lnTo>
                  <a:lnTo>
                    <a:pt x="173469" y="306232"/>
                  </a:lnTo>
                  <a:lnTo>
                    <a:pt x="170736" y="306232"/>
                  </a:lnTo>
                  <a:lnTo>
                    <a:pt x="170736" y="303499"/>
                  </a:lnTo>
                  <a:lnTo>
                    <a:pt x="173469" y="303499"/>
                  </a:lnTo>
                  <a:lnTo>
                    <a:pt x="173469" y="301054"/>
                  </a:lnTo>
                  <a:lnTo>
                    <a:pt x="173469" y="303499"/>
                  </a:lnTo>
                  <a:lnTo>
                    <a:pt x="173469" y="301054"/>
                  </a:lnTo>
                  <a:lnTo>
                    <a:pt x="175914" y="301054"/>
                  </a:lnTo>
                  <a:lnTo>
                    <a:pt x="175914" y="298608"/>
                  </a:lnTo>
                  <a:lnTo>
                    <a:pt x="173469" y="298608"/>
                  </a:lnTo>
                  <a:lnTo>
                    <a:pt x="173469" y="296019"/>
                  </a:lnTo>
                  <a:lnTo>
                    <a:pt x="173469" y="293286"/>
                  </a:lnTo>
                  <a:lnTo>
                    <a:pt x="170736" y="293286"/>
                  </a:lnTo>
                  <a:lnTo>
                    <a:pt x="170736" y="290841"/>
                  </a:lnTo>
                  <a:lnTo>
                    <a:pt x="168291" y="290841"/>
                  </a:lnTo>
                  <a:lnTo>
                    <a:pt x="168291" y="293286"/>
                  </a:lnTo>
                  <a:lnTo>
                    <a:pt x="165702" y="293286"/>
                  </a:lnTo>
                  <a:lnTo>
                    <a:pt x="163256" y="293286"/>
                  </a:lnTo>
                  <a:lnTo>
                    <a:pt x="160524" y="293286"/>
                  </a:lnTo>
                  <a:lnTo>
                    <a:pt x="158078" y="293286"/>
                  </a:lnTo>
                  <a:lnTo>
                    <a:pt x="155489" y="293286"/>
                  </a:lnTo>
                  <a:lnTo>
                    <a:pt x="153044" y="293286"/>
                  </a:lnTo>
                  <a:lnTo>
                    <a:pt x="150311" y="290841"/>
                  </a:lnTo>
                  <a:lnTo>
                    <a:pt x="147866" y="288396"/>
                  </a:lnTo>
                  <a:lnTo>
                    <a:pt x="147866" y="290841"/>
                  </a:lnTo>
                  <a:lnTo>
                    <a:pt x="147866" y="288396"/>
                  </a:lnTo>
                  <a:lnTo>
                    <a:pt x="147866" y="290841"/>
                  </a:lnTo>
                  <a:lnTo>
                    <a:pt x="145277" y="290841"/>
                  </a:lnTo>
                  <a:lnTo>
                    <a:pt x="142832" y="290841"/>
                  </a:lnTo>
                  <a:lnTo>
                    <a:pt x="140099" y="290841"/>
                  </a:lnTo>
                  <a:lnTo>
                    <a:pt x="142832" y="290841"/>
                  </a:lnTo>
                  <a:lnTo>
                    <a:pt x="140099" y="288396"/>
                  </a:lnTo>
                  <a:lnTo>
                    <a:pt x="140099" y="285807"/>
                  </a:lnTo>
                  <a:lnTo>
                    <a:pt x="142832" y="285807"/>
                  </a:lnTo>
                  <a:lnTo>
                    <a:pt x="140099" y="285807"/>
                  </a:lnTo>
                  <a:lnTo>
                    <a:pt x="140099" y="283074"/>
                  </a:lnTo>
                  <a:lnTo>
                    <a:pt x="137653" y="283074"/>
                  </a:lnTo>
                  <a:lnTo>
                    <a:pt x="140099" y="283074"/>
                  </a:lnTo>
                  <a:lnTo>
                    <a:pt x="137653" y="283074"/>
                  </a:lnTo>
                  <a:lnTo>
                    <a:pt x="137653" y="280628"/>
                  </a:lnTo>
                  <a:lnTo>
                    <a:pt x="137653" y="278183"/>
                  </a:lnTo>
                  <a:lnTo>
                    <a:pt x="140099" y="278183"/>
                  </a:lnTo>
                  <a:lnTo>
                    <a:pt x="140099" y="275738"/>
                  </a:lnTo>
                  <a:lnTo>
                    <a:pt x="137653" y="275738"/>
                  </a:lnTo>
                  <a:lnTo>
                    <a:pt x="137653" y="272861"/>
                  </a:lnTo>
                  <a:lnTo>
                    <a:pt x="135064" y="272861"/>
                  </a:lnTo>
                  <a:lnTo>
                    <a:pt x="137653" y="272861"/>
                  </a:lnTo>
                  <a:lnTo>
                    <a:pt x="135064" y="272861"/>
                  </a:lnTo>
                  <a:lnTo>
                    <a:pt x="135064" y="270416"/>
                  </a:lnTo>
                  <a:lnTo>
                    <a:pt x="135064" y="267971"/>
                  </a:lnTo>
                  <a:lnTo>
                    <a:pt x="137653" y="267971"/>
                  </a:lnTo>
                  <a:lnTo>
                    <a:pt x="137653" y="265526"/>
                  </a:lnTo>
                  <a:lnTo>
                    <a:pt x="135064" y="265526"/>
                  </a:lnTo>
                  <a:lnTo>
                    <a:pt x="135064" y="262793"/>
                  </a:lnTo>
                  <a:lnTo>
                    <a:pt x="132619" y="260204"/>
                  </a:lnTo>
                  <a:lnTo>
                    <a:pt x="132619" y="257758"/>
                  </a:lnTo>
                  <a:lnTo>
                    <a:pt x="132619" y="255169"/>
                  </a:lnTo>
                  <a:lnTo>
                    <a:pt x="129886" y="252724"/>
                  </a:lnTo>
                  <a:lnTo>
                    <a:pt x="129886" y="249991"/>
                  </a:lnTo>
                  <a:lnTo>
                    <a:pt x="129886" y="247546"/>
                  </a:lnTo>
                  <a:lnTo>
                    <a:pt x="127441" y="245100"/>
                  </a:lnTo>
                  <a:lnTo>
                    <a:pt x="127441" y="242511"/>
                  </a:lnTo>
                  <a:lnTo>
                    <a:pt x="127441" y="239778"/>
                  </a:lnTo>
                  <a:lnTo>
                    <a:pt x="124852" y="237333"/>
                  </a:lnTo>
                  <a:lnTo>
                    <a:pt x="124852" y="234888"/>
                  </a:lnTo>
                  <a:lnTo>
                    <a:pt x="124852" y="232299"/>
                  </a:lnTo>
                  <a:lnTo>
                    <a:pt x="122406" y="232299"/>
                  </a:lnTo>
                  <a:lnTo>
                    <a:pt x="122406" y="229566"/>
                  </a:lnTo>
                  <a:lnTo>
                    <a:pt x="122406" y="227121"/>
                  </a:lnTo>
                  <a:lnTo>
                    <a:pt x="122406" y="224676"/>
                  </a:lnTo>
                  <a:lnTo>
                    <a:pt x="119673" y="222086"/>
                  </a:lnTo>
                  <a:lnTo>
                    <a:pt x="119673" y="219353"/>
                  </a:lnTo>
                  <a:lnTo>
                    <a:pt x="119673" y="216908"/>
                  </a:lnTo>
                  <a:lnTo>
                    <a:pt x="117228" y="214463"/>
                  </a:lnTo>
                  <a:lnTo>
                    <a:pt x="117228" y="211874"/>
                  </a:lnTo>
                  <a:lnTo>
                    <a:pt x="117228" y="209141"/>
                  </a:lnTo>
                  <a:lnTo>
                    <a:pt x="114783" y="209141"/>
                  </a:lnTo>
                  <a:lnTo>
                    <a:pt x="114783" y="206696"/>
                  </a:lnTo>
                  <a:lnTo>
                    <a:pt x="114783" y="204250"/>
                  </a:lnTo>
                  <a:lnTo>
                    <a:pt x="114783" y="201661"/>
                  </a:lnTo>
                  <a:lnTo>
                    <a:pt x="112194" y="201661"/>
                  </a:lnTo>
                  <a:lnTo>
                    <a:pt x="112194" y="198928"/>
                  </a:lnTo>
                  <a:lnTo>
                    <a:pt x="112194" y="196483"/>
                  </a:lnTo>
                  <a:lnTo>
                    <a:pt x="112194" y="194038"/>
                  </a:lnTo>
                  <a:lnTo>
                    <a:pt x="109749" y="194038"/>
                  </a:lnTo>
                  <a:lnTo>
                    <a:pt x="109749" y="191449"/>
                  </a:lnTo>
                  <a:lnTo>
                    <a:pt x="109749" y="188716"/>
                  </a:lnTo>
                  <a:lnTo>
                    <a:pt x="107016" y="186271"/>
                  </a:lnTo>
                  <a:lnTo>
                    <a:pt x="107016" y="183825"/>
                  </a:lnTo>
                  <a:lnTo>
                    <a:pt x="107016" y="181380"/>
                  </a:lnTo>
                  <a:lnTo>
                    <a:pt x="104571" y="178647"/>
                  </a:lnTo>
                  <a:lnTo>
                    <a:pt x="104571" y="176058"/>
                  </a:lnTo>
                  <a:lnTo>
                    <a:pt x="104571" y="173613"/>
                  </a:lnTo>
                  <a:lnTo>
                    <a:pt x="101981" y="171168"/>
                  </a:lnTo>
                  <a:lnTo>
                    <a:pt x="101981" y="168578"/>
                  </a:lnTo>
                  <a:lnTo>
                    <a:pt x="101981" y="165845"/>
                  </a:lnTo>
                  <a:lnTo>
                    <a:pt x="99536" y="163400"/>
                  </a:lnTo>
                  <a:lnTo>
                    <a:pt x="99536" y="160955"/>
                  </a:lnTo>
                  <a:lnTo>
                    <a:pt x="99536" y="158366"/>
                  </a:lnTo>
                  <a:lnTo>
                    <a:pt x="96803" y="155633"/>
                  </a:lnTo>
                  <a:lnTo>
                    <a:pt x="96803" y="153188"/>
                  </a:lnTo>
                  <a:lnTo>
                    <a:pt x="96803" y="150743"/>
                  </a:lnTo>
                  <a:lnTo>
                    <a:pt x="94214" y="148154"/>
                  </a:lnTo>
                  <a:lnTo>
                    <a:pt x="91769" y="148154"/>
                  </a:lnTo>
                  <a:lnTo>
                    <a:pt x="89324" y="148154"/>
                  </a:lnTo>
                  <a:lnTo>
                    <a:pt x="86591" y="148154"/>
                  </a:lnTo>
                  <a:lnTo>
                    <a:pt x="86591" y="145421"/>
                  </a:lnTo>
                  <a:lnTo>
                    <a:pt x="84145" y="145421"/>
                  </a:lnTo>
                  <a:lnTo>
                    <a:pt x="84145" y="142975"/>
                  </a:lnTo>
                  <a:lnTo>
                    <a:pt x="81556" y="142975"/>
                  </a:lnTo>
                  <a:lnTo>
                    <a:pt x="81556" y="140530"/>
                  </a:lnTo>
                  <a:lnTo>
                    <a:pt x="79111" y="140530"/>
                  </a:lnTo>
                  <a:lnTo>
                    <a:pt x="79111" y="137941"/>
                  </a:lnTo>
                  <a:lnTo>
                    <a:pt x="76378" y="137941"/>
                  </a:lnTo>
                  <a:lnTo>
                    <a:pt x="73933" y="137941"/>
                  </a:lnTo>
                  <a:lnTo>
                    <a:pt x="71344" y="137941"/>
                  </a:lnTo>
                  <a:lnTo>
                    <a:pt x="71344" y="135208"/>
                  </a:lnTo>
                  <a:lnTo>
                    <a:pt x="68899" y="135208"/>
                  </a:lnTo>
                  <a:lnTo>
                    <a:pt x="66166" y="135208"/>
                  </a:lnTo>
                  <a:lnTo>
                    <a:pt x="63721" y="135208"/>
                  </a:lnTo>
                  <a:lnTo>
                    <a:pt x="63721" y="132763"/>
                  </a:lnTo>
                  <a:lnTo>
                    <a:pt x="61131" y="132763"/>
                  </a:lnTo>
                  <a:lnTo>
                    <a:pt x="61131" y="130318"/>
                  </a:lnTo>
                  <a:lnTo>
                    <a:pt x="58686" y="130318"/>
                  </a:lnTo>
                  <a:lnTo>
                    <a:pt x="55953" y="130318"/>
                  </a:lnTo>
                  <a:lnTo>
                    <a:pt x="53508" y="130318"/>
                  </a:lnTo>
                  <a:lnTo>
                    <a:pt x="50919" y="130318"/>
                  </a:lnTo>
                  <a:lnTo>
                    <a:pt x="48473" y="130318"/>
                  </a:lnTo>
                  <a:lnTo>
                    <a:pt x="48473" y="132763"/>
                  </a:lnTo>
                  <a:lnTo>
                    <a:pt x="45741" y="132763"/>
                  </a:lnTo>
                  <a:lnTo>
                    <a:pt x="45741" y="135208"/>
                  </a:lnTo>
                  <a:lnTo>
                    <a:pt x="45741" y="137941"/>
                  </a:lnTo>
                  <a:lnTo>
                    <a:pt x="45741" y="140530"/>
                  </a:lnTo>
                  <a:lnTo>
                    <a:pt x="43295" y="140530"/>
                  </a:lnTo>
                  <a:lnTo>
                    <a:pt x="43295" y="142975"/>
                  </a:lnTo>
                  <a:lnTo>
                    <a:pt x="40706" y="142975"/>
                  </a:lnTo>
                  <a:lnTo>
                    <a:pt x="40706" y="140530"/>
                  </a:lnTo>
                  <a:lnTo>
                    <a:pt x="38261" y="140530"/>
                  </a:lnTo>
                  <a:lnTo>
                    <a:pt x="38261" y="142975"/>
                  </a:lnTo>
                  <a:lnTo>
                    <a:pt x="35816" y="142975"/>
                  </a:lnTo>
                  <a:lnTo>
                    <a:pt x="35816" y="145421"/>
                  </a:lnTo>
                  <a:lnTo>
                    <a:pt x="33083" y="145421"/>
                  </a:lnTo>
                  <a:lnTo>
                    <a:pt x="33083" y="148154"/>
                  </a:lnTo>
                  <a:lnTo>
                    <a:pt x="33083" y="150743"/>
                  </a:lnTo>
                  <a:lnTo>
                    <a:pt x="30494" y="150743"/>
                  </a:lnTo>
                  <a:lnTo>
                    <a:pt x="28049" y="150743"/>
                  </a:lnTo>
                  <a:lnTo>
                    <a:pt x="25603" y="150743"/>
                  </a:lnTo>
                  <a:lnTo>
                    <a:pt x="25603" y="153188"/>
                  </a:lnTo>
                  <a:lnTo>
                    <a:pt x="22870" y="153188"/>
                  </a:lnTo>
                  <a:lnTo>
                    <a:pt x="22870" y="155633"/>
                  </a:lnTo>
                  <a:lnTo>
                    <a:pt x="20425" y="155633"/>
                  </a:lnTo>
                  <a:lnTo>
                    <a:pt x="20425" y="158366"/>
                  </a:lnTo>
                  <a:lnTo>
                    <a:pt x="17836" y="158366"/>
                  </a:lnTo>
                  <a:lnTo>
                    <a:pt x="17836" y="160955"/>
                  </a:lnTo>
                  <a:lnTo>
                    <a:pt x="15391" y="160955"/>
                  </a:lnTo>
                  <a:lnTo>
                    <a:pt x="15391" y="163400"/>
                  </a:lnTo>
                  <a:lnTo>
                    <a:pt x="12658" y="163400"/>
                  </a:lnTo>
                  <a:lnTo>
                    <a:pt x="12658" y="160955"/>
                  </a:lnTo>
                  <a:lnTo>
                    <a:pt x="10213" y="160955"/>
                  </a:lnTo>
                  <a:lnTo>
                    <a:pt x="7623" y="160955"/>
                  </a:lnTo>
                  <a:lnTo>
                    <a:pt x="5178" y="160955"/>
                  </a:lnTo>
                  <a:lnTo>
                    <a:pt x="2445" y="160955"/>
                  </a:lnTo>
                  <a:lnTo>
                    <a:pt x="2445" y="158366"/>
                  </a:lnTo>
                  <a:lnTo>
                    <a:pt x="0" y="158366"/>
                  </a:lnTo>
                  <a:lnTo>
                    <a:pt x="0" y="155633"/>
                  </a:lnTo>
                  <a:lnTo>
                    <a:pt x="0" y="153188"/>
                  </a:lnTo>
                  <a:lnTo>
                    <a:pt x="2445" y="150743"/>
                  </a:lnTo>
                  <a:lnTo>
                    <a:pt x="5178" y="148154"/>
                  </a:lnTo>
                  <a:lnTo>
                    <a:pt x="7623" y="148154"/>
                  </a:lnTo>
                  <a:lnTo>
                    <a:pt x="10213" y="148154"/>
                  </a:lnTo>
                  <a:lnTo>
                    <a:pt x="15391" y="142975"/>
                  </a:lnTo>
                  <a:lnTo>
                    <a:pt x="17836" y="142975"/>
                  </a:lnTo>
                  <a:lnTo>
                    <a:pt x="17836" y="140530"/>
                  </a:lnTo>
                  <a:lnTo>
                    <a:pt x="20425" y="140530"/>
                  </a:lnTo>
                  <a:lnTo>
                    <a:pt x="20425" y="137941"/>
                  </a:lnTo>
                  <a:lnTo>
                    <a:pt x="25603" y="132763"/>
                  </a:lnTo>
                  <a:lnTo>
                    <a:pt x="28049" y="130318"/>
                  </a:lnTo>
                  <a:lnTo>
                    <a:pt x="33083" y="122550"/>
                  </a:lnTo>
                  <a:lnTo>
                    <a:pt x="33083" y="120105"/>
                  </a:lnTo>
                  <a:lnTo>
                    <a:pt x="38261" y="112338"/>
                  </a:lnTo>
                  <a:lnTo>
                    <a:pt x="35816" y="109893"/>
                  </a:lnTo>
                  <a:lnTo>
                    <a:pt x="35816" y="104571"/>
                  </a:lnTo>
                  <a:lnTo>
                    <a:pt x="33083" y="99680"/>
                  </a:lnTo>
                  <a:lnTo>
                    <a:pt x="30494" y="91913"/>
                  </a:lnTo>
                  <a:lnTo>
                    <a:pt x="30494" y="89467"/>
                  </a:lnTo>
                  <a:lnTo>
                    <a:pt x="28049" y="84289"/>
                  </a:lnTo>
                  <a:lnTo>
                    <a:pt x="28049" y="81700"/>
                  </a:lnTo>
                  <a:lnTo>
                    <a:pt x="25603" y="79255"/>
                  </a:lnTo>
                  <a:lnTo>
                    <a:pt x="25603" y="76810"/>
                  </a:lnTo>
                  <a:lnTo>
                    <a:pt x="28049" y="74221"/>
                  </a:lnTo>
                  <a:lnTo>
                    <a:pt x="33083" y="74221"/>
                  </a:lnTo>
                  <a:lnTo>
                    <a:pt x="33083" y="71488"/>
                  </a:lnTo>
                  <a:lnTo>
                    <a:pt x="35816" y="71488"/>
                  </a:lnTo>
                  <a:lnTo>
                    <a:pt x="38261" y="71488"/>
                  </a:lnTo>
                  <a:lnTo>
                    <a:pt x="43295" y="69043"/>
                  </a:lnTo>
                  <a:lnTo>
                    <a:pt x="43295" y="66597"/>
                  </a:lnTo>
                  <a:lnTo>
                    <a:pt x="40706" y="64008"/>
                  </a:lnTo>
                  <a:lnTo>
                    <a:pt x="40706" y="61275"/>
                  </a:lnTo>
                  <a:lnTo>
                    <a:pt x="43295" y="58830"/>
                  </a:lnTo>
                  <a:lnTo>
                    <a:pt x="45741" y="58830"/>
                  </a:lnTo>
                  <a:lnTo>
                    <a:pt x="48473" y="58830"/>
                  </a:lnTo>
                  <a:lnTo>
                    <a:pt x="50919" y="58830"/>
                  </a:lnTo>
                  <a:lnTo>
                    <a:pt x="50919" y="56385"/>
                  </a:lnTo>
                  <a:lnTo>
                    <a:pt x="53508" y="56385"/>
                  </a:lnTo>
                  <a:lnTo>
                    <a:pt x="55953" y="56385"/>
                  </a:lnTo>
                  <a:lnTo>
                    <a:pt x="58686" y="56385"/>
                  </a:lnTo>
                  <a:lnTo>
                    <a:pt x="58686" y="53796"/>
                  </a:lnTo>
                  <a:lnTo>
                    <a:pt x="61131" y="53796"/>
                  </a:lnTo>
                  <a:lnTo>
                    <a:pt x="63721" y="53796"/>
                  </a:lnTo>
                  <a:lnTo>
                    <a:pt x="66166" y="51063"/>
                  </a:lnTo>
                  <a:lnTo>
                    <a:pt x="68899" y="51063"/>
                  </a:lnTo>
                  <a:lnTo>
                    <a:pt x="71344" y="51063"/>
                  </a:lnTo>
                  <a:lnTo>
                    <a:pt x="76378" y="48617"/>
                  </a:lnTo>
                  <a:lnTo>
                    <a:pt x="76378" y="51063"/>
                  </a:lnTo>
                  <a:lnTo>
                    <a:pt x="76378" y="53796"/>
                  </a:lnTo>
                  <a:lnTo>
                    <a:pt x="79111" y="53796"/>
                  </a:lnTo>
                  <a:lnTo>
                    <a:pt x="76378" y="53796"/>
                  </a:lnTo>
                  <a:lnTo>
                    <a:pt x="79111" y="53796"/>
                  </a:lnTo>
                  <a:lnTo>
                    <a:pt x="79111" y="56385"/>
                  </a:lnTo>
                  <a:lnTo>
                    <a:pt x="81556" y="56385"/>
                  </a:lnTo>
                  <a:lnTo>
                    <a:pt x="84145" y="56385"/>
                  </a:lnTo>
                  <a:lnTo>
                    <a:pt x="86591" y="56385"/>
                  </a:lnTo>
                  <a:lnTo>
                    <a:pt x="89324" y="56385"/>
                  </a:lnTo>
                  <a:lnTo>
                    <a:pt x="91769" y="56385"/>
                  </a:lnTo>
                  <a:lnTo>
                    <a:pt x="94214" y="56385"/>
                  </a:lnTo>
                  <a:lnTo>
                    <a:pt x="94214" y="58830"/>
                  </a:lnTo>
                  <a:lnTo>
                    <a:pt x="94214" y="56385"/>
                  </a:lnTo>
                  <a:lnTo>
                    <a:pt x="94214" y="58830"/>
                  </a:lnTo>
                  <a:lnTo>
                    <a:pt x="96803" y="58830"/>
                  </a:lnTo>
                  <a:lnTo>
                    <a:pt x="99536" y="58830"/>
                  </a:lnTo>
                  <a:lnTo>
                    <a:pt x="96803" y="58830"/>
                  </a:lnTo>
                  <a:lnTo>
                    <a:pt x="96803" y="56385"/>
                  </a:lnTo>
                  <a:lnTo>
                    <a:pt x="99536" y="56385"/>
                  </a:lnTo>
                  <a:lnTo>
                    <a:pt x="96803" y="56385"/>
                  </a:lnTo>
                  <a:lnTo>
                    <a:pt x="99536" y="56385"/>
                  </a:lnTo>
                  <a:lnTo>
                    <a:pt x="99536" y="53796"/>
                  </a:lnTo>
                  <a:lnTo>
                    <a:pt x="96803" y="53796"/>
                  </a:lnTo>
                  <a:lnTo>
                    <a:pt x="99536" y="53796"/>
                  </a:lnTo>
                  <a:lnTo>
                    <a:pt x="101981" y="53796"/>
                  </a:lnTo>
                  <a:lnTo>
                    <a:pt x="101981" y="51063"/>
                  </a:lnTo>
                  <a:lnTo>
                    <a:pt x="104571" y="51063"/>
                  </a:lnTo>
                  <a:lnTo>
                    <a:pt x="104571" y="53796"/>
                  </a:lnTo>
                  <a:lnTo>
                    <a:pt x="104571" y="51063"/>
                  </a:lnTo>
                  <a:lnTo>
                    <a:pt x="107016" y="51063"/>
                  </a:lnTo>
                  <a:lnTo>
                    <a:pt x="107016" y="53796"/>
                  </a:lnTo>
                  <a:lnTo>
                    <a:pt x="107016" y="51063"/>
                  </a:lnTo>
                  <a:lnTo>
                    <a:pt x="109749" y="51063"/>
                  </a:lnTo>
                  <a:lnTo>
                    <a:pt x="109749" y="48617"/>
                  </a:lnTo>
                  <a:lnTo>
                    <a:pt x="112194" y="48617"/>
                  </a:lnTo>
                  <a:lnTo>
                    <a:pt x="112194" y="46172"/>
                  </a:lnTo>
                  <a:lnTo>
                    <a:pt x="114783" y="46172"/>
                  </a:lnTo>
                  <a:lnTo>
                    <a:pt x="114783" y="43583"/>
                  </a:lnTo>
                  <a:lnTo>
                    <a:pt x="117228" y="43583"/>
                  </a:lnTo>
                  <a:lnTo>
                    <a:pt x="119673" y="43583"/>
                  </a:lnTo>
                  <a:lnTo>
                    <a:pt x="122406" y="43583"/>
                  </a:lnTo>
                  <a:lnTo>
                    <a:pt x="122406" y="46172"/>
                  </a:lnTo>
                  <a:lnTo>
                    <a:pt x="124852" y="43583"/>
                  </a:lnTo>
                  <a:lnTo>
                    <a:pt x="122406" y="43583"/>
                  </a:lnTo>
                  <a:lnTo>
                    <a:pt x="122406" y="40850"/>
                  </a:lnTo>
                  <a:lnTo>
                    <a:pt x="122406" y="38405"/>
                  </a:lnTo>
                  <a:lnTo>
                    <a:pt x="122406" y="35960"/>
                  </a:lnTo>
                  <a:lnTo>
                    <a:pt x="124852" y="35960"/>
                  </a:lnTo>
                  <a:lnTo>
                    <a:pt x="124852" y="33371"/>
                  </a:lnTo>
                  <a:lnTo>
                    <a:pt x="127441" y="33371"/>
                  </a:lnTo>
                  <a:lnTo>
                    <a:pt x="127441" y="30638"/>
                  </a:lnTo>
                  <a:lnTo>
                    <a:pt x="129886" y="30638"/>
                  </a:lnTo>
                  <a:lnTo>
                    <a:pt x="132619" y="30638"/>
                  </a:lnTo>
                  <a:lnTo>
                    <a:pt x="132619" y="28193"/>
                  </a:lnTo>
                  <a:lnTo>
                    <a:pt x="132619" y="28193"/>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76" name="Freeform: Shape 3843">
              <a:extLst>
                <a:ext uri="{FF2B5EF4-FFF2-40B4-BE49-F238E27FC236}">
                  <a16:creationId xmlns:a16="http://schemas.microsoft.com/office/drawing/2014/main" id="{4A02DC18-7A05-999B-82A7-0438B816B2D0}"/>
                </a:ext>
              </a:extLst>
            </p:cNvPr>
            <p:cNvSpPr/>
            <p:nvPr/>
          </p:nvSpPr>
          <p:spPr>
            <a:xfrm>
              <a:off x="12187170" y="6389256"/>
              <a:ext cx="272997" cy="115198"/>
            </a:xfrm>
            <a:custGeom>
              <a:avLst/>
              <a:gdLst>
                <a:gd name="connsiteX0" fmla="*/ 177784 w 180660"/>
                <a:gd name="connsiteY0" fmla="*/ 2301 h 76234"/>
                <a:gd name="connsiteX1" fmla="*/ 175051 w 180660"/>
                <a:gd name="connsiteY1" fmla="*/ 4746 h 76234"/>
                <a:gd name="connsiteX2" fmla="*/ 164838 w 180660"/>
                <a:gd name="connsiteY2" fmla="*/ 4746 h 76234"/>
                <a:gd name="connsiteX3" fmla="*/ 164838 w 180660"/>
                <a:gd name="connsiteY3" fmla="*/ 7479 h 76234"/>
                <a:gd name="connsiteX4" fmla="*/ 159948 w 180660"/>
                <a:gd name="connsiteY4" fmla="*/ 7479 h 76234"/>
                <a:gd name="connsiteX5" fmla="*/ 159948 w 180660"/>
                <a:gd name="connsiteY5" fmla="*/ 10068 h 76234"/>
                <a:gd name="connsiteX6" fmla="*/ 154626 w 180660"/>
                <a:gd name="connsiteY6" fmla="*/ 10068 h 76234"/>
                <a:gd name="connsiteX7" fmla="*/ 154626 w 180660"/>
                <a:gd name="connsiteY7" fmla="*/ 12514 h 76234"/>
                <a:gd name="connsiteX8" fmla="*/ 149736 w 180660"/>
                <a:gd name="connsiteY8" fmla="*/ 12514 h 76234"/>
                <a:gd name="connsiteX9" fmla="*/ 149736 w 180660"/>
                <a:gd name="connsiteY9" fmla="*/ 14959 h 76234"/>
                <a:gd name="connsiteX10" fmla="*/ 141968 w 180660"/>
                <a:gd name="connsiteY10" fmla="*/ 14959 h 76234"/>
                <a:gd name="connsiteX11" fmla="*/ 141968 w 180660"/>
                <a:gd name="connsiteY11" fmla="*/ 17836 h 76234"/>
                <a:gd name="connsiteX12" fmla="*/ 136934 w 180660"/>
                <a:gd name="connsiteY12" fmla="*/ 17836 h 76234"/>
                <a:gd name="connsiteX13" fmla="*/ 136934 w 180660"/>
                <a:gd name="connsiteY13" fmla="*/ 20425 h 76234"/>
                <a:gd name="connsiteX14" fmla="*/ 131756 w 180660"/>
                <a:gd name="connsiteY14" fmla="*/ 20425 h 76234"/>
                <a:gd name="connsiteX15" fmla="*/ 131756 w 180660"/>
                <a:gd name="connsiteY15" fmla="*/ 22870 h 76234"/>
                <a:gd name="connsiteX16" fmla="*/ 129310 w 180660"/>
                <a:gd name="connsiteY16" fmla="*/ 22870 h 76234"/>
                <a:gd name="connsiteX17" fmla="*/ 129310 w 180660"/>
                <a:gd name="connsiteY17" fmla="*/ 25315 h 76234"/>
                <a:gd name="connsiteX18" fmla="*/ 131756 w 180660"/>
                <a:gd name="connsiteY18" fmla="*/ 25315 h 76234"/>
                <a:gd name="connsiteX19" fmla="*/ 131756 w 180660"/>
                <a:gd name="connsiteY19" fmla="*/ 27905 h 76234"/>
                <a:gd name="connsiteX20" fmla="*/ 121543 w 180660"/>
                <a:gd name="connsiteY20" fmla="*/ 27905 h 76234"/>
                <a:gd name="connsiteX21" fmla="*/ 121543 w 180660"/>
                <a:gd name="connsiteY21" fmla="*/ 33083 h 76234"/>
                <a:gd name="connsiteX22" fmla="*/ 119098 w 180660"/>
                <a:gd name="connsiteY22" fmla="*/ 33083 h 76234"/>
                <a:gd name="connsiteX23" fmla="*/ 119098 w 180660"/>
                <a:gd name="connsiteY23" fmla="*/ 30638 h 76234"/>
                <a:gd name="connsiteX24" fmla="*/ 115934 w 180660"/>
                <a:gd name="connsiteY24" fmla="*/ 30638 h 76234"/>
                <a:gd name="connsiteX25" fmla="*/ 115934 w 180660"/>
                <a:gd name="connsiteY25" fmla="*/ 33083 h 76234"/>
                <a:gd name="connsiteX26" fmla="*/ 110756 w 180660"/>
                <a:gd name="connsiteY26" fmla="*/ 33083 h 76234"/>
                <a:gd name="connsiteX27" fmla="*/ 110756 w 180660"/>
                <a:gd name="connsiteY27" fmla="*/ 40850 h 76234"/>
                <a:gd name="connsiteX28" fmla="*/ 108310 w 180660"/>
                <a:gd name="connsiteY28" fmla="*/ 37973 h 76234"/>
                <a:gd name="connsiteX29" fmla="*/ 108310 w 180660"/>
                <a:gd name="connsiteY29" fmla="*/ 35528 h 76234"/>
                <a:gd name="connsiteX30" fmla="*/ 105721 w 180660"/>
                <a:gd name="connsiteY30" fmla="*/ 37973 h 76234"/>
                <a:gd name="connsiteX31" fmla="*/ 95652 w 180660"/>
                <a:gd name="connsiteY31" fmla="*/ 37973 h 76234"/>
                <a:gd name="connsiteX32" fmla="*/ 95652 w 180660"/>
                <a:gd name="connsiteY32" fmla="*/ 40850 h 76234"/>
                <a:gd name="connsiteX33" fmla="*/ 93063 w 180660"/>
                <a:gd name="connsiteY33" fmla="*/ 40850 h 76234"/>
                <a:gd name="connsiteX34" fmla="*/ 93063 w 180660"/>
                <a:gd name="connsiteY34" fmla="*/ 43295 h 76234"/>
                <a:gd name="connsiteX35" fmla="*/ 90330 w 180660"/>
                <a:gd name="connsiteY35" fmla="*/ 43295 h 76234"/>
                <a:gd name="connsiteX36" fmla="*/ 87885 w 180660"/>
                <a:gd name="connsiteY36" fmla="*/ 40850 h 76234"/>
                <a:gd name="connsiteX37" fmla="*/ 87885 w 180660"/>
                <a:gd name="connsiteY37" fmla="*/ 43295 h 76234"/>
                <a:gd name="connsiteX38" fmla="*/ 85440 w 180660"/>
                <a:gd name="connsiteY38" fmla="*/ 43295 h 76234"/>
                <a:gd name="connsiteX39" fmla="*/ 85440 w 180660"/>
                <a:gd name="connsiteY39" fmla="*/ 40850 h 76234"/>
                <a:gd name="connsiteX40" fmla="*/ 87885 w 180660"/>
                <a:gd name="connsiteY40" fmla="*/ 40850 h 76234"/>
                <a:gd name="connsiteX41" fmla="*/ 85440 w 180660"/>
                <a:gd name="connsiteY41" fmla="*/ 37973 h 76234"/>
                <a:gd name="connsiteX42" fmla="*/ 72782 w 180660"/>
                <a:gd name="connsiteY42" fmla="*/ 37973 h 76234"/>
                <a:gd name="connsiteX43" fmla="*/ 72782 w 180660"/>
                <a:gd name="connsiteY43" fmla="*/ 40850 h 76234"/>
                <a:gd name="connsiteX44" fmla="*/ 75371 w 180660"/>
                <a:gd name="connsiteY44" fmla="*/ 40850 h 76234"/>
                <a:gd name="connsiteX45" fmla="*/ 75371 w 180660"/>
                <a:gd name="connsiteY45" fmla="*/ 43295 h 76234"/>
                <a:gd name="connsiteX46" fmla="*/ 72782 w 180660"/>
                <a:gd name="connsiteY46" fmla="*/ 40850 h 76234"/>
                <a:gd name="connsiteX47" fmla="*/ 72782 w 180660"/>
                <a:gd name="connsiteY47" fmla="*/ 43295 h 76234"/>
                <a:gd name="connsiteX48" fmla="*/ 70049 w 180660"/>
                <a:gd name="connsiteY48" fmla="*/ 43295 h 76234"/>
                <a:gd name="connsiteX49" fmla="*/ 70049 w 180660"/>
                <a:gd name="connsiteY49" fmla="*/ 37973 h 76234"/>
                <a:gd name="connsiteX50" fmla="*/ 55665 w 180660"/>
                <a:gd name="connsiteY50" fmla="*/ 37973 h 76234"/>
                <a:gd name="connsiteX51" fmla="*/ 55665 w 180660"/>
                <a:gd name="connsiteY51" fmla="*/ 40850 h 76234"/>
                <a:gd name="connsiteX52" fmla="*/ 53076 w 180660"/>
                <a:gd name="connsiteY52" fmla="*/ 40850 h 76234"/>
                <a:gd name="connsiteX53" fmla="*/ 53076 w 180660"/>
                <a:gd name="connsiteY53" fmla="*/ 45740 h 76234"/>
                <a:gd name="connsiteX54" fmla="*/ 55665 w 180660"/>
                <a:gd name="connsiteY54" fmla="*/ 45740 h 76234"/>
                <a:gd name="connsiteX55" fmla="*/ 55665 w 180660"/>
                <a:gd name="connsiteY55" fmla="*/ 48185 h 76234"/>
                <a:gd name="connsiteX56" fmla="*/ 53076 w 180660"/>
                <a:gd name="connsiteY56" fmla="*/ 48185 h 76234"/>
                <a:gd name="connsiteX57" fmla="*/ 55665 w 180660"/>
                <a:gd name="connsiteY57" fmla="*/ 50918 h 76234"/>
                <a:gd name="connsiteX58" fmla="*/ 58398 w 180660"/>
                <a:gd name="connsiteY58" fmla="*/ 50918 h 76234"/>
                <a:gd name="connsiteX59" fmla="*/ 58398 w 180660"/>
                <a:gd name="connsiteY59" fmla="*/ 53508 h 76234"/>
                <a:gd name="connsiteX60" fmla="*/ 50919 w 180660"/>
                <a:gd name="connsiteY60" fmla="*/ 53508 h 76234"/>
                <a:gd name="connsiteX61" fmla="*/ 50919 w 180660"/>
                <a:gd name="connsiteY61" fmla="*/ 50918 h 76234"/>
                <a:gd name="connsiteX62" fmla="*/ 48186 w 180660"/>
                <a:gd name="connsiteY62" fmla="*/ 50918 h 76234"/>
                <a:gd name="connsiteX63" fmla="*/ 48186 w 180660"/>
                <a:gd name="connsiteY63" fmla="*/ 48185 h 76234"/>
                <a:gd name="connsiteX64" fmla="*/ 45740 w 180660"/>
                <a:gd name="connsiteY64" fmla="*/ 50918 h 76234"/>
                <a:gd name="connsiteX65" fmla="*/ 45740 w 180660"/>
                <a:gd name="connsiteY65" fmla="*/ 43295 h 76234"/>
                <a:gd name="connsiteX66" fmla="*/ 43151 w 180660"/>
                <a:gd name="connsiteY66" fmla="*/ 43295 h 76234"/>
                <a:gd name="connsiteX67" fmla="*/ 40706 w 180660"/>
                <a:gd name="connsiteY67" fmla="*/ 40850 h 76234"/>
                <a:gd name="connsiteX68" fmla="*/ 40706 w 180660"/>
                <a:gd name="connsiteY68" fmla="*/ 37973 h 76234"/>
                <a:gd name="connsiteX69" fmla="*/ 37973 w 180660"/>
                <a:gd name="connsiteY69" fmla="*/ 37973 h 76234"/>
                <a:gd name="connsiteX70" fmla="*/ 37973 w 180660"/>
                <a:gd name="connsiteY70" fmla="*/ 33083 h 76234"/>
                <a:gd name="connsiteX71" fmla="*/ 35528 w 180660"/>
                <a:gd name="connsiteY71" fmla="*/ 33083 h 76234"/>
                <a:gd name="connsiteX72" fmla="*/ 35528 w 180660"/>
                <a:gd name="connsiteY72" fmla="*/ 35528 h 76234"/>
                <a:gd name="connsiteX73" fmla="*/ 32939 w 180660"/>
                <a:gd name="connsiteY73" fmla="*/ 35528 h 76234"/>
                <a:gd name="connsiteX74" fmla="*/ 32939 w 180660"/>
                <a:gd name="connsiteY74" fmla="*/ 33083 h 76234"/>
                <a:gd name="connsiteX75" fmla="*/ 29631 w 180660"/>
                <a:gd name="connsiteY75" fmla="*/ 33083 h 76234"/>
                <a:gd name="connsiteX76" fmla="*/ 29631 w 180660"/>
                <a:gd name="connsiteY76" fmla="*/ 30638 h 76234"/>
                <a:gd name="connsiteX77" fmla="*/ 24453 w 180660"/>
                <a:gd name="connsiteY77" fmla="*/ 30638 h 76234"/>
                <a:gd name="connsiteX78" fmla="*/ 24453 w 180660"/>
                <a:gd name="connsiteY78" fmla="*/ 33083 h 76234"/>
                <a:gd name="connsiteX79" fmla="*/ 21863 w 180660"/>
                <a:gd name="connsiteY79" fmla="*/ 30638 h 76234"/>
                <a:gd name="connsiteX80" fmla="*/ 19418 w 180660"/>
                <a:gd name="connsiteY80" fmla="*/ 27905 h 76234"/>
                <a:gd name="connsiteX81" fmla="*/ 24453 w 180660"/>
                <a:gd name="connsiteY81" fmla="*/ 27905 h 76234"/>
                <a:gd name="connsiteX82" fmla="*/ 21863 w 180660"/>
                <a:gd name="connsiteY82" fmla="*/ 25315 h 76234"/>
                <a:gd name="connsiteX83" fmla="*/ 21863 w 180660"/>
                <a:gd name="connsiteY83" fmla="*/ 12658 h 76234"/>
                <a:gd name="connsiteX84" fmla="*/ 19418 w 180660"/>
                <a:gd name="connsiteY84" fmla="*/ 10212 h 76234"/>
                <a:gd name="connsiteX85" fmla="*/ 19418 w 180660"/>
                <a:gd name="connsiteY85" fmla="*/ 7623 h 76234"/>
                <a:gd name="connsiteX86" fmla="*/ 16685 w 180660"/>
                <a:gd name="connsiteY86" fmla="*/ 4890 h 76234"/>
                <a:gd name="connsiteX87" fmla="*/ 16685 w 180660"/>
                <a:gd name="connsiteY87" fmla="*/ 0 h 76234"/>
                <a:gd name="connsiteX88" fmla="*/ 15247 w 180660"/>
                <a:gd name="connsiteY88" fmla="*/ 0 h 76234"/>
                <a:gd name="connsiteX89" fmla="*/ 15247 w 180660"/>
                <a:gd name="connsiteY89" fmla="*/ 2445 h 76234"/>
                <a:gd name="connsiteX90" fmla="*/ 12801 w 180660"/>
                <a:gd name="connsiteY90" fmla="*/ 4890 h 76234"/>
                <a:gd name="connsiteX91" fmla="*/ 12801 w 180660"/>
                <a:gd name="connsiteY91" fmla="*/ 7623 h 76234"/>
                <a:gd name="connsiteX92" fmla="*/ 10212 w 180660"/>
                <a:gd name="connsiteY92" fmla="*/ 10212 h 76234"/>
                <a:gd name="connsiteX93" fmla="*/ 10212 w 180660"/>
                <a:gd name="connsiteY93" fmla="*/ 12658 h 76234"/>
                <a:gd name="connsiteX94" fmla="*/ 7479 w 180660"/>
                <a:gd name="connsiteY94" fmla="*/ 12658 h 76234"/>
                <a:gd name="connsiteX95" fmla="*/ 7479 w 180660"/>
                <a:gd name="connsiteY95" fmla="*/ 17836 h 76234"/>
                <a:gd name="connsiteX96" fmla="*/ 5034 w 180660"/>
                <a:gd name="connsiteY96" fmla="*/ 20425 h 76234"/>
                <a:gd name="connsiteX97" fmla="*/ 5034 w 180660"/>
                <a:gd name="connsiteY97" fmla="*/ 33083 h 76234"/>
                <a:gd name="connsiteX98" fmla="*/ 2589 w 180660"/>
                <a:gd name="connsiteY98" fmla="*/ 35528 h 76234"/>
                <a:gd name="connsiteX99" fmla="*/ 2589 w 180660"/>
                <a:gd name="connsiteY99" fmla="*/ 37973 h 76234"/>
                <a:gd name="connsiteX100" fmla="*/ 0 w 180660"/>
                <a:gd name="connsiteY100" fmla="*/ 40850 h 76234"/>
                <a:gd name="connsiteX101" fmla="*/ 0 w 180660"/>
                <a:gd name="connsiteY101" fmla="*/ 48185 h 76234"/>
                <a:gd name="connsiteX102" fmla="*/ 2589 w 180660"/>
                <a:gd name="connsiteY102" fmla="*/ 50918 h 76234"/>
                <a:gd name="connsiteX103" fmla="*/ 5034 w 180660"/>
                <a:gd name="connsiteY103" fmla="*/ 53508 h 76234"/>
                <a:gd name="connsiteX104" fmla="*/ 10212 w 180660"/>
                <a:gd name="connsiteY104" fmla="*/ 53508 h 76234"/>
                <a:gd name="connsiteX105" fmla="*/ 10212 w 180660"/>
                <a:gd name="connsiteY105" fmla="*/ 50918 h 76234"/>
                <a:gd name="connsiteX106" fmla="*/ 15247 w 180660"/>
                <a:gd name="connsiteY106" fmla="*/ 50918 h 76234"/>
                <a:gd name="connsiteX107" fmla="*/ 15247 w 180660"/>
                <a:gd name="connsiteY107" fmla="*/ 48185 h 76234"/>
                <a:gd name="connsiteX108" fmla="*/ 17692 w 180660"/>
                <a:gd name="connsiteY108" fmla="*/ 48185 h 76234"/>
                <a:gd name="connsiteX109" fmla="*/ 17692 w 180660"/>
                <a:gd name="connsiteY109" fmla="*/ 50918 h 76234"/>
                <a:gd name="connsiteX110" fmla="*/ 20425 w 180660"/>
                <a:gd name="connsiteY110" fmla="*/ 50918 h 76234"/>
                <a:gd name="connsiteX111" fmla="*/ 20425 w 180660"/>
                <a:gd name="connsiteY111" fmla="*/ 48185 h 76234"/>
                <a:gd name="connsiteX112" fmla="*/ 22870 w 180660"/>
                <a:gd name="connsiteY112" fmla="*/ 50918 h 76234"/>
                <a:gd name="connsiteX113" fmla="*/ 25459 w 180660"/>
                <a:gd name="connsiteY113" fmla="*/ 50918 h 76234"/>
                <a:gd name="connsiteX114" fmla="*/ 25459 w 180660"/>
                <a:gd name="connsiteY114" fmla="*/ 43295 h 76234"/>
                <a:gd name="connsiteX115" fmla="*/ 27905 w 180660"/>
                <a:gd name="connsiteY115" fmla="*/ 43295 h 76234"/>
                <a:gd name="connsiteX116" fmla="*/ 27905 w 180660"/>
                <a:gd name="connsiteY116" fmla="*/ 48185 h 76234"/>
                <a:gd name="connsiteX117" fmla="*/ 29631 w 180660"/>
                <a:gd name="connsiteY117" fmla="*/ 48185 h 76234"/>
                <a:gd name="connsiteX118" fmla="*/ 26898 w 180660"/>
                <a:gd name="connsiteY118" fmla="*/ 50918 h 76234"/>
                <a:gd name="connsiteX119" fmla="*/ 26898 w 180660"/>
                <a:gd name="connsiteY119" fmla="*/ 58398 h 76234"/>
                <a:gd name="connsiteX120" fmla="*/ 29631 w 180660"/>
                <a:gd name="connsiteY120" fmla="*/ 58398 h 76234"/>
                <a:gd name="connsiteX121" fmla="*/ 29631 w 180660"/>
                <a:gd name="connsiteY121" fmla="*/ 68611 h 76234"/>
                <a:gd name="connsiteX122" fmla="*/ 34665 w 180660"/>
                <a:gd name="connsiteY122" fmla="*/ 68611 h 76234"/>
                <a:gd name="connsiteX123" fmla="*/ 34665 w 180660"/>
                <a:gd name="connsiteY123" fmla="*/ 66165 h 76234"/>
                <a:gd name="connsiteX124" fmla="*/ 42288 w 180660"/>
                <a:gd name="connsiteY124" fmla="*/ 66165 h 76234"/>
                <a:gd name="connsiteX125" fmla="*/ 44877 w 180660"/>
                <a:gd name="connsiteY125" fmla="*/ 63720 h 76234"/>
                <a:gd name="connsiteX126" fmla="*/ 50056 w 180660"/>
                <a:gd name="connsiteY126" fmla="*/ 63720 h 76234"/>
                <a:gd name="connsiteX127" fmla="*/ 50056 w 180660"/>
                <a:gd name="connsiteY127" fmla="*/ 60987 h 76234"/>
                <a:gd name="connsiteX128" fmla="*/ 58398 w 180660"/>
                <a:gd name="connsiteY128" fmla="*/ 60987 h 76234"/>
                <a:gd name="connsiteX129" fmla="*/ 61131 w 180660"/>
                <a:gd name="connsiteY129" fmla="*/ 63576 h 76234"/>
                <a:gd name="connsiteX130" fmla="*/ 55953 w 180660"/>
                <a:gd name="connsiteY130" fmla="*/ 63576 h 76234"/>
                <a:gd name="connsiteX131" fmla="*/ 55953 w 180660"/>
                <a:gd name="connsiteY131" fmla="*/ 66022 h 76234"/>
                <a:gd name="connsiteX132" fmla="*/ 58398 w 180660"/>
                <a:gd name="connsiteY132" fmla="*/ 68467 h 76234"/>
                <a:gd name="connsiteX133" fmla="*/ 66166 w 180660"/>
                <a:gd name="connsiteY133" fmla="*/ 68467 h 76234"/>
                <a:gd name="connsiteX134" fmla="*/ 66166 w 180660"/>
                <a:gd name="connsiteY134" fmla="*/ 73789 h 76234"/>
                <a:gd name="connsiteX135" fmla="*/ 81269 w 180660"/>
                <a:gd name="connsiteY135" fmla="*/ 73789 h 76234"/>
                <a:gd name="connsiteX136" fmla="*/ 81269 w 180660"/>
                <a:gd name="connsiteY136" fmla="*/ 71200 h 76234"/>
                <a:gd name="connsiteX137" fmla="*/ 101550 w 180660"/>
                <a:gd name="connsiteY137" fmla="*/ 71200 h 76234"/>
                <a:gd name="connsiteX138" fmla="*/ 101550 w 180660"/>
                <a:gd name="connsiteY138" fmla="*/ 73789 h 76234"/>
                <a:gd name="connsiteX139" fmla="*/ 104283 w 180660"/>
                <a:gd name="connsiteY139" fmla="*/ 71200 h 76234"/>
                <a:gd name="connsiteX140" fmla="*/ 106728 w 180660"/>
                <a:gd name="connsiteY140" fmla="*/ 71200 h 76234"/>
                <a:gd name="connsiteX141" fmla="*/ 104283 w 180660"/>
                <a:gd name="connsiteY141" fmla="*/ 68467 h 76234"/>
                <a:gd name="connsiteX142" fmla="*/ 106728 w 180660"/>
                <a:gd name="connsiteY142" fmla="*/ 68467 h 76234"/>
                <a:gd name="connsiteX143" fmla="*/ 106728 w 180660"/>
                <a:gd name="connsiteY143" fmla="*/ 66022 h 76234"/>
                <a:gd name="connsiteX144" fmla="*/ 109317 w 180660"/>
                <a:gd name="connsiteY144" fmla="*/ 66022 h 76234"/>
                <a:gd name="connsiteX145" fmla="*/ 109317 w 180660"/>
                <a:gd name="connsiteY145" fmla="*/ 60987 h 76234"/>
                <a:gd name="connsiteX146" fmla="*/ 106728 w 180660"/>
                <a:gd name="connsiteY146" fmla="*/ 60987 h 76234"/>
                <a:gd name="connsiteX147" fmla="*/ 106728 w 180660"/>
                <a:gd name="connsiteY147" fmla="*/ 63576 h 76234"/>
                <a:gd name="connsiteX148" fmla="*/ 104283 w 180660"/>
                <a:gd name="connsiteY148" fmla="*/ 63576 h 76234"/>
                <a:gd name="connsiteX149" fmla="*/ 104283 w 180660"/>
                <a:gd name="connsiteY149" fmla="*/ 66022 h 76234"/>
                <a:gd name="connsiteX150" fmla="*/ 101550 w 180660"/>
                <a:gd name="connsiteY150" fmla="*/ 66022 h 76234"/>
                <a:gd name="connsiteX151" fmla="*/ 101550 w 180660"/>
                <a:gd name="connsiteY151" fmla="*/ 60987 h 76234"/>
                <a:gd name="connsiteX152" fmla="*/ 106728 w 180660"/>
                <a:gd name="connsiteY152" fmla="*/ 60987 h 76234"/>
                <a:gd name="connsiteX153" fmla="*/ 106728 w 180660"/>
                <a:gd name="connsiteY153" fmla="*/ 58254 h 76234"/>
                <a:gd name="connsiteX154" fmla="*/ 104283 w 180660"/>
                <a:gd name="connsiteY154" fmla="*/ 58254 h 76234"/>
                <a:gd name="connsiteX155" fmla="*/ 104283 w 180660"/>
                <a:gd name="connsiteY155" fmla="*/ 55809 h 76234"/>
                <a:gd name="connsiteX156" fmla="*/ 106728 w 180660"/>
                <a:gd name="connsiteY156" fmla="*/ 55809 h 76234"/>
                <a:gd name="connsiteX157" fmla="*/ 106728 w 180660"/>
                <a:gd name="connsiteY157" fmla="*/ 58254 h 76234"/>
                <a:gd name="connsiteX158" fmla="*/ 109317 w 180660"/>
                <a:gd name="connsiteY158" fmla="*/ 58254 h 76234"/>
                <a:gd name="connsiteX159" fmla="*/ 109317 w 180660"/>
                <a:gd name="connsiteY159" fmla="*/ 60987 h 76234"/>
                <a:gd name="connsiteX160" fmla="*/ 119530 w 180660"/>
                <a:gd name="connsiteY160" fmla="*/ 60987 h 76234"/>
                <a:gd name="connsiteX161" fmla="*/ 119530 w 180660"/>
                <a:gd name="connsiteY161" fmla="*/ 58254 h 76234"/>
                <a:gd name="connsiteX162" fmla="*/ 121975 w 180660"/>
                <a:gd name="connsiteY162" fmla="*/ 58254 h 76234"/>
                <a:gd name="connsiteX163" fmla="*/ 121975 w 180660"/>
                <a:gd name="connsiteY163" fmla="*/ 63576 h 76234"/>
                <a:gd name="connsiteX164" fmla="*/ 127153 w 180660"/>
                <a:gd name="connsiteY164" fmla="*/ 63576 h 76234"/>
                <a:gd name="connsiteX165" fmla="*/ 127153 w 180660"/>
                <a:gd name="connsiteY165" fmla="*/ 66022 h 76234"/>
                <a:gd name="connsiteX166" fmla="*/ 124707 w 180660"/>
                <a:gd name="connsiteY166" fmla="*/ 68467 h 76234"/>
                <a:gd name="connsiteX167" fmla="*/ 124707 w 180660"/>
                <a:gd name="connsiteY167" fmla="*/ 71200 h 76234"/>
                <a:gd name="connsiteX168" fmla="*/ 129742 w 180660"/>
                <a:gd name="connsiteY168" fmla="*/ 71200 h 76234"/>
                <a:gd name="connsiteX169" fmla="*/ 129742 w 180660"/>
                <a:gd name="connsiteY169" fmla="*/ 73789 h 76234"/>
                <a:gd name="connsiteX170" fmla="*/ 134920 w 180660"/>
                <a:gd name="connsiteY170" fmla="*/ 73789 h 76234"/>
                <a:gd name="connsiteX171" fmla="*/ 134920 w 180660"/>
                <a:gd name="connsiteY171" fmla="*/ 76234 h 76234"/>
                <a:gd name="connsiteX172" fmla="*/ 144701 w 180660"/>
                <a:gd name="connsiteY172" fmla="*/ 76234 h 76234"/>
                <a:gd name="connsiteX173" fmla="*/ 147434 w 180660"/>
                <a:gd name="connsiteY173" fmla="*/ 73789 h 76234"/>
                <a:gd name="connsiteX174" fmla="*/ 152469 w 180660"/>
                <a:gd name="connsiteY174" fmla="*/ 73789 h 76234"/>
                <a:gd name="connsiteX175" fmla="*/ 152469 w 180660"/>
                <a:gd name="connsiteY175" fmla="*/ 71200 h 76234"/>
                <a:gd name="connsiteX176" fmla="*/ 157647 w 180660"/>
                <a:gd name="connsiteY176" fmla="*/ 71200 h 76234"/>
                <a:gd name="connsiteX177" fmla="*/ 157647 w 180660"/>
                <a:gd name="connsiteY177" fmla="*/ 68467 h 76234"/>
                <a:gd name="connsiteX178" fmla="*/ 160236 w 180660"/>
                <a:gd name="connsiteY178" fmla="*/ 68467 h 76234"/>
                <a:gd name="connsiteX179" fmla="*/ 162681 w 180660"/>
                <a:gd name="connsiteY179" fmla="*/ 66022 h 76234"/>
                <a:gd name="connsiteX180" fmla="*/ 162681 w 180660"/>
                <a:gd name="connsiteY180" fmla="*/ 63576 h 76234"/>
                <a:gd name="connsiteX181" fmla="*/ 165126 w 180660"/>
                <a:gd name="connsiteY181" fmla="*/ 60987 h 76234"/>
                <a:gd name="connsiteX182" fmla="*/ 160236 w 180660"/>
                <a:gd name="connsiteY182" fmla="*/ 60987 h 76234"/>
                <a:gd name="connsiteX183" fmla="*/ 160236 w 180660"/>
                <a:gd name="connsiteY183" fmla="*/ 55809 h 76234"/>
                <a:gd name="connsiteX184" fmla="*/ 162681 w 180660"/>
                <a:gd name="connsiteY184" fmla="*/ 55809 h 76234"/>
                <a:gd name="connsiteX185" fmla="*/ 160236 w 180660"/>
                <a:gd name="connsiteY185" fmla="*/ 53364 h 76234"/>
                <a:gd name="connsiteX186" fmla="*/ 160236 w 180660"/>
                <a:gd name="connsiteY186" fmla="*/ 50775 h 76234"/>
                <a:gd name="connsiteX187" fmla="*/ 157647 w 180660"/>
                <a:gd name="connsiteY187" fmla="*/ 50775 h 76234"/>
                <a:gd name="connsiteX188" fmla="*/ 157647 w 180660"/>
                <a:gd name="connsiteY188" fmla="*/ 48042 h 76234"/>
                <a:gd name="connsiteX189" fmla="*/ 154914 w 180660"/>
                <a:gd name="connsiteY189" fmla="*/ 48042 h 76234"/>
                <a:gd name="connsiteX190" fmla="*/ 154914 w 180660"/>
                <a:gd name="connsiteY190" fmla="*/ 50775 h 76234"/>
                <a:gd name="connsiteX191" fmla="*/ 152469 w 180660"/>
                <a:gd name="connsiteY191" fmla="*/ 53364 h 76234"/>
                <a:gd name="connsiteX192" fmla="*/ 152469 w 180660"/>
                <a:gd name="connsiteY192" fmla="*/ 45596 h 76234"/>
                <a:gd name="connsiteX193" fmla="*/ 154914 w 180660"/>
                <a:gd name="connsiteY193" fmla="*/ 45596 h 76234"/>
                <a:gd name="connsiteX194" fmla="*/ 152469 w 180660"/>
                <a:gd name="connsiteY194" fmla="*/ 43151 h 76234"/>
                <a:gd name="connsiteX195" fmla="*/ 154914 w 180660"/>
                <a:gd name="connsiteY195" fmla="*/ 43151 h 76234"/>
                <a:gd name="connsiteX196" fmla="*/ 154914 w 180660"/>
                <a:gd name="connsiteY196" fmla="*/ 40706 h 76234"/>
                <a:gd name="connsiteX197" fmla="*/ 157647 w 180660"/>
                <a:gd name="connsiteY197" fmla="*/ 40706 h 76234"/>
                <a:gd name="connsiteX198" fmla="*/ 157647 w 180660"/>
                <a:gd name="connsiteY198" fmla="*/ 37830 h 76234"/>
                <a:gd name="connsiteX199" fmla="*/ 154914 w 180660"/>
                <a:gd name="connsiteY199" fmla="*/ 35384 h 76234"/>
                <a:gd name="connsiteX200" fmla="*/ 154914 w 180660"/>
                <a:gd name="connsiteY200" fmla="*/ 37830 h 76234"/>
                <a:gd name="connsiteX201" fmla="*/ 152469 w 180660"/>
                <a:gd name="connsiteY201" fmla="*/ 35384 h 76234"/>
                <a:gd name="connsiteX202" fmla="*/ 160236 w 180660"/>
                <a:gd name="connsiteY202" fmla="*/ 35384 h 76234"/>
                <a:gd name="connsiteX203" fmla="*/ 160236 w 180660"/>
                <a:gd name="connsiteY203" fmla="*/ 27761 h 76234"/>
                <a:gd name="connsiteX204" fmla="*/ 157647 w 180660"/>
                <a:gd name="connsiteY204" fmla="*/ 27761 h 76234"/>
                <a:gd name="connsiteX205" fmla="*/ 157647 w 180660"/>
                <a:gd name="connsiteY205" fmla="*/ 25172 h 76234"/>
                <a:gd name="connsiteX206" fmla="*/ 160236 w 180660"/>
                <a:gd name="connsiteY206" fmla="*/ 22726 h 76234"/>
                <a:gd name="connsiteX207" fmla="*/ 160236 w 180660"/>
                <a:gd name="connsiteY207" fmla="*/ 25172 h 76234"/>
                <a:gd name="connsiteX208" fmla="*/ 162681 w 180660"/>
                <a:gd name="connsiteY208" fmla="*/ 25172 h 76234"/>
                <a:gd name="connsiteX209" fmla="*/ 162681 w 180660"/>
                <a:gd name="connsiteY209" fmla="*/ 22726 h 76234"/>
                <a:gd name="connsiteX210" fmla="*/ 160236 w 180660"/>
                <a:gd name="connsiteY210" fmla="*/ 20281 h 76234"/>
                <a:gd name="connsiteX211" fmla="*/ 162681 w 180660"/>
                <a:gd name="connsiteY211" fmla="*/ 20281 h 76234"/>
                <a:gd name="connsiteX212" fmla="*/ 162681 w 180660"/>
                <a:gd name="connsiteY212" fmla="*/ 22726 h 76234"/>
                <a:gd name="connsiteX213" fmla="*/ 165126 w 180660"/>
                <a:gd name="connsiteY213" fmla="*/ 22726 h 76234"/>
                <a:gd name="connsiteX214" fmla="*/ 167859 w 180660"/>
                <a:gd name="connsiteY214" fmla="*/ 20281 h 76234"/>
                <a:gd name="connsiteX215" fmla="*/ 170448 w 180660"/>
                <a:gd name="connsiteY215" fmla="*/ 20281 h 76234"/>
                <a:gd name="connsiteX216" fmla="*/ 170448 w 180660"/>
                <a:gd name="connsiteY216" fmla="*/ 17836 h 76234"/>
                <a:gd name="connsiteX217" fmla="*/ 172893 w 180660"/>
                <a:gd name="connsiteY217" fmla="*/ 17836 h 76234"/>
                <a:gd name="connsiteX218" fmla="*/ 172893 w 180660"/>
                <a:gd name="connsiteY218" fmla="*/ 15103 h 76234"/>
                <a:gd name="connsiteX219" fmla="*/ 175339 w 180660"/>
                <a:gd name="connsiteY219" fmla="*/ 12658 h 76234"/>
                <a:gd name="connsiteX220" fmla="*/ 175339 w 180660"/>
                <a:gd name="connsiteY220" fmla="*/ 7623 h 76234"/>
                <a:gd name="connsiteX221" fmla="*/ 178072 w 180660"/>
                <a:gd name="connsiteY221" fmla="*/ 7623 h 76234"/>
                <a:gd name="connsiteX222" fmla="*/ 178072 w 180660"/>
                <a:gd name="connsiteY222" fmla="*/ 4890 h 76234"/>
                <a:gd name="connsiteX223" fmla="*/ 180661 w 180660"/>
                <a:gd name="connsiteY223" fmla="*/ 4890 h 76234"/>
                <a:gd name="connsiteX224" fmla="*/ 22151 w 180660"/>
                <a:gd name="connsiteY224" fmla="*/ 35384 h 76234"/>
                <a:gd name="connsiteX225" fmla="*/ 22151 w 180660"/>
                <a:gd name="connsiteY225" fmla="*/ 32939 h 76234"/>
                <a:gd name="connsiteX226" fmla="*/ 24740 w 180660"/>
                <a:gd name="connsiteY226" fmla="*/ 35384 h 76234"/>
                <a:gd name="connsiteX227" fmla="*/ 111331 w 180660"/>
                <a:gd name="connsiteY227" fmla="*/ 50775 h 76234"/>
                <a:gd name="connsiteX228" fmla="*/ 111331 w 180660"/>
                <a:gd name="connsiteY228" fmla="*/ 55809 h 76234"/>
                <a:gd name="connsiteX229" fmla="*/ 108886 w 180660"/>
                <a:gd name="connsiteY229" fmla="*/ 55809 h 76234"/>
                <a:gd name="connsiteX230" fmla="*/ 108886 w 180660"/>
                <a:gd name="connsiteY230" fmla="*/ 53364 h 76234"/>
                <a:gd name="connsiteX231" fmla="*/ 111331 w 180660"/>
                <a:gd name="connsiteY231" fmla="*/ 50775 h 76234"/>
                <a:gd name="connsiteX232" fmla="*/ 111331 w 180660"/>
                <a:gd name="connsiteY232" fmla="*/ 48042 h 76234"/>
                <a:gd name="connsiteX233" fmla="*/ 114064 w 180660"/>
                <a:gd name="connsiteY233" fmla="*/ 48042 h 76234"/>
                <a:gd name="connsiteX234" fmla="*/ 114064 w 180660"/>
                <a:gd name="connsiteY234" fmla="*/ 50775 h 76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Lst>
              <a:rect l="l" t="t" r="r" b="b"/>
              <a:pathLst>
                <a:path w="180660" h="76234">
                  <a:moveTo>
                    <a:pt x="177784" y="2301"/>
                  </a:moveTo>
                  <a:lnTo>
                    <a:pt x="175051" y="4746"/>
                  </a:lnTo>
                  <a:lnTo>
                    <a:pt x="164838" y="4746"/>
                  </a:lnTo>
                  <a:lnTo>
                    <a:pt x="164838" y="7479"/>
                  </a:lnTo>
                  <a:lnTo>
                    <a:pt x="159948" y="7479"/>
                  </a:lnTo>
                  <a:lnTo>
                    <a:pt x="159948" y="10068"/>
                  </a:lnTo>
                  <a:lnTo>
                    <a:pt x="154626" y="10068"/>
                  </a:lnTo>
                  <a:lnTo>
                    <a:pt x="154626" y="12514"/>
                  </a:lnTo>
                  <a:lnTo>
                    <a:pt x="149736" y="12514"/>
                  </a:lnTo>
                  <a:lnTo>
                    <a:pt x="149736" y="14959"/>
                  </a:lnTo>
                  <a:lnTo>
                    <a:pt x="141968" y="14959"/>
                  </a:lnTo>
                  <a:lnTo>
                    <a:pt x="141968" y="17836"/>
                  </a:lnTo>
                  <a:lnTo>
                    <a:pt x="136934" y="17836"/>
                  </a:lnTo>
                  <a:lnTo>
                    <a:pt x="136934" y="20425"/>
                  </a:lnTo>
                  <a:lnTo>
                    <a:pt x="131756" y="20425"/>
                  </a:lnTo>
                  <a:lnTo>
                    <a:pt x="131756" y="22870"/>
                  </a:lnTo>
                  <a:lnTo>
                    <a:pt x="129310" y="22870"/>
                  </a:lnTo>
                  <a:lnTo>
                    <a:pt x="129310" y="25315"/>
                  </a:lnTo>
                  <a:lnTo>
                    <a:pt x="131756" y="25315"/>
                  </a:lnTo>
                  <a:lnTo>
                    <a:pt x="131756" y="27905"/>
                  </a:lnTo>
                  <a:lnTo>
                    <a:pt x="121543" y="27905"/>
                  </a:lnTo>
                  <a:lnTo>
                    <a:pt x="121543" y="33083"/>
                  </a:lnTo>
                  <a:lnTo>
                    <a:pt x="119098" y="33083"/>
                  </a:lnTo>
                  <a:lnTo>
                    <a:pt x="119098" y="30638"/>
                  </a:lnTo>
                  <a:lnTo>
                    <a:pt x="115934" y="30638"/>
                  </a:lnTo>
                  <a:lnTo>
                    <a:pt x="115934" y="33083"/>
                  </a:lnTo>
                  <a:lnTo>
                    <a:pt x="110756" y="33083"/>
                  </a:lnTo>
                  <a:lnTo>
                    <a:pt x="110756" y="40850"/>
                  </a:lnTo>
                  <a:lnTo>
                    <a:pt x="108310" y="37973"/>
                  </a:lnTo>
                  <a:lnTo>
                    <a:pt x="108310" y="35528"/>
                  </a:lnTo>
                  <a:lnTo>
                    <a:pt x="105721" y="37973"/>
                  </a:lnTo>
                  <a:lnTo>
                    <a:pt x="95652" y="37973"/>
                  </a:lnTo>
                  <a:lnTo>
                    <a:pt x="95652" y="40850"/>
                  </a:lnTo>
                  <a:lnTo>
                    <a:pt x="93063" y="40850"/>
                  </a:lnTo>
                  <a:lnTo>
                    <a:pt x="93063" y="43295"/>
                  </a:lnTo>
                  <a:lnTo>
                    <a:pt x="90330" y="43295"/>
                  </a:lnTo>
                  <a:lnTo>
                    <a:pt x="87885" y="40850"/>
                  </a:lnTo>
                  <a:lnTo>
                    <a:pt x="87885" y="43295"/>
                  </a:lnTo>
                  <a:lnTo>
                    <a:pt x="85440" y="43295"/>
                  </a:lnTo>
                  <a:lnTo>
                    <a:pt x="85440" y="40850"/>
                  </a:lnTo>
                  <a:lnTo>
                    <a:pt x="87885" y="40850"/>
                  </a:lnTo>
                  <a:lnTo>
                    <a:pt x="85440" y="37973"/>
                  </a:lnTo>
                  <a:lnTo>
                    <a:pt x="72782" y="37973"/>
                  </a:lnTo>
                  <a:lnTo>
                    <a:pt x="72782" y="40850"/>
                  </a:lnTo>
                  <a:lnTo>
                    <a:pt x="75371" y="40850"/>
                  </a:lnTo>
                  <a:lnTo>
                    <a:pt x="75371" y="43295"/>
                  </a:lnTo>
                  <a:lnTo>
                    <a:pt x="72782" y="40850"/>
                  </a:lnTo>
                  <a:lnTo>
                    <a:pt x="72782" y="43295"/>
                  </a:lnTo>
                  <a:lnTo>
                    <a:pt x="70049" y="43295"/>
                  </a:lnTo>
                  <a:lnTo>
                    <a:pt x="70049" y="37973"/>
                  </a:lnTo>
                  <a:lnTo>
                    <a:pt x="55665" y="37973"/>
                  </a:lnTo>
                  <a:lnTo>
                    <a:pt x="55665" y="40850"/>
                  </a:lnTo>
                  <a:lnTo>
                    <a:pt x="53076" y="40850"/>
                  </a:lnTo>
                  <a:lnTo>
                    <a:pt x="53076" y="45740"/>
                  </a:lnTo>
                  <a:lnTo>
                    <a:pt x="55665" y="45740"/>
                  </a:lnTo>
                  <a:lnTo>
                    <a:pt x="55665" y="48185"/>
                  </a:lnTo>
                  <a:lnTo>
                    <a:pt x="53076" y="48185"/>
                  </a:lnTo>
                  <a:lnTo>
                    <a:pt x="55665" y="50918"/>
                  </a:lnTo>
                  <a:lnTo>
                    <a:pt x="58398" y="50918"/>
                  </a:lnTo>
                  <a:lnTo>
                    <a:pt x="58398" y="53508"/>
                  </a:lnTo>
                  <a:lnTo>
                    <a:pt x="50919" y="53508"/>
                  </a:lnTo>
                  <a:lnTo>
                    <a:pt x="50919" y="50918"/>
                  </a:lnTo>
                  <a:lnTo>
                    <a:pt x="48186" y="50918"/>
                  </a:lnTo>
                  <a:lnTo>
                    <a:pt x="48186" y="48185"/>
                  </a:lnTo>
                  <a:lnTo>
                    <a:pt x="45740" y="50918"/>
                  </a:lnTo>
                  <a:lnTo>
                    <a:pt x="45740" y="43295"/>
                  </a:lnTo>
                  <a:lnTo>
                    <a:pt x="43151" y="43295"/>
                  </a:lnTo>
                  <a:lnTo>
                    <a:pt x="40706" y="40850"/>
                  </a:lnTo>
                  <a:lnTo>
                    <a:pt x="40706" y="37973"/>
                  </a:lnTo>
                  <a:lnTo>
                    <a:pt x="37973" y="37973"/>
                  </a:lnTo>
                  <a:lnTo>
                    <a:pt x="37973" y="33083"/>
                  </a:lnTo>
                  <a:lnTo>
                    <a:pt x="35528" y="33083"/>
                  </a:lnTo>
                  <a:lnTo>
                    <a:pt x="35528" y="35528"/>
                  </a:lnTo>
                  <a:lnTo>
                    <a:pt x="32939" y="35528"/>
                  </a:lnTo>
                  <a:lnTo>
                    <a:pt x="32939" y="33083"/>
                  </a:lnTo>
                  <a:lnTo>
                    <a:pt x="29631" y="33083"/>
                  </a:lnTo>
                  <a:lnTo>
                    <a:pt x="29631" y="30638"/>
                  </a:lnTo>
                  <a:lnTo>
                    <a:pt x="24453" y="30638"/>
                  </a:lnTo>
                  <a:lnTo>
                    <a:pt x="24453" y="33083"/>
                  </a:lnTo>
                  <a:lnTo>
                    <a:pt x="21863" y="30638"/>
                  </a:lnTo>
                  <a:lnTo>
                    <a:pt x="19418" y="27905"/>
                  </a:lnTo>
                  <a:lnTo>
                    <a:pt x="24453" y="27905"/>
                  </a:lnTo>
                  <a:lnTo>
                    <a:pt x="21863" y="25315"/>
                  </a:lnTo>
                  <a:lnTo>
                    <a:pt x="21863" y="12658"/>
                  </a:lnTo>
                  <a:lnTo>
                    <a:pt x="19418" y="10212"/>
                  </a:lnTo>
                  <a:lnTo>
                    <a:pt x="19418" y="7623"/>
                  </a:lnTo>
                  <a:lnTo>
                    <a:pt x="16685" y="4890"/>
                  </a:lnTo>
                  <a:lnTo>
                    <a:pt x="16685" y="0"/>
                  </a:lnTo>
                  <a:lnTo>
                    <a:pt x="15247" y="0"/>
                  </a:lnTo>
                  <a:lnTo>
                    <a:pt x="15247" y="2445"/>
                  </a:lnTo>
                  <a:lnTo>
                    <a:pt x="12801" y="4890"/>
                  </a:lnTo>
                  <a:lnTo>
                    <a:pt x="12801" y="7623"/>
                  </a:lnTo>
                  <a:lnTo>
                    <a:pt x="10212" y="10212"/>
                  </a:lnTo>
                  <a:lnTo>
                    <a:pt x="10212" y="12658"/>
                  </a:lnTo>
                  <a:lnTo>
                    <a:pt x="7479" y="12658"/>
                  </a:lnTo>
                  <a:lnTo>
                    <a:pt x="7479" y="17836"/>
                  </a:lnTo>
                  <a:lnTo>
                    <a:pt x="5034" y="20425"/>
                  </a:lnTo>
                  <a:lnTo>
                    <a:pt x="5034" y="33083"/>
                  </a:lnTo>
                  <a:lnTo>
                    <a:pt x="2589" y="35528"/>
                  </a:lnTo>
                  <a:lnTo>
                    <a:pt x="2589" y="37973"/>
                  </a:lnTo>
                  <a:lnTo>
                    <a:pt x="0" y="40850"/>
                  </a:lnTo>
                  <a:lnTo>
                    <a:pt x="0" y="48185"/>
                  </a:lnTo>
                  <a:lnTo>
                    <a:pt x="2589" y="50918"/>
                  </a:lnTo>
                  <a:lnTo>
                    <a:pt x="5034" y="53508"/>
                  </a:lnTo>
                  <a:lnTo>
                    <a:pt x="10212" y="53508"/>
                  </a:lnTo>
                  <a:lnTo>
                    <a:pt x="10212" y="50918"/>
                  </a:lnTo>
                  <a:lnTo>
                    <a:pt x="15247" y="50918"/>
                  </a:lnTo>
                  <a:lnTo>
                    <a:pt x="15247" y="48185"/>
                  </a:lnTo>
                  <a:lnTo>
                    <a:pt x="17692" y="48185"/>
                  </a:lnTo>
                  <a:lnTo>
                    <a:pt x="17692" y="50918"/>
                  </a:lnTo>
                  <a:lnTo>
                    <a:pt x="20425" y="50918"/>
                  </a:lnTo>
                  <a:lnTo>
                    <a:pt x="20425" y="48185"/>
                  </a:lnTo>
                  <a:lnTo>
                    <a:pt x="22870" y="50918"/>
                  </a:lnTo>
                  <a:lnTo>
                    <a:pt x="25459" y="50918"/>
                  </a:lnTo>
                  <a:lnTo>
                    <a:pt x="25459" y="43295"/>
                  </a:lnTo>
                  <a:lnTo>
                    <a:pt x="27905" y="43295"/>
                  </a:lnTo>
                  <a:lnTo>
                    <a:pt x="27905" y="48185"/>
                  </a:lnTo>
                  <a:lnTo>
                    <a:pt x="29631" y="48185"/>
                  </a:lnTo>
                  <a:lnTo>
                    <a:pt x="26898" y="50918"/>
                  </a:lnTo>
                  <a:lnTo>
                    <a:pt x="26898" y="58398"/>
                  </a:lnTo>
                  <a:lnTo>
                    <a:pt x="29631" y="58398"/>
                  </a:lnTo>
                  <a:lnTo>
                    <a:pt x="29631" y="68611"/>
                  </a:lnTo>
                  <a:lnTo>
                    <a:pt x="34665" y="68611"/>
                  </a:lnTo>
                  <a:lnTo>
                    <a:pt x="34665" y="66165"/>
                  </a:lnTo>
                  <a:lnTo>
                    <a:pt x="42288" y="66165"/>
                  </a:lnTo>
                  <a:lnTo>
                    <a:pt x="44877" y="63720"/>
                  </a:lnTo>
                  <a:lnTo>
                    <a:pt x="50056" y="63720"/>
                  </a:lnTo>
                  <a:lnTo>
                    <a:pt x="50056" y="60987"/>
                  </a:lnTo>
                  <a:lnTo>
                    <a:pt x="58398" y="60987"/>
                  </a:lnTo>
                  <a:lnTo>
                    <a:pt x="61131" y="63576"/>
                  </a:lnTo>
                  <a:lnTo>
                    <a:pt x="55953" y="63576"/>
                  </a:lnTo>
                  <a:lnTo>
                    <a:pt x="55953" y="66022"/>
                  </a:lnTo>
                  <a:lnTo>
                    <a:pt x="58398" y="68467"/>
                  </a:lnTo>
                  <a:lnTo>
                    <a:pt x="66166" y="68467"/>
                  </a:lnTo>
                  <a:lnTo>
                    <a:pt x="66166" y="73789"/>
                  </a:lnTo>
                  <a:lnTo>
                    <a:pt x="81269" y="73789"/>
                  </a:lnTo>
                  <a:lnTo>
                    <a:pt x="81269" y="71200"/>
                  </a:lnTo>
                  <a:lnTo>
                    <a:pt x="101550" y="71200"/>
                  </a:lnTo>
                  <a:lnTo>
                    <a:pt x="101550" y="73789"/>
                  </a:lnTo>
                  <a:lnTo>
                    <a:pt x="104283" y="71200"/>
                  </a:lnTo>
                  <a:lnTo>
                    <a:pt x="106728" y="71200"/>
                  </a:lnTo>
                  <a:lnTo>
                    <a:pt x="104283" y="68467"/>
                  </a:lnTo>
                  <a:lnTo>
                    <a:pt x="106728" y="68467"/>
                  </a:lnTo>
                  <a:lnTo>
                    <a:pt x="106728" y="66022"/>
                  </a:lnTo>
                  <a:lnTo>
                    <a:pt x="109317" y="66022"/>
                  </a:lnTo>
                  <a:lnTo>
                    <a:pt x="109317" y="60987"/>
                  </a:lnTo>
                  <a:lnTo>
                    <a:pt x="106728" y="60987"/>
                  </a:lnTo>
                  <a:lnTo>
                    <a:pt x="106728" y="63576"/>
                  </a:lnTo>
                  <a:lnTo>
                    <a:pt x="104283" y="63576"/>
                  </a:lnTo>
                  <a:lnTo>
                    <a:pt x="104283" y="66022"/>
                  </a:lnTo>
                  <a:lnTo>
                    <a:pt x="101550" y="66022"/>
                  </a:lnTo>
                  <a:lnTo>
                    <a:pt x="101550" y="60987"/>
                  </a:lnTo>
                  <a:lnTo>
                    <a:pt x="106728" y="60987"/>
                  </a:lnTo>
                  <a:lnTo>
                    <a:pt x="106728" y="58254"/>
                  </a:lnTo>
                  <a:lnTo>
                    <a:pt x="104283" y="58254"/>
                  </a:lnTo>
                  <a:lnTo>
                    <a:pt x="104283" y="55809"/>
                  </a:lnTo>
                  <a:lnTo>
                    <a:pt x="106728" y="55809"/>
                  </a:lnTo>
                  <a:lnTo>
                    <a:pt x="106728" y="58254"/>
                  </a:lnTo>
                  <a:lnTo>
                    <a:pt x="109317" y="58254"/>
                  </a:lnTo>
                  <a:lnTo>
                    <a:pt x="109317" y="60987"/>
                  </a:lnTo>
                  <a:lnTo>
                    <a:pt x="119530" y="60987"/>
                  </a:lnTo>
                  <a:lnTo>
                    <a:pt x="119530" y="58254"/>
                  </a:lnTo>
                  <a:lnTo>
                    <a:pt x="121975" y="58254"/>
                  </a:lnTo>
                  <a:lnTo>
                    <a:pt x="121975" y="63576"/>
                  </a:lnTo>
                  <a:lnTo>
                    <a:pt x="127153" y="63576"/>
                  </a:lnTo>
                  <a:lnTo>
                    <a:pt x="127153" y="66022"/>
                  </a:lnTo>
                  <a:lnTo>
                    <a:pt x="124707" y="68467"/>
                  </a:lnTo>
                  <a:lnTo>
                    <a:pt x="124707" y="71200"/>
                  </a:lnTo>
                  <a:lnTo>
                    <a:pt x="129742" y="71200"/>
                  </a:lnTo>
                  <a:lnTo>
                    <a:pt x="129742" y="73789"/>
                  </a:lnTo>
                  <a:lnTo>
                    <a:pt x="134920" y="73789"/>
                  </a:lnTo>
                  <a:lnTo>
                    <a:pt x="134920" y="76234"/>
                  </a:lnTo>
                  <a:lnTo>
                    <a:pt x="144701" y="76234"/>
                  </a:lnTo>
                  <a:lnTo>
                    <a:pt x="147434" y="73789"/>
                  </a:lnTo>
                  <a:lnTo>
                    <a:pt x="152469" y="73789"/>
                  </a:lnTo>
                  <a:lnTo>
                    <a:pt x="152469" y="71200"/>
                  </a:lnTo>
                  <a:lnTo>
                    <a:pt x="157647" y="71200"/>
                  </a:lnTo>
                  <a:lnTo>
                    <a:pt x="157647" y="68467"/>
                  </a:lnTo>
                  <a:lnTo>
                    <a:pt x="160236" y="68467"/>
                  </a:lnTo>
                  <a:lnTo>
                    <a:pt x="162681" y="66022"/>
                  </a:lnTo>
                  <a:lnTo>
                    <a:pt x="162681" y="63576"/>
                  </a:lnTo>
                  <a:lnTo>
                    <a:pt x="165126" y="60987"/>
                  </a:lnTo>
                  <a:lnTo>
                    <a:pt x="160236" y="60987"/>
                  </a:lnTo>
                  <a:lnTo>
                    <a:pt x="160236" y="55809"/>
                  </a:lnTo>
                  <a:lnTo>
                    <a:pt x="162681" y="55809"/>
                  </a:lnTo>
                  <a:lnTo>
                    <a:pt x="160236" y="53364"/>
                  </a:lnTo>
                  <a:lnTo>
                    <a:pt x="160236" y="50775"/>
                  </a:lnTo>
                  <a:lnTo>
                    <a:pt x="157647" y="50775"/>
                  </a:lnTo>
                  <a:lnTo>
                    <a:pt x="157647" y="48042"/>
                  </a:lnTo>
                  <a:lnTo>
                    <a:pt x="154914" y="48042"/>
                  </a:lnTo>
                  <a:lnTo>
                    <a:pt x="154914" y="50775"/>
                  </a:lnTo>
                  <a:lnTo>
                    <a:pt x="152469" y="53364"/>
                  </a:lnTo>
                  <a:lnTo>
                    <a:pt x="152469" y="45596"/>
                  </a:lnTo>
                  <a:lnTo>
                    <a:pt x="154914" y="45596"/>
                  </a:lnTo>
                  <a:lnTo>
                    <a:pt x="152469" y="43151"/>
                  </a:lnTo>
                  <a:lnTo>
                    <a:pt x="154914" y="43151"/>
                  </a:lnTo>
                  <a:lnTo>
                    <a:pt x="154914" y="40706"/>
                  </a:lnTo>
                  <a:lnTo>
                    <a:pt x="157647" y="40706"/>
                  </a:lnTo>
                  <a:lnTo>
                    <a:pt x="157647" y="37830"/>
                  </a:lnTo>
                  <a:lnTo>
                    <a:pt x="154914" y="35384"/>
                  </a:lnTo>
                  <a:lnTo>
                    <a:pt x="154914" y="37830"/>
                  </a:lnTo>
                  <a:lnTo>
                    <a:pt x="152469" y="35384"/>
                  </a:lnTo>
                  <a:lnTo>
                    <a:pt x="160236" y="35384"/>
                  </a:lnTo>
                  <a:lnTo>
                    <a:pt x="160236" y="27761"/>
                  </a:lnTo>
                  <a:lnTo>
                    <a:pt x="157647" y="27761"/>
                  </a:lnTo>
                  <a:lnTo>
                    <a:pt x="157647" y="25172"/>
                  </a:lnTo>
                  <a:lnTo>
                    <a:pt x="160236" y="22726"/>
                  </a:lnTo>
                  <a:lnTo>
                    <a:pt x="160236" y="25172"/>
                  </a:lnTo>
                  <a:lnTo>
                    <a:pt x="162681" y="25172"/>
                  </a:lnTo>
                  <a:lnTo>
                    <a:pt x="162681" y="22726"/>
                  </a:lnTo>
                  <a:lnTo>
                    <a:pt x="160236" y="20281"/>
                  </a:lnTo>
                  <a:lnTo>
                    <a:pt x="162681" y="20281"/>
                  </a:lnTo>
                  <a:lnTo>
                    <a:pt x="162681" y="22726"/>
                  </a:lnTo>
                  <a:lnTo>
                    <a:pt x="165126" y="22726"/>
                  </a:lnTo>
                  <a:lnTo>
                    <a:pt x="167859" y="20281"/>
                  </a:lnTo>
                  <a:lnTo>
                    <a:pt x="170448" y="20281"/>
                  </a:lnTo>
                  <a:lnTo>
                    <a:pt x="170448" y="17836"/>
                  </a:lnTo>
                  <a:lnTo>
                    <a:pt x="172893" y="17836"/>
                  </a:lnTo>
                  <a:lnTo>
                    <a:pt x="172893" y="15103"/>
                  </a:lnTo>
                  <a:lnTo>
                    <a:pt x="175339" y="12658"/>
                  </a:lnTo>
                  <a:lnTo>
                    <a:pt x="175339" y="7623"/>
                  </a:lnTo>
                  <a:lnTo>
                    <a:pt x="178072" y="7623"/>
                  </a:lnTo>
                  <a:lnTo>
                    <a:pt x="178072" y="4890"/>
                  </a:lnTo>
                  <a:lnTo>
                    <a:pt x="180661" y="4890"/>
                  </a:lnTo>
                  <a:close/>
                  <a:moveTo>
                    <a:pt x="22151" y="35384"/>
                  </a:moveTo>
                  <a:lnTo>
                    <a:pt x="22151" y="32939"/>
                  </a:lnTo>
                  <a:lnTo>
                    <a:pt x="24740" y="35384"/>
                  </a:lnTo>
                  <a:close/>
                  <a:moveTo>
                    <a:pt x="111331" y="50775"/>
                  </a:moveTo>
                  <a:lnTo>
                    <a:pt x="111331" y="55809"/>
                  </a:lnTo>
                  <a:lnTo>
                    <a:pt x="108886" y="55809"/>
                  </a:lnTo>
                  <a:lnTo>
                    <a:pt x="108886" y="53364"/>
                  </a:lnTo>
                  <a:lnTo>
                    <a:pt x="111331" y="50775"/>
                  </a:lnTo>
                  <a:lnTo>
                    <a:pt x="111331" y="48042"/>
                  </a:lnTo>
                  <a:lnTo>
                    <a:pt x="114064" y="48042"/>
                  </a:lnTo>
                  <a:lnTo>
                    <a:pt x="114064" y="50775"/>
                  </a:lnTo>
                  <a:close/>
                </a:path>
              </a:pathLst>
            </a:custGeom>
            <a:grpFill/>
            <a:ln w="3594" cap="rnd">
              <a:solidFill>
                <a:srgbClr val="FFFFFF"/>
              </a:solidFill>
              <a:prstDash val="solid"/>
              <a:round/>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grpSp>
          <p:nvGrpSpPr>
            <p:cNvPr id="77" name="Group 76">
              <a:extLst>
                <a:ext uri="{FF2B5EF4-FFF2-40B4-BE49-F238E27FC236}">
                  <a16:creationId xmlns:a16="http://schemas.microsoft.com/office/drawing/2014/main" id="{7070832A-D49A-A516-8F23-A26B54BB55BA}"/>
                </a:ext>
              </a:extLst>
            </p:cNvPr>
            <p:cNvGrpSpPr/>
            <p:nvPr/>
          </p:nvGrpSpPr>
          <p:grpSpPr>
            <a:xfrm>
              <a:off x="11346005" y="4327421"/>
              <a:ext cx="1344561" cy="1391074"/>
              <a:chOff x="7508385" y="2863734"/>
              <a:chExt cx="889783" cy="920564"/>
            </a:xfrm>
            <a:grpFill/>
          </p:grpSpPr>
          <p:sp>
            <p:nvSpPr>
              <p:cNvPr id="240" name="Freeform: Shape 3799">
                <a:extLst>
                  <a:ext uri="{FF2B5EF4-FFF2-40B4-BE49-F238E27FC236}">
                    <a16:creationId xmlns:a16="http://schemas.microsoft.com/office/drawing/2014/main" id="{55E5D771-5724-4F74-9ACF-252AC1C71235}"/>
                  </a:ext>
                </a:extLst>
              </p:cNvPr>
              <p:cNvSpPr/>
              <p:nvPr/>
            </p:nvSpPr>
            <p:spPr>
              <a:xfrm>
                <a:off x="8220960" y="3781566"/>
                <a:ext cx="1438" cy="2732"/>
              </a:xfrm>
              <a:custGeom>
                <a:avLst/>
                <a:gdLst>
                  <a:gd name="connsiteX0" fmla="*/ 1438 w 1438"/>
                  <a:gd name="connsiteY0" fmla="*/ 0 h 2732"/>
                  <a:gd name="connsiteX1" fmla="*/ 0 w 1438"/>
                  <a:gd name="connsiteY1" fmla="*/ 2733 h 2732"/>
                  <a:gd name="connsiteX2" fmla="*/ 1438 w 1438"/>
                  <a:gd name="connsiteY2" fmla="*/ 2733 h 2732"/>
                  <a:gd name="connsiteX3" fmla="*/ 1438 w 1438"/>
                  <a:gd name="connsiteY3" fmla="*/ 0 h 2732"/>
                </a:gdLst>
                <a:ahLst/>
                <a:cxnLst>
                  <a:cxn ang="0">
                    <a:pos x="connsiteX0" y="connsiteY0"/>
                  </a:cxn>
                  <a:cxn ang="0">
                    <a:pos x="connsiteX1" y="connsiteY1"/>
                  </a:cxn>
                  <a:cxn ang="0">
                    <a:pos x="connsiteX2" y="connsiteY2"/>
                  </a:cxn>
                  <a:cxn ang="0">
                    <a:pos x="connsiteX3" y="connsiteY3"/>
                  </a:cxn>
                </a:cxnLst>
                <a:rect l="l" t="t" r="r" b="b"/>
                <a:pathLst>
                  <a:path w="1438" h="2732">
                    <a:moveTo>
                      <a:pt x="1438" y="0"/>
                    </a:moveTo>
                    <a:lnTo>
                      <a:pt x="0" y="2733"/>
                    </a:lnTo>
                    <a:lnTo>
                      <a:pt x="1438" y="2733"/>
                    </a:lnTo>
                    <a:lnTo>
                      <a:pt x="1438" y="0"/>
                    </a:lnTo>
                    <a:close/>
                  </a:path>
                </a:pathLst>
              </a:custGeom>
              <a:grpFill/>
              <a:ln w="3594" cap="rnd">
                <a:solidFill>
                  <a:srgbClr val="FFFFFF"/>
                </a:solidFill>
                <a:prstDash val="solid"/>
                <a:round/>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41" name="Freeform: Shape 3805">
                <a:extLst>
                  <a:ext uri="{FF2B5EF4-FFF2-40B4-BE49-F238E27FC236}">
                    <a16:creationId xmlns:a16="http://schemas.microsoft.com/office/drawing/2014/main" id="{8D5D50D2-C377-BA3B-2F06-C8EA39955C7F}"/>
                  </a:ext>
                </a:extLst>
              </p:cNvPr>
              <p:cNvSpPr/>
              <p:nvPr/>
            </p:nvSpPr>
            <p:spPr>
              <a:xfrm>
                <a:off x="8219665" y="3779121"/>
                <a:ext cx="2732" cy="2445"/>
              </a:xfrm>
              <a:custGeom>
                <a:avLst/>
                <a:gdLst>
                  <a:gd name="connsiteX0" fmla="*/ 0 w 2732"/>
                  <a:gd name="connsiteY0" fmla="*/ 0 h 2445"/>
                  <a:gd name="connsiteX1" fmla="*/ 0 w 2732"/>
                  <a:gd name="connsiteY1" fmla="*/ 2445 h 2445"/>
                  <a:gd name="connsiteX2" fmla="*/ 2733 w 2732"/>
                  <a:gd name="connsiteY2" fmla="*/ 0 h 2445"/>
                  <a:gd name="connsiteX3" fmla="*/ 0 w 2732"/>
                  <a:gd name="connsiteY3" fmla="*/ 0 h 2445"/>
                </a:gdLst>
                <a:ahLst/>
                <a:cxnLst>
                  <a:cxn ang="0">
                    <a:pos x="connsiteX0" y="connsiteY0"/>
                  </a:cxn>
                  <a:cxn ang="0">
                    <a:pos x="connsiteX1" y="connsiteY1"/>
                  </a:cxn>
                  <a:cxn ang="0">
                    <a:pos x="connsiteX2" y="connsiteY2"/>
                  </a:cxn>
                  <a:cxn ang="0">
                    <a:pos x="connsiteX3" y="connsiteY3"/>
                  </a:cxn>
                </a:cxnLst>
                <a:rect l="l" t="t" r="r" b="b"/>
                <a:pathLst>
                  <a:path w="2732" h="2445">
                    <a:moveTo>
                      <a:pt x="0" y="0"/>
                    </a:moveTo>
                    <a:lnTo>
                      <a:pt x="0" y="2445"/>
                    </a:lnTo>
                    <a:lnTo>
                      <a:pt x="2733" y="0"/>
                    </a:lnTo>
                    <a:lnTo>
                      <a:pt x="0" y="0"/>
                    </a:lnTo>
                    <a:close/>
                  </a:path>
                </a:pathLst>
              </a:custGeom>
              <a:grpFill/>
              <a:ln w="3594" cap="rnd">
                <a:solidFill>
                  <a:srgbClr val="FFFFFF"/>
                </a:solidFill>
                <a:prstDash val="solid"/>
                <a:round/>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42" name="Freeform: Shape 3806">
                <a:extLst>
                  <a:ext uri="{FF2B5EF4-FFF2-40B4-BE49-F238E27FC236}">
                    <a16:creationId xmlns:a16="http://schemas.microsoft.com/office/drawing/2014/main" id="{1A7C10C6-D3C2-0C0F-C3A0-C954302F8052}"/>
                  </a:ext>
                </a:extLst>
              </p:cNvPr>
              <p:cNvSpPr/>
              <p:nvPr/>
            </p:nvSpPr>
            <p:spPr>
              <a:xfrm>
                <a:off x="8301365" y="3616008"/>
                <a:ext cx="2445" cy="2589"/>
              </a:xfrm>
              <a:custGeom>
                <a:avLst/>
                <a:gdLst>
                  <a:gd name="connsiteX0" fmla="*/ 0 w 2445"/>
                  <a:gd name="connsiteY0" fmla="*/ 2589 h 2589"/>
                  <a:gd name="connsiteX1" fmla="*/ 2445 w 2445"/>
                  <a:gd name="connsiteY1" fmla="*/ 2589 h 2589"/>
                  <a:gd name="connsiteX2" fmla="*/ 0 w 2445"/>
                  <a:gd name="connsiteY2" fmla="*/ 0 h 2589"/>
                  <a:gd name="connsiteX3" fmla="*/ 0 w 2445"/>
                  <a:gd name="connsiteY3" fmla="*/ 2589 h 2589"/>
                </a:gdLst>
                <a:ahLst/>
                <a:cxnLst>
                  <a:cxn ang="0">
                    <a:pos x="connsiteX0" y="connsiteY0"/>
                  </a:cxn>
                  <a:cxn ang="0">
                    <a:pos x="connsiteX1" y="connsiteY1"/>
                  </a:cxn>
                  <a:cxn ang="0">
                    <a:pos x="connsiteX2" y="connsiteY2"/>
                  </a:cxn>
                  <a:cxn ang="0">
                    <a:pos x="connsiteX3" y="connsiteY3"/>
                  </a:cxn>
                </a:cxnLst>
                <a:rect l="l" t="t" r="r" b="b"/>
                <a:pathLst>
                  <a:path w="2445" h="2589">
                    <a:moveTo>
                      <a:pt x="0" y="2589"/>
                    </a:moveTo>
                    <a:lnTo>
                      <a:pt x="2445" y="2589"/>
                    </a:lnTo>
                    <a:lnTo>
                      <a:pt x="0" y="0"/>
                    </a:lnTo>
                    <a:lnTo>
                      <a:pt x="0" y="2589"/>
                    </a:lnTo>
                    <a:close/>
                  </a:path>
                </a:pathLst>
              </a:custGeom>
              <a:grpFill/>
              <a:ln w="3594" cap="rnd">
                <a:solidFill>
                  <a:srgbClr val="FFFFFF"/>
                </a:solidFill>
                <a:prstDash val="solid"/>
                <a:round/>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43" name="Freeform: Shape 3810">
                <a:extLst>
                  <a:ext uri="{FF2B5EF4-FFF2-40B4-BE49-F238E27FC236}">
                    <a16:creationId xmlns:a16="http://schemas.microsoft.com/office/drawing/2014/main" id="{C738D7B0-4878-641E-6028-CE1C5E7D7A98}"/>
                  </a:ext>
                </a:extLst>
              </p:cNvPr>
              <p:cNvSpPr/>
              <p:nvPr/>
            </p:nvSpPr>
            <p:spPr>
              <a:xfrm>
                <a:off x="7676676" y="3710366"/>
                <a:ext cx="2588" cy="5033"/>
              </a:xfrm>
              <a:custGeom>
                <a:avLst/>
                <a:gdLst>
                  <a:gd name="connsiteX0" fmla="*/ 0 w 2588"/>
                  <a:gd name="connsiteY0" fmla="*/ 0 h 5033"/>
                  <a:gd name="connsiteX1" fmla="*/ 0 w 2588"/>
                  <a:gd name="connsiteY1" fmla="*/ 2589 h 5033"/>
                  <a:gd name="connsiteX2" fmla="*/ 2589 w 2588"/>
                  <a:gd name="connsiteY2" fmla="*/ 5034 h 5033"/>
                  <a:gd name="connsiteX3" fmla="*/ 2589 w 2588"/>
                  <a:gd name="connsiteY3" fmla="*/ 2589 h 5033"/>
                  <a:gd name="connsiteX4" fmla="*/ 0 w 2588"/>
                  <a:gd name="connsiteY4" fmla="*/ 0 h 5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8" h="5033">
                    <a:moveTo>
                      <a:pt x="0" y="0"/>
                    </a:moveTo>
                    <a:lnTo>
                      <a:pt x="0" y="2589"/>
                    </a:lnTo>
                    <a:lnTo>
                      <a:pt x="2589" y="5034"/>
                    </a:lnTo>
                    <a:lnTo>
                      <a:pt x="2589" y="2589"/>
                    </a:lnTo>
                    <a:lnTo>
                      <a:pt x="0" y="0"/>
                    </a:lnTo>
                    <a:close/>
                  </a:path>
                </a:pathLst>
              </a:custGeom>
              <a:grpFill/>
              <a:ln w="3594" cap="rnd">
                <a:solidFill>
                  <a:srgbClr val="FFFFFF"/>
                </a:solidFill>
                <a:prstDash val="solid"/>
                <a:round/>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44" name="Freeform: Shape 3811">
                <a:extLst>
                  <a:ext uri="{FF2B5EF4-FFF2-40B4-BE49-F238E27FC236}">
                    <a16:creationId xmlns:a16="http://schemas.microsoft.com/office/drawing/2014/main" id="{6749DE6D-7A3D-91CD-6661-D227698A1F04}"/>
                  </a:ext>
                </a:extLst>
              </p:cNvPr>
              <p:cNvSpPr/>
              <p:nvPr/>
            </p:nvSpPr>
            <p:spPr>
              <a:xfrm>
                <a:off x="7608065" y="3473177"/>
                <a:ext cx="2445" cy="2445"/>
              </a:xfrm>
              <a:custGeom>
                <a:avLst/>
                <a:gdLst>
                  <a:gd name="connsiteX0" fmla="*/ 0 w 2445"/>
                  <a:gd name="connsiteY0" fmla="*/ 0 h 2445"/>
                  <a:gd name="connsiteX1" fmla="*/ 2446 w 2445"/>
                  <a:gd name="connsiteY1" fmla="*/ 0 h 2445"/>
                  <a:gd name="connsiteX2" fmla="*/ 2446 w 2445"/>
                  <a:gd name="connsiteY2" fmla="*/ 2445 h 2445"/>
                  <a:gd name="connsiteX3" fmla="*/ 0 w 2445"/>
                  <a:gd name="connsiteY3" fmla="*/ 2445 h 2445"/>
                </a:gdLst>
                <a:ahLst/>
                <a:cxnLst>
                  <a:cxn ang="0">
                    <a:pos x="connsiteX0" y="connsiteY0"/>
                  </a:cxn>
                  <a:cxn ang="0">
                    <a:pos x="connsiteX1" y="connsiteY1"/>
                  </a:cxn>
                  <a:cxn ang="0">
                    <a:pos x="connsiteX2" y="connsiteY2"/>
                  </a:cxn>
                  <a:cxn ang="0">
                    <a:pos x="connsiteX3" y="connsiteY3"/>
                  </a:cxn>
                </a:cxnLst>
                <a:rect l="l" t="t" r="r" b="b"/>
                <a:pathLst>
                  <a:path w="2445" h="2445">
                    <a:moveTo>
                      <a:pt x="0" y="0"/>
                    </a:moveTo>
                    <a:lnTo>
                      <a:pt x="2446" y="0"/>
                    </a:lnTo>
                    <a:lnTo>
                      <a:pt x="2446" y="2445"/>
                    </a:lnTo>
                    <a:lnTo>
                      <a:pt x="0" y="2445"/>
                    </a:lnTo>
                    <a:close/>
                  </a:path>
                </a:pathLst>
              </a:custGeom>
              <a:grpFill/>
              <a:ln w="3594" cap="rnd">
                <a:solidFill>
                  <a:srgbClr val="FFFFFF"/>
                </a:solidFill>
                <a:prstDash val="solid"/>
                <a:round/>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45" name="Freeform: Shape 3812">
                <a:extLst>
                  <a:ext uri="{FF2B5EF4-FFF2-40B4-BE49-F238E27FC236}">
                    <a16:creationId xmlns:a16="http://schemas.microsoft.com/office/drawing/2014/main" id="{4F435FE6-FB71-AFF5-DCD9-6901F1C1DE4B}"/>
                  </a:ext>
                </a:extLst>
              </p:cNvPr>
              <p:cNvSpPr/>
              <p:nvPr/>
            </p:nvSpPr>
            <p:spPr>
              <a:xfrm>
                <a:off x="7722560" y="3740860"/>
                <a:ext cx="2732" cy="2732"/>
              </a:xfrm>
              <a:custGeom>
                <a:avLst/>
                <a:gdLst>
                  <a:gd name="connsiteX0" fmla="*/ 2733 w 2732"/>
                  <a:gd name="connsiteY0" fmla="*/ 0 h 2732"/>
                  <a:gd name="connsiteX1" fmla="*/ 0 w 2732"/>
                  <a:gd name="connsiteY1" fmla="*/ 0 h 2732"/>
                  <a:gd name="connsiteX2" fmla="*/ 0 w 2732"/>
                  <a:gd name="connsiteY2" fmla="*/ 2733 h 2732"/>
                  <a:gd name="connsiteX3" fmla="*/ 2733 w 2732"/>
                  <a:gd name="connsiteY3" fmla="*/ 0 h 2732"/>
                </a:gdLst>
                <a:ahLst/>
                <a:cxnLst>
                  <a:cxn ang="0">
                    <a:pos x="connsiteX0" y="connsiteY0"/>
                  </a:cxn>
                  <a:cxn ang="0">
                    <a:pos x="connsiteX1" y="connsiteY1"/>
                  </a:cxn>
                  <a:cxn ang="0">
                    <a:pos x="connsiteX2" y="connsiteY2"/>
                  </a:cxn>
                  <a:cxn ang="0">
                    <a:pos x="connsiteX3" y="connsiteY3"/>
                  </a:cxn>
                </a:cxnLst>
                <a:rect l="l" t="t" r="r" b="b"/>
                <a:pathLst>
                  <a:path w="2732" h="2732">
                    <a:moveTo>
                      <a:pt x="2733" y="0"/>
                    </a:moveTo>
                    <a:lnTo>
                      <a:pt x="0" y="0"/>
                    </a:lnTo>
                    <a:lnTo>
                      <a:pt x="0" y="2733"/>
                    </a:lnTo>
                    <a:lnTo>
                      <a:pt x="2733" y="0"/>
                    </a:lnTo>
                    <a:close/>
                  </a:path>
                </a:pathLst>
              </a:custGeom>
              <a:grpFill/>
              <a:ln w="3594" cap="rnd">
                <a:solidFill>
                  <a:srgbClr val="FFFFFF"/>
                </a:solidFill>
                <a:prstDash val="solid"/>
                <a:round/>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46" name="Freeform: Shape 3813">
                <a:extLst>
                  <a:ext uri="{FF2B5EF4-FFF2-40B4-BE49-F238E27FC236}">
                    <a16:creationId xmlns:a16="http://schemas.microsoft.com/office/drawing/2014/main" id="{4E78BE15-493B-2419-2B05-FDA7F97D20CA}"/>
                  </a:ext>
                </a:extLst>
              </p:cNvPr>
              <p:cNvSpPr/>
              <p:nvPr/>
            </p:nvSpPr>
            <p:spPr>
              <a:xfrm>
                <a:off x="7615545" y="3501369"/>
                <a:ext cx="2445" cy="2445"/>
              </a:xfrm>
              <a:custGeom>
                <a:avLst/>
                <a:gdLst>
                  <a:gd name="connsiteX0" fmla="*/ 0 w 2445"/>
                  <a:gd name="connsiteY0" fmla="*/ 0 h 2445"/>
                  <a:gd name="connsiteX1" fmla="*/ 2445 w 2445"/>
                  <a:gd name="connsiteY1" fmla="*/ 0 h 2445"/>
                  <a:gd name="connsiteX2" fmla="*/ 2445 w 2445"/>
                  <a:gd name="connsiteY2" fmla="*/ 2445 h 2445"/>
                  <a:gd name="connsiteX3" fmla="*/ 0 w 2445"/>
                  <a:gd name="connsiteY3" fmla="*/ 2445 h 2445"/>
                </a:gdLst>
                <a:ahLst/>
                <a:cxnLst>
                  <a:cxn ang="0">
                    <a:pos x="connsiteX0" y="connsiteY0"/>
                  </a:cxn>
                  <a:cxn ang="0">
                    <a:pos x="connsiteX1" y="connsiteY1"/>
                  </a:cxn>
                  <a:cxn ang="0">
                    <a:pos x="connsiteX2" y="connsiteY2"/>
                  </a:cxn>
                  <a:cxn ang="0">
                    <a:pos x="connsiteX3" y="connsiteY3"/>
                  </a:cxn>
                </a:cxnLst>
                <a:rect l="l" t="t" r="r" b="b"/>
                <a:pathLst>
                  <a:path w="2445" h="2445">
                    <a:moveTo>
                      <a:pt x="0" y="0"/>
                    </a:moveTo>
                    <a:lnTo>
                      <a:pt x="2445" y="0"/>
                    </a:lnTo>
                    <a:lnTo>
                      <a:pt x="2445" y="2445"/>
                    </a:lnTo>
                    <a:lnTo>
                      <a:pt x="0" y="2445"/>
                    </a:lnTo>
                    <a:close/>
                  </a:path>
                </a:pathLst>
              </a:custGeom>
              <a:grpFill/>
              <a:ln w="3594" cap="rnd">
                <a:solidFill>
                  <a:srgbClr val="FFFFFF"/>
                </a:solidFill>
                <a:prstDash val="solid"/>
                <a:round/>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47" name="Freeform: Shape 3814">
                <a:extLst>
                  <a:ext uri="{FF2B5EF4-FFF2-40B4-BE49-F238E27FC236}">
                    <a16:creationId xmlns:a16="http://schemas.microsoft.com/office/drawing/2014/main" id="{9CE0788D-8003-DBD4-650C-436265FCA527}"/>
                  </a:ext>
                </a:extLst>
              </p:cNvPr>
              <p:cNvSpPr/>
              <p:nvPr/>
            </p:nvSpPr>
            <p:spPr>
              <a:xfrm>
                <a:off x="7862946" y="3730647"/>
                <a:ext cx="2445" cy="2732"/>
              </a:xfrm>
              <a:custGeom>
                <a:avLst/>
                <a:gdLst>
                  <a:gd name="connsiteX0" fmla="*/ 0 w 2445"/>
                  <a:gd name="connsiteY0" fmla="*/ 0 h 2732"/>
                  <a:gd name="connsiteX1" fmla="*/ 2446 w 2445"/>
                  <a:gd name="connsiteY1" fmla="*/ 0 h 2732"/>
                  <a:gd name="connsiteX2" fmla="*/ 2446 w 2445"/>
                  <a:gd name="connsiteY2" fmla="*/ 2733 h 2732"/>
                  <a:gd name="connsiteX3" fmla="*/ 0 w 2445"/>
                  <a:gd name="connsiteY3" fmla="*/ 2733 h 2732"/>
                </a:gdLst>
                <a:ahLst/>
                <a:cxnLst>
                  <a:cxn ang="0">
                    <a:pos x="connsiteX0" y="connsiteY0"/>
                  </a:cxn>
                  <a:cxn ang="0">
                    <a:pos x="connsiteX1" y="connsiteY1"/>
                  </a:cxn>
                  <a:cxn ang="0">
                    <a:pos x="connsiteX2" y="connsiteY2"/>
                  </a:cxn>
                  <a:cxn ang="0">
                    <a:pos x="connsiteX3" y="connsiteY3"/>
                  </a:cxn>
                </a:cxnLst>
                <a:rect l="l" t="t" r="r" b="b"/>
                <a:pathLst>
                  <a:path w="2445" h="2732">
                    <a:moveTo>
                      <a:pt x="0" y="0"/>
                    </a:moveTo>
                    <a:lnTo>
                      <a:pt x="2446" y="0"/>
                    </a:lnTo>
                    <a:lnTo>
                      <a:pt x="2446" y="2733"/>
                    </a:lnTo>
                    <a:lnTo>
                      <a:pt x="0" y="2733"/>
                    </a:lnTo>
                    <a:close/>
                  </a:path>
                </a:pathLst>
              </a:custGeom>
              <a:grpFill/>
              <a:ln w="3594" cap="rnd">
                <a:solidFill>
                  <a:srgbClr val="FFFFFF"/>
                </a:solidFill>
                <a:prstDash val="solid"/>
                <a:round/>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48" name="Freeform: Shape 3816">
                <a:extLst>
                  <a:ext uri="{FF2B5EF4-FFF2-40B4-BE49-F238E27FC236}">
                    <a16:creationId xmlns:a16="http://schemas.microsoft.com/office/drawing/2014/main" id="{02C6DB47-E521-339E-BC6A-907EDF33A39A}"/>
                  </a:ext>
                </a:extLst>
              </p:cNvPr>
              <p:cNvSpPr/>
              <p:nvPr/>
            </p:nvSpPr>
            <p:spPr>
              <a:xfrm>
                <a:off x="7875604" y="3626221"/>
                <a:ext cx="5034" cy="2588"/>
              </a:xfrm>
              <a:custGeom>
                <a:avLst/>
                <a:gdLst>
                  <a:gd name="connsiteX0" fmla="*/ 2589 w 5034"/>
                  <a:gd name="connsiteY0" fmla="*/ 0 h 2588"/>
                  <a:gd name="connsiteX1" fmla="*/ 0 w 5034"/>
                  <a:gd name="connsiteY1" fmla="*/ 0 h 2588"/>
                  <a:gd name="connsiteX2" fmla="*/ 2589 w 5034"/>
                  <a:gd name="connsiteY2" fmla="*/ 2589 h 2588"/>
                  <a:gd name="connsiteX3" fmla="*/ 5034 w 5034"/>
                  <a:gd name="connsiteY3" fmla="*/ 2589 h 2588"/>
                  <a:gd name="connsiteX4" fmla="*/ 2589 w 5034"/>
                  <a:gd name="connsiteY4" fmla="*/ 0 h 2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4" h="2588">
                    <a:moveTo>
                      <a:pt x="2589" y="0"/>
                    </a:moveTo>
                    <a:lnTo>
                      <a:pt x="0" y="0"/>
                    </a:lnTo>
                    <a:lnTo>
                      <a:pt x="2589" y="2589"/>
                    </a:lnTo>
                    <a:lnTo>
                      <a:pt x="5034" y="2589"/>
                    </a:lnTo>
                    <a:lnTo>
                      <a:pt x="2589" y="0"/>
                    </a:lnTo>
                    <a:close/>
                  </a:path>
                </a:pathLst>
              </a:custGeom>
              <a:grpFill/>
              <a:ln w="3594" cap="rnd">
                <a:solidFill>
                  <a:srgbClr val="FFFFFF"/>
                </a:solidFill>
                <a:prstDash val="solid"/>
                <a:round/>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49" name="Freeform: Shape 3817">
                <a:extLst>
                  <a:ext uri="{FF2B5EF4-FFF2-40B4-BE49-F238E27FC236}">
                    <a16:creationId xmlns:a16="http://schemas.microsoft.com/office/drawing/2014/main" id="{7A3776D2-8E3C-565F-2285-C0591137F267}"/>
                  </a:ext>
                </a:extLst>
              </p:cNvPr>
              <p:cNvSpPr/>
              <p:nvPr/>
            </p:nvSpPr>
            <p:spPr>
              <a:xfrm>
                <a:off x="7791459" y="3373785"/>
                <a:ext cx="2588" cy="2588"/>
              </a:xfrm>
              <a:custGeom>
                <a:avLst/>
                <a:gdLst>
                  <a:gd name="connsiteX0" fmla="*/ 0 w 2588"/>
                  <a:gd name="connsiteY0" fmla="*/ 0 h 2588"/>
                  <a:gd name="connsiteX1" fmla="*/ 0 w 2588"/>
                  <a:gd name="connsiteY1" fmla="*/ 2589 h 2588"/>
                  <a:gd name="connsiteX2" fmla="*/ 2589 w 2588"/>
                  <a:gd name="connsiteY2" fmla="*/ 0 h 2588"/>
                  <a:gd name="connsiteX3" fmla="*/ 0 w 2588"/>
                  <a:gd name="connsiteY3" fmla="*/ 0 h 2588"/>
                </a:gdLst>
                <a:ahLst/>
                <a:cxnLst>
                  <a:cxn ang="0">
                    <a:pos x="connsiteX0" y="connsiteY0"/>
                  </a:cxn>
                  <a:cxn ang="0">
                    <a:pos x="connsiteX1" y="connsiteY1"/>
                  </a:cxn>
                  <a:cxn ang="0">
                    <a:pos x="connsiteX2" y="connsiteY2"/>
                  </a:cxn>
                  <a:cxn ang="0">
                    <a:pos x="connsiteX3" y="connsiteY3"/>
                  </a:cxn>
                </a:cxnLst>
                <a:rect l="l" t="t" r="r" b="b"/>
                <a:pathLst>
                  <a:path w="2588" h="2588">
                    <a:moveTo>
                      <a:pt x="0" y="0"/>
                    </a:moveTo>
                    <a:lnTo>
                      <a:pt x="0" y="2589"/>
                    </a:lnTo>
                    <a:lnTo>
                      <a:pt x="2589" y="0"/>
                    </a:lnTo>
                    <a:lnTo>
                      <a:pt x="0" y="0"/>
                    </a:lnTo>
                    <a:close/>
                  </a:path>
                </a:pathLst>
              </a:custGeom>
              <a:grpFill/>
              <a:ln w="3594" cap="rnd">
                <a:solidFill>
                  <a:srgbClr val="FFFFFF"/>
                </a:solidFill>
                <a:prstDash val="solid"/>
                <a:round/>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50" name="Freeform: Shape 3823">
                <a:extLst>
                  <a:ext uri="{FF2B5EF4-FFF2-40B4-BE49-F238E27FC236}">
                    <a16:creationId xmlns:a16="http://schemas.microsoft.com/office/drawing/2014/main" id="{D5CEDE2C-52BD-1AB9-771D-4A5D0C4CB96D}"/>
                  </a:ext>
                </a:extLst>
              </p:cNvPr>
              <p:cNvSpPr/>
              <p:nvPr/>
            </p:nvSpPr>
            <p:spPr>
              <a:xfrm>
                <a:off x="7781246" y="3368606"/>
                <a:ext cx="2445" cy="2445"/>
              </a:xfrm>
              <a:custGeom>
                <a:avLst/>
                <a:gdLst>
                  <a:gd name="connsiteX0" fmla="*/ 0 w 2445"/>
                  <a:gd name="connsiteY0" fmla="*/ 0 h 2445"/>
                  <a:gd name="connsiteX1" fmla="*/ 2445 w 2445"/>
                  <a:gd name="connsiteY1" fmla="*/ 0 h 2445"/>
                  <a:gd name="connsiteX2" fmla="*/ 2445 w 2445"/>
                  <a:gd name="connsiteY2" fmla="*/ 2445 h 2445"/>
                  <a:gd name="connsiteX3" fmla="*/ 0 w 2445"/>
                  <a:gd name="connsiteY3" fmla="*/ 2445 h 2445"/>
                </a:gdLst>
                <a:ahLst/>
                <a:cxnLst>
                  <a:cxn ang="0">
                    <a:pos x="connsiteX0" y="connsiteY0"/>
                  </a:cxn>
                  <a:cxn ang="0">
                    <a:pos x="connsiteX1" y="connsiteY1"/>
                  </a:cxn>
                  <a:cxn ang="0">
                    <a:pos x="connsiteX2" y="connsiteY2"/>
                  </a:cxn>
                  <a:cxn ang="0">
                    <a:pos x="connsiteX3" y="connsiteY3"/>
                  </a:cxn>
                </a:cxnLst>
                <a:rect l="l" t="t" r="r" b="b"/>
                <a:pathLst>
                  <a:path w="2445" h="2445">
                    <a:moveTo>
                      <a:pt x="0" y="0"/>
                    </a:moveTo>
                    <a:lnTo>
                      <a:pt x="2445" y="0"/>
                    </a:lnTo>
                    <a:lnTo>
                      <a:pt x="2445" y="2445"/>
                    </a:lnTo>
                    <a:lnTo>
                      <a:pt x="0" y="2445"/>
                    </a:lnTo>
                    <a:close/>
                  </a:path>
                </a:pathLst>
              </a:custGeom>
              <a:grpFill/>
              <a:ln w="3594" cap="rnd">
                <a:solidFill>
                  <a:srgbClr val="FFFFFF"/>
                </a:solidFill>
                <a:prstDash val="solid"/>
                <a:round/>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51" name="Freeform: Shape 3846">
                <a:extLst>
                  <a:ext uri="{FF2B5EF4-FFF2-40B4-BE49-F238E27FC236}">
                    <a16:creationId xmlns:a16="http://schemas.microsoft.com/office/drawing/2014/main" id="{D4F50145-1C4A-4012-9AB2-831EA9BA8E47}"/>
                  </a:ext>
                </a:extLst>
              </p:cNvPr>
              <p:cNvSpPr/>
              <p:nvPr/>
            </p:nvSpPr>
            <p:spPr>
              <a:xfrm>
                <a:off x="7508385" y="2863734"/>
                <a:ext cx="889783" cy="917831"/>
              </a:xfrm>
              <a:custGeom>
                <a:avLst/>
                <a:gdLst>
                  <a:gd name="connsiteX0" fmla="*/ 15535 w 889783"/>
                  <a:gd name="connsiteY0" fmla="*/ 2445 h 917831"/>
                  <a:gd name="connsiteX1" fmla="*/ 17980 w 889783"/>
                  <a:gd name="connsiteY1" fmla="*/ 2445 h 917831"/>
                  <a:gd name="connsiteX2" fmla="*/ 20425 w 889783"/>
                  <a:gd name="connsiteY2" fmla="*/ 2445 h 917831"/>
                  <a:gd name="connsiteX3" fmla="*/ 23014 w 889783"/>
                  <a:gd name="connsiteY3" fmla="*/ 2445 h 917831"/>
                  <a:gd name="connsiteX4" fmla="*/ 25747 w 889783"/>
                  <a:gd name="connsiteY4" fmla="*/ 5034 h 917831"/>
                  <a:gd name="connsiteX5" fmla="*/ 25747 w 889783"/>
                  <a:gd name="connsiteY5" fmla="*/ 7767 h 917831"/>
                  <a:gd name="connsiteX6" fmla="*/ 25747 w 889783"/>
                  <a:gd name="connsiteY6" fmla="*/ 10213 h 917831"/>
                  <a:gd name="connsiteX7" fmla="*/ 28193 w 889783"/>
                  <a:gd name="connsiteY7" fmla="*/ 10213 h 917831"/>
                  <a:gd name="connsiteX8" fmla="*/ 28193 w 889783"/>
                  <a:gd name="connsiteY8" fmla="*/ 12658 h 917831"/>
                  <a:gd name="connsiteX9" fmla="*/ 28193 w 889783"/>
                  <a:gd name="connsiteY9" fmla="*/ 15247 h 917831"/>
                  <a:gd name="connsiteX10" fmla="*/ 30638 w 889783"/>
                  <a:gd name="connsiteY10" fmla="*/ 17980 h 917831"/>
                  <a:gd name="connsiteX11" fmla="*/ 33227 w 889783"/>
                  <a:gd name="connsiteY11" fmla="*/ 22870 h 917831"/>
                  <a:gd name="connsiteX12" fmla="*/ 30638 w 889783"/>
                  <a:gd name="connsiteY12" fmla="*/ 20425 h 917831"/>
                  <a:gd name="connsiteX13" fmla="*/ 30638 w 889783"/>
                  <a:gd name="connsiteY13" fmla="*/ 22870 h 917831"/>
                  <a:gd name="connsiteX14" fmla="*/ 30638 w 889783"/>
                  <a:gd name="connsiteY14" fmla="*/ 25459 h 917831"/>
                  <a:gd name="connsiteX15" fmla="*/ 33227 w 889783"/>
                  <a:gd name="connsiteY15" fmla="*/ 25459 h 917831"/>
                  <a:gd name="connsiteX16" fmla="*/ 38405 w 889783"/>
                  <a:gd name="connsiteY16" fmla="*/ 25459 h 917831"/>
                  <a:gd name="connsiteX17" fmla="*/ 38405 w 889783"/>
                  <a:gd name="connsiteY17" fmla="*/ 22870 h 917831"/>
                  <a:gd name="connsiteX18" fmla="*/ 40850 w 889783"/>
                  <a:gd name="connsiteY18" fmla="*/ 22870 h 917831"/>
                  <a:gd name="connsiteX19" fmla="*/ 43439 w 889783"/>
                  <a:gd name="connsiteY19" fmla="*/ 22870 h 917831"/>
                  <a:gd name="connsiteX20" fmla="*/ 45884 w 889783"/>
                  <a:gd name="connsiteY20" fmla="*/ 22870 h 917831"/>
                  <a:gd name="connsiteX21" fmla="*/ 45884 w 889783"/>
                  <a:gd name="connsiteY21" fmla="*/ 25459 h 917831"/>
                  <a:gd name="connsiteX22" fmla="*/ 48617 w 889783"/>
                  <a:gd name="connsiteY22" fmla="*/ 28192 h 917831"/>
                  <a:gd name="connsiteX23" fmla="*/ 48617 w 889783"/>
                  <a:gd name="connsiteY23" fmla="*/ 30638 h 917831"/>
                  <a:gd name="connsiteX24" fmla="*/ 45884 w 889783"/>
                  <a:gd name="connsiteY24" fmla="*/ 30638 h 917831"/>
                  <a:gd name="connsiteX25" fmla="*/ 43439 w 889783"/>
                  <a:gd name="connsiteY25" fmla="*/ 33083 h 917831"/>
                  <a:gd name="connsiteX26" fmla="*/ 43439 w 889783"/>
                  <a:gd name="connsiteY26" fmla="*/ 35672 h 917831"/>
                  <a:gd name="connsiteX27" fmla="*/ 45884 w 889783"/>
                  <a:gd name="connsiteY27" fmla="*/ 33083 h 917831"/>
                  <a:gd name="connsiteX28" fmla="*/ 48617 w 889783"/>
                  <a:gd name="connsiteY28" fmla="*/ 33083 h 917831"/>
                  <a:gd name="connsiteX29" fmla="*/ 51063 w 889783"/>
                  <a:gd name="connsiteY29" fmla="*/ 35672 h 917831"/>
                  <a:gd name="connsiteX30" fmla="*/ 53508 w 889783"/>
                  <a:gd name="connsiteY30" fmla="*/ 33083 h 917831"/>
                  <a:gd name="connsiteX31" fmla="*/ 53508 w 889783"/>
                  <a:gd name="connsiteY31" fmla="*/ 35672 h 917831"/>
                  <a:gd name="connsiteX32" fmla="*/ 53508 w 889783"/>
                  <a:gd name="connsiteY32" fmla="*/ 38405 h 917831"/>
                  <a:gd name="connsiteX33" fmla="*/ 53508 w 889783"/>
                  <a:gd name="connsiteY33" fmla="*/ 40850 h 917831"/>
                  <a:gd name="connsiteX34" fmla="*/ 53508 w 889783"/>
                  <a:gd name="connsiteY34" fmla="*/ 43295 h 917831"/>
                  <a:gd name="connsiteX35" fmla="*/ 56097 w 889783"/>
                  <a:gd name="connsiteY35" fmla="*/ 45884 h 917831"/>
                  <a:gd name="connsiteX36" fmla="*/ 56097 w 889783"/>
                  <a:gd name="connsiteY36" fmla="*/ 48617 h 917831"/>
                  <a:gd name="connsiteX37" fmla="*/ 58830 w 889783"/>
                  <a:gd name="connsiteY37" fmla="*/ 48617 h 917831"/>
                  <a:gd name="connsiteX38" fmla="*/ 56097 w 889783"/>
                  <a:gd name="connsiteY38" fmla="*/ 43295 h 917831"/>
                  <a:gd name="connsiteX39" fmla="*/ 56097 w 889783"/>
                  <a:gd name="connsiteY39" fmla="*/ 40850 h 917831"/>
                  <a:gd name="connsiteX40" fmla="*/ 58830 w 889783"/>
                  <a:gd name="connsiteY40" fmla="*/ 38405 h 917831"/>
                  <a:gd name="connsiteX41" fmla="*/ 61275 w 889783"/>
                  <a:gd name="connsiteY41" fmla="*/ 38405 h 917831"/>
                  <a:gd name="connsiteX42" fmla="*/ 61275 w 889783"/>
                  <a:gd name="connsiteY42" fmla="*/ 40850 h 917831"/>
                  <a:gd name="connsiteX43" fmla="*/ 61275 w 889783"/>
                  <a:gd name="connsiteY43" fmla="*/ 43295 h 917831"/>
                  <a:gd name="connsiteX44" fmla="*/ 63864 w 889783"/>
                  <a:gd name="connsiteY44" fmla="*/ 43295 h 917831"/>
                  <a:gd name="connsiteX45" fmla="*/ 61275 w 889783"/>
                  <a:gd name="connsiteY45" fmla="*/ 45884 h 917831"/>
                  <a:gd name="connsiteX46" fmla="*/ 66310 w 889783"/>
                  <a:gd name="connsiteY46" fmla="*/ 45884 h 917831"/>
                  <a:gd name="connsiteX47" fmla="*/ 69043 w 889783"/>
                  <a:gd name="connsiteY47" fmla="*/ 45884 h 917831"/>
                  <a:gd name="connsiteX48" fmla="*/ 71488 w 889783"/>
                  <a:gd name="connsiteY48" fmla="*/ 45884 h 917831"/>
                  <a:gd name="connsiteX49" fmla="*/ 69043 w 889783"/>
                  <a:gd name="connsiteY49" fmla="*/ 51063 h 917831"/>
                  <a:gd name="connsiteX50" fmla="*/ 71488 w 889783"/>
                  <a:gd name="connsiteY50" fmla="*/ 55953 h 917831"/>
                  <a:gd name="connsiteX51" fmla="*/ 71488 w 889783"/>
                  <a:gd name="connsiteY51" fmla="*/ 53508 h 917831"/>
                  <a:gd name="connsiteX52" fmla="*/ 73933 w 889783"/>
                  <a:gd name="connsiteY52" fmla="*/ 53508 h 917831"/>
                  <a:gd name="connsiteX53" fmla="*/ 73933 w 889783"/>
                  <a:gd name="connsiteY53" fmla="*/ 55953 h 917831"/>
                  <a:gd name="connsiteX54" fmla="*/ 73933 w 889783"/>
                  <a:gd name="connsiteY54" fmla="*/ 58830 h 917831"/>
                  <a:gd name="connsiteX55" fmla="*/ 76522 w 889783"/>
                  <a:gd name="connsiteY55" fmla="*/ 55953 h 917831"/>
                  <a:gd name="connsiteX56" fmla="*/ 76522 w 889783"/>
                  <a:gd name="connsiteY56" fmla="*/ 58830 h 917831"/>
                  <a:gd name="connsiteX57" fmla="*/ 73933 w 889783"/>
                  <a:gd name="connsiteY57" fmla="*/ 58830 h 917831"/>
                  <a:gd name="connsiteX58" fmla="*/ 73933 w 889783"/>
                  <a:gd name="connsiteY58" fmla="*/ 61275 h 917831"/>
                  <a:gd name="connsiteX59" fmla="*/ 71488 w 889783"/>
                  <a:gd name="connsiteY59" fmla="*/ 61275 h 917831"/>
                  <a:gd name="connsiteX60" fmla="*/ 69043 w 889783"/>
                  <a:gd name="connsiteY60" fmla="*/ 63720 h 917831"/>
                  <a:gd name="connsiteX61" fmla="*/ 69043 w 889783"/>
                  <a:gd name="connsiteY61" fmla="*/ 66166 h 917831"/>
                  <a:gd name="connsiteX62" fmla="*/ 69043 w 889783"/>
                  <a:gd name="connsiteY62" fmla="*/ 68899 h 917831"/>
                  <a:gd name="connsiteX63" fmla="*/ 71488 w 889783"/>
                  <a:gd name="connsiteY63" fmla="*/ 71488 h 917831"/>
                  <a:gd name="connsiteX64" fmla="*/ 69043 w 889783"/>
                  <a:gd name="connsiteY64" fmla="*/ 76378 h 917831"/>
                  <a:gd name="connsiteX65" fmla="*/ 71488 w 889783"/>
                  <a:gd name="connsiteY65" fmla="*/ 76378 h 917831"/>
                  <a:gd name="connsiteX66" fmla="*/ 71488 w 889783"/>
                  <a:gd name="connsiteY66" fmla="*/ 73933 h 917831"/>
                  <a:gd name="connsiteX67" fmla="*/ 71488 w 889783"/>
                  <a:gd name="connsiteY67" fmla="*/ 71488 h 917831"/>
                  <a:gd name="connsiteX68" fmla="*/ 71488 w 889783"/>
                  <a:gd name="connsiteY68" fmla="*/ 63720 h 917831"/>
                  <a:gd name="connsiteX69" fmla="*/ 76522 w 889783"/>
                  <a:gd name="connsiteY69" fmla="*/ 63720 h 917831"/>
                  <a:gd name="connsiteX70" fmla="*/ 79255 w 889783"/>
                  <a:gd name="connsiteY70" fmla="*/ 61275 h 917831"/>
                  <a:gd name="connsiteX71" fmla="*/ 81700 w 889783"/>
                  <a:gd name="connsiteY71" fmla="*/ 66166 h 917831"/>
                  <a:gd name="connsiteX72" fmla="*/ 89467 w 889783"/>
                  <a:gd name="connsiteY72" fmla="*/ 66166 h 917831"/>
                  <a:gd name="connsiteX73" fmla="*/ 91913 w 889783"/>
                  <a:gd name="connsiteY73" fmla="*/ 68899 h 917831"/>
                  <a:gd name="connsiteX74" fmla="*/ 91913 w 889783"/>
                  <a:gd name="connsiteY74" fmla="*/ 71488 h 917831"/>
                  <a:gd name="connsiteX75" fmla="*/ 91913 w 889783"/>
                  <a:gd name="connsiteY75" fmla="*/ 73933 h 917831"/>
                  <a:gd name="connsiteX76" fmla="*/ 91913 w 889783"/>
                  <a:gd name="connsiteY76" fmla="*/ 78967 h 917831"/>
                  <a:gd name="connsiteX77" fmla="*/ 91913 w 889783"/>
                  <a:gd name="connsiteY77" fmla="*/ 81700 h 917831"/>
                  <a:gd name="connsiteX78" fmla="*/ 89467 w 889783"/>
                  <a:gd name="connsiteY78" fmla="*/ 81700 h 917831"/>
                  <a:gd name="connsiteX79" fmla="*/ 84145 w 889783"/>
                  <a:gd name="connsiteY79" fmla="*/ 84145 h 917831"/>
                  <a:gd name="connsiteX80" fmla="*/ 81700 w 889783"/>
                  <a:gd name="connsiteY80" fmla="*/ 84145 h 917831"/>
                  <a:gd name="connsiteX81" fmla="*/ 76522 w 889783"/>
                  <a:gd name="connsiteY81" fmla="*/ 89180 h 917831"/>
                  <a:gd name="connsiteX82" fmla="*/ 79255 w 889783"/>
                  <a:gd name="connsiteY82" fmla="*/ 89180 h 917831"/>
                  <a:gd name="connsiteX83" fmla="*/ 81700 w 889783"/>
                  <a:gd name="connsiteY83" fmla="*/ 86591 h 917831"/>
                  <a:gd name="connsiteX84" fmla="*/ 86734 w 889783"/>
                  <a:gd name="connsiteY84" fmla="*/ 84145 h 917831"/>
                  <a:gd name="connsiteX85" fmla="*/ 94358 w 889783"/>
                  <a:gd name="connsiteY85" fmla="*/ 86591 h 917831"/>
                  <a:gd name="connsiteX86" fmla="*/ 94358 w 889783"/>
                  <a:gd name="connsiteY86" fmla="*/ 84145 h 917831"/>
                  <a:gd name="connsiteX87" fmla="*/ 96947 w 889783"/>
                  <a:gd name="connsiteY87" fmla="*/ 81700 h 917831"/>
                  <a:gd name="connsiteX88" fmla="*/ 96947 w 889783"/>
                  <a:gd name="connsiteY88" fmla="*/ 84145 h 917831"/>
                  <a:gd name="connsiteX89" fmla="*/ 99680 w 889783"/>
                  <a:gd name="connsiteY89" fmla="*/ 84145 h 917831"/>
                  <a:gd name="connsiteX90" fmla="*/ 99680 w 889783"/>
                  <a:gd name="connsiteY90" fmla="*/ 89180 h 917831"/>
                  <a:gd name="connsiteX91" fmla="*/ 99680 w 889783"/>
                  <a:gd name="connsiteY91" fmla="*/ 96803 h 917831"/>
                  <a:gd name="connsiteX92" fmla="*/ 96947 w 889783"/>
                  <a:gd name="connsiteY92" fmla="*/ 99392 h 917831"/>
                  <a:gd name="connsiteX93" fmla="*/ 99680 w 889783"/>
                  <a:gd name="connsiteY93" fmla="*/ 99392 h 917831"/>
                  <a:gd name="connsiteX94" fmla="*/ 102125 w 889783"/>
                  <a:gd name="connsiteY94" fmla="*/ 96803 h 917831"/>
                  <a:gd name="connsiteX95" fmla="*/ 102125 w 889783"/>
                  <a:gd name="connsiteY95" fmla="*/ 89180 h 917831"/>
                  <a:gd name="connsiteX96" fmla="*/ 99680 w 889783"/>
                  <a:gd name="connsiteY96" fmla="*/ 86591 h 917831"/>
                  <a:gd name="connsiteX97" fmla="*/ 102125 w 889783"/>
                  <a:gd name="connsiteY97" fmla="*/ 86591 h 917831"/>
                  <a:gd name="connsiteX98" fmla="*/ 102125 w 889783"/>
                  <a:gd name="connsiteY98" fmla="*/ 84145 h 917831"/>
                  <a:gd name="connsiteX99" fmla="*/ 104571 w 889783"/>
                  <a:gd name="connsiteY99" fmla="*/ 84145 h 917831"/>
                  <a:gd name="connsiteX100" fmla="*/ 107160 w 889783"/>
                  <a:gd name="connsiteY100" fmla="*/ 84145 h 917831"/>
                  <a:gd name="connsiteX101" fmla="*/ 109605 w 889783"/>
                  <a:gd name="connsiteY101" fmla="*/ 84145 h 917831"/>
                  <a:gd name="connsiteX102" fmla="*/ 112338 w 889783"/>
                  <a:gd name="connsiteY102" fmla="*/ 86591 h 917831"/>
                  <a:gd name="connsiteX103" fmla="*/ 109605 w 889783"/>
                  <a:gd name="connsiteY103" fmla="*/ 86591 h 917831"/>
                  <a:gd name="connsiteX104" fmla="*/ 112338 w 889783"/>
                  <a:gd name="connsiteY104" fmla="*/ 89180 h 917831"/>
                  <a:gd name="connsiteX105" fmla="*/ 112338 w 889783"/>
                  <a:gd name="connsiteY105" fmla="*/ 91913 h 917831"/>
                  <a:gd name="connsiteX106" fmla="*/ 112338 w 889783"/>
                  <a:gd name="connsiteY106" fmla="*/ 94358 h 917831"/>
                  <a:gd name="connsiteX107" fmla="*/ 112338 w 889783"/>
                  <a:gd name="connsiteY107" fmla="*/ 96803 h 917831"/>
                  <a:gd name="connsiteX108" fmla="*/ 109605 w 889783"/>
                  <a:gd name="connsiteY108" fmla="*/ 99392 h 917831"/>
                  <a:gd name="connsiteX109" fmla="*/ 112338 w 889783"/>
                  <a:gd name="connsiteY109" fmla="*/ 99392 h 917831"/>
                  <a:gd name="connsiteX110" fmla="*/ 112338 w 889783"/>
                  <a:gd name="connsiteY110" fmla="*/ 96803 h 917831"/>
                  <a:gd name="connsiteX111" fmla="*/ 114783 w 889783"/>
                  <a:gd name="connsiteY111" fmla="*/ 94358 h 917831"/>
                  <a:gd name="connsiteX112" fmla="*/ 114783 w 889783"/>
                  <a:gd name="connsiteY112" fmla="*/ 89180 h 917831"/>
                  <a:gd name="connsiteX113" fmla="*/ 119817 w 889783"/>
                  <a:gd name="connsiteY113" fmla="*/ 86591 h 917831"/>
                  <a:gd name="connsiteX114" fmla="*/ 119817 w 889783"/>
                  <a:gd name="connsiteY114" fmla="*/ 91913 h 917831"/>
                  <a:gd name="connsiteX115" fmla="*/ 117372 w 889783"/>
                  <a:gd name="connsiteY115" fmla="*/ 94358 h 917831"/>
                  <a:gd name="connsiteX116" fmla="*/ 119817 w 889783"/>
                  <a:gd name="connsiteY116" fmla="*/ 94358 h 917831"/>
                  <a:gd name="connsiteX117" fmla="*/ 119817 w 889783"/>
                  <a:gd name="connsiteY117" fmla="*/ 99392 h 917831"/>
                  <a:gd name="connsiteX118" fmla="*/ 122550 w 889783"/>
                  <a:gd name="connsiteY118" fmla="*/ 94358 h 917831"/>
                  <a:gd name="connsiteX119" fmla="*/ 122550 w 889783"/>
                  <a:gd name="connsiteY119" fmla="*/ 96803 h 917831"/>
                  <a:gd name="connsiteX120" fmla="*/ 122550 w 889783"/>
                  <a:gd name="connsiteY120" fmla="*/ 94358 h 917831"/>
                  <a:gd name="connsiteX121" fmla="*/ 124995 w 889783"/>
                  <a:gd name="connsiteY121" fmla="*/ 94358 h 917831"/>
                  <a:gd name="connsiteX122" fmla="*/ 124995 w 889783"/>
                  <a:gd name="connsiteY122" fmla="*/ 96803 h 917831"/>
                  <a:gd name="connsiteX123" fmla="*/ 124995 w 889783"/>
                  <a:gd name="connsiteY123" fmla="*/ 102125 h 917831"/>
                  <a:gd name="connsiteX124" fmla="*/ 124995 w 889783"/>
                  <a:gd name="connsiteY124" fmla="*/ 104570 h 917831"/>
                  <a:gd name="connsiteX125" fmla="*/ 127584 w 889783"/>
                  <a:gd name="connsiteY125" fmla="*/ 107016 h 917831"/>
                  <a:gd name="connsiteX126" fmla="*/ 130030 w 889783"/>
                  <a:gd name="connsiteY126" fmla="*/ 104570 h 917831"/>
                  <a:gd name="connsiteX127" fmla="*/ 132763 w 889783"/>
                  <a:gd name="connsiteY127" fmla="*/ 104570 h 917831"/>
                  <a:gd name="connsiteX128" fmla="*/ 132763 w 889783"/>
                  <a:gd name="connsiteY128" fmla="*/ 107016 h 917831"/>
                  <a:gd name="connsiteX129" fmla="*/ 135208 w 889783"/>
                  <a:gd name="connsiteY129" fmla="*/ 109605 h 917831"/>
                  <a:gd name="connsiteX130" fmla="*/ 135208 w 889783"/>
                  <a:gd name="connsiteY130" fmla="*/ 107016 h 917831"/>
                  <a:gd name="connsiteX131" fmla="*/ 137653 w 889783"/>
                  <a:gd name="connsiteY131" fmla="*/ 107016 h 917831"/>
                  <a:gd name="connsiteX132" fmla="*/ 142975 w 889783"/>
                  <a:gd name="connsiteY132" fmla="*/ 104570 h 917831"/>
                  <a:gd name="connsiteX133" fmla="*/ 142975 w 889783"/>
                  <a:gd name="connsiteY133" fmla="*/ 107016 h 917831"/>
                  <a:gd name="connsiteX134" fmla="*/ 142975 w 889783"/>
                  <a:gd name="connsiteY134" fmla="*/ 109605 h 917831"/>
                  <a:gd name="connsiteX135" fmla="*/ 140242 w 889783"/>
                  <a:gd name="connsiteY135" fmla="*/ 109605 h 917831"/>
                  <a:gd name="connsiteX136" fmla="*/ 137653 w 889783"/>
                  <a:gd name="connsiteY136" fmla="*/ 109605 h 917831"/>
                  <a:gd name="connsiteX137" fmla="*/ 135208 w 889783"/>
                  <a:gd name="connsiteY137" fmla="*/ 109605 h 917831"/>
                  <a:gd name="connsiteX138" fmla="*/ 132763 w 889783"/>
                  <a:gd name="connsiteY138" fmla="*/ 112338 h 917831"/>
                  <a:gd name="connsiteX139" fmla="*/ 132763 w 889783"/>
                  <a:gd name="connsiteY139" fmla="*/ 114783 h 917831"/>
                  <a:gd name="connsiteX140" fmla="*/ 137653 w 889783"/>
                  <a:gd name="connsiteY140" fmla="*/ 112338 h 917831"/>
                  <a:gd name="connsiteX141" fmla="*/ 140242 w 889783"/>
                  <a:gd name="connsiteY141" fmla="*/ 112338 h 917831"/>
                  <a:gd name="connsiteX142" fmla="*/ 137653 w 889783"/>
                  <a:gd name="connsiteY142" fmla="*/ 117228 h 917831"/>
                  <a:gd name="connsiteX143" fmla="*/ 137653 w 889783"/>
                  <a:gd name="connsiteY143" fmla="*/ 119673 h 917831"/>
                  <a:gd name="connsiteX144" fmla="*/ 140242 w 889783"/>
                  <a:gd name="connsiteY144" fmla="*/ 119673 h 917831"/>
                  <a:gd name="connsiteX145" fmla="*/ 140242 w 889783"/>
                  <a:gd name="connsiteY145" fmla="*/ 114783 h 917831"/>
                  <a:gd name="connsiteX146" fmla="*/ 142975 w 889783"/>
                  <a:gd name="connsiteY146" fmla="*/ 114783 h 917831"/>
                  <a:gd name="connsiteX147" fmla="*/ 145421 w 889783"/>
                  <a:gd name="connsiteY147" fmla="*/ 114783 h 917831"/>
                  <a:gd name="connsiteX148" fmla="*/ 145421 w 889783"/>
                  <a:gd name="connsiteY148" fmla="*/ 117228 h 917831"/>
                  <a:gd name="connsiteX149" fmla="*/ 142975 w 889783"/>
                  <a:gd name="connsiteY149" fmla="*/ 117228 h 917831"/>
                  <a:gd name="connsiteX150" fmla="*/ 142975 w 889783"/>
                  <a:gd name="connsiteY150" fmla="*/ 119673 h 917831"/>
                  <a:gd name="connsiteX151" fmla="*/ 145421 w 889783"/>
                  <a:gd name="connsiteY151" fmla="*/ 117228 h 917831"/>
                  <a:gd name="connsiteX152" fmla="*/ 145421 w 889783"/>
                  <a:gd name="connsiteY152" fmla="*/ 119673 h 917831"/>
                  <a:gd name="connsiteX153" fmla="*/ 147866 w 889783"/>
                  <a:gd name="connsiteY153" fmla="*/ 119673 h 917831"/>
                  <a:gd name="connsiteX154" fmla="*/ 145421 w 889783"/>
                  <a:gd name="connsiteY154" fmla="*/ 122550 h 917831"/>
                  <a:gd name="connsiteX155" fmla="*/ 145421 w 889783"/>
                  <a:gd name="connsiteY155" fmla="*/ 127441 h 917831"/>
                  <a:gd name="connsiteX156" fmla="*/ 137653 w 889783"/>
                  <a:gd name="connsiteY156" fmla="*/ 130030 h 917831"/>
                  <a:gd name="connsiteX157" fmla="*/ 142975 w 889783"/>
                  <a:gd name="connsiteY157" fmla="*/ 130030 h 917831"/>
                  <a:gd name="connsiteX158" fmla="*/ 145421 w 889783"/>
                  <a:gd name="connsiteY158" fmla="*/ 127441 h 917831"/>
                  <a:gd name="connsiteX159" fmla="*/ 147866 w 889783"/>
                  <a:gd name="connsiteY159" fmla="*/ 127441 h 917831"/>
                  <a:gd name="connsiteX160" fmla="*/ 147866 w 889783"/>
                  <a:gd name="connsiteY160" fmla="*/ 124995 h 917831"/>
                  <a:gd name="connsiteX161" fmla="*/ 150455 w 889783"/>
                  <a:gd name="connsiteY161" fmla="*/ 124995 h 917831"/>
                  <a:gd name="connsiteX162" fmla="*/ 150455 w 889783"/>
                  <a:gd name="connsiteY162" fmla="*/ 130030 h 917831"/>
                  <a:gd name="connsiteX163" fmla="*/ 150455 w 889783"/>
                  <a:gd name="connsiteY163" fmla="*/ 135208 h 917831"/>
                  <a:gd name="connsiteX164" fmla="*/ 153188 w 889783"/>
                  <a:gd name="connsiteY164" fmla="*/ 137653 h 917831"/>
                  <a:gd name="connsiteX165" fmla="*/ 153188 w 889783"/>
                  <a:gd name="connsiteY165" fmla="*/ 135208 h 917831"/>
                  <a:gd name="connsiteX166" fmla="*/ 150455 w 889783"/>
                  <a:gd name="connsiteY166" fmla="*/ 130030 h 917831"/>
                  <a:gd name="connsiteX167" fmla="*/ 153188 w 889783"/>
                  <a:gd name="connsiteY167" fmla="*/ 127441 h 917831"/>
                  <a:gd name="connsiteX168" fmla="*/ 150455 w 889783"/>
                  <a:gd name="connsiteY168" fmla="*/ 122550 h 917831"/>
                  <a:gd name="connsiteX169" fmla="*/ 153188 w 889783"/>
                  <a:gd name="connsiteY169" fmla="*/ 119673 h 917831"/>
                  <a:gd name="connsiteX170" fmla="*/ 155633 w 889783"/>
                  <a:gd name="connsiteY170" fmla="*/ 119673 h 917831"/>
                  <a:gd name="connsiteX171" fmla="*/ 158222 w 889783"/>
                  <a:gd name="connsiteY171" fmla="*/ 119673 h 917831"/>
                  <a:gd name="connsiteX172" fmla="*/ 155633 w 889783"/>
                  <a:gd name="connsiteY172" fmla="*/ 122550 h 917831"/>
                  <a:gd name="connsiteX173" fmla="*/ 155633 w 889783"/>
                  <a:gd name="connsiteY173" fmla="*/ 124995 h 917831"/>
                  <a:gd name="connsiteX174" fmla="*/ 158222 w 889783"/>
                  <a:gd name="connsiteY174" fmla="*/ 122550 h 917831"/>
                  <a:gd name="connsiteX175" fmla="*/ 158222 w 889783"/>
                  <a:gd name="connsiteY175" fmla="*/ 124995 h 917831"/>
                  <a:gd name="connsiteX176" fmla="*/ 160667 w 889783"/>
                  <a:gd name="connsiteY176" fmla="*/ 122550 h 917831"/>
                  <a:gd name="connsiteX177" fmla="*/ 160667 w 889783"/>
                  <a:gd name="connsiteY177" fmla="*/ 124995 h 917831"/>
                  <a:gd name="connsiteX178" fmla="*/ 163400 w 889783"/>
                  <a:gd name="connsiteY178" fmla="*/ 124995 h 917831"/>
                  <a:gd name="connsiteX179" fmla="*/ 165845 w 889783"/>
                  <a:gd name="connsiteY179" fmla="*/ 124995 h 917831"/>
                  <a:gd name="connsiteX180" fmla="*/ 165845 w 889783"/>
                  <a:gd name="connsiteY180" fmla="*/ 127441 h 917831"/>
                  <a:gd name="connsiteX181" fmla="*/ 168291 w 889783"/>
                  <a:gd name="connsiteY181" fmla="*/ 127441 h 917831"/>
                  <a:gd name="connsiteX182" fmla="*/ 165845 w 889783"/>
                  <a:gd name="connsiteY182" fmla="*/ 130030 h 917831"/>
                  <a:gd name="connsiteX183" fmla="*/ 168291 w 889783"/>
                  <a:gd name="connsiteY183" fmla="*/ 132763 h 917831"/>
                  <a:gd name="connsiteX184" fmla="*/ 168291 w 889783"/>
                  <a:gd name="connsiteY184" fmla="*/ 135208 h 917831"/>
                  <a:gd name="connsiteX185" fmla="*/ 165845 w 889783"/>
                  <a:gd name="connsiteY185" fmla="*/ 137653 h 917831"/>
                  <a:gd name="connsiteX186" fmla="*/ 160667 w 889783"/>
                  <a:gd name="connsiteY186" fmla="*/ 137653 h 917831"/>
                  <a:gd name="connsiteX187" fmla="*/ 160667 w 889783"/>
                  <a:gd name="connsiteY187" fmla="*/ 140242 h 917831"/>
                  <a:gd name="connsiteX188" fmla="*/ 160667 w 889783"/>
                  <a:gd name="connsiteY188" fmla="*/ 142975 h 917831"/>
                  <a:gd name="connsiteX189" fmla="*/ 163400 w 889783"/>
                  <a:gd name="connsiteY189" fmla="*/ 140242 h 917831"/>
                  <a:gd name="connsiteX190" fmla="*/ 165845 w 889783"/>
                  <a:gd name="connsiteY190" fmla="*/ 140242 h 917831"/>
                  <a:gd name="connsiteX191" fmla="*/ 168291 w 889783"/>
                  <a:gd name="connsiteY191" fmla="*/ 137653 h 917831"/>
                  <a:gd name="connsiteX192" fmla="*/ 170880 w 889783"/>
                  <a:gd name="connsiteY192" fmla="*/ 135208 h 917831"/>
                  <a:gd name="connsiteX193" fmla="*/ 173613 w 889783"/>
                  <a:gd name="connsiteY193" fmla="*/ 135208 h 917831"/>
                  <a:gd name="connsiteX194" fmla="*/ 173613 w 889783"/>
                  <a:gd name="connsiteY194" fmla="*/ 137653 h 917831"/>
                  <a:gd name="connsiteX195" fmla="*/ 176058 w 889783"/>
                  <a:gd name="connsiteY195" fmla="*/ 140242 h 917831"/>
                  <a:gd name="connsiteX196" fmla="*/ 173613 w 889783"/>
                  <a:gd name="connsiteY196" fmla="*/ 140242 h 917831"/>
                  <a:gd name="connsiteX197" fmla="*/ 176058 w 889783"/>
                  <a:gd name="connsiteY197" fmla="*/ 142975 h 917831"/>
                  <a:gd name="connsiteX198" fmla="*/ 173613 w 889783"/>
                  <a:gd name="connsiteY198" fmla="*/ 145420 h 917831"/>
                  <a:gd name="connsiteX199" fmla="*/ 170880 w 889783"/>
                  <a:gd name="connsiteY199" fmla="*/ 147866 h 917831"/>
                  <a:gd name="connsiteX200" fmla="*/ 173613 w 889783"/>
                  <a:gd name="connsiteY200" fmla="*/ 147866 h 917831"/>
                  <a:gd name="connsiteX201" fmla="*/ 176058 w 889783"/>
                  <a:gd name="connsiteY201" fmla="*/ 147866 h 917831"/>
                  <a:gd name="connsiteX202" fmla="*/ 173613 w 889783"/>
                  <a:gd name="connsiteY202" fmla="*/ 150311 h 917831"/>
                  <a:gd name="connsiteX203" fmla="*/ 170880 w 889783"/>
                  <a:gd name="connsiteY203" fmla="*/ 153044 h 917831"/>
                  <a:gd name="connsiteX204" fmla="*/ 170880 w 889783"/>
                  <a:gd name="connsiteY204" fmla="*/ 155633 h 917831"/>
                  <a:gd name="connsiteX205" fmla="*/ 168291 w 889783"/>
                  <a:gd name="connsiteY205" fmla="*/ 155633 h 917831"/>
                  <a:gd name="connsiteX206" fmla="*/ 165845 w 889783"/>
                  <a:gd name="connsiteY206" fmla="*/ 158078 h 917831"/>
                  <a:gd name="connsiteX207" fmla="*/ 165845 w 889783"/>
                  <a:gd name="connsiteY207" fmla="*/ 160523 h 917831"/>
                  <a:gd name="connsiteX208" fmla="*/ 165845 w 889783"/>
                  <a:gd name="connsiteY208" fmla="*/ 163113 h 917831"/>
                  <a:gd name="connsiteX209" fmla="*/ 165845 w 889783"/>
                  <a:gd name="connsiteY209" fmla="*/ 165845 h 917831"/>
                  <a:gd name="connsiteX210" fmla="*/ 170880 w 889783"/>
                  <a:gd name="connsiteY210" fmla="*/ 165845 h 917831"/>
                  <a:gd name="connsiteX211" fmla="*/ 176058 w 889783"/>
                  <a:gd name="connsiteY211" fmla="*/ 165845 h 917831"/>
                  <a:gd name="connsiteX212" fmla="*/ 178503 w 889783"/>
                  <a:gd name="connsiteY212" fmla="*/ 165845 h 917831"/>
                  <a:gd name="connsiteX213" fmla="*/ 178503 w 889783"/>
                  <a:gd name="connsiteY213" fmla="*/ 163113 h 917831"/>
                  <a:gd name="connsiteX214" fmla="*/ 183538 w 889783"/>
                  <a:gd name="connsiteY214" fmla="*/ 160523 h 917831"/>
                  <a:gd name="connsiteX215" fmla="*/ 183538 w 889783"/>
                  <a:gd name="connsiteY215" fmla="*/ 158078 h 917831"/>
                  <a:gd name="connsiteX216" fmla="*/ 183538 w 889783"/>
                  <a:gd name="connsiteY216" fmla="*/ 155633 h 917831"/>
                  <a:gd name="connsiteX217" fmla="*/ 186271 w 889783"/>
                  <a:gd name="connsiteY217" fmla="*/ 155633 h 917831"/>
                  <a:gd name="connsiteX218" fmla="*/ 186271 w 889783"/>
                  <a:gd name="connsiteY218" fmla="*/ 158078 h 917831"/>
                  <a:gd name="connsiteX219" fmla="*/ 186271 w 889783"/>
                  <a:gd name="connsiteY219" fmla="*/ 160523 h 917831"/>
                  <a:gd name="connsiteX220" fmla="*/ 186271 w 889783"/>
                  <a:gd name="connsiteY220" fmla="*/ 158078 h 917831"/>
                  <a:gd name="connsiteX221" fmla="*/ 186271 w 889783"/>
                  <a:gd name="connsiteY221" fmla="*/ 155633 h 917831"/>
                  <a:gd name="connsiteX222" fmla="*/ 188716 w 889783"/>
                  <a:gd name="connsiteY222" fmla="*/ 155633 h 917831"/>
                  <a:gd name="connsiteX223" fmla="*/ 191305 w 889783"/>
                  <a:gd name="connsiteY223" fmla="*/ 155633 h 917831"/>
                  <a:gd name="connsiteX224" fmla="*/ 193750 w 889783"/>
                  <a:gd name="connsiteY224" fmla="*/ 153044 h 917831"/>
                  <a:gd name="connsiteX225" fmla="*/ 196483 w 889783"/>
                  <a:gd name="connsiteY225" fmla="*/ 153044 h 917831"/>
                  <a:gd name="connsiteX226" fmla="*/ 198928 w 889783"/>
                  <a:gd name="connsiteY226" fmla="*/ 153044 h 917831"/>
                  <a:gd name="connsiteX227" fmla="*/ 198928 w 889783"/>
                  <a:gd name="connsiteY227" fmla="*/ 155633 h 917831"/>
                  <a:gd name="connsiteX228" fmla="*/ 196483 w 889783"/>
                  <a:gd name="connsiteY228" fmla="*/ 155633 h 917831"/>
                  <a:gd name="connsiteX229" fmla="*/ 198928 w 889783"/>
                  <a:gd name="connsiteY229" fmla="*/ 158078 h 917831"/>
                  <a:gd name="connsiteX230" fmla="*/ 201517 w 889783"/>
                  <a:gd name="connsiteY230" fmla="*/ 160523 h 917831"/>
                  <a:gd name="connsiteX231" fmla="*/ 196483 w 889783"/>
                  <a:gd name="connsiteY231" fmla="*/ 160523 h 917831"/>
                  <a:gd name="connsiteX232" fmla="*/ 196483 w 889783"/>
                  <a:gd name="connsiteY232" fmla="*/ 163113 h 917831"/>
                  <a:gd name="connsiteX233" fmla="*/ 196483 w 889783"/>
                  <a:gd name="connsiteY233" fmla="*/ 165845 h 917831"/>
                  <a:gd name="connsiteX234" fmla="*/ 198928 w 889783"/>
                  <a:gd name="connsiteY234" fmla="*/ 165845 h 917831"/>
                  <a:gd name="connsiteX235" fmla="*/ 198928 w 889783"/>
                  <a:gd name="connsiteY235" fmla="*/ 168291 h 917831"/>
                  <a:gd name="connsiteX236" fmla="*/ 201517 w 889783"/>
                  <a:gd name="connsiteY236" fmla="*/ 170736 h 917831"/>
                  <a:gd name="connsiteX237" fmla="*/ 201517 w 889783"/>
                  <a:gd name="connsiteY237" fmla="*/ 173325 h 917831"/>
                  <a:gd name="connsiteX238" fmla="*/ 201517 w 889783"/>
                  <a:gd name="connsiteY238" fmla="*/ 176058 h 917831"/>
                  <a:gd name="connsiteX239" fmla="*/ 198928 w 889783"/>
                  <a:gd name="connsiteY239" fmla="*/ 176058 h 917831"/>
                  <a:gd name="connsiteX240" fmla="*/ 198928 w 889783"/>
                  <a:gd name="connsiteY240" fmla="*/ 178503 h 917831"/>
                  <a:gd name="connsiteX241" fmla="*/ 201517 w 889783"/>
                  <a:gd name="connsiteY241" fmla="*/ 178503 h 917831"/>
                  <a:gd name="connsiteX242" fmla="*/ 193750 w 889783"/>
                  <a:gd name="connsiteY242" fmla="*/ 180948 h 917831"/>
                  <a:gd name="connsiteX243" fmla="*/ 191305 w 889783"/>
                  <a:gd name="connsiteY243" fmla="*/ 183538 h 917831"/>
                  <a:gd name="connsiteX244" fmla="*/ 191305 w 889783"/>
                  <a:gd name="connsiteY244" fmla="*/ 191161 h 917831"/>
                  <a:gd name="connsiteX245" fmla="*/ 191305 w 889783"/>
                  <a:gd name="connsiteY245" fmla="*/ 183538 h 917831"/>
                  <a:gd name="connsiteX246" fmla="*/ 193750 w 889783"/>
                  <a:gd name="connsiteY246" fmla="*/ 183538 h 917831"/>
                  <a:gd name="connsiteX247" fmla="*/ 196483 w 889783"/>
                  <a:gd name="connsiteY247" fmla="*/ 183538 h 917831"/>
                  <a:gd name="connsiteX248" fmla="*/ 201517 w 889783"/>
                  <a:gd name="connsiteY248" fmla="*/ 180948 h 917831"/>
                  <a:gd name="connsiteX249" fmla="*/ 201517 w 889783"/>
                  <a:gd name="connsiteY249" fmla="*/ 178503 h 917831"/>
                  <a:gd name="connsiteX250" fmla="*/ 203963 w 889783"/>
                  <a:gd name="connsiteY250" fmla="*/ 178503 h 917831"/>
                  <a:gd name="connsiteX251" fmla="*/ 203963 w 889783"/>
                  <a:gd name="connsiteY251" fmla="*/ 180948 h 917831"/>
                  <a:gd name="connsiteX252" fmla="*/ 206695 w 889783"/>
                  <a:gd name="connsiteY252" fmla="*/ 178503 h 917831"/>
                  <a:gd name="connsiteX253" fmla="*/ 206695 w 889783"/>
                  <a:gd name="connsiteY253" fmla="*/ 180948 h 917831"/>
                  <a:gd name="connsiteX254" fmla="*/ 209141 w 889783"/>
                  <a:gd name="connsiteY254" fmla="*/ 183538 h 917831"/>
                  <a:gd name="connsiteX255" fmla="*/ 211730 w 889783"/>
                  <a:gd name="connsiteY255" fmla="*/ 186271 h 917831"/>
                  <a:gd name="connsiteX256" fmla="*/ 214175 w 889783"/>
                  <a:gd name="connsiteY256" fmla="*/ 183538 h 917831"/>
                  <a:gd name="connsiteX257" fmla="*/ 216908 w 889783"/>
                  <a:gd name="connsiteY257" fmla="*/ 183538 h 917831"/>
                  <a:gd name="connsiteX258" fmla="*/ 219353 w 889783"/>
                  <a:gd name="connsiteY258" fmla="*/ 183538 h 917831"/>
                  <a:gd name="connsiteX259" fmla="*/ 219353 w 889783"/>
                  <a:gd name="connsiteY259" fmla="*/ 186271 h 917831"/>
                  <a:gd name="connsiteX260" fmla="*/ 216908 w 889783"/>
                  <a:gd name="connsiteY260" fmla="*/ 186271 h 917831"/>
                  <a:gd name="connsiteX261" fmla="*/ 216908 w 889783"/>
                  <a:gd name="connsiteY261" fmla="*/ 191161 h 917831"/>
                  <a:gd name="connsiteX262" fmla="*/ 219353 w 889783"/>
                  <a:gd name="connsiteY262" fmla="*/ 196483 h 917831"/>
                  <a:gd name="connsiteX263" fmla="*/ 216908 w 889783"/>
                  <a:gd name="connsiteY263" fmla="*/ 198928 h 917831"/>
                  <a:gd name="connsiteX264" fmla="*/ 219353 w 889783"/>
                  <a:gd name="connsiteY264" fmla="*/ 196483 h 917831"/>
                  <a:gd name="connsiteX265" fmla="*/ 219353 w 889783"/>
                  <a:gd name="connsiteY265" fmla="*/ 193750 h 917831"/>
                  <a:gd name="connsiteX266" fmla="*/ 216908 w 889783"/>
                  <a:gd name="connsiteY266" fmla="*/ 191161 h 917831"/>
                  <a:gd name="connsiteX267" fmla="*/ 219353 w 889783"/>
                  <a:gd name="connsiteY267" fmla="*/ 191161 h 917831"/>
                  <a:gd name="connsiteX268" fmla="*/ 221943 w 889783"/>
                  <a:gd name="connsiteY268" fmla="*/ 188716 h 917831"/>
                  <a:gd name="connsiteX269" fmla="*/ 224388 w 889783"/>
                  <a:gd name="connsiteY269" fmla="*/ 188716 h 917831"/>
                  <a:gd name="connsiteX270" fmla="*/ 224388 w 889783"/>
                  <a:gd name="connsiteY270" fmla="*/ 191161 h 917831"/>
                  <a:gd name="connsiteX271" fmla="*/ 224388 w 889783"/>
                  <a:gd name="connsiteY271" fmla="*/ 193750 h 917831"/>
                  <a:gd name="connsiteX272" fmla="*/ 224388 w 889783"/>
                  <a:gd name="connsiteY272" fmla="*/ 191161 h 917831"/>
                  <a:gd name="connsiteX273" fmla="*/ 227121 w 889783"/>
                  <a:gd name="connsiteY273" fmla="*/ 191161 h 917831"/>
                  <a:gd name="connsiteX274" fmla="*/ 224388 w 889783"/>
                  <a:gd name="connsiteY274" fmla="*/ 193750 h 917831"/>
                  <a:gd name="connsiteX275" fmla="*/ 224388 w 889783"/>
                  <a:gd name="connsiteY275" fmla="*/ 196483 h 917831"/>
                  <a:gd name="connsiteX276" fmla="*/ 227121 w 889783"/>
                  <a:gd name="connsiteY276" fmla="*/ 196483 h 917831"/>
                  <a:gd name="connsiteX277" fmla="*/ 227121 w 889783"/>
                  <a:gd name="connsiteY277" fmla="*/ 193750 h 917831"/>
                  <a:gd name="connsiteX278" fmla="*/ 229566 w 889783"/>
                  <a:gd name="connsiteY278" fmla="*/ 191161 h 917831"/>
                  <a:gd name="connsiteX279" fmla="*/ 229566 w 889783"/>
                  <a:gd name="connsiteY279" fmla="*/ 193750 h 917831"/>
                  <a:gd name="connsiteX280" fmla="*/ 232155 w 889783"/>
                  <a:gd name="connsiteY280" fmla="*/ 193750 h 917831"/>
                  <a:gd name="connsiteX281" fmla="*/ 229566 w 889783"/>
                  <a:gd name="connsiteY281" fmla="*/ 193750 h 917831"/>
                  <a:gd name="connsiteX282" fmla="*/ 232155 w 889783"/>
                  <a:gd name="connsiteY282" fmla="*/ 196483 h 917831"/>
                  <a:gd name="connsiteX283" fmla="*/ 229566 w 889783"/>
                  <a:gd name="connsiteY283" fmla="*/ 196483 h 917831"/>
                  <a:gd name="connsiteX284" fmla="*/ 229566 w 889783"/>
                  <a:gd name="connsiteY284" fmla="*/ 198928 h 917831"/>
                  <a:gd name="connsiteX285" fmla="*/ 227121 w 889783"/>
                  <a:gd name="connsiteY285" fmla="*/ 201373 h 917831"/>
                  <a:gd name="connsiteX286" fmla="*/ 221943 w 889783"/>
                  <a:gd name="connsiteY286" fmla="*/ 203819 h 917831"/>
                  <a:gd name="connsiteX287" fmla="*/ 219353 w 889783"/>
                  <a:gd name="connsiteY287" fmla="*/ 206696 h 917831"/>
                  <a:gd name="connsiteX288" fmla="*/ 216908 w 889783"/>
                  <a:gd name="connsiteY288" fmla="*/ 206696 h 917831"/>
                  <a:gd name="connsiteX289" fmla="*/ 216908 w 889783"/>
                  <a:gd name="connsiteY289" fmla="*/ 209141 h 917831"/>
                  <a:gd name="connsiteX290" fmla="*/ 214175 w 889783"/>
                  <a:gd name="connsiteY290" fmla="*/ 211586 h 917831"/>
                  <a:gd name="connsiteX291" fmla="*/ 214175 w 889783"/>
                  <a:gd name="connsiteY291" fmla="*/ 214031 h 917831"/>
                  <a:gd name="connsiteX292" fmla="*/ 216908 w 889783"/>
                  <a:gd name="connsiteY292" fmla="*/ 214031 h 917831"/>
                  <a:gd name="connsiteX293" fmla="*/ 216908 w 889783"/>
                  <a:gd name="connsiteY293" fmla="*/ 211586 h 917831"/>
                  <a:gd name="connsiteX294" fmla="*/ 219353 w 889783"/>
                  <a:gd name="connsiteY294" fmla="*/ 211586 h 917831"/>
                  <a:gd name="connsiteX295" fmla="*/ 219353 w 889783"/>
                  <a:gd name="connsiteY295" fmla="*/ 206696 h 917831"/>
                  <a:gd name="connsiteX296" fmla="*/ 227121 w 889783"/>
                  <a:gd name="connsiteY296" fmla="*/ 203819 h 917831"/>
                  <a:gd name="connsiteX297" fmla="*/ 227121 w 889783"/>
                  <a:gd name="connsiteY297" fmla="*/ 206696 h 917831"/>
                  <a:gd name="connsiteX298" fmla="*/ 229566 w 889783"/>
                  <a:gd name="connsiteY298" fmla="*/ 206696 h 917831"/>
                  <a:gd name="connsiteX299" fmla="*/ 229566 w 889783"/>
                  <a:gd name="connsiteY299" fmla="*/ 209141 h 917831"/>
                  <a:gd name="connsiteX300" fmla="*/ 232155 w 889783"/>
                  <a:gd name="connsiteY300" fmla="*/ 211586 h 917831"/>
                  <a:gd name="connsiteX301" fmla="*/ 232155 w 889783"/>
                  <a:gd name="connsiteY301" fmla="*/ 214031 h 917831"/>
                  <a:gd name="connsiteX302" fmla="*/ 232155 w 889783"/>
                  <a:gd name="connsiteY302" fmla="*/ 216764 h 917831"/>
                  <a:gd name="connsiteX303" fmla="*/ 234600 w 889783"/>
                  <a:gd name="connsiteY303" fmla="*/ 214031 h 917831"/>
                  <a:gd name="connsiteX304" fmla="*/ 229566 w 889783"/>
                  <a:gd name="connsiteY304" fmla="*/ 203819 h 917831"/>
                  <a:gd name="connsiteX305" fmla="*/ 232155 w 889783"/>
                  <a:gd name="connsiteY305" fmla="*/ 201373 h 917831"/>
                  <a:gd name="connsiteX306" fmla="*/ 234600 w 889783"/>
                  <a:gd name="connsiteY306" fmla="*/ 201373 h 917831"/>
                  <a:gd name="connsiteX307" fmla="*/ 232155 w 889783"/>
                  <a:gd name="connsiteY307" fmla="*/ 201373 h 917831"/>
                  <a:gd name="connsiteX308" fmla="*/ 232155 w 889783"/>
                  <a:gd name="connsiteY308" fmla="*/ 203819 h 917831"/>
                  <a:gd name="connsiteX309" fmla="*/ 234600 w 889783"/>
                  <a:gd name="connsiteY309" fmla="*/ 203819 h 917831"/>
                  <a:gd name="connsiteX310" fmla="*/ 234600 w 889783"/>
                  <a:gd name="connsiteY310" fmla="*/ 206696 h 917831"/>
                  <a:gd name="connsiteX311" fmla="*/ 234600 w 889783"/>
                  <a:gd name="connsiteY311" fmla="*/ 209141 h 917831"/>
                  <a:gd name="connsiteX312" fmla="*/ 237333 w 889783"/>
                  <a:gd name="connsiteY312" fmla="*/ 206696 h 917831"/>
                  <a:gd name="connsiteX313" fmla="*/ 237333 w 889783"/>
                  <a:gd name="connsiteY313" fmla="*/ 203819 h 917831"/>
                  <a:gd name="connsiteX314" fmla="*/ 237333 w 889783"/>
                  <a:gd name="connsiteY314" fmla="*/ 201373 h 917831"/>
                  <a:gd name="connsiteX315" fmla="*/ 239778 w 889783"/>
                  <a:gd name="connsiteY315" fmla="*/ 203819 h 917831"/>
                  <a:gd name="connsiteX316" fmla="*/ 242223 w 889783"/>
                  <a:gd name="connsiteY316" fmla="*/ 206696 h 917831"/>
                  <a:gd name="connsiteX317" fmla="*/ 244813 w 889783"/>
                  <a:gd name="connsiteY317" fmla="*/ 206696 h 917831"/>
                  <a:gd name="connsiteX318" fmla="*/ 242223 w 889783"/>
                  <a:gd name="connsiteY318" fmla="*/ 206696 h 917831"/>
                  <a:gd name="connsiteX319" fmla="*/ 242223 w 889783"/>
                  <a:gd name="connsiteY319" fmla="*/ 203819 h 917831"/>
                  <a:gd name="connsiteX320" fmla="*/ 242223 w 889783"/>
                  <a:gd name="connsiteY320" fmla="*/ 201373 h 917831"/>
                  <a:gd name="connsiteX321" fmla="*/ 242223 w 889783"/>
                  <a:gd name="connsiteY321" fmla="*/ 198928 h 917831"/>
                  <a:gd name="connsiteX322" fmla="*/ 242223 w 889783"/>
                  <a:gd name="connsiteY322" fmla="*/ 196483 h 917831"/>
                  <a:gd name="connsiteX323" fmla="*/ 244813 w 889783"/>
                  <a:gd name="connsiteY323" fmla="*/ 198928 h 917831"/>
                  <a:gd name="connsiteX324" fmla="*/ 247546 w 889783"/>
                  <a:gd name="connsiteY324" fmla="*/ 198928 h 917831"/>
                  <a:gd name="connsiteX325" fmla="*/ 249991 w 889783"/>
                  <a:gd name="connsiteY325" fmla="*/ 201373 h 917831"/>
                  <a:gd name="connsiteX326" fmla="*/ 249991 w 889783"/>
                  <a:gd name="connsiteY326" fmla="*/ 203819 h 917831"/>
                  <a:gd name="connsiteX327" fmla="*/ 249991 w 889783"/>
                  <a:gd name="connsiteY327" fmla="*/ 206696 h 917831"/>
                  <a:gd name="connsiteX328" fmla="*/ 252436 w 889783"/>
                  <a:gd name="connsiteY328" fmla="*/ 201373 h 917831"/>
                  <a:gd name="connsiteX329" fmla="*/ 255025 w 889783"/>
                  <a:gd name="connsiteY329" fmla="*/ 201373 h 917831"/>
                  <a:gd name="connsiteX330" fmla="*/ 252436 w 889783"/>
                  <a:gd name="connsiteY330" fmla="*/ 201373 h 917831"/>
                  <a:gd name="connsiteX331" fmla="*/ 255025 w 889783"/>
                  <a:gd name="connsiteY331" fmla="*/ 198928 h 917831"/>
                  <a:gd name="connsiteX332" fmla="*/ 257471 w 889783"/>
                  <a:gd name="connsiteY332" fmla="*/ 198928 h 917831"/>
                  <a:gd name="connsiteX333" fmla="*/ 257471 w 889783"/>
                  <a:gd name="connsiteY333" fmla="*/ 201373 h 917831"/>
                  <a:gd name="connsiteX334" fmla="*/ 257471 w 889783"/>
                  <a:gd name="connsiteY334" fmla="*/ 203819 h 917831"/>
                  <a:gd name="connsiteX335" fmla="*/ 260203 w 889783"/>
                  <a:gd name="connsiteY335" fmla="*/ 201373 h 917831"/>
                  <a:gd name="connsiteX336" fmla="*/ 262649 w 889783"/>
                  <a:gd name="connsiteY336" fmla="*/ 201373 h 917831"/>
                  <a:gd name="connsiteX337" fmla="*/ 262649 w 889783"/>
                  <a:gd name="connsiteY337" fmla="*/ 203819 h 917831"/>
                  <a:gd name="connsiteX338" fmla="*/ 265238 w 889783"/>
                  <a:gd name="connsiteY338" fmla="*/ 209141 h 917831"/>
                  <a:gd name="connsiteX339" fmla="*/ 262649 w 889783"/>
                  <a:gd name="connsiteY339" fmla="*/ 209141 h 917831"/>
                  <a:gd name="connsiteX340" fmla="*/ 262649 w 889783"/>
                  <a:gd name="connsiteY340" fmla="*/ 211586 h 917831"/>
                  <a:gd name="connsiteX341" fmla="*/ 262649 w 889783"/>
                  <a:gd name="connsiteY341" fmla="*/ 214031 h 917831"/>
                  <a:gd name="connsiteX342" fmla="*/ 257471 w 889783"/>
                  <a:gd name="connsiteY342" fmla="*/ 211586 h 917831"/>
                  <a:gd name="connsiteX343" fmla="*/ 255025 w 889783"/>
                  <a:gd name="connsiteY343" fmla="*/ 211586 h 917831"/>
                  <a:gd name="connsiteX344" fmla="*/ 252436 w 889783"/>
                  <a:gd name="connsiteY344" fmla="*/ 209141 h 917831"/>
                  <a:gd name="connsiteX345" fmla="*/ 252436 w 889783"/>
                  <a:gd name="connsiteY345" fmla="*/ 211586 h 917831"/>
                  <a:gd name="connsiteX346" fmla="*/ 255025 w 889783"/>
                  <a:gd name="connsiteY346" fmla="*/ 214031 h 917831"/>
                  <a:gd name="connsiteX347" fmla="*/ 249991 w 889783"/>
                  <a:gd name="connsiteY347" fmla="*/ 214031 h 917831"/>
                  <a:gd name="connsiteX348" fmla="*/ 249991 w 889783"/>
                  <a:gd name="connsiteY348" fmla="*/ 209141 h 917831"/>
                  <a:gd name="connsiteX349" fmla="*/ 249991 w 889783"/>
                  <a:gd name="connsiteY349" fmla="*/ 206696 h 917831"/>
                  <a:gd name="connsiteX350" fmla="*/ 247546 w 889783"/>
                  <a:gd name="connsiteY350" fmla="*/ 214031 h 917831"/>
                  <a:gd name="connsiteX351" fmla="*/ 249991 w 889783"/>
                  <a:gd name="connsiteY351" fmla="*/ 214031 h 917831"/>
                  <a:gd name="connsiteX352" fmla="*/ 249991 w 889783"/>
                  <a:gd name="connsiteY352" fmla="*/ 216764 h 917831"/>
                  <a:gd name="connsiteX353" fmla="*/ 252436 w 889783"/>
                  <a:gd name="connsiteY353" fmla="*/ 216764 h 917831"/>
                  <a:gd name="connsiteX354" fmla="*/ 255025 w 889783"/>
                  <a:gd name="connsiteY354" fmla="*/ 216764 h 917831"/>
                  <a:gd name="connsiteX355" fmla="*/ 257471 w 889783"/>
                  <a:gd name="connsiteY355" fmla="*/ 214031 h 917831"/>
                  <a:gd name="connsiteX356" fmla="*/ 260203 w 889783"/>
                  <a:gd name="connsiteY356" fmla="*/ 216764 h 917831"/>
                  <a:gd name="connsiteX357" fmla="*/ 262649 w 889783"/>
                  <a:gd name="connsiteY357" fmla="*/ 216764 h 917831"/>
                  <a:gd name="connsiteX358" fmla="*/ 262649 w 889783"/>
                  <a:gd name="connsiteY358" fmla="*/ 219353 h 917831"/>
                  <a:gd name="connsiteX359" fmla="*/ 265238 w 889783"/>
                  <a:gd name="connsiteY359" fmla="*/ 219353 h 917831"/>
                  <a:gd name="connsiteX360" fmla="*/ 265238 w 889783"/>
                  <a:gd name="connsiteY360" fmla="*/ 221799 h 917831"/>
                  <a:gd name="connsiteX361" fmla="*/ 265238 w 889783"/>
                  <a:gd name="connsiteY361" fmla="*/ 224388 h 917831"/>
                  <a:gd name="connsiteX362" fmla="*/ 267683 w 889783"/>
                  <a:gd name="connsiteY362" fmla="*/ 224388 h 917831"/>
                  <a:gd name="connsiteX363" fmla="*/ 270416 w 889783"/>
                  <a:gd name="connsiteY363" fmla="*/ 224388 h 917831"/>
                  <a:gd name="connsiteX364" fmla="*/ 270416 w 889783"/>
                  <a:gd name="connsiteY364" fmla="*/ 227121 h 917831"/>
                  <a:gd name="connsiteX365" fmla="*/ 272861 w 889783"/>
                  <a:gd name="connsiteY365" fmla="*/ 227121 h 917831"/>
                  <a:gd name="connsiteX366" fmla="*/ 272861 w 889783"/>
                  <a:gd name="connsiteY366" fmla="*/ 229566 h 917831"/>
                  <a:gd name="connsiteX367" fmla="*/ 270416 w 889783"/>
                  <a:gd name="connsiteY367" fmla="*/ 229566 h 917831"/>
                  <a:gd name="connsiteX368" fmla="*/ 270416 w 889783"/>
                  <a:gd name="connsiteY368" fmla="*/ 232011 h 917831"/>
                  <a:gd name="connsiteX369" fmla="*/ 267683 w 889783"/>
                  <a:gd name="connsiteY369" fmla="*/ 232011 h 917831"/>
                  <a:gd name="connsiteX370" fmla="*/ 267683 w 889783"/>
                  <a:gd name="connsiteY370" fmla="*/ 234456 h 917831"/>
                  <a:gd name="connsiteX371" fmla="*/ 265238 w 889783"/>
                  <a:gd name="connsiteY371" fmla="*/ 232011 h 917831"/>
                  <a:gd name="connsiteX372" fmla="*/ 262649 w 889783"/>
                  <a:gd name="connsiteY372" fmla="*/ 237333 h 917831"/>
                  <a:gd name="connsiteX373" fmla="*/ 262649 w 889783"/>
                  <a:gd name="connsiteY373" fmla="*/ 239778 h 917831"/>
                  <a:gd name="connsiteX374" fmla="*/ 265238 w 889783"/>
                  <a:gd name="connsiteY374" fmla="*/ 239778 h 917831"/>
                  <a:gd name="connsiteX375" fmla="*/ 262649 w 889783"/>
                  <a:gd name="connsiteY375" fmla="*/ 242224 h 917831"/>
                  <a:gd name="connsiteX376" fmla="*/ 262649 w 889783"/>
                  <a:gd name="connsiteY376" fmla="*/ 244669 h 917831"/>
                  <a:gd name="connsiteX377" fmla="*/ 260203 w 889783"/>
                  <a:gd name="connsiteY377" fmla="*/ 244669 h 917831"/>
                  <a:gd name="connsiteX378" fmla="*/ 257471 w 889783"/>
                  <a:gd name="connsiteY378" fmla="*/ 244669 h 917831"/>
                  <a:gd name="connsiteX379" fmla="*/ 255025 w 889783"/>
                  <a:gd name="connsiteY379" fmla="*/ 247402 h 917831"/>
                  <a:gd name="connsiteX380" fmla="*/ 255025 w 889783"/>
                  <a:gd name="connsiteY380" fmla="*/ 249991 h 917831"/>
                  <a:gd name="connsiteX381" fmla="*/ 255025 w 889783"/>
                  <a:gd name="connsiteY381" fmla="*/ 252436 h 917831"/>
                  <a:gd name="connsiteX382" fmla="*/ 255025 w 889783"/>
                  <a:gd name="connsiteY382" fmla="*/ 254881 h 917831"/>
                  <a:gd name="connsiteX383" fmla="*/ 255025 w 889783"/>
                  <a:gd name="connsiteY383" fmla="*/ 257471 h 917831"/>
                  <a:gd name="connsiteX384" fmla="*/ 252436 w 889783"/>
                  <a:gd name="connsiteY384" fmla="*/ 257471 h 917831"/>
                  <a:gd name="connsiteX385" fmla="*/ 249991 w 889783"/>
                  <a:gd name="connsiteY385" fmla="*/ 254881 h 917831"/>
                  <a:gd name="connsiteX386" fmla="*/ 247546 w 889783"/>
                  <a:gd name="connsiteY386" fmla="*/ 257471 h 917831"/>
                  <a:gd name="connsiteX387" fmla="*/ 244813 w 889783"/>
                  <a:gd name="connsiteY387" fmla="*/ 254881 h 917831"/>
                  <a:gd name="connsiteX388" fmla="*/ 242223 w 889783"/>
                  <a:gd name="connsiteY388" fmla="*/ 254881 h 917831"/>
                  <a:gd name="connsiteX389" fmla="*/ 239778 w 889783"/>
                  <a:gd name="connsiteY389" fmla="*/ 254881 h 917831"/>
                  <a:gd name="connsiteX390" fmla="*/ 239778 w 889783"/>
                  <a:gd name="connsiteY390" fmla="*/ 257471 h 917831"/>
                  <a:gd name="connsiteX391" fmla="*/ 244813 w 889783"/>
                  <a:gd name="connsiteY391" fmla="*/ 257471 h 917831"/>
                  <a:gd name="connsiteX392" fmla="*/ 244813 w 889783"/>
                  <a:gd name="connsiteY392" fmla="*/ 260203 h 917831"/>
                  <a:gd name="connsiteX393" fmla="*/ 247546 w 889783"/>
                  <a:gd name="connsiteY393" fmla="*/ 260203 h 917831"/>
                  <a:gd name="connsiteX394" fmla="*/ 252436 w 889783"/>
                  <a:gd name="connsiteY394" fmla="*/ 260203 h 917831"/>
                  <a:gd name="connsiteX395" fmla="*/ 255025 w 889783"/>
                  <a:gd name="connsiteY395" fmla="*/ 260203 h 917831"/>
                  <a:gd name="connsiteX396" fmla="*/ 257471 w 889783"/>
                  <a:gd name="connsiteY396" fmla="*/ 254881 h 917831"/>
                  <a:gd name="connsiteX397" fmla="*/ 260203 w 889783"/>
                  <a:gd name="connsiteY397" fmla="*/ 254881 h 917831"/>
                  <a:gd name="connsiteX398" fmla="*/ 262649 w 889783"/>
                  <a:gd name="connsiteY398" fmla="*/ 252436 h 917831"/>
                  <a:gd name="connsiteX399" fmla="*/ 270416 w 889783"/>
                  <a:gd name="connsiteY399" fmla="*/ 249991 h 917831"/>
                  <a:gd name="connsiteX400" fmla="*/ 275451 w 889783"/>
                  <a:gd name="connsiteY400" fmla="*/ 249991 h 917831"/>
                  <a:gd name="connsiteX401" fmla="*/ 277896 w 889783"/>
                  <a:gd name="connsiteY401" fmla="*/ 249991 h 917831"/>
                  <a:gd name="connsiteX402" fmla="*/ 280628 w 889783"/>
                  <a:gd name="connsiteY402" fmla="*/ 252436 h 917831"/>
                  <a:gd name="connsiteX403" fmla="*/ 283074 w 889783"/>
                  <a:gd name="connsiteY403" fmla="*/ 252436 h 917831"/>
                  <a:gd name="connsiteX404" fmla="*/ 285663 w 889783"/>
                  <a:gd name="connsiteY404" fmla="*/ 252436 h 917831"/>
                  <a:gd name="connsiteX405" fmla="*/ 288108 w 889783"/>
                  <a:gd name="connsiteY405" fmla="*/ 252436 h 917831"/>
                  <a:gd name="connsiteX406" fmla="*/ 288108 w 889783"/>
                  <a:gd name="connsiteY406" fmla="*/ 254881 h 917831"/>
                  <a:gd name="connsiteX407" fmla="*/ 285663 w 889783"/>
                  <a:gd name="connsiteY407" fmla="*/ 254881 h 917831"/>
                  <a:gd name="connsiteX408" fmla="*/ 283074 w 889783"/>
                  <a:gd name="connsiteY408" fmla="*/ 254881 h 917831"/>
                  <a:gd name="connsiteX409" fmla="*/ 283074 w 889783"/>
                  <a:gd name="connsiteY409" fmla="*/ 257471 h 917831"/>
                  <a:gd name="connsiteX410" fmla="*/ 285663 w 889783"/>
                  <a:gd name="connsiteY410" fmla="*/ 257471 h 917831"/>
                  <a:gd name="connsiteX411" fmla="*/ 285663 w 889783"/>
                  <a:gd name="connsiteY411" fmla="*/ 260203 h 917831"/>
                  <a:gd name="connsiteX412" fmla="*/ 288108 w 889783"/>
                  <a:gd name="connsiteY412" fmla="*/ 262649 h 917831"/>
                  <a:gd name="connsiteX413" fmla="*/ 288108 w 889783"/>
                  <a:gd name="connsiteY413" fmla="*/ 265094 h 917831"/>
                  <a:gd name="connsiteX414" fmla="*/ 285663 w 889783"/>
                  <a:gd name="connsiteY414" fmla="*/ 265094 h 917831"/>
                  <a:gd name="connsiteX415" fmla="*/ 285663 w 889783"/>
                  <a:gd name="connsiteY415" fmla="*/ 267683 h 917831"/>
                  <a:gd name="connsiteX416" fmla="*/ 288108 w 889783"/>
                  <a:gd name="connsiteY416" fmla="*/ 267683 h 917831"/>
                  <a:gd name="connsiteX417" fmla="*/ 285663 w 889783"/>
                  <a:gd name="connsiteY417" fmla="*/ 267683 h 917831"/>
                  <a:gd name="connsiteX418" fmla="*/ 283074 w 889783"/>
                  <a:gd name="connsiteY418" fmla="*/ 270416 h 917831"/>
                  <a:gd name="connsiteX419" fmla="*/ 277896 w 889783"/>
                  <a:gd name="connsiteY419" fmla="*/ 270416 h 917831"/>
                  <a:gd name="connsiteX420" fmla="*/ 280628 w 889783"/>
                  <a:gd name="connsiteY420" fmla="*/ 270416 h 917831"/>
                  <a:gd name="connsiteX421" fmla="*/ 283074 w 889783"/>
                  <a:gd name="connsiteY421" fmla="*/ 272861 h 917831"/>
                  <a:gd name="connsiteX422" fmla="*/ 285663 w 889783"/>
                  <a:gd name="connsiteY422" fmla="*/ 270416 h 917831"/>
                  <a:gd name="connsiteX423" fmla="*/ 285663 w 889783"/>
                  <a:gd name="connsiteY423" fmla="*/ 272861 h 917831"/>
                  <a:gd name="connsiteX424" fmla="*/ 288108 w 889783"/>
                  <a:gd name="connsiteY424" fmla="*/ 272861 h 917831"/>
                  <a:gd name="connsiteX425" fmla="*/ 290841 w 889783"/>
                  <a:gd name="connsiteY425" fmla="*/ 270416 h 917831"/>
                  <a:gd name="connsiteX426" fmla="*/ 290841 w 889783"/>
                  <a:gd name="connsiteY426" fmla="*/ 272861 h 917831"/>
                  <a:gd name="connsiteX427" fmla="*/ 293286 w 889783"/>
                  <a:gd name="connsiteY427" fmla="*/ 275306 h 917831"/>
                  <a:gd name="connsiteX428" fmla="*/ 295875 w 889783"/>
                  <a:gd name="connsiteY428" fmla="*/ 275306 h 917831"/>
                  <a:gd name="connsiteX429" fmla="*/ 295875 w 889783"/>
                  <a:gd name="connsiteY429" fmla="*/ 272861 h 917831"/>
                  <a:gd name="connsiteX430" fmla="*/ 295875 w 889783"/>
                  <a:gd name="connsiteY430" fmla="*/ 270416 h 917831"/>
                  <a:gd name="connsiteX431" fmla="*/ 298321 w 889783"/>
                  <a:gd name="connsiteY431" fmla="*/ 270416 h 917831"/>
                  <a:gd name="connsiteX432" fmla="*/ 298321 w 889783"/>
                  <a:gd name="connsiteY432" fmla="*/ 272861 h 917831"/>
                  <a:gd name="connsiteX433" fmla="*/ 298321 w 889783"/>
                  <a:gd name="connsiteY433" fmla="*/ 275306 h 917831"/>
                  <a:gd name="connsiteX434" fmla="*/ 298321 w 889783"/>
                  <a:gd name="connsiteY434" fmla="*/ 272861 h 917831"/>
                  <a:gd name="connsiteX435" fmla="*/ 298321 w 889783"/>
                  <a:gd name="connsiteY435" fmla="*/ 270416 h 917831"/>
                  <a:gd name="connsiteX436" fmla="*/ 301054 w 889783"/>
                  <a:gd name="connsiteY436" fmla="*/ 267683 h 917831"/>
                  <a:gd name="connsiteX437" fmla="*/ 301054 w 889783"/>
                  <a:gd name="connsiteY437" fmla="*/ 265094 h 917831"/>
                  <a:gd name="connsiteX438" fmla="*/ 303499 w 889783"/>
                  <a:gd name="connsiteY438" fmla="*/ 262649 h 917831"/>
                  <a:gd name="connsiteX439" fmla="*/ 305944 w 889783"/>
                  <a:gd name="connsiteY439" fmla="*/ 265094 h 917831"/>
                  <a:gd name="connsiteX440" fmla="*/ 303499 w 889783"/>
                  <a:gd name="connsiteY440" fmla="*/ 265094 h 917831"/>
                  <a:gd name="connsiteX441" fmla="*/ 303499 w 889783"/>
                  <a:gd name="connsiteY441" fmla="*/ 267683 h 917831"/>
                  <a:gd name="connsiteX442" fmla="*/ 303499 w 889783"/>
                  <a:gd name="connsiteY442" fmla="*/ 270416 h 917831"/>
                  <a:gd name="connsiteX443" fmla="*/ 301054 w 889783"/>
                  <a:gd name="connsiteY443" fmla="*/ 272861 h 917831"/>
                  <a:gd name="connsiteX444" fmla="*/ 303499 w 889783"/>
                  <a:gd name="connsiteY444" fmla="*/ 272861 h 917831"/>
                  <a:gd name="connsiteX445" fmla="*/ 305944 w 889783"/>
                  <a:gd name="connsiteY445" fmla="*/ 272861 h 917831"/>
                  <a:gd name="connsiteX446" fmla="*/ 308533 w 889783"/>
                  <a:gd name="connsiteY446" fmla="*/ 270416 h 917831"/>
                  <a:gd name="connsiteX447" fmla="*/ 308533 w 889783"/>
                  <a:gd name="connsiteY447" fmla="*/ 267683 h 917831"/>
                  <a:gd name="connsiteX448" fmla="*/ 311266 w 889783"/>
                  <a:gd name="connsiteY448" fmla="*/ 267683 h 917831"/>
                  <a:gd name="connsiteX449" fmla="*/ 311266 w 889783"/>
                  <a:gd name="connsiteY449" fmla="*/ 270416 h 917831"/>
                  <a:gd name="connsiteX450" fmla="*/ 313711 w 889783"/>
                  <a:gd name="connsiteY450" fmla="*/ 267683 h 917831"/>
                  <a:gd name="connsiteX451" fmla="*/ 316301 w 889783"/>
                  <a:gd name="connsiteY451" fmla="*/ 267683 h 917831"/>
                  <a:gd name="connsiteX452" fmla="*/ 318746 w 889783"/>
                  <a:gd name="connsiteY452" fmla="*/ 267683 h 917831"/>
                  <a:gd name="connsiteX453" fmla="*/ 321478 w 889783"/>
                  <a:gd name="connsiteY453" fmla="*/ 267683 h 917831"/>
                  <a:gd name="connsiteX454" fmla="*/ 326513 w 889783"/>
                  <a:gd name="connsiteY454" fmla="*/ 270416 h 917831"/>
                  <a:gd name="connsiteX455" fmla="*/ 326513 w 889783"/>
                  <a:gd name="connsiteY455" fmla="*/ 272861 h 917831"/>
                  <a:gd name="connsiteX456" fmla="*/ 326513 w 889783"/>
                  <a:gd name="connsiteY456" fmla="*/ 275306 h 917831"/>
                  <a:gd name="connsiteX457" fmla="*/ 328958 w 889783"/>
                  <a:gd name="connsiteY457" fmla="*/ 277896 h 917831"/>
                  <a:gd name="connsiteX458" fmla="*/ 328958 w 889783"/>
                  <a:gd name="connsiteY458" fmla="*/ 280628 h 917831"/>
                  <a:gd name="connsiteX459" fmla="*/ 328958 w 889783"/>
                  <a:gd name="connsiteY459" fmla="*/ 283074 h 917831"/>
                  <a:gd name="connsiteX460" fmla="*/ 328958 w 889783"/>
                  <a:gd name="connsiteY460" fmla="*/ 280628 h 917831"/>
                  <a:gd name="connsiteX461" fmla="*/ 331403 w 889783"/>
                  <a:gd name="connsiteY461" fmla="*/ 280628 h 917831"/>
                  <a:gd name="connsiteX462" fmla="*/ 331403 w 889783"/>
                  <a:gd name="connsiteY462" fmla="*/ 283074 h 917831"/>
                  <a:gd name="connsiteX463" fmla="*/ 331403 w 889783"/>
                  <a:gd name="connsiteY463" fmla="*/ 285519 h 917831"/>
                  <a:gd name="connsiteX464" fmla="*/ 328958 w 889783"/>
                  <a:gd name="connsiteY464" fmla="*/ 285519 h 917831"/>
                  <a:gd name="connsiteX465" fmla="*/ 328958 w 889783"/>
                  <a:gd name="connsiteY465" fmla="*/ 283074 h 917831"/>
                  <a:gd name="connsiteX466" fmla="*/ 326513 w 889783"/>
                  <a:gd name="connsiteY466" fmla="*/ 283074 h 917831"/>
                  <a:gd name="connsiteX467" fmla="*/ 326513 w 889783"/>
                  <a:gd name="connsiteY467" fmla="*/ 285519 h 917831"/>
                  <a:gd name="connsiteX468" fmla="*/ 323924 w 889783"/>
                  <a:gd name="connsiteY468" fmla="*/ 285519 h 917831"/>
                  <a:gd name="connsiteX469" fmla="*/ 321478 w 889783"/>
                  <a:gd name="connsiteY469" fmla="*/ 288108 h 917831"/>
                  <a:gd name="connsiteX470" fmla="*/ 318746 w 889783"/>
                  <a:gd name="connsiteY470" fmla="*/ 290841 h 917831"/>
                  <a:gd name="connsiteX471" fmla="*/ 321478 w 889783"/>
                  <a:gd name="connsiteY471" fmla="*/ 293286 h 917831"/>
                  <a:gd name="connsiteX472" fmla="*/ 321478 w 889783"/>
                  <a:gd name="connsiteY472" fmla="*/ 295732 h 917831"/>
                  <a:gd name="connsiteX473" fmla="*/ 318746 w 889783"/>
                  <a:gd name="connsiteY473" fmla="*/ 295732 h 917831"/>
                  <a:gd name="connsiteX474" fmla="*/ 318746 w 889783"/>
                  <a:gd name="connsiteY474" fmla="*/ 300910 h 917831"/>
                  <a:gd name="connsiteX475" fmla="*/ 321478 w 889783"/>
                  <a:gd name="connsiteY475" fmla="*/ 305944 h 917831"/>
                  <a:gd name="connsiteX476" fmla="*/ 318746 w 889783"/>
                  <a:gd name="connsiteY476" fmla="*/ 308389 h 917831"/>
                  <a:gd name="connsiteX477" fmla="*/ 316301 w 889783"/>
                  <a:gd name="connsiteY477" fmla="*/ 308389 h 917831"/>
                  <a:gd name="connsiteX478" fmla="*/ 313711 w 889783"/>
                  <a:gd name="connsiteY478" fmla="*/ 311122 h 917831"/>
                  <a:gd name="connsiteX479" fmla="*/ 313711 w 889783"/>
                  <a:gd name="connsiteY479" fmla="*/ 313711 h 917831"/>
                  <a:gd name="connsiteX480" fmla="*/ 311266 w 889783"/>
                  <a:gd name="connsiteY480" fmla="*/ 313711 h 917831"/>
                  <a:gd name="connsiteX481" fmla="*/ 308533 w 889783"/>
                  <a:gd name="connsiteY481" fmla="*/ 313711 h 917831"/>
                  <a:gd name="connsiteX482" fmla="*/ 305944 w 889783"/>
                  <a:gd name="connsiteY482" fmla="*/ 316157 h 917831"/>
                  <a:gd name="connsiteX483" fmla="*/ 308533 w 889783"/>
                  <a:gd name="connsiteY483" fmla="*/ 316157 h 917831"/>
                  <a:gd name="connsiteX484" fmla="*/ 308533 w 889783"/>
                  <a:gd name="connsiteY484" fmla="*/ 318602 h 917831"/>
                  <a:gd name="connsiteX485" fmla="*/ 311266 w 889783"/>
                  <a:gd name="connsiteY485" fmla="*/ 323924 h 917831"/>
                  <a:gd name="connsiteX486" fmla="*/ 311266 w 889783"/>
                  <a:gd name="connsiteY486" fmla="*/ 326369 h 917831"/>
                  <a:gd name="connsiteX487" fmla="*/ 311266 w 889783"/>
                  <a:gd name="connsiteY487" fmla="*/ 323924 h 917831"/>
                  <a:gd name="connsiteX488" fmla="*/ 311266 w 889783"/>
                  <a:gd name="connsiteY488" fmla="*/ 321478 h 917831"/>
                  <a:gd name="connsiteX489" fmla="*/ 311266 w 889783"/>
                  <a:gd name="connsiteY489" fmla="*/ 318602 h 917831"/>
                  <a:gd name="connsiteX490" fmla="*/ 316301 w 889783"/>
                  <a:gd name="connsiteY490" fmla="*/ 316157 h 917831"/>
                  <a:gd name="connsiteX491" fmla="*/ 318746 w 889783"/>
                  <a:gd name="connsiteY491" fmla="*/ 316157 h 917831"/>
                  <a:gd name="connsiteX492" fmla="*/ 321478 w 889783"/>
                  <a:gd name="connsiteY492" fmla="*/ 316157 h 917831"/>
                  <a:gd name="connsiteX493" fmla="*/ 323924 w 889783"/>
                  <a:gd name="connsiteY493" fmla="*/ 318602 h 917831"/>
                  <a:gd name="connsiteX494" fmla="*/ 321478 w 889783"/>
                  <a:gd name="connsiteY494" fmla="*/ 321478 h 917831"/>
                  <a:gd name="connsiteX495" fmla="*/ 318746 w 889783"/>
                  <a:gd name="connsiteY495" fmla="*/ 321478 h 917831"/>
                  <a:gd name="connsiteX496" fmla="*/ 316301 w 889783"/>
                  <a:gd name="connsiteY496" fmla="*/ 321478 h 917831"/>
                  <a:gd name="connsiteX497" fmla="*/ 316301 w 889783"/>
                  <a:gd name="connsiteY497" fmla="*/ 323924 h 917831"/>
                  <a:gd name="connsiteX498" fmla="*/ 318746 w 889783"/>
                  <a:gd name="connsiteY498" fmla="*/ 323924 h 917831"/>
                  <a:gd name="connsiteX499" fmla="*/ 321478 w 889783"/>
                  <a:gd name="connsiteY499" fmla="*/ 323924 h 917831"/>
                  <a:gd name="connsiteX500" fmla="*/ 321478 w 889783"/>
                  <a:gd name="connsiteY500" fmla="*/ 326369 h 917831"/>
                  <a:gd name="connsiteX501" fmla="*/ 318746 w 889783"/>
                  <a:gd name="connsiteY501" fmla="*/ 326369 h 917831"/>
                  <a:gd name="connsiteX502" fmla="*/ 318746 w 889783"/>
                  <a:gd name="connsiteY502" fmla="*/ 328814 h 917831"/>
                  <a:gd name="connsiteX503" fmla="*/ 321478 w 889783"/>
                  <a:gd name="connsiteY503" fmla="*/ 326369 h 917831"/>
                  <a:gd name="connsiteX504" fmla="*/ 321478 w 889783"/>
                  <a:gd name="connsiteY504" fmla="*/ 323924 h 917831"/>
                  <a:gd name="connsiteX505" fmla="*/ 323924 w 889783"/>
                  <a:gd name="connsiteY505" fmla="*/ 323924 h 917831"/>
                  <a:gd name="connsiteX506" fmla="*/ 326513 w 889783"/>
                  <a:gd name="connsiteY506" fmla="*/ 323924 h 917831"/>
                  <a:gd name="connsiteX507" fmla="*/ 328958 w 889783"/>
                  <a:gd name="connsiteY507" fmla="*/ 323924 h 917831"/>
                  <a:gd name="connsiteX508" fmla="*/ 328958 w 889783"/>
                  <a:gd name="connsiteY508" fmla="*/ 326369 h 917831"/>
                  <a:gd name="connsiteX509" fmla="*/ 328958 w 889783"/>
                  <a:gd name="connsiteY509" fmla="*/ 328814 h 917831"/>
                  <a:gd name="connsiteX510" fmla="*/ 326513 w 889783"/>
                  <a:gd name="connsiteY510" fmla="*/ 328814 h 917831"/>
                  <a:gd name="connsiteX511" fmla="*/ 323924 w 889783"/>
                  <a:gd name="connsiteY511" fmla="*/ 328814 h 917831"/>
                  <a:gd name="connsiteX512" fmla="*/ 321478 w 889783"/>
                  <a:gd name="connsiteY512" fmla="*/ 328814 h 917831"/>
                  <a:gd name="connsiteX513" fmla="*/ 318746 w 889783"/>
                  <a:gd name="connsiteY513" fmla="*/ 328814 h 917831"/>
                  <a:gd name="connsiteX514" fmla="*/ 318746 w 889783"/>
                  <a:gd name="connsiteY514" fmla="*/ 331547 h 917831"/>
                  <a:gd name="connsiteX515" fmla="*/ 316301 w 889783"/>
                  <a:gd name="connsiteY515" fmla="*/ 331547 h 917831"/>
                  <a:gd name="connsiteX516" fmla="*/ 313711 w 889783"/>
                  <a:gd name="connsiteY516" fmla="*/ 331547 h 917831"/>
                  <a:gd name="connsiteX517" fmla="*/ 311266 w 889783"/>
                  <a:gd name="connsiteY517" fmla="*/ 331547 h 917831"/>
                  <a:gd name="connsiteX518" fmla="*/ 308533 w 889783"/>
                  <a:gd name="connsiteY518" fmla="*/ 331547 h 917831"/>
                  <a:gd name="connsiteX519" fmla="*/ 311266 w 889783"/>
                  <a:gd name="connsiteY519" fmla="*/ 328814 h 917831"/>
                  <a:gd name="connsiteX520" fmla="*/ 313711 w 889783"/>
                  <a:gd name="connsiteY520" fmla="*/ 328814 h 917831"/>
                  <a:gd name="connsiteX521" fmla="*/ 313711 w 889783"/>
                  <a:gd name="connsiteY521" fmla="*/ 326369 h 917831"/>
                  <a:gd name="connsiteX522" fmla="*/ 311266 w 889783"/>
                  <a:gd name="connsiteY522" fmla="*/ 326369 h 917831"/>
                  <a:gd name="connsiteX523" fmla="*/ 311266 w 889783"/>
                  <a:gd name="connsiteY523" fmla="*/ 328814 h 917831"/>
                  <a:gd name="connsiteX524" fmla="*/ 308533 w 889783"/>
                  <a:gd name="connsiteY524" fmla="*/ 328814 h 917831"/>
                  <a:gd name="connsiteX525" fmla="*/ 308533 w 889783"/>
                  <a:gd name="connsiteY525" fmla="*/ 331547 h 917831"/>
                  <a:gd name="connsiteX526" fmla="*/ 305944 w 889783"/>
                  <a:gd name="connsiteY526" fmla="*/ 331547 h 917831"/>
                  <a:gd name="connsiteX527" fmla="*/ 301054 w 889783"/>
                  <a:gd name="connsiteY527" fmla="*/ 331547 h 917831"/>
                  <a:gd name="connsiteX528" fmla="*/ 298321 w 889783"/>
                  <a:gd name="connsiteY528" fmla="*/ 331547 h 917831"/>
                  <a:gd name="connsiteX529" fmla="*/ 295875 w 889783"/>
                  <a:gd name="connsiteY529" fmla="*/ 331547 h 917831"/>
                  <a:gd name="connsiteX530" fmla="*/ 293286 w 889783"/>
                  <a:gd name="connsiteY530" fmla="*/ 331547 h 917831"/>
                  <a:gd name="connsiteX531" fmla="*/ 290841 w 889783"/>
                  <a:gd name="connsiteY531" fmla="*/ 331547 h 917831"/>
                  <a:gd name="connsiteX532" fmla="*/ 288108 w 889783"/>
                  <a:gd name="connsiteY532" fmla="*/ 331547 h 917831"/>
                  <a:gd name="connsiteX533" fmla="*/ 285663 w 889783"/>
                  <a:gd name="connsiteY533" fmla="*/ 331547 h 917831"/>
                  <a:gd name="connsiteX534" fmla="*/ 283074 w 889783"/>
                  <a:gd name="connsiteY534" fmla="*/ 331547 h 917831"/>
                  <a:gd name="connsiteX535" fmla="*/ 280628 w 889783"/>
                  <a:gd name="connsiteY535" fmla="*/ 331547 h 917831"/>
                  <a:gd name="connsiteX536" fmla="*/ 275451 w 889783"/>
                  <a:gd name="connsiteY536" fmla="*/ 331547 h 917831"/>
                  <a:gd name="connsiteX537" fmla="*/ 272861 w 889783"/>
                  <a:gd name="connsiteY537" fmla="*/ 331547 h 917831"/>
                  <a:gd name="connsiteX538" fmla="*/ 275451 w 889783"/>
                  <a:gd name="connsiteY538" fmla="*/ 331547 h 917831"/>
                  <a:gd name="connsiteX539" fmla="*/ 272861 w 889783"/>
                  <a:gd name="connsiteY539" fmla="*/ 331547 h 917831"/>
                  <a:gd name="connsiteX540" fmla="*/ 272861 w 889783"/>
                  <a:gd name="connsiteY540" fmla="*/ 328814 h 917831"/>
                  <a:gd name="connsiteX541" fmla="*/ 272861 w 889783"/>
                  <a:gd name="connsiteY541" fmla="*/ 326369 h 917831"/>
                  <a:gd name="connsiteX542" fmla="*/ 275451 w 889783"/>
                  <a:gd name="connsiteY542" fmla="*/ 326369 h 917831"/>
                  <a:gd name="connsiteX543" fmla="*/ 277896 w 889783"/>
                  <a:gd name="connsiteY543" fmla="*/ 326369 h 917831"/>
                  <a:gd name="connsiteX544" fmla="*/ 277896 w 889783"/>
                  <a:gd name="connsiteY544" fmla="*/ 323924 h 917831"/>
                  <a:gd name="connsiteX545" fmla="*/ 280628 w 889783"/>
                  <a:gd name="connsiteY545" fmla="*/ 326369 h 917831"/>
                  <a:gd name="connsiteX546" fmla="*/ 280628 w 889783"/>
                  <a:gd name="connsiteY546" fmla="*/ 323924 h 917831"/>
                  <a:gd name="connsiteX547" fmla="*/ 283074 w 889783"/>
                  <a:gd name="connsiteY547" fmla="*/ 323924 h 917831"/>
                  <a:gd name="connsiteX548" fmla="*/ 283074 w 889783"/>
                  <a:gd name="connsiteY548" fmla="*/ 321478 h 917831"/>
                  <a:gd name="connsiteX549" fmla="*/ 285663 w 889783"/>
                  <a:gd name="connsiteY549" fmla="*/ 318602 h 917831"/>
                  <a:gd name="connsiteX550" fmla="*/ 288108 w 889783"/>
                  <a:gd name="connsiteY550" fmla="*/ 321478 h 917831"/>
                  <a:gd name="connsiteX551" fmla="*/ 288108 w 889783"/>
                  <a:gd name="connsiteY551" fmla="*/ 318602 h 917831"/>
                  <a:gd name="connsiteX552" fmla="*/ 290841 w 889783"/>
                  <a:gd name="connsiteY552" fmla="*/ 318602 h 917831"/>
                  <a:gd name="connsiteX553" fmla="*/ 293286 w 889783"/>
                  <a:gd name="connsiteY553" fmla="*/ 318602 h 917831"/>
                  <a:gd name="connsiteX554" fmla="*/ 295875 w 889783"/>
                  <a:gd name="connsiteY554" fmla="*/ 316157 h 917831"/>
                  <a:gd name="connsiteX555" fmla="*/ 295875 w 889783"/>
                  <a:gd name="connsiteY555" fmla="*/ 313711 h 917831"/>
                  <a:gd name="connsiteX556" fmla="*/ 295875 w 889783"/>
                  <a:gd name="connsiteY556" fmla="*/ 316157 h 917831"/>
                  <a:gd name="connsiteX557" fmla="*/ 293286 w 889783"/>
                  <a:gd name="connsiteY557" fmla="*/ 316157 h 917831"/>
                  <a:gd name="connsiteX558" fmla="*/ 290841 w 889783"/>
                  <a:gd name="connsiteY558" fmla="*/ 318602 h 917831"/>
                  <a:gd name="connsiteX559" fmla="*/ 288108 w 889783"/>
                  <a:gd name="connsiteY559" fmla="*/ 318602 h 917831"/>
                  <a:gd name="connsiteX560" fmla="*/ 285663 w 889783"/>
                  <a:gd name="connsiteY560" fmla="*/ 318602 h 917831"/>
                  <a:gd name="connsiteX561" fmla="*/ 283074 w 889783"/>
                  <a:gd name="connsiteY561" fmla="*/ 318602 h 917831"/>
                  <a:gd name="connsiteX562" fmla="*/ 280628 w 889783"/>
                  <a:gd name="connsiteY562" fmla="*/ 321478 h 917831"/>
                  <a:gd name="connsiteX563" fmla="*/ 277896 w 889783"/>
                  <a:gd name="connsiteY563" fmla="*/ 323924 h 917831"/>
                  <a:gd name="connsiteX564" fmla="*/ 275451 w 889783"/>
                  <a:gd name="connsiteY564" fmla="*/ 323924 h 917831"/>
                  <a:gd name="connsiteX565" fmla="*/ 272861 w 889783"/>
                  <a:gd name="connsiteY565" fmla="*/ 323924 h 917831"/>
                  <a:gd name="connsiteX566" fmla="*/ 270416 w 889783"/>
                  <a:gd name="connsiteY566" fmla="*/ 323924 h 917831"/>
                  <a:gd name="connsiteX567" fmla="*/ 270416 w 889783"/>
                  <a:gd name="connsiteY567" fmla="*/ 326369 h 917831"/>
                  <a:gd name="connsiteX568" fmla="*/ 267683 w 889783"/>
                  <a:gd name="connsiteY568" fmla="*/ 326369 h 917831"/>
                  <a:gd name="connsiteX569" fmla="*/ 270416 w 889783"/>
                  <a:gd name="connsiteY569" fmla="*/ 323924 h 917831"/>
                  <a:gd name="connsiteX570" fmla="*/ 267683 w 889783"/>
                  <a:gd name="connsiteY570" fmla="*/ 323924 h 917831"/>
                  <a:gd name="connsiteX571" fmla="*/ 265238 w 889783"/>
                  <a:gd name="connsiteY571" fmla="*/ 323924 h 917831"/>
                  <a:gd name="connsiteX572" fmla="*/ 267683 w 889783"/>
                  <a:gd name="connsiteY572" fmla="*/ 323924 h 917831"/>
                  <a:gd name="connsiteX573" fmla="*/ 267683 w 889783"/>
                  <a:gd name="connsiteY573" fmla="*/ 326369 h 917831"/>
                  <a:gd name="connsiteX574" fmla="*/ 267683 w 889783"/>
                  <a:gd name="connsiteY574" fmla="*/ 328814 h 917831"/>
                  <a:gd name="connsiteX575" fmla="*/ 267683 w 889783"/>
                  <a:gd name="connsiteY575" fmla="*/ 331547 h 917831"/>
                  <a:gd name="connsiteX576" fmla="*/ 270416 w 889783"/>
                  <a:gd name="connsiteY576" fmla="*/ 331547 h 917831"/>
                  <a:gd name="connsiteX577" fmla="*/ 267683 w 889783"/>
                  <a:gd name="connsiteY577" fmla="*/ 334136 h 917831"/>
                  <a:gd name="connsiteX578" fmla="*/ 270416 w 889783"/>
                  <a:gd name="connsiteY578" fmla="*/ 334136 h 917831"/>
                  <a:gd name="connsiteX579" fmla="*/ 272861 w 889783"/>
                  <a:gd name="connsiteY579" fmla="*/ 334136 h 917831"/>
                  <a:gd name="connsiteX580" fmla="*/ 272861 w 889783"/>
                  <a:gd name="connsiteY580" fmla="*/ 331547 h 917831"/>
                  <a:gd name="connsiteX581" fmla="*/ 272861 w 889783"/>
                  <a:gd name="connsiteY581" fmla="*/ 334136 h 917831"/>
                  <a:gd name="connsiteX582" fmla="*/ 275451 w 889783"/>
                  <a:gd name="connsiteY582" fmla="*/ 334136 h 917831"/>
                  <a:gd name="connsiteX583" fmla="*/ 277896 w 889783"/>
                  <a:gd name="connsiteY583" fmla="*/ 334136 h 917831"/>
                  <a:gd name="connsiteX584" fmla="*/ 280628 w 889783"/>
                  <a:gd name="connsiteY584" fmla="*/ 334136 h 917831"/>
                  <a:gd name="connsiteX585" fmla="*/ 283074 w 889783"/>
                  <a:gd name="connsiteY585" fmla="*/ 334136 h 917831"/>
                  <a:gd name="connsiteX586" fmla="*/ 285663 w 889783"/>
                  <a:gd name="connsiteY586" fmla="*/ 334136 h 917831"/>
                  <a:gd name="connsiteX587" fmla="*/ 288108 w 889783"/>
                  <a:gd name="connsiteY587" fmla="*/ 334136 h 917831"/>
                  <a:gd name="connsiteX588" fmla="*/ 290841 w 889783"/>
                  <a:gd name="connsiteY588" fmla="*/ 334136 h 917831"/>
                  <a:gd name="connsiteX589" fmla="*/ 293286 w 889783"/>
                  <a:gd name="connsiteY589" fmla="*/ 334136 h 917831"/>
                  <a:gd name="connsiteX590" fmla="*/ 295875 w 889783"/>
                  <a:gd name="connsiteY590" fmla="*/ 334136 h 917831"/>
                  <a:gd name="connsiteX591" fmla="*/ 295875 w 889783"/>
                  <a:gd name="connsiteY591" fmla="*/ 331547 h 917831"/>
                  <a:gd name="connsiteX592" fmla="*/ 298321 w 889783"/>
                  <a:gd name="connsiteY592" fmla="*/ 334136 h 917831"/>
                  <a:gd name="connsiteX593" fmla="*/ 301054 w 889783"/>
                  <a:gd name="connsiteY593" fmla="*/ 334136 h 917831"/>
                  <a:gd name="connsiteX594" fmla="*/ 303499 w 889783"/>
                  <a:gd name="connsiteY594" fmla="*/ 334136 h 917831"/>
                  <a:gd name="connsiteX595" fmla="*/ 305944 w 889783"/>
                  <a:gd name="connsiteY595" fmla="*/ 336582 h 917831"/>
                  <a:gd name="connsiteX596" fmla="*/ 308533 w 889783"/>
                  <a:gd name="connsiteY596" fmla="*/ 336582 h 917831"/>
                  <a:gd name="connsiteX597" fmla="*/ 308533 w 889783"/>
                  <a:gd name="connsiteY597" fmla="*/ 334136 h 917831"/>
                  <a:gd name="connsiteX598" fmla="*/ 311266 w 889783"/>
                  <a:gd name="connsiteY598" fmla="*/ 334136 h 917831"/>
                  <a:gd name="connsiteX599" fmla="*/ 313711 w 889783"/>
                  <a:gd name="connsiteY599" fmla="*/ 334136 h 917831"/>
                  <a:gd name="connsiteX600" fmla="*/ 311266 w 889783"/>
                  <a:gd name="connsiteY600" fmla="*/ 336582 h 917831"/>
                  <a:gd name="connsiteX601" fmla="*/ 308533 w 889783"/>
                  <a:gd name="connsiteY601" fmla="*/ 336582 h 917831"/>
                  <a:gd name="connsiteX602" fmla="*/ 305944 w 889783"/>
                  <a:gd name="connsiteY602" fmla="*/ 336582 h 917831"/>
                  <a:gd name="connsiteX603" fmla="*/ 303499 w 889783"/>
                  <a:gd name="connsiteY603" fmla="*/ 339027 h 917831"/>
                  <a:gd name="connsiteX604" fmla="*/ 301054 w 889783"/>
                  <a:gd name="connsiteY604" fmla="*/ 339027 h 917831"/>
                  <a:gd name="connsiteX605" fmla="*/ 298321 w 889783"/>
                  <a:gd name="connsiteY605" fmla="*/ 339027 h 917831"/>
                  <a:gd name="connsiteX606" fmla="*/ 298321 w 889783"/>
                  <a:gd name="connsiteY606" fmla="*/ 341616 h 917831"/>
                  <a:gd name="connsiteX607" fmla="*/ 295875 w 889783"/>
                  <a:gd name="connsiteY607" fmla="*/ 341616 h 917831"/>
                  <a:gd name="connsiteX608" fmla="*/ 293286 w 889783"/>
                  <a:gd name="connsiteY608" fmla="*/ 341616 h 917831"/>
                  <a:gd name="connsiteX609" fmla="*/ 290841 w 889783"/>
                  <a:gd name="connsiteY609" fmla="*/ 341616 h 917831"/>
                  <a:gd name="connsiteX610" fmla="*/ 288108 w 889783"/>
                  <a:gd name="connsiteY610" fmla="*/ 341616 h 917831"/>
                  <a:gd name="connsiteX611" fmla="*/ 288108 w 889783"/>
                  <a:gd name="connsiteY611" fmla="*/ 344349 h 917831"/>
                  <a:gd name="connsiteX612" fmla="*/ 285663 w 889783"/>
                  <a:gd name="connsiteY612" fmla="*/ 344349 h 917831"/>
                  <a:gd name="connsiteX613" fmla="*/ 283074 w 889783"/>
                  <a:gd name="connsiteY613" fmla="*/ 344349 h 917831"/>
                  <a:gd name="connsiteX614" fmla="*/ 280628 w 889783"/>
                  <a:gd name="connsiteY614" fmla="*/ 346794 h 917831"/>
                  <a:gd name="connsiteX615" fmla="*/ 277896 w 889783"/>
                  <a:gd name="connsiteY615" fmla="*/ 346794 h 917831"/>
                  <a:gd name="connsiteX616" fmla="*/ 275451 w 889783"/>
                  <a:gd name="connsiteY616" fmla="*/ 346794 h 917831"/>
                  <a:gd name="connsiteX617" fmla="*/ 272861 w 889783"/>
                  <a:gd name="connsiteY617" fmla="*/ 346794 h 917831"/>
                  <a:gd name="connsiteX618" fmla="*/ 270416 w 889783"/>
                  <a:gd name="connsiteY618" fmla="*/ 349239 h 917831"/>
                  <a:gd name="connsiteX619" fmla="*/ 267683 w 889783"/>
                  <a:gd name="connsiteY619" fmla="*/ 349239 h 917831"/>
                  <a:gd name="connsiteX620" fmla="*/ 265238 w 889783"/>
                  <a:gd name="connsiteY620" fmla="*/ 349239 h 917831"/>
                  <a:gd name="connsiteX621" fmla="*/ 262649 w 889783"/>
                  <a:gd name="connsiteY621" fmla="*/ 351828 h 917831"/>
                  <a:gd name="connsiteX622" fmla="*/ 260203 w 889783"/>
                  <a:gd name="connsiteY622" fmla="*/ 351828 h 917831"/>
                  <a:gd name="connsiteX623" fmla="*/ 257471 w 889783"/>
                  <a:gd name="connsiteY623" fmla="*/ 351828 h 917831"/>
                  <a:gd name="connsiteX624" fmla="*/ 255025 w 889783"/>
                  <a:gd name="connsiteY624" fmla="*/ 351828 h 917831"/>
                  <a:gd name="connsiteX625" fmla="*/ 255025 w 889783"/>
                  <a:gd name="connsiteY625" fmla="*/ 354561 h 917831"/>
                  <a:gd name="connsiteX626" fmla="*/ 252436 w 889783"/>
                  <a:gd name="connsiteY626" fmla="*/ 354561 h 917831"/>
                  <a:gd name="connsiteX627" fmla="*/ 249991 w 889783"/>
                  <a:gd name="connsiteY627" fmla="*/ 354561 h 917831"/>
                  <a:gd name="connsiteX628" fmla="*/ 247546 w 889783"/>
                  <a:gd name="connsiteY628" fmla="*/ 357007 h 917831"/>
                  <a:gd name="connsiteX629" fmla="*/ 244813 w 889783"/>
                  <a:gd name="connsiteY629" fmla="*/ 357007 h 917831"/>
                  <a:gd name="connsiteX630" fmla="*/ 242223 w 889783"/>
                  <a:gd name="connsiteY630" fmla="*/ 357007 h 917831"/>
                  <a:gd name="connsiteX631" fmla="*/ 239778 w 889783"/>
                  <a:gd name="connsiteY631" fmla="*/ 357007 h 917831"/>
                  <a:gd name="connsiteX632" fmla="*/ 239778 w 889783"/>
                  <a:gd name="connsiteY632" fmla="*/ 359452 h 917831"/>
                  <a:gd name="connsiteX633" fmla="*/ 242223 w 889783"/>
                  <a:gd name="connsiteY633" fmla="*/ 359452 h 917831"/>
                  <a:gd name="connsiteX634" fmla="*/ 244813 w 889783"/>
                  <a:gd name="connsiteY634" fmla="*/ 359452 h 917831"/>
                  <a:gd name="connsiteX635" fmla="*/ 247546 w 889783"/>
                  <a:gd name="connsiteY635" fmla="*/ 357007 h 917831"/>
                  <a:gd name="connsiteX636" fmla="*/ 252436 w 889783"/>
                  <a:gd name="connsiteY636" fmla="*/ 357007 h 917831"/>
                  <a:gd name="connsiteX637" fmla="*/ 252436 w 889783"/>
                  <a:gd name="connsiteY637" fmla="*/ 354561 h 917831"/>
                  <a:gd name="connsiteX638" fmla="*/ 255025 w 889783"/>
                  <a:gd name="connsiteY638" fmla="*/ 354561 h 917831"/>
                  <a:gd name="connsiteX639" fmla="*/ 257471 w 889783"/>
                  <a:gd name="connsiteY639" fmla="*/ 354561 h 917831"/>
                  <a:gd name="connsiteX640" fmla="*/ 260203 w 889783"/>
                  <a:gd name="connsiteY640" fmla="*/ 351828 h 917831"/>
                  <a:gd name="connsiteX641" fmla="*/ 262649 w 889783"/>
                  <a:gd name="connsiteY641" fmla="*/ 351828 h 917831"/>
                  <a:gd name="connsiteX642" fmla="*/ 265238 w 889783"/>
                  <a:gd name="connsiteY642" fmla="*/ 351828 h 917831"/>
                  <a:gd name="connsiteX643" fmla="*/ 267683 w 889783"/>
                  <a:gd name="connsiteY643" fmla="*/ 349239 h 917831"/>
                  <a:gd name="connsiteX644" fmla="*/ 270416 w 889783"/>
                  <a:gd name="connsiteY644" fmla="*/ 349239 h 917831"/>
                  <a:gd name="connsiteX645" fmla="*/ 272861 w 889783"/>
                  <a:gd name="connsiteY645" fmla="*/ 349239 h 917831"/>
                  <a:gd name="connsiteX646" fmla="*/ 275451 w 889783"/>
                  <a:gd name="connsiteY646" fmla="*/ 349239 h 917831"/>
                  <a:gd name="connsiteX647" fmla="*/ 277896 w 889783"/>
                  <a:gd name="connsiteY647" fmla="*/ 346794 h 917831"/>
                  <a:gd name="connsiteX648" fmla="*/ 280628 w 889783"/>
                  <a:gd name="connsiteY648" fmla="*/ 346794 h 917831"/>
                  <a:gd name="connsiteX649" fmla="*/ 285663 w 889783"/>
                  <a:gd name="connsiteY649" fmla="*/ 344349 h 917831"/>
                  <a:gd name="connsiteX650" fmla="*/ 288108 w 889783"/>
                  <a:gd name="connsiteY650" fmla="*/ 344349 h 917831"/>
                  <a:gd name="connsiteX651" fmla="*/ 290841 w 889783"/>
                  <a:gd name="connsiteY651" fmla="*/ 344349 h 917831"/>
                  <a:gd name="connsiteX652" fmla="*/ 293286 w 889783"/>
                  <a:gd name="connsiteY652" fmla="*/ 341616 h 917831"/>
                  <a:gd name="connsiteX653" fmla="*/ 295875 w 889783"/>
                  <a:gd name="connsiteY653" fmla="*/ 341616 h 917831"/>
                  <a:gd name="connsiteX654" fmla="*/ 298321 w 889783"/>
                  <a:gd name="connsiteY654" fmla="*/ 341616 h 917831"/>
                  <a:gd name="connsiteX655" fmla="*/ 301054 w 889783"/>
                  <a:gd name="connsiteY655" fmla="*/ 341616 h 917831"/>
                  <a:gd name="connsiteX656" fmla="*/ 303499 w 889783"/>
                  <a:gd name="connsiteY656" fmla="*/ 341616 h 917831"/>
                  <a:gd name="connsiteX657" fmla="*/ 305944 w 889783"/>
                  <a:gd name="connsiteY657" fmla="*/ 339027 h 917831"/>
                  <a:gd name="connsiteX658" fmla="*/ 308533 w 889783"/>
                  <a:gd name="connsiteY658" fmla="*/ 339027 h 917831"/>
                  <a:gd name="connsiteX659" fmla="*/ 311266 w 889783"/>
                  <a:gd name="connsiteY659" fmla="*/ 339027 h 917831"/>
                  <a:gd name="connsiteX660" fmla="*/ 313711 w 889783"/>
                  <a:gd name="connsiteY660" fmla="*/ 339027 h 917831"/>
                  <a:gd name="connsiteX661" fmla="*/ 316301 w 889783"/>
                  <a:gd name="connsiteY661" fmla="*/ 339027 h 917831"/>
                  <a:gd name="connsiteX662" fmla="*/ 316301 w 889783"/>
                  <a:gd name="connsiteY662" fmla="*/ 336582 h 917831"/>
                  <a:gd name="connsiteX663" fmla="*/ 318746 w 889783"/>
                  <a:gd name="connsiteY663" fmla="*/ 336582 h 917831"/>
                  <a:gd name="connsiteX664" fmla="*/ 321478 w 889783"/>
                  <a:gd name="connsiteY664" fmla="*/ 336582 h 917831"/>
                  <a:gd name="connsiteX665" fmla="*/ 323924 w 889783"/>
                  <a:gd name="connsiteY665" fmla="*/ 336582 h 917831"/>
                  <a:gd name="connsiteX666" fmla="*/ 326513 w 889783"/>
                  <a:gd name="connsiteY666" fmla="*/ 336582 h 917831"/>
                  <a:gd name="connsiteX667" fmla="*/ 326513 w 889783"/>
                  <a:gd name="connsiteY667" fmla="*/ 334136 h 917831"/>
                  <a:gd name="connsiteX668" fmla="*/ 328958 w 889783"/>
                  <a:gd name="connsiteY668" fmla="*/ 334136 h 917831"/>
                  <a:gd name="connsiteX669" fmla="*/ 331403 w 889783"/>
                  <a:gd name="connsiteY669" fmla="*/ 334136 h 917831"/>
                  <a:gd name="connsiteX670" fmla="*/ 331403 w 889783"/>
                  <a:gd name="connsiteY670" fmla="*/ 336582 h 917831"/>
                  <a:gd name="connsiteX671" fmla="*/ 334136 w 889783"/>
                  <a:gd name="connsiteY671" fmla="*/ 336582 h 917831"/>
                  <a:gd name="connsiteX672" fmla="*/ 334136 w 889783"/>
                  <a:gd name="connsiteY672" fmla="*/ 339027 h 917831"/>
                  <a:gd name="connsiteX673" fmla="*/ 331403 w 889783"/>
                  <a:gd name="connsiteY673" fmla="*/ 339027 h 917831"/>
                  <a:gd name="connsiteX674" fmla="*/ 331403 w 889783"/>
                  <a:gd name="connsiteY674" fmla="*/ 341616 h 917831"/>
                  <a:gd name="connsiteX675" fmla="*/ 328958 w 889783"/>
                  <a:gd name="connsiteY675" fmla="*/ 341616 h 917831"/>
                  <a:gd name="connsiteX676" fmla="*/ 328958 w 889783"/>
                  <a:gd name="connsiteY676" fmla="*/ 344349 h 917831"/>
                  <a:gd name="connsiteX677" fmla="*/ 326513 w 889783"/>
                  <a:gd name="connsiteY677" fmla="*/ 344349 h 917831"/>
                  <a:gd name="connsiteX678" fmla="*/ 323924 w 889783"/>
                  <a:gd name="connsiteY678" fmla="*/ 344349 h 917831"/>
                  <a:gd name="connsiteX679" fmla="*/ 321478 w 889783"/>
                  <a:gd name="connsiteY679" fmla="*/ 344349 h 917831"/>
                  <a:gd name="connsiteX680" fmla="*/ 321478 w 889783"/>
                  <a:gd name="connsiteY680" fmla="*/ 346794 h 917831"/>
                  <a:gd name="connsiteX681" fmla="*/ 318746 w 889783"/>
                  <a:gd name="connsiteY681" fmla="*/ 346794 h 917831"/>
                  <a:gd name="connsiteX682" fmla="*/ 316301 w 889783"/>
                  <a:gd name="connsiteY682" fmla="*/ 344349 h 917831"/>
                  <a:gd name="connsiteX683" fmla="*/ 311266 w 889783"/>
                  <a:gd name="connsiteY683" fmla="*/ 344349 h 917831"/>
                  <a:gd name="connsiteX684" fmla="*/ 311266 w 889783"/>
                  <a:gd name="connsiteY684" fmla="*/ 346794 h 917831"/>
                  <a:gd name="connsiteX685" fmla="*/ 313711 w 889783"/>
                  <a:gd name="connsiteY685" fmla="*/ 346794 h 917831"/>
                  <a:gd name="connsiteX686" fmla="*/ 318746 w 889783"/>
                  <a:gd name="connsiteY686" fmla="*/ 346794 h 917831"/>
                  <a:gd name="connsiteX687" fmla="*/ 311266 w 889783"/>
                  <a:gd name="connsiteY687" fmla="*/ 349239 h 917831"/>
                  <a:gd name="connsiteX688" fmla="*/ 308533 w 889783"/>
                  <a:gd name="connsiteY688" fmla="*/ 349239 h 917831"/>
                  <a:gd name="connsiteX689" fmla="*/ 308533 w 889783"/>
                  <a:gd name="connsiteY689" fmla="*/ 351828 h 917831"/>
                  <a:gd name="connsiteX690" fmla="*/ 305944 w 889783"/>
                  <a:gd name="connsiteY690" fmla="*/ 351828 h 917831"/>
                  <a:gd name="connsiteX691" fmla="*/ 305944 w 889783"/>
                  <a:gd name="connsiteY691" fmla="*/ 354561 h 917831"/>
                  <a:gd name="connsiteX692" fmla="*/ 308533 w 889783"/>
                  <a:gd name="connsiteY692" fmla="*/ 354561 h 917831"/>
                  <a:gd name="connsiteX693" fmla="*/ 311266 w 889783"/>
                  <a:gd name="connsiteY693" fmla="*/ 351828 h 917831"/>
                  <a:gd name="connsiteX694" fmla="*/ 318746 w 889783"/>
                  <a:gd name="connsiteY694" fmla="*/ 349239 h 917831"/>
                  <a:gd name="connsiteX695" fmla="*/ 321478 w 889783"/>
                  <a:gd name="connsiteY695" fmla="*/ 349239 h 917831"/>
                  <a:gd name="connsiteX696" fmla="*/ 316301 w 889783"/>
                  <a:gd name="connsiteY696" fmla="*/ 354561 h 917831"/>
                  <a:gd name="connsiteX697" fmla="*/ 311266 w 889783"/>
                  <a:gd name="connsiteY697" fmla="*/ 354561 h 917831"/>
                  <a:gd name="connsiteX698" fmla="*/ 308533 w 889783"/>
                  <a:gd name="connsiteY698" fmla="*/ 354561 h 917831"/>
                  <a:gd name="connsiteX699" fmla="*/ 303499 w 889783"/>
                  <a:gd name="connsiteY699" fmla="*/ 357007 h 917831"/>
                  <a:gd name="connsiteX700" fmla="*/ 305944 w 889783"/>
                  <a:gd name="connsiteY700" fmla="*/ 357007 h 917831"/>
                  <a:gd name="connsiteX701" fmla="*/ 308533 w 889783"/>
                  <a:gd name="connsiteY701" fmla="*/ 357007 h 917831"/>
                  <a:gd name="connsiteX702" fmla="*/ 311266 w 889783"/>
                  <a:gd name="connsiteY702" fmla="*/ 357007 h 917831"/>
                  <a:gd name="connsiteX703" fmla="*/ 313711 w 889783"/>
                  <a:gd name="connsiteY703" fmla="*/ 359452 h 917831"/>
                  <a:gd name="connsiteX704" fmla="*/ 316301 w 889783"/>
                  <a:gd name="connsiteY704" fmla="*/ 357007 h 917831"/>
                  <a:gd name="connsiteX705" fmla="*/ 318746 w 889783"/>
                  <a:gd name="connsiteY705" fmla="*/ 357007 h 917831"/>
                  <a:gd name="connsiteX706" fmla="*/ 318746 w 889783"/>
                  <a:gd name="connsiteY706" fmla="*/ 354561 h 917831"/>
                  <a:gd name="connsiteX707" fmla="*/ 321478 w 889783"/>
                  <a:gd name="connsiteY707" fmla="*/ 351828 h 917831"/>
                  <a:gd name="connsiteX708" fmla="*/ 321478 w 889783"/>
                  <a:gd name="connsiteY708" fmla="*/ 354561 h 917831"/>
                  <a:gd name="connsiteX709" fmla="*/ 326513 w 889783"/>
                  <a:gd name="connsiteY709" fmla="*/ 354561 h 917831"/>
                  <a:gd name="connsiteX710" fmla="*/ 328958 w 889783"/>
                  <a:gd name="connsiteY710" fmla="*/ 354561 h 917831"/>
                  <a:gd name="connsiteX711" fmla="*/ 331403 w 889783"/>
                  <a:gd name="connsiteY711" fmla="*/ 354561 h 917831"/>
                  <a:gd name="connsiteX712" fmla="*/ 328958 w 889783"/>
                  <a:gd name="connsiteY712" fmla="*/ 357007 h 917831"/>
                  <a:gd name="connsiteX713" fmla="*/ 326513 w 889783"/>
                  <a:gd name="connsiteY713" fmla="*/ 357007 h 917831"/>
                  <a:gd name="connsiteX714" fmla="*/ 331403 w 889783"/>
                  <a:gd name="connsiteY714" fmla="*/ 357007 h 917831"/>
                  <a:gd name="connsiteX715" fmla="*/ 334136 w 889783"/>
                  <a:gd name="connsiteY715" fmla="*/ 357007 h 917831"/>
                  <a:gd name="connsiteX716" fmla="*/ 334136 w 889783"/>
                  <a:gd name="connsiteY716" fmla="*/ 359452 h 917831"/>
                  <a:gd name="connsiteX717" fmla="*/ 328958 w 889783"/>
                  <a:gd name="connsiteY717" fmla="*/ 359452 h 917831"/>
                  <a:gd name="connsiteX718" fmla="*/ 326513 w 889783"/>
                  <a:gd name="connsiteY718" fmla="*/ 362041 h 917831"/>
                  <a:gd name="connsiteX719" fmla="*/ 328958 w 889783"/>
                  <a:gd name="connsiteY719" fmla="*/ 362041 h 917831"/>
                  <a:gd name="connsiteX720" fmla="*/ 334136 w 889783"/>
                  <a:gd name="connsiteY720" fmla="*/ 359452 h 917831"/>
                  <a:gd name="connsiteX721" fmla="*/ 336582 w 889783"/>
                  <a:gd name="connsiteY721" fmla="*/ 359452 h 917831"/>
                  <a:gd name="connsiteX722" fmla="*/ 334136 w 889783"/>
                  <a:gd name="connsiteY722" fmla="*/ 362041 h 917831"/>
                  <a:gd name="connsiteX723" fmla="*/ 336582 w 889783"/>
                  <a:gd name="connsiteY723" fmla="*/ 362041 h 917831"/>
                  <a:gd name="connsiteX724" fmla="*/ 336582 w 889783"/>
                  <a:gd name="connsiteY724" fmla="*/ 359452 h 917831"/>
                  <a:gd name="connsiteX725" fmla="*/ 339171 w 889783"/>
                  <a:gd name="connsiteY725" fmla="*/ 359452 h 917831"/>
                  <a:gd name="connsiteX726" fmla="*/ 344349 w 889783"/>
                  <a:gd name="connsiteY726" fmla="*/ 359452 h 917831"/>
                  <a:gd name="connsiteX727" fmla="*/ 341616 w 889783"/>
                  <a:gd name="connsiteY727" fmla="*/ 362041 h 917831"/>
                  <a:gd name="connsiteX728" fmla="*/ 346794 w 889783"/>
                  <a:gd name="connsiteY728" fmla="*/ 359452 h 917831"/>
                  <a:gd name="connsiteX729" fmla="*/ 346794 w 889783"/>
                  <a:gd name="connsiteY729" fmla="*/ 362041 h 917831"/>
                  <a:gd name="connsiteX730" fmla="*/ 339171 w 889783"/>
                  <a:gd name="connsiteY730" fmla="*/ 362041 h 917831"/>
                  <a:gd name="connsiteX731" fmla="*/ 334136 w 889783"/>
                  <a:gd name="connsiteY731" fmla="*/ 364774 h 917831"/>
                  <a:gd name="connsiteX732" fmla="*/ 339171 w 889783"/>
                  <a:gd name="connsiteY732" fmla="*/ 364774 h 917831"/>
                  <a:gd name="connsiteX733" fmla="*/ 344349 w 889783"/>
                  <a:gd name="connsiteY733" fmla="*/ 364774 h 917831"/>
                  <a:gd name="connsiteX734" fmla="*/ 336582 w 889783"/>
                  <a:gd name="connsiteY734" fmla="*/ 369664 h 917831"/>
                  <a:gd name="connsiteX735" fmla="*/ 334136 w 889783"/>
                  <a:gd name="connsiteY735" fmla="*/ 369664 h 917831"/>
                  <a:gd name="connsiteX736" fmla="*/ 336582 w 889783"/>
                  <a:gd name="connsiteY736" fmla="*/ 367219 h 917831"/>
                  <a:gd name="connsiteX737" fmla="*/ 339171 w 889783"/>
                  <a:gd name="connsiteY737" fmla="*/ 364774 h 917831"/>
                  <a:gd name="connsiteX738" fmla="*/ 334136 w 889783"/>
                  <a:gd name="connsiteY738" fmla="*/ 367219 h 917831"/>
                  <a:gd name="connsiteX739" fmla="*/ 328958 w 889783"/>
                  <a:gd name="connsiteY739" fmla="*/ 367219 h 917831"/>
                  <a:gd name="connsiteX740" fmla="*/ 328958 w 889783"/>
                  <a:gd name="connsiteY740" fmla="*/ 369664 h 917831"/>
                  <a:gd name="connsiteX741" fmla="*/ 326513 w 889783"/>
                  <a:gd name="connsiteY741" fmla="*/ 369664 h 917831"/>
                  <a:gd name="connsiteX742" fmla="*/ 323924 w 889783"/>
                  <a:gd name="connsiteY742" fmla="*/ 369664 h 917831"/>
                  <a:gd name="connsiteX743" fmla="*/ 321478 w 889783"/>
                  <a:gd name="connsiteY743" fmla="*/ 369664 h 917831"/>
                  <a:gd name="connsiteX744" fmla="*/ 318746 w 889783"/>
                  <a:gd name="connsiteY744" fmla="*/ 372253 h 917831"/>
                  <a:gd name="connsiteX745" fmla="*/ 321478 w 889783"/>
                  <a:gd name="connsiteY745" fmla="*/ 372253 h 917831"/>
                  <a:gd name="connsiteX746" fmla="*/ 321478 w 889783"/>
                  <a:gd name="connsiteY746" fmla="*/ 374986 h 917831"/>
                  <a:gd name="connsiteX747" fmla="*/ 326513 w 889783"/>
                  <a:gd name="connsiteY747" fmla="*/ 374986 h 917831"/>
                  <a:gd name="connsiteX748" fmla="*/ 326513 w 889783"/>
                  <a:gd name="connsiteY748" fmla="*/ 372253 h 917831"/>
                  <a:gd name="connsiteX749" fmla="*/ 326513 w 889783"/>
                  <a:gd name="connsiteY749" fmla="*/ 374986 h 917831"/>
                  <a:gd name="connsiteX750" fmla="*/ 323924 w 889783"/>
                  <a:gd name="connsiteY750" fmla="*/ 374986 h 917831"/>
                  <a:gd name="connsiteX751" fmla="*/ 323924 w 889783"/>
                  <a:gd name="connsiteY751" fmla="*/ 377432 h 917831"/>
                  <a:gd name="connsiteX752" fmla="*/ 326513 w 889783"/>
                  <a:gd name="connsiteY752" fmla="*/ 377432 h 917831"/>
                  <a:gd name="connsiteX753" fmla="*/ 328958 w 889783"/>
                  <a:gd name="connsiteY753" fmla="*/ 374986 h 917831"/>
                  <a:gd name="connsiteX754" fmla="*/ 331403 w 889783"/>
                  <a:gd name="connsiteY754" fmla="*/ 377432 h 917831"/>
                  <a:gd name="connsiteX755" fmla="*/ 331403 w 889783"/>
                  <a:gd name="connsiteY755" fmla="*/ 374986 h 917831"/>
                  <a:gd name="connsiteX756" fmla="*/ 331403 w 889783"/>
                  <a:gd name="connsiteY756" fmla="*/ 372253 h 917831"/>
                  <a:gd name="connsiteX757" fmla="*/ 334136 w 889783"/>
                  <a:gd name="connsiteY757" fmla="*/ 372253 h 917831"/>
                  <a:gd name="connsiteX758" fmla="*/ 334136 w 889783"/>
                  <a:gd name="connsiteY758" fmla="*/ 374986 h 917831"/>
                  <a:gd name="connsiteX759" fmla="*/ 339171 w 889783"/>
                  <a:gd name="connsiteY759" fmla="*/ 369664 h 917831"/>
                  <a:gd name="connsiteX760" fmla="*/ 339171 w 889783"/>
                  <a:gd name="connsiteY760" fmla="*/ 372253 h 917831"/>
                  <a:gd name="connsiteX761" fmla="*/ 339171 w 889783"/>
                  <a:gd name="connsiteY761" fmla="*/ 374986 h 917831"/>
                  <a:gd name="connsiteX762" fmla="*/ 341616 w 889783"/>
                  <a:gd name="connsiteY762" fmla="*/ 372253 h 917831"/>
                  <a:gd name="connsiteX763" fmla="*/ 344349 w 889783"/>
                  <a:gd name="connsiteY763" fmla="*/ 374986 h 917831"/>
                  <a:gd name="connsiteX764" fmla="*/ 341616 w 889783"/>
                  <a:gd name="connsiteY764" fmla="*/ 377432 h 917831"/>
                  <a:gd name="connsiteX765" fmla="*/ 344349 w 889783"/>
                  <a:gd name="connsiteY765" fmla="*/ 374986 h 917831"/>
                  <a:gd name="connsiteX766" fmla="*/ 344349 w 889783"/>
                  <a:gd name="connsiteY766" fmla="*/ 372253 h 917831"/>
                  <a:gd name="connsiteX767" fmla="*/ 344349 w 889783"/>
                  <a:gd name="connsiteY767" fmla="*/ 369664 h 917831"/>
                  <a:gd name="connsiteX768" fmla="*/ 349383 w 889783"/>
                  <a:gd name="connsiteY768" fmla="*/ 367219 h 917831"/>
                  <a:gd name="connsiteX769" fmla="*/ 351829 w 889783"/>
                  <a:gd name="connsiteY769" fmla="*/ 367219 h 917831"/>
                  <a:gd name="connsiteX770" fmla="*/ 349383 w 889783"/>
                  <a:gd name="connsiteY770" fmla="*/ 369664 h 917831"/>
                  <a:gd name="connsiteX771" fmla="*/ 354562 w 889783"/>
                  <a:gd name="connsiteY771" fmla="*/ 367219 h 917831"/>
                  <a:gd name="connsiteX772" fmla="*/ 357007 w 889783"/>
                  <a:gd name="connsiteY772" fmla="*/ 367219 h 917831"/>
                  <a:gd name="connsiteX773" fmla="*/ 357007 w 889783"/>
                  <a:gd name="connsiteY773" fmla="*/ 364774 h 917831"/>
                  <a:gd name="connsiteX774" fmla="*/ 359596 w 889783"/>
                  <a:gd name="connsiteY774" fmla="*/ 364774 h 917831"/>
                  <a:gd name="connsiteX775" fmla="*/ 359596 w 889783"/>
                  <a:gd name="connsiteY775" fmla="*/ 362041 h 917831"/>
                  <a:gd name="connsiteX776" fmla="*/ 362041 w 889783"/>
                  <a:gd name="connsiteY776" fmla="*/ 362041 h 917831"/>
                  <a:gd name="connsiteX777" fmla="*/ 364774 w 889783"/>
                  <a:gd name="connsiteY777" fmla="*/ 359452 h 917831"/>
                  <a:gd name="connsiteX778" fmla="*/ 364774 w 889783"/>
                  <a:gd name="connsiteY778" fmla="*/ 362041 h 917831"/>
                  <a:gd name="connsiteX779" fmla="*/ 362041 w 889783"/>
                  <a:gd name="connsiteY779" fmla="*/ 362041 h 917831"/>
                  <a:gd name="connsiteX780" fmla="*/ 364774 w 889783"/>
                  <a:gd name="connsiteY780" fmla="*/ 364774 h 917831"/>
                  <a:gd name="connsiteX781" fmla="*/ 367219 w 889783"/>
                  <a:gd name="connsiteY781" fmla="*/ 364774 h 917831"/>
                  <a:gd name="connsiteX782" fmla="*/ 369808 w 889783"/>
                  <a:gd name="connsiteY782" fmla="*/ 364774 h 917831"/>
                  <a:gd name="connsiteX783" fmla="*/ 367219 w 889783"/>
                  <a:gd name="connsiteY783" fmla="*/ 367219 h 917831"/>
                  <a:gd name="connsiteX784" fmla="*/ 364774 w 889783"/>
                  <a:gd name="connsiteY784" fmla="*/ 367219 h 917831"/>
                  <a:gd name="connsiteX785" fmla="*/ 362041 w 889783"/>
                  <a:gd name="connsiteY785" fmla="*/ 367219 h 917831"/>
                  <a:gd name="connsiteX786" fmla="*/ 362041 w 889783"/>
                  <a:gd name="connsiteY786" fmla="*/ 369664 h 917831"/>
                  <a:gd name="connsiteX787" fmla="*/ 364774 w 889783"/>
                  <a:gd name="connsiteY787" fmla="*/ 372253 h 917831"/>
                  <a:gd name="connsiteX788" fmla="*/ 364774 w 889783"/>
                  <a:gd name="connsiteY788" fmla="*/ 369664 h 917831"/>
                  <a:gd name="connsiteX789" fmla="*/ 367219 w 889783"/>
                  <a:gd name="connsiteY789" fmla="*/ 369664 h 917831"/>
                  <a:gd name="connsiteX790" fmla="*/ 367219 w 889783"/>
                  <a:gd name="connsiteY790" fmla="*/ 372253 h 917831"/>
                  <a:gd name="connsiteX791" fmla="*/ 369808 w 889783"/>
                  <a:gd name="connsiteY791" fmla="*/ 372253 h 917831"/>
                  <a:gd name="connsiteX792" fmla="*/ 369808 w 889783"/>
                  <a:gd name="connsiteY792" fmla="*/ 369664 h 917831"/>
                  <a:gd name="connsiteX793" fmla="*/ 374986 w 889783"/>
                  <a:gd name="connsiteY793" fmla="*/ 369664 h 917831"/>
                  <a:gd name="connsiteX794" fmla="*/ 374986 w 889783"/>
                  <a:gd name="connsiteY794" fmla="*/ 372253 h 917831"/>
                  <a:gd name="connsiteX795" fmla="*/ 369808 w 889783"/>
                  <a:gd name="connsiteY795" fmla="*/ 374986 h 917831"/>
                  <a:gd name="connsiteX796" fmla="*/ 369808 w 889783"/>
                  <a:gd name="connsiteY796" fmla="*/ 372253 h 917831"/>
                  <a:gd name="connsiteX797" fmla="*/ 367219 w 889783"/>
                  <a:gd name="connsiteY797" fmla="*/ 374986 h 917831"/>
                  <a:gd name="connsiteX798" fmla="*/ 364774 w 889783"/>
                  <a:gd name="connsiteY798" fmla="*/ 377432 h 917831"/>
                  <a:gd name="connsiteX799" fmla="*/ 367219 w 889783"/>
                  <a:gd name="connsiteY799" fmla="*/ 379877 h 917831"/>
                  <a:gd name="connsiteX800" fmla="*/ 362041 w 889783"/>
                  <a:gd name="connsiteY800" fmla="*/ 379877 h 917831"/>
                  <a:gd name="connsiteX801" fmla="*/ 364774 w 889783"/>
                  <a:gd name="connsiteY801" fmla="*/ 379877 h 917831"/>
                  <a:gd name="connsiteX802" fmla="*/ 367219 w 889783"/>
                  <a:gd name="connsiteY802" fmla="*/ 382466 h 917831"/>
                  <a:gd name="connsiteX803" fmla="*/ 367219 w 889783"/>
                  <a:gd name="connsiteY803" fmla="*/ 379877 h 917831"/>
                  <a:gd name="connsiteX804" fmla="*/ 369808 w 889783"/>
                  <a:gd name="connsiteY804" fmla="*/ 377432 h 917831"/>
                  <a:gd name="connsiteX805" fmla="*/ 372253 w 889783"/>
                  <a:gd name="connsiteY805" fmla="*/ 374986 h 917831"/>
                  <a:gd name="connsiteX806" fmla="*/ 372253 w 889783"/>
                  <a:gd name="connsiteY806" fmla="*/ 377432 h 917831"/>
                  <a:gd name="connsiteX807" fmla="*/ 374986 w 889783"/>
                  <a:gd name="connsiteY807" fmla="*/ 377432 h 917831"/>
                  <a:gd name="connsiteX808" fmla="*/ 374986 w 889783"/>
                  <a:gd name="connsiteY808" fmla="*/ 374986 h 917831"/>
                  <a:gd name="connsiteX809" fmla="*/ 377432 w 889783"/>
                  <a:gd name="connsiteY809" fmla="*/ 374986 h 917831"/>
                  <a:gd name="connsiteX810" fmla="*/ 374986 w 889783"/>
                  <a:gd name="connsiteY810" fmla="*/ 377432 h 917831"/>
                  <a:gd name="connsiteX811" fmla="*/ 372253 w 889783"/>
                  <a:gd name="connsiteY811" fmla="*/ 379877 h 917831"/>
                  <a:gd name="connsiteX812" fmla="*/ 374986 w 889783"/>
                  <a:gd name="connsiteY812" fmla="*/ 379877 h 917831"/>
                  <a:gd name="connsiteX813" fmla="*/ 372253 w 889783"/>
                  <a:gd name="connsiteY813" fmla="*/ 379877 h 917831"/>
                  <a:gd name="connsiteX814" fmla="*/ 372253 w 889783"/>
                  <a:gd name="connsiteY814" fmla="*/ 382466 h 917831"/>
                  <a:gd name="connsiteX815" fmla="*/ 369808 w 889783"/>
                  <a:gd name="connsiteY815" fmla="*/ 382466 h 917831"/>
                  <a:gd name="connsiteX816" fmla="*/ 369808 w 889783"/>
                  <a:gd name="connsiteY816" fmla="*/ 385199 h 917831"/>
                  <a:gd name="connsiteX817" fmla="*/ 372253 w 889783"/>
                  <a:gd name="connsiteY817" fmla="*/ 385199 h 917831"/>
                  <a:gd name="connsiteX818" fmla="*/ 372253 w 889783"/>
                  <a:gd name="connsiteY818" fmla="*/ 387644 h 917831"/>
                  <a:gd name="connsiteX819" fmla="*/ 369808 w 889783"/>
                  <a:gd name="connsiteY819" fmla="*/ 387644 h 917831"/>
                  <a:gd name="connsiteX820" fmla="*/ 369808 w 889783"/>
                  <a:gd name="connsiteY820" fmla="*/ 385199 h 917831"/>
                  <a:gd name="connsiteX821" fmla="*/ 367219 w 889783"/>
                  <a:gd name="connsiteY821" fmla="*/ 385199 h 917831"/>
                  <a:gd name="connsiteX822" fmla="*/ 367219 w 889783"/>
                  <a:gd name="connsiteY822" fmla="*/ 387644 h 917831"/>
                  <a:gd name="connsiteX823" fmla="*/ 369808 w 889783"/>
                  <a:gd name="connsiteY823" fmla="*/ 390089 h 917831"/>
                  <a:gd name="connsiteX824" fmla="*/ 380021 w 889783"/>
                  <a:gd name="connsiteY824" fmla="*/ 385199 h 917831"/>
                  <a:gd name="connsiteX825" fmla="*/ 382466 w 889783"/>
                  <a:gd name="connsiteY825" fmla="*/ 385199 h 917831"/>
                  <a:gd name="connsiteX826" fmla="*/ 385199 w 889783"/>
                  <a:gd name="connsiteY826" fmla="*/ 385199 h 917831"/>
                  <a:gd name="connsiteX827" fmla="*/ 385199 w 889783"/>
                  <a:gd name="connsiteY827" fmla="*/ 382466 h 917831"/>
                  <a:gd name="connsiteX828" fmla="*/ 387644 w 889783"/>
                  <a:gd name="connsiteY828" fmla="*/ 382466 h 917831"/>
                  <a:gd name="connsiteX829" fmla="*/ 390233 w 889783"/>
                  <a:gd name="connsiteY829" fmla="*/ 385199 h 917831"/>
                  <a:gd name="connsiteX830" fmla="*/ 392679 w 889783"/>
                  <a:gd name="connsiteY830" fmla="*/ 385199 h 917831"/>
                  <a:gd name="connsiteX831" fmla="*/ 395412 w 889783"/>
                  <a:gd name="connsiteY831" fmla="*/ 390089 h 917831"/>
                  <a:gd name="connsiteX832" fmla="*/ 397857 w 889783"/>
                  <a:gd name="connsiteY832" fmla="*/ 392535 h 917831"/>
                  <a:gd name="connsiteX833" fmla="*/ 400302 w 889783"/>
                  <a:gd name="connsiteY833" fmla="*/ 390089 h 917831"/>
                  <a:gd name="connsiteX834" fmla="*/ 405336 w 889783"/>
                  <a:gd name="connsiteY834" fmla="*/ 387644 h 917831"/>
                  <a:gd name="connsiteX835" fmla="*/ 408069 w 889783"/>
                  <a:gd name="connsiteY835" fmla="*/ 387644 h 917831"/>
                  <a:gd name="connsiteX836" fmla="*/ 413103 w 889783"/>
                  <a:gd name="connsiteY836" fmla="*/ 387644 h 917831"/>
                  <a:gd name="connsiteX837" fmla="*/ 415549 w 889783"/>
                  <a:gd name="connsiteY837" fmla="*/ 385199 h 917831"/>
                  <a:gd name="connsiteX838" fmla="*/ 418282 w 889783"/>
                  <a:gd name="connsiteY838" fmla="*/ 387644 h 917831"/>
                  <a:gd name="connsiteX839" fmla="*/ 418282 w 889783"/>
                  <a:gd name="connsiteY839" fmla="*/ 390089 h 917831"/>
                  <a:gd name="connsiteX840" fmla="*/ 418282 w 889783"/>
                  <a:gd name="connsiteY840" fmla="*/ 392535 h 917831"/>
                  <a:gd name="connsiteX841" fmla="*/ 415549 w 889783"/>
                  <a:gd name="connsiteY841" fmla="*/ 395268 h 917831"/>
                  <a:gd name="connsiteX842" fmla="*/ 415549 w 889783"/>
                  <a:gd name="connsiteY842" fmla="*/ 397857 h 917831"/>
                  <a:gd name="connsiteX843" fmla="*/ 415549 w 889783"/>
                  <a:gd name="connsiteY843" fmla="*/ 395268 h 917831"/>
                  <a:gd name="connsiteX844" fmla="*/ 413103 w 889783"/>
                  <a:gd name="connsiteY844" fmla="*/ 395268 h 917831"/>
                  <a:gd name="connsiteX845" fmla="*/ 413103 w 889783"/>
                  <a:gd name="connsiteY845" fmla="*/ 397857 h 917831"/>
                  <a:gd name="connsiteX846" fmla="*/ 413103 w 889783"/>
                  <a:gd name="connsiteY846" fmla="*/ 400302 h 917831"/>
                  <a:gd name="connsiteX847" fmla="*/ 410658 w 889783"/>
                  <a:gd name="connsiteY847" fmla="*/ 400302 h 917831"/>
                  <a:gd name="connsiteX848" fmla="*/ 408069 w 889783"/>
                  <a:gd name="connsiteY848" fmla="*/ 400302 h 917831"/>
                  <a:gd name="connsiteX849" fmla="*/ 408069 w 889783"/>
                  <a:gd name="connsiteY849" fmla="*/ 402747 h 917831"/>
                  <a:gd name="connsiteX850" fmla="*/ 410658 w 889783"/>
                  <a:gd name="connsiteY850" fmla="*/ 402747 h 917831"/>
                  <a:gd name="connsiteX851" fmla="*/ 413103 w 889783"/>
                  <a:gd name="connsiteY851" fmla="*/ 400302 h 917831"/>
                  <a:gd name="connsiteX852" fmla="*/ 413103 w 889783"/>
                  <a:gd name="connsiteY852" fmla="*/ 397857 h 917831"/>
                  <a:gd name="connsiteX853" fmla="*/ 415549 w 889783"/>
                  <a:gd name="connsiteY853" fmla="*/ 400302 h 917831"/>
                  <a:gd name="connsiteX854" fmla="*/ 418282 w 889783"/>
                  <a:gd name="connsiteY854" fmla="*/ 397857 h 917831"/>
                  <a:gd name="connsiteX855" fmla="*/ 420727 w 889783"/>
                  <a:gd name="connsiteY855" fmla="*/ 397857 h 917831"/>
                  <a:gd name="connsiteX856" fmla="*/ 420727 w 889783"/>
                  <a:gd name="connsiteY856" fmla="*/ 395268 h 917831"/>
                  <a:gd name="connsiteX857" fmla="*/ 420727 w 889783"/>
                  <a:gd name="connsiteY857" fmla="*/ 387644 h 917831"/>
                  <a:gd name="connsiteX858" fmla="*/ 420727 w 889783"/>
                  <a:gd name="connsiteY858" fmla="*/ 385199 h 917831"/>
                  <a:gd name="connsiteX859" fmla="*/ 423316 w 889783"/>
                  <a:gd name="connsiteY859" fmla="*/ 385199 h 917831"/>
                  <a:gd name="connsiteX860" fmla="*/ 425761 w 889783"/>
                  <a:gd name="connsiteY860" fmla="*/ 385199 h 917831"/>
                  <a:gd name="connsiteX861" fmla="*/ 425761 w 889783"/>
                  <a:gd name="connsiteY861" fmla="*/ 387644 h 917831"/>
                  <a:gd name="connsiteX862" fmla="*/ 428494 w 889783"/>
                  <a:gd name="connsiteY862" fmla="*/ 390089 h 917831"/>
                  <a:gd name="connsiteX863" fmla="*/ 428494 w 889783"/>
                  <a:gd name="connsiteY863" fmla="*/ 392535 h 917831"/>
                  <a:gd name="connsiteX864" fmla="*/ 428494 w 889783"/>
                  <a:gd name="connsiteY864" fmla="*/ 395268 h 917831"/>
                  <a:gd name="connsiteX865" fmla="*/ 430940 w 889783"/>
                  <a:gd name="connsiteY865" fmla="*/ 395268 h 917831"/>
                  <a:gd name="connsiteX866" fmla="*/ 430940 w 889783"/>
                  <a:gd name="connsiteY866" fmla="*/ 397857 h 917831"/>
                  <a:gd name="connsiteX867" fmla="*/ 428494 w 889783"/>
                  <a:gd name="connsiteY867" fmla="*/ 400302 h 917831"/>
                  <a:gd name="connsiteX868" fmla="*/ 428494 w 889783"/>
                  <a:gd name="connsiteY868" fmla="*/ 402747 h 917831"/>
                  <a:gd name="connsiteX869" fmla="*/ 428494 w 889783"/>
                  <a:gd name="connsiteY869" fmla="*/ 405480 h 917831"/>
                  <a:gd name="connsiteX870" fmla="*/ 430940 w 889783"/>
                  <a:gd name="connsiteY870" fmla="*/ 405480 h 917831"/>
                  <a:gd name="connsiteX871" fmla="*/ 430940 w 889783"/>
                  <a:gd name="connsiteY871" fmla="*/ 408069 h 917831"/>
                  <a:gd name="connsiteX872" fmla="*/ 430940 w 889783"/>
                  <a:gd name="connsiteY872" fmla="*/ 410514 h 917831"/>
                  <a:gd name="connsiteX873" fmla="*/ 433529 w 889783"/>
                  <a:gd name="connsiteY873" fmla="*/ 415693 h 917831"/>
                  <a:gd name="connsiteX874" fmla="*/ 433529 w 889783"/>
                  <a:gd name="connsiteY874" fmla="*/ 412960 h 917831"/>
                  <a:gd name="connsiteX875" fmla="*/ 433529 w 889783"/>
                  <a:gd name="connsiteY875" fmla="*/ 410514 h 917831"/>
                  <a:gd name="connsiteX876" fmla="*/ 433529 w 889783"/>
                  <a:gd name="connsiteY876" fmla="*/ 405480 h 917831"/>
                  <a:gd name="connsiteX877" fmla="*/ 430940 w 889783"/>
                  <a:gd name="connsiteY877" fmla="*/ 387644 h 917831"/>
                  <a:gd name="connsiteX878" fmla="*/ 430940 w 889783"/>
                  <a:gd name="connsiteY878" fmla="*/ 385199 h 917831"/>
                  <a:gd name="connsiteX879" fmla="*/ 430940 w 889783"/>
                  <a:gd name="connsiteY879" fmla="*/ 382466 h 917831"/>
                  <a:gd name="connsiteX880" fmla="*/ 433529 w 889783"/>
                  <a:gd name="connsiteY880" fmla="*/ 382466 h 917831"/>
                  <a:gd name="connsiteX881" fmla="*/ 433529 w 889783"/>
                  <a:gd name="connsiteY881" fmla="*/ 385199 h 917831"/>
                  <a:gd name="connsiteX882" fmla="*/ 435974 w 889783"/>
                  <a:gd name="connsiteY882" fmla="*/ 382466 h 917831"/>
                  <a:gd name="connsiteX883" fmla="*/ 435974 w 889783"/>
                  <a:gd name="connsiteY883" fmla="*/ 385199 h 917831"/>
                  <a:gd name="connsiteX884" fmla="*/ 438707 w 889783"/>
                  <a:gd name="connsiteY884" fmla="*/ 385199 h 917831"/>
                  <a:gd name="connsiteX885" fmla="*/ 438707 w 889783"/>
                  <a:gd name="connsiteY885" fmla="*/ 382466 h 917831"/>
                  <a:gd name="connsiteX886" fmla="*/ 441152 w 889783"/>
                  <a:gd name="connsiteY886" fmla="*/ 382466 h 917831"/>
                  <a:gd name="connsiteX887" fmla="*/ 441152 w 889783"/>
                  <a:gd name="connsiteY887" fmla="*/ 385199 h 917831"/>
                  <a:gd name="connsiteX888" fmla="*/ 441152 w 889783"/>
                  <a:gd name="connsiteY888" fmla="*/ 382466 h 917831"/>
                  <a:gd name="connsiteX889" fmla="*/ 443741 w 889783"/>
                  <a:gd name="connsiteY889" fmla="*/ 382466 h 917831"/>
                  <a:gd name="connsiteX890" fmla="*/ 443741 w 889783"/>
                  <a:gd name="connsiteY890" fmla="*/ 385199 h 917831"/>
                  <a:gd name="connsiteX891" fmla="*/ 443741 w 889783"/>
                  <a:gd name="connsiteY891" fmla="*/ 387644 h 917831"/>
                  <a:gd name="connsiteX892" fmla="*/ 443741 w 889783"/>
                  <a:gd name="connsiteY892" fmla="*/ 390089 h 917831"/>
                  <a:gd name="connsiteX893" fmla="*/ 443741 w 889783"/>
                  <a:gd name="connsiteY893" fmla="*/ 392535 h 917831"/>
                  <a:gd name="connsiteX894" fmla="*/ 443741 w 889783"/>
                  <a:gd name="connsiteY894" fmla="*/ 395268 h 917831"/>
                  <a:gd name="connsiteX895" fmla="*/ 441152 w 889783"/>
                  <a:gd name="connsiteY895" fmla="*/ 397857 h 917831"/>
                  <a:gd name="connsiteX896" fmla="*/ 438707 w 889783"/>
                  <a:gd name="connsiteY896" fmla="*/ 397857 h 917831"/>
                  <a:gd name="connsiteX897" fmla="*/ 438707 w 889783"/>
                  <a:gd name="connsiteY897" fmla="*/ 402747 h 917831"/>
                  <a:gd name="connsiteX898" fmla="*/ 438707 w 889783"/>
                  <a:gd name="connsiteY898" fmla="*/ 405480 h 917831"/>
                  <a:gd name="connsiteX899" fmla="*/ 441152 w 889783"/>
                  <a:gd name="connsiteY899" fmla="*/ 405480 h 917831"/>
                  <a:gd name="connsiteX900" fmla="*/ 441152 w 889783"/>
                  <a:gd name="connsiteY900" fmla="*/ 400302 h 917831"/>
                  <a:gd name="connsiteX901" fmla="*/ 443741 w 889783"/>
                  <a:gd name="connsiteY901" fmla="*/ 400302 h 917831"/>
                  <a:gd name="connsiteX902" fmla="*/ 446186 w 889783"/>
                  <a:gd name="connsiteY902" fmla="*/ 400302 h 917831"/>
                  <a:gd name="connsiteX903" fmla="*/ 446186 w 889783"/>
                  <a:gd name="connsiteY903" fmla="*/ 402747 h 917831"/>
                  <a:gd name="connsiteX904" fmla="*/ 446186 w 889783"/>
                  <a:gd name="connsiteY904" fmla="*/ 405480 h 917831"/>
                  <a:gd name="connsiteX905" fmla="*/ 448919 w 889783"/>
                  <a:gd name="connsiteY905" fmla="*/ 405480 h 917831"/>
                  <a:gd name="connsiteX906" fmla="*/ 448919 w 889783"/>
                  <a:gd name="connsiteY906" fmla="*/ 408069 h 917831"/>
                  <a:gd name="connsiteX907" fmla="*/ 448919 w 889783"/>
                  <a:gd name="connsiteY907" fmla="*/ 410514 h 917831"/>
                  <a:gd name="connsiteX908" fmla="*/ 446186 w 889783"/>
                  <a:gd name="connsiteY908" fmla="*/ 412960 h 917831"/>
                  <a:gd name="connsiteX909" fmla="*/ 446186 w 889783"/>
                  <a:gd name="connsiteY909" fmla="*/ 415693 h 917831"/>
                  <a:gd name="connsiteX910" fmla="*/ 451364 w 889783"/>
                  <a:gd name="connsiteY910" fmla="*/ 408069 h 917831"/>
                  <a:gd name="connsiteX911" fmla="*/ 448919 w 889783"/>
                  <a:gd name="connsiteY911" fmla="*/ 408069 h 917831"/>
                  <a:gd name="connsiteX912" fmla="*/ 448919 w 889783"/>
                  <a:gd name="connsiteY912" fmla="*/ 405480 h 917831"/>
                  <a:gd name="connsiteX913" fmla="*/ 451364 w 889783"/>
                  <a:gd name="connsiteY913" fmla="*/ 405480 h 917831"/>
                  <a:gd name="connsiteX914" fmla="*/ 451364 w 889783"/>
                  <a:gd name="connsiteY914" fmla="*/ 402747 h 917831"/>
                  <a:gd name="connsiteX915" fmla="*/ 453953 w 889783"/>
                  <a:gd name="connsiteY915" fmla="*/ 402747 h 917831"/>
                  <a:gd name="connsiteX916" fmla="*/ 453953 w 889783"/>
                  <a:gd name="connsiteY916" fmla="*/ 405480 h 917831"/>
                  <a:gd name="connsiteX917" fmla="*/ 453953 w 889783"/>
                  <a:gd name="connsiteY917" fmla="*/ 408069 h 917831"/>
                  <a:gd name="connsiteX918" fmla="*/ 456399 w 889783"/>
                  <a:gd name="connsiteY918" fmla="*/ 410514 h 917831"/>
                  <a:gd name="connsiteX919" fmla="*/ 456399 w 889783"/>
                  <a:gd name="connsiteY919" fmla="*/ 412960 h 917831"/>
                  <a:gd name="connsiteX920" fmla="*/ 456399 w 889783"/>
                  <a:gd name="connsiteY920" fmla="*/ 415693 h 917831"/>
                  <a:gd name="connsiteX921" fmla="*/ 456399 w 889783"/>
                  <a:gd name="connsiteY921" fmla="*/ 418282 h 917831"/>
                  <a:gd name="connsiteX922" fmla="*/ 459132 w 889783"/>
                  <a:gd name="connsiteY922" fmla="*/ 415693 h 917831"/>
                  <a:gd name="connsiteX923" fmla="*/ 459132 w 889783"/>
                  <a:gd name="connsiteY923" fmla="*/ 418282 h 917831"/>
                  <a:gd name="connsiteX924" fmla="*/ 461577 w 889783"/>
                  <a:gd name="connsiteY924" fmla="*/ 415693 h 917831"/>
                  <a:gd name="connsiteX925" fmla="*/ 459132 w 889783"/>
                  <a:gd name="connsiteY925" fmla="*/ 412960 h 917831"/>
                  <a:gd name="connsiteX926" fmla="*/ 459132 w 889783"/>
                  <a:gd name="connsiteY926" fmla="*/ 410514 h 917831"/>
                  <a:gd name="connsiteX927" fmla="*/ 459132 w 889783"/>
                  <a:gd name="connsiteY927" fmla="*/ 408069 h 917831"/>
                  <a:gd name="connsiteX928" fmla="*/ 461577 w 889783"/>
                  <a:gd name="connsiteY928" fmla="*/ 410514 h 917831"/>
                  <a:gd name="connsiteX929" fmla="*/ 464166 w 889783"/>
                  <a:gd name="connsiteY929" fmla="*/ 410514 h 917831"/>
                  <a:gd name="connsiteX930" fmla="*/ 464166 w 889783"/>
                  <a:gd name="connsiteY930" fmla="*/ 412960 h 917831"/>
                  <a:gd name="connsiteX931" fmla="*/ 461577 w 889783"/>
                  <a:gd name="connsiteY931" fmla="*/ 412960 h 917831"/>
                  <a:gd name="connsiteX932" fmla="*/ 464166 w 889783"/>
                  <a:gd name="connsiteY932" fmla="*/ 412960 h 917831"/>
                  <a:gd name="connsiteX933" fmla="*/ 464166 w 889783"/>
                  <a:gd name="connsiteY933" fmla="*/ 415693 h 917831"/>
                  <a:gd name="connsiteX934" fmla="*/ 466611 w 889783"/>
                  <a:gd name="connsiteY934" fmla="*/ 415693 h 917831"/>
                  <a:gd name="connsiteX935" fmla="*/ 464166 w 889783"/>
                  <a:gd name="connsiteY935" fmla="*/ 415693 h 917831"/>
                  <a:gd name="connsiteX936" fmla="*/ 464166 w 889783"/>
                  <a:gd name="connsiteY936" fmla="*/ 418282 h 917831"/>
                  <a:gd name="connsiteX937" fmla="*/ 461577 w 889783"/>
                  <a:gd name="connsiteY937" fmla="*/ 418282 h 917831"/>
                  <a:gd name="connsiteX938" fmla="*/ 459132 w 889783"/>
                  <a:gd name="connsiteY938" fmla="*/ 420727 h 917831"/>
                  <a:gd name="connsiteX939" fmla="*/ 461577 w 889783"/>
                  <a:gd name="connsiteY939" fmla="*/ 420727 h 917831"/>
                  <a:gd name="connsiteX940" fmla="*/ 459132 w 889783"/>
                  <a:gd name="connsiteY940" fmla="*/ 423172 h 917831"/>
                  <a:gd name="connsiteX941" fmla="*/ 459132 w 889783"/>
                  <a:gd name="connsiteY941" fmla="*/ 425761 h 917831"/>
                  <a:gd name="connsiteX942" fmla="*/ 459132 w 889783"/>
                  <a:gd name="connsiteY942" fmla="*/ 428494 h 917831"/>
                  <a:gd name="connsiteX943" fmla="*/ 459132 w 889783"/>
                  <a:gd name="connsiteY943" fmla="*/ 433385 h 917831"/>
                  <a:gd name="connsiteX944" fmla="*/ 461577 w 889783"/>
                  <a:gd name="connsiteY944" fmla="*/ 433385 h 917831"/>
                  <a:gd name="connsiteX945" fmla="*/ 461577 w 889783"/>
                  <a:gd name="connsiteY945" fmla="*/ 435974 h 917831"/>
                  <a:gd name="connsiteX946" fmla="*/ 459132 w 889783"/>
                  <a:gd name="connsiteY946" fmla="*/ 435974 h 917831"/>
                  <a:gd name="connsiteX947" fmla="*/ 456399 w 889783"/>
                  <a:gd name="connsiteY947" fmla="*/ 433385 h 917831"/>
                  <a:gd name="connsiteX948" fmla="*/ 456399 w 889783"/>
                  <a:gd name="connsiteY948" fmla="*/ 438707 h 917831"/>
                  <a:gd name="connsiteX949" fmla="*/ 453953 w 889783"/>
                  <a:gd name="connsiteY949" fmla="*/ 441152 h 917831"/>
                  <a:gd name="connsiteX950" fmla="*/ 456399 w 889783"/>
                  <a:gd name="connsiteY950" fmla="*/ 438707 h 917831"/>
                  <a:gd name="connsiteX951" fmla="*/ 453953 w 889783"/>
                  <a:gd name="connsiteY951" fmla="*/ 443597 h 917831"/>
                  <a:gd name="connsiteX952" fmla="*/ 456399 w 889783"/>
                  <a:gd name="connsiteY952" fmla="*/ 448919 h 917831"/>
                  <a:gd name="connsiteX953" fmla="*/ 453953 w 889783"/>
                  <a:gd name="connsiteY953" fmla="*/ 453810 h 917831"/>
                  <a:gd name="connsiteX954" fmla="*/ 456399 w 889783"/>
                  <a:gd name="connsiteY954" fmla="*/ 451364 h 917831"/>
                  <a:gd name="connsiteX955" fmla="*/ 459132 w 889783"/>
                  <a:gd name="connsiteY955" fmla="*/ 443597 h 917831"/>
                  <a:gd name="connsiteX956" fmla="*/ 459132 w 889783"/>
                  <a:gd name="connsiteY956" fmla="*/ 441152 h 917831"/>
                  <a:gd name="connsiteX957" fmla="*/ 459132 w 889783"/>
                  <a:gd name="connsiteY957" fmla="*/ 443597 h 917831"/>
                  <a:gd name="connsiteX958" fmla="*/ 461577 w 889783"/>
                  <a:gd name="connsiteY958" fmla="*/ 443597 h 917831"/>
                  <a:gd name="connsiteX959" fmla="*/ 461577 w 889783"/>
                  <a:gd name="connsiteY959" fmla="*/ 438707 h 917831"/>
                  <a:gd name="connsiteX960" fmla="*/ 464166 w 889783"/>
                  <a:gd name="connsiteY960" fmla="*/ 435974 h 917831"/>
                  <a:gd name="connsiteX961" fmla="*/ 464166 w 889783"/>
                  <a:gd name="connsiteY961" fmla="*/ 438707 h 917831"/>
                  <a:gd name="connsiteX962" fmla="*/ 466611 w 889783"/>
                  <a:gd name="connsiteY962" fmla="*/ 438707 h 917831"/>
                  <a:gd name="connsiteX963" fmla="*/ 469344 w 889783"/>
                  <a:gd name="connsiteY963" fmla="*/ 438707 h 917831"/>
                  <a:gd name="connsiteX964" fmla="*/ 469344 w 889783"/>
                  <a:gd name="connsiteY964" fmla="*/ 433385 h 917831"/>
                  <a:gd name="connsiteX965" fmla="*/ 471790 w 889783"/>
                  <a:gd name="connsiteY965" fmla="*/ 430939 h 917831"/>
                  <a:gd name="connsiteX966" fmla="*/ 471790 w 889783"/>
                  <a:gd name="connsiteY966" fmla="*/ 433385 h 917831"/>
                  <a:gd name="connsiteX967" fmla="*/ 471790 w 889783"/>
                  <a:gd name="connsiteY967" fmla="*/ 435974 h 917831"/>
                  <a:gd name="connsiteX968" fmla="*/ 474235 w 889783"/>
                  <a:gd name="connsiteY968" fmla="*/ 430939 h 917831"/>
                  <a:gd name="connsiteX969" fmla="*/ 476824 w 889783"/>
                  <a:gd name="connsiteY969" fmla="*/ 428494 h 917831"/>
                  <a:gd name="connsiteX970" fmla="*/ 476824 w 889783"/>
                  <a:gd name="connsiteY970" fmla="*/ 430939 h 917831"/>
                  <a:gd name="connsiteX971" fmla="*/ 474235 w 889783"/>
                  <a:gd name="connsiteY971" fmla="*/ 433385 h 917831"/>
                  <a:gd name="connsiteX972" fmla="*/ 476824 w 889783"/>
                  <a:gd name="connsiteY972" fmla="*/ 433385 h 917831"/>
                  <a:gd name="connsiteX973" fmla="*/ 479269 w 889783"/>
                  <a:gd name="connsiteY973" fmla="*/ 430939 h 917831"/>
                  <a:gd name="connsiteX974" fmla="*/ 482002 w 889783"/>
                  <a:gd name="connsiteY974" fmla="*/ 428494 h 917831"/>
                  <a:gd name="connsiteX975" fmla="*/ 484591 w 889783"/>
                  <a:gd name="connsiteY975" fmla="*/ 430939 h 917831"/>
                  <a:gd name="connsiteX976" fmla="*/ 487036 w 889783"/>
                  <a:gd name="connsiteY976" fmla="*/ 430939 h 917831"/>
                  <a:gd name="connsiteX977" fmla="*/ 487036 w 889783"/>
                  <a:gd name="connsiteY977" fmla="*/ 428494 h 917831"/>
                  <a:gd name="connsiteX978" fmla="*/ 487036 w 889783"/>
                  <a:gd name="connsiteY978" fmla="*/ 425761 h 917831"/>
                  <a:gd name="connsiteX979" fmla="*/ 487036 w 889783"/>
                  <a:gd name="connsiteY979" fmla="*/ 428494 h 917831"/>
                  <a:gd name="connsiteX980" fmla="*/ 489481 w 889783"/>
                  <a:gd name="connsiteY980" fmla="*/ 428494 h 917831"/>
                  <a:gd name="connsiteX981" fmla="*/ 492214 w 889783"/>
                  <a:gd name="connsiteY981" fmla="*/ 425761 h 917831"/>
                  <a:gd name="connsiteX982" fmla="*/ 489481 w 889783"/>
                  <a:gd name="connsiteY982" fmla="*/ 425761 h 917831"/>
                  <a:gd name="connsiteX983" fmla="*/ 492214 w 889783"/>
                  <a:gd name="connsiteY983" fmla="*/ 425761 h 917831"/>
                  <a:gd name="connsiteX984" fmla="*/ 492214 w 889783"/>
                  <a:gd name="connsiteY984" fmla="*/ 423172 h 917831"/>
                  <a:gd name="connsiteX985" fmla="*/ 492214 w 889783"/>
                  <a:gd name="connsiteY985" fmla="*/ 418282 h 917831"/>
                  <a:gd name="connsiteX986" fmla="*/ 494660 w 889783"/>
                  <a:gd name="connsiteY986" fmla="*/ 415693 h 917831"/>
                  <a:gd name="connsiteX987" fmla="*/ 494660 w 889783"/>
                  <a:gd name="connsiteY987" fmla="*/ 418282 h 917831"/>
                  <a:gd name="connsiteX988" fmla="*/ 497249 w 889783"/>
                  <a:gd name="connsiteY988" fmla="*/ 415693 h 917831"/>
                  <a:gd name="connsiteX989" fmla="*/ 497249 w 889783"/>
                  <a:gd name="connsiteY989" fmla="*/ 418282 h 917831"/>
                  <a:gd name="connsiteX990" fmla="*/ 497249 w 889783"/>
                  <a:gd name="connsiteY990" fmla="*/ 420727 h 917831"/>
                  <a:gd name="connsiteX991" fmla="*/ 497249 w 889783"/>
                  <a:gd name="connsiteY991" fmla="*/ 418282 h 917831"/>
                  <a:gd name="connsiteX992" fmla="*/ 499694 w 889783"/>
                  <a:gd name="connsiteY992" fmla="*/ 418282 h 917831"/>
                  <a:gd name="connsiteX993" fmla="*/ 499694 w 889783"/>
                  <a:gd name="connsiteY993" fmla="*/ 420727 h 917831"/>
                  <a:gd name="connsiteX994" fmla="*/ 502427 w 889783"/>
                  <a:gd name="connsiteY994" fmla="*/ 420727 h 917831"/>
                  <a:gd name="connsiteX995" fmla="*/ 502427 w 889783"/>
                  <a:gd name="connsiteY995" fmla="*/ 423172 h 917831"/>
                  <a:gd name="connsiteX996" fmla="*/ 499694 w 889783"/>
                  <a:gd name="connsiteY996" fmla="*/ 423172 h 917831"/>
                  <a:gd name="connsiteX997" fmla="*/ 499694 w 889783"/>
                  <a:gd name="connsiteY997" fmla="*/ 425761 h 917831"/>
                  <a:gd name="connsiteX998" fmla="*/ 502427 w 889783"/>
                  <a:gd name="connsiteY998" fmla="*/ 423172 h 917831"/>
                  <a:gd name="connsiteX999" fmla="*/ 502427 w 889783"/>
                  <a:gd name="connsiteY999" fmla="*/ 425761 h 917831"/>
                  <a:gd name="connsiteX1000" fmla="*/ 502427 w 889783"/>
                  <a:gd name="connsiteY1000" fmla="*/ 428494 h 917831"/>
                  <a:gd name="connsiteX1001" fmla="*/ 499694 w 889783"/>
                  <a:gd name="connsiteY1001" fmla="*/ 428494 h 917831"/>
                  <a:gd name="connsiteX1002" fmla="*/ 497249 w 889783"/>
                  <a:gd name="connsiteY1002" fmla="*/ 430939 h 917831"/>
                  <a:gd name="connsiteX1003" fmla="*/ 497249 w 889783"/>
                  <a:gd name="connsiteY1003" fmla="*/ 433385 h 917831"/>
                  <a:gd name="connsiteX1004" fmla="*/ 494660 w 889783"/>
                  <a:gd name="connsiteY1004" fmla="*/ 435974 h 917831"/>
                  <a:gd name="connsiteX1005" fmla="*/ 492214 w 889783"/>
                  <a:gd name="connsiteY1005" fmla="*/ 435974 h 917831"/>
                  <a:gd name="connsiteX1006" fmla="*/ 492214 w 889783"/>
                  <a:gd name="connsiteY1006" fmla="*/ 438707 h 917831"/>
                  <a:gd name="connsiteX1007" fmla="*/ 492214 w 889783"/>
                  <a:gd name="connsiteY1007" fmla="*/ 441152 h 917831"/>
                  <a:gd name="connsiteX1008" fmla="*/ 494660 w 889783"/>
                  <a:gd name="connsiteY1008" fmla="*/ 438707 h 917831"/>
                  <a:gd name="connsiteX1009" fmla="*/ 497249 w 889783"/>
                  <a:gd name="connsiteY1009" fmla="*/ 438707 h 917831"/>
                  <a:gd name="connsiteX1010" fmla="*/ 497249 w 889783"/>
                  <a:gd name="connsiteY1010" fmla="*/ 435974 h 917831"/>
                  <a:gd name="connsiteX1011" fmla="*/ 499694 w 889783"/>
                  <a:gd name="connsiteY1011" fmla="*/ 435974 h 917831"/>
                  <a:gd name="connsiteX1012" fmla="*/ 497249 w 889783"/>
                  <a:gd name="connsiteY1012" fmla="*/ 438707 h 917831"/>
                  <a:gd name="connsiteX1013" fmla="*/ 497249 w 889783"/>
                  <a:gd name="connsiteY1013" fmla="*/ 441152 h 917831"/>
                  <a:gd name="connsiteX1014" fmla="*/ 499694 w 889783"/>
                  <a:gd name="connsiteY1014" fmla="*/ 438707 h 917831"/>
                  <a:gd name="connsiteX1015" fmla="*/ 502427 w 889783"/>
                  <a:gd name="connsiteY1015" fmla="*/ 438707 h 917831"/>
                  <a:gd name="connsiteX1016" fmla="*/ 504872 w 889783"/>
                  <a:gd name="connsiteY1016" fmla="*/ 435974 h 917831"/>
                  <a:gd name="connsiteX1017" fmla="*/ 502427 w 889783"/>
                  <a:gd name="connsiteY1017" fmla="*/ 435974 h 917831"/>
                  <a:gd name="connsiteX1018" fmla="*/ 507461 w 889783"/>
                  <a:gd name="connsiteY1018" fmla="*/ 430939 h 917831"/>
                  <a:gd name="connsiteX1019" fmla="*/ 509907 w 889783"/>
                  <a:gd name="connsiteY1019" fmla="*/ 430939 h 917831"/>
                  <a:gd name="connsiteX1020" fmla="*/ 509907 w 889783"/>
                  <a:gd name="connsiteY1020" fmla="*/ 433385 h 917831"/>
                  <a:gd name="connsiteX1021" fmla="*/ 512640 w 889783"/>
                  <a:gd name="connsiteY1021" fmla="*/ 430939 h 917831"/>
                  <a:gd name="connsiteX1022" fmla="*/ 509907 w 889783"/>
                  <a:gd name="connsiteY1022" fmla="*/ 428494 h 917831"/>
                  <a:gd name="connsiteX1023" fmla="*/ 509907 w 889783"/>
                  <a:gd name="connsiteY1023" fmla="*/ 423172 h 917831"/>
                  <a:gd name="connsiteX1024" fmla="*/ 512640 w 889783"/>
                  <a:gd name="connsiteY1024" fmla="*/ 423172 h 917831"/>
                  <a:gd name="connsiteX1025" fmla="*/ 512640 w 889783"/>
                  <a:gd name="connsiteY1025" fmla="*/ 425761 h 917831"/>
                  <a:gd name="connsiteX1026" fmla="*/ 509907 w 889783"/>
                  <a:gd name="connsiteY1026" fmla="*/ 425761 h 917831"/>
                  <a:gd name="connsiteX1027" fmla="*/ 512640 w 889783"/>
                  <a:gd name="connsiteY1027" fmla="*/ 430939 h 917831"/>
                  <a:gd name="connsiteX1028" fmla="*/ 512640 w 889783"/>
                  <a:gd name="connsiteY1028" fmla="*/ 425761 h 917831"/>
                  <a:gd name="connsiteX1029" fmla="*/ 515085 w 889783"/>
                  <a:gd name="connsiteY1029" fmla="*/ 425761 h 917831"/>
                  <a:gd name="connsiteX1030" fmla="*/ 515085 w 889783"/>
                  <a:gd name="connsiteY1030" fmla="*/ 423172 h 917831"/>
                  <a:gd name="connsiteX1031" fmla="*/ 515085 w 889783"/>
                  <a:gd name="connsiteY1031" fmla="*/ 420727 h 917831"/>
                  <a:gd name="connsiteX1032" fmla="*/ 515085 w 889783"/>
                  <a:gd name="connsiteY1032" fmla="*/ 418282 h 917831"/>
                  <a:gd name="connsiteX1033" fmla="*/ 515085 w 889783"/>
                  <a:gd name="connsiteY1033" fmla="*/ 420727 h 917831"/>
                  <a:gd name="connsiteX1034" fmla="*/ 517674 w 889783"/>
                  <a:gd name="connsiteY1034" fmla="*/ 420727 h 917831"/>
                  <a:gd name="connsiteX1035" fmla="*/ 517674 w 889783"/>
                  <a:gd name="connsiteY1035" fmla="*/ 425761 h 917831"/>
                  <a:gd name="connsiteX1036" fmla="*/ 520119 w 889783"/>
                  <a:gd name="connsiteY1036" fmla="*/ 423172 h 917831"/>
                  <a:gd name="connsiteX1037" fmla="*/ 522852 w 889783"/>
                  <a:gd name="connsiteY1037" fmla="*/ 423172 h 917831"/>
                  <a:gd name="connsiteX1038" fmla="*/ 522852 w 889783"/>
                  <a:gd name="connsiteY1038" fmla="*/ 420727 h 917831"/>
                  <a:gd name="connsiteX1039" fmla="*/ 522852 w 889783"/>
                  <a:gd name="connsiteY1039" fmla="*/ 423172 h 917831"/>
                  <a:gd name="connsiteX1040" fmla="*/ 522852 w 889783"/>
                  <a:gd name="connsiteY1040" fmla="*/ 425761 h 917831"/>
                  <a:gd name="connsiteX1041" fmla="*/ 525297 w 889783"/>
                  <a:gd name="connsiteY1041" fmla="*/ 425761 h 917831"/>
                  <a:gd name="connsiteX1042" fmla="*/ 522852 w 889783"/>
                  <a:gd name="connsiteY1042" fmla="*/ 428494 h 917831"/>
                  <a:gd name="connsiteX1043" fmla="*/ 525297 w 889783"/>
                  <a:gd name="connsiteY1043" fmla="*/ 430939 h 917831"/>
                  <a:gd name="connsiteX1044" fmla="*/ 527886 w 889783"/>
                  <a:gd name="connsiteY1044" fmla="*/ 430939 h 917831"/>
                  <a:gd name="connsiteX1045" fmla="*/ 527886 w 889783"/>
                  <a:gd name="connsiteY1045" fmla="*/ 433385 h 917831"/>
                  <a:gd name="connsiteX1046" fmla="*/ 530331 w 889783"/>
                  <a:gd name="connsiteY1046" fmla="*/ 435974 h 917831"/>
                  <a:gd name="connsiteX1047" fmla="*/ 530331 w 889783"/>
                  <a:gd name="connsiteY1047" fmla="*/ 425761 h 917831"/>
                  <a:gd name="connsiteX1048" fmla="*/ 530331 w 889783"/>
                  <a:gd name="connsiteY1048" fmla="*/ 420727 h 917831"/>
                  <a:gd name="connsiteX1049" fmla="*/ 530331 w 889783"/>
                  <a:gd name="connsiteY1049" fmla="*/ 418282 h 917831"/>
                  <a:gd name="connsiteX1050" fmla="*/ 530331 w 889783"/>
                  <a:gd name="connsiteY1050" fmla="*/ 415693 h 917831"/>
                  <a:gd name="connsiteX1051" fmla="*/ 533064 w 889783"/>
                  <a:gd name="connsiteY1051" fmla="*/ 412960 h 917831"/>
                  <a:gd name="connsiteX1052" fmla="*/ 533064 w 889783"/>
                  <a:gd name="connsiteY1052" fmla="*/ 410514 h 917831"/>
                  <a:gd name="connsiteX1053" fmla="*/ 533064 w 889783"/>
                  <a:gd name="connsiteY1053" fmla="*/ 415693 h 917831"/>
                  <a:gd name="connsiteX1054" fmla="*/ 535510 w 889783"/>
                  <a:gd name="connsiteY1054" fmla="*/ 415693 h 917831"/>
                  <a:gd name="connsiteX1055" fmla="*/ 535510 w 889783"/>
                  <a:gd name="connsiteY1055" fmla="*/ 412960 h 917831"/>
                  <a:gd name="connsiteX1056" fmla="*/ 535510 w 889783"/>
                  <a:gd name="connsiteY1056" fmla="*/ 410514 h 917831"/>
                  <a:gd name="connsiteX1057" fmla="*/ 535510 w 889783"/>
                  <a:gd name="connsiteY1057" fmla="*/ 408069 h 917831"/>
                  <a:gd name="connsiteX1058" fmla="*/ 538099 w 889783"/>
                  <a:gd name="connsiteY1058" fmla="*/ 408069 h 917831"/>
                  <a:gd name="connsiteX1059" fmla="*/ 538099 w 889783"/>
                  <a:gd name="connsiteY1059" fmla="*/ 412960 h 917831"/>
                  <a:gd name="connsiteX1060" fmla="*/ 540544 w 889783"/>
                  <a:gd name="connsiteY1060" fmla="*/ 418282 h 917831"/>
                  <a:gd name="connsiteX1061" fmla="*/ 538099 w 889783"/>
                  <a:gd name="connsiteY1061" fmla="*/ 420727 h 917831"/>
                  <a:gd name="connsiteX1062" fmla="*/ 538099 w 889783"/>
                  <a:gd name="connsiteY1062" fmla="*/ 425761 h 917831"/>
                  <a:gd name="connsiteX1063" fmla="*/ 540544 w 889783"/>
                  <a:gd name="connsiteY1063" fmla="*/ 425761 h 917831"/>
                  <a:gd name="connsiteX1064" fmla="*/ 540544 w 889783"/>
                  <a:gd name="connsiteY1064" fmla="*/ 423172 h 917831"/>
                  <a:gd name="connsiteX1065" fmla="*/ 543277 w 889783"/>
                  <a:gd name="connsiteY1065" fmla="*/ 423172 h 917831"/>
                  <a:gd name="connsiteX1066" fmla="*/ 540544 w 889783"/>
                  <a:gd name="connsiteY1066" fmla="*/ 420727 h 917831"/>
                  <a:gd name="connsiteX1067" fmla="*/ 543277 w 889783"/>
                  <a:gd name="connsiteY1067" fmla="*/ 418282 h 917831"/>
                  <a:gd name="connsiteX1068" fmla="*/ 545722 w 889783"/>
                  <a:gd name="connsiteY1068" fmla="*/ 420727 h 917831"/>
                  <a:gd name="connsiteX1069" fmla="*/ 545722 w 889783"/>
                  <a:gd name="connsiteY1069" fmla="*/ 423172 h 917831"/>
                  <a:gd name="connsiteX1070" fmla="*/ 548311 w 889783"/>
                  <a:gd name="connsiteY1070" fmla="*/ 420727 h 917831"/>
                  <a:gd name="connsiteX1071" fmla="*/ 545722 w 889783"/>
                  <a:gd name="connsiteY1071" fmla="*/ 415693 h 917831"/>
                  <a:gd name="connsiteX1072" fmla="*/ 545722 w 889783"/>
                  <a:gd name="connsiteY1072" fmla="*/ 412960 h 917831"/>
                  <a:gd name="connsiteX1073" fmla="*/ 548311 w 889783"/>
                  <a:gd name="connsiteY1073" fmla="*/ 412960 h 917831"/>
                  <a:gd name="connsiteX1074" fmla="*/ 548311 w 889783"/>
                  <a:gd name="connsiteY1074" fmla="*/ 415693 h 917831"/>
                  <a:gd name="connsiteX1075" fmla="*/ 550757 w 889783"/>
                  <a:gd name="connsiteY1075" fmla="*/ 418282 h 917831"/>
                  <a:gd name="connsiteX1076" fmla="*/ 550757 w 889783"/>
                  <a:gd name="connsiteY1076" fmla="*/ 415693 h 917831"/>
                  <a:gd name="connsiteX1077" fmla="*/ 550757 w 889783"/>
                  <a:gd name="connsiteY1077" fmla="*/ 412960 h 917831"/>
                  <a:gd name="connsiteX1078" fmla="*/ 553202 w 889783"/>
                  <a:gd name="connsiteY1078" fmla="*/ 412960 h 917831"/>
                  <a:gd name="connsiteX1079" fmla="*/ 553202 w 889783"/>
                  <a:gd name="connsiteY1079" fmla="*/ 415693 h 917831"/>
                  <a:gd name="connsiteX1080" fmla="*/ 553202 w 889783"/>
                  <a:gd name="connsiteY1080" fmla="*/ 420727 h 917831"/>
                  <a:gd name="connsiteX1081" fmla="*/ 553202 w 889783"/>
                  <a:gd name="connsiteY1081" fmla="*/ 423172 h 917831"/>
                  <a:gd name="connsiteX1082" fmla="*/ 550757 w 889783"/>
                  <a:gd name="connsiteY1082" fmla="*/ 430939 h 917831"/>
                  <a:gd name="connsiteX1083" fmla="*/ 553202 w 889783"/>
                  <a:gd name="connsiteY1083" fmla="*/ 428494 h 917831"/>
                  <a:gd name="connsiteX1084" fmla="*/ 553202 w 889783"/>
                  <a:gd name="connsiteY1084" fmla="*/ 425761 h 917831"/>
                  <a:gd name="connsiteX1085" fmla="*/ 555935 w 889783"/>
                  <a:gd name="connsiteY1085" fmla="*/ 425761 h 917831"/>
                  <a:gd name="connsiteX1086" fmla="*/ 555935 w 889783"/>
                  <a:gd name="connsiteY1086" fmla="*/ 428494 h 917831"/>
                  <a:gd name="connsiteX1087" fmla="*/ 558380 w 889783"/>
                  <a:gd name="connsiteY1087" fmla="*/ 428494 h 917831"/>
                  <a:gd name="connsiteX1088" fmla="*/ 560969 w 889783"/>
                  <a:gd name="connsiteY1088" fmla="*/ 428494 h 917831"/>
                  <a:gd name="connsiteX1089" fmla="*/ 563414 w 889783"/>
                  <a:gd name="connsiteY1089" fmla="*/ 430939 h 917831"/>
                  <a:gd name="connsiteX1090" fmla="*/ 560969 w 889783"/>
                  <a:gd name="connsiteY1090" fmla="*/ 433385 h 917831"/>
                  <a:gd name="connsiteX1091" fmla="*/ 558380 w 889783"/>
                  <a:gd name="connsiteY1091" fmla="*/ 433385 h 917831"/>
                  <a:gd name="connsiteX1092" fmla="*/ 558380 w 889783"/>
                  <a:gd name="connsiteY1092" fmla="*/ 435974 h 917831"/>
                  <a:gd name="connsiteX1093" fmla="*/ 560969 w 889783"/>
                  <a:gd name="connsiteY1093" fmla="*/ 435974 h 917831"/>
                  <a:gd name="connsiteX1094" fmla="*/ 560969 w 889783"/>
                  <a:gd name="connsiteY1094" fmla="*/ 438707 h 917831"/>
                  <a:gd name="connsiteX1095" fmla="*/ 558380 w 889783"/>
                  <a:gd name="connsiteY1095" fmla="*/ 438707 h 917831"/>
                  <a:gd name="connsiteX1096" fmla="*/ 558380 w 889783"/>
                  <a:gd name="connsiteY1096" fmla="*/ 441152 h 917831"/>
                  <a:gd name="connsiteX1097" fmla="*/ 558380 w 889783"/>
                  <a:gd name="connsiteY1097" fmla="*/ 438707 h 917831"/>
                  <a:gd name="connsiteX1098" fmla="*/ 558380 w 889783"/>
                  <a:gd name="connsiteY1098" fmla="*/ 441152 h 917831"/>
                  <a:gd name="connsiteX1099" fmla="*/ 560969 w 889783"/>
                  <a:gd name="connsiteY1099" fmla="*/ 441152 h 917831"/>
                  <a:gd name="connsiteX1100" fmla="*/ 560969 w 889783"/>
                  <a:gd name="connsiteY1100" fmla="*/ 438707 h 917831"/>
                  <a:gd name="connsiteX1101" fmla="*/ 563414 w 889783"/>
                  <a:gd name="connsiteY1101" fmla="*/ 438707 h 917831"/>
                  <a:gd name="connsiteX1102" fmla="*/ 560969 w 889783"/>
                  <a:gd name="connsiteY1102" fmla="*/ 435974 h 917831"/>
                  <a:gd name="connsiteX1103" fmla="*/ 563414 w 889783"/>
                  <a:gd name="connsiteY1103" fmla="*/ 435974 h 917831"/>
                  <a:gd name="connsiteX1104" fmla="*/ 563414 w 889783"/>
                  <a:gd name="connsiteY1104" fmla="*/ 433385 h 917831"/>
                  <a:gd name="connsiteX1105" fmla="*/ 566147 w 889783"/>
                  <a:gd name="connsiteY1105" fmla="*/ 433385 h 917831"/>
                  <a:gd name="connsiteX1106" fmla="*/ 566147 w 889783"/>
                  <a:gd name="connsiteY1106" fmla="*/ 435974 h 917831"/>
                  <a:gd name="connsiteX1107" fmla="*/ 566147 w 889783"/>
                  <a:gd name="connsiteY1107" fmla="*/ 438707 h 917831"/>
                  <a:gd name="connsiteX1108" fmla="*/ 563414 w 889783"/>
                  <a:gd name="connsiteY1108" fmla="*/ 438707 h 917831"/>
                  <a:gd name="connsiteX1109" fmla="*/ 566147 w 889783"/>
                  <a:gd name="connsiteY1109" fmla="*/ 438707 h 917831"/>
                  <a:gd name="connsiteX1110" fmla="*/ 568592 w 889783"/>
                  <a:gd name="connsiteY1110" fmla="*/ 438707 h 917831"/>
                  <a:gd name="connsiteX1111" fmla="*/ 566147 w 889783"/>
                  <a:gd name="connsiteY1111" fmla="*/ 441152 h 917831"/>
                  <a:gd name="connsiteX1112" fmla="*/ 566147 w 889783"/>
                  <a:gd name="connsiteY1112" fmla="*/ 443597 h 917831"/>
                  <a:gd name="connsiteX1113" fmla="*/ 560969 w 889783"/>
                  <a:gd name="connsiteY1113" fmla="*/ 446186 h 917831"/>
                  <a:gd name="connsiteX1114" fmla="*/ 563414 w 889783"/>
                  <a:gd name="connsiteY1114" fmla="*/ 446186 h 917831"/>
                  <a:gd name="connsiteX1115" fmla="*/ 566147 w 889783"/>
                  <a:gd name="connsiteY1115" fmla="*/ 443597 h 917831"/>
                  <a:gd name="connsiteX1116" fmla="*/ 568592 w 889783"/>
                  <a:gd name="connsiteY1116" fmla="*/ 441152 h 917831"/>
                  <a:gd name="connsiteX1117" fmla="*/ 571182 w 889783"/>
                  <a:gd name="connsiteY1117" fmla="*/ 443597 h 917831"/>
                  <a:gd name="connsiteX1118" fmla="*/ 573627 w 889783"/>
                  <a:gd name="connsiteY1118" fmla="*/ 441152 h 917831"/>
                  <a:gd name="connsiteX1119" fmla="*/ 571182 w 889783"/>
                  <a:gd name="connsiteY1119" fmla="*/ 441152 h 917831"/>
                  <a:gd name="connsiteX1120" fmla="*/ 573627 w 889783"/>
                  <a:gd name="connsiteY1120" fmla="*/ 438707 h 917831"/>
                  <a:gd name="connsiteX1121" fmla="*/ 576360 w 889783"/>
                  <a:gd name="connsiteY1121" fmla="*/ 438707 h 917831"/>
                  <a:gd name="connsiteX1122" fmla="*/ 576360 w 889783"/>
                  <a:gd name="connsiteY1122" fmla="*/ 441152 h 917831"/>
                  <a:gd name="connsiteX1123" fmla="*/ 578949 w 889783"/>
                  <a:gd name="connsiteY1123" fmla="*/ 441152 h 917831"/>
                  <a:gd name="connsiteX1124" fmla="*/ 576360 w 889783"/>
                  <a:gd name="connsiteY1124" fmla="*/ 443597 h 917831"/>
                  <a:gd name="connsiteX1125" fmla="*/ 578949 w 889783"/>
                  <a:gd name="connsiteY1125" fmla="*/ 443597 h 917831"/>
                  <a:gd name="connsiteX1126" fmla="*/ 578949 w 889783"/>
                  <a:gd name="connsiteY1126" fmla="*/ 441152 h 917831"/>
                  <a:gd name="connsiteX1127" fmla="*/ 578949 w 889783"/>
                  <a:gd name="connsiteY1127" fmla="*/ 438707 h 917831"/>
                  <a:gd name="connsiteX1128" fmla="*/ 581394 w 889783"/>
                  <a:gd name="connsiteY1128" fmla="*/ 435974 h 917831"/>
                  <a:gd name="connsiteX1129" fmla="*/ 581394 w 889783"/>
                  <a:gd name="connsiteY1129" fmla="*/ 438707 h 917831"/>
                  <a:gd name="connsiteX1130" fmla="*/ 583839 w 889783"/>
                  <a:gd name="connsiteY1130" fmla="*/ 438707 h 917831"/>
                  <a:gd name="connsiteX1131" fmla="*/ 586572 w 889783"/>
                  <a:gd name="connsiteY1131" fmla="*/ 438707 h 917831"/>
                  <a:gd name="connsiteX1132" fmla="*/ 589018 w 889783"/>
                  <a:gd name="connsiteY1132" fmla="*/ 438707 h 917831"/>
                  <a:gd name="connsiteX1133" fmla="*/ 589018 w 889783"/>
                  <a:gd name="connsiteY1133" fmla="*/ 435974 h 917831"/>
                  <a:gd name="connsiteX1134" fmla="*/ 591607 w 889783"/>
                  <a:gd name="connsiteY1134" fmla="*/ 435974 h 917831"/>
                  <a:gd name="connsiteX1135" fmla="*/ 591607 w 889783"/>
                  <a:gd name="connsiteY1135" fmla="*/ 438707 h 917831"/>
                  <a:gd name="connsiteX1136" fmla="*/ 591607 w 889783"/>
                  <a:gd name="connsiteY1136" fmla="*/ 435974 h 917831"/>
                  <a:gd name="connsiteX1137" fmla="*/ 591607 w 889783"/>
                  <a:gd name="connsiteY1137" fmla="*/ 433385 h 917831"/>
                  <a:gd name="connsiteX1138" fmla="*/ 594052 w 889783"/>
                  <a:gd name="connsiteY1138" fmla="*/ 435974 h 917831"/>
                  <a:gd name="connsiteX1139" fmla="*/ 591607 w 889783"/>
                  <a:gd name="connsiteY1139" fmla="*/ 438707 h 917831"/>
                  <a:gd name="connsiteX1140" fmla="*/ 591607 w 889783"/>
                  <a:gd name="connsiteY1140" fmla="*/ 441152 h 917831"/>
                  <a:gd name="connsiteX1141" fmla="*/ 594052 w 889783"/>
                  <a:gd name="connsiteY1141" fmla="*/ 438707 h 917831"/>
                  <a:gd name="connsiteX1142" fmla="*/ 596785 w 889783"/>
                  <a:gd name="connsiteY1142" fmla="*/ 438707 h 917831"/>
                  <a:gd name="connsiteX1143" fmla="*/ 596785 w 889783"/>
                  <a:gd name="connsiteY1143" fmla="*/ 435974 h 917831"/>
                  <a:gd name="connsiteX1144" fmla="*/ 599230 w 889783"/>
                  <a:gd name="connsiteY1144" fmla="*/ 435974 h 917831"/>
                  <a:gd name="connsiteX1145" fmla="*/ 599230 w 889783"/>
                  <a:gd name="connsiteY1145" fmla="*/ 438707 h 917831"/>
                  <a:gd name="connsiteX1146" fmla="*/ 601819 w 889783"/>
                  <a:gd name="connsiteY1146" fmla="*/ 438707 h 917831"/>
                  <a:gd name="connsiteX1147" fmla="*/ 601819 w 889783"/>
                  <a:gd name="connsiteY1147" fmla="*/ 435974 h 917831"/>
                  <a:gd name="connsiteX1148" fmla="*/ 599230 w 889783"/>
                  <a:gd name="connsiteY1148" fmla="*/ 435974 h 917831"/>
                  <a:gd name="connsiteX1149" fmla="*/ 599230 w 889783"/>
                  <a:gd name="connsiteY1149" fmla="*/ 433385 h 917831"/>
                  <a:gd name="connsiteX1150" fmla="*/ 601819 w 889783"/>
                  <a:gd name="connsiteY1150" fmla="*/ 430939 h 917831"/>
                  <a:gd name="connsiteX1151" fmla="*/ 604264 w 889783"/>
                  <a:gd name="connsiteY1151" fmla="*/ 430939 h 917831"/>
                  <a:gd name="connsiteX1152" fmla="*/ 606997 w 889783"/>
                  <a:gd name="connsiteY1152" fmla="*/ 430939 h 917831"/>
                  <a:gd name="connsiteX1153" fmla="*/ 606997 w 889783"/>
                  <a:gd name="connsiteY1153" fmla="*/ 428494 h 917831"/>
                  <a:gd name="connsiteX1154" fmla="*/ 609442 w 889783"/>
                  <a:gd name="connsiteY1154" fmla="*/ 428494 h 917831"/>
                  <a:gd name="connsiteX1155" fmla="*/ 609442 w 889783"/>
                  <a:gd name="connsiteY1155" fmla="*/ 425761 h 917831"/>
                  <a:gd name="connsiteX1156" fmla="*/ 606997 w 889783"/>
                  <a:gd name="connsiteY1156" fmla="*/ 423172 h 917831"/>
                  <a:gd name="connsiteX1157" fmla="*/ 606997 w 889783"/>
                  <a:gd name="connsiteY1157" fmla="*/ 420727 h 917831"/>
                  <a:gd name="connsiteX1158" fmla="*/ 604264 w 889783"/>
                  <a:gd name="connsiteY1158" fmla="*/ 418282 h 917831"/>
                  <a:gd name="connsiteX1159" fmla="*/ 606997 w 889783"/>
                  <a:gd name="connsiteY1159" fmla="*/ 418282 h 917831"/>
                  <a:gd name="connsiteX1160" fmla="*/ 609442 w 889783"/>
                  <a:gd name="connsiteY1160" fmla="*/ 420727 h 917831"/>
                  <a:gd name="connsiteX1161" fmla="*/ 609442 w 889783"/>
                  <a:gd name="connsiteY1161" fmla="*/ 418282 h 917831"/>
                  <a:gd name="connsiteX1162" fmla="*/ 614477 w 889783"/>
                  <a:gd name="connsiteY1162" fmla="*/ 415693 h 917831"/>
                  <a:gd name="connsiteX1163" fmla="*/ 617210 w 889783"/>
                  <a:gd name="connsiteY1163" fmla="*/ 412960 h 917831"/>
                  <a:gd name="connsiteX1164" fmla="*/ 617210 w 889783"/>
                  <a:gd name="connsiteY1164" fmla="*/ 410514 h 917831"/>
                  <a:gd name="connsiteX1165" fmla="*/ 617210 w 889783"/>
                  <a:gd name="connsiteY1165" fmla="*/ 408069 h 917831"/>
                  <a:gd name="connsiteX1166" fmla="*/ 619655 w 889783"/>
                  <a:gd name="connsiteY1166" fmla="*/ 408069 h 917831"/>
                  <a:gd name="connsiteX1167" fmla="*/ 619655 w 889783"/>
                  <a:gd name="connsiteY1167" fmla="*/ 405480 h 917831"/>
                  <a:gd name="connsiteX1168" fmla="*/ 622244 w 889783"/>
                  <a:gd name="connsiteY1168" fmla="*/ 408069 h 917831"/>
                  <a:gd name="connsiteX1169" fmla="*/ 622244 w 889783"/>
                  <a:gd name="connsiteY1169" fmla="*/ 410514 h 917831"/>
                  <a:gd name="connsiteX1170" fmla="*/ 619655 w 889783"/>
                  <a:gd name="connsiteY1170" fmla="*/ 412960 h 917831"/>
                  <a:gd name="connsiteX1171" fmla="*/ 622244 w 889783"/>
                  <a:gd name="connsiteY1171" fmla="*/ 415693 h 917831"/>
                  <a:gd name="connsiteX1172" fmla="*/ 622244 w 889783"/>
                  <a:gd name="connsiteY1172" fmla="*/ 418282 h 917831"/>
                  <a:gd name="connsiteX1173" fmla="*/ 624690 w 889783"/>
                  <a:gd name="connsiteY1173" fmla="*/ 418282 h 917831"/>
                  <a:gd name="connsiteX1174" fmla="*/ 624690 w 889783"/>
                  <a:gd name="connsiteY1174" fmla="*/ 420727 h 917831"/>
                  <a:gd name="connsiteX1175" fmla="*/ 624690 w 889783"/>
                  <a:gd name="connsiteY1175" fmla="*/ 415693 h 917831"/>
                  <a:gd name="connsiteX1176" fmla="*/ 627135 w 889783"/>
                  <a:gd name="connsiteY1176" fmla="*/ 415693 h 917831"/>
                  <a:gd name="connsiteX1177" fmla="*/ 627135 w 889783"/>
                  <a:gd name="connsiteY1177" fmla="*/ 418282 h 917831"/>
                  <a:gd name="connsiteX1178" fmla="*/ 629868 w 889783"/>
                  <a:gd name="connsiteY1178" fmla="*/ 418282 h 917831"/>
                  <a:gd name="connsiteX1179" fmla="*/ 629868 w 889783"/>
                  <a:gd name="connsiteY1179" fmla="*/ 415693 h 917831"/>
                  <a:gd name="connsiteX1180" fmla="*/ 629868 w 889783"/>
                  <a:gd name="connsiteY1180" fmla="*/ 412960 h 917831"/>
                  <a:gd name="connsiteX1181" fmla="*/ 629868 w 889783"/>
                  <a:gd name="connsiteY1181" fmla="*/ 415693 h 917831"/>
                  <a:gd name="connsiteX1182" fmla="*/ 632457 w 889783"/>
                  <a:gd name="connsiteY1182" fmla="*/ 418282 h 917831"/>
                  <a:gd name="connsiteX1183" fmla="*/ 624690 w 889783"/>
                  <a:gd name="connsiteY1183" fmla="*/ 420727 h 917831"/>
                  <a:gd name="connsiteX1184" fmla="*/ 624690 w 889783"/>
                  <a:gd name="connsiteY1184" fmla="*/ 423172 h 917831"/>
                  <a:gd name="connsiteX1185" fmla="*/ 622244 w 889783"/>
                  <a:gd name="connsiteY1185" fmla="*/ 425761 h 917831"/>
                  <a:gd name="connsiteX1186" fmla="*/ 619655 w 889783"/>
                  <a:gd name="connsiteY1186" fmla="*/ 428494 h 917831"/>
                  <a:gd name="connsiteX1187" fmla="*/ 617210 w 889783"/>
                  <a:gd name="connsiteY1187" fmla="*/ 428494 h 917831"/>
                  <a:gd name="connsiteX1188" fmla="*/ 614477 w 889783"/>
                  <a:gd name="connsiteY1188" fmla="*/ 430939 h 917831"/>
                  <a:gd name="connsiteX1189" fmla="*/ 614477 w 889783"/>
                  <a:gd name="connsiteY1189" fmla="*/ 428494 h 917831"/>
                  <a:gd name="connsiteX1190" fmla="*/ 614477 w 889783"/>
                  <a:gd name="connsiteY1190" fmla="*/ 430939 h 917831"/>
                  <a:gd name="connsiteX1191" fmla="*/ 619655 w 889783"/>
                  <a:gd name="connsiteY1191" fmla="*/ 430939 h 917831"/>
                  <a:gd name="connsiteX1192" fmla="*/ 619655 w 889783"/>
                  <a:gd name="connsiteY1192" fmla="*/ 428494 h 917831"/>
                  <a:gd name="connsiteX1193" fmla="*/ 622244 w 889783"/>
                  <a:gd name="connsiteY1193" fmla="*/ 430939 h 917831"/>
                  <a:gd name="connsiteX1194" fmla="*/ 624690 w 889783"/>
                  <a:gd name="connsiteY1194" fmla="*/ 428494 h 917831"/>
                  <a:gd name="connsiteX1195" fmla="*/ 624690 w 889783"/>
                  <a:gd name="connsiteY1195" fmla="*/ 430939 h 917831"/>
                  <a:gd name="connsiteX1196" fmla="*/ 627135 w 889783"/>
                  <a:gd name="connsiteY1196" fmla="*/ 430939 h 917831"/>
                  <a:gd name="connsiteX1197" fmla="*/ 627135 w 889783"/>
                  <a:gd name="connsiteY1197" fmla="*/ 428494 h 917831"/>
                  <a:gd name="connsiteX1198" fmla="*/ 627135 w 889783"/>
                  <a:gd name="connsiteY1198" fmla="*/ 425761 h 917831"/>
                  <a:gd name="connsiteX1199" fmla="*/ 627135 w 889783"/>
                  <a:gd name="connsiteY1199" fmla="*/ 423172 h 917831"/>
                  <a:gd name="connsiteX1200" fmla="*/ 629868 w 889783"/>
                  <a:gd name="connsiteY1200" fmla="*/ 425761 h 917831"/>
                  <a:gd name="connsiteX1201" fmla="*/ 629868 w 889783"/>
                  <a:gd name="connsiteY1201" fmla="*/ 423172 h 917831"/>
                  <a:gd name="connsiteX1202" fmla="*/ 632457 w 889783"/>
                  <a:gd name="connsiteY1202" fmla="*/ 423172 h 917831"/>
                  <a:gd name="connsiteX1203" fmla="*/ 634902 w 889783"/>
                  <a:gd name="connsiteY1203" fmla="*/ 423172 h 917831"/>
                  <a:gd name="connsiteX1204" fmla="*/ 637347 w 889783"/>
                  <a:gd name="connsiteY1204" fmla="*/ 425761 h 917831"/>
                  <a:gd name="connsiteX1205" fmla="*/ 637347 w 889783"/>
                  <a:gd name="connsiteY1205" fmla="*/ 423172 h 917831"/>
                  <a:gd name="connsiteX1206" fmla="*/ 640080 w 889783"/>
                  <a:gd name="connsiteY1206" fmla="*/ 425761 h 917831"/>
                  <a:gd name="connsiteX1207" fmla="*/ 642669 w 889783"/>
                  <a:gd name="connsiteY1207" fmla="*/ 425761 h 917831"/>
                  <a:gd name="connsiteX1208" fmla="*/ 645114 w 889783"/>
                  <a:gd name="connsiteY1208" fmla="*/ 425761 h 917831"/>
                  <a:gd name="connsiteX1209" fmla="*/ 642669 w 889783"/>
                  <a:gd name="connsiteY1209" fmla="*/ 425761 h 917831"/>
                  <a:gd name="connsiteX1210" fmla="*/ 642669 w 889783"/>
                  <a:gd name="connsiteY1210" fmla="*/ 428494 h 917831"/>
                  <a:gd name="connsiteX1211" fmla="*/ 645114 w 889783"/>
                  <a:gd name="connsiteY1211" fmla="*/ 428494 h 917831"/>
                  <a:gd name="connsiteX1212" fmla="*/ 647560 w 889783"/>
                  <a:gd name="connsiteY1212" fmla="*/ 430939 h 917831"/>
                  <a:gd name="connsiteX1213" fmla="*/ 652882 w 889783"/>
                  <a:gd name="connsiteY1213" fmla="*/ 428494 h 917831"/>
                  <a:gd name="connsiteX1214" fmla="*/ 652882 w 889783"/>
                  <a:gd name="connsiteY1214" fmla="*/ 425761 h 917831"/>
                  <a:gd name="connsiteX1215" fmla="*/ 655327 w 889783"/>
                  <a:gd name="connsiteY1215" fmla="*/ 425761 h 917831"/>
                  <a:gd name="connsiteX1216" fmla="*/ 655327 w 889783"/>
                  <a:gd name="connsiteY1216" fmla="*/ 423172 h 917831"/>
                  <a:gd name="connsiteX1217" fmla="*/ 657772 w 889783"/>
                  <a:gd name="connsiteY1217" fmla="*/ 423172 h 917831"/>
                  <a:gd name="connsiteX1218" fmla="*/ 660505 w 889783"/>
                  <a:gd name="connsiteY1218" fmla="*/ 420727 h 917831"/>
                  <a:gd name="connsiteX1219" fmla="*/ 662950 w 889783"/>
                  <a:gd name="connsiteY1219" fmla="*/ 420727 h 917831"/>
                  <a:gd name="connsiteX1220" fmla="*/ 662950 w 889783"/>
                  <a:gd name="connsiteY1220" fmla="*/ 423172 h 917831"/>
                  <a:gd name="connsiteX1221" fmla="*/ 665540 w 889783"/>
                  <a:gd name="connsiteY1221" fmla="*/ 423172 h 917831"/>
                  <a:gd name="connsiteX1222" fmla="*/ 665540 w 889783"/>
                  <a:gd name="connsiteY1222" fmla="*/ 425761 h 917831"/>
                  <a:gd name="connsiteX1223" fmla="*/ 667985 w 889783"/>
                  <a:gd name="connsiteY1223" fmla="*/ 425761 h 917831"/>
                  <a:gd name="connsiteX1224" fmla="*/ 667985 w 889783"/>
                  <a:gd name="connsiteY1224" fmla="*/ 423172 h 917831"/>
                  <a:gd name="connsiteX1225" fmla="*/ 670718 w 889783"/>
                  <a:gd name="connsiteY1225" fmla="*/ 425761 h 917831"/>
                  <a:gd name="connsiteX1226" fmla="*/ 670718 w 889783"/>
                  <a:gd name="connsiteY1226" fmla="*/ 428494 h 917831"/>
                  <a:gd name="connsiteX1227" fmla="*/ 667985 w 889783"/>
                  <a:gd name="connsiteY1227" fmla="*/ 428494 h 917831"/>
                  <a:gd name="connsiteX1228" fmla="*/ 670718 w 889783"/>
                  <a:gd name="connsiteY1228" fmla="*/ 430939 h 917831"/>
                  <a:gd name="connsiteX1229" fmla="*/ 673163 w 889783"/>
                  <a:gd name="connsiteY1229" fmla="*/ 433385 h 917831"/>
                  <a:gd name="connsiteX1230" fmla="*/ 670718 w 889783"/>
                  <a:gd name="connsiteY1230" fmla="*/ 435974 h 917831"/>
                  <a:gd name="connsiteX1231" fmla="*/ 667985 w 889783"/>
                  <a:gd name="connsiteY1231" fmla="*/ 435974 h 917831"/>
                  <a:gd name="connsiteX1232" fmla="*/ 667985 w 889783"/>
                  <a:gd name="connsiteY1232" fmla="*/ 438707 h 917831"/>
                  <a:gd name="connsiteX1233" fmla="*/ 665540 w 889783"/>
                  <a:gd name="connsiteY1233" fmla="*/ 438707 h 917831"/>
                  <a:gd name="connsiteX1234" fmla="*/ 662950 w 889783"/>
                  <a:gd name="connsiteY1234" fmla="*/ 438707 h 917831"/>
                  <a:gd name="connsiteX1235" fmla="*/ 660505 w 889783"/>
                  <a:gd name="connsiteY1235" fmla="*/ 441152 h 917831"/>
                  <a:gd name="connsiteX1236" fmla="*/ 655327 w 889783"/>
                  <a:gd name="connsiteY1236" fmla="*/ 443597 h 917831"/>
                  <a:gd name="connsiteX1237" fmla="*/ 655327 w 889783"/>
                  <a:gd name="connsiteY1237" fmla="*/ 446186 h 917831"/>
                  <a:gd name="connsiteX1238" fmla="*/ 657772 w 889783"/>
                  <a:gd name="connsiteY1238" fmla="*/ 443597 h 917831"/>
                  <a:gd name="connsiteX1239" fmla="*/ 660505 w 889783"/>
                  <a:gd name="connsiteY1239" fmla="*/ 443597 h 917831"/>
                  <a:gd name="connsiteX1240" fmla="*/ 665540 w 889783"/>
                  <a:gd name="connsiteY1240" fmla="*/ 441152 h 917831"/>
                  <a:gd name="connsiteX1241" fmla="*/ 667985 w 889783"/>
                  <a:gd name="connsiteY1241" fmla="*/ 438707 h 917831"/>
                  <a:gd name="connsiteX1242" fmla="*/ 673163 w 889783"/>
                  <a:gd name="connsiteY1242" fmla="*/ 438707 h 917831"/>
                  <a:gd name="connsiteX1243" fmla="*/ 670718 w 889783"/>
                  <a:gd name="connsiteY1243" fmla="*/ 438707 h 917831"/>
                  <a:gd name="connsiteX1244" fmla="*/ 670718 w 889783"/>
                  <a:gd name="connsiteY1244" fmla="*/ 441152 h 917831"/>
                  <a:gd name="connsiteX1245" fmla="*/ 673163 w 889783"/>
                  <a:gd name="connsiteY1245" fmla="*/ 441152 h 917831"/>
                  <a:gd name="connsiteX1246" fmla="*/ 670718 w 889783"/>
                  <a:gd name="connsiteY1246" fmla="*/ 441152 h 917831"/>
                  <a:gd name="connsiteX1247" fmla="*/ 667985 w 889783"/>
                  <a:gd name="connsiteY1247" fmla="*/ 438707 h 917831"/>
                  <a:gd name="connsiteX1248" fmla="*/ 667985 w 889783"/>
                  <a:gd name="connsiteY1248" fmla="*/ 441152 h 917831"/>
                  <a:gd name="connsiteX1249" fmla="*/ 665540 w 889783"/>
                  <a:gd name="connsiteY1249" fmla="*/ 443597 h 917831"/>
                  <a:gd name="connsiteX1250" fmla="*/ 667985 w 889783"/>
                  <a:gd name="connsiteY1250" fmla="*/ 443597 h 917831"/>
                  <a:gd name="connsiteX1251" fmla="*/ 667985 w 889783"/>
                  <a:gd name="connsiteY1251" fmla="*/ 448919 h 917831"/>
                  <a:gd name="connsiteX1252" fmla="*/ 665540 w 889783"/>
                  <a:gd name="connsiteY1252" fmla="*/ 448919 h 917831"/>
                  <a:gd name="connsiteX1253" fmla="*/ 665540 w 889783"/>
                  <a:gd name="connsiteY1253" fmla="*/ 451364 h 917831"/>
                  <a:gd name="connsiteX1254" fmla="*/ 662950 w 889783"/>
                  <a:gd name="connsiteY1254" fmla="*/ 453810 h 917831"/>
                  <a:gd name="connsiteX1255" fmla="*/ 660505 w 889783"/>
                  <a:gd name="connsiteY1255" fmla="*/ 456399 h 917831"/>
                  <a:gd name="connsiteX1256" fmla="*/ 652882 w 889783"/>
                  <a:gd name="connsiteY1256" fmla="*/ 456399 h 917831"/>
                  <a:gd name="connsiteX1257" fmla="*/ 652882 w 889783"/>
                  <a:gd name="connsiteY1257" fmla="*/ 459132 h 917831"/>
                  <a:gd name="connsiteX1258" fmla="*/ 650293 w 889783"/>
                  <a:gd name="connsiteY1258" fmla="*/ 459132 h 917831"/>
                  <a:gd name="connsiteX1259" fmla="*/ 650293 w 889783"/>
                  <a:gd name="connsiteY1259" fmla="*/ 456399 h 917831"/>
                  <a:gd name="connsiteX1260" fmla="*/ 647560 w 889783"/>
                  <a:gd name="connsiteY1260" fmla="*/ 459132 h 917831"/>
                  <a:gd name="connsiteX1261" fmla="*/ 645114 w 889783"/>
                  <a:gd name="connsiteY1261" fmla="*/ 459132 h 917831"/>
                  <a:gd name="connsiteX1262" fmla="*/ 645114 w 889783"/>
                  <a:gd name="connsiteY1262" fmla="*/ 461577 h 917831"/>
                  <a:gd name="connsiteX1263" fmla="*/ 642669 w 889783"/>
                  <a:gd name="connsiteY1263" fmla="*/ 464022 h 917831"/>
                  <a:gd name="connsiteX1264" fmla="*/ 640080 w 889783"/>
                  <a:gd name="connsiteY1264" fmla="*/ 464022 h 917831"/>
                  <a:gd name="connsiteX1265" fmla="*/ 640080 w 889783"/>
                  <a:gd name="connsiteY1265" fmla="*/ 466611 h 917831"/>
                  <a:gd name="connsiteX1266" fmla="*/ 640080 w 889783"/>
                  <a:gd name="connsiteY1266" fmla="*/ 464022 h 917831"/>
                  <a:gd name="connsiteX1267" fmla="*/ 637347 w 889783"/>
                  <a:gd name="connsiteY1267" fmla="*/ 464022 h 917831"/>
                  <a:gd name="connsiteX1268" fmla="*/ 637347 w 889783"/>
                  <a:gd name="connsiteY1268" fmla="*/ 466611 h 917831"/>
                  <a:gd name="connsiteX1269" fmla="*/ 634902 w 889783"/>
                  <a:gd name="connsiteY1269" fmla="*/ 466611 h 917831"/>
                  <a:gd name="connsiteX1270" fmla="*/ 634902 w 889783"/>
                  <a:gd name="connsiteY1270" fmla="*/ 469344 h 917831"/>
                  <a:gd name="connsiteX1271" fmla="*/ 632457 w 889783"/>
                  <a:gd name="connsiteY1271" fmla="*/ 471789 h 917831"/>
                  <a:gd name="connsiteX1272" fmla="*/ 632457 w 889783"/>
                  <a:gd name="connsiteY1272" fmla="*/ 474235 h 917831"/>
                  <a:gd name="connsiteX1273" fmla="*/ 629868 w 889783"/>
                  <a:gd name="connsiteY1273" fmla="*/ 476680 h 917831"/>
                  <a:gd name="connsiteX1274" fmla="*/ 629868 w 889783"/>
                  <a:gd name="connsiteY1274" fmla="*/ 479557 h 917831"/>
                  <a:gd name="connsiteX1275" fmla="*/ 627135 w 889783"/>
                  <a:gd name="connsiteY1275" fmla="*/ 482002 h 917831"/>
                  <a:gd name="connsiteX1276" fmla="*/ 627135 w 889783"/>
                  <a:gd name="connsiteY1276" fmla="*/ 484447 h 917831"/>
                  <a:gd name="connsiteX1277" fmla="*/ 624690 w 889783"/>
                  <a:gd name="connsiteY1277" fmla="*/ 486892 h 917831"/>
                  <a:gd name="connsiteX1278" fmla="*/ 627135 w 889783"/>
                  <a:gd name="connsiteY1278" fmla="*/ 492214 h 917831"/>
                  <a:gd name="connsiteX1279" fmla="*/ 627135 w 889783"/>
                  <a:gd name="connsiteY1279" fmla="*/ 494660 h 917831"/>
                  <a:gd name="connsiteX1280" fmla="*/ 624690 w 889783"/>
                  <a:gd name="connsiteY1280" fmla="*/ 494660 h 917831"/>
                  <a:gd name="connsiteX1281" fmla="*/ 622244 w 889783"/>
                  <a:gd name="connsiteY1281" fmla="*/ 499838 h 917831"/>
                  <a:gd name="connsiteX1282" fmla="*/ 622244 w 889783"/>
                  <a:gd name="connsiteY1282" fmla="*/ 502427 h 917831"/>
                  <a:gd name="connsiteX1283" fmla="*/ 622244 w 889783"/>
                  <a:gd name="connsiteY1283" fmla="*/ 504872 h 917831"/>
                  <a:gd name="connsiteX1284" fmla="*/ 622244 w 889783"/>
                  <a:gd name="connsiteY1284" fmla="*/ 507317 h 917831"/>
                  <a:gd name="connsiteX1285" fmla="*/ 622244 w 889783"/>
                  <a:gd name="connsiteY1285" fmla="*/ 510050 h 917831"/>
                  <a:gd name="connsiteX1286" fmla="*/ 619655 w 889783"/>
                  <a:gd name="connsiteY1286" fmla="*/ 510050 h 917831"/>
                  <a:gd name="connsiteX1287" fmla="*/ 619655 w 889783"/>
                  <a:gd name="connsiteY1287" fmla="*/ 512639 h 917831"/>
                  <a:gd name="connsiteX1288" fmla="*/ 619655 w 889783"/>
                  <a:gd name="connsiteY1288" fmla="*/ 515085 h 917831"/>
                  <a:gd name="connsiteX1289" fmla="*/ 614477 w 889783"/>
                  <a:gd name="connsiteY1289" fmla="*/ 515085 h 917831"/>
                  <a:gd name="connsiteX1290" fmla="*/ 609442 w 889783"/>
                  <a:gd name="connsiteY1290" fmla="*/ 520119 h 917831"/>
                  <a:gd name="connsiteX1291" fmla="*/ 606997 w 889783"/>
                  <a:gd name="connsiteY1291" fmla="*/ 520119 h 917831"/>
                  <a:gd name="connsiteX1292" fmla="*/ 604264 w 889783"/>
                  <a:gd name="connsiteY1292" fmla="*/ 520119 h 917831"/>
                  <a:gd name="connsiteX1293" fmla="*/ 601819 w 889783"/>
                  <a:gd name="connsiteY1293" fmla="*/ 522852 h 917831"/>
                  <a:gd name="connsiteX1294" fmla="*/ 601819 w 889783"/>
                  <a:gd name="connsiteY1294" fmla="*/ 525297 h 917831"/>
                  <a:gd name="connsiteX1295" fmla="*/ 601819 w 889783"/>
                  <a:gd name="connsiteY1295" fmla="*/ 527742 h 917831"/>
                  <a:gd name="connsiteX1296" fmla="*/ 601819 w 889783"/>
                  <a:gd name="connsiteY1296" fmla="*/ 533065 h 917831"/>
                  <a:gd name="connsiteX1297" fmla="*/ 596785 w 889783"/>
                  <a:gd name="connsiteY1297" fmla="*/ 535510 h 917831"/>
                  <a:gd name="connsiteX1298" fmla="*/ 594052 w 889783"/>
                  <a:gd name="connsiteY1298" fmla="*/ 537955 h 917831"/>
                  <a:gd name="connsiteX1299" fmla="*/ 591607 w 889783"/>
                  <a:gd name="connsiteY1299" fmla="*/ 537955 h 917831"/>
                  <a:gd name="connsiteX1300" fmla="*/ 589018 w 889783"/>
                  <a:gd name="connsiteY1300" fmla="*/ 540400 h 917831"/>
                  <a:gd name="connsiteX1301" fmla="*/ 586572 w 889783"/>
                  <a:gd name="connsiteY1301" fmla="*/ 543277 h 917831"/>
                  <a:gd name="connsiteX1302" fmla="*/ 583839 w 889783"/>
                  <a:gd name="connsiteY1302" fmla="*/ 550757 h 917831"/>
                  <a:gd name="connsiteX1303" fmla="*/ 581394 w 889783"/>
                  <a:gd name="connsiteY1303" fmla="*/ 553490 h 917831"/>
                  <a:gd name="connsiteX1304" fmla="*/ 578949 w 889783"/>
                  <a:gd name="connsiteY1304" fmla="*/ 555935 h 917831"/>
                  <a:gd name="connsiteX1305" fmla="*/ 573627 w 889783"/>
                  <a:gd name="connsiteY1305" fmla="*/ 560969 h 917831"/>
                  <a:gd name="connsiteX1306" fmla="*/ 571182 w 889783"/>
                  <a:gd name="connsiteY1306" fmla="*/ 563702 h 917831"/>
                  <a:gd name="connsiteX1307" fmla="*/ 563414 w 889783"/>
                  <a:gd name="connsiteY1307" fmla="*/ 566147 h 917831"/>
                  <a:gd name="connsiteX1308" fmla="*/ 560969 w 889783"/>
                  <a:gd name="connsiteY1308" fmla="*/ 566147 h 917831"/>
                  <a:gd name="connsiteX1309" fmla="*/ 558380 w 889783"/>
                  <a:gd name="connsiteY1309" fmla="*/ 568592 h 917831"/>
                  <a:gd name="connsiteX1310" fmla="*/ 553202 w 889783"/>
                  <a:gd name="connsiteY1310" fmla="*/ 571038 h 917831"/>
                  <a:gd name="connsiteX1311" fmla="*/ 553202 w 889783"/>
                  <a:gd name="connsiteY1311" fmla="*/ 573771 h 917831"/>
                  <a:gd name="connsiteX1312" fmla="*/ 550757 w 889783"/>
                  <a:gd name="connsiteY1312" fmla="*/ 576360 h 917831"/>
                  <a:gd name="connsiteX1313" fmla="*/ 548311 w 889783"/>
                  <a:gd name="connsiteY1313" fmla="*/ 581250 h 917831"/>
                  <a:gd name="connsiteX1314" fmla="*/ 548311 w 889783"/>
                  <a:gd name="connsiteY1314" fmla="*/ 583983 h 917831"/>
                  <a:gd name="connsiteX1315" fmla="*/ 548311 w 889783"/>
                  <a:gd name="connsiteY1315" fmla="*/ 586572 h 917831"/>
                  <a:gd name="connsiteX1316" fmla="*/ 548311 w 889783"/>
                  <a:gd name="connsiteY1316" fmla="*/ 591463 h 917831"/>
                  <a:gd name="connsiteX1317" fmla="*/ 550757 w 889783"/>
                  <a:gd name="connsiteY1317" fmla="*/ 594196 h 917831"/>
                  <a:gd name="connsiteX1318" fmla="*/ 548311 w 889783"/>
                  <a:gd name="connsiteY1318" fmla="*/ 596785 h 917831"/>
                  <a:gd name="connsiteX1319" fmla="*/ 550757 w 889783"/>
                  <a:gd name="connsiteY1319" fmla="*/ 599230 h 917831"/>
                  <a:gd name="connsiteX1320" fmla="*/ 550757 w 889783"/>
                  <a:gd name="connsiteY1320" fmla="*/ 601675 h 917831"/>
                  <a:gd name="connsiteX1321" fmla="*/ 553202 w 889783"/>
                  <a:gd name="connsiteY1321" fmla="*/ 601675 h 917831"/>
                  <a:gd name="connsiteX1322" fmla="*/ 553202 w 889783"/>
                  <a:gd name="connsiteY1322" fmla="*/ 604264 h 917831"/>
                  <a:gd name="connsiteX1323" fmla="*/ 553202 w 889783"/>
                  <a:gd name="connsiteY1323" fmla="*/ 606997 h 917831"/>
                  <a:gd name="connsiteX1324" fmla="*/ 555935 w 889783"/>
                  <a:gd name="connsiteY1324" fmla="*/ 606997 h 917831"/>
                  <a:gd name="connsiteX1325" fmla="*/ 558380 w 889783"/>
                  <a:gd name="connsiteY1325" fmla="*/ 606997 h 917831"/>
                  <a:gd name="connsiteX1326" fmla="*/ 558380 w 889783"/>
                  <a:gd name="connsiteY1326" fmla="*/ 609443 h 917831"/>
                  <a:gd name="connsiteX1327" fmla="*/ 560969 w 889783"/>
                  <a:gd name="connsiteY1327" fmla="*/ 609443 h 917831"/>
                  <a:gd name="connsiteX1328" fmla="*/ 560969 w 889783"/>
                  <a:gd name="connsiteY1328" fmla="*/ 611888 h 917831"/>
                  <a:gd name="connsiteX1329" fmla="*/ 560969 w 889783"/>
                  <a:gd name="connsiteY1329" fmla="*/ 614477 h 917831"/>
                  <a:gd name="connsiteX1330" fmla="*/ 555935 w 889783"/>
                  <a:gd name="connsiteY1330" fmla="*/ 614477 h 917831"/>
                  <a:gd name="connsiteX1331" fmla="*/ 553202 w 889783"/>
                  <a:gd name="connsiteY1331" fmla="*/ 614477 h 917831"/>
                  <a:gd name="connsiteX1332" fmla="*/ 553202 w 889783"/>
                  <a:gd name="connsiteY1332" fmla="*/ 617210 h 917831"/>
                  <a:gd name="connsiteX1333" fmla="*/ 550757 w 889783"/>
                  <a:gd name="connsiteY1333" fmla="*/ 619655 h 917831"/>
                  <a:gd name="connsiteX1334" fmla="*/ 550757 w 889783"/>
                  <a:gd name="connsiteY1334" fmla="*/ 622100 h 917831"/>
                  <a:gd name="connsiteX1335" fmla="*/ 548311 w 889783"/>
                  <a:gd name="connsiteY1335" fmla="*/ 622100 h 917831"/>
                  <a:gd name="connsiteX1336" fmla="*/ 548311 w 889783"/>
                  <a:gd name="connsiteY1336" fmla="*/ 624546 h 917831"/>
                  <a:gd name="connsiteX1337" fmla="*/ 545722 w 889783"/>
                  <a:gd name="connsiteY1337" fmla="*/ 627422 h 917831"/>
                  <a:gd name="connsiteX1338" fmla="*/ 545722 w 889783"/>
                  <a:gd name="connsiteY1338" fmla="*/ 629868 h 917831"/>
                  <a:gd name="connsiteX1339" fmla="*/ 548311 w 889783"/>
                  <a:gd name="connsiteY1339" fmla="*/ 629868 h 917831"/>
                  <a:gd name="connsiteX1340" fmla="*/ 550757 w 889783"/>
                  <a:gd name="connsiteY1340" fmla="*/ 629868 h 917831"/>
                  <a:gd name="connsiteX1341" fmla="*/ 550757 w 889783"/>
                  <a:gd name="connsiteY1341" fmla="*/ 627422 h 917831"/>
                  <a:gd name="connsiteX1342" fmla="*/ 553202 w 889783"/>
                  <a:gd name="connsiteY1342" fmla="*/ 627422 h 917831"/>
                  <a:gd name="connsiteX1343" fmla="*/ 555935 w 889783"/>
                  <a:gd name="connsiteY1343" fmla="*/ 627422 h 917831"/>
                  <a:gd name="connsiteX1344" fmla="*/ 555935 w 889783"/>
                  <a:gd name="connsiteY1344" fmla="*/ 624546 h 917831"/>
                  <a:gd name="connsiteX1345" fmla="*/ 558380 w 889783"/>
                  <a:gd name="connsiteY1345" fmla="*/ 624546 h 917831"/>
                  <a:gd name="connsiteX1346" fmla="*/ 558380 w 889783"/>
                  <a:gd name="connsiteY1346" fmla="*/ 627422 h 917831"/>
                  <a:gd name="connsiteX1347" fmla="*/ 560969 w 889783"/>
                  <a:gd name="connsiteY1347" fmla="*/ 627422 h 917831"/>
                  <a:gd name="connsiteX1348" fmla="*/ 560969 w 889783"/>
                  <a:gd name="connsiteY1348" fmla="*/ 624546 h 917831"/>
                  <a:gd name="connsiteX1349" fmla="*/ 563414 w 889783"/>
                  <a:gd name="connsiteY1349" fmla="*/ 624546 h 917831"/>
                  <a:gd name="connsiteX1350" fmla="*/ 566147 w 889783"/>
                  <a:gd name="connsiteY1350" fmla="*/ 622100 h 917831"/>
                  <a:gd name="connsiteX1351" fmla="*/ 568592 w 889783"/>
                  <a:gd name="connsiteY1351" fmla="*/ 619655 h 917831"/>
                  <a:gd name="connsiteX1352" fmla="*/ 566147 w 889783"/>
                  <a:gd name="connsiteY1352" fmla="*/ 614477 h 917831"/>
                  <a:gd name="connsiteX1353" fmla="*/ 568592 w 889783"/>
                  <a:gd name="connsiteY1353" fmla="*/ 614477 h 917831"/>
                  <a:gd name="connsiteX1354" fmla="*/ 568592 w 889783"/>
                  <a:gd name="connsiteY1354" fmla="*/ 611888 h 917831"/>
                  <a:gd name="connsiteX1355" fmla="*/ 568592 w 889783"/>
                  <a:gd name="connsiteY1355" fmla="*/ 609443 h 917831"/>
                  <a:gd name="connsiteX1356" fmla="*/ 568592 w 889783"/>
                  <a:gd name="connsiteY1356" fmla="*/ 606997 h 917831"/>
                  <a:gd name="connsiteX1357" fmla="*/ 568592 w 889783"/>
                  <a:gd name="connsiteY1357" fmla="*/ 604264 h 917831"/>
                  <a:gd name="connsiteX1358" fmla="*/ 571182 w 889783"/>
                  <a:gd name="connsiteY1358" fmla="*/ 604264 h 917831"/>
                  <a:gd name="connsiteX1359" fmla="*/ 571182 w 889783"/>
                  <a:gd name="connsiteY1359" fmla="*/ 596785 h 917831"/>
                  <a:gd name="connsiteX1360" fmla="*/ 573627 w 889783"/>
                  <a:gd name="connsiteY1360" fmla="*/ 594196 h 917831"/>
                  <a:gd name="connsiteX1361" fmla="*/ 576360 w 889783"/>
                  <a:gd name="connsiteY1361" fmla="*/ 594196 h 917831"/>
                  <a:gd name="connsiteX1362" fmla="*/ 578949 w 889783"/>
                  <a:gd name="connsiteY1362" fmla="*/ 594196 h 917831"/>
                  <a:gd name="connsiteX1363" fmla="*/ 581394 w 889783"/>
                  <a:gd name="connsiteY1363" fmla="*/ 591463 h 917831"/>
                  <a:gd name="connsiteX1364" fmla="*/ 583839 w 889783"/>
                  <a:gd name="connsiteY1364" fmla="*/ 591463 h 917831"/>
                  <a:gd name="connsiteX1365" fmla="*/ 586572 w 889783"/>
                  <a:gd name="connsiteY1365" fmla="*/ 589018 h 917831"/>
                  <a:gd name="connsiteX1366" fmla="*/ 589018 w 889783"/>
                  <a:gd name="connsiteY1366" fmla="*/ 589018 h 917831"/>
                  <a:gd name="connsiteX1367" fmla="*/ 589018 w 889783"/>
                  <a:gd name="connsiteY1367" fmla="*/ 583983 h 917831"/>
                  <a:gd name="connsiteX1368" fmla="*/ 589018 w 889783"/>
                  <a:gd name="connsiteY1368" fmla="*/ 581250 h 917831"/>
                  <a:gd name="connsiteX1369" fmla="*/ 591607 w 889783"/>
                  <a:gd name="connsiteY1369" fmla="*/ 581250 h 917831"/>
                  <a:gd name="connsiteX1370" fmla="*/ 591607 w 889783"/>
                  <a:gd name="connsiteY1370" fmla="*/ 576360 h 917831"/>
                  <a:gd name="connsiteX1371" fmla="*/ 591607 w 889783"/>
                  <a:gd name="connsiteY1371" fmla="*/ 573771 h 917831"/>
                  <a:gd name="connsiteX1372" fmla="*/ 594052 w 889783"/>
                  <a:gd name="connsiteY1372" fmla="*/ 571038 h 917831"/>
                  <a:gd name="connsiteX1373" fmla="*/ 594052 w 889783"/>
                  <a:gd name="connsiteY1373" fmla="*/ 566147 h 917831"/>
                  <a:gd name="connsiteX1374" fmla="*/ 599230 w 889783"/>
                  <a:gd name="connsiteY1374" fmla="*/ 566147 h 917831"/>
                  <a:gd name="connsiteX1375" fmla="*/ 604264 w 889783"/>
                  <a:gd name="connsiteY1375" fmla="*/ 563702 h 917831"/>
                  <a:gd name="connsiteX1376" fmla="*/ 606997 w 889783"/>
                  <a:gd name="connsiteY1376" fmla="*/ 560969 h 917831"/>
                  <a:gd name="connsiteX1377" fmla="*/ 609442 w 889783"/>
                  <a:gd name="connsiteY1377" fmla="*/ 555935 h 917831"/>
                  <a:gd name="connsiteX1378" fmla="*/ 609442 w 889783"/>
                  <a:gd name="connsiteY1378" fmla="*/ 553490 h 917831"/>
                  <a:gd name="connsiteX1379" fmla="*/ 606997 w 889783"/>
                  <a:gd name="connsiteY1379" fmla="*/ 553490 h 917831"/>
                  <a:gd name="connsiteX1380" fmla="*/ 606997 w 889783"/>
                  <a:gd name="connsiteY1380" fmla="*/ 550757 h 917831"/>
                  <a:gd name="connsiteX1381" fmla="*/ 606997 w 889783"/>
                  <a:gd name="connsiteY1381" fmla="*/ 548167 h 917831"/>
                  <a:gd name="connsiteX1382" fmla="*/ 606997 w 889783"/>
                  <a:gd name="connsiteY1382" fmla="*/ 543277 h 917831"/>
                  <a:gd name="connsiteX1383" fmla="*/ 609442 w 889783"/>
                  <a:gd name="connsiteY1383" fmla="*/ 535510 h 917831"/>
                  <a:gd name="connsiteX1384" fmla="*/ 612032 w 889783"/>
                  <a:gd name="connsiteY1384" fmla="*/ 533065 h 917831"/>
                  <a:gd name="connsiteX1385" fmla="*/ 612032 w 889783"/>
                  <a:gd name="connsiteY1385" fmla="*/ 530332 h 917831"/>
                  <a:gd name="connsiteX1386" fmla="*/ 614477 w 889783"/>
                  <a:gd name="connsiteY1386" fmla="*/ 527742 h 917831"/>
                  <a:gd name="connsiteX1387" fmla="*/ 617210 w 889783"/>
                  <a:gd name="connsiteY1387" fmla="*/ 522852 h 917831"/>
                  <a:gd name="connsiteX1388" fmla="*/ 624690 w 889783"/>
                  <a:gd name="connsiteY1388" fmla="*/ 517530 h 917831"/>
                  <a:gd name="connsiteX1389" fmla="*/ 632457 w 889783"/>
                  <a:gd name="connsiteY1389" fmla="*/ 507317 h 917831"/>
                  <a:gd name="connsiteX1390" fmla="*/ 634902 w 889783"/>
                  <a:gd name="connsiteY1390" fmla="*/ 504872 h 917831"/>
                  <a:gd name="connsiteX1391" fmla="*/ 640080 w 889783"/>
                  <a:gd name="connsiteY1391" fmla="*/ 502427 h 917831"/>
                  <a:gd name="connsiteX1392" fmla="*/ 642669 w 889783"/>
                  <a:gd name="connsiteY1392" fmla="*/ 497105 h 917831"/>
                  <a:gd name="connsiteX1393" fmla="*/ 645114 w 889783"/>
                  <a:gd name="connsiteY1393" fmla="*/ 497105 h 917831"/>
                  <a:gd name="connsiteX1394" fmla="*/ 645114 w 889783"/>
                  <a:gd name="connsiteY1394" fmla="*/ 494660 h 917831"/>
                  <a:gd name="connsiteX1395" fmla="*/ 655327 w 889783"/>
                  <a:gd name="connsiteY1395" fmla="*/ 492214 h 917831"/>
                  <a:gd name="connsiteX1396" fmla="*/ 657772 w 889783"/>
                  <a:gd name="connsiteY1396" fmla="*/ 489625 h 917831"/>
                  <a:gd name="connsiteX1397" fmla="*/ 665540 w 889783"/>
                  <a:gd name="connsiteY1397" fmla="*/ 489625 h 917831"/>
                  <a:gd name="connsiteX1398" fmla="*/ 665540 w 889783"/>
                  <a:gd name="connsiteY1398" fmla="*/ 486892 h 917831"/>
                  <a:gd name="connsiteX1399" fmla="*/ 665540 w 889783"/>
                  <a:gd name="connsiteY1399" fmla="*/ 484447 h 917831"/>
                  <a:gd name="connsiteX1400" fmla="*/ 655327 w 889783"/>
                  <a:gd name="connsiteY1400" fmla="*/ 486892 h 917831"/>
                  <a:gd name="connsiteX1401" fmla="*/ 650293 w 889783"/>
                  <a:gd name="connsiteY1401" fmla="*/ 489625 h 917831"/>
                  <a:gd name="connsiteX1402" fmla="*/ 647560 w 889783"/>
                  <a:gd name="connsiteY1402" fmla="*/ 489625 h 917831"/>
                  <a:gd name="connsiteX1403" fmla="*/ 642669 w 889783"/>
                  <a:gd name="connsiteY1403" fmla="*/ 492214 h 917831"/>
                  <a:gd name="connsiteX1404" fmla="*/ 642669 w 889783"/>
                  <a:gd name="connsiteY1404" fmla="*/ 494660 h 917831"/>
                  <a:gd name="connsiteX1405" fmla="*/ 640080 w 889783"/>
                  <a:gd name="connsiteY1405" fmla="*/ 497105 h 917831"/>
                  <a:gd name="connsiteX1406" fmla="*/ 637347 w 889783"/>
                  <a:gd name="connsiteY1406" fmla="*/ 499838 h 917831"/>
                  <a:gd name="connsiteX1407" fmla="*/ 629868 w 889783"/>
                  <a:gd name="connsiteY1407" fmla="*/ 497105 h 917831"/>
                  <a:gd name="connsiteX1408" fmla="*/ 629868 w 889783"/>
                  <a:gd name="connsiteY1408" fmla="*/ 494660 h 917831"/>
                  <a:gd name="connsiteX1409" fmla="*/ 632457 w 889783"/>
                  <a:gd name="connsiteY1409" fmla="*/ 489625 h 917831"/>
                  <a:gd name="connsiteX1410" fmla="*/ 632457 w 889783"/>
                  <a:gd name="connsiteY1410" fmla="*/ 486892 h 917831"/>
                  <a:gd name="connsiteX1411" fmla="*/ 634902 w 889783"/>
                  <a:gd name="connsiteY1411" fmla="*/ 486892 h 917831"/>
                  <a:gd name="connsiteX1412" fmla="*/ 637347 w 889783"/>
                  <a:gd name="connsiteY1412" fmla="*/ 486892 h 917831"/>
                  <a:gd name="connsiteX1413" fmla="*/ 637347 w 889783"/>
                  <a:gd name="connsiteY1413" fmla="*/ 484447 h 917831"/>
                  <a:gd name="connsiteX1414" fmla="*/ 640080 w 889783"/>
                  <a:gd name="connsiteY1414" fmla="*/ 482002 h 917831"/>
                  <a:gd name="connsiteX1415" fmla="*/ 642669 w 889783"/>
                  <a:gd name="connsiteY1415" fmla="*/ 482002 h 917831"/>
                  <a:gd name="connsiteX1416" fmla="*/ 645114 w 889783"/>
                  <a:gd name="connsiteY1416" fmla="*/ 479557 h 917831"/>
                  <a:gd name="connsiteX1417" fmla="*/ 647560 w 889783"/>
                  <a:gd name="connsiteY1417" fmla="*/ 479557 h 917831"/>
                  <a:gd name="connsiteX1418" fmla="*/ 650293 w 889783"/>
                  <a:gd name="connsiteY1418" fmla="*/ 479557 h 917831"/>
                  <a:gd name="connsiteX1419" fmla="*/ 657772 w 889783"/>
                  <a:gd name="connsiteY1419" fmla="*/ 476680 h 917831"/>
                  <a:gd name="connsiteX1420" fmla="*/ 660505 w 889783"/>
                  <a:gd name="connsiteY1420" fmla="*/ 474235 h 917831"/>
                  <a:gd name="connsiteX1421" fmla="*/ 662950 w 889783"/>
                  <a:gd name="connsiteY1421" fmla="*/ 474235 h 917831"/>
                  <a:gd name="connsiteX1422" fmla="*/ 662950 w 889783"/>
                  <a:gd name="connsiteY1422" fmla="*/ 471789 h 917831"/>
                  <a:gd name="connsiteX1423" fmla="*/ 662950 w 889783"/>
                  <a:gd name="connsiteY1423" fmla="*/ 474235 h 917831"/>
                  <a:gd name="connsiteX1424" fmla="*/ 662950 w 889783"/>
                  <a:gd name="connsiteY1424" fmla="*/ 476680 h 917831"/>
                  <a:gd name="connsiteX1425" fmla="*/ 665540 w 889783"/>
                  <a:gd name="connsiteY1425" fmla="*/ 474235 h 917831"/>
                  <a:gd name="connsiteX1426" fmla="*/ 673163 w 889783"/>
                  <a:gd name="connsiteY1426" fmla="*/ 469344 h 917831"/>
                  <a:gd name="connsiteX1427" fmla="*/ 673163 w 889783"/>
                  <a:gd name="connsiteY1427" fmla="*/ 471789 h 917831"/>
                  <a:gd name="connsiteX1428" fmla="*/ 673163 w 889783"/>
                  <a:gd name="connsiteY1428" fmla="*/ 474235 h 917831"/>
                  <a:gd name="connsiteX1429" fmla="*/ 675752 w 889783"/>
                  <a:gd name="connsiteY1429" fmla="*/ 474235 h 917831"/>
                  <a:gd name="connsiteX1430" fmla="*/ 675752 w 889783"/>
                  <a:gd name="connsiteY1430" fmla="*/ 471789 h 917831"/>
                  <a:gd name="connsiteX1431" fmla="*/ 675752 w 889783"/>
                  <a:gd name="connsiteY1431" fmla="*/ 469344 h 917831"/>
                  <a:gd name="connsiteX1432" fmla="*/ 678198 w 889783"/>
                  <a:gd name="connsiteY1432" fmla="*/ 469344 h 917831"/>
                  <a:gd name="connsiteX1433" fmla="*/ 680930 w 889783"/>
                  <a:gd name="connsiteY1433" fmla="*/ 466611 h 917831"/>
                  <a:gd name="connsiteX1434" fmla="*/ 683375 w 889783"/>
                  <a:gd name="connsiteY1434" fmla="*/ 466611 h 917831"/>
                  <a:gd name="connsiteX1435" fmla="*/ 685964 w 889783"/>
                  <a:gd name="connsiteY1435" fmla="*/ 466611 h 917831"/>
                  <a:gd name="connsiteX1436" fmla="*/ 685964 w 889783"/>
                  <a:gd name="connsiteY1436" fmla="*/ 469344 h 917831"/>
                  <a:gd name="connsiteX1437" fmla="*/ 688410 w 889783"/>
                  <a:gd name="connsiteY1437" fmla="*/ 469344 h 917831"/>
                  <a:gd name="connsiteX1438" fmla="*/ 688410 w 889783"/>
                  <a:gd name="connsiteY1438" fmla="*/ 466611 h 917831"/>
                  <a:gd name="connsiteX1439" fmla="*/ 691143 w 889783"/>
                  <a:gd name="connsiteY1439" fmla="*/ 466611 h 917831"/>
                  <a:gd name="connsiteX1440" fmla="*/ 688410 w 889783"/>
                  <a:gd name="connsiteY1440" fmla="*/ 469344 h 917831"/>
                  <a:gd name="connsiteX1441" fmla="*/ 685964 w 889783"/>
                  <a:gd name="connsiteY1441" fmla="*/ 471789 h 917831"/>
                  <a:gd name="connsiteX1442" fmla="*/ 688410 w 889783"/>
                  <a:gd name="connsiteY1442" fmla="*/ 471789 h 917831"/>
                  <a:gd name="connsiteX1443" fmla="*/ 691143 w 889783"/>
                  <a:gd name="connsiteY1443" fmla="*/ 469344 h 917831"/>
                  <a:gd name="connsiteX1444" fmla="*/ 691143 w 889783"/>
                  <a:gd name="connsiteY1444" fmla="*/ 471789 h 917831"/>
                  <a:gd name="connsiteX1445" fmla="*/ 691143 w 889783"/>
                  <a:gd name="connsiteY1445" fmla="*/ 474235 h 917831"/>
                  <a:gd name="connsiteX1446" fmla="*/ 693588 w 889783"/>
                  <a:gd name="connsiteY1446" fmla="*/ 474235 h 917831"/>
                  <a:gd name="connsiteX1447" fmla="*/ 696177 w 889783"/>
                  <a:gd name="connsiteY1447" fmla="*/ 476680 h 917831"/>
                  <a:gd name="connsiteX1448" fmla="*/ 701068 w 889783"/>
                  <a:gd name="connsiteY1448" fmla="*/ 482002 h 917831"/>
                  <a:gd name="connsiteX1449" fmla="*/ 703801 w 889783"/>
                  <a:gd name="connsiteY1449" fmla="*/ 482002 h 917831"/>
                  <a:gd name="connsiteX1450" fmla="*/ 706390 w 889783"/>
                  <a:gd name="connsiteY1450" fmla="*/ 484447 h 917831"/>
                  <a:gd name="connsiteX1451" fmla="*/ 708835 w 889783"/>
                  <a:gd name="connsiteY1451" fmla="*/ 484447 h 917831"/>
                  <a:gd name="connsiteX1452" fmla="*/ 714013 w 889783"/>
                  <a:gd name="connsiteY1452" fmla="*/ 482002 h 917831"/>
                  <a:gd name="connsiteX1453" fmla="*/ 714013 w 889783"/>
                  <a:gd name="connsiteY1453" fmla="*/ 484447 h 917831"/>
                  <a:gd name="connsiteX1454" fmla="*/ 711280 w 889783"/>
                  <a:gd name="connsiteY1454" fmla="*/ 484447 h 917831"/>
                  <a:gd name="connsiteX1455" fmla="*/ 708835 w 889783"/>
                  <a:gd name="connsiteY1455" fmla="*/ 484447 h 917831"/>
                  <a:gd name="connsiteX1456" fmla="*/ 708835 w 889783"/>
                  <a:gd name="connsiteY1456" fmla="*/ 486892 h 917831"/>
                  <a:gd name="connsiteX1457" fmla="*/ 708835 w 889783"/>
                  <a:gd name="connsiteY1457" fmla="*/ 489625 h 917831"/>
                  <a:gd name="connsiteX1458" fmla="*/ 714013 w 889783"/>
                  <a:gd name="connsiteY1458" fmla="*/ 492214 h 917831"/>
                  <a:gd name="connsiteX1459" fmla="*/ 716602 w 889783"/>
                  <a:gd name="connsiteY1459" fmla="*/ 492214 h 917831"/>
                  <a:gd name="connsiteX1460" fmla="*/ 721493 w 889783"/>
                  <a:gd name="connsiteY1460" fmla="*/ 492214 h 917831"/>
                  <a:gd name="connsiteX1461" fmla="*/ 724225 w 889783"/>
                  <a:gd name="connsiteY1461" fmla="*/ 494660 h 917831"/>
                  <a:gd name="connsiteX1462" fmla="*/ 719048 w 889783"/>
                  <a:gd name="connsiteY1462" fmla="*/ 494660 h 917831"/>
                  <a:gd name="connsiteX1463" fmla="*/ 719048 w 889783"/>
                  <a:gd name="connsiteY1463" fmla="*/ 497105 h 917831"/>
                  <a:gd name="connsiteX1464" fmla="*/ 714013 w 889783"/>
                  <a:gd name="connsiteY1464" fmla="*/ 497105 h 917831"/>
                  <a:gd name="connsiteX1465" fmla="*/ 719048 w 889783"/>
                  <a:gd name="connsiteY1465" fmla="*/ 497105 h 917831"/>
                  <a:gd name="connsiteX1466" fmla="*/ 719048 w 889783"/>
                  <a:gd name="connsiteY1466" fmla="*/ 494660 h 917831"/>
                  <a:gd name="connsiteX1467" fmla="*/ 721493 w 889783"/>
                  <a:gd name="connsiteY1467" fmla="*/ 494660 h 917831"/>
                  <a:gd name="connsiteX1468" fmla="*/ 724225 w 889783"/>
                  <a:gd name="connsiteY1468" fmla="*/ 494660 h 917831"/>
                  <a:gd name="connsiteX1469" fmla="*/ 721493 w 889783"/>
                  <a:gd name="connsiteY1469" fmla="*/ 499838 h 917831"/>
                  <a:gd name="connsiteX1470" fmla="*/ 719048 w 889783"/>
                  <a:gd name="connsiteY1470" fmla="*/ 499838 h 917831"/>
                  <a:gd name="connsiteX1471" fmla="*/ 721493 w 889783"/>
                  <a:gd name="connsiteY1471" fmla="*/ 499838 h 917831"/>
                  <a:gd name="connsiteX1472" fmla="*/ 721493 w 889783"/>
                  <a:gd name="connsiteY1472" fmla="*/ 502427 h 917831"/>
                  <a:gd name="connsiteX1473" fmla="*/ 724225 w 889783"/>
                  <a:gd name="connsiteY1473" fmla="*/ 502427 h 917831"/>
                  <a:gd name="connsiteX1474" fmla="*/ 724225 w 889783"/>
                  <a:gd name="connsiteY1474" fmla="*/ 504872 h 917831"/>
                  <a:gd name="connsiteX1475" fmla="*/ 721493 w 889783"/>
                  <a:gd name="connsiteY1475" fmla="*/ 504872 h 917831"/>
                  <a:gd name="connsiteX1476" fmla="*/ 721493 w 889783"/>
                  <a:gd name="connsiteY1476" fmla="*/ 507317 h 917831"/>
                  <a:gd name="connsiteX1477" fmla="*/ 721493 w 889783"/>
                  <a:gd name="connsiteY1477" fmla="*/ 515085 h 917831"/>
                  <a:gd name="connsiteX1478" fmla="*/ 726671 w 889783"/>
                  <a:gd name="connsiteY1478" fmla="*/ 515085 h 917831"/>
                  <a:gd name="connsiteX1479" fmla="*/ 729260 w 889783"/>
                  <a:gd name="connsiteY1479" fmla="*/ 515085 h 917831"/>
                  <a:gd name="connsiteX1480" fmla="*/ 729260 w 889783"/>
                  <a:gd name="connsiteY1480" fmla="*/ 512639 h 917831"/>
                  <a:gd name="connsiteX1481" fmla="*/ 731705 w 889783"/>
                  <a:gd name="connsiteY1481" fmla="*/ 512639 h 917831"/>
                  <a:gd name="connsiteX1482" fmla="*/ 731705 w 889783"/>
                  <a:gd name="connsiteY1482" fmla="*/ 510050 h 917831"/>
                  <a:gd name="connsiteX1483" fmla="*/ 734438 w 889783"/>
                  <a:gd name="connsiteY1483" fmla="*/ 510050 h 917831"/>
                  <a:gd name="connsiteX1484" fmla="*/ 731705 w 889783"/>
                  <a:gd name="connsiteY1484" fmla="*/ 510050 h 917831"/>
                  <a:gd name="connsiteX1485" fmla="*/ 731705 w 889783"/>
                  <a:gd name="connsiteY1485" fmla="*/ 507317 h 917831"/>
                  <a:gd name="connsiteX1486" fmla="*/ 731705 w 889783"/>
                  <a:gd name="connsiteY1486" fmla="*/ 504872 h 917831"/>
                  <a:gd name="connsiteX1487" fmla="*/ 731705 w 889783"/>
                  <a:gd name="connsiteY1487" fmla="*/ 502427 h 917831"/>
                  <a:gd name="connsiteX1488" fmla="*/ 731705 w 889783"/>
                  <a:gd name="connsiteY1488" fmla="*/ 504872 h 917831"/>
                  <a:gd name="connsiteX1489" fmla="*/ 731705 w 889783"/>
                  <a:gd name="connsiteY1489" fmla="*/ 502427 h 917831"/>
                  <a:gd name="connsiteX1490" fmla="*/ 729260 w 889783"/>
                  <a:gd name="connsiteY1490" fmla="*/ 502427 h 917831"/>
                  <a:gd name="connsiteX1491" fmla="*/ 731705 w 889783"/>
                  <a:gd name="connsiteY1491" fmla="*/ 502427 h 917831"/>
                  <a:gd name="connsiteX1492" fmla="*/ 737027 w 889783"/>
                  <a:gd name="connsiteY1492" fmla="*/ 497105 h 917831"/>
                  <a:gd name="connsiteX1493" fmla="*/ 739472 w 889783"/>
                  <a:gd name="connsiteY1493" fmla="*/ 499838 h 917831"/>
                  <a:gd name="connsiteX1494" fmla="*/ 741918 w 889783"/>
                  <a:gd name="connsiteY1494" fmla="*/ 494660 h 917831"/>
                  <a:gd name="connsiteX1495" fmla="*/ 744651 w 889783"/>
                  <a:gd name="connsiteY1495" fmla="*/ 494660 h 917831"/>
                  <a:gd name="connsiteX1496" fmla="*/ 747240 w 889783"/>
                  <a:gd name="connsiteY1496" fmla="*/ 494660 h 917831"/>
                  <a:gd name="connsiteX1497" fmla="*/ 747240 w 889783"/>
                  <a:gd name="connsiteY1497" fmla="*/ 492214 h 917831"/>
                  <a:gd name="connsiteX1498" fmla="*/ 744651 w 889783"/>
                  <a:gd name="connsiteY1498" fmla="*/ 492214 h 917831"/>
                  <a:gd name="connsiteX1499" fmla="*/ 747240 w 889783"/>
                  <a:gd name="connsiteY1499" fmla="*/ 489625 h 917831"/>
                  <a:gd name="connsiteX1500" fmla="*/ 749685 w 889783"/>
                  <a:gd name="connsiteY1500" fmla="*/ 489625 h 917831"/>
                  <a:gd name="connsiteX1501" fmla="*/ 749685 w 889783"/>
                  <a:gd name="connsiteY1501" fmla="*/ 492214 h 917831"/>
                  <a:gd name="connsiteX1502" fmla="*/ 752130 w 889783"/>
                  <a:gd name="connsiteY1502" fmla="*/ 492214 h 917831"/>
                  <a:gd name="connsiteX1503" fmla="*/ 757309 w 889783"/>
                  <a:gd name="connsiteY1503" fmla="*/ 492214 h 917831"/>
                  <a:gd name="connsiteX1504" fmla="*/ 757309 w 889783"/>
                  <a:gd name="connsiteY1504" fmla="*/ 489625 h 917831"/>
                  <a:gd name="connsiteX1505" fmla="*/ 754863 w 889783"/>
                  <a:gd name="connsiteY1505" fmla="*/ 489625 h 917831"/>
                  <a:gd name="connsiteX1506" fmla="*/ 754863 w 889783"/>
                  <a:gd name="connsiteY1506" fmla="*/ 486892 h 917831"/>
                  <a:gd name="connsiteX1507" fmla="*/ 759898 w 889783"/>
                  <a:gd name="connsiteY1507" fmla="*/ 484447 h 917831"/>
                  <a:gd name="connsiteX1508" fmla="*/ 757309 w 889783"/>
                  <a:gd name="connsiteY1508" fmla="*/ 484447 h 917831"/>
                  <a:gd name="connsiteX1509" fmla="*/ 759898 w 889783"/>
                  <a:gd name="connsiteY1509" fmla="*/ 484447 h 917831"/>
                  <a:gd name="connsiteX1510" fmla="*/ 759898 w 889783"/>
                  <a:gd name="connsiteY1510" fmla="*/ 482002 h 917831"/>
                  <a:gd name="connsiteX1511" fmla="*/ 759898 w 889783"/>
                  <a:gd name="connsiteY1511" fmla="*/ 479557 h 917831"/>
                  <a:gd name="connsiteX1512" fmla="*/ 762343 w 889783"/>
                  <a:gd name="connsiteY1512" fmla="*/ 479557 h 917831"/>
                  <a:gd name="connsiteX1513" fmla="*/ 762343 w 889783"/>
                  <a:gd name="connsiteY1513" fmla="*/ 482002 h 917831"/>
                  <a:gd name="connsiteX1514" fmla="*/ 765075 w 889783"/>
                  <a:gd name="connsiteY1514" fmla="*/ 482002 h 917831"/>
                  <a:gd name="connsiteX1515" fmla="*/ 762343 w 889783"/>
                  <a:gd name="connsiteY1515" fmla="*/ 484447 h 917831"/>
                  <a:gd name="connsiteX1516" fmla="*/ 767521 w 889783"/>
                  <a:gd name="connsiteY1516" fmla="*/ 484447 h 917831"/>
                  <a:gd name="connsiteX1517" fmla="*/ 765075 w 889783"/>
                  <a:gd name="connsiteY1517" fmla="*/ 484447 h 917831"/>
                  <a:gd name="connsiteX1518" fmla="*/ 762343 w 889783"/>
                  <a:gd name="connsiteY1518" fmla="*/ 486892 h 917831"/>
                  <a:gd name="connsiteX1519" fmla="*/ 759898 w 889783"/>
                  <a:gd name="connsiteY1519" fmla="*/ 489625 h 917831"/>
                  <a:gd name="connsiteX1520" fmla="*/ 759898 w 889783"/>
                  <a:gd name="connsiteY1520" fmla="*/ 492214 h 917831"/>
                  <a:gd name="connsiteX1521" fmla="*/ 759898 w 889783"/>
                  <a:gd name="connsiteY1521" fmla="*/ 494660 h 917831"/>
                  <a:gd name="connsiteX1522" fmla="*/ 757309 w 889783"/>
                  <a:gd name="connsiteY1522" fmla="*/ 494660 h 917831"/>
                  <a:gd name="connsiteX1523" fmla="*/ 754863 w 889783"/>
                  <a:gd name="connsiteY1523" fmla="*/ 494660 h 917831"/>
                  <a:gd name="connsiteX1524" fmla="*/ 752130 w 889783"/>
                  <a:gd name="connsiteY1524" fmla="*/ 497105 h 917831"/>
                  <a:gd name="connsiteX1525" fmla="*/ 752130 w 889783"/>
                  <a:gd name="connsiteY1525" fmla="*/ 494660 h 917831"/>
                  <a:gd name="connsiteX1526" fmla="*/ 749685 w 889783"/>
                  <a:gd name="connsiteY1526" fmla="*/ 497105 h 917831"/>
                  <a:gd name="connsiteX1527" fmla="*/ 752130 w 889783"/>
                  <a:gd name="connsiteY1527" fmla="*/ 497105 h 917831"/>
                  <a:gd name="connsiteX1528" fmla="*/ 754863 w 889783"/>
                  <a:gd name="connsiteY1528" fmla="*/ 497105 h 917831"/>
                  <a:gd name="connsiteX1529" fmla="*/ 757309 w 889783"/>
                  <a:gd name="connsiteY1529" fmla="*/ 494660 h 917831"/>
                  <a:gd name="connsiteX1530" fmla="*/ 757309 w 889783"/>
                  <a:gd name="connsiteY1530" fmla="*/ 497105 h 917831"/>
                  <a:gd name="connsiteX1531" fmla="*/ 759898 w 889783"/>
                  <a:gd name="connsiteY1531" fmla="*/ 497105 h 917831"/>
                  <a:gd name="connsiteX1532" fmla="*/ 762343 w 889783"/>
                  <a:gd name="connsiteY1532" fmla="*/ 497105 h 917831"/>
                  <a:gd name="connsiteX1533" fmla="*/ 765075 w 889783"/>
                  <a:gd name="connsiteY1533" fmla="*/ 497105 h 917831"/>
                  <a:gd name="connsiteX1534" fmla="*/ 767521 w 889783"/>
                  <a:gd name="connsiteY1534" fmla="*/ 497105 h 917831"/>
                  <a:gd name="connsiteX1535" fmla="*/ 770110 w 889783"/>
                  <a:gd name="connsiteY1535" fmla="*/ 494660 h 917831"/>
                  <a:gd name="connsiteX1536" fmla="*/ 772555 w 889783"/>
                  <a:gd name="connsiteY1536" fmla="*/ 497105 h 917831"/>
                  <a:gd name="connsiteX1537" fmla="*/ 772555 w 889783"/>
                  <a:gd name="connsiteY1537" fmla="*/ 494660 h 917831"/>
                  <a:gd name="connsiteX1538" fmla="*/ 775000 w 889783"/>
                  <a:gd name="connsiteY1538" fmla="*/ 492214 h 917831"/>
                  <a:gd name="connsiteX1539" fmla="*/ 780322 w 889783"/>
                  <a:gd name="connsiteY1539" fmla="*/ 492214 h 917831"/>
                  <a:gd name="connsiteX1540" fmla="*/ 782768 w 889783"/>
                  <a:gd name="connsiteY1540" fmla="*/ 492214 h 917831"/>
                  <a:gd name="connsiteX1541" fmla="*/ 780322 w 889783"/>
                  <a:gd name="connsiteY1541" fmla="*/ 492214 h 917831"/>
                  <a:gd name="connsiteX1542" fmla="*/ 777733 w 889783"/>
                  <a:gd name="connsiteY1542" fmla="*/ 494660 h 917831"/>
                  <a:gd name="connsiteX1543" fmla="*/ 777733 w 889783"/>
                  <a:gd name="connsiteY1543" fmla="*/ 497105 h 917831"/>
                  <a:gd name="connsiteX1544" fmla="*/ 770110 w 889783"/>
                  <a:gd name="connsiteY1544" fmla="*/ 499838 h 917831"/>
                  <a:gd name="connsiteX1545" fmla="*/ 770110 w 889783"/>
                  <a:gd name="connsiteY1545" fmla="*/ 497105 h 917831"/>
                  <a:gd name="connsiteX1546" fmla="*/ 767521 w 889783"/>
                  <a:gd name="connsiteY1546" fmla="*/ 497105 h 917831"/>
                  <a:gd name="connsiteX1547" fmla="*/ 767521 w 889783"/>
                  <a:gd name="connsiteY1547" fmla="*/ 499838 h 917831"/>
                  <a:gd name="connsiteX1548" fmla="*/ 770110 w 889783"/>
                  <a:gd name="connsiteY1548" fmla="*/ 502427 h 917831"/>
                  <a:gd name="connsiteX1549" fmla="*/ 770110 w 889783"/>
                  <a:gd name="connsiteY1549" fmla="*/ 499838 h 917831"/>
                  <a:gd name="connsiteX1550" fmla="*/ 772555 w 889783"/>
                  <a:gd name="connsiteY1550" fmla="*/ 499838 h 917831"/>
                  <a:gd name="connsiteX1551" fmla="*/ 775000 w 889783"/>
                  <a:gd name="connsiteY1551" fmla="*/ 497105 h 917831"/>
                  <a:gd name="connsiteX1552" fmla="*/ 777733 w 889783"/>
                  <a:gd name="connsiteY1552" fmla="*/ 499838 h 917831"/>
                  <a:gd name="connsiteX1553" fmla="*/ 775000 w 889783"/>
                  <a:gd name="connsiteY1553" fmla="*/ 499838 h 917831"/>
                  <a:gd name="connsiteX1554" fmla="*/ 777733 w 889783"/>
                  <a:gd name="connsiteY1554" fmla="*/ 499838 h 917831"/>
                  <a:gd name="connsiteX1555" fmla="*/ 780322 w 889783"/>
                  <a:gd name="connsiteY1555" fmla="*/ 497105 h 917831"/>
                  <a:gd name="connsiteX1556" fmla="*/ 777733 w 889783"/>
                  <a:gd name="connsiteY1556" fmla="*/ 497105 h 917831"/>
                  <a:gd name="connsiteX1557" fmla="*/ 780322 w 889783"/>
                  <a:gd name="connsiteY1557" fmla="*/ 494660 h 917831"/>
                  <a:gd name="connsiteX1558" fmla="*/ 782768 w 889783"/>
                  <a:gd name="connsiteY1558" fmla="*/ 494660 h 917831"/>
                  <a:gd name="connsiteX1559" fmla="*/ 785213 w 889783"/>
                  <a:gd name="connsiteY1559" fmla="*/ 494660 h 917831"/>
                  <a:gd name="connsiteX1560" fmla="*/ 787946 w 889783"/>
                  <a:gd name="connsiteY1560" fmla="*/ 494660 h 917831"/>
                  <a:gd name="connsiteX1561" fmla="*/ 785213 w 889783"/>
                  <a:gd name="connsiteY1561" fmla="*/ 489625 h 917831"/>
                  <a:gd name="connsiteX1562" fmla="*/ 787946 w 889783"/>
                  <a:gd name="connsiteY1562" fmla="*/ 489625 h 917831"/>
                  <a:gd name="connsiteX1563" fmla="*/ 790535 w 889783"/>
                  <a:gd name="connsiteY1563" fmla="*/ 492214 h 917831"/>
                  <a:gd name="connsiteX1564" fmla="*/ 792980 w 889783"/>
                  <a:gd name="connsiteY1564" fmla="*/ 489625 h 917831"/>
                  <a:gd name="connsiteX1565" fmla="*/ 795426 w 889783"/>
                  <a:gd name="connsiteY1565" fmla="*/ 489625 h 917831"/>
                  <a:gd name="connsiteX1566" fmla="*/ 798159 w 889783"/>
                  <a:gd name="connsiteY1566" fmla="*/ 489625 h 917831"/>
                  <a:gd name="connsiteX1567" fmla="*/ 800748 w 889783"/>
                  <a:gd name="connsiteY1567" fmla="*/ 489625 h 917831"/>
                  <a:gd name="connsiteX1568" fmla="*/ 803193 w 889783"/>
                  <a:gd name="connsiteY1568" fmla="*/ 489625 h 917831"/>
                  <a:gd name="connsiteX1569" fmla="*/ 800748 w 889783"/>
                  <a:gd name="connsiteY1569" fmla="*/ 489625 h 917831"/>
                  <a:gd name="connsiteX1570" fmla="*/ 798159 w 889783"/>
                  <a:gd name="connsiteY1570" fmla="*/ 492214 h 917831"/>
                  <a:gd name="connsiteX1571" fmla="*/ 800748 w 889783"/>
                  <a:gd name="connsiteY1571" fmla="*/ 492214 h 917831"/>
                  <a:gd name="connsiteX1572" fmla="*/ 803193 w 889783"/>
                  <a:gd name="connsiteY1572" fmla="*/ 492214 h 917831"/>
                  <a:gd name="connsiteX1573" fmla="*/ 800748 w 889783"/>
                  <a:gd name="connsiteY1573" fmla="*/ 494660 h 917831"/>
                  <a:gd name="connsiteX1574" fmla="*/ 798159 w 889783"/>
                  <a:gd name="connsiteY1574" fmla="*/ 494660 h 917831"/>
                  <a:gd name="connsiteX1575" fmla="*/ 795426 w 889783"/>
                  <a:gd name="connsiteY1575" fmla="*/ 492214 h 917831"/>
                  <a:gd name="connsiteX1576" fmla="*/ 795426 w 889783"/>
                  <a:gd name="connsiteY1576" fmla="*/ 494660 h 917831"/>
                  <a:gd name="connsiteX1577" fmla="*/ 792980 w 889783"/>
                  <a:gd name="connsiteY1577" fmla="*/ 494660 h 917831"/>
                  <a:gd name="connsiteX1578" fmla="*/ 790535 w 889783"/>
                  <a:gd name="connsiteY1578" fmla="*/ 494660 h 917831"/>
                  <a:gd name="connsiteX1579" fmla="*/ 782768 w 889783"/>
                  <a:gd name="connsiteY1579" fmla="*/ 497105 h 917831"/>
                  <a:gd name="connsiteX1580" fmla="*/ 785213 w 889783"/>
                  <a:gd name="connsiteY1580" fmla="*/ 499838 h 917831"/>
                  <a:gd name="connsiteX1581" fmla="*/ 787946 w 889783"/>
                  <a:gd name="connsiteY1581" fmla="*/ 497105 h 917831"/>
                  <a:gd name="connsiteX1582" fmla="*/ 790535 w 889783"/>
                  <a:gd name="connsiteY1582" fmla="*/ 499838 h 917831"/>
                  <a:gd name="connsiteX1583" fmla="*/ 795426 w 889783"/>
                  <a:gd name="connsiteY1583" fmla="*/ 499838 h 917831"/>
                  <a:gd name="connsiteX1584" fmla="*/ 798159 w 889783"/>
                  <a:gd name="connsiteY1584" fmla="*/ 499838 h 917831"/>
                  <a:gd name="connsiteX1585" fmla="*/ 800748 w 889783"/>
                  <a:gd name="connsiteY1585" fmla="*/ 499838 h 917831"/>
                  <a:gd name="connsiteX1586" fmla="*/ 803193 w 889783"/>
                  <a:gd name="connsiteY1586" fmla="*/ 499838 h 917831"/>
                  <a:gd name="connsiteX1587" fmla="*/ 800748 w 889783"/>
                  <a:gd name="connsiteY1587" fmla="*/ 502427 h 917831"/>
                  <a:gd name="connsiteX1588" fmla="*/ 805638 w 889783"/>
                  <a:gd name="connsiteY1588" fmla="*/ 502427 h 917831"/>
                  <a:gd name="connsiteX1589" fmla="*/ 808371 w 889783"/>
                  <a:gd name="connsiteY1589" fmla="*/ 502427 h 917831"/>
                  <a:gd name="connsiteX1590" fmla="*/ 808371 w 889783"/>
                  <a:gd name="connsiteY1590" fmla="*/ 504872 h 917831"/>
                  <a:gd name="connsiteX1591" fmla="*/ 805638 w 889783"/>
                  <a:gd name="connsiteY1591" fmla="*/ 504872 h 917831"/>
                  <a:gd name="connsiteX1592" fmla="*/ 805638 w 889783"/>
                  <a:gd name="connsiteY1592" fmla="*/ 507317 h 917831"/>
                  <a:gd name="connsiteX1593" fmla="*/ 808371 w 889783"/>
                  <a:gd name="connsiteY1593" fmla="*/ 507317 h 917831"/>
                  <a:gd name="connsiteX1594" fmla="*/ 805638 w 889783"/>
                  <a:gd name="connsiteY1594" fmla="*/ 507317 h 917831"/>
                  <a:gd name="connsiteX1595" fmla="*/ 805638 w 889783"/>
                  <a:gd name="connsiteY1595" fmla="*/ 510050 h 917831"/>
                  <a:gd name="connsiteX1596" fmla="*/ 808371 w 889783"/>
                  <a:gd name="connsiteY1596" fmla="*/ 507317 h 917831"/>
                  <a:gd name="connsiteX1597" fmla="*/ 810960 w 889783"/>
                  <a:gd name="connsiteY1597" fmla="*/ 507317 h 917831"/>
                  <a:gd name="connsiteX1598" fmla="*/ 808371 w 889783"/>
                  <a:gd name="connsiteY1598" fmla="*/ 504872 h 917831"/>
                  <a:gd name="connsiteX1599" fmla="*/ 810960 w 889783"/>
                  <a:gd name="connsiteY1599" fmla="*/ 504872 h 917831"/>
                  <a:gd name="connsiteX1600" fmla="*/ 810960 w 889783"/>
                  <a:gd name="connsiteY1600" fmla="*/ 502427 h 917831"/>
                  <a:gd name="connsiteX1601" fmla="*/ 813405 w 889783"/>
                  <a:gd name="connsiteY1601" fmla="*/ 504872 h 917831"/>
                  <a:gd name="connsiteX1602" fmla="*/ 815850 w 889783"/>
                  <a:gd name="connsiteY1602" fmla="*/ 504872 h 917831"/>
                  <a:gd name="connsiteX1603" fmla="*/ 813405 w 889783"/>
                  <a:gd name="connsiteY1603" fmla="*/ 507317 h 917831"/>
                  <a:gd name="connsiteX1604" fmla="*/ 813405 w 889783"/>
                  <a:gd name="connsiteY1604" fmla="*/ 510050 h 917831"/>
                  <a:gd name="connsiteX1605" fmla="*/ 815850 w 889783"/>
                  <a:gd name="connsiteY1605" fmla="*/ 507317 h 917831"/>
                  <a:gd name="connsiteX1606" fmla="*/ 818583 w 889783"/>
                  <a:gd name="connsiteY1606" fmla="*/ 507317 h 917831"/>
                  <a:gd name="connsiteX1607" fmla="*/ 818583 w 889783"/>
                  <a:gd name="connsiteY1607" fmla="*/ 504872 h 917831"/>
                  <a:gd name="connsiteX1608" fmla="*/ 821029 w 889783"/>
                  <a:gd name="connsiteY1608" fmla="*/ 504872 h 917831"/>
                  <a:gd name="connsiteX1609" fmla="*/ 821029 w 889783"/>
                  <a:gd name="connsiteY1609" fmla="*/ 507317 h 917831"/>
                  <a:gd name="connsiteX1610" fmla="*/ 818583 w 889783"/>
                  <a:gd name="connsiteY1610" fmla="*/ 507317 h 917831"/>
                  <a:gd name="connsiteX1611" fmla="*/ 815850 w 889783"/>
                  <a:gd name="connsiteY1611" fmla="*/ 512639 h 917831"/>
                  <a:gd name="connsiteX1612" fmla="*/ 818583 w 889783"/>
                  <a:gd name="connsiteY1612" fmla="*/ 512639 h 917831"/>
                  <a:gd name="connsiteX1613" fmla="*/ 821029 w 889783"/>
                  <a:gd name="connsiteY1613" fmla="*/ 510050 h 917831"/>
                  <a:gd name="connsiteX1614" fmla="*/ 823618 w 889783"/>
                  <a:gd name="connsiteY1614" fmla="*/ 510050 h 917831"/>
                  <a:gd name="connsiteX1615" fmla="*/ 823618 w 889783"/>
                  <a:gd name="connsiteY1615" fmla="*/ 512639 h 917831"/>
                  <a:gd name="connsiteX1616" fmla="*/ 823618 w 889783"/>
                  <a:gd name="connsiteY1616" fmla="*/ 515085 h 917831"/>
                  <a:gd name="connsiteX1617" fmla="*/ 821029 w 889783"/>
                  <a:gd name="connsiteY1617" fmla="*/ 515085 h 917831"/>
                  <a:gd name="connsiteX1618" fmla="*/ 823618 w 889783"/>
                  <a:gd name="connsiteY1618" fmla="*/ 515085 h 917831"/>
                  <a:gd name="connsiteX1619" fmla="*/ 826063 w 889783"/>
                  <a:gd name="connsiteY1619" fmla="*/ 515085 h 917831"/>
                  <a:gd name="connsiteX1620" fmla="*/ 828796 w 889783"/>
                  <a:gd name="connsiteY1620" fmla="*/ 515085 h 917831"/>
                  <a:gd name="connsiteX1621" fmla="*/ 826063 w 889783"/>
                  <a:gd name="connsiteY1621" fmla="*/ 515085 h 917831"/>
                  <a:gd name="connsiteX1622" fmla="*/ 826063 w 889783"/>
                  <a:gd name="connsiteY1622" fmla="*/ 512639 h 917831"/>
                  <a:gd name="connsiteX1623" fmla="*/ 828796 w 889783"/>
                  <a:gd name="connsiteY1623" fmla="*/ 512639 h 917831"/>
                  <a:gd name="connsiteX1624" fmla="*/ 826063 w 889783"/>
                  <a:gd name="connsiteY1624" fmla="*/ 512639 h 917831"/>
                  <a:gd name="connsiteX1625" fmla="*/ 826063 w 889783"/>
                  <a:gd name="connsiteY1625" fmla="*/ 510050 h 917831"/>
                  <a:gd name="connsiteX1626" fmla="*/ 828796 w 889783"/>
                  <a:gd name="connsiteY1626" fmla="*/ 512639 h 917831"/>
                  <a:gd name="connsiteX1627" fmla="*/ 828796 w 889783"/>
                  <a:gd name="connsiteY1627" fmla="*/ 515085 h 917831"/>
                  <a:gd name="connsiteX1628" fmla="*/ 828796 w 889783"/>
                  <a:gd name="connsiteY1628" fmla="*/ 517530 h 917831"/>
                  <a:gd name="connsiteX1629" fmla="*/ 826063 w 889783"/>
                  <a:gd name="connsiteY1629" fmla="*/ 520119 h 917831"/>
                  <a:gd name="connsiteX1630" fmla="*/ 828796 w 889783"/>
                  <a:gd name="connsiteY1630" fmla="*/ 520119 h 917831"/>
                  <a:gd name="connsiteX1631" fmla="*/ 831385 w 889783"/>
                  <a:gd name="connsiteY1631" fmla="*/ 520119 h 917831"/>
                  <a:gd name="connsiteX1632" fmla="*/ 831385 w 889783"/>
                  <a:gd name="connsiteY1632" fmla="*/ 522852 h 917831"/>
                  <a:gd name="connsiteX1633" fmla="*/ 833830 w 889783"/>
                  <a:gd name="connsiteY1633" fmla="*/ 522852 h 917831"/>
                  <a:gd name="connsiteX1634" fmla="*/ 833830 w 889783"/>
                  <a:gd name="connsiteY1634" fmla="*/ 525297 h 917831"/>
                  <a:gd name="connsiteX1635" fmla="*/ 833830 w 889783"/>
                  <a:gd name="connsiteY1635" fmla="*/ 527742 h 917831"/>
                  <a:gd name="connsiteX1636" fmla="*/ 831385 w 889783"/>
                  <a:gd name="connsiteY1636" fmla="*/ 530332 h 917831"/>
                  <a:gd name="connsiteX1637" fmla="*/ 828796 w 889783"/>
                  <a:gd name="connsiteY1637" fmla="*/ 530332 h 917831"/>
                  <a:gd name="connsiteX1638" fmla="*/ 826063 w 889783"/>
                  <a:gd name="connsiteY1638" fmla="*/ 530332 h 917831"/>
                  <a:gd name="connsiteX1639" fmla="*/ 823618 w 889783"/>
                  <a:gd name="connsiteY1639" fmla="*/ 530332 h 917831"/>
                  <a:gd name="connsiteX1640" fmla="*/ 823618 w 889783"/>
                  <a:gd name="connsiteY1640" fmla="*/ 533065 h 917831"/>
                  <a:gd name="connsiteX1641" fmla="*/ 826063 w 889783"/>
                  <a:gd name="connsiteY1641" fmla="*/ 530332 h 917831"/>
                  <a:gd name="connsiteX1642" fmla="*/ 828796 w 889783"/>
                  <a:gd name="connsiteY1642" fmla="*/ 530332 h 917831"/>
                  <a:gd name="connsiteX1643" fmla="*/ 831385 w 889783"/>
                  <a:gd name="connsiteY1643" fmla="*/ 535510 h 917831"/>
                  <a:gd name="connsiteX1644" fmla="*/ 828796 w 889783"/>
                  <a:gd name="connsiteY1644" fmla="*/ 537955 h 917831"/>
                  <a:gd name="connsiteX1645" fmla="*/ 831385 w 889783"/>
                  <a:gd name="connsiteY1645" fmla="*/ 537955 h 917831"/>
                  <a:gd name="connsiteX1646" fmla="*/ 831385 w 889783"/>
                  <a:gd name="connsiteY1646" fmla="*/ 540400 h 917831"/>
                  <a:gd name="connsiteX1647" fmla="*/ 833830 w 889783"/>
                  <a:gd name="connsiteY1647" fmla="*/ 540400 h 917831"/>
                  <a:gd name="connsiteX1648" fmla="*/ 836276 w 889783"/>
                  <a:gd name="connsiteY1648" fmla="*/ 540400 h 917831"/>
                  <a:gd name="connsiteX1649" fmla="*/ 833830 w 889783"/>
                  <a:gd name="connsiteY1649" fmla="*/ 543277 h 917831"/>
                  <a:gd name="connsiteX1650" fmla="*/ 831385 w 889783"/>
                  <a:gd name="connsiteY1650" fmla="*/ 543277 h 917831"/>
                  <a:gd name="connsiteX1651" fmla="*/ 833830 w 889783"/>
                  <a:gd name="connsiteY1651" fmla="*/ 543277 h 917831"/>
                  <a:gd name="connsiteX1652" fmla="*/ 833830 w 889783"/>
                  <a:gd name="connsiteY1652" fmla="*/ 545722 h 917831"/>
                  <a:gd name="connsiteX1653" fmla="*/ 836276 w 889783"/>
                  <a:gd name="connsiteY1653" fmla="*/ 543277 h 917831"/>
                  <a:gd name="connsiteX1654" fmla="*/ 833830 w 889783"/>
                  <a:gd name="connsiteY1654" fmla="*/ 545722 h 917831"/>
                  <a:gd name="connsiteX1655" fmla="*/ 836276 w 889783"/>
                  <a:gd name="connsiteY1655" fmla="*/ 548167 h 917831"/>
                  <a:gd name="connsiteX1656" fmla="*/ 839009 w 889783"/>
                  <a:gd name="connsiteY1656" fmla="*/ 545722 h 917831"/>
                  <a:gd name="connsiteX1657" fmla="*/ 839009 w 889783"/>
                  <a:gd name="connsiteY1657" fmla="*/ 550757 h 917831"/>
                  <a:gd name="connsiteX1658" fmla="*/ 839009 w 889783"/>
                  <a:gd name="connsiteY1658" fmla="*/ 548167 h 917831"/>
                  <a:gd name="connsiteX1659" fmla="*/ 841454 w 889783"/>
                  <a:gd name="connsiteY1659" fmla="*/ 548167 h 917831"/>
                  <a:gd name="connsiteX1660" fmla="*/ 841454 w 889783"/>
                  <a:gd name="connsiteY1660" fmla="*/ 550757 h 917831"/>
                  <a:gd name="connsiteX1661" fmla="*/ 841454 w 889783"/>
                  <a:gd name="connsiteY1661" fmla="*/ 548167 h 917831"/>
                  <a:gd name="connsiteX1662" fmla="*/ 844043 w 889783"/>
                  <a:gd name="connsiteY1662" fmla="*/ 548167 h 917831"/>
                  <a:gd name="connsiteX1663" fmla="*/ 846488 w 889783"/>
                  <a:gd name="connsiteY1663" fmla="*/ 553490 h 917831"/>
                  <a:gd name="connsiteX1664" fmla="*/ 841454 w 889783"/>
                  <a:gd name="connsiteY1664" fmla="*/ 555935 h 917831"/>
                  <a:gd name="connsiteX1665" fmla="*/ 844043 w 889783"/>
                  <a:gd name="connsiteY1665" fmla="*/ 555935 h 917831"/>
                  <a:gd name="connsiteX1666" fmla="*/ 841454 w 889783"/>
                  <a:gd name="connsiteY1666" fmla="*/ 555935 h 917831"/>
                  <a:gd name="connsiteX1667" fmla="*/ 839009 w 889783"/>
                  <a:gd name="connsiteY1667" fmla="*/ 555935 h 917831"/>
                  <a:gd name="connsiteX1668" fmla="*/ 839009 w 889783"/>
                  <a:gd name="connsiteY1668" fmla="*/ 558380 h 917831"/>
                  <a:gd name="connsiteX1669" fmla="*/ 836276 w 889783"/>
                  <a:gd name="connsiteY1669" fmla="*/ 560969 h 917831"/>
                  <a:gd name="connsiteX1670" fmla="*/ 836276 w 889783"/>
                  <a:gd name="connsiteY1670" fmla="*/ 563702 h 917831"/>
                  <a:gd name="connsiteX1671" fmla="*/ 839009 w 889783"/>
                  <a:gd name="connsiteY1671" fmla="*/ 563702 h 917831"/>
                  <a:gd name="connsiteX1672" fmla="*/ 839009 w 889783"/>
                  <a:gd name="connsiteY1672" fmla="*/ 560969 h 917831"/>
                  <a:gd name="connsiteX1673" fmla="*/ 839009 w 889783"/>
                  <a:gd name="connsiteY1673" fmla="*/ 563702 h 917831"/>
                  <a:gd name="connsiteX1674" fmla="*/ 841454 w 889783"/>
                  <a:gd name="connsiteY1674" fmla="*/ 563702 h 917831"/>
                  <a:gd name="connsiteX1675" fmla="*/ 839009 w 889783"/>
                  <a:gd name="connsiteY1675" fmla="*/ 563702 h 917831"/>
                  <a:gd name="connsiteX1676" fmla="*/ 836276 w 889783"/>
                  <a:gd name="connsiteY1676" fmla="*/ 566147 h 917831"/>
                  <a:gd name="connsiteX1677" fmla="*/ 833830 w 889783"/>
                  <a:gd name="connsiteY1677" fmla="*/ 566147 h 917831"/>
                  <a:gd name="connsiteX1678" fmla="*/ 831385 w 889783"/>
                  <a:gd name="connsiteY1678" fmla="*/ 566147 h 917831"/>
                  <a:gd name="connsiteX1679" fmla="*/ 828796 w 889783"/>
                  <a:gd name="connsiteY1679" fmla="*/ 566147 h 917831"/>
                  <a:gd name="connsiteX1680" fmla="*/ 823618 w 889783"/>
                  <a:gd name="connsiteY1680" fmla="*/ 563702 h 917831"/>
                  <a:gd name="connsiteX1681" fmla="*/ 821029 w 889783"/>
                  <a:gd name="connsiteY1681" fmla="*/ 566147 h 917831"/>
                  <a:gd name="connsiteX1682" fmla="*/ 823618 w 889783"/>
                  <a:gd name="connsiteY1682" fmla="*/ 568592 h 917831"/>
                  <a:gd name="connsiteX1683" fmla="*/ 828796 w 889783"/>
                  <a:gd name="connsiteY1683" fmla="*/ 568592 h 917831"/>
                  <a:gd name="connsiteX1684" fmla="*/ 831385 w 889783"/>
                  <a:gd name="connsiteY1684" fmla="*/ 568592 h 917831"/>
                  <a:gd name="connsiteX1685" fmla="*/ 833830 w 889783"/>
                  <a:gd name="connsiteY1685" fmla="*/ 568592 h 917831"/>
                  <a:gd name="connsiteX1686" fmla="*/ 836276 w 889783"/>
                  <a:gd name="connsiteY1686" fmla="*/ 568592 h 917831"/>
                  <a:gd name="connsiteX1687" fmla="*/ 836276 w 889783"/>
                  <a:gd name="connsiteY1687" fmla="*/ 571038 h 917831"/>
                  <a:gd name="connsiteX1688" fmla="*/ 836276 w 889783"/>
                  <a:gd name="connsiteY1688" fmla="*/ 568592 h 917831"/>
                  <a:gd name="connsiteX1689" fmla="*/ 836276 w 889783"/>
                  <a:gd name="connsiteY1689" fmla="*/ 571038 h 917831"/>
                  <a:gd name="connsiteX1690" fmla="*/ 836276 w 889783"/>
                  <a:gd name="connsiteY1690" fmla="*/ 573771 h 917831"/>
                  <a:gd name="connsiteX1691" fmla="*/ 839009 w 889783"/>
                  <a:gd name="connsiteY1691" fmla="*/ 573771 h 917831"/>
                  <a:gd name="connsiteX1692" fmla="*/ 839009 w 889783"/>
                  <a:gd name="connsiteY1692" fmla="*/ 571038 h 917831"/>
                  <a:gd name="connsiteX1693" fmla="*/ 841454 w 889783"/>
                  <a:gd name="connsiteY1693" fmla="*/ 573771 h 917831"/>
                  <a:gd name="connsiteX1694" fmla="*/ 844043 w 889783"/>
                  <a:gd name="connsiteY1694" fmla="*/ 573771 h 917831"/>
                  <a:gd name="connsiteX1695" fmla="*/ 846488 w 889783"/>
                  <a:gd name="connsiteY1695" fmla="*/ 571038 h 917831"/>
                  <a:gd name="connsiteX1696" fmla="*/ 848933 w 889783"/>
                  <a:gd name="connsiteY1696" fmla="*/ 571038 h 917831"/>
                  <a:gd name="connsiteX1697" fmla="*/ 846488 w 889783"/>
                  <a:gd name="connsiteY1697" fmla="*/ 571038 h 917831"/>
                  <a:gd name="connsiteX1698" fmla="*/ 848933 w 889783"/>
                  <a:gd name="connsiteY1698" fmla="*/ 573771 h 917831"/>
                  <a:gd name="connsiteX1699" fmla="*/ 848933 w 889783"/>
                  <a:gd name="connsiteY1699" fmla="*/ 571038 h 917831"/>
                  <a:gd name="connsiteX1700" fmla="*/ 851666 w 889783"/>
                  <a:gd name="connsiteY1700" fmla="*/ 571038 h 917831"/>
                  <a:gd name="connsiteX1701" fmla="*/ 851666 w 889783"/>
                  <a:gd name="connsiteY1701" fmla="*/ 568592 h 917831"/>
                  <a:gd name="connsiteX1702" fmla="*/ 856700 w 889783"/>
                  <a:gd name="connsiteY1702" fmla="*/ 568592 h 917831"/>
                  <a:gd name="connsiteX1703" fmla="*/ 854255 w 889783"/>
                  <a:gd name="connsiteY1703" fmla="*/ 571038 h 917831"/>
                  <a:gd name="connsiteX1704" fmla="*/ 854255 w 889783"/>
                  <a:gd name="connsiteY1704" fmla="*/ 573771 h 917831"/>
                  <a:gd name="connsiteX1705" fmla="*/ 854255 w 889783"/>
                  <a:gd name="connsiteY1705" fmla="*/ 571038 h 917831"/>
                  <a:gd name="connsiteX1706" fmla="*/ 856700 w 889783"/>
                  <a:gd name="connsiteY1706" fmla="*/ 571038 h 917831"/>
                  <a:gd name="connsiteX1707" fmla="*/ 859146 w 889783"/>
                  <a:gd name="connsiteY1707" fmla="*/ 571038 h 917831"/>
                  <a:gd name="connsiteX1708" fmla="*/ 856700 w 889783"/>
                  <a:gd name="connsiteY1708" fmla="*/ 573771 h 917831"/>
                  <a:gd name="connsiteX1709" fmla="*/ 859146 w 889783"/>
                  <a:gd name="connsiteY1709" fmla="*/ 573771 h 917831"/>
                  <a:gd name="connsiteX1710" fmla="*/ 859146 w 889783"/>
                  <a:gd name="connsiteY1710" fmla="*/ 576360 h 917831"/>
                  <a:gd name="connsiteX1711" fmla="*/ 856700 w 889783"/>
                  <a:gd name="connsiteY1711" fmla="*/ 576360 h 917831"/>
                  <a:gd name="connsiteX1712" fmla="*/ 856700 w 889783"/>
                  <a:gd name="connsiteY1712" fmla="*/ 578805 h 917831"/>
                  <a:gd name="connsiteX1713" fmla="*/ 859146 w 889783"/>
                  <a:gd name="connsiteY1713" fmla="*/ 578805 h 917831"/>
                  <a:gd name="connsiteX1714" fmla="*/ 861879 w 889783"/>
                  <a:gd name="connsiteY1714" fmla="*/ 578805 h 917831"/>
                  <a:gd name="connsiteX1715" fmla="*/ 864468 w 889783"/>
                  <a:gd name="connsiteY1715" fmla="*/ 578805 h 917831"/>
                  <a:gd name="connsiteX1716" fmla="*/ 866913 w 889783"/>
                  <a:gd name="connsiteY1716" fmla="*/ 581250 h 917831"/>
                  <a:gd name="connsiteX1717" fmla="*/ 864468 w 889783"/>
                  <a:gd name="connsiteY1717" fmla="*/ 581250 h 917831"/>
                  <a:gd name="connsiteX1718" fmla="*/ 861879 w 889783"/>
                  <a:gd name="connsiteY1718" fmla="*/ 581250 h 917831"/>
                  <a:gd name="connsiteX1719" fmla="*/ 864468 w 889783"/>
                  <a:gd name="connsiteY1719" fmla="*/ 583983 h 917831"/>
                  <a:gd name="connsiteX1720" fmla="*/ 861879 w 889783"/>
                  <a:gd name="connsiteY1720" fmla="*/ 583983 h 917831"/>
                  <a:gd name="connsiteX1721" fmla="*/ 864468 w 889783"/>
                  <a:gd name="connsiteY1721" fmla="*/ 583983 h 917831"/>
                  <a:gd name="connsiteX1722" fmla="*/ 864468 w 889783"/>
                  <a:gd name="connsiteY1722" fmla="*/ 586572 h 917831"/>
                  <a:gd name="connsiteX1723" fmla="*/ 859146 w 889783"/>
                  <a:gd name="connsiteY1723" fmla="*/ 586572 h 917831"/>
                  <a:gd name="connsiteX1724" fmla="*/ 859146 w 889783"/>
                  <a:gd name="connsiteY1724" fmla="*/ 583983 h 917831"/>
                  <a:gd name="connsiteX1725" fmla="*/ 856700 w 889783"/>
                  <a:gd name="connsiteY1725" fmla="*/ 586572 h 917831"/>
                  <a:gd name="connsiteX1726" fmla="*/ 854255 w 889783"/>
                  <a:gd name="connsiteY1726" fmla="*/ 586572 h 917831"/>
                  <a:gd name="connsiteX1727" fmla="*/ 854255 w 889783"/>
                  <a:gd name="connsiteY1727" fmla="*/ 583983 h 917831"/>
                  <a:gd name="connsiteX1728" fmla="*/ 859146 w 889783"/>
                  <a:gd name="connsiteY1728" fmla="*/ 581250 h 917831"/>
                  <a:gd name="connsiteX1729" fmla="*/ 859146 w 889783"/>
                  <a:gd name="connsiteY1729" fmla="*/ 578805 h 917831"/>
                  <a:gd name="connsiteX1730" fmla="*/ 856700 w 889783"/>
                  <a:gd name="connsiteY1730" fmla="*/ 581250 h 917831"/>
                  <a:gd name="connsiteX1731" fmla="*/ 854255 w 889783"/>
                  <a:gd name="connsiteY1731" fmla="*/ 578805 h 917831"/>
                  <a:gd name="connsiteX1732" fmla="*/ 854255 w 889783"/>
                  <a:gd name="connsiteY1732" fmla="*/ 576360 h 917831"/>
                  <a:gd name="connsiteX1733" fmla="*/ 851666 w 889783"/>
                  <a:gd name="connsiteY1733" fmla="*/ 576360 h 917831"/>
                  <a:gd name="connsiteX1734" fmla="*/ 851666 w 889783"/>
                  <a:gd name="connsiteY1734" fmla="*/ 578805 h 917831"/>
                  <a:gd name="connsiteX1735" fmla="*/ 846488 w 889783"/>
                  <a:gd name="connsiteY1735" fmla="*/ 578805 h 917831"/>
                  <a:gd name="connsiteX1736" fmla="*/ 846488 w 889783"/>
                  <a:gd name="connsiteY1736" fmla="*/ 576360 h 917831"/>
                  <a:gd name="connsiteX1737" fmla="*/ 844043 w 889783"/>
                  <a:gd name="connsiteY1737" fmla="*/ 578805 h 917831"/>
                  <a:gd name="connsiteX1738" fmla="*/ 839009 w 889783"/>
                  <a:gd name="connsiteY1738" fmla="*/ 578805 h 917831"/>
                  <a:gd name="connsiteX1739" fmla="*/ 836276 w 889783"/>
                  <a:gd name="connsiteY1739" fmla="*/ 581250 h 917831"/>
                  <a:gd name="connsiteX1740" fmla="*/ 833830 w 889783"/>
                  <a:gd name="connsiteY1740" fmla="*/ 583983 h 917831"/>
                  <a:gd name="connsiteX1741" fmla="*/ 836276 w 889783"/>
                  <a:gd name="connsiteY1741" fmla="*/ 583983 h 917831"/>
                  <a:gd name="connsiteX1742" fmla="*/ 836276 w 889783"/>
                  <a:gd name="connsiteY1742" fmla="*/ 581250 h 917831"/>
                  <a:gd name="connsiteX1743" fmla="*/ 839009 w 889783"/>
                  <a:gd name="connsiteY1743" fmla="*/ 581250 h 917831"/>
                  <a:gd name="connsiteX1744" fmla="*/ 841454 w 889783"/>
                  <a:gd name="connsiteY1744" fmla="*/ 581250 h 917831"/>
                  <a:gd name="connsiteX1745" fmla="*/ 846488 w 889783"/>
                  <a:gd name="connsiteY1745" fmla="*/ 581250 h 917831"/>
                  <a:gd name="connsiteX1746" fmla="*/ 844043 w 889783"/>
                  <a:gd name="connsiteY1746" fmla="*/ 581250 h 917831"/>
                  <a:gd name="connsiteX1747" fmla="*/ 846488 w 889783"/>
                  <a:gd name="connsiteY1747" fmla="*/ 583983 h 917831"/>
                  <a:gd name="connsiteX1748" fmla="*/ 844043 w 889783"/>
                  <a:gd name="connsiteY1748" fmla="*/ 583983 h 917831"/>
                  <a:gd name="connsiteX1749" fmla="*/ 841454 w 889783"/>
                  <a:gd name="connsiteY1749" fmla="*/ 586572 h 917831"/>
                  <a:gd name="connsiteX1750" fmla="*/ 844043 w 889783"/>
                  <a:gd name="connsiteY1750" fmla="*/ 586572 h 917831"/>
                  <a:gd name="connsiteX1751" fmla="*/ 848933 w 889783"/>
                  <a:gd name="connsiteY1751" fmla="*/ 586572 h 917831"/>
                  <a:gd name="connsiteX1752" fmla="*/ 848933 w 889783"/>
                  <a:gd name="connsiteY1752" fmla="*/ 589018 h 917831"/>
                  <a:gd name="connsiteX1753" fmla="*/ 846488 w 889783"/>
                  <a:gd name="connsiteY1753" fmla="*/ 589018 h 917831"/>
                  <a:gd name="connsiteX1754" fmla="*/ 848933 w 889783"/>
                  <a:gd name="connsiteY1754" fmla="*/ 591463 h 917831"/>
                  <a:gd name="connsiteX1755" fmla="*/ 851666 w 889783"/>
                  <a:gd name="connsiteY1755" fmla="*/ 591463 h 917831"/>
                  <a:gd name="connsiteX1756" fmla="*/ 854255 w 889783"/>
                  <a:gd name="connsiteY1756" fmla="*/ 591463 h 917831"/>
                  <a:gd name="connsiteX1757" fmla="*/ 856700 w 889783"/>
                  <a:gd name="connsiteY1757" fmla="*/ 591463 h 917831"/>
                  <a:gd name="connsiteX1758" fmla="*/ 856700 w 889783"/>
                  <a:gd name="connsiteY1758" fmla="*/ 589018 h 917831"/>
                  <a:gd name="connsiteX1759" fmla="*/ 859146 w 889783"/>
                  <a:gd name="connsiteY1759" fmla="*/ 586572 h 917831"/>
                  <a:gd name="connsiteX1760" fmla="*/ 859146 w 889783"/>
                  <a:gd name="connsiteY1760" fmla="*/ 589018 h 917831"/>
                  <a:gd name="connsiteX1761" fmla="*/ 859146 w 889783"/>
                  <a:gd name="connsiteY1761" fmla="*/ 591463 h 917831"/>
                  <a:gd name="connsiteX1762" fmla="*/ 861879 w 889783"/>
                  <a:gd name="connsiteY1762" fmla="*/ 589018 h 917831"/>
                  <a:gd name="connsiteX1763" fmla="*/ 864468 w 889783"/>
                  <a:gd name="connsiteY1763" fmla="*/ 586572 h 917831"/>
                  <a:gd name="connsiteX1764" fmla="*/ 866913 w 889783"/>
                  <a:gd name="connsiteY1764" fmla="*/ 586572 h 917831"/>
                  <a:gd name="connsiteX1765" fmla="*/ 866913 w 889783"/>
                  <a:gd name="connsiteY1765" fmla="*/ 589018 h 917831"/>
                  <a:gd name="connsiteX1766" fmla="*/ 869358 w 889783"/>
                  <a:gd name="connsiteY1766" fmla="*/ 589018 h 917831"/>
                  <a:gd name="connsiteX1767" fmla="*/ 866913 w 889783"/>
                  <a:gd name="connsiteY1767" fmla="*/ 589018 h 917831"/>
                  <a:gd name="connsiteX1768" fmla="*/ 866913 w 889783"/>
                  <a:gd name="connsiteY1768" fmla="*/ 591463 h 917831"/>
                  <a:gd name="connsiteX1769" fmla="*/ 866913 w 889783"/>
                  <a:gd name="connsiteY1769" fmla="*/ 589018 h 917831"/>
                  <a:gd name="connsiteX1770" fmla="*/ 866913 w 889783"/>
                  <a:gd name="connsiteY1770" fmla="*/ 591463 h 917831"/>
                  <a:gd name="connsiteX1771" fmla="*/ 869358 w 889783"/>
                  <a:gd name="connsiteY1771" fmla="*/ 589018 h 917831"/>
                  <a:gd name="connsiteX1772" fmla="*/ 869358 w 889783"/>
                  <a:gd name="connsiteY1772" fmla="*/ 591463 h 917831"/>
                  <a:gd name="connsiteX1773" fmla="*/ 872091 w 889783"/>
                  <a:gd name="connsiteY1773" fmla="*/ 591463 h 917831"/>
                  <a:gd name="connsiteX1774" fmla="*/ 874680 w 889783"/>
                  <a:gd name="connsiteY1774" fmla="*/ 589018 h 917831"/>
                  <a:gd name="connsiteX1775" fmla="*/ 872091 w 889783"/>
                  <a:gd name="connsiteY1775" fmla="*/ 589018 h 917831"/>
                  <a:gd name="connsiteX1776" fmla="*/ 877126 w 889783"/>
                  <a:gd name="connsiteY1776" fmla="*/ 586572 h 917831"/>
                  <a:gd name="connsiteX1777" fmla="*/ 874680 w 889783"/>
                  <a:gd name="connsiteY1777" fmla="*/ 589018 h 917831"/>
                  <a:gd name="connsiteX1778" fmla="*/ 877126 w 889783"/>
                  <a:gd name="connsiteY1778" fmla="*/ 589018 h 917831"/>
                  <a:gd name="connsiteX1779" fmla="*/ 874680 w 889783"/>
                  <a:gd name="connsiteY1779" fmla="*/ 591463 h 917831"/>
                  <a:gd name="connsiteX1780" fmla="*/ 877126 w 889783"/>
                  <a:gd name="connsiteY1780" fmla="*/ 591463 h 917831"/>
                  <a:gd name="connsiteX1781" fmla="*/ 872091 w 889783"/>
                  <a:gd name="connsiteY1781" fmla="*/ 594196 h 917831"/>
                  <a:gd name="connsiteX1782" fmla="*/ 877126 w 889783"/>
                  <a:gd name="connsiteY1782" fmla="*/ 594196 h 917831"/>
                  <a:gd name="connsiteX1783" fmla="*/ 877126 w 889783"/>
                  <a:gd name="connsiteY1783" fmla="*/ 596785 h 917831"/>
                  <a:gd name="connsiteX1784" fmla="*/ 879571 w 889783"/>
                  <a:gd name="connsiteY1784" fmla="*/ 596785 h 917831"/>
                  <a:gd name="connsiteX1785" fmla="*/ 877126 w 889783"/>
                  <a:gd name="connsiteY1785" fmla="*/ 599230 h 917831"/>
                  <a:gd name="connsiteX1786" fmla="*/ 877126 w 889783"/>
                  <a:gd name="connsiteY1786" fmla="*/ 596785 h 917831"/>
                  <a:gd name="connsiteX1787" fmla="*/ 877126 w 889783"/>
                  <a:gd name="connsiteY1787" fmla="*/ 599230 h 917831"/>
                  <a:gd name="connsiteX1788" fmla="*/ 877126 w 889783"/>
                  <a:gd name="connsiteY1788" fmla="*/ 596785 h 917831"/>
                  <a:gd name="connsiteX1789" fmla="*/ 874680 w 889783"/>
                  <a:gd name="connsiteY1789" fmla="*/ 596785 h 917831"/>
                  <a:gd name="connsiteX1790" fmla="*/ 874680 w 889783"/>
                  <a:gd name="connsiteY1790" fmla="*/ 599230 h 917831"/>
                  <a:gd name="connsiteX1791" fmla="*/ 874680 w 889783"/>
                  <a:gd name="connsiteY1791" fmla="*/ 596785 h 917831"/>
                  <a:gd name="connsiteX1792" fmla="*/ 874680 w 889783"/>
                  <a:gd name="connsiteY1792" fmla="*/ 599230 h 917831"/>
                  <a:gd name="connsiteX1793" fmla="*/ 872091 w 889783"/>
                  <a:gd name="connsiteY1793" fmla="*/ 599230 h 917831"/>
                  <a:gd name="connsiteX1794" fmla="*/ 872091 w 889783"/>
                  <a:gd name="connsiteY1794" fmla="*/ 596785 h 917831"/>
                  <a:gd name="connsiteX1795" fmla="*/ 874680 w 889783"/>
                  <a:gd name="connsiteY1795" fmla="*/ 596785 h 917831"/>
                  <a:gd name="connsiteX1796" fmla="*/ 872091 w 889783"/>
                  <a:gd name="connsiteY1796" fmla="*/ 596785 h 917831"/>
                  <a:gd name="connsiteX1797" fmla="*/ 872091 w 889783"/>
                  <a:gd name="connsiteY1797" fmla="*/ 599230 h 917831"/>
                  <a:gd name="connsiteX1798" fmla="*/ 869358 w 889783"/>
                  <a:gd name="connsiteY1798" fmla="*/ 599230 h 917831"/>
                  <a:gd name="connsiteX1799" fmla="*/ 866913 w 889783"/>
                  <a:gd name="connsiteY1799" fmla="*/ 599230 h 917831"/>
                  <a:gd name="connsiteX1800" fmla="*/ 864468 w 889783"/>
                  <a:gd name="connsiteY1800" fmla="*/ 599230 h 917831"/>
                  <a:gd name="connsiteX1801" fmla="*/ 869358 w 889783"/>
                  <a:gd name="connsiteY1801" fmla="*/ 601675 h 917831"/>
                  <a:gd name="connsiteX1802" fmla="*/ 864468 w 889783"/>
                  <a:gd name="connsiteY1802" fmla="*/ 604264 h 917831"/>
                  <a:gd name="connsiteX1803" fmla="*/ 872091 w 889783"/>
                  <a:gd name="connsiteY1803" fmla="*/ 601675 h 917831"/>
                  <a:gd name="connsiteX1804" fmla="*/ 872091 w 889783"/>
                  <a:gd name="connsiteY1804" fmla="*/ 604264 h 917831"/>
                  <a:gd name="connsiteX1805" fmla="*/ 869358 w 889783"/>
                  <a:gd name="connsiteY1805" fmla="*/ 604264 h 917831"/>
                  <a:gd name="connsiteX1806" fmla="*/ 869358 w 889783"/>
                  <a:gd name="connsiteY1806" fmla="*/ 606997 h 917831"/>
                  <a:gd name="connsiteX1807" fmla="*/ 869358 w 889783"/>
                  <a:gd name="connsiteY1807" fmla="*/ 604264 h 917831"/>
                  <a:gd name="connsiteX1808" fmla="*/ 869358 w 889783"/>
                  <a:gd name="connsiteY1808" fmla="*/ 606997 h 917831"/>
                  <a:gd name="connsiteX1809" fmla="*/ 872091 w 889783"/>
                  <a:gd name="connsiteY1809" fmla="*/ 606997 h 917831"/>
                  <a:gd name="connsiteX1810" fmla="*/ 872091 w 889783"/>
                  <a:gd name="connsiteY1810" fmla="*/ 609443 h 917831"/>
                  <a:gd name="connsiteX1811" fmla="*/ 874680 w 889783"/>
                  <a:gd name="connsiteY1811" fmla="*/ 606997 h 917831"/>
                  <a:gd name="connsiteX1812" fmla="*/ 874680 w 889783"/>
                  <a:gd name="connsiteY1812" fmla="*/ 609443 h 917831"/>
                  <a:gd name="connsiteX1813" fmla="*/ 877126 w 889783"/>
                  <a:gd name="connsiteY1813" fmla="*/ 606997 h 917831"/>
                  <a:gd name="connsiteX1814" fmla="*/ 879571 w 889783"/>
                  <a:gd name="connsiteY1814" fmla="*/ 606997 h 917831"/>
                  <a:gd name="connsiteX1815" fmla="*/ 877126 w 889783"/>
                  <a:gd name="connsiteY1815" fmla="*/ 606997 h 917831"/>
                  <a:gd name="connsiteX1816" fmla="*/ 877126 w 889783"/>
                  <a:gd name="connsiteY1816" fmla="*/ 609443 h 917831"/>
                  <a:gd name="connsiteX1817" fmla="*/ 877126 w 889783"/>
                  <a:gd name="connsiteY1817" fmla="*/ 611888 h 917831"/>
                  <a:gd name="connsiteX1818" fmla="*/ 872091 w 889783"/>
                  <a:gd name="connsiteY1818" fmla="*/ 614477 h 917831"/>
                  <a:gd name="connsiteX1819" fmla="*/ 872091 w 889783"/>
                  <a:gd name="connsiteY1819" fmla="*/ 617210 h 917831"/>
                  <a:gd name="connsiteX1820" fmla="*/ 874680 w 889783"/>
                  <a:gd name="connsiteY1820" fmla="*/ 614477 h 917831"/>
                  <a:gd name="connsiteX1821" fmla="*/ 877126 w 889783"/>
                  <a:gd name="connsiteY1821" fmla="*/ 611888 h 917831"/>
                  <a:gd name="connsiteX1822" fmla="*/ 879571 w 889783"/>
                  <a:gd name="connsiteY1822" fmla="*/ 609443 h 917831"/>
                  <a:gd name="connsiteX1823" fmla="*/ 882304 w 889783"/>
                  <a:gd name="connsiteY1823" fmla="*/ 609443 h 917831"/>
                  <a:gd name="connsiteX1824" fmla="*/ 879571 w 889783"/>
                  <a:gd name="connsiteY1824" fmla="*/ 611888 h 917831"/>
                  <a:gd name="connsiteX1825" fmla="*/ 884893 w 889783"/>
                  <a:gd name="connsiteY1825" fmla="*/ 609443 h 917831"/>
                  <a:gd name="connsiteX1826" fmla="*/ 887338 w 889783"/>
                  <a:gd name="connsiteY1826" fmla="*/ 609443 h 917831"/>
                  <a:gd name="connsiteX1827" fmla="*/ 887338 w 889783"/>
                  <a:gd name="connsiteY1827" fmla="*/ 614477 h 917831"/>
                  <a:gd name="connsiteX1828" fmla="*/ 884893 w 889783"/>
                  <a:gd name="connsiteY1828" fmla="*/ 614477 h 917831"/>
                  <a:gd name="connsiteX1829" fmla="*/ 882304 w 889783"/>
                  <a:gd name="connsiteY1829" fmla="*/ 611888 h 917831"/>
                  <a:gd name="connsiteX1830" fmla="*/ 882304 w 889783"/>
                  <a:gd name="connsiteY1830" fmla="*/ 614477 h 917831"/>
                  <a:gd name="connsiteX1831" fmla="*/ 879571 w 889783"/>
                  <a:gd name="connsiteY1831" fmla="*/ 614477 h 917831"/>
                  <a:gd name="connsiteX1832" fmla="*/ 877126 w 889783"/>
                  <a:gd name="connsiteY1832" fmla="*/ 617210 h 917831"/>
                  <a:gd name="connsiteX1833" fmla="*/ 879571 w 889783"/>
                  <a:gd name="connsiteY1833" fmla="*/ 617210 h 917831"/>
                  <a:gd name="connsiteX1834" fmla="*/ 882304 w 889783"/>
                  <a:gd name="connsiteY1834" fmla="*/ 617210 h 917831"/>
                  <a:gd name="connsiteX1835" fmla="*/ 884893 w 889783"/>
                  <a:gd name="connsiteY1835" fmla="*/ 617210 h 917831"/>
                  <a:gd name="connsiteX1836" fmla="*/ 884893 w 889783"/>
                  <a:gd name="connsiteY1836" fmla="*/ 619655 h 917831"/>
                  <a:gd name="connsiteX1837" fmla="*/ 884893 w 889783"/>
                  <a:gd name="connsiteY1837" fmla="*/ 622100 h 917831"/>
                  <a:gd name="connsiteX1838" fmla="*/ 887338 w 889783"/>
                  <a:gd name="connsiteY1838" fmla="*/ 622100 h 917831"/>
                  <a:gd name="connsiteX1839" fmla="*/ 887338 w 889783"/>
                  <a:gd name="connsiteY1839" fmla="*/ 624546 h 917831"/>
                  <a:gd name="connsiteX1840" fmla="*/ 889783 w 889783"/>
                  <a:gd name="connsiteY1840" fmla="*/ 624546 h 917831"/>
                  <a:gd name="connsiteX1841" fmla="*/ 889783 w 889783"/>
                  <a:gd name="connsiteY1841" fmla="*/ 627422 h 917831"/>
                  <a:gd name="connsiteX1842" fmla="*/ 887338 w 889783"/>
                  <a:gd name="connsiteY1842" fmla="*/ 627422 h 917831"/>
                  <a:gd name="connsiteX1843" fmla="*/ 884893 w 889783"/>
                  <a:gd name="connsiteY1843" fmla="*/ 627422 h 917831"/>
                  <a:gd name="connsiteX1844" fmla="*/ 882304 w 889783"/>
                  <a:gd name="connsiteY1844" fmla="*/ 627422 h 917831"/>
                  <a:gd name="connsiteX1845" fmla="*/ 882304 w 889783"/>
                  <a:gd name="connsiteY1845" fmla="*/ 629868 h 917831"/>
                  <a:gd name="connsiteX1846" fmla="*/ 884893 w 889783"/>
                  <a:gd name="connsiteY1846" fmla="*/ 629868 h 917831"/>
                  <a:gd name="connsiteX1847" fmla="*/ 887338 w 889783"/>
                  <a:gd name="connsiteY1847" fmla="*/ 632313 h 917831"/>
                  <a:gd name="connsiteX1848" fmla="*/ 884893 w 889783"/>
                  <a:gd name="connsiteY1848" fmla="*/ 634758 h 917831"/>
                  <a:gd name="connsiteX1849" fmla="*/ 882304 w 889783"/>
                  <a:gd name="connsiteY1849" fmla="*/ 634758 h 917831"/>
                  <a:gd name="connsiteX1850" fmla="*/ 882304 w 889783"/>
                  <a:gd name="connsiteY1850" fmla="*/ 637491 h 917831"/>
                  <a:gd name="connsiteX1851" fmla="*/ 884893 w 889783"/>
                  <a:gd name="connsiteY1851" fmla="*/ 637491 h 917831"/>
                  <a:gd name="connsiteX1852" fmla="*/ 882304 w 889783"/>
                  <a:gd name="connsiteY1852" fmla="*/ 637491 h 917831"/>
                  <a:gd name="connsiteX1853" fmla="*/ 879571 w 889783"/>
                  <a:gd name="connsiteY1853" fmla="*/ 637491 h 917831"/>
                  <a:gd name="connsiteX1854" fmla="*/ 879571 w 889783"/>
                  <a:gd name="connsiteY1854" fmla="*/ 640080 h 917831"/>
                  <a:gd name="connsiteX1855" fmla="*/ 882304 w 889783"/>
                  <a:gd name="connsiteY1855" fmla="*/ 640080 h 917831"/>
                  <a:gd name="connsiteX1856" fmla="*/ 879571 w 889783"/>
                  <a:gd name="connsiteY1856" fmla="*/ 640080 h 917831"/>
                  <a:gd name="connsiteX1857" fmla="*/ 877126 w 889783"/>
                  <a:gd name="connsiteY1857" fmla="*/ 640080 h 917831"/>
                  <a:gd name="connsiteX1858" fmla="*/ 874680 w 889783"/>
                  <a:gd name="connsiteY1858" fmla="*/ 640080 h 917831"/>
                  <a:gd name="connsiteX1859" fmla="*/ 872091 w 889783"/>
                  <a:gd name="connsiteY1859" fmla="*/ 640080 h 917831"/>
                  <a:gd name="connsiteX1860" fmla="*/ 874680 w 889783"/>
                  <a:gd name="connsiteY1860" fmla="*/ 640080 h 917831"/>
                  <a:gd name="connsiteX1861" fmla="*/ 882304 w 889783"/>
                  <a:gd name="connsiteY1861" fmla="*/ 642525 h 917831"/>
                  <a:gd name="connsiteX1862" fmla="*/ 884893 w 889783"/>
                  <a:gd name="connsiteY1862" fmla="*/ 642525 h 917831"/>
                  <a:gd name="connsiteX1863" fmla="*/ 882304 w 889783"/>
                  <a:gd name="connsiteY1863" fmla="*/ 645114 h 917831"/>
                  <a:gd name="connsiteX1864" fmla="*/ 882304 w 889783"/>
                  <a:gd name="connsiteY1864" fmla="*/ 647847 h 917831"/>
                  <a:gd name="connsiteX1865" fmla="*/ 877126 w 889783"/>
                  <a:gd name="connsiteY1865" fmla="*/ 655183 h 917831"/>
                  <a:gd name="connsiteX1866" fmla="*/ 877126 w 889783"/>
                  <a:gd name="connsiteY1866" fmla="*/ 658060 h 917831"/>
                  <a:gd name="connsiteX1867" fmla="*/ 874680 w 889783"/>
                  <a:gd name="connsiteY1867" fmla="*/ 660505 h 917831"/>
                  <a:gd name="connsiteX1868" fmla="*/ 874680 w 889783"/>
                  <a:gd name="connsiteY1868" fmla="*/ 665396 h 917831"/>
                  <a:gd name="connsiteX1869" fmla="*/ 872091 w 889783"/>
                  <a:gd name="connsiteY1869" fmla="*/ 668129 h 917831"/>
                  <a:gd name="connsiteX1870" fmla="*/ 872091 w 889783"/>
                  <a:gd name="connsiteY1870" fmla="*/ 670718 h 917831"/>
                  <a:gd name="connsiteX1871" fmla="*/ 866913 w 889783"/>
                  <a:gd name="connsiteY1871" fmla="*/ 673163 h 917831"/>
                  <a:gd name="connsiteX1872" fmla="*/ 864468 w 889783"/>
                  <a:gd name="connsiteY1872" fmla="*/ 675608 h 917831"/>
                  <a:gd name="connsiteX1873" fmla="*/ 866913 w 889783"/>
                  <a:gd name="connsiteY1873" fmla="*/ 675608 h 917831"/>
                  <a:gd name="connsiteX1874" fmla="*/ 866913 w 889783"/>
                  <a:gd name="connsiteY1874" fmla="*/ 678341 h 917831"/>
                  <a:gd name="connsiteX1875" fmla="*/ 861879 w 889783"/>
                  <a:gd name="connsiteY1875" fmla="*/ 680930 h 917831"/>
                  <a:gd name="connsiteX1876" fmla="*/ 859146 w 889783"/>
                  <a:gd name="connsiteY1876" fmla="*/ 680930 h 917831"/>
                  <a:gd name="connsiteX1877" fmla="*/ 861879 w 889783"/>
                  <a:gd name="connsiteY1877" fmla="*/ 683375 h 917831"/>
                  <a:gd name="connsiteX1878" fmla="*/ 859146 w 889783"/>
                  <a:gd name="connsiteY1878" fmla="*/ 683375 h 917831"/>
                  <a:gd name="connsiteX1879" fmla="*/ 861879 w 889783"/>
                  <a:gd name="connsiteY1879" fmla="*/ 683375 h 917831"/>
                  <a:gd name="connsiteX1880" fmla="*/ 856700 w 889783"/>
                  <a:gd name="connsiteY1880" fmla="*/ 693588 h 917831"/>
                  <a:gd name="connsiteX1881" fmla="*/ 856700 w 889783"/>
                  <a:gd name="connsiteY1881" fmla="*/ 696033 h 917831"/>
                  <a:gd name="connsiteX1882" fmla="*/ 851666 w 889783"/>
                  <a:gd name="connsiteY1882" fmla="*/ 698622 h 917831"/>
                  <a:gd name="connsiteX1883" fmla="*/ 848933 w 889783"/>
                  <a:gd name="connsiteY1883" fmla="*/ 696033 h 917831"/>
                  <a:gd name="connsiteX1884" fmla="*/ 848933 w 889783"/>
                  <a:gd name="connsiteY1884" fmla="*/ 698622 h 917831"/>
                  <a:gd name="connsiteX1885" fmla="*/ 851666 w 889783"/>
                  <a:gd name="connsiteY1885" fmla="*/ 701355 h 917831"/>
                  <a:gd name="connsiteX1886" fmla="*/ 851666 w 889783"/>
                  <a:gd name="connsiteY1886" fmla="*/ 703800 h 917831"/>
                  <a:gd name="connsiteX1887" fmla="*/ 851666 w 889783"/>
                  <a:gd name="connsiteY1887" fmla="*/ 706246 h 917831"/>
                  <a:gd name="connsiteX1888" fmla="*/ 851666 w 889783"/>
                  <a:gd name="connsiteY1888" fmla="*/ 708835 h 917831"/>
                  <a:gd name="connsiteX1889" fmla="*/ 851666 w 889783"/>
                  <a:gd name="connsiteY1889" fmla="*/ 711568 h 917831"/>
                  <a:gd name="connsiteX1890" fmla="*/ 851666 w 889783"/>
                  <a:gd name="connsiteY1890" fmla="*/ 714013 h 917831"/>
                  <a:gd name="connsiteX1891" fmla="*/ 848933 w 889783"/>
                  <a:gd name="connsiteY1891" fmla="*/ 714013 h 917831"/>
                  <a:gd name="connsiteX1892" fmla="*/ 846488 w 889783"/>
                  <a:gd name="connsiteY1892" fmla="*/ 714013 h 917831"/>
                  <a:gd name="connsiteX1893" fmla="*/ 848933 w 889783"/>
                  <a:gd name="connsiteY1893" fmla="*/ 714013 h 917831"/>
                  <a:gd name="connsiteX1894" fmla="*/ 848933 w 889783"/>
                  <a:gd name="connsiteY1894" fmla="*/ 716458 h 917831"/>
                  <a:gd name="connsiteX1895" fmla="*/ 848933 w 889783"/>
                  <a:gd name="connsiteY1895" fmla="*/ 718904 h 917831"/>
                  <a:gd name="connsiteX1896" fmla="*/ 848933 w 889783"/>
                  <a:gd name="connsiteY1896" fmla="*/ 721636 h 917831"/>
                  <a:gd name="connsiteX1897" fmla="*/ 846488 w 889783"/>
                  <a:gd name="connsiteY1897" fmla="*/ 721636 h 917831"/>
                  <a:gd name="connsiteX1898" fmla="*/ 846488 w 889783"/>
                  <a:gd name="connsiteY1898" fmla="*/ 718904 h 917831"/>
                  <a:gd name="connsiteX1899" fmla="*/ 846488 w 889783"/>
                  <a:gd name="connsiteY1899" fmla="*/ 721636 h 917831"/>
                  <a:gd name="connsiteX1900" fmla="*/ 844043 w 889783"/>
                  <a:gd name="connsiteY1900" fmla="*/ 721636 h 917831"/>
                  <a:gd name="connsiteX1901" fmla="*/ 844043 w 889783"/>
                  <a:gd name="connsiteY1901" fmla="*/ 724225 h 917831"/>
                  <a:gd name="connsiteX1902" fmla="*/ 844043 w 889783"/>
                  <a:gd name="connsiteY1902" fmla="*/ 726671 h 917831"/>
                  <a:gd name="connsiteX1903" fmla="*/ 841454 w 889783"/>
                  <a:gd name="connsiteY1903" fmla="*/ 729116 h 917831"/>
                  <a:gd name="connsiteX1904" fmla="*/ 841454 w 889783"/>
                  <a:gd name="connsiteY1904" fmla="*/ 731849 h 917831"/>
                  <a:gd name="connsiteX1905" fmla="*/ 839009 w 889783"/>
                  <a:gd name="connsiteY1905" fmla="*/ 731849 h 917831"/>
                  <a:gd name="connsiteX1906" fmla="*/ 839009 w 889783"/>
                  <a:gd name="connsiteY1906" fmla="*/ 729116 h 917831"/>
                  <a:gd name="connsiteX1907" fmla="*/ 836276 w 889783"/>
                  <a:gd name="connsiteY1907" fmla="*/ 729116 h 917831"/>
                  <a:gd name="connsiteX1908" fmla="*/ 836276 w 889783"/>
                  <a:gd name="connsiteY1908" fmla="*/ 731849 h 917831"/>
                  <a:gd name="connsiteX1909" fmla="*/ 836276 w 889783"/>
                  <a:gd name="connsiteY1909" fmla="*/ 734438 h 917831"/>
                  <a:gd name="connsiteX1910" fmla="*/ 833830 w 889783"/>
                  <a:gd name="connsiteY1910" fmla="*/ 731849 h 917831"/>
                  <a:gd name="connsiteX1911" fmla="*/ 833830 w 889783"/>
                  <a:gd name="connsiteY1911" fmla="*/ 729116 h 917831"/>
                  <a:gd name="connsiteX1912" fmla="*/ 831385 w 889783"/>
                  <a:gd name="connsiteY1912" fmla="*/ 726671 h 917831"/>
                  <a:gd name="connsiteX1913" fmla="*/ 831385 w 889783"/>
                  <a:gd name="connsiteY1913" fmla="*/ 721636 h 917831"/>
                  <a:gd name="connsiteX1914" fmla="*/ 828796 w 889783"/>
                  <a:gd name="connsiteY1914" fmla="*/ 718904 h 917831"/>
                  <a:gd name="connsiteX1915" fmla="*/ 826063 w 889783"/>
                  <a:gd name="connsiteY1915" fmla="*/ 716458 h 917831"/>
                  <a:gd name="connsiteX1916" fmla="*/ 823618 w 889783"/>
                  <a:gd name="connsiteY1916" fmla="*/ 711568 h 917831"/>
                  <a:gd name="connsiteX1917" fmla="*/ 821029 w 889783"/>
                  <a:gd name="connsiteY1917" fmla="*/ 701355 h 917831"/>
                  <a:gd name="connsiteX1918" fmla="*/ 818583 w 889783"/>
                  <a:gd name="connsiteY1918" fmla="*/ 698622 h 917831"/>
                  <a:gd name="connsiteX1919" fmla="*/ 815850 w 889783"/>
                  <a:gd name="connsiteY1919" fmla="*/ 691143 h 917831"/>
                  <a:gd name="connsiteX1920" fmla="*/ 808371 w 889783"/>
                  <a:gd name="connsiteY1920" fmla="*/ 678341 h 917831"/>
                  <a:gd name="connsiteX1921" fmla="*/ 808371 w 889783"/>
                  <a:gd name="connsiteY1921" fmla="*/ 675608 h 917831"/>
                  <a:gd name="connsiteX1922" fmla="*/ 803193 w 889783"/>
                  <a:gd name="connsiteY1922" fmla="*/ 678341 h 917831"/>
                  <a:gd name="connsiteX1923" fmla="*/ 798159 w 889783"/>
                  <a:gd name="connsiteY1923" fmla="*/ 678341 h 917831"/>
                  <a:gd name="connsiteX1924" fmla="*/ 772555 w 889783"/>
                  <a:gd name="connsiteY1924" fmla="*/ 691143 h 917831"/>
                  <a:gd name="connsiteX1925" fmla="*/ 752130 w 889783"/>
                  <a:gd name="connsiteY1925" fmla="*/ 701355 h 917831"/>
                  <a:gd name="connsiteX1926" fmla="*/ 749685 w 889783"/>
                  <a:gd name="connsiteY1926" fmla="*/ 703800 h 917831"/>
                  <a:gd name="connsiteX1927" fmla="*/ 747240 w 889783"/>
                  <a:gd name="connsiteY1927" fmla="*/ 703800 h 917831"/>
                  <a:gd name="connsiteX1928" fmla="*/ 744651 w 889783"/>
                  <a:gd name="connsiteY1928" fmla="*/ 703800 h 917831"/>
                  <a:gd name="connsiteX1929" fmla="*/ 744651 w 889783"/>
                  <a:gd name="connsiteY1929" fmla="*/ 706246 h 917831"/>
                  <a:gd name="connsiteX1930" fmla="*/ 741918 w 889783"/>
                  <a:gd name="connsiteY1930" fmla="*/ 706246 h 917831"/>
                  <a:gd name="connsiteX1931" fmla="*/ 739472 w 889783"/>
                  <a:gd name="connsiteY1931" fmla="*/ 708835 h 917831"/>
                  <a:gd name="connsiteX1932" fmla="*/ 734438 w 889783"/>
                  <a:gd name="connsiteY1932" fmla="*/ 708835 h 917831"/>
                  <a:gd name="connsiteX1933" fmla="*/ 731705 w 889783"/>
                  <a:gd name="connsiteY1933" fmla="*/ 711568 h 917831"/>
                  <a:gd name="connsiteX1934" fmla="*/ 729260 w 889783"/>
                  <a:gd name="connsiteY1934" fmla="*/ 711568 h 917831"/>
                  <a:gd name="connsiteX1935" fmla="*/ 724225 w 889783"/>
                  <a:gd name="connsiteY1935" fmla="*/ 714013 h 917831"/>
                  <a:gd name="connsiteX1936" fmla="*/ 719048 w 889783"/>
                  <a:gd name="connsiteY1936" fmla="*/ 716458 h 917831"/>
                  <a:gd name="connsiteX1937" fmla="*/ 714013 w 889783"/>
                  <a:gd name="connsiteY1937" fmla="*/ 718904 h 917831"/>
                  <a:gd name="connsiteX1938" fmla="*/ 711280 w 889783"/>
                  <a:gd name="connsiteY1938" fmla="*/ 718904 h 917831"/>
                  <a:gd name="connsiteX1939" fmla="*/ 701068 w 889783"/>
                  <a:gd name="connsiteY1939" fmla="*/ 724225 h 917831"/>
                  <a:gd name="connsiteX1940" fmla="*/ 696177 w 889783"/>
                  <a:gd name="connsiteY1940" fmla="*/ 726671 h 917831"/>
                  <a:gd name="connsiteX1941" fmla="*/ 693588 w 889783"/>
                  <a:gd name="connsiteY1941" fmla="*/ 726671 h 917831"/>
                  <a:gd name="connsiteX1942" fmla="*/ 693588 w 889783"/>
                  <a:gd name="connsiteY1942" fmla="*/ 729116 h 917831"/>
                  <a:gd name="connsiteX1943" fmla="*/ 691143 w 889783"/>
                  <a:gd name="connsiteY1943" fmla="*/ 729116 h 917831"/>
                  <a:gd name="connsiteX1944" fmla="*/ 688410 w 889783"/>
                  <a:gd name="connsiteY1944" fmla="*/ 731849 h 917831"/>
                  <a:gd name="connsiteX1945" fmla="*/ 685964 w 889783"/>
                  <a:gd name="connsiteY1945" fmla="*/ 731849 h 917831"/>
                  <a:gd name="connsiteX1946" fmla="*/ 680930 w 889783"/>
                  <a:gd name="connsiteY1946" fmla="*/ 734438 h 917831"/>
                  <a:gd name="connsiteX1947" fmla="*/ 678198 w 889783"/>
                  <a:gd name="connsiteY1947" fmla="*/ 734438 h 917831"/>
                  <a:gd name="connsiteX1948" fmla="*/ 675752 w 889783"/>
                  <a:gd name="connsiteY1948" fmla="*/ 736883 h 917831"/>
                  <a:gd name="connsiteX1949" fmla="*/ 670718 w 889783"/>
                  <a:gd name="connsiteY1949" fmla="*/ 739329 h 917831"/>
                  <a:gd name="connsiteX1950" fmla="*/ 667985 w 889783"/>
                  <a:gd name="connsiteY1950" fmla="*/ 739329 h 917831"/>
                  <a:gd name="connsiteX1951" fmla="*/ 665540 w 889783"/>
                  <a:gd name="connsiteY1951" fmla="*/ 742205 h 917831"/>
                  <a:gd name="connsiteX1952" fmla="*/ 662950 w 889783"/>
                  <a:gd name="connsiteY1952" fmla="*/ 742205 h 917831"/>
                  <a:gd name="connsiteX1953" fmla="*/ 660505 w 889783"/>
                  <a:gd name="connsiteY1953" fmla="*/ 742205 h 917831"/>
                  <a:gd name="connsiteX1954" fmla="*/ 657772 w 889783"/>
                  <a:gd name="connsiteY1954" fmla="*/ 744650 h 917831"/>
                  <a:gd name="connsiteX1955" fmla="*/ 655327 w 889783"/>
                  <a:gd name="connsiteY1955" fmla="*/ 744650 h 917831"/>
                  <a:gd name="connsiteX1956" fmla="*/ 650293 w 889783"/>
                  <a:gd name="connsiteY1956" fmla="*/ 747096 h 917831"/>
                  <a:gd name="connsiteX1957" fmla="*/ 647560 w 889783"/>
                  <a:gd name="connsiteY1957" fmla="*/ 749541 h 917831"/>
                  <a:gd name="connsiteX1958" fmla="*/ 645114 w 889783"/>
                  <a:gd name="connsiteY1958" fmla="*/ 749541 h 917831"/>
                  <a:gd name="connsiteX1959" fmla="*/ 642669 w 889783"/>
                  <a:gd name="connsiteY1959" fmla="*/ 752274 h 917831"/>
                  <a:gd name="connsiteX1960" fmla="*/ 640080 w 889783"/>
                  <a:gd name="connsiteY1960" fmla="*/ 752274 h 917831"/>
                  <a:gd name="connsiteX1961" fmla="*/ 637347 w 889783"/>
                  <a:gd name="connsiteY1961" fmla="*/ 752274 h 917831"/>
                  <a:gd name="connsiteX1962" fmla="*/ 637347 w 889783"/>
                  <a:gd name="connsiteY1962" fmla="*/ 754863 h 917831"/>
                  <a:gd name="connsiteX1963" fmla="*/ 634902 w 889783"/>
                  <a:gd name="connsiteY1963" fmla="*/ 754863 h 917831"/>
                  <a:gd name="connsiteX1964" fmla="*/ 632457 w 889783"/>
                  <a:gd name="connsiteY1964" fmla="*/ 754863 h 917831"/>
                  <a:gd name="connsiteX1965" fmla="*/ 629868 w 889783"/>
                  <a:gd name="connsiteY1965" fmla="*/ 757308 h 917831"/>
                  <a:gd name="connsiteX1966" fmla="*/ 627135 w 889783"/>
                  <a:gd name="connsiteY1966" fmla="*/ 757308 h 917831"/>
                  <a:gd name="connsiteX1967" fmla="*/ 624690 w 889783"/>
                  <a:gd name="connsiteY1967" fmla="*/ 759754 h 917831"/>
                  <a:gd name="connsiteX1968" fmla="*/ 622244 w 889783"/>
                  <a:gd name="connsiteY1968" fmla="*/ 759754 h 917831"/>
                  <a:gd name="connsiteX1969" fmla="*/ 619655 w 889783"/>
                  <a:gd name="connsiteY1969" fmla="*/ 759754 h 917831"/>
                  <a:gd name="connsiteX1970" fmla="*/ 617210 w 889783"/>
                  <a:gd name="connsiteY1970" fmla="*/ 762486 h 917831"/>
                  <a:gd name="connsiteX1971" fmla="*/ 614477 w 889783"/>
                  <a:gd name="connsiteY1971" fmla="*/ 762486 h 917831"/>
                  <a:gd name="connsiteX1972" fmla="*/ 609442 w 889783"/>
                  <a:gd name="connsiteY1972" fmla="*/ 765075 h 917831"/>
                  <a:gd name="connsiteX1973" fmla="*/ 606997 w 889783"/>
                  <a:gd name="connsiteY1973" fmla="*/ 765075 h 917831"/>
                  <a:gd name="connsiteX1974" fmla="*/ 606997 w 889783"/>
                  <a:gd name="connsiteY1974" fmla="*/ 767521 h 917831"/>
                  <a:gd name="connsiteX1975" fmla="*/ 604264 w 889783"/>
                  <a:gd name="connsiteY1975" fmla="*/ 767521 h 917831"/>
                  <a:gd name="connsiteX1976" fmla="*/ 599230 w 889783"/>
                  <a:gd name="connsiteY1976" fmla="*/ 769966 h 917831"/>
                  <a:gd name="connsiteX1977" fmla="*/ 594052 w 889783"/>
                  <a:gd name="connsiteY1977" fmla="*/ 772699 h 917831"/>
                  <a:gd name="connsiteX1978" fmla="*/ 591607 w 889783"/>
                  <a:gd name="connsiteY1978" fmla="*/ 772699 h 917831"/>
                  <a:gd name="connsiteX1979" fmla="*/ 589018 w 889783"/>
                  <a:gd name="connsiteY1979" fmla="*/ 772699 h 917831"/>
                  <a:gd name="connsiteX1980" fmla="*/ 581394 w 889783"/>
                  <a:gd name="connsiteY1980" fmla="*/ 777733 h 917831"/>
                  <a:gd name="connsiteX1981" fmla="*/ 578949 w 889783"/>
                  <a:gd name="connsiteY1981" fmla="*/ 777733 h 917831"/>
                  <a:gd name="connsiteX1982" fmla="*/ 576360 w 889783"/>
                  <a:gd name="connsiteY1982" fmla="*/ 780179 h 917831"/>
                  <a:gd name="connsiteX1983" fmla="*/ 573627 w 889783"/>
                  <a:gd name="connsiteY1983" fmla="*/ 780179 h 917831"/>
                  <a:gd name="connsiteX1984" fmla="*/ 571182 w 889783"/>
                  <a:gd name="connsiteY1984" fmla="*/ 780179 h 917831"/>
                  <a:gd name="connsiteX1985" fmla="*/ 571182 w 889783"/>
                  <a:gd name="connsiteY1985" fmla="*/ 782768 h 917831"/>
                  <a:gd name="connsiteX1986" fmla="*/ 566147 w 889783"/>
                  <a:gd name="connsiteY1986" fmla="*/ 785500 h 917831"/>
                  <a:gd name="connsiteX1987" fmla="*/ 560969 w 889783"/>
                  <a:gd name="connsiteY1987" fmla="*/ 785500 h 917831"/>
                  <a:gd name="connsiteX1988" fmla="*/ 560969 w 889783"/>
                  <a:gd name="connsiteY1988" fmla="*/ 787946 h 917831"/>
                  <a:gd name="connsiteX1989" fmla="*/ 555935 w 889783"/>
                  <a:gd name="connsiteY1989" fmla="*/ 787946 h 917831"/>
                  <a:gd name="connsiteX1990" fmla="*/ 553202 w 889783"/>
                  <a:gd name="connsiteY1990" fmla="*/ 790391 h 917831"/>
                  <a:gd name="connsiteX1991" fmla="*/ 543277 w 889783"/>
                  <a:gd name="connsiteY1991" fmla="*/ 792980 h 917831"/>
                  <a:gd name="connsiteX1992" fmla="*/ 540544 w 889783"/>
                  <a:gd name="connsiteY1992" fmla="*/ 795713 h 917831"/>
                  <a:gd name="connsiteX1993" fmla="*/ 533064 w 889783"/>
                  <a:gd name="connsiteY1993" fmla="*/ 798158 h 917831"/>
                  <a:gd name="connsiteX1994" fmla="*/ 527886 w 889783"/>
                  <a:gd name="connsiteY1994" fmla="*/ 800604 h 917831"/>
                  <a:gd name="connsiteX1995" fmla="*/ 525297 w 889783"/>
                  <a:gd name="connsiteY1995" fmla="*/ 800604 h 917831"/>
                  <a:gd name="connsiteX1996" fmla="*/ 522852 w 889783"/>
                  <a:gd name="connsiteY1996" fmla="*/ 800604 h 917831"/>
                  <a:gd name="connsiteX1997" fmla="*/ 522852 w 889783"/>
                  <a:gd name="connsiteY1997" fmla="*/ 803193 h 917831"/>
                  <a:gd name="connsiteX1998" fmla="*/ 517674 w 889783"/>
                  <a:gd name="connsiteY1998" fmla="*/ 803193 h 917831"/>
                  <a:gd name="connsiteX1999" fmla="*/ 515085 w 889783"/>
                  <a:gd name="connsiteY1999" fmla="*/ 805925 h 917831"/>
                  <a:gd name="connsiteX2000" fmla="*/ 512640 w 889783"/>
                  <a:gd name="connsiteY2000" fmla="*/ 805925 h 917831"/>
                  <a:gd name="connsiteX2001" fmla="*/ 512640 w 889783"/>
                  <a:gd name="connsiteY2001" fmla="*/ 808371 h 917831"/>
                  <a:gd name="connsiteX2002" fmla="*/ 509907 w 889783"/>
                  <a:gd name="connsiteY2002" fmla="*/ 808371 h 917831"/>
                  <a:gd name="connsiteX2003" fmla="*/ 507461 w 889783"/>
                  <a:gd name="connsiteY2003" fmla="*/ 808371 h 917831"/>
                  <a:gd name="connsiteX2004" fmla="*/ 504872 w 889783"/>
                  <a:gd name="connsiteY2004" fmla="*/ 810816 h 917831"/>
                  <a:gd name="connsiteX2005" fmla="*/ 502427 w 889783"/>
                  <a:gd name="connsiteY2005" fmla="*/ 810816 h 917831"/>
                  <a:gd name="connsiteX2006" fmla="*/ 499694 w 889783"/>
                  <a:gd name="connsiteY2006" fmla="*/ 813261 h 917831"/>
                  <a:gd name="connsiteX2007" fmla="*/ 497249 w 889783"/>
                  <a:gd name="connsiteY2007" fmla="*/ 813261 h 917831"/>
                  <a:gd name="connsiteX2008" fmla="*/ 494660 w 889783"/>
                  <a:gd name="connsiteY2008" fmla="*/ 813261 h 917831"/>
                  <a:gd name="connsiteX2009" fmla="*/ 492214 w 889783"/>
                  <a:gd name="connsiteY2009" fmla="*/ 815994 h 917831"/>
                  <a:gd name="connsiteX2010" fmla="*/ 489481 w 889783"/>
                  <a:gd name="connsiteY2010" fmla="*/ 815994 h 917831"/>
                  <a:gd name="connsiteX2011" fmla="*/ 482002 w 889783"/>
                  <a:gd name="connsiteY2011" fmla="*/ 818583 h 917831"/>
                  <a:gd name="connsiteX2012" fmla="*/ 476824 w 889783"/>
                  <a:gd name="connsiteY2012" fmla="*/ 821029 h 917831"/>
                  <a:gd name="connsiteX2013" fmla="*/ 474235 w 889783"/>
                  <a:gd name="connsiteY2013" fmla="*/ 821029 h 917831"/>
                  <a:gd name="connsiteX2014" fmla="*/ 471790 w 889783"/>
                  <a:gd name="connsiteY2014" fmla="*/ 823474 h 917831"/>
                  <a:gd name="connsiteX2015" fmla="*/ 469344 w 889783"/>
                  <a:gd name="connsiteY2015" fmla="*/ 823474 h 917831"/>
                  <a:gd name="connsiteX2016" fmla="*/ 466611 w 889783"/>
                  <a:gd name="connsiteY2016" fmla="*/ 826351 h 917831"/>
                  <a:gd name="connsiteX2017" fmla="*/ 461577 w 889783"/>
                  <a:gd name="connsiteY2017" fmla="*/ 826351 h 917831"/>
                  <a:gd name="connsiteX2018" fmla="*/ 461577 w 889783"/>
                  <a:gd name="connsiteY2018" fmla="*/ 828796 h 917831"/>
                  <a:gd name="connsiteX2019" fmla="*/ 459132 w 889783"/>
                  <a:gd name="connsiteY2019" fmla="*/ 828796 h 917831"/>
                  <a:gd name="connsiteX2020" fmla="*/ 456399 w 889783"/>
                  <a:gd name="connsiteY2020" fmla="*/ 828796 h 917831"/>
                  <a:gd name="connsiteX2021" fmla="*/ 453953 w 889783"/>
                  <a:gd name="connsiteY2021" fmla="*/ 831241 h 917831"/>
                  <a:gd name="connsiteX2022" fmla="*/ 446186 w 889783"/>
                  <a:gd name="connsiteY2022" fmla="*/ 833686 h 917831"/>
                  <a:gd name="connsiteX2023" fmla="*/ 443741 w 889783"/>
                  <a:gd name="connsiteY2023" fmla="*/ 833686 h 917831"/>
                  <a:gd name="connsiteX2024" fmla="*/ 441152 w 889783"/>
                  <a:gd name="connsiteY2024" fmla="*/ 836419 h 917831"/>
                  <a:gd name="connsiteX2025" fmla="*/ 438707 w 889783"/>
                  <a:gd name="connsiteY2025" fmla="*/ 836419 h 917831"/>
                  <a:gd name="connsiteX2026" fmla="*/ 435974 w 889783"/>
                  <a:gd name="connsiteY2026" fmla="*/ 836419 h 917831"/>
                  <a:gd name="connsiteX2027" fmla="*/ 433529 w 889783"/>
                  <a:gd name="connsiteY2027" fmla="*/ 839009 h 917831"/>
                  <a:gd name="connsiteX2028" fmla="*/ 430940 w 889783"/>
                  <a:gd name="connsiteY2028" fmla="*/ 839009 h 917831"/>
                  <a:gd name="connsiteX2029" fmla="*/ 428494 w 889783"/>
                  <a:gd name="connsiteY2029" fmla="*/ 839009 h 917831"/>
                  <a:gd name="connsiteX2030" fmla="*/ 428494 w 889783"/>
                  <a:gd name="connsiteY2030" fmla="*/ 841454 h 917831"/>
                  <a:gd name="connsiteX2031" fmla="*/ 425761 w 889783"/>
                  <a:gd name="connsiteY2031" fmla="*/ 841454 h 917831"/>
                  <a:gd name="connsiteX2032" fmla="*/ 423316 w 889783"/>
                  <a:gd name="connsiteY2032" fmla="*/ 841454 h 917831"/>
                  <a:gd name="connsiteX2033" fmla="*/ 423316 w 889783"/>
                  <a:gd name="connsiteY2033" fmla="*/ 843899 h 917831"/>
                  <a:gd name="connsiteX2034" fmla="*/ 420727 w 889783"/>
                  <a:gd name="connsiteY2034" fmla="*/ 843899 h 917831"/>
                  <a:gd name="connsiteX2035" fmla="*/ 418282 w 889783"/>
                  <a:gd name="connsiteY2035" fmla="*/ 843899 h 917831"/>
                  <a:gd name="connsiteX2036" fmla="*/ 415549 w 889783"/>
                  <a:gd name="connsiteY2036" fmla="*/ 843899 h 917831"/>
                  <a:gd name="connsiteX2037" fmla="*/ 415549 w 889783"/>
                  <a:gd name="connsiteY2037" fmla="*/ 846632 h 917831"/>
                  <a:gd name="connsiteX2038" fmla="*/ 413103 w 889783"/>
                  <a:gd name="connsiteY2038" fmla="*/ 846632 h 917831"/>
                  <a:gd name="connsiteX2039" fmla="*/ 410658 w 889783"/>
                  <a:gd name="connsiteY2039" fmla="*/ 846632 h 917831"/>
                  <a:gd name="connsiteX2040" fmla="*/ 408069 w 889783"/>
                  <a:gd name="connsiteY2040" fmla="*/ 849221 h 917831"/>
                  <a:gd name="connsiteX2041" fmla="*/ 405336 w 889783"/>
                  <a:gd name="connsiteY2041" fmla="*/ 849221 h 917831"/>
                  <a:gd name="connsiteX2042" fmla="*/ 400302 w 889783"/>
                  <a:gd name="connsiteY2042" fmla="*/ 851666 h 917831"/>
                  <a:gd name="connsiteX2043" fmla="*/ 397857 w 889783"/>
                  <a:gd name="connsiteY2043" fmla="*/ 851666 h 917831"/>
                  <a:gd name="connsiteX2044" fmla="*/ 395412 w 889783"/>
                  <a:gd name="connsiteY2044" fmla="*/ 854111 h 917831"/>
                  <a:gd name="connsiteX2045" fmla="*/ 392679 w 889783"/>
                  <a:gd name="connsiteY2045" fmla="*/ 854111 h 917831"/>
                  <a:gd name="connsiteX2046" fmla="*/ 390233 w 889783"/>
                  <a:gd name="connsiteY2046" fmla="*/ 854111 h 917831"/>
                  <a:gd name="connsiteX2047" fmla="*/ 390233 w 889783"/>
                  <a:gd name="connsiteY2047" fmla="*/ 851666 h 917831"/>
                  <a:gd name="connsiteX2048" fmla="*/ 387644 w 889783"/>
                  <a:gd name="connsiteY2048" fmla="*/ 851666 h 917831"/>
                  <a:gd name="connsiteX2049" fmla="*/ 387644 w 889783"/>
                  <a:gd name="connsiteY2049" fmla="*/ 849221 h 917831"/>
                  <a:gd name="connsiteX2050" fmla="*/ 385199 w 889783"/>
                  <a:gd name="connsiteY2050" fmla="*/ 849221 h 917831"/>
                  <a:gd name="connsiteX2051" fmla="*/ 385199 w 889783"/>
                  <a:gd name="connsiteY2051" fmla="*/ 846632 h 917831"/>
                  <a:gd name="connsiteX2052" fmla="*/ 382466 w 889783"/>
                  <a:gd name="connsiteY2052" fmla="*/ 846632 h 917831"/>
                  <a:gd name="connsiteX2053" fmla="*/ 382466 w 889783"/>
                  <a:gd name="connsiteY2053" fmla="*/ 843899 h 917831"/>
                  <a:gd name="connsiteX2054" fmla="*/ 385199 w 889783"/>
                  <a:gd name="connsiteY2054" fmla="*/ 843899 h 917831"/>
                  <a:gd name="connsiteX2055" fmla="*/ 387644 w 889783"/>
                  <a:gd name="connsiteY2055" fmla="*/ 846632 h 917831"/>
                  <a:gd name="connsiteX2056" fmla="*/ 390233 w 889783"/>
                  <a:gd name="connsiteY2056" fmla="*/ 846632 h 917831"/>
                  <a:gd name="connsiteX2057" fmla="*/ 392679 w 889783"/>
                  <a:gd name="connsiteY2057" fmla="*/ 846632 h 917831"/>
                  <a:gd name="connsiteX2058" fmla="*/ 395412 w 889783"/>
                  <a:gd name="connsiteY2058" fmla="*/ 846632 h 917831"/>
                  <a:gd name="connsiteX2059" fmla="*/ 395412 w 889783"/>
                  <a:gd name="connsiteY2059" fmla="*/ 843899 h 917831"/>
                  <a:gd name="connsiteX2060" fmla="*/ 392679 w 889783"/>
                  <a:gd name="connsiteY2060" fmla="*/ 843899 h 917831"/>
                  <a:gd name="connsiteX2061" fmla="*/ 392679 w 889783"/>
                  <a:gd name="connsiteY2061" fmla="*/ 841454 h 917831"/>
                  <a:gd name="connsiteX2062" fmla="*/ 392679 w 889783"/>
                  <a:gd name="connsiteY2062" fmla="*/ 839009 h 917831"/>
                  <a:gd name="connsiteX2063" fmla="*/ 390233 w 889783"/>
                  <a:gd name="connsiteY2063" fmla="*/ 839009 h 917831"/>
                  <a:gd name="connsiteX2064" fmla="*/ 390233 w 889783"/>
                  <a:gd name="connsiteY2064" fmla="*/ 836419 h 917831"/>
                  <a:gd name="connsiteX2065" fmla="*/ 387644 w 889783"/>
                  <a:gd name="connsiteY2065" fmla="*/ 833686 h 917831"/>
                  <a:gd name="connsiteX2066" fmla="*/ 385199 w 889783"/>
                  <a:gd name="connsiteY2066" fmla="*/ 833686 h 917831"/>
                  <a:gd name="connsiteX2067" fmla="*/ 382466 w 889783"/>
                  <a:gd name="connsiteY2067" fmla="*/ 831241 h 917831"/>
                  <a:gd name="connsiteX2068" fmla="*/ 380021 w 889783"/>
                  <a:gd name="connsiteY2068" fmla="*/ 831241 h 917831"/>
                  <a:gd name="connsiteX2069" fmla="*/ 382466 w 889783"/>
                  <a:gd name="connsiteY2069" fmla="*/ 833686 h 917831"/>
                  <a:gd name="connsiteX2070" fmla="*/ 382466 w 889783"/>
                  <a:gd name="connsiteY2070" fmla="*/ 836419 h 917831"/>
                  <a:gd name="connsiteX2071" fmla="*/ 380021 w 889783"/>
                  <a:gd name="connsiteY2071" fmla="*/ 836419 h 917831"/>
                  <a:gd name="connsiteX2072" fmla="*/ 380021 w 889783"/>
                  <a:gd name="connsiteY2072" fmla="*/ 833686 h 917831"/>
                  <a:gd name="connsiteX2073" fmla="*/ 380021 w 889783"/>
                  <a:gd name="connsiteY2073" fmla="*/ 831241 h 917831"/>
                  <a:gd name="connsiteX2074" fmla="*/ 377432 w 889783"/>
                  <a:gd name="connsiteY2074" fmla="*/ 831241 h 917831"/>
                  <a:gd name="connsiteX2075" fmla="*/ 377432 w 889783"/>
                  <a:gd name="connsiteY2075" fmla="*/ 828796 h 917831"/>
                  <a:gd name="connsiteX2076" fmla="*/ 374986 w 889783"/>
                  <a:gd name="connsiteY2076" fmla="*/ 826351 h 917831"/>
                  <a:gd name="connsiteX2077" fmla="*/ 372253 w 889783"/>
                  <a:gd name="connsiteY2077" fmla="*/ 826351 h 917831"/>
                  <a:gd name="connsiteX2078" fmla="*/ 369808 w 889783"/>
                  <a:gd name="connsiteY2078" fmla="*/ 826351 h 917831"/>
                  <a:gd name="connsiteX2079" fmla="*/ 369808 w 889783"/>
                  <a:gd name="connsiteY2079" fmla="*/ 823474 h 917831"/>
                  <a:gd name="connsiteX2080" fmla="*/ 367219 w 889783"/>
                  <a:gd name="connsiteY2080" fmla="*/ 823474 h 917831"/>
                  <a:gd name="connsiteX2081" fmla="*/ 364774 w 889783"/>
                  <a:gd name="connsiteY2081" fmla="*/ 823474 h 917831"/>
                  <a:gd name="connsiteX2082" fmla="*/ 362041 w 889783"/>
                  <a:gd name="connsiteY2082" fmla="*/ 823474 h 917831"/>
                  <a:gd name="connsiteX2083" fmla="*/ 362041 w 889783"/>
                  <a:gd name="connsiteY2083" fmla="*/ 826351 h 917831"/>
                  <a:gd name="connsiteX2084" fmla="*/ 362041 w 889783"/>
                  <a:gd name="connsiteY2084" fmla="*/ 823474 h 917831"/>
                  <a:gd name="connsiteX2085" fmla="*/ 364774 w 889783"/>
                  <a:gd name="connsiteY2085" fmla="*/ 823474 h 917831"/>
                  <a:gd name="connsiteX2086" fmla="*/ 362041 w 889783"/>
                  <a:gd name="connsiteY2086" fmla="*/ 823474 h 917831"/>
                  <a:gd name="connsiteX2087" fmla="*/ 362041 w 889783"/>
                  <a:gd name="connsiteY2087" fmla="*/ 821029 h 917831"/>
                  <a:gd name="connsiteX2088" fmla="*/ 359596 w 889783"/>
                  <a:gd name="connsiteY2088" fmla="*/ 821029 h 917831"/>
                  <a:gd name="connsiteX2089" fmla="*/ 362041 w 889783"/>
                  <a:gd name="connsiteY2089" fmla="*/ 818583 h 917831"/>
                  <a:gd name="connsiteX2090" fmla="*/ 359596 w 889783"/>
                  <a:gd name="connsiteY2090" fmla="*/ 818583 h 917831"/>
                  <a:gd name="connsiteX2091" fmla="*/ 357007 w 889783"/>
                  <a:gd name="connsiteY2091" fmla="*/ 818583 h 917831"/>
                  <a:gd name="connsiteX2092" fmla="*/ 357007 w 889783"/>
                  <a:gd name="connsiteY2092" fmla="*/ 815994 h 917831"/>
                  <a:gd name="connsiteX2093" fmla="*/ 354562 w 889783"/>
                  <a:gd name="connsiteY2093" fmla="*/ 815994 h 917831"/>
                  <a:gd name="connsiteX2094" fmla="*/ 354562 w 889783"/>
                  <a:gd name="connsiteY2094" fmla="*/ 813261 h 917831"/>
                  <a:gd name="connsiteX2095" fmla="*/ 354562 w 889783"/>
                  <a:gd name="connsiteY2095" fmla="*/ 810816 h 917831"/>
                  <a:gd name="connsiteX2096" fmla="*/ 351829 w 889783"/>
                  <a:gd name="connsiteY2096" fmla="*/ 810816 h 917831"/>
                  <a:gd name="connsiteX2097" fmla="*/ 354562 w 889783"/>
                  <a:gd name="connsiteY2097" fmla="*/ 810816 h 917831"/>
                  <a:gd name="connsiteX2098" fmla="*/ 351829 w 889783"/>
                  <a:gd name="connsiteY2098" fmla="*/ 808371 h 917831"/>
                  <a:gd name="connsiteX2099" fmla="*/ 354562 w 889783"/>
                  <a:gd name="connsiteY2099" fmla="*/ 808371 h 917831"/>
                  <a:gd name="connsiteX2100" fmla="*/ 354562 w 889783"/>
                  <a:gd name="connsiteY2100" fmla="*/ 805925 h 917831"/>
                  <a:gd name="connsiteX2101" fmla="*/ 351829 w 889783"/>
                  <a:gd name="connsiteY2101" fmla="*/ 803193 h 917831"/>
                  <a:gd name="connsiteX2102" fmla="*/ 354562 w 889783"/>
                  <a:gd name="connsiteY2102" fmla="*/ 803193 h 917831"/>
                  <a:gd name="connsiteX2103" fmla="*/ 354562 w 889783"/>
                  <a:gd name="connsiteY2103" fmla="*/ 800604 h 917831"/>
                  <a:gd name="connsiteX2104" fmla="*/ 357007 w 889783"/>
                  <a:gd name="connsiteY2104" fmla="*/ 800604 h 917831"/>
                  <a:gd name="connsiteX2105" fmla="*/ 357007 w 889783"/>
                  <a:gd name="connsiteY2105" fmla="*/ 798158 h 917831"/>
                  <a:gd name="connsiteX2106" fmla="*/ 357007 w 889783"/>
                  <a:gd name="connsiteY2106" fmla="*/ 795713 h 917831"/>
                  <a:gd name="connsiteX2107" fmla="*/ 359596 w 889783"/>
                  <a:gd name="connsiteY2107" fmla="*/ 795713 h 917831"/>
                  <a:gd name="connsiteX2108" fmla="*/ 359596 w 889783"/>
                  <a:gd name="connsiteY2108" fmla="*/ 798158 h 917831"/>
                  <a:gd name="connsiteX2109" fmla="*/ 359596 w 889783"/>
                  <a:gd name="connsiteY2109" fmla="*/ 795713 h 917831"/>
                  <a:gd name="connsiteX2110" fmla="*/ 362041 w 889783"/>
                  <a:gd name="connsiteY2110" fmla="*/ 795713 h 917831"/>
                  <a:gd name="connsiteX2111" fmla="*/ 362041 w 889783"/>
                  <a:gd name="connsiteY2111" fmla="*/ 792980 h 917831"/>
                  <a:gd name="connsiteX2112" fmla="*/ 364774 w 889783"/>
                  <a:gd name="connsiteY2112" fmla="*/ 792980 h 917831"/>
                  <a:gd name="connsiteX2113" fmla="*/ 364774 w 889783"/>
                  <a:gd name="connsiteY2113" fmla="*/ 790391 h 917831"/>
                  <a:gd name="connsiteX2114" fmla="*/ 367219 w 889783"/>
                  <a:gd name="connsiteY2114" fmla="*/ 790391 h 917831"/>
                  <a:gd name="connsiteX2115" fmla="*/ 367219 w 889783"/>
                  <a:gd name="connsiteY2115" fmla="*/ 787946 h 917831"/>
                  <a:gd name="connsiteX2116" fmla="*/ 369808 w 889783"/>
                  <a:gd name="connsiteY2116" fmla="*/ 787946 h 917831"/>
                  <a:gd name="connsiteX2117" fmla="*/ 372253 w 889783"/>
                  <a:gd name="connsiteY2117" fmla="*/ 787946 h 917831"/>
                  <a:gd name="connsiteX2118" fmla="*/ 374986 w 889783"/>
                  <a:gd name="connsiteY2118" fmla="*/ 787946 h 917831"/>
                  <a:gd name="connsiteX2119" fmla="*/ 374986 w 889783"/>
                  <a:gd name="connsiteY2119" fmla="*/ 785500 h 917831"/>
                  <a:gd name="connsiteX2120" fmla="*/ 377432 w 889783"/>
                  <a:gd name="connsiteY2120" fmla="*/ 785500 h 917831"/>
                  <a:gd name="connsiteX2121" fmla="*/ 377432 w 889783"/>
                  <a:gd name="connsiteY2121" fmla="*/ 782768 h 917831"/>
                  <a:gd name="connsiteX2122" fmla="*/ 380021 w 889783"/>
                  <a:gd name="connsiteY2122" fmla="*/ 782768 h 917831"/>
                  <a:gd name="connsiteX2123" fmla="*/ 382466 w 889783"/>
                  <a:gd name="connsiteY2123" fmla="*/ 782768 h 917831"/>
                  <a:gd name="connsiteX2124" fmla="*/ 382466 w 889783"/>
                  <a:gd name="connsiteY2124" fmla="*/ 780179 h 917831"/>
                  <a:gd name="connsiteX2125" fmla="*/ 385199 w 889783"/>
                  <a:gd name="connsiteY2125" fmla="*/ 780179 h 917831"/>
                  <a:gd name="connsiteX2126" fmla="*/ 387644 w 889783"/>
                  <a:gd name="connsiteY2126" fmla="*/ 780179 h 917831"/>
                  <a:gd name="connsiteX2127" fmla="*/ 387644 w 889783"/>
                  <a:gd name="connsiteY2127" fmla="*/ 777733 h 917831"/>
                  <a:gd name="connsiteX2128" fmla="*/ 390233 w 889783"/>
                  <a:gd name="connsiteY2128" fmla="*/ 777733 h 917831"/>
                  <a:gd name="connsiteX2129" fmla="*/ 390233 w 889783"/>
                  <a:gd name="connsiteY2129" fmla="*/ 775288 h 917831"/>
                  <a:gd name="connsiteX2130" fmla="*/ 387644 w 889783"/>
                  <a:gd name="connsiteY2130" fmla="*/ 775288 h 917831"/>
                  <a:gd name="connsiteX2131" fmla="*/ 385199 w 889783"/>
                  <a:gd name="connsiteY2131" fmla="*/ 775288 h 917831"/>
                  <a:gd name="connsiteX2132" fmla="*/ 385199 w 889783"/>
                  <a:gd name="connsiteY2132" fmla="*/ 772699 h 917831"/>
                  <a:gd name="connsiteX2133" fmla="*/ 382466 w 889783"/>
                  <a:gd name="connsiteY2133" fmla="*/ 772699 h 917831"/>
                  <a:gd name="connsiteX2134" fmla="*/ 380021 w 889783"/>
                  <a:gd name="connsiteY2134" fmla="*/ 772699 h 917831"/>
                  <a:gd name="connsiteX2135" fmla="*/ 380021 w 889783"/>
                  <a:gd name="connsiteY2135" fmla="*/ 775288 h 917831"/>
                  <a:gd name="connsiteX2136" fmla="*/ 377432 w 889783"/>
                  <a:gd name="connsiteY2136" fmla="*/ 772699 h 917831"/>
                  <a:gd name="connsiteX2137" fmla="*/ 374986 w 889783"/>
                  <a:gd name="connsiteY2137" fmla="*/ 772699 h 917831"/>
                  <a:gd name="connsiteX2138" fmla="*/ 372253 w 889783"/>
                  <a:gd name="connsiteY2138" fmla="*/ 772699 h 917831"/>
                  <a:gd name="connsiteX2139" fmla="*/ 372253 w 889783"/>
                  <a:gd name="connsiteY2139" fmla="*/ 769966 h 917831"/>
                  <a:gd name="connsiteX2140" fmla="*/ 369808 w 889783"/>
                  <a:gd name="connsiteY2140" fmla="*/ 769966 h 917831"/>
                  <a:gd name="connsiteX2141" fmla="*/ 372253 w 889783"/>
                  <a:gd name="connsiteY2141" fmla="*/ 769966 h 917831"/>
                  <a:gd name="connsiteX2142" fmla="*/ 372253 w 889783"/>
                  <a:gd name="connsiteY2142" fmla="*/ 767521 h 917831"/>
                  <a:gd name="connsiteX2143" fmla="*/ 369808 w 889783"/>
                  <a:gd name="connsiteY2143" fmla="*/ 765075 h 917831"/>
                  <a:gd name="connsiteX2144" fmla="*/ 372253 w 889783"/>
                  <a:gd name="connsiteY2144" fmla="*/ 765075 h 917831"/>
                  <a:gd name="connsiteX2145" fmla="*/ 369808 w 889783"/>
                  <a:gd name="connsiteY2145" fmla="*/ 762486 h 917831"/>
                  <a:gd name="connsiteX2146" fmla="*/ 367219 w 889783"/>
                  <a:gd name="connsiteY2146" fmla="*/ 762486 h 917831"/>
                  <a:gd name="connsiteX2147" fmla="*/ 367219 w 889783"/>
                  <a:gd name="connsiteY2147" fmla="*/ 759754 h 917831"/>
                  <a:gd name="connsiteX2148" fmla="*/ 367219 w 889783"/>
                  <a:gd name="connsiteY2148" fmla="*/ 762486 h 917831"/>
                  <a:gd name="connsiteX2149" fmla="*/ 369808 w 889783"/>
                  <a:gd name="connsiteY2149" fmla="*/ 765075 h 917831"/>
                  <a:gd name="connsiteX2150" fmla="*/ 367219 w 889783"/>
                  <a:gd name="connsiteY2150" fmla="*/ 765075 h 917831"/>
                  <a:gd name="connsiteX2151" fmla="*/ 364774 w 889783"/>
                  <a:gd name="connsiteY2151" fmla="*/ 765075 h 917831"/>
                  <a:gd name="connsiteX2152" fmla="*/ 367219 w 889783"/>
                  <a:gd name="connsiteY2152" fmla="*/ 765075 h 917831"/>
                  <a:gd name="connsiteX2153" fmla="*/ 367219 w 889783"/>
                  <a:gd name="connsiteY2153" fmla="*/ 767521 h 917831"/>
                  <a:gd name="connsiteX2154" fmla="*/ 364774 w 889783"/>
                  <a:gd name="connsiteY2154" fmla="*/ 769966 h 917831"/>
                  <a:gd name="connsiteX2155" fmla="*/ 364774 w 889783"/>
                  <a:gd name="connsiteY2155" fmla="*/ 767521 h 917831"/>
                  <a:gd name="connsiteX2156" fmla="*/ 364774 w 889783"/>
                  <a:gd name="connsiteY2156" fmla="*/ 769966 h 917831"/>
                  <a:gd name="connsiteX2157" fmla="*/ 364774 w 889783"/>
                  <a:gd name="connsiteY2157" fmla="*/ 772699 h 917831"/>
                  <a:gd name="connsiteX2158" fmla="*/ 362041 w 889783"/>
                  <a:gd name="connsiteY2158" fmla="*/ 775288 h 917831"/>
                  <a:gd name="connsiteX2159" fmla="*/ 359596 w 889783"/>
                  <a:gd name="connsiteY2159" fmla="*/ 775288 h 917831"/>
                  <a:gd name="connsiteX2160" fmla="*/ 359596 w 889783"/>
                  <a:gd name="connsiteY2160" fmla="*/ 777733 h 917831"/>
                  <a:gd name="connsiteX2161" fmla="*/ 357007 w 889783"/>
                  <a:gd name="connsiteY2161" fmla="*/ 777733 h 917831"/>
                  <a:gd name="connsiteX2162" fmla="*/ 354562 w 889783"/>
                  <a:gd name="connsiteY2162" fmla="*/ 777733 h 917831"/>
                  <a:gd name="connsiteX2163" fmla="*/ 354562 w 889783"/>
                  <a:gd name="connsiteY2163" fmla="*/ 780179 h 917831"/>
                  <a:gd name="connsiteX2164" fmla="*/ 351829 w 889783"/>
                  <a:gd name="connsiteY2164" fmla="*/ 780179 h 917831"/>
                  <a:gd name="connsiteX2165" fmla="*/ 354562 w 889783"/>
                  <a:gd name="connsiteY2165" fmla="*/ 780179 h 917831"/>
                  <a:gd name="connsiteX2166" fmla="*/ 354562 w 889783"/>
                  <a:gd name="connsiteY2166" fmla="*/ 782768 h 917831"/>
                  <a:gd name="connsiteX2167" fmla="*/ 351829 w 889783"/>
                  <a:gd name="connsiteY2167" fmla="*/ 782768 h 917831"/>
                  <a:gd name="connsiteX2168" fmla="*/ 351829 w 889783"/>
                  <a:gd name="connsiteY2168" fmla="*/ 785500 h 917831"/>
                  <a:gd name="connsiteX2169" fmla="*/ 349383 w 889783"/>
                  <a:gd name="connsiteY2169" fmla="*/ 785500 h 917831"/>
                  <a:gd name="connsiteX2170" fmla="*/ 346794 w 889783"/>
                  <a:gd name="connsiteY2170" fmla="*/ 785500 h 917831"/>
                  <a:gd name="connsiteX2171" fmla="*/ 346794 w 889783"/>
                  <a:gd name="connsiteY2171" fmla="*/ 787946 h 917831"/>
                  <a:gd name="connsiteX2172" fmla="*/ 344349 w 889783"/>
                  <a:gd name="connsiteY2172" fmla="*/ 785500 h 917831"/>
                  <a:gd name="connsiteX2173" fmla="*/ 344349 w 889783"/>
                  <a:gd name="connsiteY2173" fmla="*/ 787946 h 917831"/>
                  <a:gd name="connsiteX2174" fmla="*/ 341616 w 889783"/>
                  <a:gd name="connsiteY2174" fmla="*/ 787946 h 917831"/>
                  <a:gd name="connsiteX2175" fmla="*/ 341616 w 889783"/>
                  <a:gd name="connsiteY2175" fmla="*/ 790391 h 917831"/>
                  <a:gd name="connsiteX2176" fmla="*/ 341616 w 889783"/>
                  <a:gd name="connsiteY2176" fmla="*/ 792980 h 917831"/>
                  <a:gd name="connsiteX2177" fmla="*/ 341616 w 889783"/>
                  <a:gd name="connsiteY2177" fmla="*/ 795713 h 917831"/>
                  <a:gd name="connsiteX2178" fmla="*/ 341616 w 889783"/>
                  <a:gd name="connsiteY2178" fmla="*/ 792980 h 917831"/>
                  <a:gd name="connsiteX2179" fmla="*/ 341616 w 889783"/>
                  <a:gd name="connsiteY2179" fmla="*/ 795713 h 917831"/>
                  <a:gd name="connsiteX2180" fmla="*/ 341616 w 889783"/>
                  <a:gd name="connsiteY2180" fmla="*/ 798158 h 917831"/>
                  <a:gd name="connsiteX2181" fmla="*/ 344349 w 889783"/>
                  <a:gd name="connsiteY2181" fmla="*/ 798158 h 917831"/>
                  <a:gd name="connsiteX2182" fmla="*/ 344349 w 889783"/>
                  <a:gd name="connsiteY2182" fmla="*/ 800604 h 917831"/>
                  <a:gd name="connsiteX2183" fmla="*/ 341616 w 889783"/>
                  <a:gd name="connsiteY2183" fmla="*/ 800604 h 917831"/>
                  <a:gd name="connsiteX2184" fmla="*/ 344349 w 889783"/>
                  <a:gd name="connsiteY2184" fmla="*/ 800604 h 917831"/>
                  <a:gd name="connsiteX2185" fmla="*/ 344349 w 889783"/>
                  <a:gd name="connsiteY2185" fmla="*/ 803193 h 917831"/>
                  <a:gd name="connsiteX2186" fmla="*/ 341616 w 889783"/>
                  <a:gd name="connsiteY2186" fmla="*/ 803193 h 917831"/>
                  <a:gd name="connsiteX2187" fmla="*/ 341616 w 889783"/>
                  <a:gd name="connsiteY2187" fmla="*/ 805925 h 917831"/>
                  <a:gd name="connsiteX2188" fmla="*/ 346794 w 889783"/>
                  <a:gd name="connsiteY2188" fmla="*/ 808371 h 917831"/>
                  <a:gd name="connsiteX2189" fmla="*/ 346794 w 889783"/>
                  <a:gd name="connsiteY2189" fmla="*/ 810816 h 917831"/>
                  <a:gd name="connsiteX2190" fmla="*/ 349383 w 889783"/>
                  <a:gd name="connsiteY2190" fmla="*/ 810816 h 917831"/>
                  <a:gd name="connsiteX2191" fmla="*/ 349383 w 889783"/>
                  <a:gd name="connsiteY2191" fmla="*/ 813261 h 917831"/>
                  <a:gd name="connsiteX2192" fmla="*/ 349383 w 889783"/>
                  <a:gd name="connsiteY2192" fmla="*/ 815994 h 917831"/>
                  <a:gd name="connsiteX2193" fmla="*/ 351829 w 889783"/>
                  <a:gd name="connsiteY2193" fmla="*/ 815994 h 917831"/>
                  <a:gd name="connsiteX2194" fmla="*/ 351829 w 889783"/>
                  <a:gd name="connsiteY2194" fmla="*/ 818583 h 917831"/>
                  <a:gd name="connsiteX2195" fmla="*/ 351829 w 889783"/>
                  <a:gd name="connsiteY2195" fmla="*/ 821029 h 917831"/>
                  <a:gd name="connsiteX2196" fmla="*/ 354562 w 889783"/>
                  <a:gd name="connsiteY2196" fmla="*/ 821029 h 917831"/>
                  <a:gd name="connsiteX2197" fmla="*/ 354562 w 889783"/>
                  <a:gd name="connsiteY2197" fmla="*/ 823474 h 917831"/>
                  <a:gd name="connsiteX2198" fmla="*/ 354562 w 889783"/>
                  <a:gd name="connsiteY2198" fmla="*/ 826351 h 917831"/>
                  <a:gd name="connsiteX2199" fmla="*/ 354562 w 889783"/>
                  <a:gd name="connsiteY2199" fmla="*/ 828796 h 917831"/>
                  <a:gd name="connsiteX2200" fmla="*/ 354562 w 889783"/>
                  <a:gd name="connsiteY2200" fmla="*/ 831241 h 917831"/>
                  <a:gd name="connsiteX2201" fmla="*/ 354562 w 889783"/>
                  <a:gd name="connsiteY2201" fmla="*/ 833686 h 917831"/>
                  <a:gd name="connsiteX2202" fmla="*/ 351829 w 889783"/>
                  <a:gd name="connsiteY2202" fmla="*/ 833686 h 917831"/>
                  <a:gd name="connsiteX2203" fmla="*/ 354562 w 889783"/>
                  <a:gd name="connsiteY2203" fmla="*/ 836419 h 917831"/>
                  <a:gd name="connsiteX2204" fmla="*/ 351829 w 889783"/>
                  <a:gd name="connsiteY2204" fmla="*/ 836419 h 917831"/>
                  <a:gd name="connsiteX2205" fmla="*/ 351829 w 889783"/>
                  <a:gd name="connsiteY2205" fmla="*/ 839009 h 917831"/>
                  <a:gd name="connsiteX2206" fmla="*/ 354562 w 889783"/>
                  <a:gd name="connsiteY2206" fmla="*/ 839009 h 917831"/>
                  <a:gd name="connsiteX2207" fmla="*/ 354562 w 889783"/>
                  <a:gd name="connsiteY2207" fmla="*/ 841454 h 917831"/>
                  <a:gd name="connsiteX2208" fmla="*/ 354562 w 889783"/>
                  <a:gd name="connsiteY2208" fmla="*/ 843899 h 917831"/>
                  <a:gd name="connsiteX2209" fmla="*/ 357007 w 889783"/>
                  <a:gd name="connsiteY2209" fmla="*/ 841454 h 917831"/>
                  <a:gd name="connsiteX2210" fmla="*/ 357007 w 889783"/>
                  <a:gd name="connsiteY2210" fmla="*/ 843899 h 917831"/>
                  <a:gd name="connsiteX2211" fmla="*/ 357007 w 889783"/>
                  <a:gd name="connsiteY2211" fmla="*/ 846632 h 917831"/>
                  <a:gd name="connsiteX2212" fmla="*/ 359596 w 889783"/>
                  <a:gd name="connsiteY2212" fmla="*/ 846632 h 917831"/>
                  <a:gd name="connsiteX2213" fmla="*/ 359596 w 889783"/>
                  <a:gd name="connsiteY2213" fmla="*/ 849221 h 917831"/>
                  <a:gd name="connsiteX2214" fmla="*/ 362041 w 889783"/>
                  <a:gd name="connsiteY2214" fmla="*/ 849221 h 917831"/>
                  <a:gd name="connsiteX2215" fmla="*/ 362041 w 889783"/>
                  <a:gd name="connsiteY2215" fmla="*/ 851666 h 917831"/>
                  <a:gd name="connsiteX2216" fmla="*/ 359596 w 889783"/>
                  <a:gd name="connsiteY2216" fmla="*/ 851666 h 917831"/>
                  <a:gd name="connsiteX2217" fmla="*/ 357007 w 889783"/>
                  <a:gd name="connsiteY2217" fmla="*/ 851666 h 917831"/>
                  <a:gd name="connsiteX2218" fmla="*/ 357007 w 889783"/>
                  <a:gd name="connsiteY2218" fmla="*/ 854111 h 917831"/>
                  <a:gd name="connsiteX2219" fmla="*/ 357007 w 889783"/>
                  <a:gd name="connsiteY2219" fmla="*/ 856844 h 917831"/>
                  <a:gd name="connsiteX2220" fmla="*/ 359596 w 889783"/>
                  <a:gd name="connsiteY2220" fmla="*/ 856844 h 917831"/>
                  <a:gd name="connsiteX2221" fmla="*/ 357007 w 889783"/>
                  <a:gd name="connsiteY2221" fmla="*/ 856844 h 917831"/>
                  <a:gd name="connsiteX2222" fmla="*/ 357007 w 889783"/>
                  <a:gd name="connsiteY2222" fmla="*/ 859433 h 917831"/>
                  <a:gd name="connsiteX2223" fmla="*/ 357007 w 889783"/>
                  <a:gd name="connsiteY2223" fmla="*/ 861879 h 917831"/>
                  <a:gd name="connsiteX2224" fmla="*/ 359596 w 889783"/>
                  <a:gd name="connsiteY2224" fmla="*/ 861879 h 917831"/>
                  <a:gd name="connsiteX2225" fmla="*/ 359596 w 889783"/>
                  <a:gd name="connsiteY2225" fmla="*/ 864324 h 917831"/>
                  <a:gd name="connsiteX2226" fmla="*/ 362041 w 889783"/>
                  <a:gd name="connsiteY2226" fmla="*/ 864324 h 917831"/>
                  <a:gd name="connsiteX2227" fmla="*/ 362041 w 889783"/>
                  <a:gd name="connsiteY2227" fmla="*/ 866913 h 917831"/>
                  <a:gd name="connsiteX2228" fmla="*/ 364774 w 889783"/>
                  <a:gd name="connsiteY2228" fmla="*/ 866913 h 917831"/>
                  <a:gd name="connsiteX2229" fmla="*/ 362041 w 889783"/>
                  <a:gd name="connsiteY2229" fmla="*/ 869646 h 917831"/>
                  <a:gd name="connsiteX2230" fmla="*/ 359596 w 889783"/>
                  <a:gd name="connsiteY2230" fmla="*/ 869646 h 917831"/>
                  <a:gd name="connsiteX2231" fmla="*/ 359596 w 889783"/>
                  <a:gd name="connsiteY2231" fmla="*/ 866913 h 917831"/>
                  <a:gd name="connsiteX2232" fmla="*/ 357007 w 889783"/>
                  <a:gd name="connsiteY2232" fmla="*/ 869646 h 917831"/>
                  <a:gd name="connsiteX2233" fmla="*/ 357007 w 889783"/>
                  <a:gd name="connsiteY2233" fmla="*/ 866913 h 917831"/>
                  <a:gd name="connsiteX2234" fmla="*/ 354562 w 889783"/>
                  <a:gd name="connsiteY2234" fmla="*/ 866913 h 917831"/>
                  <a:gd name="connsiteX2235" fmla="*/ 354562 w 889783"/>
                  <a:gd name="connsiteY2235" fmla="*/ 869646 h 917831"/>
                  <a:gd name="connsiteX2236" fmla="*/ 357007 w 889783"/>
                  <a:gd name="connsiteY2236" fmla="*/ 869646 h 917831"/>
                  <a:gd name="connsiteX2237" fmla="*/ 357007 w 889783"/>
                  <a:gd name="connsiteY2237" fmla="*/ 872091 h 917831"/>
                  <a:gd name="connsiteX2238" fmla="*/ 357007 w 889783"/>
                  <a:gd name="connsiteY2238" fmla="*/ 874537 h 917831"/>
                  <a:gd name="connsiteX2239" fmla="*/ 359596 w 889783"/>
                  <a:gd name="connsiteY2239" fmla="*/ 874537 h 917831"/>
                  <a:gd name="connsiteX2240" fmla="*/ 357007 w 889783"/>
                  <a:gd name="connsiteY2240" fmla="*/ 877126 h 917831"/>
                  <a:gd name="connsiteX2241" fmla="*/ 359596 w 889783"/>
                  <a:gd name="connsiteY2241" fmla="*/ 879859 h 917831"/>
                  <a:gd name="connsiteX2242" fmla="*/ 359596 w 889783"/>
                  <a:gd name="connsiteY2242" fmla="*/ 882304 h 917831"/>
                  <a:gd name="connsiteX2243" fmla="*/ 362041 w 889783"/>
                  <a:gd name="connsiteY2243" fmla="*/ 882304 h 917831"/>
                  <a:gd name="connsiteX2244" fmla="*/ 362041 w 889783"/>
                  <a:gd name="connsiteY2244" fmla="*/ 884749 h 917831"/>
                  <a:gd name="connsiteX2245" fmla="*/ 364774 w 889783"/>
                  <a:gd name="connsiteY2245" fmla="*/ 887194 h 917831"/>
                  <a:gd name="connsiteX2246" fmla="*/ 367219 w 889783"/>
                  <a:gd name="connsiteY2246" fmla="*/ 887194 h 917831"/>
                  <a:gd name="connsiteX2247" fmla="*/ 367219 w 889783"/>
                  <a:gd name="connsiteY2247" fmla="*/ 889927 h 917831"/>
                  <a:gd name="connsiteX2248" fmla="*/ 367219 w 889783"/>
                  <a:gd name="connsiteY2248" fmla="*/ 892516 h 917831"/>
                  <a:gd name="connsiteX2249" fmla="*/ 369808 w 889783"/>
                  <a:gd name="connsiteY2249" fmla="*/ 892516 h 917831"/>
                  <a:gd name="connsiteX2250" fmla="*/ 369808 w 889783"/>
                  <a:gd name="connsiteY2250" fmla="*/ 894961 h 917831"/>
                  <a:gd name="connsiteX2251" fmla="*/ 369808 w 889783"/>
                  <a:gd name="connsiteY2251" fmla="*/ 897550 h 917831"/>
                  <a:gd name="connsiteX2252" fmla="*/ 369808 w 889783"/>
                  <a:gd name="connsiteY2252" fmla="*/ 900283 h 917831"/>
                  <a:gd name="connsiteX2253" fmla="*/ 369808 w 889783"/>
                  <a:gd name="connsiteY2253" fmla="*/ 902729 h 917831"/>
                  <a:gd name="connsiteX2254" fmla="*/ 367219 w 889783"/>
                  <a:gd name="connsiteY2254" fmla="*/ 902729 h 917831"/>
                  <a:gd name="connsiteX2255" fmla="*/ 367219 w 889783"/>
                  <a:gd name="connsiteY2255" fmla="*/ 905174 h 917831"/>
                  <a:gd name="connsiteX2256" fmla="*/ 364774 w 889783"/>
                  <a:gd name="connsiteY2256" fmla="*/ 902729 h 917831"/>
                  <a:gd name="connsiteX2257" fmla="*/ 364774 w 889783"/>
                  <a:gd name="connsiteY2257" fmla="*/ 905174 h 917831"/>
                  <a:gd name="connsiteX2258" fmla="*/ 364774 w 889783"/>
                  <a:gd name="connsiteY2258" fmla="*/ 907619 h 917831"/>
                  <a:gd name="connsiteX2259" fmla="*/ 359596 w 889783"/>
                  <a:gd name="connsiteY2259" fmla="*/ 912941 h 917831"/>
                  <a:gd name="connsiteX2260" fmla="*/ 359596 w 889783"/>
                  <a:gd name="connsiteY2260" fmla="*/ 915387 h 917831"/>
                  <a:gd name="connsiteX2261" fmla="*/ 359596 w 889783"/>
                  <a:gd name="connsiteY2261" fmla="*/ 917832 h 917831"/>
                  <a:gd name="connsiteX2262" fmla="*/ 359596 w 889783"/>
                  <a:gd name="connsiteY2262" fmla="*/ 915387 h 917831"/>
                  <a:gd name="connsiteX2263" fmla="*/ 354562 w 889783"/>
                  <a:gd name="connsiteY2263" fmla="*/ 910352 h 917831"/>
                  <a:gd name="connsiteX2264" fmla="*/ 354562 w 889783"/>
                  <a:gd name="connsiteY2264" fmla="*/ 912941 h 917831"/>
                  <a:gd name="connsiteX2265" fmla="*/ 354562 w 889783"/>
                  <a:gd name="connsiteY2265" fmla="*/ 910352 h 917831"/>
                  <a:gd name="connsiteX2266" fmla="*/ 354562 w 889783"/>
                  <a:gd name="connsiteY2266" fmla="*/ 912941 h 917831"/>
                  <a:gd name="connsiteX2267" fmla="*/ 351829 w 889783"/>
                  <a:gd name="connsiteY2267" fmla="*/ 912941 h 917831"/>
                  <a:gd name="connsiteX2268" fmla="*/ 351829 w 889783"/>
                  <a:gd name="connsiteY2268" fmla="*/ 910352 h 917831"/>
                  <a:gd name="connsiteX2269" fmla="*/ 351829 w 889783"/>
                  <a:gd name="connsiteY2269" fmla="*/ 907619 h 917831"/>
                  <a:gd name="connsiteX2270" fmla="*/ 349383 w 889783"/>
                  <a:gd name="connsiteY2270" fmla="*/ 907619 h 917831"/>
                  <a:gd name="connsiteX2271" fmla="*/ 349383 w 889783"/>
                  <a:gd name="connsiteY2271" fmla="*/ 905174 h 917831"/>
                  <a:gd name="connsiteX2272" fmla="*/ 346794 w 889783"/>
                  <a:gd name="connsiteY2272" fmla="*/ 905174 h 917831"/>
                  <a:gd name="connsiteX2273" fmla="*/ 344349 w 889783"/>
                  <a:gd name="connsiteY2273" fmla="*/ 905174 h 917831"/>
                  <a:gd name="connsiteX2274" fmla="*/ 344349 w 889783"/>
                  <a:gd name="connsiteY2274" fmla="*/ 902729 h 917831"/>
                  <a:gd name="connsiteX2275" fmla="*/ 341616 w 889783"/>
                  <a:gd name="connsiteY2275" fmla="*/ 902729 h 917831"/>
                  <a:gd name="connsiteX2276" fmla="*/ 339171 w 889783"/>
                  <a:gd name="connsiteY2276" fmla="*/ 902729 h 917831"/>
                  <a:gd name="connsiteX2277" fmla="*/ 336582 w 889783"/>
                  <a:gd name="connsiteY2277" fmla="*/ 902729 h 917831"/>
                  <a:gd name="connsiteX2278" fmla="*/ 334136 w 889783"/>
                  <a:gd name="connsiteY2278" fmla="*/ 902729 h 917831"/>
                  <a:gd name="connsiteX2279" fmla="*/ 334136 w 889783"/>
                  <a:gd name="connsiteY2279" fmla="*/ 905174 h 917831"/>
                  <a:gd name="connsiteX2280" fmla="*/ 331403 w 889783"/>
                  <a:gd name="connsiteY2280" fmla="*/ 905174 h 917831"/>
                  <a:gd name="connsiteX2281" fmla="*/ 328958 w 889783"/>
                  <a:gd name="connsiteY2281" fmla="*/ 905174 h 917831"/>
                  <a:gd name="connsiteX2282" fmla="*/ 326513 w 889783"/>
                  <a:gd name="connsiteY2282" fmla="*/ 905174 h 917831"/>
                  <a:gd name="connsiteX2283" fmla="*/ 326513 w 889783"/>
                  <a:gd name="connsiteY2283" fmla="*/ 907619 h 917831"/>
                  <a:gd name="connsiteX2284" fmla="*/ 328958 w 889783"/>
                  <a:gd name="connsiteY2284" fmla="*/ 907619 h 917831"/>
                  <a:gd name="connsiteX2285" fmla="*/ 328958 w 889783"/>
                  <a:gd name="connsiteY2285" fmla="*/ 910352 h 917831"/>
                  <a:gd name="connsiteX2286" fmla="*/ 328958 w 889783"/>
                  <a:gd name="connsiteY2286" fmla="*/ 912941 h 917831"/>
                  <a:gd name="connsiteX2287" fmla="*/ 328958 w 889783"/>
                  <a:gd name="connsiteY2287" fmla="*/ 910352 h 917831"/>
                  <a:gd name="connsiteX2288" fmla="*/ 328958 w 889783"/>
                  <a:gd name="connsiteY2288" fmla="*/ 912941 h 917831"/>
                  <a:gd name="connsiteX2289" fmla="*/ 326513 w 889783"/>
                  <a:gd name="connsiteY2289" fmla="*/ 912941 h 917831"/>
                  <a:gd name="connsiteX2290" fmla="*/ 326513 w 889783"/>
                  <a:gd name="connsiteY2290" fmla="*/ 910352 h 917831"/>
                  <a:gd name="connsiteX2291" fmla="*/ 323924 w 889783"/>
                  <a:gd name="connsiteY2291" fmla="*/ 910352 h 917831"/>
                  <a:gd name="connsiteX2292" fmla="*/ 326513 w 889783"/>
                  <a:gd name="connsiteY2292" fmla="*/ 910352 h 917831"/>
                  <a:gd name="connsiteX2293" fmla="*/ 323924 w 889783"/>
                  <a:gd name="connsiteY2293" fmla="*/ 910352 h 917831"/>
                  <a:gd name="connsiteX2294" fmla="*/ 323924 w 889783"/>
                  <a:gd name="connsiteY2294" fmla="*/ 907619 h 917831"/>
                  <a:gd name="connsiteX2295" fmla="*/ 321478 w 889783"/>
                  <a:gd name="connsiteY2295" fmla="*/ 907619 h 917831"/>
                  <a:gd name="connsiteX2296" fmla="*/ 321478 w 889783"/>
                  <a:gd name="connsiteY2296" fmla="*/ 910352 h 917831"/>
                  <a:gd name="connsiteX2297" fmla="*/ 321478 w 889783"/>
                  <a:gd name="connsiteY2297" fmla="*/ 907619 h 917831"/>
                  <a:gd name="connsiteX2298" fmla="*/ 318746 w 889783"/>
                  <a:gd name="connsiteY2298" fmla="*/ 910352 h 917831"/>
                  <a:gd name="connsiteX2299" fmla="*/ 318746 w 889783"/>
                  <a:gd name="connsiteY2299" fmla="*/ 912941 h 917831"/>
                  <a:gd name="connsiteX2300" fmla="*/ 316301 w 889783"/>
                  <a:gd name="connsiteY2300" fmla="*/ 912941 h 917831"/>
                  <a:gd name="connsiteX2301" fmla="*/ 313711 w 889783"/>
                  <a:gd name="connsiteY2301" fmla="*/ 912941 h 917831"/>
                  <a:gd name="connsiteX2302" fmla="*/ 311266 w 889783"/>
                  <a:gd name="connsiteY2302" fmla="*/ 912941 h 917831"/>
                  <a:gd name="connsiteX2303" fmla="*/ 311266 w 889783"/>
                  <a:gd name="connsiteY2303" fmla="*/ 910352 h 917831"/>
                  <a:gd name="connsiteX2304" fmla="*/ 311266 w 889783"/>
                  <a:gd name="connsiteY2304" fmla="*/ 907619 h 917831"/>
                  <a:gd name="connsiteX2305" fmla="*/ 311266 w 889783"/>
                  <a:gd name="connsiteY2305" fmla="*/ 905174 h 917831"/>
                  <a:gd name="connsiteX2306" fmla="*/ 308533 w 889783"/>
                  <a:gd name="connsiteY2306" fmla="*/ 905174 h 917831"/>
                  <a:gd name="connsiteX2307" fmla="*/ 308533 w 889783"/>
                  <a:gd name="connsiteY2307" fmla="*/ 907619 h 917831"/>
                  <a:gd name="connsiteX2308" fmla="*/ 305944 w 889783"/>
                  <a:gd name="connsiteY2308" fmla="*/ 907619 h 917831"/>
                  <a:gd name="connsiteX2309" fmla="*/ 303499 w 889783"/>
                  <a:gd name="connsiteY2309" fmla="*/ 907619 h 917831"/>
                  <a:gd name="connsiteX2310" fmla="*/ 303499 w 889783"/>
                  <a:gd name="connsiteY2310" fmla="*/ 905174 h 917831"/>
                  <a:gd name="connsiteX2311" fmla="*/ 303499 w 889783"/>
                  <a:gd name="connsiteY2311" fmla="*/ 902729 h 917831"/>
                  <a:gd name="connsiteX2312" fmla="*/ 301054 w 889783"/>
                  <a:gd name="connsiteY2312" fmla="*/ 902729 h 917831"/>
                  <a:gd name="connsiteX2313" fmla="*/ 298321 w 889783"/>
                  <a:gd name="connsiteY2313" fmla="*/ 902729 h 917831"/>
                  <a:gd name="connsiteX2314" fmla="*/ 298321 w 889783"/>
                  <a:gd name="connsiteY2314" fmla="*/ 905174 h 917831"/>
                  <a:gd name="connsiteX2315" fmla="*/ 301054 w 889783"/>
                  <a:gd name="connsiteY2315" fmla="*/ 907619 h 917831"/>
                  <a:gd name="connsiteX2316" fmla="*/ 301054 w 889783"/>
                  <a:gd name="connsiteY2316" fmla="*/ 910352 h 917831"/>
                  <a:gd name="connsiteX2317" fmla="*/ 298321 w 889783"/>
                  <a:gd name="connsiteY2317" fmla="*/ 910352 h 917831"/>
                  <a:gd name="connsiteX2318" fmla="*/ 298321 w 889783"/>
                  <a:gd name="connsiteY2318" fmla="*/ 907619 h 917831"/>
                  <a:gd name="connsiteX2319" fmla="*/ 295875 w 889783"/>
                  <a:gd name="connsiteY2319" fmla="*/ 905174 h 917831"/>
                  <a:gd name="connsiteX2320" fmla="*/ 295875 w 889783"/>
                  <a:gd name="connsiteY2320" fmla="*/ 907619 h 917831"/>
                  <a:gd name="connsiteX2321" fmla="*/ 295875 w 889783"/>
                  <a:gd name="connsiteY2321" fmla="*/ 905174 h 917831"/>
                  <a:gd name="connsiteX2322" fmla="*/ 293286 w 889783"/>
                  <a:gd name="connsiteY2322" fmla="*/ 905174 h 917831"/>
                  <a:gd name="connsiteX2323" fmla="*/ 293286 w 889783"/>
                  <a:gd name="connsiteY2323" fmla="*/ 902729 h 917831"/>
                  <a:gd name="connsiteX2324" fmla="*/ 295875 w 889783"/>
                  <a:gd name="connsiteY2324" fmla="*/ 902729 h 917831"/>
                  <a:gd name="connsiteX2325" fmla="*/ 295875 w 889783"/>
                  <a:gd name="connsiteY2325" fmla="*/ 900283 h 917831"/>
                  <a:gd name="connsiteX2326" fmla="*/ 293286 w 889783"/>
                  <a:gd name="connsiteY2326" fmla="*/ 900283 h 917831"/>
                  <a:gd name="connsiteX2327" fmla="*/ 295875 w 889783"/>
                  <a:gd name="connsiteY2327" fmla="*/ 900283 h 917831"/>
                  <a:gd name="connsiteX2328" fmla="*/ 295875 w 889783"/>
                  <a:gd name="connsiteY2328" fmla="*/ 897550 h 917831"/>
                  <a:gd name="connsiteX2329" fmla="*/ 293286 w 889783"/>
                  <a:gd name="connsiteY2329" fmla="*/ 897550 h 917831"/>
                  <a:gd name="connsiteX2330" fmla="*/ 293286 w 889783"/>
                  <a:gd name="connsiteY2330" fmla="*/ 894961 h 917831"/>
                  <a:gd name="connsiteX2331" fmla="*/ 290841 w 889783"/>
                  <a:gd name="connsiteY2331" fmla="*/ 892516 h 917831"/>
                  <a:gd name="connsiteX2332" fmla="*/ 290841 w 889783"/>
                  <a:gd name="connsiteY2332" fmla="*/ 894961 h 917831"/>
                  <a:gd name="connsiteX2333" fmla="*/ 290841 w 889783"/>
                  <a:gd name="connsiteY2333" fmla="*/ 897550 h 917831"/>
                  <a:gd name="connsiteX2334" fmla="*/ 290841 w 889783"/>
                  <a:gd name="connsiteY2334" fmla="*/ 894961 h 917831"/>
                  <a:gd name="connsiteX2335" fmla="*/ 288108 w 889783"/>
                  <a:gd name="connsiteY2335" fmla="*/ 894961 h 917831"/>
                  <a:gd name="connsiteX2336" fmla="*/ 288108 w 889783"/>
                  <a:gd name="connsiteY2336" fmla="*/ 892516 h 917831"/>
                  <a:gd name="connsiteX2337" fmla="*/ 285663 w 889783"/>
                  <a:gd name="connsiteY2337" fmla="*/ 892516 h 917831"/>
                  <a:gd name="connsiteX2338" fmla="*/ 283074 w 889783"/>
                  <a:gd name="connsiteY2338" fmla="*/ 892516 h 917831"/>
                  <a:gd name="connsiteX2339" fmla="*/ 283074 w 889783"/>
                  <a:gd name="connsiteY2339" fmla="*/ 889927 h 917831"/>
                  <a:gd name="connsiteX2340" fmla="*/ 280628 w 889783"/>
                  <a:gd name="connsiteY2340" fmla="*/ 889927 h 917831"/>
                  <a:gd name="connsiteX2341" fmla="*/ 283074 w 889783"/>
                  <a:gd name="connsiteY2341" fmla="*/ 889927 h 917831"/>
                  <a:gd name="connsiteX2342" fmla="*/ 280628 w 889783"/>
                  <a:gd name="connsiteY2342" fmla="*/ 889927 h 917831"/>
                  <a:gd name="connsiteX2343" fmla="*/ 280628 w 889783"/>
                  <a:gd name="connsiteY2343" fmla="*/ 887194 h 917831"/>
                  <a:gd name="connsiteX2344" fmla="*/ 280628 w 889783"/>
                  <a:gd name="connsiteY2344" fmla="*/ 884749 h 917831"/>
                  <a:gd name="connsiteX2345" fmla="*/ 277896 w 889783"/>
                  <a:gd name="connsiteY2345" fmla="*/ 884749 h 917831"/>
                  <a:gd name="connsiteX2346" fmla="*/ 277896 w 889783"/>
                  <a:gd name="connsiteY2346" fmla="*/ 887194 h 917831"/>
                  <a:gd name="connsiteX2347" fmla="*/ 277896 w 889783"/>
                  <a:gd name="connsiteY2347" fmla="*/ 889927 h 917831"/>
                  <a:gd name="connsiteX2348" fmla="*/ 277896 w 889783"/>
                  <a:gd name="connsiteY2348" fmla="*/ 892516 h 917831"/>
                  <a:gd name="connsiteX2349" fmla="*/ 275451 w 889783"/>
                  <a:gd name="connsiteY2349" fmla="*/ 894961 h 917831"/>
                  <a:gd name="connsiteX2350" fmla="*/ 272861 w 889783"/>
                  <a:gd name="connsiteY2350" fmla="*/ 894961 h 917831"/>
                  <a:gd name="connsiteX2351" fmla="*/ 272861 w 889783"/>
                  <a:gd name="connsiteY2351" fmla="*/ 897550 h 917831"/>
                  <a:gd name="connsiteX2352" fmla="*/ 272861 w 889783"/>
                  <a:gd name="connsiteY2352" fmla="*/ 900283 h 917831"/>
                  <a:gd name="connsiteX2353" fmla="*/ 275451 w 889783"/>
                  <a:gd name="connsiteY2353" fmla="*/ 900283 h 917831"/>
                  <a:gd name="connsiteX2354" fmla="*/ 272861 w 889783"/>
                  <a:gd name="connsiteY2354" fmla="*/ 900283 h 917831"/>
                  <a:gd name="connsiteX2355" fmla="*/ 270416 w 889783"/>
                  <a:gd name="connsiteY2355" fmla="*/ 900283 h 917831"/>
                  <a:gd name="connsiteX2356" fmla="*/ 270416 w 889783"/>
                  <a:gd name="connsiteY2356" fmla="*/ 897550 h 917831"/>
                  <a:gd name="connsiteX2357" fmla="*/ 270416 w 889783"/>
                  <a:gd name="connsiteY2357" fmla="*/ 894961 h 917831"/>
                  <a:gd name="connsiteX2358" fmla="*/ 272861 w 889783"/>
                  <a:gd name="connsiteY2358" fmla="*/ 892516 h 917831"/>
                  <a:gd name="connsiteX2359" fmla="*/ 270416 w 889783"/>
                  <a:gd name="connsiteY2359" fmla="*/ 892516 h 917831"/>
                  <a:gd name="connsiteX2360" fmla="*/ 270416 w 889783"/>
                  <a:gd name="connsiteY2360" fmla="*/ 889927 h 917831"/>
                  <a:gd name="connsiteX2361" fmla="*/ 267683 w 889783"/>
                  <a:gd name="connsiteY2361" fmla="*/ 889927 h 917831"/>
                  <a:gd name="connsiteX2362" fmla="*/ 267683 w 889783"/>
                  <a:gd name="connsiteY2362" fmla="*/ 887194 h 917831"/>
                  <a:gd name="connsiteX2363" fmla="*/ 267683 w 889783"/>
                  <a:gd name="connsiteY2363" fmla="*/ 889927 h 917831"/>
                  <a:gd name="connsiteX2364" fmla="*/ 265238 w 889783"/>
                  <a:gd name="connsiteY2364" fmla="*/ 889927 h 917831"/>
                  <a:gd name="connsiteX2365" fmla="*/ 265238 w 889783"/>
                  <a:gd name="connsiteY2365" fmla="*/ 892516 h 917831"/>
                  <a:gd name="connsiteX2366" fmla="*/ 262649 w 889783"/>
                  <a:gd name="connsiteY2366" fmla="*/ 892516 h 917831"/>
                  <a:gd name="connsiteX2367" fmla="*/ 262649 w 889783"/>
                  <a:gd name="connsiteY2367" fmla="*/ 889927 h 917831"/>
                  <a:gd name="connsiteX2368" fmla="*/ 260203 w 889783"/>
                  <a:gd name="connsiteY2368" fmla="*/ 889927 h 917831"/>
                  <a:gd name="connsiteX2369" fmla="*/ 260203 w 889783"/>
                  <a:gd name="connsiteY2369" fmla="*/ 892516 h 917831"/>
                  <a:gd name="connsiteX2370" fmla="*/ 260203 w 889783"/>
                  <a:gd name="connsiteY2370" fmla="*/ 889927 h 917831"/>
                  <a:gd name="connsiteX2371" fmla="*/ 257471 w 889783"/>
                  <a:gd name="connsiteY2371" fmla="*/ 889927 h 917831"/>
                  <a:gd name="connsiteX2372" fmla="*/ 257471 w 889783"/>
                  <a:gd name="connsiteY2372" fmla="*/ 892516 h 917831"/>
                  <a:gd name="connsiteX2373" fmla="*/ 255025 w 889783"/>
                  <a:gd name="connsiteY2373" fmla="*/ 892516 h 917831"/>
                  <a:gd name="connsiteX2374" fmla="*/ 255025 w 889783"/>
                  <a:gd name="connsiteY2374" fmla="*/ 894961 h 917831"/>
                  <a:gd name="connsiteX2375" fmla="*/ 255025 w 889783"/>
                  <a:gd name="connsiteY2375" fmla="*/ 897550 h 917831"/>
                  <a:gd name="connsiteX2376" fmla="*/ 252436 w 889783"/>
                  <a:gd name="connsiteY2376" fmla="*/ 897550 h 917831"/>
                  <a:gd name="connsiteX2377" fmla="*/ 252436 w 889783"/>
                  <a:gd name="connsiteY2377" fmla="*/ 894961 h 917831"/>
                  <a:gd name="connsiteX2378" fmla="*/ 249991 w 889783"/>
                  <a:gd name="connsiteY2378" fmla="*/ 894961 h 917831"/>
                  <a:gd name="connsiteX2379" fmla="*/ 249991 w 889783"/>
                  <a:gd name="connsiteY2379" fmla="*/ 897550 h 917831"/>
                  <a:gd name="connsiteX2380" fmla="*/ 249991 w 889783"/>
                  <a:gd name="connsiteY2380" fmla="*/ 900283 h 917831"/>
                  <a:gd name="connsiteX2381" fmla="*/ 247546 w 889783"/>
                  <a:gd name="connsiteY2381" fmla="*/ 900283 h 917831"/>
                  <a:gd name="connsiteX2382" fmla="*/ 244813 w 889783"/>
                  <a:gd name="connsiteY2382" fmla="*/ 900283 h 917831"/>
                  <a:gd name="connsiteX2383" fmla="*/ 242223 w 889783"/>
                  <a:gd name="connsiteY2383" fmla="*/ 897550 h 917831"/>
                  <a:gd name="connsiteX2384" fmla="*/ 242223 w 889783"/>
                  <a:gd name="connsiteY2384" fmla="*/ 900283 h 917831"/>
                  <a:gd name="connsiteX2385" fmla="*/ 242223 w 889783"/>
                  <a:gd name="connsiteY2385" fmla="*/ 897550 h 917831"/>
                  <a:gd name="connsiteX2386" fmla="*/ 242223 w 889783"/>
                  <a:gd name="connsiteY2386" fmla="*/ 894961 h 917831"/>
                  <a:gd name="connsiteX2387" fmla="*/ 239778 w 889783"/>
                  <a:gd name="connsiteY2387" fmla="*/ 894961 h 917831"/>
                  <a:gd name="connsiteX2388" fmla="*/ 239778 w 889783"/>
                  <a:gd name="connsiteY2388" fmla="*/ 892516 h 917831"/>
                  <a:gd name="connsiteX2389" fmla="*/ 239778 w 889783"/>
                  <a:gd name="connsiteY2389" fmla="*/ 889927 h 917831"/>
                  <a:gd name="connsiteX2390" fmla="*/ 237333 w 889783"/>
                  <a:gd name="connsiteY2390" fmla="*/ 889927 h 917831"/>
                  <a:gd name="connsiteX2391" fmla="*/ 237333 w 889783"/>
                  <a:gd name="connsiteY2391" fmla="*/ 887194 h 917831"/>
                  <a:gd name="connsiteX2392" fmla="*/ 234600 w 889783"/>
                  <a:gd name="connsiteY2392" fmla="*/ 887194 h 917831"/>
                  <a:gd name="connsiteX2393" fmla="*/ 232155 w 889783"/>
                  <a:gd name="connsiteY2393" fmla="*/ 887194 h 917831"/>
                  <a:gd name="connsiteX2394" fmla="*/ 232155 w 889783"/>
                  <a:gd name="connsiteY2394" fmla="*/ 889927 h 917831"/>
                  <a:gd name="connsiteX2395" fmla="*/ 232155 w 889783"/>
                  <a:gd name="connsiteY2395" fmla="*/ 887194 h 917831"/>
                  <a:gd name="connsiteX2396" fmla="*/ 229566 w 889783"/>
                  <a:gd name="connsiteY2396" fmla="*/ 887194 h 917831"/>
                  <a:gd name="connsiteX2397" fmla="*/ 229566 w 889783"/>
                  <a:gd name="connsiteY2397" fmla="*/ 884749 h 917831"/>
                  <a:gd name="connsiteX2398" fmla="*/ 227121 w 889783"/>
                  <a:gd name="connsiteY2398" fmla="*/ 884749 h 917831"/>
                  <a:gd name="connsiteX2399" fmla="*/ 224388 w 889783"/>
                  <a:gd name="connsiteY2399" fmla="*/ 884749 h 917831"/>
                  <a:gd name="connsiteX2400" fmla="*/ 224388 w 889783"/>
                  <a:gd name="connsiteY2400" fmla="*/ 882304 h 917831"/>
                  <a:gd name="connsiteX2401" fmla="*/ 224388 w 889783"/>
                  <a:gd name="connsiteY2401" fmla="*/ 879859 h 917831"/>
                  <a:gd name="connsiteX2402" fmla="*/ 221943 w 889783"/>
                  <a:gd name="connsiteY2402" fmla="*/ 879859 h 917831"/>
                  <a:gd name="connsiteX2403" fmla="*/ 221943 w 889783"/>
                  <a:gd name="connsiteY2403" fmla="*/ 882304 h 917831"/>
                  <a:gd name="connsiteX2404" fmla="*/ 221943 w 889783"/>
                  <a:gd name="connsiteY2404" fmla="*/ 884749 h 917831"/>
                  <a:gd name="connsiteX2405" fmla="*/ 219353 w 889783"/>
                  <a:gd name="connsiteY2405" fmla="*/ 884749 h 917831"/>
                  <a:gd name="connsiteX2406" fmla="*/ 221943 w 889783"/>
                  <a:gd name="connsiteY2406" fmla="*/ 884749 h 917831"/>
                  <a:gd name="connsiteX2407" fmla="*/ 221943 w 889783"/>
                  <a:gd name="connsiteY2407" fmla="*/ 887194 h 917831"/>
                  <a:gd name="connsiteX2408" fmla="*/ 221943 w 889783"/>
                  <a:gd name="connsiteY2408" fmla="*/ 889927 h 917831"/>
                  <a:gd name="connsiteX2409" fmla="*/ 224388 w 889783"/>
                  <a:gd name="connsiteY2409" fmla="*/ 889927 h 917831"/>
                  <a:gd name="connsiteX2410" fmla="*/ 224388 w 889783"/>
                  <a:gd name="connsiteY2410" fmla="*/ 892516 h 917831"/>
                  <a:gd name="connsiteX2411" fmla="*/ 227121 w 889783"/>
                  <a:gd name="connsiteY2411" fmla="*/ 894961 h 917831"/>
                  <a:gd name="connsiteX2412" fmla="*/ 227121 w 889783"/>
                  <a:gd name="connsiteY2412" fmla="*/ 897550 h 917831"/>
                  <a:gd name="connsiteX2413" fmla="*/ 227121 w 889783"/>
                  <a:gd name="connsiteY2413" fmla="*/ 900283 h 917831"/>
                  <a:gd name="connsiteX2414" fmla="*/ 224388 w 889783"/>
                  <a:gd name="connsiteY2414" fmla="*/ 900283 h 917831"/>
                  <a:gd name="connsiteX2415" fmla="*/ 221943 w 889783"/>
                  <a:gd name="connsiteY2415" fmla="*/ 900283 h 917831"/>
                  <a:gd name="connsiteX2416" fmla="*/ 221943 w 889783"/>
                  <a:gd name="connsiteY2416" fmla="*/ 897550 h 917831"/>
                  <a:gd name="connsiteX2417" fmla="*/ 219353 w 889783"/>
                  <a:gd name="connsiteY2417" fmla="*/ 897550 h 917831"/>
                  <a:gd name="connsiteX2418" fmla="*/ 219353 w 889783"/>
                  <a:gd name="connsiteY2418" fmla="*/ 894961 h 917831"/>
                  <a:gd name="connsiteX2419" fmla="*/ 216908 w 889783"/>
                  <a:gd name="connsiteY2419" fmla="*/ 894961 h 917831"/>
                  <a:gd name="connsiteX2420" fmla="*/ 216908 w 889783"/>
                  <a:gd name="connsiteY2420" fmla="*/ 892516 h 917831"/>
                  <a:gd name="connsiteX2421" fmla="*/ 216908 w 889783"/>
                  <a:gd name="connsiteY2421" fmla="*/ 894961 h 917831"/>
                  <a:gd name="connsiteX2422" fmla="*/ 214175 w 889783"/>
                  <a:gd name="connsiteY2422" fmla="*/ 894961 h 917831"/>
                  <a:gd name="connsiteX2423" fmla="*/ 214175 w 889783"/>
                  <a:gd name="connsiteY2423" fmla="*/ 892516 h 917831"/>
                  <a:gd name="connsiteX2424" fmla="*/ 211730 w 889783"/>
                  <a:gd name="connsiteY2424" fmla="*/ 892516 h 917831"/>
                  <a:gd name="connsiteX2425" fmla="*/ 211730 w 889783"/>
                  <a:gd name="connsiteY2425" fmla="*/ 889927 h 917831"/>
                  <a:gd name="connsiteX2426" fmla="*/ 214175 w 889783"/>
                  <a:gd name="connsiteY2426" fmla="*/ 889927 h 917831"/>
                  <a:gd name="connsiteX2427" fmla="*/ 211730 w 889783"/>
                  <a:gd name="connsiteY2427" fmla="*/ 887194 h 917831"/>
                  <a:gd name="connsiteX2428" fmla="*/ 209141 w 889783"/>
                  <a:gd name="connsiteY2428" fmla="*/ 887194 h 917831"/>
                  <a:gd name="connsiteX2429" fmla="*/ 209141 w 889783"/>
                  <a:gd name="connsiteY2429" fmla="*/ 884749 h 917831"/>
                  <a:gd name="connsiteX2430" fmla="*/ 206695 w 889783"/>
                  <a:gd name="connsiteY2430" fmla="*/ 884749 h 917831"/>
                  <a:gd name="connsiteX2431" fmla="*/ 206695 w 889783"/>
                  <a:gd name="connsiteY2431" fmla="*/ 882304 h 917831"/>
                  <a:gd name="connsiteX2432" fmla="*/ 209141 w 889783"/>
                  <a:gd name="connsiteY2432" fmla="*/ 882304 h 917831"/>
                  <a:gd name="connsiteX2433" fmla="*/ 209141 w 889783"/>
                  <a:gd name="connsiteY2433" fmla="*/ 879859 h 917831"/>
                  <a:gd name="connsiteX2434" fmla="*/ 209141 w 889783"/>
                  <a:gd name="connsiteY2434" fmla="*/ 882304 h 917831"/>
                  <a:gd name="connsiteX2435" fmla="*/ 209141 w 889783"/>
                  <a:gd name="connsiteY2435" fmla="*/ 879859 h 917831"/>
                  <a:gd name="connsiteX2436" fmla="*/ 209141 w 889783"/>
                  <a:gd name="connsiteY2436" fmla="*/ 877126 h 917831"/>
                  <a:gd name="connsiteX2437" fmla="*/ 211730 w 889783"/>
                  <a:gd name="connsiteY2437" fmla="*/ 877126 h 917831"/>
                  <a:gd name="connsiteX2438" fmla="*/ 214175 w 889783"/>
                  <a:gd name="connsiteY2438" fmla="*/ 877126 h 917831"/>
                  <a:gd name="connsiteX2439" fmla="*/ 214175 w 889783"/>
                  <a:gd name="connsiteY2439" fmla="*/ 879859 h 917831"/>
                  <a:gd name="connsiteX2440" fmla="*/ 216908 w 889783"/>
                  <a:gd name="connsiteY2440" fmla="*/ 877126 h 917831"/>
                  <a:gd name="connsiteX2441" fmla="*/ 214175 w 889783"/>
                  <a:gd name="connsiteY2441" fmla="*/ 877126 h 917831"/>
                  <a:gd name="connsiteX2442" fmla="*/ 214175 w 889783"/>
                  <a:gd name="connsiteY2442" fmla="*/ 874537 h 917831"/>
                  <a:gd name="connsiteX2443" fmla="*/ 211730 w 889783"/>
                  <a:gd name="connsiteY2443" fmla="*/ 872091 h 917831"/>
                  <a:gd name="connsiteX2444" fmla="*/ 211730 w 889783"/>
                  <a:gd name="connsiteY2444" fmla="*/ 869646 h 917831"/>
                  <a:gd name="connsiteX2445" fmla="*/ 209141 w 889783"/>
                  <a:gd name="connsiteY2445" fmla="*/ 869646 h 917831"/>
                  <a:gd name="connsiteX2446" fmla="*/ 209141 w 889783"/>
                  <a:gd name="connsiteY2446" fmla="*/ 866913 h 917831"/>
                  <a:gd name="connsiteX2447" fmla="*/ 211730 w 889783"/>
                  <a:gd name="connsiteY2447" fmla="*/ 866913 h 917831"/>
                  <a:gd name="connsiteX2448" fmla="*/ 211730 w 889783"/>
                  <a:gd name="connsiteY2448" fmla="*/ 864324 h 917831"/>
                  <a:gd name="connsiteX2449" fmla="*/ 209141 w 889783"/>
                  <a:gd name="connsiteY2449" fmla="*/ 864324 h 917831"/>
                  <a:gd name="connsiteX2450" fmla="*/ 209141 w 889783"/>
                  <a:gd name="connsiteY2450" fmla="*/ 861879 h 917831"/>
                  <a:gd name="connsiteX2451" fmla="*/ 206695 w 889783"/>
                  <a:gd name="connsiteY2451" fmla="*/ 861879 h 917831"/>
                  <a:gd name="connsiteX2452" fmla="*/ 206695 w 889783"/>
                  <a:gd name="connsiteY2452" fmla="*/ 859433 h 917831"/>
                  <a:gd name="connsiteX2453" fmla="*/ 206695 w 889783"/>
                  <a:gd name="connsiteY2453" fmla="*/ 856844 h 917831"/>
                  <a:gd name="connsiteX2454" fmla="*/ 203963 w 889783"/>
                  <a:gd name="connsiteY2454" fmla="*/ 856844 h 917831"/>
                  <a:gd name="connsiteX2455" fmla="*/ 203963 w 889783"/>
                  <a:gd name="connsiteY2455" fmla="*/ 854111 h 917831"/>
                  <a:gd name="connsiteX2456" fmla="*/ 201517 w 889783"/>
                  <a:gd name="connsiteY2456" fmla="*/ 854111 h 917831"/>
                  <a:gd name="connsiteX2457" fmla="*/ 201517 w 889783"/>
                  <a:gd name="connsiteY2457" fmla="*/ 851666 h 917831"/>
                  <a:gd name="connsiteX2458" fmla="*/ 198928 w 889783"/>
                  <a:gd name="connsiteY2458" fmla="*/ 851666 h 917831"/>
                  <a:gd name="connsiteX2459" fmla="*/ 201517 w 889783"/>
                  <a:gd name="connsiteY2459" fmla="*/ 851666 h 917831"/>
                  <a:gd name="connsiteX2460" fmla="*/ 201517 w 889783"/>
                  <a:gd name="connsiteY2460" fmla="*/ 849221 h 917831"/>
                  <a:gd name="connsiteX2461" fmla="*/ 201517 w 889783"/>
                  <a:gd name="connsiteY2461" fmla="*/ 846632 h 917831"/>
                  <a:gd name="connsiteX2462" fmla="*/ 203963 w 889783"/>
                  <a:gd name="connsiteY2462" fmla="*/ 846632 h 917831"/>
                  <a:gd name="connsiteX2463" fmla="*/ 206695 w 889783"/>
                  <a:gd name="connsiteY2463" fmla="*/ 849221 h 917831"/>
                  <a:gd name="connsiteX2464" fmla="*/ 206695 w 889783"/>
                  <a:gd name="connsiteY2464" fmla="*/ 851666 h 917831"/>
                  <a:gd name="connsiteX2465" fmla="*/ 209141 w 889783"/>
                  <a:gd name="connsiteY2465" fmla="*/ 851666 h 917831"/>
                  <a:gd name="connsiteX2466" fmla="*/ 211730 w 889783"/>
                  <a:gd name="connsiteY2466" fmla="*/ 851666 h 917831"/>
                  <a:gd name="connsiteX2467" fmla="*/ 209141 w 889783"/>
                  <a:gd name="connsiteY2467" fmla="*/ 849221 h 917831"/>
                  <a:gd name="connsiteX2468" fmla="*/ 209141 w 889783"/>
                  <a:gd name="connsiteY2468" fmla="*/ 846632 h 917831"/>
                  <a:gd name="connsiteX2469" fmla="*/ 209141 w 889783"/>
                  <a:gd name="connsiteY2469" fmla="*/ 849221 h 917831"/>
                  <a:gd name="connsiteX2470" fmla="*/ 209141 w 889783"/>
                  <a:gd name="connsiteY2470" fmla="*/ 846632 h 917831"/>
                  <a:gd name="connsiteX2471" fmla="*/ 206695 w 889783"/>
                  <a:gd name="connsiteY2471" fmla="*/ 846632 h 917831"/>
                  <a:gd name="connsiteX2472" fmla="*/ 206695 w 889783"/>
                  <a:gd name="connsiteY2472" fmla="*/ 843899 h 917831"/>
                  <a:gd name="connsiteX2473" fmla="*/ 203963 w 889783"/>
                  <a:gd name="connsiteY2473" fmla="*/ 843899 h 917831"/>
                  <a:gd name="connsiteX2474" fmla="*/ 203963 w 889783"/>
                  <a:gd name="connsiteY2474" fmla="*/ 841454 h 917831"/>
                  <a:gd name="connsiteX2475" fmla="*/ 203963 w 889783"/>
                  <a:gd name="connsiteY2475" fmla="*/ 839009 h 917831"/>
                  <a:gd name="connsiteX2476" fmla="*/ 201517 w 889783"/>
                  <a:gd name="connsiteY2476" fmla="*/ 839009 h 917831"/>
                  <a:gd name="connsiteX2477" fmla="*/ 201517 w 889783"/>
                  <a:gd name="connsiteY2477" fmla="*/ 836419 h 917831"/>
                  <a:gd name="connsiteX2478" fmla="*/ 201517 w 889783"/>
                  <a:gd name="connsiteY2478" fmla="*/ 833686 h 917831"/>
                  <a:gd name="connsiteX2479" fmla="*/ 198928 w 889783"/>
                  <a:gd name="connsiteY2479" fmla="*/ 833686 h 917831"/>
                  <a:gd name="connsiteX2480" fmla="*/ 198928 w 889783"/>
                  <a:gd name="connsiteY2480" fmla="*/ 831241 h 917831"/>
                  <a:gd name="connsiteX2481" fmla="*/ 198928 w 889783"/>
                  <a:gd name="connsiteY2481" fmla="*/ 833686 h 917831"/>
                  <a:gd name="connsiteX2482" fmla="*/ 196483 w 889783"/>
                  <a:gd name="connsiteY2482" fmla="*/ 833686 h 917831"/>
                  <a:gd name="connsiteX2483" fmla="*/ 196483 w 889783"/>
                  <a:gd name="connsiteY2483" fmla="*/ 831241 h 917831"/>
                  <a:gd name="connsiteX2484" fmla="*/ 196483 w 889783"/>
                  <a:gd name="connsiteY2484" fmla="*/ 828796 h 917831"/>
                  <a:gd name="connsiteX2485" fmla="*/ 193750 w 889783"/>
                  <a:gd name="connsiteY2485" fmla="*/ 828796 h 917831"/>
                  <a:gd name="connsiteX2486" fmla="*/ 193750 w 889783"/>
                  <a:gd name="connsiteY2486" fmla="*/ 826351 h 917831"/>
                  <a:gd name="connsiteX2487" fmla="*/ 193750 w 889783"/>
                  <a:gd name="connsiteY2487" fmla="*/ 823474 h 917831"/>
                  <a:gd name="connsiteX2488" fmla="*/ 193750 w 889783"/>
                  <a:gd name="connsiteY2488" fmla="*/ 826351 h 917831"/>
                  <a:gd name="connsiteX2489" fmla="*/ 196483 w 889783"/>
                  <a:gd name="connsiteY2489" fmla="*/ 826351 h 917831"/>
                  <a:gd name="connsiteX2490" fmla="*/ 198928 w 889783"/>
                  <a:gd name="connsiteY2490" fmla="*/ 826351 h 917831"/>
                  <a:gd name="connsiteX2491" fmla="*/ 201517 w 889783"/>
                  <a:gd name="connsiteY2491" fmla="*/ 826351 h 917831"/>
                  <a:gd name="connsiteX2492" fmla="*/ 201517 w 889783"/>
                  <a:gd name="connsiteY2492" fmla="*/ 823474 h 917831"/>
                  <a:gd name="connsiteX2493" fmla="*/ 201517 w 889783"/>
                  <a:gd name="connsiteY2493" fmla="*/ 821029 h 917831"/>
                  <a:gd name="connsiteX2494" fmla="*/ 198928 w 889783"/>
                  <a:gd name="connsiteY2494" fmla="*/ 818583 h 917831"/>
                  <a:gd name="connsiteX2495" fmla="*/ 196483 w 889783"/>
                  <a:gd name="connsiteY2495" fmla="*/ 818583 h 917831"/>
                  <a:gd name="connsiteX2496" fmla="*/ 196483 w 889783"/>
                  <a:gd name="connsiteY2496" fmla="*/ 815994 h 917831"/>
                  <a:gd name="connsiteX2497" fmla="*/ 193750 w 889783"/>
                  <a:gd name="connsiteY2497" fmla="*/ 815994 h 917831"/>
                  <a:gd name="connsiteX2498" fmla="*/ 193750 w 889783"/>
                  <a:gd name="connsiteY2498" fmla="*/ 813261 h 917831"/>
                  <a:gd name="connsiteX2499" fmla="*/ 191305 w 889783"/>
                  <a:gd name="connsiteY2499" fmla="*/ 810816 h 917831"/>
                  <a:gd name="connsiteX2500" fmla="*/ 188716 w 889783"/>
                  <a:gd name="connsiteY2500" fmla="*/ 808371 h 917831"/>
                  <a:gd name="connsiteX2501" fmla="*/ 188716 w 889783"/>
                  <a:gd name="connsiteY2501" fmla="*/ 810816 h 917831"/>
                  <a:gd name="connsiteX2502" fmla="*/ 186271 w 889783"/>
                  <a:gd name="connsiteY2502" fmla="*/ 808371 h 917831"/>
                  <a:gd name="connsiteX2503" fmla="*/ 183538 w 889783"/>
                  <a:gd name="connsiteY2503" fmla="*/ 808371 h 917831"/>
                  <a:gd name="connsiteX2504" fmla="*/ 183538 w 889783"/>
                  <a:gd name="connsiteY2504" fmla="*/ 810816 h 917831"/>
                  <a:gd name="connsiteX2505" fmla="*/ 183538 w 889783"/>
                  <a:gd name="connsiteY2505" fmla="*/ 813261 h 917831"/>
                  <a:gd name="connsiteX2506" fmla="*/ 183538 w 889783"/>
                  <a:gd name="connsiteY2506" fmla="*/ 815994 h 917831"/>
                  <a:gd name="connsiteX2507" fmla="*/ 183538 w 889783"/>
                  <a:gd name="connsiteY2507" fmla="*/ 813261 h 917831"/>
                  <a:gd name="connsiteX2508" fmla="*/ 183538 w 889783"/>
                  <a:gd name="connsiteY2508" fmla="*/ 815994 h 917831"/>
                  <a:gd name="connsiteX2509" fmla="*/ 183538 w 889783"/>
                  <a:gd name="connsiteY2509" fmla="*/ 818583 h 917831"/>
                  <a:gd name="connsiteX2510" fmla="*/ 183538 w 889783"/>
                  <a:gd name="connsiteY2510" fmla="*/ 821029 h 917831"/>
                  <a:gd name="connsiteX2511" fmla="*/ 183538 w 889783"/>
                  <a:gd name="connsiteY2511" fmla="*/ 818583 h 917831"/>
                  <a:gd name="connsiteX2512" fmla="*/ 181092 w 889783"/>
                  <a:gd name="connsiteY2512" fmla="*/ 818583 h 917831"/>
                  <a:gd name="connsiteX2513" fmla="*/ 181092 w 889783"/>
                  <a:gd name="connsiteY2513" fmla="*/ 821029 h 917831"/>
                  <a:gd name="connsiteX2514" fmla="*/ 183538 w 889783"/>
                  <a:gd name="connsiteY2514" fmla="*/ 821029 h 917831"/>
                  <a:gd name="connsiteX2515" fmla="*/ 181092 w 889783"/>
                  <a:gd name="connsiteY2515" fmla="*/ 821029 h 917831"/>
                  <a:gd name="connsiteX2516" fmla="*/ 181092 w 889783"/>
                  <a:gd name="connsiteY2516" fmla="*/ 823474 h 917831"/>
                  <a:gd name="connsiteX2517" fmla="*/ 178503 w 889783"/>
                  <a:gd name="connsiteY2517" fmla="*/ 823474 h 917831"/>
                  <a:gd name="connsiteX2518" fmla="*/ 178503 w 889783"/>
                  <a:gd name="connsiteY2518" fmla="*/ 821029 h 917831"/>
                  <a:gd name="connsiteX2519" fmla="*/ 176058 w 889783"/>
                  <a:gd name="connsiteY2519" fmla="*/ 821029 h 917831"/>
                  <a:gd name="connsiteX2520" fmla="*/ 176058 w 889783"/>
                  <a:gd name="connsiteY2520" fmla="*/ 823474 h 917831"/>
                  <a:gd name="connsiteX2521" fmla="*/ 176058 w 889783"/>
                  <a:gd name="connsiteY2521" fmla="*/ 826351 h 917831"/>
                  <a:gd name="connsiteX2522" fmla="*/ 176058 w 889783"/>
                  <a:gd name="connsiteY2522" fmla="*/ 828796 h 917831"/>
                  <a:gd name="connsiteX2523" fmla="*/ 178503 w 889783"/>
                  <a:gd name="connsiteY2523" fmla="*/ 828796 h 917831"/>
                  <a:gd name="connsiteX2524" fmla="*/ 176058 w 889783"/>
                  <a:gd name="connsiteY2524" fmla="*/ 828796 h 917831"/>
                  <a:gd name="connsiteX2525" fmla="*/ 176058 w 889783"/>
                  <a:gd name="connsiteY2525" fmla="*/ 831241 h 917831"/>
                  <a:gd name="connsiteX2526" fmla="*/ 178503 w 889783"/>
                  <a:gd name="connsiteY2526" fmla="*/ 831241 h 917831"/>
                  <a:gd name="connsiteX2527" fmla="*/ 178503 w 889783"/>
                  <a:gd name="connsiteY2527" fmla="*/ 833686 h 917831"/>
                  <a:gd name="connsiteX2528" fmla="*/ 178503 w 889783"/>
                  <a:gd name="connsiteY2528" fmla="*/ 836419 h 917831"/>
                  <a:gd name="connsiteX2529" fmla="*/ 178503 w 889783"/>
                  <a:gd name="connsiteY2529" fmla="*/ 839009 h 917831"/>
                  <a:gd name="connsiteX2530" fmla="*/ 181092 w 889783"/>
                  <a:gd name="connsiteY2530" fmla="*/ 839009 h 917831"/>
                  <a:gd name="connsiteX2531" fmla="*/ 181092 w 889783"/>
                  <a:gd name="connsiteY2531" fmla="*/ 841454 h 917831"/>
                  <a:gd name="connsiteX2532" fmla="*/ 178503 w 889783"/>
                  <a:gd name="connsiteY2532" fmla="*/ 841454 h 917831"/>
                  <a:gd name="connsiteX2533" fmla="*/ 178503 w 889783"/>
                  <a:gd name="connsiteY2533" fmla="*/ 843899 h 917831"/>
                  <a:gd name="connsiteX2534" fmla="*/ 176058 w 889783"/>
                  <a:gd name="connsiteY2534" fmla="*/ 843899 h 917831"/>
                  <a:gd name="connsiteX2535" fmla="*/ 173613 w 889783"/>
                  <a:gd name="connsiteY2535" fmla="*/ 843899 h 917831"/>
                  <a:gd name="connsiteX2536" fmla="*/ 173613 w 889783"/>
                  <a:gd name="connsiteY2536" fmla="*/ 841454 h 917831"/>
                  <a:gd name="connsiteX2537" fmla="*/ 170880 w 889783"/>
                  <a:gd name="connsiteY2537" fmla="*/ 841454 h 917831"/>
                  <a:gd name="connsiteX2538" fmla="*/ 173613 w 889783"/>
                  <a:gd name="connsiteY2538" fmla="*/ 841454 h 917831"/>
                  <a:gd name="connsiteX2539" fmla="*/ 173613 w 889783"/>
                  <a:gd name="connsiteY2539" fmla="*/ 843899 h 917831"/>
                  <a:gd name="connsiteX2540" fmla="*/ 176058 w 889783"/>
                  <a:gd name="connsiteY2540" fmla="*/ 846632 h 917831"/>
                  <a:gd name="connsiteX2541" fmla="*/ 176058 w 889783"/>
                  <a:gd name="connsiteY2541" fmla="*/ 849221 h 917831"/>
                  <a:gd name="connsiteX2542" fmla="*/ 178503 w 889783"/>
                  <a:gd name="connsiteY2542" fmla="*/ 851666 h 917831"/>
                  <a:gd name="connsiteX2543" fmla="*/ 176058 w 889783"/>
                  <a:gd name="connsiteY2543" fmla="*/ 851666 h 917831"/>
                  <a:gd name="connsiteX2544" fmla="*/ 176058 w 889783"/>
                  <a:gd name="connsiteY2544" fmla="*/ 854111 h 917831"/>
                  <a:gd name="connsiteX2545" fmla="*/ 178503 w 889783"/>
                  <a:gd name="connsiteY2545" fmla="*/ 854111 h 917831"/>
                  <a:gd name="connsiteX2546" fmla="*/ 176058 w 889783"/>
                  <a:gd name="connsiteY2546" fmla="*/ 854111 h 917831"/>
                  <a:gd name="connsiteX2547" fmla="*/ 173613 w 889783"/>
                  <a:gd name="connsiteY2547" fmla="*/ 851666 h 917831"/>
                  <a:gd name="connsiteX2548" fmla="*/ 170880 w 889783"/>
                  <a:gd name="connsiteY2548" fmla="*/ 851666 h 917831"/>
                  <a:gd name="connsiteX2549" fmla="*/ 170880 w 889783"/>
                  <a:gd name="connsiteY2549" fmla="*/ 849221 h 917831"/>
                  <a:gd name="connsiteX2550" fmla="*/ 168291 w 889783"/>
                  <a:gd name="connsiteY2550" fmla="*/ 846632 h 917831"/>
                  <a:gd name="connsiteX2551" fmla="*/ 168291 w 889783"/>
                  <a:gd name="connsiteY2551" fmla="*/ 849221 h 917831"/>
                  <a:gd name="connsiteX2552" fmla="*/ 170880 w 889783"/>
                  <a:gd name="connsiteY2552" fmla="*/ 851666 h 917831"/>
                  <a:gd name="connsiteX2553" fmla="*/ 168291 w 889783"/>
                  <a:gd name="connsiteY2553" fmla="*/ 851666 h 917831"/>
                  <a:gd name="connsiteX2554" fmla="*/ 168291 w 889783"/>
                  <a:gd name="connsiteY2554" fmla="*/ 854111 h 917831"/>
                  <a:gd name="connsiteX2555" fmla="*/ 170880 w 889783"/>
                  <a:gd name="connsiteY2555" fmla="*/ 854111 h 917831"/>
                  <a:gd name="connsiteX2556" fmla="*/ 170880 w 889783"/>
                  <a:gd name="connsiteY2556" fmla="*/ 856844 h 917831"/>
                  <a:gd name="connsiteX2557" fmla="*/ 173613 w 889783"/>
                  <a:gd name="connsiteY2557" fmla="*/ 856844 h 917831"/>
                  <a:gd name="connsiteX2558" fmla="*/ 170880 w 889783"/>
                  <a:gd name="connsiteY2558" fmla="*/ 856844 h 917831"/>
                  <a:gd name="connsiteX2559" fmla="*/ 168291 w 889783"/>
                  <a:gd name="connsiteY2559" fmla="*/ 856844 h 917831"/>
                  <a:gd name="connsiteX2560" fmla="*/ 168291 w 889783"/>
                  <a:gd name="connsiteY2560" fmla="*/ 854111 h 917831"/>
                  <a:gd name="connsiteX2561" fmla="*/ 165845 w 889783"/>
                  <a:gd name="connsiteY2561" fmla="*/ 854111 h 917831"/>
                  <a:gd name="connsiteX2562" fmla="*/ 165845 w 889783"/>
                  <a:gd name="connsiteY2562" fmla="*/ 851666 h 917831"/>
                  <a:gd name="connsiteX2563" fmla="*/ 163400 w 889783"/>
                  <a:gd name="connsiteY2563" fmla="*/ 851666 h 917831"/>
                  <a:gd name="connsiteX2564" fmla="*/ 163400 w 889783"/>
                  <a:gd name="connsiteY2564" fmla="*/ 849221 h 917831"/>
                  <a:gd name="connsiteX2565" fmla="*/ 160667 w 889783"/>
                  <a:gd name="connsiteY2565" fmla="*/ 851666 h 917831"/>
                  <a:gd name="connsiteX2566" fmla="*/ 160667 w 889783"/>
                  <a:gd name="connsiteY2566" fmla="*/ 849221 h 917831"/>
                  <a:gd name="connsiteX2567" fmla="*/ 160667 w 889783"/>
                  <a:gd name="connsiteY2567" fmla="*/ 851666 h 917831"/>
                  <a:gd name="connsiteX2568" fmla="*/ 158222 w 889783"/>
                  <a:gd name="connsiteY2568" fmla="*/ 851666 h 917831"/>
                  <a:gd name="connsiteX2569" fmla="*/ 155633 w 889783"/>
                  <a:gd name="connsiteY2569" fmla="*/ 851666 h 917831"/>
                  <a:gd name="connsiteX2570" fmla="*/ 155633 w 889783"/>
                  <a:gd name="connsiteY2570" fmla="*/ 849221 h 917831"/>
                  <a:gd name="connsiteX2571" fmla="*/ 155633 w 889783"/>
                  <a:gd name="connsiteY2571" fmla="*/ 851666 h 917831"/>
                  <a:gd name="connsiteX2572" fmla="*/ 155633 w 889783"/>
                  <a:gd name="connsiteY2572" fmla="*/ 849221 h 917831"/>
                  <a:gd name="connsiteX2573" fmla="*/ 155633 w 889783"/>
                  <a:gd name="connsiteY2573" fmla="*/ 846632 h 917831"/>
                  <a:gd name="connsiteX2574" fmla="*/ 153188 w 889783"/>
                  <a:gd name="connsiteY2574" fmla="*/ 846632 h 917831"/>
                  <a:gd name="connsiteX2575" fmla="*/ 153188 w 889783"/>
                  <a:gd name="connsiteY2575" fmla="*/ 843899 h 917831"/>
                  <a:gd name="connsiteX2576" fmla="*/ 153188 w 889783"/>
                  <a:gd name="connsiteY2576" fmla="*/ 841454 h 917831"/>
                  <a:gd name="connsiteX2577" fmla="*/ 150455 w 889783"/>
                  <a:gd name="connsiteY2577" fmla="*/ 839009 h 917831"/>
                  <a:gd name="connsiteX2578" fmla="*/ 150455 w 889783"/>
                  <a:gd name="connsiteY2578" fmla="*/ 841454 h 917831"/>
                  <a:gd name="connsiteX2579" fmla="*/ 147866 w 889783"/>
                  <a:gd name="connsiteY2579" fmla="*/ 841454 h 917831"/>
                  <a:gd name="connsiteX2580" fmla="*/ 147866 w 889783"/>
                  <a:gd name="connsiteY2580" fmla="*/ 843899 h 917831"/>
                  <a:gd name="connsiteX2581" fmla="*/ 147866 w 889783"/>
                  <a:gd name="connsiteY2581" fmla="*/ 846632 h 917831"/>
                  <a:gd name="connsiteX2582" fmla="*/ 147866 w 889783"/>
                  <a:gd name="connsiteY2582" fmla="*/ 849221 h 917831"/>
                  <a:gd name="connsiteX2583" fmla="*/ 145421 w 889783"/>
                  <a:gd name="connsiteY2583" fmla="*/ 849221 h 917831"/>
                  <a:gd name="connsiteX2584" fmla="*/ 145421 w 889783"/>
                  <a:gd name="connsiteY2584" fmla="*/ 846632 h 917831"/>
                  <a:gd name="connsiteX2585" fmla="*/ 142975 w 889783"/>
                  <a:gd name="connsiteY2585" fmla="*/ 846632 h 917831"/>
                  <a:gd name="connsiteX2586" fmla="*/ 140242 w 889783"/>
                  <a:gd name="connsiteY2586" fmla="*/ 846632 h 917831"/>
                  <a:gd name="connsiteX2587" fmla="*/ 140242 w 889783"/>
                  <a:gd name="connsiteY2587" fmla="*/ 843899 h 917831"/>
                  <a:gd name="connsiteX2588" fmla="*/ 137653 w 889783"/>
                  <a:gd name="connsiteY2588" fmla="*/ 843899 h 917831"/>
                  <a:gd name="connsiteX2589" fmla="*/ 135208 w 889783"/>
                  <a:gd name="connsiteY2589" fmla="*/ 843899 h 917831"/>
                  <a:gd name="connsiteX2590" fmla="*/ 135208 w 889783"/>
                  <a:gd name="connsiteY2590" fmla="*/ 846632 h 917831"/>
                  <a:gd name="connsiteX2591" fmla="*/ 135208 w 889783"/>
                  <a:gd name="connsiteY2591" fmla="*/ 843899 h 917831"/>
                  <a:gd name="connsiteX2592" fmla="*/ 132763 w 889783"/>
                  <a:gd name="connsiteY2592" fmla="*/ 843899 h 917831"/>
                  <a:gd name="connsiteX2593" fmla="*/ 132763 w 889783"/>
                  <a:gd name="connsiteY2593" fmla="*/ 841454 h 917831"/>
                  <a:gd name="connsiteX2594" fmla="*/ 132763 w 889783"/>
                  <a:gd name="connsiteY2594" fmla="*/ 839009 h 917831"/>
                  <a:gd name="connsiteX2595" fmla="*/ 132763 w 889783"/>
                  <a:gd name="connsiteY2595" fmla="*/ 836419 h 917831"/>
                  <a:gd name="connsiteX2596" fmla="*/ 135208 w 889783"/>
                  <a:gd name="connsiteY2596" fmla="*/ 836419 h 917831"/>
                  <a:gd name="connsiteX2597" fmla="*/ 135208 w 889783"/>
                  <a:gd name="connsiteY2597" fmla="*/ 833686 h 917831"/>
                  <a:gd name="connsiteX2598" fmla="*/ 137653 w 889783"/>
                  <a:gd name="connsiteY2598" fmla="*/ 833686 h 917831"/>
                  <a:gd name="connsiteX2599" fmla="*/ 137653 w 889783"/>
                  <a:gd name="connsiteY2599" fmla="*/ 831241 h 917831"/>
                  <a:gd name="connsiteX2600" fmla="*/ 137653 w 889783"/>
                  <a:gd name="connsiteY2600" fmla="*/ 833686 h 917831"/>
                  <a:gd name="connsiteX2601" fmla="*/ 135208 w 889783"/>
                  <a:gd name="connsiteY2601" fmla="*/ 833686 h 917831"/>
                  <a:gd name="connsiteX2602" fmla="*/ 132763 w 889783"/>
                  <a:gd name="connsiteY2602" fmla="*/ 833686 h 917831"/>
                  <a:gd name="connsiteX2603" fmla="*/ 130030 w 889783"/>
                  <a:gd name="connsiteY2603" fmla="*/ 833686 h 917831"/>
                  <a:gd name="connsiteX2604" fmla="*/ 127584 w 889783"/>
                  <a:gd name="connsiteY2604" fmla="*/ 833686 h 917831"/>
                  <a:gd name="connsiteX2605" fmla="*/ 130030 w 889783"/>
                  <a:gd name="connsiteY2605" fmla="*/ 833686 h 917831"/>
                  <a:gd name="connsiteX2606" fmla="*/ 130030 w 889783"/>
                  <a:gd name="connsiteY2606" fmla="*/ 831241 h 917831"/>
                  <a:gd name="connsiteX2607" fmla="*/ 127584 w 889783"/>
                  <a:gd name="connsiteY2607" fmla="*/ 831241 h 917831"/>
                  <a:gd name="connsiteX2608" fmla="*/ 127584 w 889783"/>
                  <a:gd name="connsiteY2608" fmla="*/ 828796 h 917831"/>
                  <a:gd name="connsiteX2609" fmla="*/ 124995 w 889783"/>
                  <a:gd name="connsiteY2609" fmla="*/ 828796 h 917831"/>
                  <a:gd name="connsiteX2610" fmla="*/ 124995 w 889783"/>
                  <a:gd name="connsiteY2610" fmla="*/ 826351 h 917831"/>
                  <a:gd name="connsiteX2611" fmla="*/ 122550 w 889783"/>
                  <a:gd name="connsiteY2611" fmla="*/ 823474 h 917831"/>
                  <a:gd name="connsiteX2612" fmla="*/ 122550 w 889783"/>
                  <a:gd name="connsiteY2612" fmla="*/ 821029 h 917831"/>
                  <a:gd name="connsiteX2613" fmla="*/ 124995 w 889783"/>
                  <a:gd name="connsiteY2613" fmla="*/ 821029 h 917831"/>
                  <a:gd name="connsiteX2614" fmla="*/ 124995 w 889783"/>
                  <a:gd name="connsiteY2614" fmla="*/ 818583 h 917831"/>
                  <a:gd name="connsiteX2615" fmla="*/ 124995 w 889783"/>
                  <a:gd name="connsiteY2615" fmla="*/ 821029 h 917831"/>
                  <a:gd name="connsiteX2616" fmla="*/ 127584 w 889783"/>
                  <a:gd name="connsiteY2616" fmla="*/ 821029 h 917831"/>
                  <a:gd name="connsiteX2617" fmla="*/ 127584 w 889783"/>
                  <a:gd name="connsiteY2617" fmla="*/ 818583 h 917831"/>
                  <a:gd name="connsiteX2618" fmla="*/ 127584 w 889783"/>
                  <a:gd name="connsiteY2618" fmla="*/ 815994 h 917831"/>
                  <a:gd name="connsiteX2619" fmla="*/ 127584 w 889783"/>
                  <a:gd name="connsiteY2619" fmla="*/ 813261 h 917831"/>
                  <a:gd name="connsiteX2620" fmla="*/ 130030 w 889783"/>
                  <a:gd name="connsiteY2620" fmla="*/ 813261 h 917831"/>
                  <a:gd name="connsiteX2621" fmla="*/ 130030 w 889783"/>
                  <a:gd name="connsiteY2621" fmla="*/ 815994 h 917831"/>
                  <a:gd name="connsiteX2622" fmla="*/ 132763 w 889783"/>
                  <a:gd name="connsiteY2622" fmla="*/ 815994 h 917831"/>
                  <a:gd name="connsiteX2623" fmla="*/ 135208 w 889783"/>
                  <a:gd name="connsiteY2623" fmla="*/ 813261 h 917831"/>
                  <a:gd name="connsiteX2624" fmla="*/ 137653 w 889783"/>
                  <a:gd name="connsiteY2624" fmla="*/ 813261 h 917831"/>
                  <a:gd name="connsiteX2625" fmla="*/ 137653 w 889783"/>
                  <a:gd name="connsiteY2625" fmla="*/ 815994 h 917831"/>
                  <a:gd name="connsiteX2626" fmla="*/ 140242 w 889783"/>
                  <a:gd name="connsiteY2626" fmla="*/ 815994 h 917831"/>
                  <a:gd name="connsiteX2627" fmla="*/ 140242 w 889783"/>
                  <a:gd name="connsiteY2627" fmla="*/ 818583 h 917831"/>
                  <a:gd name="connsiteX2628" fmla="*/ 140242 w 889783"/>
                  <a:gd name="connsiteY2628" fmla="*/ 815994 h 917831"/>
                  <a:gd name="connsiteX2629" fmla="*/ 140242 w 889783"/>
                  <a:gd name="connsiteY2629" fmla="*/ 813261 h 917831"/>
                  <a:gd name="connsiteX2630" fmla="*/ 142975 w 889783"/>
                  <a:gd name="connsiteY2630" fmla="*/ 813261 h 917831"/>
                  <a:gd name="connsiteX2631" fmla="*/ 140242 w 889783"/>
                  <a:gd name="connsiteY2631" fmla="*/ 813261 h 917831"/>
                  <a:gd name="connsiteX2632" fmla="*/ 142975 w 889783"/>
                  <a:gd name="connsiteY2632" fmla="*/ 813261 h 917831"/>
                  <a:gd name="connsiteX2633" fmla="*/ 142975 w 889783"/>
                  <a:gd name="connsiteY2633" fmla="*/ 815994 h 917831"/>
                  <a:gd name="connsiteX2634" fmla="*/ 142975 w 889783"/>
                  <a:gd name="connsiteY2634" fmla="*/ 818583 h 917831"/>
                  <a:gd name="connsiteX2635" fmla="*/ 145421 w 889783"/>
                  <a:gd name="connsiteY2635" fmla="*/ 818583 h 917831"/>
                  <a:gd name="connsiteX2636" fmla="*/ 147866 w 889783"/>
                  <a:gd name="connsiteY2636" fmla="*/ 818583 h 917831"/>
                  <a:gd name="connsiteX2637" fmla="*/ 147866 w 889783"/>
                  <a:gd name="connsiteY2637" fmla="*/ 815994 h 917831"/>
                  <a:gd name="connsiteX2638" fmla="*/ 150455 w 889783"/>
                  <a:gd name="connsiteY2638" fmla="*/ 815994 h 917831"/>
                  <a:gd name="connsiteX2639" fmla="*/ 147866 w 889783"/>
                  <a:gd name="connsiteY2639" fmla="*/ 815994 h 917831"/>
                  <a:gd name="connsiteX2640" fmla="*/ 147866 w 889783"/>
                  <a:gd name="connsiteY2640" fmla="*/ 813261 h 917831"/>
                  <a:gd name="connsiteX2641" fmla="*/ 147866 w 889783"/>
                  <a:gd name="connsiteY2641" fmla="*/ 810816 h 917831"/>
                  <a:gd name="connsiteX2642" fmla="*/ 150455 w 889783"/>
                  <a:gd name="connsiteY2642" fmla="*/ 810816 h 917831"/>
                  <a:gd name="connsiteX2643" fmla="*/ 147866 w 889783"/>
                  <a:gd name="connsiteY2643" fmla="*/ 810816 h 917831"/>
                  <a:gd name="connsiteX2644" fmla="*/ 145421 w 889783"/>
                  <a:gd name="connsiteY2644" fmla="*/ 810816 h 917831"/>
                  <a:gd name="connsiteX2645" fmla="*/ 145421 w 889783"/>
                  <a:gd name="connsiteY2645" fmla="*/ 808371 h 917831"/>
                  <a:gd name="connsiteX2646" fmla="*/ 145421 w 889783"/>
                  <a:gd name="connsiteY2646" fmla="*/ 805925 h 917831"/>
                  <a:gd name="connsiteX2647" fmla="*/ 147866 w 889783"/>
                  <a:gd name="connsiteY2647" fmla="*/ 805925 h 917831"/>
                  <a:gd name="connsiteX2648" fmla="*/ 147866 w 889783"/>
                  <a:gd name="connsiteY2648" fmla="*/ 803193 h 917831"/>
                  <a:gd name="connsiteX2649" fmla="*/ 145421 w 889783"/>
                  <a:gd name="connsiteY2649" fmla="*/ 803193 h 917831"/>
                  <a:gd name="connsiteX2650" fmla="*/ 145421 w 889783"/>
                  <a:gd name="connsiteY2650" fmla="*/ 800604 h 917831"/>
                  <a:gd name="connsiteX2651" fmla="*/ 142975 w 889783"/>
                  <a:gd name="connsiteY2651" fmla="*/ 798158 h 917831"/>
                  <a:gd name="connsiteX2652" fmla="*/ 142975 w 889783"/>
                  <a:gd name="connsiteY2652" fmla="*/ 795713 h 917831"/>
                  <a:gd name="connsiteX2653" fmla="*/ 145421 w 889783"/>
                  <a:gd name="connsiteY2653" fmla="*/ 795713 h 917831"/>
                  <a:gd name="connsiteX2654" fmla="*/ 142975 w 889783"/>
                  <a:gd name="connsiteY2654" fmla="*/ 795713 h 917831"/>
                  <a:gd name="connsiteX2655" fmla="*/ 142975 w 889783"/>
                  <a:gd name="connsiteY2655" fmla="*/ 792980 h 917831"/>
                  <a:gd name="connsiteX2656" fmla="*/ 140242 w 889783"/>
                  <a:gd name="connsiteY2656" fmla="*/ 792980 h 917831"/>
                  <a:gd name="connsiteX2657" fmla="*/ 140242 w 889783"/>
                  <a:gd name="connsiteY2657" fmla="*/ 790391 h 917831"/>
                  <a:gd name="connsiteX2658" fmla="*/ 140242 w 889783"/>
                  <a:gd name="connsiteY2658" fmla="*/ 792980 h 917831"/>
                  <a:gd name="connsiteX2659" fmla="*/ 137653 w 889783"/>
                  <a:gd name="connsiteY2659" fmla="*/ 792980 h 917831"/>
                  <a:gd name="connsiteX2660" fmla="*/ 137653 w 889783"/>
                  <a:gd name="connsiteY2660" fmla="*/ 790391 h 917831"/>
                  <a:gd name="connsiteX2661" fmla="*/ 137653 w 889783"/>
                  <a:gd name="connsiteY2661" fmla="*/ 787946 h 917831"/>
                  <a:gd name="connsiteX2662" fmla="*/ 140242 w 889783"/>
                  <a:gd name="connsiteY2662" fmla="*/ 787946 h 917831"/>
                  <a:gd name="connsiteX2663" fmla="*/ 140242 w 889783"/>
                  <a:gd name="connsiteY2663" fmla="*/ 785500 h 917831"/>
                  <a:gd name="connsiteX2664" fmla="*/ 140242 w 889783"/>
                  <a:gd name="connsiteY2664" fmla="*/ 782768 h 917831"/>
                  <a:gd name="connsiteX2665" fmla="*/ 142975 w 889783"/>
                  <a:gd name="connsiteY2665" fmla="*/ 782768 h 917831"/>
                  <a:gd name="connsiteX2666" fmla="*/ 142975 w 889783"/>
                  <a:gd name="connsiteY2666" fmla="*/ 780179 h 917831"/>
                  <a:gd name="connsiteX2667" fmla="*/ 142975 w 889783"/>
                  <a:gd name="connsiteY2667" fmla="*/ 777733 h 917831"/>
                  <a:gd name="connsiteX2668" fmla="*/ 142975 w 889783"/>
                  <a:gd name="connsiteY2668" fmla="*/ 780179 h 917831"/>
                  <a:gd name="connsiteX2669" fmla="*/ 140242 w 889783"/>
                  <a:gd name="connsiteY2669" fmla="*/ 780179 h 917831"/>
                  <a:gd name="connsiteX2670" fmla="*/ 140242 w 889783"/>
                  <a:gd name="connsiteY2670" fmla="*/ 777733 h 917831"/>
                  <a:gd name="connsiteX2671" fmla="*/ 140242 w 889783"/>
                  <a:gd name="connsiteY2671" fmla="*/ 775288 h 917831"/>
                  <a:gd name="connsiteX2672" fmla="*/ 137653 w 889783"/>
                  <a:gd name="connsiteY2672" fmla="*/ 775288 h 917831"/>
                  <a:gd name="connsiteX2673" fmla="*/ 135208 w 889783"/>
                  <a:gd name="connsiteY2673" fmla="*/ 775288 h 917831"/>
                  <a:gd name="connsiteX2674" fmla="*/ 135208 w 889783"/>
                  <a:gd name="connsiteY2674" fmla="*/ 777733 h 917831"/>
                  <a:gd name="connsiteX2675" fmla="*/ 135208 w 889783"/>
                  <a:gd name="connsiteY2675" fmla="*/ 775288 h 917831"/>
                  <a:gd name="connsiteX2676" fmla="*/ 135208 w 889783"/>
                  <a:gd name="connsiteY2676" fmla="*/ 772699 h 917831"/>
                  <a:gd name="connsiteX2677" fmla="*/ 132763 w 889783"/>
                  <a:gd name="connsiteY2677" fmla="*/ 772699 h 917831"/>
                  <a:gd name="connsiteX2678" fmla="*/ 130030 w 889783"/>
                  <a:gd name="connsiteY2678" fmla="*/ 772699 h 917831"/>
                  <a:gd name="connsiteX2679" fmla="*/ 130030 w 889783"/>
                  <a:gd name="connsiteY2679" fmla="*/ 769966 h 917831"/>
                  <a:gd name="connsiteX2680" fmla="*/ 130030 w 889783"/>
                  <a:gd name="connsiteY2680" fmla="*/ 772699 h 917831"/>
                  <a:gd name="connsiteX2681" fmla="*/ 127584 w 889783"/>
                  <a:gd name="connsiteY2681" fmla="*/ 769966 h 917831"/>
                  <a:gd name="connsiteX2682" fmla="*/ 127584 w 889783"/>
                  <a:gd name="connsiteY2682" fmla="*/ 772699 h 917831"/>
                  <a:gd name="connsiteX2683" fmla="*/ 124995 w 889783"/>
                  <a:gd name="connsiteY2683" fmla="*/ 772699 h 917831"/>
                  <a:gd name="connsiteX2684" fmla="*/ 122550 w 889783"/>
                  <a:gd name="connsiteY2684" fmla="*/ 772699 h 917831"/>
                  <a:gd name="connsiteX2685" fmla="*/ 119817 w 889783"/>
                  <a:gd name="connsiteY2685" fmla="*/ 772699 h 917831"/>
                  <a:gd name="connsiteX2686" fmla="*/ 119817 w 889783"/>
                  <a:gd name="connsiteY2686" fmla="*/ 769966 h 917831"/>
                  <a:gd name="connsiteX2687" fmla="*/ 119817 w 889783"/>
                  <a:gd name="connsiteY2687" fmla="*/ 772699 h 917831"/>
                  <a:gd name="connsiteX2688" fmla="*/ 119817 w 889783"/>
                  <a:gd name="connsiteY2688" fmla="*/ 775288 h 917831"/>
                  <a:gd name="connsiteX2689" fmla="*/ 117372 w 889783"/>
                  <a:gd name="connsiteY2689" fmla="*/ 775288 h 917831"/>
                  <a:gd name="connsiteX2690" fmla="*/ 117372 w 889783"/>
                  <a:gd name="connsiteY2690" fmla="*/ 772699 h 917831"/>
                  <a:gd name="connsiteX2691" fmla="*/ 114783 w 889783"/>
                  <a:gd name="connsiteY2691" fmla="*/ 772699 h 917831"/>
                  <a:gd name="connsiteX2692" fmla="*/ 114783 w 889783"/>
                  <a:gd name="connsiteY2692" fmla="*/ 775288 h 917831"/>
                  <a:gd name="connsiteX2693" fmla="*/ 112338 w 889783"/>
                  <a:gd name="connsiteY2693" fmla="*/ 775288 h 917831"/>
                  <a:gd name="connsiteX2694" fmla="*/ 112338 w 889783"/>
                  <a:gd name="connsiteY2694" fmla="*/ 772699 h 917831"/>
                  <a:gd name="connsiteX2695" fmla="*/ 109605 w 889783"/>
                  <a:gd name="connsiteY2695" fmla="*/ 772699 h 917831"/>
                  <a:gd name="connsiteX2696" fmla="*/ 112338 w 889783"/>
                  <a:gd name="connsiteY2696" fmla="*/ 772699 h 917831"/>
                  <a:gd name="connsiteX2697" fmla="*/ 109605 w 889783"/>
                  <a:gd name="connsiteY2697" fmla="*/ 769966 h 917831"/>
                  <a:gd name="connsiteX2698" fmla="*/ 107160 w 889783"/>
                  <a:gd name="connsiteY2698" fmla="*/ 769966 h 917831"/>
                  <a:gd name="connsiteX2699" fmla="*/ 104571 w 889783"/>
                  <a:gd name="connsiteY2699" fmla="*/ 769966 h 917831"/>
                  <a:gd name="connsiteX2700" fmla="*/ 104571 w 889783"/>
                  <a:gd name="connsiteY2700" fmla="*/ 767521 h 917831"/>
                  <a:gd name="connsiteX2701" fmla="*/ 102125 w 889783"/>
                  <a:gd name="connsiteY2701" fmla="*/ 765075 h 917831"/>
                  <a:gd name="connsiteX2702" fmla="*/ 102125 w 889783"/>
                  <a:gd name="connsiteY2702" fmla="*/ 762486 h 917831"/>
                  <a:gd name="connsiteX2703" fmla="*/ 99680 w 889783"/>
                  <a:gd name="connsiteY2703" fmla="*/ 762486 h 917831"/>
                  <a:gd name="connsiteX2704" fmla="*/ 99680 w 889783"/>
                  <a:gd name="connsiteY2704" fmla="*/ 759754 h 917831"/>
                  <a:gd name="connsiteX2705" fmla="*/ 99680 w 889783"/>
                  <a:gd name="connsiteY2705" fmla="*/ 757308 h 917831"/>
                  <a:gd name="connsiteX2706" fmla="*/ 96947 w 889783"/>
                  <a:gd name="connsiteY2706" fmla="*/ 759754 h 917831"/>
                  <a:gd name="connsiteX2707" fmla="*/ 99680 w 889783"/>
                  <a:gd name="connsiteY2707" fmla="*/ 759754 h 917831"/>
                  <a:gd name="connsiteX2708" fmla="*/ 96947 w 889783"/>
                  <a:gd name="connsiteY2708" fmla="*/ 759754 h 917831"/>
                  <a:gd name="connsiteX2709" fmla="*/ 96947 w 889783"/>
                  <a:gd name="connsiteY2709" fmla="*/ 762486 h 917831"/>
                  <a:gd name="connsiteX2710" fmla="*/ 94358 w 889783"/>
                  <a:gd name="connsiteY2710" fmla="*/ 759754 h 917831"/>
                  <a:gd name="connsiteX2711" fmla="*/ 91913 w 889783"/>
                  <a:gd name="connsiteY2711" fmla="*/ 759754 h 917831"/>
                  <a:gd name="connsiteX2712" fmla="*/ 91913 w 889783"/>
                  <a:gd name="connsiteY2712" fmla="*/ 757308 h 917831"/>
                  <a:gd name="connsiteX2713" fmla="*/ 89467 w 889783"/>
                  <a:gd name="connsiteY2713" fmla="*/ 757308 h 917831"/>
                  <a:gd name="connsiteX2714" fmla="*/ 86734 w 889783"/>
                  <a:gd name="connsiteY2714" fmla="*/ 759754 h 917831"/>
                  <a:gd name="connsiteX2715" fmla="*/ 86734 w 889783"/>
                  <a:gd name="connsiteY2715" fmla="*/ 757308 h 917831"/>
                  <a:gd name="connsiteX2716" fmla="*/ 89467 w 889783"/>
                  <a:gd name="connsiteY2716" fmla="*/ 757308 h 917831"/>
                  <a:gd name="connsiteX2717" fmla="*/ 89467 w 889783"/>
                  <a:gd name="connsiteY2717" fmla="*/ 754863 h 917831"/>
                  <a:gd name="connsiteX2718" fmla="*/ 86734 w 889783"/>
                  <a:gd name="connsiteY2718" fmla="*/ 754863 h 917831"/>
                  <a:gd name="connsiteX2719" fmla="*/ 89467 w 889783"/>
                  <a:gd name="connsiteY2719" fmla="*/ 754863 h 917831"/>
                  <a:gd name="connsiteX2720" fmla="*/ 89467 w 889783"/>
                  <a:gd name="connsiteY2720" fmla="*/ 752274 h 917831"/>
                  <a:gd name="connsiteX2721" fmla="*/ 89467 w 889783"/>
                  <a:gd name="connsiteY2721" fmla="*/ 749541 h 917831"/>
                  <a:gd name="connsiteX2722" fmla="*/ 91913 w 889783"/>
                  <a:gd name="connsiteY2722" fmla="*/ 749541 h 917831"/>
                  <a:gd name="connsiteX2723" fmla="*/ 89467 w 889783"/>
                  <a:gd name="connsiteY2723" fmla="*/ 749541 h 917831"/>
                  <a:gd name="connsiteX2724" fmla="*/ 86734 w 889783"/>
                  <a:gd name="connsiteY2724" fmla="*/ 749541 h 917831"/>
                  <a:gd name="connsiteX2725" fmla="*/ 84145 w 889783"/>
                  <a:gd name="connsiteY2725" fmla="*/ 749541 h 917831"/>
                  <a:gd name="connsiteX2726" fmla="*/ 86734 w 889783"/>
                  <a:gd name="connsiteY2726" fmla="*/ 749541 h 917831"/>
                  <a:gd name="connsiteX2727" fmla="*/ 86734 w 889783"/>
                  <a:gd name="connsiteY2727" fmla="*/ 747096 h 917831"/>
                  <a:gd name="connsiteX2728" fmla="*/ 84145 w 889783"/>
                  <a:gd name="connsiteY2728" fmla="*/ 747096 h 917831"/>
                  <a:gd name="connsiteX2729" fmla="*/ 81700 w 889783"/>
                  <a:gd name="connsiteY2729" fmla="*/ 747096 h 917831"/>
                  <a:gd name="connsiteX2730" fmla="*/ 81700 w 889783"/>
                  <a:gd name="connsiteY2730" fmla="*/ 744650 h 917831"/>
                  <a:gd name="connsiteX2731" fmla="*/ 81700 w 889783"/>
                  <a:gd name="connsiteY2731" fmla="*/ 742205 h 917831"/>
                  <a:gd name="connsiteX2732" fmla="*/ 79255 w 889783"/>
                  <a:gd name="connsiteY2732" fmla="*/ 742205 h 917831"/>
                  <a:gd name="connsiteX2733" fmla="*/ 76522 w 889783"/>
                  <a:gd name="connsiteY2733" fmla="*/ 742205 h 917831"/>
                  <a:gd name="connsiteX2734" fmla="*/ 76522 w 889783"/>
                  <a:gd name="connsiteY2734" fmla="*/ 739329 h 917831"/>
                  <a:gd name="connsiteX2735" fmla="*/ 73933 w 889783"/>
                  <a:gd name="connsiteY2735" fmla="*/ 739329 h 917831"/>
                  <a:gd name="connsiteX2736" fmla="*/ 73933 w 889783"/>
                  <a:gd name="connsiteY2736" fmla="*/ 736883 h 917831"/>
                  <a:gd name="connsiteX2737" fmla="*/ 71488 w 889783"/>
                  <a:gd name="connsiteY2737" fmla="*/ 736883 h 917831"/>
                  <a:gd name="connsiteX2738" fmla="*/ 71488 w 889783"/>
                  <a:gd name="connsiteY2738" fmla="*/ 739329 h 917831"/>
                  <a:gd name="connsiteX2739" fmla="*/ 69043 w 889783"/>
                  <a:gd name="connsiteY2739" fmla="*/ 736883 h 917831"/>
                  <a:gd name="connsiteX2740" fmla="*/ 66310 w 889783"/>
                  <a:gd name="connsiteY2740" fmla="*/ 736883 h 917831"/>
                  <a:gd name="connsiteX2741" fmla="*/ 63864 w 889783"/>
                  <a:gd name="connsiteY2741" fmla="*/ 736883 h 917831"/>
                  <a:gd name="connsiteX2742" fmla="*/ 63864 w 889783"/>
                  <a:gd name="connsiteY2742" fmla="*/ 734438 h 917831"/>
                  <a:gd name="connsiteX2743" fmla="*/ 63864 w 889783"/>
                  <a:gd name="connsiteY2743" fmla="*/ 731849 h 917831"/>
                  <a:gd name="connsiteX2744" fmla="*/ 63864 w 889783"/>
                  <a:gd name="connsiteY2744" fmla="*/ 729116 h 917831"/>
                  <a:gd name="connsiteX2745" fmla="*/ 66310 w 889783"/>
                  <a:gd name="connsiteY2745" fmla="*/ 729116 h 917831"/>
                  <a:gd name="connsiteX2746" fmla="*/ 66310 w 889783"/>
                  <a:gd name="connsiteY2746" fmla="*/ 726671 h 917831"/>
                  <a:gd name="connsiteX2747" fmla="*/ 63864 w 889783"/>
                  <a:gd name="connsiteY2747" fmla="*/ 726671 h 917831"/>
                  <a:gd name="connsiteX2748" fmla="*/ 61275 w 889783"/>
                  <a:gd name="connsiteY2748" fmla="*/ 726671 h 917831"/>
                  <a:gd name="connsiteX2749" fmla="*/ 61275 w 889783"/>
                  <a:gd name="connsiteY2749" fmla="*/ 724225 h 917831"/>
                  <a:gd name="connsiteX2750" fmla="*/ 61275 w 889783"/>
                  <a:gd name="connsiteY2750" fmla="*/ 721636 h 917831"/>
                  <a:gd name="connsiteX2751" fmla="*/ 63864 w 889783"/>
                  <a:gd name="connsiteY2751" fmla="*/ 721636 h 917831"/>
                  <a:gd name="connsiteX2752" fmla="*/ 66310 w 889783"/>
                  <a:gd name="connsiteY2752" fmla="*/ 721636 h 917831"/>
                  <a:gd name="connsiteX2753" fmla="*/ 66310 w 889783"/>
                  <a:gd name="connsiteY2753" fmla="*/ 718904 h 917831"/>
                  <a:gd name="connsiteX2754" fmla="*/ 69043 w 889783"/>
                  <a:gd name="connsiteY2754" fmla="*/ 718904 h 917831"/>
                  <a:gd name="connsiteX2755" fmla="*/ 69043 w 889783"/>
                  <a:gd name="connsiteY2755" fmla="*/ 716458 h 917831"/>
                  <a:gd name="connsiteX2756" fmla="*/ 69043 w 889783"/>
                  <a:gd name="connsiteY2756" fmla="*/ 714013 h 917831"/>
                  <a:gd name="connsiteX2757" fmla="*/ 71488 w 889783"/>
                  <a:gd name="connsiteY2757" fmla="*/ 714013 h 917831"/>
                  <a:gd name="connsiteX2758" fmla="*/ 69043 w 889783"/>
                  <a:gd name="connsiteY2758" fmla="*/ 714013 h 917831"/>
                  <a:gd name="connsiteX2759" fmla="*/ 69043 w 889783"/>
                  <a:gd name="connsiteY2759" fmla="*/ 711568 h 917831"/>
                  <a:gd name="connsiteX2760" fmla="*/ 66310 w 889783"/>
                  <a:gd name="connsiteY2760" fmla="*/ 711568 h 917831"/>
                  <a:gd name="connsiteX2761" fmla="*/ 66310 w 889783"/>
                  <a:gd name="connsiteY2761" fmla="*/ 708835 h 917831"/>
                  <a:gd name="connsiteX2762" fmla="*/ 63864 w 889783"/>
                  <a:gd name="connsiteY2762" fmla="*/ 708835 h 917831"/>
                  <a:gd name="connsiteX2763" fmla="*/ 63864 w 889783"/>
                  <a:gd name="connsiteY2763" fmla="*/ 706246 h 917831"/>
                  <a:gd name="connsiteX2764" fmla="*/ 63864 w 889783"/>
                  <a:gd name="connsiteY2764" fmla="*/ 703800 h 917831"/>
                  <a:gd name="connsiteX2765" fmla="*/ 63864 w 889783"/>
                  <a:gd name="connsiteY2765" fmla="*/ 701355 h 917831"/>
                  <a:gd name="connsiteX2766" fmla="*/ 61275 w 889783"/>
                  <a:gd name="connsiteY2766" fmla="*/ 701355 h 917831"/>
                  <a:gd name="connsiteX2767" fmla="*/ 58830 w 889783"/>
                  <a:gd name="connsiteY2767" fmla="*/ 701355 h 917831"/>
                  <a:gd name="connsiteX2768" fmla="*/ 58830 w 889783"/>
                  <a:gd name="connsiteY2768" fmla="*/ 698622 h 917831"/>
                  <a:gd name="connsiteX2769" fmla="*/ 58830 w 889783"/>
                  <a:gd name="connsiteY2769" fmla="*/ 701355 h 917831"/>
                  <a:gd name="connsiteX2770" fmla="*/ 56097 w 889783"/>
                  <a:gd name="connsiteY2770" fmla="*/ 701355 h 917831"/>
                  <a:gd name="connsiteX2771" fmla="*/ 56097 w 889783"/>
                  <a:gd name="connsiteY2771" fmla="*/ 698622 h 917831"/>
                  <a:gd name="connsiteX2772" fmla="*/ 56097 w 889783"/>
                  <a:gd name="connsiteY2772" fmla="*/ 696033 h 917831"/>
                  <a:gd name="connsiteX2773" fmla="*/ 56097 w 889783"/>
                  <a:gd name="connsiteY2773" fmla="*/ 693588 h 917831"/>
                  <a:gd name="connsiteX2774" fmla="*/ 53508 w 889783"/>
                  <a:gd name="connsiteY2774" fmla="*/ 693588 h 917831"/>
                  <a:gd name="connsiteX2775" fmla="*/ 51063 w 889783"/>
                  <a:gd name="connsiteY2775" fmla="*/ 693588 h 917831"/>
                  <a:gd name="connsiteX2776" fmla="*/ 51063 w 889783"/>
                  <a:gd name="connsiteY2776" fmla="*/ 691143 h 917831"/>
                  <a:gd name="connsiteX2777" fmla="*/ 53508 w 889783"/>
                  <a:gd name="connsiteY2777" fmla="*/ 691143 h 917831"/>
                  <a:gd name="connsiteX2778" fmla="*/ 53508 w 889783"/>
                  <a:gd name="connsiteY2778" fmla="*/ 688554 h 917831"/>
                  <a:gd name="connsiteX2779" fmla="*/ 56097 w 889783"/>
                  <a:gd name="connsiteY2779" fmla="*/ 688554 h 917831"/>
                  <a:gd name="connsiteX2780" fmla="*/ 53508 w 889783"/>
                  <a:gd name="connsiteY2780" fmla="*/ 688554 h 917831"/>
                  <a:gd name="connsiteX2781" fmla="*/ 56097 w 889783"/>
                  <a:gd name="connsiteY2781" fmla="*/ 688554 h 917831"/>
                  <a:gd name="connsiteX2782" fmla="*/ 58830 w 889783"/>
                  <a:gd name="connsiteY2782" fmla="*/ 688554 h 917831"/>
                  <a:gd name="connsiteX2783" fmla="*/ 58830 w 889783"/>
                  <a:gd name="connsiteY2783" fmla="*/ 685821 h 917831"/>
                  <a:gd name="connsiteX2784" fmla="*/ 56097 w 889783"/>
                  <a:gd name="connsiteY2784" fmla="*/ 685821 h 917831"/>
                  <a:gd name="connsiteX2785" fmla="*/ 58830 w 889783"/>
                  <a:gd name="connsiteY2785" fmla="*/ 685821 h 917831"/>
                  <a:gd name="connsiteX2786" fmla="*/ 56097 w 889783"/>
                  <a:gd name="connsiteY2786" fmla="*/ 685821 h 917831"/>
                  <a:gd name="connsiteX2787" fmla="*/ 56097 w 889783"/>
                  <a:gd name="connsiteY2787" fmla="*/ 683375 h 917831"/>
                  <a:gd name="connsiteX2788" fmla="*/ 56097 w 889783"/>
                  <a:gd name="connsiteY2788" fmla="*/ 680930 h 917831"/>
                  <a:gd name="connsiteX2789" fmla="*/ 56097 w 889783"/>
                  <a:gd name="connsiteY2789" fmla="*/ 683375 h 917831"/>
                  <a:gd name="connsiteX2790" fmla="*/ 58830 w 889783"/>
                  <a:gd name="connsiteY2790" fmla="*/ 683375 h 917831"/>
                  <a:gd name="connsiteX2791" fmla="*/ 61275 w 889783"/>
                  <a:gd name="connsiteY2791" fmla="*/ 683375 h 917831"/>
                  <a:gd name="connsiteX2792" fmla="*/ 61275 w 889783"/>
                  <a:gd name="connsiteY2792" fmla="*/ 680930 h 917831"/>
                  <a:gd name="connsiteX2793" fmla="*/ 63864 w 889783"/>
                  <a:gd name="connsiteY2793" fmla="*/ 680930 h 917831"/>
                  <a:gd name="connsiteX2794" fmla="*/ 63864 w 889783"/>
                  <a:gd name="connsiteY2794" fmla="*/ 683375 h 917831"/>
                  <a:gd name="connsiteX2795" fmla="*/ 63864 w 889783"/>
                  <a:gd name="connsiteY2795" fmla="*/ 680930 h 917831"/>
                  <a:gd name="connsiteX2796" fmla="*/ 66310 w 889783"/>
                  <a:gd name="connsiteY2796" fmla="*/ 680930 h 917831"/>
                  <a:gd name="connsiteX2797" fmla="*/ 66310 w 889783"/>
                  <a:gd name="connsiteY2797" fmla="*/ 678341 h 917831"/>
                  <a:gd name="connsiteX2798" fmla="*/ 66310 w 889783"/>
                  <a:gd name="connsiteY2798" fmla="*/ 675608 h 917831"/>
                  <a:gd name="connsiteX2799" fmla="*/ 66310 w 889783"/>
                  <a:gd name="connsiteY2799" fmla="*/ 673163 h 917831"/>
                  <a:gd name="connsiteX2800" fmla="*/ 63864 w 889783"/>
                  <a:gd name="connsiteY2800" fmla="*/ 673163 h 917831"/>
                  <a:gd name="connsiteX2801" fmla="*/ 61275 w 889783"/>
                  <a:gd name="connsiteY2801" fmla="*/ 673163 h 917831"/>
                  <a:gd name="connsiteX2802" fmla="*/ 63864 w 889783"/>
                  <a:gd name="connsiteY2802" fmla="*/ 670718 h 917831"/>
                  <a:gd name="connsiteX2803" fmla="*/ 66310 w 889783"/>
                  <a:gd name="connsiteY2803" fmla="*/ 670718 h 917831"/>
                  <a:gd name="connsiteX2804" fmla="*/ 69043 w 889783"/>
                  <a:gd name="connsiteY2804" fmla="*/ 670718 h 917831"/>
                  <a:gd name="connsiteX2805" fmla="*/ 69043 w 889783"/>
                  <a:gd name="connsiteY2805" fmla="*/ 673163 h 917831"/>
                  <a:gd name="connsiteX2806" fmla="*/ 71488 w 889783"/>
                  <a:gd name="connsiteY2806" fmla="*/ 673163 h 917831"/>
                  <a:gd name="connsiteX2807" fmla="*/ 73933 w 889783"/>
                  <a:gd name="connsiteY2807" fmla="*/ 673163 h 917831"/>
                  <a:gd name="connsiteX2808" fmla="*/ 73933 w 889783"/>
                  <a:gd name="connsiteY2808" fmla="*/ 675608 h 917831"/>
                  <a:gd name="connsiteX2809" fmla="*/ 73933 w 889783"/>
                  <a:gd name="connsiteY2809" fmla="*/ 673163 h 917831"/>
                  <a:gd name="connsiteX2810" fmla="*/ 76522 w 889783"/>
                  <a:gd name="connsiteY2810" fmla="*/ 673163 h 917831"/>
                  <a:gd name="connsiteX2811" fmla="*/ 76522 w 889783"/>
                  <a:gd name="connsiteY2811" fmla="*/ 675608 h 917831"/>
                  <a:gd name="connsiteX2812" fmla="*/ 76522 w 889783"/>
                  <a:gd name="connsiteY2812" fmla="*/ 673163 h 917831"/>
                  <a:gd name="connsiteX2813" fmla="*/ 79255 w 889783"/>
                  <a:gd name="connsiteY2813" fmla="*/ 673163 h 917831"/>
                  <a:gd name="connsiteX2814" fmla="*/ 79255 w 889783"/>
                  <a:gd name="connsiteY2814" fmla="*/ 675608 h 917831"/>
                  <a:gd name="connsiteX2815" fmla="*/ 81700 w 889783"/>
                  <a:gd name="connsiteY2815" fmla="*/ 675608 h 917831"/>
                  <a:gd name="connsiteX2816" fmla="*/ 81700 w 889783"/>
                  <a:gd name="connsiteY2816" fmla="*/ 673163 h 917831"/>
                  <a:gd name="connsiteX2817" fmla="*/ 81700 w 889783"/>
                  <a:gd name="connsiteY2817" fmla="*/ 670718 h 917831"/>
                  <a:gd name="connsiteX2818" fmla="*/ 79255 w 889783"/>
                  <a:gd name="connsiteY2818" fmla="*/ 670718 h 917831"/>
                  <a:gd name="connsiteX2819" fmla="*/ 79255 w 889783"/>
                  <a:gd name="connsiteY2819" fmla="*/ 668129 h 917831"/>
                  <a:gd name="connsiteX2820" fmla="*/ 76522 w 889783"/>
                  <a:gd name="connsiteY2820" fmla="*/ 668129 h 917831"/>
                  <a:gd name="connsiteX2821" fmla="*/ 79255 w 889783"/>
                  <a:gd name="connsiteY2821" fmla="*/ 668129 h 917831"/>
                  <a:gd name="connsiteX2822" fmla="*/ 76522 w 889783"/>
                  <a:gd name="connsiteY2822" fmla="*/ 665396 h 917831"/>
                  <a:gd name="connsiteX2823" fmla="*/ 79255 w 889783"/>
                  <a:gd name="connsiteY2823" fmla="*/ 665396 h 917831"/>
                  <a:gd name="connsiteX2824" fmla="*/ 79255 w 889783"/>
                  <a:gd name="connsiteY2824" fmla="*/ 662950 h 917831"/>
                  <a:gd name="connsiteX2825" fmla="*/ 79255 w 889783"/>
                  <a:gd name="connsiteY2825" fmla="*/ 660505 h 917831"/>
                  <a:gd name="connsiteX2826" fmla="*/ 81700 w 889783"/>
                  <a:gd name="connsiteY2826" fmla="*/ 660505 h 917831"/>
                  <a:gd name="connsiteX2827" fmla="*/ 84145 w 889783"/>
                  <a:gd name="connsiteY2827" fmla="*/ 660505 h 917831"/>
                  <a:gd name="connsiteX2828" fmla="*/ 84145 w 889783"/>
                  <a:gd name="connsiteY2828" fmla="*/ 658060 h 917831"/>
                  <a:gd name="connsiteX2829" fmla="*/ 84145 w 889783"/>
                  <a:gd name="connsiteY2829" fmla="*/ 655183 h 917831"/>
                  <a:gd name="connsiteX2830" fmla="*/ 84145 w 889783"/>
                  <a:gd name="connsiteY2830" fmla="*/ 652738 h 917831"/>
                  <a:gd name="connsiteX2831" fmla="*/ 86734 w 889783"/>
                  <a:gd name="connsiteY2831" fmla="*/ 652738 h 917831"/>
                  <a:gd name="connsiteX2832" fmla="*/ 86734 w 889783"/>
                  <a:gd name="connsiteY2832" fmla="*/ 650293 h 917831"/>
                  <a:gd name="connsiteX2833" fmla="*/ 84145 w 889783"/>
                  <a:gd name="connsiteY2833" fmla="*/ 647847 h 917831"/>
                  <a:gd name="connsiteX2834" fmla="*/ 81700 w 889783"/>
                  <a:gd name="connsiteY2834" fmla="*/ 647847 h 917831"/>
                  <a:gd name="connsiteX2835" fmla="*/ 81700 w 889783"/>
                  <a:gd name="connsiteY2835" fmla="*/ 645114 h 917831"/>
                  <a:gd name="connsiteX2836" fmla="*/ 79255 w 889783"/>
                  <a:gd name="connsiteY2836" fmla="*/ 645114 h 917831"/>
                  <a:gd name="connsiteX2837" fmla="*/ 76522 w 889783"/>
                  <a:gd name="connsiteY2837" fmla="*/ 645114 h 917831"/>
                  <a:gd name="connsiteX2838" fmla="*/ 76522 w 889783"/>
                  <a:gd name="connsiteY2838" fmla="*/ 642525 h 917831"/>
                  <a:gd name="connsiteX2839" fmla="*/ 73933 w 889783"/>
                  <a:gd name="connsiteY2839" fmla="*/ 642525 h 917831"/>
                  <a:gd name="connsiteX2840" fmla="*/ 71488 w 889783"/>
                  <a:gd name="connsiteY2840" fmla="*/ 642525 h 917831"/>
                  <a:gd name="connsiteX2841" fmla="*/ 71488 w 889783"/>
                  <a:gd name="connsiteY2841" fmla="*/ 640080 h 917831"/>
                  <a:gd name="connsiteX2842" fmla="*/ 71488 w 889783"/>
                  <a:gd name="connsiteY2842" fmla="*/ 637491 h 917831"/>
                  <a:gd name="connsiteX2843" fmla="*/ 71488 w 889783"/>
                  <a:gd name="connsiteY2843" fmla="*/ 640080 h 917831"/>
                  <a:gd name="connsiteX2844" fmla="*/ 69043 w 889783"/>
                  <a:gd name="connsiteY2844" fmla="*/ 637491 h 917831"/>
                  <a:gd name="connsiteX2845" fmla="*/ 69043 w 889783"/>
                  <a:gd name="connsiteY2845" fmla="*/ 640080 h 917831"/>
                  <a:gd name="connsiteX2846" fmla="*/ 69043 w 889783"/>
                  <a:gd name="connsiteY2846" fmla="*/ 637491 h 917831"/>
                  <a:gd name="connsiteX2847" fmla="*/ 66310 w 889783"/>
                  <a:gd name="connsiteY2847" fmla="*/ 637491 h 917831"/>
                  <a:gd name="connsiteX2848" fmla="*/ 66310 w 889783"/>
                  <a:gd name="connsiteY2848" fmla="*/ 634758 h 917831"/>
                  <a:gd name="connsiteX2849" fmla="*/ 63864 w 889783"/>
                  <a:gd name="connsiteY2849" fmla="*/ 634758 h 917831"/>
                  <a:gd name="connsiteX2850" fmla="*/ 63864 w 889783"/>
                  <a:gd name="connsiteY2850" fmla="*/ 632313 h 917831"/>
                  <a:gd name="connsiteX2851" fmla="*/ 61275 w 889783"/>
                  <a:gd name="connsiteY2851" fmla="*/ 632313 h 917831"/>
                  <a:gd name="connsiteX2852" fmla="*/ 61275 w 889783"/>
                  <a:gd name="connsiteY2852" fmla="*/ 629868 h 917831"/>
                  <a:gd name="connsiteX2853" fmla="*/ 58830 w 889783"/>
                  <a:gd name="connsiteY2853" fmla="*/ 629868 h 917831"/>
                  <a:gd name="connsiteX2854" fmla="*/ 56097 w 889783"/>
                  <a:gd name="connsiteY2854" fmla="*/ 629868 h 917831"/>
                  <a:gd name="connsiteX2855" fmla="*/ 56097 w 889783"/>
                  <a:gd name="connsiteY2855" fmla="*/ 627422 h 917831"/>
                  <a:gd name="connsiteX2856" fmla="*/ 53508 w 889783"/>
                  <a:gd name="connsiteY2856" fmla="*/ 627422 h 917831"/>
                  <a:gd name="connsiteX2857" fmla="*/ 56097 w 889783"/>
                  <a:gd name="connsiteY2857" fmla="*/ 627422 h 917831"/>
                  <a:gd name="connsiteX2858" fmla="*/ 56097 w 889783"/>
                  <a:gd name="connsiteY2858" fmla="*/ 624546 h 917831"/>
                  <a:gd name="connsiteX2859" fmla="*/ 53508 w 889783"/>
                  <a:gd name="connsiteY2859" fmla="*/ 624546 h 917831"/>
                  <a:gd name="connsiteX2860" fmla="*/ 51063 w 889783"/>
                  <a:gd name="connsiteY2860" fmla="*/ 624546 h 917831"/>
                  <a:gd name="connsiteX2861" fmla="*/ 51063 w 889783"/>
                  <a:gd name="connsiteY2861" fmla="*/ 622100 h 917831"/>
                  <a:gd name="connsiteX2862" fmla="*/ 48617 w 889783"/>
                  <a:gd name="connsiteY2862" fmla="*/ 622100 h 917831"/>
                  <a:gd name="connsiteX2863" fmla="*/ 48617 w 889783"/>
                  <a:gd name="connsiteY2863" fmla="*/ 619655 h 917831"/>
                  <a:gd name="connsiteX2864" fmla="*/ 51063 w 889783"/>
                  <a:gd name="connsiteY2864" fmla="*/ 619655 h 917831"/>
                  <a:gd name="connsiteX2865" fmla="*/ 51063 w 889783"/>
                  <a:gd name="connsiteY2865" fmla="*/ 617210 h 917831"/>
                  <a:gd name="connsiteX2866" fmla="*/ 48617 w 889783"/>
                  <a:gd name="connsiteY2866" fmla="*/ 617210 h 917831"/>
                  <a:gd name="connsiteX2867" fmla="*/ 51063 w 889783"/>
                  <a:gd name="connsiteY2867" fmla="*/ 617210 h 917831"/>
                  <a:gd name="connsiteX2868" fmla="*/ 51063 w 889783"/>
                  <a:gd name="connsiteY2868" fmla="*/ 614477 h 917831"/>
                  <a:gd name="connsiteX2869" fmla="*/ 53508 w 889783"/>
                  <a:gd name="connsiteY2869" fmla="*/ 614477 h 917831"/>
                  <a:gd name="connsiteX2870" fmla="*/ 56097 w 889783"/>
                  <a:gd name="connsiteY2870" fmla="*/ 614477 h 917831"/>
                  <a:gd name="connsiteX2871" fmla="*/ 58830 w 889783"/>
                  <a:gd name="connsiteY2871" fmla="*/ 614477 h 917831"/>
                  <a:gd name="connsiteX2872" fmla="*/ 61275 w 889783"/>
                  <a:gd name="connsiteY2872" fmla="*/ 614477 h 917831"/>
                  <a:gd name="connsiteX2873" fmla="*/ 61275 w 889783"/>
                  <a:gd name="connsiteY2873" fmla="*/ 617210 h 917831"/>
                  <a:gd name="connsiteX2874" fmla="*/ 61275 w 889783"/>
                  <a:gd name="connsiteY2874" fmla="*/ 619655 h 917831"/>
                  <a:gd name="connsiteX2875" fmla="*/ 63864 w 889783"/>
                  <a:gd name="connsiteY2875" fmla="*/ 619655 h 917831"/>
                  <a:gd name="connsiteX2876" fmla="*/ 66310 w 889783"/>
                  <a:gd name="connsiteY2876" fmla="*/ 622100 h 917831"/>
                  <a:gd name="connsiteX2877" fmla="*/ 69043 w 889783"/>
                  <a:gd name="connsiteY2877" fmla="*/ 622100 h 917831"/>
                  <a:gd name="connsiteX2878" fmla="*/ 69043 w 889783"/>
                  <a:gd name="connsiteY2878" fmla="*/ 624546 h 917831"/>
                  <a:gd name="connsiteX2879" fmla="*/ 71488 w 889783"/>
                  <a:gd name="connsiteY2879" fmla="*/ 624546 h 917831"/>
                  <a:gd name="connsiteX2880" fmla="*/ 73933 w 889783"/>
                  <a:gd name="connsiteY2880" fmla="*/ 624546 h 917831"/>
                  <a:gd name="connsiteX2881" fmla="*/ 73933 w 889783"/>
                  <a:gd name="connsiteY2881" fmla="*/ 627422 h 917831"/>
                  <a:gd name="connsiteX2882" fmla="*/ 76522 w 889783"/>
                  <a:gd name="connsiteY2882" fmla="*/ 627422 h 917831"/>
                  <a:gd name="connsiteX2883" fmla="*/ 79255 w 889783"/>
                  <a:gd name="connsiteY2883" fmla="*/ 627422 h 917831"/>
                  <a:gd name="connsiteX2884" fmla="*/ 79255 w 889783"/>
                  <a:gd name="connsiteY2884" fmla="*/ 629868 h 917831"/>
                  <a:gd name="connsiteX2885" fmla="*/ 81700 w 889783"/>
                  <a:gd name="connsiteY2885" fmla="*/ 629868 h 917831"/>
                  <a:gd name="connsiteX2886" fmla="*/ 81700 w 889783"/>
                  <a:gd name="connsiteY2886" fmla="*/ 632313 h 917831"/>
                  <a:gd name="connsiteX2887" fmla="*/ 84145 w 889783"/>
                  <a:gd name="connsiteY2887" fmla="*/ 632313 h 917831"/>
                  <a:gd name="connsiteX2888" fmla="*/ 86734 w 889783"/>
                  <a:gd name="connsiteY2888" fmla="*/ 632313 h 917831"/>
                  <a:gd name="connsiteX2889" fmla="*/ 86734 w 889783"/>
                  <a:gd name="connsiteY2889" fmla="*/ 634758 h 917831"/>
                  <a:gd name="connsiteX2890" fmla="*/ 89467 w 889783"/>
                  <a:gd name="connsiteY2890" fmla="*/ 634758 h 917831"/>
                  <a:gd name="connsiteX2891" fmla="*/ 91913 w 889783"/>
                  <a:gd name="connsiteY2891" fmla="*/ 634758 h 917831"/>
                  <a:gd name="connsiteX2892" fmla="*/ 91913 w 889783"/>
                  <a:gd name="connsiteY2892" fmla="*/ 632313 h 917831"/>
                  <a:gd name="connsiteX2893" fmla="*/ 94358 w 889783"/>
                  <a:gd name="connsiteY2893" fmla="*/ 632313 h 917831"/>
                  <a:gd name="connsiteX2894" fmla="*/ 94358 w 889783"/>
                  <a:gd name="connsiteY2894" fmla="*/ 634758 h 917831"/>
                  <a:gd name="connsiteX2895" fmla="*/ 96947 w 889783"/>
                  <a:gd name="connsiteY2895" fmla="*/ 634758 h 917831"/>
                  <a:gd name="connsiteX2896" fmla="*/ 99680 w 889783"/>
                  <a:gd name="connsiteY2896" fmla="*/ 634758 h 917831"/>
                  <a:gd name="connsiteX2897" fmla="*/ 102125 w 889783"/>
                  <a:gd name="connsiteY2897" fmla="*/ 634758 h 917831"/>
                  <a:gd name="connsiteX2898" fmla="*/ 102125 w 889783"/>
                  <a:gd name="connsiteY2898" fmla="*/ 637491 h 917831"/>
                  <a:gd name="connsiteX2899" fmla="*/ 104571 w 889783"/>
                  <a:gd name="connsiteY2899" fmla="*/ 637491 h 917831"/>
                  <a:gd name="connsiteX2900" fmla="*/ 107160 w 889783"/>
                  <a:gd name="connsiteY2900" fmla="*/ 637491 h 917831"/>
                  <a:gd name="connsiteX2901" fmla="*/ 107160 w 889783"/>
                  <a:gd name="connsiteY2901" fmla="*/ 640080 h 917831"/>
                  <a:gd name="connsiteX2902" fmla="*/ 109605 w 889783"/>
                  <a:gd name="connsiteY2902" fmla="*/ 640080 h 917831"/>
                  <a:gd name="connsiteX2903" fmla="*/ 109605 w 889783"/>
                  <a:gd name="connsiteY2903" fmla="*/ 637491 h 917831"/>
                  <a:gd name="connsiteX2904" fmla="*/ 107160 w 889783"/>
                  <a:gd name="connsiteY2904" fmla="*/ 637491 h 917831"/>
                  <a:gd name="connsiteX2905" fmla="*/ 107160 w 889783"/>
                  <a:gd name="connsiteY2905" fmla="*/ 634758 h 917831"/>
                  <a:gd name="connsiteX2906" fmla="*/ 104571 w 889783"/>
                  <a:gd name="connsiteY2906" fmla="*/ 634758 h 917831"/>
                  <a:gd name="connsiteX2907" fmla="*/ 102125 w 889783"/>
                  <a:gd name="connsiteY2907" fmla="*/ 632313 h 917831"/>
                  <a:gd name="connsiteX2908" fmla="*/ 104571 w 889783"/>
                  <a:gd name="connsiteY2908" fmla="*/ 632313 h 917831"/>
                  <a:gd name="connsiteX2909" fmla="*/ 102125 w 889783"/>
                  <a:gd name="connsiteY2909" fmla="*/ 632313 h 917831"/>
                  <a:gd name="connsiteX2910" fmla="*/ 102125 w 889783"/>
                  <a:gd name="connsiteY2910" fmla="*/ 629868 h 917831"/>
                  <a:gd name="connsiteX2911" fmla="*/ 104571 w 889783"/>
                  <a:gd name="connsiteY2911" fmla="*/ 632313 h 917831"/>
                  <a:gd name="connsiteX2912" fmla="*/ 107160 w 889783"/>
                  <a:gd name="connsiteY2912" fmla="*/ 632313 h 917831"/>
                  <a:gd name="connsiteX2913" fmla="*/ 109605 w 889783"/>
                  <a:gd name="connsiteY2913" fmla="*/ 632313 h 917831"/>
                  <a:gd name="connsiteX2914" fmla="*/ 107160 w 889783"/>
                  <a:gd name="connsiteY2914" fmla="*/ 632313 h 917831"/>
                  <a:gd name="connsiteX2915" fmla="*/ 107160 w 889783"/>
                  <a:gd name="connsiteY2915" fmla="*/ 629868 h 917831"/>
                  <a:gd name="connsiteX2916" fmla="*/ 109605 w 889783"/>
                  <a:gd name="connsiteY2916" fmla="*/ 629868 h 917831"/>
                  <a:gd name="connsiteX2917" fmla="*/ 109605 w 889783"/>
                  <a:gd name="connsiteY2917" fmla="*/ 627422 h 917831"/>
                  <a:gd name="connsiteX2918" fmla="*/ 107160 w 889783"/>
                  <a:gd name="connsiteY2918" fmla="*/ 624546 h 917831"/>
                  <a:gd name="connsiteX2919" fmla="*/ 104571 w 889783"/>
                  <a:gd name="connsiteY2919" fmla="*/ 624546 h 917831"/>
                  <a:gd name="connsiteX2920" fmla="*/ 104571 w 889783"/>
                  <a:gd name="connsiteY2920" fmla="*/ 622100 h 917831"/>
                  <a:gd name="connsiteX2921" fmla="*/ 102125 w 889783"/>
                  <a:gd name="connsiteY2921" fmla="*/ 622100 h 917831"/>
                  <a:gd name="connsiteX2922" fmla="*/ 102125 w 889783"/>
                  <a:gd name="connsiteY2922" fmla="*/ 619655 h 917831"/>
                  <a:gd name="connsiteX2923" fmla="*/ 102125 w 889783"/>
                  <a:gd name="connsiteY2923" fmla="*/ 617210 h 917831"/>
                  <a:gd name="connsiteX2924" fmla="*/ 99680 w 889783"/>
                  <a:gd name="connsiteY2924" fmla="*/ 617210 h 917831"/>
                  <a:gd name="connsiteX2925" fmla="*/ 99680 w 889783"/>
                  <a:gd name="connsiteY2925" fmla="*/ 614477 h 917831"/>
                  <a:gd name="connsiteX2926" fmla="*/ 96947 w 889783"/>
                  <a:gd name="connsiteY2926" fmla="*/ 614477 h 917831"/>
                  <a:gd name="connsiteX2927" fmla="*/ 99680 w 889783"/>
                  <a:gd name="connsiteY2927" fmla="*/ 614477 h 917831"/>
                  <a:gd name="connsiteX2928" fmla="*/ 96947 w 889783"/>
                  <a:gd name="connsiteY2928" fmla="*/ 614477 h 917831"/>
                  <a:gd name="connsiteX2929" fmla="*/ 94358 w 889783"/>
                  <a:gd name="connsiteY2929" fmla="*/ 614477 h 917831"/>
                  <a:gd name="connsiteX2930" fmla="*/ 96947 w 889783"/>
                  <a:gd name="connsiteY2930" fmla="*/ 614477 h 917831"/>
                  <a:gd name="connsiteX2931" fmla="*/ 96947 w 889783"/>
                  <a:gd name="connsiteY2931" fmla="*/ 611888 h 917831"/>
                  <a:gd name="connsiteX2932" fmla="*/ 94358 w 889783"/>
                  <a:gd name="connsiteY2932" fmla="*/ 611888 h 917831"/>
                  <a:gd name="connsiteX2933" fmla="*/ 91913 w 889783"/>
                  <a:gd name="connsiteY2933" fmla="*/ 611888 h 917831"/>
                  <a:gd name="connsiteX2934" fmla="*/ 94358 w 889783"/>
                  <a:gd name="connsiteY2934" fmla="*/ 611888 h 917831"/>
                  <a:gd name="connsiteX2935" fmla="*/ 94358 w 889783"/>
                  <a:gd name="connsiteY2935" fmla="*/ 609443 h 917831"/>
                  <a:gd name="connsiteX2936" fmla="*/ 96947 w 889783"/>
                  <a:gd name="connsiteY2936" fmla="*/ 609443 h 917831"/>
                  <a:gd name="connsiteX2937" fmla="*/ 99680 w 889783"/>
                  <a:gd name="connsiteY2937" fmla="*/ 609443 h 917831"/>
                  <a:gd name="connsiteX2938" fmla="*/ 99680 w 889783"/>
                  <a:gd name="connsiteY2938" fmla="*/ 611888 h 917831"/>
                  <a:gd name="connsiteX2939" fmla="*/ 102125 w 889783"/>
                  <a:gd name="connsiteY2939" fmla="*/ 611888 h 917831"/>
                  <a:gd name="connsiteX2940" fmla="*/ 102125 w 889783"/>
                  <a:gd name="connsiteY2940" fmla="*/ 609443 h 917831"/>
                  <a:gd name="connsiteX2941" fmla="*/ 99680 w 889783"/>
                  <a:gd name="connsiteY2941" fmla="*/ 609443 h 917831"/>
                  <a:gd name="connsiteX2942" fmla="*/ 99680 w 889783"/>
                  <a:gd name="connsiteY2942" fmla="*/ 606997 h 917831"/>
                  <a:gd name="connsiteX2943" fmla="*/ 96947 w 889783"/>
                  <a:gd name="connsiteY2943" fmla="*/ 606997 h 917831"/>
                  <a:gd name="connsiteX2944" fmla="*/ 94358 w 889783"/>
                  <a:gd name="connsiteY2944" fmla="*/ 606997 h 917831"/>
                  <a:gd name="connsiteX2945" fmla="*/ 91913 w 889783"/>
                  <a:gd name="connsiteY2945" fmla="*/ 604264 h 917831"/>
                  <a:gd name="connsiteX2946" fmla="*/ 91913 w 889783"/>
                  <a:gd name="connsiteY2946" fmla="*/ 601675 h 917831"/>
                  <a:gd name="connsiteX2947" fmla="*/ 89467 w 889783"/>
                  <a:gd name="connsiteY2947" fmla="*/ 601675 h 917831"/>
                  <a:gd name="connsiteX2948" fmla="*/ 91913 w 889783"/>
                  <a:gd name="connsiteY2948" fmla="*/ 601675 h 917831"/>
                  <a:gd name="connsiteX2949" fmla="*/ 94358 w 889783"/>
                  <a:gd name="connsiteY2949" fmla="*/ 601675 h 917831"/>
                  <a:gd name="connsiteX2950" fmla="*/ 94358 w 889783"/>
                  <a:gd name="connsiteY2950" fmla="*/ 604264 h 917831"/>
                  <a:gd name="connsiteX2951" fmla="*/ 94358 w 889783"/>
                  <a:gd name="connsiteY2951" fmla="*/ 601675 h 917831"/>
                  <a:gd name="connsiteX2952" fmla="*/ 91913 w 889783"/>
                  <a:gd name="connsiteY2952" fmla="*/ 601675 h 917831"/>
                  <a:gd name="connsiteX2953" fmla="*/ 91913 w 889783"/>
                  <a:gd name="connsiteY2953" fmla="*/ 599230 h 917831"/>
                  <a:gd name="connsiteX2954" fmla="*/ 89467 w 889783"/>
                  <a:gd name="connsiteY2954" fmla="*/ 599230 h 917831"/>
                  <a:gd name="connsiteX2955" fmla="*/ 86734 w 889783"/>
                  <a:gd name="connsiteY2955" fmla="*/ 599230 h 917831"/>
                  <a:gd name="connsiteX2956" fmla="*/ 86734 w 889783"/>
                  <a:gd name="connsiteY2956" fmla="*/ 596785 h 917831"/>
                  <a:gd name="connsiteX2957" fmla="*/ 89467 w 889783"/>
                  <a:gd name="connsiteY2957" fmla="*/ 596785 h 917831"/>
                  <a:gd name="connsiteX2958" fmla="*/ 89467 w 889783"/>
                  <a:gd name="connsiteY2958" fmla="*/ 594196 h 917831"/>
                  <a:gd name="connsiteX2959" fmla="*/ 86734 w 889783"/>
                  <a:gd name="connsiteY2959" fmla="*/ 594196 h 917831"/>
                  <a:gd name="connsiteX2960" fmla="*/ 86734 w 889783"/>
                  <a:gd name="connsiteY2960" fmla="*/ 591463 h 917831"/>
                  <a:gd name="connsiteX2961" fmla="*/ 86734 w 889783"/>
                  <a:gd name="connsiteY2961" fmla="*/ 589018 h 917831"/>
                  <a:gd name="connsiteX2962" fmla="*/ 89467 w 889783"/>
                  <a:gd name="connsiteY2962" fmla="*/ 589018 h 917831"/>
                  <a:gd name="connsiteX2963" fmla="*/ 91913 w 889783"/>
                  <a:gd name="connsiteY2963" fmla="*/ 589018 h 917831"/>
                  <a:gd name="connsiteX2964" fmla="*/ 91913 w 889783"/>
                  <a:gd name="connsiteY2964" fmla="*/ 591463 h 917831"/>
                  <a:gd name="connsiteX2965" fmla="*/ 91913 w 889783"/>
                  <a:gd name="connsiteY2965" fmla="*/ 589018 h 917831"/>
                  <a:gd name="connsiteX2966" fmla="*/ 89467 w 889783"/>
                  <a:gd name="connsiteY2966" fmla="*/ 589018 h 917831"/>
                  <a:gd name="connsiteX2967" fmla="*/ 89467 w 889783"/>
                  <a:gd name="connsiteY2967" fmla="*/ 586572 h 917831"/>
                  <a:gd name="connsiteX2968" fmla="*/ 86734 w 889783"/>
                  <a:gd name="connsiteY2968" fmla="*/ 586572 h 917831"/>
                  <a:gd name="connsiteX2969" fmla="*/ 86734 w 889783"/>
                  <a:gd name="connsiteY2969" fmla="*/ 583983 h 917831"/>
                  <a:gd name="connsiteX2970" fmla="*/ 84145 w 889783"/>
                  <a:gd name="connsiteY2970" fmla="*/ 583983 h 917831"/>
                  <a:gd name="connsiteX2971" fmla="*/ 81700 w 889783"/>
                  <a:gd name="connsiteY2971" fmla="*/ 583983 h 917831"/>
                  <a:gd name="connsiteX2972" fmla="*/ 81700 w 889783"/>
                  <a:gd name="connsiteY2972" fmla="*/ 581250 h 917831"/>
                  <a:gd name="connsiteX2973" fmla="*/ 79255 w 889783"/>
                  <a:gd name="connsiteY2973" fmla="*/ 581250 h 917831"/>
                  <a:gd name="connsiteX2974" fmla="*/ 79255 w 889783"/>
                  <a:gd name="connsiteY2974" fmla="*/ 578805 h 917831"/>
                  <a:gd name="connsiteX2975" fmla="*/ 76522 w 889783"/>
                  <a:gd name="connsiteY2975" fmla="*/ 578805 h 917831"/>
                  <a:gd name="connsiteX2976" fmla="*/ 79255 w 889783"/>
                  <a:gd name="connsiteY2976" fmla="*/ 578805 h 917831"/>
                  <a:gd name="connsiteX2977" fmla="*/ 79255 w 889783"/>
                  <a:gd name="connsiteY2977" fmla="*/ 576360 h 917831"/>
                  <a:gd name="connsiteX2978" fmla="*/ 76522 w 889783"/>
                  <a:gd name="connsiteY2978" fmla="*/ 576360 h 917831"/>
                  <a:gd name="connsiteX2979" fmla="*/ 76522 w 889783"/>
                  <a:gd name="connsiteY2979" fmla="*/ 573771 h 917831"/>
                  <a:gd name="connsiteX2980" fmla="*/ 79255 w 889783"/>
                  <a:gd name="connsiteY2980" fmla="*/ 573771 h 917831"/>
                  <a:gd name="connsiteX2981" fmla="*/ 79255 w 889783"/>
                  <a:gd name="connsiteY2981" fmla="*/ 576360 h 917831"/>
                  <a:gd name="connsiteX2982" fmla="*/ 81700 w 889783"/>
                  <a:gd name="connsiteY2982" fmla="*/ 576360 h 917831"/>
                  <a:gd name="connsiteX2983" fmla="*/ 84145 w 889783"/>
                  <a:gd name="connsiteY2983" fmla="*/ 576360 h 917831"/>
                  <a:gd name="connsiteX2984" fmla="*/ 86734 w 889783"/>
                  <a:gd name="connsiteY2984" fmla="*/ 578805 h 917831"/>
                  <a:gd name="connsiteX2985" fmla="*/ 86734 w 889783"/>
                  <a:gd name="connsiteY2985" fmla="*/ 581250 h 917831"/>
                  <a:gd name="connsiteX2986" fmla="*/ 89467 w 889783"/>
                  <a:gd name="connsiteY2986" fmla="*/ 581250 h 917831"/>
                  <a:gd name="connsiteX2987" fmla="*/ 91913 w 889783"/>
                  <a:gd name="connsiteY2987" fmla="*/ 581250 h 917831"/>
                  <a:gd name="connsiteX2988" fmla="*/ 91913 w 889783"/>
                  <a:gd name="connsiteY2988" fmla="*/ 578805 h 917831"/>
                  <a:gd name="connsiteX2989" fmla="*/ 94358 w 889783"/>
                  <a:gd name="connsiteY2989" fmla="*/ 581250 h 917831"/>
                  <a:gd name="connsiteX2990" fmla="*/ 96947 w 889783"/>
                  <a:gd name="connsiteY2990" fmla="*/ 581250 h 917831"/>
                  <a:gd name="connsiteX2991" fmla="*/ 99680 w 889783"/>
                  <a:gd name="connsiteY2991" fmla="*/ 583983 h 917831"/>
                  <a:gd name="connsiteX2992" fmla="*/ 99680 w 889783"/>
                  <a:gd name="connsiteY2992" fmla="*/ 586572 h 917831"/>
                  <a:gd name="connsiteX2993" fmla="*/ 102125 w 889783"/>
                  <a:gd name="connsiteY2993" fmla="*/ 586572 h 917831"/>
                  <a:gd name="connsiteX2994" fmla="*/ 102125 w 889783"/>
                  <a:gd name="connsiteY2994" fmla="*/ 583983 h 917831"/>
                  <a:gd name="connsiteX2995" fmla="*/ 102125 w 889783"/>
                  <a:gd name="connsiteY2995" fmla="*/ 586572 h 917831"/>
                  <a:gd name="connsiteX2996" fmla="*/ 104571 w 889783"/>
                  <a:gd name="connsiteY2996" fmla="*/ 586572 h 917831"/>
                  <a:gd name="connsiteX2997" fmla="*/ 104571 w 889783"/>
                  <a:gd name="connsiteY2997" fmla="*/ 589018 h 917831"/>
                  <a:gd name="connsiteX2998" fmla="*/ 107160 w 889783"/>
                  <a:gd name="connsiteY2998" fmla="*/ 589018 h 917831"/>
                  <a:gd name="connsiteX2999" fmla="*/ 109605 w 889783"/>
                  <a:gd name="connsiteY2999" fmla="*/ 589018 h 917831"/>
                  <a:gd name="connsiteX3000" fmla="*/ 109605 w 889783"/>
                  <a:gd name="connsiteY3000" fmla="*/ 591463 h 917831"/>
                  <a:gd name="connsiteX3001" fmla="*/ 112338 w 889783"/>
                  <a:gd name="connsiteY3001" fmla="*/ 591463 h 917831"/>
                  <a:gd name="connsiteX3002" fmla="*/ 112338 w 889783"/>
                  <a:gd name="connsiteY3002" fmla="*/ 594196 h 917831"/>
                  <a:gd name="connsiteX3003" fmla="*/ 114783 w 889783"/>
                  <a:gd name="connsiteY3003" fmla="*/ 594196 h 917831"/>
                  <a:gd name="connsiteX3004" fmla="*/ 117372 w 889783"/>
                  <a:gd name="connsiteY3004" fmla="*/ 594196 h 917831"/>
                  <a:gd name="connsiteX3005" fmla="*/ 117372 w 889783"/>
                  <a:gd name="connsiteY3005" fmla="*/ 596785 h 917831"/>
                  <a:gd name="connsiteX3006" fmla="*/ 119817 w 889783"/>
                  <a:gd name="connsiteY3006" fmla="*/ 596785 h 917831"/>
                  <a:gd name="connsiteX3007" fmla="*/ 119817 w 889783"/>
                  <a:gd name="connsiteY3007" fmla="*/ 599230 h 917831"/>
                  <a:gd name="connsiteX3008" fmla="*/ 122550 w 889783"/>
                  <a:gd name="connsiteY3008" fmla="*/ 599230 h 917831"/>
                  <a:gd name="connsiteX3009" fmla="*/ 122550 w 889783"/>
                  <a:gd name="connsiteY3009" fmla="*/ 601675 h 917831"/>
                  <a:gd name="connsiteX3010" fmla="*/ 124995 w 889783"/>
                  <a:gd name="connsiteY3010" fmla="*/ 601675 h 917831"/>
                  <a:gd name="connsiteX3011" fmla="*/ 127584 w 889783"/>
                  <a:gd name="connsiteY3011" fmla="*/ 601675 h 917831"/>
                  <a:gd name="connsiteX3012" fmla="*/ 130030 w 889783"/>
                  <a:gd name="connsiteY3012" fmla="*/ 601675 h 917831"/>
                  <a:gd name="connsiteX3013" fmla="*/ 130030 w 889783"/>
                  <a:gd name="connsiteY3013" fmla="*/ 599230 h 917831"/>
                  <a:gd name="connsiteX3014" fmla="*/ 132763 w 889783"/>
                  <a:gd name="connsiteY3014" fmla="*/ 599230 h 917831"/>
                  <a:gd name="connsiteX3015" fmla="*/ 132763 w 889783"/>
                  <a:gd name="connsiteY3015" fmla="*/ 601675 h 917831"/>
                  <a:gd name="connsiteX3016" fmla="*/ 135208 w 889783"/>
                  <a:gd name="connsiteY3016" fmla="*/ 601675 h 917831"/>
                  <a:gd name="connsiteX3017" fmla="*/ 137653 w 889783"/>
                  <a:gd name="connsiteY3017" fmla="*/ 601675 h 917831"/>
                  <a:gd name="connsiteX3018" fmla="*/ 137653 w 889783"/>
                  <a:gd name="connsiteY3018" fmla="*/ 604264 h 917831"/>
                  <a:gd name="connsiteX3019" fmla="*/ 140242 w 889783"/>
                  <a:gd name="connsiteY3019" fmla="*/ 604264 h 917831"/>
                  <a:gd name="connsiteX3020" fmla="*/ 140242 w 889783"/>
                  <a:gd name="connsiteY3020" fmla="*/ 601675 h 917831"/>
                  <a:gd name="connsiteX3021" fmla="*/ 137653 w 889783"/>
                  <a:gd name="connsiteY3021" fmla="*/ 601675 h 917831"/>
                  <a:gd name="connsiteX3022" fmla="*/ 140242 w 889783"/>
                  <a:gd name="connsiteY3022" fmla="*/ 601675 h 917831"/>
                  <a:gd name="connsiteX3023" fmla="*/ 142975 w 889783"/>
                  <a:gd name="connsiteY3023" fmla="*/ 601675 h 917831"/>
                  <a:gd name="connsiteX3024" fmla="*/ 145421 w 889783"/>
                  <a:gd name="connsiteY3024" fmla="*/ 601675 h 917831"/>
                  <a:gd name="connsiteX3025" fmla="*/ 145421 w 889783"/>
                  <a:gd name="connsiteY3025" fmla="*/ 599230 h 917831"/>
                  <a:gd name="connsiteX3026" fmla="*/ 147866 w 889783"/>
                  <a:gd name="connsiteY3026" fmla="*/ 599230 h 917831"/>
                  <a:gd name="connsiteX3027" fmla="*/ 150455 w 889783"/>
                  <a:gd name="connsiteY3027" fmla="*/ 599230 h 917831"/>
                  <a:gd name="connsiteX3028" fmla="*/ 153188 w 889783"/>
                  <a:gd name="connsiteY3028" fmla="*/ 599230 h 917831"/>
                  <a:gd name="connsiteX3029" fmla="*/ 153188 w 889783"/>
                  <a:gd name="connsiteY3029" fmla="*/ 601675 h 917831"/>
                  <a:gd name="connsiteX3030" fmla="*/ 150455 w 889783"/>
                  <a:gd name="connsiteY3030" fmla="*/ 601675 h 917831"/>
                  <a:gd name="connsiteX3031" fmla="*/ 150455 w 889783"/>
                  <a:gd name="connsiteY3031" fmla="*/ 604264 h 917831"/>
                  <a:gd name="connsiteX3032" fmla="*/ 153188 w 889783"/>
                  <a:gd name="connsiteY3032" fmla="*/ 604264 h 917831"/>
                  <a:gd name="connsiteX3033" fmla="*/ 153188 w 889783"/>
                  <a:gd name="connsiteY3033" fmla="*/ 606997 h 917831"/>
                  <a:gd name="connsiteX3034" fmla="*/ 155633 w 889783"/>
                  <a:gd name="connsiteY3034" fmla="*/ 609443 h 917831"/>
                  <a:gd name="connsiteX3035" fmla="*/ 158222 w 889783"/>
                  <a:gd name="connsiteY3035" fmla="*/ 609443 h 917831"/>
                  <a:gd name="connsiteX3036" fmla="*/ 160667 w 889783"/>
                  <a:gd name="connsiteY3036" fmla="*/ 611888 h 917831"/>
                  <a:gd name="connsiteX3037" fmla="*/ 163400 w 889783"/>
                  <a:gd name="connsiteY3037" fmla="*/ 611888 h 917831"/>
                  <a:gd name="connsiteX3038" fmla="*/ 163400 w 889783"/>
                  <a:gd name="connsiteY3038" fmla="*/ 614477 h 917831"/>
                  <a:gd name="connsiteX3039" fmla="*/ 165845 w 889783"/>
                  <a:gd name="connsiteY3039" fmla="*/ 614477 h 917831"/>
                  <a:gd name="connsiteX3040" fmla="*/ 165845 w 889783"/>
                  <a:gd name="connsiteY3040" fmla="*/ 617210 h 917831"/>
                  <a:gd name="connsiteX3041" fmla="*/ 168291 w 889783"/>
                  <a:gd name="connsiteY3041" fmla="*/ 617210 h 917831"/>
                  <a:gd name="connsiteX3042" fmla="*/ 168291 w 889783"/>
                  <a:gd name="connsiteY3042" fmla="*/ 619655 h 917831"/>
                  <a:gd name="connsiteX3043" fmla="*/ 168291 w 889783"/>
                  <a:gd name="connsiteY3043" fmla="*/ 617210 h 917831"/>
                  <a:gd name="connsiteX3044" fmla="*/ 170880 w 889783"/>
                  <a:gd name="connsiteY3044" fmla="*/ 617210 h 917831"/>
                  <a:gd name="connsiteX3045" fmla="*/ 170880 w 889783"/>
                  <a:gd name="connsiteY3045" fmla="*/ 614477 h 917831"/>
                  <a:gd name="connsiteX3046" fmla="*/ 170880 w 889783"/>
                  <a:gd name="connsiteY3046" fmla="*/ 611888 h 917831"/>
                  <a:gd name="connsiteX3047" fmla="*/ 170880 w 889783"/>
                  <a:gd name="connsiteY3047" fmla="*/ 614477 h 917831"/>
                  <a:gd name="connsiteX3048" fmla="*/ 173613 w 889783"/>
                  <a:gd name="connsiteY3048" fmla="*/ 614477 h 917831"/>
                  <a:gd name="connsiteX3049" fmla="*/ 173613 w 889783"/>
                  <a:gd name="connsiteY3049" fmla="*/ 611888 h 917831"/>
                  <a:gd name="connsiteX3050" fmla="*/ 176058 w 889783"/>
                  <a:gd name="connsiteY3050" fmla="*/ 611888 h 917831"/>
                  <a:gd name="connsiteX3051" fmla="*/ 176058 w 889783"/>
                  <a:gd name="connsiteY3051" fmla="*/ 614477 h 917831"/>
                  <a:gd name="connsiteX3052" fmla="*/ 178503 w 889783"/>
                  <a:gd name="connsiteY3052" fmla="*/ 611888 h 917831"/>
                  <a:gd name="connsiteX3053" fmla="*/ 181092 w 889783"/>
                  <a:gd name="connsiteY3053" fmla="*/ 611888 h 917831"/>
                  <a:gd name="connsiteX3054" fmla="*/ 183538 w 889783"/>
                  <a:gd name="connsiteY3054" fmla="*/ 611888 h 917831"/>
                  <a:gd name="connsiteX3055" fmla="*/ 181092 w 889783"/>
                  <a:gd name="connsiteY3055" fmla="*/ 609443 h 917831"/>
                  <a:gd name="connsiteX3056" fmla="*/ 183538 w 889783"/>
                  <a:gd name="connsiteY3056" fmla="*/ 609443 h 917831"/>
                  <a:gd name="connsiteX3057" fmla="*/ 183538 w 889783"/>
                  <a:gd name="connsiteY3057" fmla="*/ 606997 h 917831"/>
                  <a:gd name="connsiteX3058" fmla="*/ 181092 w 889783"/>
                  <a:gd name="connsiteY3058" fmla="*/ 606997 h 917831"/>
                  <a:gd name="connsiteX3059" fmla="*/ 181092 w 889783"/>
                  <a:gd name="connsiteY3059" fmla="*/ 604264 h 917831"/>
                  <a:gd name="connsiteX3060" fmla="*/ 178503 w 889783"/>
                  <a:gd name="connsiteY3060" fmla="*/ 604264 h 917831"/>
                  <a:gd name="connsiteX3061" fmla="*/ 176058 w 889783"/>
                  <a:gd name="connsiteY3061" fmla="*/ 601675 h 917831"/>
                  <a:gd name="connsiteX3062" fmla="*/ 178503 w 889783"/>
                  <a:gd name="connsiteY3062" fmla="*/ 599230 h 917831"/>
                  <a:gd name="connsiteX3063" fmla="*/ 181092 w 889783"/>
                  <a:gd name="connsiteY3063" fmla="*/ 599230 h 917831"/>
                  <a:gd name="connsiteX3064" fmla="*/ 181092 w 889783"/>
                  <a:gd name="connsiteY3064" fmla="*/ 601675 h 917831"/>
                  <a:gd name="connsiteX3065" fmla="*/ 183538 w 889783"/>
                  <a:gd name="connsiteY3065" fmla="*/ 599230 h 917831"/>
                  <a:gd name="connsiteX3066" fmla="*/ 186271 w 889783"/>
                  <a:gd name="connsiteY3066" fmla="*/ 599230 h 917831"/>
                  <a:gd name="connsiteX3067" fmla="*/ 186271 w 889783"/>
                  <a:gd name="connsiteY3067" fmla="*/ 596785 h 917831"/>
                  <a:gd name="connsiteX3068" fmla="*/ 183538 w 889783"/>
                  <a:gd name="connsiteY3068" fmla="*/ 596785 h 917831"/>
                  <a:gd name="connsiteX3069" fmla="*/ 186271 w 889783"/>
                  <a:gd name="connsiteY3069" fmla="*/ 596785 h 917831"/>
                  <a:gd name="connsiteX3070" fmla="*/ 186271 w 889783"/>
                  <a:gd name="connsiteY3070" fmla="*/ 599230 h 917831"/>
                  <a:gd name="connsiteX3071" fmla="*/ 188716 w 889783"/>
                  <a:gd name="connsiteY3071" fmla="*/ 599230 h 917831"/>
                  <a:gd name="connsiteX3072" fmla="*/ 188716 w 889783"/>
                  <a:gd name="connsiteY3072" fmla="*/ 596785 h 917831"/>
                  <a:gd name="connsiteX3073" fmla="*/ 188716 w 889783"/>
                  <a:gd name="connsiteY3073" fmla="*/ 594196 h 917831"/>
                  <a:gd name="connsiteX3074" fmla="*/ 191305 w 889783"/>
                  <a:gd name="connsiteY3074" fmla="*/ 594196 h 917831"/>
                  <a:gd name="connsiteX3075" fmla="*/ 193750 w 889783"/>
                  <a:gd name="connsiteY3075" fmla="*/ 594196 h 917831"/>
                  <a:gd name="connsiteX3076" fmla="*/ 193750 w 889783"/>
                  <a:gd name="connsiteY3076" fmla="*/ 591463 h 917831"/>
                  <a:gd name="connsiteX3077" fmla="*/ 191305 w 889783"/>
                  <a:gd name="connsiteY3077" fmla="*/ 591463 h 917831"/>
                  <a:gd name="connsiteX3078" fmla="*/ 191305 w 889783"/>
                  <a:gd name="connsiteY3078" fmla="*/ 589018 h 917831"/>
                  <a:gd name="connsiteX3079" fmla="*/ 191305 w 889783"/>
                  <a:gd name="connsiteY3079" fmla="*/ 586572 h 917831"/>
                  <a:gd name="connsiteX3080" fmla="*/ 191305 w 889783"/>
                  <a:gd name="connsiteY3080" fmla="*/ 583983 h 917831"/>
                  <a:gd name="connsiteX3081" fmla="*/ 193750 w 889783"/>
                  <a:gd name="connsiteY3081" fmla="*/ 583983 h 917831"/>
                  <a:gd name="connsiteX3082" fmla="*/ 193750 w 889783"/>
                  <a:gd name="connsiteY3082" fmla="*/ 581250 h 917831"/>
                  <a:gd name="connsiteX3083" fmla="*/ 193750 w 889783"/>
                  <a:gd name="connsiteY3083" fmla="*/ 578805 h 917831"/>
                  <a:gd name="connsiteX3084" fmla="*/ 196483 w 889783"/>
                  <a:gd name="connsiteY3084" fmla="*/ 578805 h 917831"/>
                  <a:gd name="connsiteX3085" fmla="*/ 198928 w 889783"/>
                  <a:gd name="connsiteY3085" fmla="*/ 578805 h 917831"/>
                  <a:gd name="connsiteX3086" fmla="*/ 198928 w 889783"/>
                  <a:gd name="connsiteY3086" fmla="*/ 581250 h 917831"/>
                  <a:gd name="connsiteX3087" fmla="*/ 201517 w 889783"/>
                  <a:gd name="connsiteY3087" fmla="*/ 581250 h 917831"/>
                  <a:gd name="connsiteX3088" fmla="*/ 201517 w 889783"/>
                  <a:gd name="connsiteY3088" fmla="*/ 578805 h 917831"/>
                  <a:gd name="connsiteX3089" fmla="*/ 203963 w 889783"/>
                  <a:gd name="connsiteY3089" fmla="*/ 578805 h 917831"/>
                  <a:gd name="connsiteX3090" fmla="*/ 206695 w 889783"/>
                  <a:gd name="connsiteY3090" fmla="*/ 578805 h 917831"/>
                  <a:gd name="connsiteX3091" fmla="*/ 209141 w 889783"/>
                  <a:gd name="connsiteY3091" fmla="*/ 581250 h 917831"/>
                  <a:gd name="connsiteX3092" fmla="*/ 211730 w 889783"/>
                  <a:gd name="connsiteY3092" fmla="*/ 581250 h 917831"/>
                  <a:gd name="connsiteX3093" fmla="*/ 214175 w 889783"/>
                  <a:gd name="connsiteY3093" fmla="*/ 581250 h 917831"/>
                  <a:gd name="connsiteX3094" fmla="*/ 214175 w 889783"/>
                  <a:gd name="connsiteY3094" fmla="*/ 583983 h 917831"/>
                  <a:gd name="connsiteX3095" fmla="*/ 214175 w 889783"/>
                  <a:gd name="connsiteY3095" fmla="*/ 586572 h 917831"/>
                  <a:gd name="connsiteX3096" fmla="*/ 216908 w 889783"/>
                  <a:gd name="connsiteY3096" fmla="*/ 586572 h 917831"/>
                  <a:gd name="connsiteX3097" fmla="*/ 216908 w 889783"/>
                  <a:gd name="connsiteY3097" fmla="*/ 583983 h 917831"/>
                  <a:gd name="connsiteX3098" fmla="*/ 216908 w 889783"/>
                  <a:gd name="connsiteY3098" fmla="*/ 586572 h 917831"/>
                  <a:gd name="connsiteX3099" fmla="*/ 216908 w 889783"/>
                  <a:gd name="connsiteY3099" fmla="*/ 583983 h 917831"/>
                  <a:gd name="connsiteX3100" fmla="*/ 219353 w 889783"/>
                  <a:gd name="connsiteY3100" fmla="*/ 583983 h 917831"/>
                  <a:gd name="connsiteX3101" fmla="*/ 219353 w 889783"/>
                  <a:gd name="connsiteY3101" fmla="*/ 586572 h 917831"/>
                  <a:gd name="connsiteX3102" fmla="*/ 221943 w 889783"/>
                  <a:gd name="connsiteY3102" fmla="*/ 586572 h 917831"/>
                  <a:gd name="connsiteX3103" fmla="*/ 221943 w 889783"/>
                  <a:gd name="connsiteY3103" fmla="*/ 589018 h 917831"/>
                  <a:gd name="connsiteX3104" fmla="*/ 221943 w 889783"/>
                  <a:gd name="connsiteY3104" fmla="*/ 591463 h 917831"/>
                  <a:gd name="connsiteX3105" fmla="*/ 221943 w 889783"/>
                  <a:gd name="connsiteY3105" fmla="*/ 594196 h 917831"/>
                  <a:gd name="connsiteX3106" fmla="*/ 219353 w 889783"/>
                  <a:gd name="connsiteY3106" fmla="*/ 594196 h 917831"/>
                  <a:gd name="connsiteX3107" fmla="*/ 221943 w 889783"/>
                  <a:gd name="connsiteY3107" fmla="*/ 594196 h 917831"/>
                  <a:gd name="connsiteX3108" fmla="*/ 221943 w 889783"/>
                  <a:gd name="connsiteY3108" fmla="*/ 596785 h 917831"/>
                  <a:gd name="connsiteX3109" fmla="*/ 224388 w 889783"/>
                  <a:gd name="connsiteY3109" fmla="*/ 596785 h 917831"/>
                  <a:gd name="connsiteX3110" fmla="*/ 224388 w 889783"/>
                  <a:gd name="connsiteY3110" fmla="*/ 594196 h 917831"/>
                  <a:gd name="connsiteX3111" fmla="*/ 227121 w 889783"/>
                  <a:gd name="connsiteY3111" fmla="*/ 596785 h 917831"/>
                  <a:gd name="connsiteX3112" fmla="*/ 227121 w 889783"/>
                  <a:gd name="connsiteY3112" fmla="*/ 594196 h 917831"/>
                  <a:gd name="connsiteX3113" fmla="*/ 229566 w 889783"/>
                  <a:gd name="connsiteY3113" fmla="*/ 594196 h 917831"/>
                  <a:gd name="connsiteX3114" fmla="*/ 232155 w 889783"/>
                  <a:gd name="connsiteY3114" fmla="*/ 594196 h 917831"/>
                  <a:gd name="connsiteX3115" fmla="*/ 232155 w 889783"/>
                  <a:gd name="connsiteY3115" fmla="*/ 591463 h 917831"/>
                  <a:gd name="connsiteX3116" fmla="*/ 234600 w 889783"/>
                  <a:gd name="connsiteY3116" fmla="*/ 591463 h 917831"/>
                  <a:gd name="connsiteX3117" fmla="*/ 237333 w 889783"/>
                  <a:gd name="connsiteY3117" fmla="*/ 591463 h 917831"/>
                  <a:gd name="connsiteX3118" fmla="*/ 237333 w 889783"/>
                  <a:gd name="connsiteY3118" fmla="*/ 594196 h 917831"/>
                  <a:gd name="connsiteX3119" fmla="*/ 237333 w 889783"/>
                  <a:gd name="connsiteY3119" fmla="*/ 591463 h 917831"/>
                  <a:gd name="connsiteX3120" fmla="*/ 237333 w 889783"/>
                  <a:gd name="connsiteY3120" fmla="*/ 589018 h 917831"/>
                  <a:gd name="connsiteX3121" fmla="*/ 234600 w 889783"/>
                  <a:gd name="connsiteY3121" fmla="*/ 589018 h 917831"/>
                  <a:gd name="connsiteX3122" fmla="*/ 234600 w 889783"/>
                  <a:gd name="connsiteY3122" fmla="*/ 586572 h 917831"/>
                  <a:gd name="connsiteX3123" fmla="*/ 237333 w 889783"/>
                  <a:gd name="connsiteY3123" fmla="*/ 586572 h 917831"/>
                  <a:gd name="connsiteX3124" fmla="*/ 237333 w 889783"/>
                  <a:gd name="connsiteY3124" fmla="*/ 589018 h 917831"/>
                  <a:gd name="connsiteX3125" fmla="*/ 239778 w 889783"/>
                  <a:gd name="connsiteY3125" fmla="*/ 589018 h 917831"/>
                  <a:gd name="connsiteX3126" fmla="*/ 239778 w 889783"/>
                  <a:gd name="connsiteY3126" fmla="*/ 586572 h 917831"/>
                  <a:gd name="connsiteX3127" fmla="*/ 239778 w 889783"/>
                  <a:gd name="connsiteY3127" fmla="*/ 583983 h 917831"/>
                  <a:gd name="connsiteX3128" fmla="*/ 237333 w 889783"/>
                  <a:gd name="connsiteY3128" fmla="*/ 583983 h 917831"/>
                  <a:gd name="connsiteX3129" fmla="*/ 239778 w 889783"/>
                  <a:gd name="connsiteY3129" fmla="*/ 583983 h 917831"/>
                  <a:gd name="connsiteX3130" fmla="*/ 239778 w 889783"/>
                  <a:gd name="connsiteY3130" fmla="*/ 581250 h 917831"/>
                  <a:gd name="connsiteX3131" fmla="*/ 242223 w 889783"/>
                  <a:gd name="connsiteY3131" fmla="*/ 581250 h 917831"/>
                  <a:gd name="connsiteX3132" fmla="*/ 244813 w 889783"/>
                  <a:gd name="connsiteY3132" fmla="*/ 581250 h 917831"/>
                  <a:gd name="connsiteX3133" fmla="*/ 247546 w 889783"/>
                  <a:gd name="connsiteY3133" fmla="*/ 581250 h 917831"/>
                  <a:gd name="connsiteX3134" fmla="*/ 249991 w 889783"/>
                  <a:gd name="connsiteY3134" fmla="*/ 581250 h 917831"/>
                  <a:gd name="connsiteX3135" fmla="*/ 249991 w 889783"/>
                  <a:gd name="connsiteY3135" fmla="*/ 583983 h 917831"/>
                  <a:gd name="connsiteX3136" fmla="*/ 252436 w 889783"/>
                  <a:gd name="connsiteY3136" fmla="*/ 583983 h 917831"/>
                  <a:gd name="connsiteX3137" fmla="*/ 255025 w 889783"/>
                  <a:gd name="connsiteY3137" fmla="*/ 583983 h 917831"/>
                  <a:gd name="connsiteX3138" fmla="*/ 255025 w 889783"/>
                  <a:gd name="connsiteY3138" fmla="*/ 586572 h 917831"/>
                  <a:gd name="connsiteX3139" fmla="*/ 257471 w 889783"/>
                  <a:gd name="connsiteY3139" fmla="*/ 586572 h 917831"/>
                  <a:gd name="connsiteX3140" fmla="*/ 257471 w 889783"/>
                  <a:gd name="connsiteY3140" fmla="*/ 583983 h 917831"/>
                  <a:gd name="connsiteX3141" fmla="*/ 260203 w 889783"/>
                  <a:gd name="connsiteY3141" fmla="*/ 583983 h 917831"/>
                  <a:gd name="connsiteX3142" fmla="*/ 260203 w 889783"/>
                  <a:gd name="connsiteY3142" fmla="*/ 586572 h 917831"/>
                  <a:gd name="connsiteX3143" fmla="*/ 262649 w 889783"/>
                  <a:gd name="connsiteY3143" fmla="*/ 586572 h 917831"/>
                  <a:gd name="connsiteX3144" fmla="*/ 262649 w 889783"/>
                  <a:gd name="connsiteY3144" fmla="*/ 589018 h 917831"/>
                  <a:gd name="connsiteX3145" fmla="*/ 265238 w 889783"/>
                  <a:gd name="connsiteY3145" fmla="*/ 589018 h 917831"/>
                  <a:gd name="connsiteX3146" fmla="*/ 267683 w 889783"/>
                  <a:gd name="connsiteY3146" fmla="*/ 589018 h 917831"/>
                  <a:gd name="connsiteX3147" fmla="*/ 267683 w 889783"/>
                  <a:gd name="connsiteY3147" fmla="*/ 591463 h 917831"/>
                  <a:gd name="connsiteX3148" fmla="*/ 267683 w 889783"/>
                  <a:gd name="connsiteY3148" fmla="*/ 594196 h 917831"/>
                  <a:gd name="connsiteX3149" fmla="*/ 267683 w 889783"/>
                  <a:gd name="connsiteY3149" fmla="*/ 591463 h 917831"/>
                  <a:gd name="connsiteX3150" fmla="*/ 270416 w 889783"/>
                  <a:gd name="connsiteY3150" fmla="*/ 591463 h 917831"/>
                  <a:gd name="connsiteX3151" fmla="*/ 270416 w 889783"/>
                  <a:gd name="connsiteY3151" fmla="*/ 594196 h 917831"/>
                  <a:gd name="connsiteX3152" fmla="*/ 272861 w 889783"/>
                  <a:gd name="connsiteY3152" fmla="*/ 594196 h 917831"/>
                  <a:gd name="connsiteX3153" fmla="*/ 272861 w 889783"/>
                  <a:gd name="connsiteY3153" fmla="*/ 591463 h 917831"/>
                  <a:gd name="connsiteX3154" fmla="*/ 275451 w 889783"/>
                  <a:gd name="connsiteY3154" fmla="*/ 591463 h 917831"/>
                  <a:gd name="connsiteX3155" fmla="*/ 275451 w 889783"/>
                  <a:gd name="connsiteY3155" fmla="*/ 589018 h 917831"/>
                  <a:gd name="connsiteX3156" fmla="*/ 277896 w 889783"/>
                  <a:gd name="connsiteY3156" fmla="*/ 589018 h 917831"/>
                  <a:gd name="connsiteX3157" fmla="*/ 280628 w 889783"/>
                  <a:gd name="connsiteY3157" fmla="*/ 589018 h 917831"/>
                  <a:gd name="connsiteX3158" fmla="*/ 283074 w 889783"/>
                  <a:gd name="connsiteY3158" fmla="*/ 589018 h 917831"/>
                  <a:gd name="connsiteX3159" fmla="*/ 283074 w 889783"/>
                  <a:gd name="connsiteY3159" fmla="*/ 586572 h 917831"/>
                  <a:gd name="connsiteX3160" fmla="*/ 280628 w 889783"/>
                  <a:gd name="connsiteY3160" fmla="*/ 586572 h 917831"/>
                  <a:gd name="connsiteX3161" fmla="*/ 283074 w 889783"/>
                  <a:gd name="connsiteY3161" fmla="*/ 586572 h 917831"/>
                  <a:gd name="connsiteX3162" fmla="*/ 283074 w 889783"/>
                  <a:gd name="connsiteY3162" fmla="*/ 583983 h 917831"/>
                  <a:gd name="connsiteX3163" fmla="*/ 285663 w 889783"/>
                  <a:gd name="connsiteY3163" fmla="*/ 583983 h 917831"/>
                  <a:gd name="connsiteX3164" fmla="*/ 285663 w 889783"/>
                  <a:gd name="connsiteY3164" fmla="*/ 581250 h 917831"/>
                  <a:gd name="connsiteX3165" fmla="*/ 285663 w 889783"/>
                  <a:gd name="connsiteY3165" fmla="*/ 583983 h 917831"/>
                  <a:gd name="connsiteX3166" fmla="*/ 288108 w 889783"/>
                  <a:gd name="connsiteY3166" fmla="*/ 583983 h 917831"/>
                  <a:gd name="connsiteX3167" fmla="*/ 290841 w 889783"/>
                  <a:gd name="connsiteY3167" fmla="*/ 583983 h 917831"/>
                  <a:gd name="connsiteX3168" fmla="*/ 290841 w 889783"/>
                  <a:gd name="connsiteY3168" fmla="*/ 581250 h 917831"/>
                  <a:gd name="connsiteX3169" fmla="*/ 288108 w 889783"/>
                  <a:gd name="connsiteY3169" fmla="*/ 578805 h 917831"/>
                  <a:gd name="connsiteX3170" fmla="*/ 285663 w 889783"/>
                  <a:gd name="connsiteY3170" fmla="*/ 578805 h 917831"/>
                  <a:gd name="connsiteX3171" fmla="*/ 285663 w 889783"/>
                  <a:gd name="connsiteY3171" fmla="*/ 576360 h 917831"/>
                  <a:gd name="connsiteX3172" fmla="*/ 283074 w 889783"/>
                  <a:gd name="connsiteY3172" fmla="*/ 576360 h 917831"/>
                  <a:gd name="connsiteX3173" fmla="*/ 283074 w 889783"/>
                  <a:gd name="connsiteY3173" fmla="*/ 573771 h 917831"/>
                  <a:gd name="connsiteX3174" fmla="*/ 280628 w 889783"/>
                  <a:gd name="connsiteY3174" fmla="*/ 573771 h 917831"/>
                  <a:gd name="connsiteX3175" fmla="*/ 277896 w 889783"/>
                  <a:gd name="connsiteY3175" fmla="*/ 573771 h 917831"/>
                  <a:gd name="connsiteX3176" fmla="*/ 275451 w 889783"/>
                  <a:gd name="connsiteY3176" fmla="*/ 573771 h 917831"/>
                  <a:gd name="connsiteX3177" fmla="*/ 275451 w 889783"/>
                  <a:gd name="connsiteY3177" fmla="*/ 571038 h 917831"/>
                  <a:gd name="connsiteX3178" fmla="*/ 272861 w 889783"/>
                  <a:gd name="connsiteY3178" fmla="*/ 571038 h 917831"/>
                  <a:gd name="connsiteX3179" fmla="*/ 275451 w 889783"/>
                  <a:gd name="connsiteY3179" fmla="*/ 568592 h 917831"/>
                  <a:gd name="connsiteX3180" fmla="*/ 272861 w 889783"/>
                  <a:gd name="connsiteY3180" fmla="*/ 568592 h 917831"/>
                  <a:gd name="connsiteX3181" fmla="*/ 275451 w 889783"/>
                  <a:gd name="connsiteY3181" fmla="*/ 568592 h 917831"/>
                  <a:gd name="connsiteX3182" fmla="*/ 275451 w 889783"/>
                  <a:gd name="connsiteY3182" fmla="*/ 566147 h 917831"/>
                  <a:gd name="connsiteX3183" fmla="*/ 277896 w 889783"/>
                  <a:gd name="connsiteY3183" fmla="*/ 566147 h 917831"/>
                  <a:gd name="connsiteX3184" fmla="*/ 277896 w 889783"/>
                  <a:gd name="connsiteY3184" fmla="*/ 563702 h 917831"/>
                  <a:gd name="connsiteX3185" fmla="*/ 275451 w 889783"/>
                  <a:gd name="connsiteY3185" fmla="*/ 563702 h 917831"/>
                  <a:gd name="connsiteX3186" fmla="*/ 275451 w 889783"/>
                  <a:gd name="connsiteY3186" fmla="*/ 560969 h 917831"/>
                  <a:gd name="connsiteX3187" fmla="*/ 272861 w 889783"/>
                  <a:gd name="connsiteY3187" fmla="*/ 560969 h 917831"/>
                  <a:gd name="connsiteX3188" fmla="*/ 272861 w 889783"/>
                  <a:gd name="connsiteY3188" fmla="*/ 558380 h 917831"/>
                  <a:gd name="connsiteX3189" fmla="*/ 272861 w 889783"/>
                  <a:gd name="connsiteY3189" fmla="*/ 555935 h 917831"/>
                  <a:gd name="connsiteX3190" fmla="*/ 272861 w 889783"/>
                  <a:gd name="connsiteY3190" fmla="*/ 553490 h 917831"/>
                  <a:gd name="connsiteX3191" fmla="*/ 275451 w 889783"/>
                  <a:gd name="connsiteY3191" fmla="*/ 553490 h 917831"/>
                  <a:gd name="connsiteX3192" fmla="*/ 272861 w 889783"/>
                  <a:gd name="connsiteY3192" fmla="*/ 553490 h 917831"/>
                  <a:gd name="connsiteX3193" fmla="*/ 272861 w 889783"/>
                  <a:gd name="connsiteY3193" fmla="*/ 550757 h 917831"/>
                  <a:gd name="connsiteX3194" fmla="*/ 275451 w 889783"/>
                  <a:gd name="connsiteY3194" fmla="*/ 550757 h 917831"/>
                  <a:gd name="connsiteX3195" fmla="*/ 277896 w 889783"/>
                  <a:gd name="connsiteY3195" fmla="*/ 550757 h 917831"/>
                  <a:gd name="connsiteX3196" fmla="*/ 280628 w 889783"/>
                  <a:gd name="connsiteY3196" fmla="*/ 550757 h 917831"/>
                  <a:gd name="connsiteX3197" fmla="*/ 280628 w 889783"/>
                  <a:gd name="connsiteY3197" fmla="*/ 553490 h 917831"/>
                  <a:gd name="connsiteX3198" fmla="*/ 283074 w 889783"/>
                  <a:gd name="connsiteY3198" fmla="*/ 553490 h 917831"/>
                  <a:gd name="connsiteX3199" fmla="*/ 283074 w 889783"/>
                  <a:gd name="connsiteY3199" fmla="*/ 550757 h 917831"/>
                  <a:gd name="connsiteX3200" fmla="*/ 285663 w 889783"/>
                  <a:gd name="connsiteY3200" fmla="*/ 550757 h 917831"/>
                  <a:gd name="connsiteX3201" fmla="*/ 288108 w 889783"/>
                  <a:gd name="connsiteY3201" fmla="*/ 550757 h 917831"/>
                  <a:gd name="connsiteX3202" fmla="*/ 285663 w 889783"/>
                  <a:gd name="connsiteY3202" fmla="*/ 550757 h 917831"/>
                  <a:gd name="connsiteX3203" fmla="*/ 285663 w 889783"/>
                  <a:gd name="connsiteY3203" fmla="*/ 548167 h 917831"/>
                  <a:gd name="connsiteX3204" fmla="*/ 288108 w 889783"/>
                  <a:gd name="connsiteY3204" fmla="*/ 548167 h 917831"/>
                  <a:gd name="connsiteX3205" fmla="*/ 285663 w 889783"/>
                  <a:gd name="connsiteY3205" fmla="*/ 548167 h 917831"/>
                  <a:gd name="connsiteX3206" fmla="*/ 285663 w 889783"/>
                  <a:gd name="connsiteY3206" fmla="*/ 545722 h 917831"/>
                  <a:gd name="connsiteX3207" fmla="*/ 283074 w 889783"/>
                  <a:gd name="connsiteY3207" fmla="*/ 545722 h 917831"/>
                  <a:gd name="connsiteX3208" fmla="*/ 285663 w 889783"/>
                  <a:gd name="connsiteY3208" fmla="*/ 545722 h 917831"/>
                  <a:gd name="connsiteX3209" fmla="*/ 283074 w 889783"/>
                  <a:gd name="connsiteY3209" fmla="*/ 545722 h 917831"/>
                  <a:gd name="connsiteX3210" fmla="*/ 283074 w 889783"/>
                  <a:gd name="connsiteY3210" fmla="*/ 543277 h 917831"/>
                  <a:gd name="connsiteX3211" fmla="*/ 285663 w 889783"/>
                  <a:gd name="connsiteY3211" fmla="*/ 543277 h 917831"/>
                  <a:gd name="connsiteX3212" fmla="*/ 285663 w 889783"/>
                  <a:gd name="connsiteY3212" fmla="*/ 540400 h 917831"/>
                  <a:gd name="connsiteX3213" fmla="*/ 283074 w 889783"/>
                  <a:gd name="connsiteY3213" fmla="*/ 540400 h 917831"/>
                  <a:gd name="connsiteX3214" fmla="*/ 283074 w 889783"/>
                  <a:gd name="connsiteY3214" fmla="*/ 537955 h 917831"/>
                  <a:gd name="connsiteX3215" fmla="*/ 283074 w 889783"/>
                  <a:gd name="connsiteY3215" fmla="*/ 535510 h 917831"/>
                  <a:gd name="connsiteX3216" fmla="*/ 280628 w 889783"/>
                  <a:gd name="connsiteY3216" fmla="*/ 535510 h 917831"/>
                  <a:gd name="connsiteX3217" fmla="*/ 277896 w 889783"/>
                  <a:gd name="connsiteY3217" fmla="*/ 535510 h 917831"/>
                  <a:gd name="connsiteX3218" fmla="*/ 280628 w 889783"/>
                  <a:gd name="connsiteY3218" fmla="*/ 533065 h 917831"/>
                  <a:gd name="connsiteX3219" fmla="*/ 277896 w 889783"/>
                  <a:gd name="connsiteY3219" fmla="*/ 533065 h 917831"/>
                  <a:gd name="connsiteX3220" fmla="*/ 277896 w 889783"/>
                  <a:gd name="connsiteY3220" fmla="*/ 530332 h 917831"/>
                  <a:gd name="connsiteX3221" fmla="*/ 280628 w 889783"/>
                  <a:gd name="connsiteY3221" fmla="*/ 530332 h 917831"/>
                  <a:gd name="connsiteX3222" fmla="*/ 280628 w 889783"/>
                  <a:gd name="connsiteY3222" fmla="*/ 527742 h 917831"/>
                  <a:gd name="connsiteX3223" fmla="*/ 277896 w 889783"/>
                  <a:gd name="connsiteY3223" fmla="*/ 527742 h 917831"/>
                  <a:gd name="connsiteX3224" fmla="*/ 280628 w 889783"/>
                  <a:gd name="connsiteY3224" fmla="*/ 525297 h 917831"/>
                  <a:gd name="connsiteX3225" fmla="*/ 277896 w 889783"/>
                  <a:gd name="connsiteY3225" fmla="*/ 525297 h 917831"/>
                  <a:gd name="connsiteX3226" fmla="*/ 280628 w 889783"/>
                  <a:gd name="connsiteY3226" fmla="*/ 522852 h 917831"/>
                  <a:gd name="connsiteX3227" fmla="*/ 280628 w 889783"/>
                  <a:gd name="connsiteY3227" fmla="*/ 520119 h 917831"/>
                  <a:gd name="connsiteX3228" fmla="*/ 280628 w 889783"/>
                  <a:gd name="connsiteY3228" fmla="*/ 522852 h 917831"/>
                  <a:gd name="connsiteX3229" fmla="*/ 277896 w 889783"/>
                  <a:gd name="connsiteY3229" fmla="*/ 522852 h 917831"/>
                  <a:gd name="connsiteX3230" fmla="*/ 277896 w 889783"/>
                  <a:gd name="connsiteY3230" fmla="*/ 520119 h 917831"/>
                  <a:gd name="connsiteX3231" fmla="*/ 280628 w 889783"/>
                  <a:gd name="connsiteY3231" fmla="*/ 520119 h 917831"/>
                  <a:gd name="connsiteX3232" fmla="*/ 280628 w 889783"/>
                  <a:gd name="connsiteY3232" fmla="*/ 517530 h 917831"/>
                  <a:gd name="connsiteX3233" fmla="*/ 283074 w 889783"/>
                  <a:gd name="connsiteY3233" fmla="*/ 517530 h 917831"/>
                  <a:gd name="connsiteX3234" fmla="*/ 283074 w 889783"/>
                  <a:gd name="connsiteY3234" fmla="*/ 515085 h 917831"/>
                  <a:gd name="connsiteX3235" fmla="*/ 285663 w 889783"/>
                  <a:gd name="connsiteY3235" fmla="*/ 515085 h 917831"/>
                  <a:gd name="connsiteX3236" fmla="*/ 283074 w 889783"/>
                  <a:gd name="connsiteY3236" fmla="*/ 515085 h 917831"/>
                  <a:gd name="connsiteX3237" fmla="*/ 285663 w 889783"/>
                  <a:gd name="connsiteY3237" fmla="*/ 515085 h 917831"/>
                  <a:gd name="connsiteX3238" fmla="*/ 285663 w 889783"/>
                  <a:gd name="connsiteY3238" fmla="*/ 512639 h 917831"/>
                  <a:gd name="connsiteX3239" fmla="*/ 283074 w 889783"/>
                  <a:gd name="connsiteY3239" fmla="*/ 512639 h 917831"/>
                  <a:gd name="connsiteX3240" fmla="*/ 285663 w 889783"/>
                  <a:gd name="connsiteY3240" fmla="*/ 512639 h 917831"/>
                  <a:gd name="connsiteX3241" fmla="*/ 283074 w 889783"/>
                  <a:gd name="connsiteY3241" fmla="*/ 512639 h 917831"/>
                  <a:gd name="connsiteX3242" fmla="*/ 285663 w 889783"/>
                  <a:gd name="connsiteY3242" fmla="*/ 510050 h 917831"/>
                  <a:gd name="connsiteX3243" fmla="*/ 283074 w 889783"/>
                  <a:gd name="connsiteY3243" fmla="*/ 510050 h 917831"/>
                  <a:gd name="connsiteX3244" fmla="*/ 283074 w 889783"/>
                  <a:gd name="connsiteY3244" fmla="*/ 512639 h 917831"/>
                  <a:gd name="connsiteX3245" fmla="*/ 280628 w 889783"/>
                  <a:gd name="connsiteY3245" fmla="*/ 512639 h 917831"/>
                  <a:gd name="connsiteX3246" fmla="*/ 277896 w 889783"/>
                  <a:gd name="connsiteY3246" fmla="*/ 512639 h 917831"/>
                  <a:gd name="connsiteX3247" fmla="*/ 280628 w 889783"/>
                  <a:gd name="connsiteY3247" fmla="*/ 515085 h 917831"/>
                  <a:gd name="connsiteX3248" fmla="*/ 277896 w 889783"/>
                  <a:gd name="connsiteY3248" fmla="*/ 515085 h 917831"/>
                  <a:gd name="connsiteX3249" fmla="*/ 277896 w 889783"/>
                  <a:gd name="connsiteY3249" fmla="*/ 517530 h 917831"/>
                  <a:gd name="connsiteX3250" fmla="*/ 277896 w 889783"/>
                  <a:gd name="connsiteY3250" fmla="*/ 515085 h 917831"/>
                  <a:gd name="connsiteX3251" fmla="*/ 275451 w 889783"/>
                  <a:gd name="connsiteY3251" fmla="*/ 515085 h 917831"/>
                  <a:gd name="connsiteX3252" fmla="*/ 272861 w 889783"/>
                  <a:gd name="connsiteY3252" fmla="*/ 515085 h 917831"/>
                  <a:gd name="connsiteX3253" fmla="*/ 272861 w 889783"/>
                  <a:gd name="connsiteY3253" fmla="*/ 517530 h 917831"/>
                  <a:gd name="connsiteX3254" fmla="*/ 272861 w 889783"/>
                  <a:gd name="connsiteY3254" fmla="*/ 515085 h 917831"/>
                  <a:gd name="connsiteX3255" fmla="*/ 270416 w 889783"/>
                  <a:gd name="connsiteY3255" fmla="*/ 515085 h 917831"/>
                  <a:gd name="connsiteX3256" fmla="*/ 267683 w 889783"/>
                  <a:gd name="connsiteY3256" fmla="*/ 515085 h 917831"/>
                  <a:gd name="connsiteX3257" fmla="*/ 267683 w 889783"/>
                  <a:gd name="connsiteY3257" fmla="*/ 512639 h 917831"/>
                  <a:gd name="connsiteX3258" fmla="*/ 270416 w 889783"/>
                  <a:gd name="connsiteY3258" fmla="*/ 512639 h 917831"/>
                  <a:gd name="connsiteX3259" fmla="*/ 267683 w 889783"/>
                  <a:gd name="connsiteY3259" fmla="*/ 512639 h 917831"/>
                  <a:gd name="connsiteX3260" fmla="*/ 270416 w 889783"/>
                  <a:gd name="connsiteY3260" fmla="*/ 512639 h 917831"/>
                  <a:gd name="connsiteX3261" fmla="*/ 270416 w 889783"/>
                  <a:gd name="connsiteY3261" fmla="*/ 510050 h 917831"/>
                  <a:gd name="connsiteX3262" fmla="*/ 272861 w 889783"/>
                  <a:gd name="connsiteY3262" fmla="*/ 510050 h 917831"/>
                  <a:gd name="connsiteX3263" fmla="*/ 272861 w 889783"/>
                  <a:gd name="connsiteY3263" fmla="*/ 507317 h 917831"/>
                  <a:gd name="connsiteX3264" fmla="*/ 275451 w 889783"/>
                  <a:gd name="connsiteY3264" fmla="*/ 507317 h 917831"/>
                  <a:gd name="connsiteX3265" fmla="*/ 275451 w 889783"/>
                  <a:gd name="connsiteY3265" fmla="*/ 504872 h 917831"/>
                  <a:gd name="connsiteX3266" fmla="*/ 272861 w 889783"/>
                  <a:gd name="connsiteY3266" fmla="*/ 504872 h 917831"/>
                  <a:gd name="connsiteX3267" fmla="*/ 272861 w 889783"/>
                  <a:gd name="connsiteY3267" fmla="*/ 507317 h 917831"/>
                  <a:gd name="connsiteX3268" fmla="*/ 270416 w 889783"/>
                  <a:gd name="connsiteY3268" fmla="*/ 507317 h 917831"/>
                  <a:gd name="connsiteX3269" fmla="*/ 270416 w 889783"/>
                  <a:gd name="connsiteY3269" fmla="*/ 504872 h 917831"/>
                  <a:gd name="connsiteX3270" fmla="*/ 272861 w 889783"/>
                  <a:gd name="connsiteY3270" fmla="*/ 504872 h 917831"/>
                  <a:gd name="connsiteX3271" fmla="*/ 272861 w 889783"/>
                  <a:gd name="connsiteY3271" fmla="*/ 502427 h 917831"/>
                  <a:gd name="connsiteX3272" fmla="*/ 275451 w 889783"/>
                  <a:gd name="connsiteY3272" fmla="*/ 502427 h 917831"/>
                  <a:gd name="connsiteX3273" fmla="*/ 277896 w 889783"/>
                  <a:gd name="connsiteY3273" fmla="*/ 502427 h 917831"/>
                  <a:gd name="connsiteX3274" fmla="*/ 280628 w 889783"/>
                  <a:gd name="connsiteY3274" fmla="*/ 499838 h 917831"/>
                  <a:gd name="connsiteX3275" fmla="*/ 283074 w 889783"/>
                  <a:gd name="connsiteY3275" fmla="*/ 499838 h 917831"/>
                  <a:gd name="connsiteX3276" fmla="*/ 283074 w 889783"/>
                  <a:gd name="connsiteY3276" fmla="*/ 497105 h 917831"/>
                  <a:gd name="connsiteX3277" fmla="*/ 285663 w 889783"/>
                  <a:gd name="connsiteY3277" fmla="*/ 497105 h 917831"/>
                  <a:gd name="connsiteX3278" fmla="*/ 283074 w 889783"/>
                  <a:gd name="connsiteY3278" fmla="*/ 494660 h 917831"/>
                  <a:gd name="connsiteX3279" fmla="*/ 283074 w 889783"/>
                  <a:gd name="connsiteY3279" fmla="*/ 492214 h 917831"/>
                  <a:gd name="connsiteX3280" fmla="*/ 280628 w 889783"/>
                  <a:gd name="connsiteY3280" fmla="*/ 492214 h 917831"/>
                  <a:gd name="connsiteX3281" fmla="*/ 280628 w 889783"/>
                  <a:gd name="connsiteY3281" fmla="*/ 494660 h 917831"/>
                  <a:gd name="connsiteX3282" fmla="*/ 277896 w 889783"/>
                  <a:gd name="connsiteY3282" fmla="*/ 494660 h 917831"/>
                  <a:gd name="connsiteX3283" fmla="*/ 275451 w 889783"/>
                  <a:gd name="connsiteY3283" fmla="*/ 494660 h 917831"/>
                  <a:gd name="connsiteX3284" fmla="*/ 272861 w 889783"/>
                  <a:gd name="connsiteY3284" fmla="*/ 494660 h 917831"/>
                  <a:gd name="connsiteX3285" fmla="*/ 270416 w 889783"/>
                  <a:gd name="connsiteY3285" fmla="*/ 494660 h 917831"/>
                  <a:gd name="connsiteX3286" fmla="*/ 267683 w 889783"/>
                  <a:gd name="connsiteY3286" fmla="*/ 497105 h 917831"/>
                  <a:gd name="connsiteX3287" fmla="*/ 265238 w 889783"/>
                  <a:gd name="connsiteY3287" fmla="*/ 497105 h 917831"/>
                  <a:gd name="connsiteX3288" fmla="*/ 262649 w 889783"/>
                  <a:gd name="connsiteY3288" fmla="*/ 497105 h 917831"/>
                  <a:gd name="connsiteX3289" fmla="*/ 262649 w 889783"/>
                  <a:gd name="connsiteY3289" fmla="*/ 499838 h 917831"/>
                  <a:gd name="connsiteX3290" fmla="*/ 260203 w 889783"/>
                  <a:gd name="connsiteY3290" fmla="*/ 499838 h 917831"/>
                  <a:gd name="connsiteX3291" fmla="*/ 257471 w 889783"/>
                  <a:gd name="connsiteY3291" fmla="*/ 499838 h 917831"/>
                  <a:gd name="connsiteX3292" fmla="*/ 257471 w 889783"/>
                  <a:gd name="connsiteY3292" fmla="*/ 497105 h 917831"/>
                  <a:gd name="connsiteX3293" fmla="*/ 255025 w 889783"/>
                  <a:gd name="connsiteY3293" fmla="*/ 497105 h 917831"/>
                  <a:gd name="connsiteX3294" fmla="*/ 252436 w 889783"/>
                  <a:gd name="connsiteY3294" fmla="*/ 497105 h 917831"/>
                  <a:gd name="connsiteX3295" fmla="*/ 252436 w 889783"/>
                  <a:gd name="connsiteY3295" fmla="*/ 494660 h 917831"/>
                  <a:gd name="connsiteX3296" fmla="*/ 255025 w 889783"/>
                  <a:gd name="connsiteY3296" fmla="*/ 494660 h 917831"/>
                  <a:gd name="connsiteX3297" fmla="*/ 255025 w 889783"/>
                  <a:gd name="connsiteY3297" fmla="*/ 492214 h 917831"/>
                  <a:gd name="connsiteX3298" fmla="*/ 257471 w 889783"/>
                  <a:gd name="connsiteY3298" fmla="*/ 492214 h 917831"/>
                  <a:gd name="connsiteX3299" fmla="*/ 257471 w 889783"/>
                  <a:gd name="connsiteY3299" fmla="*/ 489625 h 917831"/>
                  <a:gd name="connsiteX3300" fmla="*/ 257471 w 889783"/>
                  <a:gd name="connsiteY3300" fmla="*/ 486892 h 917831"/>
                  <a:gd name="connsiteX3301" fmla="*/ 255025 w 889783"/>
                  <a:gd name="connsiteY3301" fmla="*/ 486892 h 917831"/>
                  <a:gd name="connsiteX3302" fmla="*/ 257471 w 889783"/>
                  <a:gd name="connsiteY3302" fmla="*/ 486892 h 917831"/>
                  <a:gd name="connsiteX3303" fmla="*/ 257471 w 889783"/>
                  <a:gd name="connsiteY3303" fmla="*/ 484447 h 917831"/>
                  <a:gd name="connsiteX3304" fmla="*/ 255025 w 889783"/>
                  <a:gd name="connsiteY3304" fmla="*/ 484447 h 917831"/>
                  <a:gd name="connsiteX3305" fmla="*/ 255025 w 889783"/>
                  <a:gd name="connsiteY3305" fmla="*/ 482002 h 917831"/>
                  <a:gd name="connsiteX3306" fmla="*/ 255025 w 889783"/>
                  <a:gd name="connsiteY3306" fmla="*/ 479557 h 917831"/>
                  <a:gd name="connsiteX3307" fmla="*/ 252436 w 889783"/>
                  <a:gd name="connsiteY3307" fmla="*/ 479557 h 917831"/>
                  <a:gd name="connsiteX3308" fmla="*/ 252436 w 889783"/>
                  <a:gd name="connsiteY3308" fmla="*/ 476680 h 917831"/>
                  <a:gd name="connsiteX3309" fmla="*/ 255025 w 889783"/>
                  <a:gd name="connsiteY3309" fmla="*/ 476680 h 917831"/>
                  <a:gd name="connsiteX3310" fmla="*/ 255025 w 889783"/>
                  <a:gd name="connsiteY3310" fmla="*/ 474235 h 917831"/>
                  <a:gd name="connsiteX3311" fmla="*/ 252436 w 889783"/>
                  <a:gd name="connsiteY3311" fmla="*/ 474235 h 917831"/>
                  <a:gd name="connsiteX3312" fmla="*/ 249991 w 889783"/>
                  <a:gd name="connsiteY3312" fmla="*/ 474235 h 917831"/>
                  <a:gd name="connsiteX3313" fmla="*/ 249991 w 889783"/>
                  <a:gd name="connsiteY3313" fmla="*/ 476680 h 917831"/>
                  <a:gd name="connsiteX3314" fmla="*/ 247546 w 889783"/>
                  <a:gd name="connsiteY3314" fmla="*/ 476680 h 917831"/>
                  <a:gd name="connsiteX3315" fmla="*/ 247546 w 889783"/>
                  <a:gd name="connsiteY3315" fmla="*/ 474235 h 917831"/>
                  <a:gd name="connsiteX3316" fmla="*/ 249991 w 889783"/>
                  <a:gd name="connsiteY3316" fmla="*/ 474235 h 917831"/>
                  <a:gd name="connsiteX3317" fmla="*/ 249991 w 889783"/>
                  <a:gd name="connsiteY3317" fmla="*/ 471789 h 917831"/>
                  <a:gd name="connsiteX3318" fmla="*/ 247546 w 889783"/>
                  <a:gd name="connsiteY3318" fmla="*/ 471789 h 917831"/>
                  <a:gd name="connsiteX3319" fmla="*/ 247546 w 889783"/>
                  <a:gd name="connsiteY3319" fmla="*/ 469344 h 917831"/>
                  <a:gd name="connsiteX3320" fmla="*/ 247546 w 889783"/>
                  <a:gd name="connsiteY3320" fmla="*/ 466611 h 917831"/>
                  <a:gd name="connsiteX3321" fmla="*/ 244813 w 889783"/>
                  <a:gd name="connsiteY3321" fmla="*/ 466611 h 917831"/>
                  <a:gd name="connsiteX3322" fmla="*/ 247546 w 889783"/>
                  <a:gd name="connsiteY3322" fmla="*/ 466611 h 917831"/>
                  <a:gd name="connsiteX3323" fmla="*/ 247546 w 889783"/>
                  <a:gd name="connsiteY3323" fmla="*/ 464022 h 917831"/>
                  <a:gd name="connsiteX3324" fmla="*/ 247546 w 889783"/>
                  <a:gd name="connsiteY3324" fmla="*/ 461577 h 917831"/>
                  <a:gd name="connsiteX3325" fmla="*/ 244813 w 889783"/>
                  <a:gd name="connsiteY3325" fmla="*/ 461577 h 917831"/>
                  <a:gd name="connsiteX3326" fmla="*/ 242223 w 889783"/>
                  <a:gd name="connsiteY3326" fmla="*/ 464022 h 917831"/>
                  <a:gd name="connsiteX3327" fmla="*/ 242223 w 889783"/>
                  <a:gd name="connsiteY3327" fmla="*/ 461577 h 917831"/>
                  <a:gd name="connsiteX3328" fmla="*/ 239778 w 889783"/>
                  <a:gd name="connsiteY3328" fmla="*/ 461577 h 917831"/>
                  <a:gd name="connsiteX3329" fmla="*/ 239778 w 889783"/>
                  <a:gd name="connsiteY3329" fmla="*/ 459132 h 917831"/>
                  <a:gd name="connsiteX3330" fmla="*/ 239778 w 889783"/>
                  <a:gd name="connsiteY3330" fmla="*/ 456399 h 917831"/>
                  <a:gd name="connsiteX3331" fmla="*/ 237333 w 889783"/>
                  <a:gd name="connsiteY3331" fmla="*/ 456399 h 917831"/>
                  <a:gd name="connsiteX3332" fmla="*/ 234600 w 889783"/>
                  <a:gd name="connsiteY3332" fmla="*/ 456399 h 917831"/>
                  <a:gd name="connsiteX3333" fmla="*/ 232155 w 889783"/>
                  <a:gd name="connsiteY3333" fmla="*/ 453810 h 917831"/>
                  <a:gd name="connsiteX3334" fmla="*/ 232155 w 889783"/>
                  <a:gd name="connsiteY3334" fmla="*/ 451364 h 917831"/>
                  <a:gd name="connsiteX3335" fmla="*/ 232155 w 889783"/>
                  <a:gd name="connsiteY3335" fmla="*/ 448919 h 917831"/>
                  <a:gd name="connsiteX3336" fmla="*/ 234600 w 889783"/>
                  <a:gd name="connsiteY3336" fmla="*/ 448919 h 917831"/>
                  <a:gd name="connsiteX3337" fmla="*/ 237333 w 889783"/>
                  <a:gd name="connsiteY3337" fmla="*/ 446186 h 917831"/>
                  <a:gd name="connsiteX3338" fmla="*/ 237333 w 889783"/>
                  <a:gd name="connsiteY3338" fmla="*/ 448919 h 917831"/>
                  <a:gd name="connsiteX3339" fmla="*/ 237333 w 889783"/>
                  <a:gd name="connsiteY3339" fmla="*/ 446186 h 917831"/>
                  <a:gd name="connsiteX3340" fmla="*/ 239778 w 889783"/>
                  <a:gd name="connsiteY3340" fmla="*/ 446186 h 917831"/>
                  <a:gd name="connsiteX3341" fmla="*/ 237333 w 889783"/>
                  <a:gd name="connsiteY3341" fmla="*/ 446186 h 917831"/>
                  <a:gd name="connsiteX3342" fmla="*/ 237333 w 889783"/>
                  <a:gd name="connsiteY3342" fmla="*/ 443597 h 917831"/>
                  <a:gd name="connsiteX3343" fmla="*/ 239778 w 889783"/>
                  <a:gd name="connsiteY3343" fmla="*/ 443597 h 917831"/>
                  <a:gd name="connsiteX3344" fmla="*/ 239778 w 889783"/>
                  <a:gd name="connsiteY3344" fmla="*/ 441152 h 917831"/>
                  <a:gd name="connsiteX3345" fmla="*/ 242223 w 889783"/>
                  <a:gd name="connsiteY3345" fmla="*/ 441152 h 917831"/>
                  <a:gd name="connsiteX3346" fmla="*/ 242223 w 889783"/>
                  <a:gd name="connsiteY3346" fmla="*/ 438707 h 917831"/>
                  <a:gd name="connsiteX3347" fmla="*/ 244813 w 889783"/>
                  <a:gd name="connsiteY3347" fmla="*/ 438707 h 917831"/>
                  <a:gd name="connsiteX3348" fmla="*/ 244813 w 889783"/>
                  <a:gd name="connsiteY3348" fmla="*/ 435974 h 917831"/>
                  <a:gd name="connsiteX3349" fmla="*/ 247546 w 889783"/>
                  <a:gd name="connsiteY3349" fmla="*/ 435974 h 917831"/>
                  <a:gd name="connsiteX3350" fmla="*/ 247546 w 889783"/>
                  <a:gd name="connsiteY3350" fmla="*/ 433385 h 917831"/>
                  <a:gd name="connsiteX3351" fmla="*/ 247546 w 889783"/>
                  <a:gd name="connsiteY3351" fmla="*/ 435974 h 917831"/>
                  <a:gd name="connsiteX3352" fmla="*/ 249991 w 889783"/>
                  <a:gd name="connsiteY3352" fmla="*/ 435974 h 917831"/>
                  <a:gd name="connsiteX3353" fmla="*/ 249991 w 889783"/>
                  <a:gd name="connsiteY3353" fmla="*/ 433385 h 917831"/>
                  <a:gd name="connsiteX3354" fmla="*/ 247546 w 889783"/>
                  <a:gd name="connsiteY3354" fmla="*/ 433385 h 917831"/>
                  <a:gd name="connsiteX3355" fmla="*/ 249991 w 889783"/>
                  <a:gd name="connsiteY3355" fmla="*/ 433385 h 917831"/>
                  <a:gd name="connsiteX3356" fmla="*/ 249991 w 889783"/>
                  <a:gd name="connsiteY3356" fmla="*/ 430939 h 917831"/>
                  <a:gd name="connsiteX3357" fmla="*/ 247546 w 889783"/>
                  <a:gd name="connsiteY3357" fmla="*/ 430939 h 917831"/>
                  <a:gd name="connsiteX3358" fmla="*/ 244813 w 889783"/>
                  <a:gd name="connsiteY3358" fmla="*/ 430939 h 917831"/>
                  <a:gd name="connsiteX3359" fmla="*/ 244813 w 889783"/>
                  <a:gd name="connsiteY3359" fmla="*/ 433385 h 917831"/>
                  <a:gd name="connsiteX3360" fmla="*/ 242223 w 889783"/>
                  <a:gd name="connsiteY3360" fmla="*/ 433385 h 917831"/>
                  <a:gd name="connsiteX3361" fmla="*/ 239778 w 889783"/>
                  <a:gd name="connsiteY3361" fmla="*/ 433385 h 917831"/>
                  <a:gd name="connsiteX3362" fmla="*/ 239778 w 889783"/>
                  <a:gd name="connsiteY3362" fmla="*/ 435974 h 917831"/>
                  <a:gd name="connsiteX3363" fmla="*/ 237333 w 889783"/>
                  <a:gd name="connsiteY3363" fmla="*/ 435974 h 917831"/>
                  <a:gd name="connsiteX3364" fmla="*/ 237333 w 889783"/>
                  <a:gd name="connsiteY3364" fmla="*/ 433385 h 917831"/>
                  <a:gd name="connsiteX3365" fmla="*/ 234600 w 889783"/>
                  <a:gd name="connsiteY3365" fmla="*/ 433385 h 917831"/>
                  <a:gd name="connsiteX3366" fmla="*/ 232155 w 889783"/>
                  <a:gd name="connsiteY3366" fmla="*/ 433385 h 917831"/>
                  <a:gd name="connsiteX3367" fmla="*/ 229566 w 889783"/>
                  <a:gd name="connsiteY3367" fmla="*/ 435974 h 917831"/>
                  <a:gd name="connsiteX3368" fmla="*/ 227121 w 889783"/>
                  <a:gd name="connsiteY3368" fmla="*/ 435974 h 917831"/>
                  <a:gd name="connsiteX3369" fmla="*/ 227121 w 889783"/>
                  <a:gd name="connsiteY3369" fmla="*/ 438707 h 917831"/>
                  <a:gd name="connsiteX3370" fmla="*/ 227121 w 889783"/>
                  <a:gd name="connsiteY3370" fmla="*/ 435974 h 917831"/>
                  <a:gd name="connsiteX3371" fmla="*/ 227121 w 889783"/>
                  <a:gd name="connsiteY3371" fmla="*/ 433385 h 917831"/>
                  <a:gd name="connsiteX3372" fmla="*/ 224388 w 889783"/>
                  <a:gd name="connsiteY3372" fmla="*/ 433385 h 917831"/>
                  <a:gd name="connsiteX3373" fmla="*/ 224388 w 889783"/>
                  <a:gd name="connsiteY3373" fmla="*/ 430939 h 917831"/>
                  <a:gd name="connsiteX3374" fmla="*/ 224388 w 889783"/>
                  <a:gd name="connsiteY3374" fmla="*/ 433385 h 917831"/>
                  <a:gd name="connsiteX3375" fmla="*/ 221943 w 889783"/>
                  <a:gd name="connsiteY3375" fmla="*/ 433385 h 917831"/>
                  <a:gd name="connsiteX3376" fmla="*/ 221943 w 889783"/>
                  <a:gd name="connsiteY3376" fmla="*/ 430939 h 917831"/>
                  <a:gd name="connsiteX3377" fmla="*/ 224388 w 889783"/>
                  <a:gd name="connsiteY3377" fmla="*/ 430939 h 917831"/>
                  <a:gd name="connsiteX3378" fmla="*/ 224388 w 889783"/>
                  <a:gd name="connsiteY3378" fmla="*/ 428494 h 917831"/>
                  <a:gd name="connsiteX3379" fmla="*/ 221943 w 889783"/>
                  <a:gd name="connsiteY3379" fmla="*/ 428494 h 917831"/>
                  <a:gd name="connsiteX3380" fmla="*/ 219353 w 889783"/>
                  <a:gd name="connsiteY3380" fmla="*/ 428494 h 917831"/>
                  <a:gd name="connsiteX3381" fmla="*/ 219353 w 889783"/>
                  <a:gd name="connsiteY3381" fmla="*/ 430939 h 917831"/>
                  <a:gd name="connsiteX3382" fmla="*/ 219353 w 889783"/>
                  <a:gd name="connsiteY3382" fmla="*/ 433385 h 917831"/>
                  <a:gd name="connsiteX3383" fmla="*/ 219353 w 889783"/>
                  <a:gd name="connsiteY3383" fmla="*/ 435974 h 917831"/>
                  <a:gd name="connsiteX3384" fmla="*/ 216908 w 889783"/>
                  <a:gd name="connsiteY3384" fmla="*/ 435974 h 917831"/>
                  <a:gd name="connsiteX3385" fmla="*/ 216908 w 889783"/>
                  <a:gd name="connsiteY3385" fmla="*/ 438707 h 917831"/>
                  <a:gd name="connsiteX3386" fmla="*/ 214175 w 889783"/>
                  <a:gd name="connsiteY3386" fmla="*/ 438707 h 917831"/>
                  <a:gd name="connsiteX3387" fmla="*/ 214175 w 889783"/>
                  <a:gd name="connsiteY3387" fmla="*/ 435974 h 917831"/>
                  <a:gd name="connsiteX3388" fmla="*/ 214175 w 889783"/>
                  <a:gd name="connsiteY3388" fmla="*/ 433385 h 917831"/>
                  <a:gd name="connsiteX3389" fmla="*/ 214175 w 889783"/>
                  <a:gd name="connsiteY3389" fmla="*/ 430939 h 917831"/>
                  <a:gd name="connsiteX3390" fmla="*/ 211730 w 889783"/>
                  <a:gd name="connsiteY3390" fmla="*/ 430939 h 917831"/>
                  <a:gd name="connsiteX3391" fmla="*/ 211730 w 889783"/>
                  <a:gd name="connsiteY3391" fmla="*/ 428494 h 917831"/>
                  <a:gd name="connsiteX3392" fmla="*/ 211730 w 889783"/>
                  <a:gd name="connsiteY3392" fmla="*/ 425761 h 917831"/>
                  <a:gd name="connsiteX3393" fmla="*/ 214175 w 889783"/>
                  <a:gd name="connsiteY3393" fmla="*/ 425761 h 917831"/>
                  <a:gd name="connsiteX3394" fmla="*/ 216908 w 889783"/>
                  <a:gd name="connsiteY3394" fmla="*/ 423172 h 917831"/>
                  <a:gd name="connsiteX3395" fmla="*/ 216908 w 889783"/>
                  <a:gd name="connsiteY3395" fmla="*/ 420727 h 917831"/>
                  <a:gd name="connsiteX3396" fmla="*/ 219353 w 889783"/>
                  <a:gd name="connsiteY3396" fmla="*/ 420727 h 917831"/>
                  <a:gd name="connsiteX3397" fmla="*/ 216908 w 889783"/>
                  <a:gd name="connsiteY3397" fmla="*/ 420727 h 917831"/>
                  <a:gd name="connsiteX3398" fmla="*/ 214175 w 889783"/>
                  <a:gd name="connsiteY3398" fmla="*/ 420727 h 917831"/>
                  <a:gd name="connsiteX3399" fmla="*/ 214175 w 889783"/>
                  <a:gd name="connsiteY3399" fmla="*/ 418282 h 917831"/>
                  <a:gd name="connsiteX3400" fmla="*/ 214175 w 889783"/>
                  <a:gd name="connsiteY3400" fmla="*/ 415693 h 917831"/>
                  <a:gd name="connsiteX3401" fmla="*/ 211730 w 889783"/>
                  <a:gd name="connsiteY3401" fmla="*/ 415693 h 917831"/>
                  <a:gd name="connsiteX3402" fmla="*/ 211730 w 889783"/>
                  <a:gd name="connsiteY3402" fmla="*/ 418282 h 917831"/>
                  <a:gd name="connsiteX3403" fmla="*/ 209141 w 889783"/>
                  <a:gd name="connsiteY3403" fmla="*/ 418282 h 917831"/>
                  <a:gd name="connsiteX3404" fmla="*/ 206695 w 889783"/>
                  <a:gd name="connsiteY3404" fmla="*/ 418282 h 917831"/>
                  <a:gd name="connsiteX3405" fmla="*/ 206695 w 889783"/>
                  <a:gd name="connsiteY3405" fmla="*/ 420727 h 917831"/>
                  <a:gd name="connsiteX3406" fmla="*/ 203963 w 889783"/>
                  <a:gd name="connsiteY3406" fmla="*/ 420727 h 917831"/>
                  <a:gd name="connsiteX3407" fmla="*/ 201517 w 889783"/>
                  <a:gd name="connsiteY3407" fmla="*/ 418282 h 917831"/>
                  <a:gd name="connsiteX3408" fmla="*/ 198928 w 889783"/>
                  <a:gd name="connsiteY3408" fmla="*/ 418282 h 917831"/>
                  <a:gd name="connsiteX3409" fmla="*/ 198928 w 889783"/>
                  <a:gd name="connsiteY3409" fmla="*/ 415693 h 917831"/>
                  <a:gd name="connsiteX3410" fmla="*/ 198928 w 889783"/>
                  <a:gd name="connsiteY3410" fmla="*/ 412960 h 917831"/>
                  <a:gd name="connsiteX3411" fmla="*/ 198928 w 889783"/>
                  <a:gd name="connsiteY3411" fmla="*/ 410514 h 917831"/>
                  <a:gd name="connsiteX3412" fmla="*/ 196483 w 889783"/>
                  <a:gd name="connsiteY3412" fmla="*/ 410514 h 917831"/>
                  <a:gd name="connsiteX3413" fmla="*/ 196483 w 889783"/>
                  <a:gd name="connsiteY3413" fmla="*/ 408069 h 917831"/>
                  <a:gd name="connsiteX3414" fmla="*/ 193750 w 889783"/>
                  <a:gd name="connsiteY3414" fmla="*/ 408069 h 917831"/>
                  <a:gd name="connsiteX3415" fmla="*/ 193750 w 889783"/>
                  <a:gd name="connsiteY3415" fmla="*/ 405480 h 917831"/>
                  <a:gd name="connsiteX3416" fmla="*/ 191305 w 889783"/>
                  <a:gd name="connsiteY3416" fmla="*/ 405480 h 917831"/>
                  <a:gd name="connsiteX3417" fmla="*/ 191305 w 889783"/>
                  <a:gd name="connsiteY3417" fmla="*/ 402747 h 917831"/>
                  <a:gd name="connsiteX3418" fmla="*/ 193750 w 889783"/>
                  <a:gd name="connsiteY3418" fmla="*/ 402747 h 917831"/>
                  <a:gd name="connsiteX3419" fmla="*/ 196483 w 889783"/>
                  <a:gd name="connsiteY3419" fmla="*/ 402747 h 917831"/>
                  <a:gd name="connsiteX3420" fmla="*/ 198928 w 889783"/>
                  <a:gd name="connsiteY3420" fmla="*/ 402747 h 917831"/>
                  <a:gd name="connsiteX3421" fmla="*/ 201517 w 889783"/>
                  <a:gd name="connsiteY3421" fmla="*/ 402747 h 917831"/>
                  <a:gd name="connsiteX3422" fmla="*/ 203963 w 889783"/>
                  <a:gd name="connsiteY3422" fmla="*/ 402747 h 917831"/>
                  <a:gd name="connsiteX3423" fmla="*/ 203963 w 889783"/>
                  <a:gd name="connsiteY3423" fmla="*/ 400302 h 917831"/>
                  <a:gd name="connsiteX3424" fmla="*/ 206695 w 889783"/>
                  <a:gd name="connsiteY3424" fmla="*/ 400302 h 917831"/>
                  <a:gd name="connsiteX3425" fmla="*/ 206695 w 889783"/>
                  <a:gd name="connsiteY3425" fmla="*/ 397857 h 917831"/>
                  <a:gd name="connsiteX3426" fmla="*/ 209141 w 889783"/>
                  <a:gd name="connsiteY3426" fmla="*/ 397857 h 917831"/>
                  <a:gd name="connsiteX3427" fmla="*/ 209141 w 889783"/>
                  <a:gd name="connsiteY3427" fmla="*/ 395268 h 917831"/>
                  <a:gd name="connsiteX3428" fmla="*/ 206695 w 889783"/>
                  <a:gd name="connsiteY3428" fmla="*/ 395268 h 917831"/>
                  <a:gd name="connsiteX3429" fmla="*/ 203963 w 889783"/>
                  <a:gd name="connsiteY3429" fmla="*/ 395268 h 917831"/>
                  <a:gd name="connsiteX3430" fmla="*/ 203963 w 889783"/>
                  <a:gd name="connsiteY3430" fmla="*/ 392535 h 917831"/>
                  <a:gd name="connsiteX3431" fmla="*/ 201517 w 889783"/>
                  <a:gd name="connsiteY3431" fmla="*/ 392535 h 917831"/>
                  <a:gd name="connsiteX3432" fmla="*/ 201517 w 889783"/>
                  <a:gd name="connsiteY3432" fmla="*/ 390089 h 917831"/>
                  <a:gd name="connsiteX3433" fmla="*/ 201517 w 889783"/>
                  <a:gd name="connsiteY3433" fmla="*/ 387644 h 917831"/>
                  <a:gd name="connsiteX3434" fmla="*/ 198928 w 889783"/>
                  <a:gd name="connsiteY3434" fmla="*/ 387644 h 917831"/>
                  <a:gd name="connsiteX3435" fmla="*/ 196483 w 889783"/>
                  <a:gd name="connsiteY3435" fmla="*/ 387644 h 917831"/>
                  <a:gd name="connsiteX3436" fmla="*/ 196483 w 889783"/>
                  <a:gd name="connsiteY3436" fmla="*/ 385199 h 917831"/>
                  <a:gd name="connsiteX3437" fmla="*/ 193750 w 889783"/>
                  <a:gd name="connsiteY3437" fmla="*/ 385199 h 917831"/>
                  <a:gd name="connsiteX3438" fmla="*/ 191305 w 889783"/>
                  <a:gd name="connsiteY3438" fmla="*/ 382466 h 917831"/>
                  <a:gd name="connsiteX3439" fmla="*/ 191305 w 889783"/>
                  <a:gd name="connsiteY3439" fmla="*/ 379877 h 917831"/>
                  <a:gd name="connsiteX3440" fmla="*/ 191305 w 889783"/>
                  <a:gd name="connsiteY3440" fmla="*/ 377432 h 917831"/>
                  <a:gd name="connsiteX3441" fmla="*/ 188716 w 889783"/>
                  <a:gd name="connsiteY3441" fmla="*/ 377432 h 917831"/>
                  <a:gd name="connsiteX3442" fmla="*/ 188716 w 889783"/>
                  <a:gd name="connsiteY3442" fmla="*/ 379877 h 917831"/>
                  <a:gd name="connsiteX3443" fmla="*/ 186271 w 889783"/>
                  <a:gd name="connsiteY3443" fmla="*/ 379877 h 917831"/>
                  <a:gd name="connsiteX3444" fmla="*/ 186271 w 889783"/>
                  <a:gd name="connsiteY3444" fmla="*/ 377432 h 917831"/>
                  <a:gd name="connsiteX3445" fmla="*/ 183538 w 889783"/>
                  <a:gd name="connsiteY3445" fmla="*/ 377432 h 917831"/>
                  <a:gd name="connsiteX3446" fmla="*/ 183538 w 889783"/>
                  <a:gd name="connsiteY3446" fmla="*/ 374986 h 917831"/>
                  <a:gd name="connsiteX3447" fmla="*/ 183538 w 889783"/>
                  <a:gd name="connsiteY3447" fmla="*/ 372253 h 917831"/>
                  <a:gd name="connsiteX3448" fmla="*/ 183538 w 889783"/>
                  <a:gd name="connsiteY3448" fmla="*/ 369664 h 917831"/>
                  <a:gd name="connsiteX3449" fmla="*/ 183538 w 889783"/>
                  <a:gd name="connsiteY3449" fmla="*/ 367219 h 917831"/>
                  <a:gd name="connsiteX3450" fmla="*/ 186271 w 889783"/>
                  <a:gd name="connsiteY3450" fmla="*/ 364774 h 917831"/>
                  <a:gd name="connsiteX3451" fmla="*/ 186271 w 889783"/>
                  <a:gd name="connsiteY3451" fmla="*/ 362041 h 917831"/>
                  <a:gd name="connsiteX3452" fmla="*/ 186271 w 889783"/>
                  <a:gd name="connsiteY3452" fmla="*/ 359452 h 917831"/>
                  <a:gd name="connsiteX3453" fmla="*/ 183538 w 889783"/>
                  <a:gd name="connsiteY3453" fmla="*/ 359452 h 917831"/>
                  <a:gd name="connsiteX3454" fmla="*/ 183538 w 889783"/>
                  <a:gd name="connsiteY3454" fmla="*/ 357007 h 917831"/>
                  <a:gd name="connsiteX3455" fmla="*/ 186271 w 889783"/>
                  <a:gd name="connsiteY3455" fmla="*/ 354561 h 917831"/>
                  <a:gd name="connsiteX3456" fmla="*/ 188716 w 889783"/>
                  <a:gd name="connsiteY3456" fmla="*/ 354561 h 917831"/>
                  <a:gd name="connsiteX3457" fmla="*/ 188716 w 889783"/>
                  <a:gd name="connsiteY3457" fmla="*/ 351828 h 917831"/>
                  <a:gd name="connsiteX3458" fmla="*/ 191305 w 889783"/>
                  <a:gd name="connsiteY3458" fmla="*/ 351828 h 917831"/>
                  <a:gd name="connsiteX3459" fmla="*/ 191305 w 889783"/>
                  <a:gd name="connsiteY3459" fmla="*/ 349239 h 917831"/>
                  <a:gd name="connsiteX3460" fmla="*/ 188716 w 889783"/>
                  <a:gd name="connsiteY3460" fmla="*/ 349239 h 917831"/>
                  <a:gd name="connsiteX3461" fmla="*/ 186271 w 889783"/>
                  <a:gd name="connsiteY3461" fmla="*/ 349239 h 917831"/>
                  <a:gd name="connsiteX3462" fmla="*/ 186271 w 889783"/>
                  <a:gd name="connsiteY3462" fmla="*/ 346794 h 917831"/>
                  <a:gd name="connsiteX3463" fmla="*/ 186271 w 889783"/>
                  <a:gd name="connsiteY3463" fmla="*/ 344349 h 917831"/>
                  <a:gd name="connsiteX3464" fmla="*/ 186271 w 889783"/>
                  <a:gd name="connsiteY3464" fmla="*/ 341616 h 917831"/>
                  <a:gd name="connsiteX3465" fmla="*/ 183538 w 889783"/>
                  <a:gd name="connsiteY3465" fmla="*/ 341616 h 917831"/>
                  <a:gd name="connsiteX3466" fmla="*/ 186271 w 889783"/>
                  <a:gd name="connsiteY3466" fmla="*/ 341616 h 917831"/>
                  <a:gd name="connsiteX3467" fmla="*/ 186271 w 889783"/>
                  <a:gd name="connsiteY3467" fmla="*/ 339027 h 917831"/>
                  <a:gd name="connsiteX3468" fmla="*/ 186271 w 889783"/>
                  <a:gd name="connsiteY3468" fmla="*/ 336582 h 917831"/>
                  <a:gd name="connsiteX3469" fmla="*/ 183538 w 889783"/>
                  <a:gd name="connsiteY3469" fmla="*/ 336582 h 917831"/>
                  <a:gd name="connsiteX3470" fmla="*/ 183538 w 889783"/>
                  <a:gd name="connsiteY3470" fmla="*/ 334136 h 917831"/>
                  <a:gd name="connsiteX3471" fmla="*/ 181092 w 889783"/>
                  <a:gd name="connsiteY3471" fmla="*/ 334136 h 917831"/>
                  <a:gd name="connsiteX3472" fmla="*/ 183538 w 889783"/>
                  <a:gd name="connsiteY3472" fmla="*/ 331547 h 917831"/>
                  <a:gd name="connsiteX3473" fmla="*/ 181092 w 889783"/>
                  <a:gd name="connsiteY3473" fmla="*/ 331547 h 917831"/>
                  <a:gd name="connsiteX3474" fmla="*/ 181092 w 889783"/>
                  <a:gd name="connsiteY3474" fmla="*/ 328814 h 917831"/>
                  <a:gd name="connsiteX3475" fmla="*/ 183538 w 889783"/>
                  <a:gd name="connsiteY3475" fmla="*/ 328814 h 917831"/>
                  <a:gd name="connsiteX3476" fmla="*/ 186271 w 889783"/>
                  <a:gd name="connsiteY3476" fmla="*/ 328814 h 917831"/>
                  <a:gd name="connsiteX3477" fmla="*/ 186271 w 889783"/>
                  <a:gd name="connsiteY3477" fmla="*/ 326369 h 917831"/>
                  <a:gd name="connsiteX3478" fmla="*/ 186271 w 889783"/>
                  <a:gd name="connsiteY3478" fmla="*/ 323924 h 917831"/>
                  <a:gd name="connsiteX3479" fmla="*/ 186271 w 889783"/>
                  <a:gd name="connsiteY3479" fmla="*/ 321478 h 917831"/>
                  <a:gd name="connsiteX3480" fmla="*/ 186271 w 889783"/>
                  <a:gd name="connsiteY3480" fmla="*/ 318602 h 917831"/>
                  <a:gd name="connsiteX3481" fmla="*/ 183538 w 889783"/>
                  <a:gd name="connsiteY3481" fmla="*/ 318602 h 917831"/>
                  <a:gd name="connsiteX3482" fmla="*/ 183538 w 889783"/>
                  <a:gd name="connsiteY3482" fmla="*/ 316157 h 917831"/>
                  <a:gd name="connsiteX3483" fmla="*/ 183538 w 889783"/>
                  <a:gd name="connsiteY3483" fmla="*/ 313711 h 917831"/>
                  <a:gd name="connsiteX3484" fmla="*/ 183538 w 889783"/>
                  <a:gd name="connsiteY3484" fmla="*/ 311122 h 917831"/>
                  <a:gd name="connsiteX3485" fmla="*/ 183538 w 889783"/>
                  <a:gd name="connsiteY3485" fmla="*/ 308389 h 917831"/>
                  <a:gd name="connsiteX3486" fmla="*/ 181092 w 889783"/>
                  <a:gd name="connsiteY3486" fmla="*/ 308389 h 917831"/>
                  <a:gd name="connsiteX3487" fmla="*/ 178503 w 889783"/>
                  <a:gd name="connsiteY3487" fmla="*/ 308389 h 917831"/>
                  <a:gd name="connsiteX3488" fmla="*/ 178503 w 889783"/>
                  <a:gd name="connsiteY3488" fmla="*/ 311122 h 917831"/>
                  <a:gd name="connsiteX3489" fmla="*/ 178503 w 889783"/>
                  <a:gd name="connsiteY3489" fmla="*/ 313711 h 917831"/>
                  <a:gd name="connsiteX3490" fmla="*/ 178503 w 889783"/>
                  <a:gd name="connsiteY3490" fmla="*/ 316157 h 917831"/>
                  <a:gd name="connsiteX3491" fmla="*/ 178503 w 889783"/>
                  <a:gd name="connsiteY3491" fmla="*/ 318602 h 917831"/>
                  <a:gd name="connsiteX3492" fmla="*/ 176058 w 889783"/>
                  <a:gd name="connsiteY3492" fmla="*/ 318602 h 917831"/>
                  <a:gd name="connsiteX3493" fmla="*/ 176058 w 889783"/>
                  <a:gd name="connsiteY3493" fmla="*/ 316157 h 917831"/>
                  <a:gd name="connsiteX3494" fmla="*/ 176058 w 889783"/>
                  <a:gd name="connsiteY3494" fmla="*/ 313711 h 917831"/>
                  <a:gd name="connsiteX3495" fmla="*/ 176058 w 889783"/>
                  <a:gd name="connsiteY3495" fmla="*/ 311122 h 917831"/>
                  <a:gd name="connsiteX3496" fmla="*/ 173613 w 889783"/>
                  <a:gd name="connsiteY3496" fmla="*/ 311122 h 917831"/>
                  <a:gd name="connsiteX3497" fmla="*/ 173613 w 889783"/>
                  <a:gd name="connsiteY3497" fmla="*/ 308389 h 917831"/>
                  <a:gd name="connsiteX3498" fmla="*/ 173613 w 889783"/>
                  <a:gd name="connsiteY3498" fmla="*/ 305944 h 917831"/>
                  <a:gd name="connsiteX3499" fmla="*/ 173613 w 889783"/>
                  <a:gd name="connsiteY3499" fmla="*/ 303499 h 917831"/>
                  <a:gd name="connsiteX3500" fmla="*/ 176058 w 889783"/>
                  <a:gd name="connsiteY3500" fmla="*/ 300910 h 917831"/>
                  <a:gd name="connsiteX3501" fmla="*/ 176058 w 889783"/>
                  <a:gd name="connsiteY3501" fmla="*/ 298177 h 917831"/>
                  <a:gd name="connsiteX3502" fmla="*/ 178503 w 889783"/>
                  <a:gd name="connsiteY3502" fmla="*/ 298177 h 917831"/>
                  <a:gd name="connsiteX3503" fmla="*/ 181092 w 889783"/>
                  <a:gd name="connsiteY3503" fmla="*/ 295732 h 917831"/>
                  <a:gd name="connsiteX3504" fmla="*/ 178503 w 889783"/>
                  <a:gd name="connsiteY3504" fmla="*/ 293286 h 917831"/>
                  <a:gd name="connsiteX3505" fmla="*/ 178503 w 889783"/>
                  <a:gd name="connsiteY3505" fmla="*/ 290841 h 917831"/>
                  <a:gd name="connsiteX3506" fmla="*/ 176058 w 889783"/>
                  <a:gd name="connsiteY3506" fmla="*/ 288108 h 917831"/>
                  <a:gd name="connsiteX3507" fmla="*/ 176058 w 889783"/>
                  <a:gd name="connsiteY3507" fmla="*/ 290841 h 917831"/>
                  <a:gd name="connsiteX3508" fmla="*/ 173613 w 889783"/>
                  <a:gd name="connsiteY3508" fmla="*/ 290841 h 917831"/>
                  <a:gd name="connsiteX3509" fmla="*/ 173613 w 889783"/>
                  <a:gd name="connsiteY3509" fmla="*/ 288108 h 917831"/>
                  <a:gd name="connsiteX3510" fmla="*/ 173613 w 889783"/>
                  <a:gd name="connsiteY3510" fmla="*/ 285519 h 917831"/>
                  <a:gd name="connsiteX3511" fmla="*/ 170880 w 889783"/>
                  <a:gd name="connsiteY3511" fmla="*/ 285519 h 917831"/>
                  <a:gd name="connsiteX3512" fmla="*/ 170880 w 889783"/>
                  <a:gd name="connsiteY3512" fmla="*/ 283074 h 917831"/>
                  <a:gd name="connsiteX3513" fmla="*/ 170880 w 889783"/>
                  <a:gd name="connsiteY3513" fmla="*/ 280628 h 917831"/>
                  <a:gd name="connsiteX3514" fmla="*/ 170880 w 889783"/>
                  <a:gd name="connsiteY3514" fmla="*/ 277896 h 917831"/>
                  <a:gd name="connsiteX3515" fmla="*/ 168291 w 889783"/>
                  <a:gd name="connsiteY3515" fmla="*/ 277896 h 917831"/>
                  <a:gd name="connsiteX3516" fmla="*/ 168291 w 889783"/>
                  <a:gd name="connsiteY3516" fmla="*/ 275306 h 917831"/>
                  <a:gd name="connsiteX3517" fmla="*/ 168291 w 889783"/>
                  <a:gd name="connsiteY3517" fmla="*/ 272861 h 917831"/>
                  <a:gd name="connsiteX3518" fmla="*/ 168291 w 889783"/>
                  <a:gd name="connsiteY3518" fmla="*/ 275306 h 917831"/>
                  <a:gd name="connsiteX3519" fmla="*/ 170880 w 889783"/>
                  <a:gd name="connsiteY3519" fmla="*/ 275306 h 917831"/>
                  <a:gd name="connsiteX3520" fmla="*/ 170880 w 889783"/>
                  <a:gd name="connsiteY3520" fmla="*/ 272861 h 917831"/>
                  <a:gd name="connsiteX3521" fmla="*/ 170880 w 889783"/>
                  <a:gd name="connsiteY3521" fmla="*/ 270416 h 917831"/>
                  <a:gd name="connsiteX3522" fmla="*/ 173613 w 889783"/>
                  <a:gd name="connsiteY3522" fmla="*/ 270416 h 917831"/>
                  <a:gd name="connsiteX3523" fmla="*/ 173613 w 889783"/>
                  <a:gd name="connsiteY3523" fmla="*/ 267683 h 917831"/>
                  <a:gd name="connsiteX3524" fmla="*/ 173613 w 889783"/>
                  <a:gd name="connsiteY3524" fmla="*/ 265094 h 917831"/>
                  <a:gd name="connsiteX3525" fmla="*/ 173613 w 889783"/>
                  <a:gd name="connsiteY3525" fmla="*/ 262649 h 917831"/>
                  <a:gd name="connsiteX3526" fmla="*/ 173613 w 889783"/>
                  <a:gd name="connsiteY3526" fmla="*/ 260203 h 917831"/>
                  <a:gd name="connsiteX3527" fmla="*/ 173613 w 889783"/>
                  <a:gd name="connsiteY3527" fmla="*/ 257471 h 917831"/>
                  <a:gd name="connsiteX3528" fmla="*/ 170880 w 889783"/>
                  <a:gd name="connsiteY3528" fmla="*/ 257471 h 917831"/>
                  <a:gd name="connsiteX3529" fmla="*/ 173613 w 889783"/>
                  <a:gd name="connsiteY3529" fmla="*/ 257471 h 917831"/>
                  <a:gd name="connsiteX3530" fmla="*/ 173613 w 889783"/>
                  <a:gd name="connsiteY3530" fmla="*/ 254881 h 917831"/>
                  <a:gd name="connsiteX3531" fmla="*/ 170880 w 889783"/>
                  <a:gd name="connsiteY3531" fmla="*/ 254881 h 917831"/>
                  <a:gd name="connsiteX3532" fmla="*/ 170880 w 889783"/>
                  <a:gd name="connsiteY3532" fmla="*/ 257471 h 917831"/>
                  <a:gd name="connsiteX3533" fmla="*/ 168291 w 889783"/>
                  <a:gd name="connsiteY3533" fmla="*/ 257471 h 917831"/>
                  <a:gd name="connsiteX3534" fmla="*/ 168291 w 889783"/>
                  <a:gd name="connsiteY3534" fmla="*/ 260203 h 917831"/>
                  <a:gd name="connsiteX3535" fmla="*/ 168291 w 889783"/>
                  <a:gd name="connsiteY3535" fmla="*/ 262649 h 917831"/>
                  <a:gd name="connsiteX3536" fmla="*/ 168291 w 889783"/>
                  <a:gd name="connsiteY3536" fmla="*/ 265094 h 917831"/>
                  <a:gd name="connsiteX3537" fmla="*/ 170880 w 889783"/>
                  <a:gd name="connsiteY3537" fmla="*/ 265094 h 917831"/>
                  <a:gd name="connsiteX3538" fmla="*/ 168291 w 889783"/>
                  <a:gd name="connsiteY3538" fmla="*/ 265094 h 917831"/>
                  <a:gd name="connsiteX3539" fmla="*/ 165845 w 889783"/>
                  <a:gd name="connsiteY3539" fmla="*/ 265094 h 917831"/>
                  <a:gd name="connsiteX3540" fmla="*/ 165845 w 889783"/>
                  <a:gd name="connsiteY3540" fmla="*/ 262649 h 917831"/>
                  <a:gd name="connsiteX3541" fmla="*/ 163400 w 889783"/>
                  <a:gd name="connsiteY3541" fmla="*/ 262649 h 917831"/>
                  <a:gd name="connsiteX3542" fmla="*/ 163400 w 889783"/>
                  <a:gd name="connsiteY3542" fmla="*/ 260203 h 917831"/>
                  <a:gd name="connsiteX3543" fmla="*/ 163400 w 889783"/>
                  <a:gd name="connsiteY3543" fmla="*/ 262649 h 917831"/>
                  <a:gd name="connsiteX3544" fmla="*/ 163400 w 889783"/>
                  <a:gd name="connsiteY3544" fmla="*/ 265094 h 917831"/>
                  <a:gd name="connsiteX3545" fmla="*/ 160667 w 889783"/>
                  <a:gd name="connsiteY3545" fmla="*/ 265094 h 917831"/>
                  <a:gd name="connsiteX3546" fmla="*/ 160667 w 889783"/>
                  <a:gd name="connsiteY3546" fmla="*/ 262649 h 917831"/>
                  <a:gd name="connsiteX3547" fmla="*/ 158222 w 889783"/>
                  <a:gd name="connsiteY3547" fmla="*/ 262649 h 917831"/>
                  <a:gd name="connsiteX3548" fmla="*/ 155633 w 889783"/>
                  <a:gd name="connsiteY3548" fmla="*/ 262649 h 917831"/>
                  <a:gd name="connsiteX3549" fmla="*/ 155633 w 889783"/>
                  <a:gd name="connsiteY3549" fmla="*/ 260203 h 917831"/>
                  <a:gd name="connsiteX3550" fmla="*/ 153188 w 889783"/>
                  <a:gd name="connsiteY3550" fmla="*/ 260203 h 917831"/>
                  <a:gd name="connsiteX3551" fmla="*/ 153188 w 889783"/>
                  <a:gd name="connsiteY3551" fmla="*/ 257471 h 917831"/>
                  <a:gd name="connsiteX3552" fmla="*/ 153188 w 889783"/>
                  <a:gd name="connsiteY3552" fmla="*/ 254881 h 917831"/>
                  <a:gd name="connsiteX3553" fmla="*/ 150455 w 889783"/>
                  <a:gd name="connsiteY3553" fmla="*/ 254881 h 917831"/>
                  <a:gd name="connsiteX3554" fmla="*/ 150455 w 889783"/>
                  <a:gd name="connsiteY3554" fmla="*/ 257471 h 917831"/>
                  <a:gd name="connsiteX3555" fmla="*/ 150455 w 889783"/>
                  <a:gd name="connsiteY3555" fmla="*/ 254881 h 917831"/>
                  <a:gd name="connsiteX3556" fmla="*/ 147866 w 889783"/>
                  <a:gd name="connsiteY3556" fmla="*/ 254881 h 917831"/>
                  <a:gd name="connsiteX3557" fmla="*/ 147866 w 889783"/>
                  <a:gd name="connsiteY3557" fmla="*/ 257471 h 917831"/>
                  <a:gd name="connsiteX3558" fmla="*/ 147866 w 889783"/>
                  <a:gd name="connsiteY3558" fmla="*/ 254881 h 917831"/>
                  <a:gd name="connsiteX3559" fmla="*/ 145421 w 889783"/>
                  <a:gd name="connsiteY3559" fmla="*/ 254881 h 917831"/>
                  <a:gd name="connsiteX3560" fmla="*/ 145421 w 889783"/>
                  <a:gd name="connsiteY3560" fmla="*/ 257471 h 917831"/>
                  <a:gd name="connsiteX3561" fmla="*/ 145421 w 889783"/>
                  <a:gd name="connsiteY3561" fmla="*/ 260203 h 917831"/>
                  <a:gd name="connsiteX3562" fmla="*/ 145421 w 889783"/>
                  <a:gd name="connsiteY3562" fmla="*/ 262649 h 917831"/>
                  <a:gd name="connsiteX3563" fmla="*/ 142975 w 889783"/>
                  <a:gd name="connsiteY3563" fmla="*/ 262649 h 917831"/>
                  <a:gd name="connsiteX3564" fmla="*/ 142975 w 889783"/>
                  <a:gd name="connsiteY3564" fmla="*/ 260203 h 917831"/>
                  <a:gd name="connsiteX3565" fmla="*/ 140242 w 889783"/>
                  <a:gd name="connsiteY3565" fmla="*/ 260203 h 917831"/>
                  <a:gd name="connsiteX3566" fmla="*/ 140242 w 889783"/>
                  <a:gd name="connsiteY3566" fmla="*/ 257471 h 917831"/>
                  <a:gd name="connsiteX3567" fmla="*/ 137653 w 889783"/>
                  <a:gd name="connsiteY3567" fmla="*/ 257471 h 917831"/>
                  <a:gd name="connsiteX3568" fmla="*/ 137653 w 889783"/>
                  <a:gd name="connsiteY3568" fmla="*/ 254881 h 917831"/>
                  <a:gd name="connsiteX3569" fmla="*/ 135208 w 889783"/>
                  <a:gd name="connsiteY3569" fmla="*/ 254881 h 917831"/>
                  <a:gd name="connsiteX3570" fmla="*/ 135208 w 889783"/>
                  <a:gd name="connsiteY3570" fmla="*/ 252436 h 917831"/>
                  <a:gd name="connsiteX3571" fmla="*/ 132763 w 889783"/>
                  <a:gd name="connsiteY3571" fmla="*/ 249991 h 917831"/>
                  <a:gd name="connsiteX3572" fmla="*/ 132763 w 889783"/>
                  <a:gd name="connsiteY3572" fmla="*/ 247402 h 917831"/>
                  <a:gd name="connsiteX3573" fmla="*/ 130030 w 889783"/>
                  <a:gd name="connsiteY3573" fmla="*/ 247402 h 917831"/>
                  <a:gd name="connsiteX3574" fmla="*/ 130030 w 889783"/>
                  <a:gd name="connsiteY3574" fmla="*/ 244669 h 917831"/>
                  <a:gd name="connsiteX3575" fmla="*/ 127584 w 889783"/>
                  <a:gd name="connsiteY3575" fmla="*/ 244669 h 917831"/>
                  <a:gd name="connsiteX3576" fmla="*/ 127584 w 889783"/>
                  <a:gd name="connsiteY3576" fmla="*/ 242224 h 917831"/>
                  <a:gd name="connsiteX3577" fmla="*/ 124995 w 889783"/>
                  <a:gd name="connsiteY3577" fmla="*/ 242224 h 917831"/>
                  <a:gd name="connsiteX3578" fmla="*/ 124995 w 889783"/>
                  <a:gd name="connsiteY3578" fmla="*/ 239778 h 917831"/>
                  <a:gd name="connsiteX3579" fmla="*/ 124995 w 889783"/>
                  <a:gd name="connsiteY3579" fmla="*/ 237333 h 917831"/>
                  <a:gd name="connsiteX3580" fmla="*/ 122550 w 889783"/>
                  <a:gd name="connsiteY3580" fmla="*/ 237333 h 917831"/>
                  <a:gd name="connsiteX3581" fmla="*/ 122550 w 889783"/>
                  <a:gd name="connsiteY3581" fmla="*/ 234456 h 917831"/>
                  <a:gd name="connsiteX3582" fmla="*/ 119817 w 889783"/>
                  <a:gd name="connsiteY3582" fmla="*/ 234456 h 917831"/>
                  <a:gd name="connsiteX3583" fmla="*/ 119817 w 889783"/>
                  <a:gd name="connsiteY3583" fmla="*/ 237333 h 917831"/>
                  <a:gd name="connsiteX3584" fmla="*/ 117372 w 889783"/>
                  <a:gd name="connsiteY3584" fmla="*/ 237333 h 917831"/>
                  <a:gd name="connsiteX3585" fmla="*/ 114783 w 889783"/>
                  <a:gd name="connsiteY3585" fmla="*/ 237333 h 917831"/>
                  <a:gd name="connsiteX3586" fmla="*/ 112338 w 889783"/>
                  <a:gd name="connsiteY3586" fmla="*/ 237333 h 917831"/>
                  <a:gd name="connsiteX3587" fmla="*/ 109605 w 889783"/>
                  <a:gd name="connsiteY3587" fmla="*/ 237333 h 917831"/>
                  <a:gd name="connsiteX3588" fmla="*/ 109605 w 889783"/>
                  <a:gd name="connsiteY3588" fmla="*/ 234456 h 917831"/>
                  <a:gd name="connsiteX3589" fmla="*/ 109605 w 889783"/>
                  <a:gd name="connsiteY3589" fmla="*/ 232011 h 917831"/>
                  <a:gd name="connsiteX3590" fmla="*/ 109605 w 889783"/>
                  <a:gd name="connsiteY3590" fmla="*/ 229566 h 917831"/>
                  <a:gd name="connsiteX3591" fmla="*/ 107160 w 889783"/>
                  <a:gd name="connsiteY3591" fmla="*/ 229566 h 917831"/>
                  <a:gd name="connsiteX3592" fmla="*/ 107160 w 889783"/>
                  <a:gd name="connsiteY3592" fmla="*/ 227121 h 917831"/>
                  <a:gd name="connsiteX3593" fmla="*/ 107160 w 889783"/>
                  <a:gd name="connsiteY3593" fmla="*/ 224388 h 917831"/>
                  <a:gd name="connsiteX3594" fmla="*/ 109605 w 889783"/>
                  <a:gd name="connsiteY3594" fmla="*/ 224388 h 917831"/>
                  <a:gd name="connsiteX3595" fmla="*/ 109605 w 889783"/>
                  <a:gd name="connsiteY3595" fmla="*/ 221799 h 917831"/>
                  <a:gd name="connsiteX3596" fmla="*/ 109605 w 889783"/>
                  <a:gd name="connsiteY3596" fmla="*/ 219353 h 917831"/>
                  <a:gd name="connsiteX3597" fmla="*/ 112338 w 889783"/>
                  <a:gd name="connsiteY3597" fmla="*/ 219353 h 917831"/>
                  <a:gd name="connsiteX3598" fmla="*/ 114783 w 889783"/>
                  <a:gd name="connsiteY3598" fmla="*/ 219353 h 917831"/>
                  <a:gd name="connsiteX3599" fmla="*/ 114783 w 889783"/>
                  <a:gd name="connsiteY3599" fmla="*/ 216764 h 917831"/>
                  <a:gd name="connsiteX3600" fmla="*/ 114783 w 889783"/>
                  <a:gd name="connsiteY3600" fmla="*/ 214031 h 917831"/>
                  <a:gd name="connsiteX3601" fmla="*/ 114783 w 889783"/>
                  <a:gd name="connsiteY3601" fmla="*/ 211586 h 917831"/>
                  <a:gd name="connsiteX3602" fmla="*/ 114783 w 889783"/>
                  <a:gd name="connsiteY3602" fmla="*/ 209141 h 917831"/>
                  <a:gd name="connsiteX3603" fmla="*/ 114783 w 889783"/>
                  <a:gd name="connsiteY3603" fmla="*/ 206696 h 917831"/>
                  <a:gd name="connsiteX3604" fmla="*/ 114783 w 889783"/>
                  <a:gd name="connsiteY3604" fmla="*/ 203819 h 917831"/>
                  <a:gd name="connsiteX3605" fmla="*/ 114783 w 889783"/>
                  <a:gd name="connsiteY3605" fmla="*/ 201373 h 917831"/>
                  <a:gd name="connsiteX3606" fmla="*/ 114783 w 889783"/>
                  <a:gd name="connsiteY3606" fmla="*/ 198928 h 917831"/>
                  <a:gd name="connsiteX3607" fmla="*/ 117372 w 889783"/>
                  <a:gd name="connsiteY3607" fmla="*/ 198928 h 917831"/>
                  <a:gd name="connsiteX3608" fmla="*/ 119817 w 889783"/>
                  <a:gd name="connsiteY3608" fmla="*/ 198928 h 917831"/>
                  <a:gd name="connsiteX3609" fmla="*/ 122550 w 889783"/>
                  <a:gd name="connsiteY3609" fmla="*/ 198928 h 917831"/>
                  <a:gd name="connsiteX3610" fmla="*/ 122550 w 889783"/>
                  <a:gd name="connsiteY3610" fmla="*/ 196483 h 917831"/>
                  <a:gd name="connsiteX3611" fmla="*/ 119817 w 889783"/>
                  <a:gd name="connsiteY3611" fmla="*/ 196483 h 917831"/>
                  <a:gd name="connsiteX3612" fmla="*/ 119817 w 889783"/>
                  <a:gd name="connsiteY3612" fmla="*/ 193750 h 917831"/>
                  <a:gd name="connsiteX3613" fmla="*/ 119817 w 889783"/>
                  <a:gd name="connsiteY3613" fmla="*/ 191161 h 917831"/>
                  <a:gd name="connsiteX3614" fmla="*/ 119817 w 889783"/>
                  <a:gd name="connsiteY3614" fmla="*/ 188716 h 917831"/>
                  <a:gd name="connsiteX3615" fmla="*/ 122550 w 889783"/>
                  <a:gd name="connsiteY3615" fmla="*/ 188716 h 917831"/>
                  <a:gd name="connsiteX3616" fmla="*/ 124995 w 889783"/>
                  <a:gd name="connsiteY3616" fmla="*/ 188716 h 917831"/>
                  <a:gd name="connsiteX3617" fmla="*/ 124995 w 889783"/>
                  <a:gd name="connsiteY3617" fmla="*/ 186271 h 917831"/>
                  <a:gd name="connsiteX3618" fmla="*/ 124995 w 889783"/>
                  <a:gd name="connsiteY3618" fmla="*/ 188716 h 917831"/>
                  <a:gd name="connsiteX3619" fmla="*/ 127584 w 889783"/>
                  <a:gd name="connsiteY3619" fmla="*/ 188716 h 917831"/>
                  <a:gd name="connsiteX3620" fmla="*/ 127584 w 889783"/>
                  <a:gd name="connsiteY3620" fmla="*/ 186271 h 917831"/>
                  <a:gd name="connsiteX3621" fmla="*/ 127584 w 889783"/>
                  <a:gd name="connsiteY3621" fmla="*/ 183538 h 917831"/>
                  <a:gd name="connsiteX3622" fmla="*/ 127584 w 889783"/>
                  <a:gd name="connsiteY3622" fmla="*/ 180948 h 917831"/>
                  <a:gd name="connsiteX3623" fmla="*/ 130030 w 889783"/>
                  <a:gd name="connsiteY3623" fmla="*/ 180948 h 917831"/>
                  <a:gd name="connsiteX3624" fmla="*/ 127584 w 889783"/>
                  <a:gd name="connsiteY3624" fmla="*/ 178503 h 917831"/>
                  <a:gd name="connsiteX3625" fmla="*/ 124995 w 889783"/>
                  <a:gd name="connsiteY3625" fmla="*/ 178503 h 917831"/>
                  <a:gd name="connsiteX3626" fmla="*/ 124995 w 889783"/>
                  <a:gd name="connsiteY3626" fmla="*/ 176058 h 917831"/>
                  <a:gd name="connsiteX3627" fmla="*/ 124995 w 889783"/>
                  <a:gd name="connsiteY3627" fmla="*/ 173325 h 917831"/>
                  <a:gd name="connsiteX3628" fmla="*/ 122550 w 889783"/>
                  <a:gd name="connsiteY3628" fmla="*/ 173325 h 917831"/>
                  <a:gd name="connsiteX3629" fmla="*/ 119817 w 889783"/>
                  <a:gd name="connsiteY3629" fmla="*/ 173325 h 917831"/>
                  <a:gd name="connsiteX3630" fmla="*/ 119817 w 889783"/>
                  <a:gd name="connsiteY3630" fmla="*/ 176058 h 917831"/>
                  <a:gd name="connsiteX3631" fmla="*/ 117372 w 889783"/>
                  <a:gd name="connsiteY3631" fmla="*/ 176058 h 917831"/>
                  <a:gd name="connsiteX3632" fmla="*/ 119817 w 889783"/>
                  <a:gd name="connsiteY3632" fmla="*/ 176058 h 917831"/>
                  <a:gd name="connsiteX3633" fmla="*/ 119817 w 889783"/>
                  <a:gd name="connsiteY3633" fmla="*/ 178503 h 917831"/>
                  <a:gd name="connsiteX3634" fmla="*/ 117372 w 889783"/>
                  <a:gd name="connsiteY3634" fmla="*/ 178503 h 917831"/>
                  <a:gd name="connsiteX3635" fmla="*/ 117372 w 889783"/>
                  <a:gd name="connsiteY3635" fmla="*/ 180948 h 917831"/>
                  <a:gd name="connsiteX3636" fmla="*/ 117372 w 889783"/>
                  <a:gd name="connsiteY3636" fmla="*/ 178503 h 917831"/>
                  <a:gd name="connsiteX3637" fmla="*/ 114783 w 889783"/>
                  <a:gd name="connsiteY3637" fmla="*/ 178503 h 917831"/>
                  <a:gd name="connsiteX3638" fmla="*/ 114783 w 889783"/>
                  <a:gd name="connsiteY3638" fmla="*/ 180948 h 917831"/>
                  <a:gd name="connsiteX3639" fmla="*/ 112338 w 889783"/>
                  <a:gd name="connsiteY3639" fmla="*/ 180948 h 917831"/>
                  <a:gd name="connsiteX3640" fmla="*/ 112338 w 889783"/>
                  <a:gd name="connsiteY3640" fmla="*/ 178503 h 917831"/>
                  <a:gd name="connsiteX3641" fmla="*/ 109605 w 889783"/>
                  <a:gd name="connsiteY3641" fmla="*/ 178503 h 917831"/>
                  <a:gd name="connsiteX3642" fmla="*/ 109605 w 889783"/>
                  <a:gd name="connsiteY3642" fmla="*/ 176058 h 917831"/>
                  <a:gd name="connsiteX3643" fmla="*/ 107160 w 889783"/>
                  <a:gd name="connsiteY3643" fmla="*/ 176058 h 917831"/>
                  <a:gd name="connsiteX3644" fmla="*/ 109605 w 889783"/>
                  <a:gd name="connsiteY3644" fmla="*/ 176058 h 917831"/>
                  <a:gd name="connsiteX3645" fmla="*/ 107160 w 889783"/>
                  <a:gd name="connsiteY3645" fmla="*/ 176058 h 917831"/>
                  <a:gd name="connsiteX3646" fmla="*/ 107160 w 889783"/>
                  <a:gd name="connsiteY3646" fmla="*/ 173325 h 917831"/>
                  <a:gd name="connsiteX3647" fmla="*/ 107160 w 889783"/>
                  <a:gd name="connsiteY3647" fmla="*/ 170736 h 917831"/>
                  <a:gd name="connsiteX3648" fmla="*/ 107160 w 889783"/>
                  <a:gd name="connsiteY3648" fmla="*/ 168291 h 917831"/>
                  <a:gd name="connsiteX3649" fmla="*/ 107160 w 889783"/>
                  <a:gd name="connsiteY3649" fmla="*/ 165845 h 917831"/>
                  <a:gd name="connsiteX3650" fmla="*/ 107160 w 889783"/>
                  <a:gd name="connsiteY3650" fmla="*/ 163113 h 917831"/>
                  <a:gd name="connsiteX3651" fmla="*/ 109605 w 889783"/>
                  <a:gd name="connsiteY3651" fmla="*/ 163113 h 917831"/>
                  <a:gd name="connsiteX3652" fmla="*/ 112338 w 889783"/>
                  <a:gd name="connsiteY3652" fmla="*/ 163113 h 917831"/>
                  <a:gd name="connsiteX3653" fmla="*/ 112338 w 889783"/>
                  <a:gd name="connsiteY3653" fmla="*/ 160523 h 917831"/>
                  <a:gd name="connsiteX3654" fmla="*/ 112338 w 889783"/>
                  <a:gd name="connsiteY3654" fmla="*/ 163113 h 917831"/>
                  <a:gd name="connsiteX3655" fmla="*/ 112338 w 889783"/>
                  <a:gd name="connsiteY3655" fmla="*/ 160523 h 917831"/>
                  <a:gd name="connsiteX3656" fmla="*/ 114783 w 889783"/>
                  <a:gd name="connsiteY3656" fmla="*/ 160523 h 917831"/>
                  <a:gd name="connsiteX3657" fmla="*/ 114783 w 889783"/>
                  <a:gd name="connsiteY3657" fmla="*/ 158078 h 917831"/>
                  <a:gd name="connsiteX3658" fmla="*/ 117372 w 889783"/>
                  <a:gd name="connsiteY3658" fmla="*/ 158078 h 917831"/>
                  <a:gd name="connsiteX3659" fmla="*/ 119817 w 889783"/>
                  <a:gd name="connsiteY3659" fmla="*/ 155633 h 917831"/>
                  <a:gd name="connsiteX3660" fmla="*/ 119817 w 889783"/>
                  <a:gd name="connsiteY3660" fmla="*/ 158078 h 917831"/>
                  <a:gd name="connsiteX3661" fmla="*/ 122550 w 889783"/>
                  <a:gd name="connsiteY3661" fmla="*/ 155633 h 917831"/>
                  <a:gd name="connsiteX3662" fmla="*/ 124995 w 889783"/>
                  <a:gd name="connsiteY3662" fmla="*/ 155633 h 917831"/>
                  <a:gd name="connsiteX3663" fmla="*/ 124995 w 889783"/>
                  <a:gd name="connsiteY3663" fmla="*/ 153044 h 917831"/>
                  <a:gd name="connsiteX3664" fmla="*/ 127584 w 889783"/>
                  <a:gd name="connsiteY3664" fmla="*/ 153044 h 917831"/>
                  <a:gd name="connsiteX3665" fmla="*/ 127584 w 889783"/>
                  <a:gd name="connsiteY3665" fmla="*/ 150311 h 917831"/>
                  <a:gd name="connsiteX3666" fmla="*/ 127584 w 889783"/>
                  <a:gd name="connsiteY3666" fmla="*/ 153044 h 917831"/>
                  <a:gd name="connsiteX3667" fmla="*/ 130030 w 889783"/>
                  <a:gd name="connsiteY3667" fmla="*/ 153044 h 917831"/>
                  <a:gd name="connsiteX3668" fmla="*/ 130030 w 889783"/>
                  <a:gd name="connsiteY3668" fmla="*/ 150311 h 917831"/>
                  <a:gd name="connsiteX3669" fmla="*/ 132763 w 889783"/>
                  <a:gd name="connsiteY3669" fmla="*/ 150311 h 917831"/>
                  <a:gd name="connsiteX3670" fmla="*/ 132763 w 889783"/>
                  <a:gd name="connsiteY3670" fmla="*/ 147866 h 917831"/>
                  <a:gd name="connsiteX3671" fmla="*/ 135208 w 889783"/>
                  <a:gd name="connsiteY3671" fmla="*/ 147866 h 917831"/>
                  <a:gd name="connsiteX3672" fmla="*/ 135208 w 889783"/>
                  <a:gd name="connsiteY3672" fmla="*/ 145420 h 917831"/>
                  <a:gd name="connsiteX3673" fmla="*/ 137653 w 889783"/>
                  <a:gd name="connsiteY3673" fmla="*/ 142975 h 917831"/>
                  <a:gd name="connsiteX3674" fmla="*/ 135208 w 889783"/>
                  <a:gd name="connsiteY3674" fmla="*/ 142975 h 917831"/>
                  <a:gd name="connsiteX3675" fmla="*/ 132763 w 889783"/>
                  <a:gd name="connsiteY3675" fmla="*/ 142975 h 917831"/>
                  <a:gd name="connsiteX3676" fmla="*/ 132763 w 889783"/>
                  <a:gd name="connsiteY3676" fmla="*/ 140242 h 917831"/>
                  <a:gd name="connsiteX3677" fmla="*/ 130030 w 889783"/>
                  <a:gd name="connsiteY3677" fmla="*/ 140242 h 917831"/>
                  <a:gd name="connsiteX3678" fmla="*/ 130030 w 889783"/>
                  <a:gd name="connsiteY3678" fmla="*/ 137653 h 917831"/>
                  <a:gd name="connsiteX3679" fmla="*/ 127584 w 889783"/>
                  <a:gd name="connsiteY3679" fmla="*/ 137653 h 917831"/>
                  <a:gd name="connsiteX3680" fmla="*/ 124995 w 889783"/>
                  <a:gd name="connsiteY3680" fmla="*/ 135208 h 917831"/>
                  <a:gd name="connsiteX3681" fmla="*/ 124995 w 889783"/>
                  <a:gd name="connsiteY3681" fmla="*/ 137653 h 917831"/>
                  <a:gd name="connsiteX3682" fmla="*/ 122550 w 889783"/>
                  <a:gd name="connsiteY3682" fmla="*/ 137653 h 917831"/>
                  <a:gd name="connsiteX3683" fmla="*/ 119817 w 889783"/>
                  <a:gd name="connsiteY3683" fmla="*/ 137653 h 917831"/>
                  <a:gd name="connsiteX3684" fmla="*/ 119817 w 889783"/>
                  <a:gd name="connsiteY3684" fmla="*/ 135208 h 917831"/>
                  <a:gd name="connsiteX3685" fmla="*/ 117372 w 889783"/>
                  <a:gd name="connsiteY3685" fmla="*/ 135208 h 917831"/>
                  <a:gd name="connsiteX3686" fmla="*/ 117372 w 889783"/>
                  <a:gd name="connsiteY3686" fmla="*/ 137653 h 917831"/>
                  <a:gd name="connsiteX3687" fmla="*/ 114783 w 889783"/>
                  <a:gd name="connsiteY3687" fmla="*/ 137653 h 917831"/>
                  <a:gd name="connsiteX3688" fmla="*/ 114783 w 889783"/>
                  <a:gd name="connsiteY3688" fmla="*/ 140242 h 917831"/>
                  <a:gd name="connsiteX3689" fmla="*/ 114783 w 889783"/>
                  <a:gd name="connsiteY3689" fmla="*/ 142975 h 917831"/>
                  <a:gd name="connsiteX3690" fmla="*/ 112338 w 889783"/>
                  <a:gd name="connsiteY3690" fmla="*/ 142975 h 917831"/>
                  <a:gd name="connsiteX3691" fmla="*/ 112338 w 889783"/>
                  <a:gd name="connsiteY3691" fmla="*/ 145420 h 917831"/>
                  <a:gd name="connsiteX3692" fmla="*/ 109605 w 889783"/>
                  <a:gd name="connsiteY3692" fmla="*/ 145420 h 917831"/>
                  <a:gd name="connsiteX3693" fmla="*/ 107160 w 889783"/>
                  <a:gd name="connsiteY3693" fmla="*/ 145420 h 917831"/>
                  <a:gd name="connsiteX3694" fmla="*/ 107160 w 889783"/>
                  <a:gd name="connsiteY3694" fmla="*/ 147866 h 917831"/>
                  <a:gd name="connsiteX3695" fmla="*/ 104571 w 889783"/>
                  <a:gd name="connsiteY3695" fmla="*/ 147866 h 917831"/>
                  <a:gd name="connsiteX3696" fmla="*/ 104571 w 889783"/>
                  <a:gd name="connsiteY3696" fmla="*/ 150311 h 917831"/>
                  <a:gd name="connsiteX3697" fmla="*/ 102125 w 889783"/>
                  <a:gd name="connsiteY3697" fmla="*/ 150311 h 917831"/>
                  <a:gd name="connsiteX3698" fmla="*/ 104571 w 889783"/>
                  <a:gd name="connsiteY3698" fmla="*/ 153044 h 917831"/>
                  <a:gd name="connsiteX3699" fmla="*/ 102125 w 889783"/>
                  <a:gd name="connsiteY3699" fmla="*/ 153044 h 917831"/>
                  <a:gd name="connsiteX3700" fmla="*/ 102125 w 889783"/>
                  <a:gd name="connsiteY3700" fmla="*/ 155633 h 917831"/>
                  <a:gd name="connsiteX3701" fmla="*/ 102125 w 889783"/>
                  <a:gd name="connsiteY3701" fmla="*/ 158078 h 917831"/>
                  <a:gd name="connsiteX3702" fmla="*/ 99680 w 889783"/>
                  <a:gd name="connsiteY3702" fmla="*/ 158078 h 917831"/>
                  <a:gd name="connsiteX3703" fmla="*/ 99680 w 889783"/>
                  <a:gd name="connsiteY3703" fmla="*/ 160523 h 917831"/>
                  <a:gd name="connsiteX3704" fmla="*/ 99680 w 889783"/>
                  <a:gd name="connsiteY3704" fmla="*/ 158078 h 917831"/>
                  <a:gd name="connsiteX3705" fmla="*/ 96947 w 889783"/>
                  <a:gd name="connsiteY3705" fmla="*/ 158078 h 917831"/>
                  <a:gd name="connsiteX3706" fmla="*/ 96947 w 889783"/>
                  <a:gd name="connsiteY3706" fmla="*/ 155633 h 917831"/>
                  <a:gd name="connsiteX3707" fmla="*/ 94358 w 889783"/>
                  <a:gd name="connsiteY3707" fmla="*/ 158078 h 917831"/>
                  <a:gd name="connsiteX3708" fmla="*/ 91913 w 889783"/>
                  <a:gd name="connsiteY3708" fmla="*/ 155633 h 917831"/>
                  <a:gd name="connsiteX3709" fmla="*/ 91913 w 889783"/>
                  <a:gd name="connsiteY3709" fmla="*/ 153044 h 917831"/>
                  <a:gd name="connsiteX3710" fmla="*/ 91913 w 889783"/>
                  <a:gd name="connsiteY3710" fmla="*/ 150311 h 917831"/>
                  <a:gd name="connsiteX3711" fmla="*/ 89467 w 889783"/>
                  <a:gd name="connsiteY3711" fmla="*/ 150311 h 917831"/>
                  <a:gd name="connsiteX3712" fmla="*/ 89467 w 889783"/>
                  <a:gd name="connsiteY3712" fmla="*/ 147866 h 917831"/>
                  <a:gd name="connsiteX3713" fmla="*/ 86734 w 889783"/>
                  <a:gd name="connsiteY3713" fmla="*/ 147866 h 917831"/>
                  <a:gd name="connsiteX3714" fmla="*/ 84145 w 889783"/>
                  <a:gd name="connsiteY3714" fmla="*/ 145420 h 917831"/>
                  <a:gd name="connsiteX3715" fmla="*/ 84145 w 889783"/>
                  <a:gd name="connsiteY3715" fmla="*/ 147866 h 917831"/>
                  <a:gd name="connsiteX3716" fmla="*/ 81700 w 889783"/>
                  <a:gd name="connsiteY3716" fmla="*/ 147866 h 917831"/>
                  <a:gd name="connsiteX3717" fmla="*/ 79255 w 889783"/>
                  <a:gd name="connsiteY3717" fmla="*/ 147866 h 917831"/>
                  <a:gd name="connsiteX3718" fmla="*/ 79255 w 889783"/>
                  <a:gd name="connsiteY3718" fmla="*/ 150311 h 917831"/>
                  <a:gd name="connsiteX3719" fmla="*/ 79255 w 889783"/>
                  <a:gd name="connsiteY3719" fmla="*/ 147866 h 917831"/>
                  <a:gd name="connsiteX3720" fmla="*/ 76522 w 889783"/>
                  <a:gd name="connsiteY3720" fmla="*/ 147866 h 917831"/>
                  <a:gd name="connsiteX3721" fmla="*/ 76522 w 889783"/>
                  <a:gd name="connsiteY3721" fmla="*/ 150311 h 917831"/>
                  <a:gd name="connsiteX3722" fmla="*/ 73933 w 889783"/>
                  <a:gd name="connsiteY3722" fmla="*/ 150311 h 917831"/>
                  <a:gd name="connsiteX3723" fmla="*/ 73933 w 889783"/>
                  <a:gd name="connsiteY3723" fmla="*/ 153044 h 917831"/>
                  <a:gd name="connsiteX3724" fmla="*/ 71488 w 889783"/>
                  <a:gd name="connsiteY3724" fmla="*/ 153044 h 917831"/>
                  <a:gd name="connsiteX3725" fmla="*/ 69043 w 889783"/>
                  <a:gd name="connsiteY3725" fmla="*/ 153044 h 917831"/>
                  <a:gd name="connsiteX3726" fmla="*/ 66310 w 889783"/>
                  <a:gd name="connsiteY3726" fmla="*/ 153044 h 917831"/>
                  <a:gd name="connsiteX3727" fmla="*/ 66310 w 889783"/>
                  <a:gd name="connsiteY3727" fmla="*/ 150311 h 917831"/>
                  <a:gd name="connsiteX3728" fmla="*/ 63864 w 889783"/>
                  <a:gd name="connsiteY3728" fmla="*/ 150311 h 917831"/>
                  <a:gd name="connsiteX3729" fmla="*/ 61275 w 889783"/>
                  <a:gd name="connsiteY3729" fmla="*/ 150311 h 917831"/>
                  <a:gd name="connsiteX3730" fmla="*/ 58830 w 889783"/>
                  <a:gd name="connsiteY3730" fmla="*/ 150311 h 917831"/>
                  <a:gd name="connsiteX3731" fmla="*/ 58830 w 889783"/>
                  <a:gd name="connsiteY3731" fmla="*/ 153044 h 917831"/>
                  <a:gd name="connsiteX3732" fmla="*/ 58830 w 889783"/>
                  <a:gd name="connsiteY3732" fmla="*/ 155633 h 917831"/>
                  <a:gd name="connsiteX3733" fmla="*/ 56097 w 889783"/>
                  <a:gd name="connsiteY3733" fmla="*/ 155633 h 917831"/>
                  <a:gd name="connsiteX3734" fmla="*/ 53508 w 889783"/>
                  <a:gd name="connsiteY3734" fmla="*/ 155633 h 917831"/>
                  <a:gd name="connsiteX3735" fmla="*/ 53508 w 889783"/>
                  <a:gd name="connsiteY3735" fmla="*/ 153044 h 917831"/>
                  <a:gd name="connsiteX3736" fmla="*/ 53508 w 889783"/>
                  <a:gd name="connsiteY3736" fmla="*/ 155633 h 917831"/>
                  <a:gd name="connsiteX3737" fmla="*/ 53508 w 889783"/>
                  <a:gd name="connsiteY3737" fmla="*/ 153044 h 917831"/>
                  <a:gd name="connsiteX3738" fmla="*/ 51063 w 889783"/>
                  <a:gd name="connsiteY3738" fmla="*/ 153044 h 917831"/>
                  <a:gd name="connsiteX3739" fmla="*/ 51063 w 889783"/>
                  <a:gd name="connsiteY3739" fmla="*/ 155633 h 917831"/>
                  <a:gd name="connsiteX3740" fmla="*/ 51063 w 889783"/>
                  <a:gd name="connsiteY3740" fmla="*/ 153044 h 917831"/>
                  <a:gd name="connsiteX3741" fmla="*/ 53508 w 889783"/>
                  <a:gd name="connsiteY3741" fmla="*/ 153044 h 917831"/>
                  <a:gd name="connsiteX3742" fmla="*/ 53508 w 889783"/>
                  <a:gd name="connsiteY3742" fmla="*/ 150311 h 917831"/>
                  <a:gd name="connsiteX3743" fmla="*/ 51063 w 889783"/>
                  <a:gd name="connsiteY3743" fmla="*/ 150311 h 917831"/>
                  <a:gd name="connsiteX3744" fmla="*/ 51063 w 889783"/>
                  <a:gd name="connsiteY3744" fmla="*/ 147866 h 917831"/>
                  <a:gd name="connsiteX3745" fmla="*/ 48617 w 889783"/>
                  <a:gd name="connsiteY3745" fmla="*/ 147866 h 917831"/>
                  <a:gd name="connsiteX3746" fmla="*/ 48617 w 889783"/>
                  <a:gd name="connsiteY3746" fmla="*/ 145420 h 917831"/>
                  <a:gd name="connsiteX3747" fmla="*/ 51063 w 889783"/>
                  <a:gd name="connsiteY3747" fmla="*/ 145420 h 917831"/>
                  <a:gd name="connsiteX3748" fmla="*/ 48617 w 889783"/>
                  <a:gd name="connsiteY3748" fmla="*/ 142975 h 917831"/>
                  <a:gd name="connsiteX3749" fmla="*/ 51063 w 889783"/>
                  <a:gd name="connsiteY3749" fmla="*/ 142975 h 917831"/>
                  <a:gd name="connsiteX3750" fmla="*/ 51063 w 889783"/>
                  <a:gd name="connsiteY3750" fmla="*/ 140242 h 917831"/>
                  <a:gd name="connsiteX3751" fmla="*/ 51063 w 889783"/>
                  <a:gd name="connsiteY3751" fmla="*/ 137653 h 917831"/>
                  <a:gd name="connsiteX3752" fmla="*/ 53508 w 889783"/>
                  <a:gd name="connsiteY3752" fmla="*/ 137653 h 917831"/>
                  <a:gd name="connsiteX3753" fmla="*/ 56097 w 889783"/>
                  <a:gd name="connsiteY3753" fmla="*/ 137653 h 917831"/>
                  <a:gd name="connsiteX3754" fmla="*/ 56097 w 889783"/>
                  <a:gd name="connsiteY3754" fmla="*/ 135208 h 917831"/>
                  <a:gd name="connsiteX3755" fmla="*/ 58830 w 889783"/>
                  <a:gd name="connsiteY3755" fmla="*/ 137653 h 917831"/>
                  <a:gd name="connsiteX3756" fmla="*/ 58830 w 889783"/>
                  <a:gd name="connsiteY3756" fmla="*/ 140242 h 917831"/>
                  <a:gd name="connsiteX3757" fmla="*/ 61275 w 889783"/>
                  <a:gd name="connsiteY3757" fmla="*/ 137653 h 917831"/>
                  <a:gd name="connsiteX3758" fmla="*/ 63864 w 889783"/>
                  <a:gd name="connsiteY3758" fmla="*/ 137653 h 917831"/>
                  <a:gd name="connsiteX3759" fmla="*/ 66310 w 889783"/>
                  <a:gd name="connsiteY3759" fmla="*/ 140242 h 917831"/>
                  <a:gd name="connsiteX3760" fmla="*/ 69043 w 889783"/>
                  <a:gd name="connsiteY3760" fmla="*/ 140242 h 917831"/>
                  <a:gd name="connsiteX3761" fmla="*/ 69043 w 889783"/>
                  <a:gd name="connsiteY3761" fmla="*/ 137653 h 917831"/>
                  <a:gd name="connsiteX3762" fmla="*/ 71488 w 889783"/>
                  <a:gd name="connsiteY3762" fmla="*/ 140242 h 917831"/>
                  <a:gd name="connsiteX3763" fmla="*/ 73933 w 889783"/>
                  <a:gd name="connsiteY3763" fmla="*/ 140242 h 917831"/>
                  <a:gd name="connsiteX3764" fmla="*/ 73933 w 889783"/>
                  <a:gd name="connsiteY3764" fmla="*/ 137653 h 917831"/>
                  <a:gd name="connsiteX3765" fmla="*/ 76522 w 889783"/>
                  <a:gd name="connsiteY3765" fmla="*/ 137653 h 917831"/>
                  <a:gd name="connsiteX3766" fmla="*/ 79255 w 889783"/>
                  <a:gd name="connsiteY3766" fmla="*/ 135208 h 917831"/>
                  <a:gd name="connsiteX3767" fmla="*/ 81700 w 889783"/>
                  <a:gd name="connsiteY3767" fmla="*/ 135208 h 917831"/>
                  <a:gd name="connsiteX3768" fmla="*/ 81700 w 889783"/>
                  <a:gd name="connsiteY3768" fmla="*/ 132763 h 917831"/>
                  <a:gd name="connsiteX3769" fmla="*/ 79255 w 889783"/>
                  <a:gd name="connsiteY3769" fmla="*/ 132763 h 917831"/>
                  <a:gd name="connsiteX3770" fmla="*/ 79255 w 889783"/>
                  <a:gd name="connsiteY3770" fmla="*/ 130030 h 917831"/>
                  <a:gd name="connsiteX3771" fmla="*/ 76522 w 889783"/>
                  <a:gd name="connsiteY3771" fmla="*/ 130030 h 917831"/>
                  <a:gd name="connsiteX3772" fmla="*/ 73933 w 889783"/>
                  <a:gd name="connsiteY3772" fmla="*/ 130030 h 917831"/>
                  <a:gd name="connsiteX3773" fmla="*/ 73933 w 889783"/>
                  <a:gd name="connsiteY3773" fmla="*/ 127441 h 917831"/>
                  <a:gd name="connsiteX3774" fmla="*/ 71488 w 889783"/>
                  <a:gd name="connsiteY3774" fmla="*/ 127441 h 917831"/>
                  <a:gd name="connsiteX3775" fmla="*/ 71488 w 889783"/>
                  <a:gd name="connsiteY3775" fmla="*/ 130030 h 917831"/>
                  <a:gd name="connsiteX3776" fmla="*/ 69043 w 889783"/>
                  <a:gd name="connsiteY3776" fmla="*/ 127441 h 917831"/>
                  <a:gd name="connsiteX3777" fmla="*/ 66310 w 889783"/>
                  <a:gd name="connsiteY3777" fmla="*/ 130030 h 917831"/>
                  <a:gd name="connsiteX3778" fmla="*/ 66310 w 889783"/>
                  <a:gd name="connsiteY3778" fmla="*/ 127441 h 917831"/>
                  <a:gd name="connsiteX3779" fmla="*/ 63864 w 889783"/>
                  <a:gd name="connsiteY3779" fmla="*/ 124995 h 917831"/>
                  <a:gd name="connsiteX3780" fmla="*/ 63864 w 889783"/>
                  <a:gd name="connsiteY3780" fmla="*/ 122550 h 917831"/>
                  <a:gd name="connsiteX3781" fmla="*/ 63864 w 889783"/>
                  <a:gd name="connsiteY3781" fmla="*/ 119673 h 917831"/>
                  <a:gd name="connsiteX3782" fmla="*/ 61275 w 889783"/>
                  <a:gd name="connsiteY3782" fmla="*/ 119673 h 917831"/>
                  <a:gd name="connsiteX3783" fmla="*/ 61275 w 889783"/>
                  <a:gd name="connsiteY3783" fmla="*/ 117228 h 917831"/>
                  <a:gd name="connsiteX3784" fmla="*/ 61275 w 889783"/>
                  <a:gd name="connsiteY3784" fmla="*/ 114783 h 917831"/>
                  <a:gd name="connsiteX3785" fmla="*/ 58830 w 889783"/>
                  <a:gd name="connsiteY3785" fmla="*/ 114783 h 917831"/>
                  <a:gd name="connsiteX3786" fmla="*/ 61275 w 889783"/>
                  <a:gd name="connsiteY3786" fmla="*/ 114783 h 917831"/>
                  <a:gd name="connsiteX3787" fmla="*/ 61275 w 889783"/>
                  <a:gd name="connsiteY3787" fmla="*/ 112338 h 917831"/>
                  <a:gd name="connsiteX3788" fmla="*/ 58830 w 889783"/>
                  <a:gd name="connsiteY3788" fmla="*/ 112338 h 917831"/>
                  <a:gd name="connsiteX3789" fmla="*/ 58830 w 889783"/>
                  <a:gd name="connsiteY3789" fmla="*/ 109605 h 917831"/>
                  <a:gd name="connsiteX3790" fmla="*/ 56097 w 889783"/>
                  <a:gd name="connsiteY3790" fmla="*/ 109605 h 917831"/>
                  <a:gd name="connsiteX3791" fmla="*/ 56097 w 889783"/>
                  <a:gd name="connsiteY3791" fmla="*/ 107016 h 917831"/>
                  <a:gd name="connsiteX3792" fmla="*/ 53508 w 889783"/>
                  <a:gd name="connsiteY3792" fmla="*/ 107016 h 917831"/>
                  <a:gd name="connsiteX3793" fmla="*/ 56097 w 889783"/>
                  <a:gd name="connsiteY3793" fmla="*/ 107016 h 917831"/>
                  <a:gd name="connsiteX3794" fmla="*/ 56097 w 889783"/>
                  <a:gd name="connsiteY3794" fmla="*/ 104570 h 917831"/>
                  <a:gd name="connsiteX3795" fmla="*/ 56097 w 889783"/>
                  <a:gd name="connsiteY3795" fmla="*/ 102125 h 917831"/>
                  <a:gd name="connsiteX3796" fmla="*/ 53508 w 889783"/>
                  <a:gd name="connsiteY3796" fmla="*/ 102125 h 917831"/>
                  <a:gd name="connsiteX3797" fmla="*/ 53508 w 889783"/>
                  <a:gd name="connsiteY3797" fmla="*/ 99392 h 917831"/>
                  <a:gd name="connsiteX3798" fmla="*/ 53508 w 889783"/>
                  <a:gd name="connsiteY3798" fmla="*/ 96803 h 917831"/>
                  <a:gd name="connsiteX3799" fmla="*/ 56097 w 889783"/>
                  <a:gd name="connsiteY3799" fmla="*/ 96803 h 917831"/>
                  <a:gd name="connsiteX3800" fmla="*/ 56097 w 889783"/>
                  <a:gd name="connsiteY3800" fmla="*/ 94358 h 917831"/>
                  <a:gd name="connsiteX3801" fmla="*/ 53508 w 889783"/>
                  <a:gd name="connsiteY3801" fmla="*/ 94358 h 917831"/>
                  <a:gd name="connsiteX3802" fmla="*/ 51063 w 889783"/>
                  <a:gd name="connsiteY3802" fmla="*/ 94358 h 917831"/>
                  <a:gd name="connsiteX3803" fmla="*/ 53508 w 889783"/>
                  <a:gd name="connsiteY3803" fmla="*/ 94358 h 917831"/>
                  <a:gd name="connsiteX3804" fmla="*/ 53508 w 889783"/>
                  <a:gd name="connsiteY3804" fmla="*/ 91913 h 917831"/>
                  <a:gd name="connsiteX3805" fmla="*/ 53508 w 889783"/>
                  <a:gd name="connsiteY3805" fmla="*/ 89180 h 917831"/>
                  <a:gd name="connsiteX3806" fmla="*/ 56097 w 889783"/>
                  <a:gd name="connsiteY3806" fmla="*/ 89180 h 917831"/>
                  <a:gd name="connsiteX3807" fmla="*/ 56097 w 889783"/>
                  <a:gd name="connsiteY3807" fmla="*/ 86591 h 917831"/>
                  <a:gd name="connsiteX3808" fmla="*/ 58830 w 889783"/>
                  <a:gd name="connsiteY3808" fmla="*/ 84145 h 917831"/>
                  <a:gd name="connsiteX3809" fmla="*/ 56097 w 889783"/>
                  <a:gd name="connsiteY3809" fmla="*/ 84145 h 917831"/>
                  <a:gd name="connsiteX3810" fmla="*/ 58830 w 889783"/>
                  <a:gd name="connsiteY3810" fmla="*/ 84145 h 917831"/>
                  <a:gd name="connsiteX3811" fmla="*/ 58830 w 889783"/>
                  <a:gd name="connsiteY3811" fmla="*/ 81700 h 917831"/>
                  <a:gd name="connsiteX3812" fmla="*/ 56097 w 889783"/>
                  <a:gd name="connsiteY3812" fmla="*/ 81700 h 917831"/>
                  <a:gd name="connsiteX3813" fmla="*/ 53508 w 889783"/>
                  <a:gd name="connsiteY3813" fmla="*/ 81700 h 917831"/>
                  <a:gd name="connsiteX3814" fmla="*/ 51063 w 889783"/>
                  <a:gd name="connsiteY3814" fmla="*/ 81700 h 917831"/>
                  <a:gd name="connsiteX3815" fmla="*/ 51063 w 889783"/>
                  <a:gd name="connsiteY3815" fmla="*/ 84145 h 917831"/>
                  <a:gd name="connsiteX3816" fmla="*/ 48617 w 889783"/>
                  <a:gd name="connsiteY3816" fmla="*/ 84145 h 917831"/>
                  <a:gd name="connsiteX3817" fmla="*/ 48617 w 889783"/>
                  <a:gd name="connsiteY3817" fmla="*/ 86591 h 917831"/>
                  <a:gd name="connsiteX3818" fmla="*/ 48617 w 889783"/>
                  <a:gd name="connsiteY3818" fmla="*/ 89180 h 917831"/>
                  <a:gd name="connsiteX3819" fmla="*/ 45884 w 889783"/>
                  <a:gd name="connsiteY3819" fmla="*/ 89180 h 917831"/>
                  <a:gd name="connsiteX3820" fmla="*/ 45884 w 889783"/>
                  <a:gd name="connsiteY3820" fmla="*/ 91913 h 917831"/>
                  <a:gd name="connsiteX3821" fmla="*/ 43439 w 889783"/>
                  <a:gd name="connsiteY3821" fmla="*/ 91913 h 917831"/>
                  <a:gd name="connsiteX3822" fmla="*/ 43439 w 889783"/>
                  <a:gd name="connsiteY3822" fmla="*/ 94358 h 917831"/>
                  <a:gd name="connsiteX3823" fmla="*/ 43439 w 889783"/>
                  <a:gd name="connsiteY3823" fmla="*/ 96803 h 917831"/>
                  <a:gd name="connsiteX3824" fmla="*/ 40850 w 889783"/>
                  <a:gd name="connsiteY3824" fmla="*/ 96803 h 917831"/>
                  <a:gd name="connsiteX3825" fmla="*/ 40850 w 889783"/>
                  <a:gd name="connsiteY3825" fmla="*/ 94358 h 917831"/>
                  <a:gd name="connsiteX3826" fmla="*/ 38405 w 889783"/>
                  <a:gd name="connsiteY3826" fmla="*/ 94358 h 917831"/>
                  <a:gd name="connsiteX3827" fmla="*/ 35672 w 889783"/>
                  <a:gd name="connsiteY3827" fmla="*/ 94358 h 917831"/>
                  <a:gd name="connsiteX3828" fmla="*/ 35672 w 889783"/>
                  <a:gd name="connsiteY3828" fmla="*/ 91913 h 917831"/>
                  <a:gd name="connsiteX3829" fmla="*/ 35672 w 889783"/>
                  <a:gd name="connsiteY3829" fmla="*/ 89180 h 917831"/>
                  <a:gd name="connsiteX3830" fmla="*/ 33227 w 889783"/>
                  <a:gd name="connsiteY3830" fmla="*/ 89180 h 917831"/>
                  <a:gd name="connsiteX3831" fmla="*/ 30638 w 889783"/>
                  <a:gd name="connsiteY3831" fmla="*/ 89180 h 917831"/>
                  <a:gd name="connsiteX3832" fmla="*/ 28193 w 889783"/>
                  <a:gd name="connsiteY3832" fmla="*/ 89180 h 917831"/>
                  <a:gd name="connsiteX3833" fmla="*/ 25747 w 889783"/>
                  <a:gd name="connsiteY3833" fmla="*/ 89180 h 917831"/>
                  <a:gd name="connsiteX3834" fmla="*/ 23014 w 889783"/>
                  <a:gd name="connsiteY3834" fmla="*/ 89180 h 917831"/>
                  <a:gd name="connsiteX3835" fmla="*/ 23014 w 889783"/>
                  <a:gd name="connsiteY3835" fmla="*/ 86591 h 917831"/>
                  <a:gd name="connsiteX3836" fmla="*/ 23014 w 889783"/>
                  <a:gd name="connsiteY3836" fmla="*/ 84145 h 917831"/>
                  <a:gd name="connsiteX3837" fmla="*/ 25747 w 889783"/>
                  <a:gd name="connsiteY3837" fmla="*/ 84145 h 917831"/>
                  <a:gd name="connsiteX3838" fmla="*/ 25747 w 889783"/>
                  <a:gd name="connsiteY3838" fmla="*/ 81700 h 917831"/>
                  <a:gd name="connsiteX3839" fmla="*/ 23014 w 889783"/>
                  <a:gd name="connsiteY3839" fmla="*/ 81700 h 917831"/>
                  <a:gd name="connsiteX3840" fmla="*/ 23014 w 889783"/>
                  <a:gd name="connsiteY3840" fmla="*/ 78967 h 917831"/>
                  <a:gd name="connsiteX3841" fmla="*/ 23014 w 889783"/>
                  <a:gd name="connsiteY3841" fmla="*/ 76378 h 917831"/>
                  <a:gd name="connsiteX3842" fmla="*/ 25747 w 889783"/>
                  <a:gd name="connsiteY3842" fmla="*/ 73933 h 917831"/>
                  <a:gd name="connsiteX3843" fmla="*/ 25747 w 889783"/>
                  <a:gd name="connsiteY3843" fmla="*/ 71488 h 917831"/>
                  <a:gd name="connsiteX3844" fmla="*/ 28193 w 889783"/>
                  <a:gd name="connsiteY3844" fmla="*/ 71488 h 917831"/>
                  <a:gd name="connsiteX3845" fmla="*/ 28193 w 889783"/>
                  <a:gd name="connsiteY3845" fmla="*/ 68899 h 917831"/>
                  <a:gd name="connsiteX3846" fmla="*/ 25747 w 889783"/>
                  <a:gd name="connsiteY3846" fmla="*/ 68899 h 917831"/>
                  <a:gd name="connsiteX3847" fmla="*/ 23014 w 889783"/>
                  <a:gd name="connsiteY3847" fmla="*/ 68899 h 917831"/>
                  <a:gd name="connsiteX3848" fmla="*/ 23014 w 889783"/>
                  <a:gd name="connsiteY3848" fmla="*/ 66166 h 917831"/>
                  <a:gd name="connsiteX3849" fmla="*/ 23014 w 889783"/>
                  <a:gd name="connsiteY3849" fmla="*/ 63720 h 917831"/>
                  <a:gd name="connsiteX3850" fmla="*/ 20425 w 889783"/>
                  <a:gd name="connsiteY3850" fmla="*/ 63720 h 917831"/>
                  <a:gd name="connsiteX3851" fmla="*/ 20425 w 889783"/>
                  <a:gd name="connsiteY3851" fmla="*/ 61275 h 917831"/>
                  <a:gd name="connsiteX3852" fmla="*/ 20425 w 889783"/>
                  <a:gd name="connsiteY3852" fmla="*/ 58830 h 917831"/>
                  <a:gd name="connsiteX3853" fmla="*/ 17980 w 889783"/>
                  <a:gd name="connsiteY3853" fmla="*/ 58830 h 917831"/>
                  <a:gd name="connsiteX3854" fmla="*/ 17980 w 889783"/>
                  <a:gd name="connsiteY3854" fmla="*/ 55953 h 917831"/>
                  <a:gd name="connsiteX3855" fmla="*/ 20425 w 889783"/>
                  <a:gd name="connsiteY3855" fmla="*/ 55953 h 917831"/>
                  <a:gd name="connsiteX3856" fmla="*/ 20425 w 889783"/>
                  <a:gd name="connsiteY3856" fmla="*/ 53508 h 917831"/>
                  <a:gd name="connsiteX3857" fmla="*/ 23014 w 889783"/>
                  <a:gd name="connsiteY3857" fmla="*/ 53508 h 917831"/>
                  <a:gd name="connsiteX3858" fmla="*/ 20425 w 889783"/>
                  <a:gd name="connsiteY3858" fmla="*/ 53508 h 917831"/>
                  <a:gd name="connsiteX3859" fmla="*/ 20425 w 889783"/>
                  <a:gd name="connsiteY3859" fmla="*/ 51063 h 917831"/>
                  <a:gd name="connsiteX3860" fmla="*/ 23014 w 889783"/>
                  <a:gd name="connsiteY3860" fmla="*/ 51063 h 917831"/>
                  <a:gd name="connsiteX3861" fmla="*/ 23014 w 889783"/>
                  <a:gd name="connsiteY3861" fmla="*/ 48617 h 917831"/>
                  <a:gd name="connsiteX3862" fmla="*/ 23014 w 889783"/>
                  <a:gd name="connsiteY3862" fmla="*/ 51063 h 917831"/>
                  <a:gd name="connsiteX3863" fmla="*/ 25747 w 889783"/>
                  <a:gd name="connsiteY3863" fmla="*/ 51063 h 917831"/>
                  <a:gd name="connsiteX3864" fmla="*/ 25747 w 889783"/>
                  <a:gd name="connsiteY3864" fmla="*/ 48617 h 917831"/>
                  <a:gd name="connsiteX3865" fmla="*/ 25747 w 889783"/>
                  <a:gd name="connsiteY3865" fmla="*/ 45884 h 917831"/>
                  <a:gd name="connsiteX3866" fmla="*/ 25747 w 889783"/>
                  <a:gd name="connsiteY3866" fmla="*/ 43295 h 917831"/>
                  <a:gd name="connsiteX3867" fmla="*/ 23014 w 889783"/>
                  <a:gd name="connsiteY3867" fmla="*/ 43295 h 917831"/>
                  <a:gd name="connsiteX3868" fmla="*/ 23014 w 889783"/>
                  <a:gd name="connsiteY3868" fmla="*/ 40850 h 917831"/>
                  <a:gd name="connsiteX3869" fmla="*/ 20425 w 889783"/>
                  <a:gd name="connsiteY3869" fmla="*/ 40850 h 917831"/>
                  <a:gd name="connsiteX3870" fmla="*/ 20425 w 889783"/>
                  <a:gd name="connsiteY3870" fmla="*/ 43295 h 917831"/>
                  <a:gd name="connsiteX3871" fmla="*/ 17980 w 889783"/>
                  <a:gd name="connsiteY3871" fmla="*/ 43295 h 917831"/>
                  <a:gd name="connsiteX3872" fmla="*/ 17980 w 889783"/>
                  <a:gd name="connsiteY3872" fmla="*/ 40850 h 917831"/>
                  <a:gd name="connsiteX3873" fmla="*/ 15535 w 889783"/>
                  <a:gd name="connsiteY3873" fmla="*/ 40850 h 917831"/>
                  <a:gd name="connsiteX3874" fmla="*/ 12802 w 889783"/>
                  <a:gd name="connsiteY3874" fmla="*/ 43295 h 917831"/>
                  <a:gd name="connsiteX3875" fmla="*/ 10213 w 889783"/>
                  <a:gd name="connsiteY3875" fmla="*/ 43295 h 917831"/>
                  <a:gd name="connsiteX3876" fmla="*/ 10213 w 889783"/>
                  <a:gd name="connsiteY3876" fmla="*/ 40850 h 917831"/>
                  <a:gd name="connsiteX3877" fmla="*/ 7767 w 889783"/>
                  <a:gd name="connsiteY3877" fmla="*/ 40850 h 917831"/>
                  <a:gd name="connsiteX3878" fmla="*/ 7767 w 889783"/>
                  <a:gd name="connsiteY3878" fmla="*/ 38405 h 917831"/>
                  <a:gd name="connsiteX3879" fmla="*/ 7767 w 889783"/>
                  <a:gd name="connsiteY3879" fmla="*/ 35672 h 917831"/>
                  <a:gd name="connsiteX3880" fmla="*/ 5322 w 889783"/>
                  <a:gd name="connsiteY3880" fmla="*/ 35672 h 917831"/>
                  <a:gd name="connsiteX3881" fmla="*/ 5322 w 889783"/>
                  <a:gd name="connsiteY3881" fmla="*/ 33083 h 917831"/>
                  <a:gd name="connsiteX3882" fmla="*/ 7767 w 889783"/>
                  <a:gd name="connsiteY3882" fmla="*/ 33083 h 917831"/>
                  <a:gd name="connsiteX3883" fmla="*/ 10213 w 889783"/>
                  <a:gd name="connsiteY3883" fmla="*/ 33083 h 917831"/>
                  <a:gd name="connsiteX3884" fmla="*/ 12802 w 889783"/>
                  <a:gd name="connsiteY3884" fmla="*/ 33083 h 917831"/>
                  <a:gd name="connsiteX3885" fmla="*/ 15535 w 889783"/>
                  <a:gd name="connsiteY3885" fmla="*/ 30638 h 917831"/>
                  <a:gd name="connsiteX3886" fmla="*/ 15535 w 889783"/>
                  <a:gd name="connsiteY3886" fmla="*/ 28192 h 917831"/>
                  <a:gd name="connsiteX3887" fmla="*/ 12802 w 889783"/>
                  <a:gd name="connsiteY3887" fmla="*/ 28192 h 917831"/>
                  <a:gd name="connsiteX3888" fmla="*/ 10213 w 889783"/>
                  <a:gd name="connsiteY3888" fmla="*/ 28192 h 917831"/>
                  <a:gd name="connsiteX3889" fmla="*/ 10213 w 889783"/>
                  <a:gd name="connsiteY3889" fmla="*/ 25459 h 917831"/>
                  <a:gd name="connsiteX3890" fmla="*/ 12802 w 889783"/>
                  <a:gd name="connsiteY3890" fmla="*/ 25459 h 917831"/>
                  <a:gd name="connsiteX3891" fmla="*/ 15535 w 889783"/>
                  <a:gd name="connsiteY3891" fmla="*/ 25459 h 917831"/>
                  <a:gd name="connsiteX3892" fmla="*/ 17980 w 889783"/>
                  <a:gd name="connsiteY3892" fmla="*/ 25459 h 917831"/>
                  <a:gd name="connsiteX3893" fmla="*/ 17980 w 889783"/>
                  <a:gd name="connsiteY3893" fmla="*/ 22870 h 917831"/>
                  <a:gd name="connsiteX3894" fmla="*/ 20425 w 889783"/>
                  <a:gd name="connsiteY3894" fmla="*/ 22870 h 917831"/>
                  <a:gd name="connsiteX3895" fmla="*/ 20425 w 889783"/>
                  <a:gd name="connsiteY3895" fmla="*/ 20425 h 917831"/>
                  <a:gd name="connsiteX3896" fmla="*/ 17980 w 889783"/>
                  <a:gd name="connsiteY3896" fmla="*/ 20425 h 917831"/>
                  <a:gd name="connsiteX3897" fmla="*/ 17980 w 889783"/>
                  <a:gd name="connsiteY3897" fmla="*/ 17980 h 917831"/>
                  <a:gd name="connsiteX3898" fmla="*/ 15535 w 889783"/>
                  <a:gd name="connsiteY3898" fmla="*/ 17980 h 917831"/>
                  <a:gd name="connsiteX3899" fmla="*/ 12802 w 889783"/>
                  <a:gd name="connsiteY3899" fmla="*/ 17980 h 917831"/>
                  <a:gd name="connsiteX3900" fmla="*/ 10213 w 889783"/>
                  <a:gd name="connsiteY3900" fmla="*/ 20425 h 917831"/>
                  <a:gd name="connsiteX3901" fmla="*/ 7767 w 889783"/>
                  <a:gd name="connsiteY3901" fmla="*/ 17980 h 917831"/>
                  <a:gd name="connsiteX3902" fmla="*/ 5322 w 889783"/>
                  <a:gd name="connsiteY3902" fmla="*/ 17980 h 917831"/>
                  <a:gd name="connsiteX3903" fmla="*/ 5322 w 889783"/>
                  <a:gd name="connsiteY3903" fmla="*/ 15247 h 917831"/>
                  <a:gd name="connsiteX3904" fmla="*/ 2589 w 889783"/>
                  <a:gd name="connsiteY3904" fmla="*/ 15247 h 917831"/>
                  <a:gd name="connsiteX3905" fmla="*/ 0 w 889783"/>
                  <a:gd name="connsiteY3905" fmla="*/ 15247 h 917831"/>
                  <a:gd name="connsiteX3906" fmla="*/ 0 w 889783"/>
                  <a:gd name="connsiteY3906" fmla="*/ 12658 h 917831"/>
                  <a:gd name="connsiteX3907" fmla="*/ 0 w 889783"/>
                  <a:gd name="connsiteY3907" fmla="*/ 10213 h 917831"/>
                  <a:gd name="connsiteX3908" fmla="*/ 2589 w 889783"/>
                  <a:gd name="connsiteY3908" fmla="*/ 10213 h 917831"/>
                  <a:gd name="connsiteX3909" fmla="*/ 2589 w 889783"/>
                  <a:gd name="connsiteY3909" fmla="*/ 7767 h 917831"/>
                  <a:gd name="connsiteX3910" fmla="*/ 5322 w 889783"/>
                  <a:gd name="connsiteY3910" fmla="*/ 7767 h 917831"/>
                  <a:gd name="connsiteX3911" fmla="*/ 5322 w 889783"/>
                  <a:gd name="connsiteY3911" fmla="*/ 5034 h 917831"/>
                  <a:gd name="connsiteX3912" fmla="*/ 7767 w 889783"/>
                  <a:gd name="connsiteY3912" fmla="*/ 5034 h 917831"/>
                  <a:gd name="connsiteX3913" fmla="*/ 10213 w 889783"/>
                  <a:gd name="connsiteY3913" fmla="*/ 5034 h 917831"/>
                  <a:gd name="connsiteX3914" fmla="*/ 10213 w 889783"/>
                  <a:gd name="connsiteY3914" fmla="*/ 2445 h 917831"/>
                  <a:gd name="connsiteX3915" fmla="*/ 12802 w 889783"/>
                  <a:gd name="connsiteY3915" fmla="*/ 2445 h 917831"/>
                  <a:gd name="connsiteX3916" fmla="*/ 12802 w 889783"/>
                  <a:gd name="connsiteY3916" fmla="*/ 0 h 917831"/>
                  <a:gd name="connsiteX3917" fmla="*/ 15535 w 889783"/>
                  <a:gd name="connsiteY3917" fmla="*/ 2445 h 917831"/>
                  <a:gd name="connsiteX3918" fmla="*/ 15535 w 889783"/>
                  <a:gd name="connsiteY3918" fmla="*/ 2445 h 917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Lst>
                <a:rect l="l" t="t" r="r" b="b"/>
                <a:pathLst>
                  <a:path w="889783" h="917831">
                    <a:moveTo>
                      <a:pt x="15535" y="2445"/>
                    </a:moveTo>
                    <a:lnTo>
                      <a:pt x="17980" y="2445"/>
                    </a:lnTo>
                    <a:lnTo>
                      <a:pt x="20425" y="2445"/>
                    </a:lnTo>
                    <a:lnTo>
                      <a:pt x="23014" y="2445"/>
                    </a:lnTo>
                    <a:lnTo>
                      <a:pt x="25747" y="5034"/>
                    </a:lnTo>
                    <a:lnTo>
                      <a:pt x="25747" y="7767"/>
                    </a:lnTo>
                    <a:lnTo>
                      <a:pt x="25747" y="10213"/>
                    </a:lnTo>
                    <a:lnTo>
                      <a:pt x="28193" y="10213"/>
                    </a:lnTo>
                    <a:lnTo>
                      <a:pt x="28193" y="12658"/>
                    </a:lnTo>
                    <a:lnTo>
                      <a:pt x="28193" y="15247"/>
                    </a:lnTo>
                    <a:lnTo>
                      <a:pt x="30638" y="17980"/>
                    </a:lnTo>
                    <a:lnTo>
                      <a:pt x="33227" y="22870"/>
                    </a:lnTo>
                    <a:lnTo>
                      <a:pt x="30638" y="20425"/>
                    </a:lnTo>
                    <a:lnTo>
                      <a:pt x="30638" y="22870"/>
                    </a:lnTo>
                    <a:lnTo>
                      <a:pt x="30638" y="25459"/>
                    </a:lnTo>
                    <a:lnTo>
                      <a:pt x="33227" y="25459"/>
                    </a:lnTo>
                    <a:lnTo>
                      <a:pt x="38405" y="25459"/>
                    </a:lnTo>
                    <a:lnTo>
                      <a:pt x="38405" y="22870"/>
                    </a:lnTo>
                    <a:lnTo>
                      <a:pt x="40850" y="22870"/>
                    </a:lnTo>
                    <a:lnTo>
                      <a:pt x="43439" y="22870"/>
                    </a:lnTo>
                    <a:lnTo>
                      <a:pt x="45884" y="22870"/>
                    </a:lnTo>
                    <a:lnTo>
                      <a:pt x="45884" y="25459"/>
                    </a:lnTo>
                    <a:lnTo>
                      <a:pt x="48617" y="28192"/>
                    </a:lnTo>
                    <a:lnTo>
                      <a:pt x="48617" y="30638"/>
                    </a:lnTo>
                    <a:lnTo>
                      <a:pt x="45884" y="30638"/>
                    </a:lnTo>
                    <a:lnTo>
                      <a:pt x="43439" y="33083"/>
                    </a:lnTo>
                    <a:lnTo>
                      <a:pt x="43439" y="35672"/>
                    </a:lnTo>
                    <a:lnTo>
                      <a:pt x="45884" y="33083"/>
                    </a:lnTo>
                    <a:lnTo>
                      <a:pt x="48617" y="33083"/>
                    </a:lnTo>
                    <a:lnTo>
                      <a:pt x="51063" y="35672"/>
                    </a:lnTo>
                    <a:lnTo>
                      <a:pt x="53508" y="33083"/>
                    </a:lnTo>
                    <a:lnTo>
                      <a:pt x="53508" y="35672"/>
                    </a:lnTo>
                    <a:lnTo>
                      <a:pt x="53508" y="38405"/>
                    </a:lnTo>
                    <a:lnTo>
                      <a:pt x="53508" y="40850"/>
                    </a:lnTo>
                    <a:lnTo>
                      <a:pt x="53508" y="43295"/>
                    </a:lnTo>
                    <a:lnTo>
                      <a:pt x="56097" y="45884"/>
                    </a:lnTo>
                    <a:lnTo>
                      <a:pt x="56097" y="48617"/>
                    </a:lnTo>
                    <a:lnTo>
                      <a:pt x="58830" y="48617"/>
                    </a:lnTo>
                    <a:lnTo>
                      <a:pt x="56097" y="43295"/>
                    </a:lnTo>
                    <a:lnTo>
                      <a:pt x="56097" y="40850"/>
                    </a:lnTo>
                    <a:lnTo>
                      <a:pt x="58830" y="38405"/>
                    </a:lnTo>
                    <a:lnTo>
                      <a:pt x="61275" y="38405"/>
                    </a:lnTo>
                    <a:lnTo>
                      <a:pt x="61275" y="40850"/>
                    </a:lnTo>
                    <a:lnTo>
                      <a:pt x="61275" y="43295"/>
                    </a:lnTo>
                    <a:lnTo>
                      <a:pt x="63864" y="43295"/>
                    </a:lnTo>
                    <a:lnTo>
                      <a:pt x="61275" y="45884"/>
                    </a:lnTo>
                    <a:lnTo>
                      <a:pt x="66310" y="45884"/>
                    </a:lnTo>
                    <a:lnTo>
                      <a:pt x="69043" y="45884"/>
                    </a:lnTo>
                    <a:lnTo>
                      <a:pt x="71488" y="45884"/>
                    </a:lnTo>
                    <a:lnTo>
                      <a:pt x="69043" y="51063"/>
                    </a:lnTo>
                    <a:lnTo>
                      <a:pt x="71488" y="55953"/>
                    </a:lnTo>
                    <a:lnTo>
                      <a:pt x="71488" y="53508"/>
                    </a:lnTo>
                    <a:lnTo>
                      <a:pt x="73933" y="53508"/>
                    </a:lnTo>
                    <a:lnTo>
                      <a:pt x="73933" y="55953"/>
                    </a:lnTo>
                    <a:lnTo>
                      <a:pt x="73933" y="58830"/>
                    </a:lnTo>
                    <a:lnTo>
                      <a:pt x="76522" y="55953"/>
                    </a:lnTo>
                    <a:lnTo>
                      <a:pt x="76522" y="58830"/>
                    </a:lnTo>
                    <a:lnTo>
                      <a:pt x="73933" y="58830"/>
                    </a:lnTo>
                    <a:lnTo>
                      <a:pt x="73933" y="61275"/>
                    </a:lnTo>
                    <a:lnTo>
                      <a:pt x="71488" y="61275"/>
                    </a:lnTo>
                    <a:lnTo>
                      <a:pt x="69043" y="63720"/>
                    </a:lnTo>
                    <a:lnTo>
                      <a:pt x="69043" y="66166"/>
                    </a:lnTo>
                    <a:lnTo>
                      <a:pt x="69043" y="68899"/>
                    </a:lnTo>
                    <a:lnTo>
                      <a:pt x="71488" y="71488"/>
                    </a:lnTo>
                    <a:lnTo>
                      <a:pt x="69043" y="76378"/>
                    </a:lnTo>
                    <a:lnTo>
                      <a:pt x="71488" y="76378"/>
                    </a:lnTo>
                    <a:lnTo>
                      <a:pt x="71488" y="73933"/>
                    </a:lnTo>
                    <a:lnTo>
                      <a:pt x="71488" y="71488"/>
                    </a:lnTo>
                    <a:lnTo>
                      <a:pt x="71488" y="63720"/>
                    </a:lnTo>
                    <a:lnTo>
                      <a:pt x="76522" y="63720"/>
                    </a:lnTo>
                    <a:lnTo>
                      <a:pt x="79255" y="61275"/>
                    </a:lnTo>
                    <a:lnTo>
                      <a:pt x="81700" y="66166"/>
                    </a:lnTo>
                    <a:lnTo>
                      <a:pt x="89467" y="66166"/>
                    </a:lnTo>
                    <a:lnTo>
                      <a:pt x="91913" y="68899"/>
                    </a:lnTo>
                    <a:lnTo>
                      <a:pt x="91913" y="71488"/>
                    </a:lnTo>
                    <a:lnTo>
                      <a:pt x="91913" y="73933"/>
                    </a:lnTo>
                    <a:lnTo>
                      <a:pt x="91913" y="78967"/>
                    </a:lnTo>
                    <a:lnTo>
                      <a:pt x="91913" y="81700"/>
                    </a:lnTo>
                    <a:lnTo>
                      <a:pt x="89467" y="81700"/>
                    </a:lnTo>
                    <a:lnTo>
                      <a:pt x="84145" y="84145"/>
                    </a:lnTo>
                    <a:lnTo>
                      <a:pt x="81700" y="84145"/>
                    </a:lnTo>
                    <a:lnTo>
                      <a:pt x="76522" y="89180"/>
                    </a:lnTo>
                    <a:lnTo>
                      <a:pt x="79255" y="89180"/>
                    </a:lnTo>
                    <a:lnTo>
                      <a:pt x="81700" y="86591"/>
                    </a:lnTo>
                    <a:lnTo>
                      <a:pt x="86734" y="84145"/>
                    </a:lnTo>
                    <a:lnTo>
                      <a:pt x="94358" y="86591"/>
                    </a:lnTo>
                    <a:lnTo>
                      <a:pt x="94358" y="84145"/>
                    </a:lnTo>
                    <a:lnTo>
                      <a:pt x="96947" y="81700"/>
                    </a:lnTo>
                    <a:lnTo>
                      <a:pt x="96947" y="84145"/>
                    </a:lnTo>
                    <a:lnTo>
                      <a:pt x="99680" y="84145"/>
                    </a:lnTo>
                    <a:lnTo>
                      <a:pt x="99680" y="89180"/>
                    </a:lnTo>
                    <a:lnTo>
                      <a:pt x="99680" y="96803"/>
                    </a:lnTo>
                    <a:lnTo>
                      <a:pt x="96947" y="99392"/>
                    </a:lnTo>
                    <a:lnTo>
                      <a:pt x="99680" y="99392"/>
                    </a:lnTo>
                    <a:lnTo>
                      <a:pt x="102125" y="96803"/>
                    </a:lnTo>
                    <a:lnTo>
                      <a:pt x="102125" y="89180"/>
                    </a:lnTo>
                    <a:lnTo>
                      <a:pt x="99680" y="86591"/>
                    </a:lnTo>
                    <a:lnTo>
                      <a:pt x="102125" y="86591"/>
                    </a:lnTo>
                    <a:lnTo>
                      <a:pt x="102125" y="84145"/>
                    </a:lnTo>
                    <a:lnTo>
                      <a:pt x="104571" y="84145"/>
                    </a:lnTo>
                    <a:lnTo>
                      <a:pt x="107160" y="84145"/>
                    </a:lnTo>
                    <a:lnTo>
                      <a:pt x="109605" y="84145"/>
                    </a:lnTo>
                    <a:lnTo>
                      <a:pt x="112338" y="86591"/>
                    </a:lnTo>
                    <a:lnTo>
                      <a:pt x="109605" y="86591"/>
                    </a:lnTo>
                    <a:lnTo>
                      <a:pt x="112338" y="89180"/>
                    </a:lnTo>
                    <a:lnTo>
                      <a:pt x="112338" y="91913"/>
                    </a:lnTo>
                    <a:lnTo>
                      <a:pt x="112338" y="94358"/>
                    </a:lnTo>
                    <a:lnTo>
                      <a:pt x="112338" y="96803"/>
                    </a:lnTo>
                    <a:lnTo>
                      <a:pt x="109605" y="99392"/>
                    </a:lnTo>
                    <a:lnTo>
                      <a:pt x="112338" y="99392"/>
                    </a:lnTo>
                    <a:lnTo>
                      <a:pt x="112338" y="96803"/>
                    </a:lnTo>
                    <a:lnTo>
                      <a:pt x="114783" y="94358"/>
                    </a:lnTo>
                    <a:lnTo>
                      <a:pt x="114783" y="89180"/>
                    </a:lnTo>
                    <a:lnTo>
                      <a:pt x="119817" y="86591"/>
                    </a:lnTo>
                    <a:lnTo>
                      <a:pt x="119817" y="91913"/>
                    </a:lnTo>
                    <a:lnTo>
                      <a:pt x="117372" y="94358"/>
                    </a:lnTo>
                    <a:lnTo>
                      <a:pt x="119817" y="94358"/>
                    </a:lnTo>
                    <a:lnTo>
                      <a:pt x="119817" y="99392"/>
                    </a:lnTo>
                    <a:lnTo>
                      <a:pt x="122550" y="94358"/>
                    </a:lnTo>
                    <a:lnTo>
                      <a:pt x="122550" y="96803"/>
                    </a:lnTo>
                    <a:lnTo>
                      <a:pt x="122550" y="94358"/>
                    </a:lnTo>
                    <a:lnTo>
                      <a:pt x="124995" y="94358"/>
                    </a:lnTo>
                    <a:lnTo>
                      <a:pt x="124995" y="96803"/>
                    </a:lnTo>
                    <a:lnTo>
                      <a:pt x="124995" y="102125"/>
                    </a:lnTo>
                    <a:lnTo>
                      <a:pt x="124995" y="104570"/>
                    </a:lnTo>
                    <a:lnTo>
                      <a:pt x="127584" y="107016"/>
                    </a:lnTo>
                    <a:lnTo>
                      <a:pt x="130030" y="104570"/>
                    </a:lnTo>
                    <a:lnTo>
                      <a:pt x="132763" y="104570"/>
                    </a:lnTo>
                    <a:lnTo>
                      <a:pt x="132763" y="107016"/>
                    </a:lnTo>
                    <a:lnTo>
                      <a:pt x="135208" y="109605"/>
                    </a:lnTo>
                    <a:lnTo>
                      <a:pt x="135208" y="107016"/>
                    </a:lnTo>
                    <a:lnTo>
                      <a:pt x="137653" y="107016"/>
                    </a:lnTo>
                    <a:lnTo>
                      <a:pt x="142975" y="104570"/>
                    </a:lnTo>
                    <a:lnTo>
                      <a:pt x="142975" y="107016"/>
                    </a:lnTo>
                    <a:lnTo>
                      <a:pt x="142975" y="109605"/>
                    </a:lnTo>
                    <a:lnTo>
                      <a:pt x="140242" y="109605"/>
                    </a:lnTo>
                    <a:lnTo>
                      <a:pt x="137653" y="109605"/>
                    </a:lnTo>
                    <a:lnTo>
                      <a:pt x="135208" y="109605"/>
                    </a:lnTo>
                    <a:lnTo>
                      <a:pt x="132763" y="112338"/>
                    </a:lnTo>
                    <a:lnTo>
                      <a:pt x="132763" y="114783"/>
                    </a:lnTo>
                    <a:lnTo>
                      <a:pt x="137653" y="112338"/>
                    </a:lnTo>
                    <a:lnTo>
                      <a:pt x="140242" y="112338"/>
                    </a:lnTo>
                    <a:lnTo>
                      <a:pt x="137653" y="117228"/>
                    </a:lnTo>
                    <a:lnTo>
                      <a:pt x="137653" y="119673"/>
                    </a:lnTo>
                    <a:lnTo>
                      <a:pt x="140242" y="119673"/>
                    </a:lnTo>
                    <a:lnTo>
                      <a:pt x="140242" y="114783"/>
                    </a:lnTo>
                    <a:lnTo>
                      <a:pt x="142975" y="114783"/>
                    </a:lnTo>
                    <a:lnTo>
                      <a:pt x="145421" y="114783"/>
                    </a:lnTo>
                    <a:lnTo>
                      <a:pt x="145421" y="117228"/>
                    </a:lnTo>
                    <a:lnTo>
                      <a:pt x="142975" y="117228"/>
                    </a:lnTo>
                    <a:lnTo>
                      <a:pt x="142975" y="119673"/>
                    </a:lnTo>
                    <a:lnTo>
                      <a:pt x="145421" y="117228"/>
                    </a:lnTo>
                    <a:lnTo>
                      <a:pt x="145421" y="119673"/>
                    </a:lnTo>
                    <a:lnTo>
                      <a:pt x="147866" y="119673"/>
                    </a:lnTo>
                    <a:lnTo>
                      <a:pt x="145421" y="122550"/>
                    </a:lnTo>
                    <a:lnTo>
                      <a:pt x="145421" y="127441"/>
                    </a:lnTo>
                    <a:lnTo>
                      <a:pt x="137653" y="130030"/>
                    </a:lnTo>
                    <a:lnTo>
                      <a:pt x="142975" y="130030"/>
                    </a:lnTo>
                    <a:lnTo>
                      <a:pt x="145421" y="127441"/>
                    </a:lnTo>
                    <a:lnTo>
                      <a:pt x="147866" y="127441"/>
                    </a:lnTo>
                    <a:lnTo>
                      <a:pt x="147866" y="124995"/>
                    </a:lnTo>
                    <a:lnTo>
                      <a:pt x="150455" y="124995"/>
                    </a:lnTo>
                    <a:lnTo>
                      <a:pt x="150455" y="130030"/>
                    </a:lnTo>
                    <a:lnTo>
                      <a:pt x="150455" y="135208"/>
                    </a:lnTo>
                    <a:lnTo>
                      <a:pt x="153188" y="137653"/>
                    </a:lnTo>
                    <a:lnTo>
                      <a:pt x="153188" y="135208"/>
                    </a:lnTo>
                    <a:lnTo>
                      <a:pt x="150455" y="130030"/>
                    </a:lnTo>
                    <a:lnTo>
                      <a:pt x="153188" y="127441"/>
                    </a:lnTo>
                    <a:lnTo>
                      <a:pt x="150455" y="122550"/>
                    </a:lnTo>
                    <a:lnTo>
                      <a:pt x="153188" y="119673"/>
                    </a:lnTo>
                    <a:lnTo>
                      <a:pt x="155633" y="119673"/>
                    </a:lnTo>
                    <a:lnTo>
                      <a:pt x="158222" y="119673"/>
                    </a:lnTo>
                    <a:lnTo>
                      <a:pt x="155633" y="122550"/>
                    </a:lnTo>
                    <a:lnTo>
                      <a:pt x="155633" y="124995"/>
                    </a:lnTo>
                    <a:lnTo>
                      <a:pt x="158222" y="122550"/>
                    </a:lnTo>
                    <a:lnTo>
                      <a:pt x="158222" y="124995"/>
                    </a:lnTo>
                    <a:lnTo>
                      <a:pt x="160667" y="122550"/>
                    </a:lnTo>
                    <a:lnTo>
                      <a:pt x="160667" y="124995"/>
                    </a:lnTo>
                    <a:lnTo>
                      <a:pt x="163400" y="124995"/>
                    </a:lnTo>
                    <a:lnTo>
                      <a:pt x="165845" y="124995"/>
                    </a:lnTo>
                    <a:lnTo>
                      <a:pt x="165845" y="127441"/>
                    </a:lnTo>
                    <a:lnTo>
                      <a:pt x="168291" y="127441"/>
                    </a:lnTo>
                    <a:lnTo>
                      <a:pt x="165845" y="130030"/>
                    </a:lnTo>
                    <a:lnTo>
                      <a:pt x="168291" y="132763"/>
                    </a:lnTo>
                    <a:lnTo>
                      <a:pt x="168291" y="135208"/>
                    </a:lnTo>
                    <a:lnTo>
                      <a:pt x="165845" y="137653"/>
                    </a:lnTo>
                    <a:lnTo>
                      <a:pt x="160667" y="137653"/>
                    </a:lnTo>
                    <a:lnTo>
                      <a:pt x="160667" y="140242"/>
                    </a:lnTo>
                    <a:lnTo>
                      <a:pt x="160667" y="142975"/>
                    </a:lnTo>
                    <a:lnTo>
                      <a:pt x="163400" y="140242"/>
                    </a:lnTo>
                    <a:lnTo>
                      <a:pt x="165845" y="140242"/>
                    </a:lnTo>
                    <a:lnTo>
                      <a:pt x="168291" y="137653"/>
                    </a:lnTo>
                    <a:lnTo>
                      <a:pt x="170880" y="135208"/>
                    </a:lnTo>
                    <a:lnTo>
                      <a:pt x="173613" y="135208"/>
                    </a:lnTo>
                    <a:lnTo>
                      <a:pt x="173613" y="137653"/>
                    </a:lnTo>
                    <a:lnTo>
                      <a:pt x="176058" y="140242"/>
                    </a:lnTo>
                    <a:lnTo>
                      <a:pt x="173613" y="140242"/>
                    </a:lnTo>
                    <a:lnTo>
                      <a:pt x="176058" y="142975"/>
                    </a:lnTo>
                    <a:lnTo>
                      <a:pt x="173613" y="145420"/>
                    </a:lnTo>
                    <a:lnTo>
                      <a:pt x="170880" y="147866"/>
                    </a:lnTo>
                    <a:lnTo>
                      <a:pt x="173613" y="147866"/>
                    </a:lnTo>
                    <a:lnTo>
                      <a:pt x="176058" y="147866"/>
                    </a:lnTo>
                    <a:lnTo>
                      <a:pt x="173613" y="150311"/>
                    </a:lnTo>
                    <a:lnTo>
                      <a:pt x="170880" y="153044"/>
                    </a:lnTo>
                    <a:lnTo>
                      <a:pt x="170880" y="155633"/>
                    </a:lnTo>
                    <a:lnTo>
                      <a:pt x="168291" y="155633"/>
                    </a:lnTo>
                    <a:lnTo>
                      <a:pt x="165845" y="158078"/>
                    </a:lnTo>
                    <a:lnTo>
                      <a:pt x="165845" y="160523"/>
                    </a:lnTo>
                    <a:lnTo>
                      <a:pt x="165845" y="163113"/>
                    </a:lnTo>
                    <a:lnTo>
                      <a:pt x="165845" y="165845"/>
                    </a:lnTo>
                    <a:lnTo>
                      <a:pt x="170880" y="165845"/>
                    </a:lnTo>
                    <a:lnTo>
                      <a:pt x="176058" y="165845"/>
                    </a:lnTo>
                    <a:lnTo>
                      <a:pt x="178503" y="165845"/>
                    </a:lnTo>
                    <a:lnTo>
                      <a:pt x="178503" y="163113"/>
                    </a:lnTo>
                    <a:lnTo>
                      <a:pt x="183538" y="160523"/>
                    </a:lnTo>
                    <a:lnTo>
                      <a:pt x="183538" y="158078"/>
                    </a:lnTo>
                    <a:lnTo>
                      <a:pt x="183538" y="155633"/>
                    </a:lnTo>
                    <a:lnTo>
                      <a:pt x="186271" y="155633"/>
                    </a:lnTo>
                    <a:lnTo>
                      <a:pt x="186271" y="158078"/>
                    </a:lnTo>
                    <a:lnTo>
                      <a:pt x="186271" y="160523"/>
                    </a:lnTo>
                    <a:lnTo>
                      <a:pt x="186271" y="158078"/>
                    </a:lnTo>
                    <a:lnTo>
                      <a:pt x="186271" y="155633"/>
                    </a:lnTo>
                    <a:lnTo>
                      <a:pt x="188716" y="155633"/>
                    </a:lnTo>
                    <a:lnTo>
                      <a:pt x="191305" y="155633"/>
                    </a:lnTo>
                    <a:lnTo>
                      <a:pt x="193750" y="153044"/>
                    </a:lnTo>
                    <a:lnTo>
                      <a:pt x="196483" y="153044"/>
                    </a:lnTo>
                    <a:lnTo>
                      <a:pt x="198928" y="153044"/>
                    </a:lnTo>
                    <a:lnTo>
                      <a:pt x="198928" y="155633"/>
                    </a:lnTo>
                    <a:lnTo>
                      <a:pt x="196483" y="155633"/>
                    </a:lnTo>
                    <a:lnTo>
                      <a:pt x="198928" y="158078"/>
                    </a:lnTo>
                    <a:lnTo>
                      <a:pt x="201517" y="160523"/>
                    </a:lnTo>
                    <a:lnTo>
                      <a:pt x="196483" y="160523"/>
                    </a:lnTo>
                    <a:lnTo>
                      <a:pt x="196483" y="163113"/>
                    </a:lnTo>
                    <a:lnTo>
                      <a:pt x="196483" y="165845"/>
                    </a:lnTo>
                    <a:lnTo>
                      <a:pt x="198928" y="165845"/>
                    </a:lnTo>
                    <a:lnTo>
                      <a:pt x="198928" y="168291"/>
                    </a:lnTo>
                    <a:lnTo>
                      <a:pt x="201517" y="170736"/>
                    </a:lnTo>
                    <a:lnTo>
                      <a:pt x="201517" y="173325"/>
                    </a:lnTo>
                    <a:lnTo>
                      <a:pt x="201517" y="176058"/>
                    </a:lnTo>
                    <a:lnTo>
                      <a:pt x="198928" y="176058"/>
                    </a:lnTo>
                    <a:lnTo>
                      <a:pt x="198928" y="178503"/>
                    </a:lnTo>
                    <a:lnTo>
                      <a:pt x="201517" y="178503"/>
                    </a:lnTo>
                    <a:lnTo>
                      <a:pt x="193750" y="180948"/>
                    </a:lnTo>
                    <a:lnTo>
                      <a:pt x="191305" y="183538"/>
                    </a:lnTo>
                    <a:lnTo>
                      <a:pt x="191305" y="191161"/>
                    </a:lnTo>
                    <a:lnTo>
                      <a:pt x="191305" y="183538"/>
                    </a:lnTo>
                    <a:lnTo>
                      <a:pt x="193750" y="183538"/>
                    </a:lnTo>
                    <a:lnTo>
                      <a:pt x="196483" y="183538"/>
                    </a:lnTo>
                    <a:lnTo>
                      <a:pt x="201517" y="180948"/>
                    </a:lnTo>
                    <a:lnTo>
                      <a:pt x="201517" y="178503"/>
                    </a:lnTo>
                    <a:lnTo>
                      <a:pt x="203963" y="178503"/>
                    </a:lnTo>
                    <a:lnTo>
                      <a:pt x="203963" y="180948"/>
                    </a:lnTo>
                    <a:lnTo>
                      <a:pt x="206695" y="178503"/>
                    </a:lnTo>
                    <a:lnTo>
                      <a:pt x="206695" y="180948"/>
                    </a:lnTo>
                    <a:lnTo>
                      <a:pt x="209141" y="183538"/>
                    </a:lnTo>
                    <a:lnTo>
                      <a:pt x="211730" y="186271"/>
                    </a:lnTo>
                    <a:lnTo>
                      <a:pt x="214175" y="183538"/>
                    </a:lnTo>
                    <a:lnTo>
                      <a:pt x="216908" y="183538"/>
                    </a:lnTo>
                    <a:lnTo>
                      <a:pt x="219353" y="183538"/>
                    </a:lnTo>
                    <a:lnTo>
                      <a:pt x="219353" y="186271"/>
                    </a:lnTo>
                    <a:lnTo>
                      <a:pt x="216908" y="186271"/>
                    </a:lnTo>
                    <a:lnTo>
                      <a:pt x="216908" y="191161"/>
                    </a:lnTo>
                    <a:lnTo>
                      <a:pt x="219353" y="196483"/>
                    </a:lnTo>
                    <a:lnTo>
                      <a:pt x="216908" y="198928"/>
                    </a:lnTo>
                    <a:lnTo>
                      <a:pt x="219353" y="196483"/>
                    </a:lnTo>
                    <a:lnTo>
                      <a:pt x="219353" y="193750"/>
                    </a:lnTo>
                    <a:lnTo>
                      <a:pt x="216908" y="191161"/>
                    </a:lnTo>
                    <a:lnTo>
                      <a:pt x="219353" y="191161"/>
                    </a:lnTo>
                    <a:lnTo>
                      <a:pt x="221943" y="188716"/>
                    </a:lnTo>
                    <a:lnTo>
                      <a:pt x="224388" y="188716"/>
                    </a:lnTo>
                    <a:lnTo>
                      <a:pt x="224388" y="191161"/>
                    </a:lnTo>
                    <a:lnTo>
                      <a:pt x="224388" y="193750"/>
                    </a:lnTo>
                    <a:lnTo>
                      <a:pt x="224388" y="191161"/>
                    </a:lnTo>
                    <a:lnTo>
                      <a:pt x="227121" y="191161"/>
                    </a:lnTo>
                    <a:lnTo>
                      <a:pt x="224388" y="193750"/>
                    </a:lnTo>
                    <a:lnTo>
                      <a:pt x="224388" y="196483"/>
                    </a:lnTo>
                    <a:lnTo>
                      <a:pt x="227121" y="196483"/>
                    </a:lnTo>
                    <a:lnTo>
                      <a:pt x="227121" y="193750"/>
                    </a:lnTo>
                    <a:lnTo>
                      <a:pt x="229566" y="191161"/>
                    </a:lnTo>
                    <a:lnTo>
                      <a:pt x="229566" y="193750"/>
                    </a:lnTo>
                    <a:lnTo>
                      <a:pt x="232155" y="193750"/>
                    </a:lnTo>
                    <a:lnTo>
                      <a:pt x="229566" y="193750"/>
                    </a:lnTo>
                    <a:lnTo>
                      <a:pt x="232155" y="196483"/>
                    </a:lnTo>
                    <a:lnTo>
                      <a:pt x="229566" y="196483"/>
                    </a:lnTo>
                    <a:lnTo>
                      <a:pt x="229566" y="198928"/>
                    </a:lnTo>
                    <a:lnTo>
                      <a:pt x="227121" y="201373"/>
                    </a:lnTo>
                    <a:lnTo>
                      <a:pt x="221943" y="203819"/>
                    </a:lnTo>
                    <a:lnTo>
                      <a:pt x="219353" y="206696"/>
                    </a:lnTo>
                    <a:lnTo>
                      <a:pt x="216908" y="206696"/>
                    </a:lnTo>
                    <a:lnTo>
                      <a:pt x="216908" y="209141"/>
                    </a:lnTo>
                    <a:lnTo>
                      <a:pt x="214175" y="211586"/>
                    </a:lnTo>
                    <a:lnTo>
                      <a:pt x="214175" y="214031"/>
                    </a:lnTo>
                    <a:lnTo>
                      <a:pt x="216908" y="214031"/>
                    </a:lnTo>
                    <a:lnTo>
                      <a:pt x="216908" y="211586"/>
                    </a:lnTo>
                    <a:lnTo>
                      <a:pt x="219353" y="211586"/>
                    </a:lnTo>
                    <a:lnTo>
                      <a:pt x="219353" y="206696"/>
                    </a:lnTo>
                    <a:lnTo>
                      <a:pt x="227121" y="203819"/>
                    </a:lnTo>
                    <a:lnTo>
                      <a:pt x="227121" y="206696"/>
                    </a:lnTo>
                    <a:lnTo>
                      <a:pt x="229566" y="206696"/>
                    </a:lnTo>
                    <a:lnTo>
                      <a:pt x="229566" y="209141"/>
                    </a:lnTo>
                    <a:lnTo>
                      <a:pt x="232155" y="211586"/>
                    </a:lnTo>
                    <a:lnTo>
                      <a:pt x="232155" y="214031"/>
                    </a:lnTo>
                    <a:lnTo>
                      <a:pt x="232155" y="216764"/>
                    </a:lnTo>
                    <a:lnTo>
                      <a:pt x="234600" y="214031"/>
                    </a:lnTo>
                    <a:lnTo>
                      <a:pt x="229566" y="203819"/>
                    </a:lnTo>
                    <a:lnTo>
                      <a:pt x="232155" y="201373"/>
                    </a:lnTo>
                    <a:lnTo>
                      <a:pt x="234600" y="201373"/>
                    </a:lnTo>
                    <a:lnTo>
                      <a:pt x="232155" y="201373"/>
                    </a:lnTo>
                    <a:lnTo>
                      <a:pt x="232155" y="203819"/>
                    </a:lnTo>
                    <a:lnTo>
                      <a:pt x="234600" y="203819"/>
                    </a:lnTo>
                    <a:lnTo>
                      <a:pt x="234600" y="206696"/>
                    </a:lnTo>
                    <a:lnTo>
                      <a:pt x="234600" y="209141"/>
                    </a:lnTo>
                    <a:lnTo>
                      <a:pt x="237333" y="206696"/>
                    </a:lnTo>
                    <a:lnTo>
                      <a:pt x="237333" y="203819"/>
                    </a:lnTo>
                    <a:lnTo>
                      <a:pt x="237333" y="201373"/>
                    </a:lnTo>
                    <a:lnTo>
                      <a:pt x="239778" y="203819"/>
                    </a:lnTo>
                    <a:lnTo>
                      <a:pt x="242223" y="206696"/>
                    </a:lnTo>
                    <a:lnTo>
                      <a:pt x="244813" y="206696"/>
                    </a:lnTo>
                    <a:lnTo>
                      <a:pt x="242223" y="206696"/>
                    </a:lnTo>
                    <a:lnTo>
                      <a:pt x="242223" y="203819"/>
                    </a:lnTo>
                    <a:lnTo>
                      <a:pt x="242223" y="201373"/>
                    </a:lnTo>
                    <a:lnTo>
                      <a:pt x="242223" y="198928"/>
                    </a:lnTo>
                    <a:lnTo>
                      <a:pt x="242223" y="196483"/>
                    </a:lnTo>
                    <a:lnTo>
                      <a:pt x="244813" y="198928"/>
                    </a:lnTo>
                    <a:lnTo>
                      <a:pt x="247546" y="198928"/>
                    </a:lnTo>
                    <a:lnTo>
                      <a:pt x="249991" y="201373"/>
                    </a:lnTo>
                    <a:lnTo>
                      <a:pt x="249991" y="203819"/>
                    </a:lnTo>
                    <a:lnTo>
                      <a:pt x="249991" y="206696"/>
                    </a:lnTo>
                    <a:lnTo>
                      <a:pt x="252436" y="201373"/>
                    </a:lnTo>
                    <a:lnTo>
                      <a:pt x="255025" y="201373"/>
                    </a:lnTo>
                    <a:lnTo>
                      <a:pt x="252436" y="201373"/>
                    </a:lnTo>
                    <a:lnTo>
                      <a:pt x="255025" y="198928"/>
                    </a:lnTo>
                    <a:lnTo>
                      <a:pt x="257471" y="198928"/>
                    </a:lnTo>
                    <a:lnTo>
                      <a:pt x="257471" y="201373"/>
                    </a:lnTo>
                    <a:lnTo>
                      <a:pt x="257471" y="203819"/>
                    </a:lnTo>
                    <a:lnTo>
                      <a:pt x="260203" y="201373"/>
                    </a:lnTo>
                    <a:lnTo>
                      <a:pt x="262649" y="201373"/>
                    </a:lnTo>
                    <a:lnTo>
                      <a:pt x="262649" y="203819"/>
                    </a:lnTo>
                    <a:lnTo>
                      <a:pt x="265238" y="209141"/>
                    </a:lnTo>
                    <a:lnTo>
                      <a:pt x="262649" y="209141"/>
                    </a:lnTo>
                    <a:lnTo>
                      <a:pt x="262649" y="211586"/>
                    </a:lnTo>
                    <a:lnTo>
                      <a:pt x="262649" y="214031"/>
                    </a:lnTo>
                    <a:lnTo>
                      <a:pt x="257471" y="211586"/>
                    </a:lnTo>
                    <a:lnTo>
                      <a:pt x="255025" y="211586"/>
                    </a:lnTo>
                    <a:lnTo>
                      <a:pt x="252436" y="209141"/>
                    </a:lnTo>
                    <a:lnTo>
                      <a:pt x="252436" y="211586"/>
                    </a:lnTo>
                    <a:lnTo>
                      <a:pt x="255025" y="214031"/>
                    </a:lnTo>
                    <a:lnTo>
                      <a:pt x="249991" y="214031"/>
                    </a:lnTo>
                    <a:lnTo>
                      <a:pt x="249991" y="209141"/>
                    </a:lnTo>
                    <a:lnTo>
                      <a:pt x="249991" y="206696"/>
                    </a:lnTo>
                    <a:lnTo>
                      <a:pt x="247546" y="214031"/>
                    </a:lnTo>
                    <a:lnTo>
                      <a:pt x="249991" y="214031"/>
                    </a:lnTo>
                    <a:lnTo>
                      <a:pt x="249991" y="216764"/>
                    </a:lnTo>
                    <a:lnTo>
                      <a:pt x="252436" y="216764"/>
                    </a:lnTo>
                    <a:lnTo>
                      <a:pt x="255025" y="216764"/>
                    </a:lnTo>
                    <a:lnTo>
                      <a:pt x="257471" y="214031"/>
                    </a:lnTo>
                    <a:lnTo>
                      <a:pt x="260203" y="216764"/>
                    </a:lnTo>
                    <a:lnTo>
                      <a:pt x="262649" y="216764"/>
                    </a:lnTo>
                    <a:lnTo>
                      <a:pt x="262649" y="219353"/>
                    </a:lnTo>
                    <a:lnTo>
                      <a:pt x="265238" y="219353"/>
                    </a:lnTo>
                    <a:lnTo>
                      <a:pt x="265238" y="221799"/>
                    </a:lnTo>
                    <a:lnTo>
                      <a:pt x="265238" y="224388"/>
                    </a:lnTo>
                    <a:lnTo>
                      <a:pt x="267683" y="224388"/>
                    </a:lnTo>
                    <a:lnTo>
                      <a:pt x="270416" y="224388"/>
                    </a:lnTo>
                    <a:lnTo>
                      <a:pt x="270416" y="227121"/>
                    </a:lnTo>
                    <a:lnTo>
                      <a:pt x="272861" y="227121"/>
                    </a:lnTo>
                    <a:lnTo>
                      <a:pt x="272861" y="229566"/>
                    </a:lnTo>
                    <a:lnTo>
                      <a:pt x="270416" y="229566"/>
                    </a:lnTo>
                    <a:lnTo>
                      <a:pt x="270416" y="232011"/>
                    </a:lnTo>
                    <a:lnTo>
                      <a:pt x="267683" y="232011"/>
                    </a:lnTo>
                    <a:lnTo>
                      <a:pt x="267683" y="234456"/>
                    </a:lnTo>
                    <a:lnTo>
                      <a:pt x="265238" y="232011"/>
                    </a:lnTo>
                    <a:lnTo>
                      <a:pt x="262649" y="237333"/>
                    </a:lnTo>
                    <a:lnTo>
                      <a:pt x="262649" y="239778"/>
                    </a:lnTo>
                    <a:lnTo>
                      <a:pt x="265238" y="239778"/>
                    </a:lnTo>
                    <a:lnTo>
                      <a:pt x="262649" y="242224"/>
                    </a:lnTo>
                    <a:lnTo>
                      <a:pt x="262649" y="244669"/>
                    </a:lnTo>
                    <a:lnTo>
                      <a:pt x="260203" y="244669"/>
                    </a:lnTo>
                    <a:lnTo>
                      <a:pt x="257471" y="244669"/>
                    </a:lnTo>
                    <a:lnTo>
                      <a:pt x="255025" y="247402"/>
                    </a:lnTo>
                    <a:lnTo>
                      <a:pt x="255025" y="249991"/>
                    </a:lnTo>
                    <a:lnTo>
                      <a:pt x="255025" y="252436"/>
                    </a:lnTo>
                    <a:lnTo>
                      <a:pt x="255025" y="254881"/>
                    </a:lnTo>
                    <a:lnTo>
                      <a:pt x="255025" y="257471"/>
                    </a:lnTo>
                    <a:lnTo>
                      <a:pt x="252436" y="257471"/>
                    </a:lnTo>
                    <a:lnTo>
                      <a:pt x="249991" y="254881"/>
                    </a:lnTo>
                    <a:lnTo>
                      <a:pt x="247546" y="257471"/>
                    </a:lnTo>
                    <a:lnTo>
                      <a:pt x="244813" y="254881"/>
                    </a:lnTo>
                    <a:lnTo>
                      <a:pt x="242223" y="254881"/>
                    </a:lnTo>
                    <a:lnTo>
                      <a:pt x="239778" y="254881"/>
                    </a:lnTo>
                    <a:lnTo>
                      <a:pt x="239778" y="257471"/>
                    </a:lnTo>
                    <a:lnTo>
                      <a:pt x="244813" y="257471"/>
                    </a:lnTo>
                    <a:lnTo>
                      <a:pt x="244813" y="260203"/>
                    </a:lnTo>
                    <a:lnTo>
                      <a:pt x="247546" y="260203"/>
                    </a:lnTo>
                    <a:lnTo>
                      <a:pt x="252436" y="260203"/>
                    </a:lnTo>
                    <a:lnTo>
                      <a:pt x="255025" y="260203"/>
                    </a:lnTo>
                    <a:lnTo>
                      <a:pt x="257471" y="254881"/>
                    </a:lnTo>
                    <a:lnTo>
                      <a:pt x="260203" y="254881"/>
                    </a:lnTo>
                    <a:lnTo>
                      <a:pt x="262649" y="252436"/>
                    </a:lnTo>
                    <a:lnTo>
                      <a:pt x="270416" y="249991"/>
                    </a:lnTo>
                    <a:lnTo>
                      <a:pt x="275451" y="249991"/>
                    </a:lnTo>
                    <a:lnTo>
                      <a:pt x="277896" y="249991"/>
                    </a:lnTo>
                    <a:lnTo>
                      <a:pt x="280628" y="252436"/>
                    </a:lnTo>
                    <a:lnTo>
                      <a:pt x="283074" y="252436"/>
                    </a:lnTo>
                    <a:lnTo>
                      <a:pt x="285663" y="252436"/>
                    </a:lnTo>
                    <a:lnTo>
                      <a:pt x="288108" y="252436"/>
                    </a:lnTo>
                    <a:lnTo>
                      <a:pt x="288108" y="254881"/>
                    </a:lnTo>
                    <a:lnTo>
                      <a:pt x="285663" y="254881"/>
                    </a:lnTo>
                    <a:lnTo>
                      <a:pt x="283074" y="254881"/>
                    </a:lnTo>
                    <a:lnTo>
                      <a:pt x="283074" y="257471"/>
                    </a:lnTo>
                    <a:lnTo>
                      <a:pt x="285663" y="257471"/>
                    </a:lnTo>
                    <a:lnTo>
                      <a:pt x="285663" y="260203"/>
                    </a:lnTo>
                    <a:lnTo>
                      <a:pt x="288108" y="262649"/>
                    </a:lnTo>
                    <a:lnTo>
                      <a:pt x="288108" y="265094"/>
                    </a:lnTo>
                    <a:lnTo>
                      <a:pt x="285663" y="265094"/>
                    </a:lnTo>
                    <a:lnTo>
                      <a:pt x="285663" y="267683"/>
                    </a:lnTo>
                    <a:lnTo>
                      <a:pt x="288108" y="267683"/>
                    </a:lnTo>
                    <a:lnTo>
                      <a:pt x="285663" y="267683"/>
                    </a:lnTo>
                    <a:lnTo>
                      <a:pt x="283074" y="270416"/>
                    </a:lnTo>
                    <a:lnTo>
                      <a:pt x="277896" y="270416"/>
                    </a:lnTo>
                    <a:lnTo>
                      <a:pt x="280628" y="270416"/>
                    </a:lnTo>
                    <a:lnTo>
                      <a:pt x="283074" y="272861"/>
                    </a:lnTo>
                    <a:lnTo>
                      <a:pt x="285663" y="270416"/>
                    </a:lnTo>
                    <a:lnTo>
                      <a:pt x="285663" y="272861"/>
                    </a:lnTo>
                    <a:lnTo>
                      <a:pt x="288108" y="272861"/>
                    </a:lnTo>
                    <a:lnTo>
                      <a:pt x="290841" y="270416"/>
                    </a:lnTo>
                    <a:lnTo>
                      <a:pt x="290841" y="272861"/>
                    </a:lnTo>
                    <a:lnTo>
                      <a:pt x="293286" y="275306"/>
                    </a:lnTo>
                    <a:lnTo>
                      <a:pt x="295875" y="275306"/>
                    </a:lnTo>
                    <a:lnTo>
                      <a:pt x="295875" y="272861"/>
                    </a:lnTo>
                    <a:lnTo>
                      <a:pt x="295875" y="270416"/>
                    </a:lnTo>
                    <a:lnTo>
                      <a:pt x="298321" y="270416"/>
                    </a:lnTo>
                    <a:lnTo>
                      <a:pt x="298321" y="272861"/>
                    </a:lnTo>
                    <a:lnTo>
                      <a:pt x="298321" y="275306"/>
                    </a:lnTo>
                    <a:lnTo>
                      <a:pt x="298321" y="272861"/>
                    </a:lnTo>
                    <a:lnTo>
                      <a:pt x="298321" y="270416"/>
                    </a:lnTo>
                    <a:lnTo>
                      <a:pt x="301054" y="267683"/>
                    </a:lnTo>
                    <a:lnTo>
                      <a:pt x="301054" y="265094"/>
                    </a:lnTo>
                    <a:lnTo>
                      <a:pt x="303499" y="262649"/>
                    </a:lnTo>
                    <a:lnTo>
                      <a:pt x="305944" y="265094"/>
                    </a:lnTo>
                    <a:lnTo>
                      <a:pt x="303499" y="265094"/>
                    </a:lnTo>
                    <a:lnTo>
                      <a:pt x="303499" y="267683"/>
                    </a:lnTo>
                    <a:lnTo>
                      <a:pt x="303499" y="270416"/>
                    </a:lnTo>
                    <a:lnTo>
                      <a:pt x="301054" y="272861"/>
                    </a:lnTo>
                    <a:lnTo>
                      <a:pt x="303499" y="272861"/>
                    </a:lnTo>
                    <a:lnTo>
                      <a:pt x="305944" y="272861"/>
                    </a:lnTo>
                    <a:lnTo>
                      <a:pt x="308533" y="270416"/>
                    </a:lnTo>
                    <a:lnTo>
                      <a:pt x="308533" y="267683"/>
                    </a:lnTo>
                    <a:lnTo>
                      <a:pt x="311266" y="267683"/>
                    </a:lnTo>
                    <a:lnTo>
                      <a:pt x="311266" y="270416"/>
                    </a:lnTo>
                    <a:lnTo>
                      <a:pt x="313711" y="267683"/>
                    </a:lnTo>
                    <a:lnTo>
                      <a:pt x="316301" y="267683"/>
                    </a:lnTo>
                    <a:lnTo>
                      <a:pt x="318746" y="267683"/>
                    </a:lnTo>
                    <a:lnTo>
                      <a:pt x="321478" y="267683"/>
                    </a:lnTo>
                    <a:lnTo>
                      <a:pt x="326513" y="270416"/>
                    </a:lnTo>
                    <a:lnTo>
                      <a:pt x="326513" y="272861"/>
                    </a:lnTo>
                    <a:lnTo>
                      <a:pt x="326513" y="275306"/>
                    </a:lnTo>
                    <a:lnTo>
                      <a:pt x="328958" y="277896"/>
                    </a:lnTo>
                    <a:lnTo>
                      <a:pt x="328958" y="280628"/>
                    </a:lnTo>
                    <a:lnTo>
                      <a:pt x="328958" y="283074"/>
                    </a:lnTo>
                    <a:lnTo>
                      <a:pt x="328958" y="280628"/>
                    </a:lnTo>
                    <a:lnTo>
                      <a:pt x="331403" y="280628"/>
                    </a:lnTo>
                    <a:lnTo>
                      <a:pt x="331403" y="283074"/>
                    </a:lnTo>
                    <a:lnTo>
                      <a:pt x="331403" y="285519"/>
                    </a:lnTo>
                    <a:lnTo>
                      <a:pt x="328958" y="285519"/>
                    </a:lnTo>
                    <a:lnTo>
                      <a:pt x="328958" y="283074"/>
                    </a:lnTo>
                    <a:lnTo>
                      <a:pt x="326513" y="283074"/>
                    </a:lnTo>
                    <a:lnTo>
                      <a:pt x="326513" y="285519"/>
                    </a:lnTo>
                    <a:lnTo>
                      <a:pt x="323924" y="285519"/>
                    </a:lnTo>
                    <a:lnTo>
                      <a:pt x="321478" y="288108"/>
                    </a:lnTo>
                    <a:lnTo>
                      <a:pt x="318746" y="290841"/>
                    </a:lnTo>
                    <a:lnTo>
                      <a:pt x="321478" y="293286"/>
                    </a:lnTo>
                    <a:lnTo>
                      <a:pt x="321478" y="295732"/>
                    </a:lnTo>
                    <a:lnTo>
                      <a:pt x="318746" y="295732"/>
                    </a:lnTo>
                    <a:lnTo>
                      <a:pt x="318746" y="300910"/>
                    </a:lnTo>
                    <a:lnTo>
                      <a:pt x="321478" y="305944"/>
                    </a:lnTo>
                    <a:lnTo>
                      <a:pt x="318746" y="308389"/>
                    </a:lnTo>
                    <a:lnTo>
                      <a:pt x="316301" y="308389"/>
                    </a:lnTo>
                    <a:lnTo>
                      <a:pt x="313711" y="311122"/>
                    </a:lnTo>
                    <a:lnTo>
                      <a:pt x="313711" y="313711"/>
                    </a:lnTo>
                    <a:lnTo>
                      <a:pt x="311266" y="313711"/>
                    </a:lnTo>
                    <a:lnTo>
                      <a:pt x="308533" y="313711"/>
                    </a:lnTo>
                    <a:lnTo>
                      <a:pt x="305944" y="316157"/>
                    </a:lnTo>
                    <a:lnTo>
                      <a:pt x="308533" y="316157"/>
                    </a:lnTo>
                    <a:lnTo>
                      <a:pt x="308533" y="318602"/>
                    </a:lnTo>
                    <a:lnTo>
                      <a:pt x="311266" y="323924"/>
                    </a:lnTo>
                    <a:lnTo>
                      <a:pt x="311266" y="326369"/>
                    </a:lnTo>
                    <a:lnTo>
                      <a:pt x="311266" y="323924"/>
                    </a:lnTo>
                    <a:lnTo>
                      <a:pt x="311266" y="321478"/>
                    </a:lnTo>
                    <a:lnTo>
                      <a:pt x="311266" y="318602"/>
                    </a:lnTo>
                    <a:lnTo>
                      <a:pt x="316301" y="316157"/>
                    </a:lnTo>
                    <a:lnTo>
                      <a:pt x="318746" y="316157"/>
                    </a:lnTo>
                    <a:lnTo>
                      <a:pt x="321478" y="316157"/>
                    </a:lnTo>
                    <a:lnTo>
                      <a:pt x="323924" y="318602"/>
                    </a:lnTo>
                    <a:lnTo>
                      <a:pt x="321478" y="321478"/>
                    </a:lnTo>
                    <a:lnTo>
                      <a:pt x="318746" y="321478"/>
                    </a:lnTo>
                    <a:lnTo>
                      <a:pt x="316301" y="321478"/>
                    </a:lnTo>
                    <a:lnTo>
                      <a:pt x="316301" y="323924"/>
                    </a:lnTo>
                    <a:lnTo>
                      <a:pt x="318746" y="323924"/>
                    </a:lnTo>
                    <a:lnTo>
                      <a:pt x="321478" y="323924"/>
                    </a:lnTo>
                    <a:lnTo>
                      <a:pt x="321478" y="326369"/>
                    </a:lnTo>
                    <a:lnTo>
                      <a:pt x="318746" y="326369"/>
                    </a:lnTo>
                    <a:lnTo>
                      <a:pt x="318746" y="328814"/>
                    </a:lnTo>
                    <a:lnTo>
                      <a:pt x="321478" y="326369"/>
                    </a:lnTo>
                    <a:lnTo>
                      <a:pt x="321478" y="323924"/>
                    </a:lnTo>
                    <a:lnTo>
                      <a:pt x="323924" y="323924"/>
                    </a:lnTo>
                    <a:lnTo>
                      <a:pt x="326513" y="323924"/>
                    </a:lnTo>
                    <a:lnTo>
                      <a:pt x="328958" y="323924"/>
                    </a:lnTo>
                    <a:lnTo>
                      <a:pt x="328958" y="326369"/>
                    </a:lnTo>
                    <a:lnTo>
                      <a:pt x="328958" y="328814"/>
                    </a:lnTo>
                    <a:lnTo>
                      <a:pt x="326513" y="328814"/>
                    </a:lnTo>
                    <a:lnTo>
                      <a:pt x="323924" y="328814"/>
                    </a:lnTo>
                    <a:lnTo>
                      <a:pt x="321478" y="328814"/>
                    </a:lnTo>
                    <a:lnTo>
                      <a:pt x="318746" y="328814"/>
                    </a:lnTo>
                    <a:lnTo>
                      <a:pt x="318746" y="331547"/>
                    </a:lnTo>
                    <a:lnTo>
                      <a:pt x="316301" y="331547"/>
                    </a:lnTo>
                    <a:lnTo>
                      <a:pt x="313711" y="331547"/>
                    </a:lnTo>
                    <a:lnTo>
                      <a:pt x="311266" y="331547"/>
                    </a:lnTo>
                    <a:lnTo>
                      <a:pt x="308533" y="331547"/>
                    </a:lnTo>
                    <a:lnTo>
                      <a:pt x="311266" y="328814"/>
                    </a:lnTo>
                    <a:lnTo>
                      <a:pt x="313711" y="328814"/>
                    </a:lnTo>
                    <a:lnTo>
                      <a:pt x="313711" y="326369"/>
                    </a:lnTo>
                    <a:lnTo>
                      <a:pt x="311266" y="326369"/>
                    </a:lnTo>
                    <a:lnTo>
                      <a:pt x="311266" y="328814"/>
                    </a:lnTo>
                    <a:lnTo>
                      <a:pt x="308533" y="328814"/>
                    </a:lnTo>
                    <a:lnTo>
                      <a:pt x="308533" y="331547"/>
                    </a:lnTo>
                    <a:lnTo>
                      <a:pt x="305944" y="331547"/>
                    </a:lnTo>
                    <a:lnTo>
                      <a:pt x="301054" y="331547"/>
                    </a:lnTo>
                    <a:lnTo>
                      <a:pt x="298321" y="331547"/>
                    </a:lnTo>
                    <a:lnTo>
                      <a:pt x="295875" y="331547"/>
                    </a:lnTo>
                    <a:lnTo>
                      <a:pt x="293286" y="331547"/>
                    </a:lnTo>
                    <a:lnTo>
                      <a:pt x="290841" y="331547"/>
                    </a:lnTo>
                    <a:lnTo>
                      <a:pt x="288108" y="331547"/>
                    </a:lnTo>
                    <a:lnTo>
                      <a:pt x="285663" y="331547"/>
                    </a:lnTo>
                    <a:lnTo>
                      <a:pt x="283074" y="331547"/>
                    </a:lnTo>
                    <a:lnTo>
                      <a:pt x="280628" y="331547"/>
                    </a:lnTo>
                    <a:lnTo>
                      <a:pt x="275451" y="331547"/>
                    </a:lnTo>
                    <a:lnTo>
                      <a:pt x="272861" y="331547"/>
                    </a:lnTo>
                    <a:lnTo>
                      <a:pt x="275451" y="331547"/>
                    </a:lnTo>
                    <a:lnTo>
                      <a:pt x="272861" y="331547"/>
                    </a:lnTo>
                    <a:lnTo>
                      <a:pt x="272861" y="328814"/>
                    </a:lnTo>
                    <a:lnTo>
                      <a:pt x="272861" y="326369"/>
                    </a:lnTo>
                    <a:lnTo>
                      <a:pt x="275451" y="326369"/>
                    </a:lnTo>
                    <a:lnTo>
                      <a:pt x="277896" y="326369"/>
                    </a:lnTo>
                    <a:lnTo>
                      <a:pt x="277896" y="323924"/>
                    </a:lnTo>
                    <a:lnTo>
                      <a:pt x="280628" y="326369"/>
                    </a:lnTo>
                    <a:lnTo>
                      <a:pt x="280628" y="323924"/>
                    </a:lnTo>
                    <a:lnTo>
                      <a:pt x="283074" y="323924"/>
                    </a:lnTo>
                    <a:lnTo>
                      <a:pt x="283074" y="321478"/>
                    </a:lnTo>
                    <a:lnTo>
                      <a:pt x="285663" y="318602"/>
                    </a:lnTo>
                    <a:lnTo>
                      <a:pt x="288108" y="321478"/>
                    </a:lnTo>
                    <a:lnTo>
                      <a:pt x="288108" y="318602"/>
                    </a:lnTo>
                    <a:lnTo>
                      <a:pt x="290841" y="318602"/>
                    </a:lnTo>
                    <a:lnTo>
                      <a:pt x="293286" y="318602"/>
                    </a:lnTo>
                    <a:lnTo>
                      <a:pt x="295875" y="316157"/>
                    </a:lnTo>
                    <a:lnTo>
                      <a:pt x="295875" y="313711"/>
                    </a:lnTo>
                    <a:lnTo>
                      <a:pt x="295875" y="316157"/>
                    </a:lnTo>
                    <a:lnTo>
                      <a:pt x="293286" y="316157"/>
                    </a:lnTo>
                    <a:lnTo>
                      <a:pt x="290841" y="318602"/>
                    </a:lnTo>
                    <a:lnTo>
                      <a:pt x="288108" y="318602"/>
                    </a:lnTo>
                    <a:lnTo>
                      <a:pt x="285663" y="318602"/>
                    </a:lnTo>
                    <a:lnTo>
                      <a:pt x="283074" y="318602"/>
                    </a:lnTo>
                    <a:lnTo>
                      <a:pt x="280628" y="321478"/>
                    </a:lnTo>
                    <a:lnTo>
                      <a:pt x="277896" y="323924"/>
                    </a:lnTo>
                    <a:lnTo>
                      <a:pt x="275451" y="323924"/>
                    </a:lnTo>
                    <a:lnTo>
                      <a:pt x="272861" y="323924"/>
                    </a:lnTo>
                    <a:lnTo>
                      <a:pt x="270416" y="323924"/>
                    </a:lnTo>
                    <a:lnTo>
                      <a:pt x="270416" y="326369"/>
                    </a:lnTo>
                    <a:lnTo>
                      <a:pt x="267683" y="326369"/>
                    </a:lnTo>
                    <a:lnTo>
                      <a:pt x="270416" y="323924"/>
                    </a:lnTo>
                    <a:lnTo>
                      <a:pt x="267683" y="323924"/>
                    </a:lnTo>
                    <a:lnTo>
                      <a:pt x="265238" y="323924"/>
                    </a:lnTo>
                    <a:lnTo>
                      <a:pt x="267683" y="323924"/>
                    </a:lnTo>
                    <a:lnTo>
                      <a:pt x="267683" y="326369"/>
                    </a:lnTo>
                    <a:lnTo>
                      <a:pt x="267683" y="328814"/>
                    </a:lnTo>
                    <a:lnTo>
                      <a:pt x="267683" y="331547"/>
                    </a:lnTo>
                    <a:lnTo>
                      <a:pt x="270416" y="331547"/>
                    </a:lnTo>
                    <a:lnTo>
                      <a:pt x="267683" y="334136"/>
                    </a:lnTo>
                    <a:lnTo>
                      <a:pt x="270416" y="334136"/>
                    </a:lnTo>
                    <a:lnTo>
                      <a:pt x="272861" y="334136"/>
                    </a:lnTo>
                    <a:lnTo>
                      <a:pt x="272861" y="331547"/>
                    </a:lnTo>
                    <a:lnTo>
                      <a:pt x="272861" y="334136"/>
                    </a:lnTo>
                    <a:lnTo>
                      <a:pt x="275451" y="334136"/>
                    </a:lnTo>
                    <a:lnTo>
                      <a:pt x="277896" y="334136"/>
                    </a:lnTo>
                    <a:lnTo>
                      <a:pt x="280628" y="334136"/>
                    </a:lnTo>
                    <a:lnTo>
                      <a:pt x="283074" y="334136"/>
                    </a:lnTo>
                    <a:lnTo>
                      <a:pt x="285663" y="334136"/>
                    </a:lnTo>
                    <a:lnTo>
                      <a:pt x="288108" y="334136"/>
                    </a:lnTo>
                    <a:lnTo>
                      <a:pt x="290841" y="334136"/>
                    </a:lnTo>
                    <a:lnTo>
                      <a:pt x="293286" y="334136"/>
                    </a:lnTo>
                    <a:lnTo>
                      <a:pt x="295875" y="334136"/>
                    </a:lnTo>
                    <a:lnTo>
                      <a:pt x="295875" y="331547"/>
                    </a:lnTo>
                    <a:lnTo>
                      <a:pt x="298321" y="334136"/>
                    </a:lnTo>
                    <a:lnTo>
                      <a:pt x="301054" y="334136"/>
                    </a:lnTo>
                    <a:lnTo>
                      <a:pt x="303499" y="334136"/>
                    </a:lnTo>
                    <a:lnTo>
                      <a:pt x="305944" y="336582"/>
                    </a:lnTo>
                    <a:lnTo>
                      <a:pt x="308533" y="336582"/>
                    </a:lnTo>
                    <a:lnTo>
                      <a:pt x="308533" y="334136"/>
                    </a:lnTo>
                    <a:lnTo>
                      <a:pt x="311266" y="334136"/>
                    </a:lnTo>
                    <a:lnTo>
                      <a:pt x="313711" y="334136"/>
                    </a:lnTo>
                    <a:lnTo>
                      <a:pt x="311266" y="336582"/>
                    </a:lnTo>
                    <a:lnTo>
                      <a:pt x="308533" y="336582"/>
                    </a:lnTo>
                    <a:lnTo>
                      <a:pt x="305944" y="336582"/>
                    </a:lnTo>
                    <a:lnTo>
                      <a:pt x="303499" y="339027"/>
                    </a:lnTo>
                    <a:lnTo>
                      <a:pt x="301054" y="339027"/>
                    </a:lnTo>
                    <a:lnTo>
                      <a:pt x="298321" y="339027"/>
                    </a:lnTo>
                    <a:lnTo>
                      <a:pt x="298321" y="341616"/>
                    </a:lnTo>
                    <a:lnTo>
                      <a:pt x="295875" y="341616"/>
                    </a:lnTo>
                    <a:lnTo>
                      <a:pt x="293286" y="341616"/>
                    </a:lnTo>
                    <a:lnTo>
                      <a:pt x="290841" y="341616"/>
                    </a:lnTo>
                    <a:lnTo>
                      <a:pt x="288108" y="341616"/>
                    </a:lnTo>
                    <a:lnTo>
                      <a:pt x="288108" y="344349"/>
                    </a:lnTo>
                    <a:lnTo>
                      <a:pt x="285663" y="344349"/>
                    </a:lnTo>
                    <a:lnTo>
                      <a:pt x="283074" y="344349"/>
                    </a:lnTo>
                    <a:lnTo>
                      <a:pt x="280628" y="346794"/>
                    </a:lnTo>
                    <a:lnTo>
                      <a:pt x="277896" y="346794"/>
                    </a:lnTo>
                    <a:lnTo>
                      <a:pt x="275451" y="346794"/>
                    </a:lnTo>
                    <a:lnTo>
                      <a:pt x="272861" y="346794"/>
                    </a:lnTo>
                    <a:lnTo>
                      <a:pt x="270416" y="349239"/>
                    </a:lnTo>
                    <a:lnTo>
                      <a:pt x="267683" y="349239"/>
                    </a:lnTo>
                    <a:lnTo>
                      <a:pt x="265238" y="349239"/>
                    </a:lnTo>
                    <a:lnTo>
                      <a:pt x="262649" y="351828"/>
                    </a:lnTo>
                    <a:lnTo>
                      <a:pt x="260203" y="351828"/>
                    </a:lnTo>
                    <a:lnTo>
                      <a:pt x="257471" y="351828"/>
                    </a:lnTo>
                    <a:lnTo>
                      <a:pt x="255025" y="351828"/>
                    </a:lnTo>
                    <a:lnTo>
                      <a:pt x="255025" y="354561"/>
                    </a:lnTo>
                    <a:lnTo>
                      <a:pt x="252436" y="354561"/>
                    </a:lnTo>
                    <a:lnTo>
                      <a:pt x="249991" y="354561"/>
                    </a:lnTo>
                    <a:lnTo>
                      <a:pt x="247546" y="357007"/>
                    </a:lnTo>
                    <a:lnTo>
                      <a:pt x="244813" y="357007"/>
                    </a:lnTo>
                    <a:lnTo>
                      <a:pt x="242223" y="357007"/>
                    </a:lnTo>
                    <a:lnTo>
                      <a:pt x="239778" y="357007"/>
                    </a:lnTo>
                    <a:lnTo>
                      <a:pt x="239778" y="359452"/>
                    </a:lnTo>
                    <a:lnTo>
                      <a:pt x="242223" y="359452"/>
                    </a:lnTo>
                    <a:lnTo>
                      <a:pt x="244813" y="359452"/>
                    </a:lnTo>
                    <a:lnTo>
                      <a:pt x="247546" y="357007"/>
                    </a:lnTo>
                    <a:lnTo>
                      <a:pt x="252436" y="357007"/>
                    </a:lnTo>
                    <a:lnTo>
                      <a:pt x="252436" y="354561"/>
                    </a:lnTo>
                    <a:lnTo>
                      <a:pt x="255025" y="354561"/>
                    </a:lnTo>
                    <a:lnTo>
                      <a:pt x="257471" y="354561"/>
                    </a:lnTo>
                    <a:lnTo>
                      <a:pt x="260203" y="351828"/>
                    </a:lnTo>
                    <a:lnTo>
                      <a:pt x="262649" y="351828"/>
                    </a:lnTo>
                    <a:lnTo>
                      <a:pt x="265238" y="351828"/>
                    </a:lnTo>
                    <a:lnTo>
                      <a:pt x="267683" y="349239"/>
                    </a:lnTo>
                    <a:lnTo>
                      <a:pt x="270416" y="349239"/>
                    </a:lnTo>
                    <a:lnTo>
                      <a:pt x="272861" y="349239"/>
                    </a:lnTo>
                    <a:lnTo>
                      <a:pt x="275451" y="349239"/>
                    </a:lnTo>
                    <a:lnTo>
                      <a:pt x="277896" y="346794"/>
                    </a:lnTo>
                    <a:lnTo>
                      <a:pt x="280628" y="346794"/>
                    </a:lnTo>
                    <a:lnTo>
                      <a:pt x="285663" y="344349"/>
                    </a:lnTo>
                    <a:lnTo>
                      <a:pt x="288108" y="344349"/>
                    </a:lnTo>
                    <a:lnTo>
                      <a:pt x="290841" y="344349"/>
                    </a:lnTo>
                    <a:lnTo>
                      <a:pt x="293286" y="341616"/>
                    </a:lnTo>
                    <a:lnTo>
                      <a:pt x="295875" y="341616"/>
                    </a:lnTo>
                    <a:lnTo>
                      <a:pt x="298321" y="341616"/>
                    </a:lnTo>
                    <a:lnTo>
                      <a:pt x="301054" y="341616"/>
                    </a:lnTo>
                    <a:lnTo>
                      <a:pt x="303499" y="341616"/>
                    </a:lnTo>
                    <a:lnTo>
                      <a:pt x="305944" y="339027"/>
                    </a:lnTo>
                    <a:lnTo>
                      <a:pt x="308533" y="339027"/>
                    </a:lnTo>
                    <a:lnTo>
                      <a:pt x="311266" y="339027"/>
                    </a:lnTo>
                    <a:lnTo>
                      <a:pt x="313711" y="339027"/>
                    </a:lnTo>
                    <a:lnTo>
                      <a:pt x="316301" y="339027"/>
                    </a:lnTo>
                    <a:lnTo>
                      <a:pt x="316301" y="336582"/>
                    </a:lnTo>
                    <a:lnTo>
                      <a:pt x="318746" y="336582"/>
                    </a:lnTo>
                    <a:lnTo>
                      <a:pt x="321478" y="336582"/>
                    </a:lnTo>
                    <a:lnTo>
                      <a:pt x="323924" y="336582"/>
                    </a:lnTo>
                    <a:lnTo>
                      <a:pt x="326513" y="336582"/>
                    </a:lnTo>
                    <a:lnTo>
                      <a:pt x="326513" y="334136"/>
                    </a:lnTo>
                    <a:lnTo>
                      <a:pt x="328958" y="334136"/>
                    </a:lnTo>
                    <a:lnTo>
                      <a:pt x="331403" y="334136"/>
                    </a:lnTo>
                    <a:lnTo>
                      <a:pt x="331403" y="336582"/>
                    </a:lnTo>
                    <a:lnTo>
                      <a:pt x="334136" y="336582"/>
                    </a:lnTo>
                    <a:lnTo>
                      <a:pt x="334136" y="339027"/>
                    </a:lnTo>
                    <a:lnTo>
                      <a:pt x="331403" y="339027"/>
                    </a:lnTo>
                    <a:lnTo>
                      <a:pt x="331403" y="341616"/>
                    </a:lnTo>
                    <a:lnTo>
                      <a:pt x="328958" y="341616"/>
                    </a:lnTo>
                    <a:lnTo>
                      <a:pt x="328958" y="344349"/>
                    </a:lnTo>
                    <a:lnTo>
                      <a:pt x="326513" y="344349"/>
                    </a:lnTo>
                    <a:lnTo>
                      <a:pt x="323924" y="344349"/>
                    </a:lnTo>
                    <a:lnTo>
                      <a:pt x="321478" y="344349"/>
                    </a:lnTo>
                    <a:lnTo>
                      <a:pt x="321478" y="346794"/>
                    </a:lnTo>
                    <a:lnTo>
                      <a:pt x="318746" y="346794"/>
                    </a:lnTo>
                    <a:lnTo>
                      <a:pt x="316301" y="344349"/>
                    </a:lnTo>
                    <a:lnTo>
                      <a:pt x="311266" y="344349"/>
                    </a:lnTo>
                    <a:lnTo>
                      <a:pt x="311266" y="346794"/>
                    </a:lnTo>
                    <a:lnTo>
                      <a:pt x="313711" y="346794"/>
                    </a:lnTo>
                    <a:lnTo>
                      <a:pt x="318746" y="346794"/>
                    </a:lnTo>
                    <a:lnTo>
                      <a:pt x="311266" y="349239"/>
                    </a:lnTo>
                    <a:lnTo>
                      <a:pt x="308533" y="349239"/>
                    </a:lnTo>
                    <a:lnTo>
                      <a:pt x="308533" y="351828"/>
                    </a:lnTo>
                    <a:lnTo>
                      <a:pt x="305944" y="351828"/>
                    </a:lnTo>
                    <a:lnTo>
                      <a:pt x="305944" y="354561"/>
                    </a:lnTo>
                    <a:lnTo>
                      <a:pt x="308533" y="354561"/>
                    </a:lnTo>
                    <a:lnTo>
                      <a:pt x="311266" y="351828"/>
                    </a:lnTo>
                    <a:lnTo>
                      <a:pt x="318746" y="349239"/>
                    </a:lnTo>
                    <a:lnTo>
                      <a:pt x="321478" y="349239"/>
                    </a:lnTo>
                    <a:lnTo>
                      <a:pt x="316301" y="354561"/>
                    </a:lnTo>
                    <a:lnTo>
                      <a:pt x="311266" y="354561"/>
                    </a:lnTo>
                    <a:lnTo>
                      <a:pt x="308533" y="354561"/>
                    </a:lnTo>
                    <a:lnTo>
                      <a:pt x="303499" y="357007"/>
                    </a:lnTo>
                    <a:lnTo>
                      <a:pt x="305944" y="357007"/>
                    </a:lnTo>
                    <a:lnTo>
                      <a:pt x="308533" y="357007"/>
                    </a:lnTo>
                    <a:lnTo>
                      <a:pt x="311266" y="357007"/>
                    </a:lnTo>
                    <a:lnTo>
                      <a:pt x="313711" y="359452"/>
                    </a:lnTo>
                    <a:lnTo>
                      <a:pt x="316301" y="357007"/>
                    </a:lnTo>
                    <a:lnTo>
                      <a:pt x="318746" y="357007"/>
                    </a:lnTo>
                    <a:lnTo>
                      <a:pt x="318746" y="354561"/>
                    </a:lnTo>
                    <a:lnTo>
                      <a:pt x="321478" y="351828"/>
                    </a:lnTo>
                    <a:lnTo>
                      <a:pt x="321478" y="354561"/>
                    </a:lnTo>
                    <a:lnTo>
                      <a:pt x="326513" y="354561"/>
                    </a:lnTo>
                    <a:lnTo>
                      <a:pt x="328958" y="354561"/>
                    </a:lnTo>
                    <a:lnTo>
                      <a:pt x="331403" y="354561"/>
                    </a:lnTo>
                    <a:lnTo>
                      <a:pt x="328958" y="357007"/>
                    </a:lnTo>
                    <a:lnTo>
                      <a:pt x="326513" y="357007"/>
                    </a:lnTo>
                    <a:lnTo>
                      <a:pt x="331403" y="357007"/>
                    </a:lnTo>
                    <a:lnTo>
                      <a:pt x="334136" y="357007"/>
                    </a:lnTo>
                    <a:lnTo>
                      <a:pt x="334136" y="359452"/>
                    </a:lnTo>
                    <a:lnTo>
                      <a:pt x="328958" y="359452"/>
                    </a:lnTo>
                    <a:lnTo>
                      <a:pt x="326513" y="362041"/>
                    </a:lnTo>
                    <a:lnTo>
                      <a:pt x="328958" y="362041"/>
                    </a:lnTo>
                    <a:lnTo>
                      <a:pt x="334136" y="359452"/>
                    </a:lnTo>
                    <a:lnTo>
                      <a:pt x="336582" y="359452"/>
                    </a:lnTo>
                    <a:lnTo>
                      <a:pt x="334136" y="362041"/>
                    </a:lnTo>
                    <a:lnTo>
                      <a:pt x="336582" y="362041"/>
                    </a:lnTo>
                    <a:lnTo>
                      <a:pt x="336582" y="359452"/>
                    </a:lnTo>
                    <a:lnTo>
                      <a:pt x="339171" y="359452"/>
                    </a:lnTo>
                    <a:lnTo>
                      <a:pt x="344349" y="359452"/>
                    </a:lnTo>
                    <a:lnTo>
                      <a:pt x="341616" y="362041"/>
                    </a:lnTo>
                    <a:lnTo>
                      <a:pt x="346794" y="359452"/>
                    </a:lnTo>
                    <a:lnTo>
                      <a:pt x="346794" y="362041"/>
                    </a:lnTo>
                    <a:lnTo>
                      <a:pt x="339171" y="362041"/>
                    </a:lnTo>
                    <a:lnTo>
                      <a:pt x="334136" y="364774"/>
                    </a:lnTo>
                    <a:lnTo>
                      <a:pt x="339171" y="364774"/>
                    </a:lnTo>
                    <a:lnTo>
                      <a:pt x="344349" y="364774"/>
                    </a:lnTo>
                    <a:lnTo>
                      <a:pt x="336582" y="369664"/>
                    </a:lnTo>
                    <a:lnTo>
                      <a:pt x="334136" y="369664"/>
                    </a:lnTo>
                    <a:lnTo>
                      <a:pt x="336582" y="367219"/>
                    </a:lnTo>
                    <a:lnTo>
                      <a:pt x="339171" y="364774"/>
                    </a:lnTo>
                    <a:lnTo>
                      <a:pt x="334136" y="367219"/>
                    </a:lnTo>
                    <a:lnTo>
                      <a:pt x="328958" y="367219"/>
                    </a:lnTo>
                    <a:lnTo>
                      <a:pt x="328958" y="369664"/>
                    </a:lnTo>
                    <a:lnTo>
                      <a:pt x="326513" y="369664"/>
                    </a:lnTo>
                    <a:lnTo>
                      <a:pt x="323924" y="369664"/>
                    </a:lnTo>
                    <a:lnTo>
                      <a:pt x="321478" y="369664"/>
                    </a:lnTo>
                    <a:lnTo>
                      <a:pt x="318746" y="372253"/>
                    </a:lnTo>
                    <a:lnTo>
                      <a:pt x="321478" y="372253"/>
                    </a:lnTo>
                    <a:lnTo>
                      <a:pt x="321478" y="374986"/>
                    </a:lnTo>
                    <a:lnTo>
                      <a:pt x="326513" y="374986"/>
                    </a:lnTo>
                    <a:lnTo>
                      <a:pt x="326513" y="372253"/>
                    </a:lnTo>
                    <a:lnTo>
                      <a:pt x="326513" y="374986"/>
                    </a:lnTo>
                    <a:lnTo>
                      <a:pt x="323924" y="374986"/>
                    </a:lnTo>
                    <a:lnTo>
                      <a:pt x="323924" y="377432"/>
                    </a:lnTo>
                    <a:lnTo>
                      <a:pt x="326513" y="377432"/>
                    </a:lnTo>
                    <a:lnTo>
                      <a:pt x="328958" y="374986"/>
                    </a:lnTo>
                    <a:lnTo>
                      <a:pt x="331403" y="377432"/>
                    </a:lnTo>
                    <a:lnTo>
                      <a:pt x="331403" y="374986"/>
                    </a:lnTo>
                    <a:lnTo>
                      <a:pt x="331403" y="372253"/>
                    </a:lnTo>
                    <a:lnTo>
                      <a:pt x="334136" y="372253"/>
                    </a:lnTo>
                    <a:lnTo>
                      <a:pt x="334136" y="374986"/>
                    </a:lnTo>
                    <a:lnTo>
                      <a:pt x="339171" y="369664"/>
                    </a:lnTo>
                    <a:lnTo>
                      <a:pt x="339171" y="372253"/>
                    </a:lnTo>
                    <a:lnTo>
                      <a:pt x="339171" y="374986"/>
                    </a:lnTo>
                    <a:lnTo>
                      <a:pt x="341616" y="372253"/>
                    </a:lnTo>
                    <a:lnTo>
                      <a:pt x="344349" y="374986"/>
                    </a:lnTo>
                    <a:lnTo>
                      <a:pt x="341616" y="377432"/>
                    </a:lnTo>
                    <a:lnTo>
                      <a:pt x="344349" y="374986"/>
                    </a:lnTo>
                    <a:lnTo>
                      <a:pt x="344349" y="372253"/>
                    </a:lnTo>
                    <a:lnTo>
                      <a:pt x="344349" y="369664"/>
                    </a:lnTo>
                    <a:lnTo>
                      <a:pt x="349383" y="367219"/>
                    </a:lnTo>
                    <a:lnTo>
                      <a:pt x="351829" y="367219"/>
                    </a:lnTo>
                    <a:lnTo>
                      <a:pt x="349383" y="369664"/>
                    </a:lnTo>
                    <a:lnTo>
                      <a:pt x="354562" y="367219"/>
                    </a:lnTo>
                    <a:lnTo>
                      <a:pt x="357007" y="367219"/>
                    </a:lnTo>
                    <a:lnTo>
                      <a:pt x="357007" y="364774"/>
                    </a:lnTo>
                    <a:lnTo>
                      <a:pt x="359596" y="364774"/>
                    </a:lnTo>
                    <a:lnTo>
                      <a:pt x="359596" y="362041"/>
                    </a:lnTo>
                    <a:lnTo>
                      <a:pt x="362041" y="362041"/>
                    </a:lnTo>
                    <a:lnTo>
                      <a:pt x="364774" y="359452"/>
                    </a:lnTo>
                    <a:lnTo>
                      <a:pt x="364774" y="362041"/>
                    </a:lnTo>
                    <a:lnTo>
                      <a:pt x="362041" y="362041"/>
                    </a:lnTo>
                    <a:lnTo>
                      <a:pt x="364774" y="364774"/>
                    </a:lnTo>
                    <a:lnTo>
                      <a:pt x="367219" y="364774"/>
                    </a:lnTo>
                    <a:lnTo>
                      <a:pt x="369808" y="364774"/>
                    </a:lnTo>
                    <a:lnTo>
                      <a:pt x="367219" y="367219"/>
                    </a:lnTo>
                    <a:lnTo>
                      <a:pt x="364774" y="367219"/>
                    </a:lnTo>
                    <a:lnTo>
                      <a:pt x="362041" y="367219"/>
                    </a:lnTo>
                    <a:lnTo>
                      <a:pt x="362041" y="369664"/>
                    </a:lnTo>
                    <a:lnTo>
                      <a:pt x="364774" y="372253"/>
                    </a:lnTo>
                    <a:lnTo>
                      <a:pt x="364774" y="369664"/>
                    </a:lnTo>
                    <a:lnTo>
                      <a:pt x="367219" y="369664"/>
                    </a:lnTo>
                    <a:lnTo>
                      <a:pt x="367219" y="372253"/>
                    </a:lnTo>
                    <a:lnTo>
                      <a:pt x="369808" y="372253"/>
                    </a:lnTo>
                    <a:lnTo>
                      <a:pt x="369808" y="369664"/>
                    </a:lnTo>
                    <a:lnTo>
                      <a:pt x="374986" y="369664"/>
                    </a:lnTo>
                    <a:lnTo>
                      <a:pt x="374986" y="372253"/>
                    </a:lnTo>
                    <a:lnTo>
                      <a:pt x="369808" y="374986"/>
                    </a:lnTo>
                    <a:lnTo>
                      <a:pt x="369808" y="372253"/>
                    </a:lnTo>
                    <a:lnTo>
                      <a:pt x="367219" y="374986"/>
                    </a:lnTo>
                    <a:lnTo>
                      <a:pt x="364774" y="377432"/>
                    </a:lnTo>
                    <a:lnTo>
                      <a:pt x="367219" y="379877"/>
                    </a:lnTo>
                    <a:lnTo>
                      <a:pt x="362041" y="379877"/>
                    </a:lnTo>
                    <a:lnTo>
                      <a:pt x="364774" y="379877"/>
                    </a:lnTo>
                    <a:lnTo>
                      <a:pt x="367219" y="382466"/>
                    </a:lnTo>
                    <a:lnTo>
                      <a:pt x="367219" y="379877"/>
                    </a:lnTo>
                    <a:lnTo>
                      <a:pt x="369808" y="377432"/>
                    </a:lnTo>
                    <a:lnTo>
                      <a:pt x="372253" y="374986"/>
                    </a:lnTo>
                    <a:lnTo>
                      <a:pt x="372253" y="377432"/>
                    </a:lnTo>
                    <a:lnTo>
                      <a:pt x="374986" y="377432"/>
                    </a:lnTo>
                    <a:lnTo>
                      <a:pt x="374986" y="374986"/>
                    </a:lnTo>
                    <a:lnTo>
                      <a:pt x="377432" y="374986"/>
                    </a:lnTo>
                    <a:lnTo>
                      <a:pt x="374986" y="377432"/>
                    </a:lnTo>
                    <a:lnTo>
                      <a:pt x="372253" y="379877"/>
                    </a:lnTo>
                    <a:lnTo>
                      <a:pt x="374986" y="379877"/>
                    </a:lnTo>
                    <a:lnTo>
                      <a:pt x="372253" y="379877"/>
                    </a:lnTo>
                    <a:lnTo>
                      <a:pt x="372253" y="382466"/>
                    </a:lnTo>
                    <a:lnTo>
                      <a:pt x="369808" y="382466"/>
                    </a:lnTo>
                    <a:lnTo>
                      <a:pt x="369808" y="385199"/>
                    </a:lnTo>
                    <a:lnTo>
                      <a:pt x="372253" y="385199"/>
                    </a:lnTo>
                    <a:lnTo>
                      <a:pt x="372253" y="387644"/>
                    </a:lnTo>
                    <a:lnTo>
                      <a:pt x="369808" y="387644"/>
                    </a:lnTo>
                    <a:lnTo>
                      <a:pt x="369808" y="385199"/>
                    </a:lnTo>
                    <a:lnTo>
                      <a:pt x="367219" y="385199"/>
                    </a:lnTo>
                    <a:lnTo>
                      <a:pt x="367219" y="387644"/>
                    </a:lnTo>
                    <a:lnTo>
                      <a:pt x="369808" y="390089"/>
                    </a:lnTo>
                    <a:lnTo>
                      <a:pt x="380021" y="385199"/>
                    </a:lnTo>
                    <a:lnTo>
                      <a:pt x="382466" y="385199"/>
                    </a:lnTo>
                    <a:lnTo>
                      <a:pt x="385199" y="385199"/>
                    </a:lnTo>
                    <a:lnTo>
                      <a:pt x="385199" y="382466"/>
                    </a:lnTo>
                    <a:lnTo>
                      <a:pt x="387644" y="382466"/>
                    </a:lnTo>
                    <a:lnTo>
                      <a:pt x="390233" y="385199"/>
                    </a:lnTo>
                    <a:lnTo>
                      <a:pt x="392679" y="385199"/>
                    </a:lnTo>
                    <a:lnTo>
                      <a:pt x="395412" y="390089"/>
                    </a:lnTo>
                    <a:lnTo>
                      <a:pt x="397857" y="392535"/>
                    </a:lnTo>
                    <a:lnTo>
                      <a:pt x="400302" y="390089"/>
                    </a:lnTo>
                    <a:lnTo>
                      <a:pt x="405336" y="387644"/>
                    </a:lnTo>
                    <a:lnTo>
                      <a:pt x="408069" y="387644"/>
                    </a:lnTo>
                    <a:lnTo>
                      <a:pt x="413103" y="387644"/>
                    </a:lnTo>
                    <a:lnTo>
                      <a:pt x="415549" y="385199"/>
                    </a:lnTo>
                    <a:lnTo>
                      <a:pt x="418282" y="387644"/>
                    </a:lnTo>
                    <a:lnTo>
                      <a:pt x="418282" y="390089"/>
                    </a:lnTo>
                    <a:lnTo>
                      <a:pt x="418282" y="392535"/>
                    </a:lnTo>
                    <a:lnTo>
                      <a:pt x="415549" y="395268"/>
                    </a:lnTo>
                    <a:lnTo>
                      <a:pt x="415549" y="397857"/>
                    </a:lnTo>
                    <a:lnTo>
                      <a:pt x="415549" y="395268"/>
                    </a:lnTo>
                    <a:lnTo>
                      <a:pt x="413103" y="395268"/>
                    </a:lnTo>
                    <a:lnTo>
                      <a:pt x="413103" y="397857"/>
                    </a:lnTo>
                    <a:lnTo>
                      <a:pt x="413103" y="400302"/>
                    </a:lnTo>
                    <a:lnTo>
                      <a:pt x="410658" y="400302"/>
                    </a:lnTo>
                    <a:lnTo>
                      <a:pt x="408069" y="400302"/>
                    </a:lnTo>
                    <a:lnTo>
                      <a:pt x="408069" y="402747"/>
                    </a:lnTo>
                    <a:lnTo>
                      <a:pt x="410658" y="402747"/>
                    </a:lnTo>
                    <a:lnTo>
                      <a:pt x="413103" y="400302"/>
                    </a:lnTo>
                    <a:lnTo>
                      <a:pt x="413103" y="397857"/>
                    </a:lnTo>
                    <a:lnTo>
                      <a:pt x="415549" y="400302"/>
                    </a:lnTo>
                    <a:lnTo>
                      <a:pt x="418282" y="397857"/>
                    </a:lnTo>
                    <a:lnTo>
                      <a:pt x="420727" y="397857"/>
                    </a:lnTo>
                    <a:lnTo>
                      <a:pt x="420727" y="395268"/>
                    </a:lnTo>
                    <a:lnTo>
                      <a:pt x="420727" y="387644"/>
                    </a:lnTo>
                    <a:lnTo>
                      <a:pt x="420727" y="385199"/>
                    </a:lnTo>
                    <a:lnTo>
                      <a:pt x="423316" y="385199"/>
                    </a:lnTo>
                    <a:lnTo>
                      <a:pt x="425761" y="385199"/>
                    </a:lnTo>
                    <a:lnTo>
                      <a:pt x="425761" y="387644"/>
                    </a:lnTo>
                    <a:lnTo>
                      <a:pt x="428494" y="390089"/>
                    </a:lnTo>
                    <a:lnTo>
                      <a:pt x="428494" y="392535"/>
                    </a:lnTo>
                    <a:lnTo>
                      <a:pt x="428494" y="395268"/>
                    </a:lnTo>
                    <a:lnTo>
                      <a:pt x="430940" y="395268"/>
                    </a:lnTo>
                    <a:lnTo>
                      <a:pt x="430940" y="397857"/>
                    </a:lnTo>
                    <a:lnTo>
                      <a:pt x="428494" y="400302"/>
                    </a:lnTo>
                    <a:lnTo>
                      <a:pt x="428494" y="402747"/>
                    </a:lnTo>
                    <a:lnTo>
                      <a:pt x="428494" y="405480"/>
                    </a:lnTo>
                    <a:lnTo>
                      <a:pt x="430940" y="405480"/>
                    </a:lnTo>
                    <a:lnTo>
                      <a:pt x="430940" y="408069"/>
                    </a:lnTo>
                    <a:lnTo>
                      <a:pt x="430940" y="410514"/>
                    </a:lnTo>
                    <a:lnTo>
                      <a:pt x="433529" y="415693"/>
                    </a:lnTo>
                    <a:lnTo>
                      <a:pt x="433529" y="412960"/>
                    </a:lnTo>
                    <a:lnTo>
                      <a:pt x="433529" y="410514"/>
                    </a:lnTo>
                    <a:lnTo>
                      <a:pt x="433529" y="405480"/>
                    </a:lnTo>
                    <a:lnTo>
                      <a:pt x="430940" y="387644"/>
                    </a:lnTo>
                    <a:lnTo>
                      <a:pt x="430940" y="385199"/>
                    </a:lnTo>
                    <a:lnTo>
                      <a:pt x="430940" y="382466"/>
                    </a:lnTo>
                    <a:lnTo>
                      <a:pt x="433529" y="382466"/>
                    </a:lnTo>
                    <a:lnTo>
                      <a:pt x="433529" y="385199"/>
                    </a:lnTo>
                    <a:lnTo>
                      <a:pt x="435974" y="382466"/>
                    </a:lnTo>
                    <a:lnTo>
                      <a:pt x="435974" y="385199"/>
                    </a:lnTo>
                    <a:lnTo>
                      <a:pt x="438707" y="385199"/>
                    </a:lnTo>
                    <a:lnTo>
                      <a:pt x="438707" y="382466"/>
                    </a:lnTo>
                    <a:lnTo>
                      <a:pt x="441152" y="382466"/>
                    </a:lnTo>
                    <a:lnTo>
                      <a:pt x="441152" y="385199"/>
                    </a:lnTo>
                    <a:lnTo>
                      <a:pt x="441152" y="382466"/>
                    </a:lnTo>
                    <a:lnTo>
                      <a:pt x="443741" y="382466"/>
                    </a:lnTo>
                    <a:lnTo>
                      <a:pt x="443741" y="385199"/>
                    </a:lnTo>
                    <a:lnTo>
                      <a:pt x="443741" y="387644"/>
                    </a:lnTo>
                    <a:lnTo>
                      <a:pt x="443741" y="390089"/>
                    </a:lnTo>
                    <a:lnTo>
                      <a:pt x="443741" y="392535"/>
                    </a:lnTo>
                    <a:lnTo>
                      <a:pt x="443741" y="395268"/>
                    </a:lnTo>
                    <a:lnTo>
                      <a:pt x="441152" y="397857"/>
                    </a:lnTo>
                    <a:lnTo>
                      <a:pt x="438707" y="397857"/>
                    </a:lnTo>
                    <a:lnTo>
                      <a:pt x="438707" y="402747"/>
                    </a:lnTo>
                    <a:lnTo>
                      <a:pt x="438707" y="405480"/>
                    </a:lnTo>
                    <a:lnTo>
                      <a:pt x="441152" y="405480"/>
                    </a:lnTo>
                    <a:lnTo>
                      <a:pt x="441152" y="400302"/>
                    </a:lnTo>
                    <a:lnTo>
                      <a:pt x="443741" y="400302"/>
                    </a:lnTo>
                    <a:lnTo>
                      <a:pt x="446186" y="400302"/>
                    </a:lnTo>
                    <a:lnTo>
                      <a:pt x="446186" y="402747"/>
                    </a:lnTo>
                    <a:lnTo>
                      <a:pt x="446186" y="405480"/>
                    </a:lnTo>
                    <a:lnTo>
                      <a:pt x="448919" y="405480"/>
                    </a:lnTo>
                    <a:lnTo>
                      <a:pt x="448919" y="408069"/>
                    </a:lnTo>
                    <a:lnTo>
                      <a:pt x="448919" y="410514"/>
                    </a:lnTo>
                    <a:lnTo>
                      <a:pt x="446186" y="412960"/>
                    </a:lnTo>
                    <a:lnTo>
                      <a:pt x="446186" y="415693"/>
                    </a:lnTo>
                    <a:lnTo>
                      <a:pt x="451364" y="408069"/>
                    </a:lnTo>
                    <a:lnTo>
                      <a:pt x="448919" y="408069"/>
                    </a:lnTo>
                    <a:lnTo>
                      <a:pt x="448919" y="405480"/>
                    </a:lnTo>
                    <a:lnTo>
                      <a:pt x="451364" y="405480"/>
                    </a:lnTo>
                    <a:lnTo>
                      <a:pt x="451364" y="402747"/>
                    </a:lnTo>
                    <a:lnTo>
                      <a:pt x="453953" y="402747"/>
                    </a:lnTo>
                    <a:lnTo>
                      <a:pt x="453953" y="405480"/>
                    </a:lnTo>
                    <a:lnTo>
                      <a:pt x="453953" y="408069"/>
                    </a:lnTo>
                    <a:lnTo>
                      <a:pt x="456399" y="410514"/>
                    </a:lnTo>
                    <a:lnTo>
                      <a:pt x="456399" y="412960"/>
                    </a:lnTo>
                    <a:lnTo>
                      <a:pt x="456399" y="415693"/>
                    </a:lnTo>
                    <a:lnTo>
                      <a:pt x="456399" y="418282"/>
                    </a:lnTo>
                    <a:lnTo>
                      <a:pt x="459132" y="415693"/>
                    </a:lnTo>
                    <a:lnTo>
                      <a:pt x="459132" y="418282"/>
                    </a:lnTo>
                    <a:lnTo>
                      <a:pt x="461577" y="415693"/>
                    </a:lnTo>
                    <a:lnTo>
                      <a:pt x="459132" y="412960"/>
                    </a:lnTo>
                    <a:lnTo>
                      <a:pt x="459132" y="410514"/>
                    </a:lnTo>
                    <a:lnTo>
                      <a:pt x="459132" y="408069"/>
                    </a:lnTo>
                    <a:lnTo>
                      <a:pt x="461577" y="410514"/>
                    </a:lnTo>
                    <a:lnTo>
                      <a:pt x="464166" y="410514"/>
                    </a:lnTo>
                    <a:lnTo>
                      <a:pt x="464166" y="412960"/>
                    </a:lnTo>
                    <a:lnTo>
                      <a:pt x="461577" y="412960"/>
                    </a:lnTo>
                    <a:lnTo>
                      <a:pt x="464166" y="412960"/>
                    </a:lnTo>
                    <a:lnTo>
                      <a:pt x="464166" y="415693"/>
                    </a:lnTo>
                    <a:lnTo>
                      <a:pt x="466611" y="415693"/>
                    </a:lnTo>
                    <a:lnTo>
                      <a:pt x="464166" y="415693"/>
                    </a:lnTo>
                    <a:lnTo>
                      <a:pt x="464166" y="418282"/>
                    </a:lnTo>
                    <a:lnTo>
                      <a:pt x="461577" y="418282"/>
                    </a:lnTo>
                    <a:lnTo>
                      <a:pt x="459132" y="420727"/>
                    </a:lnTo>
                    <a:lnTo>
                      <a:pt x="461577" y="420727"/>
                    </a:lnTo>
                    <a:lnTo>
                      <a:pt x="459132" y="423172"/>
                    </a:lnTo>
                    <a:lnTo>
                      <a:pt x="459132" y="425761"/>
                    </a:lnTo>
                    <a:lnTo>
                      <a:pt x="459132" y="428494"/>
                    </a:lnTo>
                    <a:lnTo>
                      <a:pt x="459132" y="433385"/>
                    </a:lnTo>
                    <a:lnTo>
                      <a:pt x="461577" y="433385"/>
                    </a:lnTo>
                    <a:lnTo>
                      <a:pt x="461577" y="435974"/>
                    </a:lnTo>
                    <a:lnTo>
                      <a:pt x="459132" y="435974"/>
                    </a:lnTo>
                    <a:lnTo>
                      <a:pt x="456399" y="433385"/>
                    </a:lnTo>
                    <a:lnTo>
                      <a:pt x="456399" y="438707"/>
                    </a:lnTo>
                    <a:lnTo>
                      <a:pt x="453953" y="441152"/>
                    </a:lnTo>
                    <a:lnTo>
                      <a:pt x="456399" y="438707"/>
                    </a:lnTo>
                    <a:lnTo>
                      <a:pt x="453953" y="443597"/>
                    </a:lnTo>
                    <a:lnTo>
                      <a:pt x="456399" y="448919"/>
                    </a:lnTo>
                    <a:lnTo>
                      <a:pt x="453953" y="453810"/>
                    </a:lnTo>
                    <a:lnTo>
                      <a:pt x="456399" y="451364"/>
                    </a:lnTo>
                    <a:lnTo>
                      <a:pt x="459132" y="443597"/>
                    </a:lnTo>
                    <a:lnTo>
                      <a:pt x="459132" y="441152"/>
                    </a:lnTo>
                    <a:lnTo>
                      <a:pt x="459132" y="443597"/>
                    </a:lnTo>
                    <a:lnTo>
                      <a:pt x="461577" y="443597"/>
                    </a:lnTo>
                    <a:lnTo>
                      <a:pt x="461577" y="438707"/>
                    </a:lnTo>
                    <a:lnTo>
                      <a:pt x="464166" y="435974"/>
                    </a:lnTo>
                    <a:lnTo>
                      <a:pt x="464166" y="438707"/>
                    </a:lnTo>
                    <a:lnTo>
                      <a:pt x="466611" y="438707"/>
                    </a:lnTo>
                    <a:lnTo>
                      <a:pt x="469344" y="438707"/>
                    </a:lnTo>
                    <a:lnTo>
                      <a:pt x="469344" y="433385"/>
                    </a:lnTo>
                    <a:lnTo>
                      <a:pt x="471790" y="430939"/>
                    </a:lnTo>
                    <a:lnTo>
                      <a:pt x="471790" y="433385"/>
                    </a:lnTo>
                    <a:lnTo>
                      <a:pt x="471790" y="435974"/>
                    </a:lnTo>
                    <a:lnTo>
                      <a:pt x="474235" y="430939"/>
                    </a:lnTo>
                    <a:lnTo>
                      <a:pt x="476824" y="428494"/>
                    </a:lnTo>
                    <a:lnTo>
                      <a:pt x="476824" y="430939"/>
                    </a:lnTo>
                    <a:lnTo>
                      <a:pt x="474235" y="433385"/>
                    </a:lnTo>
                    <a:lnTo>
                      <a:pt x="476824" y="433385"/>
                    </a:lnTo>
                    <a:lnTo>
                      <a:pt x="479269" y="430939"/>
                    </a:lnTo>
                    <a:lnTo>
                      <a:pt x="482002" y="428494"/>
                    </a:lnTo>
                    <a:lnTo>
                      <a:pt x="484591" y="430939"/>
                    </a:lnTo>
                    <a:lnTo>
                      <a:pt x="487036" y="430939"/>
                    </a:lnTo>
                    <a:lnTo>
                      <a:pt x="487036" y="428494"/>
                    </a:lnTo>
                    <a:lnTo>
                      <a:pt x="487036" y="425761"/>
                    </a:lnTo>
                    <a:lnTo>
                      <a:pt x="487036" y="428494"/>
                    </a:lnTo>
                    <a:lnTo>
                      <a:pt x="489481" y="428494"/>
                    </a:lnTo>
                    <a:lnTo>
                      <a:pt x="492214" y="425761"/>
                    </a:lnTo>
                    <a:lnTo>
                      <a:pt x="489481" y="425761"/>
                    </a:lnTo>
                    <a:lnTo>
                      <a:pt x="492214" y="425761"/>
                    </a:lnTo>
                    <a:lnTo>
                      <a:pt x="492214" y="423172"/>
                    </a:lnTo>
                    <a:lnTo>
                      <a:pt x="492214" y="418282"/>
                    </a:lnTo>
                    <a:lnTo>
                      <a:pt x="494660" y="415693"/>
                    </a:lnTo>
                    <a:lnTo>
                      <a:pt x="494660" y="418282"/>
                    </a:lnTo>
                    <a:lnTo>
                      <a:pt x="497249" y="415693"/>
                    </a:lnTo>
                    <a:lnTo>
                      <a:pt x="497249" y="418282"/>
                    </a:lnTo>
                    <a:lnTo>
                      <a:pt x="497249" y="420727"/>
                    </a:lnTo>
                    <a:lnTo>
                      <a:pt x="497249" y="418282"/>
                    </a:lnTo>
                    <a:lnTo>
                      <a:pt x="499694" y="418282"/>
                    </a:lnTo>
                    <a:lnTo>
                      <a:pt x="499694" y="420727"/>
                    </a:lnTo>
                    <a:lnTo>
                      <a:pt x="502427" y="420727"/>
                    </a:lnTo>
                    <a:lnTo>
                      <a:pt x="502427" y="423172"/>
                    </a:lnTo>
                    <a:lnTo>
                      <a:pt x="499694" y="423172"/>
                    </a:lnTo>
                    <a:lnTo>
                      <a:pt x="499694" y="425761"/>
                    </a:lnTo>
                    <a:lnTo>
                      <a:pt x="502427" y="423172"/>
                    </a:lnTo>
                    <a:lnTo>
                      <a:pt x="502427" y="425761"/>
                    </a:lnTo>
                    <a:lnTo>
                      <a:pt x="502427" y="428494"/>
                    </a:lnTo>
                    <a:lnTo>
                      <a:pt x="499694" y="428494"/>
                    </a:lnTo>
                    <a:lnTo>
                      <a:pt x="497249" y="430939"/>
                    </a:lnTo>
                    <a:lnTo>
                      <a:pt x="497249" y="433385"/>
                    </a:lnTo>
                    <a:lnTo>
                      <a:pt x="494660" y="435974"/>
                    </a:lnTo>
                    <a:lnTo>
                      <a:pt x="492214" y="435974"/>
                    </a:lnTo>
                    <a:lnTo>
                      <a:pt x="492214" y="438707"/>
                    </a:lnTo>
                    <a:lnTo>
                      <a:pt x="492214" y="441152"/>
                    </a:lnTo>
                    <a:lnTo>
                      <a:pt x="494660" y="438707"/>
                    </a:lnTo>
                    <a:lnTo>
                      <a:pt x="497249" y="438707"/>
                    </a:lnTo>
                    <a:lnTo>
                      <a:pt x="497249" y="435974"/>
                    </a:lnTo>
                    <a:lnTo>
                      <a:pt x="499694" y="435974"/>
                    </a:lnTo>
                    <a:lnTo>
                      <a:pt x="497249" y="438707"/>
                    </a:lnTo>
                    <a:lnTo>
                      <a:pt x="497249" y="441152"/>
                    </a:lnTo>
                    <a:lnTo>
                      <a:pt x="499694" y="438707"/>
                    </a:lnTo>
                    <a:lnTo>
                      <a:pt x="502427" y="438707"/>
                    </a:lnTo>
                    <a:lnTo>
                      <a:pt x="504872" y="435974"/>
                    </a:lnTo>
                    <a:lnTo>
                      <a:pt x="502427" y="435974"/>
                    </a:lnTo>
                    <a:lnTo>
                      <a:pt x="507461" y="430939"/>
                    </a:lnTo>
                    <a:lnTo>
                      <a:pt x="509907" y="430939"/>
                    </a:lnTo>
                    <a:lnTo>
                      <a:pt x="509907" y="433385"/>
                    </a:lnTo>
                    <a:lnTo>
                      <a:pt x="512640" y="430939"/>
                    </a:lnTo>
                    <a:lnTo>
                      <a:pt x="509907" y="428494"/>
                    </a:lnTo>
                    <a:lnTo>
                      <a:pt x="509907" y="423172"/>
                    </a:lnTo>
                    <a:lnTo>
                      <a:pt x="512640" y="423172"/>
                    </a:lnTo>
                    <a:lnTo>
                      <a:pt x="512640" y="425761"/>
                    </a:lnTo>
                    <a:lnTo>
                      <a:pt x="509907" y="425761"/>
                    </a:lnTo>
                    <a:lnTo>
                      <a:pt x="512640" y="430939"/>
                    </a:lnTo>
                    <a:lnTo>
                      <a:pt x="512640" y="425761"/>
                    </a:lnTo>
                    <a:lnTo>
                      <a:pt x="515085" y="425761"/>
                    </a:lnTo>
                    <a:lnTo>
                      <a:pt x="515085" y="423172"/>
                    </a:lnTo>
                    <a:lnTo>
                      <a:pt x="515085" y="420727"/>
                    </a:lnTo>
                    <a:lnTo>
                      <a:pt x="515085" y="418282"/>
                    </a:lnTo>
                    <a:lnTo>
                      <a:pt x="515085" y="420727"/>
                    </a:lnTo>
                    <a:lnTo>
                      <a:pt x="517674" y="420727"/>
                    </a:lnTo>
                    <a:lnTo>
                      <a:pt x="517674" y="425761"/>
                    </a:lnTo>
                    <a:lnTo>
                      <a:pt x="520119" y="423172"/>
                    </a:lnTo>
                    <a:lnTo>
                      <a:pt x="522852" y="423172"/>
                    </a:lnTo>
                    <a:lnTo>
                      <a:pt x="522852" y="420727"/>
                    </a:lnTo>
                    <a:lnTo>
                      <a:pt x="522852" y="423172"/>
                    </a:lnTo>
                    <a:lnTo>
                      <a:pt x="522852" y="425761"/>
                    </a:lnTo>
                    <a:lnTo>
                      <a:pt x="525297" y="425761"/>
                    </a:lnTo>
                    <a:lnTo>
                      <a:pt x="522852" y="428494"/>
                    </a:lnTo>
                    <a:lnTo>
                      <a:pt x="525297" y="430939"/>
                    </a:lnTo>
                    <a:lnTo>
                      <a:pt x="527886" y="430939"/>
                    </a:lnTo>
                    <a:lnTo>
                      <a:pt x="527886" y="433385"/>
                    </a:lnTo>
                    <a:lnTo>
                      <a:pt x="530331" y="435974"/>
                    </a:lnTo>
                    <a:lnTo>
                      <a:pt x="530331" y="425761"/>
                    </a:lnTo>
                    <a:lnTo>
                      <a:pt x="530331" y="420727"/>
                    </a:lnTo>
                    <a:lnTo>
                      <a:pt x="530331" y="418282"/>
                    </a:lnTo>
                    <a:lnTo>
                      <a:pt x="530331" y="415693"/>
                    </a:lnTo>
                    <a:lnTo>
                      <a:pt x="533064" y="412960"/>
                    </a:lnTo>
                    <a:lnTo>
                      <a:pt x="533064" y="410514"/>
                    </a:lnTo>
                    <a:lnTo>
                      <a:pt x="533064" y="415693"/>
                    </a:lnTo>
                    <a:lnTo>
                      <a:pt x="535510" y="415693"/>
                    </a:lnTo>
                    <a:lnTo>
                      <a:pt x="535510" y="412960"/>
                    </a:lnTo>
                    <a:lnTo>
                      <a:pt x="535510" y="410514"/>
                    </a:lnTo>
                    <a:lnTo>
                      <a:pt x="535510" y="408069"/>
                    </a:lnTo>
                    <a:lnTo>
                      <a:pt x="538099" y="408069"/>
                    </a:lnTo>
                    <a:lnTo>
                      <a:pt x="538099" y="412960"/>
                    </a:lnTo>
                    <a:lnTo>
                      <a:pt x="540544" y="418282"/>
                    </a:lnTo>
                    <a:lnTo>
                      <a:pt x="538099" y="420727"/>
                    </a:lnTo>
                    <a:lnTo>
                      <a:pt x="538099" y="425761"/>
                    </a:lnTo>
                    <a:lnTo>
                      <a:pt x="540544" y="425761"/>
                    </a:lnTo>
                    <a:lnTo>
                      <a:pt x="540544" y="423172"/>
                    </a:lnTo>
                    <a:lnTo>
                      <a:pt x="543277" y="423172"/>
                    </a:lnTo>
                    <a:lnTo>
                      <a:pt x="540544" y="420727"/>
                    </a:lnTo>
                    <a:lnTo>
                      <a:pt x="543277" y="418282"/>
                    </a:lnTo>
                    <a:lnTo>
                      <a:pt x="545722" y="420727"/>
                    </a:lnTo>
                    <a:lnTo>
                      <a:pt x="545722" y="423172"/>
                    </a:lnTo>
                    <a:lnTo>
                      <a:pt x="548311" y="420727"/>
                    </a:lnTo>
                    <a:lnTo>
                      <a:pt x="545722" y="415693"/>
                    </a:lnTo>
                    <a:lnTo>
                      <a:pt x="545722" y="412960"/>
                    </a:lnTo>
                    <a:lnTo>
                      <a:pt x="548311" y="412960"/>
                    </a:lnTo>
                    <a:lnTo>
                      <a:pt x="548311" y="415693"/>
                    </a:lnTo>
                    <a:lnTo>
                      <a:pt x="550757" y="418282"/>
                    </a:lnTo>
                    <a:lnTo>
                      <a:pt x="550757" y="415693"/>
                    </a:lnTo>
                    <a:lnTo>
                      <a:pt x="550757" y="412960"/>
                    </a:lnTo>
                    <a:lnTo>
                      <a:pt x="553202" y="412960"/>
                    </a:lnTo>
                    <a:lnTo>
                      <a:pt x="553202" y="415693"/>
                    </a:lnTo>
                    <a:lnTo>
                      <a:pt x="553202" y="420727"/>
                    </a:lnTo>
                    <a:lnTo>
                      <a:pt x="553202" y="423172"/>
                    </a:lnTo>
                    <a:lnTo>
                      <a:pt x="550757" y="430939"/>
                    </a:lnTo>
                    <a:lnTo>
                      <a:pt x="553202" y="428494"/>
                    </a:lnTo>
                    <a:lnTo>
                      <a:pt x="553202" y="425761"/>
                    </a:lnTo>
                    <a:lnTo>
                      <a:pt x="555935" y="425761"/>
                    </a:lnTo>
                    <a:lnTo>
                      <a:pt x="555935" y="428494"/>
                    </a:lnTo>
                    <a:lnTo>
                      <a:pt x="558380" y="428494"/>
                    </a:lnTo>
                    <a:lnTo>
                      <a:pt x="560969" y="428494"/>
                    </a:lnTo>
                    <a:lnTo>
                      <a:pt x="563414" y="430939"/>
                    </a:lnTo>
                    <a:lnTo>
                      <a:pt x="560969" y="433385"/>
                    </a:lnTo>
                    <a:lnTo>
                      <a:pt x="558380" y="433385"/>
                    </a:lnTo>
                    <a:lnTo>
                      <a:pt x="558380" y="435974"/>
                    </a:lnTo>
                    <a:lnTo>
                      <a:pt x="560969" y="435974"/>
                    </a:lnTo>
                    <a:lnTo>
                      <a:pt x="560969" y="438707"/>
                    </a:lnTo>
                    <a:lnTo>
                      <a:pt x="558380" y="438707"/>
                    </a:lnTo>
                    <a:lnTo>
                      <a:pt x="558380" y="441152"/>
                    </a:lnTo>
                    <a:lnTo>
                      <a:pt x="558380" y="438707"/>
                    </a:lnTo>
                    <a:lnTo>
                      <a:pt x="558380" y="441152"/>
                    </a:lnTo>
                    <a:lnTo>
                      <a:pt x="560969" y="441152"/>
                    </a:lnTo>
                    <a:lnTo>
                      <a:pt x="560969" y="438707"/>
                    </a:lnTo>
                    <a:lnTo>
                      <a:pt x="563414" y="438707"/>
                    </a:lnTo>
                    <a:lnTo>
                      <a:pt x="560969" y="435974"/>
                    </a:lnTo>
                    <a:lnTo>
                      <a:pt x="563414" y="435974"/>
                    </a:lnTo>
                    <a:lnTo>
                      <a:pt x="563414" y="433385"/>
                    </a:lnTo>
                    <a:lnTo>
                      <a:pt x="566147" y="433385"/>
                    </a:lnTo>
                    <a:lnTo>
                      <a:pt x="566147" y="435974"/>
                    </a:lnTo>
                    <a:lnTo>
                      <a:pt x="566147" y="438707"/>
                    </a:lnTo>
                    <a:lnTo>
                      <a:pt x="563414" y="438707"/>
                    </a:lnTo>
                    <a:lnTo>
                      <a:pt x="566147" y="438707"/>
                    </a:lnTo>
                    <a:lnTo>
                      <a:pt x="568592" y="438707"/>
                    </a:lnTo>
                    <a:lnTo>
                      <a:pt x="566147" y="441152"/>
                    </a:lnTo>
                    <a:lnTo>
                      <a:pt x="566147" y="443597"/>
                    </a:lnTo>
                    <a:lnTo>
                      <a:pt x="560969" y="446186"/>
                    </a:lnTo>
                    <a:lnTo>
                      <a:pt x="563414" y="446186"/>
                    </a:lnTo>
                    <a:lnTo>
                      <a:pt x="566147" y="443597"/>
                    </a:lnTo>
                    <a:lnTo>
                      <a:pt x="568592" y="441152"/>
                    </a:lnTo>
                    <a:lnTo>
                      <a:pt x="571182" y="443597"/>
                    </a:lnTo>
                    <a:lnTo>
                      <a:pt x="573627" y="441152"/>
                    </a:lnTo>
                    <a:lnTo>
                      <a:pt x="571182" y="441152"/>
                    </a:lnTo>
                    <a:lnTo>
                      <a:pt x="573627" y="438707"/>
                    </a:lnTo>
                    <a:lnTo>
                      <a:pt x="576360" y="438707"/>
                    </a:lnTo>
                    <a:lnTo>
                      <a:pt x="576360" y="441152"/>
                    </a:lnTo>
                    <a:lnTo>
                      <a:pt x="578949" y="441152"/>
                    </a:lnTo>
                    <a:lnTo>
                      <a:pt x="576360" y="443597"/>
                    </a:lnTo>
                    <a:lnTo>
                      <a:pt x="578949" y="443597"/>
                    </a:lnTo>
                    <a:lnTo>
                      <a:pt x="578949" y="441152"/>
                    </a:lnTo>
                    <a:lnTo>
                      <a:pt x="578949" y="438707"/>
                    </a:lnTo>
                    <a:lnTo>
                      <a:pt x="581394" y="435974"/>
                    </a:lnTo>
                    <a:lnTo>
                      <a:pt x="581394" y="438707"/>
                    </a:lnTo>
                    <a:lnTo>
                      <a:pt x="583839" y="438707"/>
                    </a:lnTo>
                    <a:lnTo>
                      <a:pt x="586572" y="438707"/>
                    </a:lnTo>
                    <a:lnTo>
                      <a:pt x="589018" y="438707"/>
                    </a:lnTo>
                    <a:lnTo>
                      <a:pt x="589018" y="435974"/>
                    </a:lnTo>
                    <a:lnTo>
                      <a:pt x="591607" y="435974"/>
                    </a:lnTo>
                    <a:lnTo>
                      <a:pt x="591607" y="438707"/>
                    </a:lnTo>
                    <a:lnTo>
                      <a:pt x="591607" y="435974"/>
                    </a:lnTo>
                    <a:lnTo>
                      <a:pt x="591607" y="433385"/>
                    </a:lnTo>
                    <a:lnTo>
                      <a:pt x="594052" y="435974"/>
                    </a:lnTo>
                    <a:lnTo>
                      <a:pt x="591607" y="438707"/>
                    </a:lnTo>
                    <a:lnTo>
                      <a:pt x="591607" y="441152"/>
                    </a:lnTo>
                    <a:lnTo>
                      <a:pt x="594052" y="438707"/>
                    </a:lnTo>
                    <a:lnTo>
                      <a:pt x="596785" y="438707"/>
                    </a:lnTo>
                    <a:lnTo>
                      <a:pt x="596785" y="435974"/>
                    </a:lnTo>
                    <a:lnTo>
                      <a:pt x="599230" y="435974"/>
                    </a:lnTo>
                    <a:lnTo>
                      <a:pt x="599230" y="438707"/>
                    </a:lnTo>
                    <a:lnTo>
                      <a:pt x="601819" y="438707"/>
                    </a:lnTo>
                    <a:lnTo>
                      <a:pt x="601819" y="435974"/>
                    </a:lnTo>
                    <a:lnTo>
                      <a:pt x="599230" y="435974"/>
                    </a:lnTo>
                    <a:lnTo>
                      <a:pt x="599230" y="433385"/>
                    </a:lnTo>
                    <a:lnTo>
                      <a:pt x="601819" y="430939"/>
                    </a:lnTo>
                    <a:lnTo>
                      <a:pt x="604264" y="430939"/>
                    </a:lnTo>
                    <a:lnTo>
                      <a:pt x="606997" y="430939"/>
                    </a:lnTo>
                    <a:lnTo>
                      <a:pt x="606997" y="428494"/>
                    </a:lnTo>
                    <a:lnTo>
                      <a:pt x="609442" y="428494"/>
                    </a:lnTo>
                    <a:lnTo>
                      <a:pt x="609442" y="425761"/>
                    </a:lnTo>
                    <a:lnTo>
                      <a:pt x="606997" y="423172"/>
                    </a:lnTo>
                    <a:lnTo>
                      <a:pt x="606997" y="420727"/>
                    </a:lnTo>
                    <a:lnTo>
                      <a:pt x="604264" y="418282"/>
                    </a:lnTo>
                    <a:lnTo>
                      <a:pt x="606997" y="418282"/>
                    </a:lnTo>
                    <a:lnTo>
                      <a:pt x="609442" y="420727"/>
                    </a:lnTo>
                    <a:lnTo>
                      <a:pt x="609442" y="418282"/>
                    </a:lnTo>
                    <a:lnTo>
                      <a:pt x="614477" y="415693"/>
                    </a:lnTo>
                    <a:lnTo>
                      <a:pt x="617210" y="412960"/>
                    </a:lnTo>
                    <a:lnTo>
                      <a:pt x="617210" y="410514"/>
                    </a:lnTo>
                    <a:lnTo>
                      <a:pt x="617210" y="408069"/>
                    </a:lnTo>
                    <a:lnTo>
                      <a:pt x="619655" y="408069"/>
                    </a:lnTo>
                    <a:lnTo>
                      <a:pt x="619655" y="405480"/>
                    </a:lnTo>
                    <a:lnTo>
                      <a:pt x="622244" y="408069"/>
                    </a:lnTo>
                    <a:lnTo>
                      <a:pt x="622244" y="410514"/>
                    </a:lnTo>
                    <a:lnTo>
                      <a:pt x="619655" y="412960"/>
                    </a:lnTo>
                    <a:lnTo>
                      <a:pt x="622244" y="415693"/>
                    </a:lnTo>
                    <a:lnTo>
                      <a:pt x="622244" y="418282"/>
                    </a:lnTo>
                    <a:lnTo>
                      <a:pt x="624690" y="418282"/>
                    </a:lnTo>
                    <a:lnTo>
                      <a:pt x="624690" y="420727"/>
                    </a:lnTo>
                    <a:lnTo>
                      <a:pt x="624690" y="415693"/>
                    </a:lnTo>
                    <a:lnTo>
                      <a:pt x="627135" y="415693"/>
                    </a:lnTo>
                    <a:lnTo>
                      <a:pt x="627135" y="418282"/>
                    </a:lnTo>
                    <a:lnTo>
                      <a:pt x="629868" y="418282"/>
                    </a:lnTo>
                    <a:lnTo>
                      <a:pt x="629868" y="415693"/>
                    </a:lnTo>
                    <a:lnTo>
                      <a:pt x="629868" y="412960"/>
                    </a:lnTo>
                    <a:lnTo>
                      <a:pt x="629868" y="415693"/>
                    </a:lnTo>
                    <a:lnTo>
                      <a:pt x="632457" y="418282"/>
                    </a:lnTo>
                    <a:lnTo>
                      <a:pt x="624690" y="420727"/>
                    </a:lnTo>
                    <a:lnTo>
                      <a:pt x="624690" y="423172"/>
                    </a:lnTo>
                    <a:lnTo>
                      <a:pt x="622244" y="425761"/>
                    </a:lnTo>
                    <a:lnTo>
                      <a:pt x="619655" y="428494"/>
                    </a:lnTo>
                    <a:lnTo>
                      <a:pt x="617210" y="428494"/>
                    </a:lnTo>
                    <a:lnTo>
                      <a:pt x="614477" y="430939"/>
                    </a:lnTo>
                    <a:lnTo>
                      <a:pt x="614477" y="428494"/>
                    </a:lnTo>
                    <a:lnTo>
                      <a:pt x="614477" y="430939"/>
                    </a:lnTo>
                    <a:lnTo>
                      <a:pt x="619655" y="430939"/>
                    </a:lnTo>
                    <a:lnTo>
                      <a:pt x="619655" y="428494"/>
                    </a:lnTo>
                    <a:lnTo>
                      <a:pt x="622244" y="430939"/>
                    </a:lnTo>
                    <a:lnTo>
                      <a:pt x="624690" y="428494"/>
                    </a:lnTo>
                    <a:lnTo>
                      <a:pt x="624690" y="430939"/>
                    </a:lnTo>
                    <a:lnTo>
                      <a:pt x="627135" y="430939"/>
                    </a:lnTo>
                    <a:lnTo>
                      <a:pt x="627135" y="428494"/>
                    </a:lnTo>
                    <a:lnTo>
                      <a:pt x="627135" y="425761"/>
                    </a:lnTo>
                    <a:lnTo>
                      <a:pt x="627135" y="423172"/>
                    </a:lnTo>
                    <a:lnTo>
                      <a:pt x="629868" y="425761"/>
                    </a:lnTo>
                    <a:lnTo>
                      <a:pt x="629868" y="423172"/>
                    </a:lnTo>
                    <a:lnTo>
                      <a:pt x="632457" y="423172"/>
                    </a:lnTo>
                    <a:lnTo>
                      <a:pt x="634902" y="423172"/>
                    </a:lnTo>
                    <a:lnTo>
                      <a:pt x="637347" y="425761"/>
                    </a:lnTo>
                    <a:lnTo>
                      <a:pt x="637347" y="423172"/>
                    </a:lnTo>
                    <a:lnTo>
                      <a:pt x="640080" y="425761"/>
                    </a:lnTo>
                    <a:lnTo>
                      <a:pt x="642669" y="425761"/>
                    </a:lnTo>
                    <a:lnTo>
                      <a:pt x="645114" y="425761"/>
                    </a:lnTo>
                    <a:lnTo>
                      <a:pt x="642669" y="425761"/>
                    </a:lnTo>
                    <a:lnTo>
                      <a:pt x="642669" y="428494"/>
                    </a:lnTo>
                    <a:lnTo>
                      <a:pt x="645114" y="428494"/>
                    </a:lnTo>
                    <a:lnTo>
                      <a:pt x="647560" y="430939"/>
                    </a:lnTo>
                    <a:lnTo>
                      <a:pt x="652882" y="428494"/>
                    </a:lnTo>
                    <a:lnTo>
                      <a:pt x="652882" y="425761"/>
                    </a:lnTo>
                    <a:lnTo>
                      <a:pt x="655327" y="425761"/>
                    </a:lnTo>
                    <a:lnTo>
                      <a:pt x="655327" y="423172"/>
                    </a:lnTo>
                    <a:lnTo>
                      <a:pt x="657772" y="423172"/>
                    </a:lnTo>
                    <a:lnTo>
                      <a:pt x="660505" y="420727"/>
                    </a:lnTo>
                    <a:lnTo>
                      <a:pt x="662950" y="420727"/>
                    </a:lnTo>
                    <a:lnTo>
                      <a:pt x="662950" y="423172"/>
                    </a:lnTo>
                    <a:lnTo>
                      <a:pt x="665540" y="423172"/>
                    </a:lnTo>
                    <a:lnTo>
                      <a:pt x="665540" y="425761"/>
                    </a:lnTo>
                    <a:lnTo>
                      <a:pt x="667985" y="425761"/>
                    </a:lnTo>
                    <a:lnTo>
                      <a:pt x="667985" y="423172"/>
                    </a:lnTo>
                    <a:lnTo>
                      <a:pt x="670718" y="425761"/>
                    </a:lnTo>
                    <a:lnTo>
                      <a:pt x="670718" y="428494"/>
                    </a:lnTo>
                    <a:lnTo>
                      <a:pt x="667985" y="428494"/>
                    </a:lnTo>
                    <a:lnTo>
                      <a:pt x="670718" y="430939"/>
                    </a:lnTo>
                    <a:lnTo>
                      <a:pt x="673163" y="433385"/>
                    </a:lnTo>
                    <a:lnTo>
                      <a:pt x="670718" y="435974"/>
                    </a:lnTo>
                    <a:lnTo>
                      <a:pt x="667985" y="435974"/>
                    </a:lnTo>
                    <a:lnTo>
                      <a:pt x="667985" y="438707"/>
                    </a:lnTo>
                    <a:lnTo>
                      <a:pt x="665540" y="438707"/>
                    </a:lnTo>
                    <a:lnTo>
                      <a:pt x="662950" y="438707"/>
                    </a:lnTo>
                    <a:lnTo>
                      <a:pt x="660505" y="441152"/>
                    </a:lnTo>
                    <a:lnTo>
                      <a:pt x="655327" y="443597"/>
                    </a:lnTo>
                    <a:lnTo>
                      <a:pt x="655327" y="446186"/>
                    </a:lnTo>
                    <a:lnTo>
                      <a:pt x="657772" y="443597"/>
                    </a:lnTo>
                    <a:lnTo>
                      <a:pt x="660505" y="443597"/>
                    </a:lnTo>
                    <a:lnTo>
                      <a:pt x="665540" y="441152"/>
                    </a:lnTo>
                    <a:lnTo>
                      <a:pt x="667985" y="438707"/>
                    </a:lnTo>
                    <a:lnTo>
                      <a:pt x="673163" y="438707"/>
                    </a:lnTo>
                    <a:lnTo>
                      <a:pt x="670718" y="438707"/>
                    </a:lnTo>
                    <a:lnTo>
                      <a:pt x="670718" y="441152"/>
                    </a:lnTo>
                    <a:lnTo>
                      <a:pt x="673163" y="441152"/>
                    </a:lnTo>
                    <a:lnTo>
                      <a:pt x="670718" y="441152"/>
                    </a:lnTo>
                    <a:lnTo>
                      <a:pt x="667985" y="438707"/>
                    </a:lnTo>
                    <a:lnTo>
                      <a:pt x="667985" y="441152"/>
                    </a:lnTo>
                    <a:lnTo>
                      <a:pt x="665540" y="443597"/>
                    </a:lnTo>
                    <a:lnTo>
                      <a:pt x="667985" y="443597"/>
                    </a:lnTo>
                    <a:lnTo>
                      <a:pt x="667985" y="448919"/>
                    </a:lnTo>
                    <a:lnTo>
                      <a:pt x="665540" y="448919"/>
                    </a:lnTo>
                    <a:lnTo>
                      <a:pt x="665540" y="451364"/>
                    </a:lnTo>
                    <a:lnTo>
                      <a:pt x="662950" y="453810"/>
                    </a:lnTo>
                    <a:lnTo>
                      <a:pt x="660505" y="456399"/>
                    </a:lnTo>
                    <a:lnTo>
                      <a:pt x="652882" y="456399"/>
                    </a:lnTo>
                    <a:lnTo>
                      <a:pt x="652882" y="459132"/>
                    </a:lnTo>
                    <a:lnTo>
                      <a:pt x="650293" y="459132"/>
                    </a:lnTo>
                    <a:lnTo>
                      <a:pt x="650293" y="456399"/>
                    </a:lnTo>
                    <a:lnTo>
                      <a:pt x="647560" y="459132"/>
                    </a:lnTo>
                    <a:lnTo>
                      <a:pt x="645114" y="459132"/>
                    </a:lnTo>
                    <a:lnTo>
                      <a:pt x="645114" y="461577"/>
                    </a:lnTo>
                    <a:lnTo>
                      <a:pt x="642669" y="464022"/>
                    </a:lnTo>
                    <a:lnTo>
                      <a:pt x="640080" y="464022"/>
                    </a:lnTo>
                    <a:lnTo>
                      <a:pt x="640080" y="466611"/>
                    </a:lnTo>
                    <a:lnTo>
                      <a:pt x="640080" y="464022"/>
                    </a:lnTo>
                    <a:lnTo>
                      <a:pt x="637347" y="464022"/>
                    </a:lnTo>
                    <a:lnTo>
                      <a:pt x="637347" y="466611"/>
                    </a:lnTo>
                    <a:lnTo>
                      <a:pt x="634902" y="466611"/>
                    </a:lnTo>
                    <a:lnTo>
                      <a:pt x="634902" y="469344"/>
                    </a:lnTo>
                    <a:lnTo>
                      <a:pt x="632457" y="471789"/>
                    </a:lnTo>
                    <a:lnTo>
                      <a:pt x="632457" y="474235"/>
                    </a:lnTo>
                    <a:lnTo>
                      <a:pt x="629868" y="476680"/>
                    </a:lnTo>
                    <a:lnTo>
                      <a:pt x="629868" y="479557"/>
                    </a:lnTo>
                    <a:lnTo>
                      <a:pt x="627135" y="482002"/>
                    </a:lnTo>
                    <a:lnTo>
                      <a:pt x="627135" y="484447"/>
                    </a:lnTo>
                    <a:lnTo>
                      <a:pt x="624690" y="486892"/>
                    </a:lnTo>
                    <a:lnTo>
                      <a:pt x="627135" y="492214"/>
                    </a:lnTo>
                    <a:lnTo>
                      <a:pt x="627135" y="494660"/>
                    </a:lnTo>
                    <a:lnTo>
                      <a:pt x="624690" y="494660"/>
                    </a:lnTo>
                    <a:lnTo>
                      <a:pt x="622244" y="499838"/>
                    </a:lnTo>
                    <a:lnTo>
                      <a:pt x="622244" y="502427"/>
                    </a:lnTo>
                    <a:lnTo>
                      <a:pt x="622244" y="504872"/>
                    </a:lnTo>
                    <a:lnTo>
                      <a:pt x="622244" y="507317"/>
                    </a:lnTo>
                    <a:lnTo>
                      <a:pt x="622244" y="510050"/>
                    </a:lnTo>
                    <a:lnTo>
                      <a:pt x="619655" y="510050"/>
                    </a:lnTo>
                    <a:lnTo>
                      <a:pt x="619655" y="512639"/>
                    </a:lnTo>
                    <a:lnTo>
                      <a:pt x="619655" y="515085"/>
                    </a:lnTo>
                    <a:lnTo>
                      <a:pt x="614477" y="515085"/>
                    </a:lnTo>
                    <a:lnTo>
                      <a:pt x="609442" y="520119"/>
                    </a:lnTo>
                    <a:lnTo>
                      <a:pt x="606997" y="520119"/>
                    </a:lnTo>
                    <a:lnTo>
                      <a:pt x="604264" y="520119"/>
                    </a:lnTo>
                    <a:lnTo>
                      <a:pt x="601819" y="522852"/>
                    </a:lnTo>
                    <a:lnTo>
                      <a:pt x="601819" y="525297"/>
                    </a:lnTo>
                    <a:lnTo>
                      <a:pt x="601819" y="527742"/>
                    </a:lnTo>
                    <a:lnTo>
                      <a:pt x="601819" y="533065"/>
                    </a:lnTo>
                    <a:lnTo>
                      <a:pt x="596785" y="535510"/>
                    </a:lnTo>
                    <a:lnTo>
                      <a:pt x="594052" y="537955"/>
                    </a:lnTo>
                    <a:lnTo>
                      <a:pt x="591607" y="537955"/>
                    </a:lnTo>
                    <a:lnTo>
                      <a:pt x="589018" y="540400"/>
                    </a:lnTo>
                    <a:lnTo>
                      <a:pt x="586572" y="543277"/>
                    </a:lnTo>
                    <a:lnTo>
                      <a:pt x="583839" y="550757"/>
                    </a:lnTo>
                    <a:lnTo>
                      <a:pt x="581394" y="553490"/>
                    </a:lnTo>
                    <a:lnTo>
                      <a:pt x="578949" y="555935"/>
                    </a:lnTo>
                    <a:lnTo>
                      <a:pt x="573627" y="560969"/>
                    </a:lnTo>
                    <a:lnTo>
                      <a:pt x="571182" y="563702"/>
                    </a:lnTo>
                    <a:lnTo>
                      <a:pt x="563414" y="566147"/>
                    </a:lnTo>
                    <a:lnTo>
                      <a:pt x="560969" y="566147"/>
                    </a:lnTo>
                    <a:lnTo>
                      <a:pt x="558380" y="568592"/>
                    </a:lnTo>
                    <a:lnTo>
                      <a:pt x="553202" y="571038"/>
                    </a:lnTo>
                    <a:lnTo>
                      <a:pt x="553202" y="573771"/>
                    </a:lnTo>
                    <a:lnTo>
                      <a:pt x="550757" y="576360"/>
                    </a:lnTo>
                    <a:lnTo>
                      <a:pt x="548311" y="581250"/>
                    </a:lnTo>
                    <a:lnTo>
                      <a:pt x="548311" y="583983"/>
                    </a:lnTo>
                    <a:lnTo>
                      <a:pt x="548311" y="586572"/>
                    </a:lnTo>
                    <a:lnTo>
                      <a:pt x="548311" y="591463"/>
                    </a:lnTo>
                    <a:lnTo>
                      <a:pt x="550757" y="594196"/>
                    </a:lnTo>
                    <a:lnTo>
                      <a:pt x="548311" y="596785"/>
                    </a:lnTo>
                    <a:lnTo>
                      <a:pt x="550757" y="599230"/>
                    </a:lnTo>
                    <a:lnTo>
                      <a:pt x="550757" y="601675"/>
                    </a:lnTo>
                    <a:lnTo>
                      <a:pt x="553202" y="601675"/>
                    </a:lnTo>
                    <a:lnTo>
                      <a:pt x="553202" y="604264"/>
                    </a:lnTo>
                    <a:lnTo>
                      <a:pt x="553202" y="606997"/>
                    </a:lnTo>
                    <a:lnTo>
                      <a:pt x="555935" y="606997"/>
                    </a:lnTo>
                    <a:lnTo>
                      <a:pt x="558380" y="606997"/>
                    </a:lnTo>
                    <a:lnTo>
                      <a:pt x="558380" y="609443"/>
                    </a:lnTo>
                    <a:lnTo>
                      <a:pt x="560969" y="609443"/>
                    </a:lnTo>
                    <a:lnTo>
                      <a:pt x="560969" y="611888"/>
                    </a:lnTo>
                    <a:lnTo>
                      <a:pt x="560969" y="614477"/>
                    </a:lnTo>
                    <a:lnTo>
                      <a:pt x="555935" y="614477"/>
                    </a:lnTo>
                    <a:lnTo>
                      <a:pt x="553202" y="614477"/>
                    </a:lnTo>
                    <a:lnTo>
                      <a:pt x="553202" y="617210"/>
                    </a:lnTo>
                    <a:lnTo>
                      <a:pt x="550757" y="619655"/>
                    </a:lnTo>
                    <a:lnTo>
                      <a:pt x="550757" y="622100"/>
                    </a:lnTo>
                    <a:lnTo>
                      <a:pt x="548311" y="622100"/>
                    </a:lnTo>
                    <a:lnTo>
                      <a:pt x="548311" y="624546"/>
                    </a:lnTo>
                    <a:lnTo>
                      <a:pt x="545722" y="627422"/>
                    </a:lnTo>
                    <a:lnTo>
                      <a:pt x="545722" y="629868"/>
                    </a:lnTo>
                    <a:lnTo>
                      <a:pt x="548311" y="629868"/>
                    </a:lnTo>
                    <a:lnTo>
                      <a:pt x="550757" y="629868"/>
                    </a:lnTo>
                    <a:lnTo>
                      <a:pt x="550757" y="627422"/>
                    </a:lnTo>
                    <a:lnTo>
                      <a:pt x="553202" y="627422"/>
                    </a:lnTo>
                    <a:lnTo>
                      <a:pt x="555935" y="627422"/>
                    </a:lnTo>
                    <a:lnTo>
                      <a:pt x="555935" y="624546"/>
                    </a:lnTo>
                    <a:lnTo>
                      <a:pt x="558380" y="624546"/>
                    </a:lnTo>
                    <a:lnTo>
                      <a:pt x="558380" y="627422"/>
                    </a:lnTo>
                    <a:lnTo>
                      <a:pt x="560969" y="627422"/>
                    </a:lnTo>
                    <a:lnTo>
                      <a:pt x="560969" y="624546"/>
                    </a:lnTo>
                    <a:lnTo>
                      <a:pt x="563414" y="624546"/>
                    </a:lnTo>
                    <a:lnTo>
                      <a:pt x="566147" y="622100"/>
                    </a:lnTo>
                    <a:lnTo>
                      <a:pt x="568592" y="619655"/>
                    </a:lnTo>
                    <a:lnTo>
                      <a:pt x="566147" y="614477"/>
                    </a:lnTo>
                    <a:lnTo>
                      <a:pt x="568592" y="614477"/>
                    </a:lnTo>
                    <a:lnTo>
                      <a:pt x="568592" y="611888"/>
                    </a:lnTo>
                    <a:lnTo>
                      <a:pt x="568592" y="609443"/>
                    </a:lnTo>
                    <a:lnTo>
                      <a:pt x="568592" y="606997"/>
                    </a:lnTo>
                    <a:lnTo>
                      <a:pt x="568592" y="604264"/>
                    </a:lnTo>
                    <a:lnTo>
                      <a:pt x="571182" y="604264"/>
                    </a:lnTo>
                    <a:lnTo>
                      <a:pt x="571182" y="596785"/>
                    </a:lnTo>
                    <a:lnTo>
                      <a:pt x="573627" y="594196"/>
                    </a:lnTo>
                    <a:lnTo>
                      <a:pt x="576360" y="594196"/>
                    </a:lnTo>
                    <a:lnTo>
                      <a:pt x="578949" y="594196"/>
                    </a:lnTo>
                    <a:lnTo>
                      <a:pt x="581394" y="591463"/>
                    </a:lnTo>
                    <a:lnTo>
                      <a:pt x="583839" y="591463"/>
                    </a:lnTo>
                    <a:lnTo>
                      <a:pt x="586572" y="589018"/>
                    </a:lnTo>
                    <a:lnTo>
                      <a:pt x="589018" y="589018"/>
                    </a:lnTo>
                    <a:lnTo>
                      <a:pt x="589018" y="583983"/>
                    </a:lnTo>
                    <a:lnTo>
                      <a:pt x="589018" y="581250"/>
                    </a:lnTo>
                    <a:lnTo>
                      <a:pt x="591607" y="581250"/>
                    </a:lnTo>
                    <a:lnTo>
                      <a:pt x="591607" y="576360"/>
                    </a:lnTo>
                    <a:lnTo>
                      <a:pt x="591607" y="573771"/>
                    </a:lnTo>
                    <a:lnTo>
                      <a:pt x="594052" y="571038"/>
                    </a:lnTo>
                    <a:lnTo>
                      <a:pt x="594052" y="566147"/>
                    </a:lnTo>
                    <a:lnTo>
                      <a:pt x="599230" y="566147"/>
                    </a:lnTo>
                    <a:lnTo>
                      <a:pt x="604264" y="563702"/>
                    </a:lnTo>
                    <a:lnTo>
                      <a:pt x="606997" y="560969"/>
                    </a:lnTo>
                    <a:lnTo>
                      <a:pt x="609442" y="555935"/>
                    </a:lnTo>
                    <a:lnTo>
                      <a:pt x="609442" y="553490"/>
                    </a:lnTo>
                    <a:lnTo>
                      <a:pt x="606997" y="553490"/>
                    </a:lnTo>
                    <a:lnTo>
                      <a:pt x="606997" y="550757"/>
                    </a:lnTo>
                    <a:lnTo>
                      <a:pt x="606997" y="548167"/>
                    </a:lnTo>
                    <a:lnTo>
                      <a:pt x="606997" y="543277"/>
                    </a:lnTo>
                    <a:lnTo>
                      <a:pt x="609442" y="535510"/>
                    </a:lnTo>
                    <a:lnTo>
                      <a:pt x="612032" y="533065"/>
                    </a:lnTo>
                    <a:lnTo>
                      <a:pt x="612032" y="530332"/>
                    </a:lnTo>
                    <a:lnTo>
                      <a:pt x="614477" y="527742"/>
                    </a:lnTo>
                    <a:lnTo>
                      <a:pt x="617210" y="522852"/>
                    </a:lnTo>
                    <a:lnTo>
                      <a:pt x="624690" y="517530"/>
                    </a:lnTo>
                    <a:lnTo>
                      <a:pt x="632457" y="507317"/>
                    </a:lnTo>
                    <a:lnTo>
                      <a:pt x="634902" y="504872"/>
                    </a:lnTo>
                    <a:lnTo>
                      <a:pt x="640080" y="502427"/>
                    </a:lnTo>
                    <a:lnTo>
                      <a:pt x="642669" y="497105"/>
                    </a:lnTo>
                    <a:lnTo>
                      <a:pt x="645114" y="497105"/>
                    </a:lnTo>
                    <a:lnTo>
                      <a:pt x="645114" y="494660"/>
                    </a:lnTo>
                    <a:lnTo>
                      <a:pt x="655327" y="492214"/>
                    </a:lnTo>
                    <a:lnTo>
                      <a:pt x="657772" y="489625"/>
                    </a:lnTo>
                    <a:lnTo>
                      <a:pt x="665540" y="489625"/>
                    </a:lnTo>
                    <a:lnTo>
                      <a:pt x="665540" y="486892"/>
                    </a:lnTo>
                    <a:lnTo>
                      <a:pt x="665540" y="484447"/>
                    </a:lnTo>
                    <a:lnTo>
                      <a:pt x="655327" y="486892"/>
                    </a:lnTo>
                    <a:lnTo>
                      <a:pt x="650293" y="489625"/>
                    </a:lnTo>
                    <a:lnTo>
                      <a:pt x="647560" y="489625"/>
                    </a:lnTo>
                    <a:lnTo>
                      <a:pt x="642669" y="492214"/>
                    </a:lnTo>
                    <a:lnTo>
                      <a:pt x="642669" y="494660"/>
                    </a:lnTo>
                    <a:lnTo>
                      <a:pt x="640080" y="497105"/>
                    </a:lnTo>
                    <a:lnTo>
                      <a:pt x="637347" y="499838"/>
                    </a:lnTo>
                    <a:lnTo>
                      <a:pt x="629868" y="497105"/>
                    </a:lnTo>
                    <a:lnTo>
                      <a:pt x="629868" y="494660"/>
                    </a:lnTo>
                    <a:lnTo>
                      <a:pt x="632457" y="489625"/>
                    </a:lnTo>
                    <a:lnTo>
                      <a:pt x="632457" y="486892"/>
                    </a:lnTo>
                    <a:lnTo>
                      <a:pt x="634902" y="486892"/>
                    </a:lnTo>
                    <a:lnTo>
                      <a:pt x="637347" y="486892"/>
                    </a:lnTo>
                    <a:lnTo>
                      <a:pt x="637347" y="484447"/>
                    </a:lnTo>
                    <a:lnTo>
                      <a:pt x="640080" y="482002"/>
                    </a:lnTo>
                    <a:lnTo>
                      <a:pt x="642669" y="482002"/>
                    </a:lnTo>
                    <a:lnTo>
                      <a:pt x="645114" y="479557"/>
                    </a:lnTo>
                    <a:lnTo>
                      <a:pt x="647560" y="479557"/>
                    </a:lnTo>
                    <a:lnTo>
                      <a:pt x="650293" y="479557"/>
                    </a:lnTo>
                    <a:lnTo>
                      <a:pt x="657772" y="476680"/>
                    </a:lnTo>
                    <a:lnTo>
                      <a:pt x="660505" y="474235"/>
                    </a:lnTo>
                    <a:lnTo>
                      <a:pt x="662950" y="474235"/>
                    </a:lnTo>
                    <a:lnTo>
                      <a:pt x="662950" y="471789"/>
                    </a:lnTo>
                    <a:lnTo>
                      <a:pt x="662950" y="474235"/>
                    </a:lnTo>
                    <a:lnTo>
                      <a:pt x="662950" y="476680"/>
                    </a:lnTo>
                    <a:lnTo>
                      <a:pt x="665540" y="474235"/>
                    </a:lnTo>
                    <a:lnTo>
                      <a:pt x="673163" y="469344"/>
                    </a:lnTo>
                    <a:lnTo>
                      <a:pt x="673163" y="471789"/>
                    </a:lnTo>
                    <a:lnTo>
                      <a:pt x="673163" y="474235"/>
                    </a:lnTo>
                    <a:lnTo>
                      <a:pt x="675752" y="474235"/>
                    </a:lnTo>
                    <a:lnTo>
                      <a:pt x="675752" y="471789"/>
                    </a:lnTo>
                    <a:lnTo>
                      <a:pt x="675752" y="469344"/>
                    </a:lnTo>
                    <a:lnTo>
                      <a:pt x="678198" y="469344"/>
                    </a:lnTo>
                    <a:lnTo>
                      <a:pt x="680930" y="466611"/>
                    </a:lnTo>
                    <a:lnTo>
                      <a:pt x="683375" y="466611"/>
                    </a:lnTo>
                    <a:lnTo>
                      <a:pt x="685964" y="466611"/>
                    </a:lnTo>
                    <a:lnTo>
                      <a:pt x="685964" y="469344"/>
                    </a:lnTo>
                    <a:lnTo>
                      <a:pt x="688410" y="469344"/>
                    </a:lnTo>
                    <a:lnTo>
                      <a:pt x="688410" y="466611"/>
                    </a:lnTo>
                    <a:lnTo>
                      <a:pt x="691143" y="466611"/>
                    </a:lnTo>
                    <a:lnTo>
                      <a:pt x="688410" y="469344"/>
                    </a:lnTo>
                    <a:lnTo>
                      <a:pt x="685964" y="471789"/>
                    </a:lnTo>
                    <a:lnTo>
                      <a:pt x="688410" y="471789"/>
                    </a:lnTo>
                    <a:lnTo>
                      <a:pt x="691143" y="469344"/>
                    </a:lnTo>
                    <a:lnTo>
                      <a:pt x="691143" y="471789"/>
                    </a:lnTo>
                    <a:lnTo>
                      <a:pt x="691143" y="474235"/>
                    </a:lnTo>
                    <a:lnTo>
                      <a:pt x="693588" y="474235"/>
                    </a:lnTo>
                    <a:lnTo>
                      <a:pt x="696177" y="476680"/>
                    </a:lnTo>
                    <a:lnTo>
                      <a:pt x="701068" y="482002"/>
                    </a:lnTo>
                    <a:lnTo>
                      <a:pt x="703801" y="482002"/>
                    </a:lnTo>
                    <a:lnTo>
                      <a:pt x="706390" y="484447"/>
                    </a:lnTo>
                    <a:lnTo>
                      <a:pt x="708835" y="484447"/>
                    </a:lnTo>
                    <a:lnTo>
                      <a:pt x="714013" y="482002"/>
                    </a:lnTo>
                    <a:lnTo>
                      <a:pt x="714013" y="484447"/>
                    </a:lnTo>
                    <a:lnTo>
                      <a:pt x="711280" y="484447"/>
                    </a:lnTo>
                    <a:lnTo>
                      <a:pt x="708835" y="484447"/>
                    </a:lnTo>
                    <a:lnTo>
                      <a:pt x="708835" y="486892"/>
                    </a:lnTo>
                    <a:lnTo>
                      <a:pt x="708835" y="489625"/>
                    </a:lnTo>
                    <a:lnTo>
                      <a:pt x="714013" y="492214"/>
                    </a:lnTo>
                    <a:lnTo>
                      <a:pt x="716602" y="492214"/>
                    </a:lnTo>
                    <a:lnTo>
                      <a:pt x="721493" y="492214"/>
                    </a:lnTo>
                    <a:lnTo>
                      <a:pt x="724225" y="494660"/>
                    </a:lnTo>
                    <a:lnTo>
                      <a:pt x="719048" y="494660"/>
                    </a:lnTo>
                    <a:lnTo>
                      <a:pt x="719048" y="497105"/>
                    </a:lnTo>
                    <a:lnTo>
                      <a:pt x="714013" y="497105"/>
                    </a:lnTo>
                    <a:lnTo>
                      <a:pt x="719048" y="497105"/>
                    </a:lnTo>
                    <a:lnTo>
                      <a:pt x="719048" y="494660"/>
                    </a:lnTo>
                    <a:lnTo>
                      <a:pt x="721493" y="494660"/>
                    </a:lnTo>
                    <a:lnTo>
                      <a:pt x="724225" y="494660"/>
                    </a:lnTo>
                    <a:lnTo>
                      <a:pt x="721493" y="499838"/>
                    </a:lnTo>
                    <a:lnTo>
                      <a:pt x="719048" y="499838"/>
                    </a:lnTo>
                    <a:lnTo>
                      <a:pt x="721493" y="499838"/>
                    </a:lnTo>
                    <a:lnTo>
                      <a:pt x="721493" y="502427"/>
                    </a:lnTo>
                    <a:lnTo>
                      <a:pt x="724225" y="502427"/>
                    </a:lnTo>
                    <a:lnTo>
                      <a:pt x="724225" y="504872"/>
                    </a:lnTo>
                    <a:lnTo>
                      <a:pt x="721493" y="504872"/>
                    </a:lnTo>
                    <a:lnTo>
                      <a:pt x="721493" y="507317"/>
                    </a:lnTo>
                    <a:lnTo>
                      <a:pt x="721493" y="515085"/>
                    </a:lnTo>
                    <a:lnTo>
                      <a:pt x="726671" y="515085"/>
                    </a:lnTo>
                    <a:lnTo>
                      <a:pt x="729260" y="515085"/>
                    </a:lnTo>
                    <a:lnTo>
                      <a:pt x="729260" y="512639"/>
                    </a:lnTo>
                    <a:lnTo>
                      <a:pt x="731705" y="512639"/>
                    </a:lnTo>
                    <a:lnTo>
                      <a:pt x="731705" y="510050"/>
                    </a:lnTo>
                    <a:lnTo>
                      <a:pt x="734438" y="510050"/>
                    </a:lnTo>
                    <a:lnTo>
                      <a:pt x="731705" y="510050"/>
                    </a:lnTo>
                    <a:lnTo>
                      <a:pt x="731705" y="507317"/>
                    </a:lnTo>
                    <a:lnTo>
                      <a:pt x="731705" y="504872"/>
                    </a:lnTo>
                    <a:lnTo>
                      <a:pt x="731705" y="502427"/>
                    </a:lnTo>
                    <a:lnTo>
                      <a:pt x="731705" y="504872"/>
                    </a:lnTo>
                    <a:lnTo>
                      <a:pt x="731705" y="502427"/>
                    </a:lnTo>
                    <a:lnTo>
                      <a:pt x="729260" y="502427"/>
                    </a:lnTo>
                    <a:lnTo>
                      <a:pt x="731705" y="502427"/>
                    </a:lnTo>
                    <a:lnTo>
                      <a:pt x="737027" y="497105"/>
                    </a:lnTo>
                    <a:lnTo>
                      <a:pt x="739472" y="499838"/>
                    </a:lnTo>
                    <a:lnTo>
                      <a:pt x="741918" y="494660"/>
                    </a:lnTo>
                    <a:lnTo>
                      <a:pt x="744651" y="494660"/>
                    </a:lnTo>
                    <a:lnTo>
                      <a:pt x="747240" y="494660"/>
                    </a:lnTo>
                    <a:lnTo>
                      <a:pt x="747240" y="492214"/>
                    </a:lnTo>
                    <a:lnTo>
                      <a:pt x="744651" y="492214"/>
                    </a:lnTo>
                    <a:lnTo>
                      <a:pt x="747240" y="489625"/>
                    </a:lnTo>
                    <a:lnTo>
                      <a:pt x="749685" y="489625"/>
                    </a:lnTo>
                    <a:lnTo>
                      <a:pt x="749685" y="492214"/>
                    </a:lnTo>
                    <a:lnTo>
                      <a:pt x="752130" y="492214"/>
                    </a:lnTo>
                    <a:lnTo>
                      <a:pt x="757309" y="492214"/>
                    </a:lnTo>
                    <a:lnTo>
                      <a:pt x="757309" y="489625"/>
                    </a:lnTo>
                    <a:lnTo>
                      <a:pt x="754863" y="489625"/>
                    </a:lnTo>
                    <a:lnTo>
                      <a:pt x="754863" y="486892"/>
                    </a:lnTo>
                    <a:lnTo>
                      <a:pt x="759898" y="484447"/>
                    </a:lnTo>
                    <a:lnTo>
                      <a:pt x="757309" y="484447"/>
                    </a:lnTo>
                    <a:lnTo>
                      <a:pt x="759898" y="484447"/>
                    </a:lnTo>
                    <a:lnTo>
                      <a:pt x="759898" y="482002"/>
                    </a:lnTo>
                    <a:lnTo>
                      <a:pt x="759898" y="479557"/>
                    </a:lnTo>
                    <a:lnTo>
                      <a:pt x="762343" y="479557"/>
                    </a:lnTo>
                    <a:lnTo>
                      <a:pt x="762343" y="482002"/>
                    </a:lnTo>
                    <a:lnTo>
                      <a:pt x="765075" y="482002"/>
                    </a:lnTo>
                    <a:lnTo>
                      <a:pt x="762343" y="484447"/>
                    </a:lnTo>
                    <a:lnTo>
                      <a:pt x="767521" y="484447"/>
                    </a:lnTo>
                    <a:lnTo>
                      <a:pt x="765075" y="484447"/>
                    </a:lnTo>
                    <a:lnTo>
                      <a:pt x="762343" y="486892"/>
                    </a:lnTo>
                    <a:lnTo>
                      <a:pt x="759898" y="489625"/>
                    </a:lnTo>
                    <a:lnTo>
                      <a:pt x="759898" y="492214"/>
                    </a:lnTo>
                    <a:lnTo>
                      <a:pt x="759898" y="494660"/>
                    </a:lnTo>
                    <a:lnTo>
                      <a:pt x="757309" y="494660"/>
                    </a:lnTo>
                    <a:lnTo>
                      <a:pt x="754863" y="494660"/>
                    </a:lnTo>
                    <a:lnTo>
                      <a:pt x="752130" y="497105"/>
                    </a:lnTo>
                    <a:lnTo>
                      <a:pt x="752130" y="494660"/>
                    </a:lnTo>
                    <a:lnTo>
                      <a:pt x="749685" y="497105"/>
                    </a:lnTo>
                    <a:lnTo>
                      <a:pt x="752130" y="497105"/>
                    </a:lnTo>
                    <a:lnTo>
                      <a:pt x="754863" y="497105"/>
                    </a:lnTo>
                    <a:lnTo>
                      <a:pt x="757309" y="494660"/>
                    </a:lnTo>
                    <a:lnTo>
                      <a:pt x="757309" y="497105"/>
                    </a:lnTo>
                    <a:lnTo>
                      <a:pt x="759898" y="497105"/>
                    </a:lnTo>
                    <a:lnTo>
                      <a:pt x="762343" y="497105"/>
                    </a:lnTo>
                    <a:lnTo>
                      <a:pt x="765075" y="497105"/>
                    </a:lnTo>
                    <a:lnTo>
                      <a:pt x="767521" y="497105"/>
                    </a:lnTo>
                    <a:lnTo>
                      <a:pt x="770110" y="494660"/>
                    </a:lnTo>
                    <a:lnTo>
                      <a:pt x="772555" y="497105"/>
                    </a:lnTo>
                    <a:lnTo>
                      <a:pt x="772555" y="494660"/>
                    </a:lnTo>
                    <a:lnTo>
                      <a:pt x="775000" y="492214"/>
                    </a:lnTo>
                    <a:lnTo>
                      <a:pt x="780322" y="492214"/>
                    </a:lnTo>
                    <a:lnTo>
                      <a:pt x="782768" y="492214"/>
                    </a:lnTo>
                    <a:lnTo>
                      <a:pt x="780322" y="492214"/>
                    </a:lnTo>
                    <a:lnTo>
                      <a:pt x="777733" y="494660"/>
                    </a:lnTo>
                    <a:lnTo>
                      <a:pt x="777733" y="497105"/>
                    </a:lnTo>
                    <a:lnTo>
                      <a:pt x="770110" y="499838"/>
                    </a:lnTo>
                    <a:lnTo>
                      <a:pt x="770110" y="497105"/>
                    </a:lnTo>
                    <a:lnTo>
                      <a:pt x="767521" y="497105"/>
                    </a:lnTo>
                    <a:lnTo>
                      <a:pt x="767521" y="499838"/>
                    </a:lnTo>
                    <a:lnTo>
                      <a:pt x="770110" y="502427"/>
                    </a:lnTo>
                    <a:lnTo>
                      <a:pt x="770110" y="499838"/>
                    </a:lnTo>
                    <a:lnTo>
                      <a:pt x="772555" y="499838"/>
                    </a:lnTo>
                    <a:lnTo>
                      <a:pt x="775000" y="497105"/>
                    </a:lnTo>
                    <a:lnTo>
                      <a:pt x="777733" y="499838"/>
                    </a:lnTo>
                    <a:lnTo>
                      <a:pt x="775000" y="499838"/>
                    </a:lnTo>
                    <a:lnTo>
                      <a:pt x="777733" y="499838"/>
                    </a:lnTo>
                    <a:lnTo>
                      <a:pt x="780322" y="497105"/>
                    </a:lnTo>
                    <a:lnTo>
                      <a:pt x="777733" y="497105"/>
                    </a:lnTo>
                    <a:lnTo>
                      <a:pt x="780322" y="494660"/>
                    </a:lnTo>
                    <a:lnTo>
                      <a:pt x="782768" y="494660"/>
                    </a:lnTo>
                    <a:lnTo>
                      <a:pt x="785213" y="494660"/>
                    </a:lnTo>
                    <a:lnTo>
                      <a:pt x="787946" y="494660"/>
                    </a:lnTo>
                    <a:lnTo>
                      <a:pt x="785213" y="489625"/>
                    </a:lnTo>
                    <a:lnTo>
                      <a:pt x="787946" y="489625"/>
                    </a:lnTo>
                    <a:lnTo>
                      <a:pt x="790535" y="492214"/>
                    </a:lnTo>
                    <a:lnTo>
                      <a:pt x="792980" y="489625"/>
                    </a:lnTo>
                    <a:lnTo>
                      <a:pt x="795426" y="489625"/>
                    </a:lnTo>
                    <a:lnTo>
                      <a:pt x="798159" y="489625"/>
                    </a:lnTo>
                    <a:lnTo>
                      <a:pt x="800748" y="489625"/>
                    </a:lnTo>
                    <a:lnTo>
                      <a:pt x="803193" y="489625"/>
                    </a:lnTo>
                    <a:lnTo>
                      <a:pt x="800748" y="489625"/>
                    </a:lnTo>
                    <a:lnTo>
                      <a:pt x="798159" y="492214"/>
                    </a:lnTo>
                    <a:lnTo>
                      <a:pt x="800748" y="492214"/>
                    </a:lnTo>
                    <a:lnTo>
                      <a:pt x="803193" y="492214"/>
                    </a:lnTo>
                    <a:lnTo>
                      <a:pt x="800748" y="494660"/>
                    </a:lnTo>
                    <a:lnTo>
                      <a:pt x="798159" y="494660"/>
                    </a:lnTo>
                    <a:lnTo>
                      <a:pt x="795426" y="492214"/>
                    </a:lnTo>
                    <a:lnTo>
                      <a:pt x="795426" y="494660"/>
                    </a:lnTo>
                    <a:lnTo>
                      <a:pt x="792980" y="494660"/>
                    </a:lnTo>
                    <a:lnTo>
                      <a:pt x="790535" y="494660"/>
                    </a:lnTo>
                    <a:lnTo>
                      <a:pt x="782768" y="497105"/>
                    </a:lnTo>
                    <a:lnTo>
                      <a:pt x="785213" y="499838"/>
                    </a:lnTo>
                    <a:lnTo>
                      <a:pt x="787946" y="497105"/>
                    </a:lnTo>
                    <a:lnTo>
                      <a:pt x="790535" y="499838"/>
                    </a:lnTo>
                    <a:lnTo>
                      <a:pt x="795426" y="499838"/>
                    </a:lnTo>
                    <a:lnTo>
                      <a:pt x="798159" y="499838"/>
                    </a:lnTo>
                    <a:lnTo>
                      <a:pt x="800748" y="499838"/>
                    </a:lnTo>
                    <a:lnTo>
                      <a:pt x="803193" y="499838"/>
                    </a:lnTo>
                    <a:lnTo>
                      <a:pt x="800748" y="502427"/>
                    </a:lnTo>
                    <a:lnTo>
                      <a:pt x="805638" y="502427"/>
                    </a:lnTo>
                    <a:lnTo>
                      <a:pt x="808371" y="502427"/>
                    </a:lnTo>
                    <a:lnTo>
                      <a:pt x="808371" y="504872"/>
                    </a:lnTo>
                    <a:lnTo>
                      <a:pt x="805638" y="504872"/>
                    </a:lnTo>
                    <a:lnTo>
                      <a:pt x="805638" y="507317"/>
                    </a:lnTo>
                    <a:lnTo>
                      <a:pt x="808371" y="507317"/>
                    </a:lnTo>
                    <a:lnTo>
                      <a:pt x="805638" y="507317"/>
                    </a:lnTo>
                    <a:lnTo>
                      <a:pt x="805638" y="510050"/>
                    </a:lnTo>
                    <a:lnTo>
                      <a:pt x="808371" y="507317"/>
                    </a:lnTo>
                    <a:lnTo>
                      <a:pt x="810960" y="507317"/>
                    </a:lnTo>
                    <a:lnTo>
                      <a:pt x="808371" y="504872"/>
                    </a:lnTo>
                    <a:lnTo>
                      <a:pt x="810960" y="504872"/>
                    </a:lnTo>
                    <a:lnTo>
                      <a:pt x="810960" y="502427"/>
                    </a:lnTo>
                    <a:lnTo>
                      <a:pt x="813405" y="504872"/>
                    </a:lnTo>
                    <a:lnTo>
                      <a:pt x="815850" y="504872"/>
                    </a:lnTo>
                    <a:lnTo>
                      <a:pt x="813405" y="507317"/>
                    </a:lnTo>
                    <a:lnTo>
                      <a:pt x="813405" y="510050"/>
                    </a:lnTo>
                    <a:lnTo>
                      <a:pt x="815850" y="507317"/>
                    </a:lnTo>
                    <a:lnTo>
                      <a:pt x="818583" y="507317"/>
                    </a:lnTo>
                    <a:lnTo>
                      <a:pt x="818583" y="504872"/>
                    </a:lnTo>
                    <a:lnTo>
                      <a:pt x="821029" y="504872"/>
                    </a:lnTo>
                    <a:lnTo>
                      <a:pt x="821029" y="507317"/>
                    </a:lnTo>
                    <a:lnTo>
                      <a:pt x="818583" y="507317"/>
                    </a:lnTo>
                    <a:lnTo>
                      <a:pt x="815850" y="512639"/>
                    </a:lnTo>
                    <a:lnTo>
                      <a:pt x="818583" y="512639"/>
                    </a:lnTo>
                    <a:lnTo>
                      <a:pt x="821029" y="510050"/>
                    </a:lnTo>
                    <a:lnTo>
                      <a:pt x="823618" y="510050"/>
                    </a:lnTo>
                    <a:lnTo>
                      <a:pt x="823618" y="512639"/>
                    </a:lnTo>
                    <a:lnTo>
                      <a:pt x="823618" y="515085"/>
                    </a:lnTo>
                    <a:lnTo>
                      <a:pt x="821029" y="515085"/>
                    </a:lnTo>
                    <a:lnTo>
                      <a:pt x="823618" y="515085"/>
                    </a:lnTo>
                    <a:lnTo>
                      <a:pt x="826063" y="515085"/>
                    </a:lnTo>
                    <a:lnTo>
                      <a:pt x="828796" y="515085"/>
                    </a:lnTo>
                    <a:lnTo>
                      <a:pt x="826063" y="515085"/>
                    </a:lnTo>
                    <a:lnTo>
                      <a:pt x="826063" y="512639"/>
                    </a:lnTo>
                    <a:lnTo>
                      <a:pt x="828796" y="512639"/>
                    </a:lnTo>
                    <a:lnTo>
                      <a:pt x="826063" y="512639"/>
                    </a:lnTo>
                    <a:lnTo>
                      <a:pt x="826063" y="510050"/>
                    </a:lnTo>
                    <a:lnTo>
                      <a:pt x="828796" y="512639"/>
                    </a:lnTo>
                    <a:lnTo>
                      <a:pt x="828796" y="515085"/>
                    </a:lnTo>
                    <a:lnTo>
                      <a:pt x="828796" y="517530"/>
                    </a:lnTo>
                    <a:lnTo>
                      <a:pt x="826063" y="520119"/>
                    </a:lnTo>
                    <a:lnTo>
                      <a:pt x="828796" y="520119"/>
                    </a:lnTo>
                    <a:lnTo>
                      <a:pt x="831385" y="520119"/>
                    </a:lnTo>
                    <a:lnTo>
                      <a:pt x="831385" y="522852"/>
                    </a:lnTo>
                    <a:lnTo>
                      <a:pt x="833830" y="522852"/>
                    </a:lnTo>
                    <a:lnTo>
                      <a:pt x="833830" y="525297"/>
                    </a:lnTo>
                    <a:lnTo>
                      <a:pt x="833830" y="527742"/>
                    </a:lnTo>
                    <a:lnTo>
                      <a:pt x="831385" y="530332"/>
                    </a:lnTo>
                    <a:lnTo>
                      <a:pt x="828796" y="530332"/>
                    </a:lnTo>
                    <a:lnTo>
                      <a:pt x="826063" y="530332"/>
                    </a:lnTo>
                    <a:lnTo>
                      <a:pt x="823618" y="530332"/>
                    </a:lnTo>
                    <a:lnTo>
                      <a:pt x="823618" y="533065"/>
                    </a:lnTo>
                    <a:lnTo>
                      <a:pt x="826063" y="530332"/>
                    </a:lnTo>
                    <a:lnTo>
                      <a:pt x="828796" y="530332"/>
                    </a:lnTo>
                    <a:lnTo>
                      <a:pt x="831385" y="535510"/>
                    </a:lnTo>
                    <a:lnTo>
                      <a:pt x="828796" y="537955"/>
                    </a:lnTo>
                    <a:lnTo>
                      <a:pt x="831385" y="537955"/>
                    </a:lnTo>
                    <a:lnTo>
                      <a:pt x="831385" y="540400"/>
                    </a:lnTo>
                    <a:lnTo>
                      <a:pt x="833830" y="540400"/>
                    </a:lnTo>
                    <a:lnTo>
                      <a:pt x="836276" y="540400"/>
                    </a:lnTo>
                    <a:lnTo>
                      <a:pt x="833830" y="543277"/>
                    </a:lnTo>
                    <a:lnTo>
                      <a:pt x="831385" y="543277"/>
                    </a:lnTo>
                    <a:lnTo>
                      <a:pt x="833830" y="543277"/>
                    </a:lnTo>
                    <a:lnTo>
                      <a:pt x="833830" y="545722"/>
                    </a:lnTo>
                    <a:lnTo>
                      <a:pt x="836276" y="543277"/>
                    </a:lnTo>
                    <a:lnTo>
                      <a:pt x="833830" y="545722"/>
                    </a:lnTo>
                    <a:lnTo>
                      <a:pt x="836276" y="548167"/>
                    </a:lnTo>
                    <a:lnTo>
                      <a:pt x="839009" y="545722"/>
                    </a:lnTo>
                    <a:lnTo>
                      <a:pt x="839009" y="550757"/>
                    </a:lnTo>
                    <a:lnTo>
                      <a:pt x="839009" y="548167"/>
                    </a:lnTo>
                    <a:lnTo>
                      <a:pt x="841454" y="548167"/>
                    </a:lnTo>
                    <a:lnTo>
                      <a:pt x="841454" y="550757"/>
                    </a:lnTo>
                    <a:lnTo>
                      <a:pt x="841454" y="548167"/>
                    </a:lnTo>
                    <a:lnTo>
                      <a:pt x="844043" y="548167"/>
                    </a:lnTo>
                    <a:lnTo>
                      <a:pt x="846488" y="553490"/>
                    </a:lnTo>
                    <a:lnTo>
                      <a:pt x="841454" y="555935"/>
                    </a:lnTo>
                    <a:lnTo>
                      <a:pt x="844043" y="555935"/>
                    </a:lnTo>
                    <a:lnTo>
                      <a:pt x="841454" y="555935"/>
                    </a:lnTo>
                    <a:lnTo>
                      <a:pt x="839009" y="555935"/>
                    </a:lnTo>
                    <a:lnTo>
                      <a:pt x="839009" y="558380"/>
                    </a:lnTo>
                    <a:lnTo>
                      <a:pt x="836276" y="560969"/>
                    </a:lnTo>
                    <a:lnTo>
                      <a:pt x="836276" y="563702"/>
                    </a:lnTo>
                    <a:lnTo>
                      <a:pt x="839009" y="563702"/>
                    </a:lnTo>
                    <a:lnTo>
                      <a:pt x="839009" y="560969"/>
                    </a:lnTo>
                    <a:lnTo>
                      <a:pt x="839009" y="563702"/>
                    </a:lnTo>
                    <a:lnTo>
                      <a:pt x="841454" y="563702"/>
                    </a:lnTo>
                    <a:lnTo>
                      <a:pt x="839009" y="563702"/>
                    </a:lnTo>
                    <a:lnTo>
                      <a:pt x="836276" y="566147"/>
                    </a:lnTo>
                    <a:lnTo>
                      <a:pt x="833830" y="566147"/>
                    </a:lnTo>
                    <a:lnTo>
                      <a:pt x="831385" y="566147"/>
                    </a:lnTo>
                    <a:lnTo>
                      <a:pt x="828796" y="566147"/>
                    </a:lnTo>
                    <a:lnTo>
                      <a:pt x="823618" y="563702"/>
                    </a:lnTo>
                    <a:lnTo>
                      <a:pt x="821029" y="566147"/>
                    </a:lnTo>
                    <a:lnTo>
                      <a:pt x="823618" y="568592"/>
                    </a:lnTo>
                    <a:lnTo>
                      <a:pt x="828796" y="568592"/>
                    </a:lnTo>
                    <a:lnTo>
                      <a:pt x="831385" y="568592"/>
                    </a:lnTo>
                    <a:lnTo>
                      <a:pt x="833830" y="568592"/>
                    </a:lnTo>
                    <a:lnTo>
                      <a:pt x="836276" y="568592"/>
                    </a:lnTo>
                    <a:lnTo>
                      <a:pt x="836276" y="571038"/>
                    </a:lnTo>
                    <a:lnTo>
                      <a:pt x="836276" y="568592"/>
                    </a:lnTo>
                    <a:lnTo>
                      <a:pt x="836276" y="571038"/>
                    </a:lnTo>
                    <a:lnTo>
                      <a:pt x="836276" y="573771"/>
                    </a:lnTo>
                    <a:lnTo>
                      <a:pt x="839009" y="573771"/>
                    </a:lnTo>
                    <a:lnTo>
                      <a:pt x="839009" y="571038"/>
                    </a:lnTo>
                    <a:lnTo>
                      <a:pt x="841454" y="573771"/>
                    </a:lnTo>
                    <a:lnTo>
                      <a:pt x="844043" y="573771"/>
                    </a:lnTo>
                    <a:lnTo>
                      <a:pt x="846488" y="571038"/>
                    </a:lnTo>
                    <a:lnTo>
                      <a:pt x="848933" y="571038"/>
                    </a:lnTo>
                    <a:lnTo>
                      <a:pt x="846488" y="571038"/>
                    </a:lnTo>
                    <a:lnTo>
                      <a:pt x="848933" y="573771"/>
                    </a:lnTo>
                    <a:lnTo>
                      <a:pt x="848933" y="571038"/>
                    </a:lnTo>
                    <a:lnTo>
                      <a:pt x="851666" y="571038"/>
                    </a:lnTo>
                    <a:lnTo>
                      <a:pt x="851666" y="568592"/>
                    </a:lnTo>
                    <a:lnTo>
                      <a:pt x="856700" y="568592"/>
                    </a:lnTo>
                    <a:lnTo>
                      <a:pt x="854255" y="571038"/>
                    </a:lnTo>
                    <a:lnTo>
                      <a:pt x="854255" y="573771"/>
                    </a:lnTo>
                    <a:lnTo>
                      <a:pt x="854255" y="571038"/>
                    </a:lnTo>
                    <a:lnTo>
                      <a:pt x="856700" y="571038"/>
                    </a:lnTo>
                    <a:lnTo>
                      <a:pt x="859146" y="571038"/>
                    </a:lnTo>
                    <a:lnTo>
                      <a:pt x="856700" y="573771"/>
                    </a:lnTo>
                    <a:lnTo>
                      <a:pt x="859146" y="573771"/>
                    </a:lnTo>
                    <a:lnTo>
                      <a:pt x="859146" y="576360"/>
                    </a:lnTo>
                    <a:lnTo>
                      <a:pt x="856700" y="576360"/>
                    </a:lnTo>
                    <a:lnTo>
                      <a:pt x="856700" y="578805"/>
                    </a:lnTo>
                    <a:lnTo>
                      <a:pt x="859146" y="578805"/>
                    </a:lnTo>
                    <a:lnTo>
                      <a:pt x="861879" y="578805"/>
                    </a:lnTo>
                    <a:lnTo>
                      <a:pt x="864468" y="578805"/>
                    </a:lnTo>
                    <a:lnTo>
                      <a:pt x="866913" y="581250"/>
                    </a:lnTo>
                    <a:lnTo>
                      <a:pt x="864468" y="581250"/>
                    </a:lnTo>
                    <a:lnTo>
                      <a:pt x="861879" y="581250"/>
                    </a:lnTo>
                    <a:lnTo>
                      <a:pt x="864468" y="583983"/>
                    </a:lnTo>
                    <a:lnTo>
                      <a:pt x="861879" y="583983"/>
                    </a:lnTo>
                    <a:lnTo>
                      <a:pt x="864468" y="583983"/>
                    </a:lnTo>
                    <a:lnTo>
                      <a:pt x="864468" y="586572"/>
                    </a:lnTo>
                    <a:lnTo>
                      <a:pt x="859146" y="586572"/>
                    </a:lnTo>
                    <a:lnTo>
                      <a:pt x="859146" y="583983"/>
                    </a:lnTo>
                    <a:lnTo>
                      <a:pt x="856700" y="586572"/>
                    </a:lnTo>
                    <a:lnTo>
                      <a:pt x="854255" y="586572"/>
                    </a:lnTo>
                    <a:lnTo>
                      <a:pt x="854255" y="583983"/>
                    </a:lnTo>
                    <a:lnTo>
                      <a:pt x="859146" y="581250"/>
                    </a:lnTo>
                    <a:lnTo>
                      <a:pt x="859146" y="578805"/>
                    </a:lnTo>
                    <a:lnTo>
                      <a:pt x="856700" y="581250"/>
                    </a:lnTo>
                    <a:lnTo>
                      <a:pt x="854255" y="578805"/>
                    </a:lnTo>
                    <a:lnTo>
                      <a:pt x="854255" y="576360"/>
                    </a:lnTo>
                    <a:lnTo>
                      <a:pt x="851666" y="576360"/>
                    </a:lnTo>
                    <a:lnTo>
                      <a:pt x="851666" y="578805"/>
                    </a:lnTo>
                    <a:lnTo>
                      <a:pt x="846488" y="578805"/>
                    </a:lnTo>
                    <a:lnTo>
                      <a:pt x="846488" y="576360"/>
                    </a:lnTo>
                    <a:lnTo>
                      <a:pt x="844043" y="578805"/>
                    </a:lnTo>
                    <a:lnTo>
                      <a:pt x="839009" y="578805"/>
                    </a:lnTo>
                    <a:lnTo>
                      <a:pt x="836276" y="581250"/>
                    </a:lnTo>
                    <a:lnTo>
                      <a:pt x="833830" y="583983"/>
                    </a:lnTo>
                    <a:lnTo>
                      <a:pt x="836276" y="583983"/>
                    </a:lnTo>
                    <a:lnTo>
                      <a:pt x="836276" y="581250"/>
                    </a:lnTo>
                    <a:lnTo>
                      <a:pt x="839009" y="581250"/>
                    </a:lnTo>
                    <a:lnTo>
                      <a:pt x="841454" y="581250"/>
                    </a:lnTo>
                    <a:lnTo>
                      <a:pt x="846488" y="581250"/>
                    </a:lnTo>
                    <a:lnTo>
                      <a:pt x="844043" y="581250"/>
                    </a:lnTo>
                    <a:lnTo>
                      <a:pt x="846488" y="583983"/>
                    </a:lnTo>
                    <a:lnTo>
                      <a:pt x="844043" y="583983"/>
                    </a:lnTo>
                    <a:lnTo>
                      <a:pt x="841454" y="586572"/>
                    </a:lnTo>
                    <a:lnTo>
                      <a:pt x="844043" y="586572"/>
                    </a:lnTo>
                    <a:lnTo>
                      <a:pt x="848933" y="586572"/>
                    </a:lnTo>
                    <a:lnTo>
                      <a:pt x="848933" y="589018"/>
                    </a:lnTo>
                    <a:lnTo>
                      <a:pt x="846488" y="589018"/>
                    </a:lnTo>
                    <a:lnTo>
                      <a:pt x="848933" y="591463"/>
                    </a:lnTo>
                    <a:lnTo>
                      <a:pt x="851666" y="591463"/>
                    </a:lnTo>
                    <a:lnTo>
                      <a:pt x="854255" y="591463"/>
                    </a:lnTo>
                    <a:lnTo>
                      <a:pt x="856700" y="591463"/>
                    </a:lnTo>
                    <a:lnTo>
                      <a:pt x="856700" y="589018"/>
                    </a:lnTo>
                    <a:lnTo>
                      <a:pt x="859146" y="586572"/>
                    </a:lnTo>
                    <a:lnTo>
                      <a:pt x="859146" y="589018"/>
                    </a:lnTo>
                    <a:lnTo>
                      <a:pt x="859146" y="591463"/>
                    </a:lnTo>
                    <a:lnTo>
                      <a:pt x="861879" y="589018"/>
                    </a:lnTo>
                    <a:lnTo>
                      <a:pt x="864468" y="586572"/>
                    </a:lnTo>
                    <a:lnTo>
                      <a:pt x="866913" y="586572"/>
                    </a:lnTo>
                    <a:lnTo>
                      <a:pt x="866913" y="589018"/>
                    </a:lnTo>
                    <a:lnTo>
                      <a:pt x="869358" y="589018"/>
                    </a:lnTo>
                    <a:lnTo>
                      <a:pt x="866913" y="589018"/>
                    </a:lnTo>
                    <a:lnTo>
                      <a:pt x="866913" y="591463"/>
                    </a:lnTo>
                    <a:lnTo>
                      <a:pt x="866913" y="589018"/>
                    </a:lnTo>
                    <a:lnTo>
                      <a:pt x="866913" y="591463"/>
                    </a:lnTo>
                    <a:lnTo>
                      <a:pt x="869358" y="589018"/>
                    </a:lnTo>
                    <a:lnTo>
                      <a:pt x="869358" y="591463"/>
                    </a:lnTo>
                    <a:lnTo>
                      <a:pt x="872091" y="591463"/>
                    </a:lnTo>
                    <a:lnTo>
                      <a:pt x="874680" y="589018"/>
                    </a:lnTo>
                    <a:lnTo>
                      <a:pt x="872091" y="589018"/>
                    </a:lnTo>
                    <a:lnTo>
                      <a:pt x="877126" y="586572"/>
                    </a:lnTo>
                    <a:lnTo>
                      <a:pt x="874680" y="589018"/>
                    </a:lnTo>
                    <a:lnTo>
                      <a:pt x="877126" y="589018"/>
                    </a:lnTo>
                    <a:lnTo>
                      <a:pt x="874680" y="591463"/>
                    </a:lnTo>
                    <a:lnTo>
                      <a:pt x="877126" y="591463"/>
                    </a:lnTo>
                    <a:lnTo>
                      <a:pt x="872091" y="594196"/>
                    </a:lnTo>
                    <a:lnTo>
                      <a:pt x="877126" y="594196"/>
                    </a:lnTo>
                    <a:lnTo>
                      <a:pt x="877126" y="596785"/>
                    </a:lnTo>
                    <a:lnTo>
                      <a:pt x="879571" y="596785"/>
                    </a:lnTo>
                    <a:lnTo>
                      <a:pt x="877126" y="599230"/>
                    </a:lnTo>
                    <a:lnTo>
                      <a:pt x="877126" y="596785"/>
                    </a:lnTo>
                    <a:lnTo>
                      <a:pt x="877126" y="599230"/>
                    </a:lnTo>
                    <a:lnTo>
                      <a:pt x="877126" y="596785"/>
                    </a:lnTo>
                    <a:lnTo>
                      <a:pt x="874680" y="596785"/>
                    </a:lnTo>
                    <a:lnTo>
                      <a:pt x="874680" y="599230"/>
                    </a:lnTo>
                    <a:lnTo>
                      <a:pt x="874680" y="596785"/>
                    </a:lnTo>
                    <a:lnTo>
                      <a:pt x="874680" y="599230"/>
                    </a:lnTo>
                    <a:lnTo>
                      <a:pt x="872091" y="599230"/>
                    </a:lnTo>
                    <a:lnTo>
                      <a:pt x="872091" y="596785"/>
                    </a:lnTo>
                    <a:lnTo>
                      <a:pt x="874680" y="596785"/>
                    </a:lnTo>
                    <a:lnTo>
                      <a:pt x="872091" y="596785"/>
                    </a:lnTo>
                    <a:lnTo>
                      <a:pt x="872091" y="599230"/>
                    </a:lnTo>
                    <a:lnTo>
                      <a:pt x="869358" y="599230"/>
                    </a:lnTo>
                    <a:lnTo>
                      <a:pt x="866913" y="599230"/>
                    </a:lnTo>
                    <a:lnTo>
                      <a:pt x="864468" y="599230"/>
                    </a:lnTo>
                    <a:lnTo>
                      <a:pt x="869358" y="601675"/>
                    </a:lnTo>
                    <a:lnTo>
                      <a:pt x="864468" y="604264"/>
                    </a:lnTo>
                    <a:lnTo>
                      <a:pt x="872091" y="601675"/>
                    </a:lnTo>
                    <a:lnTo>
                      <a:pt x="872091" y="604264"/>
                    </a:lnTo>
                    <a:lnTo>
                      <a:pt x="869358" y="604264"/>
                    </a:lnTo>
                    <a:lnTo>
                      <a:pt x="869358" y="606997"/>
                    </a:lnTo>
                    <a:lnTo>
                      <a:pt x="869358" y="604264"/>
                    </a:lnTo>
                    <a:lnTo>
                      <a:pt x="869358" y="606997"/>
                    </a:lnTo>
                    <a:lnTo>
                      <a:pt x="872091" y="606997"/>
                    </a:lnTo>
                    <a:lnTo>
                      <a:pt x="872091" y="609443"/>
                    </a:lnTo>
                    <a:lnTo>
                      <a:pt x="874680" y="606997"/>
                    </a:lnTo>
                    <a:lnTo>
                      <a:pt x="874680" y="609443"/>
                    </a:lnTo>
                    <a:lnTo>
                      <a:pt x="877126" y="606997"/>
                    </a:lnTo>
                    <a:lnTo>
                      <a:pt x="879571" y="606997"/>
                    </a:lnTo>
                    <a:lnTo>
                      <a:pt x="877126" y="606997"/>
                    </a:lnTo>
                    <a:lnTo>
                      <a:pt x="877126" y="609443"/>
                    </a:lnTo>
                    <a:lnTo>
                      <a:pt x="877126" y="611888"/>
                    </a:lnTo>
                    <a:lnTo>
                      <a:pt x="872091" y="614477"/>
                    </a:lnTo>
                    <a:lnTo>
                      <a:pt x="872091" y="617210"/>
                    </a:lnTo>
                    <a:lnTo>
                      <a:pt x="874680" y="614477"/>
                    </a:lnTo>
                    <a:lnTo>
                      <a:pt x="877126" y="611888"/>
                    </a:lnTo>
                    <a:lnTo>
                      <a:pt x="879571" y="609443"/>
                    </a:lnTo>
                    <a:lnTo>
                      <a:pt x="882304" y="609443"/>
                    </a:lnTo>
                    <a:lnTo>
                      <a:pt x="879571" y="611888"/>
                    </a:lnTo>
                    <a:lnTo>
                      <a:pt x="884893" y="609443"/>
                    </a:lnTo>
                    <a:lnTo>
                      <a:pt x="887338" y="609443"/>
                    </a:lnTo>
                    <a:lnTo>
                      <a:pt x="887338" y="614477"/>
                    </a:lnTo>
                    <a:lnTo>
                      <a:pt x="884893" y="614477"/>
                    </a:lnTo>
                    <a:lnTo>
                      <a:pt x="882304" y="611888"/>
                    </a:lnTo>
                    <a:lnTo>
                      <a:pt x="882304" y="614477"/>
                    </a:lnTo>
                    <a:lnTo>
                      <a:pt x="879571" y="614477"/>
                    </a:lnTo>
                    <a:lnTo>
                      <a:pt x="877126" y="617210"/>
                    </a:lnTo>
                    <a:lnTo>
                      <a:pt x="879571" y="617210"/>
                    </a:lnTo>
                    <a:lnTo>
                      <a:pt x="882304" y="617210"/>
                    </a:lnTo>
                    <a:lnTo>
                      <a:pt x="884893" y="617210"/>
                    </a:lnTo>
                    <a:lnTo>
                      <a:pt x="884893" y="619655"/>
                    </a:lnTo>
                    <a:lnTo>
                      <a:pt x="884893" y="622100"/>
                    </a:lnTo>
                    <a:lnTo>
                      <a:pt x="887338" y="622100"/>
                    </a:lnTo>
                    <a:lnTo>
                      <a:pt x="887338" y="624546"/>
                    </a:lnTo>
                    <a:lnTo>
                      <a:pt x="889783" y="624546"/>
                    </a:lnTo>
                    <a:lnTo>
                      <a:pt x="889783" y="627422"/>
                    </a:lnTo>
                    <a:lnTo>
                      <a:pt x="887338" y="627422"/>
                    </a:lnTo>
                    <a:lnTo>
                      <a:pt x="884893" y="627422"/>
                    </a:lnTo>
                    <a:lnTo>
                      <a:pt x="882304" y="627422"/>
                    </a:lnTo>
                    <a:lnTo>
                      <a:pt x="882304" y="629868"/>
                    </a:lnTo>
                    <a:lnTo>
                      <a:pt x="884893" y="629868"/>
                    </a:lnTo>
                    <a:lnTo>
                      <a:pt x="887338" y="632313"/>
                    </a:lnTo>
                    <a:lnTo>
                      <a:pt x="884893" y="634758"/>
                    </a:lnTo>
                    <a:lnTo>
                      <a:pt x="882304" y="634758"/>
                    </a:lnTo>
                    <a:lnTo>
                      <a:pt x="882304" y="637491"/>
                    </a:lnTo>
                    <a:lnTo>
                      <a:pt x="884893" y="637491"/>
                    </a:lnTo>
                    <a:lnTo>
                      <a:pt x="882304" y="637491"/>
                    </a:lnTo>
                    <a:lnTo>
                      <a:pt x="879571" y="637491"/>
                    </a:lnTo>
                    <a:lnTo>
                      <a:pt x="879571" y="640080"/>
                    </a:lnTo>
                    <a:lnTo>
                      <a:pt x="882304" y="640080"/>
                    </a:lnTo>
                    <a:lnTo>
                      <a:pt x="879571" y="640080"/>
                    </a:lnTo>
                    <a:lnTo>
                      <a:pt x="877126" y="640080"/>
                    </a:lnTo>
                    <a:lnTo>
                      <a:pt x="874680" y="640080"/>
                    </a:lnTo>
                    <a:lnTo>
                      <a:pt x="872091" y="640080"/>
                    </a:lnTo>
                    <a:lnTo>
                      <a:pt x="874680" y="640080"/>
                    </a:lnTo>
                    <a:lnTo>
                      <a:pt x="882304" y="642525"/>
                    </a:lnTo>
                    <a:lnTo>
                      <a:pt x="884893" y="642525"/>
                    </a:lnTo>
                    <a:lnTo>
                      <a:pt x="882304" y="645114"/>
                    </a:lnTo>
                    <a:lnTo>
                      <a:pt x="882304" y="647847"/>
                    </a:lnTo>
                    <a:lnTo>
                      <a:pt x="877126" y="655183"/>
                    </a:lnTo>
                    <a:lnTo>
                      <a:pt x="877126" y="658060"/>
                    </a:lnTo>
                    <a:lnTo>
                      <a:pt x="874680" y="660505"/>
                    </a:lnTo>
                    <a:lnTo>
                      <a:pt x="874680" y="665396"/>
                    </a:lnTo>
                    <a:lnTo>
                      <a:pt x="872091" y="668129"/>
                    </a:lnTo>
                    <a:lnTo>
                      <a:pt x="872091" y="670718"/>
                    </a:lnTo>
                    <a:lnTo>
                      <a:pt x="866913" y="673163"/>
                    </a:lnTo>
                    <a:lnTo>
                      <a:pt x="864468" y="675608"/>
                    </a:lnTo>
                    <a:lnTo>
                      <a:pt x="866913" y="675608"/>
                    </a:lnTo>
                    <a:lnTo>
                      <a:pt x="866913" y="678341"/>
                    </a:lnTo>
                    <a:lnTo>
                      <a:pt x="861879" y="680930"/>
                    </a:lnTo>
                    <a:lnTo>
                      <a:pt x="859146" y="680930"/>
                    </a:lnTo>
                    <a:lnTo>
                      <a:pt x="861879" y="683375"/>
                    </a:lnTo>
                    <a:lnTo>
                      <a:pt x="859146" y="683375"/>
                    </a:lnTo>
                    <a:lnTo>
                      <a:pt x="861879" y="683375"/>
                    </a:lnTo>
                    <a:lnTo>
                      <a:pt x="856700" y="693588"/>
                    </a:lnTo>
                    <a:lnTo>
                      <a:pt x="856700" y="696033"/>
                    </a:lnTo>
                    <a:lnTo>
                      <a:pt x="851666" y="698622"/>
                    </a:lnTo>
                    <a:lnTo>
                      <a:pt x="848933" y="696033"/>
                    </a:lnTo>
                    <a:lnTo>
                      <a:pt x="848933" y="698622"/>
                    </a:lnTo>
                    <a:lnTo>
                      <a:pt x="851666" y="701355"/>
                    </a:lnTo>
                    <a:lnTo>
                      <a:pt x="851666" y="703800"/>
                    </a:lnTo>
                    <a:lnTo>
                      <a:pt x="851666" y="706246"/>
                    </a:lnTo>
                    <a:lnTo>
                      <a:pt x="851666" y="708835"/>
                    </a:lnTo>
                    <a:lnTo>
                      <a:pt x="851666" y="711568"/>
                    </a:lnTo>
                    <a:lnTo>
                      <a:pt x="851666" y="714013"/>
                    </a:lnTo>
                    <a:lnTo>
                      <a:pt x="848933" y="714013"/>
                    </a:lnTo>
                    <a:lnTo>
                      <a:pt x="846488" y="714013"/>
                    </a:lnTo>
                    <a:lnTo>
                      <a:pt x="848933" y="714013"/>
                    </a:lnTo>
                    <a:lnTo>
                      <a:pt x="848933" y="716458"/>
                    </a:lnTo>
                    <a:lnTo>
                      <a:pt x="848933" y="718904"/>
                    </a:lnTo>
                    <a:lnTo>
                      <a:pt x="848933" y="721636"/>
                    </a:lnTo>
                    <a:lnTo>
                      <a:pt x="846488" y="721636"/>
                    </a:lnTo>
                    <a:lnTo>
                      <a:pt x="846488" y="718904"/>
                    </a:lnTo>
                    <a:lnTo>
                      <a:pt x="846488" y="721636"/>
                    </a:lnTo>
                    <a:lnTo>
                      <a:pt x="844043" y="721636"/>
                    </a:lnTo>
                    <a:lnTo>
                      <a:pt x="844043" y="724225"/>
                    </a:lnTo>
                    <a:lnTo>
                      <a:pt x="844043" y="726671"/>
                    </a:lnTo>
                    <a:lnTo>
                      <a:pt x="841454" y="729116"/>
                    </a:lnTo>
                    <a:lnTo>
                      <a:pt x="841454" y="731849"/>
                    </a:lnTo>
                    <a:lnTo>
                      <a:pt x="839009" y="731849"/>
                    </a:lnTo>
                    <a:lnTo>
                      <a:pt x="839009" y="729116"/>
                    </a:lnTo>
                    <a:lnTo>
                      <a:pt x="836276" y="729116"/>
                    </a:lnTo>
                    <a:lnTo>
                      <a:pt x="836276" y="731849"/>
                    </a:lnTo>
                    <a:lnTo>
                      <a:pt x="836276" y="734438"/>
                    </a:lnTo>
                    <a:lnTo>
                      <a:pt x="833830" y="731849"/>
                    </a:lnTo>
                    <a:lnTo>
                      <a:pt x="833830" y="729116"/>
                    </a:lnTo>
                    <a:lnTo>
                      <a:pt x="831385" y="726671"/>
                    </a:lnTo>
                    <a:lnTo>
                      <a:pt x="831385" y="721636"/>
                    </a:lnTo>
                    <a:lnTo>
                      <a:pt x="828796" y="718904"/>
                    </a:lnTo>
                    <a:lnTo>
                      <a:pt x="826063" y="716458"/>
                    </a:lnTo>
                    <a:lnTo>
                      <a:pt x="823618" y="711568"/>
                    </a:lnTo>
                    <a:lnTo>
                      <a:pt x="821029" y="701355"/>
                    </a:lnTo>
                    <a:lnTo>
                      <a:pt x="818583" y="698622"/>
                    </a:lnTo>
                    <a:lnTo>
                      <a:pt x="815850" y="691143"/>
                    </a:lnTo>
                    <a:lnTo>
                      <a:pt x="808371" y="678341"/>
                    </a:lnTo>
                    <a:lnTo>
                      <a:pt x="808371" y="675608"/>
                    </a:lnTo>
                    <a:lnTo>
                      <a:pt x="803193" y="678341"/>
                    </a:lnTo>
                    <a:lnTo>
                      <a:pt x="798159" y="678341"/>
                    </a:lnTo>
                    <a:lnTo>
                      <a:pt x="772555" y="691143"/>
                    </a:lnTo>
                    <a:lnTo>
                      <a:pt x="752130" y="701355"/>
                    </a:lnTo>
                    <a:lnTo>
                      <a:pt x="749685" y="703800"/>
                    </a:lnTo>
                    <a:lnTo>
                      <a:pt x="747240" y="703800"/>
                    </a:lnTo>
                    <a:lnTo>
                      <a:pt x="744651" y="703800"/>
                    </a:lnTo>
                    <a:lnTo>
                      <a:pt x="744651" y="706246"/>
                    </a:lnTo>
                    <a:lnTo>
                      <a:pt x="741918" y="706246"/>
                    </a:lnTo>
                    <a:lnTo>
                      <a:pt x="739472" y="708835"/>
                    </a:lnTo>
                    <a:lnTo>
                      <a:pt x="734438" y="708835"/>
                    </a:lnTo>
                    <a:lnTo>
                      <a:pt x="731705" y="711568"/>
                    </a:lnTo>
                    <a:lnTo>
                      <a:pt x="729260" y="711568"/>
                    </a:lnTo>
                    <a:lnTo>
                      <a:pt x="724225" y="714013"/>
                    </a:lnTo>
                    <a:lnTo>
                      <a:pt x="719048" y="716458"/>
                    </a:lnTo>
                    <a:lnTo>
                      <a:pt x="714013" y="718904"/>
                    </a:lnTo>
                    <a:lnTo>
                      <a:pt x="711280" y="718904"/>
                    </a:lnTo>
                    <a:lnTo>
                      <a:pt x="701068" y="724225"/>
                    </a:lnTo>
                    <a:lnTo>
                      <a:pt x="696177" y="726671"/>
                    </a:lnTo>
                    <a:lnTo>
                      <a:pt x="693588" y="726671"/>
                    </a:lnTo>
                    <a:lnTo>
                      <a:pt x="693588" y="729116"/>
                    </a:lnTo>
                    <a:lnTo>
                      <a:pt x="691143" y="729116"/>
                    </a:lnTo>
                    <a:lnTo>
                      <a:pt x="688410" y="731849"/>
                    </a:lnTo>
                    <a:lnTo>
                      <a:pt x="685964" y="731849"/>
                    </a:lnTo>
                    <a:lnTo>
                      <a:pt x="680930" y="734438"/>
                    </a:lnTo>
                    <a:lnTo>
                      <a:pt x="678198" y="734438"/>
                    </a:lnTo>
                    <a:lnTo>
                      <a:pt x="675752" y="736883"/>
                    </a:lnTo>
                    <a:lnTo>
                      <a:pt x="670718" y="739329"/>
                    </a:lnTo>
                    <a:lnTo>
                      <a:pt x="667985" y="739329"/>
                    </a:lnTo>
                    <a:lnTo>
                      <a:pt x="665540" y="742205"/>
                    </a:lnTo>
                    <a:lnTo>
                      <a:pt x="662950" y="742205"/>
                    </a:lnTo>
                    <a:lnTo>
                      <a:pt x="660505" y="742205"/>
                    </a:lnTo>
                    <a:lnTo>
                      <a:pt x="657772" y="744650"/>
                    </a:lnTo>
                    <a:lnTo>
                      <a:pt x="655327" y="744650"/>
                    </a:lnTo>
                    <a:lnTo>
                      <a:pt x="650293" y="747096"/>
                    </a:lnTo>
                    <a:lnTo>
                      <a:pt x="647560" y="749541"/>
                    </a:lnTo>
                    <a:lnTo>
                      <a:pt x="645114" y="749541"/>
                    </a:lnTo>
                    <a:lnTo>
                      <a:pt x="642669" y="752274"/>
                    </a:lnTo>
                    <a:lnTo>
                      <a:pt x="640080" y="752274"/>
                    </a:lnTo>
                    <a:lnTo>
                      <a:pt x="637347" y="752274"/>
                    </a:lnTo>
                    <a:lnTo>
                      <a:pt x="637347" y="754863"/>
                    </a:lnTo>
                    <a:lnTo>
                      <a:pt x="634902" y="754863"/>
                    </a:lnTo>
                    <a:lnTo>
                      <a:pt x="632457" y="754863"/>
                    </a:lnTo>
                    <a:lnTo>
                      <a:pt x="629868" y="757308"/>
                    </a:lnTo>
                    <a:lnTo>
                      <a:pt x="627135" y="757308"/>
                    </a:lnTo>
                    <a:lnTo>
                      <a:pt x="624690" y="759754"/>
                    </a:lnTo>
                    <a:lnTo>
                      <a:pt x="622244" y="759754"/>
                    </a:lnTo>
                    <a:lnTo>
                      <a:pt x="619655" y="759754"/>
                    </a:lnTo>
                    <a:lnTo>
                      <a:pt x="617210" y="762486"/>
                    </a:lnTo>
                    <a:lnTo>
                      <a:pt x="614477" y="762486"/>
                    </a:lnTo>
                    <a:lnTo>
                      <a:pt x="609442" y="765075"/>
                    </a:lnTo>
                    <a:lnTo>
                      <a:pt x="606997" y="765075"/>
                    </a:lnTo>
                    <a:lnTo>
                      <a:pt x="606997" y="767521"/>
                    </a:lnTo>
                    <a:lnTo>
                      <a:pt x="604264" y="767521"/>
                    </a:lnTo>
                    <a:lnTo>
                      <a:pt x="599230" y="769966"/>
                    </a:lnTo>
                    <a:lnTo>
                      <a:pt x="594052" y="772699"/>
                    </a:lnTo>
                    <a:lnTo>
                      <a:pt x="591607" y="772699"/>
                    </a:lnTo>
                    <a:lnTo>
                      <a:pt x="589018" y="772699"/>
                    </a:lnTo>
                    <a:lnTo>
                      <a:pt x="581394" y="777733"/>
                    </a:lnTo>
                    <a:lnTo>
                      <a:pt x="578949" y="777733"/>
                    </a:lnTo>
                    <a:lnTo>
                      <a:pt x="576360" y="780179"/>
                    </a:lnTo>
                    <a:lnTo>
                      <a:pt x="573627" y="780179"/>
                    </a:lnTo>
                    <a:lnTo>
                      <a:pt x="571182" y="780179"/>
                    </a:lnTo>
                    <a:lnTo>
                      <a:pt x="571182" y="782768"/>
                    </a:lnTo>
                    <a:lnTo>
                      <a:pt x="566147" y="785500"/>
                    </a:lnTo>
                    <a:lnTo>
                      <a:pt x="560969" y="785500"/>
                    </a:lnTo>
                    <a:lnTo>
                      <a:pt x="560969" y="787946"/>
                    </a:lnTo>
                    <a:lnTo>
                      <a:pt x="555935" y="787946"/>
                    </a:lnTo>
                    <a:lnTo>
                      <a:pt x="553202" y="790391"/>
                    </a:lnTo>
                    <a:lnTo>
                      <a:pt x="543277" y="792980"/>
                    </a:lnTo>
                    <a:lnTo>
                      <a:pt x="540544" y="795713"/>
                    </a:lnTo>
                    <a:lnTo>
                      <a:pt x="533064" y="798158"/>
                    </a:lnTo>
                    <a:lnTo>
                      <a:pt x="527886" y="800604"/>
                    </a:lnTo>
                    <a:lnTo>
                      <a:pt x="525297" y="800604"/>
                    </a:lnTo>
                    <a:lnTo>
                      <a:pt x="522852" y="800604"/>
                    </a:lnTo>
                    <a:lnTo>
                      <a:pt x="522852" y="803193"/>
                    </a:lnTo>
                    <a:lnTo>
                      <a:pt x="517674" y="803193"/>
                    </a:lnTo>
                    <a:lnTo>
                      <a:pt x="515085" y="805925"/>
                    </a:lnTo>
                    <a:lnTo>
                      <a:pt x="512640" y="805925"/>
                    </a:lnTo>
                    <a:lnTo>
                      <a:pt x="512640" y="808371"/>
                    </a:lnTo>
                    <a:lnTo>
                      <a:pt x="509907" y="808371"/>
                    </a:lnTo>
                    <a:lnTo>
                      <a:pt x="507461" y="808371"/>
                    </a:lnTo>
                    <a:lnTo>
                      <a:pt x="504872" y="810816"/>
                    </a:lnTo>
                    <a:lnTo>
                      <a:pt x="502427" y="810816"/>
                    </a:lnTo>
                    <a:lnTo>
                      <a:pt x="499694" y="813261"/>
                    </a:lnTo>
                    <a:lnTo>
                      <a:pt x="497249" y="813261"/>
                    </a:lnTo>
                    <a:lnTo>
                      <a:pt x="494660" y="813261"/>
                    </a:lnTo>
                    <a:lnTo>
                      <a:pt x="492214" y="815994"/>
                    </a:lnTo>
                    <a:lnTo>
                      <a:pt x="489481" y="815994"/>
                    </a:lnTo>
                    <a:lnTo>
                      <a:pt x="482002" y="818583"/>
                    </a:lnTo>
                    <a:lnTo>
                      <a:pt x="476824" y="821029"/>
                    </a:lnTo>
                    <a:lnTo>
                      <a:pt x="474235" y="821029"/>
                    </a:lnTo>
                    <a:lnTo>
                      <a:pt x="471790" y="823474"/>
                    </a:lnTo>
                    <a:lnTo>
                      <a:pt x="469344" y="823474"/>
                    </a:lnTo>
                    <a:lnTo>
                      <a:pt x="466611" y="826351"/>
                    </a:lnTo>
                    <a:lnTo>
                      <a:pt x="461577" y="826351"/>
                    </a:lnTo>
                    <a:lnTo>
                      <a:pt x="461577" y="828796"/>
                    </a:lnTo>
                    <a:lnTo>
                      <a:pt x="459132" y="828796"/>
                    </a:lnTo>
                    <a:lnTo>
                      <a:pt x="456399" y="828796"/>
                    </a:lnTo>
                    <a:lnTo>
                      <a:pt x="453953" y="831241"/>
                    </a:lnTo>
                    <a:lnTo>
                      <a:pt x="446186" y="833686"/>
                    </a:lnTo>
                    <a:lnTo>
                      <a:pt x="443741" y="833686"/>
                    </a:lnTo>
                    <a:lnTo>
                      <a:pt x="441152" y="836419"/>
                    </a:lnTo>
                    <a:lnTo>
                      <a:pt x="438707" y="836419"/>
                    </a:lnTo>
                    <a:lnTo>
                      <a:pt x="435974" y="836419"/>
                    </a:lnTo>
                    <a:lnTo>
                      <a:pt x="433529" y="839009"/>
                    </a:lnTo>
                    <a:lnTo>
                      <a:pt x="430940" y="839009"/>
                    </a:lnTo>
                    <a:lnTo>
                      <a:pt x="428494" y="839009"/>
                    </a:lnTo>
                    <a:lnTo>
                      <a:pt x="428494" y="841454"/>
                    </a:lnTo>
                    <a:lnTo>
                      <a:pt x="425761" y="841454"/>
                    </a:lnTo>
                    <a:lnTo>
                      <a:pt x="423316" y="841454"/>
                    </a:lnTo>
                    <a:lnTo>
                      <a:pt x="423316" y="843899"/>
                    </a:lnTo>
                    <a:lnTo>
                      <a:pt x="420727" y="843899"/>
                    </a:lnTo>
                    <a:lnTo>
                      <a:pt x="418282" y="843899"/>
                    </a:lnTo>
                    <a:lnTo>
                      <a:pt x="415549" y="843899"/>
                    </a:lnTo>
                    <a:lnTo>
                      <a:pt x="415549" y="846632"/>
                    </a:lnTo>
                    <a:lnTo>
                      <a:pt x="413103" y="846632"/>
                    </a:lnTo>
                    <a:lnTo>
                      <a:pt x="410658" y="846632"/>
                    </a:lnTo>
                    <a:lnTo>
                      <a:pt x="408069" y="849221"/>
                    </a:lnTo>
                    <a:lnTo>
                      <a:pt x="405336" y="849221"/>
                    </a:lnTo>
                    <a:lnTo>
                      <a:pt x="400302" y="851666"/>
                    </a:lnTo>
                    <a:lnTo>
                      <a:pt x="397857" y="851666"/>
                    </a:lnTo>
                    <a:lnTo>
                      <a:pt x="395412" y="854111"/>
                    </a:lnTo>
                    <a:lnTo>
                      <a:pt x="392679" y="854111"/>
                    </a:lnTo>
                    <a:lnTo>
                      <a:pt x="390233" y="854111"/>
                    </a:lnTo>
                    <a:lnTo>
                      <a:pt x="390233" y="851666"/>
                    </a:lnTo>
                    <a:lnTo>
                      <a:pt x="387644" y="851666"/>
                    </a:lnTo>
                    <a:lnTo>
                      <a:pt x="387644" y="849221"/>
                    </a:lnTo>
                    <a:lnTo>
                      <a:pt x="385199" y="849221"/>
                    </a:lnTo>
                    <a:lnTo>
                      <a:pt x="385199" y="846632"/>
                    </a:lnTo>
                    <a:lnTo>
                      <a:pt x="382466" y="846632"/>
                    </a:lnTo>
                    <a:lnTo>
                      <a:pt x="382466" y="843899"/>
                    </a:lnTo>
                    <a:lnTo>
                      <a:pt x="385199" y="843899"/>
                    </a:lnTo>
                    <a:lnTo>
                      <a:pt x="387644" y="846632"/>
                    </a:lnTo>
                    <a:lnTo>
                      <a:pt x="390233" y="846632"/>
                    </a:lnTo>
                    <a:lnTo>
                      <a:pt x="392679" y="846632"/>
                    </a:lnTo>
                    <a:lnTo>
                      <a:pt x="395412" y="846632"/>
                    </a:lnTo>
                    <a:lnTo>
                      <a:pt x="395412" y="843899"/>
                    </a:lnTo>
                    <a:lnTo>
                      <a:pt x="392679" y="843899"/>
                    </a:lnTo>
                    <a:lnTo>
                      <a:pt x="392679" y="841454"/>
                    </a:lnTo>
                    <a:lnTo>
                      <a:pt x="392679" y="839009"/>
                    </a:lnTo>
                    <a:lnTo>
                      <a:pt x="390233" y="839009"/>
                    </a:lnTo>
                    <a:lnTo>
                      <a:pt x="390233" y="836419"/>
                    </a:lnTo>
                    <a:lnTo>
                      <a:pt x="387644" y="833686"/>
                    </a:lnTo>
                    <a:lnTo>
                      <a:pt x="385199" y="833686"/>
                    </a:lnTo>
                    <a:lnTo>
                      <a:pt x="382466" y="831241"/>
                    </a:lnTo>
                    <a:lnTo>
                      <a:pt x="380021" y="831241"/>
                    </a:lnTo>
                    <a:lnTo>
                      <a:pt x="382466" y="833686"/>
                    </a:lnTo>
                    <a:lnTo>
                      <a:pt x="382466" y="836419"/>
                    </a:lnTo>
                    <a:lnTo>
                      <a:pt x="380021" y="836419"/>
                    </a:lnTo>
                    <a:lnTo>
                      <a:pt x="380021" y="833686"/>
                    </a:lnTo>
                    <a:lnTo>
                      <a:pt x="380021" y="831241"/>
                    </a:lnTo>
                    <a:lnTo>
                      <a:pt x="377432" y="831241"/>
                    </a:lnTo>
                    <a:lnTo>
                      <a:pt x="377432" y="828796"/>
                    </a:lnTo>
                    <a:lnTo>
                      <a:pt x="374986" y="826351"/>
                    </a:lnTo>
                    <a:lnTo>
                      <a:pt x="372253" y="826351"/>
                    </a:lnTo>
                    <a:lnTo>
                      <a:pt x="369808" y="826351"/>
                    </a:lnTo>
                    <a:lnTo>
                      <a:pt x="369808" y="823474"/>
                    </a:lnTo>
                    <a:lnTo>
                      <a:pt x="367219" y="823474"/>
                    </a:lnTo>
                    <a:lnTo>
                      <a:pt x="364774" y="823474"/>
                    </a:lnTo>
                    <a:lnTo>
                      <a:pt x="362041" y="823474"/>
                    </a:lnTo>
                    <a:lnTo>
                      <a:pt x="362041" y="826351"/>
                    </a:lnTo>
                    <a:lnTo>
                      <a:pt x="362041" y="823474"/>
                    </a:lnTo>
                    <a:lnTo>
                      <a:pt x="364774" y="823474"/>
                    </a:lnTo>
                    <a:lnTo>
                      <a:pt x="362041" y="823474"/>
                    </a:lnTo>
                    <a:lnTo>
                      <a:pt x="362041" y="821029"/>
                    </a:lnTo>
                    <a:lnTo>
                      <a:pt x="359596" y="821029"/>
                    </a:lnTo>
                    <a:lnTo>
                      <a:pt x="362041" y="818583"/>
                    </a:lnTo>
                    <a:lnTo>
                      <a:pt x="359596" y="818583"/>
                    </a:lnTo>
                    <a:lnTo>
                      <a:pt x="357007" y="818583"/>
                    </a:lnTo>
                    <a:lnTo>
                      <a:pt x="357007" y="815994"/>
                    </a:lnTo>
                    <a:lnTo>
                      <a:pt x="354562" y="815994"/>
                    </a:lnTo>
                    <a:lnTo>
                      <a:pt x="354562" y="813261"/>
                    </a:lnTo>
                    <a:lnTo>
                      <a:pt x="354562" y="810816"/>
                    </a:lnTo>
                    <a:lnTo>
                      <a:pt x="351829" y="810816"/>
                    </a:lnTo>
                    <a:lnTo>
                      <a:pt x="354562" y="810816"/>
                    </a:lnTo>
                    <a:lnTo>
                      <a:pt x="351829" y="808371"/>
                    </a:lnTo>
                    <a:lnTo>
                      <a:pt x="354562" y="808371"/>
                    </a:lnTo>
                    <a:lnTo>
                      <a:pt x="354562" y="805925"/>
                    </a:lnTo>
                    <a:lnTo>
                      <a:pt x="351829" y="803193"/>
                    </a:lnTo>
                    <a:lnTo>
                      <a:pt x="354562" y="803193"/>
                    </a:lnTo>
                    <a:lnTo>
                      <a:pt x="354562" y="800604"/>
                    </a:lnTo>
                    <a:lnTo>
                      <a:pt x="357007" y="800604"/>
                    </a:lnTo>
                    <a:lnTo>
                      <a:pt x="357007" y="798158"/>
                    </a:lnTo>
                    <a:lnTo>
                      <a:pt x="357007" y="795713"/>
                    </a:lnTo>
                    <a:lnTo>
                      <a:pt x="359596" y="795713"/>
                    </a:lnTo>
                    <a:lnTo>
                      <a:pt x="359596" y="798158"/>
                    </a:lnTo>
                    <a:lnTo>
                      <a:pt x="359596" y="795713"/>
                    </a:lnTo>
                    <a:lnTo>
                      <a:pt x="362041" y="795713"/>
                    </a:lnTo>
                    <a:lnTo>
                      <a:pt x="362041" y="792980"/>
                    </a:lnTo>
                    <a:lnTo>
                      <a:pt x="364774" y="792980"/>
                    </a:lnTo>
                    <a:lnTo>
                      <a:pt x="364774" y="790391"/>
                    </a:lnTo>
                    <a:lnTo>
                      <a:pt x="367219" y="790391"/>
                    </a:lnTo>
                    <a:lnTo>
                      <a:pt x="367219" y="787946"/>
                    </a:lnTo>
                    <a:lnTo>
                      <a:pt x="369808" y="787946"/>
                    </a:lnTo>
                    <a:lnTo>
                      <a:pt x="372253" y="787946"/>
                    </a:lnTo>
                    <a:lnTo>
                      <a:pt x="374986" y="787946"/>
                    </a:lnTo>
                    <a:lnTo>
                      <a:pt x="374986" y="785500"/>
                    </a:lnTo>
                    <a:lnTo>
                      <a:pt x="377432" y="785500"/>
                    </a:lnTo>
                    <a:lnTo>
                      <a:pt x="377432" y="782768"/>
                    </a:lnTo>
                    <a:lnTo>
                      <a:pt x="380021" y="782768"/>
                    </a:lnTo>
                    <a:lnTo>
                      <a:pt x="382466" y="782768"/>
                    </a:lnTo>
                    <a:lnTo>
                      <a:pt x="382466" y="780179"/>
                    </a:lnTo>
                    <a:lnTo>
                      <a:pt x="385199" y="780179"/>
                    </a:lnTo>
                    <a:lnTo>
                      <a:pt x="387644" y="780179"/>
                    </a:lnTo>
                    <a:lnTo>
                      <a:pt x="387644" y="777733"/>
                    </a:lnTo>
                    <a:lnTo>
                      <a:pt x="390233" y="777733"/>
                    </a:lnTo>
                    <a:lnTo>
                      <a:pt x="390233" y="775288"/>
                    </a:lnTo>
                    <a:lnTo>
                      <a:pt x="387644" y="775288"/>
                    </a:lnTo>
                    <a:lnTo>
                      <a:pt x="385199" y="775288"/>
                    </a:lnTo>
                    <a:lnTo>
                      <a:pt x="385199" y="772699"/>
                    </a:lnTo>
                    <a:lnTo>
                      <a:pt x="382466" y="772699"/>
                    </a:lnTo>
                    <a:lnTo>
                      <a:pt x="380021" y="772699"/>
                    </a:lnTo>
                    <a:lnTo>
                      <a:pt x="380021" y="775288"/>
                    </a:lnTo>
                    <a:lnTo>
                      <a:pt x="377432" y="772699"/>
                    </a:lnTo>
                    <a:lnTo>
                      <a:pt x="374986" y="772699"/>
                    </a:lnTo>
                    <a:lnTo>
                      <a:pt x="372253" y="772699"/>
                    </a:lnTo>
                    <a:lnTo>
                      <a:pt x="372253" y="769966"/>
                    </a:lnTo>
                    <a:lnTo>
                      <a:pt x="369808" y="769966"/>
                    </a:lnTo>
                    <a:lnTo>
                      <a:pt x="372253" y="769966"/>
                    </a:lnTo>
                    <a:lnTo>
                      <a:pt x="372253" y="767521"/>
                    </a:lnTo>
                    <a:lnTo>
                      <a:pt x="369808" y="765075"/>
                    </a:lnTo>
                    <a:lnTo>
                      <a:pt x="372253" y="765075"/>
                    </a:lnTo>
                    <a:lnTo>
                      <a:pt x="369808" y="762486"/>
                    </a:lnTo>
                    <a:lnTo>
                      <a:pt x="367219" y="762486"/>
                    </a:lnTo>
                    <a:lnTo>
                      <a:pt x="367219" y="759754"/>
                    </a:lnTo>
                    <a:lnTo>
                      <a:pt x="367219" y="762486"/>
                    </a:lnTo>
                    <a:lnTo>
                      <a:pt x="369808" y="765075"/>
                    </a:lnTo>
                    <a:lnTo>
                      <a:pt x="367219" y="765075"/>
                    </a:lnTo>
                    <a:lnTo>
                      <a:pt x="364774" y="765075"/>
                    </a:lnTo>
                    <a:lnTo>
                      <a:pt x="367219" y="765075"/>
                    </a:lnTo>
                    <a:lnTo>
                      <a:pt x="367219" y="767521"/>
                    </a:lnTo>
                    <a:lnTo>
                      <a:pt x="364774" y="769966"/>
                    </a:lnTo>
                    <a:lnTo>
                      <a:pt x="364774" y="767521"/>
                    </a:lnTo>
                    <a:lnTo>
                      <a:pt x="364774" y="769966"/>
                    </a:lnTo>
                    <a:lnTo>
                      <a:pt x="364774" y="772699"/>
                    </a:lnTo>
                    <a:lnTo>
                      <a:pt x="362041" y="775288"/>
                    </a:lnTo>
                    <a:lnTo>
                      <a:pt x="359596" y="775288"/>
                    </a:lnTo>
                    <a:lnTo>
                      <a:pt x="359596" y="777733"/>
                    </a:lnTo>
                    <a:lnTo>
                      <a:pt x="357007" y="777733"/>
                    </a:lnTo>
                    <a:lnTo>
                      <a:pt x="354562" y="777733"/>
                    </a:lnTo>
                    <a:lnTo>
                      <a:pt x="354562" y="780179"/>
                    </a:lnTo>
                    <a:lnTo>
                      <a:pt x="351829" y="780179"/>
                    </a:lnTo>
                    <a:lnTo>
                      <a:pt x="354562" y="780179"/>
                    </a:lnTo>
                    <a:lnTo>
                      <a:pt x="354562" y="782768"/>
                    </a:lnTo>
                    <a:lnTo>
                      <a:pt x="351829" y="782768"/>
                    </a:lnTo>
                    <a:lnTo>
                      <a:pt x="351829" y="785500"/>
                    </a:lnTo>
                    <a:lnTo>
                      <a:pt x="349383" y="785500"/>
                    </a:lnTo>
                    <a:lnTo>
                      <a:pt x="346794" y="785500"/>
                    </a:lnTo>
                    <a:lnTo>
                      <a:pt x="346794" y="787946"/>
                    </a:lnTo>
                    <a:lnTo>
                      <a:pt x="344349" y="785500"/>
                    </a:lnTo>
                    <a:lnTo>
                      <a:pt x="344349" y="787946"/>
                    </a:lnTo>
                    <a:lnTo>
                      <a:pt x="341616" y="787946"/>
                    </a:lnTo>
                    <a:lnTo>
                      <a:pt x="341616" y="790391"/>
                    </a:lnTo>
                    <a:lnTo>
                      <a:pt x="341616" y="792980"/>
                    </a:lnTo>
                    <a:lnTo>
                      <a:pt x="341616" y="795713"/>
                    </a:lnTo>
                    <a:lnTo>
                      <a:pt x="341616" y="792980"/>
                    </a:lnTo>
                    <a:lnTo>
                      <a:pt x="341616" y="795713"/>
                    </a:lnTo>
                    <a:lnTo>
                      <a:pt x="341616" y="798158"/>
                    </a:lnTo>
                    <a:lnTo>
                      <a:pt x="344349" y="798158"/>
                    </a:lnTo>
                    <a:lnTo>
                      <a:pt x="344349" y="800604"/>
                    </a:lnTo>
                    <a:lnTo>
                      <a:pt x="341616" y="800604"/>
                    </a:lnTo>
                    <a:lnTo>
                      <a:pt x="344349" y="800604"/>
                    </a:lnTo>
                    <a:lnTo>
                      <a:pt x="344349" y="803193"/>
                    </a:lnTo>
                    <a:lnTo>
                      <a:pt x="341616" y="803193"/>
                    </a:lnTo>
                    <a:lnTo>
                      <a:pt x="341616" y="805925"/>
                    </a:lnTo>
                    <a:lnTo>
                      <a:pt x="346794" y="808371"/>
                    </a:lnTo>
                    <a:lnTo>
                      <a:pt x="346794" y="810816"/>
                    </a:lnTo>
                    <a:lnTo>
                      <a:pt x="349383" y="810816"/>
                    </a:lnTo>
                    <a:lnTo>
                      <a:pt x="349383" y="813261"/>
                    </a:lnTo>
                    <a:lnTo>
                      <a:pt x="349383" y="815994"/>
                    </a:lnTo>
                    <a:lnTo>
                      <a:pt x="351829" y="815994"/>
                    </a:lnTo>
                    <a:lnTo>
                      <a:pt x="351829" y="818583"/>
                    </a:lnTo>
                    <a:lnTo>
                      <a:pt x="351829" y="821029"/>
                    </a:lnTo>
                    <a:lnTo>
                      <a:pt x="354562" y="821029"/>
                    </a:lnTo>
                    <a:lnTo>
                      <a:pt x="354562" y="823474"/>
                    </a:lnTo>
                    <a:lnTo>
                      <a:pt x="354562" y="826351"/>
                    </a:lnTo>
                    <a:lnTo>
                      <a:pt x="354562" y="828796"/>
                    </a:lnTo>
                    <a:lnTo>
                      <a:pt x="354562" y="831241"/>
                    </a:lnTo>
                    <a:lnTo>
                      <a:pt x="354562" y="833686"/>
                    </a:lnTo>
                    <a:lnTo>
                      <a:pt x="351829" y="833686"/>
                    </a:lnTo>
                    <a:lnTo>
                      <a:pt x="354562" y="836419"/>
                    </a:lnTo>
                    <a:lnTo>
                      <a:pt x="351829" y="836419"/>
                    </a:lnTo>
                    <a:lnTo>
                      <a:pt x="351829" y="839009"/>
                    </a:lnTo>
                    <a:lnTo>
                      <a:pt x="354562" y="839009"/>
                    </a:lnTo>
                    <a:lnTo>
                      <a:pt x="354562" y="841454"/>
                    </a:lnTo>
                    <a:lnTo>
                      <a:pt x="354562" y="843899"/>
                    </a:lnTo>
                    <a:lnTo>
                      <a:pt x="357007" y="841454"/>
                    </a:lnTo>
                    <a:lnTo>
                      <a:pt x="357007" y="843899"/>
                    </a:lnTo>
                    <a:lnTo>
                      <a:pt x="357007" y="846632"/>
                    </a:lnTo>
                    <a:lnTo>
                      <a:pt x="359596" y="846632"/>
                    </a:lnTo>
                    <a:lnTo>
                      <a:pt x="359596" y="849221"/>
                    </a:lnTo>
                    <a:lnTo>
                      <a:pt x="362041" y="849221"/>
                    </a:lnTo>
                    <a:lnTo>
                      <a:pt x="362041" y="851666"/>
                    </a:lnTo>
                    <a:lnTo>
                      <a:pt x="359596" y="851666"/>
                    </a:lnTo>
                    <a:lnTo>
                      <a:pt x="357007" y="851666"/>
                    </a:lnTo>
                    <a:lnTo>
                      <a:pt x="357007" y="854111"/>
                    </a:lnTo>
                    <a:lnTo>
                      <a:pt x="357007" y="856844"/>
                    </a:lnTo>
                    <a:lnTo>
                      <a:pt x="359596" y="856844"/>
                    </a:lnTo>
                    <a:lnTo>
                      <a:pt x="357007" y="856844"/>
                    </a:lnTo>
                    <a:lnTo>
                      <a:pt x="357007" y="859433"/>
                    </a:lnTo>
                    <a:lnTo>
                      <a:pt x="357007" y="861879"/>
                    </a:lnTo>
                    <a:lnTo>
                      <a:pt x="359596" y="861879"/>
                    </a:lnTo>
                    <a:lnTo>
                      <a:pt x="359596" y="864324"/>
                    </a:lnTo>
                    <a:lnTo>
                      <a:pt x="362041" y="864324"/>
                    </a:lnTo>
                    <a:lnTo>
                      <a:pt x="362041" y="866913"/>
                    </a:lnTo>
                    <a:lnTo>
                      <a:pt x="364774" y="866913"/>
                    </a:lnTo>
                    <a:lnTo>
                      <a:pt x="362041" y="869646"/>
                    </a:lnTo>
                    <a:lnTo>
                      <a:pt x="359596" y="869646"/>
                    </a:lnTo>
                    <a:lnTo>
                      <a:pt x="359596" y="866913"/>
                    </a:lnTo>
                    <a:lnTo>
                      <a:pt x="357007" y="869646"/>
                    </a:lnTo>
                    <a:lnTo>
                      <a:pt x="357007" y="866913"/>
                    </a:lnTo>
                    <a:lnTo>
                      <a:pt x="354562" y="866913"/>
                    </a:lnTo>
                    <a:lnTo>
                      <a:pt x="354562" y="869646"/>
                    </a:lnTo>
                    <a:lnTo>
                      <a:pt x="357007" y="869646"/>
                    </a:lnTo>
                    <a:lnTo>
                      <a:pt x="357007" y="872091"/>
                    </a:lnTo>
                    <a:lnTo>
                      <a:pt x="357007" y="874537"/>
                    </a:lnTo>
                    <a:lnTo>
                      <a:pt x="359596" y="874537"/>
                    </a:lnTo>
                    <a:lnTo>
                      <a:pt x="357007" y="877126"/>
                    </a:lnTo>
                    <a:lnTo>
                      <a:pt x="359596" y="879859"/>
                    </a:lnTo>
                    <a:lnTo>
                      <a:pt x="359596" y="882304"/>
                    </a:lnTo>
                    <a:lnTo>
                      <a:pt x="362041" y="882304"/>
                    </a:lnTo>
                    <a:lnTo>
                      <a:pt x="362041" y="884749"/>
                    </a:lnTo>
                    <a:lnTo>
                      <a:pt x="364774" y="887194"/>
                    </a:lnTo>
                    <a:lnTo>
                      <a:pt x="367219" y="887194"/>
                    </a:lnTo>
                    <a:lnTo>
                      <a:pt x="367219" y="889927"/>
                    </a:lnTo>
                    <a:lnTo>
                      <a:pt x="367219" y="892516"/>
                    </a:lnTo>
                    <a:lnTo>
                      <a:pt x="369808" y="892516"/>
                    </a:lnTo>
                    <a:lnTo>
                      <a:pt x="369808" y="894961"/>
                    </a:lnTo>
                    <a:lnTo>
                      <a:pt x="369808" y="897550"/>
                    </a:lnTo>
                    <a:lnTo>
                      <a:pt x="369808" y="900283"/>
                    </a:lnTo>
                    <a:lnTo>
                      <a:pt x="369808" y="902729"/>
                    </a:lnTo>
                    <a:lnTo>
                      <a:pt x="367219" y="902729"/>
                    </a:lnTo>
                    <a:lnTo>
                      <a:pt x="367219" y="905174"/>
                    </a:lnTo>
                    <a:lnTo>
                      <a:pt x="364774" y="902729"/>
                    </a:lnTo>
                    <a:lnTo>
                      <a:pt x="364774" y="905174"/>
                    </a:lnTo>
                    <a:lnTo>
                      <a:pt x="364774" y="907619"/>
                    </a:lnTo>
                    <a:lnTo>
                      <a:pt x="359596" y="912941"/>
                    </a:lnTo>
                    <a:lnTo>
                      <a:pt x="359596" y="915387"/>
                    </a:lnTo>
                    <a:lnTo>
                      <a:pt x="359596" y="917832"/>
                    </a:lnTo>
                    <a:lnTo>
                      <a:pt x="359596" y="915387"/>
                    </a:lnTo>
                    <a:lnTo>
                      <a:pt x="354562" y="910352"/>
                    </a:lnTo>
                    <a:lnTo>
                      <a:pt x="354562" y="912941"/>
                    </a:lnTo>
                    <a:lnTo>
                      <a:pt x="354562" y="910352"/>
                    </a:lnTo>
                    <a:lnTo>
                      <a:pt x="354562" y="912941"/>
                    </a:lnTo>
                    <a:lnTo>
                      <a:pt x="351829" y="912941"/>
                    </a:lnTo>
                    <a:lnTo>
                      <a:pt x="351829" y="910352"/>
                    </a:lnTo>
                    <a:lnTo>
                      <a:pt x="351829" y="907619"/>
                    </a:lnTo>
                    <a:lnTo>
                      <a:pt x="349383" y="907619"/>
                    </a:lnTo>
                    <a:lnTo>
                      <a:pt x="349383" y="905174"/>
                    </a:lnTo>
                    <a:lnTo>
                      <a:pt x="346794" y="905174"/>
                    </a:lnTo>
                    <a:lnTo>
                      <a:pt x="344349" y="905174"/>
                    </a:lnTo>
                    <a:lnTo>
                      <a:pt x="344349" y="902729"/>
                    </a:lnTo>
                    <a:lnTo>
                      <a:pt x="341616" y="902729"/>
                    </a:lnTo>
                    <a:lnTo>
                      <a:pt x="339171" y="902729"/>
                    </a:lnTo>
                    <a:lnTo>
                      <a:pt x="336582" y="902729"/>
                    </a:lnTo>
                    <a:lnTo>
                      <a:pt x="334136" y="902729"/>
                    </a:lnTo>
                    <a:lnTo>
                      <a:pt x="334136" y="905174"/>
                    </a:lnTo>
                    <a:lnTo>
                      <a:pt x="331403" y="905174"/>
                    </a:lnTo>
                    <a:lnTo>
                      <a:pt x="328958" y="905174"/>
                    </a:lnTo>
                    <a:lnTo>
                      <a:pt x="326513" y="905174"/>
                    </a:lnTo>
                    <a:lnTo>
                      <a:pt x="326513" y="907619"/>
                    </a:lnTo>
                    <a:lnTo>
                      <a:pt x="328958" y="907619"/>
                    </a:lnTo>
                    <a:lnTo>
                      <a:pt x="328958" y="910352"/>
                    </a:lnTo>
                    <a:lnTo>
                      <a:pt x="328958" y="912941"/>
                    </a:lnTo>
                    <a:lnTo>
                      <a:pt x="328958" y="910352"/>
                    </a:lnTo>
                    <a:lnTo>
                      <a:pt x="328958" y="912941"/>
                    </a:lnTo>
                    <a:lnTo>
                      <a:pt x="326513" y="912941"/>
                    </a:lnTo>
                    <a:lnTo>
                      <a:pt x="326513" y="910352"/>
                    </a:lnTo>
                    <a:lnTo>
                      <a:pt x="323924" y="910352"/>
                    </a:lnTo>
                    <a:lnTo>
                      <a:pt x="326513" y="910352"/>
                    </a:lnTo>
                    <a:lnTo>
                      <a:pt x="323924" y="910352"/>
                    </a:lnTo>
                    <a:lnTo>
                      <a:pt x="323924" y="907619"/>
                    </a:lnTo>
                    <a:lnTo>
                      <a:pt x="321478" y="907619"/>
                    </a:lnTo>
                    <a:lnTo>
                      <a:pt x="321478" y="910352"/>
                    </a:lnTo>
                    <a:lnTo>
                      <a:pt x="321478" y="907619"/>
                    </a:lnTo>
                    <a:lnTo>
                      <a:pt x="318746" y="910352"/>
                    </a:lnTo>
                    <a:lnTo>
                      <a:pt x="318746" y="912941"/>
                    </a:lnTo>
                    <a:lnTo>
                      <a:pt x="316301" y="912941"/>
                    </a:lnTo>
                    <a:lnTo>
                      <a:pt x="313711" y="912941"/>
                    </a:lnTo>
                    <a:lnTo>
                      <a:pt x="311266" y="912941"/>
                    </a:lnTo>
                    <a:lnTo>
                      <a:pt x="311266" y="910352"/>
                    </a:lnTo>
                    <a:lnTo>
                      <a:pt x="311266" y="907619"/>
                    </a:lnTo>
                    <a:lnTo>
                      <a:pt x="311266" y="905174"/>
                    </a:lnTo>
                    <a:lnTo>
                      <a:pt x="308533" y="905174"/>
                    </a:lnTo>
                    <a:lnTo>
                      <a:pt x="308533" y="907619"/>
                    </a:lnTo>
                    <a:lnTo>
                      <a:pt x="305944" y="907619"/>
                    </a:lnTo>
                    <a:lnTo>
                      <a:pt x="303499" y="907619"/>
                    </a:lnTo>
                    <a:lnTo>
                      <a:pt x="303499" y="905174"/>
                    </a:lnTo>
                    <a:lnTo>
                      <a:pt x="303499" y="902729"/>
                    </a:lnTo>
                    <a:lnTo>
                      <a:pt x="301054" y="902729"/>
                    </a:lnTo>
                    <a:lnTo>
                      <a:pt x="298321" y="902729"/>
                    </a:lnTo>
                    <a:lnTo>
                      <a:pt x="298321" y="905174"/>
                    </a:lnTo>
                    <a:lnTo>
                      <a:pt x="301054" y="907619"/>
                    </a:lnTo>
                    <a:lnTo>
                      <a:pt x="301054" y="910352"/>
                    </a:lnTo>
                    <a:lnTo>
                      <a:pt x="298321" y="910352"/>
                    </a:lnTo>
                    <a:lnTo>
                      <a:pt x="298321" y="907619"/>
                    </a:lnTo>
                    <a:lnTo>
                      <a:pt x="295875" y="905174"/>
                    </a:lnTo>
                    <a:lnTo>
                      <a:pt x="295875" y="907619"/>
                    </a:lnTo>
                    <a:lnTo>
                      <a:pt x="295875" y="905174"/>
                    </a:lnTo>
                    <a:lnTo>
                      <a:pt x="293286" y="905174"/>
                    </a:lnTo>
                    <a:lnTo>
                      <a:pt x="293286" y="902729"/>
                    </a:lnTo>
                    <a:lnTo>
                      <a:pt x="295875" y="902729"/>
                    </a:lnTo>
                    <a:lnTo>
                      <a:pt x="295875" y="900283"/>
                    </a:lnTo>
                    <a:lnTo>
                      <a:pt x="293286" y="900283"/>
                    </a:lnTo>
                    <a:lnTo>
                      <a:pt x="295875" y="900283"/>
                    </a:lnTo>
                    <a:lnTo>
                      <a:pt x="295875" y="897550"/>
                    </a:lnTo>
                    <a:lnTo>
                      <a:pt x="293286" y="897550"/>
                    </a:lnTo>
                    <a:lnTo>
                      <a:pt x="293286" y="894961"/>
                    </a:lnTo>
                    <a:lnTo>
                      <a:pt x="290841" y="892516"/>
                    </a:lnTo>
                    <a:lnTo>
                      <a:pt x="290841" y="894961"/>
                    </a:lnTo>
                    <a:lnTo>
                      <a:pt x="290841" y="897550"/>
                    </a:lnTo>
                    <a:lnTo>
                      <a:pt x="290841" y="894961"/>
                    </a:lnTo>
                    <a:lnTo>
                      <a:pt x="288108" y="894961"/>
                    </a:lnTo>
                    <a:lnTo>
                      <a:pt x="288108" y="892516"/>
                    </a:lnTo>
                    <a:lnTo>
                      <a:pt x="285663" y="892516"/>
                    </a:lnTo>
                    <a:lnTo>
                      <a:pt x="283074" y="892516"/>
                    </a:lnTo>
                    <a:lnTo>
                      <a:pt x="283074" y="889927"/>
                    </a:lnTo>
                    <a:lnTo>
                      <a:pt x="280628" y="889927"/>
                    </a:lnTo>
                    <a:lnTo>
                      <a:pt x="283074" y="889927"/>
                    </a:lnTo>
                    <a:lnTo>
                      <a:pt x="280628" y="889927"/>
                    </a:lnTo>
                    <a:lnTo>
                      <a:pt x="280628" y="887194"/>
                    </a:lnTo>
                    <a:lnTo>
                      <a:pt x="280628" y="884749"/>
                    </a:lnTo>
                    <a:lnTo>
                      <a:pt x="277896" y="884749"/>
                    </a:lnTo>
                    <a:lnTo>
                      <a:pt x="277896" y="887194"/>
                    </a:lnTo>
                    <a:lnTo>
                      <a:pt x="277896" y="889927"/>
                    </a:lnTo>
                    <a:lnTo>
                      <a:pt x="277896" y="892516"/>
                    </a:lnTo>
                    <a:lnTo>
                      <a:pt x="275451" y="894961"/>
                    </a:lnTo>
                    <a:lnTo>
                      <a:pt x="272861" y="894961"/>
                    </a:lnTo>
                    <a:lnTo>
                      <a:pt x="272861" y="897550"/>
                    </a:lnTo>
                    <a:lnTo>
                      <a:pt x="272861" y="900283"/>
                    </a:lnTo>
                    <a:lnTo>
                      <a:pt x="275451" y="900283"/>
                    </a:lnTo>
                    <a:lnTo>
                      <a:pt x="272861" y="900283"/>
                    </a:lnTo>
                    <a:lnTo>
                      <a:pt x="270416" y="900283"/>
                    </a:lnTo>
                    <a:lnTo>
                      <a:pt x="270416" y="897550"/>
                    </a:lnTo>
                    <a:lnTo>
                      <a:pt x="270416" y="894961"/>
                    </a:lnTo>
                    <a:lnTo>
                      <a:pt x="272861" y="892516"/>
                    </a:lnTo>
                    <a:lnTo>
                      <a:pt x="270416" y="892516"/>
                    </a:lnTo>
                    <a:lnTo>
                      <a:pt x="270416" y="889927"/>
                    </a:lnTo>
                    <a:lnTo>
                      <a:pt x="267683" y="889927"/>
                    </a:lnTo>
                    <a:lnTo>
                      <a:pt x="267683" y="887194"/>
                    </a:lnTo>
                    <a:lnTo>
                      <a:pt x="267683" y="889927"/>
                    </a:lnTo>
                    <a:lnTo>
                      <a:pt x="265238" y="889927"/>
                    </a:lnTo>
                    <a:lnTo>
                      <a:pt x="265238" y="892516"/>
                    </a:lnTo>
                    <a:lnTo>
                      <a:pt x="262649" y="892516"/>
                    </a:lnTo>
                    <a:lnTo>
                      <a:pt x="262649" y="889927"/>
                    </a:lnTo>
                    <a:lnTo>
                      <a:pt x="260203" y="889927"/>
                    </a:lnTo>
                    <a:lnTo>
                      <a:pt x="260203" y="892516"/>
                    </a:lnTo>
                    <a:lnTo>
                      <a:pt x="260203" y="889927"/>
                    </a:lnTo>
                    <a:lnTo>
                      <a:pt x="257471" y="889927"/>
                    </a:lnTo>
                    <a:lnTo>
                      <a:pt x="257471" y="892516"/>
                    </a:lnTo>
                    <a:lnTo>
                      <a:pt x="255025" y="892516"/>
                    </a:lnTo>
                    <a:lnTo>
                      <a:pt x="255025" y="894961"/>
                    </a:lnTo>
                    <a:lnTo>
                      <a:pt x="255025" y="897550"/>
                    </a:lnTo>
                    <a:lnTo>
                      <a:pt x="252436" y="897550"/>
                    </a:lnTo>
                    <a:lnTo>
                      <a:pt x="252436" y="894961"/>
                    </a:lnTo>
                    <a:lnTo>
                      <a:pt x="249991" y="894961"/>
                    </a:lnTo>
                    <a:lnTo>
                      <a:pt x="249991" y="897550"/>
                    </a:lnTo>
                    <a:lnTo>
                      <a:pt x="249991" y="900283"/>
                    </a:lnTo>
                    <a:lnTo>
                      <a:pt x="247546" y="900283"/>
                    </a:lnTo>
                    <a:lnTo>
                      <a:pt x="244813" y="900283"/>
                    </a:lnTo>
                    <a:lnTo>
                      <a:pt x="242223" y="897550"/>
                    </a:lnTo>
                    <a:lnTo>
                      <a:pt x="242223" y="900283"/>
                    </a:lnTo>
                    <a:lnTo>
                      <a:pt x="242223" y="897550"/>
                    </a:lnTo>
                    <a:lnTo>
                      <a:pt x="242223" y="894961"/>
                    </a:lnTo>
                    <a:lnTo>
                      <a:pt x="239778" y="894961"/>
                    </a:lnTo>
                    <a:lnTo>
                      <a:pt x="239778" y="892516"/>
                    </a:lnTo>
                    <a:lnTo>
                      <a:pt x="239778" y="889927"/>
                    </a:lnTo>
                    <a:lnTo>
                      <a:pt x="237333" y="889927"/>
                    </a:lnTo>
                    <a:lnTo>
                      <a:pt x="237333" y="887194"/>
                    </a:lnTo>
                    <a:lnTo>
                      <a:pt x="234600" y="887194"/>
                    </a:lnTo>
                    <a:lnTo>
                      <a:pt x="232155" y="887194"/>
                    </a:lnTo>
                    <a:lnTo>
                      <a:pt x="232155" y="889927"/>
                    </a:lnTo>
                    <a:lnTo>
                      <a:pt x="232155" y="887194"/>
                    </a:lnTo>
                    <a:lnTo>
                      <a:pt x="229566" y="887194"/>
                    </a:lnTo>
                    <a:lnTo>
                      <a:pt x="229566" y="884749"/>
                    </a:lnTo>
                    <a:lnTo>
                      <a:pt x="227121" y="884749"/>
                    </a:lnTo>
                    <a:lnTo>
                      <a:pt x="224388" y="884749"/>
                    </a:lnTo>
                    <a:lnTo>
                      <a:pt x="224388" y="882304"/>
                    </a:lnTo>
                    <a:lnTo>
                      <a:pt x="224388" y="879859"/>
                    </a:lnTo>
                    <a:lnTo>
                      <a:pt x="221943" y="879859"/>
                    </a:lnTo>
                    <a:lnTo>
                      <a:pt x="221943" y="882304"/>
                    </a:lnTo>
                    <a:lnTo>
                      <a:pt x="221943" y="884749"/>
                    </a:lnTo>
                    <a:lnTo>
                      <a:pt x="219353" y="884749"/>
                    </a:lnTo>
                    <a:lnTo>
                      <a:pt x="221943" y="884749"/>
                    </a:lnTo>
                    <a:lnTo>
                      <a:pt x="221943" y="887194"/>
                    </a:lnTo>
                    <a:lnTo>
                      <a:pt x="221943" y="889927"/>
                    </a:lnTo>
                    <a:lnTo>
                      <a:pt x="224388" y="889927"/>
                    </a:lnTo>
                    <a:lnTo>
                      <a:pt x="224388" y="892516"/>
                    </a:lnTo>
                    <a:lnTo>
                      <a:pt x="227121" y="894961"/>
                    </a:lnTo>
                    <a:lnTo>
                      <a:pt x="227121" y="897550"/>
                    </a:lnTo>
                    <a:lnTo>
                      <a:pt x="227121" y="900283"/>
                    </a:lnTo>
                    <a:lnTo>
                      <a:pt x="224388" y="900283"/>
                    </a:lnTo>
                    <a:lnTo>
                      <a:pt x="221943" y="900283"/>
                    </a:lnTo>
                    <a:lnTo>
                      <a:pt x="221943" y="897550"/>
                    </a:lnTo>
                    <a:lnTo>
                      <a:pt x="219353" y="897550"/>
                    </a:lnTo>
                    <a:lnTo>
                      <a:pt x="219353" y="894961"/>
                    </a:lnTo>
                    <a:lnTo>
                      <a:pt x="216908" y="894961"/>
                    </a:lnTo>
                    <a:lnTo>
                      <a:pt x="216908" y="892516"/>
                    </a:lnTo>
                    <a:lnTo>
                      <a:pt x="216908" y="894961"/>
                    </a:lnTo>
                    <a:lnTo>
                      <a:pt x="214175" y="894961"/>
                    </a:lnTo>
                    <a:lnTo>
                      <a:pt x="214175" y="892516"/>
                    </a:lnTo>
                    <a:lnTo>
                      <a:pt x="211730" y="892516"/>
                    </a:lnTo>
                    <a:lnTo>
                      <a:pt x="211730" y="889927"/>
                    </a:lnTo>
                    <a:lnTo>
                      <a:pt x="214175" y="889927"/>
                    </a:lnTo>
                    <a:lnTo>
                      <a:pt x="211730" y="887194"/>
                    </a:lnTo>
                    <a:lnTo>
                      <a:pt x="209141" y="887194"/>
                    </a:lnTo>
                    <a:lnTo>
                      <a:pt x="209141" y="884749"/>
                    </a:lnTo>
                    <a:lnTo>
                      <a:pt x="206695" y="884749"/>
                    </a:lnTo>
                    <a:lnTo>
                      <a:pt x="206695" y="882304"/>
                    </a:lnTo>
                    <a:lnTo>
                      <a:pt x="209141" y="882304"/>
                    </a:lnTo>
                    <a:lnTo>
                      <a:pt x="209141" y="879859"/>
                    </a:lnTo>
                    <a:lnTo>
                      <a:pt x="209141" y="882304"/>
                    </a:lnTo>
                    <a:lnTo>
                      <a:pt x="209141" y="879859"/>
                    </a:lnTo>
                    <a:lnTo>
                      <a:pt x="209141" y="877126"/>
                    </a:lnTo>
                    <a:lnTo>
                      <a:pt x="211730" y="877126"/>
                    </a:lnTo>
                    <a:lnTo>
                      <a:pt x="214175" y="877126"/>
                    </a:lnTo>
                    <a:lnTo>
                      <a:pt x="214175" y="879859"/>
                    </a:lnTo>
                    <a:lnTo>
                      <a:pt x="216908" y="877126"/>
                    </a:lnTo>
                    <a:lnTo>
                      <a:pt x="214175" y="877126"/>
                    </a:lnTo>
                    <a:lnTo>
                      <a:pt x="214175" y="874537"/>
                    </a:lnTo>
                    <a:lnTo>
                      <a:pt x="211730" y="872091"/>
                    </a:lnTo>
                    <a:lnTo>
                      <a:pt x="211730" y="869646"/>
                    </a:lnTo>
                    <a:lnTo>
                      <a:pt x="209141" y="869646"/>
                    </a:lnTo>
                    <a:lnTo>
                      <a:pt x="209141" y="866913"/>
                    </a:lnTo>
                    <a:lnTo>
                      <a:pt x="211730" y="866913"/>
                    </a:lnTo>
                    <a:lnTo>
                      <a:pt x="211730" y="864324"/>
                    </a:lnTo>
                    <a:lnTo>
                      <a:pt x="209141" y="864324"/>
                    </a:lnTo>
                    <a:lnTo>
                      <a:pt x="209141" y="861879"/>
                    </a:lnTo>
                    <a:lnTo>
                      <a:pt x="206695" y="861879"/>
                    </a:lnTo>
                    <a:lnTo>
                      <a:pt x="206695" y="859433"/>
                    </a:lnTo>
                    <a:lnTo>
                      <a:pt x="206695" y="856844"/>
                    </a:lnTo>
                    <a:lnTo>
                      <a:pt x="203963" y="856844"/>
                    </a:lnTo>
                    <a:lnTo>
                      <a:pt x="203963" y="854111"/>
                    </a:lnTo>
                    <a:lnTo>
                      <a:pt x="201517" y="854111"/>
                    </a:lnTo>
                    <a:lnTo>
                      <a:pt x="201517" y="851666"/>
                    </a:lnTo>
                    <a:lnTo>
                      <a:pt x="198928" y="851666"/>
                    </a:lnTo>
                    <a:lnTo>
                      <a:pt x="201517" y="851666"/>
                    </a:lnTo>
                    <a:lnTo>
                      <a:pt x="201517" y="849221"/>
                    </a:lnTo>
                    <a:lnTo>
                      <a:pt x="201517" y="846632"/>
                    </a:lnTo>
                    <a:lnTo>
                      <a:pt x="203963" y="846632"/>
                    </a:lnTo>
                    <a:lnTo>
                      <a:pt x="206695" y="849221"/>
                    </a:lnTo>
                    <a:lnTo>
                      <a:pt x="206695" y="851666"/>
                    </a:lnTo>
                    <a:lnTo>
                      <a:pt x="209141" y="851666"/>
                    </a:lnTo>
                    <a:lnTo>
                      <a:pt x="211730" y="851666"/>
                    </a:lnTo>
                    <a:lnTo>
                      <a:pt x="209141" y="849221"/>
                    </a:lnTo>
                    <a:lnTo>
                      <a:pt x="209141" y="846632"/>
                    </a:lnTo>
                    <a:lnTo>
                      <a:pt x="209141" y="849221"/>
                    </a:lnTo>
                    <a:lnTo>
                      <a:pt x="209141" y="846632"/>
                    </a:lnTo>
                    <a:lnTo>
                      <a:pt x="206695" y="846632"/>
                    </a:lnTo>
                    <a:lnTo>
                      <a:pt x="206695" y="843899"/>
                    </a:lnTo>
                    <a:lnTo>
                      <a:pt x="203963" y="843899"/>
                    </a:lnTo>
                    <a:lnTo>
                      <a:pt x="203963" y="841454"/>
                    </a:lnTo>
                    <a:lnTo>
                      <a:pt x="203963" y="839009"/>
                    </a:lnTo>
                    <a:lnTo>
                      <a:pt x="201517" y="839009"/>
                    </a:lnTo>
                    <a:lnTo>
                      <a:pt x="201517" y="836419"/>
                    </a:lnTo>
                    <a:lnTo>
                      <a:pt x="201517" y="833686"/>
                    </a:lnTo>
                    <a:lnTo>
                      <a:pt x="198928" y="833686"/>
                    </a:lnTo>
                    <a:lnTo>
                      <a:pt x="198928" y="831241"/>
                    </a:lnTo>
                    <a:lnTo>
                      <a:pt x="198928" y="833686"/>
                    </a:lnTo>
                    <a:lnTo>
                      <a:pt x="196483" y="833686"/>
                    </a:lnTo>
                    <a:lnTo>
                      <a:pt x="196483" y="831241"/>
                    </a:lnTo>
                    <a:lnTo>
                      <a:pt x="196483" y="828796"/>
                    </a:lnTo>
                    <a:lnTo>
                      <a:pt x="193750" y="828796"/>
                    </a:lnTo>
                    <a:lnTo>
                      <a:pt x="193750" y="826351"/>
                    </a:lnTo>
                    <a:lnTo>
                      <a:pt x="193750" y="823474"/>
                    </a:lnTo>
                    <a:lnTo>
                      <a:pt x="193750" y="826351"/>
                    </a:lnTo>
                    <a:lnTo>
                      <a:pt x="196483" y="826351"/>
                    </a:lnTo>
                    <a:lnTo>
                      <a:pt x="198928" y="826351"/>
                    </a:lnTo>
                    <a:lnTo>
                      <a:pt x="201517" y="826351"/>
                    </a:lnTo>
                    <a:lnTo>
                      <a:pt x="201517" y="823474"/>
                    </a:lnTo>
                    <a:lnTo>
                      <a:pt x="201517" y="821029"/>
                    </a:lnTo>
                    <a:lnTo>
                      <a:pt x="198928" y="818583"/>
                    </a:lnTo>
                    <a:lnTo>
                      <a:pt x="196483" y="818583"/>
                    </a:lnTo>
                    <a:lnTo>
                      <a:pt x="196483" y="815994"/>
                    </a:lnTo>
                    <a:lnTo>
                      <a:pt x="193750" y="815994"/>
                    </a:lnTo>
                    <a:lnTo>
                      <a:pt x="193750" y="813261"/>
                    </a:lnTo>
                    <a:lnTo>
                      <a:pt x="191305" y="810816"/>
                    </a:lnTo>
                    <a:lnTo>
                      <a:pt x="188716" y="808371"/>
                    </a:lnTo>
                    <a:lnTo>
                      <a:pt x="188716" y="810816"/>
                    </a:lnTo>
                    <a:lnTo>
                      <a:pt x="186271" y="808371"/>
                    </a:lnTo>
                    <a:lnTo>
                      <a:pt x="183538" y="808371"/>
                    </a:lnTo>
                    <a:lnTo>
                      <a:pt x="183538" y="810816"/>
                    </a:lnTo>
                    <a:lnTo>
                      <a:pt x="183538" y="813261"/>
                    </a:lnTo>
                    <a:lnTo>
                      <a:pt x="183538" y="815994"/>
                    </a:lnTo>
                    <a:lnTo>
                      <a:pt x="183538" y="813261"/>
                    </a:lnTo>
                    <a:lnTo>
                      <a:pt x="183538" y="815994"/>
                    </a:lnTo>
                    <a:lnTo>
                      <a:pt x="183538" y="818583"/>
                    </a:lnTo>
                    <a:lnTo>
                      <a:pt x="183538" y="821029"/>
                    </a:lnTo>
                    <a:lnTo>
                      <a:pt x="183538" y="818583"/>
                    </a:lnTo>
                    <a:lnTo>
                      <a:pt x="181092" y="818583"/>
                    </a:lnTo>
                    <a:lnTo>
                      <a:pt x="181092" y="821029"/>
                    </a:lnTo>
                    <a:lnTo>
                      <a:pt x="183538" y="821029"/>
                    </a:lnTo>
                    <a:lnTo>
                      <a:pt x="181092" y="821029"/>
                    </a:lnTo>
                    <a:lnTo>
                      <a:pt x="181092" y="823474"/>
                    </a:lnTo>
                    <a:lnTo>
                      <a:pt x="178503" y="823474"/>
                    </a:lnTo>
                    <a:lnTo>
                      <a:pt x="178503" y="821029"/>
                    </a:lnTo>
                    <a:lnTo>
                      <a:pt x="176058" y="821029"/>
                    </a:lnTo>
                    <a:lnTo>
                      <a:pt x="176058" y="823474"/>
                    </a:lnTo>
                    <a:lnTo>
                      <a:pt x="176058" y="826351"/>
                    </a:lnTo>
                    <a:lnTo>
                      <a:pt x="176058" y="828796"/>
                    </a:lnTo>
                    <a:lnTo>
                      <a:pt x="178503" y="828796"/>
                    </a:lnTo>
                    <a:lnTo>
                      <a:pt x="176058" y="828796"/>
                    </a:lnTo>
                    <a:lnTo>
                      <a:pt x="176058" y="831241"/>
                    </a:lnTo>
                    <a:lnTo>
                      <a:pt x="178503" y="831241"/>
                    </a:lnTo>
                    <a:lnTo>
                      <a:pt x="178503" y="833686"/>
                    </a:lnTo>
                    <a:lnTo>
                      <a:pt x="178503" y="836419"/>
                    </a:lnTo>
                    <a:lnTo>
                      <a:pt x="178503" y="839009"/>
                    </a:lnTo>
                    <a:lnTo>
                      <a:pt x="181092" y="839009"/>
                    </a:lnTo>
                    <a:lnTo>
                      <a:pt x="181092" y="841454"/>
                    </a:lnTo>
                    <a:lnTo>
                      <a:pt x="178503" y="841454"/>
                    </a:lnTo>
                    <a:lnTo>
                      <a:pt x="178503" y="843899"/>
                    </a:lnTo>
                    <a:lnTo>
                      <a:pt x="176058" y="843899"/>
                    </a:lnTo>
                    <a:lnTo>
                      <a:pt x="173613" y="843899"/>
                    </a:lnTo>
                    <a:lnTo>
                      <a:pt x="173613" y="841454"/>
                    </a:lnTo>
                    <a:lnTo>
                      <a:pt x="170880" y="841454"/>
                    </a:lnTo>
                    <a:lnTo>
                      <a:pt x="173613" y="841454"/>
                    </a:lnTo>
                    <a:lnTo>
                      <a:pt x="173613" y="843899"/>
                    </a:lnTo>
                    <a:lnTo>
                      <a:pt x="176058" y="846632"/>
                    </a:lnTo>
                    <a:lnTo>
                      <a:pt x="176058" y="849221"/>
                    </a:lnTo>
                    <a:lnTo>
                      <a:pt x="178503" y="851666"/>
                    </a:lnTo>
                    <a:lnTo>
                      <a:pt x="176058" y="851666"/>
                    </a:lnTo>
                    <a:lnTo>
                      <a:pt x="176058" y="854111"/>
                    </a:lnTo>
                    <a:lnTo>
                      <a:pt x="178503" y="854111"/>
                    </a:lnTo>
                    <a:lnTo>
                      <a:pt x="176058" y="854111"/>
                    </a:lnTo>
                    <a:lnTo>
                      <a:pt x="173613" y="851666"/>
                    </a:lnTo>
                    <a:lnTo>
                      <a:pt x="170880" y="851666"/>
                    </a:lnTo>
                    <a:lnTo>
                      <a:pt x="170880" y="849221"/>
                    </a:lnTo>
                    <a:lnTo>
                      <a:pt x="168291" y="846632"/>
                    </a:lnTo>
                    <a:lnTo>
                      <a:pt x="168291" y="849221"/>
                    </a:lnTo>
                    <a:lnTo>
                      <a:pt x="170880" y="851666"/>
                    </a:lnTo>
                    <a:lnTo>
                      <a:pt x="168291" y="851666"/>
                    </a:lnTo>
                    <a:lnTo>
                      <a:pt x="168291" y="854111"/>
                    </a:lnTo>
                    <a:lnTo>
                      <a:pt x="170880" y="854111"/>
                    </a:lnTo>
                    <a:lnTo>
                      <a:pt x="170880" y="856844"/>
                    </a:lnTo>
                    <a:lnTo>
                      <a:pt x="173613" y="856844"/>
                    </a:lnTo>
                    <a:lnTo>
                      <a:pt x="170880" y="856844"/>
                    </a:lnTo>
                    <a:lnTo>
                      <a:pt x="168291" y="856844"/>
                    </a:lnTo>
                    <a:lnTo>
                      <a:pt x="168291" y="854111"/>
                    </a:lnTo>
                    <a:lnTo>
                      <a:pt x="165845" y="854111"/>
                    </a:lnTo>
                    <a:lnTo>
                      <a:pt x="165845" y="851666"/>
                    </a:lnTo>
                    <a:lnTo>
                      <a:pt x="163400" y="851666"/>
                    </a:lnTo>
                    <a:lnTo>
                      <a:pt x="163400" y="849221"/>
                    </a:lnTo>
                    <a:lnTo>
                      <a:pt x="160667" y="851666"/>
                    </a:lnTo>
                    <a:lnTo>
                      <a:pt x="160667" y="849221"/>
                    </a:lnTo>
                    <a:lnTo>
                      <a:pt x="160667" y="851666"/>
                    </a:lnTo>
                    <a:lnTo>
                      <a:pt x="158222" y="851666"/>
                    </a:lnTo>
                    <a:lnTo>
                      <a:pt x="155633" y="851666"/>
                    </a:lnTo>
                    <a:lnTo>
                      <a:pt x="155633" y="849221"/>
                    </a:lnTo>
                    <a:lnTo>
                      <a:pt x="155633" y="851666"/>
                    </a:lnTo>
                    <a:lnTo>
                      <a:pt x="155633" y="849221"/>
                    </a:lnTo>
                    <a:lnTo>
                      <a:pt x="155633" y="846632"/>
                    </a:lnTo>
                    <a:lnTo>
                      <a:pt x="153188" y="846632"/>
                    </a:lnTo>
                    <a:lnTo>
                      <a:pt x="153188" y="843899"/>
                    </a:lnTo>
                    <a:lnTo>
                      <a:pt x="153188" y="841454"/>
                    </a:lnTo>
                    <a:lnTo>
                      <a:pt x="150455" y="839009"/>
                    </a:lnTo>
                    <a:lnTo>
                      <a:pt x="150455" y="841454"/>
                    </a:lnTo>
                    <a:lnTo>
                      <a:pt x="147866" y="841454"/>
                    </a:lnTo>
                    <a:lnTo>
                      <a:pt x="147866" y="843899"/>
                    </a:lnTo>
                    <a:lnTo>
                      <a:pt x="147866" y="846632"/>
                    </a:lnTo>
                    <a:lnTo>
                      <a:pt x="147866" y="849221"/>
                    </a:lnTo>
                    <a:lnTo>
                      <a:pt x="145421" y="849221"/>
                    </a:lnTo>
                    <a:lnTo>
                      <a:pt x="145421" y="846632"/>
                    </a:lnTo>
                    <a:lnTo>
                      <a:pt x="142975" y="846632"/>
                    </a:lnTo>
                    <a:lnTo>
                      <a:pt x="140242" y="846632"/>
                    </a:lnTo>
                    <a:lnTo>
                      <a:pt x="140242" y="843899"/>
                    </a:lnTo>
                    <a:lnTo>
                      <a:pt x="137653" y="843899"/>
                    </a:lnTo>
                    <a:lnTo>
                      <a:pt x="135208" y="843899"/>
                    </a:lnTo>
                    <a:lnTo>
                      <a:pt x="135208" y="846632"/>
                    </a:lnTo>
                    <a:lnTo>
                      <a:pt x="135208" y="843899"/>
                    </a:lnTo>
                    <a:lnTo>
                      <a:pt x="132763" y="843899"/>
                    </a:lnTo>
                    <a:lnTo>
                      <a:pt x="132763" y="841454"/>
                    </a:lnTo>
                    <a:lnTo>
                      <a:pt x="132763" y="839009"/>
                    </a:lnTo>
                    <a:lnTo>
                      <a:pt x="132763" y="836419"/>
                    </a:lnTo>
                    <a:lnTo>
                      <a:pt x="135208" y="836419"/>
                    </a:lnTo>
                    <a:lnTo>
                      <a:pt x="135208" y="833686"/>
                    </a:lnTo>
                    <a:lnTo>
                      <a:pt x="137653" y="833686"/>
                    </a:lnTo>
                    <a:lnTo>
                      <a:pt x="137653" y="831241"/>
                    </a:lnTo>
                    <a:lnTo>
                      <a:pt x="137653" y="833686"/>
                    </a:lnTo>
                    <a:lnTo>
                      <a:pt x="135208" y="833686"/>
                    </a:lnTo>
                    <a:lnTo>
                      <a:pt x="132763" y="833686"/>
                    </a:lnTo>
                    <a:lnTo>
                      <a:pt x="130030" y="833686"/>
                    </a:lnTo>
                    <a:lnTo>
                      <a:pt x="127584" y="833686"/>
                    </a:lnTo>
                    <a:lnTo>
                      <a:pt x="130030" y="833686"/>
                    </a:lnTo>
                    <a:lnTo>
                      <a:pt x="130030" y="831241"/>
                    </a:lnTo>
                    <a:lnTo>
                      <a:pt x="127584" y="831241"/>
                    </a:lnTo>
                    <a:lnTo>
                      <a:pt x="127584" y="828796"/>
                    </a:lnTo>
                    <a:lnTo>
                      <a:pt x="124995" y="828796"/>
                    </a:lnTo>
                    <a:lnTo>
                      <a:pt x="124995" y="826351"/>
                    </a:lnTo>
                    <a:lnTo>
                      <a:pt x="122550" y="823474"/>
                    </a:lnTo>
                    <a:lnTo>
                      <a:pt x="122550" y="821029"/>
                    </a:lnTo>
                    <a:lnTo>
                      <a:pt x="124995" y="821029"/>
                    </a:lnTo>
                    <a:lnTo>
                      <a:pt x="124995" y="818583"/>
                    </a:lnTo>
                    <a:lnTo>
                      <a:pt x="124995" y="821029"/>
                    </a:lnTo>
                    <a:lnTo>
                      <a:pt x="127584" y="821029"/>
                    </a:lnTo>
                    <a:lnTo>
                      <a:pt x="127584" y="818583"/>
                    </a:lnTo>
                    <a:lnTo>
                      <a:pt x="127584" y="815994"/>
                    </a:lnTo>
                    <a:lnTo>
                      <a:pt x="127584" y="813261"/>
                    </a:lnTo>
                    <a:lnTo>
                      <a:pt x="130030" y="813261"/>
                    </a:lnTo>
                    <a:lnTo>
                      <a:pt x="130030" y="815994"/>
                    </a:lnTo>
                    <a:lnTo>
                      <a:pt x="132763" y="815994"/>
                    </a:lnTo>
                    <a:lnTo>
                      <a:pt x="135208" y="813261"/>
                    </a:lnTo>
                    <a:lnTo>
                      <a:pt x="137653" y="813261"/>
                    </a:lnTo>
                    <a:lnTo>
                      <a:pt x="137653" y="815994"/>
                    </a:lnTo>
                    <a:lnTo>
                      <a:pt x="140242" y="815994"/>
                    </a:lnTo>
                    <a:lnTo>
                      <a:pt x="140242" y="818583"/>
                    </a:lnTo>
                    <a:lnTo>
                      <a:pt x="140242" y="815994"/>
                    </a:lnTo>
                    <a:lnTo>
                      <a:pt x="140242" y="813261"/>
                    </a:lnTo>
                    <a:lnTo>
                      <a:pt x="142975" y="813261"/>
                    </a:lnTo>
                    <a:lnTo>
                      <a:pt x="140242" y="813261"/>
                    </a:lnTo>
                    <a:lnTo>
                      <a:pt x="142975" y="813261"/>
                    </a:lnTo>
                    <a:lnTo>
                      <a:pt x="142975" y="815994"/>
                    </a:lnTo>
                    <a:lnTo>
                      <a:pt x="142975" y="818583"/>
                    </a:lnTo>
                    <a:lnTo>
                      <a:pt x="145421" y="818583"/>
                    </a:lnTo>
                    <a:lnTo>
                      <a:pt x="147866" y="818583"/>
                    </a:lnTo>
                    <a:lnTo>
                      <a:pt x="147866" y="815994"/>
                    </a:lnTo>
                    <a:lnTo>
                      <a:pt x="150455" y="815994"/>
                    </a:lnTo>
                    <a:lnTo>
                      <a:pt x="147866" y="815994"/>
                    </a:lnTo>
                    <a:lnTo>
                      <a:pt x="147866" y="813261"/>
                    </a:lnTo>
                    <a:lnTo>
                      <a:pt x="147866" y="810816"/>
                    </a:lnTo>
                    <a:lnTo>
                      <a:pt x="150455" y="810816"/>
                    </a:lnTo>
                    <a:lnTo>
                      <a:pt x="147866" y="810816"/>
                    </a:lnTo>
                    <a:lnTo>
                      <a:pt x="145421" y="810816"/>
                    </a:lnTo>
                    <a:lnTo>
                      <a:pt x="145421" y="808371"/>
                    </a:lnTo>
                    <a:lnTo>
                      <a:pt x="145421" y="805925"/>
                    </a:lnTo>
                    <a:lnTo>
                      <a:pt x="147866" y="805925"/>
                    </a:lnTo>
                    <a:lnTo>
                      <a:pt x="147866" y="803193"/>
                    </a:lnTo>
                    <a:lnTo>
                      <a:pt x="145421" y="803193"/>
                    </a:lnTo>
                    <a:lnTo>
                      <a:pt x="145421" y="800604"/>
                    </a:lnTo>
                    <a:lnTo>
                      <a:pt x="142975" y="798158"/>
                    </a:lnTo>
                    <a:lnTo>
                      <a:pt x="142975" y="795713"/>
                    </a:lnTo>
                    <a:lnTo>
                      <a:pt x="145421" y="795713"/>
                    </a:lnTo>
                    <a:lnTo>
                      <a:pt x="142975" y="795713"/>
                    </a:lnTo>
                    <a:lnTo>
                      <a:pt x="142975" y="792980"/>
                    </a:lnTo>
                    <a:lnTo>
                      <a:pt x="140242" y="792980"/>
                    </a:lnTo>
                    <a:lnTo>
                      <a:pt x="140242" y="790391"/>
                    </a:lnTo>
                    <a:lnTo>
                      <a:pt x="140242" y="792980"/>
                    </a:lnTo>
                    <a:lnTo>
                      <a:pt x="137653" y="792980"/>
                    </a:lnTo>
                    <a:lnTo>
                      <a:pt x="137653" y="790391"/>
                    </a:lnTo>
                    <a:lnTo>
                      <a:pt x="137653" y="787946"/>
                    </a:lnTo>
                    <a:lnTo>
                      <a:pt x="140242" y="787946"/>
                    </a:lnTo>
                    <a:lnTo>
                      <a:pt x="140242" y="785500"/>
                    </a:lnTo>
                    <a:lnTo>
                      <a:pt x="140242" y="782768"/>
                    </a:lnTo>
                    <a:lnTo>
                      <a:pt x="142975" y="782768"/>
                    </a:lnTo>
                    <a:lnTo>
                      <a:pt x="142975" y="780179"/>
                    </a:lnTo>
                    <a:lnTo>
                      <a:pt x="142975" y="777733"/>
                    </a:lnTo>
                    <a:lnTo>
                      <a:pt x="142975" y="780179"/>
                    </a:lnTo>
                    <a:lnTo>
                      <a:pt x="140242" y="780179"/>
                    </a:lnTo>
                    <a:lnTo>
                      <a:pt x="140242" y="777733"/>
                    </a:lnTo>
                    <a:lnTo>
                      <a:pt x="140242" y="775288"/>
                    </a:lnTo>
                    <a:lnTo>
                      <a:pt x="137653" y="775288"/>
                    </a:lnTo>
                    <a:lnTo>
                      <a:pt x="135208" y="775288"/>
                    </a:lnTo>
                    <a:lnTo>
                      <a:pt x="135208" y="777733"/>
                    </a:lnTo>
                    <a:lnTo>
                      <a:pt x="135208" y="775288"/>
                    </a:lnTo>
                    <a:lnTo>
                      <a:pt x="135208" y="772699"/>
                    </a:lnTo>
                    <a:lnTo>
                      <a:pt x="132763" y="772699"/>
                    </a:lnTo>
                    <a:lnTo>
                      <a:pt x="130030" y="772699"/>
                    </a:lnTo>
                    <a:lnTo>
                      <a:pt x="130030" y="769966"/>
                    </a:lnTo>
                    <a:lnTo>
                      <a:pt x="130030" y="772699"/>
                    </a:lnTo>
                    <a:lnTo>
                      <a:pt x="127584" y="769966"/>
                    </a:lnTo>
                    <a:lnTo>
                      <a:pt x="127584" y="772699"/>
                    </a:lnTo>
                    <a:lnTo>
                      <a:pt x="124995" y="772699"/>
                    </a:lnTo>
                    <a:lnTo>
                      <a:pt x="122550" y="772699"/>
                    </a:lnTo>
                    <a:lnTo>
                      <a:pt x="119817" y="772699"/>
                    </a:lnTo>
                    <a:lnTo>
                      <a:pt x="119817" y="769966"/>
                    </a:lnTo>
                    <a:lnTo>
                      <a:pt x="119817" y="772699"/>
                    </a:lnTo>
                    <a:lnTo>
                      <a:pt x="119817" y="775288"/>
                    </a:lnTo>
                    <a:lnTo>
                      <a:pt x="117372" y="775288"/>
                    </a:lnTo>
                    <a:lnTo>
                      <a:pt x="117372" y="772699"/>
                    </a:lnTo>
                    <a:lnTo>
                      <a:pt x="114783" y="772699"/>
                    </a:lnTo>
                    <a:lnTo>
                      <a:pt x="114783" y="775288"/>
                    </a:lnTo>
                    <a:lnTo>
                      <a:pt x="112338" y="775288"/>
                    </a:lnTo>
                    <a:lnTo>
                      <a:pt x="112338" y="772699"/>
                    </a:lnTo>
                    <a:lnTo>
                      <a:pt x="109605" y="772699"/>
                    </a:lnTo>
                    <a:lnTo>
                      <a:pt x="112338" y="772699"/>
                    </a:lnTo>
                    <a:lnTo>
                      <a:pt x="109605" y="769966"/>
                    </a:lnTo>
                    <a:lnTo>
                      <a:pt x="107160" y="769966"/>
                    </a:lnTo>
                    <a:lnTo>
                      <a:pt x="104571" y="769966"/>
                    </a:lnTo>
                    <a:lnTo>
                      <a:pt x="104571" y="767521"/>
                    </a:lnTo>
                    <a:lnTo>
                      <a:pt x="102125" y="765075"/>
                    </a:lnTo>
                    <a:lnTo>
                      <a:pt x="102125" y="762486"/>
                    </a:lnTo>
                    <a:lnTo>
                      <a:pt x="99680" y="762486"/>
                    </a:lnTo>
                    <a:lnTo>
                      <a:pt x="99680" y="759754"/>
                    </a:lnTo>
                    <a:lnTo>
                      <a:pt x="99680" y="757308"/>
                    </a:lnTo>
                    <a:lnTo>
                      <a:pt x="96947" y="759754"/>
                    </a:lnTo>
                    <a:lnTo>
                      <a:pt x="99680" y="759754"/>
                    </a:lnTo>
                    <a:lnTo>
                      <a:pt x="96947" y="759754"/>
                    </a:lnTo>
                    <a:lnTo>
                      <a:pt x="96947" y="762486"/>
                    </a:lnTo>
                    <a:lnTo>
                      <a:pt x="94358" y="759754"/>
                    </a:lnTo>
                    <a:lnTo>
                      <a:pt x="91913" y="759754"/>
                    </a:lnTo>
                    <a:lnTo>
                      <a:pt x="91913" y="757308"/>
                    </a:lnTo>
                    <a:lnTo>
                      <a:pt x="89467" y="757308"/>
                    </a:lnTo>
                    <a:lnTo>
                      <a:pt x="86734" y="759754"/>
                    </a:lnTo>
                    <a:lnTo>
                      <a:pt x="86734" y="757308"/>
                    </a:lnTo>
                    <a:lnTo>
                      <a:pt x="89467" y="757308"/>
                    </a:lnTo>
                    <a:lnTo>
                      <a:pt x="89467" y="754863"/>
                    </a:lnTo>
                    <a:lnTo>
                      <a:pt x="86734" y="754863"/>
                    </a:lnTo>
                    <a:lnTo>
                      <a:pt x="89467" y="754863"/>
                    </a:lnTo>
                    <a:lnTo>
                      <a:pt x="89467" y="752274"/>
                    </a:lnTo>
                    <a:lnTo>
                      <a:pt x="89467" y="749541"/>
                    </a:lnTo>
                    <a:lnTo>
                      <a:pt x="91913" y="749541"/>
                    </a:lnTo>
                    <a:lnTo>
                      <a:pt x="89467" y="749541"/>
                    </a:lnTo>
                    <a:lnTo>
                      <a:pt x="86734" y="749541"/>
                    </a:lnTo>
                    <a:lnTo>
                      <a:pt x="84145" y="749541"/>
                    </a:lnTo>
                    <a:lnTo>
                      <a:pt x="86734" y="749541"/>
                    </a:lnTo>
                    <a:lnTo>
                      <a:pt x="86734" y="747096"/>
                    </a:lnTo>
                    <a:lnTo>
                      <a:pt x="84145" y="747096"/>
                    </a:lnTo>
                    <a:lnTo>
                      <a:pt x="81700" y="747096"/>
                    </a:lnTo>
                    <a:lnTo>
                      <a:pt x="81700" y="744650"/>
                    </a:lnTo>
                    <a:lnTo>
                      <a:pt x="81700" y="742205"/>
                    </a:lnTo>
                    <a:lnTo>
                      <a:pt x="79255" y="742205"/>
                    </a:lnTo>
                    <a:lnTo>
                      <a:pt x="76522" y="742205"/>
                    </a:lnTo>
                    <a:lnTo>
                      <a:pt x="76522" y="739329"/>
                    </a:lnTo>
                    <a:lnTo>
                      <a:pt x="73933" y="739329"/>
                    </a:lnTo>
                    <a:lnTo>
                      <a:pt x="73933" y="736883"/>
                    </a:lnTo>
                    <a:lnTo>
                      <a:pt x="71488" y="736883"/>
                    </a:lnTo>
                    <a:lnTo>
                      <a:pt x="71488" y="739329"/>
                    </a:lnTo>
                    <a:lnTo>
                      <a:pt x="69043" y="736883"/>
                    </a:lnTo>
                    <a:lnTo>
                      <a:pt x="66310" y="736883"/>
                    </a:lnTo>
                    <a:lnTo>
                      <a:pt x="63864" y="736883"/>
                    </a:lnTo>
                    <a:lnTo>
                      <a:pt x="63864" y="734438"/>
                    </a:lnTo>
                    <a:lnTo>
                      <a:pt x="63864" y="731849"/>
                    </a:lnTo>
                    <a:lnTo>
                      <a:pt x="63864" y="729116"/>
                    </a:lnTo>
                    <a:lnTo>
                      <a:pt x="66310" y="729116"/>
                    </a:lnTo>
                    <a:lnTo>
                      <a:pt x="66310" y="726671"/>
                    </a:lnTo>
                    <a:lnTo>
                      <a:pt x="63864" y="726671"/>
                    </a:lnTo>
                    <a:lnTo>
                      <a:pt x="61275" y="726671"/>
                    </a:lnTo>
                    <a:lnTo>
                      <a:pt x="61275" y="724225"/>
                    </a:lnTo>
                    <a:lnTo>
                      <a:pt x="61275" y="721636"/>
                    </a:lnTo>
                    <a:lnTo>
                      <a:pt x="63864" y="721636"/>
                    </a:lnTo>
                    <a:lnTo>
                      <a:pt x="66310" y="721636"/>
                    </a:lnTo>
                    <a:lnTo>
                      <a:pt x="66310" y="718904"/>
                    </a:lnTo>
                    <a:lnTo>
                      <a:pt x="69043" y="718904"/>
                    </a:lnTo>
                    <a:lnTo>
                      <a:pt x="69043" y="716458"/>
                    </a:lnTo>
                    <a:lnTo>
                      <a:pt x="69043" y="714013"/>
                    </a:lnTo>
                    <a:lnTo>
                      <a:pt x="71488" y="714013"/>
                    </a:lnTo>
                    <a:lnTo>
                      <a:pt x="69043" y="714013"/>
                    </a:lnTo>
                    <a:lnTo>
                      <a:pt x="69043" y="711568"/>
                    </a:lnTo>
                    <a:lnTo>
                      <a:pt x="66310" y="711568"/>
                    </a:lnTo>
                    <a:lnTo>
                      <a:pt x="66310" y="708835"/>
                    </a:lnTo>
                    <a:lnTo>
                      <a:pt x="63864" y="708835"/>
                    </a:lnTo>
                    <a:lnTo>
                      <a:pt x="63864" y="706246"/>
                    </a:lnTo>
                    <a:lnTo>
                      <a:pt x="63864" y="703800"/>
                    </a:lnTo>
                    <a:lnTo>
                      <a:pt x="63864" y="701355"/>
                    </a:lnTo>
                    <a:lnTo>
                      <a:pt x="61275" y="701355"/>
                    </a:lnTo>
                    <a:lnTo>
                      <a:pt x="58830" y="701355"/>
                    </a:lnTo>
                    <a:lnTo>
                      <a:pt x="58830" y="698622"/>
                    </a:lnTo>
                    <a:lnTo>
                      <a:pt x="58830" y="701355"/>
                    </a:lnTo>
                    <a:lnTo>
                      <a:pt x="56097" y="701355"/>
                    </a:lnTo>
                    <a:lnTo>
                      <a:pt x="56097" y="698622"/>
                    </a:lnTo>
                    <a:lnTo>
                      <a:pt x="56097" y="696033"/>
                    </a:lnTo>
                    <a:lnTo>
                      <a:pt x="56097" y="693588"/>
                    </a:lnTo>
                    <a:lnTo>
                      <a:pt x="53508" y="693588"/>
                    </a:lnTo>
                    <a:lnTo>
                      <a:pt x="51063" y="693588"/>
                    </a:lnTo>
                    <a:lnTo>
                      <a:pt x="51063" y="691143"/>
                    </a:lnTo>
                    <a:lnTo>
                      <a:pt x="53508" y="691143"/>
                    </a:lnTo>
                    <a:lnTo>
                      <a:pt x="53508" y="688554"/>
                    </a:lnTo>
                    <a:lnTo>
                      <a:pt x="56097" y="688554"/>
                    </a:lnTo>
                    <a:lnTo>
                      <a:pt x="53508" y="688554"/>
                    </a:lnTo>
                    <a:lnTo>
                      <a:pt x="56097" y="688554"/>
                    </a:lnTo>
                    <a:lnTo>
                      <a:pt x="58830" y="688554"/>
                    </a:lnTo>
                    <a:lnTo>
                      <a:pt x="58830" y="685821"/>
                    </a:lnTo>
                    <a:lnTo>
                      <a:pt x="56097" y="685821"/>
                    </a:lnTo>
                    <a:lnTo>
                      <a:pt x="58830" y="685821"/>
                    </a:lnTo>
                    <a:lnTo>
                      <a:pt x="56097" y="685821"/>
                    </a:lnTo>
                    <a:lnTo>
                      <a:pt x="56097" y="683375"/>
                    </a:lnTo>
                    <a:lnTo>
                      <a:pt x="56097" y="680930"/>
                    </a:lnTo>
                    <a:lnTo>
                      <a:pt x="56097" y="683375"/>
                    </a:lnTo>
                    <a:lnTo>
                      <a:pt x="58830" y="683375"/>
                    </a:lnTo>
                    <a:lnTo>
                      <a:pt x="61275" y="683375"/>
                    </a:lnTo>
                    <a:lnTo>
                      <a:pt x="61275" y="680930"/>
                    </a:lnTo>
                    <a:lnTo>
                      <a:pt x="63864" y="680930"/>
                    </a:lnTo>
                    <a:lnTo>
                      <a:pt x="63864" y="683375"/>
                    </a:lnTo>
                    <a:lnTo>
                      <a:pt x="63864" y="680930"/>
                    </a:lnTo>
                    <a:lnTo>
                      <a:pt x="66310" y="680930"/>
                    </a:lnTo>
                    <a:lnTo>
                      <a:pt x="66310" y="678341"/>
                    </a:lnTo>
                    <a:lnTo>
                      <a:pt x="66310" y="675608"/>
                    </a:lnTo>
                    <a:lnTo>
                      <a:pt x="66310" y="673163"/>
                    </a:lnTo>
                    <a:lnTo>
                      <a:pt x="63864" y="673163"/>
                    </a:lnTo>
                    <a:lnTo>
                      <a:pt x="61275" y="673163"/>
                    </a:lnTo>
                    <a:lnTo>
                      <a:pt x="63864" y="670718"/>
                    </a:lnTo>
                    <a:lnTo>
                      <a:pt x="66310" y="670718"/>
                    </a:lnTo>
                    <a:lnTo>
                      <a:pt x="69043" y="670718"/>
                    </a:lnTo>
                    <a:lnTo>
                      <a:pt x="69043" y="673163"/>
                    </a:lnTo>
                    <a:lnTo>
                      <a:pt x="71488" y="673163"/>
                    </a:lnTo>
                    <a:lnTo>
                      <a:pt x="73933" y="673163"/>
                    </a:lnTo>
                    <a:lnTo>
                      <a:pt x="73933" y="675608"/>
                    </a:lnTo>
                    <a:lnTo>
                      <a:pt x="73933" y="673163"/>
                    </a:lnTo>
                    <a:lnTo>
                      <a:pt x="76522" y="673163"/>
                    </a:lnTo>
                    <a:lnTo>
                      <a:pt x="76522" y="675608"/>
                    </a:lnTo>
                    <a:lnTo>
                      <a:pt x="76522" y="673163"/>
                    </a:lnTo>
                    <a:lnTo>
                      <a:pt x="79255" y="673163"/>
                    </a:lnTo>
                    <a:lnTo>
                      <a:pt x="79255" y="675608"/>
                    </a:lnTo>
                    <a:lnTo>
                      <a:pt x="81700" y="675608"/>
                    </a:lnTo>
                    <a:lnTo>
                      <a:pt x="81700" y="673163"/>
                    </a:lnTo>
                    <a:lnTo>
                      <a:pt x="81700" y="670718"/>
                    </a:lnTo>
                    <a:lnTo>
                      <a:pt x="79255" y="670718"/>
                    </a:lnTo>
                    <a:lnTo>
                      <a:pt x="79255" y="668129"/>
                    </a:lnTo>
                    <a:lnTo>
                      <a:pt x="76522" y="668129"/>
                    </a:lnTo>
                    <a:lnTo>
                      <a:pt x="79255" y="668129"/>
                    </a:lnTo>
                    <a:lnTo>
                      <a:pt x="76522" y="665396"/>
                    </a:lnTo>
                    <a:lnTo>
                      <a:pt x="79255" y="665396"/>
                    </a:lnTo>
                    <a:lnTo>
                      <a:pt x="79255" y="662950"/>
                    </a:lnTo>
                    <a:lnTo>
                      <a:pt x="79255" y="660505"/>
                    </a:lnTo>
                    <a:lnTo>
                      <a:pt x="81700" y="660505"/>
                    </a:lnTo>
                    <a:lnTo>
                      <a:pt x="84145" y="660505"/>
                    </a:lnTo>
                    <a:lnTo>
                      <a:pt x="84145" y="658060"/>
                    </a:lnTo>
                    <a:lnTo>
                      <a:pt x="84145" y="655183"/>
                    </a:lnTo>
                    <a:lnTo>
                      <a:pt x="84145" y="652738"/>
                    </a:lnTo>
                    <a:lnTo>
                      <a:pt x="86734" y="652738"/>
                    </a:lnTo>
                    <a:lnTo>
                      <a:pt x="86734" y="650293"/>
                    </a:lnTo>
                    <a:lnTo>
                      <a:pt x="84145" y="647847"/>
                    </a:lnTo>
                    <a:lnTo>
                      <a:pt x="81700" y="647847"/>
                    </a:lnTo>
                    <a:lnTo>
                      <a:pt x="81700" y="645114"/>
                    </a:lnTo>
                    <a:lnTo>
                      <a:pt x="79255" y="645114"/>
                    </a:lnTo>
                    <a:lnTo>
                      <a:pt x="76522" y="645114"/>
                    </a:lnTo>
                    <a:lnTo>
                      <a:pt x="76522" y="642525"/>
                    </a:lnTo>
                    <a:lnTo>
                      <a:pt x="73933" y="642525"/>
                    </a:lnTo>
                    <a:lnTo>
                      <a:pt x="71488" y="642525"/>
                    </a:lnTo>
                    <a:lnTo>
                      <a:pt x="71488" y="640080"/>
                    </a:lnTo>
                    <a:lnTo>
                      <a:pt x="71488" y="637491"/>
                    </a:lnTo>
                    <a:lnTo>
                      <a:pt x="71488" y="640080"/>
                    </a:lnTo>
                    <a:lnTo>
                      <a:pt x="69043" y="637491"/>
                    </a:lnTo>
                    <a:lnTo>
                      <a:pt x="69043" y="640080"/>
                    </a:lnTo>
                    <a:lnTo>
                      <a:pt x="69043" y="637491"/>
                    </a:lnTo>
                    <a:lnTo>
                      <a:pt x="66310" y="637491"/>
                    </a:lnTo>
                    <a:lnTo>
                      <a:pt x="66310" y="634758"/>
                    </a:lnTo>
                    <a:lnTo>
                      <a:pt x="63864" y="634758"/>
                    </a:lnTo>
                    <a:lnTo>
                      <a:pt x="63864" y="632313"/>
                    </a:lnTo>
                    <a:lnTo>
                      <a:pt x="61275" y="632313"/>
                    </a:lnTo>
                    <a:lnTo>
                      <a:pt x="61275" y="629868"/>
                    </a:lnTo>
                    <a:lnTo>
                      <a:pt x="58830" y="629868"/>
                    </a:lnTo>
                    <a:lnTo>
                      <a:pt x="56097" y="629868"/>
                    </a:lnTo>
                    <a:lnTo>
                      <a:pt x="56097" y="627422"/>
                    </a:lnTo>
                    <a:lnTo>
                      <a:pt x="53508" y="627422"/>
                    </a:lnTo>
                    <a:lnTo>
                      <a:pt x="56097" y="627422"/>
                    </a:lnTo>
                    <a:lnTo>
                      <a:pt x="56097" y="624546"/>
                    </a:lnTo>
                    <a:lnTo>
                      <a:pt x="53508" y="624546"/>
                    </a:lnTo>
                    <a:lnTo>
                      <a:pt x="51063" y="624546"/>
                    </a:lnTo>
                    <a:lnTo>
                      <a:pt x="51063" y="622100"/>
                    </a:lnTo>
                    <a:lnTo>
                      <a:pt x="48617" y="622100"/>
                    </a:lnTo>
                    <a:lnTo>
                      <a:pt x="48617" y="619655"/>
                    </a:lnTo>
                    <a:lnTo>
                      <a:pt x="51063" y="619655"/>
                    </a:lnTo>
                    <a:lnTo>
                      <a:pt x="51063" y="617210"/>
                    </a:lnTo>
                    <a:lnTo>
                      <a:pt x="48617" y="617210"/>
                    </a:lnTo>
                    <a:lnTo>
                      <a:pt x="51063" y="617210"/>
                    </a:lnTo>
                    <a:lnTo>
                      <a:pt x="51063" y="614477"/>
                    </a:lnTo>
                    <a:lnTo>
                      <a:pt x="53508" y="614477"/>
                    </a:lnTo>
                    <a:lnTo>
                      <a:pt x="56097" y="614477"/>
                    </a:lnTo>
                    <a:lnTo>
                      <a:pt x="58830" y="614477"/>
                    </a:lnTo>
                    <a:lnTo>
                      <a:pt x="61275" y="614477"/>
                    </a:lnTo>
                    <a:lnTo>
                      <a:pt x="61275" y="617210"/>
                    </a:lnTo>
                    <a:lnTo>
                      <a:pt x="61275" y="619655"/>
                    </a:lnTo>
                    <a:lnTo>
                      <a:pt x="63864" y="619655"/>
                    </a:lnTo>
                    <a:lnTo>
                      <a:pt x="66310" y="622100"/>
                    </a:lnTo>
                    <a:lnTo>
                      <a:pt x="69043" y="622100"/>
                    </a:lnTo>
                    <a:lnTo>
                      <a:pt x="69043" y="624546"/>
                    </a:lnTo>
                    <a:lnTo>
                      <a:pt x="71488" y="624546"/>
                    </a:lnTo>
                    <a:lnTo>
                      <a:pt x="73933" y="624546"/>
                    </a:lnTo>
                    <a:lnTo>
                      <a:pt x="73933" y="627422"/>
                    </a:lnTo>
                    <a:lnTo>
                      <a:pt x="76522" y="627422"/>
                    </a:lnTo>
                    <a:lnTo>
                      <a:pt x="79255" y="627422"/>
                    </a:lnTo>
                    <a:lnTo>
                      <a:pt x="79255" y="629868"/>
                    </a:lnTo>
                    <a:lnTo>
                      <a:pt x="81700" y="629868"/>
                    </a:lnTo>
                    <a:lnTo>
                      <a:pt x="81700" y="632313"/>
                    </a:lnTo>
                    <a:lnTo>
                      <a:pt x="84145" y="632313"/>
                    </a:lnTo>
                    <a:lnTo>
                      <a:pt x="86734" y="632313"/>
                    </a:lnTo>
                    <a:lnTo>
                      <a:pt x="86734" y="634758"/>
                    </a:lnTo>
                    <a:lnTo>
                      <a:pt x="89467" y="634758"/>
                    </a:lnTo>
                    <a:lnTo>
                      <a:pt x="91913" y="634758"/>
                    </a:lnTo>
                    <a:lnTo>
                      <a:pt x="91913" y="632313"/>
                    </a:lnTo>
                    <a:lnTo>
                      <a:pt x="94358" y="632313"/>
                    </a:lnTo>
                    <a:lnTo>
                      <a:pt x="94358" y="634758"/>
                    </a:lnTo>
                    <a:lnTo>
                      <a:pt x="96947" y="634758"/>
                    </a:lnTo>
                    <a:lnTo>
                      <a:pt x="99680" y="634758"/>
                    </a:lnTo>
                    <a:lnTo>
                      <a:pt x="102125" y="634758"/>
                    </a:lnTo>
                    <a:lnTo>
                      <a:pt x="102125" y="637491"/>
                    </a:lnTo>
                    <a:lnTo>
                      <a:pt x="104571" y="637491"/>
                    </a:lnTo>
                    <a:lnTo>
                      <a:pt x="107160" y="637491"/>
                    </a:lnTo>
                    <a:lnTo>
                      <a:pt x="107160" y="640080"/>
                    </a:lnTo>
                    <a:lnTo>
                      <a:pt x="109605" y="640080"/>
                    </a:lnTo>
                    <a:lnTo>
                      <a:pt x="109605" y="637491"/>
                    </a:lnTo>
                    <a:lnTo>
                      <a:pt x="107160" y="637491"/>
                    </a:lnTo>
                    <a:lnTo>
                      <a:pt x="107160" y="634758"/>
                    </a:lnTo>
                    <a:lnTo>
                      <a:pt x="104571" y="634758"/>
                    </a:lnTo>
                    <a:lnTo>
                      <a:pt x="102125" y="632313"/>
                    </a:lnTo>
                    <a:lnTo>
                      <a:pt x="104571" y="632313"/>
                    </a:lnTo>
                    <a:lnTo>
                      <a:pt x="102125" y="632313"/>
                    </a:lnTo>
                    <a:lnTo>
                      <a:pt x="102125" y="629868"/>
                    </a:lnTo>
                    <a:lnTo>
                      <a:pt x="104571" y="632313"/>
                    </a:lnTo>
                    <a:lnTo>
                      <a:pt x="107160" y="632313"/>
                    </a:lnTo>
                    <a:lnTo>
                      <a:pt x="109605" y="632313"/>
                    </a:lnTo>
                    <a:lnTo>
                      <a:pt x="107160" y="632313"/>
                    </a:lnTo>
                    <a:lnTo>
                      <a:pt x="107160" y="629868"/>
                    </a:lnTo>
                    <a:lnTo>
                      <a:pt x="109605" y="629868"/>
                    </a:lnTo>
                    <a:lnTo>
                      <a:pt x="109605" y="627422"/>
                    </a:lnTo>
                    <a:lnTo>
                      <a:pt x="107160" y="624546"/>
                    </a:lnTo>
                    <a:lnTo>
                      <a:pt x="104571" y="624546"/>
                    </a:lnTo>
                    <a:lnTo>
                      <a:pt x="104571" y="622100"/>
                    </a:lnTo>
                    <a:lnTo>
                      <a:pt x="102125" y="622100"/>
                    </a:lnTo>
                    <a:lnTo>
                      <a:pt x="102125" y="619655"/>
                    </a:lnTo>
                    <a:lnTo>
                      <a:pt x="102125" y="617210"/>
                    </a:lnTo>
                    <a:lnTo>
                      <a:pt x="99680" y="617210"/>
                    </a:lnTo>
                    <a:lnTo>
                      <a:pt x="99680" y="614477"/>
                    </a:lnTo>
                    <a:lnTo>
                      <a:pt x="96947" y="614477"/>
                    </a:lnTo>
                    <a:lnTo>
                      <a:pt x="99680" y="614477"/>
                    </a:lnTo>
                    <a:lnTo>
                      <a:pt x="96947" y="614477"/>
                    </a:lnTo>
                    <a:lnTo>
                      <a:pt x="94358" y="614477"/>
                    </a:lnTo>
                    <a:lnTo>
                      <a:pt x="96947" y="614477"/>
                    </a:lnTo>
                    <a:lnTo>
                      <a:pt x="96947" y="611888"/>
                    </a:lnTo>
                    <a:lnTo>
                      <a:pt x="94358" y="611888"/>
                    </a:lnTo>
                    <a:lnTo>
                      <a:pt x="91913" y="611888"/>
                    </a:lnTo>
                    <a:lnTo>
                      <a:pt x="94358" y="611888"/>
                    </a:lnTo>
                    <a:lnTo>
                      <a:pt x="94358" y="609443"/>
                    </a:lnTo>
                    <a:lnTo>
                      <a:pt x="96947" y="609443"/>
                    </a:lnTo>
                    <a:lnTo>
                      <a:pt x="99680" y="609443"/>
                    </a:lnTo>
                    <a:lnTo>
                      <a:pt x="99680" y="611888"/>
                    </a:lnTo>
                    <a:lnTo>
                      <a:pt x="102125" y="611888"/>
                    </a:lnTo>
                    <a:lnTo>
                      <a:pt x="102125" y="609443"/>
                    </a:lnTo>
                    <a:lnTo>
                      <a:pt x="99680" y="609443"/>
                    </a:lnTo>
                    <a:lnTo>
                      <a:pt x="99680" y="606997"/>
                    </a:lnTo>
                    <a:lnTo>
                      <a:pt x="96947" y="606997"/>
                    </a:lnTo>
                    <a:lnTo>
                      <a:pt x="94358" y="606997"/>
                    </a:lnTo>
                    <a:lnTo>
                      <a:pt x="91913" y="604264"/>
                    </a:lnTo>
                    <a:lnTo>
                      <a:pt x="91913" y="601675"/>
                    </a:lnTo>
                    <a:lnTo>
                      <a:pt x="89467" y="601675"/>
                    </a:lnTo>
                    <a:lnTo>
                      <a:pt x="91913" y="601675"/>
                    </a:lnTo>
                    <a:lnTo>
                      <a:pt x="94358" y="601675"/>
                    </a:lnTo>
                    <a:lnTo>
                      <a:pt x="94358" y="604264"/>
                    </a:lnTo>
                    <a:lnTo>
                      <a:pt x="94358" y="601675"/>
                    </a:lnTo>
                    <a:lnTo>
                      <a:pt x="91913" y="601675"/>
                    </a:lnTo>
                    <a:lnTo>
                      <a:pt x="91913" y="599230"/>
                    </a:lnTo>
                    <a:lnTo>
                      <a:pt x="89467" y="599230"/>
                    </a:lnTo>
                    <a:lnTo>
                      <a:pt x="86734" y="599230"/>
                    </a:lnTo>
                    <a:lnTo>
                      <a:pt x="86734" y="596785"/>
                    </a:lnTo>
                    <a:lnTo>
                      <a:pt x="89467" y="596785"/>
                    </a:lnTo>
                    <a:lnTo>
                      <a:pt x="89467" y="594196"/>
                    </a:lnTo>
                    <a:lnTo>
                      <a:pt x="86734" y="594196"/>
                    </a:lnTo>
                    <a:lnTo>
                      <a:pt x="86734" y="591463"/>
                    </a:lnTo>
                    <a:lnTo>
                      <a:pt x="86734" y="589018"/>
                    </a:lnTo>
                    <a:lnTo>
                      <a:pt x="89467" y="589018"/>
                    </a:lnTo>
                    <a:lnTo>
                      <a:pt x="91913" y="589018"/>
                    </a:lnTo>
                    <a:lnTo>
                      <a:pt x="91913" y="591463"/>
                    </a:lnTo>
                    <a:lnTo>
                      <a:pt x="91913" y="589018"/>
                    </a:lnTo>
                    <a:lnTo>
                      <a:pt x="89467" y="589018"/>
                    </a:lnTo>
                    <a:lnTo>
                      <a:pt x="89467" y="586572"/>
                    </a:lnTo>
                    <a:lnTo>
                      <a:pt x="86734" y="586572"/>
                    </a:lnTo>
                    <a:lnTo>
                      <a:pt x="86734" y="583983"/>
                    </a:lnTo>
                    <a:lnTo>
                      <a:pt x="84145" y="583983"/>
                    </a:lnTo>
                    <a:lnTo>
                      <a:pt x="81700" y="583983"/>
                    </a:lnTo>
                    <a:lnTo>
                      <a:pt x="81700" y="581250"/>
                    </a:lnTo>
                    <a:lnTo>
                      <a:pt x="79255" y="581250"/>
                    </a:lnTo>
                    <a:lnTo>
                      <a:pt x="79255" y="578805"/>
                    </a:lnTo>
                    <a:lnTo>
                      <a:pt x="76522" y="578805"/>
                    </a:lnTo>
                    <a:lnTo>
                      <a:pt x="79255" y="578805"/>
                    </a:lnTo>
                    <a:lnTo>
                      <a:pt x="79255" y="576360"/>
                    </a:lnTo>
                    <a:lnTo>
                      <a:pt x="76522" y="576360"/>
                    </a:lnTo>
                    <a:lnTo>
                      <a:pt x="76522" y="573771"/>
                    </a:lnTo>
                    <a:lnTo>
                      <a:pt x="79255" y="573771"/>
                    </a:lnTo>
                    <a:lnTo>
                      <a:pt x="79255" y="576360"/>
                    </a:lnTo>
                    <a:lnTo>
                      <a:pt x="81700" y="576360"/>
                    </a:lnTo>
                    <a:lnTo>
                      <a:pt x="84145" y="576360"/>
                    </a:lnTo>
                    <a:lnTo>
                      <a:pt x="86734" y="578805"/>
                    </a:lnTo>
                    <a:lnTo>
                      <a:pt x="86734" y="581250"/>
                    </a:lnTo>
                    <a:lnTo>
                      <a:pt x="89467" y="581250"/>
                    </a:lnTo>
                    <a:lnTo>
                      <a:pt x="91913" y="581250"/>
                    </a:lnTo>
                    <a:lnTo>
                      <a:pt x="91913" y="578805"/>
                    </a:lnTo>
                    <a:lnTo>
                      <a:pt x="94358" y="581250"/>
                    </a:lnTo>
                    <a:lnTo>
                      <a:pt x="96947" y="581250"/>
                    </a:lnTo>
                    <a:lnTo>
                      <a:pt x="99680" y="583983"/>
                    </a:lnTo>
                    <a:lnTo>
                      <a:pt x="99680" y="586572"/>
                    </a:lnTo>
                    <a:lnTo>
                      <a:pt x="102125" y="586572"/>
                    </a:lnTo>
                    <a:lnTo>
                      <a:pt x="102125" y="583983"/>
                    </a:lnTo>
                    <a:lnTo>
                      <a:pt x="102125" y="586572"/>
                    </a:lnTo>
                    <a:lnTo>
                      <a:pt x="104571" y="586572"/>
                    </a:lnTo>
                    <a:lnTo>
                      <a:pt x="104571" y="589018"/>
                    </a:lnTo>
                    <a:lnTo>
                      <a:pt x="107160" y="589018"/>
                    </a:lnTo>
                    <a:lnTo>
                      <a:pt x="109605" y="589018"/>
                    </a:lnTo>
                    <a:lnTo>
                      <a:pt x="109605" y="591463"/>
                    </a:lnTo>
                    <a:lnTo>
                      <a:pt x="112338" y="591463"/>
                    </a:lnTo>
                    <a:lnTo>
                      <a:pt x="112338" y="594196"/>
                    </a:lnTo>
                    <a:lnTo>
                      <a:pt x="114783" y="594196"/>
                    </a:lnTo>
                    <a:lnTo>
                      <a:pt x="117372" y="594196"/>
                    </a:lnTo>
                    <a:lnTo>
                      <a:pt x="117372" y="596785"/>
                    </a:lnTo>
                    <a:lnTo>
                      <a:pt x="119817" y="596785"/>
                    </a:lnTo>
                    <a:lnTo>
                      <a:pt x="119817" y="599230"/>
                    </a:lnTo>
                    <a:lnTo>
                      <a:pt x="122550" y="599230"/>
                    </a:lnTo>
                    <a:lnTo>
                      <a:pt x="122550" y="601675"/>
                    </a:lnTo>
                    <a:lnTo>
                      <a:pt x="124995" y="601675"/>
                    </a:lnTo>
                    <a:lnTo>
                      <a:pt x="127584" y="601675"/>
                    </a:lnTo>
                    <a:lnTo>
                      <a:pt x="130030" y="601675"/>
                    </a:lnTo>
                    <a:lnTo>
                      <a:pt x="130030" y="599230"/>
                    </a:lnTo>
                    <a:lnTo>
                      <a:pt x="132763" y="599230"/>
                    </a:lnTo>
                    <a:lnTo>
                      <a:pt x="132763" y="601675"/>
                    </a:lnTo>
                    <a:lnTo>
                      <a:pt x="135208" y="601675"/>
                    </a:lnTo>
                    <a:lnTo>
                      <a:pt x="137653" y="601675"/>
                    </a:lnTo>
                    <a:lnTo>
                      <a:pt x="137653" y="604264"/>
                    </a:lnTo>
                    <a:lnTo>
                      <a:pt x="140242" y="604264"/>
                    </a:lnTo>
                    <a:lnTo>
                      <a:pt x="140242" y="601675"/>
                    </a:lnTo>
                    <a:lnTo>
                      <a:pt x="137653" y="601675"/>
                    </a:lnTo>
                    <a:lnTo>
                      <a:pt x="140242" y="601675"/>
                    </a:lnTo>
                    <a:lnTo>
                      <a:pt x="142975" y="601675"/>
                    </a:lnTo>
                    <a:lnTo>
                      <a:pt x="145421" y="601675"/>
                    </a:lnTo>
                    <a:lnTo>
                      <a:pt x="145421" y="599230"/>
                    </a:lnTo>
                    <a:lnTo>
                      <a:pt x="147866" y="599230"/>
                    </a:lnTo>
                    <a:lnTo>
                      <a:pt x="150455" y="599230"/>
                    </a:lnTo>
                    <a:lnTo>
                      <a:pt x="153188" y="599230"/>
                    </a:lnTo>
                    <a:lnTo>
                      <a:pt x="153188" y="601675"/>
                    </a:lnTo>
                    <a:lnTo>
                      <a:pt x="150455" y="601675"/>
                    </a:lnTo>
                    <a:lnTo>
                      <a:pt x="150455" y="604264"/>
                    </a:lnTo>
                    <a:lnTo>
                      <a:pt x="153188" y="604264"/>
                    </a:lnTo>
                    <a:lnTo>
                      <a:pt x="153188" y="606997"/>
                    </a:lnTo>
                    <a:lnTo>
                      <a:pt x="155633" y="609443"/>
                    </a:lnTo>
                    <a:lnTo>
                      <a:pt x="158222" y="609443"/>
                    </a:lnTo>
                    <a:lnTo>
                      <a:pt x="160667" y="611888"/>
                    </a:lnTo>
                    <a:lnTo>
                      <a:pt x="163400" y="611888"/>
                    </a:lnTo>
                    <a:lnTo>
                      <a:pt x="163400" y="614477"/>
                    </a:lnTo>
                    <a:lnTo>
                      <a:pt x="165845" y="614477"/>
                    </a:lnTo>
                    <a:lnTo>
                      <a:pt x="165845" y="617210"/>
                    </a:lnTo>
                    <a:lnTo>
                      <a:pt x="168291" y="617210"/>
                    </a:lnTo>
                    <a:lnTo>
                      <a:pt x="168291" y="619655"/>
                    </a:lnTo>
                    <a:lnTo>
                      <a:pt x="168291" y="617210"/>
                    </a:lnTo>
                    <a:lnTo>
                      <a:pt x="170880" y="617210"/>
                    </a:lnTo>
                    <a:lnTo>
                      <a:pt x="170880" y="614477"/>
                    </a:lnTo>
                    <a:lnTo>
                      <a:pt x="170880" y="611888"/>
                    </a:lnTo>
                    <a:lnTo>
                      <a:pt x="170880" y="614477"/>
                    </a:lnTo>
                    <a:lnTo>
                      <a:pt x="173613" y="614477"/>
                    </a:lnTo>
                    <a:lnTo>
                      <a:pt x="173613" y="611888"/>
                    </a:lnTo>
                    <a:lnTo>
                      <a:pt x="176058" y="611888"/>
                    </a:lnTo>
                    <a:lnTo>
                      <a:pt x="176058" y="614477"/>
                    </a:lnTo>
                    <a:lnTo>
                      <a:pt x="178503" y="611888"/>
                    </a:lnTo>
                    <a:lnTo>
                      <a:pt x="181092" y="611888"/>
                    </a:lnTo>
                    <a:lnTo>
                      <a:pt x="183538" y="611888"/>
                    </a:lnTo>
                    <a:lnTo>
                      <a:pt x="181092" y="609443"/>
                    </a:lnTo>
                    <a:lnTo>
                      <a:pt x="183538" y="609443"/>
                    </a:lnTo>
                    <a:lnTo>
                      <a:pt x="183538" y="606997"/>
                    </a:lnTo>
                    <a:lnTo>
                      <a:pt x="181092" y="606997"/>
                    </a:lnTo>
                    <a:lnTo>
                      <a:pt x="181092" y="604264"/>
                    </a:lnTo>
                    <a:lnTo>
                      <a:pt x="178503" y="604264"/>
                    </a:lnTo>
                    <a:lnTo>
                      <a:pt x="176058" y="601675"/>
                    </a:lnTo>
                    <a:lnTo>
                      <a:pt x="178503" y="599230"/>
                    </a:lnTo>
                    <a:lnTo>
                      <a:pt x="181092" y="599230"/>
                    </a:lnTo>
                    <a:lnTo>
                      <a:pt x="181092" y="601675"/>
                    </a:lnTo>
                    <a:lnTo>
                      <a:pt x="183538" y="599230"/>
                    </a:lnTo>
                    <a:lnTo>
                      <a:pt x="186271" y="599230"/>
                    </a:lnTo>
                    <a:lnTo>
                      <a:pt x="186271" y="596785"/>
                    </a:lnTo>
                    <a:lnTo>
                      <a:pt x="183538" y="596785"/>
                    </a:lnTo>
                    <a:lnTo>
                      <a:pt x="186271" y="596785"/>
                    </a:lnTo>
                    <a:lnTo>
                      <a:pt x="186271" y="599230"/>
                    </a:lnTo>
                    <a:lnTo>
                      <a:pt x="188716" y="599230"/>
                    </a:lnTo>
                    <a:lnTo>
                      <a:pt x="188716" y="596785"/>
                    </a:lnTo>
                    <a:lnTo>
                      <a:pt x="188716" y="594196"/>
                    </a:lnTo>
                    <a:lnTo>
                      <a:pt x="191305" y="594196"/>
                    </a:lnTo>
                    <a:lnTo>
                      <a:pt x="193750" y="594196"/>
                    </a:lnTo>
                    <a:lnTo>
                      <a:pt x="193750" y="591463"/>
                    </a:lnTo>
                    <a:lnTo>
                      <a:pt x="191305" y="591463"/>
                    </a:lnTo>
                    <a:lnTo>
                      <a:pt x="191305" y="589018"/>
                    </a:lnTo>
                    <a:lnTo>
                      <a:pt x="191305" y="586572"/>
                    </a:lnTo>
                    <a:lnTo>
                      <a:pt x="191305" y="583983"/>
                    </a:lnTo>
                    <a:lnTo>
                      <a:pt x="193750" y="583983"/>
                    </a:lnTo>
                    <a:lnTo>
                      <a:pt x="193750" y="581250"/>
                    </a:lnTo>
                    <a:lnTo>
                      <a:pt x="193750" y="578805"/>
                    </a:lnTo>
                    <a:lnTo>
                      <a:pt x="196483" y="578805"/>
                    </a:lnTo>
                    <a:lnTo>
                      <a:pt x="198928" y="578805"/>
                    </a:lnTo>
                    <a:lnTo>
                      <a:pt x="198928" y="581250"/>
                    </a:lnTo>
                    <a:lnTo>
                      <a:pt x="201517" y="581250"/>
                    </a:lnTo>
                    <a:lnTo>
                      <a:pt x="201517" y="578805"/>
                    </a:lnTo>
                    <a:lnTo>
                      <a:pt x="203963" y="578805"/>
                    </a:lnTo>
                    <a:lnTo>
                      <a:pt x="206695" y="578805"/>
                    </a:lnTo>
                    <a:lnTo>
                      <a:pt x="209141" y="581250"/>
                    </a:lnTo>
                    <a:lnTo>
                      <a:pt x="211730" y="581250"/>
                    </a:lnTo>
                    <a:lnTo>
                      <a:pt x="214175" y="581250"/>
                    </a:lnTo>
                    <a:lnTo>
                      <a:pt x="214175" y="583983"/>
                    </a:lnTo>
                    <a:lnTo>
                      <a:pt x="214175" y="586572"/>
                    </a:lnTo>
                    <a:lnTo>
                      <a:pt x="216908" y="586572"/>
                    </a:lnTo>
                    <a:lnTo>
                      <a:pt x="216908" y="583983"/>
                    </a:lnTo>
                    <a:lnTo>
                      <a:pt x="216908" y="586572"/>
                    </a:lnTo>
                    <a:lnTo>
                      <a:pt x="216908" y="583983"/>
                    </a:lnTo>
                    <a:lnTo>
                      <a:pt x="219353" y="583983"/>
                    </a:lnTo>
                    <a:lnTo>
                      <a:pt x="219353" y="586572"/>
                    </a:lnTo>
                    <a:lnTo>
                      <a:pt x="221943" y="586572"/>
                    </a:lnTo>
                    <a:lnTo>
                      <a:pt x="221943" y="589018"/>
                    </a:lnTo>
                    <a:lnTo>
                      <a:pt x="221943" y="591463"/>
                    </a:lnTo>
                    <a:lnTo>
                      <a:pt x="221943" y="594196"/>
                    </a:lnTo>
                    <a:lnTo>
                      <a:pt x="219353" y="594196"/>
                    </a:lnTo>
                    <a:lnTo>
                      <a:pt x="221943" y="594196"/>
                    </a:lnTo>
                    <a:lnTo>
                      <a:pt x="221943" y="596785"/>
                    </a:lnTo>
                    <a:lnTo>
                      <a:pt x="224388" y="596785"/>
                    </a:lnTo>
                    <a:lnTo>
                      <a:pt x="224388" y="594196"/>
                    </a:lnTo>
                    <a:lnTo>
                      <a:pt x="227121" y="596785"/>
                    </a:lnTo>
                    <a:lnTo>
                      <a:pt x="227121" y="594196"/>
                    </a:lnTo>
                    <a:lnTo>
                      <a:pt x="229566" y="594196"/>
                    </a:lnTo>
                    <a:lnTo>
                      <a:pt x="232155" y="594196"/>
                    </a:lnTo>
                    <a:lnTo>
                      <a:pt x="232155" y="591463"/>
                    </a:lnTo>
                    <a:lnTo>
                      <a:pt x="234600" y="591463"/>
                    </a:lnTo>
                    <a:lnTo>
                      <a:pt x="237333" y="591463"/>
                    </a:lnTo>
                    <a:lnTo>
                      <a:pt x="237333" y="594196"/>
                    </a:lnTo>
                    <a:lnTo>
                      <a:pt x="237333" y="591463"/>
                    </a:lnTo>
                    <a:lnTo>
                      <a:pt x="237333" y="589018"/>
                    </a:lnTo>
                    <a:lnTo>
                      <a:pt x="234600" y="589018"/>
                    </a:lnTo>
                    <a:lnTo>
                      <a:pt x="234600" y="586572"/>
                    </a:lnTo>
                    <a:lnTo>
                      <a:pt x="237333" y="586572"/>
                    </a:lnTo>
                    <a:lnTo>
                      <a:pt x="237333" y="589018"/>
                    </a:lnTo>
                    <a:lnTo>
                      <a:pt x="239778" y="589018"/>
                    </a:lnTo>
                    <a:lnTo>
                      <a:pt x="239778" y="586572"/>
                    </a:lnTo>
                    <a:lnTo>
                      <a:pt x="239778" y="583983"/>
                    </a:lnTo>
                    <a:lnTo>
                      <a:pt x="237333" y="583983"/>
                    </a:lnTo>
                    <a:lnTo>
                      <a:pt x="239778" y="583983"/>
                    </a:lnTo>
                    <a:lnTo>
                      <a:pt x="239778" y="581250"/>
                    </a:lnTo>
                    <a:lnTo>
                      <a:pt x="242223" y="581250"/>
                    </a:lnTo>
                    <a:lnTo>
                      <a:pt x="244813" y="581250"/>
                    </a:lnTo>
                    <a:lnTo>
                      <a:pt x="247546" y="581250"/>
                    </a:lnTo>
                    <a:lnTo>
                      <a:pt x="249991" y="581250"/>
                    </a:lnTo>
                    <a:lnTo>
                      <a:pt x="249991" y="583983"/>
                    </a:lnTo>
                    <a:lnTo>
                      <a:pt x="252436" y="583983"/>
                    </a:lnTo>
                    <a:lnTo>
                      <a:pt x="255025" y="583983"/>
                    </a:lnTo>
                    <a:lnTo>
                      <a:pt x="255025" y="586572"/>
                    </a:lnTo>
                    <a:lnTo>
                      <a:pt x="257471" y="586572"/>
                    </a:lnTo>
                    <a:lnTo>
                      <a:pt x="257471" y="583983"/>
                    </a:lnTo>
                    <a:lnTo>
                      <a:pt x="260203" y="583983"/>
                    </a:lnTo>
                    <a:lnTo>
                      <a:pt x="260203" y="586572"/>
                    </a:lnTo>
                    <a:lnTo>
                      <a:pt x="262649" y="586572"/>
                    </a:lnTo>
                    <a:lnTo>
                      <a:pt x="262649" y="589018"/>
                    </a:lnTo>
                    <a:lnTo>
                      <a:pt x="265238" y="589018"/>
                    </a:lnTo>
                    <a:lnTo>
                      <a:pt x="267683" y="589018"/>
                    </a:lnTo>
                    <a:lnTo>
                      <a:pt x="267683" y="591463"/>
                    </a:lnTo>
                    <a:lnTo>
                      <a:pt x="267683" y="594196"/>
                    </a:lnTo>
                    <a:lnTo>
                      <a:pt x="267683" y="591463"/>
                    </a:lnTo>
                    <a:lnTo>
                      <a:pt x="270416" y="591463"/>
                    </a:lnTo>
                    <a:lnTo>
                      <a:pt x="270416" y="594196"/>
                    </a:lnTo>
                    <a:lnTo>
                      <a:pt x="272861" y="594196"/>
                    </a:lnTo>
                    <a:lnTo>
                      <a:pt x="272861" y="591463"/>
                    </a:lnTo>
                    <a:lnTo>
                      <a:pt x="275451" y="591463"/>
                    </a:lnTo>
                    <a:lnTo>
                      <a:pt x="275451" y="589018"/>
                    </a:lnTo>
                    <a:lnTo>
                      <a:pt x="277896" y="589018"/>
                    </a:lnTo>
                    <a:lnTo>
                      <a:pt x="280628" y="589018"/>
                    </a:lnTo>
                    <a:lnTo>
                      <a:pt x="283074" y="589018"/>
                    </a:lnTo>
                    <a:lnTo>
                      <a:pt x="283074" y="586572"/>
                    </a:lnTo>
                    <a:lnTo>
                      <a:pt x="280628" y="586572"/>
                    </a:lnTo>
                    <a:lnTo>
                      <a:pt x="283074" y="586572"/>
                    </a:lnTo>
                    <a:lnTo>
                      <a:pt x="283074" y="583983"/>
                    </a:lnTo>
                    <a:lnTo>
                      <a:pt x="285663" y="583983"/>
                    </a:lnTo>
                    <a:lnTo>
                      <a:pt x="285663" y="581250"/>
                    </a:lnTo>
                    <a:lnTo>
                      <a:pt x="285663" y="583983"/>
                    </a:lnTo>
                    <a:lnTo>
                      <a:pt x="288108" y="583983"/>
                    </a:lnTo>
                    <a:lnTo>
                      <a:pt x="290841" y="583983"/>
                    </a:lnTo>
                    <a:lnTo>
                      <a:pt x="290841" y="581250"/>
                    </a:lnTo>
                    <a:lnTo>
                      <a:pt x="288108" y="578805"/>
                    </a:lnTo>
                    <a:lnTo>
                      <a:pt x="285663" y="578805"/>
                    </a:lnTo>
                    <a:lnTo>
                      <a:pt x="285663" y="576360"/>
                    </a:lnTo>
                    <a:lnTo>
                      <a:pt x="283074" y="576360"/>
                    </a:lnTo>
                    <a:lnTo>
                      <a:pt x="283074" y="573771"/>
                    </a:lnTo>
                    <a:lnTo>
                      <a:pt x="280628" y="573771"/>
                    </a:lnTo>
                    <a:lnTo>
                      <a:pt x="277896" y="573771"/>
                    </a:lnTo>
                    <a:lnTo>
                      <a:pt x="275451" y="573771"/>
                    </a:lnTo>
                    <a:lnTo>
                      <a:pt x="275451" y="571038"/>
                    </a:lnTo>
                    <a:lnTo>
                      <a:pt x="272861" y="571038"/>
                    </a:lnTo>
                    <a:lnTo>
                      <a:pt x="275451" y="568592"/>
                    </a:lnTo>
                    <a:lnTo>
                      <a:pt x="272861" y="568592"/>
                    </a:lnTo>
                    <a:lnTo>
                      <a:pt x="275451" y="568592"/>
                    </a:lnTo>
                    <a:lnTo>
                      <a:pt x="275451" y="566147"/>
                    </a:lnTo>
                    <a:lnTo>
                      <a:pt x="277896" y="566147"/>
                    </a:lnTo>
                    <a:lnTo>
                      <a:pt x="277896" y="563702"/>
                    </a:lnTo>
                    <a:lnTo>
                      <a:pt x="275451" y="563702"/>
                    </a:lnTo>
                    <a:lnTo>
                      <a:pt x="275451" y="560969"/>
                    </a:lnTo>
                    <a:lnTo>
                      <a:pt x="272861" y="560969"/>
                    </a:lnTo>
                    <a:lnTo>
                      <a:pt x="272861" y="558380"/>
                    </a:lnTo>
                    <a:lnTo>
                      <a:pt x="272861" y="555935"/>
                    </a:lnTo>
                    <a:lnTo>
                      <a:pt x="272861" y="553490"/>
                    </a:lnTo>
                    <a:lnTo>
                      <a:pt x="275451" y="553490"/>
                    </a:lnTo>
                    <a:lnTo>
                      <a:pt x="272861" y="553490"/>
                    </a:lnTo>
                    <a:lnTo>
                      <a:pt x="272861" y="550757"/>
                    </a:lnTo>
                    <a:lnTo>
                      <a:pt x="275451" y="550757"/>
                    </a:lnTo>
                    <a:lnTo>
                      <a:pt x="277896" y="550757"/>
                    </a:lnTo>
                    <a:lnTo>
                      <a:pt x="280628" y="550757"/>
                    </a:lnTo>
                    <a:lnTo>
                      <a:pt x="280628" y="553490"/>
                    </a:lnTo>
                    <a:lnTo>
                      <a:pt x="283074" y="553490"/>
                    </a:lnTo>
                    <a:lnTo>
                      <a:pt x="283074" y="550757"/>
                    </a:lnTo>
                    <a:lnTo>
                      <a:pt x="285663" y="550757"/>
                    </a:lnTo>
                    <a:lnTo>
                      <a:pt x="288108" y="550757"/>
                    </a:lnTo>
                    <a:lnTo>
                      <a:pt x="285663" y="550757"/>
                    </a:lnTo>
                    <a:lnTo>
                      <a:pt x="285663" y="548167"/>
                    </a:lnTo>
                    <a:lnTo>
                      <a:pt x="288108" y="548167"/>
                    </a:lnTo>
                    <a:lnTo>
                      <a:pt x="285663" y="548167"/>
                    </a:lnTo>
                    <a:lnTo>
                      <a:pt x="285663" y="545722"/>
                    </a:lnTo>
                    <a:lnTo>
                      <a:pt x="283074" y="545722"/>
                    </a:lnTo>
                    <a:lnTo>
                      <a:pt x="285663" y="545722"/>
                    </a:lnTo>
                    <a:lnTo>
                      <a:pt x="283074" y="545722"/>
                    </a:lnTo>
                    <a:lnTo>
                      <a:pt x="283074" y="543277"/>
                    </a:lnTo>
                    <a:lnTo>
                      <a:pt x="285663" y="543277"/>
                    </a:lnTo>
                    <a:lnTo>
                      <a:pt x="285663" y="540400"/>
                    </a:lnTo>
                    <a:lnTo>
                      <a:pt x="283074" y="540400"/>
                    </a:lnTo>
                    <a:lnTo>
                      <a:pt x="283074" y="537955"/>
                    </a:lnTo>
                    <a:lnTo>
                      <a:pt x="283074" y="535510"/>
                    </a:lnTo>
                    <a:lnTo>
                      <a:pt x="280628" y="535510"/>
                    </a:lnTo>
                    <a:lnTo>
                      <a:pt x="277896" y="535510"/>
                    </a:lnTo>
                    <a:lnTo>
                      <a:pt x="280628" y="533065"/>
                    </a:lnTo>
                    <a:lnTo>
                      <a:pt x="277896" y="533065"/>
                    </a:lnTo>
                    <a:lnTo>
                      <a:pt x="277896" y="530332"/>
                    </a:lnTo>
                    <a:lnTo>
                      <a:pt x="280628" y="530332"/>
                    </a:lnTo>
                    <a:lnTo>
                      <a:pt x="280628" y="527742"/>
                    </a:lnTo>
                    <a:lnTo>
                      <a:pt x="277896" y="527742"/>
                    </a:lnTo>
                    <a:lnTo>
                      <a:pt x="280628" y="525297"/>
                    </a:lnTo>
                    <a:lnTo>
                      <a:pt x="277896" y="525297"/>
                    </a:lnTo>
                    <a:lnTo>
                      <a:pt x="280628" y="522852"/>
                    </a:lnTo>
                    <a:lnTo>
                      <a:pt x="280628" y="520119"/>
                    </a:lnTo>
                    <a:lnTo>
                      <a:pt x="280628" y="522852"/>
                    </a:lnTo>
                    <a:lnTo>
                      <a:pt x="277896" y="522852"/>
                    </a:lnTo>
                    <a:lnTo>
                      <a:pt x="277896" y="520119"/>
                    </a:lnTo>
                    <a:lnTo>
                      <a:pt x="280628" y="520119"/>
                    </a:lnTo>
                    <a:lnTo>
                      <a:pt x="280628" y="517530"/>
                    </a:lnTo>
                    <a:lnTo>
                      <a:pt x="283074" y="517530"/>
                    </a:lnTo>
                    <a:lnTo>
                      <a:pt x="283074" y="515085"/>
                    </a:lnTo>
                    <a:lnTo>
                      <a:pt x="285663" y="515085"/>
                    </a:lnTo>
                    <a:lnTo>
                      <a:pt x="283074" y="515085"/>
                    </a:lnTo>
                    <a:lnTo>
                      <a:pt x="285663" y="515085"/>
                    </a:lnTo>
                    <a:lnTo>
                      <a:pt x="285663" y="512639"/>
                    </a:lnTo>
                    <a:lnTo>
                      <a:pt x="283074" y="512639"/>
                    </a:lnTo>
                    <a:lnTo>
                      <a:pt x="285663" y="512639"/>
                    </a:lnTo>
                    <a:lnTo>
                      <a:pt x="283074" y="512639"/>
                    </a:lnTo>
                    <a:lnTo>
                      <a:pt x="285663" y="510050"/>
                    </a:lnTo>
                    <a:lnTo>
                      <a:pt x="283074" y="510050"/>
                    </a:lnTo>
                    <a:lnTo>
                      <a:pt x="283074" y="512639"/>
                    </a:lnTo>
                    <a:lnTo>
                      <a:pt x="280628" y="512639"/>
                    </a:lnTo>
                    <a:lnTo>
                      <a:pt x="277896" y="512639"/>
                    </a:lnTo>
                    <a:lnTo>
                      <a:pt x="280628" y="515085"/>
                    </a:lnTo>
                    <a:lnTo>
                      <a:pt x="277896" y="515085"/>
                    </a:lnTo>
                    <a:lnTo>
                      <a:pt x="277896" y="517530"/>
                    </a:lnTo>
                    <a:lnTo>
                      <a:pt x="277896" y="515085"/>
                    </a:lnTo>
                    <a:lnTo>
                      <a:pt x="275451" y="515085"/>
                    </a:lnTo>
                    <a:lnTo>
                      <a:pt x="272861" y="515085"/>
                    </a:lnTo>
                    <a:lnTo>
                      <a:pt x="272861" y="517530"/>
                    </a:lnTo>
                    <a:lnTo>
                      <a:pt x="272861" y="515085"/>
                    </a:lnTo>
                    <a:lnTo>
                      <a:pt x="270416" y="515085"/>
                    </a:lnTo>
                    <a:lnTo>
                      <a:pt x="267683" y="515085"/>
                    </a:lnTo>
                    <a:lnTo>
                      <a:pt x="267683" y="512639"/>
                    </a:lnTo>
                    <a:lnTo>
                      <a:pt x="270416" y="512639"/>
                    </a:lnTo>
                    <a:lnTo>
                      <a:pt x="267683" y="512639"/>
                    </a:lnTo>
                    <a:lnTo>
                      <a:pt x="270416" y="512639"/>
                    </a:lnTo>
                    <a:lnTo>
                      <a:pt x="270416" y="510050"/>
                    </a:lnTo>
                    <a:lnTo>
                      <a:pt x="272861" y="510050"/>
                    </a:lnTo>
                    <a:lnTo>
                      <a:pt x="272861" y="507317"/>
                    </a:lnTo>
                    <a:lnTo>
                      <a:pt x="275451" y="507317"/>
                    </a:lnTo>
                    <a:lnTo>
                      <a:pt x="275451" y="504872"/>
                    </a:lnTo>
                    <a:lnTo>
                      <a:pt x="272861" y="504872"/>
                    </a:lnTo>
                    <a:lnTo>
                      <a:pt x="272861" y="507317"/>
                    </a:lnTo>
                    <a:lnTo>
                      <a:pt x="270416" y="507317"/>
                    </a:lnTo>
                    <a:lnTo>
                      <a:pt x="270416" y="504872"/>
                    </a:lnTo>
                    <a:lnTo>
                      <a:pt x="272861" y="504872"/>
                    </a:lnTo>
                    <a:lnTo>
                      <a:pt x="272861" y="502427"/>
                    </a:lnTo>
                    <a:lnTo>
                      <a:pt x="275451" y="502427"/>
                    </a:lnTo>
                    <a:lnTo>
                      <a:pt x="277896" y="502427"/>
                    </a:lnTo>
                    <a:lnTo>
                      <a:pt x="280628" y="499838"/>
                    </a:lnTo>
                    <a:lnTo>
                      <a:pt x="283074" y="499838"/>
                    </a:lnTo>
                    <a:lnTo>
                      <a:pt x="283074" y="497105"/>
                    </a:lnTo>
                    <a:lnTo>
                      <a:pt x="285663" y="497105"/>
                    </a:lnTo>
                    <a:lnTo>
                      <a:pt x="283074" y="494660"/>
                    </a:lnTo>
                    <a:lnTo>
                      <a:pt x="283074" y="492214"/>
                    </a:lnTo>
                    <a:lnTo>
                      <a:pt x="280628" y="492214"/>
                    </a:lnTo>
                    <a:lnTo>
                      <a:pt x="280628" y="494660"/>
                    </a:lnTo>
                    <a:lnTo>
                      <a:pt x="277896" y="494660"/>
                    </a:lnTo>
                    <a:lnTo>
                      <a:pt x="275451" y="494660"/>
                    </a:lnTo>
                    <a:lnTo>
                      <a:pt x="272861" y="494660"/>
                    </a:lnTo>
                    <a:lnTo>
                      <a:pt x="270416" y="494660"/>
                    </a:lnTo>
                    <a:lnTo>
                      <a:pt x="267683" y="497105"/>
                    </a:lnTo>
                    <a:lnTo>
                      <a:pt x="265238" y="497105"/>
                    </a:lnTo>
                    <a:lnTo>
                      <a:pt x="262649" y="497105"/>
                    </a:lnTo>
                    <a:lnTo>
                      <a:pt x="262649" y="499838"/>
                    </a:lnTo>
                    <a:lnTo>
                      <a:pt x="260203" y="499838"/>
                    </a:lnTo>
                    <a:lnTo>
                      <a:pt x="257471" y="499838"/>
                    </a:lnTo>
                    <a:lnTo>
                      <a:pt x="257471" y="497105"/>
                    </a:lnTo>
                    <a:lnTo>
                      <a:pt x="255025" y="497105"/>
                    </a:lnTo>
                    <a:lnTo>
                      <a:pt x="252436" y="497105"/>
                    </a:lnTo>
                    <a:lnTo>
                      <a:pt x="252436" y="494660"/>
                    </a:lnTo>
                    <a:lnTo>
                      <a:pt x="255025" y="494660"/>
                    </a:lnTo>
                    <a:lnTo>
                      <a:pt x="255025" y="492214"/>
                    </a:lnTo>
                    <a:lnTo>
                      <a:pt x="257471" y="492214"/>
                    </a:lnTo>
                    <a:lnTo>
                      <a:pt x="257471" y="489625"/>
                    </a:lnTo>
                    <a:lnTo>
                      <a:pt x="257471" y="486892"/>
                    </a:lnTo>
                    <a:lnTo>
                      <a:pt x="255025" y="486892"/>
                    </a:lnTo>
                    <a:lnTo>
                      <a:pt x="257471" y="486892"/>
                    </a:lnTo>
                    <a:lnTo>
                      <a:pt x="257471" y="484447"/>
                    </a:lnTo>
                    <a:lnTo>
                      <a:pt x="255025" y="484447"/>
                    </a:lnTo>
                    <a:lnTo>
                      <a:pt x="255025" y="482002"/>
                    </a:lnTo>
                    <a:lnTo>
                      <a:pt x="255025" y="479557"/>
                    </a:lnTo>
                    <a:lnTo>
                      <a:pt x="252436" y="479557"/>
                    </a:lnTo>
                    <a:lnTo>
                      <a:pt x="252436" y="476680"/>
                    </a:lnTo>
                    <a:lnTo>
                      <a:pt x="255025" y="476680"/>
                    </a:lnTo>
                    <a:lnTo>
                      <a:pt x="255025" y="474235"/>
                    </a:lnTo>
                    <a:lnTo>
                      <a:pt x="252436" y="474235"/>
                    </a:lnTo>
                    <a:lnTo>
                      <a:pt x="249991" y="474235"/>
                    </a:lnTo>
                    <a:lnTo>
                      <a:pt x="249991" y="476680"/>
                    </a:lnTo>
                    <a:lnTo>
                      <a:pt x="247546" y="476680"/>
                    </a:lnTo>
                    <a:lnTo>
                      <a:pt x="247546" y="474235"/>
                    </a:lnTo>
                    <a:lnTo>
                      <a:pt x="249991" y="474235"/>
                    </a:lnTo>
                    <a:lnTo>
                      <a:pt x="249991" y="471789"/>
                    </a:lnTo>
                    <a:lnTo>
                      <a:pt x="247546" y="471789"/>
                    </a:lnTo>
                    <a:lnTo>
                      <a:pt x="247546" y="469344"/>
                    </a:lnTo>
                    <a:lnTo>
                      <a:pt x="247546" y="466611"/>
                    </a:lnTo>
                    <a:lnTo>
                      <a:pt x="244813" y="466611"/>
                    </a:lnTo>
                    <a:lnTo>
                      <a:pt x="247546" y="466611"/>
                    </a:lnTo>
                    <a:lnTo>
                      <a:pt x="247546" y="464022"/>
                    </a:lnTo>
                    <a:lnTo>
                      <a:pt x="247546" y="461577"/>
                    </a:lnTo>
                    <a:lnTo>
                      <a:pt x="244813" y="461577"/>
                    </a:lnTo>
                    <a:lnTo>
                      <a:pt x="242223" y="464022"/>
                    </a:lnTo>
                    <a:lnTo>
                      <a:pt x="242223" y="461577"/>
                    </a:lnTo>
                    <a:lnTo>
                      <a:pt x="239778" y="461577"/>
                    </a:lnTo>
                    <a:lnTo>
                      <a:pt x="239778" y="459132"/>
                    </a:lnTo>
                    <a:lnTo>
                      <a:pt x="239778" y="456399"/>
                    </a:lnTo>
                    <a:lnTo>
                      <a:pt x="237333" y="456399"/>
                    </a:lnTo>
                    <a:lnTo>
                      <a:pt x="234600" y="456399"/>
                    </a:lnTo>
                    <a:lnTo>
                      <a:pt x="232155" y="453810"/>
                    </a:lnTo>
                    <a:lnTo>
                      <a:pt x="232155" y="451364"/>
                    </a:lnTo>
                    <a:lnTo>
                      <a:pt x="232155" y="448919"/>
                    </a:lnTo>
                    <a:lnTo>
                      <a:pt x="234600" y="448919"/>
                    </a:lnTo>
                    <a:lnTo>
                      <a:pt x="237333" y="446186"/>
                    </a:lnTo>
                    <a:lnTo>
                      <a:pt x="237333" y="448919"/>
                    </a:lnTo>
                    <a:lnTo>
                      <a:pt x="237333" y="446186"/>
                    </a:lnTo>
                    <a:lnTo>
                      <a:pt x="239778" y="446186"/>
                    </a:lnTo>
                    <a:lnTo>
                      <a:pt x="237333" y="446186"/>
                    </a:lnTo>
                    <a:lnTo>
                      <a:pt x="237333" y="443597"/>
                    </a:lnTo>
                    <a:lnTo>
                      <a:pt x="239778" y="443597"/>
                    </a:lnTo>
                    <a:lnTo>
                      <a:pt x="239778" y="441152"/>
                    </a:lnTo>
                    <a:lnTo>
                      <a:pt x="242223" y="441152"/>
                    </a:lnTo>
                    <a:lnTo>
                      <a:pt x="242223" y="438707"/>
                    </a:lnTo>
                    <a:lnTo>
                      <a:pt x="244813" y="438707"/>
                    </a:lnTo>
                    <a:lnTo>
                      <a:pt x="244813" y="435974"/>
                    </a:lnTo>
                    <a:lnTo>
                      <a:pt x="247546" y="435974"/>
                    </a:lnTo>
                    <a:lnTo>
                      <a:pt x="247546" y="433385"/>
                    </a:lnTo>
                    <a:lnTo>
                      <a:pt x="247546" y="435974"/>
                    </a:lnTo>
                    <a:lnTo>
                      <a:pt x="249991" y="435974"/>
                    </a:lnTo>
                    <a:lnTo>
                      <a:pt x="249991" y="433385"/>
                    </a:lnTo>
                    <a:lnTo>
                      <a:pt x="247546" y="433385"/>
                    </a:lnTo>
                    <a:lnTo>
                      <a:pt x="249991" y="433385"/>
                    </a:lnTo>
                    <a:lnTo>
                      <a:pt x="249991" y="430939"/>
                    </a:lnTo>
                    <a:lnTo>
                      <a:pt x="247546" y="430939"/>
                    </a:lnTo>
                    <a:lnTo>
                      <a:pt x="244813" y="430939"/>
                    </a:lnTo>
                    <a:lnTo>
                      <a:pt x="244813" y="433385"/>
                    </a:lnTo>
                    <a:lnTo>
                      <a:pt x="242223" y="433385"/>
                    </a:lnTo>
                    <a:lnTo>
                      <a:pt x="239778" y="433385"/>
                    </a:lnTo>
                    <a:lnTo>
                      <a:pt x="239778" y="435974"/>
                    </a:lnTo>
                    <a:lnTo>
                      <a:pt x="237333" y="435974"/>
                    </a:lnTo>
                    <a:lnTo>
                      <a:pt x="237333" y="433385"/>
                    </a:lnTo>
                    <a:lnTo>
                      <a:pt x="234600" y="433385"/>
                    </a:lnTo>
                    <a:lnTo>
                      <a:pt x="232155" y="433385"/>
                    </a:lnTo>
                    <a:lnTo>
                      <a:pt x="229566" y="435974"/>
                    </a:lnTo>
                    <a:lnTo>
                      <a:pt x="227121" y="435974"/>
                    </a:lnTo>
                    <a:lnTo>
                      <a:pt x="227121" y="438707"/>
                    </a:lnTo>
                    <a:lnTo>
                      <a:pt x="227121" y="435974"/>
                    </a:lnTo>
                    <a:lnTo>
                      <a:pt x="227121" y="433385"/>
                    </a:lnTo>
                    <a:lnTo>
                      <a:pt x="224388" y="433385"/>
                    </a:lnTo>
                    <a:lnTo>
                      <a:pt x="224388" y="430939"/>
                    </a:lnTo>
                    <a:lnTo>
                      <a:pt x="224388" y="433385"/>
                    </a:lnTo>
                    <a:lnTo>
                      <a:pt x="221943" y="433385"/>
                    </a:lnTo>
                    <a:lnTo>
                      <a:pt x="221943" y="430939"/>
                    </a:lnTo>
                    <a:lnTo>
                      <a:pt x="224388" y="430939"/>
                    </a:lnTo>
                    <a:lnTo>
                      <a:pt x="224388" y="428494"/>
                    </a:lnTo>
                    <a:lnTo>
                      <a:pt x="221943" y="428494"/>
                    </a:lnTo>
                    <a:lnTo>
                      <a:pt x="219353" y="428494"/>
                    </a:lnTo>
                    <a:lnTo>
                      <a:pt x="219353" y="430939"/>
                    </a:lnTo>
                    <a:lnTo>
                      <a:pt x="219353" y="433385"/>
                    </a:lnTo>
                    <a:lnTo>
                      <a:pt x="219353" y="435974"/>
                    </a:lnTo>
                    <a:lnTo>
                      <a:pt x="216908" y="435974"/>
                    </a:lnTo>
                    <a:lnTo>
                      <a:pt x="216908" y="438707"/>
                    </a:lnTo>
                    <a:lnTo>
                      <a:pt x="214175" y="438707"/>
                    </a:lnTo>
                    <a:lnTo>
                      <a:pt x="214175" y="435974"/>
                    </a:lnTo>
                    <a:lnTo>
                      <a:pt x="214175" y="433385"/>
                    </a:lnTo>
                    <a:lnTo>
                      <a:pt x="214175" y="430939"/>
                    </a:lnTo>
                    <a:lnTo>
                      <a:pt x="211730" y="430939"/>
                    </a:lnTo>
                    <a:lnTo>
                      <a:pt x="211730" y="428494"/>
                    </a:lnTo>
                    <a:lnTo>
                      <a:pt x="211730" y="425761"/>
                    </a:lnTo>
                    <a:lnTo>
                      <a:pt x="214175" y="425761"/>
                    </a:lnTo>
                    <a:lnTo>
                      <a:pt x="216908" y="423172"/>
                    </a:lnTo>
                    <a:lnTo>
                      <a:pt x="216908" y="420727"/>
                    </a:lnTo>
                    <a:lnTo>
                      <a:pt x="219353" y="420727"/>
                    </a:lnTo>
                    <a:lnTo>
                      <a:pt x="216908" y="420727"/>
                    </a:lnTo>
                    <a:lnTo>
                      <a:pt x="214175" y="420727"/>
                    </a:lnTo>
                    <a:lnTo>
                      <a:pt x="214175" y="418282"/>
                    </a:lnTo>
                    <a:lnTo>
                      <a:pt x="214175" y="415693"/>
                    </a:lnTo>
                    <a:lnTo>
                      <a:pt x="211730" y="415693"/>
                    </a:lnTo>
                    <a:lnTo>
                      <a:pt x="211730" y="418282"/>
                    </a:lnTo>
                    <a:lnTo>
                      <a:pt x="209141" y="418282"/>
                    </a:lnTo>
                    <a:lnTo>
                      <a:pt x="206695" y="418282"/>
                    </a:lnTo>
                    <a:lnTo>
                      <a:pt x="206695" y="420727"/>
                    </a:lnTo>
                    <a:lnTo>
                      <a:pt x="203963" y="420727"/>
                    </a:lnTo>
                    <a:lnTo>
                      <a:pt x="201517" y="418282"/>
                    </a:lnTo>
                    <a:lnTo>
                      <a:pt x="198928" y="418282"/>
                    </a:lnTo>
                    <a:lnTo>
                      <a:pt x="198928" y="415693"/>
                    </a:lnTo>
                    <a:lnTo>
                      <a:pt x="198928" y="412960"/>
                    </a:lnTo>
                    <a:lnTo>
                      <a:pt x="198928" y="410514"/>
                    </a:lnTo>
                    <a:lnTo>
                      <a:pt x="196483" y="410514"/>
                    </a:lnTo>
                    <a:lnTo>
                      <a:pt x="196483" y="408069"/>
                    </a:lnTo>
                    <a:lnTo>
                      <a:pt x="193750" y="408069"/>
                    </a:lnTo>
                    <a:lnTo>
                      <a:pt x="193750" y="405480"/>
                    </a:lnTo>
                    <a:lnTo>
                      <a:pt x="191305" y="405480"/>
                    </a:lnTo>
                    <a:lnTo>
                      <a:pt x="191305" y="402747"/>
                    </a:lnTo>
                    <a:lnTo>
                      <a:pt x="193750" y="402747"/>
                    </a:lnTo>
                    <a:lnTo>
                      <a:pt x="196483" y="402747"/>
                    </a:lnTo>
                    <a:lnTo>
                      <a:pt x="198928" y="402747"/>
                    </a:lnTo>
                    <a:lnTo>
                      <a:pt x="201517" y="402747"/>
                    </a:lnTo>
                    <a:lnTo>
                      <a:pt x="203963" y="402747"/>
                    </a:lnTo>
                    <a:lnTo>
                      <a:pt x="203963" y="400302"/>
                    </a:lnTo>
                    <a:lnTo>
                      <a:pt x="206695" y="400302"/>
                    </a:lnTo>
                    <a:lnTo>
                      <a:pt x="206695" y="397857"/>
                    </a:lnTo>
                    <a:lnTo>
                      <a:pt x="209141" y="397857"/>
                    </a:lnTo>
                    <a:lnTo>
                      <a:pt x="209141" y="395268"/>
                    </a:lnTo>
                    <a:lnTo>
                      <a:pt x="206695" y="395268"/>
                    </a:lnTo>
                    <a:lnTo>
                      <a:pt x="203963" y="395268"/>
                    </a:lnTo>
                    <a:lnTo>
                      <a:pt x="203963" y="392535"/>
                    </a:lnTo>
                    <a:lnTo>
                      <a:pt x="201517" y="392535"/>
                    </a:lnTo>
                    <a:lnTo>
                      <a:pt x="201517" y="390089"/>
                    </a:lnTo>
                    <a:lnTo>
                      <a:pt x="201517" y="387644"/>
                    </a:lnTo>
                    <a:lnTo>
                      <a:pt x="198928" y="387644"/>
                    </a:lnTo>
                    <a:lnTo>
                      <a:pt x="196483" y="387644"/>
                    </a:lnTo>
                    <a:lnTo>
                      <a:pt x="196483" y="385199"/>
                    </a:lnTo>
                    <a:lnTo>
                      <a:pt x="193750" y="385199"/>
                    </a:lnTo>
                    <a:lnTo>
                      <a:pt x="191305" y="382466"/>
                    </a:lnTo>
                    <a:lnTo>
                      <a:pt x="191305" y="379877"/>
                    </a:lnTo>
                    <a:lnTo>
                      <a:pt x="191305" y="377432"/>
                    </a:lnTo>
                    <a:lnTo>
                      <a:pt x="188716" y="377432"/>
                    </a:lnTo>
                    <a:lnTo>
                      <a:pt x="188716" y="379877"/>
                    </a:lnTo>
                    <a:lnTo>
                      <a:pt x="186271" y="379877"/>
                    </a:lnTo>
                    <a:lnTo>
                      <a:pt x="186271" y="377432"/>
                    </a:lnTo>
                    <a:lnTo>
                      <a:pt x="183538" y="377432"/>
                    </a:lnTo>
                    <a:lnTo>
                      <a:pt x="183538" y="374986"/>
                    </a:lnTo>
                    <a:lnTo>
                      <a:pt x="183538" y="372253"/>
                    </a:lnTo>
                    <a:lnTo>
                      <a:pt x="183538" y="369664"/>
                    </a:lnTo>
                    <a:lnTo>
                      <a:pt x="183538" y="367219"/>
                    </a:lnTo>
                    <a:lnTo>
                      <a:pt x="186271" y="364774"/>
                    </a:lnTo>
                    <a:lnTo>
                      <a:pt x="186271" y="362041"/>
                    </a:lnTo>
                    <a:lnTo>
                      <a:pt x="186271" y="359452"/>
                    </a:lnTo>
                    <a:lnTo>
                      <a:pt x="183538" y="359452"/>
                    </a:lnTo>
                    <a:lnTo>
                      <a:pt x="183538" y="357007"/>
                    </a:lnTo>
                    <a:lnTo>
                      <a:pt x="186271" y="354561"/>
                    </a:lnTo>
                    <a:lnTo>
                      <a:pt x="188716" y="354561"/>
                    </a:lnTo>
                    <a:lnTo>
                      <a:pt x="188716" y="351828"/>
                    </a:lnTo>
                    <a:lnTo>
                      <a:pt x="191305" y="351828"/>
                    </a:lnTo>
                    <a:lnTo>
                      <a:pt x="191305" y="349239"/>
                    </a:lnTo>
                    <a:lnTo>
                      <a:pt x="188716" y="349239"/>
                    </a:lnTo>
                    <a:lnTo>
                      <a:pt x="186271" y="349239"/>
                    </a:lnTo>
                    <a:lnTo>
                      <a:pt x="186271" y="346794"/>
                    </a:lnTo>
                    <a:lnTo>
                      <a:pt x="186271" y="344349"/>
                    </a:lnTo>
                    <a:lnTo>
                      <a:pt x="186271" y="341616"/>
                    </a:lnTo>
                    <a:lnTo>
                      <a:pt x="183538" y="341616"/>
                    </a:lnTo>
                    <a:lnTo>
                      <a:pt x="186271" y="341616"/>
                    </a:lnTo>
                    <a:lnTo>
                      <a:pt x="186271" y="339027"/>
                    </a:lnTo>
                    <a:lnTo>
                      <a:pt x="186271" y="336582"/>
                    </a:lnTo>
                    <a:lnTo>
                      <a:pt x="183538" y="336582"/>
                    </a:lnTo>
                    <a:lnTo>
                      <a:pt x="183538" y="334136"/>
                    </a:lnTo>
                    <a:lnTo>
                      <a:pt x="181092" y="334136"/>
                    </a:lnTo>
                    <a:lnTo>
                      <a:pt x="183538" y="331547"/>
                    </a:lnTo>
                    <a:lnTo>
                      <a:pt x="181092" y="331547"/>
                    </a:lnTo>
                    <a:lnTo>
                      <a:pt x="181092" y="328814"/>
                    </a:lnTo>
                    <a:lnTo>
                      <a:pt x="183538" y="328814"/>
                    </a:lnTo>
                    <a:lnTo>
                      <a:pt x="186271" y="328814"/>
                    </a:lnTo>
                    <a:lnTo>
                      <a:pt x="186271" y="326369"/>
                    </a:lnTo>
                    <a:lnTo>
                      <a:pt x="186271" y="323924"/>
                    </a:lnTo>
                    <a:lnTo>
                      <a:pt x="186271" y="321478"/>
                    </a:lnTo>
                    <a:lnTo>
                      <a:pt x="186271" y="318602"/>
                    </a:lnTo>
                    <a:lnTo>
                      <a:pt x="183538" y="318602"/>
                    </a:lnTo>
                    <a:lnTo>
                      <a:pt x="183538" y="316157"/>
                    </a:lnTo>
                    <a:lnTo>
                      <a:pt x="183538" y="313711"/>
                    </a:lnTo>
                    <a:lnTo>
                      <a:pt x="183538" y="311122"/>
                    </a:lnTo>
                    <a:lnTo>
                      <a:pt x="183538" y="308389"/>
                    </a:lnTo>
                    <a:lnTo>
                      <a:pt x="181092" y="308389"/>
                    </a:lnTo>
                    <a:lnTo>
                      <a:pt x="178503" y="308389"/>
                    </a:lnTo>
                    <a:lnTo>
                      <a:pt x="178503" y="311122"/>
                    </a:lnTo>
                    <a:lnTo>
                      <a:pt x="178503" y="313711"/>
                    </a:lnTo>
                    <a:lnTo>
                      <a:pt x="178503" y="316157"/>
                    </a:lnTo>
                    <a:lnTo>
                      <a:pt x="178503" y="318602"/>
                    </a:lnTo>
                    <a:lnTo>
                      <a:pt x="176058" y="318602"/>
                    </a:lnTo>
                    <a:lnTo>
                      <a:pt x="176058" y="316157"/>
                    </a:lnTo>
                    <a:lnTo>
                      <a:pt x="176058" y="313711"/>
                    </a:lnTo>
                    <a:lnTo>
                      <a:pt x="176058" y="311122"/>
                    </a:lnTo>
                    <a:lnTo>
                      <a:pt x="173613" y="311122"/>
                    </a:lnTo>
                    <a:lnTo>
                      <a:pt x="173613" y="308389"/>
                    </a:lnTo>
                    <a:lnTo>
                      <a:pt x="173613" y="305944"/>
                    </a:lnTo>
                    <a:lnTo>
                      <a:pt x="173613" y="303499"/>
                    </a:lnTo>
                    <a:lnTo>
                      <a:pt x="176058" y="300910"/>
                    </a:lnTo>
                    <a:lnTo>
                      <a:pt x="176058" y="298177"/>
                    </a:lnTo>
                    <a:lnTo>
                      <a:pt x="178503" y="298177"/>
                    </a:lnTo>
                    <a:lnTo>
                      <a:pt x="181092" y="295732"/>
                    </a:lnTo>
                    <a:lnTo>
                      <a:pt x="178503" y="293286"/>
                    </a:lnTo>
                    <a:lnTo>
                      <a:pt x="178503" y="290841"/>
                    </a:lnTo>
                    <a:lnTo>
                      <a:pt x="176058" y="288108"/>
                    </a:lnTo>
                    <a:lnTo>
                      <a:pt x="176058" y="290841"/>
                    </a:lnTo>
                    <a:lnTo>
                      <a:pt x="173613" y="290841"/>
                    </a:lnTo>
                    <a:lnTo>
                      <a:pt x="173613" y="288108"/>
                    </a:lnTo>
                    <a:lnTo>
                      <a:pt x="173613" y="285519"/>
                    </a:lnTo>
                    <a:lnTo>
                      <a:pt x="170880" y="285519"/>
                    </a:lnTo>
                    <a:lnTo>
                      <a:pt x="170880" y="283074"/>
                    </a:lnTo>
                    <a:lnTo>
                      <a:pt x="170880" y="280628"/>
                    </a:lnTo>
                    <a:lnTo>
                      <a:pt x="170880" y="277896"/>
                    </a:lnTo>
                    <a:lnTo>
                      <a:pt x="168291" y="277896"/>
                    </a:lnTo>
                    <a:lnTo>
                      <a:pt x="168291" y="275306"/>
                    </a:lnTo>
                    <a:lnTo>
                      <a:pt x="168291" y="272861"/>
                    </a:lnTo>
                    <a:lnTo>
                      <a:pt x="168291" y="275306"/>
                    </a:lnTo>
                    <a:lnTo>
                      <a:pt x="170880" y="275306"/>
                    </a:lnTo>
                    <a:lnTo>
                      <a:pt x="170880" y="272861"/>
                    </a:lnTo>
                    <a:lnTo>
                      <a:pt x="170880" y="270416"/>
                    </a:lnTo>
                    <a:lnTo>
                      <a:pt x="173613" y="270416"/>
                    </a:lnTo>
                    <a:lnTo>
                      <a:pt x="173613" y="267683"/>
                    </a:lnTo>
                    <a:lnTo>
                      <a:pt x="173613" y="265094"/>
                    </a:lnTo>
                    <a:lnTo>
                      <a:pt x="173613" y="262649"/>
                    </a:lnTo>
                    <a:lnTo>
                      <a:pt x="173613" y="260203"/>
                    </a:lnTo>
                    <a:lnTo>
                      <a:pt x="173613" y="257471"/>
                    </a:lnTo>
                    <a:lnTo>
                      <a:pt x="170880" y="257471"/>
                    </a:lnTo>
                    <a:lnTo>
                      <a:pt x="173613" y="257471"/>
                    </a:lnTo>
                    <a:lnTo>
                      <a:pt x="173613" y="254881"/>
                    </a:lnTo>
                    <a:lnTo>
                      <a:pt x="170880" y="254881"/>
                    </a:lnTo>
                    <a:lnTo>
                      <a:pt x="170880" y="257471"/>
                    </a:lnTo>
                    <a:lnTo>
                      <a:pt x="168291" y="257471"/>
                    </a:lnTo>
                    <a:lnTo>
                      <a:pt x="168291" y="260203"/>
                    </a:lnTo>
                    <a:lnTo>
                      <a:pt x="168291" y="262649"/>
                    </a:lnTo>
                    <a:lnTo>
                      <a:pt x="168291" y="265094"/>
                    </a:lnTo>
                    <a:lnTo>
                      <a:pt x="170880" y="265094"/>
                    </a:lnTo>
                    <a:lnTo>
                      <a:pt x="168291" y="265094"/>
                    </a:lnTo>
                    <a:lnTo>
                      <a:pt x="165845" y="265094"/>
                    </a:lnTo>
                    <a:lnTo>
                      <a:pt x="165845" y="262649"/>
                    </a:lnTo>
                    <a:lnTo>
                      <a:pt x="163400" y="262649"/>
                    </a:lnTo>
                    <a:lnTo>
                      <a:pt x="163400" y="260203"/>
                    </a:lnTo>
                    <a:lnTo>
                      <a:pt x="163400" y="262649"/>
                    </a:lnTo>
                    <a:lnTo>
                      <a:pt x="163400" y="265094"/>
                    </a:lnTo>
                    <a:lnTo>
                      <a:pt x="160667" y="265094"/>
                    </a:lnTo>
                    <a:lnTo>
                      <a:pt x="160667" y="262649"/>
                    </a:lnTo>
                    <a:lnTo>
                      <a:pt x="158222" y="262649"/>
                    </a:lnTo>
                    <a:lnTo>
                      <a:pt x="155633" y="262649"/>
                    </a:lnTo>
                    <a:lnTo>
                      <a:pt x="155633" y="260203"/>
                    </a:lnTo>
                    <a:lnTo>
                      <a:pt x="153188" y="260203"/>
                    </a:lnTo>
                    <a:lnTo>
                      <a:pt x="153188" y="257471"/>
                    </a:lnTo>
                    <a:lnTo>
                      <a:pt x="153188" y="254881"/>
                    </a:lnTo>
                    <a:lnTo>
                      <a:pt x="150455" y="254881"/>
                    </a:lnTo>
                    <a:lnTo>
                      <a:pt x="150455" y="257471"/>
                    </a:lnTo>
                    <a:lnTo>
                      <a:pt x="150455" y="254881"/>
                    </a:lnTo>
                    <a:lnTo>
                      <a:pt x="147866" y="254881"/>
                    </a:lnTo>
                    <a:lnTo>
                      <a:pt x="147866" y="257471"/>
                    </a:lnTo>
                    <a:lnTo>
                      <a:pt x="147866" y="254881"/>
                    </a:lnTo>
                    <a:lnTo>
                      <a:pt x="145421" y="254881"/>
                    </a:lnTo>
                    <a:lnTo>
                      <a:pt x="145421" y="257471"/>
                    </a:lnTo>
                    <a:lnTo>
                      <a:pt x="145421" y="260203"/>
                    </a:lnTo>
                    <a:lnTo>
                      <a:pt x="145421" y="262649"/>
                    </a:lnTo>
                    <a:lnTo>
                      <a:pt x="142975" y="262649"/>
                    </a:lnTo>
                    <a:lnTo>
                      <a:pt x="142975" y="260203"/>
                    </a:lnTo>
                    <a:lnTo>
                      <a:pt x="140242" y="260203"/>
                    </a:lnTo>
                    <a:lnTo>
                      <a:pt x="140242" y="257471"/>
                    </a:lnTo>
                    <a:lnTo>
                      <a:pt x="137653" y="257471"/>
                    </a:lnTo>
                    <a:lnTo>
                      <a:pt x="137653" y="254881"/>
                    </a:lnTo>
                    <a:lnTo>
                      <a:pt x="135208" y="254881"/>
                    </a:lnTo>
                    <a:lnTo>
                      <a:pt x="135208" y="252436"/>
                    </a:lnTo>
                    <a:lnTo>
                      <a:pt x="132763" y="249991"/>
                    </a:lnTo>
                    <a:lnTo>
                      <a:pt x="132763" y="247402"/>
                    </a:lnTo>
                    <a:lnTo>
                      <a:pt x="130030" y="247402"/>
                    </a:lnTo>
                    <a:lnTo>
                      <a:pt x="130030" y="244669"/>
                    </a:lnTo>
                    <a:lnTo>
                      <a:pt x="127584" y="244669"/>
                    </a:lnTo>
                    <a:lnTo>
                      <a:pt x="127584" y="242224"/>
                    </a:lnTo>
                    <a:lnTo>
                      <a:pt x="124995" y="242224"/>
                    </a:lnTo>
                    <a:lnTo>
                      <a:pt x="124995" y="239778"/>
                    </a:lnTo>
                    <a:lnTo>
                      <a:pt x="124995" y="237333"/>
                    </a:lnTo>
                    <a:lnTo>
                      <a:pt x="122550" y="237333"/>
                    </a:lnTo>
                    <a:lnTo>
                      <a:pt x="122550" y="234456"/>
                    </a:lnTo>
                    <a:lnTo>
                      <a:pt x="119817" y="234456"/>
                    </a:lnTo>
                    <a:lnTo>
                      <a:pt x="119817" y="237333"/>
                    </a:lnTo>
                    <a:lnTo>
                      <a:pt x="117372" y="237333"/>
                    </a:lnTo>
                    <a:lnTo>
                      <a:pt x="114783" y="237333"/>
                    </a:lnTo>
                    <a:lnTo>
                      <a:pt x="112338" y="237333"/>
                    </a:lnTo>
                    <a:lnTo>
                      <a:pt x="109605" y="237333"/>
                    </a:lnTo>
                    <a:lnTo>
                      <a:pt x="109605" y="234456"/>
                    </a:lnTo>
                    <a:lnTo>
                      <a:pt x="109605" y="232011"/>
                    </a:lnTo>
                    <a:lnTo>
                      <a:pt x="109605" y="229566"/>
                    </a:lnTo>
                    <a:lnTo>
                      <a:pt x="107160" y="229566"/>
                    </a:lnTo>
                    <a:lnTo>
                      <a:pt x="107160" y="227121"/>
                    </a:lnTo>
                    <a:lnTo>
                      <a:pt x="107160" y="224388"/>
                    </a:lnTo>
                    <a:lnTo>
                      <a:pt x="109605" y="224388"/>
                    </a:lnTo>
                    <a:lnTo>
                      <a:pt x="109605" y="221799"/>
                    </a:lnTo>
                    <a:lnTo>
                      <a:pt x="109605" y="219353"/>
                    </a:lnTo>
                    <a:lnTo>
                      <a:pt x="112338" y="219353"/>
                    </a:lnTo>
                    <a:lnTo>
                      <a:pt x="114783" y="219353"/>
                    </a:lnTo>
                    <a:lnTo>
                      <a:pt x="114783" y="216764"/>
                    </a:lnTo>
                    <a:lnTo>
                      <a:pt x="114783" y="214031"/>
                    </a:lnTo>
                    <a:lnTo>
                      <a:pt x="114783" y="211586"/>
                    </a:lnTo>
                    <a:lnTo>
                      <a:pt x="114783" y="209141"/>
                    </a:lnTo>
                    <a:lnTo>
                      <a:pt x="114783" y="206696"/>
                    </a:lnTo>
                    <a:lnTo>
                      <a:pt x="114783" y="203819"/>
                    </a:lnTo>
                    <a:lnTo>
                      <a:pt x="114783" y="201373"/>
                    </a:lnTo>
                    <a:lnTo>
                      <a:pt x="114783" y="198928"/>
                    </a:lnTo>
                    <a:lnTo>
                      <a:pt x="117372" y="198928"/>
                    </a:lnTo>
                    <a:lnTo>
                      <a:pt x="119817" y="198928"/>
                    </a:lnTo>
                    <a:lnTo>
                      <a:pt x="122550" y="198928"/>
                    </a:lnTo>
                    <a:lnTo>
                      <a:pt x="122550" y="196483"/>
                    </a:lnTo>
                    <a:lnTo>
                      <a:pt x="119817" y="196483"/>
                    </a:lnTo>
                    <a:lnTo>
                      <a:pt x="119817" y="193750"/>
                    </a:lnTo>
                    <a:lnTo>
                      <a:pt x="119817" y="191161"/>
                    </a:lnTo>
                    <a:lnTo>
                      <a:pt x="119817" y="188716"/>
                    </a:lnTo>
                    <a:lnTo>
                      <a:pt x="122550" y="188716"/>
                    </a:lnTo>
                    <a:lnTo>
                      <a:pt x="124995" y="188716"/>
                    </a:lnTo>
                    <a:lnTo>
                      <a:pt x="124995" y="186271"/>
                    </a:lnTo>
                    <a:lnTo>
                      <a:pt x="124995" y="188716"/>
                    </a:lnTo>
                    <a:lnTo>
                      <a:pt x="127584" y="188716"/>
                    </a:lnTo>
                    <a:lnTo>
                      <a:pt x="127584" y="186271"/>
                    </a:lnTo>
                    <a:lnTo>
                      <a:pt x="127584" y="183538"/>
                    </a:lnTo>
                    <a:lnTo>
                      <a:pt x="127584" y="180948"/>
                    </a:lnTo>
                    <a:lnTo>
                      <a:pt x="130030" y="180948"/>
                    </a:lnTo>
                    <a:lnTo>
                      <a:pt x="127584" y="178503"/>
                    </a:lnTo>
                    <a:lnTo>
                      <a:pt x="124995" y="178503"/>
                    </a:lnTo>
                    <a:lnTo>
                      <a:pt x="124995" y="176058"/>
                    </a:lnTo>
                    <a:lnTo>
                      <a:pt x="124995" y="173325"/>
                    </a:lnTo>
                    <a:lnTo>
                      <a:pt x="122550" y="173325"/>
                    </a:lnTo>
                    <a:lnTo>
                      <a:pt x="119817" y="173325"/>
                    </a:lnTo>
                    <a:lnTo>
                      <a:pt x="119817" y="176058"/>
                    </a:lnTo>
                    <a:lnTo>
                      <a:pt x="117372" y="176058"/>
                    </a:lnTo>
                    <a:lnTo>
                      <a:pt x="119817" y="176058"/>
                    </a:lnTo>
                    <a:lnTo>
                      <a:pt x="119817" y="178503"/>
                    </a:lnTo>
                    <a:lnTo>
                      <a:pt x="117372" y="178503"/>
                    </a:lnTo>
                    <a:lnTo>
                      <a:pt x="117372" y="180948"/>
                    </a:lnTo>
                    <a:lnTo>
                      <a:pt x="117372" y="178503"/>
                    </a:lnTo>
                    <a:lnTo>
                      <a:pt x="114783" y="178503"/>
                    </a:lnTo>
                    <a:lnTo>
                      <a:pt x="114783" y="180948"/>
                    </a:lnTo>
                    <a:lnTo>
                      <a:pt x="112338" y="180948"/>
                    </a:lnTo>
                    <a:lnTo>
                      <a:pt x="112338" y="178503"/>
                    </a:lnTo>
                    <a:lnTo>
                      <a:pt x="109605" y="178503"/>
                    </a:lnTo>
                    <a:lnTo>
                      <a:pt x="109605" y="176058"/>
                    </a:lnTo>
                    <a:lnTo>
                      <a:pt x="107160" y="176058"/>
                    </a:lnTo>
                    <a:lnTo>
                      <a:pt x="109605" y="176058"/>
                    </a:lnTo>
                    <a:lnTo>
                      <a:pt x="107160" y="176058"/>
                    </a:lnTo>
                    <a:lnTo>
                      <a:pt x="107160" y="173325"/>
                    </a:lnTo>
                    <a:lnTo>
                      <a:pt x="107160" y="170736"/>
                    </a:lnTo>
                    <a:lnTo>
                      <a:pt x="107160" y="168291"/>
                    </a:lnTo>
                    <a:lnTo>
                      <a:pt x="107160" y="165845"/>
                    </a:lnTo>
                    <a:lnTo>
                      <a:pt x="107160" y="163113"/>
                    </a:lnTo>
                    <a:lnTo>
                      <a:pt x="109605" y="163113"/>
                    </a:lnTo>
                    <a:lnTo>
                      <a:pt x="112338" y="163113"/>
                    </a:lnTo>
                    <a:lnTo>
                      <a:pt x="112338" y="160523"/>
                    </a:lnTo>
                    <a:lnTo>
                      <a:pt x="112338" y="163113"/>
                    </a:lnTo>
                    <a:lnTo>
                      <a:pt x="112338" y="160523"/>
                    </a:lnTo>
                    <a:lnTo>
                      <a:pt x="114783" y="160523"/>
                    </a:lnTo>
                    <a:lnTo>
                      <a:pt x="114783" y="158078"/>
                    </a:lnTo>
                    <a:lnTo>
                      <a:pt x="117372" y="158078"/>
                    </a:lnTo>
                    <a:lnTo>
                      <a:pt x="119817" y="155633"/>
                    </a:lnTo>
                    <a:lnTo>
                      <a:pt x="119817" y="158078"/>
                    </a:lnTo>
                    <a:lnTo>
                      <a:pt x="122550" y="155633"/>
                    </a:lnTo>
                    <a:lnTo>
                      <a:pt x="124995" y="155633"/>
                    </a:lnTo>
                    <a:lnTo>
                      <a:pt x="124995" y="153044"/>
                    </a:lnTo>
                    <a:lnTo>
                      <a:pt x="127584" y="153044"/>
                    </a:lnTo>
                    <a:lnTo>
                      <a:pt x="127584" y="150311"/>
                    </a:lnTo>
                    <a:lnTo>
                      <a:pt x="127584" y="153044"/>
                    </a:lnTo>
                    <a:lnTo>
                      <a:pt x="130030" y="153044"/>
                    </a:lnTo>
                    <a:lnTo>
                      <a:pt x="130030" y="150311"/>
                    </a:lnTo>
                    <a:lnTo>
                      <a:pt x="132763" y="150311"/>
                    </a:lnTo>
                    <a:lnTo>
                      <a:pt x="132763" y="147866"/>
                    </a:lnTo>
                    <a:lnTo>
                      <a:pt x="135208" y="147866"/>
                    </a:lnTo>
                    <a:lnTo>
                      <a:pt x="135208" y="145420"/>
                    </a:lnTo>
                    <a:lnTo>
                      <a:pt x="137653" y="142975"/>
                    </a:lnTo>
                    <a:lnTo>
                      <a:pt x="135208" y="142975"/>
                    </a:lnTo>
                    <a:lnTo>
                      <a:pt x="132763" y="142975"/>
                    </a:lnTo>
                    <a:lnTo>
                      <a:pt x="132763" y="140242"/>
                    </a:lnTo>
                    <a:lnTo>
                      <a:pt x="130030" y="140242"/>
                    </a:lnTo>
                    <a:lnTo>
                      <a:pt x="130030" y="137653"/>
                    </a:lnTo>
                    <a:lnTo>
                      <a:pt x="127584" y="137653"/>
                    </a:lnTo>
                    <a:lnTo>
                      <a:pt x="124995" y="135208"/>
                    </a:lnTo>
                    <a:lnTo>
                      <a:pt x="124995" y="137653"/>
                    </a:lnTo>
                    <a:lnTo>
                      <a:pt x="122550" y="137653"/>
                    </a:lnTo>
                    <a:lnTo>
                      <a:pt x="119817" y="137653"/>
                    </a:lnTo>
                    <a:lnTo>
                      <a:pt x="119817" y="135208"/>
                    </a:lnTo>
                    <a:lnTo>
                      <a:pt x="117372" y="135208"/>
                    </a:lnTo>
                    <a:lnTo>
                      <a:pt x="117372" y="137653"/>
                    </a:lnTo>
                    <a:lnTo>
                      <a:pt x="114783" y="137653"/>
                    </a:lnTo>
                    <a:lnTo>
                      <a:pt x="114783" y="140242"/>
                    </a:lnTo>
                    <a:lnTo>
                      <a:pt x="114783" y="142975"/>
                    </a:lnTo>
                    <a:lnTo>
                      <a:pt x="112338" y="142975"/>
                    </a:lnTo>
                    <a:lnTo>
                      <a:pt x="112338" y="145420"/>
                    </a:lnTo>
                    <a:lnTo>
                      <a:pt x="109605" y="145420"/>
                    </a:lnTo>
                    <a:lnTo>
                      <a:pt x="107160" y="145420"/>
                    </a:lnTo>
                    <a:lnTo>
                      <a:pt x="107160" y="147866"/>
                    </a:lnTo>
                    <a:lnTo>
                      <a:pt x="104571" y="147866"/>
                    </a:lnTo>
                    <a:lnTo>
                      <a:pt x="104571" y="150311"/>
                    </a:lnTo>
                    <a:lnTo>
                      <a:pt x="102125" y="150311"/>
                    </a:lnTo>
                    <a:lnTo>
                      <a:pt x="104571" y="153044"/>
                    </a:lnTo>
                    <a:lnTo>
                      <a:pt x="102125" y="153044"/>
                    </a:lnTo>
                    <a:lnTo>
                      <a:pt x="102125" y="155633"/>
                    </a:lnTo>
                    <a:lnTo>
                      <a:pt x="102125" y="158078"/>
                    </a:lnTo>
                    <a:lnTo>
                      <a:pt x="99680" y="158078"/>
                    </a:lnTo>
                    <a:lnTo>
                      <a:pt x="99680" y="160523"/>
                    </a:lnTo>
                    <a:lnTo>
                      <a:pt x="99680" y="158078"/>
                    </a:lnTo>
                    <a:lnTo>
                      <a:pt x="96947" y="158078"/>
                    </a:lnTo>
                    <a:lnTo>
                      <a:pt x="96947" y="155633"/>
                    </a:lnTo>
                    <a:lnTo>
                      <a:pt x="94358" y="158078"/>
                    </a:lnTo>
                    <a:lnTo>
                      <a:pt x="91913" y="155633"/>
                    </a:lnTo>
                    <a:lnTo>
                      <a:pt x="91913" y="153044"/>
                    </a:lnTo>
                    <a:lnTo>
                      <a:pt x="91913" y="150311"/>
                    </a:lnTo>
                    <a:lnTo>
                      <a:pt x="89467" y="150311"/>
                    </a:lnTo>
                    <a:lnTo>
                      <a:pt x="89467" y="147866"/>
                    </a:lnTo>
                    <a:lnTo>
                      <a:pt x="86734" y="147866"/>
                    </a:lnTo>
                    <a:lnTo>
                      <a:pt x="84145" y="145420"/>
                    </a:lnTo>
                    <a:lnTo>
                      <a:pt x="84145" y="147866"/>
                    </a:lnTo>
                    <a:lnTo>
                      <a:pt x="81700" y="147866"/>
                    </a:lnTo>
                    <a:lnTo>
                      <a:pt x="79255" y="147866"/>
                    </a:lnTo>
                    <a:lnTo>
                      <a:pt x="79255" y="150311"/>
                    </a:lnTo>
                    <a:lnTo>
                      <a:pt x="79255" y="147866"/>
                    </a:lnTo>
                    <a:lnTo>
                      <a:pt x="76522" y="147866"/>
                    </a:lnTo>
                    <a:lnTo>
                      <a:pt x="76522" y="150311"/>
                    </a:lnTo>
                    <a:lnTo>
                      <a:pt x="73933" y="150311"/>
                    </a:lnTo>
                    <a:lnTo>
                      <a:pt x="73933" y="153044"/>
                    </a:lnTo>
                    <a:lnTo>
                      <a:pt x="71488" y="153044"/>
                    </a:lnTo>
                    <a:lnTo>
                      <a:pt x="69043" y="153044"/>
                    </a:lnTo>
                    <a:lnTo>
                      <a:pt x="66310" y="153044"/>
                    </a:lnTo>
                    <a:lnTo>
                      <a:pt x="66310" y="150311"/>
                    </a:lnTo>
                    <a:lnTo>
                      <a:pt x="63864" y="150311"/>
                    </a:lnTo>
                    <a:lnTo>
                      <a:pt x="61275" y="150311"/>
                    </a:lnTo>
                    <a:lnTo>
                      <a:pt x="58830" y="150311"/>
                    </a:lnTo>
                    <a:lnTo>
                      <a:pt x="58830" y="153044"/>
                    </a:lnTo>
                    <a:lnTo>
                      <a:pt x="58830" y="155633"/>
                    </a:lnTo>
                    <a:lnTo>
                      <a:pt x="56097" y="155633"/>
                    </a:lnTo>
                    <a:lnTo>
                      <a:pt x="53508" y="155633"/>
                    </a:lnTo>
                    <a:lnTo>
                      <a:pt x="53508" y="153044"/>
                    </a:lnTo>
                    <a:lnTo>
                      <a:pt x="53508" y="155633"/>
                    </a:lnTo>
                    <a:lnTo>
                      <a:pt x="53508" y="153044"/>
                    </a:lnTo>
                    <a:lnTo>
                      <a:pt x="51063" y="153044"/>
                    </a:lnTo>
                    <a:lnTo>
                      <a:pt x="51063" y="155633"/>
                    </a:lnTo>
                    <a:lnTo>
                      <a:pt x="51063" y="153044"/>
                    </a:lnTo>
                    <a:lnTo>
                      <a:pt x="53508" y="153044"/>
                    </a:lnTo>
                    <a:lnTo>
                      <a:pt x="53508" y="150311"/>
                    </a:lnTo>
                    <a:lnTo>
                      <a:pt x="51063" y="150311"/>
                    </a:lnTo>
                    <a:lnTo>
                      <a:pt x="51063" y="147866"/>
                    </a:lnTo>
                    <a:lnTo>
                      <a:pt x="48617" y="147866"/>
                    </a:lnTo>
                    <a:lnTo>
                      <a:pt x="48617" y="145420"/>
                    </a:lnTo>
                    <a:lnTo>
                      <a:pt x="51063" y="145420"/>
                    </a:lnTo>
                    <a:lnTo>
                      <a:pt x="48617" y="142975"/>
                    </a:lnTo>
                    <a:lnTo>
                      <a:pt x="51063" y="142975"/>
                    </a:lnTo>
                    <a:lnTo>
                      <a:pt x="51063" y="140242"/>
                    </a:lnTo>
                    <a:lnTo>
                      <a:pt x="51063" y="137653"/>
                    </a:lnTo>
                    <a:lnTo>
                      <a:pt x="53508" y="137653"/>
                    </a:lnTo>
                    <a:lnTo>
                      <a:pt x="56097" y="137653"/>
                    </a:lnTo>
                    <a:lnTo>
                      <a:pt x="56097" y="135208"/>
                    </a:lnTo>
                    <a:lnTo>
                      <a:pt x="58830" y="137653"/>
                    </a:lnTo>
                    <a:lnTo>
                      <a:pt x="58830" y="140242"/>
                    </a:lnTo>
                    <a:lnTo>
                      <a:pt x="61275" y="137653"/>
                    </a:lnTo>
                    <a:lnTo>
                      <a:pt x="63864" y="137653"/>
                    </a:lnTo>
                    <a:lnTo>
                      <a:pt x="66310" y="140242"/>
                    </a:lnTo>
                    <a:lnTo>
                      <a:pt x="69043" y="140242"/>
                    </a:lnTo>
                    <a:lnTo>
                      <a:pt x="69043" y="137653"/>
                    </a:lnTo>
                    <a:lnTo>
                      <a:pt x="71488" y="140242"/>
                    </a:lnTo>
                    <a:lnTo>
                      <a:pt x="73933" y="140242"/>
                    </a:lnTo>
                    <a:lnTo>
                      <a:pt x="73933" y="137653"/>
                    </a:lnTo>
                    <a:lnTo>
                      <a:pt x="76522" y="137653"/>
                    </a:lnTo>
                    <a:lnTo>
                      <a:pt x="79255" y="135208"/>
                    </a:lnTo>
                    <a:lnTo>
                      <a:pt x="81700" y="135208"/>
                    </a:lnTo>
                    <a:lnTo>
                      <a:pt x="81700" y="132763"/>
                    </a:lnTo>
                    <a:lnTo>
                      <a:pt x="79255" y="132763"/>
                    </a:lnTo>
                    <a:lnTo>
                      <a:pt x="79255" y="130030"/>
                    </a:lnTo>
                    <a:lnTo>
                      <a:pt x="76522" y="130030"/>
                    </a:lnTo>
                    <a:lnTo>
                      <a:pt x="73933" y="130030"/>
                    </a:lnTo>
                    <a:lnTo>
                      <a:pt x="73933" y="127441"/>
                    </a:lnTo>
                    <a:lnTo>
                      <a:pt x="71488" y="127441"/>
                    </a:lnTo>
                    <a:lnTo>
                      <a:pt x="71488" y="130030"/>
                    </a:lnTo>
                    <a:lnTo>
                      <a:pt x="69043" y="127441"/>
                    </a:lnTo>
                    <a:lnTo>
                      <a:pt x="66310" y="130030"/>
                    </a:lnTo>
                    <a:lnTo>
                      <a:pt x="66310" y="127441"/>
                    </a:lnTo>
                    <a:lnTo>
                      <a:pt x="63864" y="124995"/>
                    </a:lnTo>
                    <a:lnTo>
                      <a:pt x="63864" y="122550"/>
                    </a:lnTo>
                    <a:lnTo>
                      <a:pt x="63864" y="119673"/>
                    </a:lnTo>
                    <a:lnTo>
                      <a:pt x="61275" y="119673"/>
                    </a:lnTo>
                    <a:lnTo>
                      <a:pt x="61275" y="117228"/>
                    </a:lnTo>
                    <a:lnTo>
                      <a:pt x="61275" y="114783"/>
                    </a:lnTo>
                    <a:lnTo>
                      <a:pt x="58830" y="114783"/>
                    </a:lnTo>
                    <a:lnTo>
                      <a:pt x="61275" y="114783"/>
                    </a:lnTo>
                    <a:lnTo>
                      <a:pt x="61275" y="112338"/>
                    </a:lnTo>
                    <a:lnTo>
                      <a:pt x="58830" y="112338"/>
                    </a:lnTo>
                    <a:lnTo>
                      <a:pt x="58830" y="109605"/>
                    </a:lnTo>
                    <a:lnTo>
                      <a:pt x="56097" y="109605"/>
                    </a:lnTo>
                    <a:lnTo>
                      <a:pt x="56097" y="107016"/>
                    </a:lnTo>
                    <a:lnTo>
                      <a:pt x="53508" y="107016"/>
                    </a:lnTo>
                    <a:lnTo>
                      <a:pt x="56097" y="107016"/>
                    </a:lnTo>
                    <a:lnTo>
                      <a:pt x="56097" y="104570"/>
                    </a:lnTo>
                    <a:lnTo>
                      <a:pt x="56097" y="102125"/>
                    </a:lnTo>
                    <a:lnTo>
                      <a:pt x="53508" y="102125"/>
                    </a:lnTo>
                    <a:lnTo>
                      <a:pt x="53508" y="99392"/>
                    </a:lnTo>
                    <a:lnTo>
                      <a:pt x="53508" y="96803"/>
                    </a:lnTo>
                    <a:lnTo>
                      <a:pt x="56097" y="96803"/>
                    </a:lnTo>
                    <a:lnTo>
                      <a:pt x="56097" y="94358"/>
                    </a:lnTo>
                    <a:lnTo>
                      <a:pt x="53508" y="94358"/>
                    </a:lnTo>
                    <a:lnTo>
                      <a:pt x="51063" y="94358"/>
                    </a:lnTo>
                    <a:lnTo>
                      <a:pt x="53508" y="94358"/>
                    </a:lnTo>
                    <a:lnTo>
                      <a:pt x="53508" y="91913"/>
                    </a:lnTo>
                    <a:lnTo>
                      <a:pt x="53508" y="89180"/>
                    </a:lnTo>
                    <a:lnTo>
                      <a:pt x="56097" y="89180"/>
                    </a:lnTo>
                    <a:lnTo>
                      <a:pt x="56097" y="86591"/>
                    </a:lnTo>
                    <a:lnTo>
                      <a:pt x="58830" y="84145"/>
                    </a:lnTo>
                    <a:lnTo>
                      <a:pt x="56097" y="84145"/>
                    </a:lnTo>
                    <a:lnTo>
                      <a:pt x="58830" y="84145"/>
                    </a:lnTo>
                    <a:lnTo>
                      <a:pt x="58830" y="81700"/>
                    </a:lnTo>
                    <a:lnTo>
                      <a:pt x="56097" y="81700"/>
                    </a:lnTo>
                    <a:lnTo>
                      <a:pt x="53508" y="81700"/>
                    </a:lnTo>
                    <a:lnTo>
                      <a:pt x="51063" y="81700"/>
                    </a:lnTo>
                    <a:lnTo>
                      <a:pt x="51063" y="84145"/>
                    </a:lnTo>
                    <a:lnTo>
                      <a:pt x="48617" y="84145"/>
                    </a:lnTo>
                    <a:lnTo>
                      <a:pt x="48617" y="86591"/>
                    </a:lnTo>
                    <a:lnTo>
                      <a:pt x="48617" y="89180"/>
                    </a:lnTo>
                    <a:lnTo>
                      <a:pt x="45884" y="89180"/>
                    </a:lnTo>
                    <a:lnTo>
                      <a:pt x="45884" y="91913"/>
                    </a:lnTo>
                    <a:lnTo>
                      <a:pt x="43439" y="91913"/>
                    </a:lnTo>
                    <a:lnTo>
                      <a:pt x="43439" y="94358"/>
                    </a:lnTo>
                    <a:lnTo>
                      <a:pt x="43439" y="96803"/>
                    </a:lnTo>
                    <a:lnTo>
                      <a:pt x="40850" y="96803"/>
                    </a:lnTo>
                    <a:lnTo>
                      <a:pt x="40850" y="94358"/>
                    </a:lnTo>
                    <a:lnTo>
                      <a:pt x="38405" y="94358"/>
                    </a:lnTo>
                    <a:lnTo>
                      <a:pt x="35672" y="94358"/>
                    </a:lnTo>
                    <a:lnTo>
                      <a:pt x="35672" y="91913"/>
                    </a:lnTo>
                    <a:lnTo>
                      <a:pt x="35672" y="89180"/>
                    </a:lnTo>
                    <a:lnTo>
                      <a:pt x="33227" y="89180"/>
                    </a:lnTo>
                    <a:lnTo>
                      <a:pt x="30638" y="89180"/>
                    </a:lnTo>
                    <a:lnTo>
                      <a:pt x="28193" y="89180"/>
                    </a:lnTo>
                    <a:lnTo>
                      <a:pt x="25747" y="89180"/>
                    </a:lnTo>
                    <a:lnTo>
                      <a:pt x="23014" y="89180"/>
                    </a:lnTo>
                    <a:lnTo>
                      <a:pt x="23014" y="86591"/>
                    </a:lnTo>
                    <a:lnTo>
                      <a:pt x="23014" y="84145"/>
                    </a:lnTo>
                    <a:lnTo>
                      <a:pt x="25747" y="84145"/>
                    </a:lnTo>
                    <a:lnTo>
                      <a:pt x="25747" y="81700"/>
                    </a:lnTo>
                    <a:lnTo>
                      <a:pt x="23014" y="81700"/>
                    </a:lnTo>
                    <a:lnTo>
                      <a:pt x="23014" y="78967"/>
                    </a:lnTo>
                    <a:lnTo>
                      <a:pt x="23014" y="76378"/>
                    </a:lnTo>
                    <a:lnTo>
                      <a:pt x="25747" y="73933"/>
                    </a:lnTo>
                    <a:lnTo>
                      <a:pt x="25747" y="71488"/>
                    </a:lnTo>
                    <a:lnTo>
                      <a:pt x="28193" y="71488"/>
                    </a:lnTo>
                    <a:lnTo>
                      <a:pt x="28193" y="68899"/>
                    </a:lnTo>
                    <a:lnTo>
                      <a:pt x="25747" y="68899"/>
                    </a:lnTo>
                    <a:lnTo>
                      <a:pt x="23014" y="68899"/>
                    </a:lnTo>
                    <a:lnTo>
                      <a:pt x="23014" y="66166"/>
                    </a:lnTo>
                    <a:lnTo>
                      <a:pt x="23014" y="63720"/>
                    </a:lnTo>
                    <a:lnTo>
                      <a:pt x="20425" y="63720"/>
                    </a:lnTo>
                    <a:lnTo>
                      <a:pt x="20425" y="61275"/>
                    </a:lnTo>
                    <a:lnTo>
                      <a:pt x="20425" y="58830"/>
                    </a:lnTo>
                    <a:lnTo>
                      <a:pt x="17980" y="58830"/>
                    </a:lnTo>
                    <a:lnTo>
                      <a:pt x="17980" y="55953"/>
                    </a:lnTo>
                    <a:lnTo>
                      <a:pt x="20425" y="55953"/>
                    </a:lnTo>
                    <a:lnTo>
                      <a:pt x="20425" y="53508"/>
                    </a:lnTo>
                    <a:lnTo>
                      <a:pt x="23014" y="53508"/>
                    </a:lnTo>
                    <a:lnTo>
                      <a:pt x="20425" y="53508"/>
                    </a:lnTo>
                    <a:lnTo>
                      <a:pt x="20425" y="51063"/>
                    </a:lnTo>
                    <a:lnTo>
                      <a:pt x="23014" y="51063"/>
                    </a:lnTo>
                    <a:lnTo>
                      <a:pt x="23014" y="48617"/>
                    </a:lnTo>
                    <a:lnTo>
                      <a:pt x="23014" y="51063"/>
                    </a:lnTo>
                    <a:lnTo>
                      <a:pt x="25747" y="51063"/>
                    </a:lnTo>
                    <a:lnTo>
                      <a:pt x="25747" y="48617"/>
                    </a:lnTo>
                    <a:lnTo>
                      <a:pt x="25747" y="45884"/>
                    </a:lnTo>
                    <a:lnTo>
                      <a:pt x="25747" y="43295"/>
                    </a:lnTo>
                    <a:lnTo>
                      <a:pt x="23014" y="43295"/>
                    </a:lnTo>
                    <a:lnTo>
                      <a:pt x="23014" y="40850"/>
                    </a:lnTo>
                    <a:lnTo>
                      <a:pt x="20425" y="40850"/>
                    </a:lnTo>
                    <a:lnTo>
                      <a:pt x="20425" y="43295"/>
                    </a:lnTo>
                    <a:lnTo>
                      <a:pt x="17980" y="43295"/>
                    </a:lnTo>
                    <a:lnTo>
                      <a:pt x="17980" y="40850"/>
                    </a:lnTo>
                    <a:lnTo>
                      <a:pt x="15535" y="40850"/>
                    </a:lnTo>
                    <a:lnTo>
                      <a:pt x="12802" y="43295"/>
                    </a:lnTo>
                    <a:lnTo>
                      <a:pt x="10213" y="43295"/>
                    </a:lnTo>
                    <a:lnTo>
                      <a:pt x="10213" y="40850"/>
                    </a:lnTo>
                    <a:lnTo>
                      <a:pt x="7767" y="40850"/>
                    </a:lnTo>
                    <a:lnTo>
                      <a:pt x="7767" y="38405"/>
                    </a:lnTo>
                    <a:lnTo>
                      <a:pt x="7767" y="35672"/>
                    </a:lnTo>
                    <a:lnTo>
                      <a:pt x="5322" y="35672"/>
                    </a:lnTo>
                    <a:lnTo>
                      <a:pt x="5322" y="33083"/>
                    </a:lnTo>
                    <a:lnTo>
                      <a:pt x="7767" y="33083"/>
                    </a:lnTo>
                    <a:lnTo>
                      <a:pt x="10213" y="33083"/>
                    </a:lnTo>
                    <a:lnTo>
                      <a:pt x="12802" y="33083"/>
                    </a:lnTo>
                    <a:lnTo>
                      <a:pt x="15535" y="30638"/>
                    </a:lnTo>
                    <a:lnTo>
                      <a:pt x="15535" y="28192"/>
                    </a:lnTo>
                    <a:lnTo>
                      <a:pt x="12802" y="28192"/>
                    </a:lnTo>
                    <a:lnTo>
                      <a:pt x="10213" y="28192"/>
                    </a:lnTo>
                    <a:lnTo>
                      <a:pt x="10213" y="25459"/>
                    </a:lnTo>
                    <a:lnTo>
                      <a:pt x="12802" y="25459"/>
                    </a:lnTo>
                    <a:lnTo>
                      <a:pt x="15535" y="25459"/>
                    </a:lnTo>
                    <a:lnTo>
                      <a:pt x="17980" y="25459"/>
                    </a:lnTo>
                    <a:lnTo>
                      <a:pt x="17980" y="22870"/>
                    </a:lnTo>
                    <a:lnTo>
                      <a:pt x="20425" y="22870"/>
                    </a:lnTo>
                    <a:lnTo>
                      <a:pt x="20425" y="20425"/>
                    </a:lnTo>
                    <a:lnTo>
                      <a:pt x="17980" y="20425"/>
                    </a:lnTo>
                    <a:lnTo>
                      <a:pt x="17980" y="17980"/>
                    </a:lnTo>
                    <a:lnTo>
                      <a:pt x="15535" y="17980"/>
                    </a:lnTo>
                    <a:lnTo>
                      <a:pt x="12802" y="17980"/>
                    </a:lnTo>
                    <a:lnTo>
                      <a:pt x="10213" y="20425"/>
                    </a:lnTo>
                    <a:lnTo>
                      <a:pt x="7767" y="17980"/>
                    </a:lnTo>
                    <a:lnTo>
                      <a:pt x="5322" y="17980"/>
                    </a:lnTo>
                    <a:lnTo>
                      <a:pt x="5322" y="15247"/>
                    </a:lnTo>
                    <a:lnTo>
                      <a:pt x="2589" y="15247"/>
                    </a:lnTo>
                    <a:lnTo>
                      <a:pt x="0" y="15247"/>
                    </a:lnTo>
                    <a:lnTo>
                      <a:pt x="0" y="12658"/>
                    </a:lnTo>
                    <a:lnTo>
                      <a:pt x="0" y="10213"/>
                    </a:lnTo>
                    <a:lnTo>
                      <a:pt x="2589" y="10213"/>
                    </a:lnTo>
                    <a:lnTo>
                      <a:pt x="2589" y="7767"/>
                    </a:lnTo>
                    <a:lnTo>
                      <a:pt x="5322" y="7767"/>
                    </a:lnTo>
                    <a:lnTo>
                      <a:pt x="5322" y="5034"/>
                    </a:lnTo>
                    <a:lnTo>
                      <a:pt x="7767" y="5034"/>
                    </a:lnTo>
                    <a:lnTo>
                      <a:pt x="10213" y="5034"/>
                    </a:lnTo>
                    <a:lnTo>
                      <a:pt x="10213" y="2445"/>
                    </a:lnTo>
                    <a:lnTo>
                      <a:pt x="12802" y="2445"/>
                    </a:lnTo>
                    <a:lnTo>
                      <a:pt x="12802" y="0"/>
                    </a:lnTo>
                    <a:lnTo>
                      <a:pt x="15535" y="2445"/>
                    </a:lnTo>
                    <a:lnTo>
                      <a:pt x="15535"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grpSp>
        <p:sp>
          <p:nvSpPr>
            <p:cNvPr id="78" name="Freeform: Shape 3858">
              <a:extLst>
                <a:ext uri="{FF2B5EF4-FFF2-40B4-BE49-F238E27FC236}">
                  <a16:creationId xmlns:a16="http://schemas.microsoft.com/office/drawing/2014/main" id="{4763EF8D-DF2F-3EB0-46A3-A1F80F174B29}"/>
                </a:ext>
              </a:extLst>
            </p:cNvPr>
            <p:cNvSpPr/>
            <p:nvPr/>
          </p:nvSpPr>
          <p:spPr>
            <a:xfrm>
              <a:off x="12124137" y="6239281"/>
              <a:ext cx="593598" cy="761178"/>
            </a:xfrm>
            <a:custGeom>
              <a:avLst/>
              <a:gdLst>
                <a:gd name="connsiteX0" fmla="*/ 390377 w 392822"/>
                <a:gd name="connsiteY0" fmla="*/ 88317 h 503721"/>
                <a:gd name="connsiteX1" fmla="*/ 390377 w 392822"/>
                <a:gd name="connsiteY1" fmla="*/ 85728 h 503721"/>
                <a:gd name="connsiteX2" fmla="*/ 387788 w 392822"/>
                <a:gd name="connsiteY2" fmla="*/ 85728 h 503721"/>
                <a:gd name="connsiteX3" fmla="*/ 387788 w 392822"/>
                <a:gd name="connsiteY3" fmla="*/ 82995 h 503721"/>
                <a:gd name="connsiteX4" fmla="*/ 385055 w 392822"/>
                <a:gd name="connsiteY4" fmla="*/ 82995 h 503721"/>
                <a:gd name="connsiteX5" fmla="*/ 385055 w 392822"/>
                <a:gd name="connsiteY5" fmla="*/ 85728 h 503721"/>
                <a:gd name="connsiteX6" fmla="*/ 377575 w 392822"/>
                <a:gd name="connsiteY6" fmla="*/ 85728 h 503721"/>
                <a:gd name="connsiteX7" fmla="*/ 377575 w 392822"/>
                <a:gd name="connsiteY7" fmla="*/ 82995 h 503721"/>
                <a:gd name="connsiteX8" fmla="*/ 380164 w 392822"/>
                <a:gd name="connsiteY8" fmla="*/ 82995 h 503721"/>
                <a:gd name="connsiteX9" fmla="*/ 380164 w 392822"/>
                <a:gd name="connsiteY9" fmla="*/ 80549 h 503721"/>
                <a:gd name="connsiteX10" fmla="*/ 382610 w 392822"/>
                <a:gd name="connsiteY10" fmla="*/ 78104 h 503721"/>
                <a:gd name="connsiteX11" fmla="*/ 382610 w 392822"/>
                <a:gd name="connsiteY11" fmla="*/ 75515 h 503721"/>
                <a:gd name="connsiteX12" fmla="*/ 380164 w 392822"/>
                <a:gd name="connsiteY12" fmla="*/ 75515 h 503721"/>
                <a:gd name="connsiteX13" fmla="*/ 377575 w 392822"/>
                <a:gd name="connsiteY13" fmla="*/ 78104 h 503721"/>
                <a:gd name="connsiteX14" fmla="*/ 377575 w 392822"/>
                <a:gd name="connsiteY14" fmla="*/ 75515 h 503721"/>
                <a:gd name="connsiteX15" fmla="*/ 380164 w 392822"/>
                <a:gd name="connsiteY15" fmla="*/ 75515 h 503721"/>
                <a:gd name="connsiteX16" fmla="*/ 380164 w 392822"/>
                <a:gd name="connsiteY16" fmla="*/ 67892 h 503721"/>
                <a:gd name="connsiteX17" fmla="*/ 374842 w 392822"/>
                <a:gd name="connsiteY17" fmla="*/ 67892 h 503721"/>
                <a:gd name="connsiteX18" fmla="*/ 374842 w 392822"/>
                <a:gd name="connsiteY18" fmla="*/ 70337 h 503721"/>
                <a:gd name="connsiteX19" fmla="*/ 372397 w 392822"/>
                <a:gd name="connsiteY19" fmla="*/ 70337 h 503721"/>
                <a:gd name="connsiteX20" fmla="*/ 372397 w 392822"/>
                <a:gd name="connsiteY20" fmla="*/ 67892 h 503721"/>
                <a:gd name="connsiteX21" fmla="*/ 364630 w 392822"/>
                <a:gd name="connsiteY21" fmla="*/ 67892 h 503721"/>
                <a:gd name="connsiteX22" fmla="*/ 364630 w 392822"/>
                <a:gd name="connsiteY22" fmla="*/ 65303 h 503721"/>
                <a:gd name="connsiteX23" fmla="*/ 357150 w 392822"/>
                <a:gd name="connsiteY23" fmla="*/ 65303 h 503721"/>
                <a:gd name="connsiteX24" fmla="*/ 357150 w 392822"/>
                <a:gd name="connsiteY24" fmla="*/ 67892 h 503721"/>
                <a:gd name="connsiteX25" fmla="*/ 354417 w 392822"/>
                <a:gd name="connsiteY25" fmla="*/ 67892 h 503721"/>
                <a:gd name="connsiteX26" fmla="*/ 354417 w 392822"/>
                <a:gd name="connsiteY26" fmla="*/ 73933 h 503721"/>
                <a:gd name="connsiteX27" fmla="*/ 351972 w 392822"/>
                <a:gd name="connsiteY27" fmla="*/ 73933 h 503721"/>
                <a:gd name="connsiteX28" fmla="*/ 351972 w 392822"/>
                <a:gd name="connsiteY28" fmla="*/ 71488 h 503721"/>
                <a:gd name="connsiteX29" fmla="*/ 346938 w 392822"/>
                <a:gd name="connsiteY29" fmla="*/ 71488 h 503721"/>
                <a:gd name="connsiteX30" fmla="*/ 346938 w 392822"/>
                <a:gd name="connsiteY30" fmla="*/ 69043 h 503721"/>
                <a:gd name="connsiteX31" fmla="*/ 341759 w 392822"/>
                <a:gd name="connsiteY31" fmla="*/ 69043 h 503721"/>
                <a:gd name="connsiteX32" fmla="*/ 341759 w 392822"/>
                <a:gd name="connsiteY32" fmla="*/ 66454 h 503721"/>
                <a:gd name="connsiteX33" fmla="*/ 339314 w 392822"/>
                <a:gd name="connsiteY33" fmla="*/ 66454 h 503721"/>
                <a:gd name="connsiteX34" fmla="*/ 339314 w 392822"/>
                <a:gd name="connsiteY34" fmla="*/ 69043 h 503721"/>
                <a:gd name="connsiteX35" fmla="*/ 336725 w 392822"/>
                <a:gd name="connsiteY35" fmla="*/ 69043 h 503721"/>
                <a:gd name="connsiteX36" fmla="*/ 336725 w 392822"/>
                <a:gd name="connsiteY36" fmla="*/ 71488 h 503721"/>
                <a:gd name="connsiteX37" fmla="*/ 333992 w 392822"/>
                <a:gd name="connsiteY37" fmla="*/ 71488 h 503721"/>
                <a:gd name="connsiteX38" fmla="*/ 333992 w 392822"/>
                <a:gd name="connsiteY38" fmla="*/ 69043 h 503721"/>
                <a:gd name="connsiteX39" fmla="*/ 329102 w 392822"/>
                <a:gd name="connsiteY39" fmla="*/ 69043 h 503721"/>
                <a:gd name="connsiteX40" fmla="*/ 329102 w 392822"/>
                <a:gd name="connsiteY40" fmla="*/ 73933 h 503721"/>
                <a:gd name="connsiteX41" fmla="*/ 326512 w 392822"/>
                <a:gd name="connsiteY41" fmla="*/ 73933 h 503721"/>
                <a:gd name="connsiteX42" fmla="*/ 326512 w 392822"/>
                <a:gd name="connsiteY42" fmla="*/ 71488 h 503721"/>
                <a:gd name="connsiteX43" fmla="*/ 324067 w 392822"/>
                <a:gd name="connsiteY43" fmla="*/ 71488 h 503721"/>
                <a:gd name="connsiteX44" fmla="*/ 324067 w 392822"/>
                <a:gd name="connsiteY44" fmla="*/ 66454 h 503721"/>
                <a:gd name="connsiteX45" fmla="*/ 326512 w 392822"/>
                <a:gd name="connsiteY45" fmla="*/ 66454 h 503721"/>
                <a:gd name="connsiteX46" fmla="*/ 326512 w 392822"/>
                <a:gd name="connsiteY46" fmla="*/ 56241 h 503721"/>
                <a:gd name="connsiteX47" fmla="*/ 324067 w 392822"/>
                <a:gd name="connsiteY47" fmla="*/ 53508 h 503721"/>
                <a:gd name="connsiteX48" fmla="*/ 324067 w 392822"/>
                <a:gd name="connsiteY48" fmla="*/ 43439 h 503721"/>
                <a:gd name="connsiteX49" fmla="*/ 326512 w 392822"/>
                <a:gd name="connsiteY49" fmla="*/ 43439 h 503721"/>
                <a:gd name="connsiteX50" fmla="*/ 326512 w 392822"/>
                <a:gd name="connsiteY50" fmla="*/ 38405 h 503721"/>
                <a:gd name="connsiteX51" fmla="*/ 324067 w 392822"/>
                <a:gd name="connsiteY51" fmla="*/ 38405 h 503721"/>
                <a:gd name="connsiteX52" fmla="*/ 324067 w 392822"/>
                <a:gd name="connsiteY52" fmla="*/ 35960 h 503721"/>
                <a:gd name="connsiteX53" fmla="*/ 318889 w 392822"/>
                <a:gd name="connsiteY53" fmla="*/ 35960 h 503721"/>
                <a:gd name="connsiteX54" fmla="*/ 318889 w 392822"/>
                <a:gd name="connsiteY54" fmla="*/ 33371 h 503721"/>
                <a:gd name="connsiteX55" fmla="*/ 321335 w 392822"/>
                <a:gd name="connsiteY55" fmla="*/ 33371 h 503721"/>
                <a:gd name="connsiteX56" fmla="*/ 321335 w 392822"/>
                <a:gd name="connsiteY56" fmla="*/ 23158 h 503721"/>
                <a:gd name="connsiteX57" fmla="*/ 318889 w 392822"/>
                <a:gd name="connsiteY57" fmla="*/ 20425 h 503721"/>
                <a:gd name="connsiteX58" fmla="*/ 318889 w 392822"/>
                <a:gd name="connsiteY58" fmla="*/ 15535 h 503721"/>
                <a:gd name="connsiteX59" fmla="*/ 315869 w 392822"/>
                <a:gd name="connsiteY59" fmla="*/ 15535 h 503721"/>
                <a:gd name="connsiteX60" fmla="*/ 315869 w 392822"/>
                <a:gd name="connsiteY60" fmla="*/ 12946 h 503721"/>
                <a:gd name="connsiteX61" fmla="*/ 313423 w 392822"/>
                <a:gd name="connsiteY61" fmla="*/ 12946 h 503721"/>
                <a:gd name="connsiteX62" fmla="*/ 310691 w 392822"/>
                <a:gd name="connsiteY62" fmla="*/ 15535 h 503721"/>
                <a:gd name="connsiteX63" fmla="*/ 303211 w 392822"/>
                <a:gd name="connsiteY63" fmla="*/ 15535 h 503721"/>
                <a:gd name="connsiteX64" fmla="*/ 303211 w 392822"/>
                <a:gd name="connsiteY64" fmla="*/ 5322 h 503721"/>
                <a:gd name="connsiteX65" fmla="*/ 305800 w 392822"/>
                <a:gd name="connsiteY65" fmla="*/ 5322 h 503721"/>
                <a:gd name="connsiteX66" fmla="*/ 305800 w 392822"/>
                <a:gd name="connsiteY66" fmla="*/ 0 h 503721"/>
                <a:gd name="connsiteX67" fmla="*/ 301485 w 392822"/>
                <a:gd name="connsiteY67" fmla="*/ 0 h 503721"/>
                <a:gd name="connsiteX68" fmla="*/ 301485 w 392822"/>
                <a:gd name="connsiteY68" fmla="*/ 5322 h 503721"/>
                <a:gd name="connsiteX69" fmla="*/ 288827 w 392822"/>
                <a:gd name="connsiteY69" fmla="*/ 5322 h 503721"/>
                <a:gd name="connsiteX70" fmla="*/ 288827 w 392822"/>
                <a:gd name="connsiteY70" fmla="*/ 23158 h 503721"/>
                <a:gd name="connsiteX71" fmla="*/ 286382 w 392822"/>
                <a:gd name="connsiteY71" fmla="*/ 25747 h 503721"/>
                <a:gd name="connsiteX72" fmla="*/ 286382 w 392822"/>
                <a:gd name="connsiteY72" fmla="*/ 30782 h 503721"/>
                <a:gd name="connsiteX73" fmla="*/ 283793 w 392822"/>
                <a:gd name="connsiteY73" fmla="*/ 33515 h 503721"/>
                <a:gd name="connsiteX74" fmla="*/ 281060 w 392822"/>
                <a:gd name="connsiteY74" fmla="*/ 36104 h 503721"/>
                <a:gd name="connsiteX75" fmla="*/ 281060 w 392822"/>
                <a:gd name="connsiteY75" fmla="*/ 53652 h 503721"/>
                <a:gd name="connsiteX76" fmla="*/ 278615 w 392822"/>
                <a:gd name="connsiteY76" fmla="*/ 56385 h 503721"/>
                <a:gd name="connsiteX77" fmla="*/ 276169 w 392822"/>
                <a:gd name="connsiteY77" fmla="*/ 58974 h 503721"/>
                <a:gd name="connsiteX78" fmla="*/ 276169 w 392822"/>
                <a:gd name="connsiteY78" fmla="*/ 61419 h 503721"/>
                <a:gd name="connsiteX79" fmla="*/ 278615 w 392822"/>
                <a:gd name="connsiteY79" fmla="*/ 61419 h 503721"/>
                <a:gd name="connsiteX80" fmla="*/ 281060 w 392822"/>
                <a:gd name="connsiteY80" fmla="*/ 63864 h 503721"/>
                <a:gd name="connsiteX81" fmla="*/ 281060 w 392822"/>
                <a:gd name="connsiteY81" fmla="*/ 66597 h 503721"/>
                <a:gd name="connsiteX82" fmla="*/ 278615 w 392822"/>
                <a:gd name="connsiteY82" fmla="*/ 69187 h 503721"/>
                <a:gd name="connsiteX83" fmla="*/ 278615 w 392822"/>
                <a:gd name="connsiteY83" fmla="*/ 71632 h 503721"/>
                <a:gd name="connsiteX84" fmla="*/ 281060 w 392822"/>
                <a:gd name="connsiteY84" fmla="*/ 74077 h 503721"/>
                <a:gd name="connsiteX85" fmla="*/ 281060 w 392822"/>
                <a:gd name="connsiteY85" fmla="*/ 79399 h 503721"/>
                <a:gd name="connsiteX86" fmla="*/ 278615 w 392822"/>
                <a:gd name="connsiteY86" fmla="*/ 79399 h 503721"/>
                <a:gd name="connsiteX87" fmla="*/ 278615 w 392822"/>
                <a:gd name="connsiteY87" fmla="*/ 92057 h 503721"/>
                <a:gd name="connsiteX88" fmla="*/ 276169 w 392822"/>
                <a:gd name="connsiteY88" fmla="*/ 94502 h 503721"/>
                <a:gd name="connsiteX89" fmla="*/ 276169 w 392822"/>
                <a:gd name="connsiteY89" fmla="*/ 107447 h 503721"/>
                <a:gd name="connsiteX90" fmla="*/ 273580 w 392822"/>
                <a:gd name="connsiteY90" fmla="*/ 110037 h 503721"/>
                <a:gd name="connsiteX91" fmla="*/ 270847 w 392822"/>
                <a:gd name="connsiteY91" fmla="*/ 112482 h 503721"/>
                <a:gd name="connsiteX92" fmla="*/ 270847 w 392822"/>
                <a:gd name="connsiteY92" fmla="*/ 117085 h 503721"/>
                <a:gd name="connsiteX93" fmla="*/ 268402 w 392822"/>
                <a:gd name="connsiteY93" fmla="*/ 119673 h 503721"/>
                <a:gd name="connsiteX94" fmla="*/ 268402 w 392822"/>
                <a:gd name="connsiteY94" fmla="*/ 122119 h 503721"/>
                <a:gd name="connsiteX95" fmla="*/ 270847 w 392822"/>
                <a:gd name="connsiteY95" fmla="*/ 124564 h 503721"/>
                <a:gd name="connsiteX96" fmla="*/ 270847 w 392822"/>
                <a:gd name="connsiteY96" fmla="*/ 127153 h 503721"/>
                <a:gd name="connsiteX97" fmla="*/ 268402 w 392822"/>
                <a:gd name="connsiteY97" fmla="*/ 127153 h 503721"/>
                <a:gd name="connsiteX98" fmla="*/ 268402 w 392822"/>
                <a:gd name="connsiteY98" fmla="*/ 134777 h 503721"/>
                <a:gd name="connsiteX99" fmla="*/ 270847 w 392822"/>
                <a:gd name="connsiteY99" fmla="*/ 134777 h 503721"/>
                <a:gd name="connsiteX100" fmla="*/ 270847 w 392822"/>
                <a:gd name="connsiteY100" fmla="*/ 140099 h 503721"/>
                <a:gd name="connsiteX101" fmla="*/ 273580 w 392822"/>
                <a:gd name="connsiteY101" fmla="*/ 142544 h 503721"/>
                <a:gd name="connsiteX102" fmla="*/ 276169 w 392822"/>
                <a:gd name="connsiteY102" fmla="*/ 144989 h 503721"/>
                <a:gd name="connsiteX103" fmla="*/ 278615 w 392822"/>
                <a:gd name="connsiteY103" fmla="*/ 147434 h 503721"/>
                <a:gd name="connsiteX104" fmla="*/ 278615 w 392822"/>
                <a:gd name="connsiteY104" fmla="*/ 150167 h 503721"/>
                <a:gd name="connsiteX105" fmla="*/ 281060 w 392822"/>
                <a:gd name="connsiteY105" fmla="*/ 152757 h 503721"/>
                <a:gd name="connsiteX106" fmla="*/ 281060 w 392822"/>
                <a:gd name="connsiteY106" fmla="*/ 155202 h 503721"/>
                <a:gd name="connsiteX107" fmla="*/ 283793 w 392822"/>
                <a:gd name="connsiteY107" fmla="*/ 155202 h 503721"/>
                <a:gd name="connsiteX108" fmla="*/ 283793 w 392822"/>
                <a:gd name="connsiteY108" fmla="*/ 157647 h 503721"/>
                <a:gd name="connsiteX109" fmla="*/ 286382 w 392822"/>
                <a:gd name="connsiteY109" fmla="*/ 157647 h 503721"/>
                <a:gd name="connsiteX110" fmla="*/ 286382 w 392822"/>
                <a:gd name="connsiteY110" fmla="*/ 162969 h 503721"/>
                <a:gd name="connsiteX111" fmla="*/ 288827 w 392822"/>
                <a:gd name="connsiteY111" fmla="*/ 162969 h 503721"/>
                <a:gd name="connsiteX112" fmla="*/ 288827 w 392822"/>
                <a:gd name="connsiteY112" fmla="*/ 165414 h 503721"/>
                <a:gd name="connsiteX113" fmla="*/ 283793 w 392822"/>
                <a:gd name="connsiteY113" fmla="*/ 165414 h 503721"/>
                <a:gd name="connsiteX114" fmla="*/ 281060 w 392822"/>
                <a:gd name="connsiteY114" fmla="*/ 167859 h 503721"/>
                <a:gd name="connsiteX115" fmla="*/ 281060 w 392822"/>
                <a:gd name="connsiteY115" fmla="*/ 173181 h 503721"/>
                <a:gd name="connsiteX116" fmla="*/ 278615 w 392822"/>
                <a:gd name="connsiteY116" fmla="*/ 173181 h 503721"/>
                <a:gd name="connsiteX117" fmla="*/ 278615 w 392822"/>
                <a:gd name="connsiteY117" fmla="*/ 175627 h 503721"/>
                <a:gd name="connsiteX118" fmla="*/ 272717 w 392822"/>
                <a:gd name="connsiteY118" fmla="*/ 175627 h 503721"/>
                <a:gd name="connsiteX119" fmla="*/ 272717 w 392822"/>
                <a:gd name="connsiteY119" fmla="*/ 178072 h 503721"/>
                <a:gd name="connsiteX120" fmla="*/ 262505 w 392822"/>
                <a:gd name="connsiteY120" fmla="*/ 178072 h 503721"/>
                <a:gd name="connsiteX121" fmla="*/ 262505 w 392822"/>
                <a:gd name="connsiteY121" fmla="*/ 175627 h 503721"/>
                <a:gd name="connsiteX122" fmla="*/ 258333 w 392822"/>
                <a:gd name="connsiteY122" fmla="*/ 175627 h 503721"/>
                <a:gd name="connsiteX123" fmla="*/ 258333 w 392822"/>
                <a:gd name="connsiteY123" fmla="*/ 173181 h 503721"/>
                <a:gd name="connsiteX124" fmla="*/ 255888 w 392822"/>
                <a:gd name="connsiteY124" fmla="*/ 173181 h 503721"/>
                <a:gd name="connsiteX125" fmla="*/ 255888 w 392822"/>
                <a:gd name="connsiteY125" fmla="*/ 170592 h 503721"/>
                <a:gd name="connsiteX126" fmla="*/ 253299 w 392822"/>
                <a:gd name="connsiteY126" fmla="*/ 170592 h 503721"/>
                <a:gd name="connsiteX127" fmla="*/ 253299 w 392822"/>
                <a:gd name="connsiteY127" fmla="*/ 165414 h 503721"/>
                <a:gd name="connsiteX128" fmla="*/ 250854 w 392822"/>
                <a:gd name="connsiteY128" fmla="*/ 165414 h 503721"/>
                <a:gd name="connsiteX129" fmla="*/ 250854 w 392822"/>
                <a:gd name="connsiteY129" fmla="*/ 157647 h 503721"/>
                <a:gd name="connsiteX130" fmla="*/ 245675 w 392822"/>
                <a:gd name="connsiteY130" fmla="*/ 157647 h 503721"/>
                <a:gd name="connsiteX131" fmla="*/ 245675 w 392822"/>
                <a:gd name="connsiteY131" fmla="*/ 162969 h 503721"/>
                <a:gd name="connsiteX132" fmla="*/ 243086 w 392822"/>
                <a:gd name="connsiteY132" fmla="*/ 165414 h 503721"/>
                <a:gd name="connsiteX133" fmla="*/ 243086 w 392822"/>
                <a:gd name="connsiteY133" fmla="*/ 167859 h 503721"/>
                <a:gd name="connsiteX134" fmla="*/ 240641 w 392822"/>
                <a:gd name="connsiteY134" fmla="*/ 170592 h 503721"/>
                <a:gd name="connsiteX135" fmla="*/ 240641 w 392822"/>
                <a:gd name="connsiteY135" fmla="*/ 173181 h 503721"/>
                <a:gd name="connsiteX136" fmla="*/ 237908 w 392822"/>
                <a:gd name="connsiteY136" fmla="*/ 173181 h 503721"/>
                <a:gd name="connsiteX137" fmla="*/ 237908 w 392822"/>
                <a:gd name="connsiteY137" fmla="*/ 178072 h 503721"/>
                <a:gd name="connsiteX138" fmla="*/ 235463 w 392822"/>
                <a:gd name="connsiteY138" fmla="*/ 178072 h 503721"/>
                <a:gd name="connsiteX139" fmla="*/ 235463 w 392822"/>
                <a:gd name="connsiteY139" fmla="*/ 183394 h 503721"/>
                <a:gd name="connsiteX140" fmla="*/ 232874 w 392822"/>
                <a:gd name="connsiteY140" fmla="*/ 183394 h 503721"/>
                <a:gd name="connsiteX141" fmla="*/ 232874 w 392822"/>
                <a:gd name="connsiteY141" fmla="*/ 185839 h 503721"/>
                <a:gd name="connsiteX142" fmla="*/ 229566 w 392822"/>
                <a:gd name="connsiteY142" fmla="*/ 185839 h 503721"/>
                <a:gd name="connsiteX143" fmla="*/ 229566 w 392822"/>
                <a:gd name="connsiteY143" fmla="*/ 188285 h 503721"/>
                <a:gd name="connsiteX144" fmla="*/ 226833 w 392822"/>
                <a:gd name="connsiteY144" fmla="*/ 188285 h 503721"/>
                <a:gd name="connsiteX145" fmla="*/ 226833 w 392822"/>
                <a:gd name="connsiteY145" fmla="*/ 191018 h 503721"/>
                <a:gd name="connsiteX146" fmla="*/ 224388 w 392822"/>
                <a:gd name="connsiteY146" fmla="*/ 191018 h 503721"/>
                <a:gd name="connsiteX147" fmla="*/ 221942 w 392822"/>
                <a:gd name="connsiteY147" fmla="*/ 193607 h 503721"/>
                <a:gd name="connsiteX148" fmla="*/ 219353 w 392822"/>
                <a:gd name="connsiteY148" fmla="*/ 193607 h 503721"/>
                <a:gd name="connsiteX149" fmla="*/ 219353 w 392822"/>
                <a:gd name="connsiteY149" fmla="*/ 196052 h 503721"/>
                <a:gd name="connsiteX150" fmla="*/ 216620 w 392822"/>
                <a:gd name="connsiteY150" fmla="*/ 198497 h 503721"/>
                <a:gd name="connsiteX151" fmla="*/ 203962 w 392822"/>
                <a:gd name="connsiteY151" fmla="*/ 198497 h 503721"/>
                <a:gd name="connsiteX152" fmla="*/ 203962 w 392822"/>
                <a:gd name="connsiteY152" fmla="*/ 201230 h 503721"/>
                <a:gd name="connsiteX153" fmla="*/ 201517 w 392822"/>
                <a:gd name="connsiteY153" fmla="*/ 201230 h 503721"/>
                <a:gd name="connsiteX154" fmla="*/ 201517 w 392822"/>
                <a:gd name="connsiteY154" fmla="*/ 198497 h 503721"/>
                <a:gd name="connsiteX155" fmla="*/ 203962 w 392822"/>
                <a:gd name="connsiteY155" fmla="*/ 198497 h 503721"/>
                <a:gd name="connsiteX156" fmla="*/ 203962 w 392822"/>
                <a:gd name="connsiteY156" fmla="*/ 196052 h 503721"/>
                <a:gd name="connsiteX157" fmla="*/ 181092 w 392822"/>
                <a:gd name="connsiteY157" fmla="*/ 196052 h 503721"/>
                <a:gd name="connsiteX158" fmla="*/ 181092 w 392822"/>
                <a:gd name="connsiteY158" fmla="*/ 198497 h 503721"/>
                <a:gd name="connsiteX159" fmla="*/ 170880 w 392822"/>
                <a:gd name="connsiteY159" fmla="*/ 198497 h 503721"/>
                <a:gd name="connsiteX160" fmla="*/ 170880 w 392822"/>
                <a:gd name="connsiteY160" fmla="*/ 203387 h 503721"/>
                <a:gd name="connsiteX161" fmla="*/ 168290 w 392822"/>
                <a:gd name="connsiteY161" fmla="*/ 203387 h 503721"/>
                <a:gd name="connsiteX162" fmla="*/ 168290 w 392822"/>
                <a:gd name="connsiteY162" fmla="*/ 205833 h 503721"/>
                <a:gd name="connsiteX163" fmla="*/ 165845 w 392822"/>
                <a:gd name="connsiteY163" fmla="*/ 205833 h 503721"/>
                <a:gd name="connsiteX164" fmla="*/ 165845 w 392822"/>
                <a:gd name="connsiteY164" fmla="*/ 208278 h 503721"/>
                <a:gd name="connsiteX165" fmla="*/ 160667 w 392822"/>
                <a:gd name="connsiteY165" fmla="*/ 208278 h 503721"/>
                <a:gd name="connsiteX166" fmla="*/ 160667 w 392822"/>
                <a:gd name="connsiteY166" fmla="*/ 211011 h 503721"/>
                <a:gd name="connsiteX167" fmla="*/ 157647 w 392822"/>
                <a:gd name="connsiteY167" fmla="*/ 211011 h 503721"/>
                <a:gd name="connsiteX168" fmla="*/ 157647 w 392822"/>
                <a:gd name="connsiteY168" fmla="*/ 213600 h 503721"/>
                <a:gd name="connsiteX169" fmla="*/ 152469 w 392822"/>
                <a:gd name="connsiteY169" fmla="*/ 213600 h 503721"/>
                <a:gd name="connsiteX170" fmla="*/ 152469 w 392822"/>
                <a:gd name="connsiteY170" fmla="*/ 211011 h 503721"/>
                <a:gd name="connsiteX171" fmla="*/ 155201 w 392822"/>
                <a:gd name="connsiteY171" fmla="*/ 208278 h 503721"/>
                <a:gd name="connsiteX172" fmla="*/ 157647 w 392822"/>
                <a:gd name="connsiteY172" fmla="*/ 205833 h 503721"/>
                <a:gd name="connsiteX173" fmla="*/ 157647 w 392822"/>
                <a:gd name="connsiteY173" fmla="*/ 203387 h 503721"/>
                <a:gd name="connsiteX174" fmla="*/ 155201 w 392822"/>
                <a:gd name="connsiteY174" fmla="*/ 203387 h 503721"/>
                <a:gd name="connsiteX175" fmla="*/ 152469 w 392822"/>
                <a:gd name="connsiteY175" fmla="*/ 205833 h 503721"/>
                <a:gd name="connsiteX176" fmla="*/ 150023 w 392822"/>
                <a:gd name="connsiteY176" fmla="*/ 205833 h 503721"/>
                <a:gd name="connsiteX177" fmla="*/ 150023 w 392822"/>
                <a:gd name="connsiteY177" fmla="*/ 208278 h 503721"/>
                <a:gd name="connsiteX178" fmla="*/ 147434 w 392822"/>
                <a:gd name="connsiteY178" fmla="*/ 208278 h 503721"/>
                <a:gd name="connsiteX179" fmla="*/ 147434 w 392822"/>
                <a:gd name="connsiteY179" fmla="*/ 205833 h 503721"/>
                <a:gd name="connsiteX180" fmla="*/ 139811 w 392822"/>
                <a:gd name="connsiteY180" fmla="*/ 205833 h 503721"/>
                <a:gd name="connsiteX181" fmla="*/ 139811 w 392822"/>
                <a:gd name="connsiteY181" fmla="*/ 203387 h 503721"/>
                <a:gd name="connsiteX182" fmla="*/ 134776 w 392822"/>
                <a:gd name="connsiteY182" fmla="*/ 203387 h 503721"/>
                <a:gd name="connsiteX183" fmla="*/ 132043 w 392822"/>
                <a:gd name="connsiteY183" fmla="*/ 205833 h 503721"/>
                <a:gd name="connsiteX184" fmla="*/ 127153 w 392822"/>
                <a:gd name="connsiteY184" fmla="*/ 205833 h 503721"/>
                <a:gd name="connsiteX185" fmla="*/ 127153 w 392822"/>
                <a:gd name="connsiteY185" fmla="*/ 208278 h 503721"/>
                <a:gd name="connsiteX186" fmla="*/ 124564 w 392822"/>
                <a:gd name="connsiteY186" fmla="*/ 208278 h 503721"/>
                <a:gd name="connsiteX187" fmla="*/ 124564 w 392822"/>
                <a:gd name="connsiteY187" fmla="*/ 211011 h 503721"/>
                <a:gd name="connsiteX188" fmla="*/ 119386 w 392822"/>
                <a:gd name="connsiteY188" fmla="*/ 211011 h 503721"/>
                <a:gd name="connsiteX189" fmla="*/ 119386 w 392822"/>
                <a:gd name="connsiteY189" fmla="*/ 208278 h 503721"/>
                <a:gd name="connsiteX190" fmla="*/ 109173 w 392822"/>
                <a:gd name="connsiteY190" fmla="*/ 208278 h 503721"/>
                <a:gd name="connsiteX191" fmla="*/ 109173 w 392822"/>
                <a:gd name="connsiteY191" fmla="*/ 205833 h 503721"/>
                <a:gd name="connsiteX192" fmla="*/ 106728 w 392822"/>
                <a:gd name="connsiteY192" fmla="*/ 203387 h 503721"/>
                <a:gd name="connsiteX193" fmla="*/ 93926 w 392822"/>
                <a:gd name="connsiteY193" fmla="*/ 203387 h 503721"/>
                <a:gd name="connsiteX194" fmla="*/ 93926 w 392822"/>
                <a:gd name="connsiteY194" fmla="*/ 208278 h 503721"/>
                <a:gd name="connsiteX195" fmla="*/ 91481 w 392822"/>
                <a:gd name="connsiteY195" fmla="*/ 208278 h 503721"/>
                <a:gd name="connsiteX196" fmla="*/ 88748 w 392822"/>
                <a:gd name="connsiteY196" fmla="*/ 211011 h 503721"/>
                <a:gd name="connsiteX197" fmla="*/ 86303 w 392822"/>
                <a:gd name="connsiteY197" fmla="*/ 211011 h 503721"/>
                <a:gd name="connsiteX198" fmla="*/ 86303 w 392822"/>
                <a:gd name="connsiteY198" fmla="*/ 220936 h 503721"/>
                <a:gd name="connsiteX199" fmla="*/ 83714 w 392822"/>
                <a:gd name="connsiteY199" fmla="*/ 220936 h 503721"/>
                <a:gd name="connsiteX200" fmla="*/ 83714 w 392822"/>
                <a:gd name="connsiteY200" fmla="*/ 228703 h 503721"/>
                <a:gd name="connsiteX201" fmla="*/ 81269 w 392822"/>
                <a:gd name="connsiteY201" fmla="*/ 228703 h 503721"/>
                <a:gd name="connsiteX202" fmla="*/ 81269 w 392822"/>
                <a:gd name="connsiteY202" fmla="*/ 226258 h 503721"/>
                <a:gd name="connsiteX203" fmla="*/ 78536 w 392822"/>
                <a:gd name="connsiteY203" fmla="*/ 226258 h 503721"/>
                <a:gd name="connsiteX204" fmla="*/ 78536 w 392822"/>
                <a:gd name="connsiteY204" fmla="*/ 228703 h 503721"/>
                <a:gd name="connsiteX205" fmla="*/ 76090 w 392822"/>
                <a:gd name="connsiteY205" fmla="*/ 228703 h 503721"/>
                <a:gd name="connsiteX206" fmla="*/ 76090 w 392822"/>
                <a:gd name="connsiteY206" fmla="*/ 236470 h 503721"/>
                <a:gd name="connsiteX207" fmla="*/ 73501 w 392822"/>
                <a:gd name="connsiteY207" fmla="*/ 238915 h 503721"/>
                <a:gd name="connsiteX208" fmla="*/ 73501 w 392822"/>
                <a:gd name="connsiteY208" fmla="*/ 246539 h 503721"/>
                <a:gd name="connsiteX209" fmla="*/ 71344 w 392822"/>
                <a:gd name="connsiteY209" fmla="*/ 246539 h 503721"/>
                <a:gd name="connsiteX210" fmla="*/ 71344 w 392822"/>
                <a:gd name="connsiteY210" fmla="*/ 248984 h 503721"/>
                <a:gd name="connsiteX211" fmla="*/ 61131 w 392822"/>
                <a:gd name="connsiteY211" fmla="*/ 269409 h 503721"/>
                <a:gd name="connsiteX212" fmla="*/ 48186 w 392822"/>
                <a:gd name="connsiteY212" fmla="*/ 284800 h 503721"/>
                <a:gd name="connsiteX213" fmla="*/ 53508 w 392822"/>
                <a:gd name="connsiteY213" fmla="*/ 287389 h 503721"/>
                <a:gd name="connsiteX214" fmla="*/ 53508 w 392822"/>
                <a:gd name="connsiteY214" fmla="*/ 295012 h 503721"/>
                <a:gd name="connsiteX215" fmla="*/ 56960 w 392822"/>
                <a:gd name="connsiteY215" fmla="*/ 295012 h 503721"/>
                <a:gd name="connsiteX216" fmla="*/ 56960 w 392822"/>
                <a:gd name="connsiteY216" fmla="*/ 297601 h 503721"/>
                <a:gd name="connsiteX217" fmla="*/ 59405 w 392822"/>
                <a:gd name="connsiteY217" fmla="*/ 297601 h 503721"/>
                <a:gd name="connsiteX218" fmla="*/ 59405 w 392822"/>
                <a:gd name="connsiteY218" fmla="*/ 295012 h 503721"/>
                <a:gd name="connsiteX219" fmla="*/ 62138 w 392822"/>
                <a:gd name="connsiteY219" fmla="*/ 295012 h 503721"/>
                <a:gd name="connsiteX220" fmla="*/ 62138 w 392822"/>
                <a:gd name="connsiteY220" fmla="*/ 292279 h 503721"/>
                <a:gd name="connsiteX221" fmla="*/ 67172 w 392822"/>
                <a:gd name="connsiteY221" fmla="*/ 292279 h 503721"/>
                <a:gd name="connsiteX222" fmla="*/ 67172 w 392822"/>
                <a:gd name="connsiteY222" fmla="*/ 295012 h 503721"/>
                <a:gd name="connsiteX223" fmla="*/ 69618 w 392822"/>
                <a:gd name="connsiteY223" fmla="*/ 292279 h 503721"/>
                <a:gd name="connsiteX224" fmla="*/ 69618 w 392822"/>
                <a:gd name="connsiteY224" fmla="*/ 297601 h 503721"/>
                <a:gd name="connsiteX225" fmla="*/ 71344 w 392822"/>
                <a:gd name="connsiteY225" fmla="*/ 297601 h 503721"/>
                <a:gd name="connsiteX226" fmla="*/ 71344 w 392822"/>
                <a:gd name="connsiteY226" fmla="*/ 292279 h 503721"/>
                <a:gd name="connsiteX227" fmla="*/ 73789 w 392822"/>
                <a:gd name="connsiteY227" fmla="*/ 292279 h 503721"/>
                <a:gd name="connsiteX228" fmla="*/ 73789 w 392822"/>
                <a:gd name="connsiteY228" fmla="*/ 289690 h 503721"/>
                <a:gd name="connsiteX229" fmla="*/ 71344 w 392822"/>
                <a:gd name="connsiteY229" fmla="*/ 289690 h 503721"/>
                <a:gd name="connsiteX230" fmla="*/ 73789 w 392822"/>
                <a:gd name="connsiteY230" fmla="*/ 287245 h 503721"/>
                <a:gd name="connsiteX231" fmla="*/ 73789 w 392822"/>
                <a:gd name="connsiteY231" fmla="*/ 284656 h 503721"/>
                <a:gd name="connsiteX232" fmla="*/ 76378 w 392822"/>
                <a:gd name="connsiteY232" fmla="*/ 284656 h 503721"/>
                <a:gd name="connsiteX233" fmla="*/ 76378 w 392822"/>
                <a:gd name="connsiteY233" fmla="*/ 281923 h 503721"/>
                <a:gd name="connsiteX234" fmla="*/ 78823 w 392822"/>
                <a:gd name="connsiteY234" fmla="*/ 281923 h 503721"/>
                <a:gd name="connsiteX235" fmla="*/ 78823 w 392822"/>
                <a:gd name="connsiteY235" fmla="*/ 279478 h 503721"/>
                <a:gd name="connsiteX236" fmla="*/ 86590 w 392822"/>
                <a:gd name="connsiteY236" fmla="*/ 279478 h 503721"/>
                <a:gd name="connsiteX237" fmla="*/ 86590 w 392822"/>
                <a:gd name="connsiteY237" fmla="*/ 277033 h 503721"/>
                <a:gd name="connsiteX238" fmla="*/ 89036 w 392822"/>
                <a:gd name="connsiteY238" fmla="*/ 277033 h 503721"/>
                <a:gd name="connsiteX239" fmla="*/ 89036 w 392822"/>
                <a:gd name="connsiteY239" fmla="*/ 279478 h 503721"/>
                <a:gd name="connsiteX240" fmla="*/ 94214 w 392822"/>
                <a:gd name="connsiteY240" fmla="*/ 279478 h 503721"/>
                <a:gd name="connsiteX241" fmla="*/ 94214 w 392822"/>
                <a:gd name="connsiteY241" fmla="*/ 277033 h 503721"/>
                <a:gd name="connsiteX242" fmla="*/ 100111 w 392822"/>
                <a:gd name="connsiteY242" fmla="*/ 277033 h 503721"/>
                <a:gd name="connsiteX243" fmla="*/ 100111 w 392822"/>
                <a:gd name="connsiteY243" fmla="*/ 275307 h 503721"/>
                <a:gd name="connsiteX244" fmla="*/ 105289 w 392822"/>
                <a:gd name="connsiteY244" fmla="*/ 275307 h 503721"/>
                <a:gd name="connsiteX245" fmla="*/ 105289 w 392822"/>
                <a:gd name="connsiteY245" fmla="*/ 272574 h 503721"/>
                <a:gd name="connsiteX246" fmla="*/ 107879 w 392822"/>
                <a:gd name="connsiteY246" fmla="*/ 272574 h 503721"/>
                <a:gd name="connsiteX247" fmla="*/ 107879 w 392822"/>
                <a:gd name="connsiteY247" fmla="*/ 270129 h 503721"/>
                <a:gd name="connsiteX248" fmla="*/ 112769 w 392822"/>
                <a:gd name="connsiteY248" fmla="*/ 270129 h 503721"/>
                <a:gd name="connsiteX249" fmla="*/ 112769 w 392822"/>
                <a:gd name="connsiteY249" fmla="*/ 267683 h 503721"/>
                <a:gd name="connsiteX250" fmla="*/ 118091 w 392822"/>
                <a:gd name="connsiteY250" fmla="*/ 267683 h 503721"/>
                <a:gd name="connsiteX251" fmla="*/ 118091 w 392822"/>
                <a:gd name="connsiteY251" fmla="*/ 270129 h 503721"/>
                <a:gd name="connsiteX252" fmla="*/ 120536 w 392822"/>
                <a:gd name="connsiteY252" fmla="*/ 267683 h 503721"/>
                <a:gd name="connsiteX253" fmla="*/ 122981 w 392822"/>
                <a:gd name="connsiteY253" fmla="*/ 267683 h 503721"/>
                <a:gd name="connsiteX254" fmla="*/ 122981 w 392822"/>
                <a:gd name="connsiteY254" fmla="*/ 265094 h 503721"/>
                <a:gd name="connsiteX255" fmla="*/ 128303 w 392822"/>
                <a:gd name="connsiteY255" fmla="*/ 265094 h 503721"/>
                <a:gd name="connsiteX256" fmla="*/ 128303 w 392822"/>
                <a:gd name="connsiteY256" fmla="*/ 267683 h 503721"/>
                <a:gd name="connsiteX257" fmla="*/ 130749 w 392822"/>
                <a:gd name="connsiteY257" fmla="*/ 267683 h 503721"/>
                <a:gd name="connsiteX258" fmla="*/ 130749 w 392822"/>
                <a:gd name="connsiteY258" fmla="*/ 265094 h 503721"/>
                <a:gd name="connsiteX259" fmla="*/ 133194 w 392822"/>
                <a:gd name="connsiteY259" fmla="*/ 262361 h 503721"/>
                <a:gd name="connsiteX260" fmla="*/ 135927 w 392822"/>
                <a:gd name="connsiteY260" fmla="*/ 262361 h 503721"/>
                <a:gd name="connsiteX261" fmla="*/ 135927 w 392822"/>
                <a:gd name="connsiteY261" fmla="*/ 259916 h 503721"/>
                <a:gd name="connsiteX262" fmla="*/ 143263 w 392822"/>
                <a:gd name="connsiteY262" fmla="*/ 259916 h 503721"/>
                <a:gd name="connsiteX263" fmla="*/ 143263 w 392822"/>
                <a:gd name="connsiteY263" fmla="*/ 257471 h 503721"/>
                <a:gd name="connsiteX264" fmla="*/ 148441 w 392822"/>
                <a:gd name="connsiteY264" fmla="*/ 257471 h 503721"/>
                <a:gd name="connsiteX265" fmla="*/ 148441 w 392822"/>
                <a:gd name="connsiteY265" fmla="*/ 254881 h 503721"/>
                <a:gd name="connsiteX266" fmla="*/ 157647 w 392822"/>
                <a:gd name="connsiteY266" fmla="*/ 254881 h 503721"/>
                <a:gd name="connsiteX267" fmla="*/ 157647 w 392822"/>
                <a:gd name="connsiteY267" fmla="*/ 252149 h 503721"/>
                <a:gd name="connsiteX268" fmla="*/ 160236 w 392822"/>
                <a:gd name="connsiteY268" fmla="*/ 252149 h 503721"/>
                <a:gd name="connsiteX269" fmla="*/ 160236 w 392822"/>
                <a:gd name="connsiteY269" fmla="*/ 254881 h 503721"/>
                <a:gd name="connsiteX270" fmla="*/ 162681 w 392822"/>
                <a:gd name="connsiteY270" fmla="*/ 254881 h 503721"/>
                <a:gd name="connsiteX271" fmla="*/ 162681 w 392822"/>
                <a:gd name="connsiteY271" fmla="*/ 252149 h 503721"/>
                <a:gd name="connsiteX272" fmla="*/ 165414 w 392822"/>
                <a:gd name="connsiteY272" fmla="*/ 252149 h 503721"/>
                <a:gd name="connsiteX273" fmla="*/ 165414 w 392822"/>
                <a:gd name="connsiteY273" fmla="*/ 254881 h 503721"/>
                <a:gd name="connsiteX274" fmla="*/ 162681 w 392822"/>
                <a:gd name="connsiteY274" fmla="*/ 254881 h 503721"/>
                <a:gd name="connsiteX275" fmla="*/ 162681 w 392822"/>
                <a:gd name="connsiteY275" fmla="*/ 257471 h 503721"/>
                <a:gd name="connsiteX276" fmla="*/ 160236 w 392822"/>
                <a:gd name="connsiteY276" fmla="*/ 257471 h 503721"/>
                <a:gd name="connsiteX277" fmla="*/ 160236 w 392822"/>
                <a:gd name="connsiteY277" fmla="*/ 259916 h 503721"/>
                <a:gd name="connsiteX278" fmla="*/ 155201 w 392822"/>
                <a:gd name="connsiteY278" fmla="*/ 259916 h 503721"/>
                <a:gd name="connsiteX279" fmla="*/ 155201 w 392822"/>
                <a:gd name="connsiteY279" fmla="*/ 262361 h 503721"/>
                <a:gd name="connsiteX280" fmla="*/ 147434 w 392822"/>
                <a:gd name="connsiteY280" fmla="*/ 262361 h 503721"/>
                <a:gd name="connsiteX281" fmla="*/ 147434 w 392822"/>
                <a:gd name="connsiteY281" fmla="*/ 265094 h 503721"/>
                <a:gd name="connsiteX282" fmla="*/ 143263 w 392822"/>
                <a:gd name="connsiteY282" fmla="*/ 265094 h 503721"/>
                <a:gd name="connsiteX283" fmla="*/ 143263 w 392822"/>
                <a:gd name="connsiteY283" fmla="*/ 267683 h 503721"/>
                <a:gd name="connsiteX284" fmla="*/ 138372 w 392822"/>
                <a:gd name="connsiteY284" fmla="*/ 267683 h 503721"/>
                <a:gd name="connsiteX285" fmla="*/ 138372 w 392822"/>
                <a:gd name="connsiteY285" fmla="*/ 272574 h 503721"/>
                <a:gd name="connsiteX286" fmla="*/ 135783 w 392822"/>
                <a:gd name="connsiteY286" fmla="*/ 272574 h 503721"/>
                <a:gd name="connsiteX287" fmla="*/ 135783 w 392822"/>
                <a:gd name="connsiteY287" fmla="*/ 275307 h 503721"/>
                <a:gd name="connsiteX288" fmla="*/ 133050 w 392822"/>
                <a:gd name="connsiteY288" fmla="*/ 275307 h 503721"/>
                <a:gd name="connsiteX289" fmla="*/ 130605 w 392822"/>
                <a:gd name="connsiteY289" fmla="*/ 277896 h 503721"/>
                <a:gd name="connsiteX290" fmla="*/ 128160 w 392822"/>
                <a:gd name="connsiteY290" fmla="*/ 280341 h 503721"/>
                <a:gd name="connsiteX291" fmla="*/ 125570 w 392822"/>
                <a:gd name="connsiteY291" fmla="*/ 280341 h 503721"/>
                <a:gd name="connsiteX292" fmla="*/ 125570 w 392822"/>
                <a:gd name="connsiteY292" fmla="*/ 282786 h 503721"/>
                <a:gd name="connsiteX293" fmla="*/ 122838 w 392822"/>
                <a:gd name="connsiteY293" fmla="*/ 282786 h 503721"/>
                <a:gd name="connsiteX294" fmla="*/ 122838 w 392822"/>
                <a:gd name="connsiteY294" fmla="*/ 285519 h 503721"/>
                <a:gd name="connsiteX295" fmla="*/ 120393 w 392822"/>
                <a:gd name="connsiteY295" fmla="*/ 285519 h 503721"/>
                <a:gd name="connsiteX296" fmla="*/ 120393 w 392822"/>
                <a:gd name="connsiteY296" fmla="*/ 288108 h 503721"/>
                <a:gd name="connsiteX297" fmla="*/ 117947 w 392822"/>
                <a:gd name="connsiteY297" fmla="*/ 288108 h 503721"/>
                <a:gd name="connsiteX298" fmla="*/ 117947 w 392822"/>
                <a:gd name="connsiteY298" fmla="*/ 295732 h 503721"/>
                <a:gd name="connsiteX299" fmla="*/ 114495 w 392822"/>
                <a:gd name="connsiteY299" fmla="*/ 295732 h 503721"/>
                <a:gd name="connsiteX300" fmla="*/ 114495 w 392822"/>
                <a:gd name="connsiteY300" fmla="*/ 298321 h 503721"/>
                <a:gd name="connsiteX301" fmla="*/ 117084 w 392822"/>
                <a:gd name="connsiteY301" fmla="*/ 298321 h 503721"/>
                <a:gd name="connsiteX302" fmla="*/ 117084 w 392822"/>
                <a:gd name="connsiteY302" fmla="*/ 300766 h 503721"/>
                <a:gd name="connsiteX303" fmla="*/ 119530 w 392822"/>
                <a:gd name="connsiteY303" fmla="*/ 300766 h 503721"/>
                <a:gd name="connsiteX304" fmla="*/ 121975 w 392822"/>
                <a:gd name="connsiteY304" fmla="*/ 303211 h 503721"/>
                <a:gd name="connsiteX305" fmla="*/ 124707 w 392822"/>
                <a:gd name="connsiteY305" fmla="*/ 303211 h 503721"/>
                <a:gd name="connsiteX306" fmla="*/ 124707 w 392822"/>
                <a:gd name="connsiteY306" fmla="*/ 305656 h 503721"/>
                <a:gd name="connsiteX307" fmla="*/ 121975 w 392822"/>
                <a:gd name="connsiteY307" fmla="*/ 303211 h 503721"/>
                <a:gd name="connsiteX308" fmla="*/ 119530 w 392822"/>
                <a:gd name="connsiteY308" fmla="*/ 303211 h 503721"/>
                <a:gd name="connsiteX309" fmla="*/ 117084 w 392822"/>
                <a:gd name="connsiteY309" fmla="*/ 300766 h 503721"/>
                <a:gd name="connsiteX310" fmla="*/ 111762 w 392822"/>
                <a:gd name="connsiteY310" fmla="*/ 300766 h 503721"/>
                <a:gd name="connsiteX311" fmla="*/ 111762 w 392822"/>
                <a:gd name="connsiteY311" fmla="*/ 298321 h 503721"/>
                <a:gd name="connsiteX312" fmla="*/ 109317 w 392822"/>
                <a:gd name="connsiteY312" fmla="*/ 298321 h 503721"/>
                <a:gd name="connsiteX313" fmla="*/ 109317 w 392822"/>
                <a:gd name="connsiteY313" fmla="*/ 300766 h 503721"/>
                <a:gd name="connsiteX314" fmla="*/ 106872 w 392822"/>
                <a:gd name="connsiteY314" fmla="*/ 300766 h 503721"/>
                <a:gd name="connsiteX315" fmla="*/ 106872 w 392822"/>
                <a:gd name="connsiteY315" fmla="*/ 303211 h 503721"/>
                <a:gd name="connsiteX316" fmla="*/ 104283 w 392822"/>
                <a:gd name="connsiteY316" fmla="*/ 303211 h 503721"/>
                <a:gd name="connsiteX317" fmla="*/ 104283 w 392822"/>
                <a:gd name="connsiteY317" fmla="*/ 292999 h 503721"/>
                <a:gd name="connsiteX318" fmla="*/ 101837 w 392822"/>
                <a:gd name="connsiteY318" fmla="*/ 290553 h 503721"/>
                <a:gd name="connsiteX319" fmla="*/ 101837 w 392822"/>
                <a:gd name="connsiteY319" fmla="*/ 285519 h 503721"/>
                <a:gd name="connsiteX320" fmla="*/ 94070 w 392822"/>
                <a:gd name="connsiteY320" fmla="*/ 285519 h 503721"/>
                <a:gd name="connsiteX321" fmla="*/ 96659 w 392822"/>
                <a:gd name="connsiteY321" fmla="*/ 288108 h 503721"/>
                <a:gd name="connsiteX322" fmla="*/ 96659 w 392822"/>
                <a:gd name="connsiteY322" fmla="*/ 289690 h 503721"/>
                <a:gd name="connsiteX323" fmla="*/ 94070 w 392822"/>
                <a:gd name="connsiteY323" fmla="*/ 289690 h 503721"/>
                <a:gd name="connsiteX324" fmla="*/ 94070 w 392822"/>
                <a:gd name="connsiteY324" fmla="*/ 292136 h 503721"/>
                <a:gd name="connsiteX325" fmla="*/ 91625 w 392822"/>
                <a:gd name="connsiteY325" fmla="*/ 292136 h 503721"/>
                <a:gd name="connsiteX326" fmla="*/ 91625 w 392822"/>
                <a:gd name="connsiteY326" fmla="*/ 294868 h 503721"/>
                <a:gd name="connsiteX327" fmla="*/ 88892 w 392822"/>
                <a:gd name="connsiteY327" fmla="*/ 294868 h 503721"/>
                <a:gd name="connsiteX328" fmla="*/ 88892 w 392822"/>
                <a:gd name="connsiteY328" fmla="*/ 297458 h 503721"/>
                <a:gd name="connsiteX329" fmla="*/ 86446 w 392822"/>
                <a:gd name="connsiteY329" fmla="*/ 297458 h 503721"/>
                <a:gd name="connsiteX330" fmla="*/ 86446 w 392822"/>
                <a:gd name="connsiteY330" fmla="*/ 299903 h 503721"/>
                <a:gd name="connsiteX331" fmla="*/ 83857 w 392822"/>
                <a:gd name="connsiteY331" fmla="*/ 299903 h 503721"/>
                <a:gd name="connsiteX332" fmla="*/ 83857 w 392822"/>
                <a:gd name="connsiteY332" fmla="*/ 302348 h 503721"/>
                <a:gd name="connsiteX333" fmla="*/ 81412 w 392822"/>
                <a:gd name="connsiteY333" fmla="*/ 302348 h 503721"/>
                <a:gd name="connsiteX334" fmla="*/ 81412 w 392822"/>
                <a:gd name="connsiteY334" fmla="*/ 304793 h 503721"/>
                <a:gd name="connsiteX335" fmla="*/ 76234 w 392822"/>
                <a:gd name="connsiteY335" fmla="*/ 304793 h 503721"/>
                <a:gd name="connsiteX336" fmla="*/ 76234 w 392822"/>
                <a:gd name="connsiteY336" fmla="*/ 307670 h 503721"/>
                <a:gd name="connsiteX337" fmla="*/ 73645 w 392822"/>
                <a:gd name="connsiteY337" fmla="*/ 307670 h 503721"/>
                <a:gd name="connsiteX338" fmla="*/ 73645 w 392822"/>
                <a:gd name="connsiteY338" fmla="*/ 310116 h 503721"/>
                <a:gd name="connsiteX339" fmla="*/ 71200 w 392822"/>
                <a:gd name="connsiteY339" fmla="*/ 312561 h 503721"/>
                <a:gd name="connsiteX340" fmla="*/ 68467 w 392822"/>
                <a:gd name="connsiteY340" fmla="*/ 312561 h 503721"/>
                <a:gd name="connsiteX341" fmla="*/ 68467 w 392822"/>
                <a:gd name="connsiteY341" fmla="*/ 315006 h 503721"/>
                <a:gd name="connsiteX342" fmla="*/ 66022 w 392822"/>
                <a:gd name="connsiteY342" fmla="*/ 315006 h 503721"/>
                <a:gd name="connsiteX343" fmla="*/ 66022 w 392822"/>
                <a:gd name="connsiteY343" fmla="*/ 318458 h 503721"/>
                <a:gd name="connsiteX344" fmla="*/ 63433 w 392822"/>
                <a:gd name="connsiteY344" fmla="*/ 321047 h 503721"/>
                <a:gd name="connsiteX345" fmla="*/ 60987 w 392822"/>
                <a:gd name="connsiteY345" fmla="*/ 323492 h 503721"/>
                <a:gd name="connsiteX346" fmla="*/ 60987 w 392822"/>
                <a:gd name="connsiteY346" fmla="*/ 325937 h 503721"/>
                <a:gd name="connsiteX347" fmla="*/ 58254 w 392822"/>
                <a:gd name="connsiteY347" fmla="*/ 328670 h 503721"/>
                <a:gd name="connsiteX348" fmla="*/ 55809 w 392822"/>
                <a:gd name="connsiteY348" fmla="*/ 331260 h 503721"/>
                <a:gd name="connsiteX349" fmla="*/ 55809 w 392822"/>
                <a:gd name="connsiteY349" fmla="*/ 333705 h 503721"/>
                <a:gd name="connsiteX350" fmla="*/ 53364 w 392822"/>
                <a:gd name="connsiteY350" fmla="*/ 333705 h 503721"/>
                <a:gd name="connsiteX351" fmla="*/ 53364 w 392822"/>
                <a:gd name="connsiteY351" fmla="*/ 336150 h 503721"/>
                <a:gd name="connsiteX352" fmla="*/ 50775 w 392822"/>
                <a:gd name="connsiteY352" fmla="*/ 336150 h 503721"/>
                <a:gd name="connsiteX353" fmla="*/ 50775 w 392822"/>
                <a:gd name="connsiteY353" fmla="*/ 341472 h 503721"/>
                <a:gd name="connsiteX354" fmla="*/ 48042 w 392822"/>
                <a:gd name="connsiteY354" fmla="*/ 341472 h 503721"/>
                <a:gd name="connsiteX355" fmla="*/ 48042 w 392822"/>
                <a:gd name="connsiteY355" fmla="*/ 343917 h 503721"/>
                <a:gd name="connsiteX356" fmla="*/ 45596 w 392822"/>
                <a:gd name="connsiteY356" fmla="*/ 343917 h 503721"/>
                <a:gd name="connsiteX357" fmla="*/ 45596 w 392822"/>
                <a:gd name="connsiteY357" fmla="*/ 349096 h 503721"/>
                <a:gd name="connsiteX358" fmla="*/ 43151 w 392822"/>
                <a:gd name="connsiteY358" fmla="*/ 349096 h 503721"/>
                <a:gd name="connsiteX359" fmla="*/ 43151 w 392822"/>
                <a:gd name="connsiteY359" fmla="*/ 351685 h 503721"/>
                <a:gd name="connsiteX360" fmla="*/ 40562 w 392822"/>
                <a:gd name="connsiteY360" fmla="*/ 351685 h 503721"/>
                <a:gd name="connsiteX361" fmla="*/ 40562 w 392822"/>
                <a:gd name="connsiteY361" fmla="*/ 354130 h 503721"/>
                <a:gd name="connsiteX362" fmla="*/ 37830 w 392822"/>
                <a:gd name="connsiteY362" fmla="*/ 356575 h 503721"/>
                <a:gd name="connsiteX363" fmla="*/ 37830 w 392822"/>
                <a:gd name="connsiteY363" fmla="*/ 359308 h 503721"/>
                <a:gd name="connsiteX364" fmla="*/ 35384 w 392822"/>
                <a:gd name="connsiteY364" fmla="*/ 359308 h 503721"/>
                <a:gd name="connsiteX365" fmla="*/ 35384 w 392822"/>
                <a:gd name="connsiteY365" fmla="*/ 361609 h 503721"/>
                <a:gd name="connsiteX366" fmla="*/ 32939 w 392822"/>
                <a:gd name="connsiteY366" fmla="*/ 364055 h 503721"/>
                <a:gd name="connsiteX367" fmla="*/ 30350 w 392822"/>
                <a:gd name="connsiteY367" fmla="*/ 366500 h 503721"/>
                <a:gd name="connsiteX368" fmla="*/ 30350 w 392822"/>
                <a:gd name="connsiteY368" fmla="*/ 369233 h 503721"/>
                <a:gd name="connsiteX369" fmla="*/ 28192 w 392822"/>
                <a:gd name="connsiteY369" fmla="*/ 369233 h 503721"/>
                <a:gd name="connsiteX370" fmla="*/ 28192 w 392822"/>
                <a:gd name="connsiteY370" fmla="*/ 371822 h 503721"/>
                <a:gd name="connsiteX371" fmla="*/ 25459 w 392822"/>
                <a:gd name="connsiteY371" fmla="*/ 371822 h 503721"/>
                <a:gd name="connsiteX372" fmla="*/ 25459 w 392822"/>
                <a:gd name="connsiteY372" fmla="*/ 376712 h 503721"/>
                <a:gd name="connsiteX373" fmla="*/ 23014 w 392822"/>
                <a:gd name="connsiteY373" fmla="*/ 376712 h 503721"/>
                <a:gd name="connsiteX374" fmla="*/ 23014 w 392822"/>
                <a:gd name="connsiteY374" fmla="*/ 382035 h 503721"/>
                <a:gd name="connsiteX375" fmla="*/ 20425 w 392822"/>
                <a:gd name="connsiteY375" fmla="*/ 382035 h 503721"/>
                <a:gd name="connsiteX376" fmla="*/ 20425 w 392822"/>
                <a:gd name="connsiteY376" fmla="*/ 384480 h 503721"/>
                <a:gd name="connsiteX377" fmla="*/ 25459 w 392822"/>
                <a:gd name="connsiteY377" fmla="*/ 384480 h 503721"/>
                <a:gd name="connsiteX378" fmla="*/ 25459 w 392822"/>
                <a:gd name="connsiteY378" fmla="*/ 382035 h 503721"/>
                <a:gd name="connsiteX379" fmla="*/ 28192 w 392822"/>
                <a:gd name="connsiteY379" fmla="*/ 382035 h 503721"/>
                <a:gd name="connsiteX380" fmla="*/ 28192 w 392822"/>
                <a:gd name="connsiteY380" fmla="*/ 379445 h 503721"/>
                <a:gd name="connsiteX381" fmla="*/ 30638 w 392822"/>
                <a:gd name="connsiteY381" fmla="*/ 379445 h 503721"/>
                <a:gd name="connsiteX382" fmla="*/ 30638 w 392822"/>
                <a:gd name="connsiteY382" fmla="*/ 376712 h 503721"/>
                <a:gd name="connsiteX383" fmla="*/ 33227 w 392822"/>
                <a:gd name="connsiteY383" fmla="*/ 376712 h 503721"/>
                <a:gd name="connsiteX384" fmla="*/ 33227 w 392822"/>
                <a:gd name="connsiteY384" fmla="*/ 374267 h 503721"/>
                <a:gd name="connsiteX385" fmla="*/ 35672 w 392822"/>
                <a:gd name="connsiteY385" fmla="*/ 374267 h 503721"/>
                <a:gd name="connsiteX386" fmla="*/ 35672 w 392822"/>
                <a:gd name="connsiteY386" fmla="*/ 376712 h 503721"/>
                <a:gd name="connsiteX387" fmla="*/ 33227 w 392822"/>
                <a:gd name="connsiteY387" fmla="*/ 376712 h 503721"/>
                <a:gd name="connsiteX388" fmla="*/ 33227 w 392822"/>
                <a:gd name="connsiteY388" fmla="*/ 384480 h 503721"/>
                <a:gd name="connsiteX389" fmla="*/ 30638 w 392822"/>
                <a:gd name="connsiteY389" fmla="*/ 384480 h 503721"/>
                <a:gd name="connsiteX390" fmla="*/ 30638 w 392822"/>
                <a:gd name="connsiteY390" fmla="*/ 386925 h 503721"/>
                <a:gd name="connsiteX391" fmla="*/ 28192 w 392822"/>
                <a:gd name="connsiteY391" fmla="*/ 386925 h 503721"/>
                <a:gd name="connsiteX392" fmla="*/ 28192 w 392822"/>
                <a:gd name="connsiteY392" fmla="*/ 390377 h 503721"/>
                <a:gd name="connsiteX393" fmla="*/ 23014 w 392822"/>
                <a:gd name="connsiteY393" fmla="*/ 390377 h 503721"/>
                <a:gd name="connsiteX394" fmla="*/ 23014 w 392822"/>
                <a:gd name="connsiteY394" fmla="*/ 387644 h 503721"/>
                <a:gd name="connsiteX395" fmla="*/ 20425 w 392822"/>
                <a:gd name="connsiteY395" fmla="*/ 385199 h 503721"/>
                <a:gd name="connsiteX396" fmla="*/ 17980 w 392822"/>
                <a:gd name="connsiteY396" fmla="*/ 385199 h 503721"/>
                <a:gd name="connsiteX397" fmla="*/ 17980 w 392822"/>
                <a:gd name="connsiteY397" fmla="*/ 390377 h 503721"/>
                <a:gd name="connsiteX398" fmla="*/ 15247 w 392822"/>
                <a:gd name="connsiteY398" fmla="*/ 390377 h 503721"/>
                <a:gd name="connsiteX399" fmla="*/ 15247 w 392822"/>
                <a:gd name="connsiteY399" fmla="*/ 392966 h 503721"/>
                <a:gd name="connsiteX400" fmla="*/ 12801 w 392822"/>
                <a:gd name="connsiteY400" fmla="*/ 392966 h 503721"/>
                <a:gd name="connsiteX401" fmla="*/ 12801 w 392822"/>
                <a:gd name="connsiteY401" fmla="*/ 395412 h 503721"/>
                <a:gd name="connsiteX402" fmla="*/ 10212 w 392822"/>
                <a:gd name="connsiteY402" fmla="*/ 397857 h 503721"/>
                <a:gd name="connsiteX403" fmla="*/ 10212 w 392822"/>
                <a:gd name="connsiteY403" fmla="*/ 400302 h 503721"/>
                <a:gd name="connsiteX404" fmla="*/ 7767 w 392822"/>
                <a:gd name="connsiteY404" fmla="*/ 400302 h 503721"/>
                <a:gd name="connsiteX405" fmla="*/ 7767 w 392822"/>
                <a:gd name="connsiteY405" fmla="*/ 404761 h 503721"/>
                <a:gd name="connsiteX406" fmla="*/ 5034 w 392822"/>
                <a:gd name="connsiteY406" fmla="*/ 404761 h 503721"/>
                <a:gd name="connsiteX407" fmla="*/ 5034 w 392822"/>
                <a:gd name="connsiteY407" fmla="*/ 409651 h 503721"/>
                <a:gd name="connsiteX408" fmla="*/ 2589 w 392822"/>
                <a:gd name="connsiteY408" fmla="*/ 409651 h 503721"/>
                <a:gd name="connsiteX409" fmla="*/ 2589 w 392822"/>
                <a:gd name="connsiteY409" fmla="*/ 414973 h 503721"/>
                <a:gd name="connsiteX410" fmla="*/ 0 w 392822"/>
                <a:gd name="connsiteY410" fmla="*/ 417419 h 503721"/>
                <a:gd name="connsiteX411" fmla="*/ 0 w 392822"/>
                <a:gd name="connsiteY411" fmla="*/ 425186 h 503721"/>
                <a:gd name="connsiteX412" fmla="*/ 2589 w 392822"/>
                <a:gd name="connsiteY412" fmla="*/ 425186 h 503721"/>
                <a:gd name="connsiteX413" fmla="*/ 2589 w 392822"/>
                <a:gd name="connsiteY413" fmla="*/ 417419 h 503721"/>
                <a:gd name="connsiteX414" fmla="*/ 5034 w 392822"/>
                <a:gd name="connsiteY414" fmla="*/ 417419 h 503721"/>
                <a:gd name="connsiteX415" fmla="*/ 5034 w 392822"/>
                <a:gd name="connsiteY415" fmla="*/ 412384 h 503721"/>
                <a:gd name="connsiteX416" fmla="*/ 7767 w 392822"/>
                <a:gd name="connsiteY416" fmla="*/ 412384 h 503721"/>
                <a:gd name="connsiteX417" fmla="*/ 7767 w 392822"/>
                <a:gd name="connsiteY417" fmla="*/ 407206 h 503721"/>
                <a:gd name="connsiteX418" fmla="*/ 10212 w 392822"/>
                <a:gd name="connsiteY418" fmla="*/ 404761 h 503721"/>
                <a:gd name="connsiteX419" fmla="*/ 10212 w 392822"/>
                <a:gd name="connsiteY419" fmla="*/ 402172 h 503721"/>
                <a:gd name="connsiteX420" fmla="*/ 12801 w 392822"/>
                <a:gd name="connsiteY420" fmla="*/ 402172 h 503721"/>
                <a:gd name="connsiteX421" fmla="*/ 12801 w 392822"/>
                <a:gd name="connsiteY421" fmla="*/ 399439 h 503721"/>
                <a:gd name="connsiteX422" fmla="*/ 15247 w 392822"/>
                <a:gd name="connsiteY422" fmla="*/ 399439 h 503721"/>
                <a:gd name="connsiteX423" fmla="*/ 15247 w 392822"/>
                <a:gd name="connsiteY423" fmla="*/ 396994 h 503721"/>
                <a:gd name="connsiteX424" fmla="*/ 20425 w 392822"/>
                <a:gd name="connsiteY424" fmla="*/ 396994 h 503721"/>
                <a:gd name="connsiteX425" fmla="*/ 20425 w 392822"/>
                <a:gd name="connsiteY425" fmla="*/ 399439 h 503721"/>
                <a:gd name="connsiteX426" fmla="*/ 17980 w 392822"/>
                <a:gd name="connsiteY426" fmla="*/ 399439 h 503721"/>
                <a:gd name="connsiteX427" fmla="*/ 17980 w 392822"/>
                <a:gd name="connsiteY427" fmla="*/ 404761 h 503721"/>
                <a:gd name="connsiteX428" fmla="*/ 15247 w 392822"/>
                <a:gd name="connsiteY428" fmla="*/ 404761 h 503721"/>
                <a:gd name="connsiteX429" fmla="*/ 15247 w 392822"/>
                <a:gd name="connsiteY429" fmla="*/ 409651 h 503721"/>
                <a:gd name="connsiteX430" fmla="*/ 12801 w 392822"/>
                <a:gd name="connsiteY430" fmla="*/ 409651 h 503721"/>
                <a:gd name="connsiteX431" fmla="*/ 12801 w 392822"/>
                <a:gd name="connsiteY431" fmla="*/ 414973 h 503721"/>
                <a:gd name="connsiteX432" fmla="*/ 10212 w 392822"/>
                <a:gd name="connsiteY432" fmla="*/ 414973 h 503721"/>
                <a:gd name="connsiteX433" fmla="*/ 10212 w 392822"/>
                <a:gd name="connsiteY433" fmla="*/ 422597 h 503721"/>
                <a:gd name="connsiteX434" fmla="*/ 7767 w 392822"/>
                <a:gd name="connsiteY434" fmla="*/ 422597 h 503721"/>
                <a:gd name="connsiteX435" fmla="*/ 7767 w 392822"/>
                <a:gd name="connsiteY435" fmla="*/ 435399 h 503721"/>
                <a:gd name="connsiteX436" fmla="*/ 10212 w 392822"/>
                <a:gd name="connsiteY436" fmla="*/ 437844 h 503721"/>
                <a:gd name="connsiteX437" fmla="*/ 10212 w 392822"/>
                <a:gd name="connsiteY437" fmla="*/ 445611 h 503721"/>
                <a:gd name="connsiteX438" fmla="*/ 7767 w 392822"/>
                <a:gd name="connsiteY438" fmla="*/ 445611 h 503721"/>
                <a:gd name="connsiteX439" fmla="*/ 7767 w 392822"/>
                <a:gd name="connsiteY439" fmla="*/ 450501 h 503721"/>
                <a:gd name="connsiteX440" fmla="*/ 10212 w 392822"/>
                <a:gd name="connsiteY440" fmla="*/ 453234 h 503721"/>
                <a:gd name="connsiteX441" fmla="*/ 10212 w 392822"/>
                <a:gd name="connsiteY441" fmla="*/ 455823 h 503721"/>
                <a:gd name="connsiteX442" fmla="*/ 12801 w 392822"/>
                <a:gd name="connsiteY442" fmla="*/ 455823 h 503721"/>
                <a:gd name="connsiteX443" fmla="*/ 12801 w 392822"/>
                <a:gd name="connsiteY443" fmla="*/ 458269 h 503721"/>
                <a:gd name="connsiteX444" fmla="*/ 15247 w 392822"/>
                <a:gd name="connsiteY444" fmla="*/ 460714 h 503721"/>
                <a:gd name="connsiteX445" fmla="*/ 15247 w 392822"/>
                <a:gd name="connsiteY445" fmla="*/ 463447 h 503721"/>
                <a:gd name="connsiteX446" fmla="*/ 17980 w 392822"/>
                <a:gd name="connsiteY446" fmla="*/ 463447 h 503721"/>
                <a:gd name="connsiteX447" fmla="*/ 17980 w 392822"/>
                <a:gd name="connsiteY447" fmla="*/ 468481 h 503721"/>
                <a:gd name="connsiteX448" fmla="*/ 20425 w 392822"/>
                <a:gd name="connsiteY448" fmla="*/ 470927 h 503721"/>
                <a:gd name="connsiteX449" fmla="*/ 20425 w 392822"/>
                <a:gd name="connsiteY449" fmla="*/ 478694 h 503721"/>
                <a:gd name="connsiteX450" fmla="*/ 23014 w 392822"/>
                <a:gd name="connsiteY450" fmla="*/ 478694 h 503721"/>
                <a:gd name="connsiteX451" fmla="*/ 23014 w 392822"/>
                <a:gd name="connsiteY451" fmla="*/ 486317 h 503721"/>
                <a:gd name="connsiteX452" fmla="*/ 25459 w 392822"/>
                <a:gd name="connsiteY452" fmla="*/ 483584 h 503721"/>
                <a:gd name="connsiteX453" fmla="*/ 25459 w 392822"/>
                <a:gd name="connsiteY453" fmla="*/ 486317 h 503721"/>
                <a:gd name="connsiteX454" fmla="*/ 28192 w 392822"/>
                <a:gd name="connsiteY454" fmla="*/ 486317 h 503721"/>
                <a:gd name="connsiteX455" fmla="*/ 28192 w 392822"/>
                <a:gd name="connsiteY455" fmla="*/ 488906 h 503721"/>
                <a:gd name="connsiteX456" fmla="*/ 33227 w 392822"/>
                <a:gd name="connsiteY456" fmla="*/ 488906 h 503721"/>
                <a:gd name="connsiteX457" fmla="*/ 33227 w 392822"/>
                <a:gd name="connsiteY457" fmla="*/ 493797 h 503721"/>
                <a:gd name="connsiteX458" fmla="*/ 35672 w 392822"/>
                <a:gd name="connsiteY458" fmla="*/ 493797 h 503721"/>
                <a:gd name="connsiteX459" fmla="*/ 35672 w 392822"/>
                <a:gd name="connsiteY459" fmla="*/ 491064 h 503721"/>
                <a:gd name="connsiteX460" fmla="*/ 38117 w 392822"/>
                <a:gd name="connsiteY460" fmla="*/ 491064 h 503721"/>
                <a:gd name="connsiteX461" fmla="*/ 38117 w 392822"/>
                <a:gd name="connsiteY461" fmla="*/ 486029 h 503721"/>
                <a:gd name="connsiteX462" fmla="*/ 40850 w 392822"/>
                <a:gd name="connsiteY462" fmla="*/ 486029 h 503721"/>
                <a:gd name="connsiteX463" fmla="*/ 40850 w 392822"/>
                <a:gd name="connsiteY463" fmla="*/ 483296 h 503721"/>
                <a:gd name="connsiteX464" fmla="*/ 43439 w 392822"/>
                <a:gd name="connsiteY464" fmla="*/ 483296 h 503721"/>
                <a:gd name="connsiteX465" fmla="*/ 43439 w 392822"/>
                <a:gd name="connsiteY465" fmla="*/ 486029 h 503721"/>
                <a:gd name="connsiteX466" fmla="*/ 45884 w 392822"/>
                <a:gd name="connsiteY466" fmla="*/ 488618 h 503721"/>
                <a:gd name="connsiteX467" fmla="*/ 45884 w 392822"/>
                <a:gd name="connsiteY467" fmla="*/ 486029 h 503721"/>
                <a:gd name="connsiteX468" fmla="*/ 48329 w 392822"/>
                <a:gd name="connsiteY468" fmla="*/ 486029 h 503721"/>
                <a:gd name="connsiteX469" fmla="*/ 48329 w 392822"/>
                <a:gd name="connsiteY469" fmla="*/ 483296 h 503721"/>
                <a:gd name="connsiteX470" fmla="*/ 53651 w 392822"/>
                <a:gd name="connsiteY470" fmla="*/ 483296 h 503721"/>
                <a:gd name="connsiteX471" fmla="*/ 53651 w 392822"/>
                <a:gd name="connsiteY471" fmla="*/ 488618 h 503721"/>
                <a:gd name="connsiteX472" fmla="*/ 56097 w 392822"/>
                <a:gd name="connsiteY472" fmla="*/ 491064 h 503721"/>
                <a:gd name="connsiteX473" fmla="*/ 56097 w 392822"/>
                <a:gd name="connsiteY473" fmla="*/ 486029 h 503721"/>
                <a:gd name="connsiteX474" fmla="*/ 58542 w 392822"/>
                <a:gd name="connsiteY474" fmla="*/ 486029 h 503721"/>
                <a:gd name="connsiteX475" fmla="*/ 58542 w 392822"/>
                <a:gd name="connsiteY475" fmla="*/ 491064 h 503721"/>
                <a:gd name="connsiteX476" fmla="*/ 56960 w 392822"/>
                <a:gd name="connsiteY476" fmla="*/ 491064 h 503721"/>
                <a:gd name="connsiteX477" fmla="*/ 56960 w 392822"/>
                <a:gd name="connsiteY477" fmla="*/ 496242 h 503721"/>
                <a:gd name="connsiteX478" fmla="*/ 62138 w 392822"/>
                <a:gd name="connsiteY478" fmla="*/ 496242 h 503721"/>
                <a:gd name="connsiteX479" fmla="*/ 62138 w 392822"/>
                <a:gd name="connsiteY479" fmla="*/ 498831 h 503721"/>
                <a:gd name="connsiteX480" fmla="*/ 64583 w 392822"/>
                <a:gd name="connsiteY480" fmla="*/ 498831 h 503721"/>
                <a:gd name="connsiteX481" fmla="*/ 64583 w 392822"/>
                <a:gd name="connsiteY481" fmla="*/ 501276 h 503721"/>
                <a:gd name="connsiteX482" fmla="*/ 67172 w 392822"/>
                <a:gd name="connsiteY482" fmla="*/ 501276 h 503721"/>
                <a:gd name="connsiteX483" fmla="*/ 67172 w 392822"/>
                <a:gd name="connsiteY483" fmla="*/ 503722 h 503721"/>
                <a:gd name="connsiteX484" fmla="*/ 69618 w 392822"/>
                <a:gd name="connsiteY484" fmla="*/ 503722 h 503721"/>
                <a:gd name="connsiteX485" fmla="*/ 72351 w 392822"/>
                <a:gd name="connsiteY485" fmla="*/ 501276 h 503721"/>
                <a:gd name="connsiteX486" fmla="*/ 72351 w 392822"/>
                <a:gd name="connsiteY486" fmla="*/ 503722 h 503721"/>
                <a:gd name="connsiteX487" fmla="*/ 74796 w 392822"/>
                <a:gd name="connsiteY487" fmla="*/ 503722 h 503721"/>
                <a:gd name="connsiteX488" fmla="*/ 74796 w 392822"/>
                <a:gd name="connsiteY488" fmla="*/ 498831 h 503721"/>
                <a:gd name="connsiteX489" fmla="*/ 77385 w 392822"/>
                <a:gd name="connsiteY489" fmla="*/ 498831 h 503721"/>
                <a:gd name="connsiteX490" fmla="*/ 77385 w 392822"/>
                <a:gd name="connsiteY490" fmla="*/ 493509 h 503721"/>
                <a:gd name="connsiteX491" fmla="*/ 79830 w 392822"/>
                <a:gd name="connsiteY491" fmla="*/ 493509 h 503721"/>
                <a:gd name="connsiteX492" fmla="*/ 79830 w 392822"/>
                <a:gd name="connsiteY492" fmla="*/ 496242 h 503721"/>
                <a:gd name="connsiteX493" fmla="*/ 82563 w 392822"/>
                <a:gd name="connsiteY493" fmla="*/ 496242 h 503721"/>
                <a:gd name="connsiteX494" fmla="*/ 82563 w 392822"/>
                <a:gd name="connsiteY494" fmla="*/ 498831 h 503721"/>
                <a:gd name="connsiteX495" fmla="*/ 87597 w 392822"/>
                <a:gd name="connsiteY495" fmla="*/ 498831 h 503721"/>
                <a:gd name="connsiteX496" fmla="*/ 87597 w 392822"/>
                <a:gd name="connsiteY496" fmla="*/ 488618 h 503721"/>
                <a:gd name="connsiteX497" fmla="*/ 85008 w 392822"/>
                <a:gd name="connsiteY497" fmla="*/ 488618 h 503721"/>
                <a:gd name="connsiteX498" fmla="*/ 85008 w 392822"/>
                <a:gd name="connsiteY498" fmla="*/ 486029 h 503721"/>
                <a:gd name="connsiteX499" fmla="*/ 87597 w 392822"/>
                <a:gd name="connsiteY499" fmla="*/ 486029 h 503721"/>
                <a:gd name="connsiteX500" fmla="*/ 87597 w 392822"/>
                <a:gd name="connsiteY500" fmla="*/ 488618 h 503721"/>
                <a:gd name="connsiteX501" fmla="*/ 95221 w 392822"/>
                <a:gd name="connsiteY501" fmla="*/ 488618 h 503721"/>
                <a:gd name="connsiteX502" fmla="*/ 95221 w 392822"/>
                <a:gd name="connsiteY502" fmla="*/ 486029 h 503721"/>
                <a:gd name="connsiteX503" fmla="*/ 92775 w 392822"/>
                <a:gd name="connsiteY503" fmla="*/ 483296 h 503721"/>
                <a:gd name="connsiteX504" fmla="*/ 92775 w 392822"/>
                <a:gd name="connsiteY504" fmla="*/ 476680 h 503721"/>
                <a:gd name="connsiteX505" fmla="*/ 90042 w 392822"/>
                <a:gd name="connsiteY505" fmla="*/ 476680 h 503721"/>
                <a:gd name="connsiteX506" fmla="*/ 90042 w 392822"/>
                <a:gd name="connsiteY506" fmla="*/ 474091 h 503721"/>
                <a:gd name="connsiteX507" fmla="*/ 87597 w 392822"/>
                <a:gd name="connsiteY507" fmla="*/ 474091 h 503721"/>
                <a:gd name="connsiteX508" fmla="*/ 87597 w 392822"/>
                <a:gd name="connsiteY508" fmla="*/ 466468 h 503721"/>
                <a:gd name="connsiteX509" fmla="*/ 90042 w 392822"/>
                <a:gd name="connsiteY509" fmla="*/ 468913 h 503721"/>
                <a:gd name="connsiteX510" fmla="*/ 90042 w 392822"/>
                <a:gd name="connsiteY510" fmla="*/ 474091 h 503721"/>
                <a:gd name="connsiteX511" fmla="*/ 92775 w 392822"/>
                <a:gd name="connsiteY511" fmla="*/ 474091 h 503721"/>
                <a:gd name="connsiteX512" fmla="*/ 95221 w 392822"/>
                <a:gd name="connsiteY512" fmla="*/ 476680 h 503721"/>
                <a:gd name="connsiteX513" fmla="*/ 97810 w 392822"/>
                <a:gd name="connsiteY513" fmla="*/ 476680 h 503721"/>
                <a:gd name="connsiteX514" fmla="*/ 97810 w 392822"/>
                <a:gd name="connsiteY514" fmla="*/ 468913 h 503721"/>
                <a:gd name="connsiteX515" fmla="*/ 95221 w 392822"/>
                <a:gd name="connsiteY515" fmla="*/ 466468 h 503721"/>
                <a:gd name="connsiteX516" fmla="*/ 95221 w 392822"/>
                <a:gd name="connsiteY516" fmla="*/ 463878 h 503721"/>
                <a:gd name="connsiteX517" fmla="*/ 97810 w 392822"/>
                <a:gd name="connsiteY517" fmla="*/ 463878 h 503721"/>
                <a:gd name="connsiteX518" fmla="*/ 97810 w 392822"/>
                <a:gd name="connsiteY518" fmla="*/ 466468 h 503721"/>
                <a:gd name="connsiteX519" fmla="*/ 100111 w 392822"/>
                <a:gd name="connsiteY519" fmla="*/ 466468 h 503721"/>
                <a:gd name="connsiteX520" fmla="*/ 102844 w 392822"/>
                <a:gd name="connsiteY520" fmla="*/ 463878 h 503721"/>
                <a:gd name="connsiteX521" fmla="*/ 102844 w 392822"/>
                <a:gd name="connsiteY521" fmla="*/ 471358 h 503721"/>
                <a:gd name="connsiteX522" fmla="*/ 105289 w 392822"/>
                <a:gd name="connsiteY522" fmla="*/ 471358 h 503721"/>
                <a:gd name="connsiteX523" fmla="*/ 105289 w 392822"/>
                <a:gd name="connsiteY523" fmla="*/ 468913 h 503721"/>
                <a:gd name="connsiteX524" fmla="*/ 107879 w 392822"/>
                <a:gd name="connsiteY524" fmla="*/ 468913 h 503721"/>
                <a:gd name="connsiteX525" fmla="*/ 107879 w 392822"/>
                <a:gd name="connsiteY525" fmla="*/ 466468 h 503721"/>
                <a:gd name="connsiteX526" fmla="*/ 105289 w 392822"/>
                <a:gd name="connsiteY526" fmla="*/ 466468 h 503721"/>
                <a:gd name="connsiteX527" fmla="*/ 105289 w 392822"/>
                <a:gd name="connsiteY527" fmla="*/ 461146 h 503721"/>
                <a:gd name="connsiteX528" fmla="*/ 107879 w 392822"/>
                <a:gd name="connsiteY528" fmla="*/ 461146 h 503721"/>
                <a:gd name="connsiteX529" fmla="*/ 107879 w 392822"/>
                <a:gd name="connsiteY529" fmla="*/ 463878 h 503721"/>
                <a:gd name="connsiteX530" fmla="*/ 110324 w 392822"/>
                <a:gd name="connsiteY530" fmla="*/ 463878 h 503721"/>
                <a:gd name="connsiteX531" fmla="*/ 110324 w 392822"/>
                <a:gd name="connsiteY531" fmla="*/ 466468 h 503721"/>
                <a:gd name="connsiteX532" fmla="*/ 112769 w 392822"/>
                <a:gd name="connsiteY532" fmla="*/ 466468 h 503721"/>
                <a:gd name="connsiteX533" fmla="*/ 112769 w 392822"/>
                <a:gd name="connsiteY533" fmla="*/ 461146 h 503721"/>
                <a:gd name="connsiteX534" fmla="*/ 110324 w 392822"/>
                <a:gd name="connsiteY534" fmla="*/ 458700 h 503721"/>
                <a:gd name="connsiteX535" fmla="*/ 114495 w 392822"/>
                <a:gd name="connsiteY535" fmla="*/ 458700 h 503721"/>
                <a:gd name="connsiteX536" fmla="*/ 114495 w 392822"/>
                <a:gd name="connsiteY536" fmla="*/ 453666 h 503721"/>
                <a:gd name="connsiteX537" fmla="*/ 117084 w 392822"/>
                <a:gd name="connsiteY537" fmla="*/ 453666 h 503721"/>
                <a:gd name="connsiteX538" fmla="*/ 117084 w 392822"/>
                <a:gd name="connsiteY538" fmla="*/ 446042 h 503721"/>
                <a:gd name="connsiteX539" fmla="*/ 111762 w 392822"/>
                <a:gd name="connsiteY539" fmla="*/ 446042 h 503721"/>
                <a:gd name="connsiteX540" fmla="*/ 111762 w 392822"/>
                <a:gd name="connsiteY540" fmla="*/ 443453 h 503721"/>
                <a:gd name="connsiteX541" fmla="*/ 117084 w 392822"/>
                <a:gd name="connsiteY541" fmla="*/ 443453 h 503721"/>
                <a:gd name="connsiteX542" fmla="*/ 117084 w 392822"/>
                <a:gd name="connsiteY542" fmla="*/ 446042 h 503721"/>
                <a:gd name="connsiteX543" fmla="*/ 119530 w 392822"/>
                <a:gd name="connsiteY543" fmla="*/ 448488 h 503721"/>
                <a:gd name="connsiteX544" fmla="*/ 119530 w 392822"/>
                <a:gd name="connsiteY544" fmla="*/ 446042 h 503721"/>
                <a:gd name="connsiteX545" fmla="*/ 121975 w 392822"/>
                <a:gd name="connsiteY545" fmla="*/ 446042 h 503721"/>
                <a:gd name="connsiteX546" fmla="*/ 121975 w 392822"/>
                <a:gd name="connsiteY546" fmla="*/ 438275 h 503721"/>
                <a:gd name="connsiteX547" fmla="*/ 117084 w 392822"/>
                <a:gd name="connsiteY547" fmla="*/ 438275 h 503721"/>
                <a:gd name="connsiteX548" fmla="*/ 117084 w 392822"/>
                <a:gd name="connsiteY548" fmla="*/ 433529 h 503721"/>
                <a:gd name="connsiteX549" fmla="*/ 121975 w 392822"/>
                <a:gd name="connsiteY549" fmla="*/ 433529 h 503721"/>
                <a:gd name="connsiteX550" fmla="*/ 121975 w 392822"/>
                <a:gd name="connsiteY550" fmla="*/ 430796 h 503721"/>
                <a:gd name="connsiteX551" fmla="*/ 124707 w 392822"/>
                <a:gd name="connsiteY551" fmla="*/ 428351 h 503721"/>
                <a:gd name="connsiteX552" fmla="*/ 124707 w 392822"/>
                <a:gd name="connsiteY552" fmla="*/ 425905 h 503721"/>
                <a:gd name="connsiteX553" fmla="*/ 127297 w 392822"/>
                <a:gd name="connsiteY553" fmla="*/ 425905 h 503721"/>
                <a:gd name="connsiteX554" fmla="*/ 127297 w 392822"/>
                <a:gd name="connsiteY554" fmla="*/ 423316 h 503721"/>
                <a:gd name="connsiteX555" fmla="*/ 124707 w 392822"/>
                <a:gd name="connsiteY555" fmla="*/ 423316 h 503721"/>
                <a:gd name="connsiteX556" fmla="*/ 124707 w 392822"/>
                <a:gd name="connsiteY556" fmla="*/ 418138 h 503721"/>
                <a:gd name="connsiteX557" fmla="*/ 129742 w 392822"/>
                <a:gd name="connsiteY557" fmla="*/ 418138 h 503721"/>
                <a:gd name="connsiteX558" fmla="*/ 129742 w 392822"/>
                <a:gd name="connsiteY558" fmla="*/ 415693 h 503721"/>
                <a:gd name="connsiteX559" fmla="*/ 132187 w 392822"/>
                <a:gd name="connsiteY559" fmla="*/ 415693 h 503721"/>
                <a:gd name="connsiteX560" fmla="*/ 132187 w 392822"/>
                <a:gd name="connsiteY560" fmla="*/ 410371 h 503721"/>
                <a:gd name="connsiteX561" fmla="*/ 127297 w 392822"/>
                <a:gd name="connsiteY561" fmla="*/ 410371 h 503721"/>
                <a:gd name="connsiteX562" fmla="*/ 127297 w 392822"/>
                <a:gd name="connsiteY562" fmla="*/ 404761 h 503721"/>
                <a:gd name="connsiteX563" fmla="*/ 134920 w 392822"/>
                <a:gd name="connsiteY563" fmla="*/ 404761 h 503721"/>
                <a:gd name="connsiteX564" fmla="*/ 132187 w 392822"/>
                <a:gd name="connsiteY564" fmla="*/ 402172 h 503721"/>
                <a:gd name="connsiteX565" fmla="*/ 134920 w 392822"/>
                <a:gd name="connsiteY565" fmla="*/ 399439 h 503721"/>
                <a:gd name="connsiteX566" fmla="*/ 134920 w 392822"/>
                <a:gd name="connsiteY566" fmla="*/ 392103 h 503721"/>
                <a:gd name="connsiteX567" fmla="*/ 137509 w 392822"/>
                <a:gd name="connsiteY567" fmla="*/ 392103 h 503721"/>
                <a:gd name="connsiteX568" fmla="*/ 137509 w 392822"/>
                <a:gd name="connsiteY568" fmla="*/ 386781 h 503721"/>
                <a:gd name="connsiteX569" fmla="*/ 134920 w 392822"/>
                <a:gd name="connsiteY569" fmla="*/ 386781 h 503721"/>
                <a:gd name="connsiteX570" fmla="*/ 134920 w 392822"/>
                <a:gd name="connsiteY570" fmla="*/ 384336 h 503721"/>
                <a:gd name="connsiteX571" fmla="*/ 139954 w 392822"/>
                <a:gd name="connsiteY571" fmla="*/ 384336 h 503721"/>
                <a:gd name="connsiteX572" fmla="*/ 139954 w 392822"/>
                <a:gd name="connsiteY572" fmla="*/ 386781 h 503721"/>
                <a:gd name="connsiteX573" fmla="*/ 147578 w 392822"/>
                <a:gd name="connsiteY573" fmla="*/ 386781 h 503721"/>
                <a:gd name="connsiteX574" fmla="*/ 147578 w 392822"/>
                <a:gd name="connsiteY574" fmla="*/ 381891 h 503721"/>
                <a:gd name="connsiteX575" fmla="*/ 145133 w 392822"/>
                <a:gd name="connsiteY575" fmla="*/ 381891 h 503721"/>
                <a:gd name="connsiteX576" fmla="*/ 145133 w 392822"/>
                <a:gd name="connsiteY576" fmla="*/ 384336 h 503721"/>
                <a:gd name="connsiteX577" fmla="*/ 143263 w 392822"/>
                <a:gd name="connsiteY577" fmla="*/ 384336 h 503721"/>
                <a:gd name="connsiteX578" fmla="*/ 143263 w 392822"/>
                <a:gd name="connsiteY578" fmla="*/ 381891 h 503721"/>
                <a:gd name="connsiteX579" fmla="*/ 145996 w 392822"/>
                <a:gd name="connsiteY579" fmla="*/ 381891 h 503721"/>
                <a:gd name="connsiteX580" fmla="*/ 143263 w 392822"/>
                <a:gd name="connsiteY580" fmla="*/ 379302 h 503721"/>
                <a:gd name="connsiteX581" fmla="*/ 138372 w 392822"/>
                <a:gd name="connsiteY581" fmla="*/ 379302 h 503721"/>
                <a:gd name="connsiteX582" fmla="*/ 138372 w 392822"/>
                <a:gd name="connsiteY582" fmla="*/ 376569 h 503721"/>
                <a:gd name="connsiteX583" fmla="*/ 145996 w 392822"/>
                <a:gd name="connsiteY583" fmla="*/ 376569 h 503721"/>
                <a:gd name="connsiteX584" fmla="*/ 145996 w 392822"/>
                <a:gd name="connsiteY584" fmla="*/ 374123 h 503721"/>
                <a:gd name="connsiteX585" fmla="*/ 140817 w 392822"/>
                <a:gd name="connsiteY585" fmla="*/ 374123 h 503721"/>
                <a:gd name="connsiteX586" fmla="*/ 140817 w 392822"/>
                <a:gd name="connsiteY586" fmla="*/ 371678 h 503721"/>
                <a:gd name="connsiteX587" fmla="*/ 138372 w 392822"/>
                <a:gd name="connsiteY587" fmla="*/ 371678 h 503721"/>
                <a:gd name="connsiteX588" fmla="*/ 138372 w 392822"/>
                <a:gd name="connsiteY588" fmla="*/ 374123 h 503721"/>
                <a:gd name="connsiteX589" fmla="*/ 135783 w 392822"/>
                <a:gd name="connsiteY589" fmla="*/ 374123 h 503721"/>
                <a:gd name="connsiteX590" fmla="*/ 135783 w 392822"/>
                <a:gd name="connsiteY590" fmla="*/ 371678 h 503721"/>
                <a:gd name="connsiteX591" fmla="*/ 133050 w 392822"/>
                <a:gd name="connsiteY591" fmla="*/ 371678 h 503721"/>
                <a:gd name="connsiteX592" fmla="*/ 133050 w 392822"/>
                <a:gd name="connsiteY592" fmla="*/ 369089 h 503721"/>
                <a:gd name="connsiteX593" fmla="*/ 135783 w 392822"/>
                <a:gd name="connsiteY593" fmla="*/ 369089 h 503721"/>
                <a:gd name="connsiteX594" fmla="*/ 135783 w 392822"/>
                <a:gd name="connsiteY594" fmla="*/ 361609 h 503721"/>
                <a:gd name="connsiteX595" fmla="*/ 133050 w 392822"/>
                <a:gd name="connsiteY595" fmla="*/ 361609 h 503721"/>
                <a:gd name="connsiteX596" fmla="*/ 133050 w 392822"/>
                <a:gd name="connsiteY596" fmla="*/ 359020 h 503721"/>
                <a:gd name="connsiteX597" fmla="*/ 138372 w 392822"/>
                <a:gd name="connsiteY597" fmla="*/ 359020 h 503721"/>
                <a:gd name="connsiteX598" fmla="*/ 138372 w 392822"/>
                <a:gd name="connsiteY598" fmla="*/ 353842 h 503721"/>
                <a:gd name="connsiteX599" fmla="*/ 145996 w 392822"/>
                <a:gd name="connsiteY599" fmla="*/ 353842 h 503721"/>
                <a:gd name="connsiteX600" fmla="*/ 145996 w 392822"/>
                <a:gd name="connsiteY600" fmla="*/ 359020 h 503721"/>
                <a:gd name="connsiteX601" fmla="*/ 148441 w 392822"/>
                <a:gd name="connsiteY601" fmla="*/ 359020 h 503721"/>
                <a:gd name="connsiteX602" fmla="*/ 148441 w 392822"/>
                <a:gd name="connsiteY602" fmla="*/ 361609 h 503721"/>
                <a:gd name="connsiteX603" fmla="*/ 151030 w 392822"/>
                <a:gd name="connsiteY603" fmla="*/ 361609 h 503721"/>
                <a:gd name="connsiteX604" fmla="*/ 151030 w 392822"/>
                <a:gd name="connsiteY604" fmla="*/ 356288 h 503721"/>
                <a:gd name="connsiteX605" fmla="*/ 156208 w 392822"/>
                <a:gd name="connsiteY605" fmla="*/ 356288 h 503721"/>
                <a:gd name="connsiteX606" fmla="*/ 156208 w 392822"/>
                <a:gd name="connsiteY606" fmla="*/ 353842 h 503721"/>
                <a:gd name="connsiteX607" fmla="*/ 153475 w 392822"/>
                <a:gd name="connsiteY607" fmla="*/ 353842 h 503721"/>
                <a:gd name="connsiteX608" fmla="*/ 153475 w 392822"/>
                <a:gd name="connsiteY608" fmla="*/ 351397 h 503721"/>
                <a:gd name="connsiteX609" fmla="*/ 151030 w 392822"/>
                <a:gd name="connsiteY609" fmla="*/ 351397 h 503721"/>
                <a:gd name="connsiteX610" fmla="*/ 151030 w 392822"/>
                <a:gd name="connsiteY610" fmla="*/ 348808 h 503721"/>
                <a:gd name="connsiteX611" fmla="*/ 148441 w 392822"/>
                <a:gd name="connsiteY611" fmla="*/ 348808 h 503721"/>
                <a:gd name="connsiteX612" fmla="*/ 148441 w 392822"/>
                <a:gd name="connsiteY612" fmla="*/ 341184 h 503721"/>
                <a:gd name="connsiteX613" fmla="*/ 151030 w 392822"/>
                <a:gd name="connsiteY613" fmla="*/ 341184 h 503721"/>
                <a:gd name="connsiteX614" fmla="*/ 153475 w 392822"/>
                <a:gd name="connsiteY614" fmla="*/ 338595 h 503721"/>
                <a:gd name="connsiteX615" fmla="*/ 156208 w 392822"/>
                <a:gd name="connsiteY615" fmla="*/ 335862 h 503721"/>
                <a:gd name="connsiteX616" fmla="*/ 156208 w 392822"/>
                <a:gd name="connsiteY616" fmla="*/ 346075 h 503721"/>
                <a:gd name="connsiteX617" fmla="*/ 157647 w 392822"/>
                <a:gd name="connsiteY617" fmla="*/ 346075 h 503721"/>
                <a:gd name="connsiteX618" fmla="*/ 157647 w 392822"/>
                <a:gd name="connsiteY618" fmla="*/ 348808 h 503721"/>
                <a:gd name="connsiteX619" fmla="*/ 155201 w 392822"/>
                <a:gd name="connsiteY619" fmla="*/ 348808 h 503721"/>
                <a:gd name="connsiteX620" fmla="*/ 155201 w 392822"/>
                <a:gd name="connsiteY620" fmla="*/ 351397 h 503721"/>
                <a:gd name="connsiteX621" fmla="*/ 157647 w 392822"/>
                <a:gd name="connsiteY621" fmla="*/ 351397 h 503721"/>
                <a:gd name="connsiteX622" fmla="*/ 160236 w 392822"/>
                <a:gd name="connsiteY622" fmla="*/ 353842 h 503721"/>
                <a:gd name="connsiteX623" fmla="*/ 178072 w 392822"/>
                <a:gd name="connsiteY623" fmla="*/ 353842 h 503721"/>
                <a:gd name="connsiteX624" fmla="*/ 178072 w 392822"/>
                <a:gd name="connsiteY624" fmla="*/ 351397 h 503721"/>
                <a:gd name="connsiteX625" fmla="*/ 180661 w 392822"/>
                <a:gd name="connsiteY625" fmla="*/ 351397 h 503721"/>
                <a:gd name="connsiteX626" fmla="*/ 180661 w 392822"/>
                <a:gd name="connsiteY626" fmla="*/ 348808 h 503721"/>
                <a:gd name="connsiteX627" fmla="*/ 183106 w 392822"/>
                <a:gd name="connsiteY627" fmla="*/ 351397 h 503721"/>
                <a:gd name="connsiteX628" fmla="*/ 186414 w 392822"/>
                <a:gd name="connsiteY628" fmla="*/ 351397 h 503721"/>
                <a:gd name="connsiteX629" fmla="*/ 186414 w 392822"/>
                <a:gd name="connsiteY629" fmla="*/ 348808 h 503721"/>
                <a:gd name="connsiteX630" fmla="*/ 189147 w 392822"/>
                <a:gd name="connsiteY630" fmla="*/ 348808 h 503721"/>
                <a:gd name="connsiteX631" fmla="*/ 189147 w 392822"/>
                <a:gd name="connsiteY631" fmla="*/ 343630 h 503721"/>
                <a:gd name="connsiteX632" fmla="*/ 191736 w 392822"/>
                <a:gd name="connsiteY632" fmla="*/ 343630 h 503721"/>
                <a:gd name="connsiteX633" fmla="*/ 191736 w 392822"/>
                <a:gd name="connsiteY633" fmla="*/ 341184 h 503721"/>
                <a:gd name="connsiteX634" fmla="*/ 189147 w 392822"/>
                <a:gd name="connsiteY634" fmla="*/ 341184 h 503721"/>
                <a:gd name="connsiteX635" fmla="*/ 189147 w 392822"/>
                <a:gd name="connsiteY635" fmla="*/ 338595 h 503721"/>
                <a:gd name="connsiteX636" fmla="*/ 186414 w 392822"/>
                <a:gd name="connsiteY636" fmla="*/ 338595 h 503721"/>
                <a:gd name="connsiteX637" fmla="*/ 186414 w 392822"/>
                <a:gd name="connsiteY637" fmla="*/ 333417 h 503721"/>
                <a:gd name="connsiteX638" fmla="*/ 181524 w 392822"/>
                <a:gd name="connsiteY638" fmla="*/ 333417 h 503721"/>
                <a:gd name="connsiteX639" fmla="*/ 181524 w 392822"/>
                <a:gd name="connsiteY639" fmla="*/ 328383 h 503721"/>
                <a:gd name="connsiteX640" fmla="*/ 183969 w 392822"/>
                <a:gd name="connsiteY640" fmla="*/ 328383 h 503721"/>
                <a:gd name="connsiteX641" fmla="*/ 183969 w 392822"/>
                <a:gd name="connsiteY641" fmla="*/ 330972 h 503721"/>
                <a:gd name="connsiteX642" fmla="*/ 191736 w 392822"/>
                <a:gd name="connsiteY642" fmla="*/ 330972 h 503721"/>
                <a:gd name="connsiteX643" fmla="*/ 191736 w 392822"/>
                <a:gd name="connsiteY643" fmla="*/ 328383 h 503721"/>
                <a:gd name="connsiteX644" fmla="*/ 194182 w 392822"/>
                <a:gd name="connsiteY644" fmla="*/ 328383 h 503721"/>
                <a:gd name="connsiteX645" fmla="*/ 194182 w 392822"/>
                <a:gd name="connsiteY645" fmla="*/ 325650 h 503721"/>
                <a:gd name="connsiteX646" fmla="*/ 191736 w 392822"/>
                <a:gd name="connsiteY646" fmla="*/ 325650 h 503721"/>
                <a:gd name="connsiteX647" fmla="*/ 191736 w 392822"/>
                <a:gd name="connsiteY647" fmla="*/ 323204 h 503721"/>
                <a:gd name="connsiteX648" fmla="*/ 201949 w 392822"/>
                <a:gd name="connsiteY648" fmla="*/ 323204 h 503721"/>
                <a:gd name="connsiteX649" fmla="*/ 201949 w 392822"/>
                <a:gd name="connsiteY649" fmla="*/ 320759 h 503721"/>
                <a:gd name="connsiteX650" fmla="*/ 204394 w 392822"/>
                <a:gd name="connsiteY650" fmla="*/ 318170 h 503721"/>
                <a:gd name="connsiteX651" fmla="*/ 206839 w 392822"/>
                <a:gd name="connsiteY651" fmla="*/ 315438 h 503721"/>
                <a:gd name="connsiteX652" fmla="*/ 209572 w 392822"/>
                <a:gd name="connsiteY652" fmla="*/ 315438 h 503721"/>
                <a:gd name="connsiteX653" fmla="*/ 209572 w 392822"/>
                <a:gd name="connsiteY653" fmla="*/ 312992 h 503721"/>
                <a:gd name="connsiteX654" fmla="*/ 214606 w 392822"/>
                <a:gd name="connsiteY654" fmla="*/ 312992 h 503721"/>
                <a:gd name="connsiteX655" fmla="*/ 214606 w 392822"/>
                <a:gd name="connsiteY655" fmla="*/ 310547 h 503721"/>
                <a:gd name="connsiteX656" fmla="*/ 212161 w 392822"/>
                <a:gd name="connsiteY656" fmla="*/ 310547 h 503721"/>
                <a:gd name="connsiteX657" fmla="*/ 212161 w 392822"/>
                <a:gd name="connsiteY657" fmla="*/ 308102 h 503721"/>
                <a:gd name="connsiteX658" fmla="*/ 214606 w 392822"/>
                <a:gd name="connsiteY658" fmla="*/ 308102 h 503721"/>
                <a:gd name="connsiteX659" fmla="*/ 214606 w 392822"/>
                <a:gd name="connsiteY659" fmla="*/ 310547 h 503721"/>
                <a:gd name="connsiteX660" fmla="*/ 219785 w 392822"/>
                <a:gd name="connsiteY660" fmla="*/ 310547 h 503721"/>
                <a:gd name="connsiteX661" fmla="*/ 219785 w 392822"/>
                <a:gd name="connsiteY661" fmla="*/ 308102 h 503721"/>
                <a:gd name="connsiteX662" fmla="*/ 222374 w 392822"/>
                <a:gd name="connsiteY662" fmla="*/ 305225 h 503721"/>
                <a:gd name="connsiteX663" fmla="*/ 222374 w 392822"/>
                <a:gd name="connsiteY663" fmla="*/ 302780 h 503721"/>
                <a:gd name="connsiteX664" fmla="*/ 229566 w 392822"/>
                <a:gd name="connsiteY664" fmla="*/ 302780 h 503721"/>
                <a:gd name="connsiteX665" fmla="*/ 229566 w 392822"/>
                <a:gd name="connsiteY665" fmla="*/ 305225 h 503721"/>
                <a:gd name="connsiteX666" fmla="*/ 232011 w 392822"/>
                <a:gd name="connsiteY666" fmla="*/ 302780 h 503721"/>
                <a:gd name="connsiteX667" fmla="*/ 232011 w 392822"/>
                <a:gd name="connsiteY667" fmla="*/ 300334 h 503721"/>
                <a:gd name="connsiteX668" fmla="*/ 229566 w 392822"/>
                <a:gd name="connsiteY668" fmla="*/ 297889 h 503721"/>
                <a:gd name="connsiteX669" fmla="*/ 232011 w 392822"/>
                <a:gd name="connsiteY669" fmla="*/ 297889 h 503721"/>
                <a:gd name="connsiteX670" fmla="*/ 232011 w 392822"/>
                <a:gd name="connsiteY670" fmla="*/ 295300 h 503721"/>
                <a:gd name="connsiteX671" fmla="*/ 234600 w 392822"/>
                <a:gd name="connsiteY671" fmla="*/ 292567 h 503721"/>
                <a:gd name="connsiteX672" fmla="*/ 237045 w 392822"/>
                <a:gd name="connsiteY672" fmla="*/ 290122 h 503721"/>
                <a:gd name="connsiteX673" fmla="*/ 237045 w 392822"/>
                <a:gd name="connsiteY673" fmla="*/ 292567 h 503721"/>
                <a:gd name="connsiteX674" fmla="*/ 239778 w 392822"/>
                <a:gd name="connsiteY674" fmla="*/ 292567 h 503721"/>
                <a:gd name="connsiteX675" fmla="*/ 239778 w 392822"/>
                <a:gd name="connsiteY675" fmla="*/ 287676 h 503721"/>
                <a:gd name="connsiteX676" fmla="*/ 242223 w 392822"/>
                <a:gd name="connsiteY676" fmla="*/ 287676 h 503721"/>
                <a:gd name="connsiteX677" fmla="*/ 242223 w 392822"/>
                <a:gd name="connsiteY677" fmla="*/ 285087 h 503721"/>
                <a:gd name="connsiteX678" fmla="*/ 244812 w 392822"/>
                <a:gd name="connsiteY678" fmla="*/ 282354 h 503721"/>
                <a:gd name="connsiteX679" fmla="*/ 244812 w 392822"/>
                <a:gd name="connsiteY679" fmla="*/ 279909 h 503721"/>
                <a:gd name="connsiteX680" fmla="*/ 247258 w 392822"/>
                <a:gd name="connsiteY680" fmla="*/ 279909 h 503721"/>
                <a:gd name="connsiteX681" fmla="*/ 247258 w 392822"/>
                <a:gd name="connsiteY681" fmla="*/ 272142 h 503721"/>
                <a:gd name="connsiteX682" fmla="*/ 249991 w 392822"/>
                <a:gd name="connsiteY682" fmla="*/ 274875 h 503721"/>
                <a:gd name="connsiteX683" fmla="*/ 249991 w 392822"/>
                <a:gd name="connsiteY683" fmla="*/ 279909 h 503721"/>
                <a:gd name="connsiteX684" fmla="*/ 255025 w 392822"/>
                <a:gd name="connsiteY684" fmla="*/ 279909 h 503721"/>
                <a:gd name="connsiteX685" fmla="*/ 252436 w 392822"/>
                <a:gd name="connsiteY685" fmla="*/ 277464 h 503721"/>
                <a:gd name="connsiteX686" fmla="*/ 252436 w 392822"/>
                <a:gd name="connsiteY686" fmla="*/ 275307 h 503721"/>
                <a:gd name="connsiteX687" fmla="*/ 255025 w 392822"/>
                <a:gd name="connsiteY687" fmla="*/ 275307 h 503721"/>
                <a:gd name="connsiteX688" fmla="*/ 255025 w 392822"/>
                <a:gd name="connsiteY688" fmla="*/ 272574 h 503721"/>
                <a:gd name="connsiteX689" fmla="*/ 252436 w 392822"/>
                <a:gd name="connsiteY689" fmla="*/ 272574 h 503721"/>
                <a:gd name="connsiteX690" fmla="*/ 255025 w 392822"/>
                <a:gd name="connsiteY690" fmla="*/ 270129 h 503721"/>
                <a:gd name="connsiteX691" fmla="*/ 258333 w 392822"/>
                <a:gd name="connsiteY691" fmla="*/ 270129 h 503721"/>
                <a:gd name="connsiteX692" fmla="*/ 258333 w 392822"/>
                <a:gd name="connsiteY692" fmla="*/ 267683 h 503721"/>
                <a:gd name="connsiteX693" fmla="*/ 263511 w 392822"/>
                <a:gd name="connsiteY693" fmla="*/ 267683 h 503721"/>
                <a:gd name="connsiteX694" fmla="*/ 263511 w 392822"/>
                <a:gd name="connsiteY694" fmla="*/ 259916 h 503721"/>
                <a:gd name="connsiteX695" fmla="*/ 266101 w 392822"/>
                <a:gd name="connsiteY695" fmla="*/ 259916 h 503721"/>
                <a:gd name="connsiteX696" fmla="*/ 266101 w 392822"/>
                <a:gd name="connsiteY696" fmla="*/ 262361 h 503721"/>
                <a:gd name="connsiteX697" fmla="*/ 270991 w 392822"/>
                <a:gd name="connsiteY697" fmla="*/ 262361 h 503721"/>
                <a:gd name="connsiteX698" fmla="*/ 270991 w 392822"/>
                <a:gd name="connsiteY698" fmla="*/ 259916 h 503721"/>
                <a:gd name="connsiteX699" fmla="*/ 268546 w 392822"/>
                <a:gd name="connsiteY699" fmla="*/ 259916 h 503721"/>
                <a:gd name="connsiteX700" fmla="*/ 268546 w 392822"/>
                <a:gd name="connsiteY700" fmla="*/ 257471 h 503721"/>
                <a:gd name="connsiteX701" fmla="*/ 272717 w 392822"/>
                <a:gd name="connsiteY701" fmla="*/ 257471 h 503721"/>
                <a:gd name="connsiteX702" fmla="*/ 272717 w 392822"/>
                <a:gd name="connsiteY702" fmla="*/ 254881 h 503721"/>
                <a:gd name="connsiteX703" fmla="*/ 275306 w 392822"/>
                <a:gd name="connsiteY703" fmla="*/ 254881 h 503721"/>
                <a:gd name="connsiteX704" fmla="*/ 275306 w 392822"/>
                <a:gd name="connsiteY704" fmla="*/ 252149 h 503721"/>
                <a:gd name="connsiteX705" fmla="*/ 280197 w 392822"/>
                <a:gd name="connsiteY705" fmla="*/ 252149 h 503721"/>
                <a:gd name="connsiteX706" fmla="*/ 280197 w 392822"/>
                <a:gd name="connsiteY706" fmla="*/ 249703 h 503721"/>
                <a:gd name="connsiteX707" fmla="*/ 277752 w 392822"/>
                <a:gd name="connsiteY707" fmla="*/ 249703 h 503721"/>
                <a:gd name="connsiteX708" fmla="*/ 277752 w 392822"/>
                <a:gd name="connsiteY708" fmla="*/ 246539 h 503721"/>
                <a:gd name="connsiteX709" fmla="*/ 280197 w 392822"/>
                <a:gd name="connsiteY709" fmla="*/ 246539 h 503721"/>
                <a:gd name="connsiteX710" fmla="*/ 280197 w 392822"/>
                <a:gd name="connsiteY710" fmla="*/ 243950 h 503721"/>
                <a:gd name="connsiteX711" fmla="*/ 285519 w 392822"/>
                <a:gd name="connsiteY711" fmla="*/ 243950 h 503721"/>
                <a:gd name="connsiteX712" fmla="*/ 285519 w 392822"/>
                <a:gd name="connsiteY712" fmla="*/ 241217 h 503721"/>
                <a:gd name="connsiteX713" fmla="*/ 287964 w 392822"/>
                <a:gd name="connsiteY713" fmla="*/ 238772 h 503721"/>
                <a:gd name="connsiteX714" fmla="*/ 287964 w 392822"/>
                <a:gd name="connsiteY714" fmla="*/ 233737 h 503721"/>
                <a:gd name="connsiteX715" fmla="*/ 290409 w 392822"/>
                <a:gd name="connsiteY715" fmla="*/ 233737 h 503721"/>
                <a:gd name="connsiteX716" fmla="*/ 293142 w 392822"/>
                <a:gd name="connsiteY716" fmla="*/ 231005 h 503721"/>
                <a:gd name="connsiteX717" fmla="*/ 298176 w 392822"/>
                <a:gd name="connsiteY717" fmla="*/ 231005 h 503721"/>
                <a:gd name="connsiteX718" fmla="*/ 298176 w 392822"/>
                <a:gd name="connsiteY718" fmla="*/ 228559 h 503721"/>
                <a:gd name="connsiteX719" fmla="*/ 295731 w 392822"/>
                <a:gd name="connsiteY719" fmla="*/ 228559 h 503721"/>
                <a:gd name="connsiteX720" fmla="*/ 295731 w 392822"/>
                <a:gd name="connsiteY720" fmla="*/ 223669 h 503721"/>
                <a:gd name="connsiteX721" fmla="*/ 301485 w 392822"/>
                <a:gd name="connsiteY721" fmla="*/ 223669 h 503721"/>
                <a:gd name="connsiteX722" fmla="*/ 301485 w 392822"/>
                <a:gd name="connsiteY722" fmla="*/ 220792 h 503721"/>
                <a:gd name="connsiteX723" fmla="*/ 306807 w 392822"/>
                <a:gd name="connsiteY723" fmla="*/ 220792 h 503721"/>
                <a:gd name="connsiteX724" fmla="*/ 306807 w 392822"/>
                <a:gd name="connsiteY724" fmla="*/ 218347 h 503721"/>
                <a:gd name="connsiteX725" fmla="*/ 311697 w 392822"/>
                <a:gd name="connsiteY725" fmla="*/ 218347 h 503721"/>
                <a:gd name="connsiteX726" fmla="*/ 311697 w 392822"/>
                <a:gd name="connsiteY726" fmla="*/ 215901 h 503721"/>
                <a:gd name="connsiteX727" fmla="*/ 314430 w 392822"/>
                <a:gd name="connsiteY727" fmla="*/ 215901 h 503721"/>
                <a:gd name="connsiteX728" fmla="*/ 314430 w 392822"/>
                <a:gd name="connsiteY728" fmla="*/ 213456 h 503721"/>
                <a:gd name="connsiteX729" fmla="*/ 315869 w 392822"/>
                <a:gd name="connsiteY729" fmla="*/ 213456 h 503721"/>
                <a:gd name="connsiteX730" fmla="*/ 315869 w 392822"/>
                <a:gd name="connsiteY730" fmla="*/ 210867 h 503721"/>
                <a:gd name="connsiteX731" fmla="*/ 318458 w 392822"/>
                <a:gd name="connsiteY731" fmla="*/ 210867 h 503721"/>
                <a:gd name="connsiteX732" fmla="*/ 318458 w 392822"/>
                <a:gd name="connsiteY732" fmla="*/ 208134 h 503721"/>
                <a:gd name="connsiteX733" fmla="*/ 313423 w 392822"/>
                <a:gd name="connsiteY733" fmla="*/ 208134 h 503721"/>
                <a:gd name="connsiteX734" fmla="*/ 313423 w 392822"/>
                <a:gd name="connsiteY734" fmla="*/ 205689 h 503721"/>
                <a:gd name="connsiteX735" fmla="*/ 315869 w 392822"/>
                <a:gd name="connsiteY735" fmla="*/ 205689 h 503721"/>
                <a:gd name="connsiteX736" fmla="*/ 315869 w 392822"/>
                <a:gd name="connsiteY736" fmla="*/ 203387 h 503721"/>
                <a:gd name="connsiteX737" fmla="*/ 320903 w 392822"/>
                <a:gd name="connsiteY737" fmla="*/ 203387 h 503721"/>
                <a:gd name="connsiteX738" fmla="*/ 320903 w 392822"/>
                <a:gd name="connsiteY738" fmla="*/ 200798 h 503721"/>
                <a:gd name="connsiteX739" fmla="*/ 323636 w 392822"/>
                <a:gd name="connsiteY739" fmla="*/ 200798 h 503721"/>
                <a:gd name="connsiteX740" fmla="*/ 323636 w 392822"/>
                <a:gd name="connsiteY740" fmla="*/ 203387 h 503721"/>
                <a:gd name="connsiteX741" fmla="*/ 326081 w 392822"/>
                <a:gd name="connsiteY741" fmla="*/ 203387 h 503721"/>
                <a:gd name="connsiteX742" fmla="*/ 326081 w 392822"/>
                <a:gd name="connsiteY742" fmla="*/ 200798 h 503721"/>
                <a:gd name="connsiteX743" fmla="*/ 328670 w 392822"/>
                <a:gd name="connsiteY743" fmla="*/ 200798 h 503721"/>
                <a:gd name="connsiteX744" fmla="*/ 328670 w 392822"/>
                <a:gd name="connsiteY744" fmla="*/ 203387 h 503721"/>
                <a:gd name="connsiteX745" fmla="*/ 331115 w 392822"/>
                <a:gd name="connsiteY745" fmla="*/ 203387 h 503721"/>
                <a:gd name="connsiteX746" fmla="*/ 331115 w 392822"/>
                <a:gd name="connsiteY746" fmla="*/ 200798 h 503721"/>
                <a:gd name="connsiteX747" fmla="*/ 333561 w 392822"/>
                <a:gd name="connsiteY747" fmla="*/ 200798 h 503721"/>
                <a:gd name="connsiteX748" fmla="*/ 333561 w 392822"/>
                <a:gd name="connsiteY748" fmla="*/ 198065 h 503721"/>
                <a:gd name="connsiteX749" fmla="*/ 336294 w 392822"/>
                <a:gd name="connsiteY749" fmla="*/ 198065 h 503721"/>
                <a:gd name="connsiteX750" fmla="*/ 336294 w 392822"/>
                <a:gd name="connsiteY750" fmla="*/ 193175 h 503721"/>
                <a:gd name="connsiteX751" fmla="*/ 333561 w 392822"/>
                <a:gd name="connsiteY751" fmla="*/ 193175 h 503721"/>
                <a:gd name="connsiteX752" fmla="*/ 333561 w 392822"/>
                <a:gd name="connsiteY752" fmla="*/ 190586 h 503721"/>
                <a:gd name="connsiteX753" fmla="*/ 338883 w 392822"/>
                <a:gd name="connsiteY753" fmla="*/ 190586 h 503721"/>
                <a:gd name="connsiteX754" fmla="*/ 336294 w 392822"/>
                <a:gd name="connsiteY754" fmla="*/ 187853 h 503721"/>
                <a:gd name="connsiteX755" fmla="*/ 336294 w 392822"/>
                <a:gd name="connsiteY755" fmla="*/ 185408 h 503721"/>
                <a:gd name="connsiteX756" fmla="*/ 328670 w 392822"/>
                <a:gd name="connsiteY756" fmla="*/ 185408 h 503721"/>
                <a:gd name="connsiteX757" fmla="*/ 328670 w 392822"/>
                <a:gd name="connsiteY757" fmla="*/ 187853 h 503721"/>
                <a:gd name="connsiteX758" fmla="*/ 320903 w 392822"/>
                <a:gd name="connsiteY758" fmla="*/ 187853 h 503721"/>
                <a:gd name="connsiteX759" fmla="*/ 320903 w 392822"/>
                <a:gd name="connsiteY759" fmla="*/ 190586 h 503721"/>
                <a:gd name="connsiteX760" fmla="*/ 315869 w 392822"/>
                <a:gd name="connsiteY760" fmla="*/ 190586 h 503721"/>
                <a:gd name="connsiteX761" fmla="*/ 315869 w 392822"/>
                <a:gd name="connsiteY761" fmla="*/ 193175 h 503721"/>
                <a:gd name="connsiteX762" fmla="*/ 310691 w 392822"/>
                <a:gd name="connsiteY762" fmla="*/ 193175 h 503721"/>
                <a:gd name="connsiteX763" fmla="*/ 308245 w 392822"/>
                <a:gd name="connsiteY763" fmla="*/ 195620 h 503721"/>
                <a:gd name="connsiteX764" fmla="*/ 303211 w 392822"/>
                <a:gd name="connsiteY764" fmla="*/ 195620 h 503721"/>
                <a:gd name="connsiteX765" fmla="*/ 303211 w 392822"/>
                <a:gd name="connsiteY765" fmla="*/ 198065 h 503721"/>
                <a:gd name="connsiteX766" fmla="*/ 301485 w 392822"/>
                <a:gd name="connsiteY766" fmla="*/ 198065 h 503721"/>
                <a:gd name="connsiteX767" fmla="*/ 301485 w 392822"/>
                <a:gd name="connsiteY767" fmla="*/ 195620 h 503721"/>
                <a:gd name="connsiteX768" fmla="*/ 299039 w 392822"/>
                <a:gd name="connsiteY768" fmla="*/ 195620 h 503721"/>
                <a:gd name="connsiteX769" fmla="*/ 299039 w 392822"/>
                <a:gd name="connsiteY769" fmla="*/ 193175 h 503721"/>
                <a:gd name="connsiteX770" fmla="*/ 301485 w 392822"/>
                <a:gd name="connsiteY770" fmla="*/ 193175 h 503721"/>
                <a:gd name="connsiteX771" fmla="*/ 301485 w 392822"/>
                <a:gd name="connsiteY771" fmla="*/ 190586 h 503721"/>
                <a:gd name="connsiteX772" fmla="*/ 306807 w 392822"/>
                <a:gd name="connsiteY772" fmla="*/ 190586 h 503721"/>
                <a:gd name="connsiteX773" fmla="*/ 306807 w 392822"/>
                <a:gd name="connsiteY773" fmla="*/ 187853 h 503721"/>
                <a:gd name="connsiteX774" fmla="*/ 309252 w 392822"/>
                <a:gd name="connsiteY774" fmla="*/ 185408 h 503721"/>
                <a:gd name="connsiteX775" fmla="*/ 311697 w 392822"/>
                <a:gd name="connsiteY775" fmla="*/ 182962 h 503721"/>
                <a:gd name="connsiteX776" fmla="*/ 311697 w 392822"/>
                <a:gd name="connsiteY776" fmla="*/ 175195 h 503721"/>
                <a:gd name="connsiteX777" fmla="*/ 301485 w 392822"/>
                <a:gd name="connsiteY777" fmla="*/ 175195 h 503721"/>
                <a:gd name="connsiteX778" fmla="*/ 301485 w 392822"/>
                <a:gd name="connsiteY778" fmla="*/ 172750 h 503721"/>
                <a:gd name="connsiteX779" fmla="*/ 299039 w 392822"/>
                <a:gd name="connsiteY779" fmla="*/ 172750 h 503721"/>
                <a:gd name="connsiteX780" fmla="*/ 296594 w 392822"/>
                <a:gd name="connsiteY780" fmla="*/ 170161 h 503721"/>
                <a:gd name="connsiteX781" fmla="*/ 296594 w 392822"/>
                <a:gd name="connsiteY781" fmla="*/ 167428 h 503721"/>
                <a:gd name="connsiteX782" fmla="*/ 299039 w 392822"/>
                <a:gd name="connsiteY782" fmla="*/ 170161 h 503721"/>
                <a:gd name="connsiteX783" fmla="*/ 301485 w 392822"/>
                <a:gd name="connsiteY783" fmla="*/ 172750 h 503721"/>
                <a:gd name="connsiteX784" fmla="*/ 306807 w 392822"/>
                <a:gd name="connsiteY784" fmla="*/ 172750 h 503721"/>
                <a:gd name="connsiteX785" fmla="*/ 306807 w 392822"/>
                <a:gd name="connsiteY785" fmla="*/ 167428 h 503721"/>
                <a:gd name="connsiteX786" fmla="*/ 309252 w 392822"/>
                <a:gd name="connsiteY786" fmla="*/ 167428 h 503721"/>
                <a:gd name="connsiteX787" fmla="*/ 309252 w 392822"/>
                <a:gd name="connsiteY787" fmla="*/ 164982 h 503721"/>
                <a:gd name="connsiteX788" fmla="*/ 311697 w 392822"/>
                <a:gd name="connsiteY788" fmla="*/ 164982 h 503721"/>
                <a:gd name="connsiteX789" fmla="*/ 311697 w 392822"/>
                <a:gd name="connsiteY789" fmla="*/ 167428 h 503721"/>
                <a:gd name="connsiteX790" fmla="*/ 315869 w 392822"/>
                <a:gd name="connsiteY790" fmla="*/ 167428 h 503721"/>
                <a:gd name="connsiteX791" fmla="*/ 315869 w 392822"/>
                <a:gd name="connsiteY791" fmla="*/ 164982 h 503721"/>
                <a:gd name="connsiteX792" fmla="*/ 318458 w 392822"/>
                <a:gd name="connsiteY792" fmla="*/ 164982 h 503721"/>
                <a:gd name="connsiteX793" fmla="*/ 318458 w 392822"/>
                <a:gd name="connsiteY793" fmla="*/ 162537 h 503721"/>
                <a:gd name="connsiteX794" fmla="*/ 320903 w 392822"/>
                <a:gd name="connsiteY794" fmla="*/ 162537 h 503721"/>
                <a:gd name="connsiteX795" fmla="*/ 320903 w 392822"/>
                <a:gd name="connsiteY795" fmla="*/ 157215 h 503721"/>
                <a:gd name="connsiteX796" fmla="*/ 326081 w 392822"/>
                <a:gd name="connsiteY796" fmla="*/ 157215 h 503721"/>
                <a:gd name="connsiteX797" fmla="*/ 326081 w 392822"/>
                <a:gd name="connsiteY797" fmla="*/ 154770 h 503721"/>
                <a:gd name="connsiteX798" fmla="*/ 328670 w 392822"/>
                <a:gd name="connsiteY798" fmla="*/ 154770 h 503721"/>
                <a:gd name="connsiteX799" fmla="*/ 328670 w 392822"/>
                <a:gd name="connsiteY799" fmla="*/ 152325 h 503721"/>
                <a:gd name="connsiteX800" fmla="*/ 331115 w 392822"/>
                <a:gd name="connsiteY800" fmla="*/ 152325 h 503721"/>
                <a:gd name="connsiteX801" fmla="*/ 331115 w 392822"/>
                <a:gd name="connsiteY801" fmla="*/ 154770 h 503721"/>
                <a:gd name="connsiteX802" fmla="*/ 333561 w 392822"/>
                <a:gd name="connsiteY802" fmla="*/ 154770 h 503721"/>
                <a:gd name="connsiteX803" fmla="*/ 336294 w 392822"/>
                <a:gd name="connsiteY803" fmla="*/ 152325 h 503721"/>
                <a:gd name="connsiteX804" fmla="*/ 341328 w 392822"/>
                <a:gd name="connsiteY804" fmla="*/ 152325 h 503721"/>
                <a:gd name="connsiteX805" fmla="*/ 341328 w 392822"/>
                <a:gd name="connsiteY805" fmla="*/ 154770 h 503721"/>
                <a:gd name="connsiteX806" fmla="*/ 344636 w 392822"/>
                <a:gd name="connsiteY806" fmla="*/ 154770 h 503721"/>
                <a:gd name="connsiteX807" fmla="*/ 344636 w 392822"/>
                <a:gd name="connsiteY807" fmla="*/ 152325 h 503721"/>
                <a:gd name="connsiteX808" fmla="*/ 347369 w 392822"/>
                <a:gd name="connsiteY808" fmla="*/ 152325 h 503721"/>
                <a:gd name="connsiteX809" fmla="*/ 347369 w 392822"/>
                <a:gd name="connsiteY809" fmla="*/ 149736 h 503721"/>
                <a:gd name="connsiteX810" fmla="*/ 349958 w 392822"/>
                <a:gd name="connsiteY810" fmla="*/ 149736 h 503721"/>
                <a:gd name="connsiteX811" fmla="*/ 349958 w 392822"/>
                <a:gd name="connsiteY811" fmla="*/ 147003 h 503721"/>
                <a:gd name="connsiteX812" fmla="*/ 352404 w 392822"/>
                <a:gd name="connsiteY812" fmla="*/ 147003 h 503721"/>
                <a:gd name="connsiteX813" fmla="*/ 352404 w 392822"/>
                <a:gd name="connsiteY813" fmla="*/ 144558 h 503721"/>
                <a:gd name="connsiteX814" fmla="*/ 354849 w 392822"/>
                <a:gd name="connsiteY814" fmla="*/ 144558 h 503721"/>
                <a:gd name="connsiteX815" fmla="*/ 354849 w 392822"/>
                <a:gd name="connsiteY815" fmla="*/ 142112 h 503721"/>
                <a:gd name="connsiteX816" fmla="*/ 357582 w 392822"/>
                <a:gd name="connsiteY816" fmla="*/ 142112 h 503721"/>
                <a:gd name="connsiteX817" fmla="*/ 360171 w 392822"/>
                <a:gd name="connsiteY817" fmla="*/ 139667 h 503721"/>
                <a:gd name="connsiteX818" fmla="*/ 362616 w 392822"/>
                <a:gd name="connsiteY818" fmla="*/ 139667 h 503721"/>
                <a:gd name="connsiteX819" fmla="*/ 362616 w 392822"/>
                <a:gd name="connsiteY819" fmla="*/ 136790 h 503721"/>
                <a:gd name="connsiteX820" fmla="*/ 365061 w 392822"/>
                <a:gd name="connsiteY820" fmla="*/ 134345 h 503721"/>
                <a:gd name="connsiteX821" fmla="*/ 367794 w 392822"/>
                <a:gd name="connsiteY821" fmla="*/ 131900 h 503721"/>
                <a:gd name="connsiteX822" fmla="*/ 367794 w 392822"/>
                <a:gd name="connsiteY822" fmla="*/ 129454 h 503721"/>
                <a:gd name="connsiteX823" fmla="*/ 370383 w 392822"/>
                <a:gd name="connsiteY823" fmla="*/ 129454 h 503721"/>
                <a:gd name="connsiteX824" fmla="*/ 370383 w 392822"/>
                <a:gd name="connsiteY824" fmla="*/ 126722 h 503721"/>
                <a:gd name="connsiteX825" fmla="*/ 372828 w 392822"/>
                <a:gd name="connsiteY825" fmla="*/ 126722 h 503721"/>
                <a:gd name="connsiteX826" fmla="*/ 372828 w 392822"/>
                <a:gd name="connsiteY826" fmla="*/ 117085 h 503721"/>
                <a:gd name="connsiteX827" fmla="*/ 375274 w 392822"/>
                <a:gd name="connsiteY827" fmla="*/ 117085 h 503721"/>
                <a:gd name="connsiteX828" fmla="*/ 378007 w 392822"/>
                <a:gd name="connsiteY828" fmla="*/ 114352 h 503721"/>
                <a:gd name="connsiteX829" fmla="*/ 380596 w 392822"/>
                <a:gd name="connsiteY829" fmla="*/ 111907 h 503721"/>
                <a:gd name="connsiteX830" fmla="*/ 375274 w 392822"/>
                <a:gd name="connsiteY830" fmla="*/ 111907 h 503721"/>
                <a:gd name="connsiteX831" fmla="*/ 375274 w 392822"/>
                <a:gd name="connsiteY831" fmla="*/ 109461 h 503721"/>
                <a:gd name="connsiteX832" fmla="*/ 372828 w 392822"/>
                <a:gd name="connsiteY832" fmla="*/ 109461 h 503721"/>
                <a:gd name="connsiteX833" fmla="*/ 372828 w 392822"/>
                <a:gd name="connsiteY833" fmla="*/ 111907 h 503721"/>
                <a:gd name="connsiteX834" fmla="*/ 370383 w 392822"/>
                <a:gd name="connsiteY834" fmla="*/ 109461 h 503721"/>
                <a:gd name="connsiteX835" fmla="*/ 370383 w 392822"/>
                <a:gd name="connsiteY835" fmla="*/ 106872 h 503721"/>
                <a:gd name="connsiteX836" fmla="*/ 372828 w 392822"/>
                <a:gd name="connsiteY836" fmla="*/ 106872 h 503721"/>
                <a:gd name="connsiteX837" fmla="*/ 372828 w 392822"/>
                <a:gd name="connsiteY837" fmla="*/ 104139 h 503721"/>
                <a:gd name="connsiteX838" fmla="*/ 380596 w 392822"/>
                <a:gd name="connsiteY838" fmla="*/ 104139 h 503721"/>
                <a:gd name="connsiteX839" fmla="*/ 380596 w 392822"/>
                <a:gd name="connsiteY839" fmla="*/ 101694 h 503721"/>
                <a:gd name="connsiteX840" fmla="*/ 383041 w 392822"/>
                <a:gd name="connsiteY840" fmla="*/ 101694 h 503721"/>
                <a:gd name="connsiteX841" fmla="*/ 383041 w 392822"/>
                <a:gd name="connsiteY841" fmla="*/ 96659 h 503721"/>
                <a:gd name="connsiteX842" fmla="*/ 385486 w 392822"/>
                <a:gd name="connsiteY842" fmla="*/ 96659 h 503721"/>
                <a:gd name="connsiteX843" fmla="*/ 385486 w 392822"/>
                <a:gd name="connsiteY843" fmla="*/ 93927 h 503721"/>
                <a:gd name="connsiteX844" fmla="*/ 387788 w 392822"/>
                <a:gd name="connsiteY844" fmla="*/ 93927 h 503721"/>
                <a:gd name="connsiteX845" fmla="*/ 387788 w 392822"/>
                <a:gd name="connsiteY845" fmla="*/ 91481 h 503721"/>
                <a:gd name="connsiteX846" fmla="*/ 390377 w 392822"/>
                <a:gd name="connsiteY846" fmla="*/ 91481 h 503721"/>
                <a:gd name="connsiteX847" fmla="*/ 392822 w 392822"/>
                <a:gd name="connsiteY847" fmla="*/ 89036 h 503721"/>
                <a:gd name="connsiteX848" fmla="*/ 140386 w 392822"/>
                <a:gd name="connsiteY848" fmla="*/ 210723 h 503721"/>
                <a:gd name="connsiteX849" fmla="*/ 137941 w 392822"/>
                <a:gd name="connsiteY849" fmla="*/ 210723 h 503721"/>
                <a:gd name="connsiteX850" fmla="*/ 137941 w 392822"/>
                <a:gd name="connsiteY850" fmla="*/ 207990 h 503721"/>
                <a:gd name="connsiteX851" fmla="*/ 140386 w 392822"/>
                <a:gd name="connsiteY851" fmla="*/ 207990 h 503721"/>
                <a:gd name="connsiteX852" fmla="*/ 109749 w 392822"/>
                <a:gd name="connsiteY852" fmla="*/ 455248 h 503721"/>
                <a:gd name="connsiteX853" fmla="*/ 107303 w 392822"/>
                <a:gd name="connsiteY853" fmla="*/ 455248 h 503721"/>
                <a:gd name="connsiteX854" fmla="*/ 109749 w 392822"/>
                <a:gd name="connsiteY854" fmla="*/ 452659 h 503721"/>
                <a:gd name="connsiteX855" fmla="*/ 114927 w 392822"/>
                <a:gd name="connsiteY855" fmla="*/ 449926 h 503721"/>
                <a:gd name="connsiteX856" fmla="*/ 112194 w 392822"/>
                <a:gd name="connsiteY856" fmla="*/ 449926 h 503721"/>
                <a:gd name="connsiteX857" fmla="*/ 112194 w 392822"/>
                <a:gd name="connsiteY857" fmla="*/ 447912 h 503721"/>
                <a:gd name="connsiteX858" fmla="*/ 109749 w 392822"/>
                <a:gd name="connsiteY858" fmla="*/ 447912 h 503721"/>
                <a:gd name="connsiteX859" fmla="*/ 109749 w 392822"/>
                <a:gd name="connsiteY859" fmla="*/ 445467 h 503721"/>
                <a:gd name="connsiteX860" fmla="*/ 112194 w 392822"/>
                <a:gd name="connsiteY860" fmla="*/ 447912 h 503721"/>
                <a:gd name="connsiteX861" fmla="*/ 168434 w 392822"/>
                <a:gd name="connsiteY861" fmla="*/ 266533 h 503721"/>
                <a:gd name="connsiteX862" fmla="*/ 165989 w 392822"/>
                <a:gd name="connsiteY862" fmla="*/ 266533 h 503721"/>
                <a:gd name="connsiteX863" fmla="*/ 165989 w 392822"/>
                <a:gd name="connsiteY863" fmla="*/ 263943 h 503721"/>
                <a:gd name="connsiteX864" fmla="*/ 163256 w 392822"/>
                <a:gd name="connsiteY864" fmla="*/ 263943 h 503721"/>
                <a:gd name="connsiteX865" fmla="*/ 163256 w 392822"/>
                <a:gd name="connsiteY865" fmla="*/ 261210 h 503721"/>
                <a:gd name="connsiteX866" fmla="*/ 165989 w 392822"/>
                <a:gd name="connsiteY866" fmla="*/ 261210 h 503721"/>
                <a:gd name="connsiteX867" fmla="*/ 165989 w 392822"/>
                <a:gd name="connsiteY867" fmla="*/ 263943 h 503721"/>
                <a:gd name="connsiteX868" fmla="*/ 168434 w 392822"/>
                <a:gd name="connsiteY868" fmla="*/ 263943 h 503721"/>
                <a:gd name="connsiteX869" fmla="*/ 178647 w 392822"/>
                <a:gd name="connsiteY869" fmla="*/ 327664 h 503721"/>
                <a:gd name="connsiteX870" fmla="*/ 173469 w 392822"/>
                <a:gd name="connsiteY870" fmla="*/ 327664 h 503721"/>
                <a:gd name="connsiteX871" fmla="*/ 173469 w 392822"/>
                <a:gd name="connsiteY871" fmla="*/ 324931 h 503721"/>
                <a:gd name="connsiteX872" fmla="*/ 171023 w 392822"/>
                <a:gd name="connsiteY872" fmla="*/ 324931 h 503721"/>
                <a:gd name="connsiteX873" fmla="*/ 171023 w 392822"/>
                <a:gd name="connsiteY873" fmla="*/ 322485 h 503721"/>
                <a:gd name="connsiteX874" fmla="*/ 173469 w 392822"/>
                <a:gd name="connsiteY874" fmla="*/ 322485 h 503721"/>
                <a:gd name="connsiteX875" fmla="*/ 173469 w 392822"/>
                <a:gd name="connsiteY875" fmla="*/ 324931 h 503721"/>
                <a:gd name="connsiteX876" fmla="*/ 178647 w 392822"/>
                <a:gd name="connsiteY876" fmla="*/ 324931 h 503721"/>
                <a:gd name="connsiteX877" fmla="*/ 178647 w 392822"/>
                <a:gd name="connsiteY877" fmla="*/ 271423 h 503721"/>
                <a:gd name="connsiteX878" fmla="*/ 178647 w 392822"/>
                <a:gd name="connsiteY878" fmla="*/ 268978 h 503721"/>
                <a:gd name="connsiteX879" fmla="*/ 181236 w 392822"/>
                <a:gd name="connsiteY879" fmla="*/ 268978 h 503721"/>
                <a:gd name="connsiteX880" fmla="*/ 186127 w 392822"/>
                <a:gd name="connsiteY880" fmla="*/ 261210 h 503721"/>
                <a:gd name="connsiteX881" fmla="*/ 183681 w 392822"/>
                <a:gd name="connsiteY881" fmla="*/ 261210 h 503721"/>
                <a:gd name="connsiteX882" fmla="*/ 183681 w 392822"/>
                <a:gd name="connsiteY882" fmla="*/ 258765 h 503721"/>
                <a:gd name="connsiteX883" fmla="*/ 186414 w 392822"/>
                <a:gd name="connsiteY883" fmla="*/ 258765 h 503721"/>
                <a:gd name="connsiteX884" fmla="*/ 199072 w 392822"/>
                <a:gd name="connsiteY884" fmla="*/ 207702 h 503721"/>
                <a:gd name="connsiteX885" fmla="*/ 199072 w 392822"/>
                <a:gd name="connsiteY885" fmla="*/ 203387 h 503721"/>
                <a:gd name="connsiteX886" fmla="*/ 201661 w 392822"/>
                <a:gd name="connsiteY886" fmla="*/ 203387 h 503721"/>
                <a:gd name="connsiteX887" fmla="*/ 201661 w 392822"/>
                <a:gd name="connsiteY887" fmla="*/ 208278 h 503721"/>
                <a:gd name="connsiteX888" fmla="*/ 204106 w 392822"/>
                <a:gd name="connsiteY888" fmla="*/ 314718 h 503721"/>
                <a:gd name="connsiteX889" fmla="*/ 201661 w 392822"/>
                <a:gd name="connsiteY889" fmla="*/ 314718 h 503721"/>
                <a:gd name="connsiteX890" fmla="*/ 201661 w 392822"/>
                <a:gd name="connsiteY890" fmla="*/ 312273 h 503721"/>
                <a:gd name="connsiteX891" fmla="*/ 204106 w 392822"/>
                <a:gd name="connsiteY891" fmla="*/ 312273 h 503721"/>
                <a:gd name="connsiteX892" fmla="*/ 206551 w 392822"/>
                <a:gd name="connsiteY892" fmla="*/ 205257 h 503721"/>
                <a:gd name="connsiteX893" fmla="*/ 204106 w 392822"/>
                <a:gd name="connsiteY893" fmla="*/ 205257 h 503721"/>
                <a:gd name="connsiteX894" fmla="*/ 204106 w 392822"/>
                <a:gd name="connsiteY894" fmla="*/ 203387 h 503721"/>
                <a:gd name="connsiteX895" fmla="*/ 206551 w 392822"/>
                <a:gd name="connsiteY895" fmla="*/ 203387 h 503721"/>
                <a:gd name="connsiteX896" fmla="*/ 216764 w 392822"/>
                <a:gd name="connsiteY896" fmla="*/ 302060 h 503721"/>
                <a:gd name="connsiteX897" fmla="*/ 216764 w 392822"/>
                <a:gd name="connsiteY897" fmla="*/ 304506 h 503721"/>
                <a:gd name="connsiteX898" fmla="*/ 214319 w 392822"/>
                <a:gd name="connsiteY898" fmla="*/ 304506 h 503721"/>
                <a:gd name="connsiteX899" fmla="*/ 214319 w 392822"/>
                <a:gd name="connsiteY899" fmla="*/ 299615 h 503721"/>
                <a:gd name="connsiteX900" fmla="*/ 216764 w 392822"/>
                <a:gd name="connsiteY900" fmla="*/ 299615 h 503721"/>
                <a:gd name="connsiteX901" fmla="*/ 229710 w 392822"/>
                <a:gd name="connsiteY901" fmla="*/ 294581 h 503721"/>
                <a:gd name="connsiteX902" fmla="*/ 226977 w 392822"/>
                <a:gd name="connsiteY902" fmla="*/ 294581 h 503721"/>
                <a:gd name="connsiteX903" fmla="*/ 226977 w 392822"/>
                <a:gd name="connsiteY903" fmla="*/ 291848 h 503721"/>
                <a:gd name="connsiteX904" fmla="*/ 229566 w 392822"/>
                <a:gd name="connsiteY904" fmla="*/ 291848 h 503721"/>
                <a:gd name="connsiteX905" fmla="*/ 293430 w 392822"/>
                <a:gd name="connsiteY905" fmla="*/ 222662 h 503721"/>
                <a:gd name="connsiteX906" fmla="*/ 290697 w 392822"/>
                <a:gd name="connsiteY906" fmla="*/ 222662 h 503721"/>
                <a:gd name="connsiteX907" fmla="*/ 290697 w 392822"/>
                <a:gd name="connsiteY907" fmla="*/ 219785 h 503721"/>
                <a:gd name="connsiteX908" fmla="*/ 288251 w 392822"/>
                <a:gd name="connsiteY908" fmla="*/ 219785 h 503721"/>
                <a:gd name="connsiteX909" fmla="*/ 290697 w 392822"/>
                <a:gd name="connsiteY909" fmla="*/ 217340 h 503721"/>
                <a:gd name="connsiteX910" fmla="*/ 290697 w 392822"/>
                <a:gd name="connsiteY910" fmla="*/ 219785 h 503721"/>
                <a:gd name="connsiteX911" fmla="*/ 293430 w 392822"/>
                <a:gd name="connsiteY911" fmla="*/ 219785 h 503721"/>
                <a:gd name="connsiteX912" fmla="*/ 326512 w 392822"/>
                <a:gd name="connsiteY912" fmla="*/ 100112 h 503721"/>
                <a:gd name="connsiteX913" fmla="*/ 321335 w 392822"/>
                <a:gd name="connsiteY913" fmla="*/ 105290 h 503721"/>
                <a:gd name="connsiteX914" fmla="*/ 321335 w 392822"/>
                <a:gd name="connsiteY914" fmla="*/ 100112 h 503721"/>
                <a:gd name="connsiteX915" fmla="*/ 324067 w 392822"/>
                <a:gd name="connsiteY915" fmla="*/ 100112 h 503721"/>
                <a:gd name="connsiteX916" fmla="*/ 324067 w 392822"/>
                <a:gd name="connsiteY916" fmla="*/ 97666 h 503721"/>
                <a:gd name="connsiteX917" fmla="*/ 326512 w 392822"/>
                <a:gd name="connsiteY917" fmla="*/ 97666 h 503721"/>
                <a:gd name="connsiteX918" fmla="*/ 326512 w 392822"/>
                <a:gd name="connsiteY918" fmla="*/ 79686 h 503721"/>
                <a:gd name="connsiteX919" fmla="*/ 326512 w 392822"/>
                <a:gd name="connsiteY919" fmla="*/ 84865 h 503721"/>
                <a:gd name="connsiteX920" fmla="*/ 324067 w 392822"/>
                <a:gd name="connsiteY920" fmla="*/ 84865 h 503721"/>
                <a:gd name="connsiteX921" fmla="*/ 324067 w 392822"/>
                <a:gd name="connsiteY921" fmla="*/ 77241 h 503721"/>
                <a:gd name="connsiteX922" fmla="*/ 326512 w 392822"/>
                <a:gd name="connsiteY922" fmla="*/ 77241 h 503721"/>
                <a:gd name="connsiteX923" fmla="*/ 331547 w 392822"/>
                <a:gd name="connsiteY923" fmla="*/ 84865 h 503721"/>
                <a:gd name="connsiteX924" fmla="*/ 329102 w 392822"/>
                <a:gd name="connsiteY924" fmla="*/ 84865 h 503721"/>
                <a:gd name="connsiteX925" fmla="*/ 329102 w 392822"/>
                <a:gd name="connsiteY925" fmla="*/ 82132 h 503721"/>
                <a:gd name="connsiteX926" fmla="*/ 331547 w 392822"/>
                <a:gd name="connsiteY926" fmla="*/ 82132 h 503721"/>
                <a:gd name="connsiteX927" fmla="*/ 333992 w 392822"/>
                <a:gd name="connsiteY927" fmla="*/ 77241 h 503721"/>
                <a:gd name="connsiteX928" fmla="*/ 331547 w 392822"/>
                <a:gd name="connsiteY928" fmla="*/ 79686 h 503721"/>
                <a:gd name="connsiteX929" fmla="*/ 331547 w 392822"/>
                <a:gd name="connsiteY929" fmla="*/ 77241 h 503721"/>
                <a:gd name="connsiteX930" fmla="*/ 333992 w 392822"/>
                <a:gd name="connsiteY930" fmla="*/ 74652 h 503721"/>
                <a:gd name="connsiteX931" fmla="*/ 357150 w 392822"/>
                <a:gd name="connsiteY931" fmla="*/ 82132 h 503721"/>
                <a:gd name="connsiteX932" fmla="*/ 354417 w 392822"/>
                <a:gd name="connsiteY932" fmla="*/ 79686 h 503721"/>
                <a:gd name="connsiteX933" fmla="*/ 351972 w 392822"/>
                <a:gd name="connsiteY933" fmla="*/ 77241 h 503721"/>
                <a:gd name="connsiteX934" fmla="*/ 349527 w 392822"/>
                <a:gd name="connsiteY934" fmla="*/ 77241 h 503721"/>
                <a:gd name="connsiteX935" fmla="*/ 349527 w 392822"/>
                <a:gd name="connsiteY935" fmla="*/ 74652 h 503721"/>
                <a:gd name="connsiteX936" fmla="*/ 351972 w 392822"/>
                <a:gd name="connsiteY936" fmla="*/ 74652 h 503721"/>
                <a:gd name="connsiteX937" fmla="*/ 351972 w 392822"/>
                <a:gd name="connsiteY937" fmla="*/ 77241 h 503721"/>
                <a:gd name="connsiteX938" fmla="*/ 354417 w 392822"/>
                <a:gd name="connsiteY938" fmla="*/ 77241 h 503721"/>
                <a:gd name="connsiteX939" fmla="*/ 354417 w 392822"/>
                <a:gd name="connsiteY939" fmla="*/ 79686 h 503721"/>
                <a:gd name="connsiteX940" fmla="*/ 357150 w 392822"/>
                <a:gd name="connsiteY940" fmla="*/ 79686 h 503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Lst>
              <a:rect l="l" t="t" r="r" b="b"/>
              <a:pathLst>
                <a:path w="392822" h="503721">
                  <a:moveTo>
                    <a:pt x="390377" y="88317"/>
                  </a:moveTo>
                  <a:lnTo>
                    <a:pt x="390377" y="85728"/>
                  </a:lnTo>
                  <a:lnTo>
                    <a:pt x="387788" y="85728"/>
                  </a:lnTo>
                  <a:lnTo>
                    <a:pt x="387788" y="82995"/>
                  </a:lnTo>
                  <a:lnTo>
                    <a:pt x="385055" y="82995"/>
                  </a:lnTo>
                  <a:lnTo>
                    <a:pt x="385055" y="85728"/>
                  </a:lnTo>
                  <a:lnTo>
                    <a:pt x="377575" y="85728"/>
                  </a:lnTo>
                  <a:lnTo>
                    <a:pt x="377575" y="82995"/>
                  </a:lnTo>
                  <a:lnTo>
                    <a:pt x="380164" y="82995"/>
                  </a:lnTo>
                  <a:lnTo>
                    <a:pt x="380164" y="80549"/>
                  </a:lnTo>
                  <a:lnTo>
                    <a:pt x="382610" y="78104"/>
                  </a:lnTo>
                  <a:lnTo>
                    <a:pt x="382610" y="75515"/>
                  </a:lnTo>
                  <a:lnTo>
                    <a:pt x="380164" y="75515"/>
                  </a:lnTo>
                  <a:lnTo>
                    <a:pt x="377575" y="78104"/>
                  </a:lnTo>
                  <a:lnTo>
                    <a:pt x="377575" y="75515"/>
                  </a:lnTo>
                  <a:lnTo>
                    <a:pt x="380164" y="75515"/>
                  </a:lnTo>
                  <a:lnTo>
                    <a:pt x="380164" y="67892"/>
                  </a:lnTo>
                  <a:lnTo>
                    <a:pt x="374842" y="67892"/>
                  </a:lnTo>
                  <a:lnTo>
                    <a:pt x="374842" y="70337"/>
                  </a:lnTo>
                  <a:lnTo>
                    <a:pt x="372397" y="70337"/>
                  </a:lnTo>
                  <a:lnTo>
                    <a:pt x="372397" y="67892"/>
                  </a:lnTo>
                  <a:lnTo>
                    <a:pt x="364630" y="67892"/>
                  </a:lnTo>
                  <a:lnTo>
                    <a:pt x="364630" y="65303"/>
                  </a:lnTo>
                  <a:lnTo>
                    <a:pt x="357150" y="65303"/>
                  </a:lnTo>
                  <a:lnTo>
                    <a:pt x="357150" y="67892"/>
                  </a:lnTo>
                  <a:lnTo>
                    <a:pt x="354417" y="67892"/>
                  </a:lnTo>
                  <a:lnTo>
                    <a:pt x="354417" y="73933"/>
                  </a:lnTo>
                  <a:lnTo>
                    <a:pt x="351972" y="73933"/>
                  </a:lnTo>
                  <a:lnTo>
                    <a:pt x="351972" y="71488"/>
                  </a:lnTo>
                  <a:lnTo>
                    <a:pt x="346938" y="71488"/>
                  </a:lnTo>
                  <a:lnTo>
                    <a:pt x="346938" y="69043"/>
                  </a:lnTo>
                  <a:lnTo>
                    <a:pt x="341759" y="69043"/>
                  </a:lnTo>
                  <a:lnTo>
                    <a:pt x="341759" y="66454"/>
                  </a:lnTo>
                  <a:lnTo>
                    <a:pt x="339314" y="66454"/>
                  </a:lnTo>
                  <a:lnTo>
                    <a:pt x="339314" y="69043"/>
                  </a:lnTo>
                  <a:lnTo>
                    <a:pt x="336725" y="69043"/>
                  </a:lnTo>
                  <a:lnTo>
                    <a:pt x="336725" y="71488"/>
                  </a:lnTo>
                  <a:lnTo>
                    <a:pt x="333992" y="71488"/>
                  </a:lnTo>
                  <a:lnTo>
                    <a:pt x="333992" y="69043"/>
                  </a:lnTo>
                  <a:lnTo>
                    <a:pt x="329102" y="69043"/>
                  </a:lnTo>
                  <a:lnTo>
                    <a:pt x="329102" y="73933"/>
                  </a:lnTo>
                  <a:lnTo>
                    <a:pt x="326512" y="73933"/>
                  </a:lnTo>
                  <a:lnTo>
                    <a:pt x="326512" y="71488"/>
                  </a:lnTo>
                  <a:lnTo>
                    <a:pt x="324067" y="71488"/>
                  </a:lnTo>
                  <a:lnTo>
                    <a:pt x="324067" y="66454"/>
                  </a:lnTo>
                  <a:lnTo>
                    <a:pt x="326512" y="66454"/>
                  </a:lnTo>
                  <a:lnTo>
                    <a:pt x="326512" y="56241"/>
                  </a:lnTo>
                  <a:lnTo>
                    <a:pt x="324067" y="53508"/>
                  </a:lnTo>
                  <a:lnTo>
                    <a:pt x="324067" y="43439"/>
                  </a:lnTo>
                  <a:lnTo>
                    <a:pt x="326512" y="43439"/>
                  </a:lnTo>
                  <a:lnTo>
                    <a:pt x="326512" y="38405"/>
                  </a:lnTo>
                  <a:lnTo>
                    <a:pt x="324067" y="38405"/>
                  </a:lnTo>
                  <a:lnTo>
                    <a:pt x="324067" y="35960"/>
                  </a:lnTo>
                  <a:lnTo>
                    <a:pt x="318889" y="35960"/>
                  </a:lnTo>
                  <a:lnTo>
                    <a:pt x="318889" y="33371"/>
                  </a:lnTo>
                  <a:lnTo>
                    <a:pt x="321335" y="33371"/>
                  </a:lnTo>
                  <a:lnTo>
                    <a:pt x="321335" y="23158"/>
                  </a:lnTo>
                  <a:lnTo>
                    <a:pt x="318889" y="20425"/>
                  </a:lnTo>
                  <a:lnTo>
                    <a:pt x="318889" y="15535"/>
                  </a:lnTo>
                  <a:lnTo>
                    <a:pt x="315869" y="15535"/>
                  </a:lnTo>
                  <a:lnTo>
                    <a:pt x="315869" y="12946"/>
                  </a:lnTo>
                  <a:lnTo>
                    <a:pt x="313423" y="12946"/>
                  </a:lnTo>
                  <a:lnTo>
                    <a:pt x="310691" y="15535"/>
                  </a:lnTo>
                  <a:lnTo>
                    <a:pt x="303211" y="15535"/>
                  </a:lnTo>
                  <a:lnTo>
                    <a:pt x="303211" y="5322"/>
                  </a:lnTo>
                  <a:lnTo>
                    <a:pt x="305800" y="5322"/>
                  </a:lnTo>
                  <a:lnTo>
                    <a:pt x="305800" y="0"/>
                  </a:lnTo>
                  <a:lnTo>
                    <a:pt x="301485" y="0"/>
                  </a:lnTo>
                  <a:lnTo>
                    <a:pt x="301485" y="5322"/>
                  </a:lnTo>
                  <a:lnTo>
                    <a:pt x="288827" y="5322"/>
                  </a:lnTo>
                  <a:lnTo>
                    <a:pt x="288827" y="23158"/>
                  </a:lnTo>
                  <a:lnTo>
                    <a:pt x="286382" y="25747"/>
                  </a:lnTo>
                  <a:lnTo>
                    <a:pt x="286382" y="30782"/>
                  </a:lnTo>
                  <a:lnTo>
                    <a:pt x="283793" y="33515"/>
                  </a:lnTo>
                  <a:lnTo>
                    <a:pt x="281060" y="36104"/>
                  </a:lnTo>
                  <a:lnTo>
                    <a:pt x="281060" y="53652"/>
                  </a:lnTo>
                  <a:lnTo>
                    <a:pt x="278615" y="56385"/>
                  </a:lnTo>
                  <a:lnTo>
                    <a:pt x="276169" y="58974"/>
                  </a:lnTo>
                  <a:lnTo>
                    <a:pt x="276169" y="61419"/>
                  </a:lnTo>
                  <a:lnTo>
                    <a:pt x="278615" y="61419"/>
                  </a:lnTo>
                  <a:lnTo>
                    <a:pt x="281060" y="63864"/>
                  </a:lnTo>
                  <a:lnTo>
                    <a:pt x="281060" y="66597"/>
                  </a:lnTo>
                  <a:lnTo>
                    <a:pt x="278615" y="69187"/>
                  </a:lnTo>
                  <a:lnTo>
                    <a:pt x="278615" y="71632"/>
                  </a:lnTo>
                  <a:lnTo>
                    <a:pt x="281060" y="74077"/>
                  </a:lnTo>
                  <a:lnTo>
                    <a:pt x="281060" y="79399"/>
                  </a:lnTo>
                  <a:lnTo>
                    <a:pt x="278615" y="79399"/>
                  </a:lnTo>
                  <a:lnTo>
                    <a:pt x="278615" y="92057"/>
                  </a:lnTo>
                  <a:lnTo>
                    <a:pt x="276169" y="94502"/>
                  </a:lnTo>
                  <a:lnTo>
                    <a:pt x="276169" y="107447"/>
                  </a:lnTo>
                  <a:lnTo>
                    <a:pt x="273580" y="110037"/>
                  </a:lnTo>
                  <a:lnTo>
                    <a:pt x="270847" y="112482"/>
                  </a:lnTo>
                  <a:lnTo>
                    <a:pt x="270847" y="117085"/>
                  </a:lnTo>
                  <a:lnTo>
                    <a:pt x="268402" y="119673"/>
                  </a:lnTo>
                  <a:lnTo>
                    <a:pt x="268402" y="122119"/>
                  </a:lnTo>
                  <a:lnTo>
                    <a:pt x="270847" y="124564"/>
                  </a:lnTo>
                  <a:lnTo>
                    <a:pt x="270847" y="127153"/>
                  </a:lnTo>
                  <a:lnTo>
                    <a:pt x="268402" y="127153"/>
                  </a:lnTo>
                  <a:lnTo>
                    <a:pt x="268402" y="134777"/>
                  </a:lnTo>
                  <a:lnTo>
                    <a:pt x="270847" y="134777"/>
                  </a:lnTo>
                  <a:lnTo>
                    <a:pt x="270847" y="140099"/>
                  </a:lnTo>
                  <a:lnTo>
                    <a:pt x="273580" y="142544"/>
                  </a:lnTo>
                  <a:lnTo>
                    <a:pt x="276169" y="144989"/>
                  </a:lnTo>
                  <a:lnTo>
                    <a:pt x="278615" y="147434"/>
                  </a:lnTo>
                  <a:lnTo>
                    <a:pt x="278615" y="150167"/>
                  </a:lnTo>
                  <a:lnTo>
                    <a:pt x="281060" y="152757"/>
                  </a:lnTo>
                  <a:lnTo>
                    <a:pt x="281060" y="155202"/>
                  </a:lnTo>
                  <a:lnTo>
                    <a:pt x="283793" y="155202"/>
                  </a:lnTo>
                  <a:lnTo>
                    <a:pt x="283793" y="157647"/>
                  </a:lnTo>
                  <a:lnTo>
                    <a:pt x="286382" y="157647"/>
                  </a:lnTo>
                  <a:lnTo>
                    <a:pt x="286382" y="162969"/>
                  </a:lnTo>
                  <a:lnTo>
                    <a:pt x="288827" y="162969"/>
                  </a:lnTo>
                  <a:lnTo>
                    <a:pt x="288827" y="165414"/>
                  </a:lnTo>
                  <a:lnTo>
                    <a:pt x="283793" y="165414"/>
                  </a:lnTo>
                  <a:lnTo>
                    <a:pt x="281060" y="167859"/>
                  </a:lnTo>
                  <a:lnTo>
                    <a:pt x="281060" y="173181"/>
                  </a:lnTo>
                  <a:lnTo>
                    <a:pt x="278615" y="173181"/>
                  </a:lnTo>
                  <a:lnTo>
                    <a:pt x="278615" y="175627"/>
                  </a:lnTo>
                  <a:lnTo>
                    <a:pt x="272717" y="175627"/>
                  </a:lnTo>
                  <a:lnTo>
                    <a:pt x="272717" y="178072"/>
                  </a:lnTo>
                  <a:lnTo>
                    <a:pt x="262505" y="178072"/>
                  </a:lnTo>
                  <a:lnTo>
                    <a:pt x="262505" y="175627"/>
                  </a:lnTo>
                  <a:lnTo>
                    <a:pt x="258333" y="175627"/>
                  </a:lnTo>
                  <a:lnTo>
                    <a:pt x="258333" y="173181"/>
                  </a:lnTo>
                  <a:lnTo>
                    <a:pt x="255888" y="173181"/>
                  </a:lnTo>
                  <a:lnTo>
                    <a:pt x="255888" y="170592"/>
                  </a:lnTo>
                  <a:lnTo>
                    <a:pt x="253299" y="170592"/>
                  </a:lnTo>
                  <a:lnTo>
                    <a:pt x="253299" y="165414"/>
                  </a:lnTo>
                  <a:lnTo>
                    <a:pt x="250854" y="165414"/>
                  </a:lnTo>
                  <a:lnTo>
                    <a:pt x="250854" y="157647"/>
                  </a:lnTo>
                  <a:lnTo>
                    <a:pt x="245675" y="157647"/>
                  </a:lnTo>
                  <a:lnTo>
                    <a:pt x="245675" y="162969"/>
                  </a:lnTo>
                  <a:lnTo>
                    <a:pt x="243086" y="165414"/>
                  </a:lnTo>
                  <a:lnTo>
                    <a:pt x="243086" y="167859"/>
                  </a:lnTo>
                  <a:lnTo>
                    <a:pt x="240641" y="170592"/>
                  </a:lnTo>
                  <a:lnTo>
                    <a:pt x="240641" y="173181"/>
                  </a:lnTo>
                  <a:lnTo>
                    <a:pt x="237908" y="173181"/>
                  </a:lnTo>
                  <a:lnTo>
                    <a:pt x="237908" y="178072"/>
                  </a:lnTo>
                  <a:lnTo>
                    <a:pt x="235463" y="178072"/>
                  </a:lnTo>
                  <a:lnTo>
                    <a:pt x="235463" y="183394"/>
                  </a:lnTo>
                  <a:lnTo>
                    <a:pt x="232874" y="183394"/>
                  </a:lnTo>
                  <a:lnTo>
                    <a:pt x="232874" y="185839"/>
                  </a:lnTo>
                  <a:lnTo>
                    <a:pt x="229566" y="185839"/>
                  </a:lnTo>
                  <a:lnTo>
                    <a:pt x="229566" y="188285"/>
                  </a:lnTo>
                  <a:lnTo>
                    <a:pt x="226833" y="188285"/>
                  </a:lnTo>
                  <a:lnTo>
                    <a:pt x="226833" y="191018"/>
                  </a:lnTo>
                  <a:lnTo>
                    <a:pt x="224388" y="191018"/>
                  </a:lnTo>
                  <a:lnTo>
                    <a:pt x="221942" y="193607"/>
                  </a:lnTo>
                  <a:lnTo>
                    <a:pt x="219353" y="193607"/>
                  </a:lnTo>
                  <a:lnTo>
                    <a:pt x="219353" y="196052"/>
                  </a:lnTo>
                  <a:lnTo>
                    <a:pt x="216620" y="198497"/>
                  </a:lnTo>
                  <a:lnTo>
                    <a:pt x="203962" y="198497"/>
                  </a:lnTo>
                  <a:lnTo>
                    <a:pt x="203962" y="201230"/>
                  </a:lnTo>
                  <a:lnTo>
                    <a:pt x="201517" y="201230"/>
                  </a:lnTo>
                  <a:lnTo>
                    <a:pt x="201517" y="198497"/>
                  </a:lnTo>
                  <a:lnTo>
                    <a:pt x="203962" y="198497"/>
                  </a:lnTo>
                  <a:lnTo>
                    <a:pt x="203962" y="196052"/>
                  </a:lnTo>
                  <a:lnTo>
                    <a:pt x="181092" y="196052"/>
                  </a:lnTo>
                  <a:lnTo>
                    <a:pt x="181092" y="198497"/>
                  </a:lnTo>
                  <a:lnTo>
                    <a:pt x="170880" y="198497"/>
                  </a:lnTo>
                  <a:lnTo>
                    <a:pt x="170880" y="203387"/>
                  </a:lnTo>
                  <a:lnTo>
                    <a:pt x="168290" y="203387"/>
                  </a:lnTo>
                  <a:lnTo>
                    <a:pt x="168290" y="205833"/>
                  </a:lnTo>
                  <a:lnTo>
                    <a:pt x="165845" y="205833"/>
                  </a:lnTo>
                  <a:lnTo>
                    <a:pt x="165845" y="208278"/>
                  </a:lnTo>
                  <a:lnTo>
                    <a:pt x="160667" y="208278"/>
                  </a:lnTo>
                  <a:lnTo>
                    <a:pt x="160667" y="211011"/>
                  </a:lnTo>
                  <a:lnTo>
                    <a:pt x="157647" y="211011"/>
                  </a:lnTo>
                  <a:lnTo>
                    <a:pt x="157647" y="213600"/>
                  </a:lnTo>
                  <a:lnTo>
                    <a:pt x="152469" y="213600"/>
                  </a:lnTo>
                  <a:lnTo>
                    <a:pt x="152469" y="211011"/>
                  </a:lnTo>
                  <a:lnTo>
                    <a:pt x="155201" y="208278"/>
                  </a:lnTo>
                  <a:lnTo>
                    <a:pt x="157647" y="205833"/>
                  </a:lnTo>
                  <a:lnTo>
                    <a:pt x="157647" y="203387"/>
                  </a:lnTo>
                  <a:lnTo>
                    <a:pt x="155201" y="203387"/>
                  </a:lnTo>
                  <a:lnTo>
                    <a:pt x="152469" y="205833"/>
                  </a:lnTo>
                  <a:lnTo>
                    <a:pt x="150023" y="205833"/>
                  </a:lnTo>
                  <a:lnTo>
                    <a:pt x="150023" y="208278"/>
                  </a:lnTo>
                  <a:lnTo>
                    <a:pt x="147434" y="208278"/>
                  </a:lnTo>
                  <a:lnTo>
                    <a:pt x="147434" y="205833"/>
                  </a:lnTo>
                  <a:lnTo>
                    <a:pt x="139811" y="205833"/>
                  </a:lnTo>
                  <a:lnTo>
                    <a:pt x="139811" y="203387"/>
                  </a:lnTo>
                  <a:lnTo>
                    <a:pt x="134776" y="203387"/>
                  </a:lnTo>
                  <a:lnTo>
                    <a:pt x="132043" y="205833"/>
                  </a:lnTo>
                  <a:lnTo>
                    <a:pt x="127153" y="205833"/>
                  </a:lnTo>
                  <a:lnTo>
                    <a:pt x="127153" y="208278"/>
                  </a:lnTo>
                  <a:lnTo>
                    <a:pt x="124564" y="208278"/>
                  </a:lnTo>
                  <a:lnTo>
                    <a:pt x="124564" y="211011"/>
                  </a:lnTo>
                  <a:lnTo>
                    <a:pt x="119386" y="211011"/>
                  </a:lnTo>
                  <a:lnTo>
                    <a:pt x="119386" y="208278"/>
                  </a:lnTo>
                  <a:lnTo>
                    <a:pt x="109173" y="208278"/>
                  </a:lnTo>
                  <a:lnTo>
                    <a:pt x="109173" y="205833"/>
                  </a:lnTo>
                  <a:lnTo>
                    <a:pt x="106728" y="203387"/>
                  </a:lnTo>
                  <a:lnTo>
                    <a:pt x="93926" y="203387"/>
                  </a:lnTo>
                  <a:lnTo>
                    <a:pt x="93926" y="208278"/>
                  </a:lnTo>
                  <a:lnTo>
                    <a:pt x="91481" y="208278"/>
                  </a:lnTo>
                  <a:lnTo>
                    <a:pt x="88748" y="211011"/>
                  </a:lnTo>
                  <a:lnTo>
                    <a:pt x="86303" y="211011"/>
                  </a:lnTo>
                  <a:lnTo>
                    <a:pt x="86303" y="220936"/>
                  </a:lnTo>
                  <a:lnTo>
                    <a:pt x="83714" y="220936"/>
                  </a:lnTo>
                  <a:lnTo>
                    <a:pt x="83714" y="228703"/>
                  </a:lnTo>
                  <a:lnTo>
                    <a:pt x="81269" y="228703"/>
                  </a:lnTo>
                  <a:lnTo>
                    <a:pt x="81269" y="226258"/>
                  </a:lnTo>
                  <a:lnTo>
                    <a:pt x="78536" y="226258"/>
                  </a:lnTo>
                  <a:lnTo>
                    <a:pt x="78536" y="228703"/>
                  </a:lnTo>
                  <a:lnTo>
                    <a:pt x="76090" y="228703"/>
                  </a:lnTo>
                  <a:lnTo>
                    <a:pt x="76090" y="236470"/>
                  </a:lnTo>
                  <a:lnTo>
                    <a:pt x="73501" y="238915"/>
                  </a:lnTo>
                  <a:lnTo>
                    <a:pt x="73501" y="246539"/>
                  </a:lnTo>
                  <a:lnTo>
                    <a:pt x="71344" y="246539"/>
                  </a:lnTo>
                  <a:lnTo>
                    <a:pt x="71344" y="248984"/>
                  </a:lnTo>
                  <a:lnTo>
                    <a:pt x="61131" y="269409"/>
                  </a:lnTo>
                  <a:lnTo>
                    <a:pt x="48186" y="284800"/>
                  </a:lnTo>
                  <a:lnTo>
                    <a:pt x="53508" y="287389"/>
                  </a:lnTo>
                  <a:lnTo>
                    <a:pt x="53508" y="295012"/>
                  </a:lnTo>
                  <a:lnTo>
                    <a:pt x="56960" y="295012"/>
                  </a:lnTo>
                  <a:lnTo>
                    <a:pt x="56960" y="297601"/>
                  </a:lnTo>
                  <a:lnTo>
                    <a:pt x="59405" y="297601"/>
                  </a:lnTo>
                  <a:lnTo>
                    <a:pt x="59405" y="295012"/>
                  </a:lnTo>
                  <a:lnTo>
                    <a:pt x="62138" y="295012"/>
                  </a:lnTo>
                  <a:lnTo>
                    <a:pt x="62138" y="292279"/>
                  </a:lnTo>
                  <a:lnTo>
                    <a:pt x="67172" y="292279"/>
                  </a:lnTo>
                  <a:lnTo>
                    <a:pt x="67172" y="295012"/>
                  </a:lnTo>
                  <a:lnTo>
                    <a:pt x="69618" y="292279"/>
                  </a:lnTo>
                  <a:lnTo>
                    <a:pt x="69618" y="297601"/>
                  </a:lnTo>
                  <a:lnTo>
                    <a:pt x="71344" y="297601"/>
                  </a:lnTo>
                  <a:lnTo>
                    <a:pt x="71344" y="292279"/>
                  </a:lnTo>
                  <a:lnTo>
                    <a:pt x="73789" y="292279"/>
                  </a:lnTo>
                  <a:lnTo>
                    <a:pt x="73789" y="289690"/>
                  </a:lnTo>
                  <a:lnTo>
                    <a:pt x="71344" y="289690"/>
                  </a:lnTo>
                  <a:lnTo>
                    <a:pt x="73789" y="287245"/>
                  </a:lnTo>
                  <a:lnTo>
                    <a:pt x="73789" y="284656"/>
                  </a:lnTo>
                  <a:lnTo>
                    <a:pt x="76378" y="284656"/>
                  </a:lnTo>
                  <a:lnTo>
                    <a:pt x="76378" y="281923"/>
                  </a:lnTo>
                  <a:lnTo>
                    <a:pt x="78823" y="281923"/>
                  </a:lnTo>
                  <a:lnTo>
                    <a:pt x="78823" y="279478"/>
                  </a:lnTo>
                  <a:lnTo>
                    <a:pt x="86590" y="279478"/>
                  </a:lnTo>
                  <a:lnTo>
                    <a:pt x="86590" y="277033"/>
                  </a:lnTo>
                  <a:lnTo>
                    <a:pt x="89036" y="277033"/>
                  </a:lnTo>
                  <a:lnTo>
                    <a:pt x="89036" y="279478"/>
                  </a:lnTo>
                  <a:lnTo>
                    <a:pt x="94214" y="279478"/>
                  </a:lnTo>
                  <a:lnTo>
                    <a:pt x="94214" y="277033"/>
                  </a:lnTo>
                  <a:lnTo>
                    <a:pt x="100111" y="277033"/>
                  </a:lnTo>
                  <a:lnTo>
                    <a:pt x="100111" y="275307"/>
                  </a:lnTo>
                  <a:lnTo>
                    <a:pt x="105289" y="275307"/>
                  </a:lnTo>
                  <a:lnTo>
                    <a:pt x="105289" y="272574"/>
                  </a:lnTo>
                  <a:lnTo>
                    <a:pt x="107879" y="272574"/>
                  </a:lnTo>
                  <a:lnTo>
                    <a:pt x="107879" y="270129"/>
                  </a:lnTo>
                  <a:lnTo>
                    <a:pt x="112769" y="270129"/>
                  </a:lnTo>
                  <a:lnTo>
                    <a:pt x="112769" y="267683"/>
                  </a:lnTo>
                  <a:lnTo>
                    <a:pt x="118091" y="267683"/>
                  </a:lnTo>
                  <a:lnTo>
                    <a:pt x="118091" y="270129"/>
                  </a:lnTo>
                  <a:lnTo>
                    <a:pt x="120536" y="267683"/>
                  </a:lnTo>
                  <a:lnTo>
                    <a:pt x="122981" y="267683"/>
                  </a:lnTo>
                  <a:lnTo>
                    <a:pt x="122981" y="265094"/>
                  </a:lnTo>
                  <a:lnTo>
                    <a:pt x="128303" y="265094"/>
                  </a:lnTo>
                  <a:lnTo>
                    <a:pt x="128303" y="267683"/>
                  </a:lnTo>
                  <a:lnTo>
                    <a:pt x="130749" y="267683"/>
                  </a:lnTo>
                  <a:lnTo>
                    <a:pt x="130749" y="265094"/>
                  </a:lnTo>
                  <a:lnTo>
                    <a:pt x="133194" y="262361"/>
                  </a:lnTo>
                  <a:lnTo>
                    <a:pt x="135927" y="262361"/>
                  </a:lnTo>
                  <a:lnTo>
                    <a:pt x="135927" y="259916"/>
                  </a:lnTo>
                  <a:lnTo>
                    <a:pt x="143263" y="259916"/>
                  </a:lnTo>
                  <a:lnTo>
                    <a:pt x="143263" y="257471"/>
                  </a:lnTo>
                  <a:lnTo>
                    <a:pt x="148441" y="257471"/>
                  </a:lnTo>
                  <a:lnTo>
                    <a:pt x="148441" y="254881"/>
                  </a:lnTo>
                  <a:lnTo>
                    <a:pt x="157647" y="254881"/>
                  </a:lnTo>
                  <a:lnTo>
                    <a:pt x="157647" y="252149"/>
                  </a:lnTo>
                  <a:lnTo>
                    <a:pt x="160236" y="252149"/>
                  </a:lnTo>
                  <a:lnTo>
                    <a:pt x="160236" y="254881"/>
                  </a:lnTo>
                  <a:lnTo>
                    <a:pt x="162681" y="254881"/>
                  </a:lnTo>
                  <a:lnTo>
                    <a:pt x="162681" y="252149"/>
                  </a:lnTo>
                  <a:lnTo>
                    <a:pt x="165414" y="252149"/>
                  </a:lnTo>
                  <a:lnTo>
                    <a:pt x="165414" y="254881"/>
                  </a:lnTo>
                  <a:lnTo>
                    <a:pt x="162681" y="254881"/>
                  </a:lnTo>
                  <a:lnTo>
                    <a:pt x="162681" y="257471"/>
                  </a:lnTo>
                  <a:lnTo>
                    <a:pt x="160236" y="257471"/>
                  </a:lnTo>
                  <a:lnTo>
                    <a:pt x="160236" y="259916"/>
                  </a:lnTo>
                  <a:lnTo>
                    <a:pt x="155201" y="259916"/>
                  </a:lnTo>
                  <a:lnTo>
                    <a:pt x="155201" y="262361"/>
                  </a:lnTo>
                  <a:lnTo>
                    <a:pt x="147434" y="262361"/>
                  </a:lnTo>
                  <a:lnTo>
                    <a:pt x="147434" y="265094"/>
                  </a:lnTo>
                  <a:lnTo>
                    <a:pt x="143263" y="265094"/>
                  </a:lnTo>
                  <a:lnTo>
                    <a:pt x="143263" y="267683"/>
                  </a:lnTo>
                  <a:lnTo>
                    <a:pt x="138372" y="267683"/>
                  </a:lnTo>
                  <a:lnTo>
                    <a:pt x="138372" y="272574"/>
                  </a:lnTo>
                  <a:lnTo>
                    <a:pt x="135783" y="272574"/>
                  </a:lnTo>
                  <a:lnTo>
                    <a:pt x="135783" y="275307"/>
                  </a:lnTo>
                  <a:lnTo>
                    <a:pt x="133050" y="275307"/>
                  </a:lnTo>
                  <a:lnTo>
                    <a:pt x="130605" y="277896"/>
                  </a:lnTo>
                  <a:lnTo>
                    <a:pt x="128160" y="280341"/>
                  </a:lnTo>
                  <a:lnTo>
                    <a:pt x="125570" y="280341"/>
                  </a:lnTo>
                  <a:lnTo>
                    <a:pt x="125570" y="282786"/>
                  </a:lnTo>
                  <a:lnTo>
                    <a:pt x="122838" y="282786"/>
                  </a:lnTo>
                  <a:lnTo>
                    <a:pt x="122838" y="285519"/>
                  </a:lnTo>
                  <a:lnTo>
                    <a:pt x="120393" y="285519"/>
                  </a:lnTo>
                  <a:lnTo>
                    <a:pt x="120393" y="288108"/>
                  </a:lnTo>
                  <a:lnTo>
                    <a:pt x="117947" y="288108"/>
                  </a:lnTo>
                  <a:lnTo>
                    <a:pt x="117947" y="295732"/>
                  </a:lnTo>
                  <a:lnTo>
                    <a:pt x="114495" y="295732"/>
                  </a:lnTo>
                  <a:lnTo>
                    <a:pt x="114495" y="298321"/>
                  </a:lnTo>
                  <a:lnTo>
                    <a:pt x="117084" y="298321"/>
                  </a:lnTo>
                  <a:lnTo>
                    <a:pt x="117084" y="300766"/>
                  </a:lnTo>
                  <a:lnTo>
                    <a:pt x="119530" y="300766"/>
                  </a:lnTo>
                  <a:lnTo>
                    <a:pt x="121975" y="303211"/>
                  </a:lnTo>
                  <a:lnTo>
                    <a:pt x="124707" y="303211"/>
                  </a:lnTo>
                  <a:lnTo>
                    <a:pt x="124707" y="305656"/>
                  </a:lnTo>
                  <a:lnTo>
                    <a:pt x="121975" y="303211"/>
                  </a:lnTo>
                  <a:lnTo>
                    <a:pt x="119530" y="303211"/>
                  </a:lnTo>
                  <a:lnTo>
                    <a:pt x="117084" y="300766"/>
                  </a:lnTo>
                  <a:lnTo>
                    <a:pt x="111762" y="300766"/>
                  </a:lnTo>
                  <a:lnTo>
                    <a:pt x="111762" y="298321"/>
                  </a:lnTo>
                  <a:lnTo>
                    <a:pt x="109317" y="298321"/>
                  </a:lnTo>
                  <a:lnTo>
                    <a:pt x="109317" y="300766"/>
                  </a:lnTo>
                  <a:lnTo>
                    <a:pt x="106872" y="300766"/>
                  </a:lnTo>
                  <a:lnTo>
                    <a:pt x="106872" y="303211"/>
                  </a:lnTo>
                  <a:lnTo>
                    <a:pt x="104283" y="303211"/>
                  </a:lnTo>
                  <a:lnTo>
                    <a:pt x="104283" y="292999"/>
                  </a:lnTo>
                  <a:lnTo>
                    <a:pt x="101837" y="290553"/>
                  </a:lnTo>
                  <a:lnTo>
                    <a:pt x="101837" y="285519"/>
                  </a:lnTo>
                  <a:lnTo>
                    <a:pt x="94070" y="285519"/>
                  </a:lnTo>
                  <a:lnTo>
                    <a:pt x="96659" y="288108"/>
                  </a:lnTo>
                  <a:lnTo>
                    <a:pt x="96659" y="289690"/>
                  </a:lnTo>
                  <a:lnTo>
                    <a:pt x="94070" y="289690"/>
                  </a:lnTo>
                  <a:lnTo>
                    <a:pt x="94070" y="292136"/>
                  </a:lnTo>
                  <a:lnTo>
                    <a:pt x="91625" y="292136"/>
                  </a:lnTo>
                  <a:lnTo>
                    <a:pt x="91625" y="294868"/>
                  </a:lnTo>
                  <a:lnTo>
                    <a:pt x="88892" y="294868"/>
                  </a:lnTo>
                  <a:lnTo>
                    <a:pt x="88892" y="297458"/>
                  </a:lnTo>
                  <a:lnTo>
                    <a:pt x="86446" y="297458"/>
                  </a:lnTo>
                  <a:lnTo>
                    <a:pt x="86446" y="299903"/>
                  </a:lnTo>
                  <a:lnTo>
                    <a:pt x="83857" y="299903"/>
                  </a:lnTo>
                  <a:lnTo>
                    <a:pt x="83857" y="302348"/>
                  </a:lnTo>
                  <a:lnTo>
                    <a:pt x="81412" y="302348"/>
                  </a:lnTo>
                  <a:lnTo>
                    <a:pt x="81412" y="304793"/>
                  </a:lnTo>
                  <a:lnTo>
                    <a:pt x="76234" y="304793"/>
                  </a:lnTo>
                  <a:lnTo>
                    <a:pt x="76234" y="307670"/>
                  </a:lnTo>
                  <a:lnTo>
                    <a:pt x="73645" y="307670"/>
                  </a:lnTo>
                  <a:lnTo>
                    <a:pt x="73645" y="310116"/>
                  </a:lnTo>
                  <a:lnTo>
                    <a:pt x="71200" y="312561"/>
                  </a:lnTo>
                  <a:lnTo>
                    <a:pt x="68467" y="312561"/>
                  </a:lnTo>
                  <a:lnTo>
                    <a:pt x="68467" y="315006"/>
                  </a:lnTo>
                  <a:lnTo>
                    <a:pt x="66022" y="315006"/>
                  </a:lnTo>
                  <a:lnTo>
                    <a:pt x="66022" y="318458"/>
                  </a:lnTo>
                  <a:lnTo>
                    <a:pt x="63433" y="321047"/>
                  </a:lnTo>
                  <a:lnTo>
                    <a:pt x="60987" y="323492"/>
                  </a:lnTo>
                  <a:lnTo>
                    <a:pt x="60987" y="325937"/>
                  </a:lnTo>
                  <a:lnTo>
                    <a:pt x="58254" y="328670"/>
                  </a:lnTo>
                  <a:lnTo>
                    <a:pt x="55809" y="331260"/>
                  </a:lnTo>
                  <a:lnTo>
                    <a:pt x="55809" y="333705"/>
                  </a:lnTo>
                  <a:lnTo>
                    <a:pt x="53364" y="333705"/>
                  </a:lnTo>
                  <a:lnTo>
                    <a:pt x="53364" y="336150"/>
                  </a:lnTo>
                  <a:lnTo>
                    <a:pt x="50775" y="336150"/>
                  </a:lnTo>
                  <a:lnTo>
                    <a:pt x="50775" y="341472"/>
                  </a:lnTo>
                  <a:lnTo>
                    <a:pt x="48042" y="341472"/>
                  </a:lnTo>
                  <a:lnTo>
                    <a:pt x="48042" y="343917"/>
                  </a:lnTo>
                  <a:lnTo>
                    <a:pt x="45596" y="343917"/>
                  </a:lnTo>
                  <a:lnTo>
                    <a:pt x="45596" y="349096"/>
                  </a:lnTo>
                  <a:lnTo>
                    <a:pt x="43151" y="349096"/>
                  </a:lnTo>
                  <a:lnTo>
                    <a:pt x="43151" y="351685"/>
                  </a:lnTo>
                  <a:lnTo>
                    <a:pt x="40562" y="351685"/>
                  </a:lnTo>
                  <a:lnTo>
                    <a:pt x="40562" y="354130"/>
                  </a:lnTo>
                  <a:lnTo>
                    <a:pt x="37830" y="356575"/>
                  </a:lnTo>
                  <a:lnTo>
                    <a:pt x="37830" y="359308"/>
                  </a:lnTo>
                  <a:lnTo>
                    <a:pt x="35384" y="359308"/>
                  </a:lnTo>
                  <a:lnTo>
                    <a:pt x="35384" y="361609"/>
                  </a:lnTo>
                  <a:lnTo>
                    <a:pt x="32939" y="364055"/>
                  </a:lnTo>
                  <a:lnTo>
                    <a:pt x="30350" y="366500"/>
                  </a:lnTo>
                  <a:lnTo>
                    <a:pt x="30350" y="369233"/>
                  </a:lnTo>
                  <a:lnTo>
                    <a:pt x="28192" y="369233"/>
                  </a:lnTo>
                  <a:lnTo>
                    <a:pt x="28192" y="371822"/>
                  </a:lnTo>
                  <a:lnTo>
                    <a:pt x="25459" y="371822"/>
                  </a:lnTo>
                  <a:lnTo>
                    <a:pt x="25459" y="376712"/>
                  </a:lnTo>
                  <a:lnTo>
                    <a:pt x="23014" y="376712"/>
                  </a:lnTo>
                  <a:lnTo>
                    <a:pt x="23014" y="382035"/>
                  </a:lnTo>
                  <a:lnTo>
                    <a:pt x="20425" y="382035"/>
                  </a:lnTo>
                  <a:lnTo>
                    <a:pt x="20425" y="384480"/>
                  </a:lnTo>
                  <a:lnTo>
                    <a:pt x="25459" y="384480"/>
                  </a:lnTo>
                  <a:lnTo>
                    <a:pt x="25459" y="382035"/>
                  </a:lnTo>
                  <a:lnTo>
                    <a:pt x="28192" y="382035"/>
                  </a:lnTo>
                  <a:lnTo>
                    <a:pt x="28192" y="379445"/>
                  </a:lnTo>
                  <a:lnTo>
                    <a:pt x="30638" y="379445"/>
                  </a:lnTo>
                  <a:lnTo>
                    <a:pt x="30638" y="376712"/>
                  </a:lnTo>
                  <a:lnTo>
                    <a:pt x="33227" y="376712"/>
                  </a:lnTo>
                  <a:lnTo>
                    <a:pt x="33227" y="374267"/>
                  </a:lnTo>
                  <a:lnTo>
                    <a:pt x="35672" y="374267"/>
                  </a:lnTo>
                  <a:lnTo>
                    <a:pt x="35672" y="376712"/>
                  </a:lnTo>
                  <a:lnTo>
                    <a:pt x="33227" y="376712"/>
                  </a:lnTo>
                  <a:lnTo>
                    <a:pt x="33227" y="384480"/>
                  </a:lnTo>
                  <a:lnTo>
                    <a:pt x="30638" y="384480"/>
                  </a:lnTo>
                  <a:lnTo>
                    <a:pt x="30638" y="386925"/>
                  </a:lnTo>
                  <a:lnTo>
                    <a:pt x="28192" y="386925"/>
                  </a:lnTo>
                  <a:lnTo>
                    <a:pt x="28192" y="390377"/>
                  </a:lnTo>
                  <a:lnTo>
                    <a:pt x="23014" y="390377"/>
                  </a:lnTo>
                  <a:lnTo>
                    <a:pt x="23014" y="387644"/>
                  </a:lnTo>
                  <a:lnTo>
                    <a:pt x="20425" y="385199"/>
                  </a:lnTo>
                  <a:lnTo>
                    <a:pt x="17980" y="385199"/>
                  </a:lnTo>
                  <a:lnTo>
                    <a:pt x="17980" y="390377"/>
                  </a:lnTo>
                  <a:lnTo>
                    <a:pt x="15247" y="390377"/>
                  </a:lnTo>
                  <a:lnTo>
                    <a:pt x="15247" y="392966"/>
                  </a:lnTo>
                  <a:lnTo>
                    <a:pt x="12801" y="392966"/>
                  </a:lnTo>
                  <a:lnTo>
                    <a:pt x="12801" y="395412"/>
                  </a:lnTo>
                  <a:lnTo>
                    <a:pt x="10212" y="397857"/>
                  </a:lnTo>
                  <a:lnTo>
                    <a:pt x="10212" y="400302"/>
                  </a:lnTo>
                  <a:lnTo>
                    <a:pt x="7767" y="400302"/>
                  </a:lnTo>
                  <a:lnTo>
                    <a:pt x="7767" y="404761"/>
                  </a:lnTo>
                  <a:lnTo>
                    <a:pt x="5034" y="404761"/>
                  </a:lnTo>
                  <a:lnTo>
                    <a:pt x="5034" y="409651"/>
                  </a:lnTo>
                  <a:lnTo>
                    <a:pt x="2589" y="409651"/>
                  </a:lnTo>
                  <a:lnTo>
                    <a:pt x="2589" y="414973"/>
                  </a:lnTo>
                  <a:lnTo>
                    <a:pt x="0" y="417419"/>
                  </a:lnTo>
                  <a:lnTo>
                    <a:pt x="0" y="425186"/>
                  </a:lnTo>
                  <a:lnTo>
                    <a:pt x="2589" y="425186"/>
                  </a:lnTo>
                  <a:lnTo>
                    <a:pt x="2589" y="417419"/>
                  </a:lnTo>
                  <a:lnTo>
                    <a:pt x="5034" y="417419"/>
                  </a:lnTo>
                  <a:lnTo>
                    <a:pt x="5034" y="412384"/>
                  </a:lnTo>
                  <a:lnTo>
                    <a:pt x="7767" y="412384"/>
                  </a:lnTo>
                  <a:lnTo>
                    <a:pt x="7767" y="407206"/>
                  </a:lnTo>
                  <a:lnTo>
                    <a:pt x="10212" y="404761"/>
                  </a:lnTo>
                  <a:lnTo>
                    <a:pt x="10212" y="402172"/>
                  </a:lnTo>
                  <a:lnTo>
                    <a:pt x="12801" y="402172"/>
                  </a:lnTo>
                  <a:lnTo>
                    <a:pt x="12801" y="399439"/>
                  </a:lnTo>
                  <a:lnTo>
                    <a:pt x="15247" y="399439"/>
                  </a:lnTo>
                  <a:lnTo>
                    <a:pt x="15247" y="396994"/>
                  </a:lnTo>
                  <a:lnTo>
                    <a:pt x="20425" y="396994"/>
                  </a:lnTo>
                  <a:lnTo>
                    <a:pt x="20425" y="399439"/>
                  </a:lnTo>
                  <a:lnTo>
                    <a:pt x="17980" y="399439"/>
                  </a:lnTo>
                  <a:lnTo>
                    <a:pt x="17980" y="404761"/>
                  </a:lnTo>
                  <a:lnTo>
                    <a:pt x="15247" y="404761"/>
                  </a:lnTo>
                  <a:lnTo>
                    <a:pt x="15247" y="409651"/>
                  </a:lnTo>
                  <a:lnTo>
                    <a:pt x="12801" y="409651"/>
                  </a:lnTo>
                  <a:lnTo>
                    <a:pt x="12801" y="414973"/>
                  </a:lnTo>
                  <a:lnTo>
                    <a:pt x="10212" y="414973"/>
                  </a:lnTo>
                  <a:lnTo>
                    <a:pt x="10212" y="422597"/>
                  </a:lnTo>
                  <a:lnTo>
                    <a:pt x="7767" y="422597"/>
                  </a:lnTo>
                  <a:lnTo>
                    <a:pt x="7767" y="435399"/>
                  </a:lnTo>
                  <a:lnTo>
                    <a:pt x="10212" y="437844"/>
                  </a:lnTo>
                  <a:lnTo>
                    <a:pt x="10212" y="445611"/>
                  </a:lnTo>
                  <a:lnTo>
                    <a:pt x="7767" y="445611"/>
                  </a:lnTo>
                  <a:lnTo>
                    <a:pt x="7767" y="450501"/>
                  </a:lnTo>
                  <a:lnTo>
                    <a:pt x="10212" y="453234"/>
                  </a:lnTo>
                  <a:lnTo>
                    <a:pt x="10212" y="455823"/>
                  </a:lnTo>
                  <a:lnTo>
                    <a:pt x="12801" y="455823"/>
                  </a:lnTo>
                  <a:lnTo>
                    <a:pt x="12801" y="458269"/>
                  </a:lnTo>
                  <a:lnTo>
                    <a:pt x="15247" y="460714"/>
                  </a:lnTo>
                  <a:lnTo>
                    <a:pt x="15247" y="463447"/>
                  </a:lnTo>
                  <a:lnTo>
                    <a:pt x="17980" y="463447"/>
                  </a:lnTo>
                  <a:lnTo>
                    <a:pt x="17980" y="468481"/>
                  </a:lnTo>
                  <a:lnTo>
                    <a:pt x="20425" y="470927"/>
                  </a:lnTo>
                  <a:lnTo>
                    <a:pt x="20425" y="478694"/>
                  </a:lnTo>
                  <a:lnTo>
                    <a:pt x="23014" y="478694"/>
                  </a:lnTo>
                  <a:lnTo>
                    <a:pt x="23014" y="486317"/>
                  </a:lnTo>
                  <a:lnTo>
                    <a:pt x="25459" y="483584"/>
                  </a:lnTo>
                  <a:lnTo>
                    <a:pt x="25459" y="486317"/>
                  </a:lnTo>
                  <a:lnTo>
                    <a:pt x="28192" y="486317"/>
                  </a:lnTo>
                  <a:lnTo>
                    <a:pt x="28192" y="488906"/>
                  </a:lnTo>
                  <a:lnTo>
                    <a:pt x="33227" y="488906"/>
                  </a:lnTo>
                  <a:lnTo>
                    <a:pt x="33227" y="493797"/>
                  </a:lnTo>
                  <a:lnTo>
                    <a:pt x="35672" y="493797"/>
                  </a:lnTo>
                  <a:lnTo>
                    <a:pt x="35672" y="491064"/>
                  </a:lnTo>
                  <a:lnTo>
                    <a:pt x="38117" y="491064"/>
                  </a:lnTo>
                  <a:lnTo>
                    <a:pt x="38117" y="486029"/>
                  </a:lnTo>
                  <a:lnTo>
                    <a:pt x="40850" y="486029"/>
                  </a:lnTo>
                  <a:lnTo>
                    <a:pt x="40850" y="483296"/>
                  </a:lnTo>
                  <a:lnTo>
                    <a:pt x="43439" y="483296"/>
                  </a:lnTo>
                  <a:lnTo>
                    <a:pt x="43439" y="486029"/>
                  </a:lnTo>
                  <a:lnTo>
                    <a:pt x="45884" y="488618"/>
                  </a:lnTo>
                  <a:lnTo>
                    <a:pt x="45884" y="486029"/>
                  </a:lnTo>
                  <a:lnTo>
                    <a:pt x="48329" y="486029"/>
                  </a:lnTo>
                  <a:lnTo>
                    <a:pt x="48329" y="483296"/>
                  </a:lnTo>
                  <a:lnTo>
                    <a:pt x="53651" y="483296"/>
                  </a:lnTo>
                  <a:lnTo>
                    <a:pt x="53651" y="488618"/>
                  </a:lnTo>
                  <a:lnTo>
                    <a:pt x="56097" y="491064"/>
                  </a:lnTo>
                  <a:lnTo>
                    <a:pt x="56097" y="486029"/>
                  </a:lnTo>
                  <a:lnTo>
                    <a:pt x="58542" y="486029"/>
                  </a:lnTo>
                  <a:lnTo>
                    <a:pt x="58542" y="491064"/>
                  </a:lnTo>
                  <a:lnTo>
                    <a:pt x="56960" y="491064"/>
                  </a:lnTo>
                  <a:lnTo>
                    <a:pt x="56960" y="496242"/>
                  </a:lnTo>
                  <a:lnTo>
                    <a:pt x="62138" y="496242"/>
                  </a:lnTo>
                  <a:lnTo>
                    <a:pt x="62138" y="498831"/>
                  </a:lnTo>
                  <a:lnTo>
                    <a:pt x="64583" y="498831"/>
                  </a:lnTo>
                  <a:lnTo>
                    <a:pt x="64583" y="501276"/>
                  </a:lnTo>
                  <a:lnTo>
                    <a:pt x="67172" y="501276"/>
                  </a:lnTo>
                  <a:lnTo>
                    <a:pt x="67172" y="503722"/>
                  </a:lnTo>
                  <a:lnTo>
                    <a:pt x="69618" y="503722"/>
                  </a:lnTo>
                  <a:lnTo>
                    <a:pt x="72351" y="501276"/>
                  </a:lnTo>
                  <a:lnTo>
                    <a:pt x="72351" y="503722"/>
                  </a:lnTo>
                  <a:lnTo>
                    <a:pt x="74796" y="503722"/>
                  </a:lnTo>
                  <a:lnTo>
                    <a:pt x="74796" y="498831"/>
                  </a:lnTo>
                  <a:lnTo>
                    <a:pt x="77385" y="498831"/>
                  </a:lnTo>
                  <a:lnTo>
                    <a:pt x="77385" y="493509"/>
                  </a:lnTo>
                  <a:lnTo>
                    <a:pt x="79830" y="493509"/>
                  </a:lnTo>
                  <a:lnTo>
                    <a:pt x="79830" y="496242"/>
                  </a:lnTo>
                  <a:lnTo>
                    <a:pt x="82563" y="496242"/>
                  </a:lnTo>
                  <a:lnTo>
                    <a:pt x="82563" y="498831"/>
                  </a:lnTo>
                  <a:lnTo>
                    <a:pt x="87597" y="498831"/>
                  </a:lnTo>
                  <a:lnTo>
                    <a:pt x="87597" y="488618"/>
                  </a:lnTo>
                  <a:lnTo>
                    <a:pt x="85008" y="488618"/>
                  </a:lnTo>
                  <a:lnTo>
                    <a:pt x="85008" y="486029"/>
                  </a:lnTo>
                  <a:lnTo>
                    <a:pt x="87597" y="486029"/>
                  </a:lnTo>
                  <a:lnTo>
                    <a:pt x="87597" y="488618"/>
                  </a:lnTo>
                  <a:lnTo>
                    <a:pt x="95221" y="488618"/>
                  </a:lnTo>
                  <a:lnTo>
                    <a:pt x="95221" y="486029"/>
                  </a:lnTo>
                  <a:lnTo>
                    <a:pt x="92775" y="483296"/>
                  </a:lnTo>
                  <a:lnTo>
                    <a:pt x="92775" y="476680"/>
                  </a:lnTo>
                  <a:lnTo>
                    <a:pt x="90042" y="476680"/>
                  </a:lnTo>
                  <a:lnTo>
                    <a:pt x="90042" y="474091"/>
                  </a:lnTo>
                  <a:lnTo>
                    <a:pt x="87597" y="474091"/>
                  </a:lnTo>
                  <a:lnTo>
                    <a:pt x="87597" y="466468"/>
                  </a:lnTo>
                  <a:lnTo>
                    <a:pt x="90042" y="468913"/>
                  </a:lnTo>
                  <a:lnTo>
                    <a:pt x="90042" y="474091"/>
                  </a:lnTo>
                  <a:lnTo>
                    <a:pt x="92775" y="474091"/>
                  </a:lnTo>
                  <a:lnTo>
                    <a:pt x="95221" y="476680"/>
                  </a:lnTo>
                  <a:lnTo>
                    <a:pt x="97810" y="476680"/>
                  </a:lnTo>
                  <a:lnTo>
                    <a:pt x="97810" y="468913"/>
                  </a:lnTo>
                  <a:lnTo>
                    <a:pt x="95221" y="466468"/>
                  </a:lnTo>
                  <a:lnTo>
                    <a:pt x="95221" y="463878"/>
                  </a:lnTo>
                  <a:lnTo>
                    <a:pt x="97810" y="463878"/>
                  </a:lnTo>
                  <a:lnTo>
                    <a:pt x="97810" y="466468"/>
                  </a:lnTo>
                  <a:lnTo>
                    <a:pt x="100111" y="466468"/>
                  </a:lnTo>
                  <a:lnTo>
                    <a:pt x="102844" y="463878"/>
                  </a:lnTo>
                  <a:lnTo>
                    <a:pt x="102844" y="471358"/>
                  </a:lnTo>
                  <a:lnTo>
                    <a:pt x="105289" y="471358"/>
                  </a:lnTo>
                  <a:lnTo>
                    <a:pt x="105289" y="468913"/>
                  </a:lnTo>
                  <a:lnTo>
                    <a:pt x="107879" y="468913"/>
                  </a:lnTo>
                  <a:lnTo>
                    <a:pt x="107879" y="466468"/>
                  </a:lnTo>
                  <a:lnTo>
                    <a:pt x="105289" y="466468"/>
                  </a:lnTo>
                  <a:lnTo>
                    <a:pt x="105289" y="461146"/>
                  </a:lnTo>
                  <a:lnTo>
                    <a:pt x="107879" y="461146"/>
                  </a:lnTo>
                  <a:lnTo>
                    <a:pt x="107879" y="463878"/>
                  </a:lnTo>
                  <a:lnTo>
                    <a:pt x="110324" y="463878"/>
                  </a:lnTo>
                  <a:lnTo>
                    <a:pt x="110324" y="466468"/>
                  </a:lnTo>
                  <a:lnTo>
                    <a:pt x="112769" y="466468"/>
                  </a:lnTo>
                  <a:lnTo>
                    <a:pt x="112769" y="461146"/>
                  </a:lnTo>
                  <a:lnTo>
                    <a:pt x="110324" y="458700"/>
                  </a:lnTo>
                  <a:lnTo>
                    <a:pt x="114495" y="458700"/>
                  </a:lnTo>
                  <a:lnTo>
                    <a:pt x="114495" y="453666"/>
                  </a:lnTo>
                  <a:lnTo>
                    <a:pt x="117084" y="453666"/>
                  </a:lnTo>
                  <a:lnTo>
                    <a:pt x="117084" y="446042"/>
                  </a:lnTo>
                  <a:lnTo>
                    <a:pt x="111762" y="446042"/>
                  </a:lnTo>
                  <a:lnTo>
                    <a:pt x="111762" y="443453"/>
                  </a:lnTo>
                  <a:lnTo>
                    <a:pt x="117084" y="443453"/>
                  </a:lnTo>
                  <a:lnTo>
                    <a:pt x="117084" y="446042"/>
                  </a:lnTo>
                  <a:lnTo>
                    <a:pt x="119530" y="448488"/>
                  </a:lnTo>
                  <a:lnTo>
                    <a:pt x="119530" y="446042"/>
                  </a:lnTo>
                  <a:lnTo>
                    <a:pt x="121975" y="446042"/>
                  </a:lnTo>
                  <a:lnTo>
                    <a:pt x="121975" y="438275"/>
                  </a:lnTo>
                  <a:lnTo>
                    <a:pt x="117084" y="438275"/>
                  </a:lnTo>
                  <a:lnTo>
                    <a:pt x="117084" y="433529"/>
                  </a:lnTo>
                  <a:lnTo>
                    <a:pt x="121975" y="433529"/>
                  </a:lnTo>
                  <a:lnTo>
                    <a:pt x="121975" y="430796"/>
                  </a:lnTo>
                  <a:lnTo>
                    <a:pt x="124707" y="428351"/>
                  </a:lnTo>
                  <a:lnTo>
                    <a:pt x="124707" y="425905"/>
                  </a:lnTo>
                  <a:lnTo>
                    <a:pt x="127297" y="425905"/>
                  </a:lnTo>
                  <a:lnTo>
                    <a:pt x="127297" y="423316"/>
                  </a:lnTo>
                  <a:lnTo>
                    <a:pt x="124707" y="423316"/>
                  </a:lnTo>
                  <a:lnTo>
                    <a:pt x="124707" y="418138"/>
                  </a:lnTo>
                  <a:lnTo>
                    <a:pt x="129742" y="418138"/>
                  </a:lnTo>
                  <a:lnTo>
                    <a:pt x="129742" y="415693"/>
                  </a:lnTo>
                  <a:lnTo>
                    <a:pt x="132187" y="415693"/>
                  </a:lnTo>
                  <a:lnTo>
                    <a:pt x="132187" y="410371"/>
                  </a:lnTo>
                  <a:lnTo>
                    <a:pt x="127297" y="410371"/>
                  </a:lnTo>
                  <a:lnTo>
                    <a:pt x="127297" y="404761"/>
                  </a:lnTo>
                  <a:lnTo>
                    <a:pt x="134920" y="404761"/>
                  </a:lnTo>
                  <a:lnTo>
                    <a:pt x="132187" y="402172"/>
                  </a:lnTo>
                  <a:lnTo>
                    <a:pt x="134920" y="399439"/>
                  </a:lnTo>
                  <a:lnTo>
                    <a:pt x="134920" y="392103"/>
                  </a:lnTo>
                  <a:lnTo>
                    <a:pt x="137509" y="392103"/>
                  </a:lnTo>
                  <a:lnTo>
                    <a:pt x="137509" y="386781"/>
                  </a:lnTo>
                  <a:lnTo>
                    <a:pt x="134920" y="386781"/>
                  </a:lnTo>
                  <a:lnTo>
                    <a:pt x="134920" y="384336"/>
                  </a:lnTo>
                  <a:lnTo>
                    <a:pt x="139954" y="384336"/>
                  </a:lnTo>
                  <a:lnTo>
                    <a:pt x="139954" y="386781"/>
                  </a:lnTo>
                  <a:lnTo>
                    <a:pt x="147578" y="386781"/>
                  </a:lnTo>
                  <a:lnTo>
                    <a:pt x="147578" y="381891"/>
                  </a:lnTo>
                  <a:lnTo>
                    <a:pt x="145133" y="381891"/>
                  </a:lnTo>
                  <a:lnTo>
                    <a:pt x="145133" y="384336"/>
                  </a:lnTo>
                  <a:lnTo>
                    <a:pt x="143263" y="384336"/>
                  </a:lnTo>
                  <a:lnTo>
                    <a:pt x="143263" y="381891"/>
                  </a:lnTo>
                  <a:lnTo>
                    <a:pt x="145996" y="381891"/>
                  </a:lnTo>
                  <a:lnTo>
                    <a:pt x="143263" y="379302"/>
                  </a:lnTo>
                  <a:lnTo>
                    <a:pt x="138372" y="379302"/>
                  </a:lnTo>
                  <a:lnTo>
                    <a:pt x="138372" y="376569"/>
                  </a:lnTo>
                  <a:lnTo>
                    <a:pt x="145996" y="376569"/>
                  </a:lnTo>
                  <a:lnTo>
                    <a:pt x="145996" y="374123"/>
                  </a:lnTo>
                  <a:lnTo>
                    <a:pt x="140817" y="374123"/>
                  </a:lnTo>
                  <a:lnTo>
                    <a:pt x="140817" y="371678"/>
                  </a:lnTo>
                  <a:lnTo>
                    <a:pt x="138372" y="371678"/>
                  </a:lnTo>
                  <a:lnTo>
                    <a:pt x="138372" y="374123"/>
                  </a:lnTo>
                  <a:lnTo>
                    <a:pt x="135783" y="374123"/>
                  </a:lnTo>
                  <a:lnTo>
                    <a:pt x="135783" y="371678"/>
                  </a:lnTo>
                  <a:lnTo>
                    <a:pt x="133050" y="371678"/>
                  </a:lnTo>
                  <a:lnTo>
                    <a:pt x="133050" y="369089"/>
                  </a:lnTo>
                  <a:lnTo>
                    <a:pt x="135783" y="369089"/>
                  </a:lnTo>
                  <a:lnTo>
                    <a:pt x="135783" y="361609"/>
                  </a:lnTo>
                  <a:lnTo>
                    <a:pt x="133050" y="361609"/>
                  </a:lnTo>
                  <a:lnTo>
                    <a:pt x="133050" y="359020"/>
                  </a:lnTo>
                  <a:lnTo>
                    <a:pt x="138372" y="359020"/>
                  </a:lnTo>
                  <a:lnTo>
                    <a:pt x="138372" y="353842"/>
                  </a:lnTo>
                  <a:lnTo>
                    <a:pt x="145996" y="353842"/>
                  </a:lnTo>
                  <a:lnTo>
                    <a:pt x="145996" y="359020"/>
                  </a:lnTo>
                  <a:lnTo>
                    <a:pt x="148441" y="359020"/>
                  </a:lnTo>
                  <a:lnTo>
                    <a:pt x="148441" y="361609"/>
                  </a:lnTo>
                  <a:lnTo>
                    <a:pt x="151030" y="361609"/>
                  </a:lnTo>
                  <a:lnTo>
                    <a:pt x="151030" y="356288"/>
                  </a:lnTo>
                  <a:lnTo>
                    <a:pt x="156208" y="356288"/>
                  </a:lnTo>
                  <a:lnTo>
                    <a:pt x="156208" y="353842"/>
                  </a:lnTo>
                  <a:lnTo>
                    <a:pt x="153475" y="353842"/>
                  </a:lnTo>
                  <a:lnTo>
                    <a:pt x="153475" y="351397"/>
                  </a:lnTo>
                  <a:lnTo>
                    <a:pt x="151030" y="351397"/>
                  </a:lnTo>
                  <a:lnTo>
                    <a:pt x="151030" y="348808"/>
                  </a:lnTo>
                  <a:lnTo>
                    <a:pt x="148441" y="348808"/>
                  </a:lnTo>
                  <a:lnTo>
                    <a:pt x="148441" y="341184"/>
                  </a:lnTo>
                  <a:lnTo>
                    <a:pt x="151030" y="341184"/>
                  </a:lnTo>
                  <a:lnTo>
                    <a:pt x="153475" y="338595"/>
                  </a:lnTo>
                  <a:lnTo>
                    <a:pt x="156208" y="335862"/>
                  </a:lnTo>
                  <a:lnTo>
                    <a:pt x="156208" y="346075"/>
                  </a:lnTo>
                  <a:lnTo>
                    <a:pt x="157647" y="346075"/>
                  </a:lnTo>
                  <a:lnTo>
                    <a:pt x="157647" y="348808"/>
                  </a:lnTo>
                  <a:lnTo>
                    <a:pt x="155201" y="348808"/>
                  </a:lnTo>
                  <a:lnTo>
                    <a:pt x="155201" y="351397"/>
                  </a:lnTo>
                  <a:lnTo>
                    <a:pt x="157647" y="351397"/>
                  </a:lnTo>
                  <a:lnTo>
                    <a:pt x="160236" y="353842"/>
                  </a:lnTo>
                  <a:lnTo>
                    <a:pt x="178072" y="353842"/>
                  </a:lnTo>
                  <a:lnTo>
                    <a:pt x="178072" y="351397"/>
                  </a:lnTo>
                  <a:lnTo>
                    <a:pt x="180661" y="351397"/>
                  </a:lnTo>
                  <a:lnTo>
                    <a:pt x="180661" y="348808"/>
                  </a:lnTo>
                  <a:lnTo>
                    <a:pt x="183106" y="351397"/>
                  </a:lnTo>
                  <a:lnTo>
                    <a:pt x="186414" y="351397"/>
                  </a:lnTo>
                  <a:lnTo>
                    <a:pt x="186414" y="348808"/>
                  </a:lnTo>
                  <a:lnTo>
                    <a:pt x="189147" y="348808"/>
                  </a:lnTo>
                  <a:lnTo>
                    <a:pt x="189147" y="343630"/>
                  </a:lnTo>
                  <a:lnTo>
                    <a:pt x="191736" y="343630"/>
                  </a:lnTo>
                  <a:lnTo>
                    <a:pt x="191736" y="341184"/>
                  </a:lnTo>
                  <a:lnTo>
                    <a:pt x="189147" y="341184"/>
                  </a:lnTo>
                  <a:lnTo>
                    <a:pt x="189147" y="338595"/>
                  </a:lnTo>
                  <a:lnTo>
                    <a:pt x="186414" y="338595"/>
                  </a:lnTo>
                  <a:lnTo>
                    <a:pt x="186414" y="333417"/>
                  </a:lnTo>
                  <a:lnTo>
                    <a:pt x="181524" y="333417"/>
                  </a:lnTo>
                  <a:lnTo>
                    <a:pt x="181524" y="328383"/>
                  </a:lnTo>
                  <a:lnTo>
                    <a:pt x="183969" y="328383"/>
                  </a:lnTo>
                  <a:lnTo>
                    <a:pt x="183969" y="330972"/>
                  </a:lnTo>
                  <a:lnTo>
                    <a:pt x="191736" y="330972"/>
                  </a:lnTo>
                  <a:lnTo>
                    <a:pt x="191736" y="328383"/>
                  </a:lnTo>
                  <a:lnTo>
                    <a:pt x="194182" y="328383"/>
                  </a:lnTo>
                  <a:lnTo>
                    <a:pt x="194182" y="325650"/>
                  </a:lnTo>
                  <a:lnTo>
                    <a:pt x="191736" y="325650"/>
                  </a:lnTo>
                  <a:lnTo>
                    <a:pt x="191736" y="323204"/>
                  </a:lnTo>
                  <a:lnTo>
                    <a:pt x="201949" y="323204"/>
                  </a:lnTo>
                  <a:lnTo>
                    <a:pt x="201949" y="320759"/>
                  </a:lnTo>
                  <a:lnTo>
                    <a:pt x="204394" y="318170"/>
                  </a:lnTo>
                  <a:lnTo>
                    <a:pt x="206839" y="315438"/>
                  </a:lnTo>
                  <a:lnTo>
                    <a:pt x="209572" y="315438"/>
                  </a:lnTo>
                  <a:lnTo>
                    <a:pt x="209572" y="312992"/>
                  </a:lnTo>
                  <a:lnTo>
                    <a:pt x="214606" y="312992"/>
                  </a:lnTo>
                  <a:lnTo>
                    <a:pt x="214606" y="310547"/>
                  </a:lnTo>
                  <a:lnTo>
                    <a:pt x="212161" y="310547"/>
                  </a:lnTo>
                  <a:lnTo>
                    <a:pt x="212161" y="308102"/>
                  </a:lnTo>
                  <a:lnTo>
                    <a:pt x="214606" y="308102"/>
                  </a:lnTo>
                  <a:lnTo>
                    <a:pt x="214606" y="310547"/>
                  </a:lnTo>
                  <a:lnTo>
                    <a:pt x="219785" y="310547"/>
                  </a:lnTo>
                  <a:lnTo>
                    <a:pt x="219785" y="308102"/>
                  </a:lnTo>
                  <a:lnTo>
                    <a:pt x="222374" y="305225"/>
                  </a:lnTo>
                  <a:lnTo>
                    <a:pt x="222374" y="302780"/>
                  </a:lnTo>
                  <a:lnTo>
                    <a:pt x="229566" y="302780"/>
                  </a:lnTo>
                  <a:lnTo>
                    <a:pt x="229566" y="305225"/>
                  </a:lnTo>
                  <a:lnTo>
                    <a:pt x="232011" y="302780"/>
                  </a:lnTo>
                  <a:lnTo>
                    <a:pt x="232011" y="300334"/>
                  </a:lnTo>
                  <a:lnTo>
                    <a:pt x="229566" y="297889"/>
                  </a:lnTo>
                  <a:lnTo>
                    <a:pt x="232011" y="297889"/>
                  </a:lnTo>
                  <a:lnTo>
                    <a:pt x="232011" y="295300"/>
                  </a:lnTo>
                  <a:lnTo>
                    <a:pt x="234600" y="292567"/>
                  </a:lnTo>
                  <a:lnTo>
                    <a:pt x="237045" y="290122"/>
                  </a:lnTo>
                  <a:lnTo>
                    <a:pt x="237045" y="292567"/>
                  </a:lnTo>
                  <a:lnTo>
                    <a:pt x="239778" y="292567"/>
                  </a:lnTo>
                  <a:lnTo>
                    <a:pt x="239778" y="287676"/>
                  </a:lnTo>
                  <a:lnTo>
                    <a:pt x="242223" y="287676"/>
                  </a:lnTo>
                  <a:lnTo>
                    <a:pt x="242223" y="285087"/>
                  </a:lnTo>
                  <a:lnTo>
                    <a:pt x="244812" y="282354"/>
                  </a:lnTo>
                  <a:lnTo>
                    <a:pt x="244812" y="279909"/>
                  </a:lnTo>
                  <a:lnTo>
                    <a:pt x="247258" y="279909"/>
                  </a:lnTo>
                  <a:lnTo>
                    <a:pt x="247258" y="272142"/>
                  </a:lnTo>
                  <a:lnTo>
                    <a:pt x="249991" y="274875"/>
                  </a:lnTo>
                  <a:lnTo>
                    <a:pt x="249991" y="279909"/>
                  </a:lnTo>
                  <a:lnTo>
                    <a:pt x="255025" y="279909"/>
                  </a:lnTo>
                  <a:lnTo>
                    <a:pt x="252436" y="277464"/>
                  </a:lnTo>
                  <a:lnTo>
                    <a:pt x="252436" y="275307"/>
                  </a:lnTo>
                  <a:lnTo>
                    <a:pt x="255025" y="275307"/>
                  </a:lnTo>
                  <a:lnTo>
                    <a:pt x="255025" y="272574"/>
                  </a:lnTo>
                  <a:lnTo>
                    <a:pt x="252436" y="272574"/>
                  </a:lnTo>
                  <a:lnTo>
                    <a:pt x="255025" y="270129"/>
                  </a:lnTo>
                  <a:lnTo>
                    <a:pt x="258333" y="270129"/>
                  </a:lnTo>
                  <a:lnTo>
                    <a:pt x="258333" y="267683"/>
                  </a:lnTo>
                  <a:lnTo>
                    <a:pt x="263511" y="267683"/>
                  </a:lnTo>
                  <a:lnTo>
                    <a:pt x="263511" y="259916"/>
                  </a:lnTo>
                  <a:lnTo>
                    <a:pt x="266101" y="259916"/>
                  </a:lnTo>
                  <a:lnTo>
                    <a:pt x="266101" y="262361"/>
                  </a:lnTo>
                  <a:lnTo>
                    <a:pt x="270991" y="262361"/>
                  </a:lnTo>
                  <a:lnTo>
                    <a:pt x="270991" y="259916"/>
                  </a:lnTo>
                  <a:lnTo>
                    <a:pt x="268546" y="259916"/>
                  </a:lnTo>
                  <a:lnTo>
                    <a:pt x="268546" y="257471"/>
                  </a:lnTo>
                  <a:lnTo>
                    <a:pt x="272717" y="257471"/>
                  </a:lnTo>
                  <a:lnTo>
                    <a:pt x="272717" y="254881"/>
                  </a:lnTo>
                  <a:lnTo>
                    <a:pt x="275306" y="254881"/>
                  </a:lnTo>
                  <a:lnTo>
                    <a:pt x="275306" y="252149"/>
                  </a:lnTo>
                  <a:lnTo>
                    <a:pt x="280197" y="252149"/>
                  </a:lnTo>
                  <a:lnTo>
                    <a:pt x="280197" y="249703"/>
                  </a:lnTo>
                  <a:lnTo>
                    <a:pt x="277752" y="249703"/>
                  </a:lnTo>
                  <a:lnTo>
                    <a:pt x="277752" y="246539"/>
                  </a:lnTo>
                  <a:lnTo>
                    <a:pt x="280197" y="246539"/>
                  </a:lnTo>
                  <a:lnTo>
                    <a:pt x="280197" y="243950"/>
                  </a:lnTo>
                  <a:lnTo>
                    <a:pt x="285519" y="243950"/>
                  </a:lnTo>
                  <a:lnTo>
                    <a:pt x="285519" y="241217"/>
                  </a:lnTo>
                  <a:lnTo>
                    <a:pt x="287964" y="238772"/>
                  </a:lnTo>
                  <a:lnTo>
                    <a:pt x="287964" y="233737"/>
                  </a:lnTo>
                  <a:lnTo>
                    <a:pt x="290409" y="233737"/>
                  </a:lnTo>
                  <a:lnTo>
                    <a:pt x="293142" y="231005"/>
                  </a:lnTo>
                  <a:lnTo>
                    <a:pt x="298176" y="231005"/>
                  </a:lnTo>
                  <a:lnTo>
                    <a:pt x="298176" y="228559"/>
                  </a:lnTo>
                  <a:lnTo>
                    <a:pt x="295731" y="228559"/>
                  </a:lnTo>
                  <a:lnTo>
                    <a:pt x="295731" y="223669"/>
                  </a:lnTo>
                  <a:lnTo>
                    <a:pt x="301485" y="223669"/>
                  </a:lnTo>
                  <a:lnTo>
                    <a:pt x="301485" y="220792"/>
                  </a:lnTo>
                  <a:lnTo>
                    <a:pt x="306807" y="220792"/>
                  </a:lnTo>
                  <a:lnTo>
                    <a:pt x="306807" y="218347"/>
                  </a:lnTo>
                  <a:lnTo>
                    <a:pt x="311697" y="218347"/>
                  </a:lnTo>
                  <a:lnTo>
                    <a:pt x="311697" y="215901"/>
                  </a:lnTo>
                  <a:lnTo>
                    <a:pt x="314430" y="215901"/>
                  </a:lnTo>
                  <a:lnTo>
                    <a:pt x="314430" y="213456"/>
                  </a:lnTo>
                  <a:lnTo>
                    <a:pt x="315869" y="213456"/>
                  </a:lnTo>
                  <a:lnTo>
                    <a:pt x="315869" y="210867"/>
                  </a:lnTo>
                  <a:lnTo>
                    <a:pt x="318458" y="210867"/>
                  </a:lnTo>
                  <a:lnTo>
                    <a:pt x="318458" y="208134"/>
                  </a:lnTo>
                  <a:lnTo>
                    <a:pt x="313423" y="208134"/>
                  </a:lnTo>
                  <a:lnTo>
                    <a:pt x="313423" y="205689"/>
                  </a:lnTo>
                  <a:lnTo>
                    <a:pt x="315869" y="205689"/>
                  </a:lnTo>
                  <a:lnTo>
                    <a:pt x="315869" y="203387"/>
                  </a:lnTo>
                  <a:lnTo>
                    <a:pt x="320903" y="203387"/>
                  </a:lnTo>
                  <a:lnTo>
                    <a:pt x="320903" y="200798"/>
                  </a:lnTo>
                  <a:lnTo>
                    <a:pt x="323636" y="200798"/>
                  </a:lnTo>
                  <a:lnTo>
                    <a:pt x="323636" y="203387"/>
                  </a:lnTo>
                  <a:lnTo>
                    <a:pt x="326081" y="203387"/>
                  </a:lnTo>
                  <a:lnTo>
                    <a:pt x="326081" y="200798"/>
                  </a:lnTo>
                  <a:lnTo>
                    <a:pt x="328670" y="200798"/>
                  </a:lnTo>
                  <a:lnTo>
                    <a:pt x="328670" y="203387"/>
                  </a:lnTo>
                  <a:lnTo>
                    <a:pt x="331115" y="203387"/>
                  </a:lnTo>
                  <a:lnTo>
                    <a:pt x="331115" y="200798"/>
                  </a:lnTo>
                  <a:lnTo>
                    <a:pt x="333561" y="200798"/>
                  </a:lnTo>
                  <a:lnTo>
                    <a:pt x="333561" y="198065"/>
                  </a:lnTo>
                  <a:lnTo>
                    <a:pt x="336294" y="198065"/>
                  </a:lnTo>
                  <a:lnTo>
                    <a:pt x="336294" y="193175"/>
                  </a:lnTo>
                  <a:lnTo>
                    <a:pt x="333561" y="193175"/>
                  </a:lnTo>
                  <a:lnTo>
                    <a:pt x="333561" y="190586"/>
                  </a:lnTo>
                  <a:lnTo>
                    <a:pt x="338883" y="190586"/>
                  </a:lnTo>
                  <a:lnTo>
                    <a:pt x="336294" y="187853"/>
                  </a:lnTo>
                  <a:lnTo>
                    <a:pt x="336294" y="185408"/>
                  </a:lnTo>
                  <a:lnTo>
                    <a:pt x="328670" y="185408"/>
                  </a:lnTo>
                  <a:lnTo>
                    <a:pt x="328670" y="187853"/>
                  </a:lnTo>
                  <a:lnTo>
                    <a:pt x="320903" y="187853"/>
                  </a:lnTo>
                  <a:lnTo>
                    <a:pt x="320903" y="190586"/>
                  </a:lnTo>
                  <a:lnTo>
                    <a:pt x="315869" y="190586"/>
                  </a:lnTo>
                  <a:lnTo>
                    <a:pt x="315869" y="193175"/>
                  </a:lnTo>
                  <a:lnTo>
                    <a:pt x="310691" y="193175"/>
                  </a:lnTo>
                  <a:lnTo>
                    <a:pt x="308245" y="195620"/>
                  </a:lnTo>
                  <a:lnTo>
                    <a:pt x="303211" y="195620"/>
                  </a:lnTo>
                  <a:lnTo>
                    <a:pt x="303211" y="198065"/>
                  </a:lnTo>
                  <a:lnTo>
                    <a:pt x="301485" y="198065"/>
                  </a:lnTo>
                  <a:lnTo>
                    <a:pt x="301485" y="195620"/>
                  </a:lnTo>
                  <a:lnTo>
                    <a:pt x="299039" y="195620"/>
                  </a:lnTo>
                  <a:lnTo>
                    <a:pt x="299039" y="193175"/>
                  </a:lnTo>
                  <a:lnTo>
                    <a:pt x="301485" y="193175"/>
                  </a:lnTo>
                  <a:lnTo>
                    <a:pt x="301485" y="190586"/>
                  </a:lnTo>
                  <a:lnTo>
                    <a:pt x="306807" y="190586"/>
                  </a:lnTo>
                  <a:lnTo>
                    <a:pt x="306807" y="187853"/>
                  </a:lnTo>
                  <a:lnTo>
                    <a:pt x="309252" y="185408"/>
                  </a:lnTo>
                  <a:lnTo>
                    <a:pt x="311697" y="182962"/>
                  </a:lnTo>
                  <a:lnTo>
                    <a:pt x="311697" y="175195"/>
                  </a:lnTo>
                  <a:lnTo>
                    <a:pt x="301485" y="175195"/>
                  </a:lnTo>
                  <a:lnTo>
                    <a:pt x="301485" y="172750"/>
                  </a:lnTo>
                  <a:lnTo>
                    <a:pt x="299039" y="172750"/>
                  </a:lnTo>
                  <a:lnTo>
                    <a:pt x="296594" y="170161"/>
                  </a:lnTo>
                  <a:lnTo>
                    <a:pt x="296594" y="167428"/>
                  </a:lnTo>
                  <a:lnTo>
                    <a:pt x="299039" y="170161"/>
                  </a:lnTo>
                  <a:lnTo>
                    <a:pt x="301485" y="172750"/>
                  </a:lnTo>
                  <a:lnTo>
                    <a:pt x="306807" y="172750"/>
                  </a:lnTo>
                  <a:lnTo>
                    <a:pt x="306807" y="167428"/>
                  </a:lnTo>
                  <a:lnTo>
                    <a:pt x="309252" y="167428"/>
                  </a:lnTo>
                  <a:lnTo>
                    <a:pt x="309252" y="164982"/>
                  </a:lnTo>
                  <a:lnTo>
                    <a:pt x="311697" y="164982"/>
                  </a:lnTo>
                  <a:lnTo>
                    <a:pt x="311697" y="167428"/>
                  </a:lnTo>
                  <a:lnTo>
                    <a:pt x="315869" y="167428"/>
                  </a:lnTo>
                  <a:lnTo>
                    <a:pt x="315869" y="164982"/>
                  </a:lnTo>
                  <a:lnTo>
                    <a:pt x="318458" y="164982"/>
                  </a:lnTo>
                  <a:lnTo>
                    <a:pt x="318458" y="162537"/>
                  </a:lnTo>
                  <a:lnTo>
                    <a:pt x="320903" y="162537"/>
                  </a:lnTo>
                  <a:lnTo>
                    <a:pt x="320903" y="157215"/>
                  </a:lnTo>
                  <a:lnTo>
                    <a:pt x="326081" y="157215"/>
                  </a:lnTo>
                  <a:lnTo>
                    <a:pt x="326081" y="154770"/>
                  </a:lnTo>
                  <a:lnTo>
                    <a:pt x="328670" y="154770"/>
                  </a:lnTo>
                  <a:lnTo>
                    <a:pt x="328670" y="152325"/>
                  </a:lnTo>
                  <a:lnTo>
                    <a:pt x="331115" y="152325"/>
                  </a:lnTo>
                  <a:lnTo>
                    <a:pt x="331115" y="154770"/>
                  </a:lnTo>
                  <a:lnTo>
                    <a:pt x="333561" y="154770"/>
                  </a:lnTo>
                  <a:lnTo>
                    <a:pt x="336294" y="152325"/>
                  </a:lnTo>
                  <a:lnTo>
                    <a:pt x="341328" y="152325"/>
                  </a:lnTo>
                  <a:lnTo>
                    <a:pt x="341328" y="154770"/>
                  </a:lnTo>
                  <a:lnTo>
                    <a:pt x="344636" y="154770"/>
                  </a:lnTo>
                  <a:lnTo>
                    <a:pt x="344636" y="152325"/>
                  </a:lnTo>
                  <a:lnTo>
                    <a:pt x="347369" y="152325"/>
                  </a:lnTo>
                  <a:lnTo>
                    <a:pt x="347369" y="149736"/>
                  </a:lnTo>
                  <a:lnTo>
                    <a:pt x="349958" y="149736"/>
                  </a:lnTo>
                  <a:lnTo>
                    <a:pt x="349958" y="147003"/>
                  </a:lnTo>
                  <a:lnTo>
                    <a:pt x="352404" y="147003"/>
                  </a:lnTo>
                  <a:lnTo>
                    <a:pt x="352404" y="144558"/>
                  </a:lnTo>
                  <a:lnTo>
                    <a:pt x="354849" y="144558"/>
                  </a:lnTo>
                  <a:lnTo>
                    <a:pt x="354849" y="142112"/>
                  </a:lnTo>
                  <a:lnTo>
                    <a:pt x="357582" y="142112"/>
                  </a:lnTo>
                  <a:lnTo>
                    <a:pt x="360171" y="139667"/>
                  </a:lnTo>
                  <a:lnTo>
                    <a:pt x="362616" y="139667"/>
                  </a:lnTo>
                  <a:lnTo>
                    <a:pt x="362616" y="136790"/>
                  </a:lnTo>
                  <a:lnTo>
                    <a:pt x="365061" y="134345"/>
                  </a:lnTo>
                  <a:lnTo>
                    <a:pt x="367794" y="131900"/>
                  </a:lnTo>
                  <a:lnTo>
                    <a:pt x="367794" y="129454"/>
                  </a:lnTo>
                  <a:lnTo>
                    <a:pt x="370383" y="129454"/>
                  </a:lnTo>
                  <a:lnTo>
                    <a:pt x="370383" y="126722"/>
                  </a:lnTo>
                  <a:lnTo>
                    <a:pt x="372828" y="126722"/>
                  </a:lnTo>
                  <a:lnTo>
                    <a:pt x="372828" y="117085"/>
                  </a:lnTo>
                  <a:lnTo>
                    <a:pt x="375274" y="117085"/>
                  </a:lnTo>
                  <a:lnTo>
                    <a:pt x="378007" y="114352"/>
                  </a:lnTo>
                  <a:lnTo>
                    <a:pt x="380596" y="111907"/>
                  </a:lnTo>
                  <a:lnTo>
                    <a:pt x="375274" y="111907"/>
                  </a:lnTo>
                  <a:lnTo>
                    <a:pt x="375274" y="109461"/>
                  </a:lnTo>
                  <a:lnTo>
                    <a:pt x="372828" y="109461"/>
                  </a:lnTo>
                  <a:lnTo>
                    <a:pt x="372828" y="111907"/>
                  </a:lnTo>
                  <a:lnTo>
                    <a:pt x="370383" y="109461"/>
                  </a:lnTo>
                  <a:lnTo>
                    <a:pt x="370383" y="106872"/>
                  </a:lnTo>
                  <a:lnTo>
                    <a:pt x="372828" y="106872"/>
                  </a:lnTo>
                  <a:lnTo>
                    <a:pt x="372828" y="104139"/>
                  </a:lnTo>
                  <a:lnTo>
                    <a:pt x="380596" y="104139"/>
                  </a:lnTo>
                  <a:lnTo>
                    <a:pt x="380596" y="101694"/>
                  </a:lnTo>
                  <a:lnTo>
                    <a:pt x="383041" y="101694"/>
                  </a:lnTo>
                  <a:lnTo>
                    <a:pt x="383041" y="96659"/>
                  </a:lnTo>
                  <a:lnTo>
                    <a:pt x="385486" y="96659"/>
                  </a:lnTo>
                  <a:lnTo>
                    <a:pt x="385486" y="93927"/>
                  </a:lnTo>
                  <a:lnTo>
                    <a:pt x="387788" y="93927"/>
                  </a:lnTo>
                  <a:lnTo>
                    <a:pt x="387788" y="91481"/>
                  </a:lnTo>
                  <a:lnTo>
                    <a:pt x="390377" y="91481"/>
                  </a:lnTo>
                  <a:lnTo>
                    <a:pt x="392822" y="89036"/>
                  </a:lnTo>
                  <a:close/>
                  <a:moveTo>
                    <a:pt x="140386" y="210723"/>
                  </a:moveTo>
                  <a:lnTo>
                    <a:pt x="137941" y="210723"/>
                  </a:lnTo>
                  <a:lnTo>
                    <a:pt x="137941" y="207990"/>
                  </a:lnTo>
                  <a:lnTo>
                    <a:pt x="140386" y="207990"/>
                  </a:lnTo>
                  <a:close/>
                  <a:moveTo>
                    <a:pt x="109749" y="455248"/>
                  </a:moveTo>
                  <a:lnTo>
                    <a:pt x="107303" y="455248"/>
                  </a:lnTo>
                  <a:lnTo>
                    <a:pt x="109749" y="452659"/>
                  </a:lnTo>
                  <a:close/>
                  <a:moveTo>
                    <a:pt x="114927" y="449926"/>
                  </a:moveTo>
                  <a:lnTo>
                    <a:pt x="112194" y="449926"/>
                  </a:lnTo>
                  <a:lnTo>
                    <a:pt x="112194" y="447912"/>
                  </a:lnTo>
                  <a:lnTo>
                    <a:pt x="109749" y="447912"/>
                  </a:lnTo>
                  <a:lnTo>
                    <a:pt x="109749" y="445467"/>
                  </a:lnTo>
                  <a:lnTo>
                    <a:pt x="112194" y="447912"/>
                  </a:lnTo>
                  <a:close/>
                  <a:moveTo>
                    <a:pt x="168434" y="266533"/>
                  </a:moveTo>
                  <a:lnTo>
                    <a:pt x="165989" y="266533"/>
                  </a:lnTo>
                  <a:lnTo>
                    <a:pt x="165989" y="263943"/>
                  </a:lnTo>
                  <a:lnTo>
                    <a:pt x="163256" y="263943"/>
                  </a:lnTo>
                  <a:lnTo>
                    <a:pt x="163256" y="261210"/>
                  </a:lnTo>
                  <a:lnTo>
                    <a:pt x="165989" y="261210"/>
                  </a:lnTo>
                  <a:lnTo>
                    <a:pt x="165989" y="263943"/>
                  </a:lnTo>
                  <a:lnTo>
                    <a:pt x="168434" y="263943"/>
                  </a:lnTo>
                  <a:close/>
                  <a:moveTo>
                    <a:pt x="178647" y="327664"/>
                  </a:moveTo>
                  <a:lnTo>
                    <a:pt x="173469" y="327664"/>
                  </a:lnTo>
                  <a:lnTo>
                    <a:pt x="173469" y="324931"/>
                  </a:lnTo>
                  <a:lnTo>
                    <a:pt x="171023" y="324931"/>
                  </a:lnTo>
                  <a:lnTo>
                    <a:pt x="171023" y="322485"/>
                  </a:lnTo>
                  <a:lnTo>
                    <a:pt x="173469" y="322485"/>
                  </a:lnTo>
                  <a:lnTo>
                    <a:pt x="173469" y="324931"/>
                  </a:lnTo>
                  <a:lnTo>
                    <a:pt x="178647" y="324931"/>
                  </a:lnTo>
                  <a:close/>
                  <a:moveTo>
                    <a:pt x="178647" y="271423"/>
                  </a:moveTo>
                  <a:lnTo>
                    <a:pt x="178647" y="268978"/>
                  </a:lnTo>
                  <a:lnTo>
                    <a:pt x="181236" y="268978"/>
                  </a:lnTo>
                  <a:close/>
                  <a:moveTo>
                    <a:pt x="186127" y="261210"/>
                  </a:moveTo>
                  <a:lnTo>
                    <a:pt x="183681" y="261210"/>
                  </a:lnTo>
                  <a:lnTo>
                    <a:pt x="183681" y="258765"/>
                  </a:lnTo>
                  <a:lnTo>
                    <a:pt x="186414" y="258765"/>
                  </a:lnTo>
                  <a:close/>
                  <a:moveTo>
                    <a:pt x="199072" y="207702"/>
                  </a:moveTo>
                  <a:lnTo>
                    <a:pt x="199072" y="203387"/>
                  </a:lnTo>
                  <a:lnTo>
                    <a:pt x="201661" y="203387"/>
                  </a:lnTo>
                  <a:lnTo>
                    <a:pt x="201661" y="208278"/>
                  </a:lnTo>
                  <a:close/>
                  <a:moveTo>
                    <a:pt x="204106" y="314718"/>
                  </a:moveTo>
                  <a:lnTo>
                    <a:pt x="201661" y="314718"/>
                  </a:lnTo>
                  <a:lnTo>
                    <a:pt x="201661" y="312273"/>
                  </a:lnTo>
                  <a:lnTo>
                    <a:pt x="204106" y="312273"/>
                  </a:lnTo>
                  <a:close/>
                  <a:moveTo>
                    <a:pt x="206551" y="205257"/>
                  </a:moveTo>
                  <a:lnTo>
                    <a:pt x="204106" y="205257"/>
                  </a:lnTo>
                  <a:lnTo>
                    <a:pt x="204106" y="203387"/>
                  </a:lnTo>
                  <a:lnTo>
                    <a:pt x="206551" y="203387"/>
                  </a:lnTo>
                  <a:close/>
                  <a:moveTo>
                    <a:pt x="216764" y="302060"/>
                  </a:moveTo>
                  <a:lnTo>
                    <a:pt x="216764" y="304506"/>
                  </a:lnTo>
                  <a:lnTo>
                    <a:pt x="214319" y="304506"/>
                  </a:lnTo>
                  <a:lnTo>
                    <a:pt x="214319" y="299615"/>
                  </a:lnTo>
                  <a:lnTo>
                    <a:pt x="216764" y="299615"/>
                  </a:lnTo>
                  <a:close/>
                  <a:moveTo>
                    <a:pt x="229710" y="294581"/>
                  </a:moveTo>
                  <a:lnTo>
                    <a:pt x="226977" y="294581"/>
                  </a:lnTo>
                  <a:lnTo>
                    <a:pt x="226977" y="291848"/>
                  </a:lnTo>
                  <a:lnTo>
                    <a:pt x="229566" y="291848"/>
                  </a:lnTo>
                  <a:close/>
                  <a:moveTo>
                    <a:pt x="293430" y="222662"/>
                  </a:moveTo>
                  <a:lnTo>
                    <a:pt x="290697" y="222662"/>
                  </a:lnTo>
                  <a:lnTo>
                    <a:pt x="290697" y="219785"/>
                  </a:lnTo>
                  <a:lnTo>
                    <a:pt x="288251" y="219785"/>
                  </a:lnTo>
                  <a:lnTo>
                    <a:pt x="290697" y="217340"/>
                  </a:lnTo>
                  <a:lnTo>
                    <a:pt x="290697" y="219785"/>
                  </a:lnTo>
                  <a:lnTo>
                    <a:pt x="293430" y="219785"/>
                  </a:lnTo>
                  <a:close/>
                  <a:moveTo>
                    <a:pt x="326512" y="100112"/>
                  </a:moveTo>
                  <a:lnTo>
                    <a:pt x="321335" y="105290"/>
                  </a:lnTo>
                  <a:lnTo>
                    <a:pt x="321335" y="100112"/>
                  </a:lnTo>
                  <a:lnTo>
                    <a:pt x="324067" y="100112"/>
                  </a:lnTo>
                  <a:lnTo>
                    <a:pt x="324067" y="97666"/>
                  </a:lnTo>
                  <a:lnTo>
                    <a:pt x="326512" y="97666"/>
                  </a:lnTo>
                  <a:close/>
                  <a:moveTo>
                    <a:pt x="326512" y="79686"/>
                  </a:moveTo>
                  <a:lnTo>
                    <a:pt x="326512" y="84865"/>
                  </a:lnTo>
                  <a:lnTo>
                    <a:pt x="324067" y="84865"/>
                  </a:lnTo>
                  <a:lnTo>
                    <a:pt x="324067" y="77241"/>
                  </a:lnTo>
                  <a:lnTo>
                    <a:pt x="326512" y="77241"/>
                  </a:lnTo>
                  <a:close/>
                  <a:moveTo>
                    <a:pt x="331547" y="84865"/>
                  </a:moveTo>
                  <a:lnTo>
                    <a:pt x="329102" y="84865"/>
                  </a:lnTo>
                  <a:lnTo>
                    <a:pt x="329102" y="82132"/>
                  </a:lnTo>
                  <a:lnTo>
                    <a:pt x="331547" y="82132"/>
                  </a:lnTo>
                  <a:close/>
                  <a:moveTo>
                    <a:pt x="333992" y="77241"/>
                  </a:moveTo>
                  <a:lnTo>
                    <a:pt x="331547" y="79686"/>
                  </a:lnTo>
                  <a:lnTo>
                    <a:pt x="331547" y="77241"/>
                  </a:lnTo>
                  <a:lnTo>
                    <a:pt x="333992" y="74652"/>
                  </a:lnTo>
                  <a:close/>
                  <a:moveTo>
                    <a:pt x="357150" y="82132"/>
                  </a:moveTo>
                  <a:lnTo>
                    <a:pt x="354417" y="79686"/>
                  </a:lnTo>
                  <a:lnTo>
                    <a:pt x="351972" y="77241"/>
                  </a:lnTo>
                  <a:lnTo>
                    <a:pt x="349527" y="77241"/>
                  </a:lnTo>
                  <a:lnTo>
                    <a:pt x="349527" y="74652"/>
                  </a:lnTo>
                  <a:lnTo>
                    <a:pt x="351972" y="74652"/>
                  </a:lnTo>
                  <a:lnTo>
                    <a:pt x="351972" y="77241"/>
                  </a:lnTo>
                  <a:lnTo>
                    <a:pt x="354417" y="77241"/>
                  </a:lnTo>
                  <a:lnTo>
                    <a:pt x="354417" y="79686"/>
                  </a:lnTo>
                  <a:lnTo>
                    <a:pt x="357150" y="79686"/>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79" name="Freeform: Shape 3894">
              <a:extLst>
                <a:ext uri="{FF2B5EF4-FFF2-40B4-BE49-F238E27FC236}">
                  <a16:creationId xmlns:a16="http://schemas.microsoft.com/office/drawing/2014/main" id="{64CE1B56-1699-4848-FA41-0B91F48CCC4D}"/>
                </a:ext>
              </a:extLst>
            </p:cNvPr>
            <p:cNvSpPr/>
            <p:nvPr/>
          </p:nvSpPr>
          <p:spPr>
            <a:xfrm>
              <a:off x="12625795" y="5338125"/>
              <a:ext cx="726837" cy="766612"/>
            </a:xfrm>
            <a:custGeom>
              <a:avLst/>
              <a:gdLst>
                <a:gd name="connsiteX0" fmla="*/ 479125 w 480995"/>
                <a:gd name="connsiteY0" fmla="*/ 376568 h 507317"/>
                <a:gd name="connsiteX1" fmla="*/ 479125 w 480995"/>
                <a:gd name="connsiteY1" fmla="*/ 371534 h 507317"/>
                <a:gd name="connsiteX2" fmla="*/ 476249 w 480995"/>
                <a:gd name="connsiteY2" fmla="*/ 371534 h 507317"/>
                <a:gd name="connsiteX3" fmla="*/ 476249 w 480995"/>
                <a:gd name="connsiteY3" fmla="*/ 361322 h 507317"/>
                <a:gd name="connsiteX4" fmla="*/ 473803 w 480995"/>
                <a:gd name="connsiteY4" fmla="*/ 361322 h 507317"/>
                <a:gd name="connsiteX5" fmla="*/ 473803 w 480995"/>
                <a:gd name="connsiteY5" fmla="*/ 358877 h 507317"/>
                <a:gd name="connsiteX6" fmla="*/ 471358 w 480995"/>
                <a:gd name="connsiteY6" fmla="*/ 358877 h 507317"/>
                <a:gd name="connsiteX7" fmla="*/ 471358 w 480995"/>
                <a:gd name="connsiteY7" fmla="*/ 356288 h 507317"/>
                <a:gd name="connsiteX8" fmla="*/ 473803 w 480995"/>
                <a:gd name="connsiteY8" fmla="*/ 356288 h 507317"/>
                <a:gd name="connsiteX9" fmla="*/ 473803 w 480995"/>
                <a:gd name="connsiteY9" fmla="*/ 353842 h 507317"/>
                <a:gd name="connsiteX10" fmla="*/ 471358 w 480995"/>
                <a:gd name="connsiteY10" fmla="*/ 353842 h 507317"/>
                <a:gd name="connsiteX11" fmla="*/ 471358 w 480995"/>
                <a:gd name="connsiteY11" fmla="*/ 351397 h 507317"/>
                <a:gd name="connsiteX12" fmla="*/ 473803 w 480995"/>
                <a:gd name="connsiteY12" fmla="*/ 351397 h 507317"/>
                <a:gd name="connsiteX13" fmla="*/ 473803 w 480995"/>
                <a:gd name="connsiteY13" fmla="*/ 348952 h 507317"/>
                <a:gd name="connsiteX14" fmla="*/ 468913 w 480995"/>
                <a:gd name="connsiteY14" fmla="*/ 348952 h 507317"/>
                <a:gd name="connsiteX15" fmla="*/ 468913 w 480995"/>
                <a:gd name="connsiteY15" fmla="*/ 341184 h 507317"/>
                <a:gd name="connsiteX16" fmla="*/ 466180 w 480995"/>
                <a:gd name="connsiteY16" fmla="*/ 341184 h 507317"/>
                <a:gd name="connsiteX17" fmla="*/ 468913 w 480995"/>
                <a:gd name="connsiteY17" fmla="*/ 338739 h 507317"/>
                <a:gd name="connsiteX18" fmla="*/ 468913 w 480995"/>
                <a:gd name="connsiteY18" fmla="*/ 336150 h 507317"/>
                <a:gd name="connsiteX19" fmla="*/ 466180 w 480995"/>
                <a:gd name="connsiteY19" fmla="*/ 336150 h 507317"/>
                <a:gd name="connsiteX20" fmla="*/ 466180 w 480995"/>
                <a:gd name="connsiteY20" fmla="*/ 330972 h 507317"/>
                <a:gd name="connsiteX21" fmla="*/ 468913 w 480995"/>
                <a:gd name="connsiteY21" fmla="*/ 330972 h 507317"/>
                <a:gd name="connsiteX22" fmla="*/ 466180 w 480995"/>
                <a:gd name="connsiteY22" fmla="*/ 328526 h 507317"/>
                <a:gd name="connsiteX23" fmla="*/ 466180 w 480995"/>
                <a:gd name="connsiteY23" fmla="*/ 325074 h 507317"/>
                <a:gd name="connsiteX24" fmla="*/ 463591 w 480995"/>
                <a:gd name="connsiteY24" fmla="*/ 325074 h 507317"/>
                <a:gd name="connsiteX25" fmla="*/ 463591 w 480995"/>
                <a:gd name="connsiteY25" fmla="*/ 322341 h 507317"/>
                <a:gd name="connsiteX26" fmla="*/ 466180 w 480995"/>
                <a:gd name="connsiteY26" fmla="*/ 322341 h 507317"/>
                <a:gd name="connsiteX27" fmla="*/ 466180 w 480995"/>
                <a:gd name="connsiteY27" fmla="*/ 307814 h 507317"/>
                <a:gd name="connsiteX28" fmla="*/ 463591 w 480995"/>
                <a:gd name="connsiteY28" fmla="*/ 307814 h 507317"/>
                <a:gd name="connsiteX29" fmla="*/ 463591 w 480995"/>
                <a:gd name="connsiteY29" fmla="*/ 302636 h 507317"/>
                <a:gd name="connsiteX30" fmla="*/ 466180 w 480995"/>
                <a:gd name="connsiteY30" fmla="*/ 302636 h 507317"/>
                <a:gd name="connsiteX31" fmla="*/ 466180 w 480995"/>
                <a:gd name="connsiteY31" fmla="*/ 300047 h 507317"/>
                <a:gd name="connsiteX32" fmla="*/ 463591 w 480995"/>
                <a:gd name="connsiteY32" fmla="*/ 300047 h 507317"/>
                <a:gd name="connsiteX33" fmla="*/ 463591 w 480995"/>
                <a:gd name="connsiteY33" fmla="*/ 297601 h 507317"/>
                <a:gd name="connsiteX34" fmla="*/ 461145 w 480995"/>
                <a:gd name="connsiteY34" fmla="*/ 297601 h 507317"/>
                <a:gd name="connsiteX35" fmla="*/ 461145 w 480995"/>
                <a:gd name="connsiteY35" fmla="*/ 300047 h 507317"/>
                <a:gd name="connsiteX36" fmla="*/ 458556 w 480995"/>
                <a:gd name="connsiteY36" fmla="*/ 300047 h 507317"/>
                <a:gd name="connsiteX37" fmla="*/ 458556 w 480995"/>
                <a:gd name="connsiteY37" fmla="*/ 297601 h 507317"/>
                <a:gd name="connsiteX38" fmla="*/ 455823 w 480995"/>
                <a:gd name="connsiteY38" fmla="*/ 297601 h 507317"/>
                <a:gd name="connsiteX39" fmla="*/ 455823 w 480995"/>
                <a:gd name="connsiteY39" fmla="*/ 295156 h 507317"/>
                <a:gd name="connsiteX40" fmla="*/ 458556 w 480995"/>
                <a:gd name="connsiteY40" fmla="*/ 295156 h 507317"/>
                <a:gd name="connsiteX41" fmla="*/ 458556 w 480995"/>
                <a:gd name="connsiteY41" fmla="*/ 289834 h 507317"/>
                <a:gd name="connsiteX42" fmla="*/ 455823 w 480995"/>
                <a:gd name="connsiteY42" fmla="*/ 289834 h 507317"/>
                <a:gd name="connsiteX43" fmla="*/ 455823 w 480995"/>
                <a:gd name="connsiteY43" fmla="*/ 287389 h 507317"/>
                <a:gd name="connsiteX44" fmla="*/ 450789 w 480995"/>
                <a:gd name="connsiteY44" fmla="*/ 287389 h 507317"/>
                <a:gd name="connsiteX45" fmla="*/ 450789 w 480995"/>
                <a:gd name="connsiteY45" fmla="*/ 281923 h 507317"/>
                <a:gd name="connsiteX46" fmla="*/ 448344 w 480995"/>
                <a:gd name="connsiteY46" fmla="*/ 281923 h 507317"/>
                <a:gd name="connsiteX47" fmla="*/ 448344 w 480995"/>
                <a:gd name="connsiteY47" fmla="*/ 279190 h 507317"/>
                <a:gd name="connsiteX48" fmla="*/ 443022 w 480995"/>
                <a:gd name="connsiteY48" fmla="*/ 279190 h 507317"/>
                <a:gd name="connsiteX49" fmla="*/ 443022 w 480995"/>
                <a:gd name="connsiteY49" fmla="*/ 276745 h 507317"/>
                <a:gd name="connsiteX50" fmla="*/ 438131 w 480995"/>
                <a:gd name="connsiteY50" fmla="*/ 276745 h 507317"/>
                <a:gd name="connsiteX51" fmla="*/ 438131 w 480995"/>
                <a:gd name="connsiteY51" fmla="*/ 279190 h 507317"/>
                <a:gd name="connsiteX52" fmla="*/ 440577 w 480995"/>
                <a:gd name="connsiteY52" fmla="*/ 281923 h 507317"/>
                <a:gd name="connsiteX53" fmla="*/ 440577 w 480995"/>
                <a:gd name="connsiteY53" fmla="*/ 289402 h 507317"/>
                <a:gd name="connsiteX54" fmla="*/ 443022 w 480995"/>
                <a:gd name="connsiteY54" fmla="*/ 289402 h 507317"/>
                <a:gd name="connsiteX55" fmla="*/ 443022 w 480995"/>
                <a:gd name="connsiteY55" fmla="*/ 310691 h 507317"/>
                <a:gd name="connsiteX56" fmla="*/ 440577 w 480995"/>
                <a:gd name="connsiteY56" fmla="*/ 310691 h 507317"/>
                <a:gd name="connsiteX57" fmla="*/ 440577 w 480995"/>
                <a:gd name="connsiteY57" fmla="*/ 313136 h 507317"/>
                <a:gd name="connsiteX58" fmla="*/ 438131 w 480995"/>
                <a:gd name="connsiteY58" fmla="*/ 313136 h 507317"/>
                <a:gd name="connsiteX59" fmla="*/ 438131 w 480995"/>
                <a:gd name="connsiteY59" fmla="*/ 328670 h 507317"/>
                <a:gd name="connsiteX60" fmla="*/ 435542 w 480995"/>
                <a:gd name="connsiteY60" fmla="*/ 328670 h 507317"/>
                <a:gd name="connsiteX61" fmla="*/ 435542 w 480995"/>
                <a:gd name="connsiteY61" fmla="*/ 323348 h 507317"/>
                <a:gd name="connsiteX62" fmla="*/ 432809 w 480995"/>
                <a:gd name="connsiteY62" fmla="*/ 323348 h 507317"/>
                <a:gd name="connsiteX63" fmla="*/ 432809 w 480995"/>
                <a:gd name="connsiteY63" fmla="*/ 325074 h 507317"/>
                <a:gd name="connsiteX64" fmla="*/ 427919 w 480995"/>
                <a:gd name="connsiteY64" fmla="*/ 325074 h 507317"/>
                <a:gd name="connsiteX65" fmla="*/ 427919 w 480995"/>
                <a:gd name="connsiteY65" fmla="*/ 319896 h 507317"/>
                <a:gd name="connsiteX66" fmla="*/ 430364 w 480995"/>
                <a:gd name="connsiteY66" fmla="*/ 319896 h 507317"/>
                <a:gd name="connsiteX67" fmla="*/ 430364 w 480995"/>
                <a:gd name="connsiteY67" fmla="*/ 317451 h 507317"/>
                <a:gd name="connsiteX68" fmla="*/ 427919 w 480995"/>
                <a:gd name="connsiteY68" fmla="*/ 317451 h 507317"/>
                <a:gd name="connsiteX69" fmla="*/ 427919 w 480995"/>
                <a:gd name="connsiteY69" fmla="*/ 312129 h 507317"/>
                <a:gd name="connsiteX70" fmla="*/ 425330 w 480995"/>
                <a:gd name="connsiteY70" fmla="*/ 312129 h 507317"/>
                <a:gd name="connsiteX71" fmla="*/ 425330 w 480995"/>
                <a:gd name="connsiteY71" fmla="*/ 315006 h 507317"/>
                <a:gd name="connsiteX72" fmla="*/ 422597 w 480995"/>
                <a:gd name="connsiteY72" fmla="*/ 315006 h 507317"/>
                <a:gd name="connsiteX73" fmla="*/ 422597 w 480995"/>
                <a:gd name="connsiteY73" fmla="*/ 317451 h 507317"/>
                <a:gd name="connsiteX74" fmla="*/ 420151 w 480995"/>
                <a:gd name="connsiteY74" fmla="*/ 317451 h 507317"/>
                <a:gd name="connsiteX75" fmla="*/ 420151 w 480995"/>
                <a:gd name="connsiteY75" fmla="*/ 315006 h 507317"/>
                <a:gd name="connsiteX76" fmla="*/ 422597 w 480995"/>
                <a:gd name="connsiteY76" fmla="*/ 315006 h 507317"/>
                <a:gd name="connsiteX77" fmla="*/ 422597 w 480995"/>
                <a:gd name="connsiteY77" fmla="*/ 312129 h 507317"/>
                <a:gd name="connsiteX78" fmla="*/ 420151 w 480995"/>
                <a:gd name="connsiteY78" fmla="*/ 312129 h 507317"/>
                <a:gd name="connsiteX79" fmla="*/ 420151 w 480995"/>
                <a:gd name="connsiteY79" fmla="*/ 310691 h 507317"/>
                <a:gd name="connsiteX80" fmla="*/ 417706 w 480995"/>
                <a:gd name="connsiteY80" fmla="*/ 313136 h 507317"/>
                <a:gd name="connsiteX81" fmla="*/ 417706 w 480995"/>
                <a:gd name="connsiteY81" fmla="*/ 308245 h 507317"/>
                <a:gd name="connsiteX82" fmla="*/ 420151 w 480995"/>
                <a:gd name="connsiteY82" fmla="*/ 308245 h 507317"/>
                <a:gd name="connsiteX83" fmla="*/ 420151 w 480995"/>
                <a:gd name="connsiteY83" fmla="*/ 300478 h 507317"/>
                <a:gd name="connsiteX84" fmla="*/ 417706 w 480995"/>
                <a:gd name="connsiteY84" fmla="*/ 303067 h 507317"/>
                <a:gd name="connsiteX85" fmla="*/ 417706 w 480995"/>
                <a:gd name="connsiteY85" fmla="*/ 300478 h 507317"/>
                <a:gd name="connsiteX86" fmla="*/ 420151 w 480995"/>
                <a:gd name="connsiteY86" fmla="*/ 298033 h 507317"/>
                <a:gd name="connsiteX87" fmla="*/ 415405 w 480995"/>
                <a:gd name="connsiteY87" fmla="*/ 298033 h 507317"/>
                <a:gd name="connsiteX88" fmla="*/ 415405 w 480995"/>
                <a:gd name="connsiteY88" fmla="*/ 295588 h 507317"/>
                <a:gd name="connsiteX89" fmla="*/ 417994 w 480995"/>
                <a:gd name="connsiteY89" fmla="*/ 295588 h 507317"/>
                <a:gd name="connsiteX90" fmla="*/ 417994 w 480995"/>
                <a:gd name="connsiteY90" fmla="*/ 277608 h 507317"/>
                <a:gd name="connsiteX91" fmla="*/ 415405 w 480995"/>
                <a:gd name="connsiteY91" fmla="*/ 275163 h 507317"/>
                <a:gd name="connsiteX92" fmla="*/ 415405 w 480995"/>
                <a:gd name="connsiteY92" fmla="*/ 269841 h 507317"/>
                <a:gd name="connsiteX93" fmla="*/ 417994 w 480995"/>
                <a:gd name="connsiteY93" fmla="*/ 269841 h 507317"/>
                <a:gd name="connsiteX94" fmla="*/ 417994 w 480995"/>
                <a:gd name="connsiteY94" fmla="*/ 262361 h 507317"/>
                <a:gd name="connsiteX95" fmla="*/ 415405 w 480995"/>
                <a:gd name="connsiteY95" fmla="*/ 262361 h 507317"/>
                <a:gd name="connsiteX96" fmla="*/ 415405 w 480995"/>
                <a:gd name="connsiteY96" fmla="*/ 254737 h 507317"/>
                <a:gd name="connsiteX97" fmla="*/ 417994 w 480995"/>
                <a:gd name="connsiteY97" fmla="*/ 254737 h 507317"/>
                <a:gd name="connsiteX98" fmla="*/ 417994 w 480995"/>
                <a:gd name="connsiteY98" fmla="*/ 252148 h 507317"/>
                <a:gd name="connsiteX99" fmla="*/ 420439 w 480995"/>
                <a:gd name="connsiteY99" fmla="*/ 252148 h 507317"/>
                <a:gd name="connsiteX100" fmla="*/ 420439 w 480995"/>
                <a:gd name="connsiteY100" fmla="*/ 249415 h 507317"/>
                <a:gd name="connsiteX101" fmla="*/ 415405 w 480995"/>
                <a:gd name="connsiteY101" fmla="*/ 249415 h 507317"/>
                <a:gd name="connsiteX102" fmla="*/ 415405 w 480995"/>
                <a:gd name="connsiteY102" fmla="*/ 246970 h 507317"/>
                <a:gd name="connsiteX103" fmla="*/ 410227 w 480995"/>
                <a:gd name="connsiteY103" fmla="*/ 246970 h 507317"/>
                <a:gd name="connsiteX104" fmla="*/ 410227 w 480995"/>
                <a:gd name="connsiteY104" fmla="*/ 259628 h 507317"/>
                <a:gd name="connsiteX105" fmla="*/ 407781 w 480995"/>
                <a:gd name="connsiteY105" fmla="*/ 259628 h 507317"/>
                <a:gd name="connsiteX106" fmla="*/ 407781 w 480995"/>
                <a:gd name="connsiteY106" fmla="*/ 264950 h 507317"/>
                <a:gd name="connsiteX107" fmla="*/ 400014 w 480995"/>
                <a:gd name="connsiteY107" fmla="*/ 264950 h 507317"/>
                <a:gd name="connsiteX108" fmla="*/ 400014 w 480995"/>
                <a:gd name="connsiteY108" fmla="*/ 269841 h 507317"/>
                <a:gd name="connsiteX109" fmla="*/ 397569 w 480995"/>
                <a:gd name="connsiteY109" fmla="*/ 269841 h 507317"/>
                <a:gd name="connsiteX110" fmla="*/ 397569 w 480995"/>
                <a:gd name="connsiteY110" fmla="*/ 275163 h 507317"/>
                <a:gd name="connsiteX111" fmla="*/ 394980 w 480995"/>
                <a:gd name="connsiteY111" fmla="*/ 275163 h 507317"/>
                <a:gd name="connsiteX112" fmla="*/ 394980 w 480995"/>
                <a:gd name="connsiteY112" fmla="*/ 287820 h 507317"/>
                <a:gd name="connsiteX113" fmla="*/ 397569 w 480995"/>
                <a:gd name="connsiteY113" fmla="*/ 287820 h 507317"/>
                <a:gd name="connsiteX114" fmla="*/ 397569 w 480995"/>
                <a:gd name="connsiteY114" fmla="*/ 290265 h 507317"/>
                <a:gd name="connsiteX115" fmla="*/ 394980 w 480995"/>
                <a:gd name="connsiteY115" fmla="*/ 290265 h 507317"/>
                <a:gd name="connsiteX116" fmla="*/ 394980 w 480995"/>
                <a:gd name="connsiteY116" fmla="*/ 295588 h 507317"/>
                <a:gd name="connsiteX117" fmla="*/ 397569 w 480995"/>
                <a:gd name="connsiteY117" fmla="*/ 295588 h 507317"/>
                <a:gd name="connsiteX118" fmla="*/ 397569 w 480995"/>
                <a:gd name="connsiteY118" fmla="*/ 298033 h 507317"/>
                <a:gd name="connsiteX119" fmla="*/ 394980 w 480995"/>
                <a:gd name="connsiteY119" fmla="*/ 298033 h 507317"/>
                <a:gd name="connsiteX120" fmla="*/ 394980 w 480995"/>
                <a:gd name="connsiteY120" fmla="*/ 303067 h 507317"/>
                <a:gd name="connsiteX121" fmla="*/ 397569 w 480995"/>
                <a:gd name="connsiteY121" fmla="*/ 303067 h 507317"/>
                <a:gd name="connsiteX122" fmla="*/ 397569 w 480995"/>
                <a:gd name="connsiteY122" fmla="*/ 305800 h 507317"/>
                <a:gd name="connsiteX123" fmla="*/ 394980 w 480995"/>
                <a:gd name="connsiteY123" fmla="*/ 305800 h 507317"/>
                <a:gd name="connsiteX124" fmla="*/ 394980 w 480995"/>
                <a:gd name="connsiteY124" fmla="*/ 308245 h 507317"/>
                <a:gd name="connsiteX125" fmla="*/ 397569 w 480995"/>
                <a:gd name="connsiteY125" fmla="*/ 308245 h 507317"/>
                <a:gd name="connsiteX126" fmla="*/ 397569 w 480995"/>
                <a:gd name="connsiteY126" fmla="*/ 310691 h 507317"/>
                <a:gd name="connsiteX127" fmla="*/ 400014 w 480995"/>
                <a:gd name="connsiteY127" fmla="*/ 310691 h 507317"/>
                <a:gd name="connsiteX128" fmla="*/ 400014 w 480995"/>
                <a:gd name="connsiteY128" fmla="*/ 313136 h 507317"/>
                <a:gd name="connsiteX129" fmla="*/ 397569 w 480995"/>
                <a:gd name="connsiteY129" fmla="*/ 313136 h 507317"/>
                <a:gd name="connsiteX130" fmla="*/ 400014 w 480995"/>
                <a:gd name="connsiteY130" fmla="*/ 316013 h 507317"/>
                <a:gd name="connsiteX131" fmla="*/ 397569 w 480995"/>
                <a:gd name="connsiteY131" fmla="*/ 316013 h 507317"/>
                <a:gd name="connsiteX132" fmla="*/ 400014 w 480995"/>
                <a:gd name="connsiteY132" fmla="*/ 318458 h 507317"/>
                <a:gd name="connsiteX133" fmla="*/ 402459 w 480995"/>
                <a:gd name="connsiteY133" fmla="*/ 320903 h 507317"/>
                <a:gd name="connsiteX134" fmla="*/ 400014 w 480995"/>
                <a:gd name="connsiteY134" fmla="*/ 320903 h 507317"/>
                <a:gd name="connsiteX135" fmla="*/ 400014 w 480995"/>
                <a:gd name="connsiteY135" fmla="*/ 318458 h 507317"/>
                <a:gd name="connsiteX136" fmla="*/ 397569 w 480995"/>
                <a:gd name="connsiteY136" fmla="*/ 318458 h 507317"/>
                <a:gd name="connsiteX137" fmla="*/ 397569 w 480995"/>
                <a:gd name="connsiteY137" fmla="*/ 320903 h 507317"/>
                <a:gd name="connsiteX138" fmla="*/ 400014 w 480995"/>
                <a:gd name="connsiteY138" fmla="*/ 323348 h 507317"/>
                <a:gd name="connsiteX139" fmla="*/ 400014 w 480995"/>
                <a:gd name="connsiteY139" fmla="*/ 325074 h 507317"/>
                <a:gd name="connsiteX140" fmla="*/ 402459 w 480995"/>
                <a:gd name="connsiteY140" fmla="*/ 325074 h 507317"/>
                <a:gd name="connsiteX141" fmla="*/ 402459 w 480995"/>
                <a:gd name="connsiteY141" fmla="*/ 327663 h 507317"/>
                <a:gd name="connsiteX142" fmla="*/ 397569 w 480995"/>
                <a:gd name="connsiteY142" fmla="*/ 327663 h 507317"/>
                <a:gd name="connsiteX143" fmla="*/ 397569 w 480995"/>
                <a:gd name="connsiteY143" fmla="*/ 332554 h 507317"/>
                <a:gd name="connsiteX144" fmla="*/ 394980 w 480995"/>
                <a:gd name="connsiteY144" fmla="*/ 332554 h 507317"/>
                <a:gd name="connsiteX145" fmla="*/ 394980 w 480995"/>
                <a:gd name="connsiteY145" fmla="*/ 327663 h 507317"/>
                <a:gd name="connsiteX146" fmla="*/ 392247 w 480995"/>
                <a:gd name="connsiteY146" fmla="*/ 327663 h 507317"/>
                <a:gd name="connsiteX147" fmla="*/ 392247 w 480995"/>
                <a:gd name="connsiteY147" fmla="*/ 330109 h 507317"/>
                <a:gd name="connsiteX148" fmla="*/ 389802 w 480995"/>
                <a:gd name="connsiteY148" fmla="*/ 330109 h 507317"/>
                <a:gd name="connsiteX149" fmla="*/ 389802 w 480995"/>
                <a:gd name="connsiteY149" fmla="*/ 317451 h 507317"/>
                <a:gd name="connsiteX150" fmla="*/ 384911 w 480995"/>
                <a:gd name="connsiteY150" fmla="*/ 317451 h 507317"/>
                <a:gd name="connsiteX151" fmla="*/ 384911 w 480995"/>
                <a:gd name="connsiteY151" fmla="*/ 325074 h 507317"/>
                <a:gd name="connsiteX152" fmla="*/ 382178 w 480995"/>
                <a:gd name="connsiteY152" fmla="*/ 325074 h 507317"/>
                <a:gd name="connsiteX153" fmla="*/ 382178 w 480995"/>
                <a:gd name="connsiteY153" fmla="*/ 322341 h 507317"/>
                <a:gd name="connsiteX154" fmla="*/ 374699 w 480995"/>
                <a:gd name="connsiteY154" fmla="*/ 322341 h 507317"/>
                <a:gd name="connsiteX155" fmla="*/ 374699 w 480995"/>
                <a:gd name="connsiteY155" fmla="*/ 319896 h 507317"/>
                <a:gd name="connsiteX156" fmla="*/ 377144 w 480995"/>
                <a:gd name="connsiteY156" fmla="*/ 319896 h 507317"/>
                <a:gd name="connsiteX157" fmla="*/ 374699 w 480995"/>
                <a:gd name="connsiteY157" fmla="*/ 317451 h 507317"/>
                <a:gd name="connsiteX158" fmla="*/ 371966 w 480995"/>
                <a:gd name="connsiteY158" fmla="*/ 315006 h 507317"/>
                <a:gd name="connsiteX159" fmla="*/ 371966 w 480995"/>
                <a:gd name="connsiteY159" fmla="*/ 312129 h 507317"/>
                <a:gd name="connsiteX160" fmla="*/ 369376 w 480995"/>
                <a:gd name="connsiteY160" fmla="*/ 312129 h 507317"/>
                <a:gd name="connsiteX161" fmla="*/ 366931 w 480995"/>
                <a:gd name="connsiteY161" fmla="*/ 309684 h 507317"/>
                <a:gd name="connsiteX162" fmla="*/ 372253 w 480995"/>
                <a:gd name="connsiteY162" fmla="*/ 309684 h 507317"/>
                <a:gd name="connsiteX163" fmla="*/ 372253 w 480995"/>
                <a:gd name="connsiteY163" fmla="*/ 312129 h 507317"/>
                <a:gd name="connsiteX164" fmla="*/ 374986 w 480995"/>
                <a:gd name="connsiteY164" fmla="*/ 312129 h 507317"/>
                <a:gd name="connsiteX165" fmla="*/ 374986 w 480995"/>
                <a:gd name="connsiteY165" fmla="*/ 310691 h 507317"/>
                <a:gd name="connsiteX166" fmla="*/ 377431 w 480995"/>
                <a:gd name="connsiteY166" fmla="*/ 310691 h 507317"/>
                <a:gd name="connsiteX167" fmla="*/ 377431 w 480995"/>
                <a:gd name="connsiteY167" fmla="*/ 308245 h 507317"/>
                <a:gd name="connsiteX168" fmla="*/ 374986 w 480995"/>
                <a:gd name="connsiteY168" fmla="*/ 308245 h 507317"/>
                <a:gd name="connsiteX169" fmla="*/ 374986 w 480995"/>
                <a:gd name="connsiteY169" fmla="*/ 305800 h 507317"/>
                <a:gd name="connsiteX170" fmla="*/ 377431 w 480995"/>
                <a:gd name="connsiteY170" fmla="*/ 305800 h 507317"/>
                <a:gd name="connsiteX171" fmla="*/ 377431 w 480995"/>
                <a:gd name="connsiteY171" fmla="*/ 303067 h 507317"/>
                <a:gd name="connsiteX172" fmla="*/ 374986 w 480995"/>
                <a:gd name="connsiteY172" fmla="*/ 303067 h 507317"/>
                <a:gd name="connsiteX173" fmla="*/ 374986 w 480995"/>
                <a:gd name="connsiteY173" fmla="*/ 300478 h 507317"/>
                <a:gd name="connsiteX174" fmla="*/ 372253 w 480995"/>
                <a:gd name="connsiteY174" fmla="*/ 300478 h 507317"/>
                <a:gd name="connsiteX175" fmla="*/ 372253 w 480995"/>
                <a:gd name="connsiteY175" fmla="*/ 303067 h 507317"/>
                <a:gd name="connsiteX176" fmla="*/ 369664 w 480995"/>
                <a:gd name="connsiteY176" fmla="*/ 303067 h 507317"/>
                <a:gd name="connsiteX177" fmla="*/ 369664 w 480995"/>
                <a:gd name="connsiteY177" fmla="*/ 300478 h 507317"/>
                <a:gd name="connsiteX178" fmla="*/ 372253 w 480995"/>
                <a:gd name="connsiteY178" fmla="*/ 300478 h 507317"/>
                <a:gd name="connsiteX179" fmla="*/ 374986 w 480995"/>
                <a:gd name="connsiteY179" fmla="*/ 298033 h 507317"/>
                <a:gd name="connsiteX180" fmla="*/ 372253 w 480995"/>
                <a:gd name="connsiteY180" fmla="*/ 298033 h 507317"/>
                <a:gd name="connsiteX181" fmla="*/ 372253 w 480995"/>
                <a:gd name="connsiteY181" fmla="*/ 295588 h 507317"/>
                <a:gd name="connsiteX182" fmla="*/ 374986 w 480995"/>
                <a:gd name="connsiteY182" fmla="*/ 295588 h 507317"/>
                <a:gd name="connsiteX183" fmla="*/ 374986 w 480995"/>
                <a:gd name="connsiteY183" fmla="*/ 281923 h 507317"/>
                <a:gd name="connsiteX184" fmla="*/ 369664 w 480995"/>
                <a:gd name="connsiteY184" fmla="*/ 281923 h 507317"/>
                <a:gd name="connsiteX185" fmla="*/ 369664 w 480995"/>
                <a:gd name="connsiteY185" fmla="*/ 286957 h 507317"/>
                <a:gd name="connsiteX186" fmla="*/ 367219 w 480995"/>
                <a:gd name="connsiteY186" fmla="*/ 286957 h 507317"/>
                <a:gd name="connsiteX187" fmla="*/ 367219 w 480995"/>
                <a:gd name="connsiteY187" fmla="*/ 289402 h 507317"/>
                <a:gd name="connsiteX188" fmla="*/ 364774 w 480995"/>
                <a:gd name="connsiteY188" fmla="*/ 289402 h 507317"/>
                <a:gd name="connsiteX189" fmla="*/ 364774 w 480995"/>
                <a:gd name="connsiteY189" fmla="*/ 291992 h 507317"/>
                <a:gd name="connsiteX190" fmla="*/ 362185 w 480995"/>
                <a:gd name="connsiteY190" fmla="*/ 291992 h 507317"/>
                <a:gd name="connsiteX191" fmla="*/ 362185 w 480995"/>
                <a:gd name="connsiteY191" fmla="*/ 289402 h 507317"/>
                <a:gd name="connsiteX192" fmla="*/ 364774 w 480995"/>
                <a:gd name="connsiteY192" fmla="*/ 289402 h 507317"/>
                <a:gd name="connsiteX193" fmla="*/ 364774 w 480995"/>
                <a:gd name="connsiteY193" fmla="*/ 284512 h 507317"/>
                <a:gd name="connsiteX194" fmla="*/ 367219 w 480995"/>
                <a:gd name="connsiteY194" fmla="*/ 284512 h 507317"/>
                <a:gd name="connsiteX195" fmla="*/ 367219 w 480995"/>
                <a:gd name="connsiteY195" fmla="*/ 281923 h 507317"/>
                <a:gd name="connsiteX196" fmla="*/ 362185 w 480995"/>
                <a:gd name="connsiteY196" fmla="*/ 281923 h 507317"/>
                <a:gd name="connsiteX197" fmla="*/ 362185 w 480995"/>
                <a:gd name="connsiteY197" fmla="*/ 284512 h 507317"/>
                <a:gd name="connsiteX198" fmla="*/ 359452 w 480995"/>
                <a:gd name="connsiteY198" fmla="*/ 284512 h 507317"/>
                <a:gd name="connsiteX199" fmla="*/ 357007 w 480995"/>
                <a:gd name="connsiteY199" fmla="*/ 286957 h 507317"/>
                <a:gd name="connsiteX200" fmla="*/ 351972 w 480995"/>
                <a:gd name="connsiteY200" fmla="*/ 286957 h 507317"/>
                <a:gd name="connsiteX201" fmla="*/ 349239 w 480995"/>
                <a:gd name="connsiteY201" fmla="*/ 284512 h 507317"/>
                <a:gd name="connsiteX202" fmla="*/ 349239 w 480995"/>
                <a:gd name="connsiteY202" fmla="*/ 281923 h 507317"/>
                <a:gd name="connsiteX203" fmla="*/ 346794 w 480995"/>
                <a:gd name="connsiteY203" fmla="*/ 281923 h 507317"/>
                <a:gd name="connsiteX204" fmla="*/ 344349 w 480995"/>
                <a:gd name="connsiteY204" fmla="*/ 279190 h 507317"/>
                <a:gd name="connsiteX205" fmla="*/ 344349 w 480995"/>
                <a:gd name="connsiteY205" fmla="*/ 274300 h 507317"/>
                <a:gd name="connsiteX206" fmla="*/ 349239 w 480995"/>
                <a:gd name="connsiteY206" fmla="*/ 274300 h 507317"/>
                <a:gd name="connsiteX207" fmla="*/ 351972 w 480995"/>
                <a:gd name="connsiteY207" fmla="*/ 276745 h 507317"/>
                <a:gd name="connsiteX208" fmla="*/ 351972 w 480995"/>
                <a:gd name="connsiteY208" fmla="*/ 274300 h 507317"/>
                <a:gd name="connsiteX209" fmla="*/ 354561 w 480995"/>
                <a:gd name="connsiteY209" fmla="*/ 274300 h 507317"/>
                <a:gd name="connsiteX210" fmla="*/ 357007 w 480995"/>
                <a:gd name="connsiteY210" fmla="*/ 271711 h 507317"/>
                <a:gd name="connsiteX211" fmla="*/ 359452 w 480995"/>
                <a:gd name="connsiteY211" fmla="*/ 271711 h 507317"/>
                <a:gd name="connsiteX212" fmla="*/ 362185 w 480995"/>
                <a:gd name="connsiteY212" fmla="*/ 274300 h 507317"/>
                <a:gd name="connsiteX213" fmla="*/ 362185 w 480995"/>
                <a:gd name="connsiteY213" fmla="*/ 271711 h 507317"/>
                <a:gd name="connsiteX214" fmla="*/ 364774 w 480995"/>
                <a:gd name="connsiteY214" fmla="*/ 271711 h 507317"/>
                <a:gd name="connsiteX215" fmla="*/ 364774 w 480995"/>
                <a:gd name="connsiteY215" fmla="*/ 268978 h 507317"/>
                <a:gd name="connsiteX216" fmla="*/ 367219 w 480995"/>
                <a:gd name="connsiteY216" fmla="*/ 268978 h 507317"/>
                <a:gd name="connsiteX217" fmla="*/ 367219 w 480995"/>
                <a:gd name="connsiteY217" fmla="*/ 267539 h 507317"/>
                <a:gd name="connsiteX218" fmla="*/ 369664 w 480995"/>
                <a:gd name="connsiteY218" fmla="*/ 265094 h 507317"/>
                <a:gd name="connsiteX219" fmla="*/ 369664 w 480995"/>
                <a:gd name="connsiteY219" fmla="*/ 262505 h 507317"/>
                <a:gd name="connsiteX220" fmla="*/ 367219 w 480995"/>
                <a:gd name="connsiteY220" fmla="*/ 262505 h 507317"/>
                <a:gd name="connsiteX221" fmla="*/ 369664 w 480995"/>
                <a:gd name="connsiteY221" fmla="*/ 259772 h 507317"/>
                <a:gd name="connsiteX222" fmla="*/ 369664 w 480995"/>
                <a:gd name="connsiteY222" fmla="*/ 257327 h 507317"/>
                <a:gd name="connsiteX223" fmla="*/ 372253 w 480995"/>
                <a:gd name="connsiteY223" fmla="*/ 257327 h 507317"/>
                <a:gd name="connsiteX224" fmla="*/ 372253 w 480995"/>
                <a:gd name="connsiteY224" fmla="*/ 252292 h 507317"/>
                <a:gd name="connsiteX225" fmla="*/ 377431 w 480995"/>
                <a:gd name="connsiteY225" fmla="*/ 252292 h 507317"/>
                <a:gd name="connsiteX226" fmla="*/ 377431 w 480995"/>
                <a:gd name="connsiteY226" fmla="*/ 249559 h 507317"/>
                <a:gd name="connsiteX227" fmla="*/ 374986 w 480995"/>
                <a:gd name="connsiteY227" fmla="*/ 249559 h 507317"/>
                <a:gd name="connsiteX228" fmla="*/ 374986 w 480995"/>
                <a:gd name="connsiteY228" fmla="*/ 242080 h 507317"/>
                <a:gd name="connsiteX229" fmla="*/ 377431 w 480995"/>
                <a:gd name="connsiteY229" fmla="*/ 242080 h 507317"/>
                <a:gd name="connsiteX230" fmla="*/ 377431 w 480995"/>
                <a:gd name="connsiteY230" fmla="*/ 238772 h 507317"/>
                <a:gd name="connsiteX231" fmla="*/ 385199 w 480995"/>
                <a:gd name="connsiteY231" fmla="*/ 238772 h 507317"/>
                <a:gd name="connsiteX232" fmla="*/ 385199 w 480995"/>
                <a:gd name="connsiteY232" fmla="*/ 231292 h 507317"/>
                <a:gd name="connsiteX233" fmla="*/ 386637 w 480995"/>
                <a:gd name="connsiteY233" fmla="*/ 231292 h 507317"/>
                <a:gd name="connsiteX234" fmla="*/ 386637 w 480995"/>
                <a:gd name="connsiteY234" fmla="*/ 226114 h 507317"/>
                <a:gd name="connsiteX235" fmla="*/ 389083 w 480995"/>
                <a:gd name="connsiteY235" fmla="*/ 226114 h 507317"/>
                <a:gd name="connsiteX236" fmla="*/ 389083 w 480995"/>
                <a:gd name="connsiteY236" fmla="*/ 224388 h 507317"/>
                <a:gd name="connsiteX237" fmla="*/ 386637 w 480995"/>
                <a:gd name="connsiteY237" fmla="*/ 224388 h 507317"/>
                <a:gd name="connsiteX238" fmla="*/ 386637 w 480995"/>
                <a:gd name="connsiteY238" fmla="*/ 219210 h 507317"/>
                <a:gd name="connsiteX239" fmla="*/ 384192 w 480995"/>
                <a:gd name="connsiteY239" fmla="*/ 219210 h 507317"/>
                <a:gd name="connsiteX240" fmla="*/ 384192 w 480995"/>
                <a:gd name="connsiteY240" fmla="*/ 216620 h 507317"/>
                <a:gd name="connsiteX241" fmla="*/ 386637 w 480995"/>
                <a:gd name="connsiteY241" fmla="*/ 214175 h 507317"/>
                <a:gd name="connsiteX242" fmla="*/ 386637 w 480995"/>
                <a:gd name="connsiteY242" fmla="*/ 211730 h 507317"/>
                <a:gd name="connsiteX243" fmla="*/ 384192 w 480995"/>
                <a:gd name="connsiteY243" fmla="*/ 211730 h 507317"/>
                <a:gd name="connsiteX244" fmla="*/ 384192 w 480995"/>
                <a:gd name="connsiteY244" fmla="*/ 206408 h 507317"/>
                <a:gd name="connsiteX245" fmla="*/ 378870 w 480995"/>
                <a:gd name="connsiteY245" fmla="*/ 206408 h 507317"/>
                <a:gd name="connsiteX246" fmla="*/ 378870 w 480995"/>
                <a:gd name="connsiteY246" fmla="*/ 203962 h 507317"/>
                <a:gd name="connsiteX247" fmla="*/ 373979 w 480995"/>
                <a:gd name="connsiteY247" fmla="*/ 203962 h 507317"/>
                <a:gd name="connsiteX248" fmla="*/ 373979 w 480995"/>
                <a:gd name="connsiteY248" fmla="*/ 211730 h 507317"/>
                <a:gd name="connsiteX249" fmla="*/ 372253 w 480995"/>
                <a:gd name="connsiteY249" fmla="*/ 211730 h 507317"/>
                <a:gd name="connsiteX250" fmla="*/ 372253 w 480995"/>
                <a:gd name="connsiteY250" fmla="*/ 214175 h 507317"/>
                <a:gd name="connsiteX251" fmla="*/ 374986 w 480995"/>
                <a:gd name="connsiteY251" fmla="*/ 214175 h 507317"/>
                <a:gd name="connsiteX252" fmla="*/ 374986 w 480995"/>
                <a:gd name="connsiteY252" fmla="*/ 216620 h 507317"/>
                <a:gd name="connsiteX253" fmla="*/ 372253 w 480995"/>
                <a:gd name="connsiteY253" fmla="*/ 216620 h 507317"/>
                <a:gd name="connsiteX254" fmla="*/ 372253 w 480995"/>
                <a:gd name="connsiteY254" fmla="*/ 224388 h 507317"/>
                <a:gd name="connsiteX255" fmla="*/ 369664 w 480995"/>
                <a:gd name="connsiteY255" fmla="*/ 224388 h 507317"/>
                <a:gd name="connsiteX256" fmla="*/ 367219 w 480995"/>
                <a:gd name="connsiteY256" fmla="*/ 221942 h 507317"/>
                <a:gd name="connsiteX257" fmla="*/ 364774 w 480995"/>
                <a:gd name="connsiteY257" fmla="*/ 221942 h 507317"/>
                <a:gd name="connsiteX258" fmla="*/ 364774 w 480995"/>
                <a:gd name="connsiteY258" fmla="*/ 219210 h 507317"/>
                <a:gd name="connsiteX259" fmla="*/ 359452 w 480995"/>
                <a:gd name="connsiteY259" fmla="*/ 219210 h 507317"/>
                <a:gd name="connsiteX260" fmla="*/ 359452 w 480995"/>
                <a:gd name="connsiteY260" fmla="*/ 221942 h 507317"/>
                <a:gd name="connsiteX261" fmla="*/ 354561 w 480995"/>
                <a:gd name="connsiteY261" fmla="*/ 221942 h 507317"/>
                <a:gd name="connsiteX262" fmla="*/ 354561 w 480995"/>
                <a:gd name="connsiteY262" fmla="*/ 224388 h 507317"/>
                <a:gd name="connsiteX263" fmla="*/ 357007 w 480995"/>
                <a:gd name="connsiteY263" fmla="*/ 224388 h 507317"/>
                <a:gd name="connsiteX264" fmla="*/ 354561 w 480995"/>
                <a:gd name="connsiteY264" fmla="*/ 226833 h 507317"/>
                <a:gd name="connsiteX265" fmla="*/ 357007 w 480995"/>
                <a:gd name="connsiteY265" fmla="*/ 229278 h 507317"/>
                <a:gd name="connsiteX266" fmla="*/ 357007 w 480995"/>
                <a:gd name="connsiteY266" fmla="*/ 232011 h 507317"/>
                <a:gd name="connsiteX267" fmla="*/ 359452 w 480995"/>
                <a:gd name="connsiteY267" fmla="*/ 232011 h 507317"/>
                <a:gd name="connsiteX268" fmla="*/ 359452 w 480995"/>
                <a:gd name="connsiteY268" fmla="*/ 234600 h 507317"/>
                <a:gd name="connsiteX269" fmla="*/ 357007 w 480995"/>
                <a:gd name="connsiteY269" fmla="*/ 234600 h 507317"/>
                <a:gd name="connsiteX270" fmla="*/ 357007 w 480995"/>
                <a:gd name="connsiteY270" fmla="*/ 238772 h 507317"/>
                <a:gd name="connsiteX271" fmla="*/ 359452 w 480995"/>
                <a:gd name="connsiteY271" fmla="*/ 238772 h 507317"/>
                <a:gd name="connsiteX272" fmla="*/ 359452 w 480995"/>
                <a:gd name="connsiteY272" fmla="*/ 241504 h 507317"/>
                <a:gd name="connsiteX273" fmla="*/ 357007 w 480995"/>
                <a:gd name="connsiteY273" fmla="*/ 241504 h 507317"/>
                <a:gd name="connsiteX274" fmla="*/ 357007 w 480995"/>
                <a:gd name="connsiteY274" fmla="*/ 246539 h 507317"/>
                <a:gd name="connsiteX275" fmla="*/ 354561 w 480995"/>
                <a:gd name="connsiteY275" fmla="*/ 246539 h 507317"/>
                <a:gd name="connsiteX276" fmla="*/ 354561 w 480995"/>
                <a:gd name="connsiteY276" fmla="*/ 238772 h 507317"/>
                <a:gd name="connsiteX277" fmla="*/ 351972 w 480995"/>
                <a:gd name="connsiteY277" fmla="*/ 238772 h 507317"/>
                <a:gd name="connsiteX278" fmla="*/ 351972 w 480995"/>
                <a:gd name="connsiteY278" fmla="*/ 246539 h 507317"/>
                <a:gd name="connsiteX279" fmla="*/ 349239 w 480995"/>
                <a:gd name="connsiteY279" fmla="*/ 246539 h 507317"/>
                <a:gd name="connsiteX280" fmla="*/ 349239 w 480995"/>
                <a:gd name="connsiteY280" fmla="*/ 248984 h 507317"/>
                <a:gd name="connsiteX281" fmla="*/ 346794 w 480995"/>
                <a:gd name="connsiteY281" fmla="*/ 248984 h 507317"/>
                <a:gd name="connsiteX282" fmla="*/ 346794 w 480995"/>
                <a:gd name="connsiteY282" fmla="*/ 244093 h 507317"/>
                <a:gd name="connsiteX283" fmla="*/ 349239 w 480995"/>
                <a:gd name="connsiteY283" fmla="*/ 244093 h 507317"/>
                <a:gd name="connsiteX284" fmla="*/ 349239 w 480995"/>
                <a:gd name="connsiteY284" fmla="*/ 238772 h 507317"/>
                <a:gd name="connsiteX285" fmla="*/ 346794 w 480995"/>
                <a:gd name="connsiteY285" fmla="*/ 238772 h 507317"/>
                <a:gd name="connsiteX286" fmla="*/ 346794 w 480995"/>
                <a:gd name="connsiteY286" fmla="*/ 233881 h 507317"/>
                <a:gd name="connsiteX287" fmla="*/ 343486 w 480995"/>
                <a:gd name="connsiteY287" fmla="*/ 233881 h 507317"/>
                <a:gd name="connsiteX288" fmla="*/ 343486 w 480995"/>
                <a:gd name="connsiteY288" fmla="*/ 241504 h 507317"/>
                <a:gd name="connsiteX289" fmla="*/ 340897 w 480995"/>
                <a:gd name="connsiteY289" fmla="*/ 241504 h 507317"/>
                <a:gd name="connsiteX290" fmla="*/ 340897 w 480995"/>
                <a:gd name="connsiteY290" fmla="*/ 254306 h 507317"/>
                <a:gd name="connsiteX291" fmla="*/ 338164 w 480995"/>
                <a:gd name="connsiteY291" fmla="*/ 256751 h 507317"/>
                <a:gd name="connsiteX292" fmla="*/ 340897 w 480995"/>
                <a:gd name="connsiteY292" fmla="*/ 259197 h 507317"/>
                <a:gd name="connsiteX293" fmla="*/ 338164 w 480995"/>
                <a:gd name="connsiteY293" fmla="*/ 259197 h 507317"/>
                <a:gd name="connsiteX294" fmla="*/ 338164 w 480995"/>
                <a:gd name="connsiteY294" fmla="*/ 246539 h 507317"/>
                <a:gd name="connsiteX295" fmla="*/ 335718 w 480995"/>
                <a:gd name="connsiteY295" fmla="*/ 246539 h 507317"/>
                <a:gd name="connsiteX296" fmla="*/ 335718 w 480995"/>
                <a:gd name="connsiteY296" fmla="*/ 248984 h 507317"/>
                <a:gd name="connsiteX297" fmla="*/ 333273 w 480995"/>
                <a:gd name="connsiteY297" fmla="*/ 251717 h 507317"/>
                <a:gd name="connsiteX298" fmla="*/ 333273 w 480995"/>
                <a:gd name="connsiteY298" fmla="*/ 254306 h 507317"/>
                <a:gd name="connsiteX299" fmla="*/ 330684 w 480995"/>
                <a:gd name="connsiteY299" fmla="*/ 256751 h 507317"/>
                <a:gd name="connsiteX300" fmla="*/ 330684 w 480995"/>
                <a:gd name="connsiteY300" fmla="*/ 259197 h 507317"/>
                <a:gd name="connsiteX301" fmla="*/ 329102 w 480995"/>
                <a:gd name="connsiteY301" fmla="*/ 259197 h 507317"/>
                <a:gd name="connsiteX302" fmla="*/ 329102 w 480995"/>
                <a:gd name="connsiteY302" fmla="*/ 256751 h 507317"/>
                <a:gd name="connsiteX303" fmla="*/ 331835 w 480995"/>
                <a:gd name="connsiteY303" fmla="*/ 254306 h 507317"/>
                <a:gd name="connsiteX304" fmla="*/ 331835 w 480995"/>
                <a:gd name="connsiteY304" fmla="*/ 251717 h 507317"/>
                <a:gd name="connsiteX305" fmla="*/ 334424 w 480995"/>
                <a:gd name="connsiteY305" fmla="*/ 251717 h 507317"/>
                <a:gd name="connsiteX306" fmla="*/ 334424 w 480995"/>
                <a:gd name="connsiteY306" fmla="*/ 248984 h 507317"/>
                <a:gd name="connsiteX307" fmla="*/ 336869 w 480995"/>
                <a:gd name="connsiteY307" fmla="*/ 246539 h 507317"/>
                <a:gd name="connsiteX308" fmla="*/ 339314 w 480995"/>
                <a:gd name="connsiteY308" fmla="*/ 244093 h 507317"/>
                <a:gd name="connsiteX309" fmla="*/ 339314 w 480995"/>
                <a:gd name="connsiteY309" fmla="*/ 236326 h 507317"/>
                <a:gd name="connsiteX310" fmla="*/ 334424 w 480995"/>
                <a:gd name="connsiteY310" fmla="*/ 236326 h 507317"/>
                <a:gd name="connsiteX311" fmla="*/ 334424 w 480995"/>
                <a:gd name="connsiteY311" fmla="*/ 238772 h 507317"/>
                <a:gd name="connsiteX312" fmla="*/ 331835 w 480995"/>
                <a:gd name="connsiteY312" fmla="*/ 241504 h 507317"/>
                <a:gd name="connsiteX313" fmla="*/ 329102 w 480995"/>
                <a:gd name="connsiteY313" fmla="*/ 241504 h 507317"/>
                <a:gd name="connsiteX314" fmla="*/ 329102 w 480995"/>
                <a:gd name="connsiteY314" fmla="*/ 244093 h 507317"/>
                <a:gd name="connsiteX315" fmla="*/ 326656 w 480995"/>
                <a:gd name="connsiteY315" fmla="*/ 244093 h 507317"/>
                <a:gd name="connsiteX316" fmla="*/ 326656 w 480995"/>
                <a:gd name="connsiteY316" fmla="*/ 238772 h 507317"/>
                <a:gd name="connsiteX317" fmla="*/ 329102 w 480995"/>
                <a:gd name="connsiteY317" fmla="*/ 238772 h 507317"/>
                <a:gd name="connsiteX318" fmla="*/ 331835 w 480995"/>
                <a:gd name="connsiteY318" fmla="*/ 236326 h 507317"/>
                <a:gd name="connsiteX319" fmla="*/ 331835 w 480995"/>
                <a:gd name="connsiteY319" fmla="*/ 231292 h 507317"/>
                <a:gd name="connsiteX320" fmla="*/ 336869 w 480995"/>
                <a:gd name="connsiteY320" fmla="*/ 231292 h 507317"/>
                <a:gd name="connsiteX321" fmla="*/ 336869 w 480995"/>
                <a:gd name="connsiteY321" fmla="*/ 228559 h 507317"/>
                <a:gd name="connsiteX322" fmla="*/ 334424 w 480995"/>
                <a:gd name="connsiteY322" fmla="*/ 228559 h 507317"/>
                <a:gd name="connsiteX323" fmla="*/ 334424 w 480995"/>
                <a:gd name="connsiteY323" fmla="*/ 224388 h 507317"/>
                <a:gd name="connsiteX324" fmla="*/ 331835 w 480995"/>
                <a:gd name="connsiteY324" fmla="*/ 224388 h 507317"/>
                <a:gd name="connsiteX325" fmla="*/ 331835 w 480995"/>
                <a:gd name="connsiteY325" fmla="*/ 221942 h 507317"/>
                <a:gd name="connsiteX326" fmla="*/ 329102 w 480995"/>
                <a:gd name="connsiteY326" fmla="*/ 224388 h 507317"/>
                <a:gd name="connsiteX327" fmla="*/ 326656 w 480995"/>
                <a:gd name="connsiteY327" fmla="*/ 226833 h 507317"/>
                <a:gd name="connsiteX328" fmla="*/ 324211 w 480995"/>
                <a:gd name="connsiteY328" fmla="*/ 226833 h 507317"/>
                <a:gd name="connsiteX329" fmla="*/ 324211 w 480995"/>
                <a:gd name="connsiteY329" fmla="*/ 224388 h 507317"/>
                <a:gd name="connsiteX330" fmla="*/ 321622 w 480995"/>
                <a:gd name="connsiteY330" fmla="*/ 224388 h 507317"/>
                <a:gd name="connsiteX331" fmla="*/ 321622 w 480995"/>
                <a:gd name="connsiteY331" fmla="*/ 232011 h 507317"/>
                <a:gd name="connsiteX332" fmla="*/ 318890 w 480995"/>
                <a:gd name="connsiteY332" fmla="*/ 232011 h 507317"/>
                <a:gd name="connsiteX333" fmla="*/ 318890 w 480995"/>
                <a:gd name="connsiteY333" fmla="*/ 234600 h 507317"/>
                <a:gd name="connsiteX334" fmla="*/ 316444 w 480995"/>
                <a:gd name="connsiteY334" fmla="*/ 234600 h 507317"/>
                <a:gd name="connsiteX335" fmla="*/ 316444 w 480995"/>
                <a:gd name="connsiteY335" fmla="*/ 232011 h 507317"/>
                <a:gd name="connsiteX336" fmla="*/ 318890 w 480995"/>
                <a:gd name="connsiteY336" fmla="*/ 232011 h 507317"/>
                <a:gd name="connsiteX337" fmla="*/ 318890 w 480995"/>
                <a:gd name="connsiteY337" fmla="*/ 229278 h 507317"/>
                <a:gd name="connsiteX338" fmla="*/ 311554 w 480995"/>
                <a:gd name="connsiteY338" fmla="*/ 229278 h 507317"/>
                <a:gd name="connsiteX339" fmla="*/ 311554 w 480995"/>
                <a:gd name="connsiteY339" fmla="*/ 226833 h 507317"/>
                <a:gd name="connsiteX340" fmla="*/ 318890 w 480995"/>
                <a:gd name="connsiteY340" fmla="*/ 226833 h 507317"/>
                <a:gd name="connsiteX341" fmla="*/ 318890 w 480995"/>
                <a:gd name="connsiteY341" fmla="*/ 224388 h 507317"/>
                <a:gd name="connsiteX342" fmla="*/ 321622 w 480995"/>
                <a:gd name="connsiteY342" fmla="*/ 221942 h 507317"/>
                <a:gd name="connsiteX343" fmla="*/ 321622 w 480995"/>
                <a:gd name="connsiteY343" fmla="*/ 219210 h 507317"/>
                <a:gd name="connsiteX344" fmla="*/ 318890 w 480995"/>
                <a:gd name="connsiteY344" fmla="*/ 219210 h 507317"/>
                <a:gd name="connsiteX345" fmla="*/ 318890 w 480995"/>
                <a:gd name="connsiteY345" fmla="*/ 221942 h 507317"/>
                <a:gd name="connsiteX346" fmla="*/ 316444 w 480995"/>
                <a:gd name="connsiteY346" fmla="*/ 221942 h 507317"/>
                <a:gd name="connsiteX347" fmla="*/ 316444 w 480995"/>
                <a:gd name="connsiteY347" fmla="*/ 219210 h 507317"/>
                <a:gd name="connsiteX348" fmla="*/ 318890 w 480995"/>
                <a:gd name="connsiteY348" fmla="*/ 219210 h 507317"/>
                <a:gd name="connsiteX349" fmla="*/ 318890 w 480995"/>
                <a:gd name="connsiteY349" fmla="*/ 216620 h 507317"/>
                <a:gd name="connsiteX350" fmla="*/ 321622 w 480995"/>
                <a:gd name="connsiteY350" fmla="*/ 216620 h 507317"/>
                <a:gd name="connsiteX351" fmla="*/ 321622 w 480995"/>
                <a:gd name="connsiteY351" fmla="*/ 214175 h 507317"/>
                <a:gd name="connsiteX352" fmla="*/ 313999 w 480995"/>
                <a:gd name="connsiteY352" fmla="*/ 214175 h 507317"/>
                <a:gd name="connsiteX353" fmla="*/ 313999 w 480995"/>
                <a:gd name="connsiteY353" fmla="*/ 219210 h 507317"/>
                <a:gd name="connsiteX354" fmla="*/ 311554 w 480995"/>
                <a:gd name="connsiteY354" fmla="*/ 219210 h 507317"/>
                <a:gd name="connsiteX355" fmla="*/ 311554 w 480995"/>
                <a:gd name="connsiteY355" fmla="*/ 216620 h 507317"/>
                <a:gd name="connsiteX356" fmla="*/ 308677 w 480995"/>
                <a:gd name="connsiteY356" fmla="*/ 219210 h 507317"/>
                <a:gd name="connsiteX357" fmla="*/ 308677 w 480995"/>
                <a:gd name="connsiteY357" fmla="*/ 216620 h 507317"/>
                <a:gd name="connsiteX358" fmla="*/ 311554 w 480995"/>
                <a:gd name="connsiteY358" fmla="*/ 216620 h 507317"/>
                <a:gd name="connsiteX359" fmla="*/ 311554 w 480995"/>
                <a:gd name="connsiteY359" fmla="*/ 211730 h 507317"/>
                <a:gd name="connsiteX360" fmla="*/ 308677 w 480995"/>
                <a:gd name="connsiteY360" fmla="*/ 211730 h 507317"/>
                <a:gd name="connsiteX361" fmla="*/ 308677 w 480995"/>
                <a:gd name="connsiteY361" fmla="*/ 214175 h 507317"/>
                <a:gd name="connsiteX362" fmla="*/ 306232 w 480995"/>
                <a:gd name="connsiteY362" fmla="*/ 214175 h 507317"/>
                <a:gd name="connsiteX363" fmla="*/ 306232 w 480995"/>
                <a:gd name="connsiteY363" fmla="*/ 211730 h 507317"/>
                <a:gd name="connsiteX364" fmla="*/ 308677 w 480995"/>
                <a:gd name="connsiteY364" fmla="*/ 211730 h 507317"/>
                <a:gd name="connsiteX365" fmla="*/ 308677 w 480995"/>
                <a:gd name="connsiteY365" fmla="*/ 208997 h 507317"/>
                <a:gd name="connsiteX366" fmla="*/ 311554 w 480995"/>
                <a:gd name="connsiteY366" fmla="*/ 208997 h 507317"/>
                <a:gd name="connsiteX367" fmla="*/ 311554 w 480995"/>
                <a:gd name="connsiteY367" fmla="*/ 206408 h 507317"/>
                <a:gd name="connsiteX368" fmla="*/ 313999 w 480995"/>
                <a:gd name="connsiteY368" fmla="*/ 206408 h 507317"/>
                <a:gd name="connsiteX369" fmla="*/ 313999 w 480995"/>
                <a:gd name="connsiteY369" fmla="*/ 203962 h 507317"/>
                <a:gd name="connsiteX370" fmla="*/ 311554 w 480995"/>
                <a:gd name="connsiteY370" fmla="*/ 203962 h 507317"/>
                <a:gd name="connsiteX371" fmla="*/ 311554 w 480995"/>
                <a:gd name="connsiteY371" fmla="*/ 201517 h 507317"/>
                <a:gd name="connsiteX372" fmla="*/ 308677 w 480995"/>
                <a:gd name="connsiteY372" fmla="*/ 203962 h 507317"/>
                <a:gd name="connsiteX373" fmla="*/ 308677 w 480995"/>
                <a:gd name="connsiteY373" fmla="*/ 201517 h 507317"/>
                <a:gd name="connsiteX374" fmla="*/ 311554 w 480995"/>
                <a:gd name="connsiteY374" fmla="*/ 201517 h 507317"/>
                <a:gd name="connsiteX375" fmla="*/ 313999 w 480995"/>
                <a:gd name="connsiteY375" fmla="*/ 198785 h 507317"/>
                <a:gd name="connsiteX376" fmla="*/ 316444 w 480995"/>
                <a:gd name="connsiteY376" fmla="*/ 196196 h 507317"/>
                <a:gd name="connsiteX377" fmla="*/ 318890 w 480995"/>
                <a:gd name="connsiteY377" fmla="*/ 196196 h 507317"/>
                <a:gd name="connsiteX378" fmla="*/ 318890 w 480995"/>
                <a:gd name="connsiteY378" fmla="*/ 193750 h 507317"/>
                <a:gd name="connsiteX379" fmla="*/ 313999 w 480995"/>
                <a:gd name="connsiteY379" fmla="*/ 193750 h 507317"/>
                <a:gd name="connsiteX380" fmla="*/ 313999 w 480995"/>
                <a:gd name="connsiteY380" fmla="*/ 195620 h 507317"/>
                <a:gd name="connsiteX381" fmla="*/ 308677 w 480995"/>
                <a:gd name="connsiteY381" fmla="*/ 195620 h 507317"/>
                <a:gd name="connsiteX382" fmla="*/ 308677 w 480995"/>
                <a:gd name="connsiteY382" fmla="*/ 193175 h 507317"/>
                <a:gd name="connsiteX383" fmla="*/ 313999 w 480995"/>
                <a:gd name="connsiteY383" fmla="*/ 193175 h 507317"/>
                <a:gd name="connsiteX384" fmla="*/ 313999 w 480995"/>
                <a:gd name="connsiteY384" fmla="*/ 190730 h 507317"/>
                <a:gd name="connsiteX385" fmla="*/ 318890 w 480995"/>
                <a:gd name="connsiteY385" fmla="*/ 190730 h 507317"/>
                <a:gd name="connsiteX386" fmla="*/ 318890 w 480995"/>
                <a:gd name="connsiteY386" fmla="*/ 188141 h 507317"/>
                <a:gd name="connsiteX387" fmla="*/ 321622 w 480995"/>
                <a:gd name="connsiteY387" fmla="*/ 188141 h 507317"/>
                <a:gd name="connsiteX388" fmla="*/ 321622 w 480995"/>
                <a:gd name="connsiteY388" fmla="*/ 185408 h 507317"/>
                <a:gd name="connsiteX389" fmla="*/ 324211 w 480995"/>
                <a:gd name="connsiteY389" fmla="*/ 185408 h 507317"/>
                <a:gd name="connsiteX390" fmla="*/ 324211 w 480995"/>
                <a:gd name="connsiteY390" fmla="*/ 182962 h 507317"/>
                <a:gd name="connsiteX391" fmla="*/ 321622 w 480995"/>
                <a:gd name="connsiteY391" fmla="*/ 182962 h 507317"/>
                <a:gd name="connsiteX392" fmla="*/ 321622 w 480995"/>
                <a:gd name="connsiteY392" fmla="*/ 160092 h 507317"/>
                <a:gd name="connsiteX393" fmla="*/ 318890 w 480995"/>
                <a:gd name="connsiteY393" fmla="*/ 160092 h 507317"/>
                <a:gd name="connsiteX394" fmla="*/ 318890 w 480995"/>
                <a:gd name="connsiteY394" fmla="*/ 157503 h 507317"/>
                <a:gd name="connsiteX395" fmla="*/ 316444 w 480995"/>
                <a:gd name="connsiteY395" fmla="*/ 160092 h 507317"/>
                <a:gd name="connsiteX396" fmla="*/ 316444 w 480995"/>
                <a:gd name="connsiteY396" fmla="*/ 162537 h 507317"/>
                <a:gd name="connsiteX397" fmla="*/ 313999 w 480995"/>
                <a:gd name="connsiteY397" fmla="*/ 162537 h 507317"/>
                <a:gd name="connsiteX398" fmla="*/ 313999 w 480995"/>
                <a:gd name="connsiteY398" fmla="*/ 160092 h 507317"/>
                <a:gd name="connsiteX399" fmla="*/ 303786 w 480995"/>
                <a:gd name="connsiteY399" fmla="*/ 160092 h 507317"/>
                <a:gd name="connsiteX400" fmla="*/ 303786 w 480995"/>
                <a:gd name="connsiteY400" fmla="*/ 157503 h 507317"/>
                <a:gd name="connsiteX401" fmla="*/ 280197 w 480995"/>
                <a:gd name="connsiteY401" fmla="*/ 157503 h 507317"/>
                <a:gd name="connsiteX402" fmla="*/ 280197 w 480995"/>
                <a:gd name="connsiteY402" fmla="*/ 160092 h 507317"/>
                <a:gd name="connsiteX403" fmla="*/ 277608 w 480995"/>
                <a:gd name="connsiteY403" fmla="*/ 160092 h 507317"/>
                <a:gd name="connsiteX404" fmla="*/ 277608 w 480995"/>
                <a:gd name="connsiteY404" fmla="*/ 162537 h 507317"/>
                <a:gd name="connsiteX405" fmla="*/ 274875 w 480995"/>
                <a:gd name="connsiteY405" fmla="*/ 162537 h 507317"/>
                <a:gd name="connsiteX406" fmla="*/ 277608 w 480995"/>
                <a:gd name="connsiteY406" fmla="*/ 160092 h 507317"/>
                <a:gd name="connsiteX407" fmla="*/ 277608 w 480995"/>
                <a:gd name="connsiteY407" fmla="*/ 157503 h 507317"/>
                <a:gd name="connsiteX408" fmla="*/ 272430 w 480995"/>
                <a:gd name="connsiteY408" fmla="*/ 157503 h 507317"/>
                <a:gd name="connsiteX409" fmla="*/ 272430 w 480995"/>
                <a:gd name="connsiteY409" fmla="*/ 162537 h 507317"/>
                <a:gd name="connsiteX410" fmla="*/ 267395 w 480995"/>
                <a:gd name="connsiteY410" fmla="*/ 162537 h 507317"/>
                <a:gd name="connsiteX411" fmla="*/ 267395 w 480995"/>
                <a:gd name="connsiteY411" fmla="*/ 167715 h 507317"/>
                <a:gd name="connsiteX412" fmla="*/ 269985 w 480995"/>
                <a:gd name="connsiteY412" fmla="*/ 167715 h 507317"/>
                <a:gd name="connsiteX413" fmla="*/ 269985 w 480995"/>
                <a:gd name="connsiteY413" fmla="*/ 172750 h 507317"/>
                <a:gd name="connsiteX414" fmla="*/ 267395 w 480995"/>
                <a:gd name="connsiteY414" fmla="*/ 172750 h 507317"/>
                <a:gd name="connsiteX415" fmla="*/ 267395 w 480995"/>
                <a:gd name="connsiteY415" fmla="*/ 175195 h 507317"/>
                <a:gd name="connsiteX416" fmla="*/ 264662 w 480995"/>
                <a:gd name="connsiteY416" fmla="*/ 175195 h 507317"/>
                <a:gd name="connsiteX417" fmla="*/ 264662 w 480995"/>
                <a:gd name="connsiteY417" fmla="*/ 172750 h 507317"/>
                <a:gd name="connsiteX418" fmla="*/ 259772 w 480995"/>
                <a:gd name="connsiteY418" fmla="*/ 172750 h 507317"/>
                <a:gd name="connsiteX419" fmla="*/ 259772 w 480995"/>
                <a:gd name="connsiteY419" fmla="*/ 170304 h 507317"/>
                <a:gd name="connsiteX420" fmla="*/ 257183 w 480995"/>
                <a:gd name="connsiteY420" fmla="*/ 170304 h 507317"/>
                <a:gd name="connsiteX421" fmla="*/ 257183 w 480995"/>
                <a:gd name="connsiteY421" fmla="*/ 172750 h 507317"/>
                <a:gd name="connsiteX422" fmla="*/ 254450 w 480995"/>
                <a:gd name="connsiteY422" fmla="*/ 172750 h 507317"/>
                <a:gd name="connsiteX423" fmla="*/ 254450 w 480995"/>
                <a:gd name="connsiteY423" fmla="*/ 180517 h 507317"/>
                <a:gd name="connsiteX424" fmla="*/ 249559 w 480995"/>
                <a:gd name="connsiteY424" fmla="*/ 180517 h 507317"/>
                <a:gd name="connsiteX425" fmla="*/ 249559 w 480995"/>
                <a:gd name="connsiteY425" fmla="*/ 175195 h 507317"/>
                <a:gd name="connsiteX426" fmla="*/ 246970 w 480995"/>
                <a:gd name="connsiteY426" fmla="*/ 175195 h 507317"/>
                <a:gd name="connsiteX427" fmla="*/ 246970 w 480995"/>
                <a:gd name="connsiteY427" fmla="*/ 172750 h 507317"/>
                <a:gd name="connsiteX428" fmla="*/ 241792 w 480995"/>
                <a:gd name="connsiteY428" fmla="*/ 172750 h 507317"/>
                <a:gd name="connsiteX429" fmla="*/ 241792 w 480995"/>
                <a:gd name="connsiteY429" fmla="*/ 170304 h 507317"/>
                <a:gd name="connsiteX430" fmla="*/ 244237 w 480995"/>
                <a:gd name="connsiteY430" fmla="*/ 170304 h 507317"/>
                <a:gd name="connsiteX431" fmla="*/ 244237 w 480995"/>
                <a:gd name="connsiteY431" fmla="*/ 162537 h 507317"/>
                <a:gd name="connsiteX432" fmla="*/ 241792 w 480995"/>
                <a:gd name="connsiteY432" fmla="*/ 162537 h 507317"/>
                <a:gd name="connsiteX433" fmla="*/ 241792 w 480995"/>
                <a:gd name="connsiteY433" fmla="*/ 164982 h 507317"/>
                <a:gd name="connsiteX434" fmla="*/ 239347 w 480995"/>
                <a:gd name="connsiteY434" fmla="*/ 164982 h 507317"/>
                <a:gd name="connsiteX435" fmla="*/ 239347 w 480995"/>
                <a:gd name="connsiteY435" fmla="*/ 175195 h 507317"/>
                <a:gd name="connsiteX436" fmla="*/ 236758 w 480995"/>
                <a:gd name="connsiteY436" fmla="*/ 177928 h 507317"/>
                <a:gd name="connsiteX437" fmla="*/ 231580 w 480995"/>
                <a:gd name="connsiteY437" fmla="*/ 177928 h 507317"/>
                <a:gd name="connsiteX438" fmla="*/ 231580 w 480995"/>
                <a:gd name="connsiteY438" fmla="*/ 185408 h 507317"/>
                <a:gd name="connsiteX439" fmla="*/ 226689 w 480995"/>
                <a:gd name="connsiteY439" fmla="*/ 185408 h 507317"/>
                <a:gd name="connsiteX440" fmla="*/ 226689 w 480995"/>
                <a:gd name="connsiteY440" fmla="*/ 188141 h 507317"/>
                <a:gd name="connsiteX441" fmla="*/ 229134 w 480995"/>
                <a:gd name="connsiteY441" fmla="*/ 188141 h 507317"/>
                <a:gd name="connsiteX442" fmla="*/ 229134 w 480995"/>
                <a:gd name="connsiteY442" fmla="*/ 190730 h 507317"/>
                <a:gd name="connsiteX443" fmla="*/ 231580 w 480995"/>
                <a:gd name="connsiteY443" fmla="*/ 190730 h 507317"/>
                <a:gd name="connsiteX444" fmla="*/ 231580 w 480995"/>
                <a:gd name="connsiteY444" fmla="*/ 188141 h 507317"/>
                <a:gd name="connsiteX445" fmla="*/ 236758 w 480995"/>
                <a:gd name="connsiteY445" fmla="*/ 188141 h 507317"/>
                <a:gd name="connsiteX446" fmla="*/ 236758 w 480995"/>
                <a:gd name="connsiteY446" fmla="*/ 185408 h 507317"/>
                <a:gd name="connsiteX447" fmla="*/ 234025 w 480995"/>
                <a:gd name="connsiteY447" fmla="*/ 182962 h 507317"/>
                <a:gd name="connsiteX448" fmla="*/ 234025 w 480995"/>
                <a:gd name="connsiteY448" fmla="*/ 180517 h 507317"/>
                <a:gd name="connsiteX449" fmla="*/ 236758 w 480995"/>
                <a:gd name="connsiteY449" fmla="*/ 180517 h 507317"/>
                <a:gd name="connsiteX450" fmla="*/ 236758 w 480995"/>
                <a:gd name="connsiteY450" fmla="*/ 185408 h 507317"/>
                <a:gd name="connsiteX451" fmla="*/ 239347 w 480995"/>
                <a:gd name="connsiteY451" fmla="*/ 185408 h 507317"/>
                <a:gd name="connsiteX452" fmla="*/ 239347 w 480995"/>
                <a:gd name="connsiteY452" fmla="*/ 188141 h 507317"/>
                <a:gd name="connsiteX453" fmla="*/ 236758 w 480995"/>
                <a:gd name="connsiteY453" fmla="*/ 188141 h 507317"/>
                <a:gd name="connsiteX454" fmla="*/ 236758 w 480995"/>
                <a:gd name="connsiteY454" fmla="*/ 195620 h 507317"/>
                <a:gd name="connsiteX455" fmla="*/ 234025 w 480995"/>
                <a:gd name="connsiteY455" fmla="*/ 195620 h 507317"/>
                <a:gd name="connsiteX456" fmla="*/ 234025 w 480995"/>
                <a:gd name="connsiteY456" fmla="*/ 203387 h 507317"/>
                <a:gd name="connsiteX457" fmla="*/ 231580 w 480995"/>
                <a:gd name="connsiteY457" fmla="*/ 203387 h 507317"/>
                <a:gd name="connsiteX458" fmla="*/ 231580 w 480995"/>
                <a:gd name="connsiteY458" fmla="*/ 198209 h 507317"/>
                <a:gd name="connsiteX459" fmla="*/ 229134 w 480995"/>
                <a:gd name="connsiteY459" fmla="*/ 198209 h 507317"/>
                <a:gd name="connsiteX460" fmla="*/ 229134 w 480995"/>
                <a:gd name="connsiteY460" fmla="*/ 205832 h 507317"/>
                <a:gd name="connsiteX461" fmla="*/ 226689 w 480995"/>
                <a:gd name="connsiteY461" fmla="*/ 205832 h 507317"/>
                <a:gd name="connsiteX462" fmla="*/ 226689 w 480995"/>
                <a:gd name="connsiteY462" fmla="*/ 203387 h 507317"/>
                <a:gd name="connsiteX463" fmla="*/ 223812 w 480995"/>
                <a:gd name="connsiteY463" fmla="*/ 203387 h 507317"/>
                <a:gd name="connsiteX464" fmla="*/ 223812 w 480995"/>
                <a:gd name="connsiteY464" fmla="*/ 216045 h 507317"/>
                <a:gd name="connsiteX465" fmla="*/ 221367 w 480995"/>
                <a:gd name="connsiteY465" fmla="*/ 213600 h 507317"/>
                <a:gd name="connsiteX466" fmla="*/ 221367 w 480995"/>
                <a:gd name="connsiteY466" fmla="*/ 205832 h 507317"/>
                <a:gd name="connsiteX467" fmla="*/ 216477 w 480995"/>
                <a:gd name="connsiteY467" fmla="*/ 205832 h 507317"/>
                <a:gd name="connsiteX468" fmla="*/ 216477 w 480995"/>
                <a:gd name="connsiteY468" fmla="*/ 208422 h 507317"/>
                <a:gd name="connsiteX469" fmla="*/ 218922 w 480995"/>
                <a:gd name="connsiteY469" fmla="*/ 208422 h 507317"/>
                <a:gd name="connsiteX470" fmla="*/ 218922 w 480995"/>
                <a:gd name="connsiteY470" fmla="*/ 211154 h 507317"/>
                <a:gd name="connsiteX471" fmla="*/ 216477 w 480995"/>
                <a:gd name="connsiteY471" fmla="*/ 211154 h 507317"/>
                <a:gd name="connsiteX472" fmla="*/ 216477 w 480995"/>
                <a:gd name="connsiteY472" fmla="*/ 213600 h 507317"/>
                <a:gd name="connsiteX473" fmla="*/ 214031 w 480995"/>
                <a:gd name="connsiteY473" fmla="*/ 213600 h 507317"/>
                <a:gd name="connsiteX474" fmla="*/ 214031 w 480995"/>
                <a:gd name="connsiteY474" fmla="*/ 216045 h 507317"/>
                <a:gd name="connsiteX475" fmla="*/ 211298 w 480995"/>
                <a:gd name="connsiteY475" fmla="*/ 216045 h 507317"/>
                <a:gd name="connsiteX476" fmla="*/ 211298 w 480995"/>
                <a:gd name="connsiteY476" fmla="*/ 218634 h 507317"/>
                <a:gd name="connsiteX477" fmla="*/ 208853 w 480995"/>
                <a:gd name="connsiteY477" fmla="*/ 216045 h 507317"/>
                <a:gd name="connsiteX478" fmla="*/ 206408 w 480995"/>
                <a:gd name="connsiteY478" fmla="*/ 216045 h 507317"/>
                <a:gd name="connsiteX479" fmla="*/ 206408 w 480995"/>
                <a:gd name="connsiteY479" fmla="*/ 211154 h 507317"/>
                <a:gd name="connsiteX480" fmla="*/ 201086 w 480995"/>
                <a:gd name="connsiteY480" fmla="*/ 211154 h 507317"/>
                <a:gd name="connsiteX481" fmla="*/ 201086 w 480995"/>
                <a:gd name="connsiteY481" fmla="*/ 216045 h 507317"/>
                <a:gd name="connsiteX482" fmla="*/ 198641 w 480995"/>
                <a:gd name="connsiteY482" fmla="*/ 216045 h 507317"/>
                <a:gd name="connsiteX483" fmla="*/ 198641 w 480995"/>
                <a:gd name="connsiteY483" fmla="*/ 211154 h 507317"/>
                <a:gd name="connsiteX484" fmla="*/ 196196 w 480995"/>
                <a:gd name="connsiteY484" fmla="*/ 211154 h 507317"/>
                <a:gd name="connsiteX485" fmla="*/ 196196 w 480995"/>
                <a:gd name="connsiteY485" fmla="*/ 213600 h 507317"/>
                <a:gd name="connsiteX486" fmla="*/ 193606 w 480995"/>
                <a:gd name="connsiteY486" fmla="*/ 213600 h 507317"/>
                <a:gd name="connsiteX487" fmla="*/ 193606 w 480995"/>
                <a:gd name="connsiteY487" fmla="*/ 211154 h 507317"/>
                <a:gd name="connsiteX488" fmla="*/ 190874 w 480995"/>
                <a:gd name="connsiteY488" fmla="*/ 211154 h 507317"/>
                <a:gd name="connsiteX489" fmla="*/ 190874 w 480995"/>
                <a:gd name="connsiteY489" fmla="*/ 208422 h 507317"/>
                <a:gd name="connsiteX490" fmla="*/ 193606 w 480995"/>
                <a:gd name="connsiteY490" fmla="*/ 208422 h 507317"/>
                <a:gd name="connsiteX491" fmla="*/ 193606 w 480995"/>
                <a:gd name="connsiteY491" fmla="*/ 200942 h 507317"/>
                <a:gd name="connsiteX492" fmla="*/ 190874 w 480995"/>
                <a:gd name="connsiteY492" fmla="*/ 200942 h 507317"/>
                <a:gd name="connsiteX493" fmla="*/ 190874 w 480995"/>
                <a:gd name="connsiteY493" fmla="*/ 205832 h 507317"/>
                <a:gd name="connsiteX494" fmla="*/ 188428 w 480995"/>
                <a:gd name="connsiteY494" fmla="*/ 205832 h 507317"/>
                <a:gd name="connsiteX495" fmla="*/ 188428 w 480995"/>
                <a:gd name="connsiteY495" fmla="*/ 200942 h 507317"/>
                <a:gd name="connsiteX496" fmla="*/ 183394 w 480995"/>
                <a:gd name="connsiteY496" fmla="*/ 200942 h 507317"/>
                <a:gd name="connsiteX497" fmla="*/ 183394 w 480995"/>
                <a:gd name="connsiteY497" fmla="*/ 205832 h 507317"/>
                <a:gd name="connsiteX498" fmla="*/ 180661 w 480995"/>
                <a:gd name="connsiteY498" fmla="*/ 205832 h 507317"/>
                <a:gd name="connsiteX499" fmla="*/ 183394 w 480995"/>
                <a:gd name="connsiteY499" fmla="*/ 208422 h 507317"/>
                <a:gd name="connsiteX500" fmla="*/ 180661 w 480995"/>
                <a:gd name="connsiteY500" fmla="*/ 208422 h 507317"/>
                <a:gd name="connsiteX501" fmla="*/ 180661 w 480995"/>
                <a:gd name="connsiteY501" fmla="*/ 213600 h 507317"/>
                <a:gd name="connsiteX502" fmla="*/ 183394 w 480995"/>
                <a:gd name="connsiteY502" fmla="*/ 216045 h 507317"/>
                <a:gd name="connsiteX503" fmla="*/ 183394 w 480995"/>
                <a:gd name="connsiteY503" fmla="*/ 218634 h 507317"/>
                <a:gd name="connsiteX504" fmla="*/ 180661 w 480995"/>
                <a:gd name="connsiteY504" fmla="*/ 218634 h 507317"/>
                <a:gd name="connsiteX505" fmla="*/ 180661 w 480995"/>
                <a:gd name="connsiteY505" fmla="*/ 213600 h 507317"/>
                <a:gd name="connsiteX506" fmla="*/ 178216 w 480995"/>
                <a:gd name="connsiteY506" fmla="*/ 216045 h 507317"/>
                <a:gd name="connsiteX507" fmla="*/ 178216 w 480995"/>
                <a:gd name="connsiteY507" fmla="*/ 205832 h 507317"/>
                <a:gd name="connsiteX508" fmla="*/ 175770 w 480995"/>
                <a:gd name="connsiteY508" fmla="*/ 205832 h 507317"/>
                <a:gd name="connsiteX509" fmla="*/ 175770 w 480995"/>
                <a:gd name="connsiteY509" fmla="*/ 221367 h 507317"/>
                <a:gd name="connsiteX510" fmla="*/ 173181 w 480995"/>
                <a:gd name="connsiteY510" fmla="*/ 221367 h 507317"/>
                <a:gd name="connsiteX511" fmla="*/ 173181 w 480995"/>
                <a:gd name="connsiteY511" fmla="*/ 216045 h 507317"/>
                <a:gd name="connsiteX512" fmla="*/ 170880 w 480995"/>
                <a:gd name="connsiteY512" fmla="*/ 216045 h 507317"/>
                <a:gd name="connsiteX513" fmla="*/ 170880 w 480995"/>
                <a:gd name="connsiteY513" fmla="*/ 213600 h 507317"/>
                <a:gd name="connsiteX514" fmla="*/ 168434 w 480995"/>
                <a:gd name="connsiteY514" fmla="*/ 213600 h 507317"/>
                <a:gd name="connsiteX515" fmla="*/ 168434 w 480995"/>
                <a:gd name="connsiteY515" fmla="*/ 216045 h 507317"/>
                <a:gd name="connsiteX516" fmla="*/ 165989 w 480995"/>
                <a:gd name="connsiteY516" fmla="*/ 216045 h 507317"/>
                <a:gd name="connsiteX517" fmla="*/ 165989 w 480995"/>
                <a:gd name="connsiteY517" fmla="*/ 218634 h 507317"/>
                <a:gd name="connsiteX518" fmla="*/ 163400 w 480995"/>
                <a:gd name="connsiteY518" fmla="*/ 218634 h 507317"/>
                <a:gd name="connsiteX519" fmla="*/ 165989 w 480995"/>
                <a:gd name="connsiteY519" fmla="*/ 216045 h 507317"/>
                <a:gd name="connsiteX520" fmla="*/ 163400 w 480995"/>
                <a:gd name="connsiteY520" fmla="*/ 216045 h 507317"/>
                <a:gd name="connsiteX521" fmla="*/ 163400 w 480995"/>
                <a:gd name="connsiteY521" fmla="*/ 211154 h 507317"/>
                <a:gd name="connsiteX522" fmla="*/ 160667 w 480995"/>
                <a:gd name="connsiteY522" fmla="*/ 211154 h 507317"/>
                <a:gd name="connsiteX523" fmla="*/ 160667 w 480995"/>
                <a:gd name="connsiteY523" fmla="*/ 208422 h 507317"/>
                <a:gd name="connsiteX524" fmla="*/ 163400 w 480995"/>
                <a:gd name="connsiteY524" fmla="*/ 208422 h 507317"/>
                <a:gd name="connsiteX525" fmla="*/ 160667 w 480995"/>
                <a:gd name="connsiteY525" fmla="*/ 205832 h 507317"/>
                <a:gd name="connsiteX526" fmla="*/ 160667 w 480995"/>
                <a:gd name="connsiteY526" fmla="*/ 203387 h 507317"/>
                <a:gd name="connsiteX527" fmla="*/ 158222 w 480995"/>
                <a:gd name="connsiteY527" fmla="*/ 203387 h 507317"/>
                <a:gd name="connsiteX528" fmla="*/ 158222 w 480995"/>
                <a:gd name="connsiteY528" fmla="*/ 211154 h 507317"/>
                <a:gd name="connsiteX529" fmla="*/ 155777 w 480995"/>
                <a:gd name="connsiteY529" fmla="*/ 211154 h 507317"/>
                <a:gd name="connsiteX530" fmla="*/ 158222 w 480995"/>
                <a:gd name="connsiteY530" fmla="*/ 213600 h 507317"/>
                <a:gd name="connsiteX531" fmla="*/ 153188 w 480995"/>
                <a:gd name="connsiteY531" fmla="*/ 213600 h 507317"/>
                <a:gd name="connsiteX532" fmla="*/ 153188 w 480995"/>
                <a:gd name="connsiteY532" fmla="*/ 218634 h 507317"/>
                <a:gd name="connsiteX533" fmla="*/ 148010 w 480995"/>
                <a:gd name="connsiteY533" fmla="*/ 218634 h 507317"/>
                <a:gd name="connsiteX534" fmla="*/ 148010 w 480995"/>
                <a:gd name="connsiteY534" fmla="*/ 228703 h 507317"/>
                <a:gd name="connsiteX535" fmla="*/ 145564 w 480995"/>
                <a:gd name="connsiteY535" fmla="*/ 228703 h 507317"/>
                <a:gd name="connsiteX536" fmla="*/ 145564 w 480995"/>
                <a:gd name="connsiteY536" fmla="*/ 218634 h 507317"/>
                <a:gd name="connsiteX537" fmla="*/ 148010 w 480995"/>
                <a:gd name="connsiteY537" fmla="*/ 218634 h 507317"/>
                <a:gd name="connsiteX538" fmla="*/ 148010 w 480995"/>
                <a:gd name="connsiteY538" fmla="*/ 216045 h 507317"/>
                <a:gd name="connsiteX539" fmla="*/ 150455 w 480995"/>
                <a:gd name="connsiteY539" fmla="*/ 216045 h 507317"/>
                <a:gd name="connsiteX540" fmla="*/ 153188 w 480995"/>
                <a:gd name="connsiteY540" fmla="*/ 213600 h 507317"/>
                <a:gd name="connsiteX541" fmla="*/ 153188 w 480995"/>
                <a:gd name="connsiteY541" fmla="*/ 211154 h 507317"/>
                <a:gd name="connsiteX542" fmla="*/ 155777 w 480995"/>
                <a:gd name="connsiteY542" fmla="*/ 208422 h 507317"/>
                <a:gd name="connsiteX543" fmla="*/ 155777 w 480995"/>
                <a:gd name="connsiteY543" fmla="*/ 200942 h 507317"/>
                <a:gd name="connsiteX544" fmla="*/ 158222 w 480995"/>
                <a:gd name="connsiteY544" fmla="*/ 198209 h 507317"/>
                <a:gd name="connsiteX545" fmla="*/ 155777 w 480995"/>
                <a:gd name="connsiteY545" fmla="*/ 195620 h 507317"/>
                <a:gd name="connsiteX546" fmla="*/ 155777 w 480995"/>
                <a:gd name="connsiteY546" fmla="*/ 198209 h 507317"/>
                <a:gd name="connsiteX547" fmla="*/ 153188 w 480995"/>
                <a:gd name="connsiteY547" fmla="*/ 198209 h 507317"/>
                <a:gd name="connsiteX548" fmla="*/ 153188 w 480995"/>
                <a:gd name="connsiteY548" fmla="*/ 203387 h 507317"/>
                <a:gd name="connsiteX549" fmla="*/ 150455 w 480995"/>
                <a:gd name="connsiteY549" fmla="*/ 205832 h 507317"/>
                <a:gd name="connsiteX550" fmla="*/ 150455 w 480995"/>
                <a:gd name="connsiteY550" fmla="*/ 195620 h 507317"/>
                <a:gd name="connsiteX551" fmla="*/ 148010 w 480995"/>
                <a:gd name="connsiteY551" fmla="*/ 195620 h 507317"/>
                <a:gd name="connsiteX552" fmla="*/ 148010 w 480995"/>
                <a:gd name="connsiteY552" fmla="*/ 198209 h 507317"/>
                <a:gd name="connsiteX553" fmla="*/ 145564 w 480995"/>
                <a:gd name="connsiteY553" fmla="*/ 198209 h 507317"/>
                <a:gd name="connsiteX554" fmla="*/ 145564 w 480995"/>
                <a:gd name="connsiteY554" fmla="*/ 200942 h 507317"/>
                <a:gd name="connsiteX555" fmla="*/ 148010 w 480995"/>
                <a:gd name="connsiteY555" fmla="*/ 200942 h 507317"/>
                <a:gd name="connsiteX556" fmla="*/ 145564 w 480995"/>
                <a:gd name="connsiteY556" fmla="*/ 203387 h 507317"/>
                <a:gd name="connsiteX557" fmla="*/ 145564 w 480995"/>
                <a:gd name="connsiteY557" fmla="*/ 200942 h 507317"/>
                <a:gd name="connsiteX558" fmla="*/ 142112 w 480995"/>
                <a:gd name="connsiteY558" fmla="*/ 200942 h 507317"/>
                <a:gd name="connsiteX559" fmla="*/ 142112 w 480995"/>
                <a:gd name="connsiteY559" fmla="*/ 203387 h 507317"/>
                <a:gd name="connsiteX560" fmla="*/ 139523 w 480995"/>
                <a:gd name="connsiteY560" fmla="*/ 203387 h 507317"/>
                <a:gd name="connsiteX561" fmla="*/ 142112 w 480995"/>
                <a:gd name="connsiteY561" fmla="*/ 200942 h 507317"/>
                <a:gd name="connsiteX562" fmla="*/ 142112 w 480995"/>
                <a:gd name="connsiteY562" fmla="*/ 198209 h 507317"/>
                <a:gd name="connsiteX563" fmla="*/ 139523 w 480995"/>
                <a:gd name="connsiteY563" fmla="*/ 198209 h 507317"/>
                <a:gd name="connsiteX564" fmla="*/ 139523 w 480995"/>
                <a:gd name="connsiteY564" fmla="*/ 200942 h 507317"/>
                <a:gd name="connsiteX565" fmla="*/ 136790 w 480995"/>
                <a:gd name="connsiteY565" fmla="*/ 200942 h 507317"/>
                <a:gd name="connsiteX566" fmla="*/ 136790 w 480995"/>
                <a:gd name="connsiteY566" fmla="*/ 198209 h 507317"/>
                <a:gd name="connsiteX567" fmla="*/ 134345 w 480995"/>
                <a:gd name="connsiteY567" fmla="*/ 198209 h 507317"/>
                <a:gd name="connsiteX568" fmla="*/ 134345 w 480995"/>
                <a:gd name="connsiteY568" fmla="*/ 195620 h 507317"/>
                <a:gd name="connsiteX569" fmla="*/ 139523 w 480995"/>
                <a:gd name="connsiteY569" fmla="*/ 195620 h 507317"/>
                <a:gd name="connsiteX570" fmla="*/ 139523 w 480995"/>
                <a:gd name="connsiteY570" fmla="*/ 193175 h 507317"/>
                <a:gd name="connsiteX571" fmla="*/ 142112 w 480995"/>
                <a:gd name="connsiteY571" fmla="*/ 193175 h 507317"/>
                <a:gd name="connsiteX572" fmla="*/ 142112 w 480995"/>
                <a:gd name="connsiteY572" fmla="*/ 188141 h 507317"/>
                <a:gd name="connsiteX573" fmla="*/ 144558 w 480995"/>
                <a:gd name="connsiteY573" fmla="*/ 188141 h 507317"/>
                <a:gd name="connsiteX574" fmla="*/ 144558 w 480995"/>
                <a:gd name="connsiteY574" fmla="*/ 182962 h 507317"/>
                <a:gd name="connsiteX575" fmla="*/ 147003 w 480995"/>
                <a:gd name="connsiteY575" fmla="*/ 182962 h 507317"/>
                <a:gd name="connsiteX576" fmla="*/ 147003 w 480995"/>
                <a:gd name="connsiteY576" fmla="*/ 180517 h 507317"/>
                <a:gd name="connsiteX577" fmla="*/ 149448 w 480995"/>
                <a:gd name="connsiteY577" fmla="*/ 180517 h 507317"/>
                <a:gd name="connsiteX578" fmla="*/ 149448 w 480995"/>
                <a:gd name="connsiteY578" fmla="*/ 177928 h 507317"/>
                <a:gd name="connsiteX579" fmla="*/ 152181 w 480995"/>
                <a:gd name="connsiteY579" fmla="*/ 177928 h 507317"/>
                <a:gd name="connsiteX580" fmla="*/ 152181 w 480995"/>
                <a:gd name="connsiteY580" fmla="*/ 172750 h 507317"/>
                <a:gd name="connsiteX581" fmla="*/ 154770 w 480995"/>
                <a:gd name="connsiteY581" fmla="*/ 172750 h 507317"/>
                <a:gd name="connsiteX582" fmla="*/ 154770 w 480995"/>
                <a:gd name="connsiteY582" fmla="*/ 164982 h 507317"/>
                <a:gd name="connsiteX583" fmla="*/ 157215 w 480995"/>
                <a:gd name="connsiteY583" fmla="*/ 164982 h 507317"/>
                <a:gd name="connsiteX584" fmla="*/ 157215 w 480995"/>
                <a:gd name="connsiteY584" fmla="*/ 162537 h 507317"/>
                <a:gd name="connsiteX585" fmla="*/ 159661 w 480995"/>
                <a:gd name="connsiteY585" fmla="*/ 162537 h 507317"/>
                <a:gd name="connsiteX586" fmla="*/ 159661 w 480995"/>
                <a:gd name="connsiteY586" fmla="*/ 154770 h 507317"/>
                <a:gd name="connsiteX587" fmla="*/ 152181 w 480995"/>
                <a:gd name="connsiteY587" fmla="*/ 154770 h 507317"/>
                <a:gd name="connsiteX588" fmla="*/ 152181 w 480995"/>
                <a:gd name="connsiteY588" fmla="*/ 162537 h 507317"/>
                <a:gd name="connsiteX589" fmla="*/ 144558 w 480995"/>
                <a:gd name="connsiteY589" fmla="*/ 162537 h 507317"/>
                <a:gd name="connsiteX590" fmla="*/ 144558 w 480995"/>
                <a:gd name="connsiteY590" fmla="*/ 170304 h 507317"/>
                <a:gd name="connsiteX591" fmla="*/ 142112 w 480995"/>
                <a:gd name="connsiteY591" fmla="*/ 170304 h 507317"/>
                <a:gd name="connsiteX592" fmla="*/ 142112 w 480995"/>
                <a:gd name="connsiteY592" fmla="*/ 167715 h 507317"/>
                <a:gd name="connsiteX593" fmla="*/ 139523 w 480995"/>
                <a:gd name="connsiteY593" fmla="*/ 167715 h 507317"/>
                <a:gd name="connsiteX594" fmla="*/ 139523 w 480995"/>
                <a:gd name="connsiteY594" fmla="*/ 170304 h 507317"/>
                <a:gd name="connsiteX595" fmla="*/ 136790 w 480995"/>
                <a:gd name="connsiteY595" fmla="*/ 170304 h 507317"/>
                <a:gd name="connsiteX596" fmla="*/ 136790 w 480995"/>
                <a:gd name="connsiteY596" fmla="*/ 167715 h 507317"/>
                <a:gd name="connsiteX597" fmla="*/ 134345 w 480995"/>
                <a:gd name="connsiteY597" fmla="*/ 167715 h 507317"/>
                <a:gd name="connsiteX598" fmla="*/ 134345 w 480995"/>
                <a:gd name="connsiteY598" fmla="*/ 164982 h 507317"/>
                <a:gd name="connsiteX599" fmla="*/ 129310 w 480995"/>
                <a:gd name="connsiteY599" fmla="*/ 164982 h 507317"/>
                <a:gd name="connsiteX600" fmla="*/ 129310 w 480995"/>
                <a:gd name="connsiteY600" fmla="*/ 162537 h 507317"/>
                <a:gd name="connsiteX601" fmla="*/ 127728 w 480995"/>
                <a:gd name="connsiteY601" fmla="*/ 162537 h 507317"/>
                <a:gd name="connsiteX602" fmla="*/ 127728 w 480995"/>
                <a:gd name="connsiteY602" fmla="*/ 164982 h 507317"/>
                <a:gd name="connsiteX603" fmla="*/ 125283 w 480995"/>
                <a:gd name="connsiteY603" fmla="*/ 164982 h 507317"/>
                <a:gd name="connsiteX604" fmla="*/ 125283 w 480995"/>
                <a:gd name="connsiteY604" fmla="*/ 170304 h 507317"/>
                <a:gd name="connsiteX605" fmla="*/ 122838 w 480995"/>
                <a:gd name="connsiteY605" fmla="*/ 170304 h 507317"/>
                <a:gd name="connsiteX606" fmla="*/ 122838 w 480995"/>
                <a:gd name="connsiteY606" fmla="*/ 167715 h 507317"/>
                <a:gd name="connsiteX607" fmla="*/ 120249 w 480995"/>
                <a:gd name="connsiteY607" fmla="*/ 167715 h 507317"/>
                <a:gd name="connsiteX608" fmla="*/ 120249 w 480995"/>
                <a:gd name="connsiteY608" fmla="*/ 170304 h 507317"/>
                <a:gd name="connsiteX609" fmla="*/ 117516 w 480995"/>
                <a:gd name="connsiteY609" fmla="*/ 172750 h 507317"/>
                <a:gd name="connsiteX610" fmla="*/ 117516 w 480995"/>
                <a:gd name="connsiteY610" fmla="*/ 167715 h 507317"/>
                <a:gd name="connsiteX611" fmla="*/ 115071 w 480995"/>
                <a:gd name="connsiteY611" fmla="*/ 167715 h 507317"/>
                <a:gd name="connsiteX612" fmla="*/ 115071 w 480995"/>
                <a:gd name="connsiteY612" fmla="*/ 162537 h 507317"/>
                <a:gd name="connsiteX613" fmla="*/ 112626 w 480995"/>
                <a:gd name="connsiteY613" fmla="*/ 162537 h 507317"/>
                <a:gd name="connsiteX614" fmla="*/ 112626 w 480995"/>
                <a:gd name="connsiteY614" fmla="*/ 160092 h 507317"/>
                <a:gd name="connsiteX615" fmla="*/ 107303 w 480995"/>
                <a:gd name="connsiteY615" fmla="*/ 160092 h 507317"/>
                <a:gd name="connsiteX616" fmla="*/ 107303 w 480995"/>
                <a:gd name="connsiteY616" fmla="*/ 164982 h 507317"/>
                <a:gd name="connsiteX617" fmla="*/ 104858 w 480995"/>
                <a:gd name="connsiteY617" fmla="*/ 164982 h 507317"/>
                <a:gd name="connsiteX618" fmla="*/ 104858 w 480995"/>
                <a:gd name="connsiteY618" fmla="*/ 177928 h 507317"/>
                <a:gd name="connsiteX619" fmla="*/ 102413 w 480995"/>
                <a:gd name="connsiteY619" fmla="*/ 177928 h 507317"/>
                <a:gd name="connsiteX620" fmla="*/ 102413 w 480995"/>
                <a:gd name="connsiteY620" fmla="*/ 180517 h 507317"/>
                <a:gd name="connsiteX621" fmla="*/ 104858 w 480995"/>
                <a:gd name="connsiteY621" fmla="*/ 180517 h 507317"/>
                <a:gd name="connsiteX622" fmla="*/ 104858 w 480995"/>
                <a:gd name="connsiteY622" fmla="*/ 185408 h 507317"/>
                <a:gd name="connsiteX623" fmla="*/ 102413 w 480995"/>
                <a:gd name="connsiteY623" fmla="*/ 185408 h 507317"/>
                <a:gd name="connsiteX624" fmla="*/ 102413 w 480995"/>
                <a:gd name="connsiteY624" fmla="*/ 195620 h 507317"/>
                <a:gd name="connsiteX625" fmla="*/ 104858 w 480995"/>
                <a:gd name="connsiteY625" fmla="*/ 195620 h 507317"/>
                <a:gd name="connsiteX626" fmla="*/ 104858 w 480995"/>
                <a:gd name="connsiteY626" fmla="*/ 198209 h 507317"/>
                <a:gd name="connsiteX627" fmla="*/ 102413 w 480995"/>
                <a:gd name="connsiteY627" fmla="*/ 198209 h 507317"/>
                <a:gd name="connsiteX628" fmla="*/ 102413 w 480995"/>
                <a:gd name="connsiteY628" fmla="*/ 195620 h 507317"/>
                <a:gd name="connsiteX629" fmla="*/ 98961 w 480995"/>
                <a:gd name="connsiteY629" fmla="*/ 195620 h 507317"/>
                <a:gd name="connsiteX630" fmla="*/ 98961 w 480995"/>
                <a:gd name="connsiteY630" fmla="*/ 200942 h 507317"/>
                <a:gd name="connsiteX631" fmla="*/ 96228 w 480995"/>
                <a:gd name="connsiteY631" fmla="*/ 200942 h 507317"/>
                <a:gd name="connsiteX632" fmla="*/ 96228 w 480995"/>
                <a:gd name="connsiteY632" fmla="*/ 208422 h 507317"/>
                <a:gd name="connsiteX633" fmla="*/ 93783 w 480995"/>
                <a:gd name="connsiteY633" fmla="*/ 208422 h 507317"/>
                <a:gd name="connsiteX634" fmla="*/ 93783 w 480995"/>
                <a:gd name="connsiteY634" fmla="*/ 211154 h 507317"/>
                <a:gd name="connsiteX635" fmla="*/ 96228 w 480995"/>
                <a:gd name="connsiteY635" fmla="*/ 211154 h 507317"/>
                <a:gd name="connsiteX636" fmla="*/ 96228 w 480995"/>
                <a:gd name="connsiteY636" fmla="*/ 216045 h 507317"/>
                <a:gd name="connsiteX637" fmla="*/ 93783 w 480995"/>
                <a:gd name="connsiteY637" fmla="*/ 216045 h 507317"/>
                <a:gd name="connsiteX638" fmla="*/ 93783 w 480995"/>
                <a:gd name="connsiteY638" fmla="*/ 238772 h 507317"/>
                <a:gd name="connsiteX639" fmla="*/ 91337 w 480995"/>
                <a:gd name="connsiteY639" fmla="*/ 238772 h 507317"/>
                <a:gd name="connsiteX640" fmla="*/ 91337 w 480995"/>
                <a:gd name="connsiteY640" fmla="*/ 228559 h 507317"/>
                <a:gd name="connsiteX641" fmla="*/ 88748 w 480995"/>
                <a:gd name="connsiteY641" fmla="*/ 228559 h 507317"/>
                <a:gd name="connsiteX642" fmla="*/ 88748 w 480995"/>
                <a:gd name="connsiteY642" fmla="*/ 226114 h 507317"/>
                <a:gd name="connsiteX643" fmla="*/ 91337 w 480995"/>
                <a:gd name="connsiteY643" fmla="*/ 226114 h 507317"/>
                <a:gd name="connsiteX644" fmla="*/ 88748 w 480995"/>
                <a:gd name="connsiteY644" fmla="*/ 223669 h 507317"/>
                <a:gd name="connsiteX645" fmla="*/ 88748 w 480995"/>
                <a:gd name="connsiteY645" fmla="*/ 221223 h 507317"/>
                <a:gd name="connsiteX646" fmla="*/ 81125 w 480995"/>
                <a:gd name="connsiteY646" fmla="*/ 221223 h 507317"/>
                <a:gd name="connsiteX647" fmla="*/ 78536 w 480995"/>
                <a:gd name="connsiteY647" fmla="*/ 223669 h 507317"/>
                <a:gd name="connsiteX648" fmla="*/ 78536 w 480995"/>
                <a:gd name="connsiteY648" fmla="*/ 221223 h 507317"/>
                <a:gd name="connsiteX649" fmla="*/ 81125 w 480995"/>
                <a:gd name="connsiteY649" fmla="*/ 221223 h 507317"/>
                <a:gd name="connsiteX650" fmla="*/ 81125 w 480995"/>
                <a:gd name="connsiteY650" fmla="*/ 215901 h 507317"/>
                <a:gd name="connsiteX651" fmla="*/ 83570 w 480995"/>
                <a:gd name="connsiteY651" fmla="*/ 215901 h 507317"/>
                <a:gd name="connsiteX652" fmla="*/ 83570 w 480995"/>
                <a:gd name="connsiteY652" fmla="*/ 218490 h 507317"/>
                <a:gd name="connsiteX653" fmla="*/ 86015 w 480995"/>
                <a:gd name="connsiteY653" fmla="*/ 218490 h 507317"/>
                <a:gd name="connsiteX654" fmla="*/ 86015 w 480995"/>
                <a:gd name="connsiteY654" fmla="*/ 213456 h 507317"/>
                <a:gd name="connsiteX655" fmla="*/ 83570 w 480995"/>
                <a:gd name="connsiteY655" fmla="*/ 213456 h 507317"/>
                <a:gd name="connsiteX656" fmla="*/ 83570 w 480995"/>
                <a:gd name="connsiteY656" fmla="*/ 198065 h 507317"/>
                <a:gd name="connsiteX657" fmla="*/ 81125 w 480995"/>
                <a:gd name="connsiteY657" fmla="*/ 198065 h 507317"/>
                <a:gd name="connsiteX658" fmla="*/ 81125 w 480995"/>
                <a:gd name="connsiteY658" fmla="*/ 195620 h 507317"/>
                <a:gd name="connsiteX659" fmla="*/ 78536 w 480995"/>
                <a:gd name="connsiteY659" fmla="*/ 198209 h 507317"/>
                <a:gd name="connsiteX660" fmla="*/ 78536 w 480995"/>
                <a:gd name="connsiteY660" fmla="*/ 193175 h 507317"/>
                <a:gd name="connsiteX661" fmla="*/ 75803 w 480995"/>
                <a:gd name="connsiteY661" fmla="*/ 193175 h 507317"/>
                <a:gd name="connsiteX662" fmla="*/ 75803 w 480995"/>
                <a:gd name="connsiteY662" fmla="*/ 188141 h 507317"/>
                <a:gd name="connsiteX663" fmla="*/ 78536 w 480995"/>
                <a:gd name="connsiteY663" fmla="*/ 188141 h 507317"/>
                <a:gd name="connsiteX664" fmla="*/ 78536 w 480995"/>
                <a:gd name="connsiteY664" fmla="*/ 177928 h 507317"/>
                <a:gd name="connsiteX665" fmla="*/ 81125 w 480995"/>
                <a:gd name="connsiteY665" fmla="*/ 177928 h 507317"/>
                <a:gd name="connsiteX666" fmla="*/ 81125 w 480995"/>
                <a:gd name="connsiteY666" fmla="*/ 175195 h 507317"/>
                <a:gd name="connsiteX667" fmla="*/ 78536 w 480995"/>
                <a:gd name="connsiteY667" fmla="*/ 175195 h 507317"/>
                <a:gd name="connsiteX668" fmla="*/ 78536 w 480995"/>
                <a:gd name="connsiteY668" fmla="*/ 172750 h 507317"/>
                <a:gd name="connsiteX669" fmla="*/ 81125 w 480995"/>
                <a:gd name="connsiteY669" fmla="*/ 172750 h 507317"/>
                <a:gd name="connsiteX670" fmla="*/ 81125 w 480995"/>
                <a:gd name="connsiteY670" fmla="*/ 149880 h 507317"/>
                <a:gd name="connsiteX671" fmla="*/ 78536 w 480995"/>
                <a:gd name="connsiteY671" fmla="*/ 149880 h 507317"/>
                <a:gd name="connsiteX672" fmla="*/ 78536 w 480995"/>
                <a:gd name="connsiteY672" fmla="*/ 147434 h 507317"/>
                <a:gd name="connsiteX673" fmla="*/ 75803 w 480995"/>
                <a:gd name="connsiteY673" fmla="*/ 149880 h 507317"/>
                <a:gd name="connsiteX674" fmla="*/ 73358 w 480995"/>
                <a:gd name="connsiteY674" fmla="*/ 149880 h 507317"/>
                <a:gd name="connsiteX675" fmla="*/ 73358 w 480995"/>
                <a:gd name="connsiteY675" fmla="*/ 144557 h 507317"/>
                <a:gd name="connsiteX676" fmla="*/ 75803 w 480995"/>
                <a:gd name="connsiteY676" fmla="*/ 144557 h 507317"/>
                <a:gd name="connsiteX677" fmla="*/ 78536 w 480995"/>
                <a:gd name="connsiteY677" fmla="*/ 147434 h 507317"/>
                <a:gd name="connsiteX678" fmla="*/ 81125 w 480995"/>
                <a:gd name="connsiteY678" fmla="*/ 147434 h 507317"/>
                <a:gd name="connsiteX679" fmla="*/ 81125 w 480995"/>
                <a:gd name="connsiteY679" fmla="*/ 131900 h 507317"/>
                <a:gd name="connsiteX680" fmla="*/ 83570 w 480995"/>
                <a:gd name="connsiteY680" fmla="*/ 131900 h 507317"/>
                <a:gd name="connsiteX681" fmla="*/ 83570 w 480995"/>
                <a:gd name="connsiteY681" fmla="*/ 129454 h 507317"/>
                <a:gd name="connsiteX682" fmla="*/ 81125 w 480995"/>
                <a:gd name="connsiteY682" fmla="*/ 129454 h 507317"/>
                <a:gd name="connsiteX683" fmla="*/ 81125 w 480995"/>
                <a:gd name="connsiteY683" fmla="*/ 127009 h 507317"/>
                <a:gd name="connsiteX684" fmla="*/ 83570 w 480995"/>
                <a:gd name="connsiteY684" fmla="*/ 127009 h 507317"/>
                <a:gd name="connsiteX685" fmla="*/ 83570 w 480995"/>
                <a:gd name="connsiteY685" fmla="*/ 119242 h 507317"/>
                <a:gd name="connsiteX686" fmla="*/ 78536 w 480995"/>
                <a:gd name="connsiteY686" fmla="*/ 119242 h 507317"/>
                <a:gd name="connsiteX687" fmla="*/ 78536 w 480995"/>
                <a:gd name="connsiteY687" fmla="*/ 116797 h 507317"/>
                <a:gd name="connsiteX688" fmla="*/ 83570 w 480995"/>
                <a:gd name="connsiteY688" fmla="*/ 116797 h 507317"/>
                <a:gd name="connsiteX689" fmla="*/ 83570 w 480995"/>
                <a:gd name="connsiteY689" fmla="*/ 114064 h 507317"/>
                <a:gd name="connsiteX690" fmla="*/ 86015 w 480995"/>
                <a:gd name="connsiteY690" fmla="*/ 111475 h 507317"/>
                <a:gd name="connsiteX691" fmla="*/ 86015 w 480995"/>
                <a:gd name="connsiteY691" fmla="*/ 106584 h 507317"/>
                <a:gd name="connsiteX692" fmla="*/ 78536 w 480995"/>
                <a:gd name="connsiteY692" fmla="*/ 106584 h 507317"/>
                <a:gd name="connsiteX693" fmla="*/ 78536 w 480995"/>
                <a:gd name="connsiteY693" fmla="*/ 101262 h 507317"/>
                <a:gd name="connsiteX694" fmla="*/ 83570 w 480995"/>
                <a:gd name="connsiteY694" fmla="*/ 101262 h 507317"/>
                <a:gd name="connsiteX695" fmla="*/ 83570 w 480995"/>
                <a:gd name="connsiteY695" fmla="*/ 98817 h 507317"/>
                <a:gd name="connsiteX696" fmla="*/ 86015 w 480995"/>
                <a:gd name="connsiteY696" fmla="*/ 96372 h 507317"/>
                <a:gd name="connsiteX697" fmla="*/ 86015 w 480995"/>
                <a:gd name="connsiteY697" fmla="*/ 78392 h 507317"/>
                <a:gd name="connsiteX698" fmla="*/ 91337 w 480995"/>
                <a:gd name="connsiteY698" fmla="*/ 78392 h 507317"/>
                <a:gd name="connsiteX699" fmla="*/ 91337 w 480995"/>
                <a:gd name="connsiteY699" fmla="*/ 75947 h 507317"/>
                <a:gd name="connsiteX700" fmla="*/ 88748 w 480995"/>
                <a:gd name="connsiteY700" fmla="*/ 75947 h 507317"/>
                <a:gd name="connsiteX701" fmla="*/ 86015 w 480995"/>
                <a:gd name="connsiteY701" fmla="*/ 73358 h 507317"/>
                <a:gd name="connsiteX702" fmla="*/ 88748 w 480995"/>
                <a:gd name="connsiteY702" fmla="*/ 73358 h 507317"/>
                <a:gd name="connsiteX703" fmla="*/ 91337 w 480995"/>
                <a:gd name="connsiteY703" fmla="*/ 75947 h 507317"/>
                <a:gd name="connsiteX704" fmla="*/ 91337 w 480995"/>
                <a:gd name="connsiteY704" fmla="*/ 73358 h 507317"/>
                <a:gd name="connsiteX705" fmla="*/ 88748 w 480995"/>
                <a:gd name="connsiteY705" fmla="*/ 70625 h 507317"/>
                <a:gd name="connsiteX706" fmla="*/ 86015 w 480995"/>
                <a:gd name="connsiteY706" fmla="*/ 70625 h 507317"/>
                <a:gd name="connsiteX707" fmla="*/ 86015 w 480995"/>
                <a:gd name="connsiteY707" fmla="*/ 60412 h 507317"/>
                <a:gd name="connsiteX708" fmla="*/ 88748 w 480995"/>
                <a:gd name="connsiteY708" fmla="*/ 60412 h 507317"/>
                <a:gd name="connsiteX709" fmla="*/ 88748 w 480995"/>
                <a:gd name="connsiteY709" fmla="*/ 55522 h 507317"/>
                <a:gd name="connsiteX710" fmla="*/ 86015 w 480995"/>
                <a:gd name="connsiteY710" fmla="*/ 53076 h 507317"/>
                <a:gd name="connsiteX711" fmla="*/ 88748 w 480995"/>
                <a:gd name="connsiteY711" fmla="*/ 50343 h 507317"/>
                <a:gd name="connsiteX712" fmla="*/ 83570 w 480995"/>
                <a:gd name="connsiteY712" fmla="*/ 50343 h 507317"/>
                <a:gd name="connsiteX713" fmla="*/ 83570 w 480995"/>
                <a:gd name="connsiteY713" fmla="*/ 47754 h 507317"/>
                <a:gd name="connsiteX714" fmla="*/ 86015 w 480995"/>
                <a:gd name="connsiteY714" fmla="*/ 47754 h 507317"/>
                <a:gd name="connsiteX715" fmla="*/ 86015 w 480995"/>
                <a:gd name="connsiteY715" fmla="*/ 45309 h 507317"/>
                <a:gd name="connsiteX716" fmla="*/ 81125 w 480995"/>
                <a:gd name="connsiteY716" fmla="*/ 45309 h 507317"/>
                <a:gd name="connsiteX717" fmla="*/ 81125 w 480995"/>
                <a:gd name="connsiteY717" fmla="*/ 42864 h 507317"/>
                <a:gd name="connsiteX718" fmla="*/ 78536 w 480995"/>
                <a:gd name="connsiteY718" fmla="*/ 42864 h 507317"/>
                <a:gd name="connsiteX719" fmla="*/ 78536 w 480995"/>
                <a:gd name="connsiteY719" fmla="*/ 45309 h 507317"/>
                <a:gd name="connsiteX720" fmla="*/ 73358 w 480995"/>
                <a:gd name="connsiteY720" fmla="*/ 45309 h 507317"/>
                <a:gd name="connsiteX721" fmla="*/ 73358 w 480995"/>
                <a:gd name="connsiteY721" fmla="*/ 50343 h 507317"/>
                <a:gd name="connsiteX722" fmla="*/ 68323 w 480995"/>
                <a:gd name="connsiteY722" fmla="*/ 50343 h 507317"/>
                <a:gd name="connsiteX723" fmla="*/ 68323 w 480995"/>
                <a:gd name="connsiteY723" fmla="*/ 53076 h 507317"/>
                <a:gd name="connsiteX724" fmla="*/ 70912 w 480995"/>
                <a:gd name="connsiteY724" fmla="*/ 53076 h 507317"/>
                <a:gd name="connsiteX725" fmla="*/ 70912 w 480995"/>
                <a:gd name="connsiteY725" fmla="*/ 55522 h 507317"/>
                <a:gd name="connsiteX726" fmla="*/ 73358 w 480995"/>
                <a:gd name="connsiteY726" fmla="*/ 53076 h 507317"/>
                <a:gd name="connsiteX727" fmla="*/ 73358 w 480995"/>
                <a:gd name="connsiteY727" fmla="*/ 55522 h 507317"/>
                <a:gd name="connsiteX728" fmla="*/ 65878 w 480995"/>
                <a:gd name="connsiteY728" fmla="*/ 55522 h 507317"/>
                <a:gd name="connsiteX729" fmla="*/ 65878 w 480995"/>
                <a:gd name="connsiteY729" fmla="*/ 53076 h 507317"/>
                <a:gd name="connsiteX730" fmla="*/ 60700 w 480995"/>
                <a:gd name="connsiteY730" fmla="*/ 53076 h 507317"/>
                <a:gd name="connsiteX731" fmla="*/ 63145 w 480995"/>
                <a:gd name="connsiteY731" fmla="*/ 50343 h 507317"/>
                <a:gd name="connsiteX732" fmla="*/ 63145 w 480995"/>
                <a:gd name="connsiteY732" fmla="*/ 45309 h 507317"/>
                <a:gd name="connsiteX733" fmla="*/ 60700 w 480995"/>
                <a:gd name="connsiteY733" fmla="*/ 45309 h 507317"/>
                <a:gd name="connsiteX734" fmla="*/ 60700 w 480995"/>
                <a:gd name="connsiteY734" fmla="*/ 42864 h 507317"/>
                <a:gd name="connsiteX735" fmla="*/ 58255 w 480995"/>
                <a:gd name="connsiteY735" fmla="*/ 42864 h 507317"/>
                <a:gd name="connsiteX736" fmla="*/ 58255 w 480995"/>
                <a:gd name="connsiteY736" fmla="*/ 45309 h 507317"/>
                <a:gd name="connsiteX737" fmla="*/ 52932 w 480995"/>
                <a:gd name="connsiteY737" fmla="*/ 45309 h 507317"/>
                <a:gd name="connsiteX738" fmla="*/ 52932 w 480995"/>
                <a:gd name="connsiteY738" fmla="*/ 42864 h 507317"/>
                <a:gd name="connsiteX739" fmla="*/ 55665 w 480995"/>
                <a:gd name="connsiteY739" fmla="*/ 40131 h 507317"/>
                <a:gd name="connsiteX740" fmla="*/ 52932 w 480995"/>
                <a:gd name="connsiteY740" fmla="*/ 40131 h 507317"/>
                <a:gd name="connsiteX741" fmla="*/ 52932 w 480995"/>
                <a:gd name="connsiteY741" fmla="*/ 37398 h 507317"/>
                <a:gd name="connsiteX742" fmla="*/ 55809 w 480995"/>
                <a:gd name="connsiteY742" fmla="*/ 37398 h 507317"/>
                <a:gd name="connsiteX743" fmla="*/ 55809 w 480995"/>
                <a:gd name="connsiteY743" fmla="*/ 34953 h 507317"/>
                <a:gd name="connsiteX744" fmla="*/ 58398 w 480995"/>
                <a:gd name="connsiteY744" fmla="*/ 34953 h 507317"/>
                <a:gd name="connsiteX745" fmla="*/ 58398 w 480995"/>
                <a:gd name="connsiteY745" fmla="*/ 37398 h 507317"/>
                <a:gd name="connsiteX746" fmla="*/ 63289 w 480995"/>
                <a:gd name="connsiteY746" fmla="*/ 37398 h 507317"/>
                <a:gd name="connsiteX747" fmla="*/ 63289 w 480995"/>
                <a:gd name="connsiteY747" fmla="*/ 34953 h 507317"/>
                <a:gd name="connsiteX748" fmla="*/ 68467 w 480995"/>
                <a:gd name="connsiteY748" fmla="*/ 34953 h 507317"/>
                <a:gd name="connsiteX749" fmla="*/ 68467 w 480995"/>
                <a:gd name="connsiteY749" fmla="*/ 32508 h 507317"/>
                <a:gd name="connsiteX750" fmla="*/ 71056 w 480995"/>
                <a:gd name="connsiteY750" fmla="*/ 32508 h 507317"/>
                <a:gd name="connsiteX751" fmla="*/ 71056 w 480995"/>
                <a:gd name="connsiteY751" fmla="*/ 29775 h 507317"/>
                <a:gd name="connsiteX752" fmla="*/ 75947 w 480995"/>
                <a:gd name="connsiteY752" fmla="*/ 29775 h 507317"/>
                <a:gd name="connsiteX753" fmla="*/ 75947 w 480995"/>
                <a:gd name="connsiteY753" fmla="*/ 32508 h 507317"/>
                <a:gd name="connsiteX754" fmla="*/ 78680 w 480995"/>
                <a:gd name="connsiteY754" fmla="*/ 32508 h 507317"/>
                <a:gd name="connsiteX755" fmla="*/ 78680 w 480995"/>
                <a:gd name="connsiteY755" fmla="*/ 29775 h 507317"/>
                <a:gd name="connsiteX756" fmla="*/ 86159 w 480995"/>
                <a:gd name="connsiteY756" fmla="*/ 29775 h 507317"/>
                <a:gd name="connsiteX757" fmla="*/ 86159 w 480995"/>
                <a:gd name="connsiteY757" fmla="*/ 23014 h 507317"/>
                <a:gd name="connsiteX758" fmla="*/ 83714 w 480995"/>
                <a:gd name="connsiteY758" fmla="*/ 23014 h 507317"/>
                <a:gd name="connsiteX759" fmla="*/ 83714 w 480995"/>
                <a:gd name="connsiteY759" fmla="*/ 20425 h 507317"/>
                <a:gd name="connsiteX760" fmla="*/ 86159 w 480995"/>
                <a:gd name="connsiteY760" fmla="*/ 20425 h 507317"/>
                <a:gd name="connsiteX761" fmla="*/ 88892 w 480995"/>
                <a:gd name="connsiteY761" fmla="*/ 23014 h 507317"/>
                <a:gd name="connsiteX762" fmla="*/ 88892 w 480995"/>
                <a:gd name="connsiteY762" fmla="*/ 12802 h 507317"/>
                <a:gd name="connsiteX763" fmla="*/ 86159 w 480995"/>
                <a:gd name="connsiteY763" fmla="*/ 12802 h 507317"/>
                <a:gd name="connsiteX764" fmla="*/ 86159 w 480995"/>
                <a:gd name="connsiteY764" fmla="*/ 10213 h 507317"/>
                <a:gd name="connsiteX765" fmla="*/ 83714 w 480995"/>
                <a:gd name="connsiteY765" fmla="*/ 10213 h 507317"/>
                <a:gd name="connsiteX766" fmla="*/ 83714 w 480995"/>
                <a:gd name="connsiteY766" fmla="*/ 7480 h 507317"/>
                <a:gd name="connsiteX767" fmla="*/ 86159 w 480995"/>
                <a:gd name="connsiteY767" fmla="*/ 7480 h 507317"/>
                <a:gd name="connsiteX768" fmla="*/ 86159 w 480995"/>
                <a:gd name="connsiteY768" fmla="*/ 5034 h 507317"/>
                <a:gd name="connsiteX769" fmla="*/ 83714 w 480995"/>
                <a:gd name="connsiteY769" fmla="*/ 5034 h 507317"/>
                <a:gd name="connsiteX770" fmla="*/ 83714 w 480995"/>
                <a:gd name="connsiteY770" fmla="*/ 2589 h 507317"/>
                <a:gd name="connsiteX771" fmla="*/ 81269 w 480995"/>
                <a:gd name="connsiteY771" fmla="*/ 2589 h 507317"/>
                <a:gd name="connsiteX772" fmla="*/ 81269 w 480995"/>
                <a:gd name="connsiteY772" fmla="*/ 0 h 507317"/>
                <a:gd name="connsiteX773" fmla="*/ 75947 w 480995"/>
                <a:gd name="connsiteY773" fmla="*/ 0 h 507317"/>
                <a:gd name="connsiteX774" fmla="*/ 73502 w 480995"/>
                <a:gd name="connsiteY774" fmla="*/ 2589 h 507317"/>
                <a:gd name="connsiteX775" fmla="*/ 71056 w 480995"/>
                <a:gd name="connsiteY775" fmla="*/ 2589 h 507317"/>
                <a:gd name="connsiteX776" fmla="*/ 73502 w 480995"/>
                <a:gd name="connsiteY776" fmla="*/ 5034 h 507317"/>
                <a:gd name="connsiteX777" fmla="*/ 71056 w 480995"/>
                <a:gd name="connsiteY777" fmla="*/ 5034 h 507317"/>
                <a:gd name="connsiteX778" fmla="*/ 68467 w 480995"/>
                <a:gd name="connsiteY778" fmla="*/ 2589 h 507317"/>
                <a:gd name="connsiteX779" fmla="*/ 68467 w 480995"/>
                <a:gd name="connsiteY779" fmla="*/ 5034 h 507317"/>
                <a:gd name="connsiteX780" fmla="*/ 66022 w 480995"/>
                <a:gd name="connsiteY780" fmla="*/ 5034 h 507317"/>
                <a:gd name="connsiteX781" fmla="*/ 66022 w 480995"/>
                <a:gd name="connsiteY781" fmla="*/ 7480 h 507317"/>
                <a:gd name="connsiteX782" fmla="*/ 63289 w 480995"/>
                <a:gd name="connsiteY782" fmla="*/ 7480 h 507317"/>
                <a:gd name="connsiteX783" fmla="*/ 63289 w 480995"/>
                <a:gd name="connsiteY783" fmla="*/ 10213 h 507317"/>
                <a:gd name="connsiteX784" fmla="*/ 68467 w 480995"/>
                <a:gd name="connsiteY784" fmla="*/ 10213 h 507317"/>
                <a:gd name="connsiteX785" fmla="*/ 68467 w 480995"/>
                <a:gd name="connsiteY785" fmla="*/ 12802 h 507317"/>
                <a:gd name="connsiteX786" fmla="*/ 71056 w 480995"/>
                <a:gd name="connsiteY786" fmla="*/ 12802 h 507317"/>
                <a:gd name="connsiteX787" fmla="*/ 71056 w 480995"/>
                <a:gd name="connsiteY787" fmla="*/ 15247 h 507317"/>
                <a:gd name="connsiteX788" fmla="*/ 66022 w 480995"/>
                <a:gd name="connsiteY788" fmla="*/ 15247 h 507317"/>
                <a:gd name="connsiteX789" fmla="*/ 66022 w 480995"/>
                <a:gd name="connsiteY789" fmla="*/ 17692 h 507317"/>
                <a:gd name="connsiteX790" fmla="*/ 60844 w 480995"/>
                <a:gd name="connsiteY790" fmla="*/ 17692 h 507317"/>
                <a:gd name="connsiteX791" fmla="*/ 60844 w 480995"/>
                <a:gd name="connsiteY791" fmla="*/ 20425 h 507317"/>
                <a:gd name="connsiteX792" fmla="*/ 58398 w 480995"/>
                <a:gd name="connsiteY792" fmla="*/ 20425 h 507317"/>
                <a:gd name="connsiteX793" fmla="*/ 58398 w 480995"/>
                <a:gd name="connsiteY793" fmla="*/ 15247 h 507317"/>
                <a:gd name="connsiteX794" fmla="*/ 55809 w 480995"/>
                <a:gd name="connsiteY794" fmla="*/ 15247 h 507317"/>
                <a:gd name="connsiteX795" fmla="*/ 55809 w 480995"/>
                <a:gd name="connsiteY795" fmla="*/ 7480 h 507317"/>
                <a:gd name="connsiteX796" fmla="*/ 53076 w 480995"/>
                <a:gd name="connsiteY796" fmla="*/ 10213 h 507317"/>
                <a:gd name="connsiteX797" fmla="*/ 53076 w 480995"/>
                <a:gd name="connsiteY797" fmla="*/ 7480 h 507317"/>
                <a:gd name="connsiteX798" fmla="*/ 50631 w 480995"/>
                <a:gd name="connsiteY798" fmla="*/ 10213 h 507317"/>
                <a:gd name="connsiteX799" fmla="*/ 50631 w 480995"/>
                <a:gd name="connsiteY799" fmla="*/ 12802 h 507317"/>
                <a:gd name="connsiteX800" fmla="*/ 48186 w 480995"/>
                <a:gd name="connsiteY800" fmla="*/ 12802 h 507317"/>
                <a:gd name="connsiteX801" fmla="*/ 48186 w 480995"/>
                <a:gd name="connsiteY801" fmla="*/ 17692 h 507317"/>
                <a:gd name="connsiteX802" fmla="*/ 45597 w 480995"/>
                <a:gd name="connsiteY802" fmla="*/ 17692 h 507317"/>
                <a:gd name="connsiteX803" fmla="*/ 45597 w 480995"/>
                <a:gd name="connsiteY803" fmla="*/ 23014 h 507317"/>
                <a:gd name="connsiteX804" fmla="*/ 42864 w 480995"/>
                <a:gd name="connsiteY804" fmla="*/ 23014 h 507317"/>
                <a:gd name="connsiteX805" fmla="*/ 42864 w 480995"/>
                <a:gd name="connsiteY805" fmla="*/ 25459 h 507317"/>
                <a:gd name="connsiteX806" fmla="*/ 40419 w 480995"/>
                <a:gd name="connsiteY806" fmla="*/ 25459 h 507317"/>
                <a:gd name="connsiteX807" fmla="*/ 40419 w 480995"/>
                <a:gd name="connsiteY807" fmla="*/ 27905 h 507317"/>
                <a:gd name="connsiteX808" fmla="*/ 37973 w 480995"/>
                <a:gd name="connsiteY808" fmla="*/ 27905 h 507317"/>
                <a:gd name="connsiteX809" fmla="*/ 37973 w 480995"/>
                <a:gd name="connsiteY809" fmla="*/ 33227 h 507317"/>
                <a:gd name="connsiteX810" fmla="*/ 35384 w 480995"/>
                <a:gd name="connsiteY810" fmla="*/ 33227 h 507317"/>
                <a:gd name="connsiteX811" fmla="*/ 35384 w 480995"/>
                <a:gd name="connsiteY811" fmla="*/ 37398 h 507317"/>
                <a:gd name="connsiteX812" fmla="*/ 32652 w 480995"/>
                <a:gd name="connsiteY812" fmla="*/ 37398 h 507317"/>
                <a:gd name="connsiteX813" fmla="*/ 32652 w 480995"/>
                <a:gd name="connsiteY813" fmla="*/ 39987 h 507317"/>
                <a:gd name="connsiteX814" fmla="*/ 30206 w 480995"/>
                <a:gd name="connsiteY814" fmla="*/ 39987 h 507317"/>
                <a:gd name="connsiteX815" fmla="*/ 30206 w 480995"/>
                <a:gd name="connsiteY815" fmla="*/ 45165 h 507317"/>
                <a:gd name="connsiteX816" fmla="*/ 25172 w 480995"/>
                <a:gd name="connsiteY816" fmla="*/ 45165 h 507317"/>
                <a:gd name="connsiteX817" fmla="*/ 25172 w 480995"/>
                <a:gd name="connsiteY817" fmla="*/ 50200 h 507317"/>
                <a:gd name="connsiteX818" fmla="*/ 22439 w 480995"/>
                <a:gd name="connsiteY818" fmla="*/ 50200 h 507317"/>
                <a:gd name="connsiteX819" fmla="*/ 22439 w 480995"/>
                <a:gd name="connsiteY819" fmla="*/ 52933 h 507317"/>
                <a:gd name="connsiteX820" fmla="*/ 19994 w 480995"/>
                <a:gd name="connsiteY820" fmla="*/ 52933 h 507317"/>
                <a:gd name="connsiteX821" fmla="*/ 19994 w 480995"/>
                <a:gd name="connsiteY821" fmla="*/ 57823 h 507317"/>
                <a:gd name="connsiteX822" fmla="*/ 17548 w 480995"/>
                <a:gd name="connsiteY822" fmla="*/ 57823 h 507317"/>
                <a:gd name="connsiteX823" fmla="*/ 17548 w 480995"/>
                <a:gd name="connsiteY823" fmla="*/ 70481 h 507317"/>
                <a:gd name="connsiteX824" fmla="*/ 14959 w 480995"/>
                <a:gd name="connsiteY824" fmla="*/ 70481 h 507317"/>
                <a:gd name="connsiteX825" fmla="*/ 14959 w 480995"/>
                <a:gd name="connsiteY825" fmla="*/ 73214 h 507317"/>
                <a:gd name="connsiteX826" fmla="*/ 19994 w 480995"/>
                <a:gd name="connsiteY826" fmla="*/ 73214 h 507317"/>
                <a:gd name="connsiteX827" fmla="*/ 19994 w 480995"/>
                <a:gd name="connsiteY827" fmla="*/ 75803 h 507317"/>
                <a:gd name="connsiteX828" fmla="*/ 17548 w 480995"/>
                <a:gd name="connsiteY828" fmla="*/ 75803 h 507317"/>
                <a:gd name="connsiteX829" fmla="*/ 17548 w 480995"/>
                <a:gd name="connsiteY829" fmla="*/ 78248 h 507317"/>
                <a:gd name="connsiteX830" fmla="*/ 19994 w 480995"/>
                <a:gd name="connsiteY830" fmla="*/ 80693 h 507317"/>
                <a:gd name="connsiteX831" fmla="*/ 19994 w 480995"/>
                <a:gd name="connsiteY831" fmla="*/ 86015 h 507317"/>
                <a:gd name="connsiteX832" fmla="*/ 17548 w 480995"/>
                <a:gd name="connsiteY832" fmla="*/ 86015 h 507317"/>
                <a:gd name="connsiteX833" fmla="*/ 17548 w 480995"/>
                <a:gd name="connsiteY833" fmla="*/ 93639 h 507317"/>
                <a:gd name="connsiteX834" fmla="*/ 14959 w 480995"/>
                <a:gd name="connsiteY834" fmla="*/ 96228 h 507317"/>
                <a:gd name="connsiteX835" fmla="*/ 19994 w 480995"/>
                <a:gd name="connsiteY835" fmla="*/ 96228 h 507317"/>
                <a:gd name="connsiteX836" fmla="*/ 19994 w 480995"/>
                <a:gd name="connsiteY836" fmla="*/ 101118 h 507317"/>
                <a:gd name="connsiteX837" fmla="*/ 17548 w 480995"/>
                <a:gd name="connsiteY837" fmla="*/ 101118 h 507317"/>
                <a:gd name="connsiteX838" fmla="*/ 17548 w 480995"/>
                <a:gd name="connsiteY838" fmla="*/ 103851 h 507317"/>
                <a:gd name="connsiteX839" fmla="*/ 14959 w 480995"/>
                <a:gd name="connsiteY839" fmla="*/ 103851 h 507317"/>
                <a:gd name="connsiteX840" fmla="*/ 14959 w 480995"/>
                <a:gd name="connsiteY840" fmla="*/ 101118 h 507317"/>
                <a:gd name="connsiteX841" fmla="*/ 7336 w 480995"/>
                <a:gd name="connsiteY841" fmla="*/ 101118 h 507317"/>
                <a:gd name="connsiteX842" fmla="*/ 7336 w 480995"/>
                <a:gd name="connsiteY842" fmla="*/ 103851 h 507317"/>
                <a:gd name="connsiteX843" fmla="*/ 12658 w 480995"/>
                <a:gd name="connsiteY843" fmla="*/ 103851 h 507317"/>
                <a:gd name="connsiteX844" fmla="*/ 12658 w 480995"/>
                <a:gd name="connsiteY844" fmla="*/ 106440 h 507317"/>
                <a:gd name="connsiteX845" fmla="*/ 17980 w 480995"/>
                <a:gd name="connsiteY845" fmla="*/ 106440 h 507317"/>
                <a:gd name="connsiteX846" fmla="*/ 17980 w 480995"/>
                <a:gd name="connsiteY846" fmla="*/ 109317 h 507317"/>
                <a:gd name="connsiteX847" fmla="*/ 20425 w 480995"/>
                <a:gd name="connsiteY847" fmla="*/ 109317 h 507317"/>
                <a:gd name="connsiteX848" fmla="*/ 20425 w 480995"/>
                <a:gd name="connsiteY848" fmla="*/ 111762 h 507317"/>
                <a:gd name="connsiteX849" fmla="*/ 22870 w 480995"/>
                <a:gd name="connsiteY849" fmla="*/ 111762 h 507317"/>
                <a:gd name="connsiteX850" fmla="*/ 20425 w 480995"/>
                <a:gd name="connsiteY850" fmla="*/ 114352 h 507317"/>
                <a:gd name="connsiteX851" fmla="*/ 20425 w 480995"/>
                <a:gd name="connsiteY851" fmla="*/ 127297 h 507317"/>
                <a:gd name="connsiteX852" fmla="*/ 17980 w 480995"/>
                <a:gd name="connsiteY852" fmla="*/ 127297 h 507317"/>
                <a:gd name="connsiteX853" fmla="*/ 17980 w 480995"/>
                <a:gd name="connsiteY853" fmla="*/ 129742 h 507317"/>
                <a:gd name="connsiteX854" fmla="*/ 15391 w 480995"/>
                <a:gd name="connsiteY854" fmla="*/ 129742 h 507317"/>
                <a:gd name="connsiteX855" fmla="*/ 15391 w 480995"/>
                <a:gd name="connsiteY855" fmla="*/ 132187 h 507317"/>
                <a:gd name="connsiteX856" fmla="*/ 12658 w 480995"/>
                <a:gd name="connsiteY856" fmla="*/ 132187 h 507317"/>
                <a:gd name="connsiteX857" fmla="*/ 12658 w 480995"/>
                <a:gd name="connsiteY857" fmla="*/ 137510 h 507317"/>
                <a:gd name="connsiteX858" fmla="*/ 10212 w 480995"/>
                <a:gd name="connsiteY858" fmla="*/ 137510 h 507317"/>
                <a:gd name="connsiteX859" fmla="*/ 10212 w 480995"/>
                <a:gd name="connsiteY859" fmla="*/ 139955 h 507317"/>
                <a:gd name="connsiteX860" fmla="*/ 7767 w 480995"/>
                <a:gd name="connsiteY860" fmla="*/ 139955 h 507317"/>
                <a:gd name="connsiteX861" fmla="*/ 7767 w 480995"/>
                <a:gd name="connsiteY861" fmla="*/ 144845 h 507317"/>
                <a:gd name="connsiteX862" fmla="*/ 15391 w 480995"/>
                <a:gd name="connsiteY862" fmla="*/ 144845 h 507317"/>
                <a:gd name="connsiteX863" fmla="*/ 15391 w 480995"/>
                <a:gd name="connsiteY863" fmla="*/ 150167 h 507317"/>
                <a:gd name="connsiteX864" fmla="*/ 12658 w 480995"/>
                <a:gd name="connsiteY864" fmla="*/ 150167 h 507317"/>
                <a:gd name="connsiteX865" fmla="*/ 10212 w 480995"/>
                <a:gd name="connsiteY865" fmla="*/ 152613 h 507317"/>
                <a:gd name="connsiteX866" fmla="*/ 10212 w 480995"/>
                <a:gd name="connsiteY866" fmla="*/ 157791 h 507317"/>
                <a:gd name="connsiteX867" fmla="*/ 12658 w 480995"/>
                <a:gd name="connsiteY867" fmla="*/ 157791 h 507317"/>
                <a:gd name="connsiteX868" fmla="*/ 12658 w 480995"/>
                <a:gd name="connsiteY868" fmla="*/ 162825 h 507317"/>
                <a:gd name="connsiteX869" fmla="*/ 10212 w 480995"/>
                <a:gd name="connsiteY869" fmla="*/ 162825 h 507317"/>
                <a:gd name="connsiteX870" fmla="*/ 10212 w 480995"/>
                <a:gd name="connsiteY870" fmla="*/ 180805 h 507317"/>
                <a:gd name="connsiteX871" fmla="*/ 12658 w 480995"/>
                <a:gd name="connsiteY871" fmla="*/ 180805 h 507317"/>
                <a:gd name="connsiteX872" fmla="*/ 12658 w 480995"/>
                <a:gd name="connsiteY872" fmla="*/ 198497 h 507317"/>
                <a:gd name="connsiteX873" fmla="*/ 15391 w 480995"/>
                <a:gd name="connsiteY873" fmla="*/ 198497 h 507317"/>
                <a:gd name="connsiteX874" fmla="*/ 15391 w 480995"/>
                <a:gd name="connsiteY874" fmla="*/ 228991 h 507317"/>
                <a:gd name="connsiteX875" fmla="*/ 17980 w 480995"/>
                <a:gd name="connsiteY875" fmla="*/ 228991 h 507317"/>
                <a:gd name="connsiteX876" fmla="*/ 15391 w 480995"/>
                <a:gd name="connsiteY876" fmla="*/ 231724 h 507317"/>
                <a:gd name="connsiteX877" fmla="*/ 15391 w 480995"/>
                <a:gd name="connsiteY877" fmla="*/ 236758 h 507317"/>
                <a:gd name="connsiteX878" fmla="*/ 22870 w 480995"/>
                <a:gd name="connsiteY878" fmla="*/ 236758 h 507317"/>
                <a:gd name="connsiteX879" fmla="*/ 22870 w 480995"/>
                <a:gd name="connsiteY879" fmla="*/ 238772 h 507317"/>
                <a:gd name="connsiteX880" fmla="*/ 25603 w 480995"/>
                <a:gd name="connsiteY880" fmla="*/ 238772 h 507317"/>
                <a:gd name="connsiteX881" fmla="*/ 25603 w 480995"/>
                <a:gd name="connsiteY881" fmla="*/ 241504 h 507317"/>
                <a:gd name="connsiteX882" fmla="*/ 20425 w 480995"/>
                <a:gd name="connsiteY882" fmla="*/ 241504 h 507317"/>
                <a:gd name="connsiteX883" fmla="*/ 20425 w 480995"/>
                <a:gd name="connsiteY883" fmla="*/ 238772 h 507317"/>
                <a:gd name="connsiteX884" fmla="*/ 15391 w 480995"/>
                <a:gd name="connsiteY884" fmla="*/ 238772 h 507317"/>
                <a:gd name="connsiteX885" fmla="*/ 15391 w 480995"/>
                <a:gd name="connsiteY885" fmla="*/ 264519 h 507317"/>
                <a:gd name="connsiteX886" fmla="*/ 17980 w 480995"/>
                <a:gd name="connsiteY886" fmla="*/ 264519 h 507317"/>
                <a:gd name="connsiteX887" fmla="*/ 17980 w 480995"/>
                <a:gd name="connsiteY887" fmla="*/ 267539 h 507317"/>
                <a:gd name="connsiteX888" fmla="*/ 20425 w 480995"/>
                <a:gd name="connsiteY888" fmla="*/ 267539 h 507317"/>
                <a:gd name="connsiteX889" fmla="*/ 22870 w 480995"/>
                <a:gd name="connsiteY889" fmla="*/ 269985 h 507317"/>
                <a:gd name="connsiteX890" fmla="*/ 22870 w 480995"/>
                <a:gd name="connsiteY890" fmla="*/ 275307 h 507317"/>
                <a:gd name="connsiteX891" fmla="*/ 20425 w 480995"/>
                <a:gd name="connsiteY891" fmla="*/ 272717 h 507317"/>
                <a:gd name="connsiteX892" fmla="*/ 20425 w 480995"/>
                <a:gd name="connsiteY892" fmla="*/ 275307 h 507317"/>
                <a:gd name="connsiteX893" fmla="*/ 17980 w 480995"/>
                <a:gd name="connsiteY893" fmla="*/ 275307 h 507317"/>
                <a:gd name="connsiteX894" fmla="*/ 17980 w 480995"/>
                <a:gd name="connsiteY894" fmla="*/ 280197 h 507317"/>
                <a:gd name="connsiteX895" fmla="*/ 15391 w 480995"/>
                <a:gd name="connsiteY895" fmla="*/ 280197 h 507317"/>
                <a:gd name="connsiteX896" fmla="*/ 15391 w 480995"/>
                <a:gd name="connsiteY896" fmla="*/ 287964 h 507317"/>
                <a:gd name="connsiteX897" fmla="*/ 12658 w 480995"/>
                <a:gd name="connsiteY897" fmla="*/ 287964 h 507317"/>
                <a:gd name="connsiteX898" fmla="*/ 12658 w 480995"/>
                <a:gd name="connsiteY898" fmla="*/ 300622 h 507317"/>
                <a:gd name="connsiteX899" fmla="*/ 15391 w 480995"/>
                <a:gd name="connsiteY899" fmla="*/ 303211 h 507317"/>
                <a:gd name="connsiteX900" fmla="*/ 15391 w 480995"/>
                <a:gd name="connsiteY900" fmla="*/ 305944 h 507317"/>
                <a:gd name="connsiteX901" fmla="*/ 12658 w 480995"/>
                <a:gd name="connsiteY901" fmla="*/ 305944 h 507317"/>
                <a:gd name="connsiteX902" fmla="*/ 15391 w 480995"/>
                <a:gd name="connsiteY902" fmla="*/ 308389 h 507317"/>
                <a:gd name="connsiteX903" fmla="*/ 15391 w 480995"/>
                <a:gd name="connsiteY903" fmla="*/ 310691 h 507317"/>
                <a:gd name="connsiteX904" fmla="*/ 20425 w 480995"/>
                <a:gd name="connsiteY904" fmla="*/ 310691 h 507317"/>
                <a:gd name="connsiteX905" fmla="*/ 20425 w 480995"/>
                <a:gd name="connsiteY905" fmla="*/ 313136 h 507317"/>
                <a:gd name="connsiteX906" fmla="*/ 22870 w 480995"/>
                <a:gd name="connsiteY906" fmla="*/ 313136 h 507317"/>
                <a:gd name="connsiteX907" fmla="*/ 22870 w 480995"/>
                <a:gd name="connsiteY907" fmla="*/ 310691 h 507317"/>
                <a:gd name="connsiteX908" fmla="*/ 33083 w 480995"/>
                <a:gd name="connsiteY908" fmla="*/ 310691 h 507317"/>
                <a:gd name="connsiteX909" fmla="*/ 35816 w 480995"/>
                <a:gd name="connsiteY909" fmla="*/ 308245 h 507317"/>
                <a:gd name="connsiteX910" fmla="*/ 35816 w 480995"/>
                <a:gd name="connsiteY910" fmla="*/ 305800 h 507317"/>
                <a:gd name="connsiteX911" fmla="*/ 38405 w 480995"/>
                <a:gd name="connsiteY911" fmla="*/ 305800 h 507317"/>
                <a:gd name="connsiteX912" fmla="*/ 38405 w 480995"/>
                <a:gd name="connsiteY912" fmla="*/ 310691 h 507317"/>
                <a:gd name="connsiteX913" fmla="*/ 40850 w 480995"/>
                <a:gd name="connsiteY913" fmla="*/ 310691 h 507317"/>
                <a:gd name="connsiteX914" fmla="*/ 40850 w 480995"/>
                <a:gd name="connsiteY914" fmla="*/ 313136 h 507317"/>
                <a:gd name="connsiteX915" fmla="*/ 38405 w 480995"/>
                <a:gd name="connsiteY915" fmla="*/ 313136 h 507317"/>
                <a:gd name="connsiteX916" fmla="*/ 40850 w 480995"/>
                <a:gd name="connsiteY916" fmla="*/ 316013 h 507317"/>
                <a:gd name="connsiteX917" fmla="*/ 43295 w 480995"/>
                <a:gd name="connsiteY917" fmla="*/ 313136 h 507317"/>
                <a:gd name="connsiteX918" fmla="*/ 43295 w 480995"/>
                <a:gd name="connsiteY918" fmla="*/ 316013 h 507317"/>
                <a:gd name="connsiteX919" fmla="*/ 38405 w 480995"/>
                <a:gd name="connsiteY919" fmla="*/ 316013 h 507317"/>
                <a:gd name="connsiteX920" fmla="*/ 38405 w 480995"/>
                <a:gd name="connsiteY920" fmla="*/ 318458 h 507317"/>
                <a:gd name="connsiteX921" fmla="*/ 35816 w 480995"/>
                <a:gd name="connsiteY921" fmla="*/ 318458 h 507317"/>
                <a:gd name="connsiteX922" fmla="*/ 35816 w 480995"/>
                <a:gd name="connsiteY922" fmla="*/ 320903 h 507317"/>
                <a:gd name="connsiteX923" fmla="*/ 30638 w 480995"/>
                <a:gd name="connsiteY923" fmla="*/ 320903 h 507317"/>
                <a:gd name="connsiteX924" fmla="*/ 30638 w 480995"/>
                <a:gd name="connsiteY924" fmla="*/ 325074 h 507317"/>
                <a:gd name="connsiteX925" fmla="*/ 33083 w 480995"/>
                <a:gd name="connsiteY925" fmla="*/ 325074 h 507317"/>
                <a:gd name="connsiteX926" fmla="*/ 33083 w 480995"/>
                <a:gd name="connsiteY926" fmla="*/ 327663 h 507317"/>
                <a:gd name="connsiteX927" fmla="*/ 35816 w 480995"/>
                <a:gd name="connsiteY927" fmla="*/ 327663 h 507317"/>
                <a:gd name="connsiteX928" fmla="*/ 35816 w 480995"/>
                <a:gd name="connsiteY928" fmla="*/ 330109 h 507317"/>
                <a:gd name="connsiteX929" fmla="*/ 48617 w 480995"/>
                <a:gd name="connsiteY929" fmla="*/ 330109 h 507317"/>
                <a:gd name="connsiteX930" fmla="*/ 48617 w 480995"/>
                <a:gd name="connsiteY930" fmla="*/ 327663 h 507317"/>
                <a:gd name="connsiteX931" fmla="*/ 53508 w 480995"/>
                <a:gd name="connsiteY931" fmla="*/ 327663 h 507317"/>
                <a:gd name="connsiteX932" fmla="*/ 53508 w 480995"/>
                <a:gd name="connsiteY932" fmla="*/ 330109 h 507317"/>
                <a:gd name="connsiteX933" fmla="*/ 51063 w 480995"/>
                <a:gd name="connsiteY933" fmla="*/ 330109 h 507317"/>
                <a:gd name="connsiteX934" fmla="*/ 51063 w 480995"/>
                <a:gd name="connsiteY934" fmla="*/ 332554 h 507317"/>
                <a:gd name="connsiteX935" fmla="*/ 35816 w 480995"/>
                <a:gd name="connsiteY935" fmla="*/ 332554 h 507317"/>
                <a:gd name="connsiteX936" fmla="*/ 35816 w 480995"/>
                <a:gd name="connsiteY936" fmla="*/ 330109 h 507317"/>
                <a:gd name="connsiteX937" fmla="*/ 33083 w 480995"/>
                <a:gd name="connsiteY937" fmla="*/ 330109 h 507317"/>
                <a:gd name="connsiteX938" fmla="*/ 33083 w 480995"/>
                <a:gd name="connsiteY938" fmla="*/ 327663 h 507317"/>
                <a:gd name="connsiteX939" fmla="*/ 28192 w 480995"/>
                <a:gd name="connsiteY939" fmla="*/ 327663 h 507317"/>
                <a:gd name="connsiteX940" fmla="*/ 28192 w 480995"/>
                <a:gd name="connsiteY940" fmla="*/ 330109 h 507317"/>
                <a:gd name="connsiteX941" fmla="*/ 22870 w 480995"/>
                <a:gd name="connsiteY941" fmla="*/ 330109 h 507317"/>
                <a:gd name="connsiteX942" fmla="*/ 22870 w 480995"/>
                <a:gd name="connsiteY942" fmla="*/ 332554 h 507317"/>
                <a:gd name="connsiteX943" fmla="*/ 20425 w 480995"/>
                <a:gd name="connsiteY943" fmla="*/ 332554 h 507317"/>
                <a:gd name="connsiteX944" fmla="*/ 20425 w 480995"/>
                <a:gd name="connsiteY944" fmla="*/ 335287 h 507317"/>
                <a:gd name="connsiteX945" fmla="*/ 17980 w 480995"/>
                <a:gd name="connsiteY945" fmla="*/ 335287 h 507317"/>
                <a:gd name="connsiteX946" fmla="*/ 17980 w 480995"/>
                <a:gd name="connsiteY946" fmla="*/ 327663 h 507317"/>
                <a:gd name="connsiteX947" fmla="*/ 15391 w 480995"/>
                <a:gd name="connsiteY947" fmla="*/ 327663 h 507317"/>
                <a:gd name="connsiteX948" fmla="*/ 15391 w 480995"/>
                <a:gd name="connsiteY948" fmla="*/ 325074 h 507317"/>
                <a:gd name="connsiteX949" fmla="*/ 12658 w 480995"/>
                <a:gd name="connsiteY949" fmla="*/ 325074 h 507317"/>
                <a:gd name="connsiteX950" fmla="*/ 12658 w 480995"/>
                <a:gd name="connsiteY950" fmla="*/ 348089 h 507317"/>
                <a:gd name="connsiteX951" fmla="*/ 15391 w 480995"/>
                <a:gd name="connsiteY951" fmla="*/ 350534 h 507317"/>
                <a:gd name="connsiteX952" fmla="*/ 15391 w 480995"/>
                <a:gd name="connsiteY952" fmla="*/ 370959 h 507317"/>
                <a:gd name="connsiteX953" fmla="*/ 12658 w 480995"/>
                <a:gd name="connsiteY953" fmla="*/ 373404 h 507317"/>
                <a:gd name="connsiteX954" fmla="*/ 15391 w 480995"/>
                <a:gd name="connsiteY954" fmla="*/ 373404 h 507317"/>
                <a:gd name="connsiteX955" fmla="*/ 15391 w 480995"/>
                <a:gd name="connsiteY955" fmla="*/ 378726 h 507317"/>
                <a:gd name="connsiteX956" fmla="*/ 12658 w 480995"/>
                <a:gd name="connsiteY956" fmla="*/ 381171 h 507317"/>
                <a:gd name="connsiteX957" fmla="*/ 15391 w 480995"/>
                <a:gd name="connsiteY957" fmla="*/ 381171 h 507317"/>
                <a:gd name="connsiteX958" fmla="*/ 15391 w 480995"/>
                <a:gd name="connsiteY958" fmla="*/ 383617 h 507317"/>
                <a:gd name="connsiteX959" fmla="*/ 17980 w 480995"/>
                <a:gd name="connsiteY959" fmla="*/ 383617 h 507317"/>
                <a:gd name="connsiteX960" fmla="*/ 17980 w 480995"/>
                <a:gd name="connsiteY960" fmla="*/ 393829 h 507317"/>
                <a:gd name="connsiteX961" fmla="*/ 25603 w 480995"/>
                <a:gd name="connsiteY961" fmla="*/ 393829 h 507317"/>
                <a:gd name="connsiteX962" fmla="*/ 25603 w 480995"/>
                <a:gd name="connsiteY962" fmla="*/ 391384 h 507317"/>
                <a:gd name="connsiteX963" fmla="*/ 33083 w 480995"/>
                <a:gd name="connsiteY963" fmla="*/ 391384 h 507317"/>
                <a:gd name="connsiteX964" fmla="*/ 33083 w 480995"/>
                <a:gd name="connsiteY964" fmla="*/ 393829 h 507317"/>
                <a:gd name="connsiteX965" fmla="*/ 35816 w 480995"/>
                <a:gd name="connsiteY965" fmla="*/ 393829 h 507317"/>
                <a:gd name="connsiteX966" fmla="*/ 35816 w 480995"/>
                <a:gd name="connsiteY966" fmla="*/ 391384 h 507317"/>
                <a:gd name="connsiteX967" fmla="*/ 40850 w 480995"/>
                <a:gd name="connsiteY967" fmla="*/ 391384 h 507317"/>
                <a:gd name="connsiteX968" fmla="*/ 40850 w 480995"/>
                <a:gd name="connsiteY968" fmla="*/ 388939 h 507317"/>
                <a:gd name="connsiteX969" fmla="*/ 43295 w 480995"/>
                <a:gd name="connsiteY969" fmla="*/ 388939 h 507317"/>
                <a:gd name="connsiteX970" fmla="*/ 43295 w 480995"/>
                <a:gd name="connsiteY970" fmla="*/ 386206 h 507317"/>
                <a:gd name="connsiteX971" fmla="*/ 46028 w 480995"/>
                <a:gd name="connsiteY971" fmla="*/ 386206 h 507317"/>
                <a:gd name="connsiteX972" fmla="*/ 43295 w 480995"/>
                <a:gd name="connsiteY972" fmla="*/ 388939 h 507317"/>
                <a:gd name="connsiteX973" fmla="*/ 40850 w 480995"/>
                <a:gd name="connsiteY973" fmla="*/ 391384 h 507317"/>
                <a:gd name="connsiteX974" fmla="*/ 40850 w 480995"/>
                <a:gd name="connsiteY974" fmla="*/ 399151 h 507317"/>
                <a:gd name="connsiteX975" fmla="*/ 38405 w 480995"/>
                <a:gd name="connsiteY975" fmla="*/ 399151 h 507317"/>
                <a:gd name="connsiteX976" fmla="*/ 38405 w 480995"/>
                <a:gd name="connsiteY976" fmla="*/ 401596 h 507317"/>
                <a:gd name="connsiteX977" fmla="*/ 35816 w 480995"/>
                <a:gd name="connsiteY977" fmla="*/ 401596 h 507317"/>
                <a:gd name="connsiteX978" fmla="*/ 35816 w 480995"/>
                <a:gd name="connsiteY978" fmla="*/ 404041 h 507317"/>
                <a:gd name="connsiteX979" fmla="*/ 33083 w 480995"/>
                <a:gd name="connsiteY979" fmla="*/ 404041 h 507317"/>
                <a:gd name="connsiteX980" fmla="*/ 33083 w 480995"/>
                <a:gd name="connsiteY980" fmla="*/ 401596 h 507317"/>
                <a:gd name="connsiteX981" fmla="*/ 30638 w 480995"/>
                <a:gd name="connsiteY981" fmla="*/ 404041 h 507317"/>
                <a:gd name="connsiteX982" fmla="*/ 30638 w 480995"/>
                <a:gd name="connsiteY982" fmla="*/ 409220 h 507317"/>
                <a:gd name="connsiteX983" fmla="*/ 28192 w 480995"/>
                <a:gd name="connsiteY983" fmla="*/ 409220 h 507317"/>
                <a:gd name="connsiteX984" fmla="*/ 28192 w 480995"/>
                <a:gd name="connsiteY984" fmla="*/ 414254 h 507317"/>
                <a:gd name="connsiteX985" fmla="*/ 30638 w 480995"/>
                <a:gd name="connsiteY985" fmla="*/ 414254 h 507317"/>
                <a:gd name="connsiteX986" fmla="*/ 30638 w 480995"/>
                <a:gd name="connsiteY986" fmla="*/ 416699 h 507317"/>
                <a:gd name="connsiteX987" fmla="*/ 28192 w 480995"/>
                <a:gd name="connsiteY987" fmla="*/ 416699 h 507317"/>
                <a:gd name="connsiteX988" fmla="*/ 28192 w 480995"/>
                <a:gd name="connsiteY988" fmla="*/ 425761 h 507317"/>
                <a:gd name="connsiteX989" fmla="*/ 25603 w 480995"/>
                <a:gd name="connsiteY989" fmla="*/ 425761 h 507317"/>
                <a:gd name="connsiteX990" fmla="*/ 25603 w 480995"/>
                <a:gd name="connsiteY990" fmla="*/ 430939 h 507317"/>
                <a:gd name="connsiteX991" fmla="*/ 22870 w 480995"/>
                <a:gd name="connsiteY991" fmla="*/ 430939 h 507317"/>
                <a:gd name="connsiteX992" fmla="*/ 22870 w 480995"/>
                <a:gd name="connsiteY992" fmla="*/ 435974 h 507317"/>
                <a:gd name="connsiteX993" fmla="*/ 20425 w 480995"/>
                <a:gd name="connsiteY993" fmla="*/ 438419 h 507317"/>
                <a:gd name="connsiteX994" fmla="*/ 20425 w 480995"/>
                <a:gd name="connsiteY994" fmla="*/ 446186 h 507317"/>
                <a:gd name="connsiteX995" fmla="*/ 17980 w 480995"/>
                <a:gd name="connsiteY995" fmla="*/ 446186 h 507317"/>
                <a:gd name="connsiteX996" fmla="*/ 17980 w 480995"/>
                <a:gd name="connsiteY996" fmla="*/ 448631 h 507317"/>
                <a:gd name="connsiteX997" fmla="*/ 15391 w 480995"/>
                <a:gd name="connsiteY997" fmla="*/ 448631 h 507317"/>
                <a:gd name="connsiteX998" fmla="*/ 15391 w 480995"/>
                <a:gd name="connsiteY998" fmla="*/ 451364 h 507317"/>
                <a:gd name="connsiteX999" fmla="*/ 12658 w 480995"/>
                <a:gd name="connsiteY999" fmla="*/ 451364 h 507317"/>
                <a:gd name="connsiteX1000" fmla="*/ 12658 w 480995"/>
                <a:gd name="connsiteY1000" fmla="*/ 456399 h 507317"/>
                <a:gd name="connsiteX1001" fmla="*/ 10212 w 480995"/>
                <a:gd name="connsiteY1001" fmla="*/ 456399 h 507317"/>
                <a:gd name="connsiteX1002" fmla="*/ 10212 w 480995"/>
                <a:gd name="connsiteY1002" fmla="*/ 461433 h 507317"/>
                <a:gd name="connsiteX1003" fmla="*/ 7767 w 480995"/>
                <a:gd name="connsiteY1003" fmla="*/ 464166 h 507317"/>
                <a:gd name="connsiteX1004" fmla="*/ 7767 w 480995"/>
                <a:gd name="connsiteY1004" fmla="*/ 468913 h 507317"/>
                <a:gd name="connsiteX1005" fmla="*/ 5178 w 480995"/>
                <a:gd name="connsiteY1005" fmla="*/ 468913 h 507317"/>
                <a:gd name="connsiteX1006" fmla="*/ 5178 w 480995"/>
                <a:gd name="connsiteY1006" fmla="*/ 476680 h 507317"/>
                <a:gd name="connsiteX1007" fmla="*/ 2445 w 480995"/>
                <a:gd name="connsiteY1007" fmla="*/ 476680 h 507317"/>
                <a:gd name="connsiteX1008" fmla="*/ 2445 w 480995"/>
                <a:gd name="connsiteY1008" fmla="*/ 479125 h 507317"/>
                <a:gd name="connsiteX1009" fmla="*/ 0 w 480995"/>
                <a:gd name="connsiteY1009" fmla="*/ 479125 h 507317"/>
                <a:gd name="connsiteX1010" fmla="*/ 0 w 480995"/>
                <a:gd name="connsiteY1010" fmla="*/ 481570 h 507317"/>
                <a:gd name="connsiteX1011" fmla="*/ 5178 w 480995"/>
                <a:gd name="connsiteY1011" fmla="*/ 481570 h 507317"/>
                <a:gd name="connsiteX1012" fmla="*/ 5178 w 480995"/>
                <a:gd name="connsiteY1012" fmla="*/ 486892 h 507317"/>
                <a:gd name="connsiteX1013" fmla="*/ 10212 w 480995"/>
                <a:gd name="connsiteY1013" fmla="*/ 486892 h 507317"/>
                <a:gd name="connsiteX1014" fmla="*/ 10212 w 480995"/>
                <a:gd name="connsiteY1014" fmla="*/ 489338 h 507317"/>
                <a:gd name="connsiteX1015" fmla="*/ 12658 w 480995"/>
                <a:gd name="connsiteY1015" fmla="*/ 491783 h 507317"/>
                <a:gd name="connsiteX1016" fmla="*/ 15391 w 480995"/>
                <a:gd name="connsiteY1016" fmla="*/ 491783 h 507317"/>
                <a:gd name="connsiteX1017" fmla="*/ 15391 w 480995"/>
                <a:gd name="connsiteY1017" fmla="*/ 497105 h 507317"/>
                <a:gd name="connsiteX1018" fmla="*/ 17980 w 480995"/>
                <a:gd name="connsiteY1018" fmla="*/ 499550 h 507317"/>
                <a:gd name="connsiteX1019" fmla="*/ 17980 w 480995"/>
                <a:gd name="connsiteY1019" fmla="*/ 501995 h 507317"/>
                <a:gd name="connsiteX1020" fmla="*/ 20425 w 480995"/>
                <a:gd name="connsiteY1020" fmla="*/ 501995 h 507317"/>
                <a:gd name="connsiteX1021" fmla="*/ 20425 w 480995"/>
                <a:gd name="connsiteY1021" fmla="*/ 504728 h 507317"/>
                <a:gd name="connsiteX1022" fmla="*/ 25603 w 480995"/>
                <a:gd name="connsiteY1022" fmla="*/ 504728 h 507317"/>
                <a:gd name="connsiteX1023" fmla="*/ 25603 w 480995"/>
                <a:gd name="connsiteY1023" fmla="*/ 507318 h 507317"/>
                <a:gd name="connsiteX1024" fmla="*/ 35816 w 480995"/>
                <a:gd name="connsiteY1024" fmla="*/ 507318 h 507317"/>
                <a:gd name="connsiteX1025" fmla="*/ 35816 w 480995"/>
                <a:gd name="connsiteY1025" fmla="*/ 501995 h 507317"/>
                <a:gd name="connsiteX1026" fmla="*/ 38405 w 480995"/>
                <a:gd name="connsiteY1026" fmla="*/ 501995 h 507317"/>
                <a:gd name="connsiteX1027" fmla="*/ 38405 w 480995"/>
                <a:gd name="connsiteY1027" fmla="*/ 504728 h 507317"/>
                <a:gd name="connsiteX1028" fmla="*/ 40850 w 480995"/>
                <a:gd name="connsiteY1028" fmla="*/ 504728 h 507317"/>
                <a:gd name="connsiteX1029" fmla="*/ 40850 w 480995"/>
                <a:gd name="connsiteY1029" fmla="*/ 501995 h 507317"/>
                <a:gd name="connsiteX1030" fmla="*/ 43295 w 480995"/>
                <a:gd name="connsiteY1030" fmla="*/ 501995 h 507317"/>
                <a:gd name="connsiteX1031" fmla="*/ 43295 w 480995"/>
                <a:gd name="connsiteY1031" fmla="*/ 499550 h 507317"/>
                <a:gd name="connsiteX1032" fmla="*/ 46028 w 480995"/>
                <a:gd name="connsiteY1032" fmla="*/ 499550 h 507317"/>
                <a:gd name="connsiteX1033" fmla="*/ 46028 w 480995"/>
                <a:gd name="connsiteY1033" fmla="*/ 494516 h 507317"/>
                <a:gd name="connsiteX1034" fmla="*/ 51063 w 480995"/>
                <a:gd name="connsiteY1034" fmla="*/ 494516 h 507317"/>
                <a:gd name="connsiteX1035" fmla="*/ 51063 w 480995"/>
                <a:gd name="connsiteY1035" fmla="*/ 491783 h 507317"/>
                <a:gd name="connsiteX1036" fmla="*/ 53508 w 480995"/>
                <a:gd name="connsiteY1036" fmla="*/ 491783 h 507317"/>
                <a:gd name="connsiteX1037" fmla="*/ 53508 w 480995"/>
                <a:gd name="connsiteY1037" fmla="*/ 494516 h 507317"/>
                <a:gd name="connsiteX1038" fmla="*/ 55809 w 480995"/>
                <a:gd name="connsiteY1038" fmla="*/ 494516 h 507317"/>
                <a:gd name="connsiteX1039" fmla="*/ 55809 w 480995"/>
                <a:gd name="connsiteY1039" fmla="*/ 491783 h 507317"/>
                <a:gd name="connsiteX1040" fmla="*/ 58398 w 480995"/>
                <a:gd name="connsiteY1040" fmla="*/ 491783 h 507317"/>
                <a:gd name="connsiteX1041" fmla="*/ 58398 w 480995"/>
                <a:gd name="connsiteY1041" fmla="*/ 489338 h 507317"/>
                <a:gd name="connsiteX1042" fmla="*/ 60844 w 480995"/>
                <a:gd name="connsiteY1042" fmla="*/ 489338 h 507317"/>
                <a:gd name="connsiteX1043" fmla="*/ 60844 w 480995"/>
                <a:gd name="connsiteY1043" fmla="*/ 486892 h 507317"/>
                <a:gd name="connsiteX1044" fmla="*/ 63289 w 480995"/>
                <a:gd name="connsiteY1044" fmla="*/ 486892 h 507317"/>
                <a:gd name="connsiteX1045" fmla="*/ 63289 w 480995"/>
                <a:gd name="connsiteY1045" fmla="*/ 481570 h 507317"/>
                <a:gd name="connsiteX1046" fmla="*/ 66022 w 480995"/>
                <a:gd name="connsiteY1046" fmla="*/ 481570 h 507317"/>
                <a:gd name="connsiteX1047" fmla="*/ 66022 w 480995"/>
                <a:gd name="connsiteY1047" fmla="*/ 484447 h 507317"/>
                <a:gd name="connsiteX1048" fmla="*/ 68467 w 480995"/>
                <a:gd name="connsiteY1048" fmla="*/ 484447 h 507317"/>
                <a:gd name="connsiteX1049" fmla="*/ 68467 w 480995"/>
                <a:gd name="connsiteY1049" fmla="*/ 481570 h 507317"/>
                <a:gd name="connsiteX1050" fmla="*/ 71056 w 480995"/>
                <a:gd name="connsiteY1050" fmla="*/ 481570 h 507317"/>
                <a:gd name="connsiteX1051" fmla="*/ 71056 w 480995"/>
                <a:gd name="connsiteY1051" fmla="*/ 479125 h 507317"/>
                <a:gd name="connsiteX1052" fmla="*/ 68467 w 480995"/>
                <a:gd name="connsiteY1052" fmla="*/ 479125 h 507317"/>
                <a:gd name="connsiteX1053" fmla="*/ 68467 w 480995"/>
                <a:gd name="connsiteY1053" fmla="*/ 476680 h 507317"/>
                <a:gd name="connsiteX1054" fmla="*/ 66022 w 480995"/>
                <a:gd name="connsiteY1054" fmla="*/ 476680 h 507317"/>
                <a:gd name="connsiteX1055" fmla="*/ 66022 w 480995"/>
                <a:gd name="connsiteY1055" fmla="*/ 471502 h 507317"/>
                <a:gd name="connsiteX1056" fmla="*/ 68467 w 480995"/>
                <a:gd name="connsiteY1056" fmla="*/ 471502 h 507317"/>
                <a:gd name="connsiteX1057" fmla="*/ 68467 w 480995"/>
                <a:gd name="connsiteY1057" fmla="*/ 476680 h 507317"/>
                <a:gd name="connsiteX1058" fmla="*/ 71056 w 480995"/>
                <a:gd name="connsiteY1058" fmla="*/ 476680 h 507317"/>
                <a:gd name="connsiteX1059" fmla="*/ 71056 w 480995"/>
                <a:gd name="connsiteY1059" fmla="*/ 479125 h 507317"/>
                <a:gd name="connsiteX1060" fmla="*/ 73502 w 480995"/>
                <a:gd name="connsiteY1060" fmla="*/ 479125 h 507317"/>
                <a:gd name="connsiteX1061" fmla="*/ 73502 w 480995"/>
                <a:gd name="connsiteY1061" fmla="*/ 476680 h 507317"/>
                <a:gd name="connsiteX1062" fmla="*/ 78680 w 480995"/>
                <a:gd name="connsiteY1062" fmla="*/ 476680 h 507317"/>
                <a:gd name="connsiteX1063" fmla="*/ 78680 w 480995"/>
                <a:gd name="connsiteY1063" fmla="*/ 464022 h 507317"/>
                <a:gd name="connsiteX1064" fmla="*/ 81269 w 480995"/>
                <a:gd name="connsiteY1064" fmla="*/ 464022 h 507317"/>
                <a:gd name="connsiteX1065" fmla="*/ 81269 w 480995"/>
                <a:gd name="connsiteY1065" fmla="*/ 461289 h 507317"/>
                <a:gd name="connsiteX1066" fmla="*/ 83714 w 480995"/>
                <a:gd name="connsiteY1066" fmla="*/ 461289 h 507317"/>
                <a:gd name="connsiteX1067" fmla="*/ 83714 w 480995"/>
                <a:gd name="connsiteY1067" fmla="*/ 464022 h 507317"/>
                <a:gd name="connsiteX1068" fmla="*/ 81269 w 480995"/>
                <a:gd name="connsiteY1068" fmla="*/ 464022 h 507317"/>
                <a:gd name="connsiteX1069" fmla="*/ 81269 w 480995"/>
                <a:gd name="connsiteY1069" fmla="*/ 474235 h 507317"/>
                <a:gd name="connsiteX1070" fmla="*/ 83714 w 480995"/>
                <a:gd name="connsiteY1070" fmla="*/ 474235 h 507317"/>
                <a:gd name="connsiteX1071" fmla="*/ 83714 w 480995"/>
                <a:gd name="connsiteY1071" fmla="*/ 468913 h 507317"/>
                <a:gd name="connsiteX1072" fmla="*/ 91481 w 480995"/>
                <a:gd name="connsiteY1072" fmla="*/ 468913 h 507317"/>
                <a:gd name="connsiteX1073" fmla="*/ 91481 w 480995"/>
                <a:gd name="connsiteY1073" fmla="*/ 466467 h 507317"/>
                <a:gd name="connsiteX1074" fmla="*/ 93926 w 480995"/>
                <a:gd name="connsiteY1074" fmla="*/ 466467 h 507317"/>
                <a:gd name="connsiteX1075" fmla="*/ 93926 w 480995"/>
                <a:gd name="connsiteY1075" fmla="*/ 461289 h 507317"/>
                <a:gd name="connsiteX1076" fmla="*/ 101694 w 480995"/>
                <a:gd name="connsiteY1076" fmla="*/ 461289 h 507317"/>
                <a:gd name="connsiteX1077" fmla="*/ 101694 w 480995"/>
                <a:gd name="connsiteY1077" fmla="*/ 458700 h 507317"/>
                <a:gd name="connsiteX1078" fmla="*/ 104139 w 480995"/>
                <a:gd name="connsiteY1078" fmla="*/ 458700 h 507317"/>
                <a:gd name="connsiteX1079" fmla="*/ 104139 w 480995"/>
                <a:gd name="connsiteY1079" fmla="*/ 461289 h 507317"/>
                <a:gd name="connsiteX1080" fmla="*/ 109317 w 480995"/>
                <a:gd name="connsiteY1080" fmla="*/ 461289 h 507317"/>
                <a:gd name="connsiteX1081" fmla="*/ 109317 w 480995"/>
                <a:gd name="connsiteY1081" fmla="*/ 453810 h 507317"/>
                <a:gd name="connsiteX1082" fmla="*/ 111906 w 480995"/>
                <a:gd name="connsiteY1082" fmla="*/ 456255 h 507317"/>
                <a:gd name="connsiteX1083" fmla="*/ 111906 w 480995"/>
                <a:gd name="connsiteY1083" fmla="*/ 461289 h 507317"/>
                <a:gd name="connsiteX1084" fmla="*/ 114352 w 480995"/>
                <a:gd name="connsiteY1084" fmla="*/ 461289 h 507317"/>
                <a:gd name="connsiteX1085" fmla="*/ 114352 w 480995"/>
                <a:gd name="connsiteY1085" fmla="*/ 458700 h 507317"/>
                <a:gd name="connsiteX1086" fmla="*/ 124564 w 480995"/>
                <a:gd name="connsiteY1086" fmla="*/ 458700 h 507317"/>
                <a:gd name="connsiteX1087" fmla="*/ 124564 w 480995"/>
                <a:gd name="connsiteY1087" fmla="*/ 456255 h 507317"/>
                <a:gd name="connsiteX1088" fmla="*/ 127728 w 480995"/>
                <a:gd name="connsiteY1088" fmla="*/ 456255 h 507317"/>
                <a:gd name="connsiteX1089" fmla="*/ 127728 w 480995"/>
                <a:gd name="connsiteY1089" fmla="*/ 451220 h 507317"/>
                <a:gd name="connsiteX1090" fmla="*/ 125283 w 480995"/>
                <a:gd name="connsiteY1090" fmla="*/ 451220 h 507317"/>
                <a:gd name="connsiteX1091" fmla="*/ 125283 w 480995"/>
                <a:gd name="connsiteY1091" fmla="*/ 448487 h 507317"/>
                <a:gd name="connsiteX1092" fmla="*/ 127728 w 480995"/>
                <a:gd name="connsiteY1092" fmla="*/ 448487 h 507317"/>
                <a:gd name="connsiteX1093" fmla="*/ 127728 w 480995"/>
                <a:gd name="connsiteY1093" fmla="*/ 451220 h 507317"/>
                <a:gd name="connsiteX1094" fmla="*/ 130461 w 480995"/>
                <a:gd name="connsiteY1094" fmla="*/ 451220 h 507317"/>
                <a:gd name="connsiteX1095" fmla="*/ 130461 w 480995"/>
                <a:gd name="connsiteY1095" fmla="*/ 461289 h 507317"/>
                <a:gd name="connsiteX1096" fmla="*/ 133050 w 480995"/>
                <a:gd name="connsiteY1096" fmla="*/ 461289 h 507317"/>
                <a:gd name="connsiteX1097" fmla="*/ 133050 w 480995"/>
                <a:gd name="connsiteY1097" fmla="*/ 456255 h 507317"/>
                <a:gd name="connsiteX1098" fmla="*/ 135496 w 480995"/>
                <a:gd name="connsiteY1098" fmla="*/ 456255 h 507317"/>
                <a:gd name="connsiteX1099" fmla="*/ 135496 w 480995"/>
                <a:gd name="connsiteY1099" fmla="*/ 448487 h 507317"/>
                <a:gd name="connsiteX1100" fmla="*/ 137941 w 480995"/>
                <a:gd name="connsiteY1100" fmla="*/ 448487 h 507317"/>
                <a:gd name="connsiteX1101" fmla="*/ 137941 w 480995"/>
                <a:gd name="connsiteY1101" fmla="*/ 451220 h 507317"/>
                <a:gd name="connsiteX1102" fmla="*/ 142112 w 480995"/>
                <a:gd name="connsiteY1102" fmla="*/ 451220 h 507317"/>
                <a:gd name="connsiteX1103" fmla="*/ 139523 w 480995"/>
                <a:gd name="connsiteY1103" fmla="*/ 448487 h 507317"/>
                <a:gd name="connsiteX1104" fmla="*/ 142112 w 480995"/>
                <a:gd name="connsiteY1104" fmla="*/ 448487 h 507317"/>
                <a:gd name="connsiteX1105" fmla="*/ 142112 w 480995"/>
                <a:gd name="connsiteY1105" fmla="*/ 451220 h 507317"/>
                <a:gd name="connsiteX1106" fmla="*/ 144558 w 480995"/>
                <a:gd name="connsiteY1106" fmla="*/ 451220 h 507317"/>
                <a:gd name="connsiteX1107" fmla="*/ 144558 w 480995"/>
                <a:gd name="connsiteY1107" fmla="*/ 446042 h 507317"/>
                <a:gd name="connsiteX1108" fmla="*/ 147003 w 480995"/>
                <a:gd name="connsiteY1108" fmla="*/ 446042 h 507317"/>
                <a:gd name="connsiteX1109" fmla="*/ 149448 w 480995"/>
                <a:gd name="connsiteY1109" fmla="*/ 443597 h 507317"/>
                <a:gd name="connsiteX1110" fmla="*/ 149448 w 480995"/>
                <a:gd name="connsiteY1110" fmla="*/ 438275 h 507317"/>
                <a:gd name="connsiteX1111" fmla="*/ 152181 w 480995"/>
                <a:gd name="connsiteY1111" fmla="*/ 441008 h 507317"/>
                <a:gd name="connsiteX1112" fmla="*/ 152181 w 480995"/>
                <a:gd name="connsiteY1112" fmla="*/ 448487 h 507317"/>
                <a:gd name="connsiteX1113" fmla="*/ 154770 w 480995"/>
                <a:gd name="connsiteY1113" fmla="*/ 448487 h 507317"/>
                <a:gd name="connsiteX1114" fmla="*/ 154770 w 480995"/>
                <a:gd name="connsiteY1114" fmla="*/ 446042 h 507317"/>
                <a:gd name="connsiteX1115" fmla="*/ 157215 w 480995"/>
                <a:gd name="connsiteY1115" fmla="*/ 446042 h 507317"/>
                <a:gd name="connsiteX1116" fmla="*/ 157215 w 480995"/>
                <a:gd name="connsiteY1116" fmla="*/ 443597 h 507317"/>
                <a:gd name="connsiteX1117" fmla="*/ 162393 w 480995"/>
                <a:gd name="connsiteY1117" fmla="*/ 443597 h 507317"/>
                <a:gd name="connsiteX1118" fmla="*/ 162393 w 480995"/>
                <a:gd name="connsiteY1118" fmla="*/ 438275 h 507317"/>
                <a:gd name="connsiteX1119" fmla="*/ 159661 w 480995"/>
                <a:gd name="connsiteY1119" fmla="*/ 438275 h 507317"/>
                <a:gd name="connsiteX1120" fmla="*/ 159661 w 480995"/>
                <a:gd name="connsiteY1120" fmla="*/ 435830 h 507317"/>
                <a:gd name="connsiteX1121" fmla="*/ 157215 w 480995"/>
                <a:gd name="connsiteY1121" fmla="*/ 433385 h 507317"/>
                <a:gd name="connsiteX1122" fmla="*/ 159661 w 480995"/>
                <a:gd name="connsiteY1122" fmla="*/ 433385 h 507317"/>
                <a:gd name="connsiteX1123" fmla="*/ 159661 w 480995"/>
                <a:gd name="connsiteY1123" fmla="*/ 435830 h 507317"/>
                <a:gd name="connsiteX1124" fmla="*/ 162393 w 480995"/>
                <a:gd name="connsiteY1124" fmla="*/ 435830 h 507317"/>
                <a:gd name="connsiteX1125" fmla="*/ 162393 w 480995"/>
                <a:gd name="connsiteY1125" fmla="*/ 438275 h 507317"/>
                <a:gd name="connsiteX1126" fmla="*/ 164982 w 480995"/>
                <a:gd name="connsiteY1126" fmla="*/ 438275 h 507317"/>
                <a:gd name="connsiteX1127" fmla="*/ 164982 w 480995"/>
                <a:gd name="connsiteY1127" fmla="*/ 443597 h 507317"/>
                <a:gd name="connsiteX1128" fmla="*/ 167428 w 480995"/>
                <a:gd name="connsiteY1128" fmla="*/ 443597 h 507317"/>
                <a:gd name="connsiteX1129" fmla="*/ 167428 w 480995"/>
                <a:gd name="connsiteY1129" fmla="*/ 435830 h 507317"/>
                <a:gd name="connsiteX1130" fmla="*/ 164982 w 480995"/>
                <a:gd name="connsiteY1130" fmla="*/ 433385 h 507317"/>
                <a:gd name="connsiteX1131" fmla="*/ 167428 w 480995"/>
                <a:gd name="connsiteY1131" fmla="*/ 433385 h 507317"/>
                <a:gd name="connsiteX1132" fmla="*/ 169873 w 480995"/>
                <a:gd name="connsiteY1132" fmla="*/ 430796 h 507317"/>
                <a:gd name="connsiteX1133" fmla="*/ 169873 w 480995"/>
                <a:gd name="connsiteY1133" fmla="*/ 435830 h 507317"/>
                <a:gd name="connsiteX1134" fmla="*/ 172606 w 480995"/>
                <a:gd name="connsiteY1134" fmla="*/ 435830 h 507317"/>
                <a:gd name="connsiteX1135" fmla="*/ 172606 w 480995"/>
                <a:gd name="connsiteY1135" fmla="*/ 438275 h 507317"/>
                <a:gd name="connsiteX1136" fmla="*/ 182818 w 480995"/>
                <a:gd name="connsiteY1136" fmla="*/ 438275 h 507317"/>
                <a:gd name="connsiteX1137" fmla="*/ 182818 w 480995"/>
                <a:gd name="connsiteY1137" fmla="*/ 435830 h 507317"/>
                <a:gd name="connsiteX1138" fmla="*/ 185264 w 480995"/>
                <a:gd name="connsiteY1138" fmla="*/ 435830 h 507317"/>
                <a:gd name="connsiteX1139" fmla="*/ 185264 w 480995"/>
                <a:gd name="connsiteY1139" fmla="*/ 433385 h 507317"/>
                <a:gd name="connsiteX1140" fmla="*/ 182675 w 480995"/>
                <a:gd name="connsiteY1140" fmla="*/ 433385 h 507317"/>
                <a:gd name="connsiteX1141" fmla="*/ 182675 w 480995"/>
                <a:gd name="connsiteY1141" fmla="*/ 430796 h 507317"/>
                <a:gd name="connsiteX1142" fmla="*/ 185264 w 480995"/>
                <a:gd name="connsiteY1142" fmla="*/ 430796 h 507317"/>
                <a:gd name="connsiteX1143" fmla="*/ 185264 w 480995"/>
                <a:gd name="connsiteY1143" fmla="*/ 433385 h 507317"/>
                <a:gd name="connsiteX1144" fmla="*/ 187709 w 480995"/>
                <a:gd name="connsiteY1144" fmla="*/ 433385 h 507317"/>
                <a:gd name="connsiteX1145" fmla="*/ 187709 w 480995"/>
                <a:gd name="connsiteY1145" fmla="*/ 430796 h 507317"/>
                <a:gd name="connsiteX1146" fmla="*/ 190154 w 480995"/>
                <a:gd name="connsiteY1146" fmla="*/ 430796 h 507317"/>
                <a:gd name="connsiteX1147" fmla="*/ 190154 w 480995"/>
                <a:gd name="connsiteY1147" fmla="*/ 435830 h 507317"/>
                <a:gd name="connsiteX1148" fmla="*/ 192887 w 480995"/>
                <a:gd name="connsiteY1148" fmla="*/ 435830 h 507317"/>
                <a:gd name="connsiteX1149" fmla="*/ 192887 w 480995"/>
                <a:gd name="connsiteY1149" fmla="*/ 433385 h 507317"/>
                <a:gd name="connsiteX1150" fmla="*/ 195476 w 480995"/>
                <a:gd name="connsiteY1150" fmla="*/ 430796 h 507317"/>
                <a:gd name="connsiteX1151" fmla="*/ 195476 w 480995"/>
                <a:gd name="connsiteY1151" fmla="*/ 428063 h 507317"/>
                <a:gd name="connsiteX1152" fmla="*/ 197922 w 480995"/>
                <a:gd name="connsiteY1152" fmla="*/ 428063 h 507317"/>
                <a:gd name="connsiteX1153" fmla="*/ 197922 w 480995"/>
                <a:gd name="connsiteY1153" fmla="*/ 425761 h 507317"/>
                <a:gd name="connsiteX1154" fmla="*/ 192887 w 480995"/>
                <a:gd name="connsiteY1154" fmla="*/ 425761 h 507317"/>
                <a:gd name="connsiteX1155" fmla="*/ 192887 w 480995"/>
                <a:gd name="connsiteY1155" fmla="*/ 428207 h 507317"/>
                <a:gd name="connsiteX1156" fmla="*/ 190154 w 480995"/>
                <a:gd name="connsiteY1156" fmla="*/ 428207 h 507317"/>
                <a:gd name="connsiteX1157" fmla="*/ 190154 w 480995"/>
                <a:gd name="connsiteY1157" fmla="*/ 425761 h 507317"/>
                <a:gd name="connsiteX1158" fmla="*/ 192887 w 480995"/>
                <a:gd name="connsiteY1158" fmla="*/ 425761 h 507317"/>
                <a:gd name="connsiteX1159" fmla="*/ 192887 w 480995"/>
                <a:gd name="connsiteY1159" fmla="*/ 423316 h 507317"/>
                <a:gd name="connsiteX1160" fmla="*/ 190154 w 480995"/>
                <a:gd name="connsiteY1160" fmla="*/ 423316 h 507317"/>
                <a:gd name="connsiteX1161" fmla="*/ 190154 w 480995"/>
                <a:gd name="connsiteY1161" fmla="*/ 420727 h 507317"/>
                <a:gd name="connsiteX1162" fmla="*/ 192887 w 480995"/>
                <a:gd name="connsiteY1162" fmla="*/ 420727 h 507317"/>
                <a:gd name="connsiteX1163" fmla="*/ 192887 w 480995"/>
                <a:gd name="connsiteY1163" fmla="*/ 423316 h 507317"/>
                <a:gd name="connsiteX1164" fmla="*/ 197922 w 480995"/>
                <a:gd name="connsiteY1164" fmla="*/ 423316 h 507317"/>
                <a:gd name="connsiteX1165" fmla="*/ 197922 w 480995"/>
                <a:gd name="connsiteY1165" fmla="*/ 420727 h 507317"/>
                <a:gd name="connsiteX1166" fmla="*/ 195476 w 480995"/>
                <a:gd name="connsiteY1166" fmla="*/ 417994 h 507317"/>
                <a:gd name="connsiteX1167" fmla="*/ 197922 w 480995"/>
                <a:gd name="connsiteY1167" fmla="*/ 417994 h 507317"/>
                <a:gd name="connsiteX1168" fmla="*/ 197922 w 480995"/>
                <a:gd name="connsiteY1168" fmla="*/ 420727 h 507317"/>
                <a:gd name="connsiteX1169" fmla="*/ 205689 w 480995"/>
                <a:gd name="connsiteY1169" fmla="*/ 420727 h 507317"/>
                <a:gd name="connsiteX1170" fmla="*/ 205689 w 480995"/>
                <a:gd name="connsiteY1170" fmla="*/ 417994 h 507317"/>
                <a:gd name="connsiteX1171" fmla="*/ 203099 w 480995"/>
                <a:gd name="connsiteY1171" fmla="*/ 417994 h 507317"/>
                <a:gd name="connsiteX1172" fmla="*/ 203099 w 480995"/>
                <a:gd name="connsiteY1172" fmla="*/ 415549 h 507317"/>
                <a:gd name="connsiteX1173" fmla="*/ 205689 w 480995"/>
                <a:gd name="connsiteY1173" fmla="*/ 415549 h 507317"/>
                <a:gd name="connsiteX1174" fmla="*/ 205689 w 480995"/>
                <a:gd name="connsiteY1174" fmla="*/ 417994 h 507317"/>
                <a:gd name="connsiteX1175" fmla="*/ 214031 w 480995"/>
                <a:gd name="connsiteY1175" fmla="*/ 417994 h 507317"/>
                <a:gd name="connsiteX1176" fmla="*/ 214031 w 480995"/>
                <a:gd name="connsiteY1176" fmla="*/ 415549 h 507317"/>
                <a:gd name="connsiteX1177" fmla="*/ 216620 w 480995"/>
                <a:gd name="connsiteY1177" fmla="*/ 415549 h 507317"/>
                <a:gd name="connsiteX1178" fmla="*/ 216620 w 480995"/>
                <a:gd name="connsiteY1178" fmla="*/ 405336 h 507317"/>
                <a:gd name="connsiteX1179" fmla="*/ 214031 w 480995"/>
                <a:gd name="connsiteY1179" fmla="*/ 405336 h 507317"/>
                <a:gd name="connsiteX1180" fmla="*/ 214031 w 480995"/>
                <a:gd name="connsiteY1180" fmla="*/ 402891 h 507317"/>
                <a:gd name="connsiteX1181" fmla="*/ 211298 w 480995"/>
                <a:gd name="connsiteY1181" fmla="*/ 400446 h 507317"/>
                <a:gd name="connsiteX1182" fmla="*/ 211298 w 480995"/>
                <a:gd name="connsiteY1182" fmla="*/ 396994 h 507317"/>
                <a:gd name="connsiteX1183" fmla="*/ 214031 w 480995"/>
                <a:gd name="connsiteY1183" fmla="*/ 396994 h 507317"/>
                <a:gd name="connsiteX1184" fmla="*/ 214031 w 480995"/>
                <a:gd name="connsiteY1184" fmla="*/ 402315 h 507317"/>
                <a:gd name="connsiteX1185" fmla="*/ 216620 w 480995"/>
                <a:gd name="connsiteY1185" fmla="*/ 402315 h 507317"/>
                <a:gd name="connsiteX1186" fmla="*/ 216620 w 480995"/>
                <a:gd name="connsiteY1186" fmla="*/ 404761 h 507317"/>
                <a:gd name="connsiteX1187" fmla="*/ 219066 w 480995"/>
                <a:gd name="connsiteY1187" fmla="*/ 407206 h 507317"/>
                <a:gd name="connsiteX1188" fmla="*/ 219066 w 480995"/>
                <a:gd name="connsiteY1188" fmla="*/ 409939 h 507317"/>
                <a:gd name="connsiteX1189" fmla="*/ 221511 w 480995"/>
                <a:gd name="connsiteY1189" fmla="*/ 409939 h 507317"/>
                <a:gd name="connsiteX1190" fmla="*/ 223956 w 480995"/>
                <a:gd name="connsiteY1190" fmla="*/ 407206 h 507317"/>
                <a:gd name="connsiteX1191" fmla="*/ 226833 w 480995"/>
                <a:gd name="connsiteY1191" fmla="*/ 407206 h 507317"/>
                <a:gd name="connsiteX1192" fmla="*/ 226833 w 480995"/>
                <a:gd name="connsiteY1192" fmla="*/ 396994 h 507317"/>
                <a:gd name="connsiteX1193" fmla="*/ 223956 w 480995"/>
                <a:gd name="connsiteY1193" fmla="*/ 396994 h 507317"/>
                <a:gd name="connsiteX1194" fmla="*/ 223956 w 480995"/>
                <a:gd name="connsiteY1194" fmla="*/ 392103 h 507317"/>
                <a:gd name="connsiteX1195" fmla="*/ 221511 w 480995"/>
                <a:gd name="connsiteY1195" fmla="*/ 389658 h 507317"/>
                <a:gd name="connsiteX1196" fmla="*/ 223956 w 480995"/>
                <a:gd name="connsiteY1196" fmla="*/ 389658 h 507317"/>
                <a:gd name="connsiteX1197" fmla="*/ 223956 w 480995"/>
                <a:gd name="connsiteY1197" fmla="*/ 392103 h 507317"/>
                <a:gd name="connsiteX1198" fmla="*/ 226833 w 480995"/>
                <a:gd name="connsiteY1198" fmla="*/ 392103 h 507317"/>
                <a:gd name="connsiteX1199" fmla="*/ 226833 w 480995"/>
                <a:gd name="connsiteY1199" fmla="*/ 386925 h 507317"/>
                <a:gd name="connsiteX1200" fmla="*/ 229278 w 480995"/>
                <a:gd name="connsiteY1200" fmla="*/ 386925 h 507317"/>
                <a:gd name="connsiteX1201" fmla="*/ 229278 w 480995"/>
                <a:gd name="connsiteY1201" fmla="*/ 396994 h 507317"/>
                <a:gd name="connsiteX1202" fmla="*/ 231724 w 480995"/>
                <a:gd name="connsiteY1202" fmla="*/ 396994 h 507317"/>
                <a:gd name="connsiteX1203" fmla="*/ 231724 w 480995"/>
                <a:gd name="connsiteY1203" fmla="*/ 392103 h 507317"/>
                <a:gd name="connsiteX1204" fmla="*/ 234169 w 480995"/>
                <a:gd name="connsiteY1204" fmla="*/ 389658 h 507317"/>
                <a:gd name="connsiteX1205" fmla="*/ 231724 w 480995"/>
                <a:gd name="connsiteY1205" fmla="*/ 389658 h 507317"/>
                <a:gd name="connsiteX1206" fmla="*/ 231724 w 480995"/>
                <a:gd name="connsiteY1206" fmla="*/ 386925 h 507317"/>
                <a:gd name="connsiteX1207" fmla="*/ 234169 w 480995"/>
                <a:gd name="connsiteY1207" fmla="*/ 386925 h 507317"/>
                <a:gd name="connsiteX1208" fmla="*/ 234169 w 480995"/>
                <a:gd name="connsiteY1208" fmla="*/ 384336 h 507317"/>
                <a:gd name="connsiteX1209" fmla="*/ 239491 w 480995"/>
                <a:gd name="connsiteY1209" fmla="*/ 384336 h 507317"/>
                <a:gd name="connsiteX1210" fmla="*/ 239491 w 480995"/>
                <a:gd name="connsiteY1210" fmla="*/ 381891 h 507317"/>
                <a:gd name="connsiteX1211" fmla="*/ 236902 w 480995"/>
                <a:gd name="connsiteY1211" fmla="*/ 381891 h 507317"/>
                <a:gd name="connsiteX1212" fmla="*/ 236902 w 480995"/>
                <a:gd name="connsiteY1212" fmla="*/ 379445 h 507317"/>
                <a:gd name="connsiteX1213" fmla="*/ 239491 w 480995"/>
                <a:gd name="connsiteY1213" fmla="*/ 379445 h 507317"/>
                <a:gd name="connsiteX1214" fmla="*/ 239491 w 480995"/>
                <a:gd name="connsiteY1214" fmla="*/ 381891 h 507317"/>
                <a:gd name="connsiteX1215" fmla="*/ 241936 w 480995"/>
                <a:gd name="connsiteY1215" fmla="*/ 379445 h 507317"/>
                <a:gd name="connsiteX1216" fmla="*/ 244381 w 480995"/>
                <a:gd name="connsiteY1216" fmla="*/ 379445 h 507317"/>
                <a:gd name="connsiteX1217" fmla="*/ 244381 w 480995"/>
                <a:gd name="connsiteY1217" fmla="*/ 376712 h 507317"/>
                <a:gd name="connsiteX1218" fmla="*/ 247114 w 480995"/>
                <a:gd name="connsiteY1218" fmla="*/ 376712 h 507317"/>
                <a:gd name="connsiteX1219" fmla="*/ 244381 w 480995"/>
                <a:gd name="connsiteY1219" fmla="*/ 379445 h 507317"/>
                <a:gd name="connsiteX1220" fmla="*/ 244381 w 480995"/>
                <a:gd name="connsiteY1220" fmla="*/ 389658 h 507317"/>
                <a:gd name="connsiteX1221" fmla="*/ 241936 w 480995"/>
                <a:gd name="connsiteY1221" fmla="*/ 389658 h 507317"/>
                <a:gd name="connsiteX1222" fmla="*/ 241936 w 480995"/>
                <a:gd name="connsiteY1222" fmla="*/ 392103 h 507317"/>
                <a:gd name="connsiteX1223" fmla="*/ 239491 w 480995"/>
                <a:gd name="connsiteY1223" fmla="*/ 392103 h 507317"/>
                <a:gd name="connsiteX1224" fmla="*/ 239491 w 480995"/>
                <a:gd name="connsiteY1224" fmla="*/ 394548 h 507317"/>
                <a:gd name="connsiteX1225" fmla="*/ 236902 w 480995"/>
                <a:gd name="connsiteY1225" fmla="*/ 394548 h 507317"/>
                <a:gd name="connsiteX1226" fmla="*/ 236902 w 480995"/>
                <a:gd name="connsiteY1226" fmla="*/ 396994 h 507317"/>
                <a:gd name="connsiteX1227" fmla="*/ 234169 w 480995"/>
                <a:gd name="connsiteY1227" fmla="*/ 396994 h 507317"/>
                <a:gd name="connsiteX1228" fmla="*/ 234169 w 480995"/>
                <a:gd name="connsiteY1228" fmla="*/ 399870 h 507317"/>
                <a:gd name="connsiteX1229" fmla="*/ 231724 w 480995"/>
                <a:gd name="connsiteY1229" fmla="*/ 399870 h 507317"/>
                <a:gd name="connsiteX1230" fmla="*/ 231724 w 480995"/>
                <a:gd name="connsiteY1230" fmla="*/ 404761 h 507317"/>
                <a:gd name="connsiteX1231" fmla="*/ 234169 w 480995"/>
                <a:gd name="connsiteY1231" fmla="*/ 404761 h 507317"/>
                <a:gd name="connsiteX1232" fmla="*/ 234169 w 480995"/>
                <a:gd name="connsiteY1232" fmla="*/ 402315 h 507317"/>
                <a:gd name="connsiteX1233" fmla="*/ 236902 w 480995"/>
                <a:gd name="connsiteY1233" fmla="*/ 402315 h 507317"/>
                <a:gd name="connsiteX1234" fmla="*/ 236902 w 480995"/>
                <a:gd name="connsiteY1234" fmla="*/ 404761 h 507317"/>
                <a:gd name="connsiteX1235" fmla="*/ 239491 w 480995"/>
                <a:gd name="connsiteY1235" fmla="*/ 402315 h 507317"/>
                <a:gd name="connsiteX1236" fmla="*/ 244381 w 480995"/>
                <a:gd name="connsiteY1236" fmla="*/ 402315 h 507317"/>
                <a:gd name="connsiteX1237" fmla="*/ 244381 w 480995"/>
                <a:gd name="connsiteY1237" fmla="*/ 399870 h 507317"/>
                <a:gd name="connsiteX1238" fmla="*/ 247114 w 480995"/>
                <a:gd name="connsiteY1238" fmla="*/ 399870 h 507317"/>
                <a:gd name="connsiteX1239" fmla="*/ 247114 w 480995"/>
                <a:gd name="connsiteY1239" fmla="*/ 396994 h 507317"/>
                <a:gd name="connsiteX1240" fmla="*/ 249703 w 480995"/>
                <a:gd name="connsiteY1240" fmla="*/ 396994 h 507317"/>
                <a:gd name="connsiteX1241" fmla="*/ 249703 w 480995"/>
                <a:gd name="connsiteY1241" fmla="*/ 394548 h 507317"/>
                <a:gd name="connsiteX1242" fmla="*/ 252148 w 480995"/>
                <a:gd name="connsiteY1242" fmla="*/ 394548 h 507317"/>
                <a:gd name="connsiteX1243" fmla="*/ 252148 w 480995"/>
                <a:gd name="connsiteY1243" fmla="*/ 392103 h 507317"/>
                <a:gd name="connsiteX1244" fmla="*/ 254594 w 480995"/>
                <a:gd name="connsiteY1244" fmla="*/ 392103 h 507317"/>
                <a:gd name="connsiteX1245" fmla="*/ 254594 w 480995"/>
                <a:gd name="connsiteY1245" fmla="*/ 389658 h 507317"/>
                <a:gd name="connsiteX1246" fmla="*/ 257327 w 480995"/>
                <a:gd name="connsiteY1246" fmla="*/ 386925 h 507317"/>
                <a:gd name="connsiteX1247" fmla="*/ 257327 w 480995"/>
                <a:gd name="connsiteY1247" fmla="*/ 384336 h 507317"/>
                <a:gd name="connsiteX1248" fmla="*/ 259916 w 480995"/>
                <a:gd name="connsiteY1248" fmla="*/ 384336 h 507317"/>
                <a:gd name="connsiteX1249" fmla="*/ 259916 w 480995"/>
                <a:gd name="connsiteY1249" fmla="*/ 386925 h 507317"/>
                <a:gd name="connsiteX1250" fmla="*/ 257183 w 480995"/>
                <a:gd name="connsiteY1250" fmla="*/ 386925 h 507317"/>
                <a:gd name="connsiteX1251" fmla="*/ 257183 w 480995"/>
                <a:gd name="connsiteY1251" fmla="*/ 392103 h 507317"/>
                <a:gd name="connsiteX1252" fmla="*/ 259772 w 480995"/>
                <a:gd name="connsiteY1252" fmla="*/ 392103 h 507317"/>
                <a:gd name="connsiteX1253" fmla="*/ 259772 w 480995"/>
                <a:gd name="connsiteY1253" fmla="*/ 396994 h 507317"/>
                <a:gd name="connsiteX1254" fmla="*/ 257183 w 480995"/>
                <a:gd name="connsiteY1254" fmla="*/ 396994 h 507317"/>
                <a:gd name="connsiteX1255" fmla="*/ 257183 w 480995"/>
                <a:gd name="connsiteY1255" fmla="*/ 402315 h 507317"/>
                <a:gd name="connsiteX1256" fmla="*/ 254450 w 480995"/>
                <a:gd name="connsiteY1256" fmla="*/ 402315 h 507317"/>
                <a:gd name="connsiteX1257" fmla="*/ 254450 w 480995"/>
                <a:gd name="connsiteY1257" fmla="*/ 409939 h 507317"/>
                <a:gd name="connsiteX1258" fmla="*/ 252005 w 480995"/>
                <a:gd name="connsiteY1258" fmla="*/ 412528 h 507317"/>
                <a:gd name="connsiteX1259" fmla="*/ 252005 w 480995"/>
                <a:gd name="connsiteY1259" fmla="*/ 417419 h 507317"/>
                <a:gd name="connsiteX1260" fmla="*/ 254450 w 480995"/>
                <a:gd name="connsiteY1260" fmla="*/ 414973 h 507317"/>
                <a:gd name="connsiteX1261" fmla="*/ 254450 w 480995"/>
                <a:gd name="connsiteY1261" fmla="*/ 412528 h 507317"/>
                <a:gd name="connsiteX1262" fmla="*/ 259772 w 480995"/>
                <a:gd name="connsiteY1262" fmla="*/ 412528 h 507317"/>
                <a:gd name="connsiteX1263" fmla="*/ 259772 w 480995"/>
                <a:gd name="connsiteY1263" fmla="*/ 404761 h 507317"/>
                <a:gd name="connsiteX1264" fmla="*/ 262217 w 480995"/>
                <a:gd name="connsiteY1264" fmla="*/ 404761 h 507317"/>
                <a:gd name="connsiteX1265" fmla="*/ 262217 w 480995"/>
                <a:gd name="connsiteY1265" fmla="*/ 402315 h 507317"/>
                <a:gd name="connsiteX1266" fmla="*/ 267395 w 480995"/>
                <a:gd name="connsiteY1266" fmla="*/ 402315 h 507317"/>
                <a:gd name="connsiteX1267" fmla="*/ 267395 w 480995"/>
                <a:gd name="connsiteY1267" fmla="*/ 394548 h 507317"/>
                <a:gd name="connsiteX1268" fmla="*/ 269985 w 480995"/>
                <a:gd name="connsiteY1268" fmla="*/ 394548 h 507317"/>
                <a:gd name="connsiteX1269" fmla="*/ 269985 w 480995"/>
                <a:gd name="connsiteY1269" fmla="*/ 396994 h 507317"/>
                <a:gd name="connsiteX1270" fmla="*/ 272430 w 480995"/>
                <a:gd name="connsiteY1270" fmla="*/ 396994 h 507317"/>
                <a:gd name="connsiteX1271" fmla="*/ 272430 w 480995"/>
                <a:gd name="connsiteY1271" fmla="*/ 399870 h 507317"/>
                <a:gd name="connsiteX1272" fmla="*/ 269985 w 480995"/>
                <a:gd name="connsiteY1272" fmla="*/ 399870 h 507317"/>
                <a:gd name="connsiteX1273" fmla="*/ 269985 w 480995"/>
                <a:gd name="connsiteY1273" fmla="*/ 402315 h 507317"/>
                <a:gd name="connsiteX1274" fmla="*/ 272430 w 480995"/>
                <a:gd name="connsiteY1274" fmla="*/ 402315 h 507317"/>
                <a:gd name="connsiteX1275" fmla="*/ 272430 w 480995"/>
                <a:gd name="connsiteY1275" fmla="*/ 407206 h 507317"/>
                <a:gd name="connsiteX1276" fmla="*/ 274875 w 480995"/>
                <a:gd name="connsiteY1276" fmla="*/ 407206 h 507317"/>
                <a:gd name="connsiteX1277" fmla="*/ 274875 w 480995"/>
                <a:gd name="connsiteY1277" fmla="*/ 409939 h 507317"/>
                <a:gd name="connsiteX1278" fmla="*/ 277608 w 480995"/>
                <a:gd name="connsiteY1278" fmla="*/ 409939 h 507317"/>
                <a:gd name="connsiteX1279" fmla="*/ 277608 w 480995"/>
                <a:gd name="connsiteY1279" fmla="*/ 402315 h 507317"/>
                <a:gd name="connsiteX1280" fmla="*/ 282642 w 480995"/>
                <a:gd name="connsiteY1280" fmla="*/ 402315 h 507317"/>
                <a:gd name="connsiteX1281" fmla="*/ 282642 w 480995"/>
                <a:gd name="connsiteY1281" fmla="*/ 399870 h 507317"/>
                <a:gd name="connsiteX1282" fmla="*/ 285087 w 480995"/>
                <a:gd name="connsiteY1282" fmla="*/ 399870 h 507317"/>
                <a:gd name="connsiteX1283" fmla="*/ 285087 w 480995"/>
                <a:gd name="connsiteY1283" fmla="*/ 396994 h 507317"/>
                <a:gd name="connsiteX1284" fmla="*/ 282642 w 480995"/>
                <a:gd name="connsiteY1284" fmla="*/ 396994 h 507317"/>
                <a:gd name="connsiteX1285" fmla="*/ 282642 w 480995"/>
                <a:gd name="connsiteY1285" fmla="*/ 394548 h 507317"/>
                <a:gd name="connsiteX1286" fmla="*/ 285087 w 480995"/>
                <a:gd name="connsiteY1286" fmla="*/ 394548 h 507317"/>
                <a:gd name="connsiteX1287" fmla="*/ 282642 w 480995"/>
                <a:gd name="connsiteY1287" fmla="*/ 392103 h 507317"/>
                <a:gd name="connsiteX1288" fmla="*/ 282642 w 480995"/>
                <a:gd name="connsiteY1288" fmla="*/ 389658 h 507317"/>
                <a:gd name="connsiteX1289" fmla="*/ 280197 w 480995"/>
                <a:gd name="connsiteY1289" fmla="*/ 389658 h 507317"/>
                <a:gd name="connsiteX1290" fmla="*/ 282642 w 480995"/>
                <a:gd name="connsiteY1290" fmla="*/ 386925 h 507317"/>
                <a:gd name="connsiteX1291" fmla="*/ 277608 w 480995"/>
                <a:gd name="connsiteY1291" fmla="*/ 386925 h 507317"/>
                <a:gd name="connsiteX1292" fmla="*/ 277608 w 480995"/>
                <a:gd name="connsiteY1292" fmla="*/ 384336 h 507317"/>
                <a:gd name="connsiteX1293" fmla="*/ 280197 w 480995"/>
                <a:gd name="connsiteY1293" fmla="*/ 381891 h 507317"/>
                <a:gd name="connsiteX1294" fmla="*/ 274875 w 480995"/>
                <a:gd name="connsiteY1294" fmla="*/ 381891 h 507317"/>
                <a:gd name="connsiteX1295" fmla="*/ 274875 w 480995"/>
                <a:gd name="connsiteY1295" fmla="*/ 384336 h 507317"/>
                <a:gd name="connsiteX1296" fmla="*/ 272430 w 480995"/>
                <a:gd name="connsiteY1296" fmla="*/ 384336 h 507317"/>
                <a:gd name="connsiteX1297" fmla="*/ 272430 w 480995"/>
                <a:gd name="connsiteY1297" fmla="*/ 381891 h 507317"/>
                <a:gd name="connsiteX1298" fmla="*/ 274875 w 480995"/>
                <a:gd name="connsiteY1298" fmla="*/ 381891 h 507317"/>
                <a:gd name="connsiteX1299" fmla="*/ 274875 w 480995"/>
                <a:gd name="connsiteY1299" fmla="*/ 376712 h 507317"/>
                <a:gd name="connsiteX1300" fmla="*/ 272430 w 480995"/>
                <a:gd name="connsiteY1300" fmla="*/ 376712 h 507317"/>
                <a:gd name="connsiteX1301" fmla="*/ 272430 w 480995"/>
                <a:gd name="connsiteY1301" fmla="*/ 371678 h 507317"/>
                <a:gd name="connsiteX1302" fmla="*/ 277608 w 480995"/>
                <a:gd name="connsiteY1302" fmla="*/ 371678 h 507317"/>
                <a:gd name="connsiteX1303" fmla="*/ 277608 w 480995"/>
                <a:gd name="connsiteY1303" fmla="*/ 376712 h 507317"/>
                <a:gd name="connsiteX1304" fmla="*/ 280197 w 480995"/>
                <a:gd name="connsiteY1304" fmla="*/ 376712 h 507317"/>
                <a:gd name="connsiteX1305" fmla="*/ 280197 w 480995"/>
                <a:gd name="connsiteY1305" fmla="*/ 371678 h 507317"/>
                <a:gd name="connsiteX1306" fmla="*/ 282642 w 480995"/>
                <a:gd name="connsiteY1306" fmla="*/ 371678 h 507317"/>
                <a:gd name="connsiteX1307" fmla="*/ 282642 w 480995"/>
                <a:gd name="connsiteY1307" fmla="*/ 376712 h 507317"/>
                <a:gd name="connsiteX1308" fmla="*/ 285087 w 480995"/>
                <a:gd name="connsiteY1308" fmla="*/ 376712 h 507317"/>
                <a:gd name="connsiteX1309" fmla="*/ 285087 w 480995"/>
                <a:gd name="connsiteY1309" fmla="*/ 374123 h 507317"/>
                <a:gd name="connsiteX1310" fmla="*/ 287820 w 480995"/>
                <a:gd name="connsiteY1310" fmla="*/ 374123 h 507317"/>
                <a:gd name="connsiteX1311" fmla="*/ 287820 w 480995"/>
                <a:gd name="connsiteY1311" fmla="*/ 371678 h 507317"/>
                <a:gd name="connsiteX1312" fmla="*/ 290409 w 480995"/>
                <a:gd name="connsiteY1312" fmla="*/ 371678 h 507317"/>
                <a:gd name="connsiteX1313" fmla="*/ 290409 w 480995"/>
                <a:gd name="connsiteY1313" fmla="*/ 374123 h 507317"/>
                <a:gd name="connsiteX1314" fmla="*/ 292855 w 480995"/>
                <a:gd name="connsiteY1314" fmla="*/ 374123 h 507317"/>
                <a:gd name="connsiteX1315" fmla="*/ 292855 w 480995"/>
                <a:gd name="connsiteY1315" fmla="*/ 363911 h 507317"/>
                <a:gd name="connsiteX1316" fmla="*/ 295300 w 480995"/>
                <a:gd name="connsiteY1316" fmla="*/ 363911 h 507317"/>
                <a:gd name="connsiteX1317" fmla="*/ 295300 w 480995"/>
                <a:gd name="connsiteY1317" fmla="*/ 376712 h 507317"/>
                <a:gd name="connsiteX1318" fmla="*/ 300334 w 480995"/>
                <a:gd name="connsiteY1318" fmla="*/ 376712 h 507317"/>
                <a:gd name="connsiteX1319" fmla="*/ 300334 w 480995"/>
                <a:gd name="connsiteY1319" fmla="*/ 374123 h 507317"/>
                <a:gd name="connsiteX1320" fmla="*/ 302780 w 480995"/>
                <a:gd name="connsiteY1320" fmla="*/ 374123 h 507317"/>
                <a:gd name="connsiteX1321" fmla="*/ 302780 w 480995"/>
                <a:gd name="connsiteY1321" fmla="*/ 371678 h 507317"/>
                <a:gd name="connsiteX1322" fmla="*/ 305225 w 480995"/>
                <a:gd name="connsiteY1322" fmla="*/ 371678 h 507317"/>
                <a:gd name="connsiteX1323" fmla="*/ 305225 w 480995"/>
                <a:gd name="connsiteY1323" fmla="*/ 369233 h 507317"/>
                <a:gd name="connsiteX1324" fmla="*/ 310547 w 480995"/>
                <a:gd name="connsiteY1324" fmla="*/ 369233 h 507317"/>
                <a:gd name="connsiteX1325" fmla="*/ 310547 w 480995"/>
                <a:gd name="connsiteY1325" fmla="*/ 366644 h 507317"/>
                <a:gd name="connsiteX1326" fmla="*/ 312992 w 480995"/>
                <a:gd name="connsiteY1326" fmla="*/ 366644 h 507317"/>
                <a:gd name="connsiteX1327" fmla="*/ 312992 w 480995"/>
                <a:gd name="connsiteY1327" fmla="*/ 363911 h 507317"/>
                <a:gd name="connsiteX1328" fmla="*/ 315437 w 480995"/>
                <a:gd name="connsiteY1328" fmla="*/ 361465 h 507317"/>
                <a:gd name="connsiteX1329" fmla="*/ 315437 w 480995"/>
                <a:gd name="connsiteY1329" fmla="*/ 359020 h 507317"/>
                <a:gd name="connsiteX1330" fmla="*/ 317883 w 480995"/>
                <a:gd name="connsiteY1330" fmla="*/ 359020 h 507317"/>
                <a:gd name="connsiteX1331" fmla="*/ 317883 w 480995"/>
                <a:gd name="connsiteY1331" fmla="*/ 356431 h 507317"/>
                <a:gd name="connsiteX1332" fmla="*/ 320616 w 480995"/>
                <a:gd name="connsiteY1332" fmla="*/ 356431 h 507317"/>
                <a:gd name="connsiteX1333" fmla="*/ 317883 w 480995"/>
                <a:gd name="connsiteY1333" fmla="*/ 359020 h 507317"/>
                <a:gd name="connsiteX1334" fmla="*/ 317883 w 480995"/>
                <a:gd name="connsiteY1334" fmla="*/ 361465 h 507317"/>
                <a:gd name="connsiteX1335" fmla="*/ 315437 w 480995"/>
                <a:gd name="connsiteY1335" fmla="*/ 361465 h 507317"/>
                <a:gd name="connsiteX1336" fmla="*/ 315437 w 480995"/>
                <a:gd name="connsiteY1336" fmla="*/ 366644 h 507317"/>
                <a:gd name="connsiteX1337" fmla="*/ 312992 w 480995"/>
                <a:gd name="connsiteY1337" fmla="*/ 366644 h 507317"/>
                <a:gd name="connsiteX1338" fmla="*/ 312992 w 480995"/>
                <a:gd name="connsiteY1338" fmla="*/ 369233 h 507317"/>
                <a:gd name="connsiteX1339" fmla="*/ 317883 w 480995"/>
                <a:gd name="connsiteY1339" fmla="*/ 369233 h 507317"/>
                <a:gd name="connsiteX1340" fmla="*/ 315437 w 480995"/>
                <a:gd name="connsiteY1340" fmla="*/ 371678 h 507317"/>
                <a:gd name="connsiteX1341" fmla="*/ 315437 w 480995"/>
                <a:gd name="connsiteY1341" fmla="*/ 376712 h 507317"/>
                <a:gd name="connsiteX1342" fmla="*/ 312992 w 480995"/>
                <a:gd name="connsiteY1342" fmla="*/ 376712 h 507317"/>
                <a:gd name="connsiteX1343" fmla="*/ 312992 w 480995"/>
                <a:gd name="connsiteY1343" fmla="*/ 379445 h 507317"/>
                <a:gd name="connsiteX1344" fmla="*/ 310547 w 480995"/>
                <a:gd name="connsiteY1344" fmla="*/ 379445 h 507317"/>
                <a:gd name="connsiteX1345" fmla="*/ 307670 w 480995"/>
                <a:gd name="connsiteY1345" fmla="*/ 381891 h 507317"/>
                <a:gd name="connsiteX1346" fmla="*/ 307670 w 480995"/>
                <a:gd name="connsiteY1346" fmla="*/ 384336 h 507317"/>
                <a:gd name="connsiteX1347" fmla="*/ 302780 w 480995"/>
                <a:gd name="connsiteY1347" fmla="*/ 384336 h 507317"/>
                <a:gd name="connsiteX1348" fmla="*/ 302780 w 480995"/>
                <a:gd name="connsiteY1348" fmla="*/ 389658 h 507317"/>
                <a:gd name="connsiteX1349" fmla="*/ 300334 w 480995"/>
                <a:gd name="connsiteY1349" fmla="*/ 389658 h 507317"/>
                <a:gd name="connsiteX1350" fmla="*/ 300334 w 480995"/>
                <a:gd name="connsiteY1350" fmla="*/ 396994 h 507317"/>
                <a:gd name="connsiteX1351" fmla="*/ 297457 w 480995"/>
                <a:gd name="connsiteY1351" fmla="*/ 396994 h 507317"/>
                <a:gd name="connsiteX1352" fmla="*/ 297457 w 480995"/>
                <a:gd name="connsiteY1352" fmla="*/ 404761 h 507317"/>
                <a:gd name="connsiteX1353" fmla="*/ 300334 w 480995"/>
                <a:gd name="connsiteY1353" fmla="*/ 404761 h 507317"/>
                <a:gd name="connsiteX1354" fmla="*/ 300334 w 480995"/>
                <a:gd name="connsiteY1354" fmla="*/ 420151 h 507317"/>
                <a:gd name="connsiteX1355" fmla="*/ 297457 w 480995"/>
                <a:gd name="connsiteY1355" fmla="*/ 422741 h 507317"/>
                <a:gd name="connsiteX1356" fmla="*/ 297457 w 480995"/>
                <a:gd name="connsiteY1356" fmla="*/ 425761 h 507317"/>
                <a:gd name="connsiteX1357" fmla="*/ 295012 w 480995"/>
                <a:gd name="connsiteY1357" fmla="*/ 425761 h 507317"/>
                <a:gd name="connsiteX1358" fmla="*/ 295012 w 480995"/>
                <a:gd name="connsiteY1358" fmla="*/ 430939 h 507317"/>
                <a:gd name="connsiteX1359" fmla="*/ 290122 w 480995"/>
                <a:gd name="connsiteY1359" fmla="*/ 430939 h 507317"/>
                <a:gd name="connsiteX1360" fmla="*/ 290122 w 480995"/>
                <a:gd name="connsiteY1360" fmla="*/ 433529 h 507317"/>
                <a:gd name="connsiteX1361" fmla="*/ 292567 w 480995"/>
                <a:gd name="connsiteY1361" fmla="*/ 435974 h 507317"/>
                <a:gd name="connsiteX1362" fmla="*/ 290122 w 480995"/>
                <a:gd name="connsiteY1362" fmla="*/ 435974 h 507317"/>
                <a:gd name="connsiteX1363" fmla="*/ 290122 w 480995"/>
                <a:gd name="connsiteY1363" fmla="*/ 438419 h 507317"/>
                <a:gd name="connsiteX1364" fmla="*/ 287532 w 480995"/>
                <a:gd name="connsiteY1364" fmla="*/ 441152 h 507317"/>
                <a:gd name="connsiteX1365" fmla="*/ 284800 w 480995"/>
                <a:gd name="connsiteY1365" fmla="*/ 441152 h 507317"/>
                <a:gd name="connsiteX1366" fmla="*/ 284800 w 480995"/>
                <a:gd name="connsiteY1366" fmla="*/ 443741 h 507317"/>
                <a:gd name="connsiteX1367" fmla="*/ 282354 w 480995"/>
                <a:gd name="connsiteY1367" fmla="*/ 443741 h 507317"/>
                <a:gd name="connsiteX1368" fmla="*/ 282354 w 480995"/>
                <a:gd name="connsiteY1368" fmla="*/ 446186 h 507317"/>
                <a:gd name="connsiteX1369" fmla="*/ 277320 w 480995"/>
                <a:gd name="connsiteY1369" fmla="*/ 446186 h 507317"/>
                <a:gd name="connsiteX1370" fmla="*/ 277320 w 480995"/>
                <a:gd name="connsiteY1370" fmla="*/ 451364 h 507317"/>
                <a:gd name="connsiteX1371" fmla="*/ 274587 w 480995"/>
                <a:gd name="connsiteY1371" fmla="*/ 451364 h 507317"/>
                <a:gd name="connsiteX1372" fmla="*/ 274587 w 480995"/>
                <a:gd name="connsiteY1372" fmla="*/ 456399 h 507317"/>
                <a:gd name="connsiteX1373" fmla="*/ 272142 w 480995"/>
                <a:gd name="connsiteY1373" fmla="*/ 456399 h 507317"/>
                <a:gd name="connsiteX1374" fmla="*/ 272142 w 480995"/>
                <a:gd name="connsiteY1374" fmla="*/ 468913 h 507317"/>
                <a:gd name="connsiteX1375" fmla="*/ 274587 w 480995"/>
                <a:gd name="connsiteY1375" fmla="*/ 468913 h 507317"/>
                <a:gd name="connsiteX1376" fmla="*/ 274587 w 480995"/>
                <a:gd name="connsiteY1376" fmla="*/ 471502 h 507317"/>
                <a:gd name="connsiteX1377" fmla="*/ 284800 w 480995"/>
                <a:gd name="connsiteY1377" fmla="*/ 471502 h 507317"/>
                <a:gd name="connsiteX1378" fmla="*/ 284800 w 480995"/>
                <a:gd name="connsiteY1378" fmla="*/ 468913 h 507317"/>
                <a:gd name="connsiteX1379" fmla="*/ 292567 w 480995"/>
                <a:gd name="connsiteY1379" fmla="*/ 468913 h 507317"/>
                <a:gd name="connsiteX1380" fmla="*/ 295012 w 480995"/>
                <a:gd name="connsiteY1380" fmla="*/ 466467 h 507317"/>
                <a:gd name="connsiteX1381" fmla="*/ 297457 w 480995"/>
                <a:gd name="connsiteY1381" fmla="*/ 466467 h 507317"/>
                <a:gd name="connsiteX1382" fmla="*/ 297457 w 480995"/>
                <a:gd name="connsiteY1382" fmla="*/ 464022 h 507317"/>
                <a:gd name="connsiteX1383" fmla="*/ 300334 w 480995"/>
                <a:gd name="connsiteY1383" fmla="*/ 464022 h 507317"/>
                <a:gd name="connsiteX1384" fmla="*/ 300334 w 480995"/>
                <a:gd name="connsiteY1384" fmla="*/ 456255 h 507317"/>
                <a:gd name="connsiteX1385" fmla="*/ 302780 w 480995"/>
                <a:gd name="connsiteY1385" fmla="*/ 458700 h 507317"/>
                <a:gd name="connsiteX1386" fmla="*/ 302780 w 480995"/>
                <a:gd name="connsiteY1386" fmla="*/ 456255 h 507317"/>
                <a:gd name="connsiteX1387" fmla="*/ 305225 w 480995"/>
                <a:gd name="connsiteY1387" fmla="*/ 456255 h 507317"/>
                <a:gd name="connsiteX1388" fmla="*/ 305225 w 480995"/>
                <a:gd name="connsiteY1388" fmla="*/ 453810 h 507317"/>
                <a:gd name="connsiteX1389" fmla="*/ 307670 w 480995"/>
                <a:gd name="connsiteY1389" fmla="*/ 453810 h 507317"/>
                <a:gd name="connsiteX1390" fmla="*/ 307670 w 480995"/>
                <a:gd name="connsiteY1390" fmla="*/ 456255 h 507317"/>
                <a:gd name="connsiteX1391" fmla="*/ 315437 w 480995"/>
                <a:gd name="connsiteY1391" fmla="*/ 456255 h 507317"/>
                <a:gd name="connsiteX1392" fmla="*/ 315437 w 480995"/>
                <a:gd name="connsiteY1392" fmla="*/ 451220 h 507317"/>
                <a:gd name="connsiteX1393" fmla="*/ 317883 w 480995"/>
                <a:gd name="connsiteY1393" fmla="*/ 451220 h 507317"/>
                <a:gd name="connsiteX1394" fmla="*/ 317883 w 480995"/>
                <a:gd name="connsiteY1394" fmla="*/ 448487 h 507317"/>
                <a:gd name="connsiteX1395" fmla="*/ 320616 w 480995"/>
                <a:gd name="connsiteY1395" fmla="*/ 448487 h 507317"/>
                <a:gd name="connsiteX1396" fmla="*/ 320616 w 480995"/>
                <a:gd name="connsiteY1396" fmla="*/ 446042 h 507317"/>
                <a:gd name="connsiteX1397" fmla="*/ 323204 w 480995"/>
                <a:gd name="connsiteY1397" fmla="*/ 446042 h 507317"/>
                <a:gd name="connsiteX1398" fmla="*/ 323204 w 480995"/>
                <a:gd name="connsiteY1398" fmla="*/ 443597 h 507317"/>
                <a:gd name="connsiteX1399" fmla="*/ 320616 w 480995"/>
                <a:gd name="connsiteY1399" fmla="*/ 443597 h 507317"/>
                <a:gd name="connsiteX1400" fmla="*/ 320616 w 480995"/>
                <a:gd name="connsiteY1400" fmla="*/ 440145 h 507317"/>
                <a:gd name="connsiteX1401" fmla="*/ 323204 w 480995"/>
                <a:gd name="connsiteY1401" fmla="*/ 440145 h 507317"/>
                <a:gd name="connsiteX1402" fmla="*/ 323204 w 480995"/>
                <a:gd name="connsiteY1402" fmla="*/ 434967 h 507317"/>
                <a:gd name="connsiteX1403" fmla="*/ 325650 w 480995"/>
                <a:gd name="connsiteY1403" fmla="*/ 434967 h 507317"/>
                <a:gd name="connsiteX1404" fmla="*/ 325650 w 480995"/>
                <a:gd name="connsiteY1404" fmla="*/ 432522 h 507317"/>
                <a:gd name="connsiteX1405" fmla="*/ 323204 w 480995"/>
                <a:gd name="connsiteY1405" fmla="*/ 429933 h 507317"/>
                <a:gd name="connsiteX1406" fmla="*/ 323204 w 480995"/>
                <a:gd name="connsiteY1406" fmla="*/ 427200 h 507317"/>
                <a:gd name="connsiteX1407" fmla="*/ 325650 w 480995"/>
                <a:gd name="connsiteY1407" fmla="*/ 427200 h 507317"/>
                <a:gd name="connsiteX1408" fmla="*/ 325650 w 480995"/>
                <a:gd name="connsiteY1408" fmla="*/ 422309 h 507317"/>
                <a:gd name="connsiteX1409" fmla="*/ 323204 w 480995"/>
                <a:gd name="connsiteY1409" fmla="*/ 422309 h 507317"/>
                <a:gd name="connsiteX1410" fmla="*/ 323204 w 480995"/>
                <a:gd name="connsiteY1410" fmla="*/ 416987 h 507317"/>
                <a:gd name="connsiteX1411" fmla="*/ 325650 w 480995"/>
                <a:gd name="connsiteY1411" fmla="*/ 416987 h 507317"/>
                <a:gd name="connsiteX1412" fmla="*/ 325650 w 480995"/>
                <a:gd name="connsiteY1412" fmla="*/ 414542 h 507317"/>
                <a:gd name="connsiteX1413" fmla="*/ 323204 w 480995"/>
                <a:gd name="connsiteY1413" fmla="*/ 414542 h 507317"/>
                <a:gd name="connsiteX1414" fmla="*/ 323204 w 480995"/>
                <a:gd name="connsiteY1414" fmla="*/ 412096 h 507317"/>
                <a:gd name="connsiteX1415" fmla="*/ 325650 w 480995"/>
                <a:gd name="connsiteY1415" fmla="*/ 414542 h 507317"/>
                <a:gd name="connsiteX1416" fmla="*/ 325650 w 480995"/>
                <a:gd name="connsiteY1416" fmla="*/ 412096 h 507317"/>
                <a:gd name="connsiteX1417" fmla="*/ 323204 w 480995"/>
                <a:gd name="connsiteY1417" fmla="*/ 409507 h 507317"/>
                <a:gd name="connsiteX1418" fmla="*/ 320616 w 480995"/>
                <a:gd name="connsiteY1418" fmla="*/ 409507 h 507317"/>
                <a:gd name="connsiteX1419" fmla="*/ 320616 w 480995"/>
                <a:gd name="connsiteY1419" fmla="*/ 406774 h 507317"/>
                <a:gd name="connsiteX1420" fmla="*/ 323204 w 480995"/>
                <a:gd name="connsiteY1420" fmla="*/ 406774 h 507317"/>
                <a:gd name="connsiteX1421" fmla="*/ 323204 w 480995"/>
                <a:gd name="connsiteY1421" fmla="*/ 404329 h 507317"/>
                <a:gd name="connsiteX1422" fmla="*/ 320616 w 480995"/>
                <a:gd name="connsiteY1422" fmla="*/ 404329 h 507317"/>
                <a:gd name="connsiteX1423" fmla="*/ 320616 w 480995"/>
                <a:gd name="connsiteY1423" fmla="*/ 399439 h 507317"/>
                <a:gd name="connsiteX1424" fmla="*/ 323204 w 480995"/>
                <a:gd name="connsiteY1424" fmla="*/ 399439 h 507317"/>
                <a:gd name="connsiteX1425" fmla="*/ 323204 w 480995"/>
                <a:gd name="connsiteY1425" fmla="*/ 396994 h 507317"/>
                <a:gd name="connsiteX1426" fmla="*/ 325650 w 480995"/>
                <a:gd name="connsiteY1426" fmla="*/ 396994 h 507317"/>
                <a:gd name="connsiteX1427" fmla="*/ 325650 w 480995"/>
                <a:gd name="connsiteY1427" fmla="*/ 394548 h 507317"/>
                <a:gd name="connsiteX1428" fmla="*/ 323204 w 480995"/>
                <a:gd name="connsiteY1428" fmla="*/ 394548 h 507317"/>
                <a:gd name="connsiteX1429" fmla="*/ 323204 w 480995"/>
                <a:gd name="connsiteY1429" fmla="*/ 392103 h 507317"/>
                <a:gd name="connsiteX1430" fmla="*/ 325650 w 480995"/>
                <a:gd name="connsiteY1430" fmla="*/ 392103 h 507317"/>
                <a:gd name="connsiteX1431" fmla="*/ 325650 w 480995"/>
                <a:gd name="connsiteY1431" fmla="*/ 381891 h 507317"/>
                <a:gd name="connsiteX1432" fmla="*/ 329102 w 480995"/>
                <a:gd name="connsiteY1432" fmla="*/ 381891 h 507317"/>
                <a:gd name="connsiteX1433" fmla="*/ 329102 w 480995"/>
                <a:gd name="connsiteY1433" fmla="*/ 384336 h 507317"/>
                <a:gd name="connsiteX1434" fmla="*/ 334424 w 480995"/>
                <a:gd name="connsiteY1434" fmla="*/ 384336 h 507317"/>
                <a:gd name="connsiteX1435" fmla="*/ 334424 w 480995"/>
                <a:gd name="connsiteY1435" fmla="*/ 381891 h 507317"/>
                <a:gd name="connsiteX1436" fmla="*/ 336869 w 480995"/>
                <a:gd name="connsiteY1436" fmla="*/ 381891 h 507317"/>
                <a:gd name="connsiteX1437" fmla="*/ 336869 w 480995"/>
                <a:gd name="connsiteY1437" fmla="*/ 376712 h 507317"/>
                <a:gd name="connsiteX1438" fmla="*/ 339314 w 480995"/>
                <a:gd name="connsiteY1438" fmla="*/ 376712 h 507317"/>
                <a:gd name="connsiteX1439" fmla="*/ 339314 w 480995"/>
                <a:gd name="connsiteY1439" fmla="*/ 379445 h 507317"/>
                <a:gd name="connsiteX1440" fmla="*/ 342047 w 480995"/>
                <a:gd name="connsiteY1440" fmla="*/ 379445 h 507317"/>
                <a:gd name="connsiteX1441" fmla="*/ 342047 w 480995"/>
                <a:gd name="connsiteY1441" fmla="*/ 376712 h 507317"/>
                <a:gd name="connsiteX1442" fmla="*/ 343486 w 480995"/>
                <a:gd name="connsiteY1442" fmla="*/ 376712 h 507317"/>
                <a:gd name="connsiteX1443" fmla="*/ 343486 w 480995"/>
                <a:gd name="connsiteY1443" fmla="*/ 381891 h 507317"/>
                <a:gd name="connsiteX1444" fmla="*/ 345931 w 480995"/>
                <a:gd name="connsiteY1444" fmla="*/ 381891 h 507317"/>
                <a:gd name="connsiteX1445" fmla="*/ 345931 w 480995"/>
                <a:gd name="connsiteY1445" fmla="*/ 376712 h 507317"/>
                <a:gd name="connsiteX1446" fmla="*/ 348376 w 480995"/>
                <a:gd name="connsiteY1446" fmla="*/ 376712 h 507317"/>
                <a:gd name="connsiteX1447" fmla="*/ 348376 w 480995"/>
                <a:gd name="connsiteY1447" fmla="*/ 374123 h 507317"/>
                <a:gd name="connsiteX1448" fmla="*/ 351109 w 480995"/>
                <a:gd name="connsiteY1448" fmla="*/ 374123 h 507317"/>
                <a:gd name="connsiteX1449" fmla="*/ 348376 w 480995"/>
                <a:gd name="connsiteY1449" fmla="*/ 371678 h 507317"/>
                <a:gd name="connsiteX1450" fmla="*/ 348376 w 480995"/>
                <a:gd name="connsiteY1450" fmla="*/ 369233 h 507317"/>
                <a:gd name="connsiteX1451" fmla="*/ 351109 w 480995"/>
                <a:gd name="connsiteY1451" fmla="*/ 371678 h 507317"/>
                <a:gd name="connsiteX1452" fmla="*/ 351109 w 480995"/>
                <a:gd name="connsiteY1452" fmla="*/ 363911 h 507317"/>
                <a:gd name="connsiteX1453" fmla="*/ 345931 w 480995"/>
                <a:gd name="connsiteY1453" fmla="*/ 363911 h 507317"/>
                <a:gd name="connsiteX1454" fmla="*/ 345931 w 480995"/>
                <a:gd name="connsiteY1454" fmla="*/ 361465 h 507317"/>
                <a:gd name="connsiteX1455" fmla="*/ 348376 w 480995"/>
                <a:gd name="connsiteY1455" fmla="*/ 361465 h 507317"/>
                <a:gd name="connsiteX1456" fmla="*/ 348376 w 480995"/>
                <a:gd name="connsiteY1456" fmla="*/ 348808 h 507317"/>
                <a:gd name="connsiteX1457" fmla="*/ 351109 w 480995"/>
                <a:gd name="connsiteY1457" fmla="*/ 348808 h 507317"/>
                <a:gd name="connsiteX1458" fmla="*/ 351109 w 480995"/>
                <a:gd name="connsiteY1458" fmla="*/ 346219 h 507317"/>
                <a:gd name="connsiteX1459" fmla="*/ 348376 w 480995"/>
                <a:gd name="connsiteY1459" fmla="*/ 346219 h 507317"/>
                <a:gd name="connsiteX1460" fmla="*/ 348376 w 480995"/>
                <a:gd name="connsiteY1460" fmla="*/ 343486 h 507317"/>
                <a:gd name="connsiteX1461" fmla="*/ 345931 w 480995"/>
                <a:gd name="connsiteY1461" fmla="*/ 341040 h 507317"/>
                <a:gd name="connsiteX1462" fmla="*/ 345931 w 480995"/>
                <a:gd name="connsiteY1462" fmla="*/ 338595 h 507317"/>
                <a:gd name="connsiteX1463" fmla="*/ 348376 w 480995"/>
                <a:gd name="connsiteY1463" fmla="*/ 338595 h 507317"/>
                <a:gd name="connsiteX1464" fmla="*/ 345931 w 480995"/>
                <a:gd name="connsiteY1464" fmla="*/ 336006 h 507317"/>
                <a:gd name="connsiteX1465" fmla="*/ 351109 w 480995"/>
                <a:gd name="connsiteY1465" fmla="*/ 336006 h 507317"/>
                <a:gd name="connsiteX1466" fmla="*/ 351109 w 480995"/>
                <a:gd name="connsiteY1466" fmla="*/ 330828 h 507317"/>
                <a:gd name="connsiteX1467" fmla="*/ 348376 w 480995"/>
                <a:gd name="connsiteY1467" fmla="*/ 330828 h 507317"/>
                <a:gd name="connsiteX1468" fmla="*/ 348376 w 480995"/>
                <a:gd name="connsiteY1468" fmla="*/ 328383 h 507317"/>
                <a:gd name="connsiteX1469" fmla="*/ 351109 w 480995"/>
                <a:gd name="connsiteY1469" fmla="*/ 328383 h 507317"/>
                <a:gd name="connsiteX1470" fmla="*/ 351109 w 480995"/>
                <a:gd name="connsiteY1470" fmla="*/ 325074 h 507317"/>
                <a:gd name="connsiteX1471" fmla="*/ 348376 w 480995"/>
                <a:gd name="connsiteY1471" fmla="*/ 325074 h 507317"/>
                <a:gd name="connsiteX1472" fmla="*/ 345931 w 480995"/>
                <a:gd name="connsiteY1472" fmla="*/ 322341 h 507317"/>
                <a:gd name="connsiteX1473" fmla="*/ 345931 w 480995"/>
                <a:gd name="connsiteY1473" fmla="*/ 317451 h 507317"/>
                <a:gd name="connsiteX1474" fmla="*/ 351109 w 480995"/>
                <a:gd name="connsiteY1474" fmla="*/ 317451 h 507317"/>
                <a:gd name="connsiteX1475" fmla="*/ 351109 w 480995"/>
                <a:gd name="connsiteY1475" fmla="*/ 319896 h 507317"/>
                <a:gd name="connsiteX1476" fmla="*/ 353698 w 480995"/>
                <a:gd name="connsiteY1476" fmla="*/ 319896 h 507317"/>
                <a:gd name="connsiteX1477" fmla="*/ 353698 w 480995"/>
                <a:gd name="connsiteY1477" fmla="*/ 317451 h 507317"/>
                <a:gd name="connsiteX1478" fmla="*/ 351109 w 480995"/>
                <a:gd name="connsiteY1478" fmla="*/ 315006 h 507317"/>
                <a:gd name="connsiteX1479" fmla="*/ 353698 w 480995"/>
                <a:gd name="connsiteY1479" fmla="*/ 315006 h 507317"/>
                <a:gd name="connsiteX1480" fmla="*/ 353698 w 480995"/>
                <a:gd name="connsiteY1480" fmla="*/ 317451 h 507317"/>
                <a:gd name="connsiteX1481" fmla="*/ 356144 w 480995"/>
                <a:gd name="connsiteY1481" fmla="*/ 317451 h 507317"/>
                <a:gd name="connsiteX1482" fmla="*/ 356144 w 480995"/>
                <a:gd name="connsiteY1482" fmla="*/ 319896 h 507317"/>
                <a:gd name="connsiteX1483" fmla="*/ 358589 w 480995"/>
                <a:gd name="connsiteY1483" fmla="*/ 319896 h 507317"/>
                <a:gd name="connsiteX1484" fmla="*/ 358589 w 480995"/>
                <a:gd name="connsiteY1484" fmla="*/ 317451 h 507317"/>
                <a:gd name="connsiteX1485" fmla="*/ 361322 w 480995"/>
                <a:gd name="connsiteY1485" fmla="*/ 317451 h 507317"/>
                <a:gd name="connsiteX1486" fmla="*/ 361322 w 480995"/>
                <a:gd name="connsiteY1486" fmla="*/ 322341 h 507317"/>
                <a:gd name="connsiteX1487" fmla="*/ 363911 w 480995"/>
                <a:gd name="connsiteY1487" fmla="*/ 322341 h 507317"/>
                <a:gd name="connsiteX1488" fmla="*/ 363911 w 480995"/>
                <a:gd name="connsiteY1488" fmla="*/ 319896 h 507317"/>
                <a:gd name="connsiteX1489" fmla="*/ 366356 w 480995"/>
                <a:gd name="connsiteY1489" fmla="*/ 319896 h 507317"/>
                <a:gd name="connsiteX1490" fmla="*/ 366356 w 480995"/>
                <a:gd name="connsiteY1490" fmla="*/ 325074 h 507317"/>
                <a:gd name="connsiteX1491" fmla="*/ 372253 w 480995"/>
                <a:gd name="connsiteY1491" fmla="*/ 325074 h 507317"/>
                <a:gd name="connsiteX1492" fmla="*/ 372253 w 480995"/>
                <a:gd name="connsiteY1492" fmla="*/ 330109 h 507317"/>
                <a:gd name="connsiteX1493" fmla="*/ 374986 w 480995"/>
                <a:gd name="connsiteY1493" fmla="*/ 330109 h 507317"/>
                <a:gd name="connsiteX1494" fmla="*/ 372253 w 480995"/>
                <a:gd name="connsiteY1494" fmla="*/ 332554 h 507317"/>
                <a:gd name="connsiteX1495" fmla="*/ 377431 w 480995"/>
                <a:gd name="connsiteY1495" fmla="*/ 332554 h 507317"/>
                <a:gd name="connsiteX1496" fmla="*/ 377431 w 480995"/>
                <a:gd name="connsiteY1496" fmla="*/ 335287 h 507317"/>
                <a:gd name="connsiteX1497" fmla="*/ 379877 w 480995"/>
                <a:gd name="connsiteY1497" fmla="*/ 335287 h 507317"/>
                <a:gd name="connsiteX1498" fmla="*/ 379877 w 480995"/>
                <a:gd name="connsiteY1498" fmla="*/ 337876 h 507317"/>
                <a:gd name="connsiteX1499" fmla="*/ 382466 w 480995"/>
                <a:gd name="connsiteY1499" fmla="*/ 340321 h 507317"/>
                <a:gd name="connsiteX1500" fmla="*/ 379877 w 480995"/>
                <a:gd name="connsiteY1500" fmla="*/ 340321 h 507317"/>
                <a:gd name="connsiteX1501" fmla="*/ 382466 w 480995"/>
                <a:gd name="connsiteY1501" fmla="*/ 342767 h 507317"/>
                <a:gd name="connsiteX1502" fmla="*/ 382466 w 480995"/>
                <a:gd name="connsiteY1502" fmla="*/ 348089 h 507317"/>
                <a:gd name="connsiteX1503" fmla="*/ 385199 w 480995"/>
                <a:gd name="connsiteY1503" fmla="*/ 348089 h 507317"/>
                <a:gd name="connsiteX1504" fmla="*/ 385199 w 480995"/>
                <a:gd name="connsiteY1504" fmla="*/ 350534 h 507317"/>
                <a:gd name="connsiteX1505" fmla="*/ 386637 w 480995"/>
                <a:gd name="connsiteY1505" fmla="*/ 350534 h 507317"/>
                <a:gd name="connsiteX1506" fmla="*/ 386637 w 480995"/>
                <a:gd name="connsiteY1506" fmla="*/ 348089 h 507317"/>
                <a:gd name="connsiteX1507" fmla="*/ 391528 w 480995"/>
                <a:gd name="connsiteY1507" fmla="*/ 348089 h 507317"/>
                <a:gd name="connsiteX1508" fmla="*/ 391528 w 480995"/>
                <a:gd name="connsiteY1508" fmla="*/ 350534 h 507317"/>
                <a:gd name="connsiteX1509" fmla="*/ 389083 w 480995"/>
                <a:gd name="connsiteY1509" fmla="*/ 350534 h 507317"/>
                <a:gd name="connsiteX1510" fmla="*/ 389083 w 480995"/>
                <a:gd name="connsiteY1510" fmla="*/ 353842 h 507317"/>
                <a:gd name="connsiteX1511" fmla="*/ 386637 w 480995"/>
                <a:gd name="connsiteY1511" fmla="*/ 356575 h 507317"/>
                <a:gd name="connsiteX1512" fmla="*/ 391528 w 480995"/>
                <a:gd name="connsiteY1512" fmla="*/ 356575 h 507317"/>
                <a:gd name="connsiteX1513" fmla="*/ 391528 w 480995"/>
                <a:gd name="connsiteY1513" fmla="*/ 359164 h 507317"/>
                <a:gd name="connsiteX1514" fmla="*/ 389083 w 480995"/>
                <a:gd name="connsiteY1514" fmla="*/ 359164 h 507317"/>
                <a:gd name="connsiteX1515" fmla="*/ 389083 w 480995"/>
                <a:gd name="connsiteY1515" fmla="*/ 364054 h 507317"/>
                <a:gd name="connsiteX1516" fmla="*/ 384192 w 480995"/>
                <a:gd name="connsiteY1516" fmla="*/ 364054 h 507317"/>
                <a:gd name="connsiteX1517" fmla="*/ 384192 w 480995"/>
                <a:gd name="connsiteY1517" fmla="*/ 366787 h 507317"/>
                <a:gd name="connsiteX1518" fmla="*/ 386637 w 480995"/>
                <a:gd name="connsiteY1518" fmla="*/ 366787 h 507317"/>
                <a:gd name="connsiteX1519" fmla="*/ 386637 w 480995"/>
                <a:gd name="connsiteY1519" fmla="*/ 369376 h 507317"/>
                <a:gd name="connsiteX1520" fmla="*/ 391528 w 480995"/>
                <a:gd name="connsiteY1520" fmla="*/ 369376 h 507317"/>
                <a:gd name="connsiteX1521" fmla="*/ 391528 w 480995"/>
                <a:gd name="connsiteY1521" fmla="*/ 371822 h 507317"/>
                <a:gd name="connsiteX1522" fmla="*/ 386637 w 480995"/>
                <a:gd name="connsiteY1522" fmla="*/ 371822 h 507317"/>
                <a:gd name="connsiteX1523" fmla="*/ 389083 w 480995"/>
                <a:gd name="connsiteY1523" fmla="*/ 374267 h 507317"/>
                <a:gd name="connsiteX1524" fmla="*/ 389083 w 480995"/>
                <a:gd name="connsiteY1524" fmla="*/ 387069 h 507317"/>
                <a:gd name="connsiteX1525" fmla="*/ 391528 w 480995"/>
                <a:gd name="connsiteY1525" fmla="*/ 389802 h 507317"/>
                <a:gd name="connsiteX1526" fmla="*/ 389083 w 480995"/>
                <a:gd name="connsiteY1526" fmla="*/ 389802 h 507317"/>
                <a:gd name="connsiteX1527" fmla="*/ 391528 w 480995"/>
                <a:gd name="connsiteY1527" fmla="*/ 392247 h 507317"/>
                <a:gd name="connsiteX1528" fmla="*/ 391528 w 480995"/>
                <a:gd name="connsiteY1528" fmla="*/ 410083 h 507317"/>
                <a:gd name="connsiteX1529" fmla="*/ 394261 w 480995"/>
                <a:gd name="connsiteY1529" fmla="*/ 412672 h 507317"/>
                <a:gd name="connsiteX1530" fmla="*/ 394261 w 480995"/>
                <a:gd name="connsiteY1530" fmla="*/ 415117 h 507317"/>
                <a:gd name="connsiteX1531" fmla="*/ 396850 w 480995"/>
                <a:gd name="connsiteY1531" fmla="*/ 417562 h 507317"/>
                <a:gd name="connsiteX1532" fmla="*/ 396850 w 480995"/>
                <a:gd name="connsiteY1532" fmla="*/ 420295 h 507317"/>
                <a:gd name="connsiteX1533" fmla="*/ 399295 w 480995"/>
                <a:gd name="connsiteY1533" fmla="*/ 420295 h 507317"/>
                <a:gd name="connsiteX1534" fmla="*/ 399295 w 480995"/>
                <a:gd name="connsiteY1534" fmla="*/ 417562 h 507317"/>
                <a:gd name="connsiteX1535" fmla="*/ 401740 w 480995"/>
                <a:gd name="connsiteY1535" fmla="*/ 417562 h 507317"/>
                <a:gd name="connsiteX1536" fmla="*/ 404473 w 480995"/>
                <a:gd name="connsiteY1536" fmla="*/ 420295 h 507317"/>
                <a:gd name="connsiteX1537" fmla="*/ 404473 w 480995"/>
                <a:gd name="connsiteY1537" fmla="*/ 417562 h 507317"/>
                <a:gd name="connsiteX1538" fmla="*/ 407062 w 480995"/>
                <a:gd name="connsiteY1538" fmla="*/ 417562 h 507317"/>
                <a:gd name="connsiteX1539" fmla="*/ 407062 w 480995"/>
                <a:gd name="connsiteY1539" fmla="*/ 415117 h 507317"/>
                <a:gd name="connsiteX1540" fmla="*/ 409507 w 480995"/>
                <a:gd name="connsiteY1540" fmla="*/ 415117 h 507317"/>
                <a:gd name="connsiteX1541" fmla="*/ 409507 w 480995"/>
                <a:gd name="connsiteY1541" fmla="*/ 410083 h 507317"/>
                <a:gd name="connsiteX1542" fmla="*/ 411953 w 480995"/>
                <a:gd name="connsiteY1542" fmla="*/ 407350 h 507317"/>
                <a:gd name="connsiteX1543" fmla="*/ 409507 w 480995"/>
                <a:gd name="connsiteY1543" fmla="*/ 407350 h 507317"/>
                <a:gd name="connsiteX1544" fmla="*/ 411953 w 480995"/>
                <a:gd name="connsiteY1544" fmla="*/ 404904 h 507317"/>
                <a:gd name="connsiteX1545" fmla="*/ 411953 w 480995"/>
                <a:gd name="connsiteY1545" fmla="*/ 396994 h 507317"/>
                <a:gd name="connsiteX1546" fmla="*/ 414686 w 480995"/>
                <a:gd name="connsiteY1546" fmla="*/ 394548 h 507317"/>
                <a:gd name="connsiteX1547" fmla="*/ 414686 w 480995"/>
                <a:gd name="connsiteY1547" fmla="*/ 384336 h 507317"/>
                <a:gd name="connsiteX1548" fmla="*/ 411953 w 480995"/>
                <a:gd name="connsiteY1548" fmla="*/ 384336 h 507317"/>
                <a:gd name="connsiteX1549" fmla="*/ 411953 w 480995"/>
                <a:gd name="connsiteY1549" fmla="*/ 381891 h 507317"/>
                <a:gd name="connsiteX1550" fmla="*/ 417275 w 480995"/>
                <a:gd name="connsiteY1550" fmla="*/ 381891 h 507317"/>
                <a:gd name="connsiteX1551" fmla="*/ 417275 w 480995"/>
                <a:gd name="connsiteY1551" fmla="*/ 374123 h 507317"/>
                <a:gd name="connsiteX1552" fmla="*/ 419720 w 480995"/>
                <a:gd name="connsiteY1552" fmla="*/ 374123 h 507317"/>
                <a:gd name="connsiteX1553" fmla="*/ 419720 w 480995"/>
                <a:gd name="connsiteY1553" fmla="*/ 366644 h 507317"/>
                <a:gd name="connsiteX1554" fmla="*/ 417275 w 480995"/>
                <a:gd name="connsiteY1554" fmla="*/ 366644 h 507317"/>
                <a:gd name="connsiteX1555" fmla="*/ 417275 w 480995"/>
                <a:gd name="connsiteY1555" fmla="*/ 363911 h 507317"/>
                <a:gd name="connsiteX1556" fmla="*/ 419720 w 480995"/>
                <a:gd name="connsiteY1556" fmla="*/ 361465 h 507317"/>
                <a:gd name="connsiteX1557" fmla="*/ 422165 w 480995"/>
                <a:gd name="connsiteY1557" fmla="*/ 363911 h 507317"/>
                <a:gd name="connsiteX1558" fmla="*/ 424898 w 480995"/>
                <a:gd name="connsiteY1558" fmla="*/ 363911 h 507317"/>
                <a:gd name="connsiteX1559" fmla="*/ 424898 w 480995"/>
                <a:gd name="connsiteY1559" fmla="*/ 381891 h 507317"/>
                <a:gd name="connsiteX1560" fmla="*/ 427487 w 480995"/>
                <a:gd name="connsiteY1560" fmla="*/ 381891 h 507317"/>
                <a:gd name="connsiteX1561" fmla="*/ 427487 w 480995"/>
                <a:gd name="connsiteY1561" fmla="*/ 386925 h 507317"/>
                <a:gd name="connsiteX1562" fmla="*/ 429933 w 480995"/>
                <a:gd name="connsiteY1562" fmla="*/ 386925 h 507317"/>
                <a:gd name="connsiteX1563" fmla="*/ 429933 w 480995"/>
                <a:gd name="connsiteY1563" fmla="*/ 384336 h 507317"/>
                <a:gd name="connsiteX1564" fmla="*/ 435111 w 480995"/>
                <a:gd name="connsiteY1564" fmla="*/ 384336 h 507317"/>
                <a:gd name="connsiteX1565" fmla="*/ 435111 w 480995"/>
                <a:gd name="connsiteY1565" fmla="*/ 386925 h 507317"/>
                <a:gd name="connsiteX1566" fmla="*/ 432378 w 480995"/>
                <a:gd name="connsiteY1566" fmla="*/ 386925 h 507317"/>
                <a:gd name="connsiteX1567" fmla="*/ 432378 w 480995"/>
                <a:gd name="connsiteY1567" fmla="*/ 389658 h 507317"/>
                <a:gd name="connsiteX1568" fmla="*/ 429933 w 480995"/>
                <a:gd name="connsiteY1568" fmla="*/ 389658 h 507317"/>
                <a:gd name="connsiteX1569" fmla="*/ 429933 w 480995"/>
                <a:gd name="connsiteY1569" fmla="*/ 392103 h 507317"/>
                <a:gd name="connsiteX1570" fmla="*/ 432378 w 480995"/>
                <a:gd name="connsiteY1570" fmla="*/ 392103 h 507317"/>
                <a:gd name="connsiteX1571" fmla="*/ 432378 w 480995"/>
                <a:gd name="connsiteY1571" fmla="*/ 404761 h 507317"/>
                <a:gd name="connsiteX1572" fmla="*/ 435111 w 480995"/>
                <a:gd name="connsiteY1572" fmla="*/ 404761 h 507317"/>
                <a:gd name="connsiteX1573" fmla="*/ 435111 w 480995"/>
                <a:gd name="connsiteY1573" fmla="*/ 402315 h 507317"/>
                <a:gd name="connsiteX1574" fmla="*/ 437700 w 480995"/>
                <a:gd name="connsiteY1574" fmla="*/ 404761 h 507317"/>
                <a:gd name="connsiteX1575" fmla="*/ 437700 w 480995"/>
                <a:gd name="connsiteY1575" fmla="*/ 412528 h 507317"/>
                <a:gd name="connsiteX1576" fmla="*/ 440145 w 480995"/>
                <a:gd name="connsiteY1576" fmla="*/ 412528 h 507317"/>
                <a:gd name="connsiteX1577" fmla="*/ 442590 w 480995"/>
                <a:gd name="connsiteY1577" fmla="*/ 414973 h 507317"/>
                <a:gd name="connsiteX1578" fmla="*/ 445179 w 480995"/>
                <a:gd name="connsiteY1578" fmla="*/ 414973 h 507317"/>
                <a:gd name="connsiteX1579" fmla="*/ 445179 w 480995"/>
                <a:gd name="connsiteY1579" fmla="*/ 417419 h 507317"/>
                <a:gd name="connsiteX1580" fmla="*/ 447912 w 480995"/>
                <a:gd name="connsiteY1580" fmla="*/ 417419 h 507317"/>
                <a:gd name="connsiteX1581" fmla="*/ 447912 w 480995"/>
                <a:gd name="connsiteY1581" fmla="*/ 414973 h 507317"/>
                <a:gd name="connsiteX1582" fmla="*/ 452803 w 480995"/>
                <a:gd name="connsiteY1582" fmla="*/ 414973 h 507317"/>
                <a:gd name="connsiteX1583" fmla="*/ 452803 w 480995"/>
                <a:gd name="connsiteY1583" fmla="*/ 404761 h 507317"/>
                <a:gd name="connsiteX1584" fmla="*/ 455392 w 480995"/>
                <a:gd name="connsiteY1584" fmla="*/ 404761 h 507317"/>
                <a:gd name="connsiteX1585" fmla="*/ 455392 w 480995"/>
                <a:gd name="connsiteY1585" fmla="*/ 399870 h 507317"/>
                <a:gd name="connsiteX1586" fmla="*/ 460570 w 480995"/>
                <a:gd name="connsiteY1586" fmla="*/ 399870 h 507317"/>
                <a:gd name="connsiteX1587" fmla="*/ 460570 w 480995"/>
                <a:gd name="connsiteY1587" fmla="*/ 396994 h 507317"/>
                <a:gd name="connsiteX1588" fmla="*/ 463015 w 480995"/>
                <a:gd name="connsiteY1588" fmla="*/ 399870 h 507317"/>
                <a:gd name="connsiteX1589" fmla="*/ 465604 w 480995"/>
                <a:gd name="connsiteY1589" fmla="*/ 399870 h 507317"/>
                <a:gd name="connsiteX1590" fmla="*/ 465604 w 480995"/>
                <a:gd name="connsiteY1590" fmla="*/ 402315 h 507317"/>
                <a:gd name="connsiteX1591" fmla="*/ 470783 w 480995"/>
                <a:gd name="connsiteY1591" fmla="*/ 402315 h 507317"/>
                <a:gd name="connsiteX1592" fmla="*/ 470783 w 480995"/>
                <a:gd name="connsiteY1592" fmla="*/ 404761 h 507317"/>
                <a:gd name="connsiteX1593" fmla="*/ 473228 w 480995"/>
                <a:gd name="connsiteY1593" fmla="*/ 402315 h 507317"/>
                <a:gd name="connsiteX1594" fmla="*/ 475673 w 480995"/>
                <a:gd name="connsiteY1594" fmla="*/ 402315 h 507317"/>
                <a:gd name="connsiteX1595" fmla="*/ 475673 w 480995"/>
                <a:gd name="connsiteY1595" fmla="*/ 399870 h 507317"/>
                <a:gd name="connsiteX1596" fmla="*/ 478550 w 480995"/>
                <a:gd name="connsiteY1596" fmla="*/ 399870 h 507317"/>
                <a:gd name="connsiteX1597" fmla="*/ 478550 w 480995"/>
                <a:gd name="connsiteY1597" fmla="*/ 386925 h 507317"/>
                <a:gd name="connsiteX1598" fmla="*/ 475673 w 480995"/>
                <a:gd name="connsiteY1598" fmla="*/ 384336 h 507317"/>
                <a:gd name="connsiteX1599" fmla="*/ 478550 w 480995"/>
                <a:gd name="connsiteY1599" fmla="*/ 384336 h 507317"/>
                <a:gd name="connsiteX1600" fmla="*/ 478550 w 480995"/>
                <a:gd name="connsiteY1600" fmla="*/ 379445 h 507317"/>
                <a:gd name="connsiteX1601" fmla="*/ 480995 w 480995"/>
                <a:gd name="connsiteY1601" fmla="*/ 376712 h 507317"/>
                <a:gd name="connsiteX1602" fmla="*/ 81269 w 480995"/>
                <a:gd name="connsiteY1602" fmla="*/ 93639 h 507317"/>
                <a:gd name="connsiteX1603" fmla="*/ 81269 w 480995"/>
                <a:gd name="connsiteY1603" fmla="*/ 96228 h 507317"/>
                <a:gd name="connsiteX1604" fmla="*/ 78680 w 480995"/>
                <a:gd name="connsiteY1604" fmla="*/ 93639 h 507317"/>
                <a:gd name="connsiteX1605" fmla="*/ 22439 w 480995"/>
                <a:gd name="connsiteY1605" fmla="*/ 147290 h 507317"/>
                <a:gd name="connsiteX1606" fmla="*/ 19994 w 480995"/>
                <a:gd name="connsiteY1606" fmla="*/ 147290 h 507317"/>
                <a:gd name="connsiteX1607" fmla="*/ 19994 w 480995"/>
                <a:gd name="connsiteY1607" fmla="*/ 149736 h 507317"/>
                <a:gd name="connsiteX1608" fmla="*/ 17548 w 480995"/>
                <a:gd name="connsiteY1608" fmla="*/ 149736 h 507317"/>
                <a:gd name="connsiteX1609" fmla="*/ 17548 w 480995"/>
                <a:gd name="connsiteY1609" fmla="*/ 147290 h 507317"/>
                <a:gd name="connsiteX1610" fmla="*/ 19994 w 480995"/>
                <a:gd name="connsiteY1610" fmla="*/ 147290 h 507317"/>
                <a:gd name="connsiteX1611" fmla="*/ 19994 w 480995"/>
                <a:gd name="connsiteY1611" fmla="*/ 144414 h 507317"/>
                <a:gd name="connsiteX1612" fmla="*/ 22439 w 480995"/>
                <a:gd name="connsiteY1612" fmla="*/ 144414 h 507317"/>
                <a:gd name="connsiteX1613" fmla="*/ 73502 w 480995"/>
                <a:gd name="connsiteY1613" fmla="*/ 180373 h 507317"/>
                <a:gd name="connsiteX1614" fmla="*/ 73502 w 480995"/>
                <a:gd name="connsiteY1614" fmla="*/ 177784 h 507317"/>
                <a:gd name="connsiteX1615" fmla="*/ 75947 w 480995"/>
                <a:gd name="connsiteY1615" fmla="*/ 177784 h 507317"/>
                <a:gd name="connsiteX1616" fmla="*/ 75947 w 480995"/>
                <a:gd name="connsiteY1616" fmla="*/ 180373 h 507317"/>
                <a:gd name="connsiteX1617" fmla="*/ 106584 w 480995"/>
                <a:gd name="connsiteY1617" fmla="*/ 193031 h 507317"/>
                <a:gd name="connsiteX1618" fmla="*/ 104139 w 480995"/>
                <a:gd name="connsiteY1618" fmla="*/ 193031 h 507317"/>
                <a:gd name="connsiteX1619" fmla="*/ 104139 w 480995"/>
                <a:gd name="connsiteY1619" fmla="*/ 190586 h 507317"/>
                <a:gd name="connsiteX1620" fmla="*/ 106584 w 480995"/>
                <a:gd name="connsiteY1620" fmla="*/ 190586 h 507317"/>
                <a:gd name="connsiteX1621" fmla="*/ 114352 w 480995"/>
                <a:gd name="connsiteY1621" fmla="*/ 453234 h 507317"/>
                <a:gd name="connsiteX1622" fmla="*/ 111906 w 480995"/>
                <a:gd name="connsiteY1622" fmla="*/ 453234 h 507317"/>
                <a:gd name="connsiteX1623" fmla="*/ 111906 w 480995"/>
                <a:gd name="connsiteY1623" fmla="*/ 450645 h 507317"/>
                <a:gd name="connsiteX1624" fmla="*/ 114352 w 480995"/>
                <a:gd name="connsiteY1624" fmla="*/ 450645 h 507317"/>
                <a:gd name="connsiteX1625" fmla="*/ 134776 w 480995"/>
                <a:gd name="connsiteY1625" fmla="*/ 213456 h 507317"/>
                <a:gd name="connsiteX1626" fmla="*/ 134776 w 480995"/>
                <a:gd name="connsiteY1626" fmla="*/ 215901 h 507317"/>
                <a:gd name="connsiteX1627" fmla="*/ 132331 w 480995"/>
                <a:gd name="connsiteY1627" fmla="*/ 215901 h 507317"/>
                <a:gd name="connsiteX1628" fmla="*/ 132331 w 480995"/>
                <a:gd name="connsiteY1628" fmla="*/ 211011 h 507317"/>
                <a:gd name="connsiteX1629" fmla="*/ 134776 w 480995"/>
                <a:gd name="connsiteY1629" fmla="*/ 211011 h 507317"/>
                <a:gd name="connsiteX1630" fmla="*/ 137222 w 480995"/>
                <a:gd name="connsiteY1630" fmla="*/ 205689 h 507317"/>
                <a:gd name="connsiteX1631" fmla="*/ 137222 w 480995"/>
                <a:gd name="connsiteY1631" fmla="*/ 208278 h 507317"/>
                <a:gd name="connsiteX1632" fmla="*/ 134776 w 480995"/>
                <a:gd name="connsiteY1632" fmla="*/ 208278 h 507317"/>
                <a:gd name="connsiteX1633" fmla="*/ 134776 w 480995"/>
                <a:gd name="connsiteY1633" fmla="*/ 203243 h 507317"/>
                <a:gd name="connsiteX1634" fmla="*/ 132331 w 480995"/>
                <a:gd name="connsiteY1634" fmla="*/ 203243 h 507317"/>
                <a:gd name="connsiteX1635" fmla="*/ 132331 w 480995"/>
                <a:gd name="connsiteY1635" fmla="*/ 200798 h 507317"/>
                <a:gd name="connsiteX1636" fmla="*/ 134776 w 480995"/>
                <a:gd name="connsiteY1636" fmla="*/ 200798 h 507317"/>
                <a:gd name="connsiteX1637" fmla="*/ 134776 w 480995"/>
                <a:gd name="connsiteY1637" fmla="*/ 203243 h 507317"/>
                <a:gd name="connsiteX1638" fmla="*/ 137222 w 480995"/>
                <a:gd name="connsiteY1638" fmla="*/ 203243 h 507317"/>
                <a:gd name="connsiteX1639" fmla="*/ 147434 w 480995"/>
                <a:gd name="connsiteY1639" fmla="*/ 432809 h 507317"/>
                <a:gd name="connsiteX1640" fmla="*/ 147434 w 480995"/>
                <a:gd name="connsiteY1640" fmla="*/ 430220 h 507317"/>
                <a:gd name="connsiteX1641" fmla="*/ 149880 w 480995"/>
                <a:gd name="connsiteY1641" fmla="*/ 432809 h 507317"/>
                <a:gd name="connsiteX1642" fmla="*/ 149880 w 480995"/>
                <a:gd name="connsiteY1642" fmla="*/ 427487 h 507317"/>
                <a:gd name="connsiteX1643" fmla="*/ 147434 w 480995"/>
                <a:gd name="connsiteY1643" fmla="*/ 427487 h 507317"/>
                <a:gd name="connsiteX1644" fmla="*/ 147434 w 480995"/>
                <a:gd name="connsiteY1644" fmla="*/ 425761 h 507317"/>
                <a:gd name="connsiteX1645" fmla="*/ 149880 w 480995"/>
                <a:gd name="connsiteY1645" fmla="*/ 425761 h 507317"/>
                <a:gd name="connsiteX1646" fmla="*/ 203675 w 480995"/>
                <a:gd name="connsiteY1646" fmla="*/ 412384 h 507317"/>
                <a:gd name="connsiteX1647" fmla="*/ 198497 w 480995"/>
                <a:gd name="connsiteY1647" fmla="*/ 412384 h 507317"/>
                <a:gd name="connsiteX1648" fmla="*/ 198497 w 480995"/>
                <a:gd name="connsiteY1648" fmla="*/ 409795 h 507317"/>
                <a:gd name="connsiteX1649" fmla="*/ 203675 w 480995"/>
                <a:gd name="connsiteY1649" fmla="*/ 409795 h 507317"/>
                <a:gd name="connsiteX1650" fmla="*/ 216477 w 480995"/>
                <a:gd name="connsiteY1650" fmla="*/ 383617 h 507317"/>
                <a:gd name="connsiteX1651" fmla="*/ 216477 w 480995"/>
                <a:gd name="connsiteY1651" fmla="*/ 381171 h 507317"/>
                <a:gd name="connsiteX1652" fmla="*/ 218922 w 480995"/>
                <a:gd name="connsiteY1652" fmla="*/ 381171 h 507317"/>
                <a:gd name="connsiteX1653" fmla="*/ 218922 w 480995"/>
                <a:gd name="connsiteY1653" fmla="*/ 383617 h 507317"/>
                <a:gd name="connsiteX1654" fmla="*/ 241792 w 480995"/>
                <a:gd name="connsiteY1654" fmla="*/ 396275 h 507317"/>
                <a:gd name="connsiteX1655" fmla="*/ 241792 w 480995"/>
                <a:gd name="connsiteY1655" fmla="*/ 393829 h 507317"/>
                <a:gd name="connsiteX1656" fmla="*/ 244237 w 480995"/>
                <a:gd name="connsiteY1656" fmla="*/ 393829 h 507317"/>
                <a:gd name="connsiteX1657" fmla="*/ 244237 w 480995"/>
                <a:gd name="connsiteY1657" fmla="*/ 396994 h 507317"/>
                <a:gd name="connsiteX1658" fmla="*/ 249559 w 480995"/>
                <a:gd name="connsiteY1658" fmla="*/ 370959 h 507317"/>
                <a:gd name="connsiteX1659" fmla="*/ 249559 w 480995"/>
                <a:gd name="connsiteY1659" fmla="*/ 373404 h 507317"/>
                <a:gd name="connsiteX1660" fmla="*/ 246970 w 480995"/>
                <a:gd name="connsiteY1660" fmla="*/ 373404 h 507317"/>
                <a:gd name="connsiteX1661" fmla="*/ 246970 w 480995"/>
                <a:gd name="connsiteY1661" fmla="*/ 370959 h 507317"/>
                <a:gd name="connsiteX1662" fmla="*/ 249559 w 480995"/>
                <a:gd name="connsiteY1662" fmla="*/ 368513 h 507317"/>
                <a:gd name="connsiteX1663" fmla="*/ 318170 w 480995"/>
                <a:gd name="connsiteY1663" fmla="*/ 429645 h 507317"/>
                <a:gd name="connsiteX1664" fmla="*/ 318170 w 480995"/>
                <a:gd name="connsiteY1664" fmla="*/ 426912 h 507317"/>
                <a:gd name="connsiteX1665" fmla="*/ 320903 w 480995"/>
                <a:gd name="connsiteY1665" fmla="*/ 426912 h 507317"/>
                <a:gd name="connsiteX1666" fmla="*/ 320903 w 480995"/>
                <a:gd name="connsiteY1666" fmla="*/ 429645 h 507317"/>
                <a:gd name="connsiteX1667" fmla="*/ 325937 w 480995"/>
                <a:gd name="connsiteY1667" fmla="*/ 230717 h 507317"/>
                <a:gd name="connsiteX1668" fmla="*/ 325937 w 480995"/>
                <a:gd name="connsiteY1668" fmla="*/ 227984 h 507317"/>
                <a:gd name="connsiteX1669" fmla="*/ 329102 w 480995"/>
                <a:gd name="connsiteY1669" fmla="*/ 227984 h 507317"/>
                <a:gd name="connsiteX1670" fmla="*/ 329102 w 480995"/>
                <a:gd name="connsiteY1670" fmla="*/ 230717 h 507317"/>
                <a:gd name="connsiteX1671" fmla="*/ 326656 w 480995"/>
                <a:gd name="connsiteY1671" fmla="*/ 230717 h 507317"/>
                <a:gd name="connsiteX1672" fmla="*/ 326656 w 480995"/>
                <a:gd name="connsiteY1672" fmla="*/ 233306 h 507317"/>
                <a:gd name="connsiteX1673" fmla="*/ 324211 w 480995"/>
                <a:gd name="connsiteY1673" fmla="*/ 233306 h 507317"/>
                <a:gd name="connsiteX1674" fmla="*/ 324211 w 480995"/>
                <a:gd name="connsiteY1674" fmla="*/ 230717 h 507317"/>
                <a:gd name="connsiteX1675" fmla="*/ 323492 w 480995"/>
                <a:gd name="connsiteY1675" fmla="*/ 235751 h 507317"/>
                <a:gd name="connsiteX1676" fmla="*/ 323492 w 480995"/>
                <a:gd name="connsiteY1676" fmla="*/ 238772 h 507317"/>
                <a:gd name="connsiteX1677" fmla="*/ 320903 w 480995"/>
                <a:gd name="connsiteY1677" fmla="*/ 236326 h 507317"/>
                <a:gd name="connsiteX1678" fmla="*/ 323492 w 480995"/>
                <a:gd name="connsiteY1678" fmla="*/ 264519 h 507317"/>
                <a:gd name="connsiteX1679" fmla="*/ 323492 w 480995"/>
                <a:gd name="connsiteY1679" fmla="*/ 269409 h 507317"/>
                <a:gd name="connsiteX1680" fmla="*/ 320903 w 480995"/>
                <a:gd name="connsiteY1680" fmla="*/ 269409 h 507317"/>
                <a:gd name="connsiteX1681" fmla="*/ 320903 w 480995"/>
                <a:gd name="connsiteY1681" fmla="*/ 264519 h 507317"/>
                <a:gd name="connsiteX1682" fmla="*/ 323492 w 480995"/>
                <a:gd name="connsiteY1682" fmla="*/ 261929 h 507317"/>
                <a:gd name="connsiteX1683" fmla="*/ 325937 w 480995"/>
                <a:gd name="connsiteY1683" fmla="*/ 261929 h 507317"/>
                <a:gd name="connsiteX1684" fmla="*/ 356575 w 480995"/>
                <a:gd name="connsiteY1684" fmla="*/ 295156 h 507317"/>
                <a:gd name="connsiteX1685" fmla="*/ 356575 w 480995"/>
                <a:gd name="connsiteY1685" fmla="*/ 292423 h 507317"/>
                <a:gd name="connsiteX1686" fmla="*/ 359020 w 480995"/>
                <a:gd name="connsiteY1686" fmla="*/ 292423 h 507317"/>
                <a:gd name="connsiteX1687" fmla="*/ 417850 w 480995"/>
                <a:gd name="connsiteY1687" fmla="*/ 371534 h 507317"/>
                <a:gd name="connsiteX1688" fmla="*/ 415405 w 480995"/>
                <a:gd name="connsiteY1688" fmla="*/ 371534 h 507317"/>
                <a:gd name="connsiteX1689" fmla="*/ 415405 w 480995"/>
                <a:gd name="connsiteY1689" fmla="*/ 369089 h 507317"/>
                <a:gd name="connsiteX1690" fmla="*/ 417994 w 480995"/>
                <a:gd name="connsiteY1690" fmla="*/ 369089 h 507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Lst>
              <a:rect l="l" t="t" r="r" b="b"/>
              <a:pathLst>
                <a:path w="480995" h="507317">
                  <a:moveTo>
                    <a:pt x="479125" y="376568"/>
                  </a:moveTo>
                  <a:lnTo>
                    <a:pt x="479125" y="371534"/>
                  </a:lnTo>
                  <a:lnTo>
                    <a:pt x="476249" y="371534"/>
                  </a:lnTo>
                  <a:lnTo>
                    <a:pt x="476249" y="361322"/>
                  </a:lnTo>
                  <a:lnTo>
                    <a:pt x="473803" y="361322"/>
                  </a:lnTo>
                  <a:lnTo>
                    <a:pt x="473803" y="358877"/>
                  </a:lnTo>
                  <a:lnTo>
                    <a:pt x="471358" y="358877"/>
                  </a:lnTo>
                  <a:lnTo>
                    <a:pt x="471358" y="356288"/>
                  </a:lnTo>
                  <a:lnTo>
                    <a:pt x="473803" y="356288"/>
                  </a:lnTo>
                  <a:lnTo>
                    <a:pt x="473803" y="353842"/>
                  </a:lnTo>
                  <a:lnTo>
                    <a:pt x="471358" y="353842"/>
                  </a:lnTo>
                  <a:lnTo>
                    <a:pt x="471358" y="351397"/>
                  </a:lnTo>
                  <a:lnTo>
                    <a:pt x="473803" y="351397"/>
                  </a:lnTo>
                  <a:lnTo>
                    <a:pt x="473803" y="348952"/>
                  </a:lnTo>
                  <a:lnTo>
                    <a:pt x="468913" y="348952"/>
                  </a:lnTo>
                  <a:lnTo>
                    <a:pt x="468913" y="341184"/>
                  </a:lnTo>
                  <a:lnTo>
                    <a:pt x="466180" y="341184"/>
                  </a:lnTo>
                  <a:lnTo>
                    <a:pt x="468913" y="338739"/>
                  </a:lnTo>
                  <a:lnTo>
                    <a:pt x="468913" y="336150"/>
                  </a:lnTo>
                  <a:lnTo>
                    <a:pt x="466180" y="336150"/>
                  </a:lnTo>
                  <a:lnTo>
                    <a:pt x="466180" y="330972"/>
                  </a:lnTo>
                  <a:lnTo>
                    <a:pt x="468913" y="330972"/>
                  </a:lnTo>
                  <a:lnTo>
                    <a:pt x="466180" y="328526"/>
                  </a:lnTo>
                  <a:lnTo>
                    <a:pt x="466180" y="325074"/>
                  </a:lnTo>
                  <a:lnTo>
                    <a:pt x="463591" y="325074"/>
                  </a:lnTo>
                  <a:lnTo>
                    <a:pt x="463591" y="322341"/>
                  </a:lnTo>
                  <a:lnTo>
                    <a:pt x="466180" y="322341"/>
                  </a:lnTo>
                  <a:lnTo>
                    <a:pt x="466180" y="307814"/>
                  </a:lnTo>
                  <a:lnTo>
                    <a:pt x="463591" y="307814"/>
                  </a:lnTo>
                  <a:lnTo>
                    <a:pt x="463591" y="302636"/>
                  </a:lnTo>
                  <a:lnTo>
                    <a:pt x="466180" y="302636"/>
                  </a:lnTo>
                  <a:lnTo>
                    <a:pt x="466180" y="300047"/>
                  </a:lnTo>
                  <a:lnTo>
                    <a:pt x="463591" y="300047"/>
                  </a:lnTo>
                  <a:lnTo>
                    <a:pt x="463591" y="297601"/>
                  </a:lnTo>
                  <a:lnTo>
                    <a:pt x="461145" y="297601"/>
                  </a:lnTo>
                  <a:lnTo>
                    <a:pt x="461145" y="300047"/>
                  </a:lnTo>
                  <a:lnTo>
                    <a:pt x="458556" y="300047"/>
                  </a:lnTo>
                  <a:lnTo>
                    <a:pt x="458556" y="297601"/>
                  </a:lnTo>
                  <a:lnTo>
                    <a:pt x="455823" y="297601"/>
                  </a:lnTo>
                  <a:lnTo>
                    <a:pt x="455823" y="295156"/>
                  </a:lnTo>
                  <a:lnTo>
                    <a:pt x="458556" y="295156"/>
                  </a:lnTo>
                  <a:lnTo>
                    <a:pt x="458556" y="289834"/>
                  </a:lnTo>
                  <a:lnTo>
                    <a:pt x="455823" y="289834"/>
                  </a:lnTo>
                  <a:lnTo>
                    <a:pt x="455823" y="287389"/>
                  </a:lnTo>
                  <a:lnTo>
                    <a:pt x="450789" y="287389"/>
                  </a:lnTo>
                  <a:lnTo>
                    <a:pt x="450789" y="281923"/>
                  </a:lnTo>
                  <a:lnTo>
                    <a:pt x="448344" y="281923"/>
                  </a:lnTo>
                  <a:lnTo>
                    <a:pt x="448344" y="279190"/>
                  </a:lnTo>
                  <a:lnTo>
                    <a:pt x="443022" y="279190"/>
                  </a:lnTo>
                  <a:lnTo>
                    <a:pt x="443022" y="276745"/>
                  </a:lnTo>
                  <a:lnTo>
                    <a:pt x="438131" y="276745"/>
                  </a:lnTo>
                  <a:lnTo>
                    <a:pt x="438131" y="279190"/>
                  </a:lnTo>
                  <a:lnTo>
                    <a:pt x="440577" y="281923"/>
                  </a:lnTo>
                  <a:lnTo>
                    <a:pt x="440577" y="289402"/>
                  </a:lnTo>
                  <a:lnTo>
                    <a:pt x="443022" y="289402"/>
                  </a:lnTo>
                  <a:lnTo>
                    <a:pt x="443022" y="310691"/>
                  </a:lnTo>
                  <a:lnTo>
                    <a:pt x="440577" y="310691"/>
                  </a:lnTo>
                  <a:lnTo>
                    <a:pt x="440577" y="313136"/>
                  </a:lnTo>
                  <a:lnTo>
                    <a:pt x="438131" y="313136"/>
                  </a:lnTo>
                  <a:lnTo>
                    <a:pt x="438131" y="328670"/>
                  </a:lnTo>
                  <a:lnTo>
                    <a:pt x="435542" y="328670"/>
                  </a:lnTo>
                  <a:lnTo>
                    <a:pt x="435542" y="323348"/>
                  </a:lnTo>
                  <a:lnTo>
                    <a:pt x="432809" y="323348"/>
                  </a:lnTo>
                  <a:lnTo>
                    <a:pt x="432809" y="325074"/>
                  </a:lnTo>
                  <a:lnTo>
                    <a:pt x="427919" y="325074"/>
                  </a:lnTo>
                  <a:lnTo>
                    <a:pt x="427919" y="319896"/>
                  </a:lnTo>
                  <a:lnTo>
                    <a:pt x="430364" y="319896"/>
                  </a:lnTo>
                  <a:lnTo>
                    <a:pt x="430364" y="317451"/>
                  </a:lnTo>
                  <a:lnTo>
                    <a:pt x="427919" y="317451"/>
                  </a:lnTo>
                  <a:lnTo>
                    <a:pt x="427919" y="312129"/>
                  </a:lnTo>
                  <a:lnTo>
                    <a:pt x="425330" y="312129"/>
                  </a:lnTo>
                  <a:lnTo>
                    <a:pt x="425330" y="315006"/>
                  </a:lnTo>
                  <a:lnTo>
                    <a:pt x="422597" y="315006"/>
                  </a:lnTo>
                  <a:lnTo>
                    <a:pt x="422597" y="317451"/>
                  </a:lnTo>
                  <a:lnTo>
                    <a:pt x="420151" y="317451"/>
                  </a:lnTo>
                  <a:lnTo>
                    <a:pt x="420151" y="315006"/>
                  </a:lnTo>
                  <a:lnTo>
                    <a:pt x="422597" y="315006"/>
                  </a:lnTo>
                  <a:lnTo>
                    <a:pt x="422597" y="312129"/>
                  </a:lnTo>
                  <a:lnTo>
                    <a:pt x="420151" y="312129"/>
                  </a:lnTo>
                  <a:lnTo>
                    <a:pt x="420151" y="310691"/>
                  </a:lnTo>
                  <a:lnTo>
                    <a:pt x="417706" y="313136"/>
                  </a:lnTo>
                  <a:lnTo>
                    <a:pt x="417706" y="308245"/>
                  </a:lnTo>
                  <a:lnTo>
                    <a:pt x="420151" y="308245"/>
                  </a:lnTo>
                  <a:lnTo>
                    <a:pt x="420151" y="300478"/>
                  </a:lnTo>
                  <a:lnTo>
                    <a:pt x="417706" y="303067"/>
                  </a:lnTo>
                  <a:lnTo>
                    <a:pt x="417706" y="300478"/>
                  </a:lnTo>
                  <a:lnTo>
                    <a:pt x="420151" y="298033"/>
                  </a:lnTo>
                  <a:lnTo>
                    <a:pt x="415405" y="298033"/>
                  </a:lnTo>
                  <a:lnTo>
                    <a:pt x="415405" y="295588"/>
                  </a:lnTo>
                  <a:lnTo>
                    <a:pt x="417994" y="295588"/>
                  </a:lnTo>
                  <a:lnTo>
                    <a:pt x="417994" y="277608"/>
                  </a:lnTo>
                  <a:lnTo>
                    <a:pt x="415405" y="275163"/>
                  </a:lnTo>
                  <a:lnTo>
                    <a:pt x="415405" y="269841"/>
                  </a:lnTo>
                  <a:lnTo>
                    <a:pt x="417994" y="269841"/>
                  </a:lnTo>
                  <a:lnTo>
                    <a:pt x="417994" y="262361"/>
                  </a:lnTo>
                  <a:lnTo>
                    <a:pt x="415405" y="262361"/>
                  </a:lnTo>
                  <a:lnTo>
                    <a:pt x="415405" y="254737"/>
                  </a:lnTo>
                  <a:lnTo>
                    <a:pt x="417994" y="254737"/>
                  </a:lnTo>
                  <a:lnTo>
                    <a:pt x="417994" y="252148"/>
                  </a:lnTo>
                  <a:lnTo>
                    <a:pt x="420439" y="252148"/>
                  </a:lnTo>
                  <a:lnTo>
                    <a:pt x="420439" y="249415"/>
                  </a:lnTo>
                  <a:lnTo>
                    <a:pt x="415405" y="249415"/>
                  </a:lnTo>
                  <a:lnTo>
                    <a:pt x="415405" y="246970"/>
                  </a:lnTo>
                  <a:lnTo>
                    <a:pt x="410227" y="246970"/>
                  </a:lnTo>
                  <a:lnTo>
                    <a:pt x="410227" y="259628"/>
                  </a:lnTo>
                  <a:lnTo>
                    <a:pt x="407781" y="259628"/>
                  </a:lnTo>
                  <a:lnTo>
                    <a:pt x="407781" y="264950"/>
                  </a:lnTo>
                  <a:lnTo>
                    <a:pt x="400014" y="264950"/>
                  </a:lnTo>
                  <a:lnTo>
                    <a:pt x="400014" y="269841"/>
                  </a:lnTo>
                  <a:lnTo>
                    <a:pt x="397569" y="269841"/>
                  </a:lnTo>
                  <a:lnTo>
                    <a:pt x="397569" y="275163"/>
                  </a:lnTo>
                  <a:lnTo>
                    <a:pt x="394980" y="275163"/>
                  </a:lnTo>
                  <a:lnTo>
                    <a:pt x="394980" y="287820"/>
                  </a:lnTo>
                  <a:lnTo>
                    <a:pt x="397569" y="287820"/>
                  </a:lnTo>
                  <a:lnTo>
                    <a:pt x="397569" y="290265"/>
                  </a:lnTo>
                  <a:lnTo>
                    <a:pt x="394980" y="290265"/>
                  </a:lnTo>
                  <a:lnTo>
                    <a:pt x="394980" y="295588"/>
                  </a:lnTo>
                  <a:lnTo>
                    <a:pt x="397569" y="295588"/>
                  </a:lnTo>
                  <a:lnTo>
                    <a:pt x="397569" y="298033"/>
                  </a:lnTo>
                  <a:lnTo>
                    <a:pt x="394980" y="298033"/>
                  </a:lnTo>
                  <a:lnTo>
                    <a:pt x="394980" y="303067"/>
                  </a:lnTo>
                  <a:lnTo>
                    <a:pt x="397569" y="303067"/>
                  </a:lnTo>
                  <a:lnTo>
                    <a:pt x="397569" y="305800"/>
                  </a:lnTo>
                  <a:lnTo>
                    <a:pt x="394980" y="305800"/>
                  </a:lnTo>
                  <a:lnTo>
                    <a:pt x="394980" y="308245"/>
                  </a:lnTo>
                  <a:lnTo>
                    <a:pt x="397569" y="308245"/>
                  </a:lnTo>
                  <a:lnTo>
                    <a:pt x="397569" y="310691"/>
                  </a:lnTo>
                  <a:lnTo>
                    <a:pt x="400014" y="310691"/>
                  </a:lnTo>
                  <a:lnTo>
                    <a:pt x="400014" y="313136"/>
                  </a:lnTo>
                  <a:lnTo>
                    <a:pt x="397569" y="313136"/>
                  </a:lnTo>
                  <a:lnTo>
                    <a:pt x="400014" y="316013"/>
                  </a:lnTo>
                  <a:lnTo>
                    <a:pt x="397569" y="316013"/>
                  </a:lnTo>
                  <a:lnTo>
                    <a:pt x="400014" y="318458"/>
                  </a:lnTo>
                  <a:lnTo>
                    <a:pt x="402459" y="320903"/>
                  </a:lnTo>
                  <a:lnTo>
                    <a:pt x="400014" y="320903"/>
                  </a:lnTo>
                  <a:lnTo>
                    <a:pt x="400014" y="318458"/>
                  </a:lnTo>
                  <a:lnTo>
                    <a:pt x="397569" y="318458"/>
                  </a:lnTo>
                  <a:lnTo>
                    <a:pt x="397569" y="320903"/>
                  </a:lnTo>
                  <a:lnTo>
                    <a:pt x="400014" y="323348"/>
                  </a:lnTo>
                  <a:lnTo>
                    <a:pt x="400014" y="325074"/>
                  </a:lnTo>
                  <a:lnTo>
                    <a:pt x="402459" y="325074"/>
                  </a:lnTo>
                  <a:lnTo>
                    <a:pt x="402459" y="327663"/>
                  </a:lnTo>
                  <a:lnTo>
                    <a:pt x="397569" y="327663"/>
                  </a:lnTo>
                  <a:lnTo>
                    <a:pt x="397569" y="332554"/>
                  </a:lnTo>
                  <a:lnTo>
                    <a:pt x="394980" y="332554"/>
                  </a:lnTo>
                  <a:lnTo>
                    <a:pt x="394980" y="327663"/>
                  </a:lnTo>
                  <a:lnTo>
                    <a:pt x="392247" y="327663"/>
                  </a:lnTo>
                  <a:lnTo>
                    <a:pt x="392247" y="330109"/>
                  </a:lnTo>
                  <a:lnTo>
                    <a:pt x="389802" y="330109"/>
                  </a:lnTo>
                  <a:lnTo>
                    <a:pt x="389802" y="317451"/>
                  </a:lnTo>
                  <a:lnTo>
                    <a:pt x="384911" y="317451"/>
                  </a:lnTo>
                  <a:lnTo>
                    <a:pt x="384911" y="325074"/>
                  </a:lnTo>
                  <a:lnTo>
                    <a:pt x="382178" y="325074"/>
                  </a:lnTo>
                  <a:lnTo>
                    <a:pt x="382178" y="322341"/>
                  </a:lnTo>
                  <a:lnTo>
                    <a:pt x="374699" y="322341"/>
                  </a:lnTo>
                  <a:lnTo>
                    <a:pt x="374699" y="319896"/>
                  </a:lnTo>
                  <a:lnTo>
                    <a:pt x="377144" y="319896"/>
                  </a:lnTo>
                  <a:lnTo>
                    <a:pt x="374699" y="317451"/>
                  </a:lnTo>
                  <a:lnTo>
                    <a:pt x="371966" y="315006"/>
                  </a:lnTo>
                  <a:lnTo>
                    <a:pt x="371966" y="312129"/>
                  </a:lnTo>
                  <a:lnTo>
                    <a:pt x="369376" y="312129"/>
                  </a:lnTo>
                  <a:lnTo>
                    <a:pt x="366931" y="309684"/>
                  </a:lnTo>
                  <a:lnTo>
                    <a:pt x="372253" y="309684"/>
                  </a:lnTo>
                  <a:lnTo>
                    <a:pt x="372253" y="312129"/>
                  </a:lnTo>
                  <a:lnTo>
                    <a:pt x="374986" y="312129"/>
                  </a:lnTo>
                  <a:lnTo>
                    <a:pt x="374986" y="310691"/>
                  </a:lnTo>
                  <a:lnTo>
                    <a:pt x="377431" y="310691"/>
                  </a:lnTo>
                  <a:lnTo>
                    <a:pt x="377431" y="308245"/>
                  </a:lnTo>
                  <a:lnTo>
                    <a:pt x="374986" y="308245"/>
                  </a:lnTo>
                  <a:lnTo>
                    <a:pt x="374986" y="305800"/>
                  </a:lnTo>
                  <a:lnTo>
                    <a:pt x="377431" y="305800"/>
                  </a:lnTo>
                  <a:lnTo>
                    <a:pt x="377431" y="303067"/>
                  </a:lnTo>
                  <a:lnTo>
                    <a:pt x="374986" y="303067"/>
                  </a:lnTo>
                  <a:lnTo>
                    <a:pt x="374986" y="300478"/>
                  </a:lnTo>
                  <a:lnTo>
                    <a:pt x="372253" y="300478"/>
                  </a:lnTo>
                  <a:lnTo>
                    <a:pt x="372253" y="303067"/>
                  </a:lnTo>
                  <a:lnTo>
                    <a:pt x="369664" y="303067"/>
                  </a:lnTo>
                  <a:lnTo>
                    <a:pt x="369664" y="300478"/>
                  </a:lnTo>
                  <a:lnTo>
                    <a:pt x="372253" y="300478"/>
                  </a:lnTo>
                  <a:lnTo>
                    <a:pt x="374986" y="298033"/>
                  </a:lnTo>
                  <a:lnTo>
                    <a:pt x="372253" y="298033"/>
                  </a:lnTo>
                  <a:lnTo>
                    <a:pt x="372253" y="295588"/>
                  </a:lnTo>
                  <a:lnTo>
                    <a:pt x="374986" y="295588"/>
                  </a:lnTo>
                  <a:lnTo>
                    <a:pt x="374986" y="281923"/>
                  </a:lnTo>
                  <a:lnTo>
                    <a:pt x="369664" y="281923"/>
                  </a:lnTo>
                  <a:lnTo>
                    <a:pt x="369664" y="286957"/>
                  </a:lnTo>
                  <a:lnTo>
                    <a:pt x="367219" y="286957"/>
                  </a:lnTo>
                  <a:lnTo>
                    <a:pt x="367219" y="289402"/>
                  </a:lnTo>
                  <a:lnTo>
                    <a:pt x="364774" y="289402"/>
                  </a:lnTo>
                  <a:lnTo>
                    <a:pt x="364774" y="291992"/>
                  </a:lnTo>
                  <a:lnTo>
                    <a:pt x="362185" y="291992"/>
                  </a:lnTo>
                  <a:lnTo>
                    <a:pt x="362185" y="289402"/>
                  </a:lnTo>
                  <a:lnTo>
                    <a:pt x="364774" y="289402"/>
                  </a:lnTo>
                  <a:lnTo>
                    <a:pt x="364774" y="284512"/>
                  </a:lnTo>
                  <a:lnTo>
                    <a:pt x="367219" y="284512"/>
                  </a:lnTo>
                  <a:lnTo>
                    <a:pt x="367219" y="281923"/>
                  </a:lnTo>
                  <a:lnTo>
                    <a:pt x="362185" y="281923"/>
                  </a:lnTo>
                  <a:lnTo>
                    <a:pt x="362185" y="284512"/>
                  </a:lnTo>
                  <a:lnTo>
                    <a:pt x="359452" y="284512"/>
                  </a:lnTo>
                  <a:lnTo>
                    <a:pt x="357007" y="286957"/>
                  </a:lnTo>
                  <a:lnTo>
                    <a:pt x="351972" y="286957"/>
                  </a:lnTo>
                  <a:lnTo>
                    <a:pt x="349239" y="284512"/>
                  </a:lnTo>
                  <a:lnTo>
                    <a:pt x="349239" y="281923"/>
                  </a:lnTo>
                  <a:lnTo>
                    <a:pt x="346794" y="281923"/>
                  </a:lnTo>
                  <a:lnTo>
                    <a:pt x="344349" y="279190"/>
                  </a:lnTo>
                  <a:lnTo>
                    <a:pt x="344349" y="274300"/>
                  </a:lnTo>
                  <a:lnTo>
                    <a:pt x="349239" y="274300"/>
                  </a:lnTo>
                  <a:lnTo>
                    <a:pt x="351972" y="276745"/>
                  </a:lnTo>
                  <a:lnTo>
                    <a:pt x="351972" y="274300"/>
                  </a:lnTo>
                  <a:lnTo>
                    <a:pt x="354561" y="274300"/>
                  </a:lnTo>
                  <a:lnTo>
                    <a:pt x="357007" y="271711"/>
                  </a:lnTo>
                  <a:lnTo>
                    <a:pt x="359452" y="271711"/>
                  </a:lnTo>
                  <a:lnTo>
                    <a:pt x="362185" y="274300"/>
                  </a:lnTo>
                  <a:lnTo>
                    <a:pt x="362185" y="271711"/>
                  </a:lnTo>
                  <a:lnTo>
                    <a:pt x="364774" y="271711"/>
                  </a:lnTo>
                  <a:lnTo>
                    <a:pt x="364774" y="268978"/>
                  </a:lnTo>
                  <a:lnTo>
                    <a:pt x="367219" y="268978"/>
                  </a:lnTo>
                  <a:lnTo>
                    <a:pt x="367219" y="267539"/>
                  </a:lnTo>
                  <a:lnTo>
                    <a:pt x="369664" y="265094"/>
                  </a:lnTo>
                  <a:lnTo>
                    <a:pt x="369664" y="262505"/>
                  </a:lnTo>
                  <a:lnTo>
                    <a:pt x="367219" y="262505"/>
                  </a:lnTo>
                  <a:lnTo>
                    <a:pt x="369664" y="259772"/>
                  </a:lnTo>
                  <a:lnTo>
                    <a:pt x="369664" y="257327"/>
                  </a:lnTo>
                  <a:lnTo>
                    <a:pt x="372253" y="257327"/>
                  </a:lnTo>
                  <a:lnTo>
                    <a:pt x="372253" y="252292"/>
                  </a:lnTo>
                  <a:lnTo>
                    <a:pt x="377431" y="252292"/>
                  </a:lnTo>
                  <a:lnTo>
                    <a:pt x="377431" y="249559"/>
                  </a:lnTo>
                  <a:lnTo>
                    <a:pt x="374986" y="249559"/>
                  </a:lnTo>
                  <a:lnTo>
                    <a:pt x="374986" y="242080"/>
                  </a:lnTo>
                  <a:lnTo>
                    <a:pt x="377431" y="242080"/>
                  </a:lnTo>
                  <a:lnTo>
                    <a:pt x="377431" y="238772"/>
                  </a:lnTo>
                  <a:lnTo>
                    <a:pt x="385199" y="238772"/>
                  </a:lnTo>
                  <a:lnTo>
                    <a:pt x="385199" y="231292"/>
                  </a:lnTo>
                  <a:lnTo>
                    <a:pt x="386637" y="231292"/>
                  </a:lnTo>
                  <a:lnTo>
                    <a:pt x="386637" y="226114"/>
                  </a:lnTo>
                  <a:lnTo>
                    <a:pt x="389083" y="226114"/>
                  </a:lnTo>
                  <a:lnTo>
                    <a:pt x="389083" y="224388"/>
                  </a:lnTo>
                  <a:lnTo>
                    <a:pt x="386637" y="224388"/>
                  </a:lnTo>
                  <a:lnTo>
                    <a:pt x="386637" y="219210"/>
                  </a:lnTo>
                  <a:lnTo>
                    <a:pt x="384192" y="219210"/>
                  </a:lnTo>
                  <a:lnTo>
                    <a:pt x="384192" y="216620"/>
                  </a:lnTo>
                  <a:lnTo>
                    <a:pt x="386637" y="214175"/>
                  </a:lnTo>
                  <a:lnTo>
                    <a:pt x="386637" y="211730"/>
                  </a:lnTo>
                  <a:lnTo>
                    <a:pt x="384192" y="211730"/>
                  </a:lnTo>
                  <a:lnTo>
                    <a:pt x="384192" y="206408"/>
                  </a:lnTo>
                  <a:lnTo>
                    <a:pt x="378870" y="206408"/>
                  </a:lnTo>
                  <a:lnTo>
                    <a:pt x="378870" y="203962"/>
                  </a:lnTo>
                  <a:lnTo>
                    <a:pt x="373979" y="203962"/>
                  </a:lnTo>
                  <a:lnTo>
                    <a:pt x="373979" y="211730"/>
                  </a:lnTo>
                  <a:lnTo>
                    <a:pt x="372253" y="211730"/>
                  </a:lnTo>
                  <a:lnTo>
                    <a:pt x="372253" y="214175"/>
                  </a:lnTo>
                  <a:lnTo>
                    <a:pt x="374986" y="214175"/>
                  </a:lnTo>
                  <a:lnTo>
                    <a:pt x="374986" y="216620"/>
                  </a:lnTo>
                  <a:lnTo>
                    <a:pt x="372253" y="216620"/>
                  </a:lnTo>
                  <a:lnTo>
                    <a:pt x="372253" y="224388"/>
                  </a:lnTo>
                  <a:lnTo>
                    <a:pt x="369664" y="224388"/>
                  </a:lnTo>
                  <a:lnTo>
                    <a:pt x="367219" y="221942"/>
                  </a:lnTo>
                  <a:lnTo>
                    <a:pt x="364774" y="221942"/>
                  </a:lnTo>
                  <a:lnTo>
                    <a:pt x="364774" y="219210"/>
                  </a:lnTo>
                  <a:lnTo>
                    <a:pt x="359452" y="219210"/>
                  </a:lnTo>
                  <a:lnTo>
                    <a:pt x="359452" y="221942"/>
                  </a:lnTo>
                  <a:lnTo>
                    <a:pt x="354561" y="221942"/>
                  </a:lnTo>
                  <a:lnTo>
                    <a:pt x="354561" y="224388"/>
                  </a:lnTo>
                  <a:lnTo>
                    <a:pt x="357007" y="224388"/>
                  </a:lnTo>
                  <a:lnTo>
                    <a:pt x="354561" y="226833"/>
                  </a:lnTo>
                  <a:lnTo>
                    <a:pt x="357007" y="229278"/>
                  </a:lnTo>
                  <a:lnTo>
                    <a:pt x="357007" y="232011"/>
                  </a:lnTo>
                  <a:lnTo>
                    <a:pt x="359452" y="232011"/>
                  </a:lnTo>
                  <a:lnTo>
                    <a:pt x="359452" y="234600"/>
                  </a:lnTo>
                  <a:lnTo>
                    <a:pt x="357007" y="234600"/>
                  </a:lnTo>
                  <a:lnTo>
                    <a:pt x="357007" y="238772"/>
                  </a:lnTo>
                  <a:lnTo>
                    <a:pt x="359452" y="238772"/>
                  </a:lnTo>
                  <a:lnTo>
                    <a:pt x="359452" y="241504"/>
                  </a:lnTo>
                  <a:lnTo>
                    <a:pt x="357007" y="241504"/>
                  </a:lnTo>
                  <a:lnTo>
                    <a:pt x="357007" y="246539"/>
                  </a:lnTo>
                  <a:lnTo>
                    <a:pt x="354561" y="246539"/>
                  </a:lnTo>
                  <a:lnTo>
                    <a:pt x="354561" y="238772"/>
                  </a:lnTo>
                  <a:lnTo>
                    <a:pt x="351972" y="238772"/>
                  </a:lnTo>
                  <a:lnTo>
                    <a:pt x="351972" y="246539"/>
                  </a:lnTo>
                  <a:lnTo>
                    <a:pt x="349239" y="246539"/>
                  </a:lnTo>
                  <a:lnTo>
                    <a:pt x="349239" y="248984"/>
                  </a:lnTo>
                  <a:lnTo>
                    <a:pt x="346794" y="248984"/>
                  </a:lnTo>
                  <a:lnTo>
                    <a:pt x="346794" y="244093"/>
                  </a:lnTo>
                  <a:lnTo>
                    <a:pt x="349239" y="244093"/>
                  </a:lnTo>
                  <a:lnTo>
                    <a:pt x="349239" y="238772"/>
                  </a:lnTo>
                  <a:lnTo>
                    <a:pt x="346794" y="238772"/>
                  </a:lnTo>
                  <a:lnTo>
                    <a:pt x="346794" y="233881"/>
                  </a:lnTo>
                  <a:lnTo>
                    <a:pt x="343486" y="233881"/>
                  </a:lnTo>
                  <a:lnTo>
                    <a:pt x="343486" y="241504"/>
                  </a:lnTo>
                  <a:lnTo>
                    <a:pt x="340897" y="241504"/>
                  </a:lnTo>
                  <a:lnTo>
                    <a:pt x="340897" y="254306"/>
                  </a:lnTo>
                  <a:lnTo>
                    <a:pt x="338164" y="256751"/>
                  </a:lnTo>
                  <a:lnTo>
                    <a:pt x="340897" y="259197"/>
                  </a:lnTo>
                  <a:lnTo>
                    <a:pt x="338164" y="259197"/>
                  </a:lnTo>
                  <a:lnTo>
                    <a:pt x="338164" y="246539"/>
                  </a:lnTo>
                  <a:lnTo>
                    <a:pt x="335718" y="246539"/>
                  </a:lnTo>
                  <a:lnTo>
                    <a:pt x="335718" y="248984"/>
                  </a:lnTo>
                  <a:lnTo>
                    <a:pt x="333273" y="251717"/>
                  </a:lnTo>
                  <a:lnTo>
                    <a:pt x="333273" y="254306"/>
                  </a:lnTo>
                  <a:lnTo>
                    <a:pt x="330684" y="256751"/>
                  </a:lnTo>
                  <a:lnTo>
                    <a:pt x="330684" y="259197"/>
                  </a:lnTo>
                  <a:lnTo>
                    <a:pt x="329102" y="259197"/>
                  </a:lnTo>
                  <a:lnTo>
                    <a:pt x="329102" y="256751"/>
                  </a:lnTo>
                  <a:lnTo>
                    <a:pt x="331835" y="254306"/>
                  </a:lnTo>
                  <a:lnTo>
                    <a:pt x="331835" y="251717"/>
                  </a:lnTo>
                  <a:lnTo>
                    <a:pt x="334424" y="251717"/>
                  </a:lnTo>
                  <a:lnTo>
                    <a:pt x="334424" y="248984"/>
                  </a:lnTo>
                  <a:lnTo>
                    <a:pt x="336869" y="246539"/>
                  </a:lnTo>
                  <a:lnTo>
                    <a:pt x="339314" y="244093"/>
                  </a:lnTo>
                  <a:lnTo>
                    <a:pt x="339314" y="236326"/>
                  </a:lnTo>
                  <a:lnTo>
                    <a:pt x="334424" y="236326"/>
                  </a:lnTo>
                  <a:lnTo>
                    <a:pt x="334424" y="238772"/>
                  </a:lnTo>
                  <a:lnTo>
                    <a:pt x="331835" y="241504"/>
                  </a:lnTo>
                  <a:lnTo>
                    <a:pt x="329102" y="241504"/>
                  </a:lnTo>
                  <a:lnTo>
                    <a:pt x="329102" y="244093"/>
                  </a:lnTo>
                  <a:lnTo>
                    <a:pt x="326656" y="244093"/>
                  </a:lnTo>
                  <a:lnTo>
                    <a:pt x="326656" y="238772"/>
                  </a:lnTo>
                  <a:lnTo>
                    <a:pt x="329102" y="238772"/>
                  </a:lnTo>
                  <a:lnTo>
                    <a:pt x="331835" y="236326"/>
                  </a:lnTo>
                  <a:lnTo>
                    <a:pt x="331835" y="231292"/>
                  </a:lnTo>
                  <a:lnTo>
                    <a:pt x="336869" y="231292"/>
                  </a:lnTo>
                  <a:lnTo>
                    <a:pt x="336869" y="228559"/>
                  </a:lnTo>
                  <a:lnTo>
                    <a:pt x="334424" y="228559"/>
                  </a:lnTo>
                  <a:lnTo>
                    <a:pt x="334424" y="224388"/>
                  </a:lnTo>
                  <a:lnTo>
                    <a:pt x="331835" y="224388"/>
                  </a:lnTo>
                  <a:lnTo>
                    <a:pt x="331835" y="221942"/>
                  </a:lnTo>
                  <a:lnTo>
                    <a:pt x="329102" y="224388"/>
                  </a:lnTo>
                  <a:lnTo>
                    <a:pt x="326656" y="226833"/>
                  </a:lnTo>
                  <a:lnTo>
                    <a:pt x="324211" y="226833"/>
                  </a:lnTo>
                  <a:lnTo>
                    <a:pt x="324211" y="224388"/>
                  </a:lnTo>
                  <a:lnTo>
                    <a:pt x="321622" y="224388"/>
                  </a:lnTo>
                  <a:lnTo>
                    <a:pt x="321622" y="232011"/>
                  </a:lnTo>
                  <a:lnTo>
                    <a:pt x="318890" y="232011"/>
                  </a:lnTo>
                  <a:lnTo>
                    <a:pt x="318890" y="234600"/>
                  </a:lnTo>
                  <a:lnTo>
                    <a:pt x="316444" y="234600"/>
                  </a:lnTo>
                  <a:lnTo>
                    <a:pt x="316444" y="232011"/>
                  </a:lnTo>
                  <a:lnTo>
                    <a:pt x="318890" y="232011"/>
                  </a:lnTo>
                  <a:lnTo>
                    <a:pt x="318890" y="229278"/>
                  </a:lnTo>
                  <a:lnTo>
                    <a:pt x="311554" y="229278"/>
                  </a:lnTo>
                  <a:lnTo>
                    <a:pt x="311554" y="226833"/>
                  </a:lnTo>
                  <a:lnTo>
                    <a:pt x="318890" y="226833"/>
                  </a:lnTo>
                  <a:lnTo>
                    <a:pt x="318890" y="224388"/>
                  </a:lnTo>
                  <a:lnTo>
                    <a:pt x="321622" y="221942"/>
                  </a:lnTo>
                  <a:lnTo>
                    <a:pt x="321622" y="219210"/>
                  </a:lnTo>
                  <a:lnTo>
                    <a:pt x="318890" y="219210"/>
                  </a:lnTo>
                  <a:lnTo>
                    <a:pt x="318890" y="221942"/>
                  </a:lnTo>
                  <a:lnTo>
                    <a:pt x="316444" y="221942"/>
                  </a:lnTo>
                  <a:lnTo>
                    <a:pt x="316444" y="219210"/>
                  </a:lnTo>
                  <a:lnTo>
                    <a:pt x="318890" y="219210"/>
                  </a:lnTo>
                  <a:lnTo>
                    <a:pt x="318890" y="216620"/>
                  </a:lnTo>
                  <a:lnTo>
                    <a:pt x="321622" y="216620"/>
                  </a:lnTo>
                  <a:lnTo>
                    <a:pt x="321622" y="214175"/>
                  </a:lnTo>
                  <a:lnTo>
                    <a:pt x="313999" y="214175"/>
                  </a:lnTo>
                  <a:lnTo>
                    <a:pt x="313999" y="219210"/>
                  </a:lnTo>
                  <a:lnTo>
                    <a:pt x="311554" y="219210"/>
                  </a:lnTo>
                  <a:lnTo>
                    <a:pt x="311554" y="216620"/>
                  </a:lnTo>
                  <a:lnTo>
                    <a:pt x="308677" y="219210"/>
                  </a:lnTo>
                  <a:lnTo>
                    <a:pt x="308677" y="216620"/>
                  </a:lnTo>
                  <a:lnTo>
                    <a:pt x="311554" y="216620"/>
                  </a:lnTo>
                  <a:lnTo>
                    <a:pt x="311554" y="211730"/>
                  </a:lnTo>
                  <a:lnTo>
                    <a:pt x="308677" y="211730"/>
                  </a:lnTo>
                  <a:lnTo>
                    <a:pt x="308677" y="214175"/>
                  </a:lnTo>
                  <a:lnTo>
                    <a:pt x="306232" y="214175"/>
                  </a:lnTo>
                  <a:lnTo>
                    <a:pt x="306232" y="211730"/>
                  </a:lnTo>
                  <a:lnTo>
                    <a:pt x="308677" y="211730"/>
                  </a:lnTo>
                  <a:lnTo>
                    <a:pt x="308677" y="208997"/>
                  </a:lnTo>
                  <a:lnTo>
                    <a:pt x="311554" y="208997"/>
                  </a:lnTo>
                  <a:lnTo>
                    <a:pt x="311554" y="206408"/>
                  </a:lnTo>
                  <a:lnTo>
                    <a:pt x="313999" y="206408"/>
                  </a:lnTo>
                  <a:lnTo>
                    <a:pt x="313999" y="203962"/>
                  </a:lnTo>
                  <a:lnTo>
                    <a:pt x="311554" y="203962"/>
                  </a:lnTo>
                  <a:lnTo>
                    <a:pt x="311554" y="201517"/>
                  </a:lnTo>
                  <a:lnTo>
                    <a:pt x="308677" y="203962"/>
                  </a:lnTo>
                  <a:lnTo>
                    <a:pt x="308677" y="201517"/>
                  </a:lnTo>
                  <a:lnTo>
                    <a:pt x="311554" y="201517"/>
                  </a:lnTo>
                  <a:lnTo>
                    <a:pt x="313999" y="198785"/>
                  </a:lnTo>
                  <a:lnTo>
                    <a:pt x="316444" y="196196"/>
                  </a:lnTo>
                  <a:lnTo>
                    <a:pt x="318890" y="196196"/>
                  </a:lnTo>
                  <a:lnTo>
                    <a:pt x="318890" y="193750"/>
                  </a:lnTo>
                  <a:lnTo>
                    <a:pt x="313999" y="193750"/>
                  </a:lnTo>
                  <a:lnTo>
                    <a:pt x="313999" y="195620"/>
                  </a:lnTo>
                  <a:lnTo>
                    <a:pt x="308677" y="195620"/>
                  </a:lnTo>
                  <a:lnTo>
                    <a:pt x="308677" y="193175"/>
                  </a:lnTo>
                  <a:lnTo>
                    <a:pt x="313999" y="193175"/>
                  </a:lnTo>
                  <a:lnTo>
                    <a:pt x="313999" y="190730"/>
                  </a:lnTo>
                  <a:lnTo>
                    <a:pt x="318890" y="190730"/>
                  </a:lnTo>
                  <a:lnTo>
                    <a:pt x="318890" y="188141"/>
                  </a:lnTo>
                  <a:lnTo>
                    <a:pt x="321622" y="188141"/>
                  </a:lnTo>
                  <a:lnTo>
                    <a:pt x="321622" y="185408"/>
                  </a:lnTo>
                  <a:lnTo>
                    <a:pt x="324211" y="185408"/>
                  </a:lnTo>
                  <a:lnTo>
                    <a:pt x="324211" y="182962"/>
                  </a:lnTo>
                  <a:lnTo>
                    <a:pt x="321622" y="182962"/>
                  </a:lnTo>
                  <a:lnTo>
                    <a:pt x="321622" y="160092"/>
                  </a:lnTo>
                  <a:lnTo>
                    <a:pt x="318890" y="160092"/>
                  </a:lnTo>
                  <a:lnTo>
                    <a:pt x="318890" y="157503"/>
                  </a:lnTo>
                  <a:lnTo>
                    <a:pt x="316444" y="160092"/>
                  </a:lnTo>
                  <a:lnTo>
                    <a:pt x="316444" y="162537"/>
                  </a:lnTo>
                  <a:lnTo>
                    <a:pt x="313999" y="162537"/>
                  </a:lnTo>
                  <a:lnTo>
                    <a:pt x="313999" y="160092"/>
                  </a:lnTo>
                  <a:lnTo>
                    <a:pt x="303786" y="160092"/>
                  </a:lnTo>
                  <a:lnTo>
                    <a:pt x="303786" y="157503"/>
                  </a:lnTo>
                  <a:lnTo>
                    <a:pt x="280197" y="157503"/>
                  </a:lnTo>
                  <a:lnTo>
                    <a:pt x="280197" y="160092"/>
                  </a:lnTo>
                  <a:lnTo>
                    <a:pt x="277608" y="160092"/>
                  </a:lnTo>
                  <a:lnTo>
                    <a:pt x="277608" y="162537"/>
                  </a:lnTo>
                  <a:lnTo>
                    <a:pt x="274875" y="162537"/>
                  </a:lnTo>
                  <a:lnTo>
                    <a:pt x="277608" y="160092"/>
                  </a:lnTo>
                  <a:lnTo>
                    <a:pt x="277608" y="157503"/>
                  </a:lnTo>
                  <a:lnTo>
                    <a:pt x="272430" y="157503"/>
                  </a:lnTo>
                  <a:lnTo>
                    <a:pt x="272430" y="162537"/>
                  </a:lnTo>
                  <a:lnTo>
                    <a:pt x="267395" y="162537"/>
                  </a:lnTo>
                  <a:lnTo>
                    <a:pt x="267395" y="167715"/>
                  </a:lnTo>
                  <a:lnTo>
                    <a:pt x="269985" y="167715"/>
                  </a:lnTo>
                  <a:lnTo>
                    <a:pt x="269985" y="172750"/>
                  </a:lnTo>
                  <a:lnTo>
                    <a:pt x="267395" y="172750"/>
                  </a:lnTo>
                  <a:lnTo>
                    <a:pt x="267395" y="175195"/>
                  </a:lnTo>
                  <a:lnTo>
                    <a:pt x="264662" y="175195"/>
                  </a:lnTo>
                  <a:lnTo>
                    <a:pt x="264662" y="172750"/>
                  </a:lnTo>
                  <a:lnTo>
                    <a:pt x="259772" y="172750"/>
                  </a:lnTo>
                  <a:lnTo>
                    <a:pt x="259772" y="170304"/>
                  </a:lnTo>
                  <a:lnTo>
                    <a:pt x="257183" y="170304"/>
                  </a:lnTo>
                  <a:lnTo>
                    <a:pt x="257183" y="172750"/>
                  </a:lnTo>
                  <a:lnTo>
                    <a:pt x="254450" y="172750"/>
                  </a:lnTo>
                  <a:lnTo>
                    <a:pt x="254450" y="180517"/>
                  </a:lnTo>
                  <a:lnTo>
                    <a:pt x="249559" y="180517"/>
                  </a:lnTo>
                  <a:lnTo>
                    <a:pt x="249559" y="175195"/>
                  </a:lnTo>
                  <a:lnTo>
                    <a:pt x="246970" y="175195"/>
                  </a:lnTo>
                  <a:lnTo>
                    <a:pt x="246970" y="172750"/>
                  </a:lnTo>
                  <a:lnTo>
                    <a:pt x="241792" y="172750"/>
                  </a:lnTo>
                  <a:lnTo>
                    <a:pt x="241792" y="170304"/>
                  </a:lnTo>
                  <a:lnTo>
                    <a:pt x="244237" y="170304"/>
                  </a:lnTo>
                  <a:lnTo>
                    <a:pt x="244237" y="162537"/>
                  </a:lnTo>
                  <a:lnTo>
                    <a:pt x="241792" y="162537"/>
                  </a:lnTo>
                  <a:lnTo>
                    <a:pt x="241792" y="164982"/>
                  </a:lnTo>
                  <a:lnTo>
                    <a:pt x="239347" y="164982"/>
                  </a:lnTo>
                  <a:lnTo>
                    <a:pt x="239347" y="175195"/>
                  </a:lnTo>
                  <a:lnTo>
                    <a:pt x="236758" y="177928"/>
                  </a:lnTo>
                  <a:lnTo>
                    <a:pt x="231580" y="177928"/>
                  </a:lnTo>
                  <a:lnTo>
                    <a:pt x="231580" y="185408"/>
                  </a:lnTo>
                  <a:lnTo>
                    <a:pt x="226689" y="185408"/>
                  </a:lnTo>
                  <a:lnTo>
                    <a:pt x="226689" y="188141"/>
                  </a:lnTo>
                  <a:lnTo>
                    <a:pt x="229134" y="188141"/>
                  </a:lnTo>
                  <a:lnTo>
                    <a:pt x="229134" y="190730"/>
                  </a:lnTo>
                  <a:lnTo>
                    <a:pt x="231580" y="190730"/>
                  </a:lnTo>
                  <a:lnTo>
                    <a:pt x="231580" y="188141"/>
                  </a:lnTo>
                  <a:lnTo>
                    <a:pt x="236758" y="188141"/>
                  </a:lnTo>
                  <a:lnTo>
                    <a:pt x="236758" y="185408"/>
                  </a:lnTo>
                  <a:lnTo>
                    <a:pt x="234025" y="182962"/>
                  </a:lnTo>
                  <a:lnTo>
                    <a:pt x="234025" y="180517"/>
                  </a:lnTo>
                  <a:lnTo>
                    <a:pt x="236758" y="180517"/>
                  </a:lnTo>
                  <a:lnTo>
                    <a:pt x="236758" y="185408"/>
                  </a:lnTo>
                  <a:lnTo>
                    <a:pt x="239347" y="185408"/>
                  </a:lnTo>
                  <a:lnTo>
                    <a:pt x="239347" y="188141"/>
                  </a:lnTo>
                  <a:lnTo>
                    <a:pt x="236758" y="188141"/>
                  </a:lnTo>
                  <a:lnTo>
                    <a:pt x="236758" y="195620"/>
                  </a:lnTo>
                  <a:lnTo>
                    <a:pt x="234025" y="195620"/>
                  </a:lnTo>
                  <a:lnTo>
                    <a:pt x="234025" y="203387"/>
                  </a:lnTo>
                  <a:lnTo>
                    <a:pt x="231580" y="203387"/>
                  </a:lnTo>
                  <a:lnTo>
                    <a:pt x="231580" y="198209"/>
                  </a:lnTo>
                  <a:lnTo>
                    <a:pt x="229134" y="198209"/>
                  </a:lnTo>
                  <a:lnTo>
                    <a:pt x="229134" y="205832"/>
                  </a:lnTo>
                  <a:lnTo>
                    <a:pt x="226689" y="205832"/>
                  </a:lnTo>
                  <a:lnTo>
                    <a:pt x="226689" y="203387"/>
                  </a:lnTo>
                  <a:lnTo>
                    <a:pt x="223812" y="203387"/>
                  </a:lnTo>
                  <a:lnTo>
                    <a:pt x="223812" y="216045"/>
                  </a:lnTo>
                  <a:lnTo>
                    <a:pt x="221367" y="213600"/>
                  </a:lnTo>
                  <a:lnTo>
                    <a:pt x="221367" y="205832"/>
                  </a:lnTo>
                  <a:lnTo>
                    <a:pt x="216477" y="205832"/>
                  </a:lnTo>
                  <a:lnTo>
                    <a:pt x="216477" y="208422"/>
                  </a:lnTo>
                  <a:lnTo>
                    <a:pt x="218922" y="208422"/>
                  </a:lnTo>
                  <a:lnTo>
                    <a:pt x="218922" y="211154"/>
                  </a:lnTo>
                  <a:lnTo>
                    <a:pt x="216477" y="211154"/>
                  </a:lnTo>
                  <a:lnTo>
                    <a:pt x="216477" y="213600"/>
                  </a:lnTo>
                  <a:lnTo>
                    <a:pt x="214031" y="213600"/>
                  </a:lnTo>
                  <a:lnTo>
                    <a:pt x="214031" y="216045"/>
                  </a:lnTo>
                  <a:lnTo>
                    <a:pt x="211298" y="216045"/>
                  </a:lnTo>
                  <a:lnTo>
                    <a:pt x="211298" y="218634"/>
                  </a:lnTo>
                  <a:lnTo>
                    <a:pt x="208853" y="216045"/>
                  </a:lnTo>
                  <a:lnTo>
                    <a:pt x="206408" y="216045"/>
                  </a:lnTo>
                  <a:lnTo>
                    <a:pt x="206408" y="211154"/>
                  </a:lnTo>
                  <a:lnTo>
                    <a:pt x="201086" y="211154"/>
                  </a:lnTo>
                  <a:lnTo>
                    <a:pt x="201086" y="216045"/>
                  </a:lnTo>
                  <a:lnTo>
                    <a:pt x="198641" y="216045"/>
                  </a:lnTo>
                  <a:lnTo>
                    <a:pt x="198641" y="211154"/>
                  </a:lnTo>
                  <a:lnTo>
                    <a:pt x="196196" y="211154"/>
                  </a:lnTo>
                  <a:lnTo>
                    <a:pt x="196196" y="213600"/>
                  </a:lnTo>
                  <a:lnTo>
                    <a:pt x="193606" y="213600"/>
                  </a:lnTo>
                  <a:lnTo>
                    <a:pt x="193606" y="211154"/>
                  </a:lnTo>
                  <a:lnTo>
                    <a:pt x="190874" y="211154"/>
                  </a:lnTo>
                  <a:lnTo>
                    <a:pt x="190874" y="208422"/>
                  </a:lnTo>
                  <a:lnTo>
                    <a:pt x="193606" y="208422"/>
                  </a:lnTo>
                  <a:lnTo>
                    <a:pt x="193606" y="200942"/>
                  </a:lnTo>
                  <a:lnTo>
                    <a:pt x="190874" y="200942"/>
                  </a:lnTo>
                  <a:lnTo>
                    <a:pt x="190874" y="205832"/>
                  </a:lnTo>
                  <a:lnTo>
                    <a:pt x="188428" y="205832"/>
                  </a:lnTo>
                  <a:lnTo>
                    <a:pt x="188428" y="200942"/>
                  </a:lnTo>
                  <a:lnTo>
                    <a:pt x="183394" y="200942"/>
                  </a:lnTo>
                  <a:lnTo>
                    <a:pt x="183394" y="205832"/>
                  </a:lnTo>
                  <a:lnTo>
                    <a:pt x="180661" y="205832"/>
                  </a:lnTo>
                  <a:lnTo>
                    <a:pt x="183394" y="208422"/>
                  </a:lnTo>
                  <a:lnTo>
                    <a:pt x="180661" y="208422"/>
                  </a:lnTo>
                  <a:lnTo>
                    <a:pt x="180661" y="213600"/>
                  </a:lnTo>
                  <a:lnTo>
                    <a:pt x="183394" y="216045"/>
                  </a:lnTo>
                  <a:lnTo>
                    <a:pt x="183394" y="218634"/>
                  </a:lnTo>
                  <a:lnTo>
                    <a:pt x="180661" y="218634"/>
                  </a:lnTo>
                  <a:lnTo>
                    <a:pt x="180661" y="213600"/>
                  </a:lnTo>
                  <a:lnTo>
                    <a:pt x="178216" y="216045"/>
                  </a:lnTo>
                  <a:lnTo>
                    <a:pt x="178216" y="205832"/>
                  </a:lnTo>
                  <a:lnTo>
                    <a:pt x="175770" y="205832"/>
                  </a:lnTo>
                  <a:lnTo>
                    <a:pt x="175770" y="221367"/>
                  </a:lnTo>
                  <a:lnTo>
                    <a:pt x="173181" y="221367"/>
                  </a:lnTo>
                  <a:lnTo>
                    <a:pt x="173181" y="216045"/>
                  </a:lnTo>
                  <a:lnTo>
                    <a:pt x="170880" y="216045"/>
                  </a:lnTo>
                  <a:lnTo>
                    <a:pt x="170880" y="213600"/>
                  </a:lnTo>
                  <a:lnTo>
                    <a:pt x="168434" y="213600"/>
                  </a:lnTo>
                  <a:lnTo>
                    <a:pt x="168434" y="216045"/>
                  </a:lnTo>
                  <a:lnTo>
                    <a:pt x="165989" y="216045"/>
                  </a:lnTo>
                  <a:lnTo>
                    <a:pt x="165989" y="218634"/>
                  </a:lnTo>
                  <a:lnTo>
                    <a:pt x="163400" y="218634"/>
                  </a:lnTo>
                  <a:lnTo>
                    <a:pt x="165989" y="216045"/>
                  </a:lnTo>
                  <a:lnTo>
                    <a:pt x="163400" y="216045"/>
                  </a:lnTo>
                  <a:lnTo>
                    <a:pt x="163400" y="211154"/>
                  </a:lnTo>
                  <a:lnTo>
                    <a:pt x="160667" y="211154"/>
                  </a:lnTo>
                  <a:lnTo>
                    <a:pt x="160667" y="208422"/>
                  </a:lnTo>
                  <a:lnTo>
                    <a:pt x="163400" y="208422"/>
                  </a:lnTo>
                  <a:lnTo>
                    <a:pt x="160667" y="205832"/>
                  </a:lnTo>
                  <a:lnTo>
                    <a:pt x="160667" y="203387"/>
                  </a:lnTo>
                  <a:lnTo>
                    <a:pt x="158222" y="203387"/>
                  </a:lnTo>
                  <a:lnTo>
                    <a:pt x="158222" y="211154"/>
                  </a:lnTo>
                  <a:lnTo>
                    <a:pt x="155777" y="211154"/>
                  </a:lnTo>
                  <a:lnTo>
                    <a:pt x="158222" y="213600"/>
                  </a:lnTo>
                  <a:lnTo>
                    <a:pt x="153188" y="213600"/>
                  </a:lnTo>
                  <a:lnTo>
                    <a:pt x="153188" y="218634"/>
                  </a:lnTo>
                  <a:lnTo>
                    <a:pt x="148010" y="218634"/>
                  </a:lnTo>
                  <a:lnTo>
                    <a:pt x="148010" y="228703"/>
                  </a:lnTo>
                  <a:lnTo>
                    <a:pt x="145564" y="228703"/>
                  </a:lnTo>
                  <a:lnTo>
                    <a:pt x="145564" y="218634"/>
                  </a:lnTo>
                  <a:lnTo>
                    <a:pt x="148010" y="218634"/>
                  </a:lnTo>
                  <a:lnTo>
                    <a:pt x="148010" y="216045"/>
                  </a:lnTo>
                  <a:lnTo>
                    <a:pt x="150455" y="216045"/>
                  </a:lnTo>
                  <a:lnTo>
                    <a:pt x="153188" y="213600"/>
                  </a:lnTo>
                  <a:lnTo>
                    <a:pt x="153188" y="211154"/>
                  </a:lnTo>
                  <a:lnTo>
                    <a:pt x="155777" y="208422"/>
                  </a:lnTo>
                  <a:lnTo>
                    <a:pt x="155777" y="200942"/>
                  </a:lnTo>
                  <a:lnTo>
                    <a:pt x="158222" y="198209"/>
                  </a:lnTo>
                  <a:lnTo>
                    <a:pt x="155777" y="195620"/>
                  </a:lnTo>
                  <a:lnTo>
                    <a:pt x="155777" y="198209"/>
                  </a:lnTo>
                  <a:lnTo>
                    <a:pt x="153188" y="198209"/>
                  </a:lnTo>
                  <a:lnTo>
                    <a:pt x="153188" y="203387"/>
                  </a:lnTo>
                  <a:lnTo>
                    <a:pt x="150455" y="205832"/>
                  </a:lnTo>
                  <a:lnTo>
                    <a:pt x="150455" y="195620"/>
                  </a:lnTo>
                  <a:lnTo>
                    <a:pt x="148010" y="195620"/>
                  </a:lnTo>
                  <a:lnTo>
                    <a:pt x="148010" y="198209"/>
                  </a:lnTo>
                  <a:lnTo>
                    <a:pt x="145564" y="198209"/>
                  </a:lnTo>
                  <a:lnTo>
                    <a:pt x="145564" y="200942"/>
                  </a:lnTo>
                  <a:lnTo>
                    <a:pt x="148010" y="200942"/>
                  </a:lnTo>
                  <a:lnTo>
                    <a:pt x="145564" y="203387"/>
                  </a:lnTo>
                  <a:lnTo>
                    <a:pt x="145564" y="200942"/>
                  </a:lnTo>
                  <a:lnTo>
                    <a:pt x="142112" y="200942"/>
                  </a:lnTo>
                  <a:lnTo>
                    <a:pt x="142112" y="203387"/>
                  </a:lnTo>
                  <a:lnTo>
                    <a:pt x="139523" y="203387"/>
                  </a:lnTo>
                  <a:lnTo>
                    <a:pt x="142112" y="200942"/>
                  </a:lnTo>
                  <a:lnTo>
                    <a:pt x="142112" y="198209"/>
                  </a:lnTo>
                  <a:lnTo>
                    <a:pt x="139523" y="198209"/>
                  </a:lnTo>
                  <a:lnTo>
                    <a:pt x="139523" y="200942"/>
                  </a:lnTo>
                  <a:lnTo>
                    <a:pt x="136790" y="200942"/>
                  </a:lnTo>
                  <a:lnTo>
                    <a:pt x="136790" y="198209"/>
                  </a:lnTo>
                  <a:lnTo>
                    <a:pt x="134345" y="198209"/>
                  </a:lnTo>
                  <a:lnTo>
                    <a:pt x="134345" y="195620"/>
                  </a:lnTo>
                  <a:lnTo>
                    <a:pt x="139523" y="195620"/>
                  </a:lnTo>
                  <a:lnTo>
                    <a:pt x="139523" y="193175"/>
                  </a:lnTo>
                  <a:lnTo>
                    <a:pt x="142112" y="193175"/>
                  </a:lnTo>
                  <a:lnTo>
                    <a:pt x="142112" y="188141"/>
                  </a:lnTo>
                  <a:lnTo>
                    <a:pt x="144558" y="188141"/>
                  </a:lnTo>
                  <a:lnTo>
                    <a:pt x="144558" y="182962"/>
                  </a:lnTo>
                  <a:lnTo>
                    <a:pt x="147003" y="182962"/>
                  </a:lnTo>
                  <a:lnTo>
                    <a:pt x="147003" y="180517"/>
                  </a:lnTo>
                  <a:lnTo>
                    <a:pt x="149448" y="180517"/>
                  </a:lnTo>
                  <a:lnTo>
                    <a:pt x="149448" y="177928"/>
                  </a:lnTo>
                  <a:lnTo>
                    <a:pt x="152181" y="177928"/>
                  </a:lnTo>
                  <a:lnTo>
                    <a:pt x="152181" y="172750"/>
                  </a:lnTo>
                  <a:lnTo>
                    <a:pt x="154770" y="172750"/>
                  </a:lnTo>
                  <a:lnTo>
                    <a:pt x="154770" y="164982"/>
                  </a:lnTo>
                  <a:lnTo>
                    <a:pt x="157215" y="164982"/>
                  </a:lnTo>
                  <a:lnTo>
                    <a:pt x="157215" y="162537"/>
                  </a:lnTo>
                  <a:lnTo>
                    <a:pt x="159661" y="162537"/>
                  </a:lnTo>
                  <a:lnTo>
                    <a:pt x="159661" y="154770"/>
                  </a:lnTo>
                  <a:lnTo>
                    <a:pt x="152181" y="154770"/>
                  </a:lnTo>
                  <a:lnTo>
                    <a:pt x="152181" y="162537"/>
                  </a:lnTo>
                  <a:lnTo>
                    <a:pt x="144558" y="162537"/>
                  </a:lnTo>
                  <a:lnTo>
                    <a:pt x="144558" y="170304"/>
                  </a:lnTo>
                  <a:lnTo>
                    <a:pt x="142112" y="170304"/>
                  </a:lnTo>
                  <a:lnTo>
                    <a:pt x="142112" y="167715"/>
                  </a:lnTo>
                  <a:lnTo>
                    <a:pt x="139523" y="167715"/>
                  </a:lnTo>
                  <a:lnTo>
                    <a:pt x="139523" y="170304"/>
                  </a:lnTo>
                  <a:lnTo>
                    <a:pt x="136790" y="170304"/>
                  </a:lnTo>
                  <a:lnTo>
                    <a:pt x="136790" y="167715"/>
                  </a:lnTo>
                  <a:lnTo>
                    <a:pt x="134345" y="167715"/>
                  </a:lnTo>
                  <a:lnTo>
                    <a:pt x="134345" y="164982"/>
                  </a:lnTo>
                  <a:lnTo>
                    <a:pt x="129310" y="164982"/>
                  </a:lnTo>
                  <a:lnTo>
                    <a:pt x="129310" y="162537"/>
                  </a:lnTo>
                  <a:lnTo>
                    <a:pt x="127728" y="162537"/>
                  </a:lnTo>
                  <a:lnTo>
                    <a:pt x="127728" y="164982"/>
                  </a:lnTo>
                  <a:lnTo>
                    <a:pt x="125283" y="164982"/>
                  </a:lnTo>
                  <a:lnTo>
                    <a:pt x="125283" y="170304"/>
                  </a:lnTo>
                  <a:lnTo>
                    <a:pt x="122838" y="170304"/>
                  </a:lnTo>
                  <a:lnTo>
                    <a:pt x="122838" y="167715"/>
                  </a:lnTo>
                  <a:lnTo>
                    <a:pt x="120249" y="167715"/>
                  </a:lnTo>
                  <a:lnTo>
                    <a:pt x="120249" y="170304"/>
                  </a:lnTo>
                  <a:lnTo>
                    <a:pt x="117516" y="172750"/>
                  </a:lnTo>
                  <a:lnTo>
                    <a:pt x="117516" y="167715"/>
                  </a:lnTo>
                  <a:lnTo>
                    <a:pt x="115071" y="167715"/>
                  </a:lnTo>
                  <a:lnTo>
                    <a:pt x="115071" y="162537"/>
                  </a:lnTo>
                  <a:lnTo>
                    <a:pt x="112626" y="162537"/>
                  </a:lnTo>
                  <a:lnTo>
                    <a:pt x="112626" y="160092"/>
                  </a:lnTo>
                  <a:lnTo>
                    <a:pt x="107303" y="160092"/>
                  </a:lnTo>
                  <a:lnTo>
                    <a:pt x="107303" y="164982"/>
                  </a:lnTo>
                  <a:lnTo>
                    <a:pt x="104858" y="164982"/>
                  </a:lnTo>
                  <a:lnTo>
                    <a:pt x="104858" y="177928"/>
                  </a:lnTo>
                  <a:lnTo>
                    <a:pt x="102413" y="177928"/>
                  </a:lnTo>
                  <a:lnTo>
                    <a:pt x="102413" y="180517"/>
                  </a:lnTo>
                  <a:lnTo>
                    <a:pt x="104858" y="180517"/>
                  </a:lnTo>
                  <a:lnTo>
                    <a:pt x="104858" y="185408"/>
                  </a:lnTo>
                  <a:lnTo>
                    <a:pt x="102413" y="185408"/>
                  </a:lnTo>
                  <a:lnTo>
                    <a:pt x="102413" y="195620"/>
                  </a:lnTo>
                  <a:lnTo>
                    <a:pt x="104858" y="195620"/>
                  </a:lnTo>
                  <a:lnTo>
                    <a:pt x="104858" y="198209"/>
                  </a:lnTo>
                  <a:lnTo>
                    <a:pt x="102413" y="198209"/>
                  </a:lnTo>
                  <a:lnTo>
                    <a:pt x="102413" y="195620"/>
                  </a:lnTo>
                  <a:lnTo>
                    <a:pt x="98961" y="195620"/>
                  </a:lnTo>
                  <a:lnTo>
                    <a:pt x="98961" y="200942"/>
                  </a:lnTo>
                  <a:lnTo>
                    <a:pt x="96228" y="200942"/>
                  </a:lnTo>
                  <a:lnTo>
                    <a:pt x="96228" y="208422"/>
                  </a:lnTo>
                  <a:lnTo>
                    <a:pt x="93783" y="208422"/>
                  </a:lnTo>
                  <a:lnTo>
                    <a:pt x="93783" y="211154"/>
                  </a:lnTo>
                  <a:lnTo>
                    <a:pt x="96228" y="211154"/>
                  </a:lnTo>
                  <a:lnTo>
                    <a:pt x="96228" y="216045"/>
                  </a:lnTo>
                  <a:lnTo>
                    <a:pt x="93783" y="216045"/>
                  </a:lnTo>
                  <a:lnTo>
                    <a:pt x="93783" y="238772"/>
                  </a:lnTo>
                  <a:lnTo>
                    <a:pt x="91337" y="238772"/>
                  </a:lnTo>
                  <a:lnTo>
                    <a:pt x="91337" y="228559"/>
                  </a:lnTo>
                  <a:lnTo>
                    <a:pt x="88748" y="228559"/>
                  </a:lnTo>
                  <a:lnTo>
                    <a:pt x="88748" y="226114"/>
                  </a:lnTo>
                  <a:lnTo>
                    <a:pt x="91337" y="226114"/>
                  </a:lnTo>
                  <a:lnTo>
                    <a:pt x="88748" y="223669"/>
                  </a:lnTo>
                  <a:lnTo>
                    <a:pt x="88748" y="221223"/>
                  </a:lnTo>
                  <a:lnTo>
                    <a:pt x="81125" y="221223"/>
                  </a:lnTo>
                  <a:lnTo>
                    <a:pt x="78536" y="223669"/>
                  </a:lnTo>
                  <a:lnTo>
                    <a:pt x="78536" y="221223"/>
                  </a:lnTo>
                  <a:lnTo>
                    <a:pt x="81125" y="221223"/>
                  </a:lnTo>
                  <a:lnTo>
                    <a:pt x="81125" y="215901"/>
                  </a:lnTo>
                  <a:lnTo>
                    <a:pt x="83570" y="215901"/>
                  </a:lnTo>
                  <a:lnTo>
                    <a:pt x="83570" y="218490"/>
                  </a:lnTo>
                  <a:lnTo>
                    <a:pt x="86015" y="218490"/>
                  </a:lnTo>
                  <a:lnTo>
                    <a:pt x="86015" y="213456"/>
                  </a:lnTo>
                  <a:lnTo>
                    <a:pt x="83570" y="213456"/>
                  </a:lnTo>
                  <a:lnTo>
                    <a:pt x="83570" y="198065"/>
                  </a:lnTo>
                  <a:lnTo>
                    <a:pt x="81125" y="198065"/>
                  </a:lnTo>
                  <a:lnTo>
                    <a:pt x="81125" y="195620"/>
                  </a:lnTo>
                  <a:lnTo>
                    <a:pt x="78536" y="198209"/>
                  </a:lnTo>
                  <a:lnTo>
                    <a:pt x="78536" y="193175"/>
                  </a:lnTo>
                  <a:lnTo>
                    <a:pt x="75803" y="193175"/>
                  </a:lnTo>
                  <a:lnTo>
                    <a:pt x="75803" y="188141"/>
                  </a:lnTo>
                  <a:lnTo>
                    <a:pt x="78536" y="188141"/>
                  </a:lnTo>
                  <a:lnTo>
                    <a:pt x="78536" y="177928"/>
                  </a:lnTo>
                  <a:lnTo>
                    <a:pt x="81125" y="177928"/>
                  </a:lnTo>
                  <a:lnTo>
                    <a:pt x="81125" y="175195"/>
                  </a:lnTo>
                  <a:lnTo>
                    <a:pt x="78536" y="175195"/>
                  </a:lnTo>
                  <a:lnTo>
                    <a:pt x="78536" y="172750"/>
                  </a:lnTo>
                  <a:lnTo>
                    <a:pt x="81125" y="172750"/>
                  </a:lnTo>
                  <a:lnTo>
                    <a:pt x="81125" y="149880"/>
                  </a:lnTo>
                  <a:lnTo>
                    <a:pt x="78536" y="149880"/>
                  </a:lnTo>
                  <a:lnTo>
                    <a:pt x="78536" y="147434"/>
                  </a:lnTo>
                  <a:lnTo>
                    <a:pt x="75803" y="149880"/>
                  </a:lnTo>
                  <a:lnTo>
                    <a:pt x="73358" y="149880"/>
                  </a:lnTo>
                  <a:lnTo>
                    <a:pt x="73358" y="144557"/>
                  </a:lnTo>
                  <a:lnTo>
                    <a:pt x="75803" y="144557"/>
                  </a:lnTo>
                  <a:lnTo>
                    <a:pt x="78536" y="147434"/>
                  </a:lnTo>
                  <a:lnTo>
                    <a:pt x="81125" y="147434"/>
                  </a:lnTo>
                  <a:lnTo>
                    <a:pt x="81125" y="131900"/>
                  </a:lnTo>
                  <a:lnTo>
                    <a:pt x="83570" y="131900"/>
                  </a:lnTo>
                  <a:lnTo>
                    <a:pt x="83570" y="129454"/>
                  </a:lnTo>
                  <a:lnTo>
                    <a:pt x="81125" y="129454"/>
                  </a:lnTo>
                  <a:lnTo>
                    <a:pt x="81125" y="127009"/>
                  </a:lnTo>
                  <a:lnTo>
                    <a:pt x="83570" y="127009"/>
                  </a:lnTo>
                  <a:lnTo>
                    <a:pt x="83570" y="119242"/>
                  </a:lnTo>
                  <a:lnTo>
                    <a:pt x="78536" y="119242"/>
                  </a:lnTo>
                  <a:lnTo>
                    <a:pt x="78536" y="116797"/>
                  </a:lnTo>
                  <a:lnTo>
                    <a:pt x="83570" y="116797"/>
                  </a:lnTo>
                  <a:lnTo>
                    <a:pt x="83570" y="114064"/>
                  </a:lnTo>
                  <a:lnTo>
                    <a:pt x="86015" y="111475"/>
                  </a:lnTo>
                  <a:lnTo>
                    <a:pt x="86015" y="106584"/>
                  </a:lnTo>
                  <a:lnTo>
                    <a:pt x="78536" y="106584"/>
                  </a:lnTo>
                  <a:lnTo>
                    <a:pt x="78536" y="101262"/>
                  </a:lnTo>
                  <a:lnTo>
                    <a:pt x="83570" y="101262"/>
                  </a:lnTo>
                  <a:lnTo>
                    <a:pt x="83570" y="98817"/>
                  </a:lnTo>
                  <a:lnTo>
                    <a:pt x="86015" y="96372"/>
                  </a:lnTo>
                  <a:lnTo>
                    <a:pt x="86015" y="78392"/>
                  </a:lnTo>
                  <a:lnTo>
                    <a:pt x="91337" y="78392"/>
                  </a:lnTo>
                  <a:lnTo>
                    <a:pt x="91337" y="75947"/>
                  </a:lnTo>
                  <a:lnTo>
                    <a:pt x="88748" y="75947"/>
                  </a:lnTo>
                  <a:lnTo>
                    <a:pt x="86015" y="73358"/>
                  </a:lnTo>
                  <a:lnTo>
                    <a:pt x="88748" y="73358"/>
                  </a:lnTo>
                  <a:lnTo>
                    <a:pt x="91337" y="75947"/>
                  </a:lnTo>
                  <a:lnTo>
                    <a:pt x="91337" y="73358"/>
                  </a:lnTo>
                  <a:lnTo>
                    <a:pt x="88748" y="70625"/>
                  </a:lnTo>
                  <a:lnTo>
                    <a:pt x="86015" y="70625"/>
                  </a:lnTo>
                  <a:lnTo>
                    <a:pt x="86015" y="60412"/>
                  </a:lnTo>
                  <a:lnTo>
                    <a:pt x="88748" y="60412"/>
                  </a:lnTo>
                  <a:lnTo>
                    <a:pt x="88748" y="55522"/>
                  </a:lnTo>
                  <a:lnTo>
                    <a:pt x="86015" y="53076"/>
                  </a:lnTo>
                  <a:lnTo>
                    <a:pt x="88748" y="50343"/>
                  </a:lnTo>
                  <a:lnTo>
                    <a:pt x="83570" y="50343"/>
                  </a:lnTo>
                  <a:lnTo>
                    <a:pt x="83570" y="47754"/>
                  </a:lnTo>
                  <a:lnTo>
                    <a:pt x="86015" y="47754"/>
                  </a:lnTo>
                  <a:lnTo>
                    <a:pt x="86015" y="45309"/>
                  </a:lnTo>
                  <a:lnTo>
                    <a:pt x="81125" y="45309"/>
                  </a:lnTo>
                  <a:lnTo>
                    <a:pt x="81125" y="42864"/>
                  </a:lnTo>
                  <a:lnTo>
                    <a:pt x="78536" y="42864"/>
                  </a:lnTo>
                  <a:lnTo>
                    <a:pt x="78536" y="45309"/>
                  </a:lnTo>
                  <a:lnTo>
                    <a:pt x="73358" y="45309"/>
                  </a:lnTo>
                  <a:lnTo>
                    <a:pt x="73358" y="50343"/>
                  </a:lnTo>
                  <a:lnTo>
                    <a:pt x="68323" y="50343"/>
                  </a:lnTo>
                  <a:lnTo>
                    <a:pt x="68323" y="53076"/>
                  </a:lnTo>
                  <a:lnTo>
                    <a:pt x="70912" y="53076"/>
                  </a:lnTo>
                  <a:lnTo>
                    <a:pt x="70912" y="55522"/>
                  </a:lnTo>
                  <a:lnTo>
                    <a:pt x="73358" y="53076"/>
                  </a:lnTo>
                  <a:lnTo>
                    <a:pt x="73358" y="55522"/>
                  </a:lnTo>
                  <a:lnTo>
                    <a:pt x="65878" y="55522"/>
                  </a:lnTo>
                  <a:lnTo>
                    <a:pt x="65878" y="53076"/>
                  </a:lnTo>
                  <a:lnTo>
                    <a:pt x="60700" y="53076"/>
                  </a:lnTo>
                  <a:lnTo>
                    <a:pt x="63145" y="50343"/>
                  </a:lnTo>
                  <a:lnTo>
                    <a:pt x="63145" y="45309"/>
                  </a:lnTo>
                  <a:lnTo>
                    <a:pt x="60700" y="45309"/>
                  </a:lnTo>
                  <a:lnTo>
                    <a:pt x="60700" y="42864"/>
                  </a:lnTo>
                  <a:lnTo>
                    <a:pt x="58255" y="42864"/>
                  </a:lnTo>
                  <a:lnTo>
                    <a:pt x="58255" y="45309"/>
                  </a:lnTo>
                  <a:lnTo>
                    <a:pt x="52932" y="45309"/>
                  </a:lnTo>
                  <a:lnTo>
                    <a:pt x="52932" y="42864"/>
                  </a:lnTo>
                  <a:lnTo>
                    <a:pt x="55665" y="40131"/>
                  </a:lnTo>
                  <a:lnTo>
                    <a:pt x="52932" y="40131"/>
                  </a:lnTo>
                  <a:lnTo>
                    <a:pt x="52932" y="37398"/>
                  </a:lnTo>
                  <a:lnTo>
                    <a:pt x="55809" y="37398"/>
                  </a:lnTo>
                  <a:lnTo>
                    <a:pt x="55809" y="34953"/>
                  </a:lnTo>
                  <a:lnTo>
                    <a:pt x="58398" y="34953"/>
                  </a:lnTo>
                  <a:lnTo>
                    <a:pt x="58398" y="37398"/>
                  </a:lnTo>
                  <a:lnTo>
                    <a:pt x="63289" y="37398"/>
                  </a:lnTo>
                  <a:lnTo>
                    <a:pt x="63289" y="34953"/>
                  </a:lnTo>
                  <a:lnTo>
                    <a:pt x="68467" y="34953"/>
                  </a:lnTo>
                  <a:lnTo>
                    <a:pt x="68467" y="32508"/>
                  </a:lnTo>
                  <a:lnTo>
                    <a:pt x="71056" y="32508"/>
                  </a:lnTo>
                  <a:lnTo>
                    <a:pt x="71056" y="29775"/>
                  </a:lnTo>
                  <a:lnTo>
                    <a:pt x="75947" y="29775"/>
                  </a:lnTo>
                  <a:lnTo>
                    <a:pt x="75947" y="32508"/>
                  </a:lnTo>
                  <a:lnTo>
                    <a:pt x="78680" y="32508"/>
                  </a:lnTo>
                  <a:lnTo>
                    <a:pt x="78680" y="29775"/>
                  </a:lnTo>
                  <a:lnTo>
                    <a:pt x="86159" y="29775"/>
                  </a:lnTo>
                  <a:lnTo>
                    <a:pt x="86159" y="23014"/>
                  </a:lnTo>
                  <a:lnTo>
                    <a:pt x="83714" y="23014"/>
                  </a:lnTo>
                  <a:lnTo>
                    <a:pt x="83714" y="20425"/>
                  </a:lnTo>
                  <a:lnTo>
                    <a:pt x="86159" y="20425"/>
                  </a:lnTo>
                  <a:lnTo>
                    <a:pt x="88892" y="23014"/>
                  </a:lnTo>
                  <a:lnTo>
                    <a:pt x="88892" y="12802"/>
                  </a:lnTo>
                  <a:lnTo>
                    <a:pt x="86159" y="12802"/>
                  </a:lnTo>
                  <a:lnTo>
                    <a:pt x="86159" y="10213"/>
                  </a:lnTo>
                  <a:lnTo>
                    <a:pt x="83714" y="10213"/>
                  </a:lnTo>
                  <a:lnTo>
                    <a:pt x="83714" y="7480"/>
                  </a:lnTo>
                  <a:lnTo>
                    <a:pt x="86159" y="7480"/>
                  </a:lnTo>
                  <a:lnTo>
                    <a:pt x="86159" y="5034"/>
                  </a:lnTo>
                  <a:lnTo>
                    <a:pt x="83714" y="5034"/>
                  </a:lnTo>
                  <a:lnTo>
                    <a:pt x="83714" y="2589"/>
                  </a:lnTo>
                  <a:lnTo>
                    <a:pt x="81269" y="2589"/>
                  </a:lnTo>
                  <a:lnTo>
                    <a:pt x="81269" y="0"/>
                  </a:lnTo>
                  <a:lnTo>
                    <a:pt x="75947" y="0"/>
                  </a:lnTo>
                  <a:lnTo>
                    <a:pt x="73502" y="2589"/>
                  </a:lnTo>
                  <a:lnTo>
                    <a:pt x="71056" y="2589"/>
                  </a:lnTo>
                  <a:lnTo>
                    <a:pt x="73502" y="5034"/>
                  </a:lnTo>
                  <a:lnTo>
                    <a:pt x="71056" y="5034"/>
                  </a:lnTo>
                  <a:lnTo>
                    <a:pt x="68467" y="2589"/>
                  </a:lnTo>
                  <a:lnTo>
                    <a:pt x="68467" y="5034"/>
                  </a:lnTo>
                  <a:lnTo>
                    <a:pt x="66022" y="5034"/>
                  </a:lnTo>
                  <a:lnTo>
                    <a:pt x="66022" y="7480"/>
                  </a:lnTo>
                  <a:lnTo>
                    <a:pt x="63289" y="7480"/>
                  </a:lnTo>
                  <a:lnTo>
                    <a:pt x="63289" y="10213"/>
                  </a:lnTo>
                  <a:lnTo>
                    <a:pt x="68467" y="10213"/>
                  </a:lnTo>
                  <a:lnTo>
                    <a:pt x="68467" y="12802"/>
                  </a:lnTo>
                  <a:lnTo>
                    <a:pt x="71056" y="12802"/>
                  </a:lnTo>
                  <a:lnTo>
                    <a:pt x="71056" y="15247"/>
                  </a:lnTo>
                  <a:lnTo>
                    <a:pt x="66022" y="15247"/>
                  </a:lnTo>
                  <a:lnTo>
                    <a:pt x="66022" y="17692"/>
                  </a:lnTo>
                  <a:lnTo>
                    <a:pt x="60844" y="17692"/>
                  </a:lnTo>
                  <a:lnTo>
                    <a:pt x="60844" y="20425"/>
                  </a:lnTo>
                  <a:lnTo>
                    <a:pt x="58398" y="20425"/>
                  </a:lnTo>
                  <a:lnTo>
                    <a:pt x="58398" y="15247"/>
                  </a:lnTo>
                  <a:lnTo>
                    <a:pt x="55809" y="15247"/>
                  </a:lnTo>
                  <a:lnTo>
                    <a:pt x="55809" y="7480"/>
                  </a:lnTo>
                  <a:lnTo>
                    <a:pt x="53076" y="10213"/>
                  </a:lnTo>
                  <a:lnTo>
                    <a:pt x="53076" y="7480"/>
                  </a:lnTo>
                  <a:lnTo>
                    <a:pt x="50631" y="10213"/>
                  </a:lnTo>
                  <a:lnTo>
                    <a:pt x="50631" y="12802"/>
                  </a:lnTo>
                  <a:lnTo>
                    <a:pt x="48186" y="12802"/>
                  </a:lnTo>
                  <a:lnTo>
                    <a:pt x="48186" y="17692"/>
                  </a:lnTo>
                  <a:lnTo>
                    <a:pt x="45597" y="17692"/>
                  </a:lnTo>
                  <a:lnTo>
                    <a:pt x="45597" y="23014"/>
                  </a:lnTo>
                  <a:lnTo>
                    <a:pt x="42864" y="23014"/>
                  </a:lnTo>
                  <a:lnTo>
                    <a:pt x="42864" y="25459"/>
                  </a:lnTo>
                  <a:lnTo>
                    <a:pt x="40419" y="25459"/>
                  </a:lnTo>
                  <a:lnTo>
                    <a:pt x="40419" y="27905"/>
                  </a:lnTo>
                  <a:lnTo>
                    <a:pt x="37973" y="27905"/>
                  </a:lnTo>
                  <a:lnTo>
                    <a:pt x="37973" y="33227"/>
                  </a:lnTo>
                  <a:lnTo>
                    <a:pt x="35384" y="33227"/>
                  </a:lnTo>
                  <a:lnTo>
                    <a:pt x="35384" y="37398"/>
                  </a:lnTo>
                  <a:lnTo>
                    <a:pt x="32652" y="37398"/>
                  </a:lnTo>
                  <a:lnTo>
                    <a:pt x="32652" y="39987"/>
                  </a:lnTo>
                  <a:lnTo>
                    <a:pt x="30206" y="39987"/>
                  </a:lnTo>
                  <a:lnTo>
                    <a:pt x="30206" y="45165"/>
                  </a:lnTo>
                  <a:lnTo>
                    <a:pt x="25172" y="45165"/>
                  </a:lnTo>
                  <a:lnTo>
                    <a:pt x="25172" y="50200"/>
                  </a:lnTo>
                  <a:lnTo>
                    <a:pt x="22439" y="50200"/>
                  </a:lnTo>
                  <a:lnTo>
                    <a:pt x="22439" y="52933"/>
                  </a:lnTo>
                  <a:lnTo>
                    <a:pt x="19994" y="52933"/>
                  </a:lnTo>
                  <a:lnTo>
                    <a:pt x="19994" y="57823"/>
                  </a:lnTo>
                  <a:lnTo>
                    <a:pt x="17548" y="57823"/>
                  </a:lnTo>
                  <a:lnTo>
                    <a:pt x="17548" y="70481"/>
                  </a:lnTo>
                  <a:lnTo>
                    <a:pt x="14959" y="70481"/>
                  </a:lnTo>
                  <a:lnTo>
                    <a:pt x="14959" y="73214"/>
                  </a:lnTo>
                  <a:lnTo>
                    <a:pt x="19994" y="73214"/>
                  </a:lnTo>
                  <a:lnTo>
                    <a:pt x="19994" y="75803"/>
                  </a:lnTo>
                  <a:lnTo>
                    <a:pt x="17548" y="75803"/>
                  </a:lnTo>
                  <a:lnTo>
                    <a:pt x="17548" y="78248"/>
                  </a:lnTo>
                  <a:lnTo>
                    <a:pt x="19994" y="80693"/>
                  </a:lnTo>
                  <a:lnTo>
                    <a:pt x="19994" y="86015"/>
                  </a:lnTo>
                  <a:lnTo>
                    <a:pt x="17548" y="86015"/>
                  </a:lnTo>
                  <a:lnTo>
                    <a:pt x="17548" y="93639"/>
                  </a:lnTo>
                  <a:lnTo>
                    <a:pt x="14959" y="96228"/>
                  </a:lnTo>
                  <a:lnTo>
                    <a:pt x="19994" y="96228"/>
                  </a:lnTo>
                  <a:lnTo>
                    <a:pt x="19994" y="101118"/>
                  </a:lnTo>
                  <a:lnTo>
                    <a:pt x="17548" y="101118"/>
                  </a:lnTo>
                  <a:lnTo>
                    <a:pt x="17548" y="103851"/>
                  </a:lnTo>
                  <a:lnTo>
                    <a:pt x="14959" y="103851"/>
                  </a:lnTo>
                  <a:lnTo>
                    <a:pt x="14959" y="101118"/>
                  </a:lnTo>
                  <a:lnTo>
                    <a:pt x="7336" y="101118"/>
                  </a:lnTo>
                  <a:lnTo>
                    <a:pt x="7336" y="103851"/>
                  </a:lnTo>
                  <a:lnTo>
                    <a:pt x="12658" y="103851"/>
                  </a:lnTo>
                  <a:lnTo>
                    <a:pt x="12658" y="106440"/>
                  </a:lnTo>
                  <a:lnTo>
                    <a:pt x="17980" y="106440"/>
                  </a:lnTo>
                  <a:lnTo>
                    <a:pt x="17980" y="109317"/>
                  </a:lnTo>
                  <a:lnTo>
                    <a:pt x="20425" y="109317"/>
                  </a:lnTo>
                  <a:lnTo>
                    <a:pt x="20425" y="111762"/>
                  </a:lnTo>
                  <a:lnTo>
                    <a:pt x="22870" y="111762"/>
                  </a:lnTo>
                  <a:lnTo>
                    <a:pt x="20425" y="114352"/>
                  </a:lnTo>
                  <a:lnTo>
                    <a:pt x="20425" y="127297"/>
                  </a:lnTo>
                  <a:lnTo>
                    <a:pt x="17980" y="127297"/>
                  </a:lnTo>
                  <a:lnTo>
                    <a:pt x="17980" y="129742"/>
                  </a:lnTo>
                  <a:lnTo>
                    <a:pt x="15391" y="129742"/>
                  </a:lnTo>
                  <a:lnTo>
                    <a:pt x="15391" y="132187"/>
                  </a:lnTo>
                  <a:lnTo>
                    <a:pt x="12658" y="132187"/>
                  </a:lnTo>
                  <a:lnTo>
                    <a:pt x="12658" y="137510"/>
                  </a:lnTo>
                  <a:lnTo>
                    <a:pt x="10212" y="137510"/>
                  </a:lnTo>
                  <a:lnTo>
                    <a:pt x="10212" y="139955"/>
                  </a:lnTo>
                  <a:lnTo>
                    <a:pt x="7767" y="139955"/>
                  </a:lnTo>
                  <a:lnTo>
                    <a:pt x="7767" y="144845"/>
                  </a:lnTo>
                  <a:lnTo>
                    <a:pt x="15391" y="144845"/>
                  </a:lnTo>
                  <a:lnTo>
                    <a:pt x="15391" y="150167"/>
                  </a:lnTo>
                  <a:lnTo>
                    <a:pt x="12658" y="150167"/>
                  </a:lnTo>
                  <a:lnTo>
                    <a:pt x="10212" y="152613"/>
                  </a:lnTo>
                  <a:lnTo>
                    <a:pt x="10212" y="157791"/>
                  </a:lnTo>
                  <a:lnTo>
                    <a:pt x="12658" y="157791"/>
                  </a:lnTo>
                  <a:lnTo>
                    <a:pt x="12658" y="162825"/>
                  </a:lnTo>
                  <a:lnTo>
                    <a:pt x="10212" y="162825"/>
                  </a:lnTo>
                  <a:lnTo>
                    <a:pt x="10212" y="180805"/>
                  </a:lnTo>
                  <a:lnTo>
                    <a:pt x="12658" y="180805"/>
                  </a:lnTo>
                  <a:lnTo>
                    <a:pt x="12658" y="198497"/>
                  </a:lnTo>
                  <a:lnTo>
                    <a:pt x="15391" y="198497"/>
                  </a:lnTo>
                  <a:lnTo>
                    <a:pt x="15391" y="228991"/>
                  </a:lnTo>
                  <a:lnTo>
                    <a:pt x="17980" y="228991"/>
                  </a:lnTo>
                  <a:lnTo>
                    <a:pt x="15391" y="231724"/>
                  </a:lnTo>
                  <a:lnTo>
                    <a:pt x="15391" y="236758"/>
                  </a:lnTo>
                  <a:lnTo>
                    <a:pt x="22870" y="236758"/>
                  </a:lnTo>
                  <a:lnTo>
                    <a:pt x="22870" y="238772"/>
                  </a:lnTo>
                  <a:lnTo>
                    <a:pt x="25603" y="238772"/>
                  </a:lnTo>
                  <a:lnTo>
                    <a:pt x="25603" y="241504"/>
                  </a:lnTo>
                  <a:lnTo>
                    <a:pt x="20425" y="241504"/>
                  </a:lnTo>
                  <a:lnTo>
                    <a:pt x="20425" y="238772"/>
                  </a:lnTo>
                  <a:lnTo>
                    <a:pt x="15391" y="238772"/>
                  </a:lnTo>
                  <a:lnTo>
                    <a:pt x="15391" y="264519"/>
                  </a:lnTo>
                  <a:lnTo>
                    <a:pt x="17980" y="264519"/>
                  </a:lnTo>
                  <a:lnTo>
                    <a:pt x="17980" y="267539"/>
                  </a:lnTo>
                  <a:lnTo>
                    <a:pt x="20425" y="267539"/>
                  </a:lnTo>
                  <a:lnTo>
                    <a:pt x="22870" y="269985"/>
                  </a:lnTo>
                  <a:lnTo>
                    <a:pt x="22870" y="275307"/>
                  </a:lnTo>
                  <a:lnTo>
                    <a:pt x="20425" y="272717"/>
                  </a:lnTo>
                  <a:lnTo>
                    <a:pt x="20425" y="275307"/>
                  </a:lnTo>
                  <a:lnTo>
                    <a:pt x="17980" y="275307"/>
                  </a:lnTo>
                  <a:lnTo>
                    <a:pt x="17980" y="280197"/>
                  </a:lnTo>
                  <a:lnTo>
                    <a:pt x="15391" y="280197"/>
                  </a:lnTo>
                  <a:lnTo>
                    <a:pt x="15391" y="287964"/>
                  </a:lnTo>
                  <a:lnTo>
                    <a:pt x="12658" y="287964"/>
                  </a:lnTo>
                  <a:lnTo>
                    <a:pt x="12658" y="300622"/>
                  </a:lnTo>
                  <a:lnTo>
                    <a:pt x="15391" y="303211"/>
                  </a:lnTo>
                  <a:lnTo>
                    <a:pt x="15391" y="305944"/>
                  </a:lnTo>
                  <a:lnTo>
                    <a:pt x="12658" y="305944"/>
                  </a:lnTo>
                  <a:lnTo>
                    <a:pt x="15391" y="308389"/>
                  </a:lnTo>
                  <a:lnTo>
                    <a:pt x="15391" y="310691"/>
                  </a:lnTo>
                  <a:lnTo>
                    <a:pt x="20425" y="310691"/>
                  </a:lnTo>
                  <a:lnTo>
                    <a:pt x="20425" y="313136"/>
                  </a:lnTo>
                  <a:lnTo>
                    <a:pt x="22870" y="313136"/>
                  </a:lnTo>
                  <a:lnTo>
                    <a:pt x="22870" y="310691"/>
                  </a:lnTo>
                  <a:lnTo>
                    <a:pt x="33083" y="310691"/>
                  </a:lnTo>
                  <a:lnTo>
                    <a:pt x="35816" y="308245"/>
                  </a:lnTo>
                  <a:lnTo>
                    <a:pt x="35816" y="305800"/>
                  </a:lnTo>
                  <a:lnTo>
                    <a:pt x="38405" y="305800"/>
                  </a:lnTo>
                  <a:lnTo>
                    <a:pt x="38405" y="310691"/>
                  </a:lnTo>
                  <a:lnTo>
                    <a:pt x="40850" y="310691"/>
                  </a:lnTo>
                  <a:lnTo>
                    <a:pt x="40850" y="313136"/>
                  </a:lnTo>
                  <a:lnTo>
                    <a:pt x="38405" y="313136"/>
                  </a:lnTo>
                  <a:lnTo>
                    <a:pt x="40850" y="316013"/>
                  </a:lnTo>
                  <a:lnTo>
                    <a:pt x="43295" y="313136"/>
                  </a:lnTo>
                  <a:lnTo>
                    <a:pt x="43295" y="316013"/>
                  </a:lnTo>
                  <a:lnTo>
                    <a:pt x="38405" y="316013"/>
                  </a:lnTo>
                  <a:lnTo>
                    <a:pt x="38405" y="318458"/>
                  </a:lnTo>
                  <a:lnTo>
                    <a:pt x="35816" y="318458"/>
                  </a:lnTo>
                  <a:lnTo>
                    <a:pt x="35816" y="320903"/>
                  </a:lnTo>
                  <a:lnTo>
                    <a:pt x="30638" y="320903"/>
                  </a:lnTo>
                  <a:lnTo>
                    <a:pt x="30638" y="325074"/>
                  </a:lnTo>
                  <a:lnTo>
                    <a:pt x="33083" y="325074"/>
                  </a:lnTo>
                  <a:lnTo>
                    <a:pt x="33083" y="327663"/>
                  </a:lnTo>
                  <a:lnTo>
                    <a:pt x="35816" y="327663"/>
                  </a:lnTo>
                  <a:lnTo>
                    <a:pt x="35816" y="330109"/>
                  </a:lnTo>
                  <a:lnTo>
                    <a:pt x="48617" y="330109"/>
                  </a:lnTo>
                  <a:lnTo>
                    <a:pt x="48617" y="327663"/>
                  </a:lnTo>
                  <a:lnTo>
                    <a:pt x="53508" y="327663"/>
                  </a:lnTo>
                  <a:lnTo>
                    <a:pt x="53508" y="330109"/>
                  </a:lnTo>
                  <a:lnTo>
                    <a:pt x="51063" y="330109"/>
                  </a:lnTo>
                  <a:lnTo>
                    <a:pt x="51063" y="332554"/>
                  </a:lnTo>
                  <a:lnTo>
                    <a:pt x="35816" y="332554"/>
                  </a:lnTo>
                  <a:lnTo>
                    <a:pt x="35816" y="330109"/>
                  </a:lnTo>
                  <a:lnTo>
                    <a:pt x="33083" y="330109"/>
                  </a:lnTo>
                  <a:lnTo>
                    <a:pt x="33083" y="327663"/>
                  </a:lnTo>
                  <a:lnTo>
                    <a:pt x="28192" y="327663"/>
                  </a:lnTo>
                  <a:lnTo>
                    <a:pt x="28192" y="330109"/>
                  </a:lnTo>
                  <a:lnTo>
                    <a:pt x="22870" y="330109"/>
                  </a:lnTo>
                  <a:lnTo>
                    <a:pt x="22870" y="332554"/>
                  </a:lnTo>
                  <a:lnTo>
                    <a:pt x="20425" y="332554"/>
                  </a:lnTo>
                  <a:lnTo>
                    <a:pt x="20425" y="335287"/>
                  </a:lnTo>
                  <a:lnTo>
                    <a:pt x="17980" y="335287"/>
                  </a:lnTo>
                  <a:lnTo>
                    <a:pt x="17980" y="327663"/>
                  </a:lnTo>
                  <a:lnTo>
                    <a:pt x="15391" y="327663"/>
                  </a:lnTo>
                  <a:lnTo>
                    <a:pt x="15391" y="325074"/>
                  </a:lnTo>
                  <a:lnTo>
                    <a:pt x="12658" y="325074"/>
                  </a:lnTo>
                  <a:lnTo>
                    <a:pt x="12658" y="348089"/>
                  </a:lnTo>
                  <a:lnTo>
                    <a:pt x="15391" y="350534"/>
                  </a:lnTo>
                  <a:lnTo>
                    <a:pt x="15391" y="370959"/>
                  </a:lnTo>
                  <a:lnTo>
                    <a:pt x="12658" y="373404"/>
                  </a:lnTo>
                  <a:lnTo>
                    <a:pt x="15391" y="373404"/>
                  </a:lnTo>
                  <a:lnTo>
                    <a:pt x="15391" y="378726"/>
                  </a:lnTo>
                  <a:lnTo>
                    <a:pt x="12658" y="381171"/>
                  </a:lnTo>
                  <a:lnTo>
                    <a:pt x="15391" y="381171"/>
                  </a:lnTo>
                  <a:lnTo>
                    <a:pt x="15391" y="383617"/>
                  </a:lnTo>
                  <a:lnTo>
                    <a:pt x="17980" y="383617"/>
                  </a:lnTo>
                  <a:lnTo>
                    <a:pt x="17980" y="393829"/>
                  </a:lnTo>
                  <a:lnTo>
                    <a:pt x="25603" y="393829"/>
                  </a:lnTo>
                  <a:lnTo>
                    <a:pt x="25603" y="391384"/>
                  </a:lnTo>
                  <a:lnTo>
                    <a:pt x="33083" y="391384"/>
                  </a:lnTo>
                  <a:lnTo>
                    <a:pt x="33083" y="393829"/>
                  </a:lnTo>
                  <a:lnTo>
                    <a:pt x="35816" y="393829"/>
                  </a:lnTo>
                  <a:lnTo>
                    <a:pt x="35816" y="391384"/>
                  </a:lnTo>
                  <a:lnTo>
                    <a:pt x="40850" y="391384"/>
                  </a:lnTo>
                  <a:lnTo>
                    <a:pt x="40850" y="388939"/>
                  </a:lnTo>
                  <a:lnTo>
                    <a:pt x="43295" y="388939"/>
                  </a:lnTo>
                  <a:lnTo>
                    <a:pt x="43295" y="386206"/>
                  </a:lnTo>
                  <a:lnTo>
                    <a:pt x="46028" y="386206"/>
                  </a:lnTo>
                  <a:lnTo>
                    <a:pt x="43295" y="388939"/>
                  </a:lnTo>
                  <a:lnTo>
                    <a:pt x="40850" y="391384"/>
                  </a:lnTo>
                  <a:lnTo>
                    <a:pt x="40850" y="399151"/>
                  </a:lnTo>
                  <a:lnTo>
                    <a:pt x="38405" y="399151"/>
                  </a:lnTo>
                  <a:lnTo>
                    <a:pt x="38405" y="401596"/>
                  </a:lnTo>
                  <a:lnTo>
                    <a:pt x="35816" y="401596"/>
                  </a:lnTo>
                  <a:lnTo>
                    <a:pt x="35816" y="404041"/>
                  </a:lnTo>
                  <a:lnTo>
                    <a:pt x="33083" y="404041"/>
                  </a:lnTo>
                  <a:lnTo>
                    <a:pt x="33083" y="401596"/>
                  </a:lnTo>
                  <a:lnTo>
                    <a:pt x="30638" y="404041"/>
                  </a:lnTo>
                  <a:lnTo>
                    <a:pt x="30638" y="409220"/>
                  </a:lnTo>
                  <a:lnTo>
                    <a:pt x="28192" y="409220"/>
                  </a:lnTo>
                  <a:lnTo>
                    <a:pt x="28192" y="414254"/>
                  </a:lnTo>
                  <a:lnTo>
                    <a:pt x="30638" y="414254"/>
                  </a:lnTo>
                  <a:lnTo>
                    <a:pt x="30638" y="416699"/>
                  </a:lnTo>
                  <a:lnTo>
                    <a:pt x="28192" y="416699"/>
                  </a:lnTo>
                  <a:lnTo>
                    <a:pt x="28192" y="425761"/>
                  </a:lnTo>
                  <a:lnTo>
                    <a:pt x="25603" y="425761"/>
                  </a:lnTo>
                  <a:lnTo>
                    <a:pt x="25603" y="430939"/>
                  </a:lnTo>
                  <a:lnTo>
                    <a:pt x="22870" y="430939"/>
                  </a:lnTo>
                  <a:lnTo>
                    <a:pt x="22870" y="435974"/>
                  </a:lnTo>
                  <a:lnTo>
                    <a:pt x="20425" y="438419"/>
                  </a:lnTo>
                  <a:lnTo>
                    <a:pt x="20425" y="446186"/>
                  </a:lnTo>
                  <a:lnTo>
                    <a:pt x="17980" y="446186"/>
                  </a:lnTo>
                  <a:lnTo>
                    <a:pt x="17980" y="448631"/>
                  </a:lnTo>
                  <a:lnTo>
                    <a:pt x="15391" y="448631"/>
                  </a:lnTo>
                  <a:lnTo>
                    <a:pt x="15391" y="451364"/>
                  </a:lnTo>
                  <a:lnTo>
                    <a:pt x="12658" y="451364"/>
                  </a:lnTo>
                  <a:lnTo>
                    <a:pt x="12658" y="456399"/>
                  </a:lnTo>
                  <a:lnTo>
                    <a:pt x="10212" y="456399"/>
                  </a:lnTo>
                  <a:lnTo>
                    <a:pt x="10212" y="461433"/>
                  </a:lnTo>
                  <a:lnTo>
                    <a:pt x="7767" y="464166"/>
                  </a:lnTo>
                  <a:lnTo>
                    <a:pt x="7767" y="468913"/>
                  </a:lnTo>
                  <a:lnTo>
                    <a:pt x="5178" y="468913"/>
                  </a:lnTo>
                  <a:lnTo>
                    <a:pt x="5178" y="476680"/>
                  </a:lnTo>
                  <a:lnTo>
                    <a:pt x="2445" y="476680"/>
                  </a:lnTo>
                  <a:lnTo>
                    <a:pt x="2445" y="479125"/>
                  </a:lnTo>
                  <a:lnTo>
                    <a:pt x="0" y="479125"/>
                  </a:lnTo>
                  <a:lnTo>
                    <a:pt x="0" y="481570"/>
                  </a:lnTo>
                  <a:lnTo>
                    <a:pt x="5178" y="481570"/>
                  </a:lnTo>
                  <a:lnTo>
                    <a:pt x="5178" y="486892"/>
                  </a:lnTo>
                  <a:lnTo>
                    <a:pt x="10212" y="486892"/>
                  </a:lnTo>
                  <a:lnTo>
                    <a:pt x="10212" y="489338"/>
                  </a:lnTo>
                  <a:lnTo>
                    <a:pt x="12658" y="491783"/>
                  </a:lnTo>
                  <a:lnTo>
                    <a:pt x="15391" y="491783"/>
                  </a:lnTo>
                  <a:lnTo>
                    <a:pt x="15391" y="497105"/>
                  </a:lnTo>
                  <a:lnTo>
                    <a:pt x="17980" y="499550"/>
                  </a:lnTo>
                  <a:lnTo>
                    <a:pt x="17980" y="501995"/>
                  </a:lnTo>
                  <a:lnTo>
                    <a:pt x="20425" y="501995"/>
                  </a:lnTo>
                  <a:lnTo>
                    <a:pt x="20425" y="504728"/>
                  </a:lnTo>
                  <a:lnTo>
                    <a:pt x="25603" y="504728"/>
                  </a:lnTo>
                  <a:lnTo>
                    <a:pt x="25603" y="507318"/>
                  </a:lnTo>
                  <a:lnTo>
                    <a:pt x="35816" y="507318"/>
                  </a:lnTo>
                  <a:lnTo>
                    <a:pt x="35816" y="501995"/>
                  </a:lnTo>
                  <a:lnTo>
                    <a:pt x="38405" y="501995"/>
                  </a:lnTo>
                  <a:lnTo>
                    <a:pt x="38405" y="504728"/>
                  </a:lnTo>
                  <a:lnTo>
                    <a:pt x="40850" y="504728"/>
                  </a:lnTo>
                  <a:lnTo>
                    <a:pt x="40850" y="501995"/>
                  </a:lnTo>
                  <a:lnTo>
                    <a:pt x="43295" y="501995"/>
                  </a:lnTo>
                  <a:lnTo>
                    <a:pt x="43295" y="499550"/>
                  </a:lnTo>
                  <a:lnTo>
                    <a:pt x="46028" y="499550"/>
                  </a:lnTo>
                  <a:lnTo>
                    <a:pt x="46028" y="494516"/>
                  </a:lnTo>
                  <a:lnTo>
                    <a:pt x="51063" y="494516"/>
                  </a:lnTo>
                  <a:lnTo>
                    <a:pt x="51063" y="491783"/>
                  </a:lnTo>
                  <a:lnTo>
                    <a:pt x="53508" y="491783"/>
                  </a:lnTo>
                  <a:lnTo>
                    <a:pt x="53508" y="494516"/>
                  </a:lnTo>
                  <a:lnTo>
                    <a:pt x="55809" y="494516"/>
                  </a:lnTo>
                  <a:lnTo>
                    <a:pt x="55809" y="491783"/>
                  </a:lnTo>
                  <a:lnTo>
                    <a:pt x="58398" y="491783"/>
                  </a:lnTo>
                  <a:lnTo>
                    <a:pt x="58398" y="489338"/>
                  </a:lnTo>
                  <a:lnTo>
                    <a:pt x="60844" y="489338"/>
                  </a:lnTo>
                  <a:lnTo>
                    <a:pt x="60844" y="486892"/>
                  </a:lnTo>
                  <a:lnTo>
                    <a:pt x="63289" y="486892"/>
                  </a:lnTo>
                  <a:lnTo>
                    <a:pt x="63289" y="481570"/>
                  </a:lnTo>
                  <a:lnTo>
                    <a:pt x="66022" y="481570"/>
                  </a:lnTo>
                  <a:lnTo>
                    <a:pt x="66022" y="484447"/>
                  </a:lnTo>
                  <a:lnTo>
                    <a:pt x="68467" y="484447"/>
                  </a:lnTo>
                  <a:lnTo>
                    <a:pt x="68467" y="481570"/>
                  </a:lnTo>
                  <a:lnTo>
                    <a:pt x="71056" y="481570"/>
                  </a:lnTo>
                  <a:lnTo>
                    <a:pt x="71056" y="479125"/>
                  </a:lnTo>
                  <a:lnTo>
                    <a:pt x="68467" y="479125"/>
                  </a:lnTo>
                  <a:lnTo>
                    <a:pt x="68467" y="476680"/>
                  </a:lnTo>
                  <a:lnTo>
                    <a:pt x="66022" y="476680"/>
                  </a:lnTo>
                  <a:lnTo>
                    <a:pt x="66022" y="471502"/>
                  </a:lnTo>
                  <a:lnTo>
                    <a:pt x="68467" y="471502"/>
                  </a:lnTo>
                  <a:lnTo>
                    <a:pt x="68467" y="476680"/>
                  </a:lnTo>
                  <a:lnTo>
                    <a:pt x="71056" y="476680"/>
                  </a:lnTo>
                  <a:lnTo>
                    <a:pt x="71056" y="479125"/>
                  </a:lnTo>
                  <a:lnTo>
                    <a:pt x="73502" y="479125"/>
                  </a:lnTo>
                  <a:lnTo>
                    <a:pt x="73502" y="476680"/>
                  </a:lnTo>
                  <a:lnTo>
                    <a:pt x="78680" y="476680"/>
                  </a:lnTo>
                  <a:lnTo>
                    <a:pt x="78680" y="464022"/>
                  </a:lnTo>
                  <a:lnTo>
                    <a:pt x="81269" y="464022"/>
                  </a:lnTo>
                  <a:lnTo>
                    <a:pt x="81269" y="461289"/>
                  </a:lnTo>
                  <a:lnTo>
                    <a:pt x="83714" y="461289"/>
                  </a:lnTo>
                  <a:lnTo>
                    <a:pt x="83714" y="464022"/>
                  </a:lnTo>
                  <a:lnTo>
                    <a:pt x="81269" y="464022"/>
                  </a:lnTo>
                  <a:lnTo>
                    <a:pt x="81269" y="474235"/>
                  </a:lnTo>
                  <a:lnTo>
                    <a:pt x="83714" y="474235"/>
                  </a:lnTo>
                  <a:lnTo>
                    <a:pt x="83714" y="468913"/>
                  </a:lnTo>
                  <a:lnTo>
                    <a:pt x="91481" y="468913"/>
                  </a:lnTo>
                  <a:lnTo>
                    <a:pt x="91481" y="466467"/>
                  </a:lnTo>
                  <a:lnTo>
                    <a:pt x="93926" y="466467"/>
                  </a:lnTo>
                  <a:lnTo>
                    <a:pt x="93926" y="461289"/>
                  </a:lnTo>
                  <a:lnTo>
                    <a:pt x="101694" y="461289"/>
                  </a:lnTo>
                  <a:lnTo>
                    <a:pt x="101694" y="458700"/>
                  </a:lnTo>
                  <a:lnTo>
                    <a:pt x="104139" y="458700"/>
                  </a:lnTo>
                  <a:lnTo>
                    <a:pt x="104139" y="461289"/>
                  </a:lnTo>
                  <a:lnTo>
                    <a:pt x="109317" y="461289"/>
                  </a:lnTo>
                  <a:lnTo>
                    <a:pt x="109317" y="453810"/>
                  </a:lnTo>
                  <a:lnTo>
                    <a:pt x="111906" y="456255"/>
                  </a:lnTo>
                  <a:lnTo>
                    <a:pt x="111906" y="461289"/>
                  </a:lnTo>
                  <a:lnTo>
                    <a:pt x="114352" y="461289"/>
                  </a:lnTo>
                  <a:lnTo>
                    <a:pt x="114352" y="458700"/>
                  </a:lnTo>
                  <a:lnTo>
                    <a:pt x="124564" y="458700"/>
                  </a:lnTo>
                  <a:lnTo>
                    <a:pt x="124564" y="456255"/>
                  </a:lnTo>
                  <a:lnTo>
                    <a:pt x="127728" y="456255"/>
                  </a:lnTo>
                  <a:lnTo>
                    <a:pt x="127728" y="451220"/>
                  </a:lnTo>
                  <a:lnTo>
                    <a:pt x="125283" y="451220"/>
                  </a:lnTo>
                  <a:lnTo>
                    <a:pt x="125283" y="448487"/>
                  </a:lnTo>
                  <a:lnTo>
                    <a:pt x="127728" y="448487"/>
                  </a:lnTo>
                  <a:lnTo>
                    <a:pt x="127728" y="451220"/>
                  </a:lnTo>
                  <a:lnTo>
                    <a:pt x="130461" y="451220"/>
                  </a:lnTo>
                  <a:lnTo>
                    <a:pt x="130461" y="461289"/>
                  </a:lnTo>
                  <a:lnTo>
                    <a:pt x="133050" y="461289"/>
                  </a:lnTo>
                  <a:lnTo>
                    <a:pt x="133050" y="456255"/>
                  </a:lnTo>
                  <a:lnTo>
                    <a:pt x="135496" y="456255"/>
                  </a:lnTo>
                  <a:lnTo>
                    <a:pt x="135496" y="448487"/>
                  </a:lnTo>
                  <a:lnTo>
                    <a:pt x="137941" y="448487"/>
                  </a:lnTo>
                  <a:lnTo>
                    <a:pt x="137941" y="451220"/>
                  </a:lnTo>
                  <a:lnTo>
                    <a:pt x="142112" y="451220"/>
                  </a:lnTo>
                  <a:lnTo>
                    <a:pt x="139523" y="448487"/>
                  </a:lnTo>
                  <a:lnTo>
                    <a:pt x="142112" y="448487"/>
                  </a:lnTo>
                  <a:lnTo>
                    <a:pt x="142112" y="451220"/>
                  </a:lnTo>
                  <a:lnTo>
                    <a:pt x="144558" y="451220"/>
                  </a:lnTo>
                  <a:lnTo>
                    <a:pt x="144558" y="446042"/>
                  </a:lnTo>
                  <a:lnTo>
                    <a:pt x="147003" y="446042"/>
                  </a:lnTo>
                  <a:lnTo>
                    <a:pt x="149448" y="443597"/>
                  </a:lnTo>
                  <a:lnTo>
                    <a:pt x="149448" y="438275"/>
                  </a:lnTo>
                  <a:lnTo>
                    <a:pt x="152181" y="441008"/>
                  </a:lnTo>
                  <a:lnTo>
                    <a:pt x="152181" y="448487"/>
                  </a:lnTo>
                  <a:lnTo>
                    <a:pt x="154770" y="448487"/>
                  </a:lnTo>
                  <a:lnTo>
                    <a:pt x="154770" y="446042"/>
                  </a:lnTo>
                  <a:lnTo>
                    <a:pt x="157215" y="446042"/>
                  </a:lnTo>
                  <a:lnTo>
                    <a:pt x="157215" y="443597"/>
                  </a:lnTo>
                  <a:lnTo>
                    <a:pt x="162393" y="443597"/>
                  </a:lnTo>
                  <a:lnTo>
                    <a:pt x="162393" y="438275"/>
                  </a:lnTo>
                  <a:lnTo>
                    <a:pt x="159661" y="438275"/>
                  </a:lnTo>
                  <a:lnTo>
                    <a:pt x="159661" y="435830"/>
                  </a:lnTo>
                  <a:lnTo>
                    <a:pt x="157215" y="433385"/>
                  </a:lnTo>
                  <a:lnTo>
                    <a:pt x="159661" y="433385"/>
                  </a:lnTo>
                  <a:lnTo>
                    <a:pt x="159661" y="435830"/>
                  </a:lnTo>
                  <a:lnTo>
                    <a:pt x="162393" y="435830"/>
                  </a:lnTo>
                  <a:lnTo>
                    <a:pt x="162393" y="438275"/>
                  </a:lnTo>
                  <a:lnTo>
                    <a:pt x="164982" y="438275"/>
                  </a:lnTo>
                  <a:lnTo>
                    <a:pt x="164982" y="443597"/>
                  </a:lnTo>
                  <a:lnTo>
                    <a:pt x="167428" y="443597"/>
                  </a:lnTo>
                  <a:lnTo>
                    <a:pt x="167428" y="435830"/>
                  </a:lnTo>
                  <a:lnTo>
                    <a:pt x="164982" y="433385"/>
                  </a:lnTo>
                  <a:lnTo>
                    <a:pt x="167428" y="433385"/>
                  </a:lnTo>
                  <a:lnTo>
                    <a:pt x="169873" y="430796"/>
                  </a:lnTo>
                  <a:lnTo>
                    <a:pt x="169873" y="435830"/>
                  </a:lnTo>
                  <a:lnTo>
                    <a:pt x="172606" y="435830"/>
                  </a:lnTo>
                  <a:lnTo>
                    <a:pt x="172606" y="438275"/>
                  </a:lnTo>
                  <a:lnTo>
                    <a:pt x="182818" y="438275"/>
                  </a:lnTo>
                  <a:lnTo>
                    <a:pt x="182818" y="435830"/>
                  </a:lnTo>
                  <a:lnTo>
                    <a:pt x="185264" y="435830"/>
                  </a:lnTo>
                  <a:lnTo>
                    <a:pt x="185264" y="433385"/>
                  </a:lnTo>
                  <a:lnTo>
                    <a:pt x="182675" y="433385"/>
                  </a:lnTo>
                  <a:lnTo>
                    <a:pt x="182675" y="430796"/>
                  </a:lnTo>
                  <a:lnTo>
                    <a:pt x="185264" y="430796"/>
                  </a:lnTo>
                  <a:lnTo>
                    <a:pt x="185264" y="433385"/>
                  </a:lnTo>
                  <a:lnTo>
                    <a:pt x="187709" y="433385"/>
                  </a:lnTo>
                  <a:lnTo>
                    <a:pt x="187709" y="430796"/>
                  </a:lnTo>
                  <a:lnTo>
                    <a:pt x="190154" y="430796"/>
                  </a:lnTo>
                  <a:lnTo>
                    <a:pt x="190154" y="435830"/>
                  </a:lnTo>
                  <a:lnTo>
                    <a:pt x="192887" y="435830"/>
                  </a:lnTo>
                  <a:lnTo>
                    <a:pt x="192887" y="433385"/>
                  </a:lnTo>
                  <a:lnTo>
                    <a:pt x="195476" y="430796"/>
                  </a:lnTo>
                  <a:lnTo>
                    <a:pt x="195476" y="428063"/>
                  </a:lnTo>
                  <a:lnTo>
                    <a:pt x="197922" y="428063"/>
                  </a:lnTo>
                  <a:lnTo>
                    <a:pt x="197922" y="425761"/>
                  </a:lnTo>
                  <a:lnTo>
                    <a:pt x="192887" y="425761"/>
                  </a:lnTo>
                  <a:lnTo>
                    <a:pt x="192887" y="428207"/>
                  </a:lnTo>
                  <a:lnTo>
                    <a:pt x="190154" y="428207"/>
                  </a:lnTo>
                  <a:lnTo>
                    <a:pt x="190154" y="425761"/>
                  </a:lnTo>
                  <a:lnTo>
                    <a:pt x="192887" y="425761"/>
                  </a:lnTo>
                  <a:lnTo>
                    <a:pt x="192887" y="423316"/>
                  </a:lnTo>
                  <a:lnTo>
                    <a:pt x="190154" y="423316"/>
                  </a:lnTo>
                  <a:lnTo>
                    <a:pt x="190154" y="420727"/>
                  </a:lnTo>
                  <a:lnTo>
                    <a:pt x="192887" y="420727"/>
                  </a:lnTo>
                  <a:lnTo>
                    <a:pt x="192887" y="423316"/>
                  </a:lnTo>
                  <a:lnTo>
                    <a:pt x="197922" y="423316"/>
                  </a:lnTo>
                  <a:lnTo>
                    <a:pt x="197922" y="420727"/>
                  </a:lnTo>
                  <a:lnTo>
                    <a:pt x="195476" y="417994"/>
                  </a:lnTo>
                  <a:lnTo>
                    <a:pt x="197922" y="417994"/>
                  </a:lnTo>
                  <a:lnTo>
                    <a:pt x="197922" y="420727"/>
                  </a:lnTo>
                  <a:lnTo>
                    <a:pt x="205689" y="420727"/>
                  </a:lnTo>
                  <a:lnTo>
                    <a:pt x="205689" y="417994"/>
                  </a:lnTo>
                  <a:lnTo>
                    <a:pt x="203099" y="417994"/>
                  </a:lnTo>
                  <a:lnTo>
                    <a:pt x="203099" y="415549"/>
                  </a:lnTo>
                  <a:lnTo>
                    <a:pt x="205689" y="415549"/>
                  </a:lnTo>
                  <a:lnTo>
                    <a:pt x="205689" y="417994"/>
                  </a:lnTo>
                  <a:lnTo>
                    <a:pt x="214031" y="417994"/>
                  </a:lnTo>
                  <a:lnTo>
                    <a:pt x="214031" y="415549"/>
                  </a:lnTo>
                  <a:lnTo>
                    <a:pt x="216620" y="415549"/>
                  </a:lnTo>
                  <a:lnTo>
                    <a:pt x="216620" y="405336"/>
                  </a:lnTo>
                  <a:lnTo>
                    <a:pt x="214031" y="405336"/>
                  </a:lnTo>
                  <a:lnTo>
                    <a:pt x="214031" y="402891"/>
                  </a:lnTo>
                  <a:lnTo>
                    <a:pt x="211298" y="400446"/>
                  </a:lnTo>
                  <a:lnTo>
                    <a:pt x="211298" y="396994"/>
                  </a:lnTo>
                  <a:lnTo>
                    <a:pt x="214031" y="396994"/>
                  </a:lnTo>
                  <a:lnTo>
                    <a:pt x="214031" y="402315"/>
                  </a:lnTo>
                  <a:lnTo>
                    <a:pt x="216620" y="402315"/>
                  </a:lnTo>
                  <a:lnTo>
                    <a:pt x="216620" y="404761"/>
                  </a:lnTo>
                  <a:lnTo>
                    <a:pt x="219066" y="407206"/>
                  </a:lnTo>
                  <a:lnTo>
                    <a:pt x="219066" y="409939"/>
                  </a:lnTo>
                  <a:lnTo>
                    <a:pt x="221511" y="409939"/>
                  </a:lnTo>
                  <a:lnTo>
                    <a:pt x="223956" y="407206"/>
                  </a:lnTo>
                  <a:lnTo>
                    <a:pt x="226833" y="407206"/>
                  </a:lnTo>
                  <a:lnTo>
                    <a:pt x="226833" y="396994"/>
                  </a:lnTo>
                  <a:lnTo>
                    <a:pt x="223956" y="396994"/>
                  </a:lnTo>
                  <a:lnTo>
                    <a:pt x="223956" y="392103"/>
                  </a:lnTo>
                  <a:lnTo>
                    <a:pt x="221511" y="389658"/>
                  </a:lnTo>
                  <a:lnTo>
                    <a:pt x="223956" y="389658"/>
                  </a:lnTo>
                  <a:lnTo>
                    <a:pt x="223956" y="392103"/>
                  </a:lnTo>
                  <a:lnTo>
                    <a:pt x="226833" y="392103"/>
                  </a:lnTo>
                  <a:lnTo>
                    <a:pt x="226833" y="386925"/>
                  </a:lnTo>
                  <a:lnTo>
                    <a:pt x="229278" y="386925"/>
                  </a:lnTo>
                  <a:lnTo>
                    <a:pt x="229278" y="396994"/>
                  </a:lnTo>
                  <a:lnTo>
                    <a:pt x="231724" y="396994"/>
                  </a:lnTo>
                  <a:lnTo>
                    <a:pt x="231724" y="392103"/>
                  </a:lnTo>
                  <a:lnTo>
                    <a:pt x="234169" y="389658"/>
                  </a:lnTo>
                  <a:lnTo>
                    <a:pt x="231724" y="389658"/>
                  </a:lnTo>
                  <a:lnTo>
                    <a:pt x="231724" y="386925"/>
                  </a:lnTo>
                  <a:lnTo>
                    <a:pt x="234169" y="386925"/>
                  </a:lnTo>
                  <a:lnTo>
                    <a:pt x="234169" y="384336"/>
                  </a:lnTo>
                  <a:lnTo>
                    <a:pt x="239491" y="384336"/>
                  </a:lnTo>
                  <a:lnTo>
                    <a:pt x="239491" y="381891"/>
                  </a:lnTo>
                  <a:lnTo>
                    <a:pt x="236902" y="381891"/>
                  </a:lnTo>
                  <a:lnTo>
                    <a:pt x="236902" y="379445"/>
                  </a:lnTo>
                  <a:lnTo>
                    <a:pt x="239491" y="379445"/>
                  </a:lnTo>
                  <a:lnTo>
                    <a:pt x="239491" y="381891"/>
                  </a:lnTo>
                  <a:lnTo>
                    <a:pt x="241936" y="379445"/>
                  </a:lnTo>
                  <a:lnTo>
                    <a:pt x="244381" y="379445"/>
                  </a:lnTo>
                  <a:lnTo>
                    <a:pt x="244381" y="376712"/>
                  </a:lnTo>
                  <a:lnTo>
                    <a:pt x="247114" y="376712"/>
                  </a:lnTo>
                  <a:lnTo>
                    <a:pt x="244381" y="379445"/>
                  </a:lnTo>
                  <a:lnTo>
                    <a:pt x="244381" y="389658"/>
                  </a:lnTo>
                  <a:lnTo>
                    <a:pt x="241936" y="389658"/>
                  </a:lnTo>
                  <a:lnTo>
                    <a:pt x="241936" y="392103"/>
                  </a:lnTo>
                  <a:lnTo>
                    <a:pt x="239491" y="392103"/>
                  </a:lnTo>
                  <a:lnTo>
                    <a:pt x="239491" y="394548"/>
                  </a:lnTo>
                  <a:lnTo>
                    <a:pt x="236902" y="394548"/>
                  </a:lnTo>
                  <a:lnTo>
                    <a:pt x="236902" y="396994"/>
                  </a:lnTo>
                  <a:lnTo>
                    <a:pt x="234169" y="396994"/>
                  </a:lnTo>
                  <a:lnTo>
                    <a:pt x="234169" y="399870"/>
                  </a:lnTo>
                  <a:lnTo>
                    <a:pt x="231724" y="399870"/>
                  </a:lnTo>
                  <a:lnTo>
                    <a:pt x="231724" y="404761"/>
                  </a:lnTo>
                  <a:lnTo>
                    <a:pt x="234169" y="404761"/>
                  </a:lnTo>
                  <a:lnTo>
                    <a:pt x="234169" y="402315"/>
                  </a:lnTo>
                  <a:lnTo>
                    <a:pt x="236902" y="402315"/>
                  </a:lnTo>
                  <a:lnTo>
                    <a:pt x="236902" y="404761"/>
                  </a:lnTo>
                  <a:lnTo>
                    <a:pt x="239491" y="402315"/>
                  </a:lnTo>
                  <a:lnTo>
                    <a:pt x="244381" y="402315"/>
                  </a:lnTo>
                  <a:lnTo>
                    <a:pt x="244381" y="399870"/>
                  </a:lnTo>
                  <a:lnTo>
                    <a:pt x="247114" y="399870"/>
                  </a:lnTo>
                  <a:lnTo>
                    <a:pt x="247114" y="396994"/>
                  </a:lnTo>
                  <a:lnTo>
                    <a:pt x="249703" y="396994"/>
                  </a:lnTo>
                  <a:lnTo>
                    <a:pt x="249703" y="394548"/>
                  </a:lnTo>
                  <a:lnTo>
                    <a:pt x="252148" y="394548"/>
                  </a:lnTo>
                  <a:lnTo>
                    <a:pt x="252148" y="392103"/>
                  </a:lnTo>
                  <a:lnTo>
                    <a:pt x="254594" y="392103"/>
                  </a:lnTo>
                  <a:lnTo>
                    <a:pt x="254594" y="389658"/>
                  </a:lnTo>
                  <a:lnTo>
                    <a:pt x="257327" y="386925"/>
                  </a:lnTo>
                  <a:lnTo>
                    <a:pt x="257327" y="384336"/>
                  </a:lnTo>
                  <a:lnTo>
                    <a:pt x="259916" y="384336"/>
                  </a:lnTo>
                  <a:lnTo>
                    <a:pt x="259916" y="386925"/>
                  </a:lnTo>
                  <a:lnTo>
                    <a:pt x="257183" y="386925"/>
                  </a:lnTo>
                  <a:lnTo>
                    <a:pt x="257183" y="392103"/>
                  </a:lnTo>
                  <a:lnTo>
                    <a:pt x="259772" y="392103"/>
                  </a:lnTo>
                  <a:lnTo>
                    <a:pt x="259772" y="396994"/>
                  </a:lnTo>
                  <a:lnTo>
                    <a:pt x="257183" y="396994"/>
                  </a:lnTo>
                  <a:lnTo>
                    <a:pt x="257183" y="402315"/>
                  </a:lnTo>
                  <a:lnTo>
                    <a:pt x="254450" y="402315"/>
                  </a:lnTo>
                  <a:lnTo>
                    <a:pt x="254450" y="409939"/>
                  </a:lnTo>
                  <a:lnTo>
                    <a:pt x="252005" y="412528"/>
                  </a:lnTo>
                  <a:lnTo>
                    <a:pt x="252005" y="417419"/>
                  </a:lnTo>
                  <a:lnTo>
                    <a:pt x="254450" y="414973"/>
                  </a:lnTo>
                  <a:lnTo>
                    <a:pt x="254450" y="412528"/>
                  </a:lnTo>
                  <a:lnTo>
                    <a:pt x="259772" y="412528"/>
                  </a:lnTo>
                  <a:lnTo>
                    <a:pt x="259772" y="404761"/>
                  </a:lnTo>
                  <a:lnTo>
                    <a:pt x="262217" y="404761"/>
                  </a:lnTo>
                  <a:lnTo>
                    <a:pt x="262217" y="402315"/>
                  </a:lnTo>
                  <a:lnTo>
                    <a:pt x="267395" y="402315"/>
                  </a:lnTo>
                  <a:lnTo>
                    <a:pt x="267395" y="394548"/>
                  </a:lnTo>
                  <a:lnTo>
                    <a:pt x="269985" y="394548"/>
                  </a:lnTo>
                  <a:lnTo>
                    <a:pt x="269985" y="396994"/>
                  </a:lnTo>
                  <a:lnTo>
                    <a:pt x="272430" y="396994"/>
                  </a:lnTo>
                  <a:lnTo>
                    <a:pt x="272430" y="399870"/>
                  </a:lnTo>
                  <a:lnTo>
                    <a:pt x="269985" y="399870"/>
                  </a:lnTo>
                  <a:lnTo>
                    <a:pt x="269985" y="402315"/>
                  </a:lnTo>
                  <a:lnTo>
                    <a:pt x="272430" y="402315"/>
                  </a:lnTo>
                  <a:lnTo>
                    <a:pt x="272430" y="407206"/>
                  </a:lnTo>
                  <a:lnTo>
                    <a:pt x="274875" y="407206"/>
                  </a:lnTo>
                  <a:lnTo>
                    <a:pt x="274875" y="409939"/>
                  </a:lnTo>
                  <a:lnTo>
                    <a:pt x="277608" y="409939"/>
                  </a:lnTo>
                  <a:lnTo>
                    <a:pt x="277608" y="402315"/>
                  </a:lnTo>
                  <a:lnTo>
                    <a:pt x="282642" y="402315"/>
                  </a:lnTo>
                  <a:lnTo>
                    <a:pt x="282642" y="399870"/>
                  </a:lnTo>
                  <a:lnTo>
                    <a:pt x="285087" y="399870"/>
                  </a:lnTo>
                  <a:lnTo>
                    <a:pt x="285087" y="396994"/>
                  </a:lnTo>
                  <a:lnTo>
                    <a:pt x="282642" y="396994"/>
                  </a:lnTo>
                  <a:lnTo>
                    <a:pt x="282642" y="394548"/>
                  </a:lnTo>
                  <a:lnTo>
                    <a:pt x="285087" y="394548"/>
                  </a:lnTo>
                  <a:lnTo>
                    <a:pt x="282642" y="392103"/>
                  </a:lnTo>
                  <a:lnTo>
                    <a:pt x="282642" y="389658"/>
                  </a:lnTo>
                  <a:lnTo>
                    <a:pt x="280197" y="389658"/>
                  </a:lnTo>
                  <a:lnTo>
                    <a:pt x="282642" y="386925"/>
                  </a:lnTo>
                  <a:lnTo>
                    <a:pt x="277608" y="386925"/>
                  </a:lnTo>
                  <a:lnTo>
                    <a:pt x="277608" y="384336"/>
                  </a:lnTo>
                  <a:lnTo>
                    <a:pt x="280197" y="381891"/>
                  </a:lnTo>
                  <a:lnTo>
                    <a:pt x="274875" y="381891"/>
                  </a:lnTo>
                  <a:lnTo>
                    <a:pt x="274875" y="384336"/>
                  </a:lnTo>
                  <a:lnTo>
                    <a:pt x="272430" y="384336"/>
                  </a:lnTo>
                  <a:lnTo>
                    <a:pt x="272430" y="381891"/>
                  </a:lnTo>
                  <a:lnTo>
                    <a:pt x="274875" y="381891"/>
                  </a:lnTo>
                  <a:lnTo>
                    <a:pt x="274875" y="376712"/>
                  </a:lnTo>
                  <a:lnTo>
                    <a:pt x="272430" y="376712"/>
                  </a:lnTo>
                  <a:lnTo>
                    <a:pt x="272430" y="371678"/>
                  </a:lnTo>
                  <a:lnTo>
                    <a:pt x="277608" y="371678"/>
                  </a:lnTo>
                  <a:lnTo>
                    <a:pt x="277608" y="376712"/>
                  </a:lnTo>
                  <a:lnTo>
                    <a:pt x="280197" y="376712"/>
                  </a:lnTo>
                  <a:lnTo>
                    <a:pt x="280197" y="371678"/>
                  </a:lnTo>
                  <a:lnTo>
                    <a:pt x="282642" y="371678"/>
                  </a:lnTo>
                  <a:lnTo>
                    <a:pt x="282642" y="376712"/>
                  </a:lnTo>
                  <a:lnTo>
                    <a:pt x="285087" y="376712"/>
                  </a:lnTo>
                  <a:lnTo>
                    <a:pt x="285087" y="374123"/>
                  </a:lnTo>
                  <a:lnTo>
                    <a:pt x="287820" y="374123"/>
                  </a:lnTo>
                  <a:lnTo>
                    <a:pt x="287820" y="371678"/>
                  </a:lnTo>
                  <a:lnTo>
                    <a:pt x="290409" y="371678"/>
                  </a:lnTo>
                  <a:lnTo>
                    <a:pt x="290409" y="374123"/>
                  </a:lnTo>
                  <a:lnTo>
                    <a:pt x="292855" y="374123"/>
                  </a:lnTo>
                  <a:lnTo>
                    <a:pt x="292855" y="363911"/>
                  </a:lnTo>
                  <a:lnTo>
                    <a:pt x="295300" y="363911"/>
                  </a:lnTo>
                  <a:lnTo>
                    <a:pt x="295300" y="376712"/>
                  </a:lnTo>
                  <a:lnTo>
                    <a:pt x="300334" y="376712"/>
                  </a:lnTo>
                  <a:lnTo>
                    <a:pt x="300334" y="374123"/>
                  </a:lnTo>
                  <a:lnTo>
                    <a:pt x="302780" y="374123"/>
                  </a:lnTo>
                  <a:lnTo>
                    <a:pt x="302780" y="371678"/>
                  </a:lnTo>
                  <a:lnTo>
                    <a:pt x="305225" y="371678"/>
                  </a:lnTo>
                  <a:lnTo>
                    <a:pt x="305225" y="369233"/>
                  </a:lnTo>
                  <a:lnTo>
                    <a:pt x="310547" y="369233"/>
                  </a:lnTo>
                  <a:lnTo>
                    <a:pt x="310547" y="366644"/>
                  </a:lnTo>
                  <a:lnTo>
                    <a:pt x="312992" y="366644"/>
                  </a:lnTo>
                  <a:lnTo>
                    <a:pt x="312992" y="363911"/>
                  </a:lnTo>
                  <a:lnTo>
                    <a:pt x="315437" y="361465"/>
                  </a:lnTo>
                  <a:lnTo>
                    <a:pt x="315437" y="359020"/>
                  </a:lnTo>
                  <a:lnTo>
                    <a:pt x="317883" y="359020"/>
                  </a:lnTo>
                  <a:lnTo>
                    <a:pt x="317883" y="356431"/>
                  </a:lnTo>
                  <a:lnTo>
                    <a:pt x="320616" y="356431"/>
                  </a:lnTo>
                  <a:lnTo>
                    <a:pt x="317883" y="359020"/>
                  </a:lnTo>
                  <a:lnTo>
                    <a:pt x="317883" y="361465"/>
                  </a:lnTo>
                  <a:lnTo>
                    <a:pt x="315437" y="361465"/>
                  </a:lnTo>
                  <a:lnTo>
                    <a:pt x="315437" y="366644"/>
                  </a:lnTo>
                  <a:lnTo>
                    <a:pt x="312992" y="366644"/>
                  </a:lnTo>
                  <a:lnTo>
                    <a:pt x="312992" y="369233"/>
                  </a:lnTo>
                  <a:lnTo>
                    <a:pt x="317883" y="369233"/>
                  </a:lnTo>
                  <a:lnTo>
                    <a:pt x="315437" y="371678"/>
                  </a:lnTo>
                  <a:lnTo>
                    <a:pt x="315437" y="376712"/>
                  </a:lnTo>
                  <a:lnTo>
                    <a:pt x="312992" y="376712"/>
                  </a:lnTo>
                  <a:lnTo>
                    <a:pt x="312992" y="379445"/>
                  </a:lnTo>
                  <a:lnTo>
                    <a:pt x="310547" y="379445"/>
                  </a:lnTo>
                  <a:lnTo>
                    <a:pt x="307670" y="381891"/>
                  </a:lnTo>
                  <a:lnTo>
                    <a:pt x="307670" y="384336"/>
                  </a:lnTo>
                  <a:lnTo>
                    <a:pt x="302780" y="384336"/>
                  </a:lnTo>
                  <a:lnTo>
                    <a:pt x="302780" y="389658"/>
                  </a:lnTo>
                  <a:lnTo>
                    <a:pt x="300334" y="389658"/>
                  </a:lnTo>
                  <a:lnTo>
                    <a:pt x="300334" y="396994"/>
                  </a:lnTo>
                  <a:lnTo>
                    <a:pt x="297457" y="396994"/>
                  </a:lnTo>
                  <a:lnTo>
                    <a:pt x="297457" y="404761"/>
                  </a:lnTo>
                  <a:lnTo>
                    <a:pt x="300334" y="404761"/>
                  </a:lnTo>
                  <a:lnTo>
                    <a:pt x="300334" y="420151"/>
                  </a:lnTo>
                  <a:lnTo>
                    <a:pt x="297457" y="422741"/>
                  </a:lnTo>
                  <a:lnTo>
                    <a:pt x="297457" y="425761"/>
                  </a:lnTo>
                  <a:lnTo>
                    <a:pt x="295012" y="425761"/>
                  </a:lnTo>
                  <a:lnTo>
                    <a:pt x="295012" y="430939"/>
                  </a:lnTo>
                  <a:lnTo>
                    <a:pt x="290122" y="430939"/>
                  </a:lnTo>
                  <a:lnTo>
                    <a:pt x="290122" y="433529"/>
                  </a:lnTo>
                  <a:lnTo>
                    <a:pt x="292567" y="435974"/>
                  </a:lnTo>
                  <a:lnTo>
                    <a:pt x="290122" y="435974"/>
                  </a:lnTo>
                  <a:lnTo>
                    <a:pt x="290122" y="438419"/>
                  </a:lnTo>
                  <a:lnTo>
                    <a:pt x="287532" y="441152"/>
                  </a:lnTo>
                  <a:lnTo>
                    <a:pt x="284800" y="441152"/>
                  </a:lnTo>
                  <a:lnTo>
                    <a:pt x="284800" y="443741"/>
                  </a:lnTo>
                  <a:lnTo>
                    <a:pt x="282354" y="443741"/>
                  </a:lnTo>
                  <a:lnTo>
                    <a:pt x="282354" y="446186"/>
                  </a:lnTo>
                  <a:lnTo>
                    <a:pt x="277320" y="446186"/>
                  </a:lnTo>
                  <a:lnTo>
                    <a:pt x="277320" y="451364"/>
                  </a:lnTo>
                  <a:lnTo>
                    <a:pt x="274587" y="451364"/>
                  </a:lnTo>
                  <a:lnTo>
                    <a:pt x="274587" y="456399"/>
                  </a:lnTo>
                  <a:lnTo>
                    <a:pt x="272142" y="456399"/>
                  </a:lnTo>
                  <a:lnTo>
                    <a:pt x="272142" y="468913"/>
                  </a:lnTo>
                  <a:lnTo>
                    <a:pt x="274587" y="468913"/>
                  </a:lnTo>
                  <a:lnTo>
                    <a:pt x="274587" y="471502"/>
                  </a:lnTo>
                  <a:lnTo>
                    <a:pt x="284800" y="471502"/>
                  </a:lnTo>
                  <a:lnTo>
                    <a:pt x="284800" y="468913"/>
                  </a:lnTo>
                  <a:lnTo>
                    <a:pt x="292567" y="468913"/>
                  </a:lnTo>
                  <a:lnTo>
                    <a:pt x="295012" y="466467"/>
                  </a:lnTo>
                  <a:lnTo>
                    <a:pt x="297457" y="466467"/>
                  </a:lnTo>
                  <a:lnTo>
                    <a:pt x="297457" y="464022"/>
                  </a:lnTo>
                  <a:lnTo>
                    <a:pt x="300334" y="464022"/>
                  </a:lnTo>
                  <a:lnTo>
                    <a:pt x="300334" y="456255"/>
                  </a:lnTo>
                  <a:lnTo>
                    <a:pt x="302780" y="458700"/>
                  </a:lnTo>
                  <a:lnTo>
                    <a:pt x="302780" y="456255"/>
                  </a:lnTo>
                  <a:lnTo>
                    <a:pt x="305225" y="456255"/>
                  </a:lnTo>
                  <a:lnTo>
                    <a:pt x="305225" y="453810"/>
                  </a:lnTo>
                  <a:lnTo>
                    <a:pt x="307670" y="453810"/>
                  </a:lnTo>
                  <a:lnTo>
                    <a:pt x="307670" y="456255"/>
                  </a:lnTo>
                  <a:lnTo>
                    <a:pt x="315437" y="456255"/>
                  </a:lnTo>
                  <a:lnTo>
                    <a:pt x="315437" y="451220"/>
                  </a:lnTo>
                  <a:lnTo>
                    <a:pt x="317883" y="451220"/>
                  </a:lnTo>
                  <a:lnTo>
                    <a:pt x="317883" y="448487"/>
                  </a:lnTo>
                  <a:lnTo>
                    <a:pt x="320616" y="448487"/>
                  </a:lnTo>
                  <a:lnTo>
                    <a:pt x="320616" y="446042"/>
                  </a:lnTo>
                  <a:lnTo>
                    <a:pt x="323204" y="446042"/>
                  </a:lnTo>
                  <a:lnTo>
                    <a:pt x="323204" y="443597"/>
                  </a:lnTo>
                  <a:lnTo>
                    <a:pt x="320616" y="443597"/>
                  </a:lnTo>
                  <a:lnTo>
                    <a:pt x="320616" y="440145"/>
                  </a:lnTo>
                  <a:lnTo>
                    <a:pt x="323204" y="440145"/>
                  </a:lnTo>
                  <a:lnTo>
                    <a:pt x="323204" y="434967"/>
                  </a:lnTo>
                  <a:lnTo>
                    <a:pt x="325650" y="434967"/>
                  </a:lnTo>
                  <a:lnTo>
                    <a:pt x="325650" y="432522"/>
                  </a:lnTo>
                  <a:lnTo>
                    <a:pt x="323204" y="429933"/>
                  </a:lnTo>
                  <a:lnTo>
                    <a:pt x="323204" y="427200"/>
                  </a:lnTo>
                  <a:lnTo>
                    <a:pt x="325650" y="427200"/>
                  </a:lnTo>
                  <a:lnTo>
                    <a:pt x="325650" y="422309"/>
                  </a:lnTo>
                  <a:lnTo>
                    <a:pt x="323204" y="422309"/>
                  </a:lnTo>
                  <a:lnTo>
                    <a:pt x="323204" y="416987"/>
                  </a:lnTo>
                  <a:lnTo>
                    <a:pt x="325650" y="416987"/>
                  </a:lnTo>
                  <a:lnTo>
                    <a:pt x="325650" y="414542"/>
                  </a:lnTo>
                  <a:lnTo>
                    <a:pt x="323204" y="414542"/>
                  </a:lnTo>
                  <a:lnTo>
                    <a:pt x="323204" y="412096"/>
                  </a:lnTo>
                  <a:lnTo>
                    <a:pt x="325650" y="414542"/>
                  </a:lnTo>
                  <a:lnTo>
                    <a:pt x="325650" y="412096"/>
                  </a:lnTo>
                  <a:lnTo>
                    <a:pt x="323204" y="409507"/>
                  </a:lnTo>
                  <a:lnTo>
                    <a:pt x="320616" y="409507"/>
                  </a:lnTo>
                  <a:lnTo>
                    <a:pt x="320616" y="406774"/>
                  </a:lnTo>
                  <a:lnTo>
                    <a:pt x="323204" y="406774"/>
                  </a:lnTo>
                  <a:lnTo>
                    <a:pt x="323204" y="404329"/>
                  </a:lnTo>
                  <a:lnTo>
                    <a:pt x="320616" y="404329"/>
                  </a:lnTo>
                  <a:lnTo>
                    <a:pt x="320616" y="399439"/>
                  </a:lnTo>
                  <a:lnTo>
                    <a:pt x="323204" y="399439"/>
                  </a:lnTo>
                  <a:lnTo>
                    <a:pt x="323204" y="396994"/>
                  </a:lnTo>
                  <a:lnTo>
                    <a:pt x="325650" y="396994"/>
                  </a:lnTo>
                  <a:lnTo>
                    <a:pt x="325650" y="394548"/>
                  </a:lnTo>
                  <a:lnTo>
                    <a:pt x="323204" y="394548"/>
                  </a:lnTo>
                  <a:lnTo>
                    <a:pt x="323204" y="392103"/>
                  </a:lnTo>
                  <a:lnTo>
                    <a:pt x="325650" y="392103"/>
                  </a:lnTo>
                  <a:lnTo>
                    <a:pt x="325650" y="381891"/>
                  </a:lnTo>
                  <a:lnTo>
                    <a:pt x="329102" y="381891"/>
                  </a:lnTo>
                  <a:lnTo>
                    <a:pt x="329102" y="384336"/>
                  </a:lnTo>
                  <a:lnTo>
                    <a:pt x="334424" y="384336"/>
                  </a:lnTo>
                  <a:lnTo>
                    <a:pt x="334424" y="381891"/>
                  </a:lnTo>
                  <a:lnTo>
                    <a:pt x="336869" y="381891"/>
                  </a:lnTo>
                  <a:lnTo>
                    <a:pt x="336869" y="376712"/>
                  </a:lnTo>
                  <a:lnTo>
                    <a:pt x="339314" y="376712"/>
                  </a:lnTo>
                  <a:lnTo>
                    <a:pt x="339314" y="379445"/>
                  </a:lnTo>
                  <a:lnTo>
                    <a:pt x="342047" y="379445"/>
                  </a:lnTo>
                  <a:lnTo>
                    <a:pt x="342047" y="376712"/>
                  </a:lnTo>
                  <a:lnTo>
                    <a:pt x="343486" y="376712"/>
                  </a:lnTo>
                  <a:lnTo>
                    <a:pt x="343486" y="381891"/>
                  </a:lnTo>
                  <a:lnTo>
                    <a:pt x="345931" y="381891"/>
                  </a:lnTo>
                  <a:lnTo>
                    <a:pt x="345931" y="376712"/>
                  </a:lnTo>
                  <a:lnTo>
                    <a:pt x="348376" y="376712"/>
                  </a:lnTo>
                  <a:lnTo>
                    <a:pt x="348376" y="374123"/>
                  </a:lnTo>
                  <a:lnTo>
                    <a:pt x="351109" y="374123"/>
                  </a:lnTo>
                  <a:lnTo>
                    <a:pt x="348376" y="371678"/>
                  </a:lnTo>
                  <a:lnTo>
                    <a:pt x="348376" y="369233"/>
                  </a:lnTo>
                  <a:lnTo>
                    <a:pt x="351109" y="371678"/>
                  </a:lnTo>
                  <a:lnTo>
                    <a:pt x="351109" y="363911"/>
                  </a:lnTo>
                  <a:lnTo>
                    <a:pt x="345931" y="363911"/>
                  </a:lnTo>
                  <a:lnTo>
                    <a:pt x="345931" y="361465"/>
                  </a:lnTo>
                  <a:lnTo>
                    <a:pt x="348376" y="361465"/>
                  </a:lnTo>
                  <a:lnTo>
                    <a:pt x="348376" y="348808"/>
                  </a:lnTo>
                  <a:lnTo>
                    <a:pt x="351109" y="348808"/>
                  </a:lnTo>
                  <a:lnTo>
                    <a:pt x="351109" y="346219"/>
                  </a:lnTo>
                  <a:lnTo>
                    <a:pt x="348376" y="346219"/>
                  </a:lnTo>
                  <a:lnTo>
                    <a:pt x="348376" y="343486"/>
                  </a:lnTo>
                  <a:lnTo>
                    <a:pt x="345931" y="341040"/>
                  </a:lnTo>
                  <a:lnTo>
                    <a:pt x="345931" y="338595"/>
                  </a:lnTo>
                  <a:lnTo>
                    <a:pt x="348376" y="338595"/>
                  </a:lnTo>
                  <a:lnTo>
                    <a:pt x="345931" y="336006"/>
                  </a:lnTo>
                  <a:lnTo>
                    <a:pt x="351109" y="336006"/>
                  </a:lnTo>
                  <a:lnTo>
                    <a:pt x="351109" y="330828"/>
                  </a:lnTo>
                  <a:lnTo>
                    <a:pt x="348376" y="330828"/>
                  </a:lnTo>
                  <a:lnTo>
                    <a:pt x="348376" y="328383"/>
                  </a:lnTo>
                  <a:lnTo>
                    <a:pt x="351109" y="328383"/>
                  </a:lnTo>
                  <a:lnTo>
                    <a:pt x="351109" y="325074"/>
                  </a:lnTo>
                  <a:lnTo>
                    <a:pt x="348376" y="325074"/>
                  </a:lnTo>
                  <a:lnTo>
                    <a:pt x="345931" y="322341"/>
                  </a:lnTo>
                  <a:lnTo>
                    <a:pt x="345931" y="317451"/>
                  </a:lnTo>
                  <a:lnTo>
                    <a:pt x="351109" y="317451"/>
                  </a:lnTo>
                  <a:lnTo>
                    <a:pt x="351109" y="319896"/>
                  </a:lnTo>
                  <a:lnTo>
                    <a:pt x="353698" y="319896"/>
                  </a:lnTo>
                  <a:lnTo>
                    <a:pt x="353698" y="317451"/>
                  </a:lnTo>
                  <a:lnTo>
                    <a:pt x="351109" y="315006"/>
                  </a:lnTo>
                  <a:lnTo>
                    <a:pt x="353698" y="315006"/>
                  </a:lnTo>
                  <a:lnTo>
                    <a:pt x="353698" y="317451"/>
                  </a:lnTo>
                  <a:lnTo>
                    <a:pt x="356144" y="317451"/>
                  </a:lnTo>
                  <a:lnTo>
                    <a:pt x="356144" y="319896"/>
                  </a:lnTo>
                  <a:lnTo>
                    <a:pt x="358589" y="319896"/>
                  </a:lnTo>
                  <a:lnTo>
                    <a:pt x="358589" y="317451"/>
                  </a:lnTo>
                  <a:lnTo>
                    <a:pt x="361322" y="317451"/>
                  </a:lnTo>
                  <a:lnTo>
                    <a:pt x="361322" y="322341"/>
                  </a:lnTo>
                  <a:lnTo>
                    <a:pt x="363911" y="322341"/>
                  </a:lnTo>
                  <a:lnTo>
                    <a:pt x="363911" y="319896"/>
                  </a:lnTo>
                  <a:lnTo>
                    <a:pt x="366356" y="319896"/>
                  </a:lnTo>
                  <a:lnTo>
                    <a:pt x="366356" y="325074"/>
                  </a:lnTo>
                  <a:lnTo>
                    <a:pt x="372253" y="325074"/>
                  </a:lnTo>
                  <a:lnTo>
                    <a:pt x="372253" y="330109"/>
                  </a:lnTo>
                  <a:lnTo>
                    <a:pt x="374986" y="330109"/>
                  </a:lnTo>
                  <a:lnTo>
                    <a:pt x="372253" y="332554"/>
                  </a:lnTo>
                  <a:lnTo>
                    <a:pt x="377431" y="332554"/>
                  </a:lnTo>
                  <a:lnTo>
                    <a:pt x="377431" y="335287"/>
                  </a:lnTo>
                  <a:lnTo>
                    <a:pt x="379877" y="335287"/>
                  </a:lnTo>
                  <a:lnTo>
                    <a:pt x="379877" y="337876"/>
                  </a:lnTo>
                  <a:lnTo>
                    <a:pt x="382466" y="340321"/>
                  </a:lnTo>
                  <a:lnTo>
                    <a:pt x="379877" y="340321"/>
                  </a:lnTo>
                  <a:lnTo>
                    <a:pt x="382466" y="342767"/>
                  </a:lnTo>
                  <a:lnTo>
                    <a:pt x="382466" y="348089"/>
                  </a:lnTo>
                  <a:lnTo>
                    <a:pt x="385199" y="348089"/>
                  </a:lnTo>
                  <a:lnTo>
                    <a:pt x="385199" y="350534"/>
                  </a:lnTo>
                  <a:lnTo>
                    <a:pt x="386637" y="350534"/>
                  </a:lnTo>
                  <a:lnTo>
                    <a:pt x="386637" y="348089"/>
                  </a:lnTo>
                  <a:lnTo>
                    <a:pt x="391528" y="348089"/>
                  </a:lnTo>
                  <a:lnTo>
                    <a:pt x="391528" y="350534"/>
                  </a:lnTo>
                  <a:lnTo>
                    <a:pt x="389083" y="350534"/>
                  </a:lnTo>
                  <a:lnTo>
                    <a:pt x="389083" y="353842"/>
                  </a:lnTo>
                  <a:lnTo>
                    <a:pt x="386637" y="356575"/>
                  </a:lnTo>
                  <a:lnTo>
                    <a:pt x="391528" y="356575"/>
                  </a:lnTo>
                  <a:lnTo>
                    <a:pt x="391528" y="359164"/>
                  </a:lnTo>
                  <a:lnTo>
                    <a:pt x="389083" y="359164"/>
                  </a:lnTo>
                  <a:lnTo>
                    <a:pt x="389083" y="364054"/>
                  </a:lnTo>
                  <a:lnTo>
                    <a:pt x="384192" y="364054"/>
                  </a:lnTo>
                  <a:lnTo>
                    <a:pt x="384192" y="366787"/>
                  </a:lnTo>
                  <a:lnTo>
                    <a:pt x="386637" y="366787"/>
                  </a:lnTo>
                  <a:lnTo>
                    <a:pt x="386637" y="369376"/>
                  </a:lnTo>
                  <a:lnTo>
                    <a:pt x="391528" y="369376"/>
                  </a:lnTo>
                  <a:lnTo>
                    <a:pt x="391528" y="371822"/>
                  </a:lnTo>
                  <a:lnTo>
                    <a:pt x="386637" y="371822"/>
                  </a:lnTo>
                  <a:lnTo>
                    <a:pt x="389083" y="374267"/>
                  </a:lnTo>
                  <a:lnTo>
                    <a:pt x="389083" y="387069"/>
                  </a:lnTo>
                  <a:lnTo>
                    <a:pt x="391528" y="389802"/>
                  </a:lnTo>
                  <a:lnTo>
                    <a:pt x="389083" y="389802"/>
                  </a:lnTo>
                  <a:lnTo>
                    <a:pt x="391528" y="392247"/>
                  </a:lnTo>
                  <a:lnTo>
                    <a:pt x="391528" y="410083"/>
                  </a:lnTo>
                  <a:lnTo>
                    <a:pt x="394261" y="412672"/>
                  </a:lnTo>
                  <a:lnTo>
                    <a:pt x="394261" y="415117"/>
                  </a:lnTo>
                  <a:lnTo>
                    <a:pt x="396850" y="417562"/>
                  </a:lnTo>
                  <a:lnTo>
                    <a:pt x="396850" y="420295"/>
                  </a:lnTo>
                  <a:lnTo>
                    <a:pt x="399295" y="420295"/>
                  </a:lnTo>
                  <a:lnTo>
                    <a:pt x="399295" y="417562"/>
                  </a:lnTo>
                  <a:lnTo>
                    <a:pt x="401740" y="417562"/>
                  </a:lnTo>
                  <a:lnTo>
                    <a:pt x="404473" y="420295"/>
                  </a:lnTo>
                  <a:lnTo>
                    <a:pt x="404473" y="417562"/>
                  </a:lnTo>
                  <a:lnTo>
                    <a:pt x="407062" y="417562"/>
                  </a:lnTo>
                  <a:lnTo>
                    <a:pt x="407062" y="415117"/>
                  </a:lnTo>
                  <a:lnTo>
                    <a:pt x="409507" y="415117"/>
                  </a:lnTo>
                  <a:lnTo>
                    <a:pt x="409507" y="410083"/>
                  </a:lnTo>
                  <a:lnTo>
                    <a:pt x="411953" y="407350"/>
                  </a:lnTo>
                  <a:lnTo>
                    <a:pt x="409507" y="407350"/>
                  </a:lnTo>
                  <a:lnTo>
                    <a:pt x="411953" y="404904"/>
                  </a:lnTo>
                  <a:lnTo>
                    <a:pt x="411953" y="396994"/>
                  </a:lnTo>
                  <a:lnTo>
                    <a:pt x="414686" y="394548"/>
                  </a:lnTo>
                  <a:lnTo>
                    <a:pt x="414686" y="384336"/>
                  </a:lnTo>
                  <a:lnTo>
                    <a:pt x="411953" y="384336"/>
                  </a:lnTo>
                  <a:lnTo>
                    <a:pt x="411953" y="381891"/>
                  </a:lnTo>
                  <a:lnTo>
                    <a:pt x="417275" y="381891"/>
                  </a:lnTo>
                  <a:lnTo>
                    <a:pt x="417275" y="374123"/>
                  </a:lnTo>
                  <a:lnTo>
                    <a:pt x="419720" y="374123"/>
                  </a:lnTo>
                  <a:lnTo>
                    <a:pt x="419720" y="366644"/>
                  </a:lnTo>
                  <a:lnTo>
                    <a:pt x="417275" y="366644"/>
                  </a:lnTo>
                  <a:lnTo>
                    <a:pt x="417275" y="363911"/>
                  </a:lnTo>
                  <a:lnTo>
                    <a:pt x="419720" y="361465"/>
                  </a:lnTo>
                  <a:lnTo>
                    <a:pt x="422165" y="363911"/>
                  </a:lnTo>
                  <a:lnTo>
                    <a:pt x="424898" y="363911"/>
                  </a:lnTo>
                  <a:lnTo>
                    <a:pt x="424898" y="381891"/>
                  </a:lnTo>
                  <a:lnTo>
                    <a:pt x="427487" y="381891"/>
                  </a:lnTo>
                  <a:lnTo>
                    <a:pt x="427487" y="386925"/>
                  </a:lnTo>
                  <a:lnTo>
                    <a:pt x="429933" y="386925"/>
                  </a:lnTo>
                  <a:lnTo>
                    <a:pt x="429933" y="384336"/>
                  </a:lnTo>
                  <a:lnTo>
                    <a:pt x="435111" y="384336"/>
                  </a:lnTo>
                  <a:lnTo>
                    <a:pt x="435111" y="386925"/>
                  </a:lnTo>
                  <a:lnTo>
                    <a:pt x="432378" y="386925"/>
                  </a:lnTo>
                  <a:lnTo>
                    <a:pt x="432378" y="389658"/>
                  </a:lnTo>
                  <a:lnTo>
                    <a:pt x="429933" y="389658"/>
                  </a:lnTo>
                  <a:lnTo>
                    <a:pt x="429933" y="392103"/>
                  </a:lnTo>
                  <a:lnTo>
                    <a:pt x="432378" y="392103"/>
                  </a:lnTo>
                  <a:lnTo>
                    <a:pt x="432378" y="404761"/>
                  </a:lnTo>
                  <a:lnTo>
                    <a:pt x="435111" y="404761"/>
                  </a:lnTo>
                  <a:lnTo>
                    <a:pt x="435111" y="402315"/>
                  </a:lnTo>
                  <a:lnTo>
                    <a:pt x="437700" y="404761"/>
                  </a:lnTo>
                  <a:lnTo>
                    <a:pt x="437700" y="412528"/>
                  </a:lnTo>
                  <a:lnTo>
                    <a:pt x="440145" y="412528"/>
                  </a:lnTo>
                  <a:lnTo>
                    <a:pt x="442590" y="414973"/>
                  </a:lnTo>
                  <a:lnTo>
                    <a:pt x="445179" y="414973"/>
                  </a:lnTo>
                  <a:lnTo>
                    <a:pt x="445179" y="417419"/>
                  </a:lnTo>
                  <a:lnTo>
                    <a:pt x="447912" y="417419"/>
                  </a:lnTo>
                  <a:lnTo>
                    <a:pt x="447912" y="414973"/>
                  </a:lnTo>
                  <a:lnTo>
                    <a:pt x="452803" y="414973"/>
                  </a:lnTo>
                  <a:lnTo>
                    <a:pt x="452803" y="404761"/>
                  </a:lnTo>
                  <a:lnTo>
                    <a:pt x="455392" y="404761"/>
                  </a:lnTo>
                  <a:lnTo>
                    <a:pt x="455392" y="399870"/>
                  </a:lnTo>
                  <a:lnTo>
                    <a:pt x="460570" y="399870"/>
                  </a:lnTo>
                  <a:lnTo>
                    <a:pt x="460570" y="396994"/>
                  </a:lnTo>
                  <a:lnTo>
                    <a:pt x="463015" y="399870"/>
                  </a:lnTo>
                  <a:lnTo>
                    <a:pt x="465604" y="399870"/>
                  </a:lnTo>
                  <a:lnTo>
                    <a:pt x="465604" y="402315"/>
                  </a:lnTo>
                  <a:lnTo>
                    <a:pt x="470783" y="402315"/>
                  </a:lnTo>
                  <a:lnTo>
                    <a:pt x="470783" y="404761"/>
                  </a:lnTo>
                  <a:lnTo>
                    <a:pt x="473228" y="402315"/>
                  </a:lnTo>
                  <a:lnTo>
                    <a:pt x="475673" y="402315"/>
                  </a:lnTo>
                  <a:lnTo>
                    <a:pt x="475673" y="399870"/>
                  </a:lnTo>
                  <a:lnTo>
                    <a:pt x="478550" y="399870"/>
                  </a:lnTo>
                  <a:lnTo>
                    <a:pt x="478550" y="386925"/>
                  </a:lnTo>
                  <a:lnTo>
                    <a:pt x="475673" y="384336"/>
                  </a:lnTo>
                  <a:lnTo>
                    <a:pt x="478550" y="384336"/>
                  </a:lnTo>
                  <a:lnTo>
                    <a:pt x="478550" y="379445"/>
                  </a:lnTo>
                  <a:lnTo>
                    <a:pt x="480995" y="376712"/>
                  </a:lnTo>
                  <a:close/>
                  <a:moveTo>
                    <a:pt x="81269" y="93639"/>
                  </a:moveTo>
                  <a:lnTo>
                    <a:pt x="81269" y="96228"/>
                  </a:lnTo>
                  <a:lnTo>
                    <a:pt x="78680" y="93639"/>
                  </a:lnTo>
                  <a:close/>
                  <a:moveTo>
                    <a:pt x="22439" y="147290"/>
                  </a:moveTo>
                  <a:lnTo>
                    <a:pt x="19994" y="147290"/>
                  </a:lnTo>
                  <a:lnTo>
                    <a:pt x="19994" y="149736"/>
                  </a:lnTo>
                  <a:lnTo>
                    <a:pt x="17548" y="149736"/>
                  </a:lnTo>
                  <a:lnTo>
                    <a:pt x="17548" y="147290"/>
                  </a:lnTo>
                  <a:lnTo>
                    <a:pt x="19994" y="147290"/>
                  </a:lnTo>
                  <a:lnTo>
                    <a:pt x="19994" y="144414"/>
                  </a:lnTo>
                  <a:lnTo>
                    <a:pt x="22439" y="144414"/>
                  </a:lnTo>
                  <a:close/>
                  <a:moveTo>
                    <a:pt x="73502" y="180373"/>
                  </a:moveTo>
                  <a:lnTo>
                    <a:pt x="73502" y="177784"/>
                  </a:lnTo>
                  <a:lnTo>
                    <a:pt x="75947" y="177784"/>
                  </a:lnTo>
                  <a:lnTo>
                    <a:pt x="75947" y="180373"/>
                  </a:lnTo>
                  <a:close/>
                  <a:moveTo>
                    <a:pt x="106584" y="193031"/>
                  </a:moveTo>
                  <a:lnTo>
                    <a:pt x="104139" y="193031"/>
                  </a:lnTo>
                  <a:lnTo>
                    <a:pt x="104139" y="190586"/>
                  </a:lnTo>
                  <a:lnTo>
                    <a:pt x="106584" y="190586"/>
                  </a:lnTo>
                  <a:close/>
                  <a:moveTo>
                    <a:pt x="114352" y="453234"/>
                  </a:moveTo>
                  <a:lnTo>
                    <a:pt x="111906" y="453234"/>
                  </a:lnTo>
                  <a:lnTo>
                    <a:pt x="111906" y="450645"/>
                  </a:lnTo>
                  <a:lnTo>
                    <a:pt x="114352" y="450645"/>
                  </a:lnTo>
                  <a:close/>
                  <a:moveTo>
                    <a:pt x="134776" y="213456"/>
                  </a:moveTo>
                  <a:lnTo>
                    <a:pt x="134776" y="215901"/>
                  </a:lnTo>
                  <a:lnTo>
                    <a:pt x="132331" y="215901"/>
                  </a:lnTo>
                  <a:lnTo>
                    <a:pt x="132331" y="211011"/>
                  </a:lnTo>
                  <a:lnTo>
                    <a:pt x="134776" y="211011"/>
                  </a:lnTo>
                  <a:close/>
                  <a:moveTo>
                    <a:pt x="137222" y="205689"/>
                  </a:moveTo>
                  <a:lnTo>
                    <a:pt x="137222" y="208278"/>
                  </a:lnTo>
                  <a:lnTo>
                    <a:pt x="134776" y="208278"/>
                  </a:lnTo>
                  <a:lnTo>
                    <a:pt x="134776" y="203243"/>
                  </a:lnTo>
                  <a:lnTo>
                    <a:pt x="132331" y="203243"/>
                  </a:lnTo>
                  <a:lnTo>
                    <a:pt x="132331" y="200798"/>
                  </a:lnTo>
                  <a:lnTo>
                    <a:pt x="134776" y="200798"/>
                  </a:lnTo>
                  <a:lnTo>
                    <a:pt x="134776" y="203243"/>
                  </a:lnTo>
                  <a:lnTo>
                    <a:pt x="137222" y="203243"/>
                  </a:lnTo>
                  <a:close/>
                  <a:moveTo>
                    <a:pt x="147434" y="432809"/>
                  </a:moveTo>
                  <a:lnTo>
                    <a:pt x="147434" y="430220"/>
                  </a:lnTo>
                  <a:lnTo>
                    <a:pt x="149880" y="432809"/>
                  </a:lnTo>
                  <a:close/>
                  <a:moveTo>
                    <a:pt x="149880" y="427487"/>
                  </a:moveTo>
                  <a:lnTo>
                    <a:pt x="147434" y="427487"/>
                  </a:lnTo>
                  <a:lnTo>
                    <a:pt x="147434" y="425761"/>
                  </a:lnTo>
                  <a:lnTo>
                    <a:pt x="149880" y="425761"/>
                  </a:lnTo>
                  <a:close/>
                  <a:moveTo>
                    <a:pt x="203675" y="412384"/>
                  </a:moveTo>
                  <a:lnTo>
                    <a:pt x="198497" y="412384"/>
                  </a:lnTo>
                  <a:lnTo>
                    <a:pt x="198497" y="409795"/>
                  </a:lnTo>
                  <a:lnTo>
                    <a:pt x="203675" y="409795"/>
                  </a:lnTo>
                  <a:close/>
                  <a:moveTo>
                    <a:pt x="216477" y="383617"/>
                  </a:moveTo>
                  <a:lnTo>
                    <a:pt x="216477" y="381171"/>
                  </a:lnTo>
                  <a:lnTo>
                    <a:pt x="218922" y="381171"/>
                  </a:lnTo>
                  <a:lnTo>
                    <a:pt x="218922" y="383617"/>
                  </a:lnTo>
                  <a:close/>
                  <a:moveTo>
                    <a:pt x="241792" y="396275"/>
                  </a:moveTo>
                  <a:lnTo>
                    <a:pt x="241792" y="393829"/>
                  </a:lnTo>
                  <a:lnTo>
                    <a:pt x="244237" y="393829"/>
                  </a:lnTo>
                  <a:lnTo>
                    <a:pt x="244237" y="396994"/>
                  </a:lnTo>
                  <a:close/>
                  <a:moveTo>
                    <a:pt x="249559" y="370959"/>
                  </a:moveTo>
                  <a:lnTo>
                    <a:pt x="249559" y="373404"/>
                  </a:lnTo>
                  <a:lnTo>
                    <a:pt x="246970" y="373404"/>
                  </a:lnTo>
                  <a:lnTo>
                    <a:pt x="246970" y="370959"/>
                  </a:lnTo>
                  <a:lnTo>
                    <a:pt x="249559" y="368513"/>
                  </a:lnTo>
                  <a:close/>
                  <a:moveTo>
                    <a:pt x="318170" y="429645"/>
                  </a:moveTo>
                  <a:lnTo>
                    <a:pt x="318170" y="426912"/>
                  </a:lnTo>
                  <a:lnTo>
                    <a:pt x="320903" y="426912"/>
                  </a:lnTo>
                  <a:lnTo>
                    <a:pt x="320903" y="429645"/>
                  </a:lnTo>
                  <a:close/>
                  <a:moveTo>
                    <a:pt x="325937" y="230717"/>
                  </a:moveTo>
                  <a:lnTo>
                    <a:pt x="325937" y="227984"/>
                  </a:lnTo>
                  <a:lnTo>
                    <a:pt x="329102" y="227984"/>
                  </a:lnTo>
                  <a:lnTo>
                    <a:pt x="329102" y="230717"/>
                  </a:lnTo>
                  <a:lnTo>
                    <a:pt x="326656" y="230717"/>
                  </a:lnTo>
                  <a:lnTo>
                    <a:pt x="326656" y="233306"/>
                  </a:lnTo>
                  <a:lnTo>
                    <a:pt x="324211" y="233306"/>
                  </a:lnTo>
                  <a:lnTo>
                    <a:pt x="324211" y="230717"/>
                  </a:lnTo>
                  <a:close/>
                  <a:moveTo>
                    <a:pt x="323492" y="235751"/>
                  </a:moveTo>
                  <a:lnTo>
                    <a:pt x="323492" y="238772"/>
                  </a:lnTo>
                  <a:lnTo>
                    <a:pt x="320903" y="236326"/>
                  </a:lnTo>
                  <a:close/>
                  <a:moveTo>
                    <a:pt x="323492" y="264519"/>
                  </a:moveTo>
                  <a:lnTo>
                    <a:pt x="323492" y="269409"/>
                  </a:lnTo>
                  <a:lnTo>
                    <a:pt x="320903" y="269409"/>
                  </a:lnTo>
                  <a:lnTo>
                    <a:pt x="320903" y="264519"/>
                  </a:lnTo>
                  <a:lnTo>
                    <a:pt x="323492" y="261929"/>
                  </a:lnTo>
                  <a:lnTo>
                    <a:pt x="325937" y="261929"/>
                  </a:lnTo>
                  <a:close/>
                  <a:moveTo>
                    <a:pt x="356575" y="295156"/>
                  </a:moveTo>
                  <a:lnTo>
                    <a:pt x="356575" y="292423"/>
                  </a:lnTo>
                  <a:lnTo>
                    <a:pt x="359020" y="292423"/>
                  </a:lnTo>
                  <a:close/>
                  <a:moveTo>
                    <a:pt x="417850" y="371534"/>
                  </a:moveTo>
                  <a:lnTo>
                    <a:pt x="415405" y="371534"/>
                  </a:lnTo>
                  <a:lnTo>
                    <a:pt x="415405" y="369089"/>
                  </a:lnTo>
                  <a:lnTo>
                    <a:pt x="417994" y="369089"/>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grpSp>
          <p:nvGrpSpPr>
            <p:cNvPr id="80" name="Group 79">
              <a:extLst>
                <a:ext uri="{FF2B5EF4-FFF2-40B4-BE49-F238E27FC236}">
                  <a16:creationId xmlns:a16="http://schemas.microsoft.com/office/drawing/2014/main" id="{BC243AED-B26E-250D-538D-8C32A3569E6A}"/>
                </a:ext>
              </a:extLst>
            </p:cNvPr>
            <p:cNvGrpSpPr/>
            <p:nvPr/>
          </p:nvGrpSpPr>
          <p:grpSpPr>
            <a:xfrm>
              <a:off x="5120073" y="3965090"/>
              <a:ext cx="1652337" cy="2550449"/>
              <a:chOff x="3388284" y="2623956"/>
              <a:chExt cx="1093458" cy="1687797"/>
            </a:xfrm>
            <a:grpFill/>
          </p:grpSpPr>
          <p:sp>
            <p:nvSpPr>
              <p:cNvPr id="83" name="Freeform: Shape 3978">
                <a:extLst>
                  <a:ext uri="{FF2B5EF4-FFF2-40B4-BE49-F238E27FC236}">
                    <a16:creationId xmlns:a16="http://schemas.microsoft.com/office/drawing/2014/main" id="{889B61F2-9411-5EB5-80F3-C15580D3E9BF}"/>
                  </a:ext>
                </a:extLst>
              </p:cNvPr>
              <p:cNvSpPr/>
              <p:nvPr/>
            </p:nvSpPr>
            <p:spPr>
              <a:xfrm>
                <a:off x="3576999" y="3875924"/>
                <a:ext cx="2445" cy="5322"/>
              </a:xfrm>
              <a:custGeom>
                <a:avLst/>
                <a:gdLst>
                  <a:gd name="connsiteX0" fmla="*/ 0 w 2445"/>
                  <a:gd name="connsiteY0" fmla="*/ 2733 h 5322"/>
                  <a:gd name="connsiteX1" fmla="*/ 0 w 2445"/>
                  <a:gd name="connsiteY1" fmla="*/ 5322 h 5322"/>
                  <a:gd name="connsiteX2" fmla="*/ 2445 w 2445"/>
                  <a:gd name="connsiteY2" fmla="*/ 5322 h 5322"/>
                  <a:gd name="connsiteX3" fmla="*/ 2445 w 2445"/>
                  <a:gd name="connsiteY3" fmla="*/ 2733 h 5322"/>
                  <a:gd name="connsiteX4" fmla="*/ 2445 w 2445"/>
                  <a:gd name="connsiteY4" fmla="*/ 0 h 5322"/>
                  <a:gd name="connsiteX5" fmla="*/ 0 w 2445"/>
                  <a:gd name="connsiteY5" fmla="*/ 0 h 5322"/>
                  <a:gd name="connsiteX6" fmla="*/ 0 w 2445"/>
                  <a:gd name="connsiteY6" fmla="*/ 2733 h 5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45" h="5322">
                    <a:moveTo>
                      <a:pt x="0" y="2733"/>
                    </a:moveTo>
                    <a:lnTo>
                      <a:pt x="0" y="5322"/>
                    </a:lnTo>
                    <a:lnTo>
                      <a:pt x="2445" y="5322"/>
                    </a:lnTo>
                    <a:lnTo>
                      <a:pt x="2445" y="2733"/>
                    </a:lnTo>
                    <a:lnTo>
                      <a:pt x="2445" y="0"/>
                    </a:lnTo>
                    <a:lnTo>
                      <a:pt x="0" y="0"/>
                    </a:lnTo>
                    <a:lnTo>
                      <a:pt x="0" y="2733"/>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84" name="Freeform: Shape 3979">
                <a:extLst>
                  <a:ext uri="{FF2B5EF4-FFF2-40B4-BE49-F238E27FC236}">
                    <a16:creationId xmlns:a16="http://schemas.microsoft.com/office/drawing/2014/main" id="{8A56545D-6325-097A-9B35-FDA6DD84A67D}"/>
                  </a:ext>
                </a:extLst>
              </p:cNvPr>
              <p:cNvSpPr/>
              <p:nvPr/>
            </p:nvSpPr>
            <p:spPr>
              <a:xfrm>
                <a:off x="3599870" y="3926986"/>
                <a:ext cx="5321" cy="2588"/>
              </a:xfrm>
              <a:custGeom>
                <a:avLst/>
                <a:gdLst>
                  <a:gd name="connsiteX0" fmla="*/ 2589 w 5321"/>
                  <a:gd name="connsiteY0" fmla="*/ 0 h 2588"/>
                  <a:gd name="connsiteX1" fmla="*/ 0 w 5321"/>
                  <a:gd name="connsiteY1" fmla="*/ 0 h 2588"/>
                  <a:gd name="connsiteX2" fmla="*/ 0 w 5321"/>
                  <a:gd name="connsiteY2" fmla="*/ 2589 h 2588"/>
                  <a:gd name="connsiteX3" fmla="*/ 2589 w 5321"/>
                  <a:gd name="connsiteY3" fmla="*/ 2589 h 2588"/>
                  <a:gd name="connsiteX4" fmla="*/ 5322 w 5321"/>
                  <a:gd name="connsiteY4" fmla="*/ 0 h 2588"/>
                  <a:gd name="connsiteX5" fmla="*/ 2589 w 5321"/>
                  <a:gd name="connsiteY5" fmla="*/ 0 h 2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21" h="2588">
                    <a:moveTo>
                      <a:pt x="2589" y="0"/>
                    </a:moveTo>
                    <a:lnTo>
                      <a:pt x="0" y="0"/>
                    </a:lnTo>
                    <a:lnTo>
                      <a:pt x="0" y="2589"/>
                    </a:lnTo>
                    <a:lnTo>
                      <a:pt x="2589" y="2589"/>
                    </a:lnTo>
                    <a:lnTo>
                      <a:pt x="5322" y="0"/>
                    </a:lnTo>
                    <a:lnTo>
                      <a:pt x="2589" y="0"/>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85" name="Freeform: Shape 3980">
                <a:extLst>
                  <a:ext uri="{FF2B5EF4-FFF2-40B4-BE49-F238E27FC236}">
                    <a16:creationId xmlns:a16="http://schemas.microsoft.com/office/drawing/2014/main" id="{3BCB9CBF-38A2-F82B-69EC-41E5E062E726}"/>
                  </a:ext>
                </a:extLst>
              </p:cNvPr>
              <p:cNvSpPr/>
              <p:nvPr/>
            </p:nvSpPr>
            <p:spPr>
              <a:xfrm>
                <a:off x="3809010" y="4131093"/>
                <a:ext cx="2445" cy="2445"/>
              </a:xfrm>
              <a:custGeom>
                <a:avLst/>
                <a:gdLst>
                  <a:gd name="connsiteX0" fmla="*/ 0 w 2445"/>
                  <a:gd name="connsiteY0" fmla="*/ 0 h 2445"/>
                  <a:gd name="connsiteX1" fmla="*/ 2445 w 2445"/>
                  <a:gd name="connsiteY1" fmla="*/ 0 h 2445"/>
                  <a:gd name="connsiteX2" fmla="*/ 2445 w 2445"/>
                  <a:gd name="connsiteY2" fmla="*/ 2446 h 2445"/>
                  <a:gd name="connsiteX3" fmla="*/ 0 w 2445"/>
                  <a:gd name="connsiteY3" fmla="*/ 2446 h 2445"/>
                </a:gdLst>
                <a:ahLst/>
                <a:cxnLst>
                  <a:cxn ang="0">
                    <a:pos x="connsiteX0" y="connsiteY0"/>
                  </a:cxn>
                  <a:cxn ang="0">
                    <a:pos x="connsiteX1" y="connsiteY1"/>
                  </a:cxn>
                  <a:cxn ang="0">
                    <a:pos x="connsiteX2" y="connsiteY2"/>
                  </a:cxn>
                  <a:cxn ang="0">
                    <a:pos x="connsiteX3" y="connsiteY3"/>
                  </a:cxn>
                </a:cxnLst>
                <a:rect l="l" t="t" r="r" b="b"/>
                <a:pathLst>
                  <a:path w="2445" h="2445">
                    <a:moveTo>
                      <a:pt x="0" y="0"/>
                    </a:moveTo>
                    <a:lnTo>
                      <a:pt x="2445" y="0"/>
                    </a:lnTo>
                    <a:lnTo>
                      <a:pt x="2445" y="2446"/>
                    </a:lnTo>
                    <a:lnTo>
                      <a:pt x="0" y="2446"/>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86" name="Freeform: Shape 3981">
                <a:extLst>
                  <a:ext uri="{FF2B5EF4-FFF2-40B4-BE49-F238E27FC236}">
                    <a16:creationId xmlns:a16="http://schemas.microsoft.com/office/drawing/2014/main" id="{76886FEC-353E-FC6D-3977-298AEB279EAA}"/>
                  </a:ext>
                </a:extLst>
              </p:cNvPr>
              <p:cNvSpPr/>
              <p:nvPr/>
            </p:nvSpPr>
            <p:spPr>
              <a:xfrm>
                <a:off x="3722420" y="4105490"/>
                <a:ext cx="2445" cy="2445"/>
              </a:xfrm>
              <a:custGeom>
                <a:avLst/>
                <a:gdLst>
                  <a:gd name="connsiteX0" fmla="*/ 0 w 2445"/>
                  <a:gd name="connsiteY0" fmla="*/ 0 h 2445"/>
                  <a:gd name="connsiteX1" fmla="*/ 2445 w 2445"/>
                  <a:gd name="connsiteY1" fmla="*/ 0 h 2445"/>
                  <a:gd name="connsiteX2" fmla="*/ 2445 w 2445"/>
                  <a:gd name="connsiteY2" fmla="*/ 2446 h 2445"/>
                  <a:gd name="connsiteX3" fmla="*/ 0 w 2445"/>
                  <a:gd name="connsiteY3" fmla="*/ 2446 h 2445"/>
                </a:gdLst>
                <a:ahLst/>
                <a:cxnLst>
                  <a:cxn ang="0">
                    <a:pos x="connsiteX0" y="connsiteY0"/>
                  </a:cxn>
                  <a:cxn ang="0">
                    <a:pos x="connsiteX1" y="connsiteY1"/>
                  </a:cxn>
                  <a:cxn ang="0">
                    <a:pos x="connsiteX2" y="connsiteY2"/>
                  </a:cxn>
                  <a:cxn ang="0">
                    <a:pos x="connsiteX3" y="connsiteY3"/>
                  </a:cxn>
                </a:cxnLst>
                <a:rect l="l" t="t" r="r" b="b"/>
                <a:pathLst>
                  <a:path w="2445" h="2445">
                    <a:moveTo>
                      <a:pt x="0" y="0"/>
                    </a:moveTo>
                    <a:lnTo>
                      <a:pt x="2445" y="0"/>
                    </a:lnTo>
                    <a:lnTo>
                      <a:pt x="2445" y="2446"/>
                    </a:lnTo>
                    <a:lnTo>
                      <a:pt x="0" y="2446"/>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87" name="Freeform: Shape 3982">
                <a:extLst>
                  <a:ext uri="{FF2B5EF4-FFF2-40B4-BE49-F238E27FC236}">
                    <a16:creationId xmlns:a16="http://schemas.microsoft.com/office/drawing/2014/main" id="{27139009-3378-63DE-D8FD-99D5CB57A274}"/>
                  </a:ext>
                </a:extLst>
              </p:cNvPr>
              <p:cNvSpPr/>
              <p:nvPr/>
            </p:nvSpPr>
            <p:spPr>
              <a:xfrm>
                <a:off x="3615404" y="3751072"/>
                <a:ext cx="15103" cy="33226"/>
              </a:xfrm>
              <a:custGeom>
                <a:avLst/>
                <a:gdLst>
                  <a:gd name="connsiteX0" fmla="*/ 0 w 15103"/>
                  <a:gd name="connsiteY0" fmla="*/ 10069 h 33226"/>
                  <a:gd name="connsiteX1" fmla="*/ 2445 w 15103"/>
                  <a:gd name="connsiteY1" fmla="*/ 10069 h 33226"/>
                  <a:gd name="connsiteX2" fmla="*/ 2445 w 15103"/>
                  <a:gd name="connsiteY2" fmla="*/ 15391 h 33226"/>
                  <a:gd name="connsiteX3" fmla="*/ 0 w 15103"/>
                  <a:gd name="connsiteY3" fmla="*/ 15391 h 33226"/>
                  <a:gd name="connsiteX4" fmla="*/ 0 w 15103"/>
                  <a:gd name="connsiteY4" fmla="*/ 17836 h 33226"/>
                  <a:gd name="connsiteX5" fmla="*/ 2445 w 15103"/>
                  <a:gd name="connsiteY5" fmla="*/ 20281 h 33226"/>
                  <a:gd name="connsiteX6" fmla="*/ 0 w 15103"/>
                  <a:gd name="connsiteY6" fmla="*/ 20281 h 33226"/>
                  <a:gd name="connsiteX7" fmla="*/ 0 w 15103"/>
                  <a:gd name="connsiteY7" fmla="*/ 23014 h 33226"/>
                  <a:gd name="connsiteX8" fmla="*/ 2445 w 15103"/>
                  <a:gd name="connsiteY8" fmla="*/ 23014 h 33226"/>
                  <a:gd name="connsiteX9" fmla="*/ 2445 w 15103"/>
                  <a:gd name="connsiteY9" fmla="*/ 25603 h 33226"/>
                  <a:gd name="connsiteX10" fmla="*/ 4891 w 15103"/>
                  <a:gd name="connsiteY10" fmla="*/ 25603 h 33226"/>
                  <a:gd name="connsiteX11" fmla="*/ 4891 w 15103"/>
                  <a:gd name="connsiteY11" fmla="*/ 28049 h 33226"/>
                  <a:gd name="connsiteX12" fmla="*/ 7480 w 15103"/>
                  <a:gd name="connsiteY12" fmla="*/ 28049 h 33226"/>
                  <a:gd name="connsiteX13" fmla="*/ 7480 w 15103"/>
                  <a:gd name="connsiteY13" fmla="*/ 33227 h 33226"/>
                  <a:gd name="connsiteX14" fmla="*/ 12658 w 15103"/>
                  <a:gd name="connsiteY14" fmla="*/ 33227 h 33226"/>
                  <a:gd name="connsiteX15" fmla="*/ 12658 w 15103"/>
                  <a:gd name="connsiteY15" fmla="*/ 20281 h 33226"/>
                  <a:gd name="connsiteX16" fmla="*/ 15103 w 15103"/>
                  <a:gd name="connsiteY16" fmla="*/ 20281 h 33226"/>
                  <a:gd name="connsiteX17" fmla="*/ 15103 w 15103"/>
                  <a:gd name="connsiteY17" fmla="*/ 0 h 33226"/>
                  <a:gd name="connsiteX18" fmla="*/ 9925 w 15103"/>
                  <a:gd name="connsiteY18" fmla="*/ 0 h 33226"/>
                  <a:gd name="connsiteX19" fmla="*/ 9925 w 15103"/>
                  <a:gd name="connsiteY19" fmla="*/ 2733 h 33226"/>
                  <a:gd name="connsiteX20" fmla="*/ 4891 w 15103"/>
                  <a:gd name="connsiteY20" fmla="*/ 2733 h 33226"/>
                  <a:gd name="connsiteX21" fmla="*/ 7480 w 15103"/>
                  <a:gd name="connsiteY21" fmla="*/ 5178 h 33226"/>
                  <a:gd name="connsiteX22" fmla="*/ 4891 w 15103"/>
                  <a:gd name="connsiteY22" fmla="*/ 5178 h 33226"/>
                  <a:gd name="connsiteX23" fmla="*/ 4891 w 15103"/>
                  <a:gd name="connsiteY23" fmla="*/ 2733 h 33226"/>
                  <a:gd name="connsiteX24" fmla="*/ 2445 w 15103"/>
                  <a:gd name="connsiteY24" fmla="*/ 2733 h 33226"/>
                  <a:gd name="connsiteX25" fmla="*/ 2445 w 15103"/>
                  <a:gd name="connsiteY25" fmla="*/ 7623 h 33226"/>
                  <a:gd name="connsiteX26" fmla="*/ 0 w 15103"/>
                  <a:gd name="connsiteY26" fmla="*/ 7623 h 33226"/>
                  <a:gd name="connsiteX27" fmla="*/ 12658 w 15103"/>
                  <a:gd name="connsiteY27" fmla="*/ 7623 h 33226"/>
                  <a:gd name="connsiteX28" fmla="*/ 9925 w 15103"/>
                  <a:gd name="connsiteY28" fmla="*/ 7623 h 33226"/>
                  <a:gd name="connsiteX29" fmla="*/ 9925 w 15103"/>
                  <a:gd name="connsiteY29" fmla="*/ 5897 h 33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5103" h="33226">
                    <a:moveTo>
                      <a:pt x="0" y="10069"/>
                    </a:moveTo>
                    <a:lnTo>
                      <a:pt x="2445" y="10069"/>
                    </a:lnTo>
                    <a:lnTo>
                      <a:pt x="2445" y="15391"/>
                    </a:lnTo>
                    <a:lnTo>
                      <a:pt x="0" y="15391"/>
                    </a:lnTo>
                    <a:lnTo>
                      <a:pt x="0" y="17836"/>
                    </a:lnTo>
                    <a:lnTo>
                      <a:pt x="2445" y="20281"/>
                    </a:lnTo>
                    <a:lnTo>
                      <a:pt x="0" y="20281"/>
                    </a:lnTo>
                    <a:lnTo>
                      <a:pt x="0" y="23014"/>
                    </a:lnTo>
                    <a:lnTo>
                      <a:pt x="2445" y="23014"/>
                    </a:lnTo>
                    <a:lnTo>
                      <a:pt x="2445" y="25603"/>
                    </a:lnTo>
                    <a:lnTo>
                      <a:pt x="4891" y="25603"/>
                    </a:lnTo>
                    <a:lnTo>
                      <a:pt x="4891" y="28049"/>
                    </a:lnTo>
                    <a:lnTo>
                      <a:pt x="7480" y="28049"/>
                    </a:lnTo>
                    <a:lnTo>
                      <a:pt x="7480" y="33227"/>
                    </a:lnTo>
                    <a:lnTo>
                      <a:pt x="12658" y="33227"/>
                    </a:lnTo>
                    <a:lnTo>
                      <a:pt x="12658" y="20281"/>
                    </a:lnTo>
                    <a:lnTo>
                      <a:pt x="15103" y="20281"/>
                    </a:lnTo>
                    <a:lnTo>
                      <a:pt x="15103" y="0"/>
                    </a:lnTo>
                    <a:lnTo>
                      <a:pt x="9925" y="0"/>
                    </a:lnTo>
                    <a:lnTo>
                      <a:pt x="9925" y="2733"/>
                    </a:lnTo>
                    <a:lnTo>
                      <a:pt x="4891" y="2733"/>
                    </a:lnTo>
                    <a:lnTo>
                      <a:pt x="7480" y="5178"/>
                    </a:lnTo>
                    <a:lnTo>
                      <a:pt x="4891" y="5178"/>
                    </a:lnTo>
                    <a:lnTo>
                      <a:pt x="4891" y="2733"/>
                    </a:lnTo>
                    <a:lnTo>
                      <a:pt x="2445" y="2733"/>
                    </a:lnTo>
                    <a:lnTo>
                      <a:pt x="2445" y="7623"/>
                    </a:lnTo>
                    <a:lnTo>
                      <a:pt x="0" y="7623"/>
                    </a:lnTo>
                    <a:close/>
                    <a:moveTo>
                      <a:pt x="12658" y="7623"/>
                    </a:moveTo>
                    <a:lnTo>
                      <a:pt x="9925" y="7623"/>
                    </a:lnTo>
                    <a:lnTo>
                      <a:pt x="9925" y="5897"/>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88" name="Freeform: Shape 3983">
                <a:extLst>
                  <a:ext uri="{FF2B5EF4-FFF2-40B4-BE49-F238E27FC236}">
                    <a16:creationId xmlns:a16="http://schemas.microsoft.com/office/drawing/2014/main" id="{CF3521AE-3B85-5A7B-C244-42844857B425}"/>
                  </a:ext>
                </a:extLst>
              </p:cNvPr>
              <p:cNvSpPr/>
              <p:nvPr/>
            </p:nvSpPr>
            <p:spPr>
              <a:xfrm>
                <a:off x="3826990" y="4154107"/>
                <a:ext cx="2445" cy="2445"/>
              </a:xfrm>
              <a:custGeom>
                <a:avLst/>
                <a:gdLst>
                  <a:gd name="connsiteX0" fmla="*/ 0 w 2445"/>
                  <a:gd name="connsiteY0" fmla="*/ 0 h 2445"/>
                  <a:gd name="connsiteX1" fmla="*/ 2445 w 2445"/>
                  <a:gd name="connsiteY1" fmla="*/ 0 h 2445"/>
                  <a:gd name="connsiteX2" fmla="*/ 2445 w 2445"/>
                  <a:gd name="connsiteY2" fmla="*/ 2445 h 2445"/>
                  <a:gd name="connsiteX3" fmla="*/ 0 w 2445"/>
                  <a:gd name="connsiteY3" fmla="*/ 2445 h 2445"/>
                </a:gdLst>
                <a:ahLst/>
                <a:cxnLst>
                  <a:cxn ang="0">
                    <a:pos x="connsiteX0" y="connsiteY0"/>
                  </a:cxn>
                  <a:cxn ang="0">
                    <a:pos x="connsiteX1" y="connsiteY1"/>
                  </a:cxn>
                  <a:cxn ang="0">
                    <a:pos x="connsiteX2" y="connsiteY2"/>
                  </a:cxn>
                  <a:cxn ang="0">
                    <a:pos x="connsiteX3" y="connsiteY3"/>
                  </a:cxn>
                </a:cxnLst>
                <a:rect l="l" t="t" r="r" b="b"/>
                <a:pathLst>
                  <a:path w="2445" h="2445">
                    <a:moveTo>
                      <a:pt x="0" y="0"/>
                    </a:moveTo>
                    <a:lnTo>
                      <a:pt x="2445" y="0"/>
                    </a:lnTo>
                    <a:lnTo>
                      <a:pt x="2445" y="2445"/>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89" name="Freeform: Shape 3984">
                <a:extLst>
                  <a:ext uri="{FF2B5EF4-FFF2-40B4-BE49-F238E27FC236}">
                    <a16:creationId xmlns:a16="http://schemas.microsoft.com/office/drawing/2014/main" id="{636E34A1-70C1-0684-8769-06AF9671E8F4}"/>
                  </a:ext>
                </a:extLst>
              </p:cNvPr>
              <p:cNvSpPr/>
              <p:nvPr/>
            </p:nvSpPr>
            <p:spPr>
              <a:xfrm>
                <a:off x="3847128" y="4085064"/>
                <a:ext cx="10212" cy="10212"/>
              </a:xfrm>
              <a:custGeom>
                <a:avLst/>
                <a:gdLst>
                  <a:gd name="connsiteX0" fmla="*/ 0 w 10212"/>
                  <a:gd name="connsiteY0" fmla="*/ 5322 h 10212"/>
                  <a:gd name="connsiteX1" fmla="*/ 0 w 10212"/>
                  <a:gd name="connsiteY1" fmla="*/ 7767 h 10212"/>
                  <a:gd name="connsiteX2" fmla="*/ 2733 w 10212"/>
                  <a:gd name="connsiteY2" fmla="*/ 7767 h 10212"/>
                  <a:gd name="connsiteX3" fmla="*/ 5178 w 10212"/>
                  <a:gd name="connsiteY3" fmla="*/ 7767 h 10212"/>
                  <a:gd name="connsiteX4" fmla="*/ 5178 w 10212"/>
                  <a:gd name="connsiteY4" fmla="*/ 10212 h 10212"/>
                  <a:gd name="connsiteX5" fmla="*/ 7767 w 10212"/>
                  <a:gd name="connsiteY5" fmla="*/ 10212 h 10212"/>
                  <a:gd name="connsiteX6" fmla="*/ 10213 w 10212"/>
                  <a:gd name="connsiteY6" fmla="*/ 10212 h 10212"/>
                  <a:gd name="connsiteX7" fmla="*/ 10213 w 10212"/>
                  <a:gd name="connsiteY7" fmla="*/ 7767 h 10212"/>
                  <a:gd name="connsiteX8" fmla="*/ 7767 w 10212"/>
                  <a:gd name="connsiteY8" fmla="*/ 7767 h 10212"/>
                  <a:gd name="connsiteX9" fmla="*/ 7767 w 10212"/>
                  <a:gd name="connsiteY9" fmla="*/ 5322 h 10212"/>
                  <a:gd name="connsiteX10" fmla="*/ 7767 w 10212"/>
                  <a:gd name="connsiteY10" fmla="*/ 2589 h 10212"/>
                  <a:gd name="connsiteX11" fmla="*/ 7767 w 10212"/>
                  <a:gd name="connsiteY11" fmla="*/ 0 h 10212"/>
                  <a:gd name="connsiteX12" fmla="*/ 5178 w 10212"/>
                  <a:gd name="connsiteY12" fmla="*/ 0 h 10212"/>
                  <a:gd name="connsiteX13" fmla="*/ 2733 w 10212"/>
                  <a:gd name="connsiteY13" fmla="*/ 0 h 10212"/>
                  <a:gd name="connsiteX14" fmla="*/ 2733 w 10212"/>
                  <a:gd name="connsiteY14" fmla="*/ 2589 h 10212"/>
                  <a:gd name="connsiteX15" fmla="*/ 0 w 10212"/>
                  <a:gd name="connsiteY15" fmla="*/ 2589 h 10212"/>
                  <a:gd name="connsiteX16" fmla="*/ 0 w 10212"/>
                  <a:gd name="connsiteY16" fmla="*/ 5322 h 10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212" h="10212">
                    <a:moveTo>
                      <a:pt x="0" y="5322"/>
                    </a:moveTo>
                    <a:lnTo>
                      <a:pt x="0" y="7767"/>
                    </a:lnTo>
                    <a:lnTo>
                      <a:pt x="2733" y="7767"/>
                    </a:lnTo>
                    <a:lnTo>
                      <a:pt x="5178" y="7767"/>
                    </a:lnTo>
                    <a:lnTo>
                      <a:pt x="5178" y="10212"/>
                    </a:lnTo>
                    <a:lnTo>
                      <a:pt x="7767" y="10212"/>
                    </a:lnTo>
                    <a:lnTo>
                      <a:pt x="10213" y="10212"/>
                    </a:lnTo>
                    <a:lnTo>
                      <a:pt x="10213" y="7767"/>
                    </a:lnTo>
                    <a:lnTo>
                      <a:pt x="7767" y="7767"/>
                    </a:lnTo>
                    <a:lnTo>
                      <a:pt x="7767" y="5322"/>
                    </a:lnTo>
                    <a:lnTo>
                      <a:pt x="7767" y="2589"/>
                    </a:lnTo>
                    <a:lnTo>
                      <a:pt x="7767" y="0"/>
                    </a:lnTo>
                    <a:lnTo>
                      <a:pt x="5178" y="0"/>
                    </a:lnTo>
                    <a:lnTo>
                      <a:pt x="2733" y="0"/>
                    </a:lnTo>
                    <a:lnTo>
                      <a:pt x="2733" y="2589"/>
                    </a:lnTo>
                    <a:lnTo>
                      <a:pt x="0" y="2589"/>
                    </a:lnTo>
                    <a:lnTo>
                      <a:pt x="0" y="5322"/>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90" name="Freeform: Shape 3985">
                <a:extLst>
                  <a:ext uri="{FF2B5EF4-FFF2-40B4-BE49-F238E27FC236}">
                    <a16:creationId xmlns:a16="http://schemas.microsoft.com/office/drawing/2014/main" id="{ECB8095F-4DA9-9A24-79E9-F05B39F7A9CC}"/>
                  </a:ext>
                </a:extLst>
              </p:cNvPr>
              <p:cNvSpPr/>
              <p:nvPr/>
            </p:nvSpPr>
            <p:spPr>
              <a:xfrm>
                <a:off x="3775928" y="4029112"/>
                <a:ext cx="27904" cy="48473"/>
              </a:xfrm>
              <a:custGeom>
                <a:avLst/>
                <a:gdLst>
                  <a:gd name="connsiteX0" fmla="*/ 22870 w 27904"/>
                  <a:gd name="connsiteY0" fmla="*/ 48473 h 48473"/>
                  <a:gd name="connsiteX1" fmla="*/ 22870 w 27904"/>
                  <a:gd name="connsiteY1" fmla="*/ 45740 h 48473"/>
                  <a:gd name="connsiteX2" fmla="*/ 22870 w 27904"/>
                  <a:gd name="connsiteY2" fmla="*/ 43295 h 48473"/>
                  <a:gd name="connsiteX3" fmla="*/ 25459 w 27904"/>
                  <a:gd name="connsiteY3" fmla="*/ 43295 h 48473"/>
                  <a:gd name="connsiteX4" fmla="*/ 25459 w 27904"/>
                  <a:gd name="connsiteY4" fmla="*/ 40850 h 48473"/>
                  <a:gd name="connsiteX5" fmla="*/ 27905 w 27904"/>
                  <a:gd name="connsiteY5" fmla="*/ 40850 h 48473"/>
                  <a:gd name="connsiteX6" fmla="*/ 27905 w 27904"/>
                  <a:gd name="connsiteY6" fmla="*/ 38261 h 48473"/>
                  <a:gd name="connsiteX7" fmla="*/ 25459 w 27904"/>
                  <a:gd name="connsiteY7" fmla="*/ 38261 h 48473"/>
                  <a:gd name="connsiteX8" fmla="*/ 25459 w 27904"/>
                  <a:gd name="connsiteY8" fmla="*/ 35528 h 48473"/>
                  <a:gd name="connsiteX9" fmla="*/ 25459 w 27904"/>
                  <a:gd name="connsiteY9" fmla="*/ 33083 h 48473"/>
                  <a:gd name="connsiteX10" fmla="*/ 22870 w 27904"/>
                  <a:gd name="connsiteY10" fmla="*/ 33083 h 48473"/>
                  <a:gd name="connsiteX11" fmla="*/ 22870 w 27904"/>
                  <a:gd name="connsiteY11" fmla="*/ 30637 h 48473"/>
                  <a:gd name="connsiteX12" fmla="*/ 22870 w 27904"/>
                  <a:gd name="connsiteY12" fmla="*/ 28048 h 48473"/>
                  <a:gd name="connsiteX13" fmla="*/ 22870 w 27904"/>
                  <a:gd name="connsiteY13" fmla="*/ 25315 h 48473"/>
                  <a:gd name="connsiteX14" fmla="*/ 20425 w 27904"/>
                  <a:gd name="connsiteY14" fmla="*/ 25315 h 48473"/>
                  <a:gd name="connsiteX15" fmla="*/ 20425 w 27904"/>
                  <a:gd name="connsiteY15" fmla="*/ 22870 h 48473"/>
                  <a:gd name="connsiteX16" fmla="*/ 20425 w 27904"/>
                  <a:gd name="connsiteY16" fmla="*/ 20425 h 48473"/>
                  <a:gd name="connsiteX17" fmla="*/ 17692 w 27904"/>
                  <a:gd name="connsiteY17" fmla="*/ 17836 h 48473"/>
                  <a:gd name="connsiteX18" fmla="*/ 17692 w 27904"/>
                  <a:gd name="connsiteY18" fmla="*/ 15103 h 48473"/>
                  <a:gd name="connsiteX19" fmla="*/ 15247 w 27904"/>
                  <a:gd name="connsiteY19" fmla="*/ 15103 h 48473"/>
                  <a:gd name="connsiteX20" fmla="*/ 15247 w 27904"/>
                  <a:gd name="connsiteY20" fmla="*/ 12657 h 48473"/>
                  <a:gd name="connsiteX21" fmla="*/ 12658 w 27904"/>
                  <a:gd name="connsiteY21" fmla="*/ 12657 h 48473"/>
                  <a:gd name="connsiteX22" fmla="*/ 12658 w 27904"/>
                  <a:gd name="connsiteY22" fmla="*/ 10212 h 48473"/>
                  <a:gd name="connsiteX23" fmla="*/ 10213 w 27904"/>
                  <a:gd name="connsiteY23" fmla="*/ 10212 h 48473"/>
                  <a:gd name="connsiteX24" fmla="*/ 10213 w 27904"/>
                  <a:gd name="connsiteY24" fmla="*/ 7623 h 48473"/>
                  <a:gd name="connsiteX25" fmla="*/ 7480 w 27904"/>
                  <a:gd name="connsiteY25" fmla="*/ 7623 h 48473"/>
                  <a:gd name="connsiteX26" fmla="*/ 7480 w 27904"/>
                  <a:gd name="connsiteY26" fmla="*/ 4890 h 48473"/>
                  <a:gd name="connsiteX27" fmla="*/ 5034 w 27904"/>
                  <a:gd name="connsiteY27" fmla="*/ 4890 h 48473"/>
                  <a:gd name="connsiteX28" fmla="*/ 5034 w 27904"/>
                  <a:gd name="connsiteY28" fmla="*/ 2445 h 48473"/>
                  <a:gd name="connsiteX29" fmla="*/ 5034 w 27904"/>
                  <a:gd name="connsiteY29" fmla="*/ 0 h 48473"/>
                  <a:gd name="connsiteX30" fmla="*/ 2445 w 27904"/>
                  <a:gd name="connsiteY30" fmla="*/ 0 h 48473"/>
                  <a:gd name="connsiteX31" fmla="*/ 2445 w 27904"/>
                  <a:gd name="connsiteY31" fmla="*/ 2445 h 48473"/>
                  <a:gd name="connsiteX32" fmla="*/ 2445 w 27904"/>
                  <a:gd name="connsiteY32" fmla="*/ 4890 h 48473"/>
                  <a:gd name="connsiteX33" fmla="*/ 0 w 27904"/>
                  <a:gd name="connsiteY33" fmla="*/ 4890 h 48473"/>
                  <a:gd name="connsiteX34" fmla="*/ 0 w 27904"/>
                  <a:gd name="connsiteY34" fmla="*/ 7623 h 48473"/>
                  <a:gd name="connsiteX35" fmla="*/ 0 w 27904"/>
                  <a:gd name="connsiteY35" fmla="*/ 10212 h 48473"/>
                  <a:gd name="connsiteX36" fmla="*/ 2445 w 27904"/>
                  <a:gd name="connsiteY36" fmla="*/ 10212 h 48473"/>
                  <a:gd name="connsiteX37" fmla="*/ 5034 w 27904"/>
                  <a:gd name="connsiteY37" fmla="*/ 12657 h 48473"/>
                  <a:gd name="connsiteX38" fmla="*/ 5034 w 27904"/>
                  <a:gd name="connsiteY38" fmla="*/ 15103 h 48473"/>
                  <a:gd name="connsiteX39" fmla="*/ 7480 w 27904"/>
                  <a:gd name="connsiteY39" fmla="*/ 15103 h 48473"/>
                  <a:gd name="connsiteX40" fmla="*/ 7480 w 27904"/>
                  <a:gd name="connsiteY40" fmla="*/ 17836 h 48473"/>
                  <a:gd name="connsiteX41" fmla="*/ 7480 w 27904"/>
                  <a:gd name="connsiteY41" fmla="*/ 20425 h 48473"/>
                  <a:gd name="connsiteX42" fmla="*/ 10213 w 27904"/>
                  <a:gd name="connsiteY42" fmla="*/ 20425 h 48473"/>
                  <a:gd name="connsiteX43" fmla="*/ 10213 w 27904"/>
                  <a:gd name="connsiteY43" fmla="*/ 22870 h 48473"/>
                  <a:gd name="connsiteX44" fmla="*/ 10213 w 27904"/>
                  <a:gd name="connsiteY44" fmla="*/ 25315 h 48473"/>
                  <a:gd name="connsiteX45" fmla="*/ 12658 w 27904"/>
                  <a:gd name="connsiteY45" fmla="*/ 25315 h 48473"/>
                  <a:gd name="connsiteX46" fmla="*/ 12658 w 27904"/>
                  <a:gd name="connsiteY46" fmla="*/ 28048 h 48473"/>
                  <a:gd name="connsiteX47" fmla="*/ 15247 w 27904"/>
                  <a:gd name="connsiteY47" fmla="*/ 28048 h 48473"/>
                  <a:gd name="connsiteX48" fmla="*/ 15247 w 27904"/>
                  <a:gd name="connsiteY48" fmla="*/ 30637 h 48473"/>
                  <a:gd name="connsiteX49" fmla="*/ 17692 w 27904"/>
                  <a:gd name="connsiteY49" fmla="*/ 30637 h 48473"/>
                  <a:gd name="connsiteX50" fmla="*/ 17692 w 27904"/>
                  <a:gd name="connsiteY50" fmla="*/ 33083 h 48473"/>
                  <a:gd name="connsiteX51" fmla="*/ 20425 w 27904"/>
                  <a:gd name="connsiteY51" fmla="*/ 35528 h 48473"/>
                  <a:gd name="connsiteX52" fmla="*/ 20425 w 27904"/>
                  <a:gd name="connsiteY52" fmla="*/ 38261 h 48473"/>
                  <a:gd name="connsiteX53" fmla="*/ 22870 w 27904"/>
                  <a:gd name="connsiteY53" fmla="*/ 38261 h 48473"/>
                  <a:gd name="connsiteX54" fmla="*/ 22870 w 27904"/>
                  <a:gd name="connsiteY54" fmla="*/ 40850 h 48473"/>
                  <a:gd name="connsiteX55" fmla="*/ 20425 w 27904"/>
                  <a:gd name="connsiteY55" fmla="*/ 40850 h 48473"/>
                  <a:gd name="connsiteX56" fmla="*/ 17692 w 27904"/>
                  <a:gd name="connsiteY56" fmla="*/ 40850 h 48473"/>
                  <a:gd name="connsiteX57" fmla="*/ 17692 w 27904"/>
                  <a:gd name="connsiteY57" fmla="*/ 38261 h 48473"/>
                  <a:gd name="connsiteX58" fmla="*/ 15247 w 27904"/>
                  <a:gd name="connsiteY58" fmla="*/ 38261 h 48473"/>
                  <a:gd name="connsiteX59" fmla="*/ 12658 w 27904"/>
                  <a:gd name="connsiteY59" fmla="*/ 38261 h 48473"/>
                  <a:gd name="connsiteX60" fmla="*/ 12658 w 27904"/>
                  <a:gd name="connsiteY60" fmla="*/ 35528 h 48473"/>
                  <a:gd name="connsiteX61" fmla="*/ 10213 w 27904"/>
                  <a:gd name="connsiteY61" fmla="*/ 35528 h 48473"/>
                  <a:gd name="connsiteX62" fmla="*/ 10213 w 27904"/>
                  <a:gd name="connsiteY62" fmla="*/ 38261 h 48473"/>
                  <a:gd name="connsiteX63" fmla="*/ 10213 w 27904"/>
                  <a:gd name="connsiteY63" fmla="*/ 40850 h 48473"/>
                  <a:gd name="connsiteX64" fmla="*/ 12658 w 27904"/>
                  <a:gd name="connsiteY64" fmla="*/ 40850 h 48473"/>
                  <a:gd name="connsiteX65" fmla="*/ 12658 w 27904"/>
                  <a:gd name="connsiteY65" fmla="*/ 43295 h 48473"/>
                  <a:gd name="connsiteX66" fmla="*/ 15247 w 27904"/>
                  <a:gd name="connsiteY66" fmla="*/ 43295 h 48473"/>
                  <a:gd name="connsiteX67" fmla="*/ 17692 w 27904"/>
                  <a:gd name="connsiteY67" fmla="*/ 43295 h 48473"/>
                  <a:gd name="connsiteX68" fmla="*/ 17692 w 27904"/>
                  <a:gd name="connsiteY68" fmla="*/ 45740 h 48473"/>
                  <a:gd name="connsiteX69" fmla="*/ 20425 w 27904"/>
                  <a:gd name="connsiteY69" fmla="*/ 45740 h 48473"/>
                  <a:gd name="connsiteX70" fmla="*/ 20425 w 27904"/>
                  <a:gd name="connsiteY70" fmla="*/ 48473 h 48473"/>
                  <a:gd name="connsiteX71" fmla="*/ 22870 w 27904"/>
                  <a:gd name="connsiteY71" fmla="*/ 48473 h 48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27904" h="48473">
                    <a:moveTo>
                      <a:pt x="22870" y="48473"/>
                    </a:moveTo>
                    <a:lnTo>
                      <a:pt x="22870" y="45740"/>
                    </a:lnTo>
                    <a:lnTo>
                      <a:pt x="22870" y="43295"/>
                    </a:lnTo>
                    <a:lnTo>
                      <a:pt x="25459" y="43295"/>
                    </a:lnTo>
                    <a:lnTo>
                      <a:pt x="25459" y="40850"/>
                    </a:lnTo>
                    <a:lnTo>
                      <a:pt x="27905" y="40850"/>
                    </a:lnTo>
                    <a:lnTo>
                      <a:pt x="27905" y="38261"/>
                    </a:lnTo>
                    <a:lnTo>
                      <a:pt x="25459" y="38261"/>
                    </a:lnTo>
                    <a:lnTo>
                      <a:pt x="25459" y="35528"/>
                    </a:lnTo>
                    <a:lnTo>
                      <a:pt x="25459" y="33083"/>
                    </a:lnTo>
                    <a:lnTo>
                      <a:pt x="22870" y="33083"/>
                    </a:lnTo>
                    <a:lnTo>
                      <a:pt x="22870" y="30637"/>
                    </a:lnTo>
                    <a:lnTo>
                      <a:pt x="22870" y="28048"/>
                    </a:lnTo>
                    <a:lnTo>
                      <a:pt x="22870" y="25315"/>
                    </a:lnTo>
                    <a:lnTo>
                      <a:pt x="20425" y="25315"/>
                    </a:lnTo>
                    <a:lnTo>
                      <a:pt x="20425" y="22870"/>
                    </a:lnTo>
                    <a:lnTo>
                      <a:pt x="20425" y="20425"/>
                    </a:lnTo>
                    <a:lnTo>
                      <a:pt x="17692" y="17836"/>
                    </a:lnTo>
                    <a:lnTo>
                      <a:pt x="17692" y="15103"/>
                    </a:lnTo>
                    <a:lnTo>
                      <a:pt x="15247" y="15103"/>
                    </a:lnTo>
                    <a:lnTo>
                      <a:pt x="15247" y="12657"/>
                    </a:lnTo>
                    <a:lnTo>
                      <a:pt x="12658" y="12657"/>
                    </a:lnTo>
                    <a:lnTo>
                      <a:pt x="12658" y="10212"/>
                    </a:lnTo>
                    <a:lnTo>
                      <a:pt x="10213" y="10212"/>
                    </a:lnTo>
                    <a:lnTo>
                      <a:pt x="10213" y="7623"/>
                    </a:lnTo>
                    <a:lnTo>
                      <a:pt x="7480" y="7623"/>
                    </a:lnTo>
                    <a:lnTo>
                      <a:pt x="7480" y="4890"/>
                    </a:lnTo>
                    <a:lnTo>
                      <a:pt x="5034" y="4890"/>
                    </a:lnTo>
                    <a:lnTo>
                      <a:pt x="5034" y="2445"/>
                    </a:lnTo>
                    <a:lnTo>
                      <a:pt x="5034" y="0"/>
                    </a:lnTo>
                    <a:lnTo>
                      <a:pt x="2445" y="0"/>
                    </a:lnTo>
                    <a:lnTo>
                      <a:pt x="2445" y="2445"/>
                    </a:lnTo>
                    <a:lnTo>
                      <a:pt x="2445" y="4890"/>
                    </a:lnTo>
                    <a:lnTo>
                      <a:pt x="0" y="4890"/>
                    </a:lnTo>
                    <a:lnTo>
                      <a:pt x="0" y="7623"/>
                    </a:lnTo>
                    <a:lnTo>
                      <a:pt x="0" y="10212"/>
                    </a:lnTo>
                    <a:lnTo>
                      <a:pt x="2445" y="10212"/>
                    </a:lnTo>
                    <a:lnTo>
                      <a:pt x="5034" y="12657"/>
                    </a:lnTo>
                    <a:lnTo>
                      <a:pt x="5034" y="15103"/>
                    </a:lnTo>
                    <a:lnTo>
                      <a:pt x="7480" y="15103"/>
                    </a:lnTo>
                    <a:lnTo>
                      <a:pt x="7480" y="17836"/>
                    </a:lnTo>
                    <a:lnTo>
                      <a:pt x="7480" y="20425"/>
                    </a:lnTo>
                    <a:lnTo>
                      <a:pt x="10213" y="20425"/>
                    </a:lnTo>
                    <a:lnTo>
                      <a:pt x="10213" y="22870"/>
                    </a:lnTo>
                    <a:lnTo>
                      <a:pt x="10213" y="25315"/>
                    </a:lnTo>
                    <a:lnTo>
                      <a:pt x="12658" y="25315"/>
                    </a:lnTo>
                    <a:lnTo>
                      <a:pt x="12658" y="28048"/>
                    </a:lnTo>
                    <a:lnTo>
                      <a:pt x="15247" y="28048"/>
                    </a:lnTo>
                    <a:lnTo>
                      <a:pt x="15247" y="30637"/>
                    </a:lnTo>
                    <a:lnTo>
                      <a:pt x="17692" y="30637"/>
                    </a:lnTo>
                    <a:lnTo>
                      <a:pt x="17692" y="33083"/>
                    </a:lnTo>
                    <a:lnTo>
                      <a:pt x="20425" y="35528"/>
                    </a:lnTo>
                    <a:lnTo>
                      <a:pt x="20425" y="38261"/>
                    </a:lnTo>
                    <a:lnTo>
                      <a:pt x="22870" y="38261"/>
                    </a:lnTo>
                    <a:lnTo>
                      <a:pt x="22870" y="40850"/>
                    </a:lnTo>
                    <a:lnTo>
                      <a:pt x="20425" y="40850"/>
                    </a:lnTo>
                    <a:lnTo>
                      <a:pt x="17692" y="40850"/>
                    </a:lnTo>
                    <a:lnTo>
                      <a:pt x="17692" y="38261"/>
                    </a:lnTo>
                    <a:lnTo>
                      <a:pt x="15247" y="38261"/>
                    </a:lnTo>
                    <a:lnTo>
                      <a:pt x="12658" y="38261"/>
                    </a:lnTo>
                    <a:lnTo>
                      <a:pt x="12658" y="35528"/>
                    </a:lnTo>
                    <a:lnTo>
                      <a:pt x="10213" y="35528"/>
                    </a:lnTo>
                    <a:lnTo>
                      <a:pt x="10213" y="38261"/>
                    </a:lnTo>
                    <a:lnTo>
                      <a:pt x="10213" y="40850"/>
                    </a:lnTo>
                    <a:lnTo>
                      <a:pt x="12658" y="40850"/>
                    </a:lnTo>
                    <a:lnTo>
                      <a:pt x="12658" y="43295"/>
                    </a:lnTo>
                    <a:lnTo>
                      <a:pt x="15247" y="43295"/>
                    </a:lnTo>
                    <a:lnTo>
                      <a:pt x="17692" y="43295"/>
                    </a:lnTo>
                    <a:lnTo>
                      <a:pt x="17692" y="45740"/>
                    </a:lnTo>
                    <a:lnTo>
                      <a:pt x="20425" y="45740"/>
                    </a:lnTo>
                    <a:lnTo>
                      <a:pt x="20425" y="48473"/>
                    </a:lnTo>
                    <a:lnTo>
                      <a:pt x="22870" y="48473"/>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91" name="Freeform: Shape 3986">
                <a:extLst>
                  <a:ext uri="{FF2B5EF4-FFF2-40B4-BE49-F238E27FC236}">
                    <a16:creationId xmlns:a16="http://schemas.microsoft.com/office/drawing/2014/main" id="{CBFB0520-9776-7662-6CA3-8E66328B891A}"/>
                  </a:ext>
                </a:extLst>
              </p:cNvPr>
              <p:cNvSpPr/>
              <p:nvPr/>
            </p:nvSpPr>
            <p:spPr>
              <a:xfrm>
                <a:off x="3599870" y="3835218"/>
                <a:ext cx="17979" cy="12801"/>
              </a:xfrm>
              <a:custGeom>
                <a:avLst/>
                <a:gdLst>
                  <a:gd name="connsiteX0" fmla="*/ 7767 w 17979"/>
                  <a:gd name="connsiteY0" fmla="*/ 7623 h 12801"/>
                  <a:gd name="connsiteX1" fmla="*/ 10213 w 17979"/>
                  <a:gd name="connsiteY1" fmla="*/ 7623 h 12801"/>
                  <a:gd name="connsiteX2" fmla="*/ 10213 w 17979"/>
                  <a:gd name="connsiteY2" fmla="*/ 10069 h 12801"/>
                  <a:gd name="connsiteX3" fmla="*/ 12802 w 17979"/>
                  <a:gd name="connsiteY3" fmla="*/ 10069 h 12801"/>
                  <a:gd name="connsiteX4" fmla="*/ 12802 w 17979"/>
                  <a:gd name="connsiteY4" fmla="*/ 12801 h 12801"/>
                  <a:gd name="connsiteX5" fmla="*/ 15535 w 17979"/>
                  <a:gd name="connsiteY5" fmla="*/ 12801 h 12801"/>
                  <a:gd name="connsiteX6" fmla="*/ 17980 w 17979"/>
                  <a:gd name="connsiteY6" fmla="*/ 12801 h 12801"/>
                  <a:gd name="connsiteX7" fmla="*/ 17980 w 17979"/>
                  <a:gd name="connsiteY7" fmla="*/ 10069 h 12801"/>
                  <a:gd name="connsiteX8" fmla="*/ 17980 w 17979"/>
                  <a:gd name="connsiteY8" fmla="*/ 7623 h 12801"/>
                  <a:gd name="connsiteX9" fmla="*/ 17980 w 17979"/>
                  <a:gd name="connsiteY9" fmla="*/ 5178 h 12801"/>
                  <a:gd name="connsiteX10" fmla="*/ 15535 w 17979"/>
                  <a:gd name="connsiteY10" fmla="*/ 5178 h 12801"/>
                  <a:gd name="connsiteX11" fmla="*/ 12802 w 17979"/>
                  <a:gd name="connsiteY11" fmla="*/ 5178 h 12801"/>
                  <a:gd name="connsiteX12" fmla="*/ 10213 w 17979"/>
                  <a:gd name="connsiteY12" fmla="*/ 5178 h 12801"/>
                  <a:gd name="connsiteX13" fmla="*/ 10213 w 17979"/>
                  <a:gd name="connsiteY13" fmla="*/ 2733 h 12801"/>
                  <a:gd name="connsiteX14" fmla="*/ 10213 w 17979"/>
                  <a:gd name="connsiteY14" fmla="*/ 0 h 12801"/>
                  <a:gd name="connsiteX15" fmla="*/ 7767 w 17979"/>
                  <a:gd name="connsiteY15" fmla="*/ 0 h 12801"/>
                  <a:gd name="connsiteX16" fmla="*/ 5322 w 17979"/>
                  <a:gd name="connsiteY16" fmla="*/ 0 h 12801"/>
                  <a:gd name="connsiteX17" fmla="*/ 2589 w 17979"/>
                  <a:gd name="connsiteY17" fmla="*/ 0 h 12801"/>
                  <a:gd name="connsiteX18" fmla="*/ 0 w 17979"/>
                  <a:gd name="connsiteY18" fmla="*/ 0 h 12801"/>
                  <a:gd name="connsiteX19" fmla="*/ 0 w 17979"/>
                  <a:gd name="connsiteY19" fmla="*/ 2733 h 12801"/>
                  <a:gd name="connsiteX20" fmla="*/ 2589 w 17979"/>
                  <a:gd name="connsiteY20" fmla="*/ 2733 h 12801"/>
                  <a:gd name="connsiteX21" fmla="*/ 5322 w 17979"/>
                  <a:gd name="connsiteY21" fmla="*/ 2733 h 12801"/>
                  <a:gd name="connsiteX22" fmla="*/ 5322 w 17979"/>
                  <a:gd name="connsiteY22" fmla="*/ 5178 h 12801"/>
                  <a:gd name="connsiteX23" fmla="*/ 7767 w 17979"/>
                  <a:gd name="connsiteY23" fmla="*/ 5178 h 12801"/>
                  <a:gd name="connsiteX24" fmla="*/ 7767 w 17979"/>
                  <a:gd name="connsiteY24" fmla="*/ 7623 h 12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7979" h="12801">
                    <a:moveTo>
                      <a:pt x="7767" y="7623"/>
                    </a:moveTo>
                    <a:lnTo>
                      <a:pt x="10213" y="7623"/>
                    </a:lnTo>
                    <a:lnTo>
                      <a:pt x="10213" y="10069"/>
                    </a:lnTo>
                    <a:lnTo>
                      <a:pt x="12802" y="10069"/>
                    </a:lnTo>
                    <a:lnTo>
                      <a:pt x="12802" y="12801"/>
                    </a:lnTo>
                    <a:lnTo>
                      <a:pt x="15535" y="12801"/>
                    </a:lnTo>
                    <a:lnTo>
                      <a:pt x="17980" y="12801"/>
                    </a:lnTo>
                    <a:lnTo>
                      <a:pt x="17980" y="10069"/>
                    </a:lnTo>
                    <a:lnTo>
                      <a:pt x="17980" y="7623"/>
                    </a:lnTo>
                    <a:lnTo>
                      <a:pt x="17980" y="5178"/>
                    </a:lnTo>
                    <a:lnTo>
                      <a:pt x="15535" y="5178"/>
                    </a:lnTo>
                    <a:lnTo>
                      <a:pt x="12802" y="5178"/>
                    </a:lnTo>
                    <a:lnTo>
                      <a:pt x="10213" y="5178"/>
                    </a:lnTo>
                    <a:lnTo>
                      <a:pt x="10213" y="2733"/>
                    </a:lnTo>
                    <a:lnTo>
                      <a:pt x="10213" y="0"/>
                    </a:lnTo>
                    <a:lnTo>
                      <a:pt x="7767" y="0"/>
                    </a:lnTo>
                    <a:lnTo>
                      <a:pt x="5322" y="0"/>
                    </a:lnTo>
                    <a:lnTo>
                      <a:pt x="2589" y="0"/>
                    </a:lnTo>
                    <a:lnTo>
                      <a:pt x="0" y="0"/>
                    </a:lnTo>
                    <a:lnTo>
                      <a:pt x="0" y="2733"/>
                    </a:lnTo>
                    <a:lnTo>
                      <a:pt x="2589" y="2733"/>
                    </a:lnTo>
                    <a:lnTo>
                      <a:pt x="5322" y="2733"/>
                    </a:lnTo>
                    <a:lnTo>
                      <a:pt x="5322" y="5178"/>
                    </a:lnTo>
                    <a:lnTo>
                      <a:pt x="7767" y="5178"/>
                    </a:lnTo>
                    <a:lnTo>
                      <a:pt x="7767" y="7623"/>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92" name="Freeform: Shape 3987">
                <a:extLst>
                  <a:ext uri="{FF2B5EF4-FFF2-40B4-BE49-F238E27FC236}">
                    <a16:creationId xmlns:a16="http://schemas.microsoft.com/office/drawing/2014/main" id="{BD1EB1F7-3C39-A568-DB12-65A1D3F60972}"/>
                  </a:ext>
                </a:extLst>
              </p:cNvPr>
              <p:cNvSpPr/>
              <p:nvPr/>
            </p:nvSpPr>
            <p:spPr>
              <a:xfrm>
                <a:off x="3617849" y="3848019"/>
                <a:ext cx="5034" cy="2589"/>
              </a:xfrm>
              <a:custGeom>
                <a:avLst/>
                <a:gdLst>
                  <a:gd name="connsiteX0" fmla="*/ 2445 w 5034"/>
                  <a:gd name="connsiteY0" fmla="*/ 2589 h 2589"/>
                  <a:gd name="connsiteX1" fmla="*/ 5034 w 5034"/>
                  <a:gd name="connsiteY1" fmla="*/ 2589 h 2589"/>
                  <a:gd name="connsiteX2" fmla="*/ 2445 w 5034"/>
                  <a:gd name="connsiteY2" fmla="*/ 0 h 2589"/>
                  <a:gd name="connsiteX3" fmla="*/ 0 w 5034"/>
                  <a:gd name="connsiteY3" fmla="*/ 0 h 2589"/>
                  <a:gd name="connsiteX4" fmla="*/ 0 w 5034"/>
                  <a:gd name="connsiteY4" fmla="*/ 2589 h 2589"/>
                  <a:gd name="connsiteX5" fmla="*/ 2445 w 5034"/>
                  <a:gd name="connsiteY5" fmla="*/ 2589 h 2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34" h="2589">
                    <a:moveTo>
                      <a:pt x="2445" y="2589"/>
                    </a:moveTo>
                    <a:lnTo>
                      <a:pt x="5034" y="2589"/>
                    </a:lnTo>
                    <a:lnTo>
                      <a:pt x="2445" y="0"/>
                    </a:lnTo>
                    <a:lnTo>
                      <a:pt x="0" y="0"/>
                    </a:lnTo>
                    <a:lnTo>
                      <a:pt x="0" y="2589"/>
                    </a:lnTo>
                    <a:lnTo>
                      <a:pt x="2445" y="2589"/>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93" name="Freeform: Shape 3988">
                <a:extLst>
                  <a:ext uri="{FF2B5EF4-FFF2-40B4-BE49-F238E27FC236}">
                    <a16:creationId xmlns:a16="http://schemas.microsoft.com/office/drawing/2014/main" id="{223A0AC4-FB79-8177-E2AE-094CFA2EE1BE}"/>
                  </a:ext>
                </a:extLst>
              </p:cNvPr>
              <p:cNvSpPr/>
              <p:nvPr/>
            </p:nvSpPr>
            <p:spPr>
              <a:xfrm>
                <a:off x="3821812" y="4133682"/>
                <a:ext cx="2445" cy="4890"/>
              </a:xfrm>
              <a:custGeom>
                <a:avLst/>
                <a:gdLst>
                  <a:gd name="connsiteX0" fmla="*/ 2445 w 2445"/>
                  <a:gd name="connsiteY0" fmla="*/ 2445 h 4890"/>
                  <a:gd name="connsiteX1" fmla="*/ 0 w 2445"/>
                  <a:gd name="connsiteY1" fmla="*/ 0 h 4890"/>
                  <a:gd name="connsiteX2" fmla="*/ 0 w 2445"/>
                  <a:gd name="connsiteY2" fmla="*/ 2445 h 4890"/>
                  <a:gd name="connsiteX3" fmla="*/ 0 w 2445"/>
                  <a:gd name="connsiteY3" fmla="*/ 4890 h 4890"/>
                  <a:gd name="connsiteX4" fmla="*/ 2445 w 2445"/>
                  <a:gd name="connsiteY4" fmla="*/ 4890 h 4890"/>
                  <a:gd name="connsiteX5" fmla="*/ 2445 w 2445"/>
                  <a:gd name="connsiteY5" fmla="*/ 2445 h 4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45" h="4890">
                    <a:moveTo>
                      <a:pt x="2445" y="2445"/>
                    </a:moveTo>
                    <a:lnTo>
                      <a:pt x="0" y="0"/>
                    </a:lnTo>
                    <a:lnTo>
                      <a:pt x="0" y="2445"/>
                    </a:lnTo>
                    <a:lnTo>
                      <a:pt x="0" y="4890"/>
                    </a:lnTo>
                    <a:lnTo>
                      <a:pt x="2445" y="4890"/>
                    </a:lnTo>
                    <a:lnTo>
                      <a:pt x="2445"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94" name="Freeform: Shape 3989">
                <a:extLst>
                  <a:ext uri="{FF2B5EF4-FFF2-40B4-BE49-F238E27FC236}">
                    <a16:creationId xmlns:a16="http://schemas.microsoft.com/office/drawing/2014/main" id="{C8BDFAB5-57F1-968F-EBD9-D290936A3070}"/>
                  </a:ext>
                </a:extLst>
              </p:cNvPr>
              <p:cNvSpPr/>
              <p:nvPr/>
            </p:nvSpPr>
            <p:spPr>
              <a:xfrm>
                <a:off x="3824257" y="4141305"/>
                <a:ext cx="2732" cy="2445"/>
              </a:xfrm>
              <a:custGeom>
                <a:avLst/>
                <a:gdLst>
                  <a:gd name="connsiteX0" fmla="*/ 0 w 2732"/>
                  <a:gd name="connsiteY0" fmla="*/ 0 h 2445"/>
                  <a:gd name="connsiteX1" fmla="*/ 2733 w 2732"/>
                  <a:gd name="connsiteY1" fmla="*/ 0 h 2445"/>
                  <a:gd name="connsiteX2" fmla="*/ 2733 w 2732"/>
                  <a:gd name="connsiteY2" fmla="*/ 2445 h 2445"/>
                  <a:gd name="connsiteX3" fmla="*/ 0 w 2732"/>
                  <a:gd name="connsiteY3" fmla="*/ 2445 h 2445"/>
                </a:gdLst>
                <a:ahLst/>
                <a:cxnLst>
                  <a:cxn ang="0">
                    <a:pos x="connsiteX0" y="connsiteY0"/>
                  </a:cxn>
                  <a:cxn ang="0">
                    <a:pos x="connsiteX1" y="connsiteY1"/>
                  </a:cxn>
                  <a:cxn ang="0">
                    <a:pos x="connsiteX2" y="connsiteY2"/>
                  </a:cxn>
                  <a:cxn ang="0">
                    <a:pos x="connsiteX3" y="connsiteY3"/>
                  </a:cxn>
                </a:cxnLst>
                <a:rect l="l" t="t" r="r" b="b"/>
                <a:pathLst>
                  <a:path w="2732" h="2445">
                    <a:moveTo>
                      <a:pt x="0" y="0"/>
                    </a:moveTo>
                    <a:lnTo>
                      <a:pt x="2733" y="0"/>
                    </a:lnTo>
                    <a:lnTo>
                      <a:pt x="2733" y="2445"/>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95" name="Freeform: Shape 3990">
                <a:extLst>
                  <a:ext uri="{FF2B5EF4-FFF2-40B4-BE49-F238E27FC236}">
                    <a16:creationId xmlns:a16="http://schemas.microsoft.com/office/drawing/2014/main" id="{F0A3D478-DEAB-8FDF-D92F-BD14B06053ED}"/>
                  </a:ext>
                </a:extLst>
              </p:cNvPr>
              <p:cNvSpPr/>
              <p:nvPr/>
            </p:nvSpPr>
            <p:spPr>
              <a:xfrm>
                <a:off x="3829435" y="4146340"/>
                <a:ext cx="2445" cy="2445"/>
              </a:xfrm>
              <a:custGeom>
                <a:avLst/>
                <a:gdLst>
                  <a:gd name="connsiteX0" fmla="*/ 0 w 2445"/>
                  <a:gd name="connsiteY0" fmla="*/ 0 h 2445"/>
                  <a:gd name="connsiteX1" fmla="*/ 2445 w 2445"/>
                  <a:gd name="connsiteY1" fmla="*/ 0 h 2445"/>
                  <a:gd name="connsiteX2" fmla="*/ 2445 w 2445"/>
                  <a:gd name="connsiteY2" fmla="*/ 2446 h 2445"/>
                  <a:gd name="connsiteX3" fmla="*/ 0 w 2445"/>
                  <a:gd name="connsiteY3" fmla="*/ 2446 h 2445"/>
                </a:gdLst>
                <a:ahLst/>
                <a:cxnLst>
                  <a:cxn ang="0">
                    <a:pos x="connsiteX0" y="connsiteY0"/>
                  </a:cxn>
                  <a:cxn ang="0">
                    <a:pos x="connsiteX1" y="connsiteY1"/>
                  </a:cxn>
                  <a:cxn ang="0">
                    <a:pos x="connsiteX2" y="connsiteY2"/>
                  </a:cxn>
                  <a:cxn ang="0">
                    <a:pos x="connsiteX3" y="connsiteY3"/>
                  </a:cxn>
                </a:cxnLst>
                <a:rect l="l" t="t" r="r" b="b"/>
                <a:pathLst>
                  <a:path w="2445" h="2445">
                    <a:moveTo>
                      <a:pt x="0" y="0"/>
                    </a:moveTo>
                    <a:lnTo>
                      <a:pt x="2445" y="0"/>
                    </a:lnTo>
                    <a:lnTo>
                      <a:pt x="2445" y="2446"/>
                    </a:lnTo>
                    <a:lnTo>
                      <a:pt x="0" y="2446"/>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96" name="Freeform: Shape 3991">
                <a:extLst>
                  <a:ext uri="{FF2B5EF4-FFF2-40B4-BE49-F238E27FC236}">
                    <a16:creationId xmlns:a16="http://schemas.microsoft.com/office/drawing/2014/main" id="{5A8F0C63-6579-731A-76E0-D392E73080F2}"/>
                  </a:ext>
                </a:extLst>
              </p:cNvPr>
              <p:cNvSpPr/>
              <p:nvPr/>
            </p:nvSpPr>
            <p:spPr>
              <a:xfrm>
                <a:off x="3826990" y="4143894"/>
                <a:ext cx="2445" cy="2445"/>
              </a:xfrm>
              <a:custGeom>
                <a:avLst/>
                <a:gdLst>
                  <a:gd name="connsiteX0" fmla="*/ 0 w 2445"/>
                  <a:gd name="connsiteY0" fmla="*/ 0 h 2445"/>
                  <a:gd name="connsiteX1" fmla="*/ 2445 w 2445"/>
                  <a:gd name="connsiteY1" fmla="*/ 0 h 2445"/>
                  <a:gd name="connsiteX2" fmla="*/ 2445 w 2445"/>
                  <a:gd name="connsiteY2" fmla="*/ 2445 h 2445"/>
                  <a:gd name="connsiteX3" fmla="*/ 0 w 2445"/>
                  <a:gd name="connsiteY3" fmla="*/ 2445 h 2445"/>
                </a:gdLst>
                <a:ahLst/>
                <a:cxnLst>
                  <a:cxn ang="0">
                    <a:pos x="connsiteX0" y="connsiteY0"/>
                  </a:cxn>
                  <a:cxn ang="0">
                    <a:pos x="connsiteX1" y="connsiteY1"/>
                  </a:cxn>
                  <a:cxn ang="0">
                    <a:pos x="connsiteX2" y="connsiteY2"/>
                  </a:cxn>
                  <a:cxn ang="0">
                    <a:pos x="connsiteX3" y="connsiteY3"/>
                  </a:cxn>
                </a:cxnLst>
                <a:rect l="l" t="t" r="r" b="b"/>
                <a:pathLst>
                  <a:path w="2445" h="2445">
                    <a:moveTo>
                      <a:pt x="0" y="0"/>
                    </a:moveTo>
                    <a:lnTo>
                      <a:pt x="2445" y="0"/>
                    </a:lnTo>
                    <a:lnTo>
                      <a:pt x="2445" y="2445"/>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97" name="Freeform: Shape 3992">
                <a:extLst>
                  <a:ext uri="{FF2B5EF4-FFF2-40B4-BE49-F238E27FC236}">
                    <a16:creationId xmlns:a16="http://schemas.microsoft.com/office/drawing/2014/main" id="{EE0A69D9-530A-72C4-3FB8-6DAB705A2932}"/>
                  </a:ext>
                </a:extLst>
              </p:cNvPr>
              <p:cNvSpPr/>
              <p:nvPr/>
            </p:nvSpPr>
            <p:spPr>
              <a:xfrm>
                <a:off x="3844682" y="4097722"/>
                <a:ext cx="10212" cy="7767"/>
              </a:xfrm>
              <a:custGeom>
                <a:avLst/>
                <a:gdLst>
                  <a:gd name="connsiteX0" fmla="*/ 5178 w 10212"/>
                  <a:gd name="connsiteY0" fmla="*/ 7767 h 7767"/>
                  <a:gd name="connsiteX1" fmla="*/ 7623 w 10212"/>
                  <a:gd name="connsiteY1" fmla="*/ 7767 h 7767"/>
                  <a:gd name="connsiteX2" fmla="*/ 7623 w 10212"/>
                  <a:gd name="connsiteY2" fmla="*/ 5322 h 7767"/>
                  <a:gd name="connsiteX3" fmla="*/ 7623 w 10212"/>
                  <a:gd name="connsiteY3" fmla="*/ 2733 h 7767"/>
                  <a:gd name="connsiteX4" fmla="*/ 10213 w 10212"/>
                  <a:gd name="connsiteY4" fmla="*/ 2733 h 7767"/>
                  <a:gd name="connsiteX5" fmla="*/ 10213 w 10212"/>
                  <a:gd name="connsiteY5" fmla="*/ 0 h 7767"/>
                  <a:gd name="connsiteX6" fmla="*/ 7623 w 10212"/>
                  <a:gd name="connsiteY6" fmla="*/ 0 h 7767"/>
                  <a:gd name="connsiteX7" fmla="*/ 5178 w 10212"/>
                  <a:gd name="connsiteY7" fmla="*/ 0 h 7767"/>
                  <a:gd name="connsiteX8" fmla="*/ 5178 w 10212"/>
                  <a:gd name="connsiteY8" fmla="*/ 2733 h 7767"/>
                  <a:gd name="connsiteX9" fmla="*/ 2445 w 10212"/>
                  <a:gd name="connsiteY9" fmla="*/ 2733 h 7767"/>
                  <a:gd name="connsiteX10" fmla="*/ 0 w 10212"/>
                  <a:gd name="connsiteY10" fmla="*/ 2733 h 7767"/>
                  <a:gd name="connsiteX11" fmla="*/ 0 w 10212"/>
                  <a:gd name="connsiteY11" fmla="*/ 5322 h 7767"/>
                  <a:gd name="connsiteX12" fmla="*/ 0 w 10212"/>
                  <a:gd name="connsiteY12" fmla="*/ 7767 h 7767"/>
                  <a:gd name="connsiteX13" fmla="*/ 2445 w 10212"/>
                  <a:gd name="connsiteY13" fmla="*/ 7767 h 7767"/>
                  <a:gd name="connsiteX14" fmla="*/ 5178 w 10212"/>
                  <a:gd name="connsiteY14" fmla="*/ 7767 h 7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212" h="7767">
                    <a:moveTo>
                      <a:pt x="5178" y="7767"/>
                    </a:moveTo>
                    <a:lnTo>
                      <a:pt x="7623" y="7767"/>
                    </a:lnTo>
                    <a:lnTo>
                      <a:pt x="7623" y="5322"/>
                    </a:lnTo>
                    <a:lnTo>
                      <a:pt x="7623" y="2733"/>
                    </a:lnTo>
                    <a:lnTo>
                      <a:pt x="10213" y="2733"/>
                    </a:lnTo>
                    <a:lnTo>
                      <a:pt x="10213" y="0"/>
                    </a:lnTo>
                    <a:lnTo>
                      <a:pt x="7623" y="0"/>
                    </a:lnTo>
                    <a:lnTo>
                      <a:pt x="5178" y="0"/>
                    </a:lnTo>
                    <a:lnTo>
                      <a:pt x="5178" y="2733"/>
                    </a:lnTo>
                    <a:lnTo>
                      <a:pt x="2445" y="2733"/>
                    </a:lnTo>
                    <a:lnTo>
                      <a:pt x="0" y="2733"/>
                    </a:lnTo>
                    <a:lnTo>
                      <a:pt x="0" y="5322"/>
                    </a:lnTo>
                    <a:lnTo>
                      <a:pt x="0" y="7767"/>
                    </a:lnTo>
                    <a:lnTo>
                      <a:pt x="2445" y="7767"/>
                    </a:lnTo>
                    <a:lnTo>
                      <a:pt x="5178" y="7767"/>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98" name="Freeform: Shape 3993">
                <a:extLst>
                  <a:ext uri="{FF2B5EF4-FFF2-40B4-BE49-F238E27FC236}">
                    <a16:creationId xmlns:a16="http://schemas.microsoft.com/office/drawing/2014/main" id="{73BB0EFC-0624-787B-37F9-DE711299E431}"/>
                  </a:ext>
                </a:extLst>
              </p:cNvPr>
              <p:cNvSpPr/>
              <p:nvPr/>
            </p:nvSpPr>
            <p:spPr>
              <a:xfrm>
                <a:off x="3839648" y="4164319"/>
                <a:ext cx="7479" cy="4890"/>
              </a:xfrm>
              <a:custGeom>
                <a:avLst/>
                <a:gdLst>
                  <a:gd name="connsiteX0" fmla="*/ 7480 w 7479"/>
                  <a:gd name="connsiteY0" fmla="*/ 4890 h 4890"/>
                  <a:gd name="connsiteX1" fmla="*/ 7480 w 7479"/>
                  <a:gd name="connsiteY1" fmla="*/ 2445 h 4890"/>
                  <a:gd name="connsiteX2" fmla="*/ 5034 w 7479"/>
                  <a:gd name="connsiteY2" fmla="*/ 2445 h 4890"/>
                  <a:gd name="connsiteX3" fmla="*/ 5034 w 7479"/>
                  <a:gd name="connsiteY3" fmla="*/ 0 h 4890"/>
                  <a:gd name="connsiteX4" fmla="*/ 2445 w 7479"/>
                  <a:gd name="connsiteY4" fmla="*/ 0 h 4890"/>
                  <a:gd name="connsiteX5" fmla="*/ 0 w 7479"/>
                  <a:gd name="connsiteY5" fmla="*/ 0 h 4890"/>
                  <a:gd name="connsiteX6" fmla="*/ 0 w 7479"/>
                  <a:gd name="connsiteY6" fmla="*/ 2445 h 4890"/>
                  <a:gd name="connsiteX7" fmla="*/ 2445 w 7479"/>
                  <a:gd name="connsiteY7" fmla="*/ 2445 h 4890"/>
                  <a:gd name="connsiteX8" fmla="*/ 2445 w 7479"/>
                  <a:gd name="connsiteY8" fmla="*/ 4890 h 4890"/>
                  <a:gd name="connsiteX9" fmla="*/ 5034 w 7479"/>
                  <a:gd name="connsiteY9" fmla="*/ 4890 h 4890"/>
                  <a:gd name="connsiteX10" fmla="*/ 7480 w 7479"/>
                  <a:gd name="connsiteY10" fmla="*/ 4890 h 4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79" h="4890">
                    <a:moveTo>
                      <a:pt x="7480" y="4890"/>
                    </a:moveTo>
                    <a:lnTo>
                      <a:pt x="7480" y="2445"/>
                    </a:lnTo>
                    <a:lnTo>
                      <a:pt x="5034" y="2445"/>
                    </a:lnTo>
                    <a:lnTo>
                      <a:pt x="5034" y="0"/>
                    </a:lnTo>
                    <a:lnTo>
                      <a:pt x="2445" y="0"/>
                    </a:lnTo>
                    <a:lnTo>
                      <a:pt x="0" y="0"/>
                    </a:lnTo>
                    <a:lnTo>
                      <a:pt x="0" y="2445"/>
                    </a:lnTo>
                    <a:lnTo>
                      <a:pt x="2445" y="2445"/>
                    </a:lnTo>
                    <a:lnTo>
                      <a:pt x="2445" y="4890"/>
                    </a:lnTo>
                    <a:lnTo>
                      <a:pt x="5034" y="4890"/>
                    </a:lnTo>
                    <a:lnTo>
                      <a:pt x="7480" y="4890"/>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99" name="Freeform: Shape 3994">
                <a:extLst>
                  <a:ext uri="{FF2B5EF4-FFF2-40B4-BE49-F238E27FC236}">
                    <a16:creationId xmlns:a16="http://schemas.microsoft.com/office/drawing/2014/main" id="{680D5A88-EB12-7EEB-F753-40F2571A0E08}"/>
                  </a:ext>
                </a:extLst>
              </p:cNvPr>
              <p:cNvSpPr/>
              <p:nvPr/>
            </p:nvSpPr>
            <p:spPr>
              <a:xfrm>
                <a:off x="3765715" y="4054427"/>
                <a:ext cx="2445" cy="5321"/>
              </a:xfrm>
              <a:custGeom>
                <a:avLst/>
                <a:gdLst>
                  <a:gd name="connsiteX0" fmla="*/ 2445 w 2445"/>
                  <a:gd name="connsiteY0" fmla="*/ 2733 h 5321"/>
                  <a:gd name="connsiteX1" fmla="*/ 2445 w 2445"/>
                  <a:gd name="connsiteY1" fmla="*/ 0 h 5321"/>
                  <a:gd name="connsiteX2" fmla="*/ 0 w 2445"/>
                  <a:gd name="connsiteY2" fmla="*/ 0 h 5321"/>
                  <a:gd name="connsiteX3" fmla="*/ 0 w 2445"/>
                  <a:gd name="connsiteY3" fmla="*/ 2733 h 5321"/>
                  <a:gd name="connsiteX4" fmla="*/ 0 w 2445"/>
                  <a:gd name="connsiteY4" fmla="*/ 5322 h 5321"/>
                  <a:gd name="connsiteX5" fmla="*/ 2445 w 2445"/>
                  <a:gd name="connsiteY5" fmla="*/ 5322 h 5321"/>
                  <a:gd name="connsiteX6" fmla="*/ 2445 w 2445"/>
                  <a:gd name="connsiteY6" fmla="*/ 2733 h 5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45" h="5321">
                    <a:moveTo>
                      <a:pt x="2445" y="2733"/>
                    </a:moveTo>
                    <a:lnTo>
                      <a:pt x="2445" y="0"/>
                    </a:lnTo>
                    <a:lnTo>
                      <a:pt x="0" y="0"/>
                    </a:lnTo>
                    <a:lnTo>
                      <a:pt x="0" y="2733"/>
                    </a:lnTo>
                    <a:lnTo>
                      <a:pt x="0" y="5322"/>
                    </a:lnTo>
                    <a:lnTo>
                      <a:pt x="2445" y="5322"/>
                    </a:lnTo>
                    <a:lnTo>
                      <a:pt x="2445" y="2733"/>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00" name="Freeform: Shape 3995">
                <a:extLst>
                  <a:ext uri="{FF2B5EF4-FFF2-40B4-BE49-F238E27FC236}">
                    <a16:creationId xmlns:a16="http://schemas.microsoft.com/office/drawing/2014/main" id="{545C884F-812B-9BA5-2C8C-D24564A72883}"/>
                  </a:ext>
                </a:extLst>
              </p:cNvPr>
              <p:cNvSpPr/>
              <p:nvPr/>
            </p:nvSpPr>
            <p:spPr>
              <a:xfrm>
                <a:off x="3831881" y="4161730"/>
                <a:ext cx="5321" cy="7479"/>
              </a:xfrm>
              <a:custGeom>
                <a:avLst/>
                <a:gdLst>
                  <a:gd name="connsiteX0" fmla="*/ 2589 w 5321"/>
                  <a:gd name="connsiteY0" fmla="*/ 2589 h 7479"/>
                  <a:gd name="connsiteX1" fmla="*/ 0 w 5321"/>
                  <a:gd name="connsiteY1" fmla="*/ 2589 h 7479"/>
                  <a:gd name="connsiteX2" fmla="*/ 0 w 5321"/>
                  <a:gd name="connsiteY2" fmla="*/ 5034 h 7479"/>
                  <a:gd name="connsiteX3" fmla="*/ 2589 w 5321"/>
                  <a:gd name="connsiteY3" fmla="*/ 5034 h 7479"/>
                  <a:gd name="connsiteX4" fmla="*/ 2589 w 5321"/>
                  <a:gd name="connsiteY4" fmla="*/ 7479 h 7479"/>
                  <a:gd name="connsiteX5" fmla="*/ 5322 w 5321"/>
                  <a:gd name="connsiteY5" fmla="*/ 7479 h 7479"/>
                  <a:gd name="connsiteX6" fmla="*/ 5322 w 5321"/>
                  <a:gd name="connsiteY6" fmla="*/ 5034 h 7479"/>
                  <a:gd name="connsiteX7" fmla="*/ 5322 w 5321"/>
                  <a:gd name="connsiteY7" fmla="*/ 2589 h 7479"/>
                  <a:gd name="connsiteX8" fmla="*/ 5322 w 5321"/>
                  <a:gd name="connsiteY8" fmla="*/ 0 h 7479"/>
                  <a:gd name="connsiteX9" fmla="*/ 2589 w 5321"/>
                  <a:gd name="connsiteY9" fmla="*/ 0 h 7479"/>
                  <a:gd name="connsiteX10" fmla="*/ 2589 w 5321"/>
                  <a:gd name="connsiteY10" fmla="*/ 2589 h 7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21" h="7479">
                    <a:moveTo>
                      <a:pt x="2589" y="2589"/>
                    </a:moveTo>
                    <a:lnTo>
                      <a:pt x="0" y="2589"/>
                    </a:lnTo>
                    <a:lnTo>
                      <a:pt x="0" y="5034"/>
                    </a:lnTo>
                    <a:lnTo>
                      <a:pt x="2589" y="5034"/>
                    </a:lnTo>
                    <a:lnTo>
                      <a:pt x="2589" y="7479"/>
                    </a:lnTo>
                    <a:lnTo>
                      <a:pt x="5322" y="7479"/>
                    </a:lnTo>
                    <a:lnTo>
                      <a:pt x="5322" y="5034"/>
                    </a:lnTo>
                    <a:lnTo>
                      <a:pt x="5322" y="2589"/>
                    </a:lnTo>
                    <a:lnTo>
                      <a:pt x="5322" y="0"/>
                    </a:lnTo>
                    <a:lnTo>
                      <a:pt x="2589" y="0"/>
                    </a:lnTo>
                    <a:lnTo>
                      <a:pt x="2589" y="2589"/>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01" name="Freeform: Shape 3996">
                <a:extLst>
                  <a:ext uri="{FF2B5EF4-FFF2-40B4-BE49-F238E27FC236}">
                    <a16:creationId xmlns:a16="http://schemas.microsoft.com/office/drawing/2014/main" id="{E0767481-5E59-873C-3EA8-7368AC9E7040}"/>
                  </a:ext>
                </a:extLst>
              </p:cNvPr>
              <p:cNvSpPr/>
              <p:nvPr/>
            </p:nvSpPr>
            <p:spPr>
              <a:xfrm>
                <a:off x="3819223" y="4125914"/>
                <a:ext cx="2589" cy="5178"/>
              </a:xfrm>
              <a:custGeom>
                <a:avLst/>
                <a:gdLst>
                  <a:gd name="connsiteX0" fmla="*/ 0 w 2589"/>
                  <a:gd name="connsiteY0" fmla="*/ 2445 h 5178"/>
                  <a:gd name="connsiteX1" fmla="*/ 0 w 2589"/>
                  <a:gd name="connsiteY1" fmla="*/ 5178 h 5178"/>
                  <a:gd name="connsiteX2" fmla="*/ 2589 w 2589"/>
                  <a:gd name="connsiteY2" fmla="*/ 5178 h 5178"/>
                  <a:gd name="connsiteX3" fmla="*/ 2589 w 2589"/>
                  <a:gd name="connsiteY3" fmla="*/ 2445 h 5178"/>
                  <a:gd name="connsiteX4" fmla="*/ 2589 w 2589"/>
                  <a:gd name="connsiteY4" fmla="*/ 0 h 5178"/>
                  <a:gd name="connsiteX5" fmla="*/ 0 w 2589"/>
                  <a:gd name="connsiteY5" fmla="*/ 0 h 5178"/>
                  <a:gd name="connsiteX6" fmla="*/ 0 w 2589"/>
                  <a:gd name="connsiteY6" fmla="*/ 2445 h 5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89" h="5178">
                    <a:moveTo>
                      <a:pt x="0" y="2445"/>
                    </a:moveTo>
                    <a:lnTo>
                      <a:pt x="0" y="5178"/>
                    </a:lnTo>
                    <a:lnTo>
                      <a:pt x="2589" y="5178"/>
                    </a:lnTo>
                    <a:lnTo>
                      <a:pt x="2589" y="2445"/>
                    </a:lnTo>
                    <a:lnTo>
                      <a:pt x="2589" y="0"/>
                    </a:lnTo>
                    <a:lnTo>
                      <a:pt x="0" y="0"/>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02" name="Freeform: Shape 3997">
                <a:extLst>
                  <a:ext uri="{FF2B5EF4-FFF2-40B4-BE49-F238E27FC236}">
                    <a16:creationId xmlns:a16="http://schemas.microsoft.com/office/drawing/2014/main" id="{755290FF-ADB3-D238-68B4-1A40BD59C65B}"/>
                  </a:ext>
                </a:extLst>
              </p:cNvPr>
              <p:cNvSpPr/>
              <p:nvPr/>
            </p:nvSpPr>
            <p:spPr>
              <a:xfrm>
                <a:off x="3816778" y="4120880"/>
                <a:ext cx="2445" cy="2445"/>
              </a:xfrm>
              <a:custGeom>
                <a:avLst/>
                <a:gdLst>
                  <a:gd name="connsiteX0" fmla="*/ 0 w 2445"/>
                  <a:gd name="connsiteY0" fmla="*/ 0 h 2445"/>
                  <a:gd name="connsiteX1" fmla="*/ 2445 w 2445"/>
                  <a:gd name="connsiteY1" fmla="*/ 0 h 2445"/>
                  <a:gd name="connsiteX2" fmla="*/ 2445 w 2445"/>
                  <a:gd name="connsiteY2" fmla="*/ 2445 h 2445"/>
                  <a:gd name="connsiteX3" fmla="*/ 0 w 2445"/>
                  <a:gd name="connsiteY3" fmla="*/ 2445 h 2445"/>
                </a:gdLst>
                <a:ahLst/>
                <a:cxnLst>
                  <a:cxn ang="0">
                    <a:pos x="connsiteX0" y="connsiteY0"/>
                  </a:cxn>
                  <a:cxn ang="0">
                    <a:pos x="connsiteX1" y="connsiteY1"/>
                  </a:cxn>
                  <a:cxn ang="0">
                    <a:pos x="connsiteX2" y="connsiteY2"/>
                  </a:cxn>
                  <a:cxn ang="0">
                    <a:pos x="connsiteX3" y="connsiteY3"/>
                  </a:cxn>
                </a:cxnLst>
                <a:rect l="l" t="t" r="r" b="b"/>
                <a:pathLst>
                  <a:path w="2445" h="2445">
                    <a:moveTo>
                      <a:pt x="0" y="0"/>
                    </a:moveTo>
                    <a:lnTo>
                      <a:pt x="2445" y="0"/>
                    </a:lnTo>
                    <a:lnTo>
                      <a:pt x="2445" y="2445"/>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03" name="Freeform: Shape 3998">
                <a:extLst>
                  <a:ext uri="{FF2B5EF4-FFF2-40B4-BE49-F238E27FC236}">
                    <a16:creationId xmlns:a16="http://schemas.microsoft.com/office/drawing/2014/main" id="{9A380FE0-7F28-F163-B5FA-B091FE7D6170}"/>
                  </a:ext>
                </a:extLst>
              </p:cNvPr>
              <p:cNvSpPr/>
              <p:nvPr/>
            </p:nvSpPr>
            <p:spPr>
              <a:xfrm>
                <a:off x="3831881" y="4148785"/>
                <a:ext cx="7767" cy="12945"/>
              </a:xfrm>
              <a:custGeom>
                <a:avLst/>
                <a:gdLst>
                  <a:gd name="connsiteX0" fmla="*/ 2589 w 7767"/>
                  <a:gd name="connsiteY0" fmla="*/ 10213 h 12945"/>
                  <a:gd name="connsiteX1" fmla="*/ 5322 w 7767"/>
                  <a:gd name="connsiteY1" fmla="*/ 10213 h 12945"/>
                  <a:gd name="connsiteX2" fmla="*/ 5322 w 7767"/>
                  <a:gd name="connsiteY2" fmla="*/ 12946 h 12945"/>
                  <a:gd name="connsiteX3" fmla="*/ 7767 w 7767"/>
                  <a:gd name="connsiteY3" fmla="*/ 12946 h 12945"/>
                  <a:gd name="connsiteX4" fmla="*/ 7767 w 7767"/>
                  <a:gd name="connsiteY4" fmla="*/ 10213 h 12945"/>
                  <a:gd name="connsiteX5" fmla="*/ 7767 w 7767"/>
                  <a:gd name="connsiteY5" fmla="*/ 7767 h 12945"/>
                  <a:gd name="connsiteX6" fmla="*/ 5322 w 7767"/>
                  <a:gd name="connsiteY6" fmla="*/ 7767 h 12945"/>
                  <a:gd name="connsiteX7" fmla="*/ 5322 w 7767"/>
                  <a:gd name="connsiteY7" fmla="*/ 5322 h 12945"/>
                  <a:gd name="connsiteX8" fmla="*/ 2589 w 7767"/>
                  <a:gd name="connsiteY8" fmla="*/ 5322 h 12945"/>
                  <a:gd name="connsiteX9" fmla="*/ 2589 w 7767"/>
                  <a:gd name="connsiteY9" fmla="*/ 2733 h 12945"/>
                  <a:gd name="connsiteX10" fmla="*/ 2589 w 7767"/>
                  <a:gd name="connsiteY10" fmla="*/ 0 h 12945"/>
                  <a:gd name="connsiteX11" fmla="*/ 0 w 7767"/>
                  <a:gd name="connsiteY11" fmla="*/ 0 h 12945"/>
                  <a:gd name="connsiteX12" fmla="*/ 0 w 7767"/>
                  <a:gd name="connsiteY12" fmla="*/ 2733 h 12945"/>
                  <a:gd name="connsiteX13" fmla="*/ 0 w 7767"/>
                  <a:gd name="connsiteY13" fmla="*/ 5322 h 12945"/>
                  <a:gd name="connsiteX14" fmla="*/ 0 w 7767"/>
                  <a:gd name="connsiteY14" fmla="*/ 7767 h 12945"/>
                  <a:gd name="connsiteX15" fmla="*/ 2589 w 7767"/>
                  <a:gd name="connsiteY15" fmla="*/ 7767 h 12945"/>
                  <a:gd name="connsiteX16" fmla="*/ 2589 w 7767"/>
                  <a:gd name="connsiteY16" fmla="*/ 10213 h 12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767" h="12945">
                    <a:moveTo>
                      <a:pt x="2589" y="10213"/>
                    </a:moveTo>
                    <a:lnTo>
                      <a:pt x="5322" y="10213"/>
                    </a:lnTo>
                    <a:lnTo>
                      <a:pt x="5322" y="12946"/>
                    </a:lnTo>
                    <a:lnTo>
                      <a:pt x="7767" y="12946"/>
                    </a:lnTo>
                    <a:lnTo>
                      <a:pt x="7767" y="10213"/>
                    </a:lnTo>
                    <a:lnTo>
                      <a:pt x="7767" y="7767"/>
                    </a:lnTo>
                    <a:lnTo>
                      <a:pt x="5322" y="7767"/>
                    </a:lnTo>
                    <a:lnTo>
                      <a:pt x="5322" y="5322"/>
                    </a:lnTo>
                    <a:lnTo>
                      <a:pt x="2589" y="5322"/>
                    </a:lnTo>
                    <a:lnTo>
                      <a:pt x="2589" y="2733"/>
                    </a:lnTo>
                    <a:lnTo>
                      <a:pt x="2589" y="0"/>
                    </a:lnTo>
                    <a:lnTo>
                      <a:pt x="0" y="0"/>
                    </a:lnTo>
                    <a:lnTo>
                      <a:pt x="0" y="2733"/>
                    </a:lnTo>
                    <a:lnTo>
                      <a:pt x="0" y="5322"/>
                    </a:lnTo>
                    <a:lnTo>
                      <a:pt x="0" y="7767"/>
                    </a:lnTo>
                    <a:lnTo>
                      <a:pt x="2589" y="7767"/>
                    </a:lnTo>
                    <a:lnTo>
                      <a:pt x="2589" y="10213"/>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04" name="Freeform: Shape 3999">
                <a:extLst>
                  <a:ext uri="{FF2B5EF4-FFF2-40B4-BE49-F238E27FC236}">
                    <a16:creationId xmlns:a16="http://schemas.microsoft.com/office/drawing/2014/main" id="{26E7A5C1-529B-03F7-B110-3C4CEBD2BA04}"/>
                  </a:ext>
                </a:extLst>
              </p:cNvPr>
              <p:cNvSpPr/>
              <p:nvPr/>
            </p:nvSpPr>
            <p:spPr>
              <a:xfrm>
                <a:off x="3714653" y="4107935"/>
                <a:ext cx="5034" cy="2876"/>
              </a:xfrm>
              <a:custGeom>
                <a:avLst/>
                <a:gdLst>
                  <a:gd name="connsiteX0" fmla="*/ 5034 w 5034"/>
                  <a:gd name="connsiteY0" fmla="*/ 2877 h 2876"/>
                  <a:gd name="connsiteX1" fmla="*/ 5034 w 5034"/>
                  <a:gd name="connsiteY1" fmla="*/ 0 h 2876"/>
                  <a:gd name="connsiteX2" fmla="*/ 2445 w 5034"/>
                  <a:gd name="connsiteY2" fmla="*/ 0 h 2876"/>
                  <a:gd name="connsiteX3" fmla="*/ 0 w 5034"/>
                  <a:gd name="connsiteY3" fmla="*/ 0 h 2876"/>
                  <a:gd name="connsiteX4" fmla="*/ 0 w 5034"/>
                  <a:gd name="connsiteY4" fmla="*/ 2877 h 2876"/>
                  <a:gd name="connsiteX5" fmla="*/ 2445 w 5034"/>
                  <a:gd name="connsiteY5" fmla="*/ 2877 h 2876"/>
                  <a:gd name="connsiteX6" fmla="*/ 5034 w 5034"/>
                  <a:gd name="connsiteY6" fmla="*/ 2877 h 2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34" h="2876">
                    <a:moveTo>
                      <a:pt x="5034" y="2877"/>
                    </a:moveTo>
                    <a:lnTo>
                      <a:pt x="5034" y="0"/>
                    </a:lnTo>
                    <a:lnTo>
                      <a:pt x="2445" y="0"/>
                    </a:lnTo>
                    <a:lnTo>
                      <a:pt x="0" y="0"/>
                    </a:lnTo>
                    <a:lnTo>
                      <a:pt x="0" y="2877"/>
                    </a:lnTo>
                    <a:lnTo>
                      <a:pt x="2445" y="2877"/>
                    </a:lnTo>
                    <a:lnTo>
                      <a:pt x="5034" y="2877"/>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05" name="Freeform: Shape 4000">
                <a:extLst>
                  <a:ext uri="{FF2B5EF4-FFF2-40B4-BE49-F238E27FC236}">
                    <a16:creationId xmlns:a16="http://schemas.microsoft.com/office/drawing/2014/main" id="{5DBFD747-E6FE-C59A-23F4-86ADFC055B19}"/>
                  </a:ext>
                </a:extLst>
              </p:cNvPr>
              <p:cNvSpPr/>
              <p:nvPr/>
            </p:nvSpPr>
            <p:spPr>
              <a:xfrm>
                <a:off x="3765715" y="4003508"/>
                <a:ext cx="2445" cy="2732"/>
              </a:xfrm>
              <a:custGeom>
                <a:avLst/>
                <a:gdLst>
                  <a:gd name="connsiteX0" fmla="*/ 0 w 2445"/>
                  <a:gd name="connsiteY0" fmla="*/ 0 h 2732"/>
                  <a:gd name="connsiteX1" fmla="*/ 2445 w 2445"/>
                  <a:gd name="connsiteY1" fmla="*/ 0 h 2732"/>
                  <a:gd name="connsiteX2" fmla="*/ 2445 w 2445"/>
                  <a:gd name="connsiteY2" fmla="*/ 2733 h 2732"/>
                  <a:gd name="connsiteX3" fmla="*/ 0 w 2445"/>
                  <a:gd name="connsiteY3" fmla="*/ 2733 h 2732"/>
                </a:gdLst>
                <a:ahLst/>
                <a:cxnLst>
                  <a:cxn ang="0">
                    <a:pos x="connsiteX0" y="connsiteY0"/>
                  </a:cxn>
                  <a:cxn ang="0">
                    <a:pos x="connsiteX1" y="connsiteY1"/>
                  </a:cxn>
                  <a:cxn ang="0">
                    <a:pos x="connsiteX2" y="connsiteY2"/>
                  </a:cxn>
                  <a:cxn ang="0">
                    <a:pos x="connsiteX3" y="connsiteY3"/>
                  </a:cxn>
                </a:cxnLst>
                <a:rect l="l" t="t" r="r" b="b"/>
                <a:pathLst>
                  <a:path w="2445" h="2732">
                    <a:moveTo>
                      <a:pt x="0" y="0"/>
                    </a:moveTo>
                    <a:lnTo>
                      <a:pt x="2445" y="0"/>
                    </a:lnTo>
                    <a:lnTo>
                      <a:pt x="2445" y="2733"/>
                    </a:lnTo>
                    <a:lnTo>
                      <a:pt x="0" y="2733"/>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06" name="Freeform: Shape 4001">
                <a:extLst>
                  <a:ext uri="{FF2B5EF4-FFF2-40B4-BE49-F238E27FC236}">
                    <a16:creationId xmlns:a16="http://schemas.microsoft.com/office/drawing/2014/main" id="{D1B2CFE0-DA2C-41C2-7B4C-FCF8B1462987}"/>
                  </a:ext>
                </a:extLst>
              </p:cNvPr>
              <p:cNvSpPr/>
              <p:nvPr/>
            </p:nvSpPr>
            <p:spPr>
              <a:xfrm>
                <a:off x="3814045" y="4131093"/>
                <a:ext cx="2732" cy="5033"/>
              </a:xfrm>
              <a:custGeom>
                <a:avLst/>
                <a:gdLst>
                  <a:gd name="connsiteX0" fmla="*/ 2733 w 2732"/>
                  <a:gd name="connsiteY0" fmla="*/ 0 h 5033"/>
                  <a:gd name="connsiteX1" fmla="*/ 0 w 2732"/>
                  <a:gd name="connsiteY1" fmla="*/ 0 h 5033"/>
                  <a:gd name="connsiteX2" fmla="*/ 0 w 2732"/>
                  <a:gd name="connsiteY2" fmla="*/ 2589 h 5033"/>
                  <a:gd name="connsiteX3" fmla="*/ 0 w 2732"/>
                  <a:gd name="connsiteY3" fmla="*/ 5034 h 5033"/>
                  <a:gd name="connsiteX4" fmla="*/ 2733 w 2732"/>
                  <a:gd name="connsiteY4" fmla="*/ 5034 h 5033"/>
                  <a:gd name="connsiteX5" fmla="*/ 2733 w 2732"/>
                  <a:gd name="connsiteY5" fmla="*/ 2589 h 5033"/>
                  <a:gd name="connsiteX6" fmla="*/ 2733 w 2732"/>
                  <a:gd name="connsiteY6" fmla="*/ 0 h 5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 h="5033">
                    <a:moveTo>
                      <a:pt x="2733" y="0"/>
                    </a:moveTo>
                    <a:lnTo>
                      <a:pt x="0" y="0"/>
                    </a:lnTo>
                    <a:lnTo>
                      <a:pt x="0" y="2589"/>
                    </a:lnTo>
                    <a:lnTo>
                      <a:pt x="0" y="5034"/>
                    </a:lnTo>
                    <a:lnTo>
                      <a:pt x="2733" y="5034"/>
                    </a:lnTo>
                    <a:lnTo>
                      <a:pt x="2733" y="2589"/>
                    </a:lnTo>
                    <a:lnTo>
                      <a:pt x="2733" y="0"/>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07" name="Freeform: Shape 4002">
                <a:extLst>
                  <a:ext uri="{FF2B5EF4-FFF2-40B4-BE49-F238E27FC236}">
                    <a16:creationId xmlns:a16="http://schemas.microsoft.com/office/drawing/2014/main" id="{F8F3B515-F701-2370-3155-E869108E7F54}"/>
                  </a:ext>
                </a:extLst>
              </p:cNvPr>
              <p:cNvSpPr/>
              <p:nvPr/>
            </p:nvSpPr>
            <p:spPr>
              <a:xfrm>
                <a:off x="3668912" y="3901671"/>
                <a:ext cx="2445" cy="2445"/>
              </a:xfrm>
              <a:custGeom>
                <a:avLst/>
                <a:gdLst>
                  <a:gd name="connsiteX0" fmla="*/ 0 w 2445"/>
                  <a:gd name="connsiteY0" fmla="*/ 0 h 2445"/>
                  <a:gd name="connsiteX1" fmla="*/ 2445 w 2445"/>
                  <a:gd name="connsiteY1" fmla="*/ 0 h 2445"/>
                  <a:gd name="connsiteX2" fmla="*/ 2445 w 2445"/>
                  <a:gd name="connsiteY2" fmla="*/ 2445 h 2445"/>
                  <a:gd name="connsiteX3" fmla="*/ 0 w 2445"/>
                  <a:gd name="connsiteY3" fmla="*/ 2445 h 2445"/>
                </a:gdLst>
                <a:ahLst/>
                <a:cxnLst>
                  <a:cxn ang="0">
                    <a:pos x="connsiteX0" y="connsiteY0"/>
                  </a:cxn>
                  <a:cxn ang="0">
                    <a:pos x="connsiteX1" y="connsiteY1"/>
                  </a:cxn>
                  <a:cxn ang="0">
                    <a:pos x="connsiteX2" y="connsiteY2"/>
                  </a:cxn>
                  <a:cxn ang="0">
                    <a:pos x="connsiteX3" y="connsiteY3"/>
                  </a:cxn>
                </a:cxnLst>
                <a:rect l="l" t="t" r="r" b="b"/>
                <a:pathLst>
                  <a:path w="2445" h="2445">
                    <a:moveTo>
                      <a:pt x="0" y="0"/>
                    </a:moveTo>
                    <a:lnTo>
                      <a:pt x="2445" y="0"/>
                    </a:lnTo>
                    <a:lnTo>
                      <a:pt x="2445" y="2445"/>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08" name="Freeform: Shape 4003">
                <a:extLst>
                  <a:ext uri="{FF2B5EF4-FFF2-40B4-BE49-F238E27FC236}">
                    <a16:creationId xmlns:a16="http://schemas.microsoft.com/office/drawing/2014/main" id="{B594E90F-E4A0-A0F6-7E90-DA80D2ED614A}"/>
                  </a:ext>
                </a:extLst>
              </p:cNvPr>
              <p:cNvSpPr/>
              <p:nvPr/>
            </p:nvSpPr>
            <p:spPr>
              <a:xfrm>
                <a:off x="3666179" y="3899082"/>
                <a:ext cx="2732" cy="2445"/>
              </a:xfrm>
              <a:custGeom>
                <a:avLst/>
                <a:gdLst>
                  <a:gd name="connsiteX0" fmla="*/ 0 w 2732"/>
                  <a:gd name="connsiteY0" fmla="*/ 0 h 2445"/>
                  <a:gd name="connsiteX1" fmla="*/ 2733 w 2732"/>
                  <a:gd name="connsiteY1" fmla="*/ 0 h 2445"/>
                  <a:gd name="connsiteX2" fmla="*/ 2733 w 2732"/>
                  <a:gd name="connsiteY2" fmla="*/ 2446 h 2445"/>
                  <a:gd name="connsiteX3" fmla="*/ 0 w 2732"/>
                  <a:gd name="connsiteY3" fmla="*/ 2446 h 2445"/>
                </a:gdLst>
                <a:ahLst/>
                <a:cxnLst>
                  <a:cxn ang="0">
                    <a:pos x="connsiteX0" y="connsiteY0"/>
                  </a:cxn>
                  <a:cxn ang="0">
                    <a:pos x="connsiteX1" y="connsiteY1"/>
                  </a:cxn>
                  <a:cxn ang="0">
                    <a:pos x="connsiteX2" y="connsiteY2"/>
                  </a:cxn>
                  <a:cxn ang="0">
                    <a:pos x="connsiteX3" y="connsiteY3"/>
                  </a:cxn>
                </a:cxnLst>
                <a:rect l="l" t="t" r="r" b="b"/>
                <a:pathLst>
                  <a:path w="2732" h="2445">
                    <a:moveTo>
                      <a:pt x="0" y="0"/>
                    </a:moveTo>
                    <a:lnTo>
                      <a:pt x="2733" y="0"/>
                    </a:lnTo>
                    <a:lnTo>
                      <a:pt x="2733" y="2446"/>
                    </a:lnTo>
                    <a:lnTo>
                      <a:pt x="0" y="2446"/>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09" name="Freeform: Shape 4004">
                <a:extLst>
                  <a:ext uri="{FF2B5EF4-FFF2-40B4-BE49-F238E27FC236}">
                    <a16:creationId xmlns:a16="http://schemas.microsoft.com/office/drawing/2014/main" id="{2E84D432-1C28-3AD9-A78E-77E79D697E6A}"/>
                  </a:ext>
                </a:extLst>
              </p:cNvPr>
              <p:cNvSpPr/>
              <p:nvPr/>
            </p:nvSpPr>
            <p:spPr>
              <a:xfrm>
                <a:off x="3548951" y="3825005"/>
                <a:ext cx="2445" cy="2732"/>
              </a:xfrm>
              <a:custGeom>
                <a:avLst/>
                <a:gdLst>
                  <a:gd name="connsiteX0" fmla="*/ 0 w 2445"/>
                  <a:gd name="connsiteY0" fmla="*/ 0 h 2732"/>
                  <a:gd name="connsiteX1" fmla="*/ 2445 w 2445"/>
                  <a:gd name="connsiteY1" fmla="*/ 0 h 2732"/>
                  <a:gd name="connsiteX2" fmla="*/ 2445 w 2445"/>
                  <a:gd name="connsiteY2" fmla="*/ 2733 h 2732"/>
                  <a:gd name="connsiteX3" fmla="*/ 0 w 2445"/>
                  <a:gd name="connsiteY3" fmla="*/ 2733 h 2732"/>
                </a:gdLst>
                <a:ahLst/>
                <a:cxnLst>
                  <a:cxn ang="0">
                    <a:pos x="connsiteX0" y="connsiteY0"/>
                  </a:cxn>
                  <a:cxn ang="0">
                    <a:pos x="connsiteX1" y="connsiteY1"/>
                  </a:cxn>
                  <a:cxn ang="0">
                    <a:pos x="connsiteX2" y="connsiteY2"/>
                  </a:cxn>
                  <a:cxn ang="0">
                    <a:pos x="connsiteX3" y="connsiteY3"/>
                  </a:cxn>
                </a:cxnLst>
                <a:rect l="l" t="t" r="r" b="b"/>
                <a:pathLst>
                  <a:path w="2445" h="2732">
                    <a:moveTo>
                      <a:pt x="0" y="0"/>
                    </a:moveTo>
                    <a:lnTo>
                      <a:pt x="2445" y="0"/>
                    </a:lnTo>
                    <a:lnTo>
                      <a:pt x="2445" y="2733"/>
                    </a:lnTo>
                    <a:lnTo>
                      <a:pt x="0" y="2733"/>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10" name="Freeform: Shape 4005">
                <a:extLst>
                  <a:ext uri="{FF2B5EF4-FFF2-40B4-BE49-F238E27FC236}">
                    <a16:creationId xmlns:a16="http://schemas.microsoft.com/office/drawing/2014/main" id="{55DC2A44-5CC3-6CA2-CC4D-2A09B784B622}"/>
                  </a:ext>
                </a:extLst>
              </p:cNvPr>
              <p:cNvSpPr/>
              <p:nvPr/>
            </p:nvSpPr>
            <p:spPr>
              <a:xfrm>
                <a:off x="3622884" y="3743593"/>
                <a:ext cx="5178" cy="2445"/>
              </a:xfrm>
              <a:custGeom>
                <a:avLst/>
                <a:gdLst>
                  <a:gd name="connsiteX0" fmla="*/ 0 w 5178"/>
                  <a:gd name="connsiteY0" fmla="*/ 2445 h 2445"/>
                  <a:gd name="connsiteX1" fmla="*/ 2445 w 5178"/>
                  <a:gd name="connsiteY1" fmla="*/ 2445 h 2445"/>
                  <a:gd name="connsiteX2" fmla="*/ 5178 w 5178"/>
                  <a:gd name="connsiteY2" fmla="*/ 2445 h 2445"/>
                  <a:gd name="connsiteX3" fmla="*/ 2445 w 5178"/>
                  <a:gd name="connsiteY3" fmla="*/ 0 h 2445"/>
                  <a:gd name="connsiteX4" fmla="*/ 0 w 5178"/>
                  <a:gd name="connsiteY4" fmla="*/ 2445 h 24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78" h="2445">
                    <a:moveTo>
                      <a:pt x="0" y="2445"/>
                    </a:moveTo>
                    <a:lnTo>
                      <a:pt x="2445" y="2445"/>
                    </a:lnTo>
                    <a:lnTo>
                      <a:pt x="5178" y="2445"/>
                    </a:lnTo>
                    <a:lnTo>
                      <a:pt x="2445" y="0"/>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11" name="Freeform: Shape 4006">
                <a:extLst>
                  <a:ext uri="{FF2B5EF4-FFF2-40B4-BE49-F238E27FC236}">
                    <a16:creationId xmlns:a16="http://schemas.microsoft.com/office/drawing/2014/main" id="{53016688-BCAC-7FD8-661E-7AEF0BC5CD34}"/>
                  </a:ext>
                </a:extLst>
              </p:cNvPr>
              <p:cNvSpPr/>
              <p:nvPr/>
            </p:nvSpPr>
            <p:spPr>
              <a:xfrm>
                <a:off x="3638274" y="3781566"/>
                <a:ext cx="2445" cy="2732"/>
              </a:xfrm>
              <a:custGeom>
                <a:avLst/>
                <a:gdLst>
                  <a:gd name="connsiteX0" fmla="*/ 0 w 2445"/>
                  <a:gd name="connsiteY0" fmla="*/ 0 h 2732"/>
                  <a:gd name="connsiteX1" fmla="*/ 2445 w 2445"/>
                  <a:gd name="connsiteY1" fmla="*/ 0 h 2732"/>
                  <a:gd name="connsiteX2" fmla="*/ 2445 w 2445"/>
                  <a:gd name="connsiteY2" fmla="*/ 2733 h 2732"/>
                  <a:gd name="connsiteX3" fmla="*/ 0 w 2445"/>
                  <a:gd name="connsiteY3" fmla="*/ 2733 h 2732"/>
                </a:gdLst>
                <a:ahLst/>
                <a:cxnLst>
                  <a:cxn ang="0">
                    <a:pos x="connsiteX0" y="connsiteY0"/>
                  </a:cxn>
                  <a:cxn ang="0">
                    <a:pos x="connsiteX1" y="connsiteY1"/>
                  </a:cxn>
                  <a:cxn ang="0">
                    <a:pos x="connsiteX2" y="connsiteY2"/>
                  </a:cxn>
                  <a:cxn ang="0">
                    <a:pos x="connsiteX3" y="connsiteY3"/>
                  </a:cxn>
                </a:cxnLst>
                <a:rect l="l" t="t" r="r" b="b"/>
                <a:pathLst>
                  <a:path w="2445" h="2732">
                    <a:moveTo>
                      <a:pt x="0" y="0"/>
                    </a:moveTo>
                    <a:lnTo>
                      <a:pt x="2445" y="0"/>
                    </a:lnTo>
                    <a:lnTo>
                      <a:pt x="2445" y="2733"/>
                    </a:lnTo>
                    <a:lnTo>
                      <a:pt x="0" y="2733"/>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12" name="Freeform: Shape 4007">
                <a:extLst>
                  <a:ext uri="{FF2B5EF4-FFF2-40B4-BE49-F238E27FC236}">
                    <a16:creationId xmlns:a16="http://schemas.microsoft.com/office/drawing/2014/main" id="{F8970094-EA31-1701-50E5-6A5A90C52C4C}"/>
                  </a:ext>
                </a:extLst>
              </p:cNvPr>
              <p:cNvSpPr/>
              <p:nvPr/>
            </p:nvSpPr>
            <p:spPr>
              <a:xfrm>
                <a:off x="3554129" y="3830183"/>
                <a:ext cx="5034" cy="2445"/>
              </a:xfrm>
              <a:custGeom>
                <a:avLst/>
                <a:gdLst>
                  <a:gd name="connsiteX0" fmla="*/ 0 w 5034"/>
                  <a:gd name="connsiteY0" fmla="*/ 0 h 2445"/>
                  <a:gd name="connsiteX1" fmla="*/ 0 w 5034"/>
                  <a:gd name="connsiteY1" fmla="*/ 2445 h 2445"/>
                  <a:gd name="connsiteX2" fmla="*/ 2445 w 5034"/>
                  <a:gd name="connsiteY2" fmla="*/ 2445 h 2445"/>
                  <a:gd name="connsiteX3" fmla="*/ 5034 w 5034"/>
                  <a:gd name="connsiteY3" fmla="*/ 2445 h 2445"/>
                  <a:gd name="connsiteX4" fmla="*/ 5034 w 5034"/>
                  <a:gd name="connsiteY4" fmla="*/ 0 h 2445"/>
                  <a:gd name="connsiteX5" fmla="*/ 2445 w 5034"/>
                  <a:gd name="connsiteY5" fmla="*/ 0 h 2445"/>
                  <a:gd name="connsiteX6" fmla="*/ 0 w 5034"/>
                  <a:gd name="connsiteY6" fmla="*/ 0 h 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34" h="2445">
                    <a:moveTo>
                      <a:pt x="0" y="0"/>
                    </a:moveTo>
                    <a:lnTo>
                      <a:pt x="0" y="2445"/>
                    </a:lnTo>
                    <a:lnTo>
                      <a:pt x="2445" y="2445"/>
                    </a:lnTo>
                    <a:lnTo>
                      <a:pt x="5034" y="2445"/>
                    </a:lnTo>
                    <a:lnTo>
                      <a:pt x="5034" y="0"/>
                    </a:lnTo>
                    <a:lnTo>
                      <a:pt x="2445" y="0"/>
                    </a:lnTo>
                    <a:lnTo>
                      <a:pt x="0" y="0"/>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13" name="Freeform: Shape 4008">
                <a:extLst>
                  <a:ext uri="{FF2B5EF4-FFF2-40B4-BE49-F238E27FC236}">
                    <a16:creationId xmlns:a16="http://schemas.microsoft.com/office/drawing/2014/main" id="{8FEEFDE9-8D60-2107-E1EB-1C58929BC8D9}"/>
                  </a:ext>
                </a:extLst>
              </p:cNvPr>
              <p:cNvSpPr/>
              <p:nvPr/>
            </p:nvSpPr>
            <p:spPr>
              <a:xfrm>
                <a:off x="3857340" y="4085064"/>
                <a:ext cx="2732" cy="5321"/>
              </a:xfrm>
              <a:custGeom>
                <a:avLst/>
                <a:gdLst>
                  <a:gd name="connsiteX0" fmla="*/ 2733 w 2732"/>
                  <a:gd name="connsiteY0" fmla="*/ 2589 h 5321"/>
                  <a:gd name="connsiteX1" fmla="*/ 2733 w 2732"/>
                  <a:gd name="connsiteY1" fmla="*/ 0 h 5321"/>
                  <a:gd name="connsiteX2" fmla="*/ 0 w 2732"/>
                  <a:gd name="connsiteY2" fmla="*/ 0 h 5321"/>
                  <a:gd name="connsiteX3" fmla="*/ 0 w 2732"/>
                  <a:gd name="connsiteY3" fmla="*/ 2589 h 5321"/>
                  <a:gd name="connsiteX4" fmla="*/ 0 w 2732"/>
                  <a:gd name="connsiteY4" fmla="*/ 5322 h 5321"/>
                  <a:gd name="connsiteX5" fmla="*/ 2733 w 2732"/>
                  <a:gd name="connsiteY5" fmla="*/ 5322 h 5321"/>
                  <a:gd name="connsiteX6" fmla="*/ 2733 w 2732"/>
                  <a:gd name="connsiteY6" fmla="*/ 2589 h 5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 h="5321">
                    <a:moveTo>
                      <a:pt x="2733" y="2589"/>
                    </a:moveTo>
                    <a:lnTo>
                      <a:pt x="2733" y="0"/>
                    </a:lnTo>
                    <a:lnTo>
                      <a:pt x="0" y="0"/>
                    </a:lnTo>
                    <a:lnTo>
                      <a:pt x="0" y="2589"/>
                    </a:lnTo>
                    <a:lnTo>
                      <a:pt x="0" y="5322"/>
                    </a:lnTo>
                    <a:lnTo>
                      <a:pt x="2733" y="5322"/>
                    </a:lnTo>
                    <a:lnTo>
                      <a:pt x="2733" y="2589"/>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14" name="Freeform: Shape 4009">
                <a:extLst>
                  <a:ext uri="{FF2B5EF4-FFF2-40B4-BE49-F238E27FC236}">
                    <a16:creationId xmlns:a16="http://schemas.microsoft.com/office/drawing/2014/main" id="{96CA0DEF-B83D-0E53-BAE1-67B1FF6FFD74}"/>
                  </a:ext>
                </a:extLst>
              </p:cNvPr>
              <p:cNvSpPr/>
              <p:nvPr/>
            </p:nvSpPr>
            <p:spPr>
              <a:xfrm>
                <a:off x="3778373" y="4021344"/>
                <a:ext cx="2445" cy="2445"/>
              </a:xfrm>
              <a:custGeom>
                <a:avLst/>
                <a:gdLst>
                  <a:gd name="connsiteX0" fmla="*/ 0 w 2445"/>
                  <a:gd name="connsiteY0" fmla="*/ 0 h 2445"/>
                  <a:gd name="connsiteX1" fmla="*/ 2445 w 2445"/>
                  <a:gd name="connsiteY1" fmla="*/ 0 h 2445"/>
                  <a:gd name="connsiteX2" fmla="*/ 2445 w 2445"/>
                  <a:gd name="connsiteY2" fmla="*/ 2446 h 2445"/>
                  <a:gd name="connsiteX3" fmla="*/ 0 w 2445"/>
                  <a:gd name="connsiteY3" fmla="*/ 2446 h 2445"/>
                </a:gdLst>
                <a:ahLst/>
                <a:cxnLst>
                  <a:cxn ang="0">
                    <a:pos x="connsiteX0" y="connsiteY0"/>
                  </a:cxn>
                  <a:cxn ang="0">
                    <a:pos x="connsiteX1" y="connsiteY1"/>
                  </a:cxn>
                  <a:cxn ang="0">
                    <a:pos x="connsiteX2" y="connsiteY2"/>
                  </a:cxn>
                  <a:cxn ang="0">
                    <a:pos x="connsiteX3" y="connsiteY3"/>
                  </a:cxn>
                </a:cxnLst>
                <a:rect l="l" t="t" r="r" b="b"/>
                <a:pathLst>
                  <a:path w="2445" h="2445">
                    <a:moveTo>
                      <a:pt x="0" y="0"/>
                    </a:moveTo>
                    <a:lnTo>
                      <a:pt x="2445" y="0"/>
                    </a:lnTo>
                    <a:lnTo>
                      <a:pt x="2445" y="2446"/>
                    </a:lnTo>
                    <a:lnTo>
                      <a:pt x="0" y="2446"/>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15" name="Freeform: Shape 4010">
                <a:extLst>
                  <a:ext uri="{FF2B5EF4-FFF2-40B4-BE49-F238E27FC236}">
                    <a16:creationId xmlns:a16="http://schemas.microsoft.com/office/drawing/2014/main" id="{2E413E23-CD87-BE07-22E0-EF37E6D601A8}"/>
                  </a:ext>
                </a:extLst>
              </p:cNvPr>
              <p:cNvSpPr/>
              <p:nvPr/>
            </p:nvSpPr>
            <p:spPr>
              <a:xfrm>
                <a:off x="3816778" y="4136127"/>
                <a:ext cx="2445" cy="2445"/>
              </a:xfrm>
              <a:custGeom>
                <a:avLst/>
                <a:gdLst>
                  <a:gd name="connsiteX0" fmla="*/ 0 w 2445"/>
                  <a:gd name="connsiteY0" fmla="*/ 0 h 2445"/>
                  <a:gd name="connsiteX1" fmla="*/ 2445 w 2445"/>
                  <a:gd name="connsiteY1" fmla="*/ 0 h 2445"/>
                  <a:gd name="connsiteX2" fmla="*/ 2445 w 2445"/>
                  <a:gd name="connsiteY2" fmla="*/ 2445 h 2445"/>
                  <a:gd name="connsiteX3" fmla="*/ 0 w 2445"/>
                  <a:gd name="connsiteY3" fmla="*/ 2445 h 2445"/>
                </a:gdLst>
                <a:ahLst/>
                <a:cxnLst>
                  <a:cxn ang="0">
                    <a:pos x="connsiteX0" y="connsiteY0"/>
                  </a:cxn>
                  <a:cxn ang="0">
                    <a:pos x="connsiteX1" y="connsiteY1"/>
                  </a:cxn>
                  <a:cxn ang="0">
                    <a:pos x="connsiteX2" y="connsiteY2"/>
                  </a:cxn>
                  <a:cxn ang="0">
                    <a:pos x="connsiteX3" y="connsiteY3"/>
                  </a:cxn>
                </a:cxnLst>
                <a:rect l="l" t="t" r="r" b="b"/>
                <a:pathLst>
                  <a:path w="2445" h="2445">
                    <a:moveTo>
                      <a:pt x="0" y="0"/>
                    </a:moveTo>
                    <a:lnTo>
                      <a:pt x="2445" y="0"/>
                    </a:lnTo>
                    <a:lnTo>
                      <a:pt x="2445" y="2445"/>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16" name="Freeform: Shape 4011">
                <a:extLst>
                  <a:ext uri="{FF2B5EF4-FFF2-40B4-BE49-F238E27FC236}">
                    <a16:creationId xmlns:a16="http://schemas.microsoft.com/office/drawing/2014/main" id="{304D6C5F-1DB8-FAF3-6CBB-7940015D6E59}"/>
                  </a:ext>
                </a:extLst>
              </p:cNvPr>
              <p:cNvSpPr/>
              <p:nvPr/>
            </p:nvSpPr>
            <p:spPr>
              <a:xfrm>
                <a:off x="3768160" y="4008686"/>
                <a:ext cx="2445" cy="2445"/>
              </a:xfrm>
              <a:custGeom>
                <a:avLst/>
                <a:gdLst>
                  <a:gd name="connsiteX0" fmla="*/ 0 w 2445"/>
                  <a:gd name="connsiteY0" fmla="*/ 0 h 2445"/>
                  <a:gd name="connsiteX1" fmla="*/ 2445 w 2445"/>
                  <a:gd name="connsiteY1" fmla="*/ 0 h 2445"/>
                  <a:gd name="connsiteX2" fmla="*/ 2445 w 2445"/>
                  <a:gd name="connsiteY2" fmla="*/ 2445 h 2445"/>
                  <a:gd name="connsiteX3" fmla="*/ 0 w 2445"/>
                  <a:gd name="connsiteY3" fmla="*/ 2445 h 2445"/>
                </a:gdLst>
                <a:ahLst/>
                <a:cxnLst>
                  <a:cxn ang="0">
                    <a:pos x="connsiteX0" y="connsiteY0"/>
                  </a:cxn>
                  <a:cxn ang="0">
                    <a:pos x="connsiteX1" y="connsiteY1"/>
                  </a:cxn>
                  <a:cxn ang="0">
                    <a:pos x="connsiteX2" y="connsiteY2"/>
                  </a:cxn>
                  <a:cxn ang="0">
                    <a:pos x="connsiteX3" y="connsiteY3"/>
                  </a:cxn>
                </a:cxnLst>
                <a:rect l="l" t="t" r="r" b="b"/>
                <a:pathLst>
                  <a:path w="2445" h="2445">
                    <a:moveTo>
                      <a:pt x="0" y="0"/>
                    </a:moveTo>
                    <a:lnTo>
                      <a:pt x="2445" y="0"/>
                    </a:lnTo>
                    <a:lnTo>
                      <a:pt x="2445" y="2445"/>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17" name="Freeform: Shape 4012">
                <a:extLst>
                  <a:ext uri="{FF2B5EF4-FFF2-40B4-BE49-F238E27FC236}">
                    <a16:creationId xmlns:a16="http://schemas.microsoft.com/office/drawing/2014/main" id="{47797016-9C7E-0941-BF25-C7465D3ED818}"/>
                  </a:ext>
                </a:extLst>
              </p:cNvPr>
              <p:cNvSpPr/>
              <p:nvPr/>
            </p:nvSpPr>
            <p:spPr>
              <a:xfrm>
                <a:off x="3630507" y="3743593"/>
                <a:ext cx="2445" cy="2445"/>
              </a:xfrm>
              <a:custGeom>
                <a:avLst/>
                <a:gdLst>
                  <a:gd name="connsiteX0" fmla="*/ 0 w 2445"/>
                  <a:gd name="connsiteY0" fmla="*/ 0 h 2445"/>
                  <a:gd name="connsiteX1" fmla="*/ 2445 w 2445"/>
                  <a:gd name="connsiteY1" fmla="*/ 0 h 2445"/>
                  <a:gd name="connsiteX2" fmla="*/ 2445 w 2445"/>
                  <a:gd name="connsiteY2" fmla="*/ 2446 h 2445"/>
                  <a:gd name="connsiteX3" fmla="*/ 0 w 2445"/>
                  <a:gd name="connsiteY3" fmla="*/ 2446 h 2445"/>
                </a:gdLst>
                <a:ahLst/>
                <a:cxnLst>
                  <a:cxn ang="0">
                    <a:pos x="connsiteX0" y="connsiteY0"/>
                  </a:cxn>
                  <a:cxn ang="0">
                    <a:pos x="connsiteX1" y="connsiteY1"/>
                  </a:cxn>
                  <a:cxn ang="0">
                    <a:pos x="connsiteX2" y="connsiteY2"/>
                  </a:cxn>
                  <a:cxn ang="0">
                    <a:pos x="connsiteX3" y="connsiteY3"/>
                  </a:cxn>
                </a:cxnLst>
                <a:rect l="l" t="t" r="r" b="b"/>
                <a:pathLst>
                  <a:path w="2445" h="2445">
                    <a:moveTo>
                      <a:pt x="0" y="0"/>
                    </a:moveTo>
                    <a:lnTo>
                      <a:pt x="2445" y="0"/>
                    </a:lnTo>
                    <a:lnTo>
                      <a:pt x="2445" y="2446"/>
                    </a:lnTo>
                    <a:lnTo>
                      <a:pt x="0" y="2446"/>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18" name="Freeform: Shape 4013">
                <a:extLst>
                  <a:ext uri="{FF2B5EF4-FFF2-40B4-BE49-F238E27FC236}">
                    <a16:creationId xmlns:a16="http://schemas.microsoft.com/office/drawing/2014/main" id="{3A8189E1-E8FA-4FF0-43E6-36815D44DBC1}"/>
                  </a:ext>
                </a:extLst>
              </p:cNvPr>
              <p:cNvSpPr/>
              <p:nvPr/>
            </p:nvSpPr>
            <p:spPr>
              <a:xfrm>
                <a:off x="3628062" y="3746038"/>
                <a:ext cx="2445" cy="2445"/>
              </a:xfrm>
              <a:custGeom>
                <a:avLst/>
                <a:gdLst>
                  <a:gd name="connsiteX0" fmla="*/ 2445 w 2445"/>
                  <a:gd name="connsiteY0" fmla="*/ 2445 h 2445"/>
                  <a:gd name="connsiteX1" fmla="*/ 2445 w 2445"/>
                  <a:gd name="connsiteY1" fmla="*/ 0 h 2445"/>
                  <a:gd name="connsiteX2" fmla="*/ 0 w 2445"/>
                  <a:gd name="connsiteY2" fmla="*/ 0 h 2445"/>
                  <a:gd name="connsiteX3" fmla="*/ 2445 w 2445"/>
                  <a:gd name="connsiteY3" fmla="*/ 2445 h 2445"/>
                </a:gdLst>
                <a:ahLst/>
                <a:cxnLst>
                  <a:cxn ang="0">
                    <a:pos x="connsiteX0" y="connsiteY0"/>
                  </a:cxn>
                  <a:cxn ang="0">
                    <a:pos x="connsiteX1" y="connsiteY1"/>
                  </a:cxn>
                  <a:cxn ang="0">
                    <a:pos x="connsiteX2" y="connsiteY2"/>
                  </a:cxn>
                  <a:cxn ang="0">
                    <a:pos x="connsiteX3" y="connsiteY3"/>
                  </a:cxn>
                </a:cxnLst>
                <a:rect l="l" t="t" r="r" b="b"/>
                <a:pathLst>
                  <a:path w="2445" h="2445">
                    <a:moveTo>
                      <a:pt x="2445" y="2445"/>
                    </a:moveTo>
                    <a:lnTo>
                      <a:pt x="2445" y="0"/>
                    </a:lnTo>
                    <a:lnTo>
                      <a:pt x="0" y="0"/>
                    </a:lnTo>
                    <a:lnTo>
                      <a:pt x="2445"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19" name="Freeform: Shape 4014">
                <a:extLst>
                  <a:ext uri="{FF2B5EF4-FFF2-40B4-BE49-F238E27FC236}">
                    <a16:creationId xmlns:a16="http://schemas.microsoft.com/office/drawing/2014/main" id="{0B7EA3EF-53AB-39F4-521F-9901530D4E2E}"/>
                  </a:ext>
                </a:extLst>
              </p:cNvPr>
              <p:cNvSpPr/>
              <p:nvPr/>
            </p:nvSpPr>
            <p:spPr>
              <a:xfrm>
                <a:off x="3837203" y="4169210"/>
                <a:ext cx="4890" cy="2445"/>
              </a:xfrm>
              <a:custGeom>
                <a:avLst/>
                <a:gdLst>
                  <a:gd name="connsiteX0" fmla="*/ 4891 w 4890"/>
                  <a:gd name="connsiteY0" fmla="*/ 2445 h 2445"/>
                  <a:gd name="connsiteX1" fmla="*/ 4891 w 4890"/>
                  <a:gd name="connsiteY1" fmla="*/ 0 h 2445"/>
                  <a:gd name="connsiteX2" fmla="*/ 2445 w 4890"/>
                  <a:gd name="connsiteY2" fmla="*/ 0 h 2445"/>
                  <a:gd name="connsiteX3" fmla="*/ 0 w 4890"/>
                  <a:gd name="connsiteY3" fmla="*/ 0 h 2445"/>
                  <a:gd name="connsiteX4" fmla="*/ 2445 w 4890"/>
                  <a:gd name="connsiteY4" fmla="*/ 2445 h 2445"/>
                  <a:gd name="connsiteX5" fmla="*/ 4891 w 4890"/>
                  <a:gd name="connsiteY5" fmla="*/ 2445 h 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90" h="2445">
                    <a:moveTo>
                      <a:pt x="4891" y="2445"/>
                    </a:moveTo>
                    <a:lnTo>
                      <a:pt x="4891" y="0"/>
                    </a:lnTo>
                    <a:lnTo>
                      <a:pt x="2445" y="0"/>
                    </a:lnTo>
                    <a:lnTo>
                      <a:pt x="0" y="0"/>
                    </a:lnTo>
                    <a:lnTo>
                      <a:pt x="2445" y="2445"/>
                    </a:lnTo>
                    <a:lnTo>
                      <a:pt x="4891"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20" name="Freeform: Shape 4015">
                <a:extLst>
                  <a:ext uri="{FF2B5EF4-FFF2-40B4-BE49-F238E27FC236}">
                    <a16:creationId xmlns:a16="http://schemas.microsoft.com/office/drawing/2014/main" id="{9FEDD38B-BA77-C9C0-EF0A-4C882CC25876}"/>
                  </a:ext>
                </a:extLst>
              </p:cNvPr>
              <p:cNvSpPr/>
              <p:nvPr/>
            </p:nvSpPr>
            <p:spPr>
              <a:xfrm>
                <a:off x="3811599" y="4074852"/>
                <a:ext cx="2445" cy="5321"/>
              </a:xfrm>
              <a:custGeom>
                <a:avLst/>
                <a:gdLst>
                  <a:gd name="connsiteX0" fmla="*/ 0 w 2445"/>
                  <a:gd name="connsiteY0" fmla="*/ 2733 h 5321"/>
                  <a:gd name="connsiteX1" fmla="*/ 0 w 2445"/>
                  <a:gd name="connsiteY1" fmla="*/ 5322 h 5321"/>
                  <a:gd name="connsiteX2" fmla="*/ 2445 w 2445"/>
                  <a:gd name="connsiteY2" fmla="*/ 5322 h 5321"/>
                  <a:gd name="connsiteX3" fmla="*/ 2445 w 2445"/>
                  <a:gd name="connsiteY3" fmla="*/ 2733 h 5321"/>
                  <a:gd name="connsiteX4" fmla="*/ 2445 w 2445"/>
                  <a:gd name="connsiteY4" fmla="*/ 0 h 5321"/>
                  <a:gd name="connsiteX5" fmla="*/ 0 w 2445"/>
                  <a:gd name="connsiteY5" fmla="*/ 0 h 5321"/>
                  <a:gd name="connsiteX6" fmla="*/ 0 w 2445"/>
                  <a:gd name="connsiteY6" fmla="*/ 2733 h 5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45" h="5321">
                    <a:moveTo>
                      <a:pt x="0" y="2733"/>
                    </a:moveTo>
                    <a:lnTo>
                      <a:pt x="0" y="5322"/>
                    </a:lnTo>
                    <a:lnTo>
                      <a:pt x="2445" y="5322"/>
                    </a:lnTo>
                    <a:lnTo>
                      <a:pt x="2445" y="2733"/>
                    </a:lnTo>
                    <a:lnTo>
                      <a:pt x="2445" y="0"/>
                    </a:lnTo>
                    <a:lnTo>
                      <a:pt x="0" y="0"/>
                    </a:lnTo>
                    <a:lnTo>
                      <a:pt x="0" y="2733"/>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21" name="Freeform: Shape 4016">
                <a:extLst>
                  <a:ext uri="{FF2B5EF4-FFF2-40B4-BE49-F238E27FC236}">
                    <a16:creationId xmlns:a16="http://schemas.microsoft.com/office/drawing/2014/main" id="{1861377A-C443-B024-0666-EC8419A7F18D}"/>
                  </a:ext>
                </a:extLst>
              </p:cNvPr>
              <p:cNvSpPr/>
              <p:nvPr/>
            </p:nvSpPr>
            <p:spPr>
              <a:xfrm>
                <a:off x="3829435" y="4156552"/>
                <a:ext cx="2445" cy="5178"/>
              </a:xfrm>
              <a:custGeom>
                <a:avLst/>
                <a:gdLst>
                  <a:gd name="connsiteX0" fmla="*/ 0 w 2445"/>
                  <a:gd name="connsiteY0" fmla="*/ 5178 h 5178"/>
                  <a:gd name="connsiteX1" fmla="*/ 2445 w 2445"/>
                  <a:gd name="connsiteY1" fmla="*/ 5178 h 5178"/>
                  <a:gd name="connsiteX2" fmla="*/ 2445 w 2445"/>
                  <a:gd name="connsiteY2" fmla="*/ 2445 h 5178"/>
                  <a:gd name="connsiteX3" fmla="*/ 2445 w 2445"/>
                  <a:gd name="connsiteY3" fmla="*/ 0 h 5178"/>
                  <a:gd name="connsiteX4" fmla="*/ 0 w 2445"/>
                  <a:gd name="connsiteY4" fmla="*/ 0 h 5178"/>
                  <a:gd name="connsiteX5" fmla="*/ 0 w 2445"/>
                  <a:gd name="connsiteY5" fmla="*/ 2445 h 5178"/>
                  <a:gd name="connsiteX6" fmla="*/ 0 w 2445"/>
                  <a:gd name="connsiteY6" fmla="*/ 5178 h 5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45" h="5178">
                    <a:moveTo>
                      <a:pt x="0" y="5178"/>
                    </a:moveTo>
                    <a:lnTo>
                      <a:pt x="2445" y="5178"/>
                    </a:lnTo>
                    <a:lnTo>
                      <a:pt x="2445" y="2445"/>
                    </a:lnTo>
                    <a:lnTo>
                      <a:pt x="2445" y="0"/>
                    </a:lnTo>
                    <a:lnTo>
                      <a:pt x="0" y="0"/>
                    </a:lnTo>
                    <a:lnTo>
                      <a:pt x="0" y="2445"/>
                    </a:lnTo>
                    <a:lnTo>
                      <a:pt x="0" y="5178"/>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22" name="Freeform: Shape 4017">
                <a:extLst>
                  <a:ext uri="{FF2B5EF4-FFF2-40B4-BE49-F238E27FC236}">
                    <a16:creationId xmlns:a16="http://schemas.microsoft.com/office/drawing/2014/main" id="{73FE3A1F-D4A6-2D6C-07E2-65982AF7636E}"/>
                  </a:ext>
                </a:extLst>
              </p:cNvPr>
              <p:cNvSpPr/>
              <p:nvPr/>
            </p:nvSpPr>
            <p:spPr>
              <a:xfrm>
                <a:off x="3668912" y="3893904"/>
                <a:ext cx="2445" cy="2445"/>
              </a:xfrm>
              <a:custGeom>
                <a:avLst/>
                <a:gdLst>
                  <a:gd name="connsiteX0" fmla="*/ 0 w 2445"/>
                  <a:gd name="connsiteY0" fmla="*/ 0 h 2445"/>
                  <a:gd name="connsiteX1" fmla="*/ 2445 w 2445"/>
                  <a:gd name="connsiteY1" fmla="*/ 0 h 2445"/>
                  <a:gd name="connsiteX2" fmla="*/ 2445 w 2445"/>
                  <a:gd name="connsiteY2" fmla="*/ 2445 h 2445"/>
                  <a:gd name="connsiteX3" fmla="*/ 0 w 2445"/>
                  <a:gd name="connsiteY3" fmla="*/ 2445 h 2445"/>
                </a:gdLst>
                <a:ahLst/>
                <a:cxnLst>
                  <a:cxn ang="0">
                    <a:pos x="connsiteX0" y="connsiteY0"/>
                  </a:cxn>
                  <a:cxn ang="0">
                    <a:pos x="connsiteX1" y="connsiteY1"/>
                  </a:cxn>
                  <a:cxn ang="0">
                    <a:pos x="connsiteX2" y="connsiteY2"/>
                  </a:cxn>
                  <a:cxn ang="0">
                    <a:pos x="connsiteX3" y="connsiteY3"/>
                  </a:cxn>
                </a:cxnLst>
                <a:rect l="l" t="t" r="r" b="b"/>
                <a:pathLst>
                  <a:path w="2445" h="2445">
                    <a:moveTo>
                      <a:pt x="0" y="0"/>
                    </a:moveTo>
                    <a:lnTo>
                      <a:pt x="2445" y="0"/>
                    </a:lnTo>
                    <a:lnTo>
                      <a:pt x="2445" y="2445"/>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23" name="Freeform: Shape 4018">
                <a:extLst>
                  <a:ext uri="{FF2B5EF4-FFF2-40B4-BE49-F238E27FC236}">
                    <a16:creationId xmlns:a16="http://schemas.microsoft.com/office/drawing/2014/main" id="{EA3FD89D-22EE-FA0E-9959-1BC7FBF84EB7}"/>
                  </a:ext>
                </a:extLst>
              </p:cNvPr>
              <p:cNvSpPr/>
              <p:nvPr/>
            </p:nvSpPr>
            <p:spPr>
              <a:xfrm>
                <a:off x="3681570" y="3899082"/>
                <a:ext cx="2445" cy="2588"/>
              </a:xfrm>
              <a:custGeom>
                <a:avLst/>
                <a:gdLst>
                  <a:gd name="connsiteX0" fmla="*/ 0 w 2445"/>
                  <a:gd name="connsiteY0" fmla="*/ 0 h 2588"/>
                  <a:gd name="connsiteX1" fmla="*/ 2445 w 2445"/>
                  <a:gd name="connsiteY1" fmla="*/ 2589 h 2588"/>
                  <a:gd name="connsiteX2" fmla="*/ 2445 w 2445"/>
                  <a:gd name="connsiteY2" fmla="*/ 0 h 2588"/>
                  <a:gd name="connsiteX3" fmla="*/ 0 w 2445"/>
                  <a:gd name="connsiteY3" fmla="*/ 0 h 2588"/>
                </a:gdLst>
                <a:ahLst/>
                <a:cxnLst>
                  <a:cxn ang="0">
                    <a:pos x="connsiteX0" y="connsiteY0"/>
                  </a:cxn>
                  <a:cxn ang="0">
                    <a:pos x="connsiteX1" y="connsiteY1"/>
                  </a:cxn>
                  <a:cxn ang="0">
                    <a:pos x="connsiteX2" y="connsiteY2"/>
                  </a:cxn>
                  <a:cxn ang="0">
                    <a:pos x="connsiteX3" y="connsiteY3"/>
                  </a:cxn>
                </a:cxnLst>
                <a:rect l="l" t="t" r="r" b="b"/>
                <a:pathLst>
                  <a:path w="2445" h="2588">
                    <a:moveTo>
                      <a:pt x="0" y="0"/>
                    </a:moveTo>
                    <a:lnTo>
                      <a:pt x="2445" y="2589"/>
                    </a:lnTo>
                    <a:lnTo>
                      <a:pt x="2445" y="0"/>
                    </a:lnTo>
                    <a:lnTo>
                      <a:pt x="0" y="0"/>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24" name="Freeform: Shape 4019">
                <a:extLst>
                  <a:ext uri="{FF2B5EF4-FFF2-40B4-BE49-F238E27FC236}">
                    <a16:creationId xmlns:a16="http://schemas.microsoft.com/office/drawing/2014/main" id="{09B3E6C9-A9A6-B167-D5C5-015AA6B71A2A}"/>
                  </a:ext>
                </a:extLst>
              </p:cNvPr>
              <p:cNvSpPr/>
              <p:nvPr/>
            </p:nvSpPr>
            <p:spPr>
              <a:xfrm>
                <a:off x="3655967" y="3893904"/>
                <a:ext cx="2732" cy="2445"/>
              </a:xfrm>
              <a:custGeom>
                <a:avLst/>
                <a:gdLst>
                  <a:gd name="connsiteX0" fmla="*/ 0 w 2732"/>
                  <a:gd name="connsiteY0" fmla="*/ 0 h 2445"/>
                  <a:gd name="connsiteX1" fmla="*/ 2733 w 2732"/>
                  <a:gd name="connsiteY1" fmla="*/ 0 h 2445"/>
                  <a:gd name="connsiteX2" fmla="*/ 2733 w 2732"/>
                  <a:gd name="connsiteY2" fmla="*/ 2445 h 2445"/>
                  <a:gd name="connsiteX3" fmla="*/ 0 w 2732"/>
                  <a:gd name="connsiteY3" fmla="*/ 2445 h 2445"/>
                </a:gdLst>
                <a:ahLst/>
                <a:cxnLst>
                  <a:cxn ang="0">
                    <a:pos x="connsiteX0" y="connsiteY0"/>
                  </a:cxn>
                  <a:cxn ang="0">
                    <a:pos x="connsiteX1" y="connsiteY1"/>
                  </a:cxn>
                  <a:cxn ang="0">
                    <a:pos x="connsiteX2" y="connsiteY2"/>
                  </a:cxn>
                  <a:cxn ang="0">
                    <a:pos x="connsiteX3" y="connsiteY3"/>
                  </a:cxn>
                </a:cxnLst>
                <a:rect l="l" t="t" r="r" b="b"/>
                <a:pathLst>
                  <a:path w="2732" h="2445">
                    <a:moveTo>
                      <a:pt x="0" y="0"/>
                    </a:moveTo>
                    <a:lnTo>
                      <a:pt x="2733" y="0"/>
                    </a:lnTo>
                    <a:lnTo>
                      <a:pt x="2733" y="2445"/>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25" name="Freeform: Shape 4020">
                <a:extLst>
                  <a:ext uri="{FF2B5EF4-FFF2-40B4-BE49-F238E27FC236}">
                    <a16:creationId xmlns:a16="http://schemas.microsoft.com/office/drawing/2014/main" id="{D6681C39-1101-449B-7B42-B0704CD02300}"/>
                  </a:ext>
                </a:extLst>
              </p:cNvPr>
              <p:cNvSpPr/>
              <p:nvPr/>
            </p:nvSpPr>
            <p:spPr>
              <a:xfrm>
                <a:off x="3829435" y="4169210"/>
                <a:ext cx="2445" cy="2445"/>
              </a:xfrm>
              <a:custGeom>
                <a:avLst/>
                <a:gdLst>
                  <a:gd name="connsiteX0" fmla="*/ 0 w 2445"/>
                  <a:gd name="connsiteY0" fmla="*/ 0 h 2445"/>
                  <a:gd name="connsiteX1" fmla="*/ 2445 w 2445"/>
                  <a:gd name="connsiteY1" fmla="*/ 0 h 2445"/>
                  <a:gd name="connsiteX2" fmla="*/ 2445 w 2445"/>
                  <a:gd name="connsiteY2" fmla="*/ 2445 h 2445"/>
                  <a:gd name="connsiteX3" fmla="*/ 0 w 2445"/>
                  <a:gd name="connsiteY3" fmla="*/ 2445 h 2445"/>
                </a:gdLst>
                <a:ahLst/>
                <a:cxnLst>
                  <a:cxn ang="0">
                    <a:pos x="connsiteX0" y="connsiteY0"/>
                  </a:cxn>
                  <a:cxn ang="0">
                    <a:pos x="connsiteX1" y="connsiteY1"/>
                  </a:cxn>
                  <a:cxn ang="0">
                    <a:pos x="connsiteX2" y="connsiteY2"/>
                  </a:cxn>
                  <a:cxn ang="0">
                    <a:pos x="connsiteX3" y="connsiteY3"/>
                  </a:cxn>
                </a:cxnLst>
                <a:rect l="l" t="t" r="r" b="b"/>
                <a:pathLst>
                  <a:path w="2445" h="2445">
                    <a:moveTo>
                      <a:pt x="0" y="0"/>
                    </a:moveTo>
                    <a:lnTo>
                      <a:pt x="2445" y="0"/>
                    </a:lnTo>
                    <a:lnTo>
                      <a:pt x="2445" y="2445"/>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26" name="Freeform: Shape 4021">
                <a:extLst>
                  <a:ext uri="{FF2B5EF4-FFF2-40B4-BE49-F238E27FC236}">
                    <a16:creationId xmlns:a16="http://schemas.microsoft.com/office/drawing/2014/main" id="{EB69EAAC-B65B-922D-1AC6-F3A34A39A53B}"/>
                  </a:ext>
                </a:extLst>
              </p:cNvPr>
              <p:cNvSpPr/>
              <p:nvPr/>
            </p:nvSpPr>
            <p:spPr>
              <a:xfrm>
                <a:off x="3676392" y="3893904"/>
                <a:ext cx="2732" cy="2445"/>
              </a:xfrm>
              <a:custGeom>
                <a:avLst/>
                <a:gdLst>
                  <a:gd name="connsiteX0" fmla="*/ 0 w 2732"/>
                  <a:gd name="connsiteY0" fmla="*/ 0 h 2445"/>
                  <a:gd name="connsiteX1" fmla="*/ 2733 w 2732"/>
                  <a:gd name="connsiteY1" fmla="*/ 0 h 2445"/>
                  <a:gd name="connsiteX2" fmla="*/ 2733 w 2732"/>
                  <a:gd name="connsiteY2" fmla="*/ 2445 h 2445"/>
                  <a:gd name="connsiteX3" fmla="*/ 0 w 2732"/>
                  <a:gd name="connsiteY3" fmla="*/ 2445 h 2445"/>
                </a:gdLst>
                <a:ahLst/>
                <a:cxnLst>
                  <a:cxn ang="0">
                    <a:pos x="connsiteX0" y="connsiteY0"/>
                  </a:cxn>
                  <a:cxn ang="0">
                    <a:pos x="connsiteX1" y="connsiteY1"/>
                  </a:cxn>
                  <a:cxn ang="0">
                    <a:pos x="connsiteX2" y="connsiteY2"/>
                  </a:cxn>
                  <a:cxn ang="0">
                    <a:pos x="connsiteX3" y="connsiteY3"/>
                  </a:cxn>
                </a:cxnLst>
                <a:rect l="l" t="t" r="r" b="b"/>
                <a:pathLst>
                  <a:path w="2732" h="2445">
                    <a:moveTo>
                      <a:pt x="0" y="0"/>
                    </a:moveTo>
                    <a:lnTo>
                      <a:pt x="2733" y="0"/>
                    </a:lnTo>
                    <a:lnTo>
                      <a:pt x="2733" y="2445"/>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27" name="Freeform: Shape 4022">
                <a:extLst>
                  <a:ext uri="{FF2B5EF4-FFF2-40B4-BE49-F238E27FC236}">
                    <a16:creationId xmlns:a16="http://schemas.microsoft.com/office/drawing/2014/main" id="{3CCDB51C-D742-1934-C7E2-51BBB7339D2B}"/>
                  </a:ext>
                </a:extLst>
              </p:cNvPr>
              <p:cNvSpPr/>
              <p:nvPr/>
            </p:nvSpPr>
            <p:spPr>
              <a:xfrm>
                <a:off x="3819223" y="4115702"/>
                <a:ext cx="2589" cy="5177"/>
              </a:xfrm>
              <a:custGeom>
                <a:avLst/>
                <a:gdLst>
                  <a:gd name="connsiteX0" fmla="*/ 2589 w 2589"/>
                  <a:gd name="connsiteY0" fmla="*/ 5178 h 5177"/>
                  <a:gd name="connsiteX1" fmla="*/ 2589 w 2589"/>
                  <a:gd name="connsiteY1" fmla="*/ 2445 h 5177"/>
                  <a:gd name="connsiteX2" fmla="*/ 2589 w 2589"/>
                  <a:gd name="connsiteY2" fmla="*/ 0 h 5177"/>
                  <a:gd name="connsiteX3" fmla="*/ 0 w 2589"/>
                  <a:gd name="connsiteY3" fmla="*/ 2445 h 5177"/>
                  <a:gd name="connsiteX4" fmla="*/ 0 w 2589"/>
                  <a:gd name="connsiteY4" fmla="*/ 5178 h 5177"/>
                  <a:gd name="connsiteX5" fmla="*/ 2589 w 2589"/>
                  <a:gd name="connsiteY5" fmla="*/ 5178 h 5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89" h="5177">
                    <a:moveTo>
                      <a:pt x="2589" y="5178"/>
                    </a:moveTo>
                    <a:lnTo>
                      <a:pt x="2589" y="2445"/>
                    </a:lnTo>
                    <a:lnTo>
                      <a:pt x="2589" y="0"/>
                    </a:lnTo>
                    <a:lnTo>
                      <a:pt x="0" y="2445"/>
                    </a:lnTo>
                    <a:lnTo>
                      <a:pt x="0" y="5178"/>
                    </a:lnTo>
                    <a:lnTo>
                      <a:pt x="2589" y="5178"/>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28" name="Freeform: Shape 4023">
                <a:extLst>
                  <a:ext uri="{FF2B5EF4-FFF2-40B4-BE49-F238E27FC236}">
                    <a16:creationId xmlns:a16="http://schemas.microsoft.com/office/drawing/2014/main" id="{EC99E987-D8C1-20AE-FEC0-B8C1A20E68BD}"/>
                  </a:ext>
                </a:extLst>
              </p:cNvPr>
              <p:cNvSpPr/>
              <p:nvPr/>
            </p:nvSpPr>
            <p:spPr>
              <a:xfrm>
                <a:off x="3719687" y="4103044"/>
                <a:ext cx="2732" cy="2445"/>
              </a:xfrm>
              <a:custGeom>
                <a:avLst/>
                <a:gdLst>
                  <a:gd name="connsiteX0" fmla="*/ 0 w 2732"/>
                  <a:gd name="connsiteY0" fmla="*/ 2445 h 2445"/>
                  <a:gd name="connsiteX1" fmla="*/ 2733 w 2732"/>
                  <a:gd name="connsiteY1" fmla="*/ 2445 h 2445"/>
                  <a:gd name="connsiteX2" fmla="*/ 2733 w 2732"/>
                  <a:gd name="connsiteY2" fmla="*/ 0 h 2445"/>
                  <a:gd name="connsiteX3" fmla="*/ 0 w 2732"/>
                  <a:gd name="connsiteY3" fmla="*/ 2445 h 2445"/>
                </a:gdLst>
                <a:ahLst/>
                <a:cxnLst>
                  <a:cxn ang="0">
                    <a:pos x="connsiteX0" y="connsiteY0"/>
                  </a:cxn>
                  <a:cxn ang="0">
                    <a:pos x="connsiteX1" y="connsiteY1"/>
                  </a:cxn>
                  <a:cxn ang="0">
                    <a:pos x="connsiteX2" y="connsiteY2"/>
                  </a:cxn>
                  <a:cxn ang="0">
                    <a:pos x="connsiteX3" y="connsiteY3"/>
                  </a:cxn>
                </a:cxnLst>
                <a:rect l="l" t="t" r="r" b="b"/>
                <a:pathLst>
                  <a:path w="2732" h="2445">
                    <a:moveTo>
                      <a:pt x="0" y="2445"/>
                    </a:moveTo>
                    <a:lnTo>
                      <a:pt x="2733" y="2445"/>
                    </a:lnTo>
                    <a:lnTo>
                      <a:pt x="2733" y="0"/>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29" name="Freeform: Shape 4024">
                <a:extLst>
                  <a:ext uri="{FF2B5EF4-FFF2-40B4-BE49-F238E27FC236}">
                    <a16:creationId xmlns:a16="http://schemas.microsoft.com/office/drawing/2014/main" id="{F107338A-2FB0-2751-3706-8EC3FA641CAF}"/>
                  </a:ext>
                </a:extLst>
              </p:cNvPr>
              <p:cNvSpPr/>
              <p:nvPr/>
            </p:nvSpPr>
            <p:spPr>
              <a:xfrm>
                <a:off x="3712207" y="4110668"/>
                <a:ext cx="2445" cy="2445"/>
              </a:xfrm>
              <a:custGeom>
                <a:avLst/>
                <a:gdLst>
                  <a:gd name="connsiteX0" fmla="*/ 0 w 2445"/>
                  <a:gd name="connsiteY0" fmla="*/ 0 h 2445"/>
                  <a:gd name="connsiteX1" fmla="*/ 2445 w 2445"/>
                  <a:gd name="connsiteY1" fmla="*/ 0 h 2445"/>
                  <a:gd name="connsiteX2" fmla="*/ 2445 w 2445"/>
                  <a:gd name="connsiteY2" fmla="*/ 2445 h 2445"/>
                  <a:gd name="connsiteX3" fmla="*/ 0 w 2445"/>
                  <a:gd name="connsiteY3" fmla="*/ 2445 h 2445"/>
                </a:gdLst>
                <a:ahLst/>
                <a:cxnLst>
                  <a:cxn ang="0">
                    <a:pos x="connsiteX0" y="connsiteY0"/>
                  </a:cxn>
                  <a:cxn ang="0">
                    <a:pos x="connsiteX1" y="connsiteY1"/>
                  </a:cxn>
                  <a:cxn ang="0">
                    <a:pos x="connsiteX2" y="connsiteY2"/>
                  </a:cxn>
                  <a:cxn ang="0">
                    <a:pos x="connsiteX3" y="connsiteY3"/>
                  </a:cxn>
                </a:cxnLst>
                <a:rect l="l" t="t" r="r" b="b"/>
                <a:pathLst>
                  <a:path w="2445" h="2445">
                    <a:moveTo>
                      <a:pt x="0" y="0"/>
                    </a:moveTo>
                    <a:lnTo>
                      <a:pt x="2445" y="0"/>
                    </a:lnTo>
                    <a:lnTo>
                      <a:pt x="2445" y="2445"/>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30" name="Freeform: Shape 4025">
                <a:extLst>
                  <a:ext uri="{FF2B5EF4-FFF2-40B4-BE49-F238E27FC236}">
                    <a16:creationId xmlns:a16="http://schemas.microsoft.com/office/drawing/2014/main" id="{CD1E7D20-8430-604F-C7C5-6A19AE8C1D6D}"/>
                  </a:ext>
                </a:extLst>
              </p:cNvPr>
              <p:cNvSpPr/>
              <p:nvPr/>
            </p:nvSpPr>
            <p:spPr>
              <a:xfrm>
                <a:off x="3814045" y="4120880"/>
                <a:ext cx="2732" cy="2589"/>
              </a:xfrm>
              <a:custGeom>
                <a:avLst/>
                <a:gdLst>
                  <a:gd name="connsiteX0" fmla="*/ 0 w 2732"/>
                  <a:gd name="connsiteY0" fmla="*/ 2589 h 2589"/>
                  <a:gd name="connsiteX1" fmla="*/ 2733 w 2732"/>
                  <a:gd name="connsiteY1" fmla="*/ 2589 h 2589"/>
                  <a:gd name="connsiteX2" fmla="*/ 0 w 2732"/>
                  <a:gd name="connsiteY2" fmla="*/ 0 h 2589"/>
                  <a:gd name="connsiteX3" fmla="*/ 0 w 2732"/>
                  <a:gd name="connsiteY3" fmla="*/ 2589 h 2589"/>
                </a:gdLst>
                <a:ahLst/>
                <a:cxnLst>
                  <a:cxn ang="0">
                    <a:pos x="connsiteX0" y="connsiteY0"/>
                  </a:cxn>
                  <a:cxn ang="0">
                    <a:pos x="connsiteX1" y="connsiteY1"/>
                  </a:cxn>
                  <a:cxn ang="0">
                    <a:pos x="connsiteX2" y="connsiteY2"/>
                  </a:cxn>
                  <a:cxn ang="0">
                    <a:pos x="connsiteX3" y="connsiteY3"/>
                  </a:cxn>
                </a:cxnLst>
                <a:rect l="l" t="t" r="r" b="b"/>
                <a:pathLst>
                  <a:path w="2732" h="2589">
                    <a:moveTo>
                      <a:pt x="0" y="2589"/>
                    </a:moveTo>
                    <a:lnTo>
                      <a:pt x="2733" y="2589"/>
                    </a:lnTo>
                    <a:lnTo>
                      <a:pt x="0" y="0"/>
                    </a:lnTo>
                    <a:lnTo>
                      <a:pt x="0" y="2589"/>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31" name="Freeform: Shape 4026">
                <a:extLst>
                  <a:ext uri="{FF2B5EF4-FFF2-40B4-BE49-F238E27FC236}">
                    <a16:creationId xmlns:a16="http://schemas.microsoft.com/office/drawing/2014/main" id="{7A6454A0-2CEC-74D8-FE3B-078838CA6DAC}"/>
                  </a:ext>
                </a:extLst>
              </p:cNvPr>
              <p:cNvSpPr/>
              <p:nvPr/>
            </p:nvSpPr>
            <p:spPr>
              <a:xfrm>
                <a:off x="3635542" y="3766463"/>
                <a:ext cx="2732" cy="2445"/>
              </a:xfrm>
              <a:custGeom>
                <a:avLst/>
                <a:gdLst>
                  <a:gd name="connsiteX0" fmla="*/ 0 w 2732"/>
                  <a:gd name="connsiteY0" fmla="*/ 2445 h 2445"/>
                  <a:gd name="connsiteX1" fmla="*/ 2733 w 2732"/>
                  <a:gd name="connsiteY1" fmla="*/ 0 h 2445"/>
                  <a:gd name="connsiteX2" fmla="*/ 0 w 2732"/>
                  <a:gd name="connsiteY2" fmla="*/ 0 h 2445"/>
                  <a:gd name="connsiteX3" fmla="*/ 0 w 2732"/>
                  <a:gd name="connsiteY3" fmla="*/ 2445 h 2445"/>
                </a:gdLst>
                <a:ahLst/>
                <a:cxnLst>
                  <a:cxn ang="0">
                    <a:pos x="connsiteX0" y="connsiteY0"/>
                  </a:cxn>
                  <a:cxn ang="0">
                    <a:pos x="connsiteX1" y="connsiteY1"/>
                  </a:cxn>
                  <a:cxn ang="0">
                    <a:pos x="connsiteX2" y="connsiteY2"/>
                  </a:cxn>
                  <a:cxn ang="0">
                    <a:pos x="connsiteX3" y="connsiteY3"/>
                  </a:cxn>
                </a:cxnLst>
                <a:rect l="l" t="t" r="r" b="b"/>
                <a:pathLst>
                  <a:path w="2732" h="2445">
                    <a:moveTo>
                      <a:pt x="0" y="2445"/>
                    </a:moveTo>
                    <a:lnTo>
                      <a:pt x="2733" y="0"/>
                    </a:lnTo>
                    <a:lnTo>
                      <a:pt x="0" y="0"/>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32" name="Freeform: Shape 4027">
                <a:extLst>
                  <a:ext uri="{FF2B5EF4-FFF2-40B4-BE49-F238E27FC236}">
                    <a16:creationId xmlns:a16="http://schemas.microsoft.com/office/drawing/2014/main" id="{67FB4789-4C29-6FCC-8FB8-11EB7C14229B}"/>
                  </a:ext>
                </a:extLst>
              </p:cNvPr>
              <p:cNvSpPr/>
              <p:nvPr/>
            </p:nvSpPr>
            <p:spPr>
              <a:xfrm>
                <a:off x="3630507" y="3850608"/>
                <a:ext cx="2589" cy="2445"/>
              </a:xfrm>
              <a:custGeom>
                <a:avLst/>
                <a:gdLst>
                  <a:gd name="connsiteX0" fmla="*/ 2589 w 2589"/>
                  <a:gd name="connsiteY0" fmla="*/ 0 h 2445"/>
                  <a:gd name="connsiteX1" fmla="*/ 0 w 2589"/>
                  <a:gd name="connsiteY1" fmla="*/ 0 h 2445"/>
                  <a:gd name="connsiteX2" fmla="*/ 2589 w 2589"/>
                  <a:gd name="connsiteY2" fmla="*/ 2445 h 2445"/>
                  <a:gd name="connsiteX3" fmla="*/ 2589 w 2589"/>
                  <a:gd name="connsiteY3" fmla="*/ 0 h 2445"/>
                </a:gdLst>
                <a:ahLst/>
                <a:cxnLst>
                  <a:cxn ang="0">
                    <a:pos x="connsiteX0" y="connsiteY0"/>
                  </a:cxn>
                  <a:cxn ang="0">
                    <a:pos x="connsiteX1" y="connsiteY1"/>
                  </a:cxn>
                  <a:cxn ang="0">
                    <a:pos x="connsiteX2" y="connsiteY2"/>
                  </a:cxn>
                  <a:cxn ang="0">
                    <a:pos x="connsiteX3" y="connsiteY3"/>
                  </a:cxn>
                </a:cxnLst>
                <a:rect l="l" t="t" r="r" b="b"/>
                <a:pathLst>
                  <a:path w="2589" h="2445">
                    <a:moveTo>
                      <a:pt x="2589" y="0"/>
                    </a:moveTo>
                    <a:lnTo>
                      <a:pt x="0" y="0"/>
                    </a:lnTo>
                    <a:lnTo>
                      <a:pt x="2589" y="2445"/>
                    </a:lnTo>
                    <a:lnTo>
                      <a:pt x="2589" y="0"/>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33" name="Freeform: Shape 4028">
                <a:extLst>
                  <a:ext uri="{FF2B5EF4-FFF2-40B4-BE49-F238E27FC236}">
                    <a16:creationId xmlns:a16="http://schemas.microsoft.com/office/drawing/2014/main" id="{313DE426-6D97-578A-5669-55C22AB235DC}"/>
                  </a:ext>
                </a:extLst>
              </p:cNvPr>
              <p:cNvSpPr/>
              <p:nvPr/>
            </p:nvSpPr>
            <p:spPr>
              <a:xfrm>
                <a:off x="3625329" y="3853053"/>
                <a:ext cx="2732" cy="2445"/>
              </a:xfrm>
              <a:custGeom>
                <a:avLst/>
                <a:gdLst>
                  <a:gd name="connsiteX0" fmla="*/ 0 w 2732"/>
                  <a:gd name="connsiteY0" fmla="*/ 0 h 2445"/>
                  <a:gd name="connsiteX1" fmla="*/ 2733 w 2732"/>
                  <a:gd name="connsiteY1" fmla="*/ 0 h 2445"/>
                  <a:gd name="connsiteX2" fmla="*/ 2733 w 2732"/>
                  <a:gd name="connsiteY2" fmla="*/ 2445 h 2445"/>
                  <a:gd name="connsiteX3" fmla="*/ 0 w 2732"/>
                  <a:gd name="connsiteY3" fmla="*/ 2445 h 2445"/>
                </a:gdLst>
                <a:ahLst/>
                <a:cxnLst>
                  <a:cxn ang="0">
                    <a:pos x="connsiteX0" y="connsiteY0"/>
                  </a:cxn>
                  <a:cxn ang="0">
                    <a:pos x="connsiteX1" y="connsiteY1"/>
                  </a:cxn>
                  <a:cxn ang="0">
                    <a:pos x="connsiteX2" y="connsiteY2"/>
                  </a:cxn>
                  <a:cxn ang="0">
                    <a:pos x="connsiteX3" y="connsiteY3"/>
                  </a:cxn>
                </a:cxnLst>
                <a:rect l="l" t="t" r="r" b="b"/>
                <a:pathLst>
                  <a:path w="2732" h="2445">
                    <a:moveTo>
                      <a:pt x="0" y="0"/>
                    </a:moveTo>
                    <a:lnTo>
                      <a:pt x="2733" y="0"/>
                    </a:lnTo>
                    <a:lnTo>
                      <a:pt x="2733" y="2445"/>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34" name="Freeform: Shape 4029">
                <a:extLst>
                  <a:ext uri="{FF2B5EF4-FFF2-40B4-BE49-F238E27FC236}">
                    <a16:creationId xmlns:a16="http://schemas.microsoft.com/office/drawing/2014/main" id="{4FDBA669-63DF-1EBF-781D-730E7F2DDB46}"/>
                  </a:ext>
                </a:extLst>
              </p:cNvPr>
              <p:cNvSpPr/>
              <p:nvPr/>
            </p:nvSpPr>
            <p:spPr>
              <a:xfrm>
                <a:off x="3628062" y="3848163"/>
                <a:ext cx="2445" cy="2445"/>
              </a:xfrm>
              <a:custGeom>
                <a:avLst/>
                <a:gdLst>
                  <a:gd name="connsiteX0" fmla="*/ 0 w 2445"/>
                  <a:gd name="connsiteY0" fmla="*/ 0 h 2445"/>
                  <a:gd name="connsiteX1" fmla="*/ 2445 w 2445"/>
                  <a:gd name="connsiteY1" fmla="*/ 0 h 2445"/>
                  <a:gd name="connsiteX2" fmla="*/ 2445 w 2445"/>
                  <a:gd name="connsiteY2" fmla="*/ 2445 h 2445"/>
                  <a:gd name="connsiteX3" fmla="*/ 0 w 2445"/>
                  <a:gd name="connsiteY3" fmla="*/ 2445 h 2445"/>
                </a:gdLst>
                <a:ahLst/>
                <a:cxnLst>
                  <a:cxn ang="0">
                    <a:pos x="connsiteX0" y="connsiteY0"/>
                  </a:cxn>
                  <a:cxn ang="0">
                    <a:pos x="connsiteX1" y="connsiteY1"/>
                  </a:cxn>
                  <a:cxn ang="0">
                    <a:pos x="connsiteX2" y="connsiteY2"/>
                  </a:cxn>
                  <a:cxn ang="0">
                    <a:pos x="connsiteX3" y="connsiteY3"/>
                  </a:cxn>
                </a:cxnLst>
                <a:rect l="l" t="t" r="r" b="b"/>
                <a:pathLst>
                  <a:path w="2445" h="2445">
                    <a:moveTo>
                      <a:pt x="0" y="0"/>
                    </a:moveTo>
                    <a:lnTo>
                      <a:pt x="2445" y="0"/>
                    </a:lnTo>
                    <a:lnTo>
                      <a:pt x="2445" y="2445"/>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35" name="Freeform: Shape 4030">
                <a:extLst>
                  <a:ext uri="{FF2B5EF4-FFF2-40B4-BE49-F238E27FC236}">
                    <a16:creationId xmlns:a16="http://schemas.microsoft.com/office/drawing/2014/main" id="{EC6F1DC6-3F0C-9CFB-D4A5-D680AEF57C34}"/>
                  </a:ext>
                </a:extLst>
              </p:cNvPr>
              <p:cNvSpPr/>
              <p:nvPr/>
            </p:nvSpPr>
            <p:spPr>
              <a:xfrm>
                <a:off x="3653377" y="3774086"/>
                <a:ext cx="2589" cy="2588"/>
              </a:xfrm>
              <a:custGeom>
                <a:avLst/>
                <a:gdLst>
                  <a:gd name="connsiteX0" fmla="*/ 0 w 2589"/>
                  <a:gd name="connsiteY0" fmla="*/ 2589 h 2588"/>
                  <a:gd name="connsiteX1" fmla="*/ 2589 w 2589"/>
                  <a:gd name="connsiteY1" fmla="*/ 2589 h 2588"/>
                  <a:gd name="connsiteX2" fmla="*/ 2589 w 2589"/>
                  <a:gd name="connsiteY2" fmla="*/ 0 h 2588"/>
                  <a:gd name="connsiteX3" fmla="*/ 0 w 2589"/>
                  <a:gd name="connsiteY3" fmla="*/ 2589 h 2588"/>
                </a:gdLst>
                <a:ahLst/>
                <a:cxnLst>
                  <a:cxn ang="0">
                    <a:pos x="connsiteX0" y="connsiteY0"/>
                  </a:cxn>
                  <a:cxn ang="0">
                    <a:pos x="connsiteX1" y="connsiteY1"/>
                  </a:cxn>
                  <a:cxn ang="0">
                    <a:pos x="connsiteX2" y="connsiteY2"/>
                  </a:cxn>
                  <a:cxn ang="0">
                    <a:pos x="connsiteX3" y="connsiteY3"/>
                  </a:cxn>
                </a:cxnLst>
                <a:rect l="l" t="t" r="r" b="b"/>
                <a:pathLst>
                  <a:path w="2589" h="2588">
                    <a:moveTo>
                      <a:pt x="0" y="2589"/>
                    </a:moveTo>
                    <a:lnTo>
                      <a:pt x="2589" y="2589"/>
                    </a:lnTo>
                    <a:lnTo>
                      <a:pt x="2589" y="0"/>
                    </a:lnTo>
                    <a:lnTo>
                      <a:pt x="0" y="2589"/>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36" name="Freeform: Shape 4031">
                <a:extLst>
                  <a:ext uri="{FF2B5EF4-FFF2-40B4-BE49-F238E27FC236}">
                    <a16:creationId xmlns:a16="http://schemas.microsoft.com/office/drawing/2014/main" id="{A42920E7-64EE-2783-9491-BD1C8968632D}"/>
                  </a:ext>
                </a:extLst>
              </p:cNvPr>
              <p:cNvSpPr/>
              <p:nvPr/>
            </p:nvSpPr>
            <p:spPr>
              <a:xfrm>
                <a:off x="3824257" y="4171799"/>
                <a:ext cx="2732" cy="2732"/>
              </a:xfrm>
              <a:custGeom>
                <a:avLst/>
                <a:gdLst>
                  <a:gd name="connsiteX0" fmla="*/ 0 w 2732"/>
                  <a:gd name="connsiteY0" fmla="*/ 0 h 2732"/>
                  <a:gd name="connsiteX1" fmla="*/ 2733 w 2732"/>
                  <a:gd name="connsiteY1" fmla="*/ 0 h 2732"/>
                  <a:gd name="connsiteX2" fmla="*/ 2733 w 2732"/>
                  <a:gd name="connsiteY2" fmla="*/ 2733 h 2732"/>
                  <a:gd name="connsiteX3" fmla="*/ 0 w 2732"/>
                  <a:gd name="connsiteY3" fmla="*/ 2733 h 2732"/>
                </a:gdLst>
                <a:ahLst/>
                <a:cxnLst>
                  <a:cxn ang="0">
                    <a:pos x="connsiteX0" y="connsiteY0"/>
                  </a:cxn>
                  <a:cxn ang="0">
                    <a:pos x="connsiteX1" y="connsiteY1"/>
                  </a:cxn>
                  <a:cxn ang="0">
                    <a:pos x="connsiteX2" y="connsiteY2"/>
                  </a:cxn>
                  <a:cxn ang="0">
                    <a:pos x="connsiteX3" y="connsiteY3"/>
                  </a:cxn>
                </a:cxnLst>
                <a:rect l="l" t="t" r="r" b="b"/>
                <a:pathLst>
                  <a:path w="2732" h="2732">
                    <a:moveTo>
                      <a:pt x="0" y="0"/>
                    </a:moveTo>
                    <a:lnTo>
                      <a:pt x="2733" y="0"/>
                    </a:lnTo>
                    <a:lnTo>
                      <a:pt x="2733" y="2733"/>
                    </a:lnTo>
                    <a:lnTo>
                      <a:pt x="0" y="2733"/>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37" name="Freeform: Shape 4032">
                <a:extLst>
                  <a:ext uri="{FF2B5EF4-FFF2-40B4-BE49-F238E27FC236}">
                    <a16:creationId xmlns:a16="http://schemas.microsoft.com/office/drawing/2014/main" id="{BDA731A3-2B1D-4769-9251-4E9F28AA9998}"/>
                  </a:ext>
                </a:extLst>
              </p:cNvPr>
              <p:cNvSpPr/>
              <p:nvPr/>
            </p:nvSpPr>
            <p:spPr>
              <a:xfrm>
                <a:off x="3699262" y="4107935"/>
                <a:ext cx="2732" cy="2876"/>
              </a:xfrm>
              <a:custGeom>
                <a:avLst/>
                <a:gdLst>
                  <a:gd name="connsiteX0" fmla="*/ 2733 w 2732"/>
                  <a:gd name="connsiteY0" fmla="*/ 2877 h 2876"/>
                  <a:gd name="connsiteX1" fmla="*/ 2733 w 2732"/>
                  <a:gd name="connsiteY1" fmla="*/ 0 h 2876"/>
                  <a:gd name="connsiteX2" fmla="*/ 0 w 2732"/>
                  <a:gd name="connsiteY2" fmla="*/ 2877 h 2876"/>
                  <a:gd name="connsiteX3" fmla="*/ 2733 w 2732"/>
                  <a:gd name="connsiteY3" fmla="*/ 2877 h 2876"/>
                </a:gdLst>
                <a:ahLst/>
                <a:cxnLst>
                  <a:cxn ang="0">
                    <a:pos x="connsiteX0" y="connsiteY0"/>
                  </a:cxn>
                  <a:cxn ang="0">
                    <a:pos x="connsiteX1" y="connsiteY1"/>
                  </a:cxn>
                  <a:cxn ang="0">
                    <a:pos x="connsiteX2" y="connsiteY2"/>
                  </a:cxn>
                  <a:cxn ang="0">
                    <a:pos x="connsiteX3" y="connsiteY3"/>
                  </a:cxn>
                </a:cxnLst>
                <a:rect l="l" t="t" r="r" b="b"/>
                <a:pathLst>
                  <a:path w="2732" h="2876">
                    <a:moveTo>
                      <a:pt x="2733" y="2877"/>
                    </a:moveTo>
                    <a:lnTo>
                      <a:pt x="2733" y="0"/>
                    </a:lnTo>
                    <a:lnTo>
                      <a:pt x="0" y="2877"/>
                    </a:lnTo>
                    <a:lnTo>
                      <a:pt x="2733" y="2877"/>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38" name="Freeform: Shape 4033">
                <a:extLst>
                  <a:ext uri="{FF2B5EF4-FFF2-40B4-BE49-F238E27FC236}">
                    <a16:creationId xmlns:a16="http://schemas.microsoft.com/office/drawing/2014/main" id="{B0B07651-8608-3631-6E8C-83BE77BA872E}"/>
                  </a:ext>
                </a:extLst>
              </p:cNvPr>
              <p:cNvSpPr/>
              <p:nvPr/>
            </p:nvSpPr>
            <p:spPr>
              <a:xfrm>
                <a:off x="3765715" y="3998474"/>
                <a:ext cx="2445" cy="2445"/>
              </a:xfrm>
              <a:custGeom>
                <a:avLst/>
                <a:gdLst>
                  <a:gd name="connsiteX0" fmla="*/ 2445 w 2445"/>
                  <a:gd name="connsiteY0" fmla="*/ 0 h 2445"/>
                  <a:gd name="connsiteX1" fmla="*/ 0 w 2445"/>
                  <a:gd name="connsiteY1" fmla="*/ 0 h 2445"/>
                  <a:gd name="connsiteX2" fmla="*/ 2445 w 2445"/>
                  <a:gd name="connsiteY2" fmla="*/ 2445 h 2445"/>
                  <a:gd name="connsiteX3" fmla="*/ 2445 w 2445"/>
                  <a:gd name="connsiteY3" fmla="*/ 0 h 2445"/>
                </a:gdLst>
                <a:ahLst/>
                <a:cxnLst>
                  <a:cxn ang="0">
                    <a:pos x="connsiteX0" y="connsiteY0"/>
                  </a:cxn>
                  <a:cxn ang="0">
                    <a:pos x="connsiteX1" y="connsiteY1"/>
                  </a:cxn>
                  <a:cxn ang="0">
                    <a:pos x="connsiteX2" y="connsiteY2"/>
                  </a:cxn>
                  <a:cxn ang="0">
                    <a:pos x="connsiteX3" y="connsiteY3"/>
                  </a:cxn>
                </a:cxnLst>
                <a:rect l="l" t="t" r="r" b="b"/>
                <a:pathLst>
                  <a:path w="2445" h="2445">
                    <a:moveTo>
                      <a:pt x="2445" y="0"/>
                    </a:moveTo>
                    <a:lnTo>
                      <a:pt x="0" y="0"/>
                    </a:lnTo>
                    <a:lnTo>
                      <a:pt x="2445" y="2445"/>
                    </a:lnTo>
                    <a:lnTo>
                      <a:pt x="2445" y="0"/>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39" name="Freeform: Shape 4034">
                <a:extLst>
                  <a:ext uri="{FF2B5EF4-FFF2-40B4-BE49-F238E27FC236}">
                    <a16:creationId xmlns:a16="http://schemas.microsoft.com/office/drawing/2014/main" id="{CF371668-AAF9-1496-89DA-6E5BE1522D60}"/>
                  </a:ext>
                </a:extLst>
              </p:cNvPr>
              <p:cNvSpPr/>
              <p:nvPr/>
            </p:nvSpPr>
            <p:spPr>
              <a:xfrm>
                <a:off x="3673802" y="3891458"/>
                <a:ext cx="2589" cy="2445"/>
              </a:xfrm>
              <a:custGeom>
                <a:avLst/>
                <a:gdLst>
                  <a:gd name="connsiteX0" fmla="*/ 0 w 2589"/>
                  <a:gd name="connsiteY0" fmla="*/ 2445 h 2445"/>
                  <a:gd name="connsiteX1" fmla="*/ 2589 w 2589"/>
                  <a:gd name="connsiteY1" fmla="*/ 2445 h 2445"/>
                  <a:gd name="connsiteX2" fmla="*/ 0 w 2589"/>
                  <a:gd name="connsiteY2" fmla="*/ 0 h 2445"/>
                  <a:gd name="connsiteX3" fmla="*/ 0 w 2589"/>
                  <a:gd name="connsiteY3" fmla="*/ 2445 h 2445"/>
                </a:gdLst>
                <a:ahLst/>
                <a:cxnLst>
                  <a:cxn ang="0">
                    <a:pos x="connsiteX0" y="connsiteY0"/>
                  </a:cxn>
                  <a:cxn ang="0">
                    <a:pos x="connsiteX1" y="connsiteY1"/>
                  </a:cxn>
                  <a:cxn ang="0">
                    <a:pos x="connsiteX2" y="connsiteY2"/>
                  </a:cxn>
                  <a:cxn ang="0">
                    <a:pos x="connsiteX3" y="connsiteY3"/>
                  </a:cxn>
                </a:cxnLst>
                <a:rect l="l" t="t" r="r" b="b"/>
                <a:pathLst>
                  <a:path w="2589" h="2445">
                    <a:moveTo>
                      <a:pt x="0" y="2445"/>
                    </a:moveTo>
                    <a:lnTo>
                      <a:pt x="2589" y="2445"/>
                    </a:lnTo>
                    <a:lnTo>
                      <a:pt x="0" y="0"/>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40" name="Freeform: Shape 4035">
                <a:extLst>
                  <a:ext uri="{FF2B5EF4-FFF2-40B4-BE49-F238E27FC236}">
                    <a16:creationId xmlns:a16="http://schemas.microsoft.com/office/drawing/2014/main" id="{A95642FB-787F-3501-942C-9B7AB86A8BBC}"/>
                  </a:ext>
                </a:extLst>
              </p:cNvPr>
              <p:cNvSpPr/>
              <p:nvPr/>
            </p:nvSpPr>
            <p:spPr>
              <a:xfrm>
                <a:off x="3633096" y="3801991"/>
                <a:ext cx="2445" cy="2732"/>
              </a:xfrm>
              <a:custGeom>
                <a:avLst/>
                <a:gdLst>
                  <a:gd name="connsiteX0" fmla="*/ 0 w 2445"/>
                  <a:gd name="connsiteY0" fmla="*/ 0 h 2732"/>
                  <a:gd name="connsiteX1" fmla="*/ 2445 w 2445"/>
                  <a:gd name="connsiteY1" fmla="*/ 0 h 2732"/>
                  <a:gd name="connsiteX2" fmla="*/ 2445 w 2445"/>
                  <a:gd name="connsiteY2" fmla="*/ 2733 h 2732"/>
                  <a:gd name="connsiteX3" fmla="*/ 0 w 2445"/>
                  <a:gd name="connsiteY3" fmla="*/ 2733 h 2732"/>
                </a:gdLst>
                <a:ahLst/>
                <a:cxnLst>
                  <a:cxn ang="0">
                    <a:pos x="connsiteX0" y="connsiteY0"/>
                  </a:cxn>
                  <a:cxn ang="0">
                    <a:pos x="connsiteX1" y="connsiteY1"/>
                  </a:cxn>
                  <a:cxn ang="0">
                    <a:pos x="connsiteX2" y="connsiteY2"/>
                  </a:cxn>
                  <a:cxn ang="0">
                    <a:pos x="connsiteX3" y="connsiteY3"/>
                  </a:cxn>
                </a:cxnLst>
                <a:rect l="l" t="t" r="r" b="b"/>
                <a:pathLst>
                  <a:path w="2445" h="2732">
                    <a:moveTo>
                      <a:pt x="0" y="0"/>
                    </a:moveTo>
                    <a:lnTo>
                      <a:pt x="2445" y="0"/>
                    </a:lnTo>
                    <a:lnTo>
                      <a:pt x="2445" y="2733"/>
                    </a:lnTo>
                    <a:lnTo>
                      <a:pt x="0" y="2733"/>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41" name="Freeform: Shape 4036">
                <a:extLst>
                  <a:ext uri="{FF2B5EF4-FFF2-40B4-BE49-F238E27FC236}">
                    <a16:creationId xmlns:a16="http://schemas.microsoft.com/office/drawing/2014/main" id="{9119DE85-D642-ED1A-2B23-74C36E68D54B}"/>
                  </a:ext>
                </a:extLst>
              </p:cNvPr>
              <p:cNvSpPr/>
              <p:nvPr/>
            </p:nvSpPr>
            <p:spPr>
              <a:xfrm>
                <a:off x="3388284" y="2623956"/>
                <a:ext cx="1093458" cy="1687797"/>
              </a:xfrm>
              <a:custGeom>
                <a:avLst/>
                <a:gdLst>
                  <a:gd name="connsiteX0" fmla="*/ 1091157 w 1093458"/>
                  <a:gd name="connsiteY0" fmla="*/ 1682907 h 1687797"/>
                  <a:gd name="connsiteX1" fmla="*/ 1091157 w 1093458"/>
                  <a:gd name="connsiteY1" fmla="*/ 1680462 h 1687797"/>
                  <a:gd name="connsiteX2" fmla="*/ 1088711 w 1093458"/>
                  <a:gd name="connsiteY2" fmla="*/ 1680462 h 1687797"/>
                  <a:gd name="connsiteX3" fmla="*/ 1088711 w 1093458"/>
                  <a:gd name="connsiteY3" fmla="*/ 1667804 h 1687797"/>
                  <a:gd name="connsiteX4" fmla="*/ 1086266 w 1093458"/>
                  <a:gd name="connsiteY4" fmla="*/ 1667804 h 1687797"/>
                  <a:gd name="connsiteX5" fmla="*/ 1086266 w 1093458"/>
                  <a:gd name="connsiteY5" fmla="*/ 1665215 h 1687797"/>
                  <a:gd name="connsiteX6" fmla="*/ 1078499 w 1093458"/>
                  <a:gd name="connsiteY6" fmla="*/ 1665215 h 1687797"/>
                  <a:gd name="connsiteX7" fmla="*/ 1078499 w 1093458"/>
                  <a:gd name="connsiteY7" fmla="*/ 1662482 h 1687797"/>
                  <a:gd name="connsiteX8" fmla="*/ 1073465 w 1093458"/>
                  <a:gd name="connsiteY8" fmla="*/ 1662482 h 1687797"/>
                  <a:gd name="connsiteX9" fmla="*/ 1073465 w 1093458"/>
                  <a:gd name="connsiteY9" fmla="*/ 1657592 h 1687797"/>
                  <a:gd name="connsiteX10" fmla="*/ 1076054 w 1093458"/>
                  <a:gd name="connsiteY10" fmla="*/ 1657592 h 1687797"/>
                  <a:gd name="connsiteX11" fmla="*/ 1076054 w 1093458"/>
                  <a:gd name="connsiteY11" fmla="*/ 1655003 h 1687797"/>
                  <a:gd name="connsiteX12" fmla="*/ 1070732 w 1093458"/>
                  <a:gd name="connsiteY12" fmla="*/ 1655003 h 1687797"/>
                  <a:gd name="connsiteX13" fmla="*/ 1070732 w 1093458"/>
                  <a:gd name="connsiteY13" fmla="*/ 1649824 h 1687797"/>
                  <a:gd name="connsiteX14" fmla="*/ 1068286 w 1093458"/>
                  <a:gd name="connsiteY14" fmla="*/ 1649824 h 1687797"/>
                  <a:gd name="connsiteX15" fmla="*/ 1068286 w 1093458"/>
                  <a:gd name="connsiteY15" fmla="*/ 1647379 h 1687797"/>
                  <a:gd name="connsiteX16" fmla="*/ 1070732 w 1093458"/>
                  <a:gd name="connsiteY16" fmla="*/ 1647379 h 1687797"/>
                  <a:gd name="connsiteX17" fmla="*/ 1070732 w 1093458"/>
                  <a:gd name="connsiteY17" fmla="*/ 1644934 h 1687797"/>
                  <a:gd name="connsiteX18" fmla="*/ 1068286 w 1093458"/>
                  <a:gd name="connsiteY18" fmla="*/ 1644934 h 1687797"/>
                  <a:gd name="connsiteX19" fmla="*/ 1068286 w 1093458"/>
                  <a:gd name="connsiteY19" fmla="*/ 1639612 h 1687797"/>
                  <a:gd name="connsiteX20" fmla="*/ 1065841 w 1093458"/>
                  <a:gd name="connsiteY20" fmla="*/ 1639612 h 1687797"/>
                  <a:gd name="connsiteX21" fmla="*/ 1063252 w 1093458"/>
                  <a:gd name="connsiteY21" fmla="*/ 1637166 h 1687797"/>
                  <a:gd name="connsiteX22" fmla="*/ 1063252 w 1093458"/>
                  <a:gd name="connsiteY22" fmla="*/ 1631988 h 1687797"/>
                  <a:gd name="connsiteX23" fmla="*/ 1065841 w 1093458"/>
                  <a:gd name="connsiteY23" fmla="*/ 1631988 h 1687797"/>
                  <a:gd name="connsiteX24" fmla="*/ 1065841 w 1093458"/>
                  <a:gd name="connsiteY24" fmla="*/ 1626954 h 1687797"/>
                  <a:gd name="connsiteX25" fmla="*/ 1068286 w 1093458"/>
                  <a:gd name="connsiteY25" fmla="*/ 1626954 h 1687797"/>
                  <a:gd name="connsiteX26" fmla="*/ 1068286 w 1093458"/>
                  <a:gd name="connsiteY26" fmla="*/ 1622064 h 1687797"/>
                  <a:gd name="connsiteX27" fmla="*/ 1063252 w 1093458"/>
                  <a:gd name="connsiteY27" fmla="*/ 1622064 h 1687797"/>
                  <a:gd name="connsiteX28" fmla="*/ 1063252 w 1093458"/>
                  <a:gd name="connsiteY28" fmla="*/ 1619331 h 1687797"/>
                  <a:gd name="connsiteX29" fmla="*/ 1058074 w 1093458"/>
                  <a:gd name="connsiteY29" fmla="*/ 1619331 h 1687797"/>
                  <a:gd name="connsiteX30" fmla="*/ 1058074 w 1093458"/>
                  <a:gd name="connsiteY30" fmla="*/ 1611851 h 1687797"/>
                  <a:gd name="connsiteX31" fmla="*/ 1065841 w 1093458"/>
                  <a:gd name="connsiteY31" fmla="*/ 1611851 h 1687797"/>
                  <a:gd name="connsiteX32" fmla="*/ 1065841 w 1093458"/>
                  <a:gd name="connsiteY32" fmla="*/ 1604228 h 1687797"/>
                  <a:gd name="connsiteX33" fmla="*/ 1068286 w 1093458"/>
                  <a:gd name="connsiteY33" fmla="*/ 1604228 h 1687797"/>
                  <a:gd name="connsiteX34" fmla="*/ 1068286 w 1093458"/>
                  <a:gd name="connsiteY34" fmla="*/ 1596460 h 1687797"/>
                  <a:gd name="connsiteX35" fmla="*/ 1070732 w 1093458"/>
                  <a:gd name="connsiteY35" fmla="*/ 1596460 h 1687797"/>
                  <a:gd name="connsiteX36" fmla="*/ 1070732 w 1093458"/>
                  <a:gd name="connsiteY36" fmla="*/ 1586248 h 1687797"/>
                  <a:gd name="connsiteX37" fmla="*/ 1068286 w 1093458"/>
                  <a:gd name="connsiteY37" fmla="*/ 1583803 h 1687797"/>
                  <a:gd name="connsiteX38" fmla="*/ 1068286 w 1093458"/>
                  <a:gd name="connsiteY38" fmla="*/ 1581214 h 1687797"/>
                  <a:gd name="connsiteX39" fmla="*/ 1070732 w 1093458"/>
                  <a:gd name="connsiteY39" fmla="*/ 1581214 h 1687797"/>
                  <a:gd name="connsiteX40" fmla="*/ 1070732 w 1093458"/>
                  <a:gd name="connsiteY40" fmla="*/ 1576035 h 1687797"/>
                  <a:gd name="connsiteX41" fmla="*/ 1073465 w 1093458"/>
                  <a:gd name="connsiteY41" fmla="*/ 1576035 h 1687797"/>
                  <a:gd name="connsiteX42" fmla="*/ 1073465 w 1093458"/>
                  <a:gd name="connsiteY42" fmla="*/ 1560788 h 1687797"/>
                  <a:gd name="connsiteX43" fmla="*/ 1070732 w 1093458"/>
                  <a:gd name="connsiteY43" fmla="*/ 1560788 h 1687797"/>
                  <a:gd name="connsiteX44" fmla="*/ 1070732 w 1093458"/>
                  <a:gd name="connsiteY44" fmla="*/ 1558055 h 1687797"/>
                  <a:gd name="connsiteX45" fmla="*/ 1073465 w 1093458"/>
                  <a:gd name="connsiteY45" fmla="*/ 1558055 h 1687797"/>
                  <a:gd name="connsiteX46" fmla="*/ 1073465 w 1093458"/>
                  <a:gd name="connsiteY46" fmla="*/ 1545398 h 1687797"/>
                  <a:gd name="connsiteX47" fmla="*/ 1070732 w 1093458"/>
                  <a:gd name="connsiteY47" fmla="*/ 1545398 h 1687797"/>
                  <a:gd name="connsiteX48" fmla="*/ 1070732 w 1093458"/>
                  <a:gd name="connsiteY48" fmla="*/ 1542953 h 1687797"/>
                  <a:gd name="connsiteX49" fmla="*/ 1073465 w 1093458"/>
                  <a:gd name="connsiteY49" fmla="*/ 1542953 h 1687797"/>
                  <a:gd name="connsiteX50" fmla="*/ 1073465 w 1093458"/>
                  <a:gd name="connsiteY50" fmla="*/ 1540507 h 1687797"/>
                  <a:gd name="connsiteX51" fmla="*/ 1070732 w 1093458"/>
                  <a:gd name="connsiteY51" fmla="*/ 1537918 h 1687797"/>
                  <a:gd name="connsiteX52" fmla="*/ 1070732 w 1093458"/>
                  <a:gd name="connsiteY52" fmla="*/ 1535761 h 1687797"/>
                  <a:gd name="connsiteX53" fmla="*/ 1073465 w 1093458"/>
                  <a:gd name="connsiteY53" fmla="*/ 1535761 h 1687797"/>
                  <a:gd name="connsiteX54" fmla="*/ 1073465 w 1093458"/>
                  <a:gd name="connsiteY54" fmla="*/ 1533315 h 1687797"/>
                  <a:gd name="connsiteX55" fmla="*/ 1070732 w 1093458"/>
                  <a:gd name="connsiteY55" fmla="*/ 1533315 h 1687797"/>
                  <a:gd name="connsiteX56" fmla="*/ 1070732 w 1093458"/>
                  <a:gd name="connsiteY56" fmla="*/ 1528281 h 1687797"/>
                  <a:gd name="connsiteX57" fmla="*/ 1068286 w 1093458"/>
                  <a:gd name="connsiteY57" fmla="*/ 1528281 h 1687797"/>
                  <a:gd name="connsiteX58" fmla="*/ 1068286 w 1093458"/>
                  <a:gd name="connsiteY58" fmla="*/ 1523103 h 1687797"/>
                  <a:gd name="connsiteX59" fmla="*/ 1065841 w 1093458"/>
                  <a:gd name="connsiteY59" fmla="*/ 1523103 h 1687797"/>
                  <a:gd name="connsiteX60" fmla="*/ 1065841 w 1093458"/>
                  <a:gd name="connsiteY60" fmla="*/ 1512890 h 1687797"/>
                  <a:gd name="connsiteX61" fmla="*/ 1063252 w 1093458"/>
                  <a:gd name="connsiteY61" fmla="*/ 1512890 h 1687797"/>
                  <a:gd name="connsiteX62" fmla="*/ 1063252 w 1093458"/>
                  <a:gd name="connsiteY62" fmla="*/ 1505123 h 1687797"/>
                  <a:gd name="connsiteX63" fmla="*/ 1050307 w 1093458"/>
                  <a:gd name="connsiteY63" fmla="*/ 1505123 h 1687797"/>
                  <a:gd name="connsiteX64" fmla="*/ 1050307 w 1093458"/>
                  <a:gd name="connsiteY64" fmla="*/ 1506993 h 1687797"/>
                  <a:gd name="connsiteX65" fmla="*/ 1047861 w 1093458"/>
                  <a:gd name="connsiteY65" fmla="*/ 1506993 h 1687797"/>
                  <a:gd name="connsiteX66" fmla="*/ 1047861 w 1093458"/>
                  <a:gd name="connsiteY66" fmla="*/ 1499370 h 1687797"/>
                  <a:gd name="connsiteX67" fmla="*/ 1045416 w 1093458"/>
                  <a:gd name="connsiteY67" fmla="*/ 1499370 h 1687797"/>
                  <a:gd name="connsiteX68" fmla="*/ 1045416 w 1093458"/>
                  <a:gd name="connsiteY68" fmla="*/ 1496781 h 1687797"/>
                  <a:gd name="connsiteX69" fmla="*/ 1042827 w 1093458"/>
                  <a:gd name="connsiteY69" fmla="*/ 1496781 h 1687797"/>
                  <a:gd name="connsiteX70" fmla="*/ 1042827 w 1093458"/>
                  <a:gd name="connsiteY70" fmla="*/ 1494048 h 1687797"/>
                  <a:gd name="connsiteX71" fmla="*/ 1045416 w 1093458"/>
                  <a:gd name="connsiteY71" fmla="*/ 1494048 h 1687797"/>
                  <a:gd name="connsiteX72" fmla="*/ 1045416 w 1093458"/>
                  <a:gd name="connsiteY72" fmla="*/ 1486568 h 1687797"/>
                  <a:gd name="connsiteX73" fmla="*/ 1037649 w 1093458"/>
                  <a:gd name="connsiteY73" fmla="*/ 1486568 h 1687797"/>
                  <a:gd name="connsiteX74" fmla="*/ 1037649 w 1093458"/>
                  <a:gd name="connsiteY74" fmla="*/ 1483835 h 1687797"/>
                  <a:gd name="connsiteX75" fmla="*/ 1040382 w 1093458"/>
                  <a:gd name="connsiteY75" fmla="*/ 1483835 h 1687797"/>
                  <a:gd name="connsiteX76" fmla="*/ 1040382 w 1093458"/>
                  <a:gd name="connsiteY76" fmla="*/ 1481390 h 1687797"/>
                  <a:gd name="connsiteX77" fmla="*/ 1037649 w 1093458"/>
                  <a:gd name="connsiteY77" fmla="*/ 1481390 h 1687797"/>
                  <a:gd name="connsiteX78" fmla="*/ 1037649 w 1093458"/>
                  <a:gd name="connsiteY78" fmla="*/ 1478944 h 1687797"/>
                  <a:gd name="connsiteX79" fmla="*/ 1035204 w 1093458"/>
                  <a:gd name="connsiteY79" fmla="*/ 1478944 h 1687797"/>
                  <a:gd name="connsiteX80" fmla="*/ 1035204 w 1093458"/>
                  <a:gd name="connsiteY80" fmla="*/ 1476499 h 1687797"/>
                  <a:gd name="connsiteX81" fmla="*/ 1032614 w 1093458"/>
                  <a:gd name="connsiteY81" fmla="*/ 1476499 h 1687797"/>
                  <a:gd name="connsiteX82" fmla="*/ 1032614 w 1093458"/>
                  <a:gd name="connsiteY82" fmla="*/ 1473622 h 1687797"/>
                  <a:gd name="connsiteX83" fmla="*/ 1030169 w 1093458"/>
                  <a:gd name="connsiteY83" fmla="*/ 1473622 h 1687797"/>
                  <a:gd name="connsiteX84" fmla="*/ 1030169 w 1093458"/>
                  <a:gd name="connsiteY84" fmla="*/ 1471177 h 1687797"/>
                  <a:gd name="connsiteX85" fmla="*/ 1032614 w 1093458"/>
                  <a:gd name="connsiteY85" fmla="*/ 1471177 h 1687797"/>
                  <a:gd name="connsiteX86" fmla="*/ 1030169 w 1093458"/>
                  <a:gd name="connsiteY86" fmla="*/ 1468732 h 1687797"/>
                  <a:gd name="connsiteX87" fmla="*/ 1027436 w 1093458"/>
                  <a:gd name="connsiteY87" fmla="*/ 1468732 h 1687797"/>
                  <a:gd name="connsiteX88" fmla="*/ 1027436 w 1093458"/>
                  <a:gd name="connsiteY88" fmla="*/ 1463842 h 1687797"/>
                  <a:gd name="connsiteX89" fmla="*/ 1032614 w 1093458"/>
                  <a:gd name="connsiteY89" fmla="*/ 1463842 h 1687797"/>
                  <a:gd name="connsiteX90" fmla="*/ 1032614 w 1093458"/>
                  <a:gd name="connsiteY90" fmla="*/ 1461396 h 1687797"/>
                  <a:gd name="connsiteX91" fmla="*/ 1030169 w 1093458"/>
                  <a:gd name="connsiteY91" fmla="*/ 1461396 h 1687797"/>
                  <a:gd name="connsiteX92" fmla="*/ 1030169 w 1093458"/>
                  <a:gd name="connsiteY92" fmla="*/ 1451184 h 1687797"/>
                  <a:gd name="connsiteX93" fmla="*/ 1027436 w 1093458"/>
                  <a:gd name="connsiteY93" fmla="*/ 1451184 h 1687797"/>
                  <a:gd name="connsiteX94" fmla="*/ 1027436 w 1093458"/>
                  <a:gd name="connsiteY94" fmla="*/ 1448739 h 1687797"/>
                  <a:gd name="connsiteX95" fmla="*/ 1024991 w 1093458"/>
                  <a:gd name="connsiteY95" fmla="*/ 1448739 h 1687797"/>
                  <a:gd name="connsiteX96" fmla="*/ 1024991 w 1093458"/>
                  <a:gd name="connsiteY96" fmla="*/ 1446293 h 1687797"/>
                  <a:gd name="connsiteX97" fmla="*/ 1022402 w 1093458"/>
                  <a:gd name="connsiteY97" fmla="*/ 1446293 h 1687797"/>
                  <a:gd name="connsiteX98" fmla="*/ 1022402 w 1093458"/>
                  <a:gd name="connsiteY98" fmla="*/ 1443704 h 1687797"/>
                  <a:gd name="connsiteX99" fmla="*/ 1024991 w 1093458"/>
                  <a:gd name="connsiteY99" fmla="*/ 1443704 h 1687797"/>
                  <a:gd name="connsiteX100" fmla="*/ 1024991 w 1093458"/>
                  <a:gd name="connsiteY100" fmla="*/ 1440971 h 1687797"/>
                  <a:gd name="connsiteX101" fmla="*/ 1019957 w 1093458"/>
                  <a:gd name="connsiteY101" fmla="*/ 1440971 h 1687797"/>
                  <a:gd name="connsiteX102" fmla="*/ 1019957 w 1093458"/>
                  <a:gd name="connsiteY102" fmla="*/ 1438526 h 1687797"/>
                  <a:gd name="connsiteX103" fmla="*/ 1012333 w 1093458"/>
                  <a:gd name="connsiteY103" fmla="*/ 1438526 h 1687797"/>
                  <a:gd name="connsiteX104" fmla="*/ 1012333 w 1093458"/>
                  <a:gd name="connsiteY104" fmla="*/ 1433492 h 1687797"/>
                  <a:gd name="connsiteX105" fmla="*/ 1009744 w 1093458"/>
                  <a:gd name="connsiteY105" fmla="*/ 1433492 h 1687797"/>
                  <a:gd name="connsiteX106" fmla="*/ 1009744 w 1093458"/>
                  <a:gd name="connsiteY106" fmla="*/ 1428313 h 1687797"/>
                  <a:gd name="connsiteX107" fmla="*/ 1007011 w 1093458"/>
                  <a:gd name="connsiteY107" fmla="*/ 1428313 h 1687797"/>
                  <a:gd name="connsiteX108" fmla="*/ 1009744 w 1093458"/>
                  <a:gd name="connsiteY108" fmla="*/ 1425868 h 1687797"/>
                  <a:gd name="connsiteX109" fmla="*/ 1012333 w 1093458"/>
                  <a:gd name="connsiteY109" fmla="*/ 1425868 h 1687797"/>
                  <a:gd name="connsiteX110" fmla="*/ 1012333 w 1093458"/>
                  <a:gd name="connsiteY110" fmla="*/ 1423279 h 1687797"/>
                  <a:gd name="connsiteX111" fmla="*/ 1009744 w 1093458"/>
                  <a:gd name="connsiteY111" fmla="*/ 1420690 h 1687797"/>
                  <a:gd name="connsiteX112" fmla="*/ 1007011 w 1093458"/>
                  <a:gd name="connsiteY112" fmla="*/ 1420690 h 1687797"/>
                  <a:gd name="connsiteX113" fmla="*/ 1007011 w 1093458"/>
                  <a:gd name="connsiteY113" fmla="*/ 1418245 h 1687797"/>
                  <a:gd name="connsiteX114" fmla="*/ 1004566 w 1093458"/>
                  <a:gd name="connsiteY114" fmla="*/ 1418245 h 1687797"/>
                  <a:gd name="connsiteX115" fmla="*/ 1004566 w 1093458"/>
                  <a:gd name="connsiteY115" fmla="*/ 1415800 h 1687797"/>
                  <a:gd name="connsiteX116" fmla="*/ 1002121 w 1093458"/>
                  <a:gd name="connsiteY116" fmla="*/ 1415800 h 1687797"/>
                  <a:gd name="connsiteX117" fmla="*/ 1002121 w 1093458"/>
                  <a:gd name="connsiteY117" fmla="*/ 1410478 h 1687797"/>
                  <a:gd name="connsiteX118" fmla="*/ 996799 w 1093458"/>
                  <a:gd name="connsiteY118" fmla="*/ 1410478 h 1687797"/>
                  <a:gd name="connsiteX119" fmla="*/ 996799 w 1093458"/>
                  <a:gd name="connsiteY119" fmla="*/ 1402998 h 1687797"/>
                  <a:gd name="connsiteX120" fmla="*/ 994354 w 1093458"/>
                  <a:gd name="connsiteY120" fmla="*/ 1402998 h 1687797"/>
                  <a:gd name="connsiteX121" fmla="*/ 994354 w 1093458"/>
                  <a:gd name="connsiteY121" fmla="*/ 1400265 h 1687797"/>
                  <a:gd name="connsiteX122" fmla="*/ 996799 w 1093458"/>
                  <a:gd name="connsiteY122" fmla="*/ 1400265 h 1687797"/>
                  <a:gd name="connsiteX123" fmla="*/ 996799 w 1093458"/>
                  <a:gd name="connsiteY123" fmla="*/ 1395374 h 1687797"/>
                  <a:gd name="connsiteX124" fmla="*/ 999532 w 1093458"/>
                  <a:gd name="connsiteY124" fmla="*/ 1392929 h 1687797"/>
                  <a:gd name="connsiteX125" fmla="*/ 996799 w 1093458"/>
                  <a:gd name="connsiteY125" fmla="*/ 1392929 h 1687797"/>
                  <a:gd name="connsiteX126" fmla="*/ 996799 w 1093458"/>
                  <a:gd name="connsiteY126" fmla="*/ 1390052 h 1687797"/>
                  <a:gd name="connsiteX127" fmla="*/ 994354 w 1093458"/>
                  <a:gd name="connsiteY127" fmla="*/ 1390052 h 1687797"/>
                  <a:gd name="connsiteX128" fmla="*/ 994354 w 1093458"/>
                  <a:gd name="connsiteY128" fmla="*/ 1387607 h 1687797"/>
                  <a:gd name="connsiteX129" fmla="*/ 991908 w 1093458"/>
                  <a:gd name="connsiteY129" fmla="*/ 1387607 h 1687797"/>
                  <a:gd name="connsiteX130" fmla="*/ 991908 w 1093458"/>
                  <a:gd name="connsiteY130" fmla="*/ 1385162 h 1687797"/>
                  <a:gd name="connsiteX131" fmla="*/ 994354 w 1093458"/>
                  <a:gd name="connsiteY131" fmla="*/ 1385162 h 1687797"/>
                  <a:gd name="connsiteX132" fmla="*/ 991908 w 1093458"/>
                  <a:gd name="connsiteY132" fmla="*/ 1382717 h 1687797"/>
                  <a:gd name="connsiteX133" fmla="*/ 994354 w 1093458"/>
                  <a:gd name="connsiteY133" fmla="*/ 1382717 h 1687797"/>
                  <a:gd name="connsiteX134" fmla="*/ 991908 w 1093458"/>
                  <a:gd name="connsiteY134" fmla="*/ 1379984 h 1687797"/>
                  <a:gd name="connsiteX135" fmla="*/ 989319 w 1093458"/>
                  <a:gd name="connsiteY135" fmla="*/ 1379984 h 1687797"/>
                  <a:gd name="connsiteX136" fmla="*/ 989319 w 1093458"/>
                  <a:gd name="connsiteY136" fmla="*/ 1369771 h 1687797"/>
                  <a:gd name="connsiteX137" fmla="*/ 986586 w 1093458"/>
                  <a:gd name="connsiteY137" fmla="*/ 1369771 h 1687797"/>
                  <a:gd name="connsiteX138" fmla="*/ 984141 w 1093458"/>
                  <a:gd name="connsiteY138" fmla="*/ 1367182 h 1687797"/>
                  <a:gd name="connsiteX139" fmla="*/ 984141 w 1093458"/>
                  <a:gd name="connsiteY139" fmla="*/ 1359703 h 1687797"/>
                  <a:gd name="connsiteX140" fmla="*/ 981696 w 1093458"/>
                  <a:gd name="connsiteY140" fmla="*/ 1356970 h 1687797"/>
                  <a:gd name="connsiteX141" fmla="*/ 981696 w 1093458"/>
                  <a:gd name="connsiteY141" fmla="*/ 1348771 h 1687797"/>
                  <a:gd name="connsiteX142" fmla="*/ 973929 w 1093458"/>
                  <a:gd name="connsiteY142" fmla="*/ 1348771 h 1687797"/>
                  <a:gd name="connsiteX143" fmla="*/ 973929 w 1093458"/>
                  <a:gd name="connsiteY143" fmla="*/ 1351360 h 1687797"/>
                  <a:gd name="connsiteX144" fmla="*/ 971483 w 1093458"/>
                  <a:gd name="connsiteY144" fmla="*/ 1351360 h 1687797"/>
                  <a:gd name="connsiteX145" fmla="*/ 971483 w 1093458"/>
                  <a:gd name="connsiteY145" fmla="*/ 1356250 h 1687797"/>
                  <a:gd name="connsiteX146" fmla="*/ 963716 w 1093458"/>
                  <a:gd name="connsiteY146" fmla="*/ 1356250 h 1687797"/>
                  <a:gd name="connsiteX147" fmla="*/ 963716 w 1093458"/>
                  <a:gd name="connsiteY147" fmla="*/ 1351360 h 1687797"/>
                  <a:gd name="connsiteX148" fmla="*/ 961271 w 1093458"/>
                  <a:gd name="connsiteY148" fmla="*/ 1351360 h 1687797"/>
                  <a:gd name="connsiteX149" fmla="*/ 961271 w 1093458"/>
                  <a:gd name="connsiteY149" fmla="*/ 1338559 h 1687797"/>
                  <a:gd name="connsiteX150" fmla="*/ 958682 w 1093458"/>
                  <a:gd name="connsiteY150" fmla="*/ 1338559 h 1687797"/>
                  <a:gd name="connsiteX151" fmla="*/ 958682 w 1093458"/>
                  <a:gd name="connsiteY151" fmla="*/ 1335826 h 1687797"/>
                  <a:gd name="connsiteX152" fmla="*/ 961271 w 1093458"/>
                  <a:gd name="connsiteY152" fmla="*/ 1335826 h 1687797"/>
                  <a:gd name="connsiteX153" fmla="*/ 961271 w 1093458"/>
                  <a:gd name="connsiteY153" fmla="*/ 1330935 h 1687797"/>
                  <a:gd name="connsiteX154" fmla="*/ 958682 w 1093458"/>
                  <a:gd name="connsiteY154" fmla="*/ 1330935 h 1687797"/>
                  <a:gd name="connsiteX155" fmla="*/ 958682 w 1093458"/>
                  <a:gd name="connsiteY155" fmla="*/ 1328346 h 1687797"/>
                  <a:gd name="connsiteX156" fmla="*/ 956236 w 1093458"/>
                  <a:gd name="connsiteY156" fmla="*/ 1328346 h 1687797"/>
                  <a:gd name="connsiteX157" fmla="*/ 956236 w 1093458"/>
                  <a:gd name="connsiteY157" fmla="*/ 1323168 h 1687797"/>
                  <a:gd name="connsiteX158" fmla="*/ 951058 w 1093458"/>
                  <a:gd name="connsiteY158" fmla="*/ 1323168 h 1687797"/>
                  <a:gd name="connsiteX159" fmla="*/ 951058 w 1093458"/>
                  <a:gd name="connsiteY159" fmla="*/ 1315400 h 1687797"/>
                  <a:gd name="connsiteX160" fmla="*/ 948469 w 1093458"/>
                  <a:gd name="connsiteY160" fmla="*/ 1315400 h 1687797"/>
                  <a:gd name="connsiteX161" fmla="*/ 948469 w 1093458"/>
                  <a:gd name="connsiteY161" fmla="*/ 1300298 h 1687797"/>
                  <a:gd name="connsiteX162" fmla="*/ 946024 w 1093458"/>
                  <a:gd name="connsiteY162" fmla="*/ 1300298 h 1687797"/>
                  <a:gd name="connsiteX163" fmla="*/ 946024 w 1093458"/>
                  <a:gd name="connsiteY163" fmla="*/ 1302743 h 1687797"/>
                  <a:gd name="connsiteX164" fmla="*/ 943291 w 1093458"/>
                  <a:gd name="connsiteY164" fmla="*/ 1302743 h 1687797"/>
                  <a:gd name="connsiteX165" fmla="*/ 940846 w 1093458"/>
                  <a:gd name="connsiteY165" fmla="*/ 1300298 h 1687797"/>
                  <a:gd name="connsiteX166" fmla="*/ 935811 w 1093458"/>
                  <a:gd name="connsiteY166" fmla="*/ 1300298 h 1687797"/>
                  <a:gd name="connsiteX167" fmla="*/ 935811 w 1093458"/>
                  <a:gd name="connsiteY167" fmla="*/ 1297852 h 1687797"/>
                  <a:gd name="connsiteX168" fmla="*/ 933078 w 1093458"/>
                  <a:gd name="connsiteY168" fmla="*/ 1297852 h 1687797"/>
                  <a:gd name="connsiteX169" fmla="*/ 933078 w 1093458"/>
                  <a:gd name="connsiteY169" fmla="*/ 1300298 h 1687797"/>
                  <a:gd name="connsiteX170" fmla="*/ 930633 w 1093458"/>
                  <a:gd name="connsiteY170" fmla="*/ 1300298 h 1687797"/>
                  <a:gd name="connsiteX171" fmla="*/ 930633 w 1093458"/>
                  <a:gd name="connsiteY171" fmla="*/ 1297852 h 1687797"/>
                  <a:gd name="connsiteX172" fmla="*/ 928044 w 1093458"/>
                  <a:gd name="connsiteY172" fmla="*/ 1297852 h 1687797"/>
                  <a:gd name="connsiteX173" fmla="*/ 928044 w 1093458"/>
                  <a:gd name="connsiteY173" fmla="*/ 1290085 h 1687797"/>
                  <a:gd name="connsiteX174" fmla="*/ 923441 w 1093458"/>
                  <a:gd name="connsiteY174" fmla="*/ 1290085 h 1687797"/>
                  <a:gd name="connsiteX175" fmla="*/ 920996 w 1093458"/>
                  <a:gd name="connsiteY175" fmla="*/ 1287640 h 1687797"/>
                  <a:gd name="connsiteX176" fmla="*/ 918551 w 1093458"/>
                  <a:gd name="connsiteY176" fmla="*/ 1287640 h 1687797"/>
                  <a:gd name="connsiteX177" fmla="*/ 918551 w 1093458"/>
                  <a:gd name="connsiteY177" fmla="*/ 1279872 h 1687797"/>
                  <a:gd name="connsiteX178" fmla="*/ 920996 w 1093458"/>
                  <a:gd name="connsiteY178" fmla="*/ 1277427 h 1687797"/>
                  <a:gd name="connsiteX179" fmla="*/ 926174 w 1093458"/>
                  <a:gd name="connsiteY179" fmla="*/ 1277427 h 1687797"/>
                  <a:gd name="connsiteX180" fmla="*/ 926174 w 1093458"/>
                  <a:gd name="connsiteY180" fmla="*/ 1272105 h 1687797"/>
                  <a:gd name="connsiteX181" fmla="*/ 928620 w 1093458"/>
                  <a:gd name="connsiteY181" fmla="*/ 1272105 h 1687797"/>
                  <a:gd name="connsiteX182" fmla="*/ 928620 w 1093458"/>
                  <a:gd name="connsiteY182" fmla="*/ 1267214 h 1687797"/>
                  <a:gd name="connsiteX183" fmla="*/ 923441 w 1093458"/>
                  <a:gd name="connsiteY183" fmla="*/ 1267214 h 1687797"/>
                  <a:gd name="connsiteX184" fmla="*/ 923441 w 1093458"/>
                  <a:gd name="connsiteY184" fmla="*/ 1264626 h 1687797"/>
                  <a:gd name="connsiteX185" fmla="*/ 920996 w 1093458"/>
                  <a:gd name="connsiteY185" fmla="*/ 1264626 h 1687797"/>
                  <a:gd name="connsiteX186" fmla="*/ 918551 w 1093458"/>
                  <a:gd name="connsiteY186" fmla="*/ 1261893 h 1687797"/>
                  <a:gd name="connsiteX187" fmla="*/ 918551 w 1093458"/>
                  <a:gd name="connsiteY187" fmla="*/ 1259448 h 1687797"/>
                  <a:gd name="connsiteX188" fmla="*/ 915962 w 1093458"/>
                  <a:gd name="connsiteY188" fmla="*/ 1259448 h 1687797"/>
                  <a:gd name="connsiteX189" fmla="*/ 915962 w 1093458"/>
                  <a:gd name="connsiteY189" fmla="*/ 1254413 h 1687797"/>
                  <a:gd name="connsiteX190" fmla="*/ 910784 w 1093458"/>
                  <a:gd name="connsiteY190" fmla="*/ 1254413 h 1687797"/>
                  <a:gd name="connsiteX191" fmla="*/ 910784 w 1093458"/>
                  <a:gd name="connsiteY191" fmla="*/ 1257002 h 1687797"/>
                  <a:gd name="connsiteX192" fmla="*/ 908338 w 1093458"/>
                  <a:gd name="connsiteY192" fmla="*/ 1257002 h 1687797"/>
                  <a:gd name="connsiteX193" fmla="*/ 910784 w 1093458"/>
                  <a:gd name="connsiteY193" fmla="*/ 1259448 h 1687797"/>
                  <a:gd name="connsiteX194" fmla="*/ 908338 w 1093458"/>
                  <a:gd name="connsiteY194" fmla="*/ 1259448 h 1687797"/>
                  <a:gd name="connsiteX195" fmla="*/ 908338 w 1093458"/>
                  <a:gd name="connsiteY195" fmla="*/ 1262468 h 1687797"/>
                  <a:gd name="connsiteX196" fmla="*/ 903016 w 1093458"/>
                  <a:gd name="connsiteY196" fmla="*/ 1262468 h 1687797"/>
                  <a:gd name="connsiteX197" fmla="*/ 903016 w 1093458"/>
                  <a:gd name="connsiteY197" fmla="*/ 1260023 h 1687797"/>
                  <a:gd name="connsiteX198" fmla="*/ 900571 w 1093458"/>
                  <a:gd name="connsiteY198" fmla="*/ 1262468 h 1687797"/>
                  <a:gd name="connsiteX199" fmla="*/ 894674 w 1093458"/>
                  <a:gd name="connsiteY199" fmla="*/ 1262468 h 1687797"/>
                  <a:gd name="connsiteX200" fmla="*/ 894674 w 1093458"/>
                  <a:gd name="connsiteY200" fmla="*/ 1254989 h 1687797"/>
                  <a:gd name="connsiteX201" fmla="*/ 897263 w 1093458"/>
                  <a:gd name="connsiteY201" fmla="*/ 1254989 h 1687797"/>
                  <a:gd name="connsiteX202" fmla="*/ 897263 w 1093458"/>
                  <a:gd name="connsiteY202" fmla="*/ 1252256 h 1687797"/>
                  <a:gd name="connsiteX203" fmla="*/ 899708 w 1093458"/>
                  <a:gd name="connsiteY203" fmla="*/ 1252256 h 1687797"/>
                  <a:gd name="connsiteX204" fmla="*/ 899708 w 1093458"/>
                  <a:gd name="connsiteY204" fmla="*/ 1249810 h 1687797"/>
                  <a:gd name="connsiteX205" fmla="*/ 894674 w 1093458"/>
                  <a:gd name="connsiteY205" fmla="*/ 1249810 h 1687797"/>
                  <a:gd name="connsiteX206" fmla="*/ 894674 w 1093458"/>
                  <a:gd name="connsiteY206" fmla="*/ 1242043 h 1687797"/>
                  <a:gd name="connsiteX207" fmla="*/ 897263 w 1093458"/>
                  <a:gd name="connsiteY207" fmla="*/ 1242043 h 1687797"/>
                  <a:gd name="connsiteX208" fmla="*/ 897263 w 1093458"/>
                  <a:gd name="connsiteY208" fmla="*/ 1239598 h 1687797"/>
                  <a:gd name="connsiteX209" fmla="*/ 894674 w 1093458"/>
                  <a:gd name="connsiteY209" fmla="*/ 1239598 h 1687797"/>
                  <a:gd name="connsiteX210" fmla="*/ 894674 w 1093458"/>
                  <a:gd name="connsiteY210" fmla="*/ 1237152 h 1687797"/>
                  <a:gd name="connsiteX211" fmla="*/ 892228 w 1093458"/>
                  <a:gd name="connsiteY211" fmla="*/ 1237152 h 1687797"/>
                  <a:gd name="connsiteX212" fmla="*/ 892228 w 1093458"/>
                  <a:gd name="connsiteY212" fmla="*/ 1233700 h 1687797"/>
                  <a:gd name="connsiteX213" fmla="*/ 894674 w 1093458"/>
                  <a:gd name="connsiteY213" fmla="*/ 1233700 h 1687797"/>
                  <a:gd name="connsiteX214" fmla="*/ 894674 w 1093458"/>
                  <a:gd name="connsiteY214" fmla="*/ 1230967 h 1687797"/>
                  <a:gd name="connsiteX215" fmla="*/ 897263 w 1093458"/>
                  <a:gd name="connsiteY215" fmla="*/ 1230967 h 1687797"/>
                  <a:gd name="connsiteX216" fmla="*/ 899708 w 1093458"/>
                  <a:gd name="connsiteY216" fmla="*/ 1228522 h 1687797"/>
                  <a:gd name="connsiteX217" fmla="*/ 899708 w 1093458"/>
                  <a:gd name="connsiteY217" fmla="*/ 1226077 h 1687797"/>
                  <a:gd name="connsiteX218" fmla="*/ 897550 w 1093458"/>
                  <a:gd name="connsiteY218" fmla="*/ 1226077 h 1687797"/>
                  <a:gd name="connsiteX219" fmla="*/ 897550 w 1093458"/>
                  <a:gd name="connsiteY219" fmla="*/ 1220755 h 1687797"/>
                  <a:gd name="connsiteX220" fmla="*/ 894674 w 1093458"/>
                  <a:gd name="connsiteY220" fmla="*/ 1220755 h 1687797"/>
                  <a:gd name="connsiteX221" fmla="*/ 894674 w 1093458"/>
                  <a:gd name="connsiteY221" fmla="*/ 1213419 h 1687797"/>
                  <a:gd name="connsiteX222" fmla="*/ 897263 w 1093458"/>
                  <a:gd name="connsiteY222" fmla="*/ 1210686 h 1687797"/>
                  <a:gd name="connsiteX223" fmla="*/ 897263 w 1093458"/>
                  <a:gd name="connsiteY223" fmla="*/ 1208097 h 1687797"/>
                  <a:gd name="connsiteX224" fmla="*/ 894674 w 1093458"/>
                  <a:gd name="connsiteY224" fmla="*/ 1208097 h 1687797"/>
                  <a:gd name="connsiteX225" fmla="*/ 892228 w 1093458"/>
                  <a:gd name="connsiteY225" fmla="*/ 1205652 h 1687797"/>
                  <a:gd name="connsiteX226" fmla="*/ 894674 w 1093458"/>
                  <a:gd name="connsiteY226" fmla="*/ 1205652 h 1687797"/>
                  <a:gd name="connsiteX227" fmla="*/ 894674 w 1093458"/>
                  <a:gd name="connsiteY227" fmla="*/ 1203207 h 1687797"/>
                  <a:gd name="connsiteX228" fmla="*/ 892228 w 1093458"/>
                  <a:gd name="connsiteY228" fmla="*/ 1203207 h 1687797"/>
                  <a:gd name="connsiteX229" fmla="*/ 892228 w 1093458"/>
                  <a:gd name="connsiteY229" fmla="*/ 1200474 h 1687797"/>
                  <a:gd name="connsiteX230" fmla="*/ 887050 w 1093458"/>
                  <a:gd name="connsiteY230" fmla="*/ 1200474 h 1687797"/>
                  <a:gd name="connsiteX231" fmla="*/ 884461 w 1093458"/>
                  <a:gd name="connsiteY231" fmla="*/ 1203207 h 1687797"/>
                  <a:gd name="connsiteX232" fmla="*/ 884461 w 1093458"/>
                  <a:gd name="connsiteY232" fmla="*/ 1185227 h 1687797"/>
                  <a:gd name="connsiteX233" fmla="*/ 882016 w 1093458"/>
                  <a:gd name="connsiteY233" fmla="*/ 1182782 h 1687797"/>
                  <a:gd name="connsiteX234" fmla="*/ 882016 w 1093458"/>
                  <a:gd name="connsiteY234" fmla="*/ 1180193 h 1687797"/>
                  <a:gd name="connsiteX235" fmla="*/ 880290 w 1093458"/>
                  <a:gd name="connsiteY235" fmla="*/ 1180193 h 1687797"/>
                  <a:gd name="connsiteX236" fmla="*/ 880290 w 1093458"/>
                  <a:gd name="connsiteY236" fmla="*/ 1182782 h 1687797"/>
                  <a:gd name="connsiteX237" fmla="*/ 877845 w 1093458"/>
                  <a:gd name="connsiteY237" fmla="*/ 1180193 h 1687797"/>
                  <a:gd name="connsiteX238" fmla="*/ 880290 w 1093458"/>
                  <a:gd name="connsiteY238" fmla="*/ 1180193 h 1687797"/>
                  <a:gd name="connsiteX239" fmla="*/ 880290 w 1093458"/>
                  <a:gd name="connsiteY239" fmla="*/ 1177460 h 1687797"/>
                  <a:gd name="connsiteX240" fmla="*/ 883023 w 1093458"/>
                  <a:gd name="connsiteY240" fmla="*/ 1177460 h 1687797"/>
                  <a:gd name="connsiteX241" fmla="*/ 883023 w 1093458"/>
                  <a:gd name="connsiteY241" fmla="*/ 1172569 h 1687797"/>
                  <a:gd name="connsiteX242" fmla="*/ 880290 w 1093458"/>
                  <a:gd name="connsiteY242" fmla="*/ 1172569 h 1687797"/>
                  <a:gd name="connsiteX243" fmla="*/ 880290 w 1093458"/>
                  <a:gd name="connsiteY243" fmla="*/ 1164802 h 1687797"/>
                  <a:gd name="connsiteX244" fmla="*/ 877845 w 1093458"/>
                  <a:gd name="connsiteY244" fmla="*/ 1164802 h 1687797"/>
                  <a:gd name="connsiteX245" fmla="*/ 877845 w 1093458"/>
                  <a:gd name="connsiteY245" fmla="*/ 1162357 h 1687797"/>
                  <a:gd name="connsiteX246" fmla="*/ 874536 w 1093458"/>
                  <a:gd name="connsiteY246" fmla="*/ 1162357 h 1687797"/>
                  <a:gd name="connsiteX247" fmla="*/ 874536 w 1093458"/>
                  <a:gd name="connsiteY247" fmla="*/ 1159767 h 1687797"/>
                  <a:gd name="connsiteX248" fmla="*/ 872091 w 1093458"/>
                  <a:gd name="connsiteY248" fmla="*/ 1157035 h 1687797"/>
                  <a:gd name="connsiteX249" fmla="*/ 866913 w 1093458"/>
                  <a:gd name="connsiteY249" fmla="*/ 1157035 h 1687797"/>
                  <a:gd name="connsiteX250" fmla="*/ 866913 w 1093458"/>
                  <a:gd name="connsiteY250" fmla="*/ 1159767 h 1687797"/>
                  <a:gd name="connsiteX251" fmla="*/ 869358 w 1093458"/>
                  <a:gd name="connsiteY251" fmla="*/ 1159767 h 1687797"/>
                  <a:gd name="connsiteX252" fmla="*/ 869358 w 1093458"/>
                  <a:gd name="connsiteY252" fmla="*/ 1162357 h 1687797"/>
                  <a:gd name="connsiteX253" fmla="*/ 866913 w 1093458"/>
                  <a:gd name="connsiteY253" fmla="*/ 1162357 h 1687797"/>
                  <a:gd name="connsiteX254" fmla="*/ 866913 w 1093458"/>
                  <a:gd name="connsiteY254" fmla="*/ 1167247 h 1687797"/>
                  <a:gd name="connsiteX255" fmla="*/ 864324 w 1093458"/>
                  <a:gd name="connsiteY255" fmla="*/ 1167247 h 1687797"/>
                  <a:gd name="connsiteX256" fmla="*/ 864324 w 1093458"/>
                  <a:gd name="connsiteY256" fmla="*/ 1164802 h 1687797"/>
                  <a:gd name="connsiteX257" fmla="*/ 861879 w 1093458"/>
                  <a:gd name="connsiteY257" fmla="*/ 1164802 h 1687797"/>
                  <a:gd name="connsiteX258" fmla="*/ 861879 w 1093458"/>
                  <a:gd name="connsiteY258" fmla="*/ 1162357 h 1687797"/>
                  <a:gd name="connsiteX259" fmla="*/ 859146 w 1093458"/>
                  <a:gd name="connsiteY259" fmla="*/ 1162357 h 1687797"/>
                  <a:gd name="connsiteX260" fmla="*/ 859146 w 1093458"/>
                  <a:gd name="connsiteY260" fmla="*/ 1159767 h 1687797"/>
                  <a:gd name="connsiteX261" fmla="*/ 851522 w 1093458"/>
                  <a:gd name="connsiteY261" fmla="*/ 1159767 h 1687797"/>
                  <a:gd name="connsiteX262" fmla="*/ 851522 w 1093458"/>
                  <a:gd name="connsiteY262" fmla="*/ 1149555 h 1687797"/>
                  <a:gd name="connsiteX263" fmla="*/ 848789 w 1093458"/>
                  <a:gd name="connsiteY263" fmla="*/ 1149555 h 1687797"/>
                  <a:gd name="connsiteX264" fmla="*/ 848789 w 1093458"/>
                  <a:gd name="connsiteY264" fmla="*/ 1136610 h 1687797"/>
                  <a:gd name="connsiteX265" fmla="*/ 843899 w 1093458"/>
                  <a:gd name="connsiteY265" fmla="*/ 1136610 h 1687797"/>
                  <a:gd name="connsiteX266" fmla="*/ 841310 w 1093458"/>
                  <a:gd name="connsiteY266" fmla="*/ 1134164 h 1687797"/>
                  <a:gd name="connsiteX267" fmla="*/ 838577 w 1093458"/>
                  <a:gd name="connsiteY267" fmla="*/ 1134164 h 1687797"/>
                  <a:gd name="connsiteX268" fmla="*/ 836132 w 1093458"/>
                  <a:gd name="connsiteY268" fmla="*/ 1131719 h 1687797"/>
                  <a:gd name="connsiteX269" fmla="*/ 831097 w 1093458"/>
                  <a:gd name="connsiteY269" fmla="*/ 1131719 h 1687797"/>
                  <a:gd name="connsiteX270" fmla="*/ 831097 w 1093458"/>
                  <a:gd name="connsiteY270" fmla="*/ 1129274 h 1687797"/>
                  <a:gd name="connsiteX271" fmla="*/ 828508 w 1093458"/>
                  <a:gd name="connsiteY271" fmla="*/ 1129274 h 1687797"/>
                  <a:gd name="connsiteX272" fmla="*/ 828508 w 1093458"/>
                  <a:gd name="connsiteY272" fmla="*/ 1126541 h 1687797"/>
                  <a:gd name="connsiteX273" fmla="*/ 826063 w 1093458"/>
                  <a:gd name="connsiteY273" fmla="*/ 1123952 h 1687797"/>
                  <a:gd name="connsiteX274" fmla="*/ 826063 w 1093458"/>
                  <a:gd name="connsiteY274" fmla="*/ 1113739 h 1687797"/>
                  <a:gd name="connsiteX275" fmla="*/ 821029 w 1093458"/>
                  <a:gd name="connsiteY275" fmla="*/ 1113739 h 1687797"/>
                  <a:gd name="connsiteX276" fmla="*/ 821029 w 1093458"/>
                  <a:gd name="connsiteY276" fmla="*/ 1108849 h 1687797"/>
                  <a:gd name="connsiteX277" fmla="*/ 823618 w 1093458"/>
                  <a:gd name="connsiteY277" fmla="*/ 1108849 h 1687797"/>
                  <a:gd name="connsiteX278" fmla="*/ 823618 w 1093458"/>
                  <a:gd name="connsiteY278" fmla="*/ 1104246 h 1687797"/>
                  <a:gd name="connsiteX279" fmla="*/ 821029 w 1093458"/>
                  <a:gd name="connsiteY279" fmla="*/ 1101801 h 1687797"/>
                  <a:gd name="connsiteX280" fmla="*/ 826063 w 1093458"/>
                  <a:gd name="connsiteY280" fmla="*/ 1101801 h 1687797"/>
                  <a:gd name="connsiteX281" fmla="*/ 826063 w 1093458"/>
                  <a:gd name="connsiteY281" fmla="*/ 1104246 h 1687797"/>
                  <a:gd name="connsiteX282" fmla="*/ 828508 w 1093458"/>
                  <a:gd name="connsiteY282" fmla="*/ 1104246 h 1687797"/>
                  <a:gd name="connsiteX283" fmla="*/ 831241 w 1093458"/>
                  <a:gd name="connsiteY283" fmla="*/ 1106835 h 1687797"/>
                  <a:gd name="connsiteX284" fmla="*/ 833830 w 1093458"/>
                  <a:gd name="connsiteY284" fmla="*/ 1106835 h 1687797"/>
                  <a:gd name="connsiteX285" fmla="*/ 833830 w 1093458"/>
                  <a:gd name="connsiteY285" fmla="*/ 1094034 h 1687797"/>
                  <a:gd name="connsiteX286" fmla="*/ 828508 w 1093458"/>
                  <a:gd name="connsiteY286" fmla="*/ 1094034 h 1687797"/>
                  <a:gd name="connsiteX287" fmla="*/ 828508 w 1093458"/>
                  <a:gd name="connsiteY287" fmla="*/ 1091588 h 1687797"/>
                  <a:gd name="connsiteX288" fmla="*/ 826063 w 1093458"/>
                  <a:gd name="connsiteY288" fmla="*/ 1091588 h 1687797"/>
                  <a:gd name="connsiteX289" fmla="*/ 826063 w 1093458"/>
                  <a:gd name="connsiteY289" fmla="*/ 1089143 h 1687797"/>
                  <a:gd name="connsiteX290" fmla="*/ 828508 w 1093458"/>
                  <a:gd name="connsiteY290" fmla="*/ 1089143 h 1687797"/>
                  <a:gd name="connsiteX291" fmla="*/ 828508 w 1093458"/>
                  <a:gd name="connsiteY291" fmla="*/ 1083821 h 1687797"/>
                  <a:gd name="connsiteX292" fmla="*/ 823618 w 1093458"/>
                  <a:gd name="connsiteY292" fmla="*/ 1083821 h 1687797"/>
                  <a:gd name="connsiteX293" fmla="*/ 823618 w 1093458"/>
                  <a:gd name="connsiteY293" fmla="*/ 1071163 h 1687797"/>
                  <a:gd name="connsiteX294" fmla="*/ 826063 w 1093458"/>
                  <a:gd name="connsiteY294" fmla="*/ 1071163 h 1687797"/>
                  <a:gd name="connsiteX295" fmla="*/ 826063 w 1093458"/>
                  <a:gd name="connsiteY295" fmla="*/ 1063396 h 1687797"/>
                  <a:gd name="connsiteX296" fmla="*/ 828508 w 1093458"/>
                  <a:gd name="connsiteY296" fmla="*/ 1063396 h 1687797"/>
                  <a:gd name="connsiteX297" fmla="*/ 828508 w 1093458"/>
                  <a:gd name="connsiteY297" fmla="*/ 1053183 h 1687797"/>
                  <a:gd name="connsiteX298" fmla="*/ 831241 w 1093458"/>
                  <a:gd name="connsiteY298" fmla="*/ 1053183 h 1687797"/>
                  <a:gd name="connsiteX299" fmla="*/ 831241 w 1093458"/>
                  <a:gd name="connsiteY299" fmla="*/ 1045848 h 1687797"/>
                  <a:gd name="connsiteX300" fmla="*/ 833830 w 1093458"/>
                  <a:gd name="connsiteY300" fmla="*/ 1042971 h 1687797"/>
                  <a:gd name="connsiteX301" fmla="*/ 833830 w 1093458"/>
                  <a:gd name="connsiteY301" fmla="*/ 1035635 h 1687797"/>
                  <a:gd name="connsiteX302" fmla="*/ 836275 w 1093458"/>
                  <a:gd name="connsiteY302" fmla="*/ 1035635 h 1687797"/>
                  <a:gd name="connsiteX303" fmla="*/ 836275 w 1093458"/>
                  <a:gd name="connsiteY303" fmla="*/ 1027868 h 1687797"/>
                  <a:gd name="connsiteX304" fmla="*/ 838721 w 1093458"/>
                  <a:gd name="connsiteY304" fmla="*/ 1025423 h 1687797"/>
                  <a:gd name="connsiteX305" fmla="*/ 838721 w 1093458"/>
                  <a:gd name="connsiteY305" fmla="*/ 1017943 h 1687797"/>
                  <a:gd name="connsiteX306" fmla="*/ 841454 w 1093458"/>
                  <a:gd name="connsiteY306" fmla="*/ 1017943 h 1687797"/>
                  <a:gd name="connsiteX307" fmla="*/ 841454 w 1093458"/>
                  <a:gd name="connsiteY307" fmla="*/ 1010176 h 1687797"/>
                  <a:gd name="connsiteX308" fmla="*/ 844043 w 1093458"/>
                  <a:gd name="connsiteY308" fmla="*/ 1007730 h 1687797"/>
                  <a:gd name="connsiteX309" fmla="*/ 844043 w 1093458"/>
                  <a:gd name="connsiteY309" fmla="*/ 999963 h 1687797"/>
                  <a:gd name="connsiteX310" fmla="*/ 846488 w 1093458"/>
                  <a:gd name="connsiteY310" fmla="*/ 999963 h 1687797"/>
                  <a:gd name="connsiteX311" fmla="*/ 846488 w 1093458"/>
                  <a:gd name="connsiteY311" fmla="*/ 989175 h 1687797"/>
                  <a:gd name="connsiteX312" fmla="*/ 848933 w 1093458"/>
                  <a:gd name="connsiteY312" fmla="*/ 989175 h 1687797"/>
                  <a:gd name="connsiteX313" fmla="*/ 848933 w 1093458"/>
                  <a:gd name="connsiteY313" fmla="*/ 981696 h 1687797"/>
                  <a:gd name="connsiteX314" fmla="*/ 851522 w 1093458"/>
                  <a:gd name="connsiteY314" fmla="*/ 981696 h 1687797"/>
                  <a:gd name="connsiteX315" fmla="*/ 851522 w 1093458"/>
                  <a:gd name="connsiteY315" fmla="*/ 974792 h 1687797"/>
                  <a:gd name="connsiteX316" fmla="*/ 853967 w 1093458"/>
                  <a:gd name="connsiteY316" fmla="*/ 972346 h 1687797"/>
                  <a:gd name="connsiteX317" fmla="*/ 853967 w 1093458"/>
                  <a:gd name="connsiteY317" fmla="*/ 964579 h 1687797"/>
                  <a:gd name="connsiteX318" fmla="*/ 856557 w 1093458"/>
                  <a:gd name="connsiteY318" fmla="*/ 964579 h 1687797"/>
                  <a:gd name="connsiteX319" fmla="*/ 856557 w 1093458"/>
                  <a:gd name="connsiteY319" fmla="*/ 956812 h 1687797"/>
                  <a:gd name="connsiteX320" fmla="*/ 859002 w 1093458"/>
                  <a:gd name="connsiteY320" fmla="*/ 951921 h 1687797"/>
                  <a:gd name="connsiteX321" fmla="*/ 859002 w 1093458"/>
                  <a:gd name="connsiteY321" fmla="*/ 946024 h 1687797"/>
                  <a:gd name="connsiteX322" fmla="*/ 861735 w 1093458"/>
                  <a:gd name="connsiteY322" fmla="*/ 943579 h 1687797"/>
                  <a:gd name="connsiteX323" fmla="*/ 861735 w 1093458"/>
                  <a:gd name="connsiteY323" fmla="*/ 935811 h 1687797"/>
                  <a:gd name="connsiteX324" fmla="*/ 864180 w 1093458"/>
                  <a:gd name="connsiteY324" fmla="*/ 935811 h 1687797"/>
                  <a:gd name="connsiteX325" fmla="*/ 864180 w 1093458"/>
                  <a:gd name="connsiteY325" fmla="*/ 928332 h 1687797"/>
                  <a:gd name="connsiteX326" fmla="*/ 866769 w 1093458"/>
                  <a:gd name="connsiteY326" fmla="*/ 925599 h 1687797"/>
                  <a:gd name="connsiteX327" fmla="*/ 866769 w 1093458"/>
                  <a:gd name="connsiteY327" fmla="*/ 918119 h 1687797"/>
                  <a:gd name="connsiteX328" fmla="*/ 869214 w 1093458"/>
                  <a:gd name="connsiteY328" fmla="*/ 918119 h 1687797"/>
                  <a:gd name="connsiteX329" fmla="*/ 869214 w 1093458"/>
                  <a:gd name="connsiteY329" fmla="*/ 910496 h 1687797"/>
                  <a:gd name="connsiteX330" fmla="*/ 871947 w 1093458"/>
                  <a:gd name="connsiteY330" fmla="*/ 907907 h 1687797"/>
                  <a:gd name="connsiteX331" fmla="*/ 871947 w 1093458"/>
                  <a:gd name="connsiteY331" fmla="*/ 900284 h 1687797"/>
                  <a:gd name="connsiteX332" fmla="*/ 874392 w 1093458"/>
                  <a:gd name="connsiteY332" fmla="*/ 900284 h 1687797"/>
                  <a:gd name="connsiteX333" fmla="*/ 874392 w 1093458"/>
                  <a:gd name="connsiteY333" fmla="*/ 892516 h 1687797"/>
                  <a:gd name="connsiteX334" fmla="*/ 876982 w 1093458"/>
                  <a:gd name="connsiteY334" fmla="*/ 890071 h 1687797"/>
                  <a:gd name="connsiteX335" fmla="*/ 876982 w 1093458"/>
                  <a:gd name="connsiteY335" fmla="*/ 882304 h 1687797"/>
                  <a:gd name="connsiteX336" fmla="*/ 880290 w 1093458"/>
                  <a:gd name="connsiteY336" fmla="*/ 882304 h 1687797"/>
                  <a:gd name="connsiteX337" fmla="*/ 880290 w 1093458"/>
                  <a:gd name="connsiteY337" fmla="*/ 872091 h 1687797"/>
                  <a:gd name="connsiteX338" fmla="*/ 883023 w 1093458"/>
                  <a:gd name="connsiteY338" fmla="*/ 869646 h 1687797"/>
                  <a:gd name="connsiteX339" fmla="*/ 883023 w 1093458"/>
                  <a:gd name="connsiteY339" fmla="*/ 864468 h 1687797"/>
                  <a:gd name="connsiteX340" fmla="*/ 885468 w 1093458"/>
                  <a:gd name="connsiteY340" fmla="*/ 864468 h 1687797"/>
                  <a:gd name="connsiteX341" fmla="*/ 885468 w 1093458"/>
                  <a:gd name="connsiteY341" fmla="*/ 854255 h 1687797"/>
                  <a:gd name="connsiteX342" fmla="*/ 888057 w 1093458"/>
                  <a:gd name="connsiteY342" fmla="*/ 851666 h 1687797"/>
                  <a:gd name="connsiteX343" fmla="*/ 888057 w 1093458"/>
                  <a:gd name="connsiteY343" fmla="*/ 846776 h 1687797"/>
                  <a:gd name="connsiteX344" fmla="*/ 890502 w 1093458"/>
                  <a:gd name="connsiteY344" fmla="*/ 846776 h 1687797"/>
                  <a:gd name="connsiteX345" fmla="*/ 890502 w 1093458"/>
                  <a:gd name="connsiteY345" fmla="*/ 839008 h 1687797"/>
                  <a:gd name="connsiteX346" fmla="*/ 893235 w 1093458"/>
                  <a:gd name="connsiteY346" fmla="*/ 836563 h 1687797"/>
                  <a:gd name="connsiteX347" fmla="*/ 893235 w 1093458"/>
                  <a:gd name="connsiteY347" fmla="*/ 828796 h 1687797"/>
                  <a:gd name="connsiteX348" fmla="*/ 895681 w 1093458"/>
                  <a:gd name="connsiteY348" fmla="*/ 826350 h 1687797"/>
                  <a:gd name="connsiteX349" fmla="*/ 895681 w 1093458"/>
                  <a:gd name="connsiteY349" fmla="*/ 818583 h 1687797"/>
                  <a:gd name="connsiteX350" fmla="*/ 898270 w 1093458"/>
                  <a:gd name="connsiteY350" fmla="*/ 818583 h 1687797"/>
                  <a:gd name="connsiteX351" fmla="*/ 898270 w 1093458"/>
                  <a:gd name="connsiteY351" fmla="*/ 810816 h 1687797"/>
                  <a:gd name="connsiteX352" fmla="*/ 900715 w 1093458"/>
                  <a:gd name="connsiteY352" fmla="*/ 808371 h 1687797"/>
                  <a:gd name="connsiteX353" fmla="*/ 900715 w 1093458"/>
                  <a:gd name="connsiteY353" fmla="*/ 800604 h 1687797"/>
                  <a:gd name="connsiteX354" fmla="*/ 903160 w 1093458"/>
                  <a:gd name="connsiteY354" fmla="*/ 800604 h 1687797"/>
                  <a:gd name="connsiteX355" fmla="*/ 903160 w 1093458"/>
                  <a:gd name="connsiteY355" fmla="*/ 793268 h 1687797"/>
                  <a:gd name="connsiteX356" fmla="*/ 905893 w 1093458"/>
                  <a:gd name="connsiteY356" fmla="*/ 790535 h 1687797"/>
                  <a:gd name="connsiteX357" fmla="*/ 905893 w 1093458"/>
                  <a:gd name="connsiteY357" fmla="*/ 783055 h 1687797"/>
                  <a:gd name="connsiteX358" fmla="*/ 908482 w 1093458"/>
                  <a:gd name="connsiteY358" fmla="*/ 780322 h 1687797"/>
                  <a:gd name="connsiteX359" fmla="*/ 908482 w 1093458"/>
                  <a:gd name="connsiteY359" fmla="*/ 775288 h 1687797"/>
                  <a:gd name="connsiteX360" fmla="*/ 910927 w 1093458"/>
                  <a:gd name="connsiteY360" fmla="*/ 772843 h 1687797"/>
                  <a:gd name="connsiteX361" fmla="*/ 910927 w 1093458"/>
                  <a:gd name="connsiteY361" fmla="*/ 767521 h 1687797"/>
                  <a:gd name="connsiteX362" fmla="*/ 913373 w 1093458"/>
                  <a:gd name="connsiteY362" fmla="*/ 765075 h 1687797"/>
                  <a:gd name="connsiteX363" fmla="*/ 913373 w 1093458"/>
                  <a:gd name="connsiteY363" fmla="*/ 754863 h 1687797"/>
                  <a:gd name="connsiteX364" fmla="*/ 916106 w 1093458"/>
                  <a:gd name="connsiteY364" fmla="*/ 754863 h 1687797"/>
                  <a:gd name="connsiteX365" fmla="*/ 916106 w 1093458"/>
                  <a:gd name="connsiteY365" fmla="*/ 747096 h 1687797"/>
                  <a:gd name="connsiteX366" fmla="*/ 918695 w 1093458"/>
                  <a:gd name="connsiteY366" fmla="*/ 747096 h 1687797"/>
                  <a:gd name="connsiteX367" fmla="*/ 918695 w 1093458"/>
                  <a:gd name="connsiteY367" fmla="*/ 736883 h 1687797"/>
                  <a:gd name="connsiteX368" fmla="*/ 921140 w 1093458"/>
                  <a:gd name="connsiteY368" fmla="*/ 736883 h 1687797"/>
                  <a:gd name="connsiteX369" fmla="*/ 921140 w 1093458"/>
                  <a:gd name="connsiteY369" fmla="*/ 729404 h 1687797"/>
                  <a:gd name="connsiteX370" fmla="*/ 923585 w 1093458"/>
                  <a:gd name="connsiteY370" fmla="*/ 726671 h 1687797"/>
                  <a:gd name="connsiteX371" fmla="*/ 923585 w 1093458"/>
                  <a:gd name="connsiteY371" fmla="*/ 719335 h 1687797"/>
                  <a:gd name="connsiteX372" fmla="*/ 926318 w 1093458"/>
                  <a:gd name="connsiteY372" fmla="*/ 719335 h 1687797"/>
                  <a:gd name="connsiteX373" fmla="*/ 926318 w 1093458"/>
                  <a:gd name="connsiteY373" fmla="*/ 711568 h 1687797"/>
                  <a:gd name="connsiteX374" fmla="*/ 928763 w 1093458"/>
                  <a:gd name="connsiteY374" fmla="*/ 711568 h 1687797"/>
                  <a:gd name="connsiteX375" fmla="*/ 928763 w 1093458"/>
                  <a:gd name="connsiteY375" fmla="*/ 701499 h 1687797"/>
                  <a:gd name="connsiteX376" fmla="*/ 931352 w 1093458"/>
                  <a:gd name="connsiteY376" fmla="*/ 701499 h 1687797"/>
                  <a:gd name="connsiteX377" fmla="*/ 931352 w 1093458"/>
                  <a:gd name="connsiteY377" fmla="*/ 693732 h 1687797"/>
                  <a:gd name="connsiteX378" fmla="*/ 933798 w 1093458"/>
                  <a:gd name="connsiteY378" fmla="*/ 691286 h 1687797"/>
                  <a:gd name="connsiteX379" fmla="*/ 933798 w 1093458"/>
                  <a:gd name="connsiteY379" fmla="*/ 683519 h 1687797"/>
                  <a:gd name="connsiteX380" fmla="*/ 936531 w 1093458"/>
                  <a:gd name="connsiteY380" fmla="*/ 683519 h 1687797"/>
                  <a:gd name="connsiteX381" fmla="*/ 936531 w 1093458"/>
                  <a:gd name="connsiteY381" fmla="*/ 672731 h 1687797"/>
                  <a:gd name="connsiteX382" fmla="*/ 937825 w 1093458"/>
                  <a:gd name="connsiteY382" fmla="*/ 672731 h 1687797"/>
                  <a:gd name="connsiteX383" fmla="*/ 937825 w 1093458"/>
                  <a:gd name="connsiteY383" fmla="*/ 665108 h 1687797"/>
                  <a:gd name="connsiteX384" fmla="*/ 940414 w 1093458"/>
                  <a:gd name="connsiteY384" fmla="*/ 665108 h 1687797"/>
                  <a:gd name="connsiteX385" fmla="*/ 940414 w 1093458"/>
                  <a:gd name="connsiteY385" fmla="*/ 658348 h 1687797"/>
                  <a:gd name="connsiteX386" fmla="*/ 942859 w 1093458"/>
                  <a:gd name="connsiteY386" fmla="*/ 655759 h 1687797"/>
                  <a:gd name="connsiteX387" fmla="*/ 942859 w 1093458"/>
                  <a:gd name="connsiteY387" fmla="*/ 648135 h 1687797"/>
                  <a:gd name="connsiteX388" fmla="*/ 945592 w 1093458"/>
                  <a:gd name="connsiteY388" fmla="*/ 648135 h 1687797"/>
                  <a:gd name="connsiteX389" fmla="*/ 945592 w 1093458"/>
                  <a:gd name="connsiteY389" fmla="*/ 640368 h 1687797"/>
                  <a:gd name="connsiteX390" fmla="*/ 948038 w 1093458"/>
                  <a:gd name="connsiteY390" fmla="*/ 637923 h 1687797"/>
                  <a:gd name="connsiteX391" fmla="*/ 948038 w 1093458"/>
                  <a:gd name="connsiteY391" fmla="*/ 629580 h 1687797"/>
                  <a:gd name="connsiteX392" fmla="*/ 950627 w 1093458"/>
                  <a:gd name="connsiteY392" fmla="*/ 629580 h 1687797"/>
                  <a:gd name="connsiteX393" fmla="*/ 950627 w 1093458"/>
                  <a:gd name="connsiteY393" fmla="*/ 619367 h 1687797"/>
                  <a:gd name="connsiteX394" fmla="*/ 953072 w 1093458"/>
                  <a:gd name="connsiteY394" fmla="*/ 619367 h 1687797"/>
                  <a:gd name="connsiteX395" fmla="*/ 953072 w 1093458"/>
                  <a:gd name="connsiteY395" fmla="*/ 611744 h 1687797"/>
                  <a:gd name="connsiteX396" fmla="*/ 955805 w 1093458"/>
                  <a:gd name="connsiteY396" fmla="*/ 611744 h 1687797"/>
                  <a:gd name="connsiteX397" fmla="*/ 955805 w 1093458"/>
                  <a:gd name="connsiteY397" fmla="*/ 601531 h 1687797"/>
                  <a:gd name="connsiteX398" fmla="*/ 958250 w 1093458"/>
                  <a:gd name="connsiteY398" fmla="*/ 601531 h 1687797"/>
                  <a:gd name="connsiteX399" fmla="*/ 958250 w 1093458"/>
                  <a:gd name="connsiteY399" fmla="*/ 594052 h 1687797"/>
                  <a:gd name="connsiteX400" fmla="*/ 960839 w 1093458"/>
                  <a:gd name="connsiteY400" fmla="*/ 591319 h 1687797"/>
                  <a:gd name="connsiteX401" fmla="*/ 960839 w 1093458"/>
                  <a:gd name="connsiteY401" fmla="*/ 583839 h 1687797"/>
                  <a:gd name="connsiteX402" fmla="*/ 963284 w 1093458"/>
                  <a:gd name="connsiteY402" fmla="*/ 581107 h 1687797"/>
                  <a:gd name="connsiteX403" fmla="*/ 963284 w 1093458"/>
                  <a:gd name="connsiteY403" fmla="*/ 578517 h 1687797"/>
                  <a:gd name="connsiteX404" fmla="*/ 966017 w 1093458"/>
                  <a:gd name="connsiteY404" fmla="*/ 573627 h 1687797"/>
                  <a:gd name="connsiteX405" fmla="*/ 966017 w 1093458"/>
                  <a:gd name="connsiteY405" fmla="*/ 565860 h 1687797"/>
                  <a:gd name="connsiteX406" fmla="*/ 968463 w 1093458"/>
                  <a:gd name="connsiteY406" fmla="*/ 565860 h 1687797"/>
                  <a:gd name="connsiteX407" fmla="*/ 968463 w 1093458"/>
                  <a:gd name="connsiteY407" fmla="*/ 558092 h 1687797"/>
                  <a:gd name="connsiteX408" fmla="*/ 971052 w 1093458"/>
                  <a:gd name="connsiteY408" fmla="*/ 555647 h 1687797"/>
                  <a:gd name="connsiteX409" fmla="*/ 971052 w 1093458"/>
                  <a:gd name="connsiteY409" fmla="*/ 547880 h 1687797"/>
                  <a:gd name="connsiteX410" fmla="*/ 973497 w 1093458"/>
                  <a:gd name="connsiteY410" fmla="*/ 547880 h 1687797"/>
                  <a:gd name="connsiteX411" fmla="*/ 973497 w 1093458"/>
                  <a:gd name="connsiteY411" fmla="*/ 537667 h 1687797"/>
                  <a:gd name="connsiteX412" fmla="*/ 975942 w 1093458"/>
                  <a:gd name="connsiteY412" fmla="*/ 537667 h 1687797"/>
                  <a:gd name="connsiteX413" fmla="*/ 975942 w 1093458"/>
                  <a:gd name="connsiteY413" fmla="*/ 530332 h 1687797"/>
                  <a:gd name="connsiteX414" fmla="*/ 978675 w 1093458"/>
                  <a:gd name="connsiteY414" fmla="*/ 530332 h 1687797"/>
                  <a:gd name="connsiteX415" fmla="*/ 978675 w 1093458"/>
                  <a:gd name="connsiteY415" fmla="*/ 522564 h 1687797"/>
                  <a:gd name="connsiteX416" fmla="*/ 981264 w 1093458"/>
                  <a:gd name="connsiteY416" fmla="*/ 520119 h 1687797"/>
                  <a:gd name="connsiteX417" fmla="*/ 981264 w 1093458"/>
                  <a:gd name="connsiteY417" fmla="*/ 512352 h 1687797"/>
                  <a:gd name="connsiteX418" fmla="*/ 983710 w 1093458"/>
                  <a:gd name="connsiteY418" fmla="*/ 512352 h 1687797"/>
                  <a:gd name="connsiteX419" fmla="*/ 983710 w 1093458"/>
                  <a:gd name="connsiteY419" fmla="*/ 504584 h 1687797"/>
                  <a:gd name="connsiteX420" fmla="*/ 986155 w 1093458"/>
                  <a:gd name="connsiteY420" fmla="*/ 502139 h 1687797"/>
                  <a:gd name="connsiteX421" fmla="*/ 986155 w 1093458"/>
                  <a:gd name="connsiteY421" fmla="*/ 494372 h 1687797"/>
                  <a:gd name="connsiteX422" fmla="*/ 988888 w 1093458"/>
                  <a:gd name="connsiteY422" fmla="*/ 491927 h 1687797"/>
                  <a:gd name="connsiteX423" fmla="*/ 988888 w 1093458"/>
                  <a:gd name="connsiteY423" fmla="*/ 484159 h 1687797"/>
                  <a:gd name="connsiteX424" fmla="*/ 991477 w 1093458"/>
                  <a:gd name="connsiteY424" fmla="*/ 484159 h 1687797"/>
                  <a:gd name="connsiteX425" fmla="*/ 991477 w 1093458"/>
                  <a:gd name="connsiteY425" fmla="*/ 476680 h 1687797"/>
                  <a:gd name="connsiteX426" fmla="*/ 993922 w 1093458"/>
                  <a:gd name="connsiteY426" fmla="*/ 473947 h 1687797"/>
                  <a:gd name="connsiteX427" fmla="*/ 993922 w 1093458"/>
                  <a:gd name="connsiteY427" fmla="*/ 466611 h 1687797"/>
                  <a:gd name="connsiteX428" fmla="*/ 996367 w 1093458"/>
                  <a:gd name="connsiteY428" fmla="*/ 466611 h 1687797"/>
                  <a:gd name="connsiteX429" fmla="*/ 996367 w 1093458"/>
                  <a:gd name="connsiteY429" fmla="*/ 458844 h 1687797"/>
                  <a:gd name="connsiteX430" fmla="*/ 999100 w 1093458"/>
                  <a:gd name="connsiteY430" fmla="*/ 456399 h 1687797"/>
                  <a:gd name="connsiteX431" fmla="*/ 999100 w 1093458"/>
                  <a:gd name="connsiteY431" fmla="*/ 448631 h 1687797"/>
                  <a:gd name="connsiteX432" fmla="*/ 1001689 w 1093458"/>
                  <a:gd name="connsiteY432" fmla="*/ 448631 h 1687797"/>
                  <a:gd name="connsiteX433" fmla="*/ 1001689 w 1093458"/>
                  <a:gd name="connsiteY433" fmla="*/ 440864 h 1687797"/>
                  <a:gd name="connsiteX434" fmla="*/ 1004135 w 1093458"/>
                  <a:gd name="connsiteY434" fmla="*/ 435974 h 1687797"/>
                  <a:gd name="connsiteX435" fmla="*/ 1004135 w 1093458"/>
                  <a:gd name="connsiteY435" fmla="*/ 430652 h 1687797"/>
                  <a:gd name="connsiteX436" fmla="*/ 1006580 w 1093458"/>
                  <a:gd name="connsiteY436" fmla="*/ 430652 h 1687797"/>
                  <a:gd name="connsiteX437" fmla="*/ 1006580 w 1093458"/>
                  <a:gd name="connsiteY437" fmla="*/ 420439 h 1687797"/>
                  <a:gd name="connsiteX438" fmla="*/ 1009744 w 1093458"/>
                  <a:gd name="connsiteY438" fmla="*/ 420439 h 1687797"/>
                  <a:gd name="connsiteX439" fmla="*/ 1009744 w 1093458"/>
                  <a:gd name="connsiteY439" fmla="*/ 413823 h 1687797"/>
                  <a:gd name="connsiteX440" fmla="*/ 1012333 w 1093458"/>
                  <a:gd name="connsiteY440" fmla="*/ 413823 h 1687797"/>
                  <a:gd name="connsiteX441" fmla="*/ 1012333 w 1093458"/>
                  <a:gd name="connsiteY441" fmla="*/ 408788 h 1687797"/>
                  <a:gd name="connsiteX442" fmla="*/ 1009744 w 1093458"/>
                  <a:gd name="connsiteY442" fmla="*/ 408788 h 1687797"/>
                  <a:gd name="connsiteX443" fmla="*/ 1007011 w 1093458"/>
                  <a:gd name="connsiteY443" fmla="*/ 406343 h 1687797"/>
                  <a:gd name="connsiteX444" fmla="*/ 999532 w 1093458"/>
                  <a:gd name="connsiteY444" fmla="*/ 406343 h 1687797"/>
                  <a:gd name="connsiteX445" fmla="*/ 996799 w 1093458"/>
                  <a:gd name="connsiteY445" fmla="*/ 403610 h 1687797"/>
                  <a:gd name="connsiteX446" fmla="*/ 991908 w 1093458"/>
                  <a:gd name="connsiteY446" fmla="*/ 403610 h 1687797"/>
                  <a:gd name="connsiteX447" fmla="*/ 989319 w 1093458"/>
                  <a:gd name="connsiteY447" fmla="*/ 401021 h 1687797"/>
                  <a:gd name="connsiteX448" fmla="*/ 981696 w 1093458"/>
                  <a:gd name="connsiteY448" fmla="*/ 401021 h 1687797"/>
                  <a:gd name="connsiteX449" fmla="*/ 979107 w 1093458"/>
                  <a:gd name="connsiteY449" fmla="*/ 398576 h 1687797"/>
                  <a:gd name="connsiteX450" fmla="*/ 973929 w 1093458"/>
                  <a:gd name="connsiteY450" fmla="*/ 398576 h 1687797"/>
                  <a:gd name="connsiteX451" fmla="*/ 968894 w 1093458"/>
                  <a:gd name="connsiteY451" fmla="*/ 396131 h 1687797"/>
                  <a:gd name="connsiteX452" fmla="*/ 966593 w 1093458"/>
                  <a:gd name="connsiteY452" fmla="*/ 396131 h 1687797"/>
                  <a:gd name="connsiteX453" fmla="*/ 961415 w 1093458"/>
                  <a:gd name="connsiteY453" fmla="*/ 393541 h 1687797"/>
                  <a:gd name="connsiteX454" fmla="*/ 958826 w 1093458"/>
                  <a:gd name="connsiteY454" fmla="*/ 393541 h 1687797"/>
                  <a:gd name="connsiteX455" fmla="*/ 956380 w 1093458"/>
                  <a:gd name="connsiteY455" fmla="*/ 390808 h 1687797"/>
                  <a:gd name="connsiteX456" fmla="*/ 953647 w 1093458"/>
                  <a:gd name="connsiteY456" fmla="*/ 390808 h 1687797"/>
                  <a:gd name="connsiteX457" fmla="*/ 943435 w 1093458"/>
                  <a:gd name="connsiteY457" fmla="*/ 388363 h 1687797"/>
                  <a:gd name="connsiteX458" fmla="*/ 940990 w 1093458"/>
                  <a:gd name="connsiteY458" fmla="*/ 388363 h 1687797"/>
                  <a:gd name="connsiteX459" fmla="*/ 937825 w 1093458"/>
                  <a:gd name="connsiteY459" fmla="*/ 385055 h 1687797"/>
                  <a:gd name="connsiteX460" fmla="*/ 932647 w 1093458"/>
                  <a:gd name="connsiteY460" fmla="*/ 385055 h 1687797"/>
                  <a:gd name="connsiteX461" fmla="*/ 930202 w 1093458"/>
                  <a:gd name="connsiteY461" fmla="*/ 382610 h 1687797"/>
                  <a:gd name="connsiteX462" fmla="*/ 923441 w 1093458"/>
                  <a:gd name="connsiteY462" fmla="*/ 382610 h 1687797"/>
                  <a:gd name="connsiteX463" fmla="*/ 920996 w 1093458"/>
                  <a:gd name="connsiteY463" fmla="*/ 379733 h 1687797"/>
                  <a:gd name="connsiteX464" fmla="*/ 913229 w 1093458"/>
                  <a:gd name="connsiteY464" fmla="*/ 379733 h 1687797"/>
                  <a:gd name="connsiteX465" fmla="*/ 910784 w 1093458"/>
                  <a:gd name="connsiteY465" fmla="*/ 377288 h 1687797"/>
                  <a:gd name="connsiteX466" fmla="*/ 908338 w 1093458"/>
                  <a:gd name="connsiteY466" fmla="*/ 377288 h 1687797"/>
                  <a:gd name="connsiteX467" fmla="*/ 905749 w 1093458"/>
                  <a:gd name="connsiteY467" fmla="*/ 374842 h 1687797"/>
                  <a:gd name="connsiteX468" fmla="*/ 897550 w 1093458"/>
                  <a:gd name="connsiteY468" fmla="*/ 374842 h 1687797"/>
                  <a:gd name="connsiteX469" fmla="*/ 897550 w 1093458"/>
                  <a:gd name="connsiteY469" fmla="*/ 372397 h 1687797"/>
                  <a:gd name="connsiteX470" fmla="*/ 889783 w 1093458"/>
                  <a:gd name="connsiteY470" fmla="*/ 372397 h 1687797"/>
                  <a:gd name="connsiteX471" fmla="*/ 887338 w 1093458"/>
                  <a:gd name="connsiteY471" fmla="*/ 369664 h 1687797"/>
                  <a:gd name="connsiteX472" fmla="*/ 880290 w 1093458"/>
                  <a:gd name="connsiteY472" fmla="*/ 369664 h 1687797"/>
                  <a:gd name="connsiteX473" fmla="*/ 877845 w 1093458"/>
                  <a:gd name="connsiteY473" fmla="*/ 367075 h 1687797"/>
                  <a:gd name="connsiteX474" fmla="*/ 874536 w 1093458"/>
                  <a:gd name="connsiteY474" fmla="*/ 367075 h 1687797"/>
                  <a:gd name="connsiteX475" fmla="*/ 872091 w 1093458"/>
                  <a:gd name="connsiteY475" fmla="*/ 364630 h 1687797"/>
                  <a:gd name="connsiteX476" fmla="*/ 864324 w 1093458"/>
                  <a:gd name="connsiteY476" fmla="*/ 364630 h 1687797"/>
                  <a:gd name="connsiteX477" fmla="*/ 861879 w 1093458"/>
                  <a:gd name="connsiteY477" fmla="*/ 362185 h 1687797"/>
                  <a:gd name="connsiteX478" fmla="*/ 856700 w 1093458"/>
                  <a:gd name="connsiteY478" fmla="*/ 362185 h 1687797"/>
                  <a:gd name="connsiteX479" fmla="*/ 854111 w 1093458"/>
                  <a:gd name="connsiteY479" fmla="*/ 359452 h 1687797"/>
                  <a:gd name="connsiteX480" fmla="*/ 848933 w 1093458"/>
                  <a:gd name="connsiteY480" fmla="*/ 359452 h 1687797"/>
                  <a:gd name="connsiteX481" fmla="*/ 846488 w 1093458"/>
                  <a:gd name="connsiteY481" fmla="*/ 356863 h 1687797"/>
                  <a:gd name="connsiteX482" fmla="*/ 838721 w 1093458"/>
                  <a:gd name="connsiteY482" fmla="*/ 356863 h 1687797"/>
                  <a:gd name="connsiteX483" fmla="*/ 838721 w 1093458"/>
                  <a:gd name="connsiteY483" fmla="*/ 354417 h 1687797"/>
                  <a:gd name="connsiteX484" fmla="*/ 833830 w 1093458"/>
                  <a:gd name="connsiteY484" fmla="*/ 354417 h 1687797"/>
                  <a:gd name="connsiteX485" fmla="*/ 828508 w 1093458"/>
                  <a:gd name="connsiteY485" fmla="*/ 351972 h 1687797"/>
                  <a:gd name="connsiteX486" fmla="*/ 823618 w 1093458"/>
                  <a:gd name="connsiteY486" fmla="*/ 351972 h 1687797"/>
                  <a:gd name="connsiteX487" fmla="*/ 818583 w 1093458"/>
                  <a:gd name="connsiteY487" fmla="*/ 349239 h 1687797"/>
                  <a:gd name="connsiteX488" fmla="*/ 813405 w 1093458"/>
                  <a:gd name="connsiteY488" fmla="*/ 346650 h 1687797"/>
                  <a:gd name="connsiteX489" fmla="*/ 810816 w 1093458"/>
                  <a:gd name="connsiteY489" fmla="*/ 346650 h 1687797"/>
                  <a:gd name="connsiteX490" fmla="*/ 808371 w 1093458"/>
                  <a:gd name="connsiteY490" fmla="*/ 344205 h 1687797"/>
                  <a:gd name="connsiteX491" fmla="*/ 800603 w 1093458"/>
                  <a:gd name="connsiteY491" fmla="*/ 344205 h 1687797"/>
                  <a:gd name="connsiteX492" fmla="*/ 800603 w 1093458"/>
                  <a:gd name="connsiteY492" fmla="*/ 341903 h 1687797"/>
                  <a:gd name="connsiteX493" fmla="*/ 792980 w 1093458"/>
                  <a:gd name="connsiteY493" fmla="*/ 341903 h 1687797"/>
                  <a:gd name="connsiteX494" fmla="*/ 792980 w 1093458"/>
                  <a:gd name="connsiteY494" fmla="*/ 339171 h 1687797"/>
                  <a:gd name="connsiteX495" fmla="*/ 785213 w 1093458"/>
                  <a:gd name="connsiteY495" fmla="*/ 339171 h 1687797"/>
                  <a:gd name="connsiteX496" fmla="*/ 785213 w 1093458"/>
                  <a:gd name="connsiteY496" fmla="*/ 336582 h 1687797"/>
                  <a:gd name="connsiteX497" fmla="*/ 779603 w 1093458"/>
                  <a:gd name="connsiteY497" fmla="*/ 336582 h 1687797"/>
                  <a:gd name="connsiteX498" fmla="*/ 771980 w 1093458"/>
                  <a:gd name="connsiteY498" fmla="*/ 334136 h 1687797"/>
                  <a:gd name="connsiteX499" fmla="*/ 769391 w 1093458"/>
                  <a:gd name="connsiteY499" fmla="*/ 334136 h 1687797"/>
                  <a:gd name="connsiteX500" fmla="*/ 764212 w 1093458"/>
                  <a:gd name="connsiteY500" fmla="*/ 331691 h 1687797"/>
                  <a:gd name="connsiteX501" fmla="*/ 762343 w 1093458"/>
                  <a:gd name="connsiteY501" fmla="*/ 331691 h 1687797"/>
                  <a:gd name="connsiteX502" fmla="*/ 762343 w 1093458"/>
                  <a:gd name="connsiteY502" fmla="*/ 328958 h 1687797"/>
                  <a:gd name="connsiteX503" fmla="*/ 757308 w 1093458"/>
                  <a:gd name="connsiteY503" fmla="*/ 328958 h 1687797"/>
                  <a:gd name="connsiteX504" fmla="*/ 752130 w 1093458"/>
                  <a:gd name="connsiteY504" fmla="*/ 326369 h 1687797"/>
                  <a:gd name="connsiteX505" fmla="*/ 749685 w 1093458"/>
                  <a:gd name="connsiteY505" fmla="*/ 326369 h 1687797"/>
                  <a:gd name="connsiteX506" fmla="*/ 747096 w 1093458"/>
                  <a:gd name="connsiteY506" fmla="*/ 323924 h 1687797"/>
                  <a:gd name="connsiteX507" fmla="*/ 739472 w 1093458"/>
                  <a:gd name="connsiteY507" fmla="*/ 323924 h 1687797"/>
                  <a:gd name="connsiteX508" fmla="*/ 739472 w 1093458"/>
                  <a:gd name="connsiteY508" fmla="*/ 321478 h 1687797"/>
                  <a:gd name="connsiteX509" fmla="*/ 734438 w 1093458"/>
                  <a:gd name="connsiteY509" fmla="*/ 321478 h 1687797"/>
                  <a:gd name="connsiteX510" fmla="*/ 731705 w 1093458"/>
                  <a:gd name="connsiteY510" fmla="*/ 318746 h 1687797"/>
                  <a:gd name="connsiteX511" fmla="*/ 729260 w 1093458"/>
                  <a:gd name="connsiteY511" fmla="*/ 318746 h 1687797"/>
                  <a:gd name="connsiteX512" fmla="*/ 726671 w 1093458"/>
                  <a:gd name="connsiteY512" fmla="*/ 316157 h 1687797"/>
                  <a:gd name="connsiteX513" fmla="*/ 722068 w 1093458"/>
                  <a:gd name="connsiteY513" fmla="*/ 316157 h 1687797"/>
                  <a:gd name="connsiteX514" fmla="*/ 717034 w 1093458"/>
                  <a:gd name="connsiteY514" fmla="*/ 313711 h 1687797"/>
                  <a:gd name="connsiteX515" fmla="*/ 711855 w 1093458"/>
                  <a:gd name="connsiteY515" fmla="*/ 313711 h 1687797"/>
                  <a:gd name="connsiteX516" fmla="*/ 711855 w 1093458"/>
                  <a:gd name="connsiteY516" fmla="*/ 311266 h 1687797"/>
                  <a:gd name="connsiteX517" fmla="*/ 704376 w 1093458"/>
                  <a:gd name="connsiteY517" fmla="*/ 311266 h 1687797"/>
                  <a:gd name="connsiteX518" fmla="*/ 704376 w 1093458"/>
                  <a:gd name="connsiteY518" fmla="*/ 308677 h 1687797"/>
                  <a:gd name="connsiteX519" fmla="*/ 696608 w 1093458"/>
                  <a:gd name="connsiteY519" fmla="*/ 308677 h 1687797"/>
                  <a:gd name="connsiteX520" fmla="*/ 696608 w 1093458"/>
                  <a:gd name="connsiteY520" fmla="*/ 305944 h 1687797"/>
                  <a:gd name="connsiteX521" fmla="*/ 693300 w 1093458"/>
                  <a:gd name="connsiteY521" fmla="*/ 305944 h 1687797"/>
                  <a:gd name="connsiteX522" fmla="*/ 688122 w 1093458"/>
                  <a:gd name="connsiteY522" fmla="*/ 303499 h 1687797"/>
                  <a:gd name="connsiteX523" fmla="*/ 683088 w 1093458"/>
                  <a:gd name="connsiteY523" fmla="*/ 303499 h 1687797"/>
                  <a:gd name="connsiteX524" fmla="*/ 683088 w 1093458"/>
                  <a:gd name="connsiteY524" fmla="*/ 301053 h 1687797"/>
                  <a:gd name="connsiteX525" fmla="*/ 675464 w 1093458"/>
                  <a:gd name="connsiteY525" fmla="*/ 301053 h 1687797"/>
                  <a:gd name="connsiteX526" fmla="*/ 675464 w 1093458"/>
                  <a:gd name="connsiteY526" fmla="*/ 298752 h 1687797"/>
                  <a:gd name="connsiteX527" fmla="*/ 667697 w 1093458"/>
                  <a:gd name="connsiteY527" fmla="*/ 298752 h 1687797"/>
                  <a:gd name="connsiteX528" fmla="*/ 665252 w 1093458"/>
                  <a:gd name="connsiteY528" fmla="*/ 296019 h 1687797"/>
                  <a:gd name="connsiteX529" fmla="*/ 660217 w 1093458"/>
                  <a:gd name="connsiteY529" fmla="*/ 296019 h 1687797"/>
                  <a:gd name="connsiteX530" fmla="*/ 660217 w 1093458"/>
                  <a:gd name="connsiteY530" fmla="*/ 293574 h 1687797"/>
                  <a:gd name="connsiteX531" fmla="*/ 655039 w 1093458"/>
                  <a:gd name="connsiteY531" fmla="*/ 293574 h 1687797"/>
                  <a:gd name="connsiteX532" fmla="*/ 650005 w 1093458"/>
                  <a:gd name="connsiteY532" fmla="*/ 291129 h 1687797"/>
                  <a:gd name="connsiteX533" fmla="*/ 642238 w 1093458"/>
                  <a:gd name="connsiteY533" fmla="*/ 288683 h 1687797"/>
                  <a:gd name="connsiteX534" fmla="*/ 639792 w 1093458"/>
                  <a:gd name="connsiteY534" fmla="*/ 285950 h 1687797"/>
                  <a:gd name="connsiteX535" fmla="*/ 632025 w 1093458"/>
                  <a:gd name="connsiteY535" fmla="*/ 283361 h 1687797"/>
                  <a:gd name="connsiteX536" fmla="*/ 627135 w 1093458"/>
                  <a:gd name="connsiteY536" fmla="*/ 283361 h 1687797"/>
                  <a:gd name="connsiteX537" fmla="*/ 624689 w 1093458"/>
                  <a:gd name="connsiteY537" fmla="*/ 280916 h 1687797"/>
                  <a:gd name="connsiteX538" fmla="*/ 616922 w 1093458"/>
                  <a:gd name="connsiteY538" fmla="*/ 278471 h 1687797"/>
                  <a:gd name="connsiteX539" fmla="*/ 614477 w 1093458"/>
                  <a:gd name="connsiteY539" fmla="*/ 278471 h 1687797"/>
                  <a:gd name="connsiteX540" fmla="*/ 609442 w 1093458"/>
                  <a:gd name="connsiteY540" fmla="*/ 275738 h 1687797"/>
                  <a:gd name="connsiteX541" fmla="*/ 606997 w 1093458"/>
                  <a:gd name="connsiteY541" fmla="*/ 275738 h 1687797"/>
                  <a:gd name="connsiteX542" fmla="*/ 606997 w 1093458"/>
                  <a:gd name="connsiteY542" fmla="*/ 273149 h 1687797"/>
                  <a:gd name="connsiteX543" fmla="*/ 599518 w 1093458"/>
                  <a:gd name="connsiteY543" fmla="*/ 273149 h 1687797"/>
                  <a:gd name="connsiteX544" fmla="*/ 597072 w 1093458"/>
                  <a:gd name="connsiteY544" fmla="*/ 270704 h 1687797"/>
                  <a:gd name="connsiteX545" fmla="*/ 594052 w 1093458"/>
                  <a:gd name="connsiteY545" fmla="*/ 270704 h 1687797"/>
                  <a:gd name="connsiteX546" fmla="*/ 591607 w 1093458"/>
                  <a:gd name="connsiteY546" fmla="*/ 268258 h 1687797"/>
                  <a:gd name="connsiteX547" fmla="*/ 586572 w 1093458"/>
                  <a:gd name="connsiteY547" fmla="*/ 268258 h 1687797"/>
                  <a:gd name="connsiteX548" fmla="*/ 586572 w 1093458"/>
                  <a:gd name="connsiteY548" fmla="*/ 265525 h 1687797"/>
                  <a:gd name="connsiteX549" fmla="*/ 578230 w 1093458"/>
                  <a:gd name="connsiteY549" fmla="*/ 265525 h 1687797"/>
                  <a:gd name="connsiteX550" fmla="*/ 578230 w 1093458"/>
                  <a:gd name="connsiteY550" fmla="*/ 262936 h 1687797"/>
                  <a:gd name="connsiteX551" fmla="*/ 575784 w 1093458"/>
                  <a:gd name="connsiteY551" fmla="*/ 262936 h 1687797"/>
                  <a:gd name="connsiteX552" fmla="*/ 570606 w 1093458"/>
                  <a:gd name="connsiteY552" fmla="*/ 260491 h 1687797"/>
                  <a:gd name="connsiteX553" fmla="*/ 565572 w 1093458"/>
                  <a:gd name="connsiteY553" fmla="*/ 260491 h 1687797"/>
                  <a:gd name="connsiteX554" fmla="*/ 565572 w 1093458"/>
                  <a:gd name="connsiteY554" fmla="*/ 258046 h 1687797"/>
                  <a:gd name="connsiteX555" fmla="*/ 557805 w 1093458"/>
                  <a:gd name="connsiteY555" fmla="*/ 258046 h 1687797"/>
                  <a:gd name="connsiteX556" fmla="*/ 557805 w 1093458"/>
                  <a:gd name="connsiteY556" fmla="*/ 255601 h 1687797"/>
                  <a:gd name="connsiteX557" fmla="*/ 555359 w 1093458"/>
                  <a:gd name="connsiteY557" fmla="*/ 255601 h 1687797"/>
                  <a:gd name="connsiteX558" fmla="*/ 552626 w 1093458"/>
                  <a:gd name="connsiteY558" fmla="*/ 253012 h 1687797"/>
                  <a:gd name="connsiteX559" fmla="*/ 545147 w 1093458"/>
                  <a:gd name="connsiteY559" fmla="*/ 253012 h 1687797"/>
                  <a:gd name="connsiteX560" fmla="*/ 545147 w 1093458"/>
                  <a:gd name="connsiteY560" fmla="*/ 250566 h 1687797"/>
                  <a:gd name="connsiteX561" fmla="*/ 539969 w 1093458"/>
                  <a:gd name="connsiteY561" fmla="*/ 250566 h 1687797"/>
                  <a:gd name="connsiteX562" fmla="*/ 539969 w 1093458"/>
                  <a:gd name="connsiteY562" fmla="*/ 248121 h 1687797"/>
                  <a:gd name="connsiteX563" fmla="*/ 532201 w 1093458"/>
                  <a:gd name="connsiteY563" fmla="*/ 248121 h 1687797"/>
                  <a:gd name="connsiteX564" fmla="*/ 532201 w 1093458"/>
                  <a:gd name="connsiteY564" fmla="*/ 245388 h 1687797"/>
                  <a:gd name="connsiteX565" fmla="*/ 527167 w 1093458"/>
                  <a:gd name="connsiteY565" fmla="*/ 245388 h 1687797"/>
                  <a:gd name="connsiteX566" fmla="*/ 524722 w 1093458"/>
                  <a:gd name="connsiteY566" fmla="*/ 242799 h 1687797"/>
                  <a:gd name="connsiteX567" fmla="*/ 520694 w 1093458"/>
                  <a:gd name="connsiteY567" fmla="*/ 242799 h 1687797"/>
                  <a:gd name="connsiteX568" fmla="*/ 520694 w 1093458"/>
                  <a:gd name="connsiteY568" fmla="*/ 240354 h 1687797"/>
                  <a:gd name="connsiteX569" fmla="*/ 515660 w 1093458"/>
                  <a:gd name="connsiteY569" fmla="*/ 240354 h 1687797"/>
                  <a:gd name="connsiteX570" fmla="*/ 515660 w 1093458"/>
                  <a:gd name="connsiteY570" fmla="*/ 237909 h 1687797"/>
                  <a:gd name="connsiteX571" fmla="*/ 510482 w 1093458"/>
                  <a:gd name="connsiteY571" fmla="*/ 237909 h 1687797"/>
                  <a:gd name="connsiteX572" fmla="*/ 505447 w 1093458"/>
                  <a:gd name="connsiteY572" fmla="*/ 235176 h 1687797"/>
                  <a:gd name="connsiteX573" fmla="*/ 503002 w 1093458"/>
                  <a:gd name="connsiteY573" fmla="*/ 235176 h 1687797"/>
                  <a:gd name="connsiteX574" fmla="*/ 500269 w 1093458"/>
                  <a:gd name="connsiteY574" fmla="*/ 232586 h 1687797"/>
                  <a:gd name="connsiteX575" fmla="*/ 497824 w 1093458"/>
                  <a:gd name="connsiteY575" fmla="*/ 232586 h 1687797"/>
                  <a:gd name="connsiteX576" fmla="*/ 492790 w 1093458"/>
                  <a:gd name="connsiteY576" fmla="*/ 230141 h 1687797"/>
                  <a:gd name="connsiteX577" fmla="*/ 490057 w 1093458"/>
                  <a:gd name="connsiteY577" fmla="*/ 230141 h 1687797"/>
                  <a:gd name="connsiteX578" fmla="*/ 485022 w 1093458"/>
                  <a:gd name="connsiteY578" fmla="*/ 227696 h 1687797"/>
                  <a:gd name="connsiteX579" fmla="*/ 479844 w 1093458"/>
                  <a:gd name="connsiteY579" fmla="*/ 225107 h 1687797"/>
                  <a:gd name="connsiteX580" fmla="*/ 477543 w 1093458"/>
                  <a:gd name="connsiteY580" fmla="*/ 225107 h 1687797"/>
                  <a:gd name="connsiteX581" fmla="*/ 477543 w 1093458"/>
                  <a:gd name="connsiteY581" fmla="*/ 222374 h 1687797"/>
                  <a:gd name="connsiteX582" fmla="*/ 471789 w 1093458"/>
                  <a:gd name="connsiteY582" fmla="*/ 222374 h 1687797"/>
                  <a:gd name="connsiteX583" fmla="*/ 469056 w 1093458"/>
                  <a:gd name="connsiteY583" fmla="*/ 219929 h 1687797"/>
                  <a:gd name="connsiteX584" fmla="*/ 464022 w 1093458"/>
                  <a:gd name="connsiteY584" fmla="*/ 219929 h 1687797"/>
                  <a:gd name="connsiteX585" fmla="*/ 464022 w 1093458"/>
                  <a:gd name="connsiteY585" fmla="*/ 217484 h 1687797"/>
                  <a:gd name="connsiteX586" fmla="*/ 458844 w 1093458"/>
                  <a:gd name="connsiteY586" fmla="*/ 217484 h 1687797"/>
                  <a:gd name="connsiteX587" fmla="*/ 456399 w 1093458"/>
                  <a:gd name="connsiteY587" fmla="*/ 214894 h 1687797"/>
                  <a:gd name="connsiteX588" fmla="*/ 451364 w 1093458"/>
                  <a:gd name="connsiteY588" fmla="*/ 214894 h 1687797"/>
                  <a:gd name="connsiteX589" fmla="*/ 451364 w 1093458"/>
                  <a:gd name="connsiteY589" fmla="*/ 212161 h 1687797"/>
                  <a:gd name="connsiteX590" fmla="*/ 446186 w 1093458"/>
                  <a:gd name="connsiteY590" fmla="*/ 212161 h 1687797"/>
                  <a:gd name="connsiteX591" fmla="*/ 443597 w 1093458"/>
                  <a:gd name="connsiteY591" fmla="*/ 209716 h 1687797"/>
                  <a:gd name="connsiteX592" fmla="*/ 438707 w 1093458"/>
                  <a:gd name="connsiteY592" fmla="*/ 209716 h 1687797"/>
                  <a:gd name="connsiteX593" fmla="*/ 435974 w 1093458"/>
                  <a:gd name="connsiteY593" fmla="*/ 207271 h 1687797"/>
                  <a:gd name="connsiteX594" fmla="*/ 433385 w 1093458"/>
                  <a:gd name="connsiteY594" fmla="*/ 207271 h 1687797"/>
                  <a:gd name="connsiteX595" fmla="*/ 433385 w 1093458"/>
                  <a:gd name="connsiteY595" fmla="*/ 204826 h 1687797"/>
                  <a:gd name="connsiteX596" fmla="*/ 428494 w 1093458"/>
                  <a:gd name="connsiteY596" fmla="*/ 204826 h 1687797"/>
                  <a:gd name="connsiteX597" fmla="*/ 425761 w 1093458"/>
                  <a:gd name="connsiteY597" fmla="*/ 201949 h 1687797"/>
                  <a:gd name="connsiteX598" fmla="*/ 423316 w 1093458"/>
                  <a:gd name="connsiteY598" fmla="*/ 201949 h 1687797"/>
                  <a:gd name="connsiteX599" fmla="*/ 420727 w 1093458"/>
                  <a:gd name="connsiteY599" fmla="*/ 199504 h 1687797"/>
                  <a:gd name="connsiteX600" fmla="*/ 415549 w 1093458"/>
                  <a:gd name="connsiteY600" fmla="*/ 199504 h 1687797"/>
                  <a:gd name="connsiteX601" fmla="*/ 415549 w 1093458"/>
                  <a:gd name="connsiteY601" fmla="*/ 197058 h 1687797"/>
                  <a:gd name="connsiteX602" fmla="*/ 410514 w 1093458"/>
                  <a:gd name="connsiteY602" fmla="*/ 197058 h 1687797"/>
                  <a:gd name="connsiteX603" fmla="*/ 405336 w 1093458"/>
                  <a:gd name="connsiteY603" fmla="*/ 194613 h 1687797"/>
                  <a:gd name="connsiteX604" fmla="*/ 402891 w 1093458"/>
                  <a:gd name="connsiteY604" fmla="*/ 191880 h 1687797"/>
                  <a:gd name="connsiteX605" fmla="*/ 395124 w 1093458"/>
                  <a:gd name="connsiteY605" fmla="*/ 189291 h 1687797"/>
                  <a:gd name="connsiteX606" fmla="*/ 392678 w 1093458"/>
                  <a:gd name="connsiteY606" fmla="*/ 189291 h 1687797"/>
                  <a:gd name="connsiteX607" fmla="*/ 390089 w 1093458"/>
                  <a:gd name="connsiteY607" fmla="*/ 186846 h 1687797"/>
                  <a:gd name="connsiteX608" fmla="*/ 387644 w 1093458"/>
                  <a:gd name="connsiteY608" fmla="*/ 186846 h 1687797"/>
                  <a:gd name="connsiteX609" fmla="*/ 384911 w 1093458"/>
                  <a:gd name="connsiteY609" fmla="*/ 184401 h 1687797"/>
                  <a:gd name="connsiteX610" fmla="*/ 379877 w 1093458"/>
                  <a:gd name="connsiteY610" fmla="*/ 184401 h 1687797"/>
                  <a:gd name="connsiteX611" fmla="*/ 377431 w 1093458"/>
                  <a:gd name="connsiteY611" fmla="*/ 181668 h 1687797"/>
                  <a:gd name="connsiteX612" fmla="*/ 369664 w 1093458"/>
                  <a:gd name="connsiteY612" fmla="*/ 179079 h 1687797"/>
                  <a:gd name="connsiteX613" fmla="*/ 367219 w 1093458"/>
                  <a:gd name="connsiteY613" fmla="*/ 179079 h 1687797"/>
                  <a:gd name="connsiteX614" fmla="*/ 367219 w 1093458"/>
                  <a:gd name="connsiteY614" fmla="*/ 176633 h 1687797"/>
                  <a:gd name="connsiteX615" fmla="*/ 362472 w 1093458"/>
                  <a:gd name="connsiteY615" fmla="*/ 176633 h 1687797"/>
                  <a:gd name="connsiteX616" fmla="*/ 362472 w 1093458"/>
                  <a:gd name="connsiteY616" fmla="*/ 174188 h 1687797"/>
                  <a:gd name="connsiteX617" fmla="*/ 357438 w 1093458"/>
                  <a:gd name="connsiteY617" fmla="*/ 174188 h 1687797"/>
                  <a:gd name="connsiteX618" fmla="*/ 357438 w 1093458"/>
                  <a:gd name="connsiteY618" fmla="*/ 171455 h 1687797"/>
                  <a:gd name="connsiteX619" fmla="*/ 352260 w 1093458"/>
                  <a:gd name="connsiteY619" fmla="*/ 171455 h 1687797"/>
                  <a:gd name="connsiteX620" fmla="*/ 349671 w 1093458"/>
                  <a:gd name="connsiteY620" fmla="*/ 168866 h 1687797"/>
                  <a:gd name="connsiteX621" fmla="*/ 347225 w 1093458"/>
                  <a:gd name="connsiteY621" fmla="*/ 168866 h 1687797"/>
                  <a:gd name="connsiteX622" fmla="*/ 344780 w 1093458"/>
                  <a:gd name="connsiteY622" fmla="*/ 166421 h 1687797"/>
                  <a:gd name="connsiteX623" fmla="*/ 339458 w 1093458"/>
                  <a:gd name="connsiteY623" fmla="*/ 166421 h 1687797"/>
                  <a:gd name="connsiteX624" fmla="*/ 339458 w 1093458"/>
                  <a:gd name="connsiteY624" fmla="*/ 163976 h 1687797"/>
                  <a:gd name="connsiteX625" fmla="*/ 333705 w 1093458"/>
                  <a:gd name="connsiteY625" fmla="*/ 163976 h 1687797"/>
                  <a:gd name="connsiteX626" fmla="*/ 330972 w 1093458"/>
                  <a:gd name="connsiteY626" fmla="*/ 161243 h 1687797"/>
                  <a:gd name="connsiteX627" fmla="*/ 323492 w 1093458"/>
                  <a:gd name="connsiteY627" fmla="*/ 158654 h 1687797"/>
                  <a:gd name="connsiteX628" fmla="*/ 320759 w 1093458"/>
                  <a:gd name="connsiteY628" fmla="*/ 158654 h 1687797"/>
                  <a:gd name="connsiteX629" fmla="*/ 320759 w 1093458"/>
                  <a:gd name="connsiteY629" fmla="*/ 156208 h 1687797"/>
                  <a:gd name="connsiteX630" fmla="*/ 319321 w 1093458"/>
                  <a:gd name="connsiteY630" fmla="*/ 156208 h 1687797"/>
                  <a:gd name="connsiteX631" fmla="*/ 314286 w 1093458"/>
                  <a:gd name="connsiteY631" fmla="*/ 153763 h 1687797"/>
                  <a:gd name="connsiteX632" fmla="*/ 311554 w 1093458"/>
                  <a:gd name="connsiteY632" fmla="*/ 153763 h 1687797"/>
                  <a:gd name="connsiteX633" fmla="*/ 309108 w 1093458"/>
                  <a:gd name="connsiteY633" fmla="*/ 151030 h 1687797"/>
                  <a:gd name="connsiteX634" fmla="*/ 306519 w 1093458"/>
                  <a:gd name="connsiteY634" fmla="*/ 151030 h 1687797"/>
                  <a:gd name="connsiteX635" fmla="*/ 301629 w 1093458"/>
                  <a:gd name="connsiteY635" fmla="*/ 148441 h 1687797"/>
                  <a:gd name="connsiteX636" fmla="*/ 298896 w 1093458"/>
                  <a:gd name="connsiteY636" fmla="*/ 145996 h 1687797"/>
                  <a:gd name="connsiteX637" fmla="*/ 293861 w 1093458"/>
                  <a:gd name="connsiteY637" fmla="*/ 145996 h 1687797"/>
                  <a:gd name="connsiteX638" fmla="*/ 293861 w 1093458"/>
                  <a:gd name="connsiteY638" fmla="*/ 143551 h 1687797"/>
                  <a:gd name="connsiteX639" fmla="*/ 288683 w 1093458"/>
                  <a:gd name="connsiteY639" fmla="*/ 143551 h 1687797"/>
                  <a:gd name="connsiteX640" fmla="*/ 286094 w 1093458"/>
                  <a:gd name="connsiteY640" fmla="*/ 140818 h 1687797"/>
                  <a:gd name="connsiteX641" fmla="*/ 283649 w 1093458"/>
                  <a:gd name="connsiteY641" fmla="*/ 140818 h 1687797"/>
                  <a:gd name="connsiteX642" fmla="*/ 278471 w 1093458"/>
                  <a:gd name="connsiteY642" fmla="*/ 138229 h 1687797"/>
                  <a:gd name="connsiteX643" fmla="*/ 278471 w 1093458"/>
                  <a:gd name="connsiteY643" fmla="*/ 135783 h 1687797"/>
                  <a:gd name="connsiteX644" fmla="*/ 273436 w 1093458"/>
                  <a:gd name="connsiteY644" fmla="*/ 135783 h 1687797"/>
                  <a:gd name="connsiteX645" fmla="*/ 270991 w 1093458"/>
                  <a:gd name="connsiteY645" fmla="*/ 133338 h 1687797"/>
                  <a:gd name="connsiteX646" fmla="*/ 265669 w 1093458"/>
                  <a:gd name="connsiteY646" fmla="*/ 133338 h 1687797"/>
                  <a:gd name="connsiteX647" fmla="*/ 265669 w 1093458"/>
                  <a:gd name="connsiteY647" fmla="*/ 130893 h 1687797"/>
                  <a:gd name="connsiteX648" fmla="*/ 263224 w 1093458"/>
                  <a:gd name="connsiteY648" fmla="*/ 130893 h 1687797"/>
                  <a:gd name="connsiteX649" fmla="*/ 260779 w 1093458"/>
                  <a:gd name="connsiteY649" fmla="*/ 128016 h 1687797"/>
                  <a:gd name="connsiteX650" fmla="*/ 255600 w 1093458"/>
                  <a:gd name="connsiteY650" fmla="*/ 125571 h 1687797"/>
                  <a:gd name="connsiteX651" fmla="*/ 250566 w 1093458"/>
                  <a:gd name="connsiteY651" fmla="*/ 125571 h 1687797"/>
                  <a:gd name="connsiteX652" fmla="*/ 247833 w 1093458"/>
                  <a:gd name="connsiteY652" fmla="*/ 123125 h 1687797"/>
                  <a:gd name="connsiteX653" fmla="*/ 242799 w 1093458"/>
                  <a:gd name="connsiteY653" fmla="*/ 120680 h 1687797"/>
                  <a:gd name="connsiteX654" fmla="*/ 240354 w 1093458"/>
                  <a:gd name="connsiteY654" fmla="*/ 120680 h 1687797"/>
                  <a:gd name="connsiteX655" fmla="*/ 237621 w 1093458"/>
                  <a:gd name="connsiteY655" fmla="*/ 117804 h 1687797"/>
                  <a:gd name="connsiteX656" fmla="*/ 235175 w 1093458"/>
                  <a:gd name="connsiteY656" fmla="*/ 117804 h 1687797"/>
                  <a:gd name="connsiteX657" fmla="*/ 232586 w 1093458"/>
                  <a:gd name="connsiteY657" fmla="*/ 115358 h 1687797"/>
                  <a:gd name="connsiteX658" fmla="*/ 227696 w 1093458"/>
                  <a:gd name="connsiteY658" fmla="*/ 115358 h 1687797"/>
                  <a:gd name="connsiteX659" fmla="*/ 227696 w 1093458"/>
                  <a:gd name="connsiteY659" fmla="*/ 111762 h 1687797"/>
                  <a:gd name="connsiteX660" fmla="*/ 222374 w 1093458"/>
                  <a:gd name="connsiteY660" fmla="*/ 111762 h 1687797"/>
                  <a:gd name="connsiteX661" fmla="*/ 219929 w 1093458"/>
                  <a:gd name="connsiteY661" fmla="*/ 109317 h 1687797"/>
                  <a:gd name="connsiteX662" fmla="*/ 217483 w 1093458"/>
                  <a:gd name="connsiteY662" fmla="*/ 109317 h 1687797"/>
                  <a:gd name="connsiteX663" fmla="*/ 214750 w 1093458"/>
                  <a:gd name="connsiteY663" fmla="*/ 106584 h 1687797"/>
                  <a:gd name="connsiteX664" fmla="*/ 212161 w 1093458"/>
                  <a:gd name="connsiteY664" fmla="*/ 106584 h 1687797"/>
                  <a:gd name="connsiteX665" fmla="*/ 212161 w 1093458"/>
                  <a:gd name="connsiteY665" fmla="*/ 103995 h 1687797"/>
                  <a:gd name="connsiteX666" fmla="*/ 207271 w 1093458"/>
                  <a:gd name="connsiteY666" fmla="*/ 103995 h 1687797"/>
                  <a:gd name="connsiteX667" fmla="*/ 207271 w 1093458"/>
                  <a:gd name="connsiteY667" fmla="*/ 101550 h 1687797"/>
                  <a:gd name="connsiteX668" fmla="*/ 201373 w 1093458"/>
                  <a:gd name="connsiteY668" fmla="*/ 101550 h 1687797"/>
                  <a:gd name="connsiteX669" fmla="*/ 198928 w 1093458"/>
                  <a:gd name="connsiteY669" fmla="*/ 99105 h 1687797"/>
                  <a:gd name="connsiteX670" fmla="*/ 191161 w 1093458"/>
                  <a:gd name="connsiteY670" fmla="*/ 93783 h 1687797"/>
                  <a:gd name="connsiteX671" fmla="*/ 188716 w 1093458"/>
                  <a:gd name="connsiteY671" fmla="*/ 93783 h 1687797"/>
                  <a:gd name="connsiteX672" fmla="*/ 186270 w 1093458"/>
                  <a:gd name="connsiteY672" fmla="*/ 91337 h 1687797"/>
                  <a:gd name="connsiteX673" fmla="*/ 180948 w 1093458"/>
                  <a:gd name="connsiteY673" fmla="*/ 91337 h 1687797"/>
                  <a:gd name="connsiteX674" fmla="*/ 178503 w 1093458"/>
                  <a:gd name="connsiteY674" fmla="*/ 88892 h 1687797"/>
                  <a:gd name="connsiteX675" fmla="*/ 175483 w 1093458"/>
                  <a:gd name="connsiteY675" fmla="*/ 88892 h 1687797"/>
                  <a:gd name="connsiteX676" fmla="*/ 165270 w 1093458"/>
                  <a:gd name="connsiteY676" fmla="*/ 83570 h 1687797"/>
                  <a:gd name="connsiteX677" fmla="*/ 162537 w 1093458"/>
                  <a:gd name="connsiteY677" fmla="*/ 81125 h 1687797"/>
                  <a:gd name="connsiteX678" fmla="*/ 157503 w 1093458"/>
                  <a:gd name="connsiteY678" fmla="*/ 81125 h 1687797"/>
                  <a:gd name="connsiteX679" fmla="*/ 157503 w 1093458"/>
                  <a:gd name="connsiteY679" fmla="*/ 78680 h 1687797"/>
                  <a:gd name="connsiteX680" fmla="*/ 152612 w 1093458"/>
                  <a:gd name="connsiteY680" fmla="*/ 78680 h 1687797"/>
                  <a:gd name="connsiteX681" fmla="*/ 152612 w 1093458"/>
                  <a:gd name="connsiteY681" fmla="*/ 75947 h 1687797"/>
                  <a:gd name="connsiteX682" fmla="*/ 147290 w 1093458"/>
                  <a:gd name="connsiteY682" fmla="*/ 75947 h 1687797"/>
                  <a:gd name="connsiteX683" fmla="*/ 147290 w 1093458"/>
                  <a:gd name="connsiteY683" fmla="*/ 73358 h 1687797"/>
                  <a:gd name="connsiteX684" fmla="*/ 142400 w 1093458"/>
                  <a:gd name="connsiteY684" fmla="*/ 73358 h 1687797"/>
                  <a:gd name="connsiteX685" fmla="*/ 142400 w 1093458"/>
                  <a:gd name="connsiteY685" fmla="*/ 70912 h 1687797"/>
                  <a:gd name="connsiteX686" fmla="*/ 137078 w 1093458"/>
                  <a:gd name="connsiteY686" fmla="*/ 70912 h 1687797"/>
                  <a:gd name="connsiteX687" fmla="*/ 122694 w 1093458"/>
                  <a:gd name="connsiteY687" fmla="*/ 60700 h 1687797"/>
                  <a:gd name="connsiteX688" fmla="*/ 119961 w 1093458"/>
                  <a:gd name="connsiteY688" fmla="*/ 60700 h 1687797"/>
                  <a:gd name="connsiteX689" fmla="*/ 117372 w 1093458"/>
                  <a:gd name="connsiteY689" fmla="*/ 58255 h 1687797"/>
                  <a:gd name="connsiteX690" fmla="*/ 112481 w 1093458"/>
                  <a:gd name="connsiteY690" fmla="*/ 58255 h 1687797"/>
                  <a:gd name="connsiteX691" fmla="*/ 112481 w 1093458"/>
                  <a:gd name="connsiteY691" fmla="*/ 55522 h 1687797"/>
                  <a:gd name="connsiteX692" fmla="*/ 109749 w 1093458"/>
                  <a:gd name="connsiteY692" fmla="*/ 55522 h 1687797"/>
                  <a:gd name="connsiteX693" fmla="*/ 107159 w 1093458"/>
                  <a:gd name="connsiteY693" fmla="*/ 52933 h 1687797"/>
                  <a:gd name="connsiteX694" fmla="*/ 104714 w 1093458"/>
                  <a:gd name="connsiteY694" fmla="*/ 52933 h 1687797"/>
                  <a:gd name="connsiteX695" fmla="*/ 99536 w 1093458"/>
                  <a:gd name="connsiteY695" fmla="*/ 50487 h 1687797"/>
                  <a:gd name="connsiteX696" fmla="*/ 96947 w 1093458"/>
                  <a:gd name="connsiteY696" fmla="*/ 48042 h 1687797"/>
                  <a:gd name="connsiteX697" fmla="*/ 92056 w 1093458"/>
                  <a:gd name="connsiteY697" fmla="*/ 48042 h 1687797"/>
                  <a:gd name="connsiteX698" fmla="*/ 89324 w 1093458"/>
                  <a:gd name="connsiteY698" fmla="*/ 45597 h 1687797"/>
                  <a:gd name="connsiteX699" fmla="*/ 86734 w 1093458"/>
                  <a:gd name="connsiteY699" fmla="*/ 42720 h 1687797"/>
                  <a:gd name="connsiteX700" fmla="*/ 84289 w 1093458"/>
                  <a:gd name="connsiteY700" fmla="*/ 42720 h 1687797"/>
                  <a:gd name="connsiteX701" fmla="*/ 81844 w 1093458"/>
                  <a:gd name="connsiteY701" fmla="*/ 40275 h 1687797"/>
                  <a:gd name="connsiteX702" fmla="*/ 79399 w 1093458"/>
                  <a:gd name="connsiteY702" fmla="*/ 40275 h 1687797"/>
                  <a:gd name="connsiteX703" fmla="*/ 76666 w 1093458"/>
                  <a:gd name="connsiteY703" fmla="*/ 37830 h 1687797"/>
                  <a:gd name="connsiteX704" fmla="*/ 74077 w 1093458"/>
                  <a:gd name="connsiteY704" fmla="*/ 37830 h 1687797"/>
                  <a:gd name="connsiteX705" fmla="*/ 71631 w 1093458"/>
                  <a:gd name="connsiteY705" fmla="*/ 35384 h 1687797"/>
                  <a:gd name="connsiteX706" fmla="*/ 69186 w 1093458"/>
                  <a:gd name="connsiteY706" fmla="*/ 32651 h 1687797"/>
                  <a:gd name="connsiteX707" fmla="*/ 63864 w 1093458"/>
                  <a:gd name="connsiteY707" fmla="*/ 32651 h 1687797"/>
                  <a:gd name="connsiteX708" fmla="*/ 61419 w 1093458"/>
                  <a:gd name="connsiteY708" fmla="*/ 30062 h 1687797"/>
                  <a:gd name="connsiteX709" fmla="*/ 58830 w 1093458"/>
                  <a:gd name="connsiteY709" fmla="*/ 30062 h 1687797"/>
                  <a:gd name="connsiteX710" fmla="*/ 58830 w 1093458"/>
                  <a:gd name="connsiteY710" fmla="*/ 27617 h 1687797"/>
                  <a:gd name="connsiteX711" fmla="*/ 56097 w 1093458"/>
                  <a:gd name="connsiteY711" fmla="*/ 27617 h 1687797"/>
                  <a:gd name="connsiteX712" fmla="*/ 46028 w 1093458"/>
                  <a:gd name="connsiteY712" fmla="*/ 23014 h 1687797"/>
                  <a:gd name="connsiteX713" fmla="*/ 43295 w 1093458"/>
                  <a:gd name="connsiteY713" fmla="*/ 23014 h 1687797"/>
                  <a:gd name="connsiteX714" fmla="*/ 43295 w 1093458"/>
                  <a:gd name="connsiteY714" fmla="*/ 20425 h 1687797"/>
                  <a:gd name="connsiteX715" fmla="*/ 40850 w 1093458"/>
                  <a:gd name="connsiteY715" fmla="*/ 20425 h 1687797"/>
                  <a:gd name="connsiteX716" fmla="*/ 38405 w 1093458"/>
                  <a:gd name="connsiteY716" fmla="*/ 17980 h 1687797"/>
                  <a:gd name="connsiteX717" fmla="*/ 35672 w 1093458"/>
                  <a:gd name="connsiteY717" fmla="*/ 17980 h 1687797"/>
                  <a:gd name="connsiteX718" fmla="*/ 30638 w 1093458"/>
                  <a:gd name="connsiteY718" fmla="*/ 15535 h 1687797"/>
                  <a:gd name="connsiteX719" fmla="*/ 25459 w 1093458"/>
                  <a:gd name="connsiteY719" fmla="*/ 12802 h 1687797"/>
                  <a:gd name="connsiteX720" fmla="*/ 22870 w 1093458"/>
                  <a:gd name="connsiteY720" fmla="*/ 10213 h 1687797"/>
                  <a:gd name="connsiteX721" fmla="*/ 20425 w 1093458"/>
                  <a:gd name="connsiteY721" fmla="*/ 10213 h 1687797"/>
                  <a:gd name="connsiteX722" fmla="*/ 12658 w 1093458"/>
                  <a:gd name="connsiteY722" fmla="*/ 5322 h 1687797"/>
                  <a:gd name="connsiteX723" fmla="*/ 10213 w 1093458"/>
                  <a:gd name="connsiteY723" fmla="*/ 5322 h 1687797"/>
                  <a:gd name="connsiteX724" fmla="*/ 7767 w 1093458"/>
                  <a:gd name="connsiteY724" fmla="*/ 2589 h 1687797"/>
                  <a:gd name="connsiteX725" fmla="*/ 5322 w 1093458"/>
                  <a:gd name="connsiteY725" fmla="*/ 2589 h 1687797"/>
                  <a:gd name="connsiteX726" fmla="*/ 2877 w 1093458"/>
                  <a:gd name="connsiteY726" fmla="*/ 0 h 1687797"/>
                  <a:gd name="connsiteX727" fmla="*/ 0 w 1093458"/>
                  <a:gd name="connsiteY727" fmla="*/ 0 h 1687797"/>
                  <a:gd name="connsiteX728" fmla="*/ 0 w 1093458"/>
                  <a:gd name="connsiteY728" fmla="*/ 2589 h 1687797"/>
                  <a:gd name="connsiteX729" fmla="*/ 2877 w 1093458"/>
                  <a:gd name="connsiteY729" fmla="*/ 2589 h 1687797"/>
                  <a:gd name="connsiteX730" fmla="*/ 2877 w 1093458"/>
                  <a:gd name="connsiteY730" fmla="*/ 7767 h 1687797"/>
                  <a:gd name="connsiteX731" fmla="*/ 5610 w 1093458"/>
                  <a:gd name="connsiteY731" fmla="*/ 7767 h 1687797"/>
                  <a:gd name="connsiteX732" fmla="*/ 5610 w 1093458"/>
                  <a:gd name="connsiteY732" fmla="*/ 10213 h 1687797"/>
                  <a:gd name="connsiteX733" fmla="*/ 8055 w 1093458"/>
                  <a:gd name="connsiteY733" fmla="*/ 10213 h 1687797"/>
                  <a:gd name="connsiteX734" fmla="*/ 8055 w 1093458"/>
                  <a:gd name="connsiteY734" fmla="*/ 12802 h 1687797"/>
                  <a:gd name="connsiteX735" fmla="*/ 10500 w 1093458"/>
                  <a:gd name="connsiteY735" fmla="*/ 15535 h 1687797"/>
                  <a:gd name="connsiteX736" fmla="*/ 10500 w 1093458"/>
                  <a:gd name="connsiteY736" fmla="*/ 20425 h 1687797"/>
                  <a:gd name="connsiteX737" fmla="*/ 7767 w 1093458"/>
                  <a:gd name="connsiteY737" fmla="*/ 20425 h 1687797"/>
                  <a:gd name="connsiteX738" fmla="*/ 7767 w 1093458"/>
                  <a:gd name="connsiteY738" fmla="*/ 35960 h 1687797"/>
                  <a:gd name="connsiteX739" fmla="*/ 10213 w 1093458"/>
                  <a:gd name="connsiteY739" fmla="*/ 38405 h 1687797"/>
                  <a:gd name="connsiteX740" fmla="*/ 10213 w 1093458"/>
                  <a:gd name="connsiteY740" fmla="*/ 46172 h 1687797"/>
                  <a:gd name="connsiteX741" fmla="*/ 12658 w 1093458"/>
                  <a:gd name="connsiteY741" fmla="*/ 46172 h 1687797"/>
                  <a:gd name="connsiteX742" fmla="*/ 12658 w 1093458"/>
                  <a:gd name="connsiteY742" fmla="*/ 54227 h 1687797"/>
                  <a:gd name="connsiteX743" fmla="*/ 15247 w 1093458"/>
                  <a:gd name="connsiteY743" fmla="*/ 54227 h 1687797"/>
                  <a:gd name="connsiteX744" fmla="*/ 15247 w 1093458"/>
                  <a:gd name="connsiteY744" fmla="*/ 61994 h 1687797"/>
                  <a:gd name="connsiteX745" fmla="*/ 17980 w 1093458"/>
                  <a:gd name="connsiteY745" fmla="*/ 64440 h 1687797"/>
                  <a:gd name="connsiteX746" fmla="*/ 17980 w 1093458"/>
                  <a:gd name="connsiteY746" fmla="*/ 72207 h 1687797"/>
                  <a:gd name="connsiteX747" fmla="*/ 20425 w 1093458"/>
                  <a:gd name="connsiteY747" fmla="*/ 72207 h 1687797"/>
                  <a:gd name="connsiteX748" fmla="*/ 20425 w 1093458"/>
                  <a:gd name="connsiteY748" fmla="*/ 79974 h 1687797"/>
                  <a:gd name="connsiteX749" fmla="*/ 22870 w 1093458"/>
                  <a:gd name="connsiteY749" fmla="*/ 79974 h 1687797"/>
                  <a:gd name="connsiteX750" fmla="*/ 22870 w 1093458"/>
                  <a:gd name="connsiteY750" fmla="*/ 87454 h 1687797"/>
                  <a:gd name="connsiteX751" fmla="*/ 25459 w 1093458"/>
                  <a:gd name="connsiteY751" fmla="*/ 90187 h 1687797"/>
                  <a:gd name="connsiteX752" fmla="*/ 25459 w 1093458"/>
                  <a:gd name="connsiteY752" fmla="*/ 95077 h 1687797"/>
                  <a:gd name="connsiteX753" fmla="*/ 28192 w 1093458"/>
                  <a:gd name="connsiteY753" fmla="*/ 97666 h 1687797"/>
                  <a:gd name="connsiteX754" fmla="*/ 28192 w 1093458"/>
                  <a:gd name="connsiteY754" fmla="*/ 105290 h 1687797"/>
                  <a:gd name="connsiteX755" fmla="*/ 30638 w 1093458"/>
                  <a:gd name="connsiteY755" fmla="*/ 105290 h 1687797"/>
                  <a:gd name="connsiteX756" fmla="*/ 30638 w 1093458"/>
                  <a:gd name="connsiteY756" fmla="*/ 111762 h 1687797"/>
                  <a:gd name="connsiteX757" fmla="*/ 33083 w 1093458"/>
                  <a:gd name="connsiteY757" fmla="*/ 111762 h 1687797"/>
                  <a:gd name="connsiteX758" fmla="*/ 30638 w 1093458"/>
                  <a:gd name="connsiteY758" fmla="*/ 114208 h 1687797"/>
                  <a:gd name="connsiteX759" fmla="*/ 30638 w 1093458"/>
                  <a:gd name="connsiteY759" fmla="*/ 121975 h 1687797"/>
                  <a:gd name="connsiteX760" fmla="*/ 28192 w 1093458"/>
                  <a:gd name="connsiteY760" fmla="*/ 121975 h 1687797"/>
                  <a:gd name="connsiteX761" fmla="*/ 28192 w 1093458"/>
                  <a:gd name="connsiteY761" fmla="*/ 132187 h 1687797"/>
                  <a:gd name="connsiteX762" fmla="*/ 25459 w 1093458"/>
                  <a:gd name="connsiteY762" fmla="*/ 132187 h 1687797"/>
                  <a:gd name="connsiteX763" fmla="*/ 25459 w 1093458"/>
                  <a:gd name="connsiteY763" fmla="*/ 140530 h 1687797"/>
                  <a:gd name="connsiteX764" fmla="*/ 22870 w 1093458"/>
                  <a:gd name="connsiteY764" fmla="*/ 143263 h 1687797"/>
                  <a:gd name="connsiteX765" fmla="*/ 22870 w 1093458"/>
                  <a:gd name="connsiteY765" fmla="*/ 145708 h 1687797"/>
                  <a:gd name="connsiteX766" fmla="*/ 20425 w 1093458"/>
                  <a:gd name="connsiteY766" fmla="*/ 145708 h 1687797"/>
                  <a:gd name="connsiteX767" fmla="*/ 20425 w 1093458"/>
                  <a:gd name="connsiteY767" fmla="*/ 148153 h 1687797"/>
                  <a:gd name="connsiteX768" fmla="*/ 17980 w 1093458"/>
                  <a:gd name="connsiteY768" fmla="*/ 150743 h 1687797"/>
                  <a:gd name="connsiteX769" fmla="*/ 28192 w 1093458"/>
                  <a:gd name="connsiteY769" fmla="*/ 150743 h 1687797"/>
                  <a:gd name="connsiteX770" fmla="*/ 30638 w 1093458"/>
                  <a:gd name="connsiteY770" fmla="*/ 148153 h 1687797"/>
                  <a:gd name="connsiteX771" fmla="*/ 38405 w 1093458"/>
                  <a:gd name="connsiteY771" fmla="*/ 148153 h 1687797"/>
                  <a:gd name="connsiteX772" fmla="*/ 38405 w 1093458"/>
                  <a:gd name="connsiteY772" fmla="*/ 145708 h 1687797"/>
                  <a:gd name="connsiteX773" fmla="*/ 61275 w 1093458"/>
                  <a:gd name="connsiteY773" fmla="*/ 145708 h 1687797"/>
                  <a:gd name="connsiteX774" fmla="*/ 61275 w 1093458"/>
                  <a:gd name="connsiteY774" fmla="*/ 143263 h 1687797"/>
                  <a:gd name="connsiteX775" fmla="*/ 71488 w 1093458"/>
                  <a:gd name="connsiteY775" fmla="*/ 143263 h 1687797"/>
                  <a:gd name="connsiteX776" fmla="*/ 71488 w 1093458"/>
                  <a:gd name="connsiteY776" fmla="*/ 145708 h 1687797"/>
                  <a:gd name="connsiteX777" fmla="*/ 76522 w 1093458"/>
                  <a:gd name="connsiteY777" fmla="*/ 145708 h 1687797"/>
                  <a:gd name="connsiteX778" fmla="*/ 79255 w 1093458"/>
                  <a:gd name="connsiteY778" fmla="*/ 148153 h 1687797"/>
                  <a:gd name="connsiteX779" fmla="*/ 81700 w 1093458"/>
                  <a:gd name="connsiteY779" fmla="*/ 148153 h 1687797"/>
                  <a:gd name="connsiteX780" fmla="*/ 84145 w 1093458"/>
                  <a:gd name="connsiteY780" fmla="*/ 145708 h 1687797"/>
                  <a:gd name="connsiteX781" fmla="*/ 86591 w 1093458"/>
                  <a:gd name="connsiteY781" fmla="*/ 145708 h 1687797"/>
                  <a:gd name="connsiteX782" fmla="*/ 86591 w 1093458"/>
                  <a:gd name="connsiteY782" fmla="*/ 143263 h 1687797"/>
                  <a:gd name="connsiteX783" fmla="*/ 89180 w 1093458"/>
                  <a:gd name="connsiteY783" fmla="*/ 143263 h 1687797"/>
                  <a:gd name="connsiteX784" fmla="*/ 91913 w 1093458"/>
                  <a:gd name="connsiteY784" fmla="*/ 140530 h 1687797"/>
                  <a:gd name="connsiteX785" fmla="*/ 94358 w 1093458"/>
                  <a:gd name="connsiteY785" fmla="*/ 140530 h 1687797"/>
                  <a:gd name="connsiteX786" fmla="*/ 94358 w 1093458"/>
                  <a:gd name="connsiteY786" fmla="*/ 135496 h 1687797"/>
                  <a:gd name="connsiteX787" fmla="*/ 96803 w 1093458"/>
                  <a:gd name="connsiteY787" fmla="*/ 135496 h 1687797"/>
                  <a:gd name="connsiteX788" fmla="*/ 96803 w 1093458"/>
                  <a:gd name="connsiteY788" fmla="*/ 130605 h 1687797"/>
                  <a:gd name="connsiteX789" fmla="*/ 99392 w 1093458"/>
                  <a:gd name="connsiteY789" fmla="*/ 127728 h 1687797"/>
                  <a:gd name="connsiteX790" fmla="*/ 99392 w 1093458"/>
                  <a:gd name="connsiteY790" fmla="*/ 125283 h 1687797"/>
                  <a:gd name="connsiteX791" fmla="*/ 102125 w 1093458"/>
                  <a:gd name="connsiteY791" fmla="*/ 125283 h 1687797"/>
                  <a:gd name="connsiteX792" fmla="*/ 102125 w 1093458"/>
                  <a:gd name="connsiteY792" fmla="*/ 120393 h 1687797"/>
                  <a:gd name="connsiteX793" fmla="*/ 104570 w 1093458"/>
                  <a:gd name="connsiteY793" fmla="*/ 122838 h 1687797"/>
                  <a:gd name="connsiteX794" fmla="*/ 107016 w 1093458"/>
                  <a:gd name="connsiteY794" fmla="*/ 125283 h 1687797"/>
                  <a:gd name="connsiteX795" fmla="*/ 112338 w 1093458"/>
                  <a:gd name="connsiteY795" fmla="*/ 125283 h 1687797"/>
                  <a:gd name="connsiteX796" fmla="*/ 114783 w 1093458"/>
                  <a:gd name="connsiteY796" fmla="*/ 122838 h 1687797"/>
                  <a:gd name="connsiteX797" fmla="*/ 117947 w 1093458"/>
                  <a:gd name="connsiteY797" fmla="*/ 122838 h 1687797"/>
                  <a:gd name="connsiteX798" fmla="*/ 117947 w 1093458"/>
                  <a:gd name="connsiteY798" fmla="*/ 120393 h 1687797"/>
                  <a:gd name="connsiteX799" fmla="*/ 120536 w 1093458"/>
                  <a:gd name="connsiteY799" fmla="*/ 120393 h 1687797"/>
                  <a:gd name="connsiteX800" fmla="*/ 120536 w 1093458"/>
                  <a:gd name="connsiteY800" fmla="*/ 115071 h 1687797"/>
                  <a:gd name="connsiteX801" fmla="*/ 117947 w 1093458"/>
                  <a:gd name="connsiteY801" fmla="*/ 115071 h 1687797"/>
                  <a:gd name="connsiteX802" fmla="*/ 117947 w 1093458"/>
                  <a:gd name="connsiteY802" fmla="*/ 110180 h 1687797"/>
                  <a:gd name="connsiteX803" fmla="*/ 130749 w 1093458"/>
                  <a:gd name="connsiteY803" fmla="*/ 110180 h 1687797"/>
                  <a:gd name="connsiteX804" fmla="*/ 132331 w 1093458"/>
                  <a:gd name="connsiteY804" fmla="*/ 111762 h 1687797"/>
                  <a:gd name="connsiteX805" fmla="*/ 139811 w 1093458"/>
                  <a:gd name="connsiteY805" fmla="*/ 111762 h 1687797"/>
                  <a:gd name="connsiteX806" fmla="*/ 139811 w 1093458"/>
                  <a:gd name="connsiteY806" fmla="*/ 114208 h 1687797"/>
                  <a:gd name="connsiteX807" fmla="*/ 142544 w 1093458"/>
                  <a:gd name="connsiteY807" fmla="*/ 114208 h 1687797"/>
                  <a:gd name="connsiteX808" fmla="*/ 142544 w 1093458"/>
                  <a:gd name="connsiteY808" fmla="*/ 111762 h 1687797"/>
                  <a:gd name="connsiteX809" fmla="*/ 170448 w 1093458"/>
                  <a:gd name="connsiteY809" fmla="*/ 111762 h 1687797"/>
                  <a:gd name="connsiteX810" fmla="*/ 172894 w 1093458"/>
                  <a:gd name="connsiteY810" fmla="*/ 114208 h 1687797"/>
                  <a:gd name="connsiteX811" fmla="*/ 172894 w 1093458"/>
                  <a:gd name="connsiteY811" fmla="*/ 116653 h 1687797"/>
                  <a:gd name="connsiteX812" fmla="*/ 175626 w 1093458"/>
                  <a:gd name="connsiteY812" fmla="*/ 119530 h 1687797"/>
                  <a:gd name="connsiteX813" fmla="*/ 175626 w 1093458"/>
                  <a:gd name="connsiteY813" fmla="*/ 124420 h 1687797"/>
                  <a:gd name="connsiteX814" fmla="*/ 178072 w 1093458"/>
                  <a:gd name="connsiteY814" fmla="*/ 124420 h 1687797"/>
                  <a:gd name="connsiteX815" fmla="*/ 178072 w 1093458"/>
                  <a:gd name="connsiteY815" fmla="*/ 137078 h 1687797"/>
                  <a:gd name="connsiteX816" fmla="*/ 180517 w 1093458"/>
                  <a:gd name="connsiteY816" fmla="*/ 137078 h 1687797"/>
                  <a:gd name="connsiteX817" fmla="*/ 180517 w 1093458"/>
                  <a:gd name="connsiteY817" fmla="*/ 140530 h 1687797"/>
                  <a:gd name="connsiteX818" fmla="*/ 183106 w 1093458"/>
                  <a:gd name="connsiteY818" fmla="*/ 143263 h 1687797"/>
                  <a:gd name="connsiteX819" fmla="*/ 183106 w 1093458"/>
                  <a:gd name="connsiteY819" fmla="*/ 148153 h 1687797"/>
                  <a:gd name="connsiteX820" fmla="*/ 180517 w 1093458"/>
                  <a:gd name="connsiteY820" fmla="*/ 150743 h 1687797"/>
                  <a:gd name="connsiteX821" fmla="*/ 180517 w 1093458"/>
                  <a:gd name="connsiteY821" fmla="*/ 155921 h 1687797"/>
                  <a:gd name="connsiteX822" fmla="*/ 178072 w 1093458"/>
                  <a:gd name="connsiteY822" fmla="*/ 155921 h 1687797"/>
                  <a:gd name="connsiteX823" fmla="*/ 178072 w 1093458"/>
                  <a:gd name="connsiteY823" fmla="*/ 158366 h 1687797"/>
                  <a:gd name="connsiteX824" fmla="*/ 172894 w 1093458"/>
                  <a:gd name="connsiteY824" fmla="*/ 158366 h 1687797"/>
                  <a:gd name="connsiteX825" fmla="*/ 172894 w 1093458"/>
                  <a:gd name="connsiteY825" fmla="*/ 163688 h 1687797"/>
                  <a:gd name="connsiteX826" fmla="*/ 175483 w 1093458"/>
                  <a:gd name="connsiteY826" fmla="*/ 163688 h 1687797"/>
                  <a:gd name="connsiteX827" fmla="*/ 175483 w 1093458"/>
                  <a:gd name="connsiteY827" fmla="*/ 168578 h 1687797"/>
                  <a:gd name="connsiteX828" fmla="*/ 172750 w 1093458"/>
                  <a:gd name="connsiteY828" fmla="*/ 168578 h 1687797"/>
                  <a:gd name="connsiteX829" fmla="*/ 172750 w 1093458"/>
                  <a:gd name="connsiteY829" fmla="*/ 178791 h 1687797"/>
                  <a:gd name="connsiteX830" fmla="*/ 175483 w 1093458"/>
                  <a:gd name="connsiteY830" fmla="*/ 181380 h 1687797"/>
                  <a:gd name="connsiteX831" fmla="*/ 177928 w 1093458"/>
                  <a:gd name="connsiteY831" fmla="*/ 184113 h 1687797"/>
                  <a:gd name="connsiteX832" fmla="*/ 180373 w 1093458"/>
                  <a:gd name="connsiteY832" fmla="*/ 184113 h 1687797"/>
                  <a:gd name="connsiteX833" fmla="*/ 180373 w 1093458"/>
                  <a:gd name="connsiteY833" fmla="*/ 186558 h 1687797"/>
                  <a:gd name="connsiteX834" fmla="*/ 182962 w 1093458"/>
                  <a:gd name="connsiteY834" fmla="*/ 186558 h 1687797"/>
                  <a:gd name="connsiteX835" fmla="*/ 182962 w 1093458"/>
                  <a:gd name="connsiteY835" fmla="*/ 200942 h 1687797"/>
                  <a:gd name="connsiteX836" fmla="*/ 185695 w 1093458"/>
                  <a:gd name="connsiteY836" fmla="*/ 200942 h 1687797"/>
                  <a:gd name="connsiteX837" fmla="*/ 185695 w 1093458"/>
                  <a:gd name="connsiteY837" fmla="*/ 203819 h 1687797"/>
                  <a:gd name="connsiteX838" fmla="*/ 188140 w 1093458"/>
                  <a:gd name="connsiteY838" fmla="*/ 203819 h 1687797"/>
                  <a:gd name="connsiteX839" fmla="*/ 188140 w 1093458"/>
                  <a:gd name="connsiteY839" fmla="*/ 206264 h 1687797"/>
                  <a:gd name="connsiteX840" fmla="*/ 190586 w 1093458"/>
                  <a:gd name="connsiteY840" fmla="*/ 206264 h 1687797"/>
                  <a:gd name="connsiteX841" fmla="*/ 190586 w 1093458"/>
                  <a:gd name="connsiteY841" fmla="*/ 218922 h 1687797"/>
                  <a:gd name="connsiteX842" fmla="*/ 188140 w 1093458"/>
                  <a:gd name="connsiteY842" fmla="*/ 218922 h 1687797"/>
                  <a:gd name="connsiteX843" fmla="*/ 188140 w 1093458"/>
                  <a:gd name="connsiteY843" fmla="*/ 221367 h 1687797"/>
                  <a:gd name="connsiteX844" fmla="*/ 185695 w 1093458"/>
                  <a:gd name="connsiteY844" fmla="*/ 224100 h 1687797"/>
                  <a:gd name="connsiteX845" fmla="*/ 188140 w 1093458"/>
                  <a:gd name="connsiteY845" fmla="*/ 224100 h 1687797"/>
                  <a:gd name="connsiteX846" fmla="*/ 188140 w 1093458"/>
                  <a:gd name="connsiteY846" fmla="*/ 226833 h 1687797"/>
                  <a:gd name="connsiteX847" fmla="*/ 190586 w 1093458"/>
                  <a:gd name="connsiteY847" fmla="*/ 226833 h 1687797"/>
                  <a:gd name="connsiteX848" fmla="*/ 190586 w 1093458"/>
                  <a:gd name="connsiteY848" fmla="*/ 229278 h 1687797"/>
                  <a:gd name="connsiteX849" fmla="*/ 188140 w 1093458"/>
                  <a:gd name="connsiteY849" fmla="*/ 229278 h 1687797"/>
                  <a:gd name="connsiteX850" fmla="*/ 188140 w 1093458"/>
                  <a:gd name="connsiteY850" fmla="*/ 239491 h 1687797"/>
                  <a:gd name="connsiteX851" fmla="*/ 190586 w 1093458"/>
                  <a:gd name="connsiteY851" fmla="*/ 241936 h 1687797"/>
                  <a:gd name="connsiteX852" fmla="*/ 190586 w 1093458"/>
                  <a:gd name="connsiteY852" fmla="*/ 244525 h 1687797"/>
                  <a:gd name="connsiteX853" fmla="*/ 193175 w 1093458"/>
                  <a:gd name="connsiteY853" fmla="*/ 244525 h 1687797"/>
                  <a:gd name="connsiteX854" fmla="*/ 193175 w 1093458"/>
                  <a:gd name="connsiteY854" fmla="*/ 247258 h 1687797"/>
                  <a:gd name="connsiteX855" fmla="*/ 195908 w 1093458"/>
                  <a:gd name="connsiteY855" fmla="*/ 247258 h 1687797"/>
                  <a:gd name="connsiteX856" fmla="*/ 195908 w 1093458"/>
                  <a:gd name="connsiteY856" fmla="*/ 252148 h 1687797"/>
                  <a:gd name="connsiteX857" fmla="*/ 198353 w 1093458"/>
                  <a:gd name="connsiteY857" fmla="*/ 252148 h 1687797"/>
                  <a:gd name="connsiteX858" fmla="*/ 198353 w 1093458"/>
                  <a:gd name="connsiteY858" fmla="*/ 255601 h 1687797"/>
                  <a:gd name="connsiteX859" fmla="*/ 200798 w 1093458"/>
                  <a:gd name="connsiteY859" fmla="*/ 258334 h 1687797"/>
                  <a:gd name="connsiteX860" fmla="*/ 200798 w 1093458"/>
                  <a:gd name="connsiteY860" fmla="*/ 260779 h 1687797"/>
                  <a:gd name="connsiteX861" fmla="*/ 204250 w 1093458"/>
                  <a:gd name="connsiteY861" fmla="*/ 260779 h 1687797"/>
                  <a:gd name="connsiteX862" fmla="*/ 204250 w 1093458"/>
                  <a:gd name="connsiteY862" fmla="*/ 265813 h 1687797"/>
                  <a:gd name="connsiteX863" fmla="*/ 206983 w 1093458"/>
                  <a:gd name="connsiteY863" fmla="*/ 268546 h 1687797"/>
                  <a:gd name="connsiteX864" fmla="*/ 206983 w 1093458"/>
                  <a:gd name="connsiteY864" fmla="*/ 282930 h 1687797"/>
                  <a:gd name="connsiteX865" fmla="*/ 209428 w 1093458"/>
                  <a:gd name="connsiteY865" fmla="*/ 285519 h 1687797"/>
                  <a:gd name="connsiteX866" fmla="*/ 209428 w 1093458"/>
                  <a:gd name="connsiteY866" fmla="*/ 290697 h 1687797"/>
                  <a:gd name="connsiteX867" fmla="*/ 211874 w 1093458"/>
                  <a:gd name="connsiteY867" fmla="*/ 293142 h 1687797"/>
                  <a:gd name="connsiteX868" fmla="*/ 211874 w 1093458"/>
                  <a:gd name="connsiteY868" fmla="*/ 298752 h 1687797"/>
                  <a:gd name="connsiteX869" fmla="*/ 214463 w 1093458"/>
                  <a:gd name="connsiteY869" fmla="*/ 301341 h 1687797"/>
                  <a:gd name="connsiteX870" fmla="*/ 214463 w 1093458"/>
                  <a:gd name="connsiteY870" fmla="*/ 306232 h 1687797"/>
                  <a:gd name="connsiteX871" fmla="*/ 211874 w 1093458"/>
                  <a:gd name="connsiteY871" fmla="*/ 306232 h 1687797"/>
                  <a:gd name="connsiteX872" fmla="*/ 211874 w 1093458"/>
                  <a:gd name="connsiteY872" fmla="*/ 308965 h 1687797"/>
                  <a:gd name="connsiteX873" fmla="*/ 209428 w 1093458"/>
                  <a:gd name="connsiteY873" fmla="*/ 308965 h 1687797"/>
                  <a:gd name="connsiteX874" fmla="*/ 209428 w 1093458"/>
                  <a:gd name="connsiteY874" fmla="*/ 324211 h 1687797"/>
                  <a:gd name="connsiteX875" fmla="*/ 211874 w 1093458"/>
                  <a:gd name="connsiteY875" fmla="*/ 326657 h 1687797"/>
                  <a:gd name="connsiteX876" fmla="*/ 211874 w 1093458"/>
                  <a:gd name="connsiteY876" fmla="*/ 336869 h 1687797"/>
                  <a:gd name="connsiteX877" fmla="*/ 214463 w 1093458"/>
                  <a:gd name="connsiteY877" fmla="*/ 339458 h 1687797"/>
                  <a:gd name="connsiteX878" fmla="*/ 214463 w 1093458"/>
                  <a:gd name="connsiteY878" fmla="*/ 344636 h 1687797"/>
                  <a:gd name="connsiteX879" fmla="*/ 211874 w 1093458"/>
                  <a:gd name="connsiteY879" fmla="*/ 347082 h 1687797"/>
                  <a:gd name="connsiteX880" fmla="*/ 211874 w 1093458"/>
                  <a:gd name="connsiteY880" fmla="*/ 362616 h 1687797"/>
                  <a:gd name="connsiteX881" fmla="*/ 214463 w 1093458"/>
                  <a:gd name="connsiteY881" fmla="*/ 365061 h 1687797"/>
                  <a:gd name="connsiteX882" fmla="*/ 214463 w 1093458"/>
                  <a:gd name="connsiteY882" fmla="*/ 377719 h 1687797"/>
                  <a:gd name="connsiteX883" fmla="*/ 217196 w 1093458"/>
                  <a:gd name="connsiteY883" fmla="*/ 377719 h 1687797"/>
                  <a:gd name="connsiteX884" fmla="*/ 217196 w 1093458"/>
                  <a:gd name="connsiteY884" fmla="*/ 426336 h 1687797"/>
                  <a:gd name="connsiteX885" fmla="*/ 219641 w 1093458"/>
                  <a:gd name="connsiteY885" fmla="*/ 428782 h 1687797"/>
                  <a:gd name="connsiteX886" fmla="*/ 219641 w 1093458"/>
                  <a:gd name="connsiteY886" fmla="*/ 441439 h 1687797"/>
                  <a:gd name="connsiteX887" fmla="*/ 222086 w 1093458"/>
                  <a:gd name="connsiteY887" fmla="*/ 444029 h 1687797"/>
                  <a:gd name="connsiteX888" fmla="*/ 222086 w 1093458"/>
                  <a:gd name="connsiteY888" fmla="*/ 459419 h 1687797"/>
                  <a:gd name="connsiteX889" fmla="*/ 219641 w 1093458"/>
                  <a:gd name="connsiteY889" fmla="*/ 459419 h 1687797"/>
                  <a:gd name="connsiteX890" fmla="*/ 219641 w 1093458"/>
                  <a:gd name="connsiteY890" fmla="*/ 461864 h 1687797"/>
                  <a:gd name="connsiteX891" fmla="*/ 217196 w 1093458"/>
                  <a:gd name="connsiteY891" fmla="*/ 461864 h 1687797"/>
                  <a:gd name="connsiteX892" fmla="*/ 217196 w 1093458"/>
                  <a:gd name="connsiteY892" fmla="*/ 464310 h 1687797"/>
                  <a:gd name="connsiteX893" fmla="*/ 214463 w 1093458"/>
                  <a:gd name="connsiteY893" fmla="*/ 464310 h 1687797"/>
                  <a:gd name="connsiteX894" fmla="*/ 211874 w 1093458"/>
                  <a:gd name="connsiteY894" fmla="*/ 467187 h 1687797"/>
                  <a:gd name="connsiteX895" fmla="*/ 209428 w 1093458"/>
                  <a:gd name="connsiteY895" fmla="*/ 469632 h 1687797"/>
                  <a:gd name="connsiteX896" fmla="*/ 211874 w 1093458"/>
                  <a:gd name="connsiteY896" fmla="*/ 469632 h 1687797"/>
                  <a:gd name="connsiteX897" fmla="*/ 211874 w 1093458"/>
                  <a:gd name="connsiteY897" fmla="*/ 471358 h 1687797"/>
                  <a:gd name="connsiteX898" fmla="*/ 214463 w 1093458"/>
                  <a:gd name="connsiteY898" fmla="*/ 471358 h 1687797"/>
                  <a:gd name="connsiteX899" fmla="*/ 214463 w 1093458"/>
                  <a:gd name="connsiteY899" fmla="*/ 473803 h 1687797"/>
                  <a:gd name="connsiteX900" fmla="*/ 217196 w 1093458"/>
                  <a:gd name="connsiteY900" fmla="*/ 473803 h 1687797"/>
                  <a:gd name="connsiteX901" fmla="*/ 217196 w 1093458"/>
                  <a:gd name="connsiteY901" fmla="*/ 476536 h 1687797"/>
                  <a:gd name="connsiteX902" fmla="*/ 219641 w 1093458"/>
                  <a:gd name="connsiteY902" fmla="*/ 476536 h 1687797"/>
                  <a:gd name="connsiteX903" fmla="*/ 222086 w 1093458"/>
                  <a:gd name="connsiteY903" fmla="*/ 479125 h 1687797"/>
                  <a:gd name="connsiteX904" fmla="*/ 224675 w 1093458"/>
                  <a:gd name="connsiteY904" fmla="*/ 481570 h 1687797"/>
                  <a:gd name="connsiteX905" fmla="*/ 224675 w 1093458"/>
                  <a:gd name="connsiteY905" fmla="*/ 484016 h 1687797"/>
                  <a:gd name="connsiteX906" fmla="*/ 222086 w 1093458"/>
                  <a:gd name="connsiteY906" fmla="*/ 484016 h 1687797"/>
                  <a:gd name="connsiteX907" fmla="*/ 222086 w 1093458"/>
                  <a:gd name="connsiteY907" fmla="*/ 486749 h 1687797"/>
                  <a:gd name="connsiteX908" fmla="*/ 219641 w 1093458"/>
                  <a:gd name="connsiteY908" fmla="*/ 486749 h 1687797"/>
                  <a:gd name="connsiteX909" fmla="*/ 219641 w 1093458"/>
                  <a:gd name="connsiteY909" fmla="*/ 489338 h 1687797"/>
                  <a:gd name="connsiteX910" fmla="*/ 217196 w 1093458"/>
                  <a:gd name="connsiteY910" fmla="*/ 491783 h 1687797"/>
                  <a:gd name="connsiteX911" fmla="*/ 217196 w 1093458"/>
                  <a:gd name="connsiteY911" fmla="*/ 494228 h 1687797"/>
                  <a:gd name="connsiteX912" fmla="*/ 214463 w 1093458"/>
                  <a:gd name="connsiteY912" fmla="*/ 494228 h 1687797"/>
                  <a:gd name="connsiteX913" fmla="*/ 214463 w 1093458"/>
                  <a:gd name="connsiteY913" fmla="*/ 500126 h 1687797"/>
                  <a:gd name="connsiteX914" fmla="*/ 217196 w 1093458"/>
                  <a:gd name="connsiteY914" fmla="*/ 500126 h 1687797"/>
                  <a:gd name="connsiteX915" fmla="*/ 217196 w 1093458"/>
                  <a:gd name="connsiteY915" fmla="*/ 505016 h 1687797"/>
                  <a:gd name="connsiteX916" fmla="*/ 219641 w 1093458"/>
                  <a:gd name="connsiteY916" fmla="*/ 505016 h 1687797"/>
                  <a:gd name="connsiteX917" fmla="*/ 219641 w 1093458"/>
                  <a:gd name="connsiteY917" fmla="*/ 507605 h 1687797"/>
                  <a:gd name="connsiteX918" fmla="*/ 222086 w 1093458"/>
                  <a:gd name="connsiteY918" fmla="*/ 507605 h 1687797"/>
                  <a:gd name="connsiteX919" fmla="*/ 222086 w 1093458"/>
                  <a:gd name="connsiteY919" fmla="*/ 510338 h 1687797"/>
                  <a:gd name="connsiteX920" fmla="*/ 224675 w 1093458"/>
                  <a:gd name="connsiteY920" fmla="*/ 510338 h 1687797"/>
                  <a:gd name="connsiteX921" fmla="*/ 224675 w 1093458"/>
                  <a:gd name="connsiteY921" fmla="*/ 512783 h 1687797"/>
                  <a:gd name="connsiteX922" fmla="*/ 222086 w 1093458"/>
                  <a:gd name="connsiteY922" fmla="*/ 512783 h 1687797"/>
                  <a:gd name="connsiteX923" fmla="*/ 222086 w 1093458"/>
                  <a:gd name="connsiteY923" fmla="*/ 514509 h 1687797"/>
                  <a:gd name="connsiteX924" fmla="*/ 219641 w 1093458"/>
                  <a:gd name="connsiteY924" fmla="*/ 514509 h 1687797"/>
                  <a:gd name="connsiteX925" fmla="*/ 219641 w 1093458"/>
                  <a:gd name="connsiteY925" fmla="*/ 530044 h 1687797"/>
                  <a:gd name="connsiteX926" fmla="*/ 217196 w 1093458"/>
                  <a:gd name="connsiteY926" fmla="*/ 530044 h 1687797"/>
                  <a:gd name="connsiteX927" fmla="*/ 217196 w 1093458"/>
                  <a:gd name="connsiteY927" fmla="*/ 532489 h 1687797"/>
                  <a:gd name="connsiteX928" fmla="*/ 219641 w 1093458"/>
                  <a:gd name="connsiteY928" fmla="*/ 532489 h 1687797"/>
                  <a:gd name="connsiteX929" fmla="*/ 219641 w 1093458"/>
                  <a:gd name="connsiteY929" fmla="*/ 534934 h 1687797"/>
                  <a:gd name="connsiteX930" fmla="*/ 227408 w 1093458"/>
                  <a:gd name="connsiteY930" fmla="*/ 534934 h 1687797"/>
                  <a:gd name="connsiteX931" fmla="*/ 227408 w 1093458"/>
                  <a:gd name="connsiteY931" fmla="*/ 537380 h 1687797"/>
                  <a:gd name="connsiteX932" fmla="*/ 232299 w 1093458"/>
                  <a:gd name="connsiteY932" fmla="*/ 537380 h 1687797"/>
                  <a:gd name="connsiteX933" fmla="*/ 232299 w 1093458"/>
                  <a:gd name="connsiteY933" fmla="*/ 543277 h 1687797"/>
                  <a:gd name="connsiteX934" fmla="*/ 234888 w 1093458"/>
                  <a:gd name="connsiteY934" fmla="*/ 543277 h 1687797"/>
                  <a:gd name="connsiteX935" fmla="*/ 234888 w 1093458"/>
                  <a:gd name="connsiteY935" fmla="*/ 548167 h 1687797"/>
                  <a:gd name="connsiteX936" fmla="*/ 237333 w 1093458"/>
                  <a:gd name="connsiteY936" fmla="*/ 548167 h 1687797"/>
                  <a:gd name="connsiteX937" fmla="*/ 237333 w 1093458"/>
                  <a:gd name="connsiteY937" fmla="*/ 551044 h 1687797"/>
                  <a:gd name="connsiteX938" fmla="*/ 240066 w 1093458"/>
                  <a:gd name="connsiteY938" fmla="*/ 551044 h 1687797"/>
                  <a:gd name="connsiteX939" fmla="*/ 240066 w 1093458"/>
                  <a:gd name="connsiteY939" fmla="*/ 555935 h 1687797"/>
                  <a:gd name="connsiteX940" fmla="*/ 242511 w 1093458"/>
                  <a:gd name="connsiteY940" fmla="*/ 555935 h 1687797"/>
                  <a:gd name="connsiteX941" fmla="*/ 242511 w 1093458"/>
                  <a:gd name="connsiteY941" fmla="*/ 558380 h 1687797"/>
                  <a:gd name="connsiteX942" fmla="*/ 245100 w 1093458"/>
                  <a:gd name="connsiteY942" fmla="*/ 558380 h 1687797"/>
                  <a:gd name="connsiteX943" fmla="*/ 245100 w 1093458"/>
                  <a:gd name="connsiteY943" fmla="*/ 561113 h 1687797"/>
                  <a:gd name="connsiteX944" fmla="*/ 247546 w 1093458"/>
                  <a:gd name="connsiteY944" fmla="*/ 563702 h 1687797"/>
                  <a:gd name="connsiteX945" fmla="*/ 247546 w 1093458"/>
                  <a:gd name="connsiteY945" fmla="*/ 566147 h 1687797"/>
                  <a:gd name="connsiteX946" fmla="*/ 250278 w 1093458"/>
                  <a:gd name="connsiteY946" fmla="*/ 566147 h 1687797"/>
                  <a:gd name="connsiteX947" fmla="*/ 250278 w 1093458"/>
                  <a:gd name="connsiteY947" fmla="*/ 572045 h 1687797"/>
                  <a:gd name="connsiteX948" fmla="*/ 252724 w 1093458"/>
                  <a:gd name="connsiteY948" fmla="*/ 574634 h 1687797"/>
                  <a:gd name="connsiteX949" fmla="*/ 255313 w 1093458"/>
                  <a:gd name="connsiteY949" fmla="*/ 574634 h 1687797"/>
                  <a:gd name="connsiteX950" fmla="*/ 255313 w 1093458"/>
                  <a:gd name="connsiteY950" fmla="*/ 577079 h 1687797"/>
                  <a:gd name="connsiteX951" fmla="*/ 257758 w 1093458"/>
                  <a:gd name="connsiteY951" fmla="*/ 577079 h 1687797"/>
                  <a:gd name="connsiteX952" fmla="*/ 257758 w 1093458"/>
                  <a:gd name="connsiteY952" fmla="*/ 579524 h 1687797"/>
                  <a:gd name="connsiteX953" fmla="*/ 260491 w 1093458"/>
                  <a:gd name="connsiteY953" fmla="*/ 579524 h 1687797"/>
                  <a:gd name="connsiteX954" fmla="*/ 262936 w 1093458"/>
                  <a:gd name="connsiteY954" fmla="*/ 582113 h 1687797"/>
                  <a:gd name="connsiteX955" fmla="*/ 265382 w 1093458"/>
                  <a:gd name="connsiteY955" fmla="*/ 582113 h 1687797"/>
                  <a:gd name="connsiteX956" fmla="*/ 265382 w 1093458"/>
                  <a:gd name="connsiteY956" fmla="*/ 584846 h 1687797"/>
                  <a:gd name="connsiteX957" fmla="*/ 267971 w 1093458"/>
                  <a:gd name="connsiteY957" fmla="*/ 584846 h 1687797"/>
                  <a:gd name="connsiteX958" fmla="*/ 267971 w 1093458"/>
                  <a:gd name="connsiteY958" fmla="*/ 592326 h 1687797"/>
                  <a:gd name="connsiteX959" fmla="*/ 270704 w 1093458"/>
                  <a:gd name="connsiteY959" fmla="*/ 592326 h 1687797"/>
                  <a:gd name="connsiteX960" fmla="*/ 270704 w 1093458"/>
                  <a:gd name="connsiteY960" fmla="*/ 597504 h 1687797"/>
                  <a:gd name="connsiteX961" fmla="*/ 273149 w 1093458"/>
                  <a:gd name="connsiteY961" fmla="*/ 599949 h 1687797"/>
                  <a:gd name="connsiteX962" fmla="*/ 273149 w 1093458"/>
                  <a:gd name="connsiteY962" fmla="*/ 602538 h 1687797"/>
                  <a:gd name="connsiteX963" fmla="*/ 278183 w 1093458"/>
                  <a:gd name="connsiteY963" fmla="*/ 602538 h 1687797"/>
                  <a:gd name="connsiteX964" fmla="*/ 278183 w 1093458"/>
                  <a:gd name="connsiteY964" fmla="*/ 617929 h 1687797"/>
                  <a:gd name="connsiteX965" fmla="*/ 280916 w 1093458"/>
                  <a:gd name="connsiteY965" fmla="*/ 617929 h 1687797"/>
                  <a:gd name="connsiteX966" fmla="*/ 280916 w 1093458"/>
                  <a:gd name="connsiteY966" fmla="*/ 620374 h 1687797"/>
                  <a:gd name="connsiteX967" fmla="*/ 283361 w 1093458"/>
                  <a:gd name="connsiteY967" fmla="*/ 620374 h 1687797"/>
                  <a:gd name="connsiteX968" fmla="*/ 283361 w 1093458"/>
                  <a:gd name="connsiteY968" fmla="*/ 622963 h 1687797"/>
                  <a:gd name="connsiteX969" fmla="*/ 285807 w 1093458"/>
                  <a:gd name="connsiteY969" fmla="*/ 622963 h 1687797"/>
                  <a:gd name="connsiteX970" fmla="*/ 285807 w 1093458"/>
                  <a:gd name="connsiteY970" fmla="*/ 625696 h 1687797"/>
                  <a:gd name="connsiteX971" fmla="*/ 296019 w 1093458"/>
                  <a:gd name="connsiteY971" fmla="*/ 625696 h 1687797"/>
                  <a:gd name="connsiteX972" fmla="*/ 296019 w 1093458"/>
                  <a:gd name="connsiteY972" fmla="*/ 640080 h 1687797"/>
                  <a:gd name="connsiteX973" fmla="*/ 293574 w 1093458"/>
                  <a:gd name="connsiteY973" fmla="*/ 640080 h 1687797"/>
                  <a:gd name="connsiteX974" fmla="*/ 293574 w 1093458"/>
                  <a:gd name="connsiteY974" fmla="*/ 645258 h 1687797"/>
                  <a:gd name="connsiteX975" fmla="*/ 291129 w 1093458"/>
                  <a:gd name="connsiteY975" fmla="*/ 647847 h 1687797"/>
                  <a:gd name="connsiteX976" fmla="*/ 291129 w 1093458"/>
                  <a:gd name="connsiteY976" fmla="*/ 650293 h 1687797"/>
                  <a:gd name="connsiteX977" fmla="*/ 288396 w 1093458"/>
                  <a:gd name="connsiteY977" fmla="*/ 650293 h 1687797"/>
                  <a:gd name="connsiteX978" fmla="*/ 288396 w 1093458"/>
                  <a:gd name="connsiteY978" fmla="*/ 652738 h 1687797"/>
                  <a:gd name="connsiteX979" fmla="*/ 285807 w 1093458"/>
                  <a:gd name="connsiteY979" fmla="*/ 652738 h 1687797"/>
                  <a:gd name="connsiteX980" fmla="*/ 285807 w 1093458"/>
                  <a:gd name="connsiteY980" fmla="*/ 655471 h 1687797"/>
                  <a:gd name="connsiteX981" fmla="*/ 280916 w 1093458"/>
                  <a:gd name="connsiteY981" fmla="*/ 655471 h 1687797"/>
                  <a:gd name="connsiteX982" fmla="*/ 280916 w 1093458"/>
                  <a:gd name="connsiteY982" fmla="*/ 658348 h 1687797"/>
                  <a:gd name="connsiteX983" fmla="*/ 278183 w 1093458"/>
                  <a:gd name="connsiteY983" fmla="*/ 658348 h 1687797"/>
                  <a:gd name="connsiteX984" fmla="*/ 278183 w 1093458"/>
                  <a:gd name="connsiteY984" fmla="*/ 660793 h 1687797"/>
                  <a:gd name="connsiteX985" fmla="*/ 275594 w 1093458"/>
                  <a:gd name="connsiteY985" fmla="*/ 660793 h 1687797"/>
                  <a:gd name="connsiteX986" fmla="*/ 275594 w 1093458"/>
                  <a:gd name="connsiteY986" fmla="*/ 671005 h 1687797"/>
                  <a:gd name="connsiteX987" fmla="*/ 273149 w 1093458"/>
                  <a:gd name="connsiteY987" fmla="*/ 673451 h 1687797"/>
                  <a:gd name="connsiteX988" fmla="*/ 273149 w 1093458"/>
                  <a:gd name="connsiteY988" fmla="*/ 676040 h 1687797"/>
                  <a:gd name="connsiteX989" fmla="*/ 270704 w 1093458"/>
                  <a:gd name="connsiteY989" fmla="*/ 678773 h 1687797"/>
                  <a:gd name="connsiteX990" fmla="*/ 270704 w 1093458"/>
                  <a:gd name="connsiteY990" fmla="*/ 688985 h 1687797"/>
                  <a:gd name="connsiteX991" fmla="*/ 267971 w 1093458"/>
                  <a:gd name="connsiteY991" fmla="*/ 688985 h 1687797"/>
                  <a:gd name="connsiteX992" fmla="*/ 270704 w 1093458"/>
                  <a:gd name="connsiteY992" fmla="*/ 691430 h 1687797"/>
                  <a:gd name="connsiteX993" fmla="*/ 270704 w 1093458"/>
                  <a:gd name="connsiteY993" fmla="*/ 696465 h 1687797"/>
                  <a:gd name="connsiteX994" fmla="*/ 267971 w 1093458"/>
                  <a:gd name="connsiteY994" fmla="*/ 699198 h 1687797"/>
                  <a:gd name="connsiteX995" fmla="*/ 267971 w 1093458"/>
                  <a:gd name="connsiteY995" fmla="*/ 706677 h 1687797"/>
                  <a:gd name="connsiteX996" fmla="*/ 265382 w 1093458"/>
                  <a:gd name="connsiteY996" fmla="*/ 706677 h 1687797"/>
                  <a:gd name="connsiteX997" fmla="*/ 265382 w 1093458"/>
                  <a:gd name="connsiteY997" fmla="*/ 709410 h 1687797"/>
                  <a:gd name="connsiteX998" fmla="*/ 267971 w 1093458"/>
                  <a:gd name="connsiteY998" fmla="*/ 709410 h 1687797"/>
                  <a:gd name="connsiteX999" fmla="*/ 267971 w 1093458"/>
                  <a:gd name="connsiteY999" fmla="*/ 714301 h 1687797"/>
                  <a:gd name="connsiteX1000" fmla="*/ 265382 w 1093458"/>
                  <a:gd name="connsiteY1000" fmla="*/ 714301 h 1687797"/>
                  <a:gd name="connsiteX1001" fmla="*/ 262936 w 1093458"/>
                  <a:gd name="connsiteY1001" fmla="*/ 716746 h 1687797"/>
                  <a:gd name="connsiteX1002" fmla="*/ 260491 w 1093458"/>
                  <a:gd name="connsiteY1002" fmla="*/ 716746 h 1687797"/>
                  <a:gd name="connsiteX1003" fmla="*/ 257758 w 1093458"/>
                  <a:gd name="connsiteY1003" fmla="*/ 719623 h 1687797"/>
                  <a:gd name="connsiteX1004" fmla="*/ 255313 w 1093458"/>
                  <a:gd name="connsiteY1004" fmla="*/ 719623 h 1687797"/>
                  <a:gd name="connsiteX1005" fmla="*/ 255313 w 1093458"/>
                  <a:gd name="connsiteY1005" fmla="*/ 722068 h 1687797"/>
                  <a:gd name="connsiteX1006" fmla="*/ 252724 w 1093458"/>
                  <a:gd name="connsiteY1006" fmla="*/ 722068 h 1687797"/>
                  <a:gd name="connsiteX1007" fmla="*/ 250278 w 1093458"/>
                  <a:gd name="connsiteY1007" fmla="*/ 724513 h 1687797"/>
                  <a:gd name="connsiteX1008" fmla="*/ 250278 w 1093458"/>
                  <a:gd name="connsiteY1008" fmla="*/ 726958 h 1687797"/>
                  <a:gd name="connsiteX1009" fmla="*/ 247402 w 1093458"/>
                  <a:gd name="connsiteY1009" fmla="*/ 726958 h 1687797"/>
                  <a:gd name="connsiteX1010" fmla="*/ 247402 w 1093458"/>
                  <a:gd name="connsiteY1010" fmla="*/ 742493 h 1687797"/>
                  <a:gd name="connsiteX1011" fmla="*/ 250135 w 1093458"/>
                  <a:gd name="connsiteY1011" fmla="*/ 742493 h 1687797"/>
                  <a:gd name="connsiteX1012" fmla="*/ 250135 w 1093458"/>
                  <a:gd name="connsiteY1012" fmla="*/ 739904 h 1687797"/>
                  <a:gd name="connsiteX1013" fmla="*/ 252580 w 1093458"/>
                  <a:gd name="connsiteY1013" fmla="*/ 739904 h 1687797"/>
                  <a:gd name="connsiteX1014" fmla="*/ 255169 w 1093458"/>
                  <a:gd name="connsiteY1014" fmla="*/ 737171 h 1687797"/>
                  <a:gd name="connsiteX1015" fmla="*/ 257614 w 1093458"/>
                  <a:gd name="connsiteY1015" fmla="*/ 734726 h 1687797"/>
                  <a:gd name="connsiteX1016" fmla="*/ 260347 w 1093458"/>
                  <a:gd name="connsiteY1016" fmla="*/ 732280 h 1687797"/>
                  <a:gd name="connsiteX1017" fmla="*/ 262792 w 1093458"/>
                  <a:gd name="connsiteY1017" fmla="*/ 729691 h 1687797"/>
                  <a:gd name="connsiteX1018" fmla="*/ 265238 w 1093458"/>
                  <a:gd name="connsiteY1018" fmla="*/ 729691 h 1687797"/>
                  <a:gd name="connsiteX1019" fmla="*/ 262792 w 1093458"/>
                  <a:gd name="connsiteY1019" fmla="*/ 732280 h 1687797"/>
                  <a:gd name="connsiteX1020" fmla="*/ 260347 w 1093458"/>
                  <a:gd name="connsiteY1020" fmla="*/ 734726 h 1687797"/>
                  <a:gd name="connsiteX1021" fmla="*/ 257614 w 1093458"/>
                  <a:gd name="connsiteY1021" fmla="*/ 737171 h 1687797"/>
                  <a:gd name="connsiteX1022" fmla="*/ 255169 w 1093458"/>
                  <a:gd name="connsiteY1022" fmla="*/ 739904 h 1687797"/>
                  <a:gd name="connsiteX1023" fmla="*/ 255169 w 1093458"/>
                  <a:gd name="connsiteY1023" fmla="*/ 742493 h 1687797"/>
                  <a:gd name="connsiteX1024" fmla="*/ 252580 w 1093458"/>
                  <a:gd name="connsiteY1024" fmla="*/ 744938 h 1687797"/>
                  <a:gd name="connsiteX1025" fmla="*/ 247402 w 1093458"/>
                  <a:gd name="connsiteY1025" fmla="*/ 744938 h 1687797"/>
                  <a:gd name="connsiteX1026" fmla="*/ 247402 w 1093458"/>
                  <a:gd name="connsiteY1026" fmla="*/ 747383 h 1687797"/>
                  <a:gd name="connsiteX1027" fmla="*/ 244956 w 1093458"/>
                  <a:gd name="connsiteY1027" fmla="*/ 747383 h 1687797"/>
                  <a:gd name="connsiteX1028" fmla="*/ 244956 w 1093458"/>
                  <a:gd name="connsiteY1028" fmla="*/ 750116 h 1687797"/>
                  <a:gd name="connsiteX1029" fmla="*/ 242367 w 1093458"/>
                  <a:gd name="connsiteY1029" fmla="*/ 750116 h 1687797"/>
                  <a:gd name="connsiteX1030" fmla="*/ 239922 w 1093458"/>
                  <a:gd name="connsiteY1030" fmla="*/ 752705 h 1687797"/>
                  <a:gd name="connsiteX1031" fmla="*/ 237189 w 1093458"/>
                  <a:gd name="connsiteY1031" fmla="*/ 752705 h 1687797"/>
                  <a:gd name="connsiteX1032" fmla="*/ 237189 w 1093458"/>
                  <a:gd name="connsiteY1032" fmla="*/ 755151 h 1687797"/>
                  <a:gd name="connsiteX1033" fmla="*/ 242367 w 1093458"/>
                  <a:gd name="connsiteY1033" fmla="*/ 755151 h 1687797"/>
                  <a:gd name="connsiteX1034" fmla="*/ 242367 w 1093458"/>
                  <a:gd name="connsiteY1034" fmla="*/ 752705 h 1687797"/>
                  <a:gd name="connsiteX1035" fmla="*/ 244956 w 1093458"/>
                  <a:gd name="connsiteY1035" fmla="*/ 752705 h 1687797"/>
                  <a:gd name="connsiteX1036" fmla="*/ 244956 w 1093458"/>
                  <a:gd name="connsiteY1036" fmla="*/ 755151 h 1687797"/>
                  <a:gd name="connsiteX1037" fmla="*/ 242367 w 1093458"/>
                  <a:gd name="connsiteY1037" fmla="*/ 755151 h 1687797"/>
                  <a:gd name="connsiteX1038" fmla="*/ 239922 w 1093458"/>
                  <a:gd name="connsiteY1038" fmla="*/ 757596 h 1687797"/>
                  <a:gd name="connsiteX1039" fmla="*/ 234744 w 1093458"/>
                  <a:gd name="connsiteY1039" fmla="*/ 757596 h 1687797"/>
                  <a:gd name="connsiteX1040" fmla="*/ 234744 w 1093458"/>
                  <a:gd name="connsiteY1040" fmla="*/ 760185 h 1687797"/>
                  <a:gd name="connsiteX1041" fmla="*/ 232155 w 1093458"/>
                  <a:gd name="connsiteY1041" fmla="*/ 760185 h 1687797"/>
                  <a:gd name="connsiteX1042" fmla="*/ 232155 w 1093458"/>
                  <a:gd name="connsiteY1042" fmla="*/ 757596 h 1687797"/>
                  <a:gd name="connsiteX1043" fmla="*/ 229710 w 1093458"/>
                  <a:gd name="connsiteY1043" fmla="*/ 757596 h 1687797"/>
                  <a:gd name="connsiteX1044" fmla="*/ 229710 w 1093458"/>
                  <a:gd name="connsiteY1044" fmla="*/ 760185 h 1687797"/>
                  <a:gd name="connsiteX1045" fmla="*/ 221942 w 1093458"/>
                  <a:gd name="connsiteY1045" fmla="*/ 760185 h 1687797"/>
                  <a:gd name="connsiteX1046" fmla="*/ 221942 w 1093458"/>
                  <a:gd name="connsiteY1046" fmla="*/ 762918 h 1687797"/>
                  <a:gd name="connsiteX1047" fmla="*/ 219497 w 1093458"/>
                  <a:gd name="connsiteY1047" fmla="*/ 762918 h 1687797"/>
                  <a:gd name="connsiteX1048" fmla="*/ 219497 w 1093458"/>
                  <a:gd name="connsiteY1048" fmla="*/ 767808 h 1687797"/>
                  <a:gd name="connsiteX1049" fmla="*/ 217052 w 1093458"/>
                  <a:gd name="connsiteY1049" fmla="*/ 767808 h 1687797"/>
                  <a:gd name="connsiteX1050" fmla="*/ 217052 w 1093458"/>
                  <a:gd name="connsiteY1050" fmla="*/ 770397 h 1687797"/>
                  <a:gd name="connsiteX1051" fmla="*/ 211730 w 1093458"/>
                  <a:gd name="connsiteY1051" fmla="*/ 770397 h 1687797"/>
                  <a:gd name="connsiteX1052" fmla="*/ 211730 w 1093458"/>
                  <a:gd name="connsiteY1052" fmla="*/ 778021 h 1687797"/>
                  <a:gd name="connsiteX1053" fmla="*/ 209285 w 1093458"/>
                  <a:gd name="connsiteY1053" fmla="*/ 778021 h 1687797"/>
                  <a:gd name="connsiteX1054" fmla="*/ 209285 w 1093458"/>
                  <a:gd name="connsiteY1054" fmla="*/ 780610 h 1687797"/>
                  <a:gd name="connsiteX1055" fmla="*/ 206839 w 1093458"/>
                  <a:gd name="connsiteY1055" fmla="*/ 780610 h 1687797"/>
                  <a:gd name="connsiteX1056" fmla="*/ 206839 w 1093458"/>
                  <a:gd name="connsiteY1056" fmla="*/ 787802 h 1687797"/>
                  <a:gd name="connsiteX1057" fmla="*/ 201373 w 1093458"/>
                  <a:gd name="connsiteY1057" fmla="*/ 787802 h 1687797"/>
                  <a:gd name="connsiteX1058" fmla="*/ 201373 w 1093458"/>
                  <a:gd name="connsiteY1058" fmla="*/ 790391 h 1687797"/>
                  <a:gd name="connsiteX1059" fmla="*/ 198928 w 1093458"/>
                  <a:gd name="connsiteY1059" fmla="*/ 790391 h 1687797"/>
                  <a:gd name="connsiteX1060" fmla="*/ 198928 w 1093458"/>
                  <a:gd name="connsiteY1060" fmla="*/ 800460 h 1687797"/>
                  <a:gd name="connsiteX1061" fmla="*/ 196483 w 1093458"/>
                  <a:gd name="connsiteY1061" fmla="*/ 800460 h 1687797"/>
                  <a:gd name="connsiteX1062" fmla="*/ 196483 w 1093458"/>
                  <a:gd name="connsiteY1062" fmla="*/ 808227 h 1687797"/>
                  <a:gd name="connsiteX1063" fmla="*/ 198928 w 1093458"/>
                  <a:gd name="connsiteY1063" fmla="*/ 808227 h 1687797"/>
                  <a:gd name="connsiteX1064" fmla="*/ 198928 w 1093458"/>
                  <a:gd name="connsiteY1064" fmla="*/ 810672 h 1687797"/>
                  <a:gd name="connsiteX1065" fmla="*/ 201373 w 1093458"/>
                  <a:gd name="connsiteY1065" fmla="*/ 810672 h 1687797"/>
                  <a:gd name="connsiteX1066" fmla="*/ 201373 w 1093458"/>
                  <a:gd name="connsiteY1066" fmla="*/ 818440 h 1687797"/>
                  <a:gd name="connsiteX1067" fmla="*/ 206696 w 1093458"/>
                  <a:gd name="connsiteY1067" fmla="*/ 818440 h 1687797"/>
                  <a:gd name="connsiteX1068" fmla="*/ 206696 w 1093458"/>
                  <a:gd name="connsiteY1068" fmla="*/ 820885 h 1687797"/>
                  <a:gd name="connsiteX1069" fmla="*/ 209141 w 1093458"/>
                  <a:gd name="connsiteY1069" fmla="*/ 823618 h 1687797"/>
                  <a:gd name="connsiteX1070" fmla="*/ 204250 w 1093458"/>
                  <a:gd name="connsiteY1070" fmla="*/ 823618 h 1687797"/>
                  <a:gd name="connsiteX1071" fmla="*/ 204250 w 1093458"/>
                  <a:gd name="connsiteY1071" fmla="*/ 820885 h 1687797"/>
                  <a:gd name="connsiteX1072" fmla="*/ 201373 w 1093458"/>
                  <a:gd name="connsiteY1072" fmla="*/ 820885 h 1687797"/>
                  <a:gd name="connsiteX1073" fmla="*/ 201373 w 1093458"/>
                  <a:gd name="connsiteY1073" fmla="*/ 826207 h 1687797"/>
                  <a:gd name="connsiteX1074" fmla="*/ 211586 w 1093458"/>
                  <a:gd name="connsiteY1074" fmla="*/ 826207 h 1687797"/>
                  <a:gd name="connsiteX1075" fmla="*/ 211586 w 1093458"/>
                  <a:gd name="connsiteY1075" fmla="*/ 830953 h 1687797"/>
                  <a:gd name="connsiteX1076" fmla="*/ 209141 w 1093458"/>
                  <a:gd name="connsiteY1076" fmla="*/ 833686 h 1687797"/>
                  <a:gd name="connsiteX1077" fmla="*/ 209141 w 1093458"/>
                  <a:gd name="connsiteY1077" fmla="*/ 836275 h 1687797"/>
                  <a:gd name="connsiteX1078" fmla="*/ 206696 w 1093458"/>
                  <a:gd name="connsiteY1078" fmla="*/ 838721 h 1687797"/>
                  <a:gd name="connsiteX1079" fmla="*/ 206696 w 1093458"/>
                  <a:gd name="connsiteY1079" fmla="*/ 843755 h 1687797"/>
                  <a:gd name="connsiteX1080" fmla="*/ 204250 w 1093458"/>
                  <a:gd name="connsiteY1080" fmla="*/ 843755 h 1687797"/>
                  <a:gd name="connsiteX1081" fmla="*/ 204250 w 1093458"/>
                  <a:gd name="connsiteY1081" fmla="*/ 859721 h 1687797"/>
                  <a:gd name="connsiteX1082" fmla="*/ 206983 w 1093458"/>
                  <a:gd name="connsiteY1082" fmla="*/ 859721 h 1687797"/>
                  <a:gd name="connsiteX1083" fmla="*/ 204250 w 1093458"/>
                  <a:gd name="connsiteY1083" fmla="*/ 862166 h 1687797"/>
                  <a:gd name="connsiteX1084" fmla="*/ 206983 w 1093458"/>
                  <a:gd name="connsiteY1084" fmla="*/ 862166 h 1687797"/>
                  <a:gd name="connsiteX1085" fmla="*/ 206983 w 1093458"/>
                  <a:gd name="connsiteY1085" fmla="*/ 864755 h 1687797"/>
                  <a:gd name="connsiteX1086" fmla="*/ 209428 w 1093458"/>
                  <a:gd name="connsiteY1086" fmla="*/ 864755 h 1687797"/>
                  <a:gd name="connsiteX1087" fmla="*/ 209428 w 1093458"/>
                  <a:gd name="connsiteY1087" fmla="*/ 867488 h 1687797"/>
                  <a:gd name="connsiteX1088" fmla="*/ 206983 w 1093458"/>
                  <a:gd name="connsiteY1088" fmla="*/ 867488 h 1687797"/>
                  <a:gd name="connsiteX1089" fmla="*/ 206983 w 1093458"/>
                  <a:gd name="connsiteY1089" fmla="*/ 869934 h 1687797"/>
                  <a:gd name="connsiteX1090" fmla="*/ 209428 w 1093458"/>
                  <a:gd name="connsiteY1090" fmla="*/ 869934 h 1687797"/>
                  <a:gd name="connsiteX1091" fmla="*/ 209428 w 1093458"/>
                  <a:gd name="connsiteY1091" fmla="*/ 874105 h 1687797"/>
                  <a:gd name="connsiteX1092" fmla="*/ 211874 w 1093458"/>
                  <a:gd name="connsiteY1092" fmla="*/ 874105 h 1687797"/>
                  <a:gd name="connsiteX1093" fmla="*/ 211874 w 1093458"/>
                  <a:gd name="connsiteY1093" fmla="*/ 879283 h 1687797"/>
                  <a:gd name="connsiteX1094" fmla="*/ 214463 w 1093458"/>
                  <a:gd name="connsiteY1094" fmla="*/ 881728 h 1687797"/>
                  <a:gd name="connsiteX1095" fmla="*/ 214463 w 1093458"/>
                  <a:gd name="connsiteY1095" fmla="*/ 884173 h 1687797"/>
                  <a:gd name="connsiteX1096" fmla="*/ 217196 w 1093458"/>
                  <a:gd name="connsiteY1096" fmla="*/ 884173 h 1687797"/>
                  <a:gd name="connsiteX1097" fmla="*/ 217196 w 1093458"/>
                  <a:gd name="connsiteY1097" fmla="*/ 887050 h 1687797"/>
                  <a:gd name="connsiteX1098" fmla="*/ 214463 w 1093458"/>
                  <a:gd name="connsiteY1098" fmla="*/ 887050 h 1687797"/>
                  <a:gd name="connsiteX1099" fmla="*/ 214463 w 1093458"/>
                  <a:gd name="connsiteY1099" fmla="*/ 894386 h 1687797"/>
                  <a:gd name="connsiteX1100" fmla="*/ 217196 w 1093458"/>
                  <a:gd name="connsiteY1100" fmla="*/ 897119 h 1687797"/>
                  <a:gd name="connsiteX1101" fmla="*/ 217196 w 1093458"/>
                  <a:gd name="connsiteY1101" fmla="*/ 899708 h 1687797"/>
                  <a:gd name="connsiteX1102" fmla="*/ 219641 w 1093458"/>
                  <a:gd name="connsiteY1102" fmla="*/ 899708 h 1687797"/>
                  <a:gd name="connsiteX1103" fmla="*/ 219641 w 1093458"/>
                  <a:gd name="connsiteY1103" fmla="*/ 907331 h 1687797"/>
                  <a:gd name="connsiteX1104" fmla="*/ 222086 w 1093458"/>
                  <a:gd name="connsiteY1104" fmla="*/ 907331 h 1687797"/>
                  <a:gd name="connsiteX1105" fmla="*/ 222086 w 1093458"/>
                  <a:gd name="connsiteY1105" fmla="*/ 912366 h 1687797"/>
                  <a:gd name="connsiteX1106" fmla="*/ 224675 w 1093458"/>
                  <a:gd name="connsiteY1106" fmla="*/ 914811 h 1687797"/>
                  <a:gd name="connsiteX1107" fmla="*/ 224675 w 1093458"/>
                  <a:gd name="connsiteY1107" fmla="*/ 920133 h 1687797"/>
                  <a:gd name="connsiteX1108" fmla="*/ 227408 w 1093458"/>
                  <a:gd name="connsiteY1108" fmla="*/ 920133 h 1687797"/>
                  <a:gd name="connsiteX1109" fmla="*/ 227408 w 1093458"/>
                  <a:gd name="connsiteY1109" fmla="*/ 925023 h 1687797"/>
                  <a:gd name="connsiteX1110" fmla="*/ 229853 w 1093458"/>
                  <a:gd name="connsiteY1110" fmla="*/ 925023 h 1687797"/>
                  <a:gd name="connsiteX1111" fmla="*/ 229853 w 1093458"/>
                  <a:gd name="connsiteY1111" fmla="*/ 922578 h 1687797"/>
                  <a:gd name="connsiteX1112" fmla="*/ 232299 w 1093458"/>
                  <a:gd name="connsiteY1112" fmla="*/ 922578 h 1687797"/>
                  <a:gd name="connsiteX1113" fmla="*/ 232299 w 1093458"/>
                  <a:gd name="connsiteY1113" fmla="*/ 925023 h 1687797"/>
                  <a:gd name="connsiteX1114" fmla="*/ 229853 w 1093458"/>
                  <a:gd name="connsiteY1114" fmla="*/ 925023 h 1687797"/>
                  <a:gd name="connsiteX1115" fmla="*/ 229853 w 1093458"/>
                  <a:gd name="connsiteY1115" fmla="*/ 927756 h 1687797"/>
                  <a:gd name="connsiteX1116" fmla="*/ 232299 w 1093458"/>
                  <a:gd name="connsiteY1116" fmla="*/ 927756 h 1687797"/>
                  <a:gd name="connsiteX1117" fmla="*/ 234888 w 1093458"/>
                  <a:gd name="connsiteY1117" fmla="*/ 925023 h 1687797"/>
                  <a:gd name="connsiteX1118" fmla="*/ 234888 w 1093458"/>
                  <a:gd name="connsiteY1118" fmla="*/ 917544 h 1687797"/>
                  <a:gd name="connsiteX1119" fmla="*/ 237333 w 1093458"/>
                  <a:gd name="connsiteY1119" fmla="*/ 917544 h 1687797"/>
                  <a:gd name="connsiteX1120" fmla="*/ 237333 w 1093458"/>
                  <a:gd name="connsiteY1120" fmla="*/ 912366 h 1687797"/>
                  <a:gd name="connsiteX1121" fmla="*/ 240066 w 1093458"/>
                  <a:gd name="connsiteY1121" fmla="*/ 912366 h 1687797"/>
                  <a:gd name="connsiteX1122" fmla="*/ 240066 w 1093458"/>
                  <a:gd name="connsiteY1122" fmla="*/ 904598 h 1687797"/>
                  <a:gd name="connsiteX1123" fmla="*/ 242511 w 1093458"/>
                  <a:gd name="connsiteY1123" fmla="*/ 904598 h 1687797"/>
                  <a:gd name="connsiteX1124" fmla="*/ 242511 w 1093458"/>
                  <a:gd name="connsiteY1124" fmla="*/ 902872 h 1687797"/>
                  <a:gd name="connsiteX1125" fmla="*/ 240066 w 1093458"/>
                  <a:gd name="connsiteY1125" fmla="*/ 902872 h 1687797"/>
                  <a:gd name="connsiteX1126" fmla="*/ 240066 w 1093458"/>
                  <a:gd name="connsiteY1126" fmla="*/ 900427 h 1687797"/>
                  <a:gd name="connsiteX1127" fmla="*/ 250278 w 1093458"/>
                  <a:gd name="connsiteY1127" fmla="*/ 900427 h 1687797"/>
                  <a:gd name="connsiteX1128" fmla="*/ 250278 w 1093458"/>
                  <a:gd name="connsiteY1128" fmla="*/ 897838 h 1687797"/>
                  <a:gd name="connsiteX1129" fmla="*/ 252724 w 1093458"/>
                  <a:gd name="connsiteY1129" fmla="*/ 897838 h 1687797"/>
                  <a:gd name="connsiteX1130" fmla="*/ 252724 w 1093458"/>
                  <a:gd name="connsiteY1130" fmla="*/ 895105 h 1687797"/>
                  <a:gd name="connsiteX1131" fmla="*/ 260491 w 1093458"/>
                  <a:gd name="connsiteY1131" fmla="*/ 895105 h 1687797"/>
                  <a:gd name="connsiteX1132" fmla="*/ 260491 w 1093458"/>
                  <a:gd name="connsiteY1132" fmla="*/ 892660 h 1687797"/>
                  <a:gd name="connsiteX1133" fmla="*/ 257470 w 1093458"/>
                  <a:gd name="connsiteY1133" fmla="*/ 892660 h 1687797"/>
                  <a:gd name="connsiteX1134" fmla="*/ 257470 w 1093458"/>
                  <a:gd name="connsiteY1134" fmla="*/ 887769 h 1687797"/>
                  <a:gd name="connsiteX1135" fmla="*/ 259916 w 1093458"/>
                  <a:gd name="connsiteY1135" fmla="*/ 887769 h 1687797"/>
                  <a:gd name="connsiteX1136" fmla="*/ 259916 w 1093458"/>
                  <a:gd name="connsiteY1136" fmla="*/ 891509 h 1687797"/>
                  <a:gd name="connsiteX1137" fmla="*/ 259916 w 1093458"/>
                  <a:gd name="connsiteY1137" fmla="*/ 892660 h 1687797"/>
                  <a:gd name="connsiteX1138" fmla="*/ 259916 w 1093458"/>
                  <a:gd name="connsiteY1138" fmla="*/ 892660 h 1687797"/>
                  <a:gd name="connsiteX1139" fmla="*/ 259916 w 1093458"/>
                  <a:gd name="connsiteY1139" fmla="*/ 897838 h 1687797"/>
                  <a:gd name="connsiteX1140" fmla="*/ 254162 w 1093458"/>
                  <a:gd name="connsiteY1140" fmla="*/ 897838 h 1687797"/>
                  <a:gd name="connsiteX1141" fmla="*/ 254162 w 1093458"/>
                  <a:gd name="connsiteY1141" fmla="*/ 900427 h 1687797"/>
                  <a:gd name="connsiteX1142" fmla="*/ 259340 w 1093458"/>
                  <a:gd name="connsiteY1142" fmla="*/ 900427 h 1687797"/>
                  <a:gd name="connsiteX1143" fmla="*/ 259340 w 1093458"/>
                  <a:gd name="connsiteY1143" fmla="*/ 902872 h 1687797"/>
                  <a:gd name="connsiteX1144" fmla="*/ 247402 w 1093458"/>
                  <a:gd name="connsiteY1144" fmla="*/ 902872 h 1687797"/>
                  <a:gd name="connsiteX1145" fmla="*/ 244956 w 1093458"/>
                  <a:gd name="connsiteY1145" fmla="*/ 905318 h 1687797"/>
                  <a:gd name="connsiteX1146" fmla="*/ 244956 w 1093458"/>
                  <a:gd name="connsiteY1146" fmla="*/ 913085 h 1687797"/>
                  <a:gd name="connsiteX1147" fmla="*/ 242367 w 1093458"/>
                  <a:gd name="connsiteY1147" fmla="*/ 913085 h 1687797"/>
                  <a:gd name="connsiteX1148" fmla="*/ 242367 w 1093458"/>
                  <a:gd name="connsiteY1148" fmla="*/ 918263 h 1687797"/>
                  <a:gd name="connsiteX1149" fmla="*/ 239922 w 1093458"/>
                  <a:gd name="connsiteY1149" fmla="*/ 918263 h 1687797"/>
                  <a:gd name="connsiteX1150" fmla="*/ 239922 w 1093458"/>
                  <a:gd name="connsiteY1150" fmla="*/ 923297 h 1687797"/>
                  <a:gd name="connsiteX1151" fmla="*/ 237189 w 1093458"/>
                  <a:gd name="connsiteY1151" fmla="*/ 923297 h 1687797"/>
                  <a:gd name="connsiteX1152" fmla="*/ 237189 w 1093458"/>
                  <a:gd name="connsiteY1152" fmla="*/ 928476 h 1687797"/>
                  <a:gd name="connsiteX1153" fmla="*/ 239922 w 1093458"/>
                  <a:gd name="connsiteY1153" fmla="*/ 928476 h 1687797"/>
                  <a:gd name="connsiteX1154" fmla="*/ 239922 w 1093458"/>
                  <a:gd name="connsiteY1154" fmla="*/ 925743 h 1687797"/>
                  <a:gd name="connsiteX1155" fmla="*/ 242367 w 1093458"/>
                  <a:gd name="connsiteY1155" fmla="*/ 925743 h 1687797"/>
                  <a:gd name="connsiteX1156" fmla="*/ 244956 w 1093458"/>
                  <a:gd name="connsiteY1156" fmla="*/ 923297 h 1687797"/>
                  <a:gd name="connsiteX1157" fmla="*/ 244956 w 1093458"/>
                  <a:gd name="connsiteY1157" fmla="*/ 920852 h 1687797"/>
                  <a:gd name="connsiteX1158" fmla="*/ 247402 w 1093458"/>
                  <a:gd name="connsiteY1158" fmla="*/ 918263 h 1687797"/>
                  <a:gd name="connsiteX1159" fmla="*/ 250135 w 1093458"/>
                  <a:gd name="connsiteY1159" fmla="*/ 918263 h 1687797"/>
                  <a:gd name="connsiteX1160" fmla="*/ 250135 w 1093458"/>
                  <a:gd name="connsiteY1160" fmla="*/ 915530 h 1687797"/>
                  <a:gd name="connsiteX1161" fmla="*/ 255169 w 1093458"/>
                  <a:gd name="connsiteY1161" fmla="*/ 915530 h 1687797"/>
                  <a:gd name="connsiteX1162" fmla="*/ 255169 w 1093458"/>
                  <a:gd name="connsiteY1162" fmla="*/ 913085 h 1687797"/>
                  <a:gd name="connsiteX1163" fmla="*/ 260347 w 1093458"/>
                  <a:gd name="connsiteY1163" fmla="*/ 913085 h 1687797"/>
                  <a:gd name="connsiteX1164" fmla="*/ 260347 w 1093458"/>
                  <a:gd name="connsiteY1164" fmla="*/ 918263 h 1687797"/>
                  <a:gd name="connsiteX1165" fmla="*/ 262649 w 1093458"/>
                  <a:gd name="connsiteY1165" fmla="*/ 918263 h 1687797"/>
                  <a:gd name="connsiteX1166" fmla="*/ 262649 w 1093458"/>
                  <a:gd name="connsiteY1166" fmla="*/ 920852 h 1687797"/>
                  <a:gd name="connsiteX1167" fmla="*/ 260203 w 1093458"/>
                  <a:gd name="connsiteY1167" fmla="*/ 920852 h 1687797"/>
                  <a:gd name="connsiteX1168" fmla="*/ 260203 w 1093458"/>
                  <a:gd name="connsiteY1168" fmla="*/ 918263 h 1687797"/>
                  <a:gd name="connsiteX1169" fmla="*/ 255025 w 1093458"/>
                  <a:gd name="connsiteY1169" fmla="*/ 918263 h 1687797"/>
                  <a:gd name="connsiteX1170" fmla="*/ 255025 w 1093458"/>
                  <a:gd name="connsiteY1170" fmla="*/ 928476 h 1687797"/>
                  <a:gd name="connsiteX1171" fmla="*/ 257470 w 1093458"/>
                  <a:gd name="connsiteY1171" fmla="*/ 928476 h 1687797"/>
                  <a:gd name="connsiteX1172" fmla="*/ 257470 w 1093458"/>
                  <a:gd name="connsiteY1172" fmla="*/ 925743 h 1687797"/>
                  <a:gd name="connsiteX1173" fmla="*/ 260203 w 1093458"/>
                  <a:gd name="connsiteY1173" fmla="*/ 925743 h 1687797"/>
                  <a:gd name="connsiteX1174" fmla="*/ 260203 w 1093458"/>
                  <a:gd name="connsiteY1174" fmla="*/ 928476 h 1687797"/>
                  <a:gd name="connsiteX1175" fmla="*/ 257470 w 1093458"/>
                  <a:gd name="connsiteY1175" fmla="*/ 928476 h 1687797"/>
                  <a:gd name="connsiteX1176" fmla="*/ 257470 w 1093458"/>
                  <a:gd name="connsiteY1176" fmla="*/ 931640 h 1687797"/>
                  <a:gd name="connsiteX1177" fmla="*/ 255025 w 1093458"/>
                  <a:gd name="connsiteY1177" fmla="*/ 931640 h 1687797"/>
                  <a:gd name="connsiteX1178" fmla="*/ 255025 w 1093458"/>
                  <a:gd name="connsiteY1178" fmla="*/ 939120 h 1687797"/>
                  <a:gd name="connsiteX1179" fmla="*/ 252436 w 1093458"/>
                  <a:gd name="connsiteY1179" fmla="*/ 939120 h 1687797"/>
                  <a:gd name="connsiteX1180" fmla="*/ 252436 w 1093458"/>
                  <a:gd name="connsiteY1180" fmla="*/ 952065 h 1687797"/>
                  <a:gd name="connsiteX1181" fmla="*/ 255025 w 1093458"/>
                  <a:gd name="connsiteY1181" fmla="*/ 954510 h 1687797"/>
                  <a:gd name="connsiteX1182" fmla="*/ 255025 w 1093458"/>
                  <a:gd name="connsiteY1182" fmla="*/ 956956 h 1687797"/>
                  <a:gd name="connsiteX1183" fmla="*/ 257470 w 1093458"/>
                  <a:gd name="connsiteY1183" fmla="*/ 956956 h 1687797"/>
                  <a:gd name="connsiteX1184" fmla="*/ 257470 w 1093458"/>
                  <a:gd name="connsiteY1184" fmla="*/ 962278 h 1687797"/>
                  <a:gd name="connsiteX1185" fmla="*/ 255025 w 1093458"/>
                  <a:gd name="connsiteY1185" fmla="*/ 962278 h 1687797"/>
                  <a:gd name="connsiteX1186" fmla="*/ 255025 w 1093458"/>
                  <a:gd name="connsiteY1186" fmla="*/ 956956 h 1687797"/>
                  <a:gd name="connsiteX1187" fmla="*/ 252436 w 1093458"/>
                  <a:gd name="connsiteY1187" fmla="*/ 954510 h 1687797"/>
                  <a:gd name="connsiteX1188" fmla="*/ 252436 w 1093458"/>
                  <a:gd name="connsiteY1188" fmla="*/ 952065 h 1687797"/>
                  <a:gd name="connsiteX1189" fmla="*/ 249991 w 1093458"/>
                  <a:gd name="connsiteY1189" fmla="*/ 952065 h 1687797"/>
                  <a:gd name="connsiteX1190" fmla="*/ 249991 w 1093458"/>
                  <a:gd name="connsiteY1190" fmla="*/ 944298 h 1687797"/>
                  <a:gd name="connsiteX1191" fmla="*/ 244813 w 1093458"/>
                  <a:gd name="connsiteY1191" fmla="*/ 944298 h 1687797"/>
                  <a:gd name="connsiteX1192" fmla="*/ 244813 w 1093458"/>
                  <a:gd name="connsiteY1192" fmla="*/ 941853 h 1687797"/>
                  <a:gd name="connsiteX1193" fmla="*/ 237045 w 1093458"/>
                  <a:gd name="connsiteY1193" fmla="*/ 941853 h 1687797"/>
                  <a:gd name="connsiteX1194" fmla="*/ 237045 w 1093458"/>
                  <a:gd name="connsiteY1194" fmla="*/ 949332 h 1687797"/>
                  <a:gd name="connsiteX1195" fmla="*/ 234600 w 1093458"/>
                  <a:gd name="connsiteY1195" fmla="*/ 949332 h 1687797"/>
                  <a:gd name="connsiteX1196" fmla="*/ 234600 w 1093458"/>
                  <a:gd name="connsiteY1196" fmla="*/ 952065 h 1687797"/>
                  <a:gd name="connsiteX1197" fmla="*/ 232011 w 1093458"/>
                  <a:gd name="connsiteY1197" fmla="*/ 952065 h 1687797"/>
                  <a:gd name="connsiteX1198" fmla="*/ 232011 w 1093458"/>
                  <a:gd name="connsiteY1198" fmla="*/ 959545 h 1687797"/>
                  <a:gd name="connsiteX1199" fmla="*/ 229566 w 1093458"/>
                  <a:gd name="connsiteY1199" fmla="*/ 959545 h 1687797"/>
                  <a:gd name="connsiteX1200" fmla="*/ 229566 w 1093458"/>
                  <a:gd name="connsiteY1200" fmla="*/ 964723 h 1687797"/>
                  <a:gd name="connsiteX1201" fmla="*/ 227121 w 1093458"/>
                  <a:gd name="connsiteY1201" fmla="*/ 964723 h 1687797"/>
                  <a:gd name="connsiteX1202" fmla="*/ 227121 w 1093458"/>
                  <a:gd name="connsiteY1202" fmla="*/ 962278 h 1687797"/>
                  <a:gd name="connsiteX1203" fmla="*/ 221799 w 1093458"/>
                  <a:gd name="connsiteY1203" fmla="*/ 962278 h 1687797"/>
                  <a:gd name="connsiteX1204" fmla="*/ 221799 w 1093458"/>
                  <a:gd name="connsiteY1204" fmla="*/ 964723 h 1687797"/>
                  <a:gd name="connsiteX1205" fmla="*/ 219353 w 1093458"/>
                  <a:gd name="connsiteY1205" fmla="*/ 967168 h 1687797"/>
                  <a:gd name="connsiteX1206" fmla="*/ 219353 w 1093458"/>
                  <a:gd name="connsiteY1206" fmla="*/ 972490 h 1687797"/>
                  <a:gd name="connsiteX1207" fmla="*/ 221799 w 1093458"/>
                  <a:gd name="connsiteY1207" fmla="*/ 972490 h 1687797"/>
                  <a:gd name="connsiteX1208" fmla="*/ 221799 w 1093458"/>
                  <a:gd name="connsiteY1208" fmla="*/ 977381 h 1687797"/>
                  <a:gd name="connsiteX1209" fmla="*/ 219353 w 1093458"/>
                  <a:gd name="connsiteY1209" fmla="*/ 977381 h 1687797"/>
                  <a:gd name="connsiteX1210" fmla="*/ 219353 w 1093458"/>
                  <a:gd name="connsiteY1210" fmla="*/ 979826 h 1687797"/>
                  <a:gd name="connsiteX1211" fmla="*/ 227121 w 1093458"/>
                  <a:gd name="connsiteY1211" fmla="*/ 979826 h 1687797"/>
                  <a:gd name="connsiteX1212" fmla="*/ 227121 w 1093458"/>
                  <a:gd name="connsiteY1212" fmla="*/ 977381 h 1687797"/>
                  <a:gd name="connsiteX1213" fmla="*/ 229566 w 1093458"/>
                  <a:gd name="connsiteY1213" fmla="*/ 977381 h 1687797"/>
                  <a:gd name="connsiteX1214" fmla="*/ 232011 w 1093458"/>
                  <a:gd name="connsiteY1214" fmla="*/ 974935 h 1687797"/>
                  <a:gd name="connsiteX1215" fmla="*/ 232011 w 1093458"/>
                  <a:gd name="connsiteY1215" fmla="*/ 977381 h 1687797"/>
                  <a:gd name="connsiteX1216" fmla="*/ 229566 w 1093458"/>
                  <a:gd name="connsiteY1216" fmla="*/ 977381 h 1687797"/>
                  <a:gd name="connsiteX1217" fmla="*/ 229566 w 1093458"/>
                  <a:gd name="connsiteY1217" fmla="*/ 979826 h 1687797"/>
                  <a:gd name="connsiteX1218" fmla="*/ 227121 w 1093458"/>
                  <a:gd name="connsiteY1218" fmla="*/ 979826 h 1687797"/>
                  <a:gd name="connsiteX1219" fmla="*/ 227121 w 1093458"/>
                  <a:gd name="connsiteY1219" fmla="*/ 982559 h 1687797"/>
                  <a:gd name="connsiteX1220" fmla="*/ 221799 w 1093458"/>
                  <a:gd name="connsiteY1220" fmla="*/ 982559 h 1687797"/>
                  <a:gd name="connsiteX1221" fmla="*/ 221799 w 1093458"/>
                  <a:gd name="connsiteY1221" fmla="*/ 985148 h 1687797"/>
                  <a:gd name="connsiteX1222" fmla="*/ 224388 w 1093458"/>
                  <a:gd name="connsiteY1222" fmla="*/ 985148 h 1687797"/>
                  <a:gd name="connsiteX1223" fmla="*/ 224388 w 1093458"/>
                  <a:gd name="connsiteY1223" fmla="*/ 987593 h 1687797"/>
                  <a:gd name="connsiteX1224" fmla="*/ 221799 w 1093458"/>
                  <a:gd name="connsiteY1224" fmla="*/ 987593 h 1687797"/>
                  <a:gd name="connsiteX1225" fmla="*/ 221799 w 1093458"/>
                  <a:gd name="connsiteY1225" fmla="*/ 985148 h 1687797"/>
                  <a:gd name="connsiteX1226" fmla="*/ 219353 w 1093458"/>
                  <a:gd name="connsiteY1226" fmla="*/ 982559 h 1687797"/>
                  <a:gd name="connsiteX1227" fmla="*/ 216908 w 1093458"/>
                  <a:gd name="connsiteY1227" fmla="*/ 982559 h 1687797"/>
                  <a:gd name="connsiteX1228" fmla="*/ 216908 w 1093458"/>
                  <a:gd name="connsiteY1228" fmla="*/ 1000251 h 1687797"/>
                  <a:gd name="connsiteX1229" fmla="*/ 221799 w 1093458"/>
                  <a:gd name="connsiteY1229" fmla="*/ 1000251 h 1687797"/>
                  <a:gd name="connsiteX1230" fmla="*/ 221799 w 1093458"/>
                  <a:gd name="connsiteY1230" fmla="*/ 1002984 h 1687797"/>
                  <a:gd name="connsiteX1231" fmla="*/ 219353 w 1093458"/>
                  <a:gd name="connsiteY1231" fmla="*/ 1002984 h 1687797"/>
                  <a:gd name="connsiteX1232" fmla="*/ 219353 w 1093458"/>
                  <a:gd name="connsiteY1232" fmla="*/ 1005573 h 1687797"/>
                  <a:gd name="connsiteX1233" fmla="*/ 221799 w 1093458"/>
                  <a:gd name="connsiteY1233" fmla="*/ 1005573 h 1687797"/>
                  <a:gd name="connsiteX1234" fmla="*/ 221799 w 1093458"/>
                  <a:gd name="connsiteY1234" fmla="*/ 1010463 h 1687797"/>
                  <a:gd name="connsiteX1235" fmla="*/ 229566 w 1093458"/>
                  <a:gd name="connsiteY1235" fmla="*/ 1010463 h 1687797"/>
                  <a:gd name="connsiteX1236" fmla="*/ 229566 w 1093458"/>
                  <a:gd name="connsiteY1236" fmla="*/ 1008018 h 1687797"/>
                  <a:gd name="connsiteX1237" fmla="*/ 232011 w 1093458"/>
                  <a:gd name="connsiteY1237" fmla="*/ 1008018 h 1687797"/>
                  <a:gd name="connsiteX1238" fmla="*/ 232011 w 1093458"/>
                  <a:gd name="connsiteY1238" fmla="*/ 1010463 h 1687797"/>
                  <a:gd name="connsiteX1239" fmla="*/ 234600 w 1093458"/>
                  <a:gd name="connsiteY1239" fmla="*/ 1010463 h 1687797"/>
                  <a:gd name="connsiteX1240" fmla="*/ 234600 w 1093458"/>
                  <a:gd name="connsiteY1240" fmla="*/ 1015786 h 1687797"/>
                  <a:gd name="connsiteX1241" fmla="*/ 232011 w 1093458"/>
                  <a:gd name="connsiteY1241" fmla="*/ 1015786 h 1687797"/>
                  <a:gd name="connsiteX1242" fmla="*/ 232011 w 1093458"/>
                  <a:gd name="connsiteY1242" fmla="*/ 1017943 h 1687797"/>
                  <a:gd name="connsiteX1243" fmla="*/ 234600 w 1093458"/>
                  <a:gd name="connsiteY1243" fmla="*/ 1017943 h 1687797"/>
                  <a:gd name="connsiteX1244" fmla="*/ 234600 w 1093458"/>
                  <a:gd name="connsiteY1244" fmla="*/ 1020388 h 1687797"/>
                  <a:gd name="connsiteX1245" fmla="*/ 239778 w 1093458"/>
                  <a:gd name="connsiteY1245" fmla="*/ 1020388 h 1687797"/>
                  <a:gd name="connsiteX1246" fmla="*/ 239778 w 1093458"/>
                  <a:gd name="connsiteY1246" fmla="*/ 1022977 h 1687797"/>
                  <a:gd name="connsiteX1247" fmla="*/ 242224 w 1093458"/>
                  <a:gd name="connsiteY1247" fmla="*/ 1022977 h 1687797"/>
                  <a:gd name="connsiteX1248" fmla="*/ 242224 w 1093458"/>
                  <a:gd name="connsiteY1248" fmla="*/ 1025710 h 1687797"/>
                  <a:gd name="connsiteX1249" fmla="*/ 239778 w 1093458"/>
                  <a:gd name="connsiteY1249" fmla="*/ 1025710 h 1687797"/>
                  <a:gd name="connsiteX1250" fmla="*/ 239778 w 1093458"/>
                  <a:gd name="connsiteY1250" fmla="*/ 1022977 h 1687797"/>
                  <a:gd name="connsiteX1251" fmla="*/ 229566 w 1093458"/>
                  <a:gd name="connsiteY1251" fmla="*/ 1022977 h 1687797"/>
                  <a:gd name="connsiteX1252" fmla="*/ 229566 w 1093458"/>
                  <a:gd name="connsiteY1252" fmla="*/ 1025710 h 1687797"/>
                  <a:gd name="connsiteX1253" fmla="*/ 232011 w 1093458"/>
                  <a:gd name="connsiteY1253" fmla="*/ 1025710 h 1687797"/>
                  <a:gd name="connsiteX1254" fmla="*/ 232011 w 1093458"/>
                  <a:gd name="connsiteY1254" fmla="*/ 1030601 h 1687797"/>
                  <a:gd name="connsiteX1255" fmla="*/ 229566 w 1093458"/>
                  <a:gd name="connsiteY1255" fmla="*/ 1033190 h 1687797"/>
                  <a:gd name="connsiteX1256" fmla="*/ 232011 w 1093458"/>
                  <a:gd name="connsiteY1256" fmla="*/ 1033190 h 1687797"/>
                  <a:gd name="connsiteX1257" fmla="*/ 232011 w 1093458"/>
                  <a:gd name="connsiteY1257" fmla="*/ 1035923 h 1687797"/>
                  <a:gd name="connsiteX1258" fmla="*/ 234600 w 1093458"/>
                  <a:gd name="connsiteY1258" fmla="*/ 1038368 h 1687797"/>
                  <a:gd name="connsiteX1259" fmla="*/ 234600 w 1093458"/>
                  <a:gd name="connsiteY1259" fmla="*/ 1040813 h 1687797"/>
                  <a:gd name="connsiteX1260" fmla="*/ 237045 w 1093458"/>
                  <a:gd name="connsiteY1260" fmla="*/ 1040813 h 1687797"/>
                  <a:gd name="connsiteX1261" fmla="*/ 237045 w 1093458"/>
                  <a:gd name="connsiteY1261" fmla="*/ 1043258 h 1687797"/>
                  <a:gd name="connsiteX1262" fmla="*/ 242224 w 1093458"/>
                  <a:gd name="connsiteY1262" fmla="*/ 1043258 h 1687797"/>
                  <a:gd name="connsiteX1263" fmla="*/ 242224 w 1093458"/>
                  <a:gd name="connsiteY1263" fmla="*/ 1040813 h 1687797"/>
                  <a:gd name="connsiteX1264" fmla="*/ 244813 w 1093458"/>
                  <a:gd name="connsiteY1264" fmla="*/ 1038368 h 1687797"/>
                  <a:gd name="connsiteX1265" fmla="*/ 244813 w 1093458"/>
                  <a:gd name="connsiteY1265" fmla="*/ 1030601 h 1687797"/>
                  <a:gd name="connsiteX1266" fmla="*/ 247402 w 1093458"/>
                  <a:gd name="connsiteY1266" fmla="*/ 1030601 h 1687797"/>
                  <a:gd name="connsiteX1267" fmla="*/ 247402 w 1093458"/>
                  <a:gd name="connsiteY1267" fmla="*/ 1025710 h 1687797"/>
                  <a:gd name="connsiteX1268" fmla="*/ 244956 w 1093458"/>
                  <a:gd name="connsiteY1268" fmla="*/ 1025710 h 1687797"/>
                  <a:gd name="connsiteX1269" fmla="*/ 244956 w 1093458"/>
                  <a:gd name="connsiteY1269" fmla="*/ 1020388 h 1687797"/>
                  <a:gd name="connsiteX1270" fmla="*/ 242367 w 1093458"/>
                  <a:gd name="connsiteY1270" fmla="*/ 1020388 h 1687797"/>
                  <a:gd name="connsiteX1271" fmla="*/ 242367 w 1093458"/>
                  <a:gd name="connsiteY1271" fmla="*/ 1017943 h 1687797"/>
                  <a:gd name="connsiteX1272" fmla="*/ 239922 w 1093458"/>
                  <a:gd name="connsiteY1272" fmla="*/ 1017943 h 1687797"/>
                  <a:gd name="connsiteX1273" fmla="*/ 239922 w 1093458"/>
                  <a:gd name="connsiteY1273" fmla="*/ 1015498 h 1687797"/>
                  <a:gd name="connsiteX1274" fmla="*/ 244956 w 1093458"/>
                  <a:gd name="connsiteY1274" fmla="*/ 1015498 h 1687797"/>
                  <a:gd name="connsiteX1275" fmla="*/ 244956 w 1093458"/>
                  <a:gd name="connsiteY1275" fmla="*/ 1012909 h 1687797"/>
                  <a:gd name="connsiteX1276" fmla="*/ 247402 w 1093458"/>
                  <a:gd name="connsiteY1276" fmla="*/ 1012909 h 1687797"/>
                  <a:gd name="connsiteX1277" fmla="*/ 244956 w 1093458"/>
                  <a:gd name="connsiteY1277" fmla="*/ 1010176 h 1687797"/>
                  <a:gd name="connsiteX1278" fmla="*/ 247402 w 1093458"/>
                  <a:gd name="connsiteY1278" fmla="*/ 1007730 h 1687797"/>
                  <a:gd name="connsiteX1279" fmla="*/ 247402 w 1093458"/>
                  <a:gd name="connsiteY1279" fmla="*/ 1010176 h 1687797"/>
                  <a:gd name="connsiteX1280" fmla="*/ 250135 w 1093458"/>
                  <a:gd name="connsiteY1280" fmla="*/ 1007730 h 1687797"/>
                  <a:gd name="connsiteX1281" fmla="*/ 250135 w 1093458"/>
                  <a:gd name="connsiteY1281" fmla="*/ 1005285 h 1687797"/>
                  <a:gd name="connsiteX1282" fmla="*/ 252580 w 1093458"/>
                  <a:gd name="connsiteY1282" fmla="*/ 1005285 h 1687797"/>
                  <a:gd name="connsiteX1283" fmla="*/ 252580 w 1093458"/>
                  <a:gd name="connsiteY1283" fmla="*/ 1007730 h 1687797"/>
                  <a:gd name="connsiteX1284" fmla="*/ 250135 w 1093458"/>
                  <a:gd name="connsiteY1284" fmla="*/ 1007730 h 1687797"/>
                  <a:gd name="connsiteX1285" fmla="*/ 250135 w 1093458"/>
                  <a:gd name="connsiteY1285" fmla="*/ 1012909 h 1687797"/>
                  <a:gd name="connsiteX1286" fmla="*/ 247402 w 1093458"/>
                  <a:gd name="connsiteY1286" fmla="*/ 1012909 h 1687797"/>
                  <a:gd name="connsiteX1287" fmla="*/ 247402 w 1093458"/>
                  <a:gd name="connsiteY1287" fmla="*/ 1017943 h 1687797"/>
                  <a:gd name="connsiteX1288" fmla="*/ 244956 w 1093458"/>
                  <a:gd name="connsiteY1288" fmla="*/ 1017943 h 1687797"/>
                  <a:gd name="connsiteX1289" fmla="*/ 244956 w 1093458"/>
                  <a:gd name="connsiteY1289" fmla="*/ 1020388 h 1687797"/>
                  <a:gd name="connsiteX1290" fmla="*/ 250135 w 1093458"/>
                  <a:gd name="connsiteY1290" fmla="*/ 1020388 h 1687797"/>
                  <a:gd name="connsiteX1291" fmla="*/ 250135 w 1093458"/>
                  <a:gd name="connsiteY1291" fmla="*/ 1017943 h 1687797"/>
                  <a:gd name="connsiteX1292" fmla="*/ 252580 w 1093458"/>
                  <a:gd name="connsiteY1292" fmla="*/ 1015498 h 1687797"/>
                  <a:gd name="connsiteX1293" fmla="*/ 252580 w 1093458"/>
                  <a:gd name="connsiteY1293" fmla="*/ 1010176 h 1687797"/>
                  <a:gd name="connsiteX1294" fmla="*/ 255169 w 1093458"/>
                  <a:gd name="connsiteY1294" fmla="*/ 1007730 h 1687797"/>
                  <a:gd name="connsiteX1295" fmla="*/ 255169 w 1093458"/>
                  <a:gd name="connsiteY1295" fmla="*/ 1010176 h 1687797"/>
                  <a:gd name="connsiteX1296" fmla="*/ 257614 w 1093458"/>
                  <a:gd name="connsiteY1296" fmla="*/ 1007730 h 1687797"/>
                  <a:gd name="connsiteX1297" fmla="*/ 257614 w 1093458"/>
                  <a:gd name="connsiteY1297" fmla="*/ 1002696 h 1687797"/>
                  <a:gd name="connsiteX1298" fmla="*/ 260347 w 1093458"/>
                  <a:gd name="connsiteY1298" fmla="*/ 1002696 h 1687797"/>
                  <a:gd name="connsiteX1299" fmla="*/ 260347 w 1093458"/>
                  <a:gd name="connsiteY1299" fmla="*/ 1005285 h 1687797"/>
                  <a:gd name="connsiteX1300" fmla="*/ 262792 w 1093458"/>
                  <a:gd name="connsiteY1300" fmla="*/ 1005285 h 1687797"/>
                  <a:gd name="connsiteX1301" fmla="*/ 262792 w 1093458"/>
                  <a:gd name="connsiteY1301" fmla="*/ 1007730 h 1687797"/>
                  <a:gd name="connsiteX1302" fmla="*/ 265238 w 1093458"/>
                  <a:gd name="connsiteY1302" fmla="*/ 1007730 h 1687797"/>
                  <a:gd name="connsiteX1303" fmla="*/ 265238 w 1093458"/>
                  <a:gd name="connsiteY1303" fmla="*/ 1010176 h 1687797"/>
                  <a:gd name="connsiteX1304" fmla="*/ 270847 w 1093458"/>
                  <a:gd name="connsiteY1304" fmla="*/ 1010176 h 1687797"/>
                  <a:gd name="connsiteX1305" fmla="*/ 270847 w 1093458"/>
                  <a:gd name="connsiteY1305" fmla="*/ 1015498 h 1687797"/>
                  <a:gd name="connsiteX1306" fmla="*/ 270847 w 1093458"/>
                  <a:gd name="connsiteY1306" fmla="*/ 1015498 h 1687797"/>
                  <a:gd name="connsiteX1307" fmla="*/ 270847 w 1093458"/>
                  <a:gd name="connsiteY1307" fmla="*/ 1012909 h 1687797"/>
                  <a:gd name="connsiteX1308" fmla="*/ 265525 w 1093458"/>
                  <a:gd name="connsiteY1308" fmla="*/ 1012909 h 1687797"/>
                  <a:gd name="connsiteX1309" fmla="*/ 265525 w 1093458"/>
                  <a:gd name="connsiteY1309" fmla="*/ 1010176 h 1687797"/>
                  <a:gd name="connsiteX1310" fmla="*/ 263080 w 1093458"/>
                  <a:gd name="connsiteY1310" fmla="*/ 1010176 h 1687797"/>
                  <a:gd name="connsiteX1311" fmla="*/ 263080 w 1093458"/>
                  <a:gd name="connsiteY1311" fmla="*/ 1007730 h 1687797"/>
                  <a:gd name="connsiteX1312" fmla="*/ 260635 w 1093458"/>
                  <a:gd name="connsiteY1312" fmla="*/ 1007730 h 1687797"/>
                  <a:gd name="connsiteX1313" fmla="*/ 260635 w 1093458"/>
                  <a:gd name="connsiteY1313" fmla="*/ 1010176 h 1687797"/>
                  <a:gd name="connsiteX1314" fmla="*/ 255457 w 1093458"/>
                  <a:gd name="connsiteY1314" fmla="*/ 1010176 h 1687797"/>
                  <a:gd name="connsiteX1315" fmla="*/ 255457 w 1093458"/>
                  <a:gd name="connsiteY1315" fmla="*/ 1012909 h 1687797"/>
                  <a:gd name="connsiteX1316" fmla="*/ 257902 w 1093458"/>
                  <a:gd name="connsiteY1316" fmla="*/ 1012909 h 1687797"/>
                  <a:gd name="connsiteX1317" fmla="*/ 257902 w 1093458"/>
                  <a:gd name="connsiteY1317" fmla="*/ 1015498 h 1687797"/>
                  <a:gd name="connsiteX1318" fmla="*/ 255457 w 1093458"/>
                  <a:gd name="connsiteY1318" fmla="*/ 1015498 h 1687797"/>
                  <a:gd name="connsiteX1319" fmla="*/ 255457 w 1093458"/>
                  <a:gd name="connsiteY1319" fmla="*/ 1020388 h 1687797"/>
                  <a:gd name="connsiteX1320" fmla="*/ 252868 w 1093458"/>
                  <a:gd name="connsiteY1320" fmla="*/ 1020388 h 1687797"/>
                  <a:gd name="connsiteX1321" fmla="*/ 252868 w 1093458"/>
                  <a:gd name="connsiteY1321" fmla="*/ 1022977 h 1687797"/>
                  <a:gd name="connsiteX1322" fmla="*/ 250422 w 1093458"/>
                  <a:gd name="connsiteY1322" fmla="*/ 1022977 h 1687797"/>
                  <a:gd name="connsiteX1323" fmla="*/ 250422 w 1093458"/>
                  <a:gd name="connsiteY1323" fmla="*/ 1030601 h 1687797"/>
                  <a:gd name="connsiteX1324" fmla="*/ 247402 w 1093458"/>
                  <a:gd name="connsiteY1324" fmla="*/ 1030601 h 1687797"/>
                  <a:gd name="connsiteX1325" fmla="*/ 247402 w 1093458"/>
                  <a:gd name="connsiteY1325" fmla="*/ 1032327 h 1687797"/>
                  <a:gd name="connsiteX1326" fmla="*/ 250135 w 1093458"/>
                  <a:gd name="connsiteY1326" fmla="*/ 1032327 h 1687797"/>
                  <a:gd name="connsiteX1327" fmla="*/ 250135 w 1093458"/>
                  <a:gd name="connsiteY1327" fmla="*/ 1035060 h 1687797"/>
                  <a:gd name="connsiteX1328" fmla="*/ 247402 w 1093458"/>
                  <a:gd name="connsiteY1328" fmla="*/ 1032327 h 1687797"/>
                  <a:gd name="connsiteX1329" fmla="*/ 247402 w 1093458"/>
                  <a:gd name="connsiteY1329" fmla="*/ 1039950 h 1687797"/>
                  <a:gd name="connsiteX1330" fmla="*/ 250135 w 1093458"/>
                  <a:gd name="connsiteY1330" fmla="*/ 1039950 h 1687797"/>
                  <a:gd name="connsiteX1331" fmla="*/ 250135 w 1093458"/>
                  <a:gd name="connsiteY1331" fmla="*/ 1037505 h 1687797"/>
                  <a:gd name="connsiteX1332" fmla="*/ 252580 w 1093458"/>
                  <a:gd name="connsiteY1332" fmla="*/ 1037505 h 1687797"/>
                  <a:gd name="connsiteX1333" fmla="*/ 252580 w 1093458"/>
                  <a:gd name="connsiteY1333" fmla="*/ 1035060 h 1687797"/>
                  <a:gd name="connsiteX1334" fmla="*/ 255169 w 1093458"/>
                  <a:gd name="connsiteY1334" fmla="*/ 1035060 h 1687797"/>
                  <a:gd name="connsiteX1335" fmla="*/ 255169 w 1093458"/>
                  <a:gd name="connsiteY1335" fmla="*/ 1037505 h 1687797"/>
                  <a:gd name="connsiteX1336" fmla="*/ 257614 w 1093458"/>
                  <a:gd name="connsiteY1336" fmla="*/ 1037505 h 1687797"/>
                  <a:gd name="connsiteX1337" fmla="*/ 257614 w 1093458"/>
                  <a:gd name="connsiteY1337" fmla="*/ 1029738 h 1687797"/>
                  <a:gd name="connsiteX1338" fmla="*/ 260347 w 1093458"/>
                  <a:gd name="connsiteY1338" fmla="*/ 1027292 h 1687797"/>
                  <a:gd name="connsiteX1339" fmla="*/ 260347 w 1093458"/>
                  <a:gd name="connsiteY1339" fmla="*/ 1032327 h 1687797"/>
                  <a:gd name="connsiteX1340" fmla="*/ 262792 w 1093458"/>
                  <a:gd name="connsiteY1340" fmla="*/ 1029738 h 1687797"/>
                  <a:gd name="connsiteX1341" fmla="*/ 265238 w 1093458"/>
                  <a:gd name="connsiteY1341" fmla="*/ 1027292 h 1687797"/>
                  <a:gd name="connsiteX1342" fmla="*/ 265238 w 1093458"/>
                  <a:gd name="connsiteY1342" fmla="*/ 1024847 h 1687797"/>
                  <a:gd name="connsiteX1343" fmla="*/ 267827 w 1093458"/>
                  <a:gd name="connsiteY1343" fmla="*/ 1024847 h 1687797"/>
                  <a:gd name="connsiteX1344" fmla="*/ 267827 w 1093458"/>
                  <a:gd name="connsiteY1344" fmla="*/ 1019525 h 1687797"/>
                  <a:gd name="connsiteX1345" fmla="*/ 270560 w 1093458"/>
                  <a:gd name="connsiteY1345" fmla="*/ 1022114 h 1687797"/>
                  <a:gd name="connsiteX1346" fmla="*/ 270560 w 1093458"/>
                  <a:gd name="connsiteY1346" fmla="*/ 1019525 h 1687797"/>
                  <a:gd name="connsiteX1347" fmla="*/ 271710 w 1093458"/>
                  <a:gd name="connsiteY1347" fmla="*/ 1019525 h 1687797"/>
                  <a:gd name="connsiteX1348" fmla="*/ 271710 w 1093458"/>
                  <a:gd name="connsiteY1348" fmla="*/ 1022114 h 1687797"/>
                  <a:gd name="connsiteX1349" fmla="*/ 270416 w 1093458"/>
                  <a:gd name="connsiteY1349" fmla="*/ 1022114 h 1687797"/>
                  <a:gd name="connsiteX1350" fmla="*/ 270416 w 1093458"/>
                  <a:gd name="connsiteY1350" fmla="*/ 1027292 h 1687797"/>
                  <a:gd name="connsiteX1351" fmla="*/ 267683 w 1093458"/>
                  <a:gd name="connsiteY1351" fmla="*/ 1027292 h 1687797"/>
                  <a:gd name="connsiteX1352" fmla="*/ 267683 w 1093458"/>
                  <a:gd name="connsiteY1352" fmla="*/ 1029738 h 1687797"/>
                  <a:gd name="connsiteX1353" fmla="*/ 265094 w 1093458"/>
                  <a:gd name="connsiteY1353" fmla="*/ 1029738 h 1687797"/>
                  <a:gd name="connsiteX1354" fmla="*/ 265094 w 1093458"/>
                  <a:gd name="connsiteY1354" fmla="*/ 1032327 h 1687797"/>
                  <a:gd name="connsiteX1355" fmla="*/ 262649 w 1093458"/>
                  <a:gd name="connsiteY1355" fmla="*/ 1032327 h 1687797"/>
                  <a:gd name="connsiteX1356" fmla="*/ 262649 w 1093458"/>
                  <a:gd name="connsiteY1356" fmla="*/ 1035060 h 1687797"/>
                  <a:gd name="connsiteX1357" fmla="*/ 260203 w 1093458"/>
                  <a:gd name="connsiteY1357" fmla="*/ 1035060 h 1687797"/>
                  <a:gd name="connsiteX1358" fmla="*/ 260203 w 1093458"/>
                  <a:gd name="connsiteY1358" fmla="*/ 1037505 h 1687797"/>
                  <a:gd name="connsiteX1359" fmla="*/ 257470 w 1093458"/>
                  <a:gd name="connsiteY1359" fmla="*/ 1039950 h 1687797"/>
                  <a:gd name="connsiteX1360" fmla="*/ 257470 w 1093458"/>
                  <a:gd name="connsiteY1360" fmla="*/ 1042396 h 1687797"/>
                  <a:gd name="connsiteX1361" fmla="*/ 260203 w 1093458"/>
                  <a:gd name="connsiteY1361" fmla="*/ 1042396 h 1687797"/>
                  <a:gd name="connsiteX1362" fmla="*/ 260203 w 1093458"/>
                  <a:gd name="connsiteY1362" fmla="*/ 1045272 h 1687797"/>
                  <a:gd name="connsiteX1363" fmla="*/ 257470 w 1093458"/>
                  <a:gd name="connsiteY1363" fmla="*/ 1045272 h 1687797"/>
                  <a:gd name="connsiteX1364" fmla="*/ 257470 w 1093458"/>
                  <a:gd name="connsiteY1364" fmla="*/ 1047718 h 1687797"/>
                  <a:gd name="connsiteX1365" fmla="*/ 255025 w 1093458"/>
                  <a:gd name="connsiteY1365" fmla="*/ 1047718 h 1687797"/>
                  <a:gd name="connsiteX1366" fmla="*/ 255025 w 1093458"/>
                  <a:gd name="connsiteY1366" fmla="*/ 1050163 h 1687797"/>
                  <a:gd name="connsiteX1367" fmla="*/ 252436 w 1093458"/>
                  <a:gd name="connsiteY1367" fmla="*/ 1050163 h 1687797"/>
                  <a:gd name="connsiteX1368" fmla="*/ 252436 w 1093458"/>
                  <a:gd name="connsiteY1368" fmla="*/ 1047718 h 1687797"/>
                  <a:gd name="connsiteX1369" fmla="*/ 255025 w 1093458"/>
                  <a:gd name="connsiteY1369" fmla="*/ 1047718 h 1687797"/>
                  <a:gd name="connsiteX1370" fmla="*/ 255025 w 1093458"/>
                  <a:gd name="connsiteY1370" fmla="*/ 1037505 h 1687797"/>
                  <a:gd name="connsiteX1371" fmla="*/ 252436 w 1093458"/>
                  <a:gd name="connsiteY1371" fmla="*/ 1037505 h 1687797"/>
                  <a:gd name="connsiteX1372" fmla="*/ 252436 w 1093458"/>
                  <a:gd name="connsiteY1372" fmla="*/ 1042396 h 1687797"/>
                  <a:gd name="connsiteX1373" fmla="*/ 244813 w 1093458"/>
                  <a:gd name="connsiteY1373" fmla="*/ 1042396 h 1687797"/>
                  <a:gd name="connsiteX1374" fmla="*/ 244813 w 1093458"/>
                  <a:gd name="connsiteY1374" fmla="*/ 1045272 h 1687797"/>
                  <a:gd name="connsiteX1375" fmla="*/ 242224 w 1093458"/>
                  <a:gd name="connsiteY1375" fmla="*/ 1047718 h 1687797"/>
                  <a:gd name="connsiteX1376" fmla="*/ 242224 w 1093458"/>
                  <a:gd name="connsiteY1376" fmla="*/ 1052608 h 1687797"/>
                  <a:gd name="connsiteX1377" fmla="*/ 244813 w 1093458"/>
                  <a:gd name="connsiteY1377" fmla="*/ 1052608 h 1687797"/>
                  <a:gd name="connsiteX1378" fmla="*/ 247258 w 1093458"/>
                  <a:gd name="connsiteY1378" fmla="*/ 1050163 h 1687797"/>
                  <a:gd name="connsiteX1379" fmla="*/ 247258 w 1093458"/>
                  <a:gd name="connsiteY1379" fmla="*/ 1047718 h 1687797"/>
                  <a:gd name="connsiteX1380" fmla="*/ 249991 w 1093458"/>
                  <a:gd name="connsiteY1380" fmla="*/ 1047718 h 1687797"/>
                  <a:gd name="connsiteX1381" fmla="*/ 249991 w 1093458"/>
                  <a:gd name="connsiteY1381" fmla="*/ 1050163 h 1687797"/>
                  <a:gd name="connsiteX1382" fmla="*/ 247258 w 1093458"/>
                  <a:gd name="connsiteY1382" fmla="*/ 1052608 h 1687797"/>
                  <a:gd name="connsiteX1383" fmla="*/ 247258 w 1093458"/>
                  <a:gd name="connsiteY1383" fmla="*/ 1057930 h 1687797"/>
                  <a:gd name="connsiteX1384" fmla="*/ 239778 w 1093458"/>
                  <a:gd name="connsiteY1384" fmla="*/ 1057930 h 1687797"/>
                  <a:gd name="connsiteX1385" fmla="*/ 239778 w 1093458"/>
                  <a:gd name="connsiteY1385" fmla="*/ 1061095 h 1687797"/>
                  <a:gd name="connsiteX1386" fmla="*/ 244813 w 1093458"/>
                  <a:gd name="connsiteY1386" fmla="*/ 1061095 h 1687797"/>
                  <a:gd name="connsiteX1387" fmla="*/ 244813 w 1093458"/>
                  <a:gd name="connsiteY1387" fmla="*/ 1063540 h 1687797"/>
                  <a:gd name="connsiteX1388" fmla="*/ 247402 w 1093458"/>
                  <a:gd name="connsiteY1388" fmla="*/ 1063540 h 1687797"/>
                  <a:gd name="connsiteX1389" fmla="*/ 247402 w 1093458"/>
                  <a:gd name="connsiteY1389" fmla="*/ 1061095 h 1687797"/>
                  <a:gd name="connsiteX1390" fmla="*/ 250135 w 1093458"/>
                  <a:gd name="connsiteY1390" fmla="*/ 1061095 h 1687797"/>
                  <a:gd name="connsiteX1391" fmla="*/ 252580 w 1093458"/>
                  <a:gd name="connsiteY1391" fmla="*/ 1063540 h 1687797"/>
                  <a:gd name="connsiteX1392" fmla="*/ 252580 w 1093458"/>
                  <a:gd name="connsiteY1392" fmla="*/ 1061095 h 1687797"/>
                  <a:gd name="connsiteX1393" fmla="*/ 255169 w 1093458"/>
                  <a:gd name="connsiteY1393" fmla="*/ 1058649 h 1687797"/>
                  <a:gd name="connsiteX1394" fmla="*/ 257614 w 1093458"/>
                  <a:gd name="connsiteY1394" fmla="*/ 1058649 h 1687797"/>
                  <a:gd name="connsiteX1395" fmla="*/ 257614 w 1093458"/>
                  <a:gd name="connsiteY1395" fmla="*/ 1056204 h 1687797"/>
                  <a:gd name="connsiteX1396" fmla="*/ 260347 w 1093458"/>
                  <a:gd name="connsiteY1396" fmla="*/ 1056204 h 1687797"/>
                  <a:gd name="connsiteX1397" fmla="*/ 260347 w 1093458"/>
                  <a:gd name="connsiteY1397" fmla="*/ 1053327 h 1687797"/>
                  <a:gd name="connsiteX1398" fmla="*/ 262792 w 1093458"/>
                  <a:gd name="connsiteY1398" fmla="*/ 1053327 h 1687797"/>
                  <a:gd name="connsiteX1399" fmla="*/ 260347 w 1093458"/>
                  <a:gd name="connsiteY1399" fmla="*/ 1050882 h 1687797"/>
                  <a:gd name="connsiteX1400" fmla="*/ 262792 w 1093458"/>
                  <a:gd name="connsiteY1400" fmla="*/ 1050882 h 1687797"/>
                  <a:gd name="connsiteX1401" fmla="*/ 267827 w 1093458"/>
                  <a:gd name="connsiteY1401" fmla="*/ 1043115 h 1687797"/>
                  <a:gd name="connsiteX1402" fmla="*/ 267827 w 1093458"/>
                  <a:gd name="connsiteY1402" fmla="*/ 1040670 h 1687797"/>
                  <a:gd name="connsiteX1403" fmla="*/ 270560 w 1093458"/>
                  <a:gd name="connsiteY1403" fmla="*/ 1040670 h 1687797"/>
                  <a:gd name="connsiteX1404" fmla="*/ 270560 w 1093458"/>
                  <a:gd name="connsiteY1404" fmla="*/ 1045991 h 1687797"/>
                  <a:gd name="connsiteX1405" fmla="*/ 273005 w 1093458"/>
                  <a:gd name="connsiteY1405" fmla="*/ 1045991 h 1687797"/>
                  <a:gd name="connsiteX1406" fmla="*/ 273005 w 1093458"/>
                  <a:gd name="connsiteY1406" fmla="*/ 1048437 h 1687797"/>
                  <a:gd name="connsiteX1407" fmla="*/ 270560 w 1093458"/>
                  <a:gd name="connsiteY1407" fmla="*/ 1045991 h 1687797"/>
                  <a:gd name="connsiteX1408" fmla="*/ 270560 w 1093458"/>
                  <a:gd name="connsiteY1408" fmla="*/ 1050882 h 1687797"/>
                  <a:gd name="connsiteX1409" fmla="*/ 267827 w 1093458"/>
                  <a:gd name="connsiteY1409" fmla="*/ 1050882 h 1687797"/>
                  <a:gd name="connsiteX1410" fmla="*/ 265238 w 1093458"/>
                  <a:gd name="connsiteY1410" fmla="*/ 1053327 h 1687797"/>
                  <a:gd name="connsiteX1411" fmla="*/ 262792 w 1093458"/>
                  <a:gd name="connsiteY1411" fmla="*/ 1053327 h 1687797"/>
                  <a:gd name="connsiteX1412" fmla="*/ 262792 w 1093458"/>
                  <a:gd name="connsiteY1412" fmla="*/ 1056204 h 1687797"/>
                  <a:gd name="connsiteX1413" fmla="*/ 260347 w 1093458"/>
                  <a:gd name="connsiteY1413" fmla="*/ 1056204 h 1687797"/>
                  <a:gd name="connsiteX1414" fmla="*/ 260347 w 1093458"/>
                  <a:gd name="connsiteY1414" fmla="*/ 1058649 h 1687797"/>
                  <a:gd name="connsiteX1415" fmla="*/ 257470 w 1093458"/>
                  <a:gd name="connsiteY1415" fmla="*/ 1058649 h 1687797"/>
                  <a:gd name="connsiteX1416" fmla="*/ 257470 w 1093458"/>
                  <a:gd name="connsiteY1416" fmla="*/ 1061095 h 1687797"/>
                  <a:gd name="connsiteX1417" fmla="*/ 255025 w 1093458"/>
                  <a:gd name="connsiteY1417" fmla="*/ 1061095 h 1687797"/>
                  <a:gd name="connsiteX1418" fmla="*/ 255025 w 1093458"/>
                  <a:gd name="connsiteY1418" fmla="*/ 1063540 h 1687797"/>
                  <a:gd name="connsiteX1419" fmla="*/ 249991 w 1093458"/>
                  <a:gd name="connsiteY1419" fmla="*/ 1063540 h 1687797"/>
                  <a:gd name="connsiteX1420" fmla="*/ 249991 w 1093458"/>
                  <a:gd name="connsiteY1420" fmla="*/ 1066273 h 1687797"/>
                  <a:gd name="connsiteX1421" fmla="*/ 257470 w 1093458"/>
                  <a:gd name="connsiteY1421" fmla="*/ 1066273 h 1687797"/>
                  <a:gd name="connsiteX1422" fmla="*/ 257470 w 1093458"/>
                  <a:gd name="connsiteY1422" fmla="*/ 1068862 h 1687797"/>
                  <a:gd name="connsiteX1423" fmla="*/ 252436 w 1093458"/>
                  <a:gd name="connsiteY1423" fmla="*/ 1068862 h 1687797"/>
                  <a:gd name="connsiteX1424" fmla="*/ 252436 w 1093458"/>
                  <a:gd name="connsiteY1424" fmla="*/ 1071307 h 1687797"/>
                  <a:gd name="connsiteX1425" fmla="*/ 255025 w 1093458"/>
                  <a:gd name="connsiteY1425" fmla="*/ 1071307 h 1687797"/>
                  <a:gd name="connsiteX1426" fmla="*/ 255025 w 1093458"/>
                  <a:gd name="connsiteY1426" fmla="*/ 1073752 h 1687797"/>
                  <a:gd name="connsiteX1427" fmla="*/ 257470 w 1093458"/>
                  <a:gd name="connsiteY1427" fmla="*/ 1073752 h 1687797"/>
                  <a:gd name="connsiteX1428" fmla="*/ 257470 w 1093458"/>
                  <a:gd name="connsiteY1428" fmla="*/ 1071307 h 1687797"/>
                  <a:gd name="connsiteX1429" fmla="*/ 260203 w 1093458"/>
                  <a:gd name="connsiteY1429" fmla="*/ 1071307 h 1687797"/>
                  <a:gd name="connsiteX1430" fmla="*/ 262649 w 1093458"/>
                  <a:gd name="connsiteY1430" fmla="*/ 1068862 h 1687797"/>
                  <a:gd name="connsiteX1431" fmla="*/ 265094 w 1093458"/>
                  <a:gd name="connsiteY1431" fmla="*/ 1068862 h 1687797"/>
                  <a:gd name="connsiteX1432" fmla="*/ 262649 w 1093458"/>
                  <a:gd name="connsiteY1432" fmla="*/ 1066273 h 1687797"/>
                  <a:gd name="connsiteX1433" fmla="*/ 260203 w 1093458"/>
                  <a:gd name="connsiteY1433" fmla="*/ 1066273 h 1687797"/>
                  <a:gd name="connsiteX1434" fmla="*/ 260203 w 1093458"/>
                  <a:gd name="connsiteY1434" fmla="*/ 1063540 h 1687797"/>
                  <a:gd name="connsiteX1435" fmla="*/ 262649 w 1093458"/>
                  <a:gd name="connsiteY1435" fmla="*/ 1063540 h 1687797"/>
                  <a:gd name="connsiteX1436" fmla="*/ 265094 w 1093458"/>
                  <a:gd name="connsiteY1436" fmla="*/ 1061095 h 1687797"/>
                  <a:gd name="connsiteX1437" fmla="*/ 265094 w 1093458"/>
                  <a:gd name="connsiteY1437" fmla="*/ 1066273 h 1687797"/>
                  <a:gd name="connsiteX1438" fmla="*/ 267683 w 1093458"/>
                  <a:gd name="connsiteY1438" fmla="*/ 1066273 h 1687797"/>
                  <a:gd name="connsiteX1439" fmla="*/ 270416 w 1093458"/>
                  <a:gd name="connsiteY1439" fmla="*/ 1068862 h 1687797"/>
                  <a:gd name="connsiteX1440" fmla="*/ 270416 w 1093458"/>
                  <a:gd name="connsiteY1440" fmla="*/ 1066273 h 1687797"/>
                  <a:gd name="connsiteX1441" fmla="*/ 272861 w 1093458"/>
                  <a:gd name="connsiteY1441" fmla="*/ 1066273 h 1687797"/>
                  <a:gd name="connsiteX1442" fmla="*/ 272861 w 1093458"/>
                  <a:gd name="connsiteY1442" fmla="*/ 1068862 h 1687797"/>
                  <a:gd name="connsiteX1443" fmla="*/ 270416 w 1093458"/>
                  <a:gd name="connsiteY1443" fmla="*/ 1068862 h 1687797"/>
                  <a:gd name="connsiteX1444" fmla="*/ 270416 w 1093458"/>
                  <a:gd name="connsiteY1444" fmla="*/ 1081520 h 1687797"/>
                  <a:gd name="connsiteX1445" fmla="*/ 272861 w 1093458"/>
                  <a:gd name="connsiteY1445" fmla="*/ 1081520 h 1687797"/>
                  <a:gd name="connsiteX1446" fmla="*/ 272861 w 1093458"/>
                  <a:gd name="connsiteY1446" fmla="*/ 1079074 h 1687797"/>
                  <a:gd name="connsiteX1447" fmla="*/ 274443 w 1093458"/>
                  <a:gd name="connsiteY1447" fmla="*/ 1079074 h 1687797"/>
                  <a:gd name="connsiteX1448" fmla="*/ 274443 w 1093458"/>
                  <a:gd name="connsiteY1448" fmla="*/ 1083965 h 1687797"/>
                  <a:gd name="connsiteX1449" fmla="*/ 273149 w 1093458"/>
                  <a:gd name="connsiteY1449" fmla="*/ 1083965 h 1687797"/>
                  <a:gd name="connsiteX1450" fmla="*/ 273149 w 1093458"/>
                  <a:gd name="connsiteY1450" fmla="*/ 1086698 h 1687797"/>
                  <a:gd name="connsiteX1451" fmla="*/ 270416 w 1093458"/>
                  <a:gd name="connsiteY1451" fmla="*/ 1086698 h 1687797"/>
                  <a:gd name="connsiteX1452" fmla="*/ 270416 w 1093458"/>
                  <a:gd name="connsiteY1452" fmla="*/ 1091732 h 1687797"/>
                  <a:gd name="connsiteX1453" fmla="*/ 272861 w 1093458"/>
                  <a:gd name="connsiteY1453" fmla="*/ 1091732 h 1687797"/>
                  <a:gd name="connsiteX1454" fmla="*/ 272861 w 1093458"/>
                  <a:gd name="connsiteY1454" fmla="*/ 1094177 h 1687797"/>
                  <a:gd name="connsiteX1455" fmla="*/ 267683 w 1093458"/>
                  <a:gd name="connsiteY1455" fmla="*/ 1094177 h 1687797"/>
                  <a:gd name="connsiteX1456" fmla="*/ 267683 w 1093458"/>
                  <a:gd name="connsiteY1456" fmla="*/ 1096910 h 1687797"/>
                  <a:gd name="connsiteX1457" fmla="*/ 262649 w 1093458"/>
                  <a:gd name="connsiteY1457" fmla="*/ 1096910 h 1687797"/>
                  <a:gd name="connsiteX1458" fmla="*/ 262649 w 1093458"/>
                  <a:gd name="connsiteY1458" fmla="*/ 1101945 h 1687797"/>
                  <a:gd name="connsiteX1459" fmla="*/ 260203 w 1093458"/>
                  <a:gd name="connsiteY1459" fmla="*/ 1101945 h 1687797"/>
                  <a:gd name="connsiteX1460" fmla="*/ 260203 w 1093458"/>
                  <a:gd name="connsiteY1460" fmla="*/ 1109712 h 1687797"/>
                  <a:gd name="connsiteX1461" fmla="*/ 272717 w 1093458"/>
                  <a:gd name="connsiteY1461" fmla="*/ 1109712 h 1687797"/>
                  <a:gd name="connsiteX1462" fmla="*/ 272717 w 1093458"/>
                  <a:gd name="connsiteY1462" fmla="*/ 1112157 h 1687797"/>
                  <a:gd name="connsiteX1463" fmla="*/ 257470 w 1093458"/>
                  <a:gd name="connsiteY1463" fmla="*/ 1112157 h 1687797"/>
                  <a:gd name="connsiteX1464" fmla="*/ 257470 w 1093458"/>
                  <a:gd name="connsiteY1464" fmla="*/ 1117191 h 1687797"/>
                  <a:gd name="connsiteX1465" fmla="*/ 255025 w 1093458"/>
                  <a:gd name="connsiteY1465" fmla="*/ 1117191 h 1687797"/>
                  <a:gd name="connsiteX1466" fmla="*/ 255025 w 1093458"/>
                  <a:gd name="connsiteY1466" fmla="*/ 1119924 h 1687797"/>
                  <a:gd name="connsiteX1467" fmla="*/ 252436 w 1093458"/>
                  <a:gd name="connsiteY1467" fmla="*/ 1119924 h 1687797"/>
                  <a:gd name="connsiteX1468" fmla="*/ 252436 w 1093458"/>
                  <a:gd name="connsiteY1468" fmla="*/ 1130137 h 1687797"/>
                  <a:gd name="connsiteX1469" fmla="*/ 249991 w 1093458"/>
                  <a:gd name="connsiteY1469" fmla="*/ 1130137 h 1687797"/>
                  <a:gd name="connsiteX1470" fmla="*/ 249991 w 1093458"/>
                  <a:gd name="connsiteY1470" fmla="*/ 1140206 h 1687797"/>
                  <a:gd name="connsiteX1471" fmla="*/ 252436 w 1093458"/>
                  <a:gd name="connsiteY1471" fmla="*/ 1137473 h 1687797"/>
                  <a:gd name="connsiteX1472" fmla="*/ 252436 w 1093458"/>
                  <a:gd name="connsiteY1472" fmla="*/ 1135028 h 1687797"/>
                  <a:gd name="connsiteX1473" fmla="*/ 257470 w 1093458"/>
                  <a:gd name="connsiteY1473" fmla="*/ 1135028 h 1687797"/>
                  <a:gd name="connsiteX1474" fmla="*/ 257470 w 1093458"/>
                  <a:gd name="connsiteY1474" fmla="*/ 1137473 h 1687797"/>
                  <a:gd name="connsiteX1475" fmla="*/ 260203 w 1093458"/>
                  <a:gd name="connsiteY1475" fmla="*/ 1140206 h 1687797"/>
                  <a:gd name="connsiteX1476" fmla="*/ 257470 w 1093458"/>
                  <a:gd name="connsiteY1476" fmla="*/ 1140206 h 1687797"/>
                  <a:gd name="connsiteX1477" fmla="*/ 257470 w 1093458"/>
                  <a:gd name="connsiteY1477" fmla="*/ 1137473 h 1687797"/>
                  <a:gd name="connsiteX1478" fmla="*/ 252436 w 1093458"/>
                  <a:gd name="connsiteY1478" fmla="*/ 1137473 h 1687797"/>
                  <a:gd name="connsiteX1479" fmla="*/ 252436 w 1093458"/>
                  <a:gd name="connsiteY1479" fmla="*/ 1140206 h 1687797"/>
                  <a:gd name="connsiteX1480" fmla="*/ 249991 w 1093458"/>
                  <a:gd name="connsiteY1480" fmla="*/ 1142795 h 1687797"/>
                  <a:gd name="connsiteX1481" fmla="*/ 249991 w 1093458"/>
                  <a:gd name="connsiteY1481" fmla="*/ 1145240 h 1687797"/>
                  <a:gd name="connsiteX1482" fmla="*/ 252436 w 1093458"/>
                  <a:gd name="connsiteY1482" fmla="*/ 1142795 h 1687797"/>
                  <a:gd name="connsiteX1483" fmla="*/ 257470 w 1093458"/>
                  <a:gd name="connsiteY1483" fmla="*/ 1142795 h 1687797"/>
                  <a:gd name="connsiteX1484" fmla="*/ 257470 w 1093458"/>
                  <a:gd name="connsiteY1484" fmla="*/ 1145240 h 1687797"/>
                  <a:gd name="connsiteX1485" fmla="*/ 260203 w 1093458"/>
                  <a:gd name="connsiteY1485" fmla="*/ 1145240 h 1687797"/>
                  <a:gd name="connsiteX1486" fmla="*/ 260203 w 1093458"/>
                  <a:gd name="connsiteY1486" fmla="*/ 1147397 h 1687797"/>
                  <a:gd name="connsiteX1487" fmla="*/ 257470 w 1093458"/>
                  <a:gd name="connsiteY1487" fmla="*/ 1147397 h 1687797"/>
                  <a:gd name="connsiteX1488" fmla="*/ 257470 w 1093458"/>
                  <a:gd name="connsiteY1488" fmla="*/ 1144952 h 1687797"/>
                  <a:gd name="connsiteX1489" fmla="*/ 255025 w 1093458"/>
                  <a:gd name="connsiteY1489" fmla="*/ 1144952 h 1687797"/>
                  <a:gd name="connsiteX1490" fmla="*/ 255025 w 1093458"/>
                  <a:gd name="connsiteY1490" fmla="*/ 1147397 h 1687797"/>
                  <a:gd name="connsiteX1491" fmla="*/ 252436 w 1093458"/>
                  <a:gd name="connsiteY1491" fmla="*/ 1147397 h 1687797"/>
                  <a:gd name="connsiteX1492" fmla="*/ 252436 w 1093458"/>
                  <a:gd name="connsiteY1492" fmla="*/ 1144952 h 1687797"/>
                  <a:gd name="connsiteX1493" fmla="*/ 249991 w 1093458"/>
                  <a:gd name="connsiteY1493" fmla="*/ 1147397 h 1687797"/>
                  <a:gd name="connsiteX1494" fmla="*/ 249991 w 1093458"/>
                  <a:gd name="connsiteY1494" fmla="*/ 1150130 h 1687797"/>
                  <a:gd name="connsiteX1495" fmla="*/ 247402 w 1093458"/>
                  <a:gd name="connsiteY1495" fmla="*/ 1150130 h 1687797"/>
                  <a:gd name="connsiteX1496" fmla="*/ 247402 w 1093458"/>
                  <a:gd name="connsiteY1496" fmla="*/ 1152719 h 1687797"/>
                  <a:gd name="connsiteX1497" fmla="*/ 252580 w 1093458"/>
                  <a:gd name="connsiteY1497" fmla="*/ 1152719 h 1687797"/>
                  <a:gd name="connsiteX1498" fmla="*/ 255169 w 1093458"/>
                  <a:gd name="connsiteY1498" fmla="*/ 1155165 h 1687797"/>
                  <a:gd name="connsiteX1499" fmla="*/ 255169 w 1093458"/>
                  <a:gd name="connsiteY1499" fmla="*/ 1160343 h 1687797"/>
                  <a:gd name="connsiteX1500" fmla="*/ 252580 w 1093458"/>
                  <a:gd name="connsiteY1500" fmla="*/ 1160343 h 1687797"/>
                  <a:gd name="connsiteX1501" fmla="*/ 252580 w 1093458"/>
                  <a:gd name="connsiteY1501" fmla="*/ 1162932 h 1687797"/>
                  <a:gd name="connsiteX1502" fmla="*/ 257614 w 1093458"/>
                  <a:gd name="connsiteY1502" fmla="*/ 1162932 h 1687797"/>
                  <a:gd name="connsiteX1503" fmla="*/ 257614 w 1093458"/>
                  <a:gd name="connsiteY1503" fmla="*/ 1160343 h 1687797"/>
                  <a:gd name="connsiteX1504" fmla="*/ 260347 w 1093458"/>
                  <a:gd name="connsiteY1504" fmla="*/ 1162932 h 1687797"/>
                  <a:gd name="connsiteX1505" fmla="*/ 260347 w 1093458"/>
                  <a:gd name="connsiteY1505" fmla="*/ 1157610 h 1687797"/>
                  <a:gd name="connsiteX1506" fmla="*/ 262792 w 1093458"/>
                  <a:gd name="connsiteY1506" fmla="*/ 1157610 h 1687797"/>
                  <a:gd name="connsiteX1507" fmla="*/ 262792 w 1093458"/>
                  <a:gd name="connsiteY1507" fmla="*/ 1155165 h 1687797"/>
                  <a:gd name="connsiteX1508" fmla="*/ 265238 w 1093458"/>
                  <a:gd name="connsiteY1508" fmla="*/ 1155165 h 1687797"/>
                  <a:gd name="connsiteX1509" fmla="*/ 265238 w 1093458"/>
                  <a:gd name="connsiteY1509" fmla="*/ 1150130 h 1687797"/>
                  <a:gd name="connsiteX1510" fmla="*/ 267827 w 1093458"/>
                  <a:gd name="connsiteY1510" fmla="*/ 1150130 h 1687797"/>
                  <a:gd name="connsiteX1511" fmla="*/ 267827 w 1093458"/>
                  <a:gd name="connsiteY1511" fmla="*/ 1147397 h 1687797"/>
                  <a:gd name="connsiteX1512" fmla="*/ 270560 w 1093458"/>
                  <a:gd name="connsiteY1512" fmla="*/ 1147397 h 1687797"/>
                  <a:gd name="connsiteX1513" fmla="*/ 270560 w 1093458"/>
                  <a:gd name="connsiteY1513" fmla="*/ 1152719 h 1687797"/>
                  <a:gd name="connsiteX1514" fmla="*/ 268114 w 1093458"/>
                  <a:gd name="connsiteY1514" fmla="*/ 1152719 h 1687797"/>
                  <a:gd name="connsiteX1515" fmla="*/ 268114 w 1093458"/>
                  <a:gd name="connsiteY1515" fmla="*/ 1157610 h 1687797"/>
                  <a:gd name="connsiteX1516" fmla="*/ 265525 w 1093458"/>
                  <a:gd name="connsiteY1516" fmla="*/ 1160343 h 1687797"/>
                  <a:gd name="connsiteX1517" fmla="*/ 263080 w 1093458"/>
                  <a:gd name="connsiteY1517" fmla="*/ 1160343 h 1687797"/>
                  <a:gd name="connsiteX1518" fmla="*/ 263080 w 1093458"/>
                  <a:gd name="connsiteY1518" fmla="*/ 1162932 h 1687797"/>
                  <a:gd name="connsiteX1519" fmla="*/ 260635 w 1093458"/>
                  <a:gd name="connsiteY1519" fmla="*/ 1165377 h 1687797"/>
                  <a:gd name="connsiteX1520" fmla="*/ 255457 w 1093458"/>
                  <a:gd name="connsiteY1520" fmla="*/ 1165377 h 1687797"/>
                  <a:gd name="connsiteX1521" fmla="*/ 255457 w 1093458"/>
                  <a:gd name="connsiteY1521" fmla="*/ 1167823 h 1687797"/>
                  <a:gd name="connsiteX1522" fmla="*/ 252868 w 1093458"/>
                  <a:gd name="connsiteY1522" fmla="*/ 1167823 h 1687797"/>
                  <a:gd name="connsiteX1523" fmla="*/ 252868 w 1093458"/>
                  <a:gd name="connsiteY1523" fmla="*/ 1170555 h 1687797"/>
                  <a:gd name="connsiteX1524" fmla="*/ 250422 w 1093458"/>
                  <a:gd name="connsiteY1524" fmla="*/ 1173145 h 1687797"/>
                  <a:gd name="connsiteX1525" fmla="*/ 250422 w 1093458"/>
                  <a:gd name="connsiteY1525" fmla="*/ 1170555 h 1687797"/>
                  <a:gd name="connsiteX1526" fmla="*/ 252868 w 1093458"/>
                  <a:gd name="connsiteY1526" fmla="*/ 1167823 h 1687797"/>
                  <a:gd name="connsiteX1527" fmla="*/ 242655 w 1093458"/>
                  <a:gd name="connsiteY1527" fmla="*/ 1167823 h 1687797"/>
                  <a:gd name="connsiteX1528" fmla="*/ 242655 w 1093458"/>
                  <a:gd name="connsiteY1528" fmla="*/ 1176165 h 1687797"/>
                  <a:gd name="connsiteX1529" fmla="*/ 255457 w 1093458"/>
                  <a:gd name="connsiteY1529" fmla="*/ 1176165 h 1687797"/>
                  <a:gd name="connsiteX1530" fmla="*/ 255457 w 1093458"/>
                  <a:gd name="connsiteY1530" fmla="*/ 1178611 h 1687797"/>
                  <a:gd name="connsiteX1531" fmla="*/ 260635 w 1093458"/>
                  <a:gd name="connsiteY1531" fmla="*/ 1178611 h 1687797"/>
                  <a:gd name="connsiteX1532" fmla="*/ 260635 w 1093458"/>
                  <a:gd name="connsiteY1532" fmla="*/ 1176165 h 1687797"/>
                  <a:gd name="connsiteX1533" fmla="*/ 263080 w 1093458"/>
                  <a:gd name="connsiteY1533" fmla="*/ 1176165 h 1687797"/>
                  <a:gd name="connsiteX1534" fmla="*/ 263080 w 1093458"/>
                  <a:gd name="connsiteY1534" fmla="*/ 1178611 h 1687797"/>
                  <a:gd name="connsiteX1535" fmla="*/ 260635 w 1093458"/>
                  <a:gd name="connsiteY1535" fmla="*/ 1178611 h 1687797"/>
                  <a:gd name="connsiteX1536" fmla="*/ 260635 w 1093458"/>
                  <a:gd name="connsiteY1536" fmla="*/ 1183932 h 1687797"/>
                  <a:gd name="connsiteX1537" fmla="*/ 257470 w 1093458"/>
                  <a:gd name="connsiteY1537" fmla="*/ 1183932 h 1687797"/>
                  <a:gd name="connsiteX1538" fmla="*/ 257470 w 1093458"/>
                  <a:gd name="connsiteY1538" fmla="*/ 1181343 h 1687797"/>
                  <a:gd name="connsiteX1539" fmla="*/ 252436 w 1093458"/>
                  <a:gd name="connsiteY1539" fmla="*/ 1181343 h 1687797"/>
                  <a:gd name="connsiteX1540" fmla="*/ 252436 w 1093458"/>
                  <a:gd name="connsiteY1540" fmla="*/ 1183932 h 1687797"/>
                  <a:gd name="connsiteX1541" fmla="*/ 255025 w 1093458"/>
                  <a:gd name="connsiteY1541" fmla="*/ 1183932 h 1687797"/>
                  <a:gd name="connsiteX1542" fmla="*/ 255025 w 1093458"/>
                  <a:gd name="connsiteY1542" fmla="*/ 1186377 h 1687797"/>
                  <a:gd name="connsiteX1543" fmla="*/ 252436 w 1093458"/>
                  <a:gd name="connsiteY1543" fmla="*/ 1186377 h 1687797"/>
                  <a:gd name="connsiteX1544" fmla="*/ 252436 w 1093458"/>
                  <a:gd name="connsiteY1544" fmla="*/ 1183932 h 1687797"/>
                  <a:gd name="connsiteX1545" fmla="*/ 237045 w 1093458"/>
                  <a:gd name="connsiteY1545" fmla="*/ 1183932 h 1687797"/>
                  <a:gd name="connsiteX1546" fmla="*/ 237045 w 1093458"/>
                  <a:gd name="connsiteY1546" fmla="*/ 1188823 h 1687797"/>
                  <a:gd name="connsiteX1547" fmla="*/ 234600 w 1093458"/>
                  <a:gd name="connsiteY1547" fmla="*/ 1188823 h 1687797"/>
                  <a:gd name="connsiteX1548" fmla="*/ 234600 w 1093458"/>
                  <a:gd name="connsiteY1548" fmla="*/ 1190549 h 1687797"/>
                  <a:gd name="connsiteX1549" fmla="*/ 237045 w 1093458"/>
                  <a:gd name="connsiteY1549" fmla="*/ 1190549 h 1687797"/>
                  <a:gd name="connsiteX1550" fmla="*/ 237045 w 1093458"/>
                  <a:gd name="connsiteY1550" fmla="*/ 1193138 h 1687797"/>
                  <a:gd name="connsiteX1551" fmla="*/ 239778 w 1093458"/>
                  <a:gd name="connsiteY1551" fmla="*/ 1193138 h 1687797"/>
                  <a:gd name="connsiteX1552" fmla="*/ 239778 w 1093458"/>
                  <a:gd name="connsiteY1552" fmla="*/ 1203351 h 1687797"/>
                  <a:gd name="connsiteX1553" fmla="*/ 242224 w 1093458"/>
                  <a:gd name="connsiteY1553" fmla="*/ 1203351 h 1687797"/>
                  <a:gd name="connsiteX1554" fmla="*/ 242224 w 1093458"/>
                  <a:gd name="connsiteY1554" fmla="*/ 1200618 h 1687797"/>
                  <a:gd name="connsiteX1555" fmla="*/ 244813 w 1093458"/>
                  <a:gd name="connsiteY1555" fmla="*/ 1200618 h 1687797"/>
                  <a:gd name="connsiteX1556" fmla="*/ 244813 w 1093458"/>
                  <a:gd name="connsiteY1556" fmla="*/ 1203351 h 1687797"/>
                  <a:gd name="connsiteX1557" fmla="*/ 242224 w 1093458"/>
                  <a:gd name="connsiteY1557" fmla="*/ 1203351 h 1687797"/>
                  <a:gd name="connsiteX1558" fmla="*/ 242224 w 1093458"/>
                  <a:gd name="connsiteY1558" fmla="*/ 1208241 h 1687797"/>
                  <a:gd name="connsiteX1559" fmla="*/ 244813 w 1093458"/>
                  <a:gd name="connsiteY1559" fmla="*/ 1205796 h 1687797"/>
                  <a:gd name="connsiteX1560" fmla="*/ 244813 w 1093458"/>
                  <a:gd name="connsiteY1560" fmla="*/ 1208241 h 1687797"/>
                  <a:gd name="connsiteX1561" fmla="*/ 247402 w 1093458"/>
                  <a:gd name="connsiteY1561" fmla="*/ 1208241 h 1687797"/>
                  <a:gd name="connsiteX1562" fmla="*/ 247402 w 1093458"/>
                  <a:gd name="connsiteY1562" fmla="*/ 1210830 h 1687797"/>
                  <a:gd name="connsiteX1563" fmla="*/ 244956 w 1093458"/>
                  <a:gd name="connsiteY1563" fmla="*/ 1210830 h 1687797"/>
                  <a:gd name="connsiteX1564" fmla="*/ 244956 w 1093458"/>
                  <a:gd name="connsiteY1564" fmla="*/ 1213563 h 1687797"/>
                  <a:gd name="connsiteX1565" fmla="*/ 247402 w 1093458"/>
                  <a:gd name="connsiteY1565" fmla="*/ 1213563 h 1687797"/>
                  <a:gd name="connsiteX1566" fmla="*/ 247402 w 1093458"/>
                  <a:gd name="connsiteY1566" fmla="*/ 1216008 h 1687797"/>
                  <a:gd name="connsiteX1567" fmla="*/ 250135 w 1093458"/>
                  <a:gd name="connsiteY1567" fmla="*/ 1218454 h 1687797"/>
                  <a:gd name="connsiteX1568" fmla="*/ 247402 w 1093458"/>
                  <a:gd name="connsiteY1568" fmla="*/ 1218454 h 1687797"/>
                  <a:gd name="connsiteX1569" fmla="*/ 247402 w 1093458"/>
                  <a:gd name="connsiteY1569" fmla="*/ 1220899 h 1687797"/>
                  <a:gd name="connsiteX1570" fmla="*/ 250135 w 1093458"/>
                  <a:gd name="connsiteY1570" fmla="*/ 1220899 h 1687797"/>
                  <a:gd name="connsiteX1571" fmla="*/ 250135 w 1093458"/>
                  <a:gd name="connsiteY1571" fmla="*/ 1223776 h 1687797"/>
                  <a:gd name="connsiteX1572" fmla="*/ 252580 w 1093458"/>
                  <a:gd name="connsiteY1572" fmla="*/ 1226221 h 1687797"/>
                  <a:gd name="connsiteX1573" fmla="*/ 255169 w 1093458"/>
                  <a:gd name="connsiteY1573" fmla="*/ 1226221 h 1687797"/>
                  <a:gd name="connsiteX1574" fmla="*/ 255169 w 1093458"/>
                  <a:gd name="connsiteY1574" fmla="*/ 1228666 h 1687797"/>
                  <a:gd name="connsiteX1575" fmla="*/ 260347 w 1093458"/>
                  <a:gd name="connsiteY1575" fmla="*/ 1228666 h 1687797"/>
                  <a:gd name="connsiteX1576" fmla="*/ 260347 w 1093458"/>
                  <a:gd name="connsiteY1576" fmla="*/ 1233700 h 1687797"/>
                  <a:gd name="connsiteX1577" fmla="*/ 262792 w 1093458"/>
                  <a:gd name="connsiteY1577" fmla="*/ 1233700 h 1687797"/>
                  <a:gd name="connsiteX1578" fmla="*/ 262792 w 1093458"/>
                  <a:gd name="connsiteY1578" fmla="*/ 1236289 h 1687797"/>
                  <a:gd name="connsiteX1579" fmla="*/ 265238 w 1093458"/>
                  <a:gd name="connsiteY1579" fmla="*/ 1236289 h 1687797"/>
                  <a:gd name="connsiteX1580" fmla="*/ 265238 w 1093458"/>
                  <a:gd name="connsiteY1580" fmla="*/ 1238735 h 1687797"/>
                  <a:gd name="connsiteX1581" fmla="*/ 267395 w 1093458"/>
                  <a:gd name="connsiteY1581" fmla="*/ 1238735 h 1687797"/>
                  <a:gd name="connsiteX1582" fmla="*/ 267395 w 1093458"/>
                  <a:gd name="connsiteY1582" fmla="*/ 1238735 h 1687797"/>
                  <a:gd name="connsiteX1583" fmla="*/ 267395 w 1093458"/>
                  <a:gd name="connsiteY1583" fmla="*/ 1240605 h 1687797"/>
                  <a:gd name="connsiteX1584" fmla="*/ 268977 w 1093458"/>
                  <a:gd name="connsiteY1584" fmla="*/ 1240605 h 1687797"/>
                  <a:gd name="connsiteX1585" fmla="*/ 270128 w 1093458"/>
                  <a:gd name="connsiteY1585" fmla="*/ 1241899 h 1687797"/>
                  <a:gd name="connsiteX1586" fmla="*/ 270128 w 1093458"/>
                  <a:gd name="connsiteY1586" fmla="*/ 1243338 h 1687797"/>
                  <a:gd name="connsiteX1587" fmla="*/ 271279 w 1093458"/>
                  <a:gd name="connsiteY1587" fmla="*/ 1243338 h 1687797"/>
                  <a:gd name="connsiteX1588" fmla="*/ 288396 w 1093458"/>
                  <a:gd name="connsiteY1588" fmla="*/ 1263763 h 1687797"/>
                  <a:gd name="connsiteX1589" fmla="*/ 288396 w 1093458"/>
                  <a:gd name="connsiteY1589" fmla="*/ 1263763 h 1687797"/>
                  <a:gd name="connsiteX1590" fmla="*/ 288396 w 1093458"/>
                  <a:gd name="connsiteY1590" fmla="*/ 1266351 h 1687797"/>
                  <a:gd name="connsiteX1591" fmla="*/ 290553 w 1093458"/>
                  <a:gd name="connsiteY1591" fmla="*/ 1266351 h 1687797"/>
                  <a:gd name="connsiteX1592" fmla="*/ 293142 w 1093458"/>
                  <a:gd name="connsiteY1592" fmla="*/ 1269372 h 1687797"/>
                  <a:gd name="connsiteX1593" fmla="*/ 293142 w 1093458"/>
                  <a:gd name="connsiteY1593" fmla="*/ 1271242 h 1687797"/>
                  <a:gd name="connsiteX1594" fmla="*/ 294725 w 1093458"/>
                  <a:gd name="connsiteY1594" fmla="*/ 1271242 h 1687797"/>
                  <a:gd name="connsiteX1595" fmla="*/ 295588 w 1093458"/>
                  <a:gd name="connsiteY1595" fmla="*/ 1272393 h 1687797"/>
                  <a:gd name="connsiteX1596" fmla="*/ 295588 w 1093458"/>
                  <a:gd name="connsiteY1596" fmla="*/ 1273975 h 1687797"/>
                  <a:gd name="connsiteX1597" fmla="*/ 297026 w 1093458"/>
                  <a:gd name="connsiteY1597" fmla="*/ 1273975 h 1687797"/>
                  <a:gd name="connsiteX1598" fmla="*/ 299040 w 1093458"/>
                  <a:gd name="connsiteY1598" fmla="*/ 1276564 h 1687797"/>
                  <a:gd name="connsiteX1599" fmla="*/ 293142 w 1093458"/>
                  <a:gd name="connsiteY1599" fmla="*/ 1276564 h 1687797"/>
                  <a:gd name="connsiteX1600" fmla="*/ 293142 w 1093458"/>
                  <a:gd name="connsiteY1600" fmla="*/ 1279009 h 1687797"/>
                  <a:gd name="connsiteX1601" fmla="*/ 295588 w 1093458"/>
                  <a:gd name="connsiteY1601" fmla="*/ 1279009 h 1687797"/>
                  <a:gd name="connsiteX1602" fmla="*/ 295588 w 1093458"/>
                  <a:gd name="connsiteY1602" fmla="*/ 1281455 h 1687797"/>
                  <a:gd name="connsiteX1603" fmla="*/ 303211 w 1093458"/>
                  <a:gd name="connsiteY1603" fmla="*/ 1281455 h 1687797"/>
                  <a:gd name="connsiteX1604" fmla="*/ 305225 w 1093458"/>
                  <a:gd name="connsiteY1604" fmla="*/ 1284044 h 1687797"/>
                  <a:gd name="connsiteX1605" fmla="*/ 293142 w 1093458"/>
                  <a:gd name="connsiteY1605" fmla="*/ 1284044 h 1687797"/>
                  <a:gd name="connsiteX1606" fmla="*/ 293142 w 1093458"/>
                  <a:gd name="connsiteY1606" fmla="*/ 1279009 h 1687797"/>
                  <a:gd name="connsiteX1607" fmla="*/ 290553 w 1093458"/>
                  <a:gd name="connsiteY1607" fmla="*/ 1279009 h 1687797"/>
                  <a:gd name="connsiteX1608" fmla="*/ 290553 w 1093458"/>
                  <a:gd name="connsiteY1608" fmla="*/ 1276564 h 1687797"/>
                  <a:gd name="connsiteX1609" fmla="*/ 287820 w 1093458"/>
                  <a:gd name="connsiteY1609" fmla="*/ 1276564 h 1687797"/>
                  <a:gd name="connsiteX1610" fmla="*/ 287820 w 1093458"/>
                  <a:gd name="connsiteY1610" fmla="*/ 1271242 h 1687797"/>
                  <a:gd name="connsiteX1611" fmla="*/ 282786 w 1093458"/>
                  <a:gd name="connsiteY1611" fmla="*/ 1271242 h 1687797"/>
                  <a:gd name="connsiteX1612" fmla="*/ 282786 w 1093458"/>
                  <a:gd name="connsiteY1612" fmla="*/ 1273975 h 1687797"/>
                  <a:gd name="connsiteX1613" fmla="*/ 285231 w 1093458"/>
                  <a:gd name="connsiteY1613" fmla="*/ 1273975 h 1687797"/>
                  <a:gd name="connsiteX1614" fmla="*/ 285231 w 1093458"/>
                  <a:gd name="connsiteY1614" fmla="*/ 1279009 h 1687797"/>
                  <a:gd name="connsiteX1615" fmla="*/ 282786 w 1093458"/>
                  <a:gd name="connsiteY1615" fmla="*/ 1279009 h 1687797"/>
                  <a:gd name="connsiteX1616" fmla="*/ 282786 w 1093458"/>
                  <a:gd name="connsiteY1616" fmla="*/ 1281455 h 1687797"/>
                  <a:gd name="connsiteX1617" fmla="*/ 285231 w 1093458"/>
                  <a:gd name="connsiteY1617" fmla="*/ 1281455 h 1687797"/>
                  <a:gd name="connsiteX1618" fmla="*/ 285231 w 1093458"/>
                  <a:gd name="connsiteY1618" fmla="*/ 1283325 h 1687797"/>
                  <a:gd name="connsiteX1619" fmla="*/ 280341 w 1093458"/>
                  <a:gd name="connsiteY1619" fmla="*/ 1280016 h 1687797"/>
                  <a:gd name="connsiteX1620" fmla="*/ 280341 w 1093458"/>
                  <a:gd name="connsiteY1620" fmla="*/ 1279009 h 1687797"/>
                  <a:gd name="connsiteX1621" fmla="*/ 278615 w 1093458"/>
                  <a:gd name="connsiteY1621" fmla="*/ 1279009 h 1687797"/>
                  <a:gd name="connsiteX1622" fmla="*/ 275019 w 1093458"/>
                  <a:gd name="connsiteY1622" fmla="*/ 1276564 h 1687797"/>
                  <a:gd name="connsiteX1623" fmla="*/ 275019 w 1093458"/>
                  <a:gd name="connsiteY1623" fmla="*/ 1276564 h 1687797"/>
                  <a:gd name="connsiteX1624" fmla="*/ 267539 w 1093458"/>
                  <a:gd name="connsiteY1624" fmla="*/ 1271530 h 1687797"/>
                  <a:gd name="connsiteX1625" fmla="*/ 267539 w 1093458"/>
                  <a:gd name="connsiteY1625" fmla="*/ 1271530 h 1687797"/>
                  <a:gd name="connsiteX1626" fmla="*/ 267539 w 1093458"/>
                  <a:gd name="connsiteY1626" fmla="*/ 1271530 h 1687797"/>
                  <a:gd name="connsiteX1627" fmla="*/ 265382 w 1093458"/>
                  <a:gd name="connsiteY1627" fmla="*/ 1270235 h 1687797"/>
                  <a:gd name="connsiteX1628" fmla="*/ 265382 w 1093458"/>
                  <a:gd name="connsiteY1628" fmla="*/ 1269084 h 1687797"/>
                  <a:gd name="connsiteX1629" fmla="*/ 263799 w 1093458"/>
                  <a:gd name="connsiteY1629" fmla="*/ 1269084 h 1687797"/>
                  <a:gd name="connsiteX1630" fmla="*/ 262936 w 1093458"/>
                  <a:gd name="connsiteY1630" fmla="*/ 1269084 h 1687797"/>
                  <a:gd name="connsiteX1631" fmla="*/ 262936 w 1093458"/>
                  <a:gd name="connsiteY1631" fmla="*/ 1267214 h 1687797"/>
                  <a:gd name="connsiteX1632" fmla="*/ 260059 w 1093458"/>
                  <a:gd name="connsiteY1632" fmla="*/ 1267214 h 1687797"/>
                  <a:gd name="connsiteX1633" fmla="*/ 257758 w 1093458"/>
                  <a:gd name="connsiteY1633" fmla="*/ 1265632 h 1687797"/>
                  <a:gd name="connsiteX1634" fmla="*/ 257758 w 1093458"/>
                  <a:gd name="connsiteY1634" fmla="*/ 1262468 h 1687797"/>
                  <a:gd name="connsiteX1635" fmla="*/ 262936 w 1093458"/>
                  <a:gd name="connsiteY1635" fmla="*/ 1262468 h 1687797"/>
                  <a:gd name="connsiteX1636" fmla="*/ 262936 w 1093458"/>
                  <a:gd name="connsiteY1636" fmla="*/ 1265201 h 1687797"/>
                  <a:gd name="connsiteX1637" fmla="*/ 267971 w 1093458"/>
                  <a:gd name="connsiteY1637" fmla="*/ 1265201 h 1687797"/>
                  <a:gd name="connsiteX1638" fmla="*/ 267971 w 1093458"/>
                  <a:gd name="connsiteY1638" fmla="*/ 1267790 h 1687797"/>
                  <a:gd name="connsiteX1639" fmla="*/ 275594 w 1093458"/>
                  <a:gd name="connsiteY1639" fmla="*/ 1267790 h 1687797"/>
                  <a:gd name="connsiteX1640" fmla="*/ 275594 w 1093458"/>
                  <a:gd name="connsiteY1640" fmla="*/ 1265201 h 1687797"/>
                  <a:gd name="connsiteX1641" fmla="*/ 273149 w 1093458"/>
                  <a:gd name="connsiteY1641" fmla="*/ 1265201 h 1687797"/>
                  <a:gd name="connsiteX1642" fmla="*/ 273149 w 1093458"/>
                  <a:gd name="connsiteY1642" fmla="*/ 1262468 h 1687797"/>
                  <a:gd name="connsiteX1643" fmla="*/ 267971 w 1093458"/>
                  <a:gd name="connsiteY1643" fmla="*/ 1262468 h 1687797"/>
                  <a:gd name="connsiteX1644" fmla="*/ 265382 w 1093458"/>
                  <a:gd name="connsiteY1644" fmla="*/ 1260023 h 1687797"/>
                  <a:gd name="connsiteX1645" fmla="*/ 262936 w 1093458"/>
                  <a:gd name="connsiteY1645" fmla="*/ 1260023 h 1687797"/>
                  <a:gd name="connsiteX1646" fmla="*/ 260491 w 1093458"/>
                  <a:gd name="connsiteY1646" fmla="*/ 1257578 h 1687797"/>
                  <a:gd name="connsiteX1647" fmla="*/ 255313 w 1093458"/>
                  <a:gd name="connsiteY1647" fmla="*/ 1257578 h 1687797"/>
                  <a:gd name="connsiteX1648" fmla="*/ 255313 w 1093458"/>
                  <a:gd name="connsiteY1648" fmla="*/ 1262468 h 1687797"/>
                  <a:gd name="connsiteX1649" fmla="*/ 252724 w 1093458"/>
                  <a:gd name="connsiteY1649" fmla="*/ 1262468 h 1687797"/>
                  <a:gd name="connsiteX1650" fmla="*/ 252724 w 1093458"/>
                  <a:gd name="connsiteY1650" fmla="*/ 1260023 h 1687797"/>
                  <a:gd name="connsiteX1651" fmla="*/ 250278 w 1093458"/>
                  <a:gd name="connsiteY1651" fmla="*/ 1260023 h 1687797"/>
                  <a:gd name="connsiteX1652" fmla="*/ 250278 w 1093458"/>
                  <a:gd name="connsiteY1652" fmla="*/ 1257578 h 1687797"/>
                  <a:gd name="connsiteX1653" fmla="*/ 247402 w 1093458"/>
                  <a:gd name="connsiteY1653" fmla="*/ 1257578 h 1687797"/>
                  <a:gd name="connsiteX1654" fmla="*/ 247402 w 1093458"/>
                  <a:gd name="connsiteY1654" fmla="*/ 1254989 h 1687797"/>
                  <a:gd name="connsiteX1655" fmla="*/ 244956 w 1093458"/>
                  <a:gd name="connsiteY1655" fmla="*/ 1254989 h 1687797"/>
                  <a:gd name="connsiteX1656" fmla="*/ 244956 w 1093458"/>
                  <a:gd name="connsiteY1656" fmla="*/ 1249810 h 1687797"/>
                  <a:gd name="connsiteX1657" fmla="*/ 242367 w 1093458"/>
                  <a:gd name="connsiteY1657" fmla="*/ 1249810 h 1687797"/>
                  <a:gd name="connsiteX1658" fmla="*/ 242367 w 1093458"/>
                  <a:gd name="connsiteY1658" fmla="*/ 1247365 h 1687797"/>
                  <a:gd name="connsiteX1659" fmla="*/ 239922 w 1093458"/>
                  <a:gd name="connsiteY1659" fmla="*/ 1247365 h 1687797"/>
                  <a:gd name="connsiteX1660" fmla="*/ 239922 w 1093458"/>
                  <a:gd name="connsiteY1660" fmla="*/ 1244776 h 1687797"/>
                  <a:gd name="connsiteX1661" fmla="*/ 242367 w 1093458"/>
                  <a:gd name="connsiteY1661" fmla="*/ 1244776 h 1687797"/>
                  <a:gd name="connsiteX1662" fmla="*/ 242367 w 1093458"/>
                  <a:gd name="connsiteY1662" fmla="*/ 1242043 h 1687797"/>
                  <a:gd name="connsiteX1663" fmla="*/ 237189 w 1093458"/>
                  <a:gd name="connsiteY1663" fmla="*/ 1242043 h 1687797"/>
                  <a:gd name="connsiteX1664" fmla="*/ 237189 w 1093458"/>
                  <a:gd name="connsiteY1664" fmla="*/ 1237152 h 1687797"/>
                  <a:gd name="connsiteX1665" fmla="*/ 234744 w 1093458"/>
                  <a:gd name="connsiteY1665" fmla="*/ 1237152 h 1687797"/>
                  <a:gd name="connsiteX1666" fmla="*/ 234744 w 1093458"/>
                  <a:gd name="connsiteY1666" fmla="*/ 1233700 h 1687797"/>
                  <a:gd name="connsiteX1667" fmla="*/ 232155 w 1093458"/>
                  <a:gd name="connsiteY1667" fmla="*/ 1233700 h 1687797"/>
                  <a:gd name="connsiteX1668" fmla="*/ 232155 w 1093458"/>
                  <a:gd name="connsiteY1668" fmla="*/ 1230967 h 1687797"/>
                  <a:gd name="connsiteX1669" fmla="*/ 229710 w 1093458"/>
                  <a:gd name="connsiteY1669" fmla="*/ 1230967 h 1687797"/>
                  <a:gd name="connsiteX1670" fmla="*/ 229710 w 1093458"/>
                  <a:gd name="connsiteY1670" fmla="*/ 1228522 h 1687797"/>
                  <a:gd name="connsiteX1671" fmla="*/ 227264 w 1093458"/>
                  <a:gd name="connsiteY1671" fmla="*/ 1228522 h 1687797"/>
                  <a:gd name="connsiteX1672" fmla="*/ 227264 w 1093458"/>
                  <a:gd name="connsiteY1672" fmla="*/ 1226077 h 1687797"/>
                  <a:gd name="connsiteX1673" fmla="*/ 224388 w 1093458"/>
                  <a:gd name="connsiteY1673" fmla="*/ 1226077 h 1687797"/>
                  <a:gd name="connsiteX1674" fmla="*/ 224388 w 1093458"/>
                  <a:gd name="connsiteY1674" fmla="*/ 1223632 h 1687797"/>
                  <a:gd name="connsiteX1675" fmla="*/ 221799 w 1093458"/>
                  <a:gd name="connsiteY1675" fmla="*/ 1223632 h 1687797"/>
                  <a:gd name="connsiteX1676" fmla="*/ 221799 w 1093458"/>
                  <a:gd name="connsiteY1676" fmla="*/ 1220755 h 1687797"/>
                  <a:gd name="connsiteX1677" fmla="*/ 216908 w 1093458"/>
                  <a:gd name="connsiteY1677" fmla="*/ 1220755 h 1687797"/>
                  <a:gd name="connsiteX1678" fmla="*/ 216908 w 1093458"/>
                  <a:gd name="connsiteY1678" fmla="*/ 1215865 h 1687797"/>
                  <a:gd name="connsiteX1679" fmla="*/ 209141 w 1093458"/>
                  <a:gd name="connsiteY1679" fmla="*/ 1215865 h 1687797"/>
                  <a:gd name="connsiteX1680" fmla="*/ 209141 w 1093458"/>
                  <a:gd name="connsiteY1680" fmla="*/ 1213419 h 1687797"/>
                  <a:gd name="connsiteX1681" fmla="*/ 206696 w 1093458"/>
                  <a:gd name="connsiteY1681" fmla="*/ 1213419 h 1687797"/>
                  <a:gd name="connsiteX1682" fmla="*/ 203963 w 1093458"/>
                  <a:gd name="connsiteY1682" fmla="*/ 1210686 h 1687797"/>
                  <a:gd name="connsiteX1683" fmla="*/ 201373 w 1093458"/>
                  <a:gd name="connsiteY1683" fmla="*/ 1210686 h 1687797"/>
                  <a:gd name="connsiteX1684" fmla="*/ 201373 w 1093458"/>
                  <a:gd name="connsiteY1684" fmla="*/ 1213419 h 1687797"/>
                  <a:gd name="connsiteX1685" fmla="*/ 178503 w 1093458"/>
                  <a:gd name="connsiteY1685" fmla="*/ 1213419 h 1687797"/>
                  <a:gd name="connsiteX1686" fmla="*/ 178503 w 1093458"/>
                  <a:gd name="connsiteY1686" fmla="*/ 1226077 h 1687797"/>
                  <a:gd name="connsiteX1687" fmla="*/ 183538 w 1093458"/>
                  <a:gd name="connsiteY1687" fmla="*/ 1226077 h 1687797"/>
                  <a:gd name="connsiteX1688" fmla="*/ 183538 w 1093458"/>
                  <a:gd name="connsiteY1688" fmla="*/ 1228522 h 1687797"/>
                  <a:gd name="connsiteX1689" fmla="*/ 178503 w 1093458"/>
                  <a:gd name="connsiteY1689" fmla="*/ 1228522 h 1687797"/>
                  <a:gd name="connsiteX1690" fmla="*/ 178503 w 1093458"/>
                  <a:gd name="connsiteY1690" fmla="*/ 1233700 h 1687797"/>
                  <a:gd name="connsiteX1691" fmla="*/ 180948 w 1093458"/>
                  <a:gd name="connsiteY1691" fmla="*/ 1233700 h 1687797"/>
                  <a:gd name="connsiteX1692" fmla="*/ 180948 w 1093458"/>
                  <a:gd name="connsiteY1692" fmla="*/ 1236289 h 1687797"/>
                  <a:gd name="connsiteX1693" fmla="*/ 183538 w 1093458"/>
                  <a:gd name="connsiteY1693" fmla="*/ 1236289 h 1687797"/>
                  <a:gd name="connsiteX1694" fmla="*/ 183538 w 1093458"/>
                  <a:gd name="connsiteY1694" fmla="*/ 1246502 h 1687797"/>
                  <a:gd name="connsiteX1695" fmla="*/ 186270 w 1093458"/>
                  <a:gd name="connsiteY1695" fmla="*/ 1248947 h 1687797"/>
                  <a:gd name="connsiteX1696" fmla="*/ 186270 w 1093458"/>
                  <a:gd name="connsiteY1696" fmla="*/ 1251393 h 1687797"/>
                  <a:gd name="connsiteX1697" fmla="*/ 188716 w 1093458"/>
                  <a:gd name="connsiteY1697" fmla="*/ 1251393 h 1687797"/>
                  <a:gd name="connsiteX1698" fmla="*/ 188716 w 1093458"/>
                  <a:gd name="connsiteY1698" fmla="*/ 1248947 h 1687797"/>
                  <a:gd name="connsiteX1699" fmla="*/ 191161 w 1093458"/>
                  <a:gd name="connsiteY1699" fmla="*/ 1248947 h 1687797"/>
                  <a:gd name="connsiteX1700" fmla="*/ 191161 w 1093458"/>
                  <a:gd name="connsiteY1700" fmla="*/ 1251393 h 1687797"/>
                  <a:gd name="connsiteX1701" fmla="*/ 193750 w 1093458"/>
                  <a:gd name="connsiteY1701" fmla="*/ 1248947 h 1687797"/>
                  <a:gd name="connsiteX1702" fmla="*/ 193750 w 1093458"/>
                  <a:gd name="connsiteY1702" fmla="*/ 1256715 h 1687797"/>
                  <a:gd name="connsiteX1703" fmla="*/ 198497 w 1093458"/>
                  <a:gd name="connsiteY1703" fmla="*/ 1256715 h 1687797"/>
                  <a:gd name="connsiteX1704" fmla="*/ 198497 w 1093458"/>
                  <a:gd name="connsiteY1704" fmla="*/ 1256715 h 1687797"/>
                  <a:gd name="connsiteX1705" fmla="*/ 196339 w 1093458"/>
                  <a:gd name="connsiteY1705" fmla="*/ 1258872 h 1687797"/>
                  <a:gd name="connsiteX1706" fmla="*/ 198784 w 1093458"/>
                  <a:gd name="connsiteY1706" fmla="*/ 1258872 h 1687797"/>
                  <a:gd name="connsiteX1707" fmla="*/ 198784 w 1093458"/>
                  <a:gd name="connsiteY1707" fmla="*/ 1257290 h 1687797"/>
                  <a:gd name="connsiteX1708" fmla="*/ 199504 w 1093458"/>
                  <a:gd name="connsiteY1708" fmla="*/ 1258872 h 1687797"/>
                  <a:gd name="connsiteX1709" fmla="*/ 198784 w 1093458"/>
                  <a:gd name="connsiteY1709" fmla="*/ 1258872 h 1687797"/>
                  <a:gd name="connsiteX1710" fmla="*/ 196339 w 1093458"/>
                  <a:gd name="connsiteY1710" fmla="*/ 1261318 h 1687797"/>
                  <a:gd name="connsiteX1711" fmla="*/ 196339 w 1093458"/>
                  <a:gd name="connsiteY1711" fmla="*/ 1264050 h 1687797"/>
                  <a:gd name="connsiteX1712" fmla="*/ 193606 w 1093458"/>
                  <a:gd name="connsiteY1712" fmla="*/ 1264050 h 1687797"/>
                  <a:gd name="connsiteX1713" fmla="*/ 193606 w 1093458"/>
                  <a:gd name="connsiteY1713" fmla="*/ 1266639 h 1687797"/>
                  <a:gd name="connsiteX1714" fmla="*/ 191017 w 1093458"/>
                  <a:gd name="connsiteY1714" fmla="*/ 1269084 h 1687797"/>
                  <a:gd name="connsiteX1715" fmla="*/ 191017 w 1093458"/>
                  <a:gd name="connsiteY1715" fmla="*/ 1271530 h 1687797"/>
                  <a:gd name="connsiteX1716" fmla="*/ 196339 w 1093458"/>
                  <a:gd name="connsiteY1716" fmla="*/ 1271530 h 1687797"/>
                  <a:gd name="connsiteX1717" fmla="*/ 196339 w 1093458"/>
                  <a:gd name="connsiteY1717" fmla="*/ 1274263 h 1687797"/>
                  <a:gd name="connsiteX1718" fmla="*/ 198784 w 1093458"/>
                  <a:gd name="connsiteY1718" fmla="*/ 1274263 h 1687797"/>
                  <a:gd name="connsiteX1719" fmla="*/ 198784 w 1093458"/>
                  <a:gd name="connsiteY1719" fmla="*/ 1276852 h 1687797"/>
                  <a:gd name="connsiteX1720" fmla="*/ 196339 w 1093458"/>
                  <a:gd name="connsiteY1720" fmla="*/ 1276852 h 1687797"/>
                  <a:gd name="connsiteX1721" fmla="*/ 196339 w 1093458"/>
                  <a:gd name="connsiteY1721" fmla="*/ 1279297 h 1687797"/>
                  <a:gd name="connsiteX1722" fmla="*/ 198784 w 1093458"/>
                  <a:gd name="connsiteY1722" fmla="*/ 1281742 h 1687797"/>
                  <a:gd name="connsiteX1723" fmla="*/ 198784 w 1093458"/>
                  <a:gd name="connsiteY1723" fmla="*/ 1284331 h 1687797"/>
                  <a:gd name="connsiteX1724" fmla="*/ 204250 w 1093458"/>
                  <a:gd name="connsiteY1724" fmla="*/ 1284331 h 1687797"/>
                  <a:gd name="connsiteX1725" fmla="*/ 204250 w 1093458"/>
                  <a:gd name="connsiteY1725" fmla="*/ 1287064 h 1687797"/>
                  <a:gd name="connsiteX1726" fmla="*/ 196771 w 1093458"/>
                  <a:gd name="connsiteY1726" fmla="*/ 1287064 h 1687797"/>
                  <a:gd name="connsiteX1727" fmla="*/ 196771 w 1093458"/>
                  <a:gd name="connsiteY1727" fmla="*/ 1289510 h 1687797"/>
                  <a:gd name="connsiteX1728" fmla="*/ 191449 w 1093458"/>
                  <a:gd name="connsiteY1728" fmla="*/ 1289510 h 1687797"/>
                  <a:gd name="connsiteX1729" fmla="*/ 191449 w 1093458"/>
                  <a:gd name="connsiteY1729" fmla="*/ 1291955 h 1687797"/>
                  <a:gd name="connsiteX1730" fmla="*/ 186558 w 1093458"/>
                  <a:gd name="connsiteY1730" fmla="*/ 1291955 h 1687797"/>
                  <a:gd name="connsiteX1731" fmla="*/ 186558 w 1093458"/>
                  <a:gd name="connsiteY1731" fmla="*/ 1297277 h 1687797"/>
                  <a:gd name="connsiteX1732" fmla="*/ 189003 w 1093458"/>
                  <a:gd name="connsiteY1732" fmla="*/ 1297277 h 1687797"/>
                  <a:gd name="connsiteX1733" fmla="*/ 189003 w 1093458"/>
                  <a:gd name="connsiteY1733" fmla="*/ 1299722 h 1687797"/>
                  <a:gd name="connsiteX1734" fmla="*/ 196771 w 1093458"/>
                  <a:gd name="connsiteY1734" fmla="*/ 1299722 h 1687797"/>
                  <a:gd name="connsiteX1735" fmla="*/ 196771 w 1093458"/>
                  <a:gd name="connsiteY1735" fmla="*/ 1297277 h 1687797"/>
                  <a:gd name="connsiteX1736" fmla="*/ 204250 w 1093458"/>
                  <a:gd name="connsiteY1736" fmla="*/ 1297277 h 1687797"/>
                  <a:gd name="connsiteX1737" fmla="*/ 204250 w 1093458"/>
                  <a:gd name="connsiteY1737" fmla="*/ 1291955 h 1687797"/>
                  <a:gd name="connsiteX1738" fmla="*/ 206983 w 1093458"/>
                  <a:gd name="connsiteY1738" fmla="*/ 1291955 h 1687797"/>
                  <a:gd name="connsiteX1739" fmla="*/ 206983 w 1093458"/>
                  <a:gd name="connsiteY1739" fmla="*/ 1297277 h 1687797"/>
                  <a:gd name="connsiteX1740" fmla="*/ 204250 w 1093458"/>
                  <a:gd name="connsiteY1740" fmla="*/ 1297277 h 1687797"/>
                  <a:gd name="connsiteX1741" fmla="*/ 204250 w 1093458"/>
                  <a:gd name="connsiteY1741" fmla="*/ 1302168 h 1687797"/>
                  <a:gd name="connsiteX1742" fmla="*/ 211874 w 1093458"/>
                  <a:gd name="connsiteY1742" fmla="*/ 1302168 h 1687797"/>
                  <a:gd name="connsiteX1743" fmla="*/ 211874 w 1093458"/>
                  <a:gd name="connsiteY1743" fmla="*/ 1299722 h 1687797"/>
                  <a:gd name="connsiteX1744" fmla="*/ 217196 w 1093458"/>
                  <a:gd name="connsiteY1744" fmla="*/ 1299722 h 1687797"/>
                  <a:gd name="connsiteX1745" fmla="*/ 217196 w 1093458"/>
                  <a:gd name="connsiteY1745" fmla="*/ 1297277 h 1687797"/>
                  <a:gd name="connsiteX1746" fmla="*/ 217196 w 1093458"/>
                  <a:gd name="connsiteY1746" fmla="*/ 1297277 h 1687797"/>
                  <a:gd name="connsiteX1747" fmla="*/ 218346 w 1093458"/>
                  <a:gd name="connsiteY1747" fmla="*/ 1299722 h 1687797"/>
                  <a:gd name="connsiteX1748" fmla="*/ 216764 w 1093458"/>
                  <a:gd name="connsiteY1748" fmla="*/ 1299722 h 1687797"/>
                  <a:gd name="connsiteX1749" fmla="*/ 216764 w 1093458"/>
                  <a:gd name="connsiteY1749" fmla="*/ 1305619 h 1687797"/>
                  <a:gd name="connsiteX1750" fmla="*/ 214031 w 1093458"/>
                  <a:gd name="connsiteY1750" fmla="*/ 1305619 h 1687797"/>
                  <a:gd name="connsiteX1751" fmla="*/ 214031 w 1093458"/>
                  <a:gd name="connsiteY1751" fmla="*/ 1315832 h 1687797"/>
                  <a:gd name="connsiteX1752" fmla="*/ 219209 w 1093458"/>
                  <a:gd name="connsiteY1752" fmla="*/ 1315832 h 1687797"/>
                  <a:gd name="connsiteX1753" fmla="*/ 219209 w 1093458"/>
                  <a:gd name="connsiteY1753" fmla="*/ 1321154 h 1687797"/>
                  <a:gd name="connsiteX1754" fmla="*/ 221655 w 1093458"/>
                  <a:gd name="connsiteY1754" fmla="*/ 1323599 h 1687797"/>
                  <a:gd name="connsiteX1755" fmla="*/ 226977 w 1093458"/>
                  <a:gd name="connsiteY1755" fmla="*/ 1323599 h 1687797"/>
                  <a:gd name="connsiteX1756" fmla="*/ 226977 w 1093458"/>
                  <a:gd name="connsiteY1756" fmla="*/ 1321154 h 1687797"/>
                  <a:gd name="connsiteX1757" fmla="*/ 227840 w 1093458"/>
                  <a:gd name="connsiteY1757" fmla="*/ 1321154 h 1687797"/>
                  <a:gd name="connsiteX1758" fmla="*/ 227840 w 1093458"/>
                  <a:gd name="connsiteY1758" fmla="*/ 1322305 h 1687797"/>
                  <a:gd name="connsiteX1759" fmla="*/ 226545 w 1093458"/>
                  <a:gd name="connsiteY1759" fmla="*/ 1323599 h 1687797"/>
                  <a:gd name="connsiteX1760" fmla="*/ 228559 w 1093458"/>
                  <a:gd name="connsiteY1760" fmla="*/ 1323599 h 1687797"/>
                  <a:gd name="connsiteX1761" fmla="*/ 229566 w 1093458"/>
                  <a:gd name="connsiteY1761" fmla="*/ 1326045 h 1687797"/>
                  <a:gd name="connsiteX1762" fmla="*/ 223812 w 1093458"/>
                  <a:gd name="connsiteY1762" fmla="*/ 1326045 h 1687797"/>
                  <a:gd name="connsiteX1763" fmla="*/ 223812 w 1093458"/>
                  <a:gd name="connsiteY1763" fmla="*/ 1336257 h 1687797"/>
                  <a:gd name="connsiteX1764" fmla="*/ 226545 w 1093458"/>
                  <a:gd name="connsiteY1764" fmla="*/ 1338990 h 1687797"/>
                  <a:gd name="connsiteX1765" fmla="*/ 226545 w 1093458"/>
                  <a:gd name="connsiteY1765" fmla="*/ 1341579 h 1687797"/>
                  <a:gd name="connsiteX1766" fmla="*/ 231436 w 1093458"/>
                  <a:gd name="connsiteY1766" fmla="*/ 1341579 h 1687797"/>
                  <a:gd name="connsiteX1767" fmla="*/ 231436 w 1093458"/>
                  <a:gd name="connsiteY1767" fmla="*/ 1344024 h 1687797"/>
                  <a:gd name="connsiteX1768" fmla="*/ 237908 w 1093458"/>
                  <a:gd name="connsiteY1768" fmla="*/ 1344024 h 1687797"/>
                  <a:gd name="connsiteX1769" fmla="*/ 239059 w 1093458"/>
                  <a:gd name="connsiteY1769" fmla="*/ 1346469 h 1687797"/>
                  <a:gd name="connsiteX1770" fmla="*/ 236470 w 1093458"/>
                  <a:gd name="connsiteY1770" fmla="*/ 1346469 h 1687797"/>
                  <a:gd name="connsiteX1771" fmla="*/ 236470 w 1093458"/>
                  <a:gd name="connsiteY1771" fmla="*/ 1348771 h 1687797"/>
                  <a:gd name="connsiteX1772" fmla="*/ 234025 w 1093458"/>
                  <a:gd name="connsiteY1772" fmla="*/ 1348771 h 1687797"/>
                  <a:gd name="connsiteX1773" fmla="*/ 234025 w 1093458"/>
                  <a:gd name="connsiteY1773" fmla="*/ 1351360 h 1687797"/>
                  <a:gd name="connsiteX1774" fmla="*/ 239203 w 1093458"/>
                  <a:gd name="connsiteY1774" fmla="*/ 1351360 h 1687797"/>
                  <a:gd name="connsiteX1775" fmla="*/ 239203 w 1093458"/>
                  <a:gd name="connsiteY1775" fmla="*/ 1353805 h 1687797"/>
                  <a:gd name="connsiteX1776" fmla="*/ 242655 w 1093458"/>
                  <a:gd name="connsiteY1776" fmla="*/ 1353805 h 1687797"/>
                  <a:gd name="connsiteX1777" fmla="*/ 243806 w 1093458"/>
                  <a:gd name="connsiteY1777" fmla="*/ 1356250 h 1687797"/>
                  <a:gd name="connsiteX1778" fmla="*/ 234025 w 1093458"/>
                  <a:gd name="connsiteY1778" fmla="*/ 1356250 h 1687797"/>
                  <a:gd name="connsiteX1779" fmla="*/ 234025 w 1093458"/>
                  <a:gd name="connsiteY1779" fmla="*/ 1353805 h 1687797"/>
                  <a:gd name="connsiteX1780" fmla="*/ 231436 w 1093458"/>
                  <a:gd name="connsiteY1780" fmla="*/ 1353805 h 1687797"/>
                  <a:gd name="connsiteX1781" fmla="*/ 231436 w 1093458"/>
                  <a:gd name="connsiteY1781" fmla="*/ 1358983 h 1687797"/>
                  <a:gd name="connsiteX1782" fmla="*/ 234025 w 1093458"/>
                  <a:gd name="connsiteY1782" fmla="*/ 1358983 h 1687797"/>
                  <a:gd name="connsiteX1783" fmla="*/ 234025 w 1093458"/>
                  <a:gd name="connsiteY1783" fmla="*/ 1364018 h 1687797"/>
                  <a:gd name="connsiteX1784" fmla="*/ 236470 w 1093458"/>
                  <a:gd name="connsiteY1784" fmla="*/ 1364018 h 1687797"/>
                  <a:gd name="connsiteX1785" fmla="*/ 236470 w 1093458"/>
                  <a:gd name="connsiteY1785" fmla="*/ 1369052 h 1687797"/>
                  <a:gd name="connsiteX1786" fmla="*/ 239203 w 1093458"/>
                  <a:gd name="connsiteY1786" fmla="*/ 1369052 h 1687797"/>
                  <a:gd name="connsiteX1787" fmla="*/ 239203 w 1093458"/>
                  <a:gd name="connsiteY1787" fmla="*/ 1374230 h 1687797"/>
                  <a:gd name="connsiteX1788" fmla="*/ 241648 w 1093458"/>
                  <a:gd name="connsiteY1788" fmla="*/ 1374230 h 1687797"/>
                  <a:gd name="connsiteX1789" fmla="*/ 241648 w 1093458"/>
                  <a:gd name="connsiteY1789" fmla="*/ 1377539 h 1687797"/>
                  <a:gd name="connsiteX1790" fmla="*/ 244237 w 1093458"/>
                  <a:gd name="connsiteY1790" fmla="*/ 1377539 h 1687797"/>
                  <a:gd name="connsiteX1791" fmla="*/ 244237 w 1093458"/>
                  <a:gd name="connsiteY1791" fmla="*/ 1380128 h 1687797"/>
                  <a:gd name="connsiteX1792" fmla="*/ 251861 w 1093458"/>
                  <a:gd name="connsiteY1792" fmla="*/ 1380128 h 1687797"/>
                  <a:gd name="connsiteX1793" fmla="*/ 251861 w 1093458"/>
                  <a:gd name="connsiteY1793" fmla="*/ 1374806 h 1687797"/>
                  <a:gd name="connsiteX1794" fmla="*/ 255600 w 1093458"/>
                  <a:gd name="connsiteY1794" fmla="*/ 1382861 h 1687797"/>
                  <a:gd name="connsiteX1795" fmla="*/ 254450 w 1093458"/>
                  <a:gd name="connsiteY1795" fmla="*/ 1382861 h 1687797"/>
                  <a:gd name="connsiteX1796" fmla="*/ 254450 w 1093458"/>
                  <a:gd name="connsiteY1796" fmla="*/ 1385306 h 1687797"/>
                  <a:gd name="connsiteX1797" fmla="*/ 251861 w 1093458"/>
                  <a:gd name="connsiteY1797" fmla="*/ 1385306 h 1687797"/>
                  <a:gd name="connsiteX1798" fmla="*/ 251861 w 1093458"/>
                  <a:gd name="connsiteY1798" fmla="*/ 1391922 h 1687797"/>
                  <a:gd name="connsiteX1799" fmla="*/ 249415 w 1093458"/>
                  <a:gd name="connsiteY1799" fmla="*/ 1391922 h 1687797"/>
                  <a:gd name="connsiteX1800" fmla="*/ 249415 w 1093458"/>
                  <a:gd name="connsiteY1800" fmla="*/ 1396813 h 1687797"/>
                  <a:gd name="connsiteX1801" fmla="*/ 247402 w 1093458"/>
                  <a:gd name="connsiteY1801" fmla="*/ 1396813 h 1687797"/>
                  <a:gd name="connsiteX1802" fmla="*/ 247402 w 1093458"/>
                  <a:gd name="connsiteY1802" fmla="*/ 1399258 h 1687797"/>
                  <a:gd name="connsiteX1803" fmla="*/ 250135 w 1093458"/>
                  <a:gd name="connsiteY1803" fmla="*/ 1401991 h 1687797"/>
                  <a:gd name="connsiteX1804" fmla="*/ 247402 w 1093458"/>
                  <a:gd name="connsiteY1804" fmla="*/ 1401991 h 1687797"/>
                  <a:gd name="connsiteX1805" fmla="*/ 250135 w 1093458"/>
                  <a:gd name="connsiteY1805" fmla="*/ 1404580 h 1687797"/>
                  <a:gd name="connsiteX1806" fmla="*/ 255169 w 1093458"/>
                  <a:gd name="connsiteY1806" fmla="*/ 1404580 h 1687797"/>
                  <a:gd name="connsiteX1807" fmla="*/ 255169 w 1093458"/>
                  <a:gd name="connsiteY1807" fmla="*/ 1399258 h 1687797"/>
                  <a:gd name="connsiteX1808" fmla="*/ 252580 w 1093458"/>
                  <a:gd name="connsiteY1808" fmla="*/ 1399258 h 1687797"/>
                  <a:gd name="connsiteX1809" fmla="*/ 255169 w 1093458"/>
                  <a:gd name="connsiteY1809" fmla="*/ 1396813 h 1687797"/>
                  <a:gd name="connsiteX1810" fmla="*/ 260347 w 1093458"/>
                  <a:gd name="connsiteY1810" fmla="*/ 1396813 h 1687797"/>
                  <a:gd name="connsiteX1811" fmla="*/ 257614 w 1093458"/>
                  <a:gd name="connsiteY1811" fmla="*/ 1399258 h 1687797"/>
                  <a:gd name="connsiteX1812" fmla="*/ 260347 w 1093458"/>
                  <a:gd name="connsiteY1812" fmla="*/ 1399258 h 1687797"/>
                  <a:gd name="connsiteX1813" fmla="*/ 260347 w 1093458"/>
                  <a:gd name="connsiteY1813" fmla="*/ 1404580 h 1687797"/>
                  <a:gd name="connsiteX1814" fmla="*/ 262792 w 1093458"/>
                  <a:gd name="connsiteY1814" fmla="*/ 1404580 h 1687797"/>
                  <a:gd name="connsiteX1815" fmla="*/ 262792 w 1093458"/>
                  <a:gd name="connsiteY1815" fmla="*/ 1412204 h 1687797"/>
                  <a:gd name="connsiteX1816" fmla="*/ 267827 w 1093458"/>
                  <a:gd name="connsiteY1816" fmla="*/ 1412204 h 1687797"/>
                  <a:gd name="connsiteX1817" fmla="*/ 267827 w 1093458"/>
                  <a:gd name="connsiteY1817" fmla="*/ 1414793 h 1687797"/>
                  <a:gd name="connsiteX1818" fmla="*/ 265238 w 1093458"/>
                  <a:gd name="connsiteY1818" fmla="*/ 1414793 h 1687797"/>
                  <a:gd name="connsiteX1819" fmla="*/ 265238 w 1093458"/>
                  <a:gd name="connsiteY1819" fmla="*/ 1417238 h 1687797"/>
                  <a:gd name="connsiteX1820" fmla="*/ 267827 w 1093458"/>
                  <a:gd name="connsiteY1820" fmla="*/ 1419683 h 1687797"/>
                  <a:gd name="connsiteX1821" fmla="*/ 265238 w 1093458"/>
                  <a:gd name="connsiteY1821" fmla="*/ 1419683 h 1687797"/>
                  <a:gd name="connsiteX1822" fmla="*/ 267827 w 1093458"/>
                  <a:gd name="connsiteY1822" fmla="*/ 1422416 h 1687797"/>
                  <a:gd name="connsiteX1823" fmla="*/ 270560 w 1093458"/>
                  <a:gd name="connsiteY1823" fmla="*/ 1422416 h 1687797"/>
                  <a:gd name="connsiteX1824" fmla="*/ 270560 w 1093458"/>
                  <a:gd name="connsiteY1824" fmla="*/ 1425005 h 1687797"/>
                  <a:gd name="connsiteX1825" fmla="*/ 273005 w 1093458"/>
                  <a:gd name="connsiteY1825" fmla="*/ 1425005 h 1687797"/>
                  <a:gd name="connsiteX1826" fmla="*/ 273005 w 1093458"/>
                  <a:gd name="connsiteY1826" fmla="*/ 1427450 h 1687797"/>
                  <a:gd name="connsiteX1827" fmla="*/ 275450 w 1093458"/>
                  <a:gd name="connsiteY1827" fmla="*/ 1427450 h 1687797"/>
                  <a:gd name="connsiteX1828" fmla="*/ 275450 w 1093458"/>
                  <a:gd name="connsiteY1828" fmla="*/ 1425005 h 1687797"/>
                  <a:gd name="connsiteX1829" fmla="*/ 276169 w 1093458"/>
                  <a:gd name="connsiteY1829" fmla="*/ 1425005 h 1687797"/>
                  <a:gd name="connsiteX1830" fmla="*/ 277895 w 1093458"/>
                  <a:gd name="connsiteY1830" fmla="*/ 1428601 h 1687797"/>
                  <a:gd name="connsiteX1831" fmla="*/ 277895 w 1093458"/>
                  <a:gd name="connsiteY1831" fmla="*/ 1429896 h 1687797"/>
                  <a:gd name="connsiteX1832" fmla="*/ 277895 w 1093458"/>
                  <a:gd name="connsiteY1832" fmla="*/ 1429896 h 1687797"/>
                  <a:gd name="connsiteX1833" fmla="*/ 279190 w 1093458"/>
                  <a:gd name="connsiteY1833" fmla="*/ 1432628 h 1687797"/>
                  <a:gd name="connsiteX1834" fmla="*/ 274731 w 1093458"/>
                  <a:gd name="connsiteY1834" fmla="*/ 1432628 h 1687797"/>
                  <a:gd name="connsiteX1835" fmla="*/ 274731 w 1093458"/>
                  <a:gd name="connsiteY1835" fmla="*/ 1437663 h 1687797"/>
                  <a:gd name="connsiteX1836" fmla="*/ 277320 w 1093458"/>
                  <a:gd name="connsiteY1836" fmla="*/ 1440108 h 1687797"/>
                  <a:gd name="connsiteX1837" fmla="*/ 277320 w 1093458"/>
                  <a:gd name="connsiteY1837" fmla="*/ 1437663 h 1687797"/>
                  <a:gd name="connsiteX1838" fmla="*/ 280053 w 1093458"/>
                  <a:gd name="connsiteY1838" fmla="*/ 1437663 h 1687797"/>
                  <a:gd name="connsiteX1839" fmla="*/ 280053 w 1093458"/>
                  <a:gd name="connsiteY1839" fmla="*/ 1435074 h 1687797"/>
                  <a:gd name="connsiteX1840" fmla="*/ 282642 w 1093458"/>
                  <a:gd name="connsiteY1840" fmla="*/ 1440684 h 1687797"/>
                  <a:gd name="connsiteX1841" fmla="*/ 277320 w 1093458"/>
                  <a:gd name="connsiteY1841" fmla="*/ 1440684 h 1687797"/>
                  <a:gd name="connsiteX1842" fmla="*/ 277320 w 1093458"/>
                  <a:gd name="connsiteY1842" fmla="*/ 1443416 h 1687797"/>
                  <a:gd name="connsiteX1843" fmla="*/ 280053 w 1093458"/>
                  <a:gd name="connsiteY1843" fmla="*/ 1443416 h 1687797"/>
                  <a:gd name="connsiteX1844" fmla="*/ 280053 w 1093458"/>
                  <a:gd name="connsiteY1844" fmla="*/ 1448451 h 1687797"/>
                  <a:gd name="connsiteX1845" fmla="*/ 282498 w 1093458"/>
                  <a:gd name="connsiteY1845" fmla="*/ 1448451 h 1687797"/>
                  <a:gd name="connsiteX1846" fmla="*/ 282498 w 1093458"/>
                  <a:gd name="connsiteY1846" fmla="*/ 1453629 h 1687797"/>
                  <a:gd name="connsiteX1847" fmla="*/ 290553 w 1093458"/>
                  <a:gd name="connsiteY1847" fmla="*/ 1453629 h 1687797"/>
                  <a:gd name="connsiteX1848" fmla="*/ 290553 w 1093458"/>
                  <a:gd name="connsiteY1848" fmla="*/ 1458664 h 1687797"/>
                  <a:gd name="connsiteX1849" fmla="*/ 292998 w 1093458"/>
                  <a:gd name="connsiteY1849" fmla="*/ 1458664 h 1687797"/>
                  <a:gd name="connsiteX1850" fmla="*/ 292998 w 1093458"/>
                  <a:gd name="connsiteY1850" fmla="*/ 1463842 h 1687797"/>
                  <a:gd name="connsiteX1851" fmla="*/ 295444 w 1093458"/>
                  <a:gd name="connsiteY1851" fmla="*/ 1463842 h 1687797"/>
                  <a:gd name="connsiteX1852" fmla="*/ 295444 w 1093458"/>
                  <a:gd name="connsiteY1852" fmla="*/ 1471609 h 1687797"/>
                  <a:gd name="connsiteX1853" fmla="*/ 300766 w 1093458"/>
                  <a:gd name="connsiteY1853" fmla="*/ 1471609 h 1687797"/>
                  <a:gd name="connsiteX1854" fmla="*/ 300766 w 1093458"/>
                  <a:gd name="connsiteY1854" fmla="*/ 1474054 h 1687797"/>
                  <a:gd name="connsiteX1855" fmla="*/ 298033 w 1093458"/>
                  <a:gd name="connsiteY1855" fmla="*/ 1474054 h 1687797"/>
                  <a:gd name="connsiteX1856" fmla="*/ 298033 w 1093458"/>
                  <a:gd name="connsiteY1856" fmla="*/ 1476931 h 1687797"/>
                  <a:gd name="connsiteX1857" fmla="*/ 305656 w 1093458"/>
                  <a:gd name="connsiteY1857" fmla="*/ 1476931 h 1687797"/>
                  <a:gd name="connsiteX1858" fmla="*/ 305656 w 1093458"/>
                  <a:gd name="connsiteY1858" fmla="*/ 1474054 h 1687797"/>
                  <a:gd name="connsiteX1859" fmla="*/ 310691 w 1093458"/>
                  <a:gd name="connsiteY1859" fmla="*/ 1474054 h 1687797"/>
                  <a:gd name="connsiteX1860" fmla="*/ 310691 w 1093458"/>
                  <a:gd name="connsiteY1860" fmla="*/ 1471609 h 1687797"/>
                  <a:gd name="connsiteX1861" fmla="*/ 313423 w 1093458"/>
                  <a:gd name="connsiteY1861" fmla="*/ 1471609 h 1687797"/>
                  <a:gd name="connsiteX1862" fmla="*/ 313423 w 1093458"/>
                  <a:gd name="connsiteY1862" fmla="*/ 1469163 h 1687797"/>
                  <a:gd name="connsiteX1863" fmla="*/ 319321 w 1093458"/>
                  <a:gd name="connsiteY1863" fmla="*/ 1469163 h 1687797"/>
                  <a:gd name="connsiteX1864" fmla="*/ 319321 w 1093458"/>
                  <a:gd name="connsiteY1864" fmla="*/ 1474054 h 1687797"/>
                  <a:gd name="connsiteX1865" fmla="*/ 316732 w 1093458"/>
                  <a:gd name="connsiteY1865" fmla="*/ 1474054 h 1687797"/>
                  <a:gd name="connsiteX1866" fmla="*/ 316732 w 1093458"/>
                  <a:gd name="connsiteY1866" fmla="*/ 1476931 h 1687797"/>
                  <a:gd name="connsiteX1867" fmla="*/ 319321 w 1093458"/>
                  <a:gd name="connsiteY1867" fmla="*/ 1476931 h 1687797"/>
                  <a:gd name="connsiteX1868" fmla="*/ 319321 w 1093458"/>
                  <a:gd name="connsiteY1868" fmla="*/ 1479376 h 1687797"/>
                  <a:gd name="connsiteX1869" fmla="*/ 324499 w 1093458"/>
                  <a:gd name="connsiteY1869" fmla="*/ 1479376 h 1687797"/>
                  <a:gd name="connsiteX1870" fmla="*/ 324499 w 1093458"/>
                  <a:gd name="connsiteY1870" fmla="*/ 1476931 h 1687797"/>
                  <a:gd name="connsiteX1871" fmla="*/ 329533 w 1093458"/>
                  <a:gd name="connsiteY1871" fmla="*/ 1476931 h 1687797"/>
                  <a:gd name="connsiteX1872" fmla="*/ 329533 w 1093458"/>
                  <a:gd name="connsiteY1872" fmla="*/ 1479376 h 1687797"/>
                  <a:gd name="connsiteX1873" fmla="*/ 339602 w 1093458"/>
                  <a:gd name="connsiteY1873" fmla="*/ 1479376 h 1687797"/>
                  <a:gd name="connsiteX1874" fmla="*/ 339602 w 1093458"/>
                  <a:gd name="connsiteY1874" fmla="*/ 1481821 h 1687797"/>
                  <a:gd name="connsiteX1875" fmla="*/ 342191 w 1093458"/>
                  <a:gd name="connsiteY1875" fmla="*/ 1481821 h 1687797"/>
                  <a:gd name="connsiteX1876" fmla="*/ 342191 w 1093458"/>
                  <a:gd name="connsiteY1876" fmla="*/ 1484267 h 1687797"/>
                  <a:gd name="connsiteX1877" fmla="*/ 336581 w 1093458"/>
                  <a:gd name="connsiteY1877" fmla="*/ 1484267 h 1687797"/>
                  <a:gd name="connsiteX1878" fmla="*/ 336581 w 1093458"/>
                  <a:gd name="connsiteY1878" fmla="*/ 1486999 h 1687797"/>
                  <a:gd name="connsiteX1879" fmla="*/ 333705 w 1093458"/>
                  <a:gd name="connsiteY1879" fmla="*/ 1486999 h 1687797"/>
                  <a:gd name="connsiteX1880" fmla="*/ 333705 w 1093458"/>
                  <a:gd name="connsiteY1880" fmla="*/ 1489589 h 1687797"/>
                  <a:gd name="connsiteX1881" fmla="*/ 330972 w 1093458"/>
                  <a:gd name="connsiteY1881" fmla="*/ 1489589 h 1687797"/>
                  <a:gd name="connsiteX1882" fmla="*/ 330972 w 1093458"/>
                  <a:gd name="connsiteY1882" fmla="*/ 1492034 h 1687797"/>
                  <a:gd name="connsiteX1883" fmla="*/ 328526 w 1093458"/>
                  <a:gd name="connsiteY1883" fmla="*/ 1489589 h 1687797"/>
                  <a:gd name="connsiteX1884" fmla="*/ 325937 w 1093458"/>
                  <a:gd name="connsiteY1884" fmla="*/ 1489589 h 1687797"/>
                  <a:gd name="connsiteX1885" fmla="*/ 325937 w 1093458"/>
                  <a:gd name="connsiteY1885" fmla="*/ 1492034 h 1687797"/>
                  <a:gd name="connsiteX1886" fmla="*/ 320759 w 1093458"/>
                  <a:gd name="connsiteY1886" fmla="*/ 1492034 h 1687797"/>
                  <a:gd name="connsiteX1887" fmla="*/ 320759 w 1093458"/>
                  <a:gd name="connsiteY1887" fmla="*/ 1494479 h 1687797"/>
                  <a:gd name="connsiteX1888" fmla="*/ 319321 w 1093458"/>
                  <a:gd name="connsiteY1888" fmla="*/ 1494479 h 1687797"/>
                  <a:gd name="connsiteX1889" fmla="*/ 319321 w 1093458"/>
                  <a:gd name="connsiteY1889" fmla="*/ 1499801 h 1687797"/>
                  <a:gd name="connsiteX1890" fmla="*/ 321766 w 1093458"/>
                  <a:gd name="connsiteY1890" fmla="*/ 1499801 h 1687797"/>
                  <a:gd name="connsiteX1891" fmla="*/ 321766 w 1093458"/>
                  <a:gd name="connsiteY1891" fmla="*/ 1497212 h 1687797"/>
                  <a:gd name="connsiteX1892" fmla="*/ 324499 w 1093458"/>
                  <a:gd name="connsiteY1892" fmla="*/ 1497212 h 1687797"/>
                  <a:gd name="connsiteX1893" fmla="*/ 324499 w 1093458"/>
                  <a:gd name="connsiteY1893" fmla="*/ 1499801 h 1687797"/>
                  <a:gd name="connsiteX1894" fmla="*/ 321766 w 1093458"/>
                  <a:gd name="connsiteY1894" fmla="*/ 1499801 h 1687797"/>
                  <a:gd name="connsiteX1895" fmla="*/ 321766 w 1093458"/>
                  <a:gd name="connsiteY1895" fmla="*/ 1506993 h 1687797"/>
                  <a:gd name="connsiteX1896" fmla="*/ 326944 w 1093458"/>
                  <a:gd name="connsiteY1896" fmla="*/ 1506993 h 1687797"/>
                  <a:gd name="connsiteX1897" fmla="*/ 326944 w 1093458"/>
                  <a:gd name="connsiteY1897" fmla="*/ 1509582 h 1687797"/>
                  <a:gd name="connsiteX1898" fmla="*/ 329533 w 1093458"/>
                  <a:gd name="connsiteY1898" fmla="*/ 1509582 h 1687797"/>
                  <a:gd name="connsiteX1899" fmla="*/ 329533 w 1093458"/>
                  <a:gd name="connsiteY1899" fmla="*/ 1512027 h 1687797"/>
                  <a:gd name="connsiteX1900" fmla="*/ 331979 w 1093458"/>
                  <a:gd name="connsiteY1900" fmla="*/ 1512027 h 1687797"/>
                  <a:gd name="connsiteX1901" fmla="*/ 331979 w 1093458"/>
                  <a:gd name="connsiteY1901" fmla="*/ 1514472 h 1687797"/>
                  <a:gd name="connsiteX1902" fmla="*/ 333705 w 1093458"/>
                  <a:gd name="connsiteY1902" fmla="*/ 1514472 h 1687797"/>
                  <a:gd name="connsiteX1903" fmla="*/ 333705 w 1093458"/>
                  <a:gd name="connsiteY1903" fmla="*/ 1517205 h 1687797"/>
                  <a:gd name="connsiteX1904" fmla="*/ 336150 w 1093458"/>
                  <a:gd name="connsiteY1904" fmla="*/ 1517205 h 1687797"/>
                  <a:gd name="connsiteX1905" fmla="*/ 336150 w 1093458"/>
                  <a:gd name="connsiteY1905" fmla="*/ 1514472 h 1687797"/>
                  <a:gd name="connsiteX1906" fmla="*/ 341184 w 1093458"/>
                  <a:gd name="connsiteY1906" fmla="*/ 1514472 h 1687797"/>
                  <a:gd name="connsiteX1907" fmla="*/ 341184 w 1093458"/>
                  <a:gd name="connsiteY1907" fmla="*/ 1512027 h 1687797"/>
                  <a:gd name="connsiteX1908" fmla="*/ 343917 w 1093458"/>
                  <a:gd name="connsiteY1908" fmla="*/ 1512027 h 1687797"/>
                  <a:gd name="connsiteX1909" fmla="*/ 343917 w 1093458"/>
                  <a:gd name="connsiteY1909" fmla="*/ 1514472 h 1687797"/>
                  <a:gd name="connsiteX1910" fmla="*/ 341184 w 1093458"/>
                  <a:gd name="connsiteY1910" fmla="*/ 1514472 h 1687797"/>
                  <a:gd name="connsiteX1911" fmla="*/ 341184 w 1093458"/>
                  <a:gd name="connsiteY1911" fmla="*/ 1517205 h 1687797"/>
                  <a:gd name="connsiteX1912" fmla="*/ 336581 w 1093458"/>
                  <a:gd name="connsiteY1912" fmla="*/ 1517205 h 1687797"/>
                  <a:gd name="connsiteX1913" fmla="*/ 336581 w 1093458"/>
                  <a:gd name="connsiteY1913" fmla="*/ 1519795 h 1687797"/>
                  <a:gd name="connsiteX1914" fmla="*/ 339027 w 1093458"/>
                  <a:gd name="connsiteY1914" fmla="*/ 1519795 h 1687797"/>
                  <a:gd name="connsiteX1915" fmla="*/ 339027 w 1093458"/>
                  <a:gd name="connsiteY1915" fmla="*/ 1524685 h 1687797"/>
                  <a:gd name="connsiteX1916" fmla="*/ 341616 w 1093458"/>
                  <a:gd name="connsiteY1916" fmla="*/ 1524685 h 1687797"/>
                  <a:gd name="connsiteX1917" fmla="*/ 341616 w 1093458"/>
                  <a:gd name="connsiteY1917" fmla="*/ 1527418 h 1687797"/>
                  <a:gd name="connsiteX1918" fmla="*/ 344349 w 1093458"/>
                  <a:gd name="connsiteY1918" fmla="*/ 1527418 h 1687797"/>
                  <a:gd name="connsiteX1919" fmla="*/ 344349 w 1093458"/>
                  <a:gd name="connsiteY1919" fmla="*/ 1530007 h 1687797"/>
                  <a:gd name="connsiteX1920" fmla="*/ 346794 w 1093458"/>
                  <a:gd name="connsiteY1920" fmla="*/ 1530007 h 1687797"/>
                  <a:gd name="connsiteX1921" fmla="*/ 346794 w 1093458"/>
                  <a:gd name="connsiteY1921" fmla="*/ 1532452 h 1687797"/>
                  <a:gd name="connsiteX1922" fmla="*/ 349239 w 1093458"/>
                  <a:gd name="connsiteY1922" fmla="*/ 1532452 h 1687797"/>
                  <a:gd name="connsiteX1923" fmla="*/ 351828 w 1093458"/>
                  <a:gd name="connsiteY1923" fmla="*/ 1534898 h 1687797"/>
                  <a:gd name="connsiteX1924" fmla="*/ 354561 w 1093458"/>
                  <a:gd name="connsiteY1924" fmla="*/ 1537631 h 1687797"/>
                  <a:gd name="connsiteX1925" fmla="*/ 362472 w 1093458"/>
                  <a:gd name="connsiteY1925" fmla="*/ 1537631 h 1687797"/>
                  <a:gd name="connsiteX1926" fmla="*/ 362472 w 1093458"/>
                  <a:gd name="connsiteY1926" fmla="*/ 1540220 h 1687797"/>
                  <a:gd name="connsiteX1927" fmla="*/ 359883 w 1093458"/>
                  <a:gd name="connsiteY1927" fmla="*/ 1540220 h 1687797"/>
                  <a:gd name="connsiteX1928" fmla="*/ 359883 w 1093458"/>
                  <a:gd name="connsiteY1928" fmla="*/ 1542665 h 1687797"/>
                  <a:gd name="connsiteX1929" fmla="*/ 362472 w 1093458"/>
                  <a:gd name="connsiteY1929" fmla="*/ 1542665 h 1687797"/>
                  <a:gd name="connsiteX1930" fmla="*/ 362472 w 1093458"/>
                  <a:gd name="connsiteY1930" fmla="*/ 1545110 h 1687797"/>
                  <a:gd name="connsiteX1931" fmla="*/ 367650 w 1093458"/>
                  <a:gd name="connsiteY1931" fmla="*/ 1545110 h 1687797"/>
                  <a:gd name="connsiteX1932" fmla="*/ 367650 w 1093458"/>
                  <a:gd name="connsiteY1932" fmla="*/ 1550144 h 1687797"/>
                  <a:gd name="connsiteX1933" fmla="*/ 370096 w 1093458"/>
                  <a:gd name="connsiteY1933" fmla="*/ 1550144 h 1687797"/>
                  <a:gd name="connsiteX1934" fmla="*/ 370096 w 1093458"/>
                  <a:gd name="connsiteY1934" fmla="*/ 1552590 h 1687797"/>
                  <a:gd name="connsiteX1935" fmla="*/ 375418 w 1093458"/>
                  <a:gd name="connsiteY1935" fmla="*/ 1552590 h 1687797"/>
                  <a:gd name="connsiteX1936" fmla="*/ 375418 w 1093458"/>
                  <a:gd name="connsiteY1936" fmla="*/ 1555035 h 1687797"/>
                  <a:gd name="connsiteX1937" fmla="*/ 376856 w 1093458"/>
                  <a:gd name="connsiteY1937" fmla="*/ 1555035 h 1687797"/>
                  <a:gd name="connsiteX1938" fmla="*/ 376856 w 1093458"/>
                  <a:gd name="connsiteY1938" fmla="*/ 1557480 h 1687797"/>
                  <a:gd name="connsiteX1939" fmla="*/ 379301 w 1093458"/>
                  <a:gd name="connsiteY1939" fmla="*/ 1557480 h 1687797"/>
                  <a:gd name="connsiteX1940" fmla="*/ 379301 w 1093458"/>
                  <a:gd name="connsiteY1940" fmla="*/ 1560213 h 1687797"/>
                  <a:gd name="connsiteX1941" fmla="*/ 381890 w 1093458"/>
                  <a:gd name="connsiteY1941" fmla="*/ 1560213 h 1687797"/>
                  <a:gd name="connsiteX1942" fmla="*/ 381890 w 1093458"/>
                  <a:gd name="connsiteY1942" fmla="*/ 1562802 h 1687797"/>
                  <a:gd name="connsiteX1943" fmla="*/ 384336 w 1093458"/>
                  <a:gd name="connsiteY1943" fmla="*/ 1562802 h 1687797"/>
                  <a:gd name="connsiteX1944" fmla="*/ 384336 w 1093458"/>
                  <a:gd name="connsiteY1944" fmla="*/ 1565247 h 1687797"/>
                  <a:gd name="connsiteX1945" fmla="*/ 387069 w 1093458"/>
                  <a:gd name="connsiteY1945" fmla="*/ 1565247 h 1687797"/>
                  <a:gd name="connsiteX1946" fmla="*/ 387069 w 1093458"/>
                  <a:gd name="connsiteY1946" fmla="*/ 1567693 h 1687797"/>
                  <a:gd name="connsiteX1947" fmla="*/ 392103 w 1093458"/>
                  <a:gd name="connsiteY1947" fmla="*/ 1567693 h 1687797"/>
                  <a:gd name="connsiteX1948" fmla="*/ 392103 w 1093458"/>
                  <a:gd name="connsiteY1948" fmla="*/ 1570426 h 1687797"/>
                  <a:gd name="connsiteX1949" fmla="*/ 394548 w 1093458"/>
                  <a:gd name="connsiteY1949" fmla="*/ 1570426 h 1687797"/>
                  <a:gd name="connsiteX1950" fmla="*/ 394548 w 1093458"/>
                  <a:gd name="connsiteY1950" fmla="*/ 1573015 h 1687797"/>
                  <a:gd name="connsiteX1951" fmla="*/ 399726 w 1093458"/>
                  <a:gd name="connsiteY1951" fmla="*/ 1573015 h 1687797"/>
                  <a:gd name="connsiteX1952" fmla="*/ 399726 w 1093458"/>
                  <a:gd name="connsiteY1952" fmla="*/ 1575460 h 1687797"/>
                  <a:gd name="connsiteX1953" fmla="*/ 402315 w 1093458"/>
                  <a:gd name="connsiteY1953" fmla="*/ 1575460 h 1687797"/>
                  <a:gd name="connsiteX1954" fmla="*/ 402315 w 1093458"/>
                  <a:gd name="connsiteY1954" fmla="*/ 1578912 h 1687797"/>
                  <a:gd name="connsiteX1955" fmla="*/ 405624 w 1093458"/>
                  <a:gd name="connsiteY1955" fmla="*/ 1578912 h 1687797"/>
                  <a:gd name="connsiteX1956" fmla="*/ 405624 w 1093458"/>
                  <a:gd name="connsiteY1956" fmla="*/ 1581645 h 1687797"/>
                  <a:gd name="connsiteX1957" fmla="*/ 410802 w 1093458"/>
                  <a:gd name="connsiteY1957" fmla="*/ 1581645 h 1687797"/>
                  <a:gd name="connsiteX1958" fmla="*/ 410802 w 1093458"/>
                  <a:gd name="connsiteY1958" fmla="*/ 1584234 h 1687797"/>
                  <a:gd name="connsiteX1959" fmla="*/ 413391 w 1093458"/>
                  <a:gd name="connsiteY1959" fmla="*/ 1584234 h 1687797"/>
                  <a:gd name="connsiteX1960" fmla="*/ 413391 w 1093458"/>
                  <a:gd name="connsiteY1960" fmla="*/ 1581645 h 1687797"/>
                  <a:gd name="connsiteX1961" fmla="*/ 415836 w 1093458"/>
                  <a:gd name="connsiteY1961" fmla="*/ 1581645 h 1687797"/>
                  <a:gd name="connsiteX1962" fmla="*/ 415836 w 1093458"/>
                  <a:gd name="connsiteY1962" fmla="*/ 1578912 h 1687797"/>
                  <a:gd name="connsiteX1963" fmla="*/ 421014 w 1093458"/>
                  <a:gd name="connsiteY1963" fmla="*/ 1578912 h 1687797"/>
                  <a:gd name="connsiteX1964" fmla="*/ 421014 w 1093458"/>
                  <a:gd name="connsiteY1964" fmla="*/ 1576467 h 1687797"/>
                  <a:gd name="connsiteX1965" fmla="*/ 423604 w 1093458"/>
                  <a:gd name="connsiteY1965" fmla="*/ 1576467 h 1687797"/>
                  <a:gd name="connsiteX1966" fmla="*/ 423604 w 1093458"/>
                  <a:gd name="connsiteY1966" fmla="*/ 1574022 h 1687797"/>
                  <a:gd name="connsiteX1967" fmla="*/ 426049 w 1093458"/>
                  <a:gd name="connsiteY1967" fmla="*/ 1574022 h 1687797"/>
                  <a:gd name="connsiteX1968" fmla="*/ 426049 w 1093458"/>
                  <a:gd name="connsiteY1968" fmla="*/ 1576467 h 1687797"/>
                  <a:gd name="connsiteX1969" fmla="*/ 428782 w 1093458"/>
                  <a:gd name="connsiteY1969" fmla="*/ 1576467 h 1687797"/>
                  <a:gd name="connsiteX1970" fmla="*/ 428782 w 1093458"/>
                  <a:gd name="connsiteY1970" fmla="*/ 1578912 h 1687797"/>
                  <a:gd name="connsiteX1971" fmla="*/ 433672 w 1093458"/>
                  <a:gd name="connsiteY1971" fmla="*/ 1578912 h 1687797"/>
                  <a:gd name="connsiteX1972" fmla="*/ 433672 w 1093458"/>
                  <a:gd name="connsiteY1972" fmla="*/ 1576467 h 1687797"/>
                  <a:gd name="connsiteX1973" fmla="*/ 436261 w 1093458"/>
                  <a:gd name="connsiteY1973" fmla="*/ 1576467 h 1687797"/>
                  <a:gd name="connsiteX1974" fmla="*/ 436261 w 1093458"/>
                  <a:gd name="connsiteY1974" fmla="*/ 1571433 h 1687797"/>
                  <a:gd name="connsiteX1975" fmla="*/ 433672 w 1093458"/>
                  <a:gd name="connsiteY1975" fmla="*/ 1571433 h 1687797"/>
                  <a:gd name="connsiteX1976" fmla="*/ 433672 w 1093458"/>
                  <a:gd name="connsiteY1976" fmla="*/ 1561220 h 1687797"/>
                  <a:gd name="connsiteX1977" fmla="*/ 441439 w 1093458"/>
                  <a:gd name="connsiteY1977" fmla="*/ 1561220 h 1687797"/>
                  <a:gd name="connsiteX1978" fmla="*/ 441439 w 1093458"/>
                  <a:gd name="connsiteY1978" fmla="*/ 1556042 h 1687797"/>
                  <a:gd name="connsiteX1979" fmla="*/ 438707 w 1093458"/>
                  <a:gd name="connsiteY1979" fmla="*/ 1556042 h 1687797"/>
                  <a:gd name="connsiteX1980" fmla="*/ 438707 w 1093458"/>
                  <a:gd name="connsiteY1980" fmla="*/ 1558487 h 1687797"/>
                  <a:gd name="connsiteX1981" fmla="*/ 433385 w 1093458"/>
                  <a:gd name="connsiteY1981" fmla="*/ 1558487 h 1687797"/>
                  <a:gd name="connsiteX1982" fmla="*/ 433385 w 1093458"/>
                  <a:gd name="connsiteY1982" fmla="*/ 1553596 h 1687797"/>
                  <a:gd name="connsiteX1983" fmla="*/ 435974 w 1093458"/>
                  <a:gd name="connsiteY1983" fmla="*/ 1553596 h 1687797"/>
                  <a:gd name="connsiteX1984" fmla="*/ 435974 w 1093458"/>
                  <a:gd name="connsiteY1984" fmla="*/ 1550144 h 1687797"/>
                  <a:gd name="connsiteX1985" fmla="*/ 433385 w 1093458"/>
                  <a:gd name="connsiteY1985" fmla="*/ 1550144 h 1687797"/>
                  <a:gd name="connsiteX1986" fmla="*/ 433385 w 1093458"/>
                  <a:gd name="connsiteY1986" fmla="*/ 1544822 h 1687797"/>
                  <a:gd name="connsiteX1987" fmla="*/ 430939 w 1093458"/>
                  <a:gd name="connsiteY1987" fmla="*/ 1544822 h 1687797"/>
                  <a:gd name="connsiteX1988" fmla="*/ 430939 w 1093458"/>
                  <a:gd name="connsiteY1988" fmla="*/ 1550144 h 1687797"/>
                  <a:gd name="connsiteX1989" fmla="*/ 428494 w 1093458"/>
                  <a:gd name="connsiteY1989" fmla="*/ 1550144 h 1687797"/>
                  <a:gd name="connsiteX1990" fmla="*/ 428494 w 1093458"/>
                  <a:gd name="connsiteY1990" fmla="*/ 1557480 h 1687797"/>
                  <a:gd name="connsiteX1991" fmla="*/ 425761 w 1093458"/>
                  <a:gd name="connsiteY1991" fmla="*/ 1557480 h 1687797"/>
                  <a:gd name="connsiteX1992" fmla="*/ 425761 w 1093458"/>
                  <a:gd name="connsiteY1992" fmla="*/ 1560213 h 1687797"/>
                  <a:gd name="connsiteX1993" fmla="*/ 420727 w 1093458"/>
                  <a:gd name="connsiteY1993" fmla="*/ 1560213 h 1687797"/>
                  <a:gd name="connsiteX1994" fmla="*/ 420727 w 1093458"/>
                  <a:gd name="connsiteY1994" fmla="*/ 1557480 h 1687797"/>
                  <a:gd name="connsiteX1995" fmla="*/ 423316 w 1093458"/>
                  <a:gd name="connsiteY1995" fmla="*/ 1557480 h 1687797"/>
                  <a:gd name="connsiteX1996" fmla="*/ 423316 w 1093458"/>
                  <a:gd name="connsiteY1996" fmla="*/ 1555035 h 1687797"/>
                  <a:gd name="connsiteX1997" fmla="*/ 425761 w 1093458"/>
                  <a:gd name="connsiteY1997" fmla="*/ 1555035 h 1687797"/>
                  <a:gd name="connsiteX1998" fmla="*/ 425761 w 1093458"/>
                  <a:gd name="connsiteY1998" fmla="*/ 1539932 h 1687797"/>
                  <a:gd name="connsiteX1999" fmla="*/ 423316 w 1093458"/>
                  <a:gd name="connsiteY1999" fmla="*/ 1539932 h 1687797"/>
                  <a:gd name="connsiteX2000" fmla="*/ 423316 w 1093458"/>
                  <a:gd name="connsiteY2000" fmla="*/ 1537343 h 1687797"/>
                  <a:gd name="connsiteX2001" fmla="*/ 425761 w 1093458"/>
                  <a:gd name="connsiteY2001" fmla="*/ 1537343 h 1687797"/>
                  <a:gd name="connsiteX2002" fmla="*/ 425761 w 1093458"/>
                  <a:gd name="connsiteY2002" fmla="*/ 1535761 h 1687797"/>
                  <a:gd name="connsiteX2003" fmla="*/ 428494 w 1093458"/>
                  <a:gd name="connsiteY2003" fmla="*/ 1535761 h 1687797"/>
                  <a:gd name="connsiteX2004" fmla="*/ 428494 w 1093458"/>
                  <a:gd name="connsiteY2004" fmla="*/ 1533315 h 1687797"/>
                  <a:gd name="connsiteX2005" fmla="*/ 425761 w 1093458"/>
                  <a:gd name="connsiteY2005" fmla="*/ 1533315 h 1687797"/>
                  <a:gd name="connsiteX2006" fmla="*/ 425761 w 1093458"/>
                  <a:gd name="connsiteY2006" fmla="*/ 1530870 h 1687797"/>
                  <a:gd name="connsiteX2007" fmla="*/ 428494 w 1093458"/>
                  <a:gd name="connsiteY2007" fmla="*/ 1530870 h 1687797"/>
                  <a:gd name="connsiteX2008" fmla="*/ 428494 w 1093458"/>
                  <a:gd name="connsiteY2008" fmla="*/ 1533315 h 1687797"/>
                  <a:gd name="connsiteX2009" fmla="*/ 430939 w 1093458"/>
                  <a:gd name="connsiteY2009" fmla="*/ 1533315 h 1687797"/>
                  <a:gd name="connsiteX2010" fmla="*/ 430939 w 1093458"/>
                  <a:gd name="connsiteY2010" fmla="*/ 1535761 h 1687797"/>
                  <a:gd name="connsiteX2011" fmla="*/ 428494 w 1093458"/>
                  <a:gd name="connsiteY2011" fmla="*/ 1535761 h 1687797"/>
                  <a:gd name="connsiteX2012" fmla="*/ 428494 w 1093458"/>
                  <a:gd name="connsiteY2012" fmla="*/ 1543528 h 1687797"/>
                  <a:gd name="connsiteX2013" fmla="*/ 435974 w 1093458"/>
                  <a:gd name="connsiteY2013" fmla="*/ 1543528 h 1687797"/>
                  <a:gd name="connsiteX2014" fmla="*/ 435974 w 1093458"/>
                  <a:gd name="connsiteY2014" fmla="*/ 1541083 h 1687797"/>
                  <a:gd name="connsiteX2015" fmla="*/ 441152 w 1093458"/>
                  <a:gd name="connsiteY2015" fmla="*/ 1541083 h 1687797"/>
                  <a:gd name="connsiteX2016" fmla="*/ 441152 w 1093458"/>
                  <a:gd name="connsiteY2016" fmla="*/ 1538494 h 1687797"/>
                  <a:gd name="connsiteX2017" fmla="*/ 438707 w 1093458"/>
                  <a:gd name="connsiteY2017" fmla="*/ 1538494 h 1687797"/>
                  <a:gd name="connsiteX2018" fmla="*/ 438707 w 1093458"/>
                  <a:gd name="connsiteY2018" fmla="*/ 1533315 h 1687797"/>
                  <a:gd name="connsiteX2019" fmla="*/ 435974 w 1093458"/>
                  <a:gd name="connsiteY2019" fmla="*/ 1533315 h 1687797"/>
                  <a:gd name="connsiteX2020" fmla="*/ 435974 w 1093458"/>
                  <a:gd name="connsiteY2020" fmla="*/ 1523103 h 1687797"/>
                  <a:gd name="connsiteX2021" fmla="*/ 433385 w 1093458"/>
                  <a:gd name="connsiteY2021" fmla="*/ 1523103 h 1687797"/>
                  <a:gd name="connsiteX2022" fmla="*/ 433385 w 1093458"/>
                  <a:gd name="connsiteY2022" fmla="*/ 1515335 h 1687797"/>
                  <a:gd name="connsiteX2023" fmla="*/ 430939 w 1093458"/>
                  <a:gd name="connsiteY2023" fmla="*/ 1515335 h 1687797"/>
                  <a:gd name="connsiteX2024" fmla="*/ 430939 w 1093458"/>
                  <a:gd name="connsiteY2024" fmla="*/ 1528281 h 1687797"/>
                  <a:gd name="connsiteX2025" fmla="*/ 428494 w 1093458"/>
                  <a:gd name="connsiteY2025" fmla="*/ 1528281 h 1687797"/>
                  <a:gd name="connsiteX2026" fmla="*/ 428494 w 1093458"/>
                  <a:gd name="connsiteY2026" fmla="*/ 1525548 h 1687797"/>
                  <a:gd name="connsiteX2027" fmla="*/ 425761 w 1093458"/>
                  <a:gd name="connsiteY2027" fmla="*/ 1525548 h 1687797"/>
                  <a:gd name="connsiteX2028" fmla="*/ 425761 w 1093458"/>
                  <a:gd name="connsiteY2028" fmla="*/ 1520658 h 1687797"/>
                  <a:gd name="connsiteX2029" fmla="*/ 423316 w 1093458"/>
                  <a:gd name="connsiteY2029" fmla="*/ 1520658 h 1687797"/>
                  <a:gd name="connsiteX2030" fmla="*/ 423316 w 1093458"/>
                  <a:gd name="connsiteY2030" fmla="*/ 1515335 h 1687797"/>
                  <a:gd name="connsiteX2031" fmla="*/ 420727 w 1093458"/>
                  <a:gd name="connsiteY2031" fmla="*/ 1515335 h 1687797"/>
                  <a:gd name="connsiteX2032" fmla="*/ 420727 w 1093458"/>
                  <a:gd name="connsiteY2032" fmla="*/ 1512890 h 1687797"/>
                  <a:gd name="connsiteX2033" fmla="*/ 418282 w 1093458"/>
                  <a:gd name="connsiteY2033" fmla="*/ 1510445 h 1687797"/>
                  <a:gd name="connsiteX2034" fmla="*/ 418282 w 1093458"/>
                  <a:gd name="connsiteY2034" fmla="*/ 1506993 h 1687797"/>
                  <a:gd name="connsiteX2035" fmla="*/ 420727 w 1093458"/>
                  <a:gd name="connsiteY2035" fmla="*/ 1506993 h 1687797"/>
                  <a:gd name="connsiteX2036" fmla="*/ 420727 w 1093458"/>
                  <a:gd name="connsiteY2036" fmla="*/ 1504260 h 1687797"/>
                  <a:gd name="connsiteX2037" fmla="*/ 423316 w 1093458"/>
                  <a:gd name="connsiteY2037" fmla="*/ 1504260 h 1687797"/>
                  <a:gd name="connsiteX2038" fmla="*/ 423316 w 1093458"/>
                  <a:gd name="connsiteY2038" fmla="*/ 1494048 h 1687797"/>
                  <a:gd name="connsiteX2039" fmla="*/ 420727 w 1093458"/>
                  <a:gd name="connsiteY2039" fmla="*/ 1491602 h 1687797"/>
                  <a:gd name="connsiteX2040" fmla="*/ 425761 w 1093458"/>
                  <a:gd name="connsiteY2040" fmla="*/ 1491602 h 1687797"/>
                  <a:gd name="connsiteX2041" fmla="*/ 425761 w 1093458"/>
                  <a:gd name="connsiteY2041" fmla="*/ 1494048 h 1687797"/>
                  <a:gd name="connsiteX2042" fmla="*/ 430939 w 1093458"/>
                  <a:gd name="connsiteY2042" fmla="*/ 1494048 h 1687797"/>
                  <a:gd name="connsiteX2043" fmla="*/ 430939 w 1093458"/>
                  <a:gd name="connsiteY2043" fmla="*/ 1491602 h 1687797"/>
                  <a:gd name="connsiteX2044" fmla="*/ 428494 w 1093458"/>
                  <a:gd name="connsiteY2044" fmla="*/ 1491602 h 1687797"/>
                  <a:gd name="connsiteX2045" fmla="*/ 425761 w 1093458"/>
                  <a:gd name="connsiteY2045" fmla="*/ 1489157 h 1687797"/>
                  <a:gd name="connsiteX2046" fmla="*/ 425761 w 1093458"/>
                  <a:gd name="connsiteY2046" fmla="*/ 1486568 h 1687797"/>
                  <a:gd name="connsiteX2047" fmla="*/ 423316 w 1093458"/>
                  <a:gd name="connsiteY2047" fmla="*/ 1486568 h 1687797"/>
                  <a:gd name="connsiteX2048" fmla="*/ 423316 w 1093458"/>
                  <a:gd name="connsiteY2048" fmla="*/ 1483835 h 1687797"/>
                  <a:gd name="connsiteX2049" fmla="*/ 420727 w 1093458"/>
                  <a:gd name="connsiteY2049" fmla="*/ 1483835 h 1687797"/>
                  <a:gd name="connsiteX2050" fmla="*/ 420727 w 1093458"/>
                  <a:gd name="connsiteY2050" fmla="*/ 1489157 h 1687797"/>
                  <a:gd name="connsiteX2051" fmla="*/ 415549 w 1093458"/>
                  <a:gd name="connsiteY2051" fmla="*/ 1489157 h 1687797"/>
                  <a:gd name="connsiteX2052" fmla="*/ 415549 w 1093458"/>
                  <a:gd name="connsiteY2052" fmla="*/ 1486568 h 1687797"/>
                  <a:gd name="connsiteX2053" fmla="*/ 418282 w 1093458"/>
                  <a:gd name="connsiteY2053" fmla="*/ 1486568 h 1687797"/>
                  <a:gd name="connsiteX2054" fmla="*/ 418282 w 1093458"/>
                  <a:gd name="connsiteY2054" fmla="*/ 1483835 h 1687797"/>
                  <a:gd name="connsiteX2055" fmla="*/ 415549 w 1093458"/>
                  <a:gd name="connsiteY2055" fmla="*/ 1483835 h 1687797"/>
                  <a:gd name="connsiteX2056" fmla="*/ 415549 w 1093458"/>
                  <a:gd name="connsiteY2056" fmla="*/ 1478944 h 1687797"/>
                  <a:gd name="connsiteX2057" fmla="*/ 413103 w 1093458"/>
                  <a:gd name="connsiteY2057" fmla="*/ 1478944 h 1687797"/>
                  <a:gd name="connsiteX2058" fmla="*/ 413103 w 1093458"/>
                  <a:gd name="connsiteY2058" fmla="*/ 1476499 h 1687797"/>
                  <a:gd name="connsiteX2059" fmla="*/ 410514 w 1093458"/>
                  <a:gd name="connsiteY2059" fmla="*/ 1476499 h 1687797"/>
                  <a:gd name="connsiteX2060" fmla="*/ 410514 w 1093458"/>
                  <a:gd name="connsiteY2060" fmla="*/ 1473622 h 1687797"/>
                  <a:gd name="connsiteX2061" fmla="*/ 402891 w 1093458"/>
                  <a:gd name="connsiteY2061" fmla="*/ 1473622 h 1687797"/>
                  <a:gd name="connsiteX2062" fmla="*/ 402891 w 1093458"/>
                  <a:gd name="connsiteY2062" fmla="*/ 1471177 h 1687797"/>
                  <a:gd name="connsiteX2063" fmla="*/ 408069 w 1093458"/>
                  <a:gd name="connsiteY2063" fmla="*/ 1471177 h 1687797"/>
                  <a:gd name="connsiteX2064" fmla="*/ 405336 w 1093458"/>
                  <a:gd name="connsiteY2064" fmla="*/ 1468732 h 1687797"/>
                  <a:gd name="connsiteX2065" fmla="*/ 405336 w 1093458"/>
                  <a:gd name="connsiteY2065" fmla="*/ 1466287 h 1687797"/>
                  <a:gd name="connsiteX2066" fmla="*/ 400302 w 1093458"/>
                  <a:gd name="connsiteY2066" fmla="*/ 1466287 h 1687797"/>
                  <a:gd name="connsiteX2067" fmla="*/ 400302 w 1093458"/>
                  <a:gd name="connsiteY2067" fmla="*/ 1463842 h 1687797"/>
                  <a:gd name="connsiteX2068" fmla="*/ 397856 w 1093458"/>
                  <a:gd name="connsiteY2068" fmla="*/ 1463842 h 1687797"/>
                  <a:gd name="connsiteX2069" fmla="*/ 397856 w 1093458"/>
                  <a:gd name="connsiteY2069" fmla="*/ 1461396 h 1687797"/>
                  <a:gd name="connsiteX2070" fmla="*/ 395124 w 1093458"/>
                  <a:gd name="connsiteY2070" fmla="*/ 1461396 h 1687797"/>
                  <a:gd name="connsiteX2071" fmla="*/ 395124 w 1093458"/>
                  <a:gd name="connsiteY2071" fmla="*/ 1458951 h 1687797"/>
                  <a:gd name="connsiteX2072" fmla="*/ 392678 w 1093458"/>
                  <a:gd name="connsiteY2072" fmla="*/ 1458951 h 1687797"/>
                  <a:gd name="connsiteX2073" fmla="*/ 392678 w 1093458"/>
                  <a:gd name="connsiteY2073" fmla="*/ 1456506 h 1687797"/>
                  <a:gd name="connsiteX2074" fmla="*/ 387644 w 1093458"/>
                  <a:gd name="connsiteY2074" fmla="*/ 1456506 h 1687797"/>
                  <a:gd name="connsiteX2075" fmla="*/ 387644 w 1093458"/>
                  <a:gd name="connsiteY2075" fmla="*/ 1453917 h 1687797"/>
                  <a:gd name="connsiteX2076" fmla="*/ 382466 w 1093458"/>
                  <a:gd name="connsiteY2076" fmla="*/ 1453917 h 1687797"/>
                  <a:gd name="connsiteX2077" fmla="*/ 382466 w 1093458"/>
                  <a:gd name="connsiteY2077" fmla="*/ 1451184 h 1687797"/>
                  <a:gd name="connsiteX2078" fmla="*/ 379877 w 1093458"/>
                  <a:gd name="connsiteY2078" fmla="*/ 1451184 h 1687797"/>
                  <a:gd name="connsiteX2079" fmla="*/ 379877 w 1093458"/>
                  <a:gd name="connsiteY2079" fmla="*/ 1448739 h 1687797"/>
                  <a:gd name="connsiteX2080" fmla="*/ 376856 w 1093458"/>
                  <a:gd name="connsiteY2080" fmla="*/ 1448739 h 1687797"/>
                  <a:gd name="connsiteX2081" fmla="*/ 376856 w 1093458"/>
                  <a:gd name="connsiteY2081" fmla="*/ 1443704 h 1687797"/>
                  <a:gd name="connsiteX2082" fmla="*/ 374411 w 1093458"/>
                  <a:gd name="connsiteY2082" fmla="*/ 1443704 h 1687797"/>
                  <a:gd name="connsiteX2083" fmla="*/ 374411 w 1093458"/>
                  <a:gd name="connsiteY2083" fmla="*/ 1438526 h 1687797"/>
                  <a:gd name="connsiteX2084" fmla="*/ 369664 w 1093458"/>
                  <a:gd name="connsiteY2084" fmla="*/ 1438526 h 1687797"/>
                  <a:gd name="connsiteX2085" fmla="*/ 369664 w 1093458"/>
                  <a:gd name="connsiteY2085" fmla="*/ 1433492 h 1687797"/>
                  <a:gd name="connsiteX2086" fmla="*/ 367219 w 1093458"/>
                  <a:gd name="connsiteY2086" fmla="*/ 1433492 h 1687797"/>
                  <a:gd name="connsiteX2087" fmla="*/ 367219 w 1093458"/>
                  <a:gd name="connsiteY2087" fmla="*/ 1428313 h 1687797"/>
                  <a:gd name="connsiteX2088" fmla="*/ 369664 w 1093458"/>
                  <a:gd name="connsiteY2088" fmla="*/ 1428313 h 1687797"/>
                  <a:gd name="connsiteX2089" fmla="*/ 369664 w 1093458"/>
                  <a:gd name="connsiteY2089" fmla="*/ 1433492 h 1687797"/>
                  <a:gd name="connsiteX2090" fmla="*/ 372253 w 1093458"/>
                  <a:gd name="connsiteY2090" fmla="*/ 1433492 h 1687797"/>
                  <a:gd name="connsiteX2091" fmla="*/ 372253 w 1093458"/>
                  <a:gd name="connsiteY2091" fmla="*/ 1436081 h 1687797"/>
                  <a:gd name="connsiteX2092" fmla="*/ 374986 w 1093458"/>
                  <a:gd name="connsiteY2092" fmla="*/ 1436081 h 1687797"/>
                  <a:gd name="connsiteX2093" fmla="*/ 374986 w 1093458"/>
                  <a:gd name="connsiteY2093" fmla="*/ 1430759 h 1687797"/>
                  <a:gd name="connsiteX2094" fmla="*/ 372253 w 1093458"/>
                  <a:gd name="connsiteY2094" fmla="*/ 1428313 h 1687797"/>
                  <a:gd name="connsiteX2095" fmla="*/ 372253 w 1093458"/>
                  <a:gd name="connsiteY2095" fmla="*/ 1423279 h 1687797"/>
                  <a:gd name="connsiteX2096" fmla="*/ 369664 w 1093458"/>
                  <a:gd name="connsiteY2096" fmla="*/ 1423279 h 1687797"/>
                  <a:gd name="connsiteX2097" fmla="*/ 369664 w 1093458"/>
                  <a:gd name="connsiteY2097" fmla="*/ 1425868 h 1687797"/>
                  <a:gd name="connsiteX2098" fmla="*/ 367219 w 1093458"/>
                  <a:gd name="connsiteY2098" fmla="*/ 1425868 h 1687797"/>
                  <a:gd name="connsiteX2099" fmla="*/ 367219 w 1093458"/>
                  <a:gd name="connsiteY2099" fmla="*/ 1415656 h 1687797"/>
                  <a:gd name="connsiteX2100" fmla="*/ 364774 w 1093458"/>
                  <a:gd name="connsiteY2100" fmla="*/ 1415656 h 1687797"/>
                  <a:gd name="connsiteX2101" fmla="*/ 364774 w 1093458"/>
                  <a:gd name="connsiteY2101" fmla="*/ 1413067 h 1687797"/>
                  <a:gd name="connsiteX2102" fmla="*/ 372253 w 1093458"/>
                  <a:gd name="connsiteY2102" fmla="*/ 1413067 h 1687797"/>
                  <a:gd name="connsiteX2103" fmla="*/ 372253 w 1093458"/>
                  <a:gd name="connsiteY2103" fmla="*/ 1407888 h 1687797"/>
                  <a:gd name="connsiteX2104" fmla="*/ 369664 w 1093458"/>
                  <a:gd name="connsiteY2104" fmla="*/ 1407888 h 1687797"/>
                  <a:gd name="connsiteX2105" fmla="*/ 369664 w 1093458"/>
                  <a:gd name="connsiteY2105" fmla="*/ 1402854 h 1687797"/>
                  <a:gd name="connsiteX2106" fmla="*/ 367219 w 1093458"/>
                  <a:gd name="connsiteY2106" fmla="*/ 1402854 h 1687797"/>
                  <a:gd name="connsiteX2107" fmla="*/ 367219 w 1093458"/>
                  <a:gd name="connsiteY2107" fmla="*/ 1397676 h 1687797"/>
                  <a:gd name="connsiteX2108" fmla="*/ 364774 w 1093458"/>
                  <a:gd name="connsiteY2108" fmla="*/ 1397676 h 1687797"/>
                  <a:gd name="connsiteX2109" fmla="*/ 364774 w 1093458"/>
                  <a:gd name="connsiteY2109" fmla="*/ 1389908 h 1687797"/>
                  <a:gd name="connsiteX2110" fmla="*/ 362472 w 1093458"/>
                  <a:gd name="connsiteY2110" fmla="*/ 1389908 h 1687797"/>
                  <a:gd name="connsiteX2111" fmla="*/ 362472 w 1093458"/>
                  <a:gd name="connsiteY2111" fmla="*/ 1385018 h 1687797"/>
                  <a:gd name="connsiteX2112" fmla="*/ 359883 w 1093458"/>
                  <a:gd name="connsiteY2112" fmla="*/ 1385018 h 1687797"/>
                  <a:gd name="connsiteX2113" fmla="*/ 359883 w 1093458"/>
                  <a:gd name="connsiteY2113" fmla="*/ 1369628 h 1687797"/>
                  <a:gd name="connsiteX2114" fmla="*/ 362472 w 1093458"/>
                  <a:gd name="connsiteY2114" fmla="*/ 1369628 h 1687797"/>
                  <a:gd name="connsiteX2115" fmla="*/ 362472 w 1093458"/>
                  <a:gd name="connsiteY2115" fmla="*/ 1372361 h 1687797"/>
                  <a:gd name="connsiteX2116" fmla="*/ 365205 w 1093458"/>
                  <a:gd name="connsiteY2116" fmla="*/ 1372361 h 1687797"/>
                  <a:gd name="connsiteX2117" fmla="*/ 365205 w 1093458"/>
                  <a:gd name="connsiteY2117" fmla="*/ 1362148 h 1687797"/>
                  <a:gd name="connsiteX2118" fmla="*/ 362472 w 1093458"/>
                  <a:gd name="connsiteY2118" fmla="*/ 1362148 h 1687797"/>
                  <a:gd name="connsiteX2119" fmla="*/ 362472 w 1093458"/>
                  <a:gd name="connsiteY2119" fmla="*/ 1364593 h 1687797"/>
                  <a:gd name="connsiteX2120" fmla="*/ 357438 w 1093458"/>
                  <a:gd name="connsiteY2120" fmla="*/ 1364593 h 1687797"/>
                  <a:gd name="connsiteX2121" fmla="*/ 357438 w 1093458"/>
                  <a:gd name="connsiteY2121" fmla="*/ 1359559 h 1687797"/>
                  <a:gd name="connsiteX2122" fmla="*/ 354993 w 1093458"/>
                  <a:gd name="connsiteY2122" fmla="*/ 1359559 h 1687797"/>
                  <a:gd name="connsiteX2123" fmla="*/ 357438 w 1093458"/>
                  <a:gd name="connsiteY2123" fmla="*/ 1356826 h 1687797"/>
                  <a:gd name="connsiteX2124" fmla="*/ 352260 w 1093458"/>
                  <a:gd name="connsiteY2124" fmla="*/ 1356826 h 1687797"/>
                  <a:gd name="connsiteX2125" fmla="*/ 352260 w 1093458"/>
                  <a:gd name="connsiteY2125" fmla="*/ 1354381 h 1687797"/>
                  <a:gd name="connsiteX2126" fmla="*/ 354993 w 1093458"/>
                  <a:gd name="connsiteY2126" fmla="*/ 1354381 h 1687797"/>
                  <a:gd name="connsiteX2127" fmla="*/ 354993 w 1093458"/>
                  <a:gd name="connsiteY2127" fmla="*/ 1348771 h 1687797"/>
                  <a:gd name="connsiteX2128" fmla="*/ 357150 w 1093458"/>
                  <a:gd name="connsiteY2128" fmla="*/ 1346326 h 1687797"/>
                  <a:gd name="connsiteX2129" fmla="*/ 357150 w 1093458"/>
                  <a:gd name="connsiteY2129" fmla="*/ 1346326 h 1687797"/>
                  <a:gd name="connsiteX2130" fmla="*/ 357150 w 1093458"/>
                  <a:gd name="connsiteY2130" fmla="*/ 1355819 h 1687797"/>
                  <a:gd name="connsiteX2131" fmla="*/ 359596 w 1093458"/>
                  <a:gd name="connsiteY2131" fmla="*/ 1358552 h 1687797"/>
                  <a:gd name="connsiteX2132" fmla="*/ 359596 w 1093458"/>
                  <a:gd name="connsiteY2132" fmla="*/ 1361141 h 1687797"/>
                  <a:gd name="connsiteX2133" fmla="*/ 362472 w 1093458"/>
                  <a:gd name="connsiteY2133" fmla="*/ 1361141 h 1687797"/>
                  <a:gd name="connsiteX2134" fmla="*/ 362472 w 1093458"/>
                  <a:gd name="connsiteY2134" fmla="*/ 1358552 h 1687797"/>
                  <a:gd name="connsiteX2135" fmla="*/ 367650 w 1093458"/>
                  <a:gd name="connsiteY2135" fmla="*/ 1358552 h 1687797"/>
                  <a:gd name="connsiteX2136" fmla="*/ 373979 w 1093458"/>
                  <a:gd name="connsiteY2136" fmla="*/ 1366032 h 1687797"/>
                  <a:gd name="connsiteX2137" fmla="*/ 372685 w 1093458"/>
                  <a:gd name="connsiteY2137" fmla="*/ 1366032 h 1687797"/>
                  <a:gd name="connsiteX2138" fmla="*/ 372685 w 1093458"/>
                  <a:gd name="connsiteY2138" fmla="*/ 1368621 h 1687797"/>
                  <a:gd name="connsiteX2139" fmla="*/ 375418 w 1093458"/>
                  <a:gd name="connsiteY2139" fmla="*/ 1368621 h 1687797"/>
                  <a:gd name="connsiteX2140" fmla="*/ 375418 w 1093458"/>
                  <a:gd name="connsiteY2140" fmla="*/ 1367758 h 1687797"/>
                  <a:gd name="connsiteX2141" fmla="*/ 375418 w 1093458"/>
                  <a:gd name="connsiteY2141" fmla="*/ 1368621 h 1687797"/>
                  <a:gd name="connsiteX2142" fmla="*/ 375418 w 1093458"/>
                  <a:gd name="connsiteY2142" fmla="*/ 1368621 h 1687797"/>
                  <a:gd name="connsiteX2143" fmla="*/ 375418 w 1093458"/>
                  <a:gd name="connsiteY2143" fmla="*/ 1373799 h 1687797"/>
                  <a:gd name="connsiteX2144" fmla="*/ 376856 w 1093458"/>
                  <a:gd name="connsiteY2144" fmla="*/ 1373799 h 1687797"/>
                  <a:gd name="connsiteX2145" fmla="*/ 376856 w 1093458"/>
                  <a:gd name="connsiteY2145" fmla="*/ 1371354 h 1687797"/>
                  <a:gd name="connsiteX2146" fmla="*/ 376856 w 1093458"/>
                  <a:gd name="connsiteY2146" fmla="*/ 1371354 h 1687797"/>
                  <a:gd name="connsiteX2147" fmla="*/ 386637 w 1093458"/>
                  <a:gd name="connsiteY2147" fmla="*/ 1383005 h 1687797"/>
                  <a:gd name="connsiteX2148" fmla="*/ 386637 w 1093458"/>
                  <a:gd name="connsiteY2148" fmla="*/ 1386456 h 1687797"/>
                  <a:gd name="connsiteX2149" fmla="*/ 389082 w 1093458"/>
                  <a:gd name="connsiteY2149" fmla="*/ 1386456 h 1687797"/>
                  <a:gd name="connsiteX2150" fmla="*/ 389082 w 1093458"/>
                  <a:gd name="connsiteY2150" fmla="*/ 1388902 h 1687797"/>
                  <a:gd name="connsiteX2151" fmla="*/ 391671 w 1093458"/>
                  <a:gd name="connsiteY2151" fmla="*/ 1388902 h 1687797"/>
                  <a:gd name="connsiteX2152" fmla="*/ 391671 w 1093458"/>
                  <a:gd name="connsiteY2152" fmla="*/ 1391778 h 1687797"/>
                  <a:gd name="connsiteX2153" fmla="*/ 394117 w 1093458"/>
                  <a:gd name="connsiteY2153" fmla="*/ 1391778 h 1687797"/>
                  <a:gd name="connsiteX2154" fmla="*/ 394117 w 1093458"/>
                  <a:gd name="connsiteY2154" fmla="*/ 1396669 h 1687797"/>
                  <a:gd name="connsiteX2155" fmla="*/ 396850 w 1093458"/>
                  <a:gd name="connsiteY2155" fmla="*/ 1396669 h 1687797"/>
                  <a:gd name="connsiteX2156" fmla="*/ 396850 w 1093458"/>
                  <a:gd name="connsiteY2156" fmla="*/ 1406882 h 1687797"/>
                  <a:gd name="connsiteX2157" fmla="*/ 399295 w 1093458"/>
                  <a:gd name="connsiteY2157" fmla="*/ 1406882 h 1687797"/>
                  <a:gd name="connsiteX2158" fmla="*/ 399295 w 1093458"/>
                  <a:gd name="connsiteY2158" fmla="*/ 1409327 h 1687797"/>
                  <a:gd name="connsiteX2159" fmla="*/ 401884 w 1093458"/>
                  <a:gd name="connsiteY2159" fmla="*/ 1409327 h 1687797"/>
                  <a:gd name="connsiteX2160" fmla="*/ 401884 w 1093458"/>
                  <a:gd name="connsiteY2160" fmla="*/ 1412060 h 1687797"/>
                  <a:gd name="connsiteX2161" fmla="*/ 404329 w 1093458"/>
                  <a:gd name="connsiteY2161" fmla="*/ 1414649 h 1687797"/>
                  <a:gd name="connsiteX2162" fmla="*/ 409507 w 1093458"/>
                  <a:gd name="connsiteY2162" fmla="*/ 1414649 h 1687797"/>
                  <a:gd name="connsiteX2163" fmla="*/ 409507 w 1093458"/>
                  <a:gd name="connsiteY2163" fmla="*/ 1417094 h 1687797"/>
                  <a:gd name="connsiteX2164" fmla="*/ 412096 w 1093458"/>
                  <a:gd name="connsiteY2164" fmla="*/ 1417094 h 1687797"/>
                  <a:gd name="connsiteX2165" fmla="*/ 412096 w 1093458"/>
                  <a:gd name="connsiteY2165" fmla="*/ 1420690 h 1687797"/>
                  <a:gd name="connsiteX2166" fmla="*/ 414542 w 1093458"/>
                  <a:gd name="connsiteY2166" fmla="*/ 1420690 h 1687797"/>
                  <a:gd name="connsiteX2167" fmla="*/ 414542 w 1093458"/>
                  <a:gd name="connsiteY2167" fmla="*/ 1418245 h 1687797"/>
                  <a:gd name="connsiteX2168" fmla="*/ 427487 w 1093458"/>
                  <a:gd name="connsiteY2168" fmla="*/ 1418245 h 1687797"/>
                  <a:gd name="connsiteX2169" fmla="*/ 427487 w 1093458"/>
                  <a:gd name="connsiteY2169" fmla="*/ 1413211 h 1687797"/>
                  <a:gd name="connsiteX2170" fmla="*/ 429932 w 1093458"/>
                  <a:gd name="connsiteY2170" fmla="*/ 1413211 h 1687797"/>
                  <a:gd name="connsiteX2171" fmla="*/ 429932 w 1093458"/>
                  <a:gd name="connsiteY2171" fmla="*/ 1410478 h 1687797"/>
                  <a:gd name="connsiteX2172" fmla="*/ 432378 w 1093458"/>
                  <a:gd name="connsiteY2172" fmla="*/ 1408032 h 1687797"/>
                  <a:gd name="connsiteX2173" fmla="*/ 432378 w 1093458"/>
                  <a:gd name="connsiteY2173" fmla="*/ 1408032 h 1687797"/>
                  <a:gd name="connsiteX2174" fmla="*/ 434967 w 1093458"/>
                  <a:gd name="connsiteY2174" fmla="*/ 1409039 h 1687797"/>
                  <a:gd name="connsiteX2175" fmla="*/ 434967 w 1093458"/>
                  <a:gd name="connsiteY2175" fmla="*/ 1410909 h 1687797"/>
                  <a:gd name="connsiteX2176" fmla="*/ 432378 w 1093458"/>
                  <a:gd name="connsiteY2176" fmla="*/ 1410909 h 1687797"/>
                  <a:gd name="connsiteX2177" fmla="*/ 432378 w 1093458"/>
                  <a:gd name="connsiteY2177" fmla="*/ 1413642 h 1687797"/>
                  <a:gd name="connsiteX2178" fmla="*/ 434967 w 1093458"/>
                  <a:gd name="connsiteY2178" fmla="*/ 1413642 h 1687797"/>
                  <a:gd name="connsiteX2179" fmla="*/ 434967 w 1093458"/>
                  <a:gd name="connsiteY2179" fmla="*/ 1416231 h 1687797"/>
                  <a:gd name="connsiteX2180" fmla="*/ 432378 w 1093458"/>
                  <a:gd name="connsiteY2180" fmla="*/ 1416231 h 1687797"/>
                  <a:gd name="connsiteX2181" fmla="*/ 432378 w 1093458"/>
                  <a:gd name="connsiteY2181" fmla="*/ 1420690 h 1687797"/>
                  <a:gd name="connsiteX2182" fmla="*/ 434967 w 1093458"/>
                  <a:gd name="connsiteY2182" fmla="*/ 1420690 h 1687797"/>
                  <a:gd name="connsiteX2183" fmla="*/ 434967 w 1093458"/>
                  <a:gd name="connsiteY2183" fmla="*/ 1426012 h 1687797"/>
                  <a:gd name="connsiteX2184" fmla="*/ 427487 w 1093458"/>
                  <a:gd name="connsiteY2184" fmla="*/ 1426012 h 1687797"/>
                  <a:gd name="connsiteX2185" fmla="*/ 427487 w 1093458"/>
                  <a:gd name="connsiteY2185" fmla="*/ 1423423 h 1687797"/>
                  <a:gd name="connsiteX2186" fmla="*/ 429932 w 1093458"/>
                  <a:gd name="connsiteY2186" fmla="*/ 1423423 h 1687797"/>
                  <a:gd name="connsiteX2187" fmla="*/ 429932 w 1093458"/>
                  <a:gd name="connsiteY2187" fmla="*/ 1420690 h 1687797"/>
                  <a:gd name="connsiteX2188" fmla="*/ 425761 w 1093458"/>
                  <a:gd name="connsiteY2188" fmla="*/ 1420690 h 1687797"/>
                  <a:gd name="connsiteX2189" fmla="*/ 425761 w 1093458"/>
                  <a:gd name="connsiteY2189" fmla="*/ 1423423 h 1687797"/>
                  <a:gd name="connsiteX2190" fmla="*/ 423316 w 1093458"/>
                  <a:gd name="connsiteY2190" fmla="*/ 1423423 h 1687797"/>
                  <a:gd name="connsiteX2191" fmla="*/ 423316 w 1093458"/>
                  <a:gd name="connsiteY2191" fmla="*/ 1420690 h 1687797"/>
                  <a:gd name="connsiteX2192" fmla="*/ 415549 w 1093458"/>
                  <a:gd name="connsiteY2192" fmla="*/ 1420690 h 1687797"/>
                  <a:gd name="connsiteX2193" fmla="*/ 415549 w 1093458"/>
                  <a:gd name="connsiteY2193" fmla="*/ 1423423 h 1687797"/>
                  <a:gd name="connsiteX2194" fmla="*/ 418282 w 1093458"/>
                  <a:gd name="connsiteY2194" fmla="*/ 1423423 h 1687797"/>
                  <a:gd name="connsiteX2195" fmla="*/ 418282 w 1093458"/>
                  <a:gd name="connsiteY2195" fmla="*/ 1426012 h 1687797"/>
                  <a:gd name="connsiteX2196" fmla="*/ 415549 w 1093458"/>
                  <a:gd name="connsiteY2196" fmla="*/ 1426012 h 1687797"/>
                  <a:gd name="connsiteX2197" fmla="*/ 415549 w 1093458"/>
                  <a:gd name="connsiteY2197" fmla="*/ 1428457 h 1687797"/>
                  <a:gd name="connsiteX2198" fmla="*/ 418282 w 1093458"/>
                  <a:gd name="connsiteY2198" fmla="*/ 1428457 h 1687797"/>
                  <a:gd name="connsiteX2199" fmla="*/ 418282 w 1093458"/>
                  <a:gd name="connsiteY2199" fmla="*/ 1430902 h 1687797"/>
                  <a:gd name="connsiteX2200" fmla="*/ 420727 w 1093458"/>
                  <a:gd name="connsiteY2200" fmla="*/ 1430902 h 1687797"/>
                  <a:gd name="connsiteX2201" fmla="*/ 420727 w 1093458"/>
                  <a:gd name="connsiteY2201" fmla="*/ 1433635 h 1687797"/>
                  <a:gd name="connsiteX2202" fmla="*/ 423316 w 1093458"/>
                  <a:gd name="connsiteY2202" fmla="*/ 1433635 h 1687797"/>
                  <a:gd name="connsiteX2203" fmla="*/ 423316 w 1093458"/>
                  <a:gd name="connsiteY2203" fmla="*/ 1441115 h 1687797"/>
                  <a:gd name="connsiteX2204" fmla="*/ 425761 w 1093458"/>
                  <a:gd name="connsiteY2204" fmla="*/ 1441115 h 1687797"/>
                  <a:gd name="connsiteX2205" fmla="*/ 425761 w 1093458"/>
                  <a:gd name="connsiteY2205" fmla="*/ 1451328 h 1687797"/>
                  <a:gd name="connsiteX2206" fmla="*/ 428494 w 1093458"/>
                  <a:gd name="connsiteY2206" fmla="*/ 1451328 h 1687797"/>
                  <a:gd name="connsiteX2207" fmla="*/ 428494 w 1093458"/>
                  <a:gd name="connsiteY2207" fmla="*/ 1456650 h 1687797"/>
                  <a:gd name="connsiteX2208" fmla="*/ 433385 w 1093458"/>
                  <a:gd name="connsiteY2208" fmla="*/ 1456650 h 1687797"/>
                  <a:gd name="connsiteX2209" fmla="*/ 433385 w 1093458"/>
                  <a:gd name="connsiteY2209" fmla="*/ 1459095 h 1687797"/>
                  <a:gd name="connsiteX2210" fmla="*/ 438707 w 1093458"/>
                  <a:gd name="connsiteY2210" fmla="*/ 1459095 h 1687797"/>
                  <a:gd name="connsiteX2211" fmla="*/ 438707 w 1093458"/>
                  <a:gd name="connsiteY2211" fmla="*/ 1463842 h 1687797"/>
                  <a:gd name="connsiteX2212" fmla="*/ 441152 w 1093458"/>
                  <a:gd name="connsiteY2212" fmla="*/ 1463842 h 1687797"/>
                  <a:gd name="connsiteX2213" fmla="*/ 441152 w 1093458"/>
                  <a:gd name="connsiteY2213" fmla="*/ 1466718 h 1687797"/>
                  <a:gd name="connsiteX2214" fmla="*/ 446186 w 1093458"/>
                  <a:gd name="connsiteY2214" fmla="*/ 1466718 h 1687797"/>
                  <a:gd name="connsiteX2215" fmla="*/ 446186 w 1093458"/>
                  <a:gd name="connsiteY2215" fmla="*/ 1469163 h 1687797"/>
                  <a:gd name="connsiteX2216" fmla="*/ 448775 w 1093458"/>
                  <a:gd name="connsiteY2216" fmla="*/ 1469163 h 1687797"/>
                  <a:gd name="connsiteX2217" fmla="*/ 448775 w 1093458"/>
                  <a:gd name="connsiteY2217" fmla="*/ 1474054 h 1687797"/>
                  <a:gd name="connsiteX2218" fmla="*/ 453666 w 1093458"/>
                  <a:gd name="connsiteY2218" fmla="*/ 1474054 h 1687797"/>
                  <a:gd name="connsiteX2219" fmla="*/ 453666 w 1093458"/>
                  <a:gd name="connsiteY2219" fmla="*/ 1471609 h 1687797"/>
                  <a:gd name="connsiteX2220" fmla="*/ 456255 w 1093458"/>
                  <a:gd name="connsiteY2220" fmla="*/ 1471609 h 1687797"/>
                  <a:gd name="connsiteX2221" fmla="*/ 456255 w 1093458"/>
                  <a:gd name="connsiteY2221" fmla="*/ 1461396 h 1687797"/>
                  <a:gd name="connsiteX2222" fmla="*/ 458700 w 1093458"/>
                  <a:gd name="connsiteY2222" fmla="*/ 1461396 h 1687797"/>
                  <a:gd name="connsiteX2223" fmla="*/ 458700 w 1093458"/>
                  <a:gd name="connsiteY2223" fmla="*/ 1458951 h 1687797"/>
                  <a:gd name="connsiteX2224" fmla="*/ 474091 w 1093458"/>
                  <a:gd name="connsiteY2224" fmla="*/ 1458951 h 1687797"/>
                  <a:gd name="connsiteX2225" fmla="*/ 476680 w 1093458"/>
                  <a:gd name="connsiteY2225" fmla="*/ 1461396 h 1687797"/>
                  <a:gd name="connsiteX2226" fmla="*/ 476680 w 1093458"/>
                  <a:gd name="connsiteY2226" fmla="*/ 1463842 h 1687797"/>
                  <a:gd name="connsiteX2227" fmla="*/ 474091 w 1093458"/>
                  <a:gd name="connsiteY2227" fmla="*/ 1463842 h 1687797"/>
                  <a:gd name="connsiteX2228" fmla="*/ 474091 w 1093458"/>
                  <a:gd name="connsiteY2228" fmla="*/ 1471609 h 1687797"/>
                  <a:gd name="connsiteX2229" fmla="*/ 471789 w 1093458"/>
                  <a:gd name="connsiteY2229" fmla="*/ 1471609 h 1687797"/>
                  <a:gd name="connsiteX2230" fmla="*/ 471789 w 1093458"/>
                  <a:gd name="connsiteY2230" fmla="*/ 1479376 h 1687797"/>
                  <a:gd name="connsiteX2231" fmla="*/ 466611 w 1093458"/>
                  <a:gd name="connsiteY2231" fmla="*/ 1479376 h 1687797"/>
                  <a:gd name="connsiteX2232" fmla="*/ 466611 w 1093458"/>
                  <a:gd name="connsiteY2232" fmla="*/ 1492034 h 1687797"/>
                  <a:gd name="connsiteX2233" fmla="*/ 464022 w 1093458"/>
                  <a:gd name="connsiteY2233" fmla="*/ 1492034 h 1687797"/>
                  <a:gd name="connsiteX2234" fmla="*/ 464022 w 1093458"/>
                  <a:gd name="connsiteY2234" fmla="*/ 1494479 h 1687797"/>
                  <a:gd name="connsiteX2235" fmla="*/ 466611 w 1093458"/>
                  <a:gd name="connsiteY2235" fmla="*/ 1494479 h 1687797"/>
                  <a:gd name="connsiteX2236" fmla="*/ 466611 w 1093458"/>
                  <a:gd name="connsiteY2236" fmla="*/ 1504692 h 1687797"/>
                  <a:gd name="connsiteX2237" fmla="*/ 464022 w 1093458"/>
                  <a:gd name="connsiteY2237" fmla="*/ 1504692 h 1687797"/>
                  <a:gd name="connsiteX2238" fmla="*/ 464022 w 1093458"/>
                  <a:gd name="connsiteY2238" fmla="*/ 1506993 h 1687797"/>
                  <a:gd name="connsiteX2239" fmla="*/ 461577 w 1093458"/>
                  <a:gd name="connsiteY2239" fmla="*/ 1506993 h 1687797"/>
                  <a:gd name="connsiteX2240" fmla="*/ 461577 w 1093458"/>
                  <a:gd name="connsiteY2240" fmla="*/ 1509582 h 1687797"/>
                  <a:gd name="connsiteX2241" fmla="*/ 464022 w 1093458"/>
                  <a:gd name="connsiteY2241" fmla="*/ 1509582 h 1687797"/>
                  <a:gd name="connsiteX2242" fmla="*/ 464022 w 1093458"/>
                  <a:gd name="connsiteY2242" fmla="*/ 1514472 h 1687797"/>
                  <a:gd name="connsiteX2243" fmla="*/ 466611 w 1093458"/>
                  <a:gd name="connsiteY2243" fmla="*/ 1514472 h 1687797"/>
                  <a:gd name="connsiteX2244" fmla="*/ 466611 w 1093458"/>
                  <a:gd name="connsiteY2244" fmla="*/ 1519795 h 1687797"/>
                  <a:gd name="connsiteX2245" fmla="*/ 464022 w 1093458"/>
                  <a:gd name="connsiteY2245" fmla="*/ 1519795 h 1687797"/>
                  <a:gd name="connsiteX2246" fmla="*/ 464022 w 1093458"/>
                  <a:gd name="connsiteY2246" fmla="*/ 1522240 h 1687797"/>
                  <a:gd name="connsiteX2247" fmla="*/ 471789 w 1093458"/>
                  <a:gd name="connsiteY2247" fmla="*/ 1522240 h 1687797"/>
                  <a:gd name="connsiteX2248" fmla="*/ 471789 w 1093458"/>
                  <a:gd name="connsiteY2248" fmla="*/ 1519795 h 1687797"/>
                  <a:gd name="connsiteX2249" fmla="*/ 474235 w 1093458"/>
                  <a:gd name="connsiteY2249" fmla="*/ 1519795 h 1687797"/>
                  <a:gd name="connsiteX2250" fmla="*/ 474235 w 1093458"/>
                  <a:gd name="connsiteY2250" fmla="*/ 1517205 h 1687797"/>
                  <a:gd name="connsiteX2251" fmla="*/ 487036 w 1093458"/>
                  <a:gd name="connsiteY2251" fmla="*/ 1517205 h 1687797"/>
                  <a:gd name="connsiteX2252" fmla="*/ 487036 w 1093458"/>
                  <a:gd name="connsiteY2252" fmla="*/ 1519795 h 1687797"/>
                  <a:gd name="connsiteX2253" fmla="*/ 484447 w 1093458"/>
                  <a:gd name="connsiteY2253" fmla="*/ 1519795 h 1687797"/>
                  <a:gd name="connsiteX2254" fmla="*/ 484447 w 1093458"/>
                  <a:gd name="connsiteY2254" fmla="*/ 1524685 h 1687797"/>
                  <a:gd name="connsiteX2255" fmla="*/ 487036 w 1093458"/>
                  <a:gd name="connsiteY2255" fmla="*/ 1524685 h 1687797"/>
                  <a:gd name="connsiteX2256" fmla="*/ 487036 w 1093458"/>
                  <a:gd name="connsiteY2256" fmla="*/ 1527418 h 1687797"/>
                  <a:gd name="connsiteX2257" fmla="*/ 489481 w 1093458"/>
                  <a:gd name="connsiteY2257" fmla="*/ 1527418 h 1687797"/>
                  <a:gd name="connsiteX2258" fmla="*/ 489481 w 1093458"/>
                  <a:gd name="connsiteY2258" fmla="*/ 1530007 h 1687797"/>
                  <a:gd name="connsiteX2259" fmla="*/ 494660 w 1093458"/>
                  <a:gd name="connsiteY2259" fmla="*/ 1530007 h 1687797"/>
                  <a:gd name="connsiteX2260" fmla="*/ 494660 w 1093458"/>
                  <a:gd name="connsiteY2260" fmla="*/ 1532452 h 1687797"/>
                  <a:gd name="connsiteX2261" fmla="*/ 502427 w 1093458"/>
                  <a:gd name="connsiteY2261" fmla="*/ 1532452 h 1687797"/>
                  <a:gd name="connsiteX2262" fmla="*/ 502427 w 1093458"/>
                  <a:gd name="connsiteY2262" fmla="*/ 1535761 h 1687797"/>
                  <a:gd name="connsiteX2263" fmla="*/ 509906 w 1093458"/>
                  <a:gd name="connsiteY2263" fmla="*/ 1535761 h 1687797"/>
                  <a:gd name="connsiteX2264" fmla="*/ 512639 w 1093458"/>
                  <a:gd name="connsiteY2264" fmla="*/ 1538494 h 1687797"/>
                  <a:gd name="connsiteX2265" fmla="*/ 520694 w 1093458"/>
                  <a:gd name="connsiteY2265" fmla="*/ 1538494 h 1687797"/>
                  <a:gd name="connsiteX2266" fmla="*/ 520694 w 1093458"/>
                  <a:gd name="connsiteY2266" fmla="*/ 1541083 h 1687797"/>
                  <a:gd name="connsiteX2267" fmla="*/ 528318 w 1093458"/>
                  <a:gd name="connsiteY2267" fmla="*/ 1541083 h 1687797"/>
                  <a:gd name="connsiteX2268" fmla="*/ 528318 w 1093458"/>
                  <a:gd name="connsiteY2268" fmla="*/ 1543528 h 1687797"/>
                  <a:gd name="connsiteX2269" fmla="*/ 535078 w 1093458"/>
                  <a:gd name="connsiteY2269" fmla="*/ 1543528 h 1687797"/>
                  <a:gd name="connsiteX2270" fmla="*/ 535078 w 1093458"/>
                  <a:gd name="connsiteY2270" fmla="*/ 1545973 h 1687797"/>
                  <a:gd name="connsiteX2271" fmla="*/ 542558 w 1093458"/>
                  <a:gd name="connsiteY2271" fmla="*/ 1545973 h 1687797"/>
                  <a:gd name="connsiteX2272" fmla="*/ 542558 w 1093458"/>
                  <a:gd name="connsiteY2272" fmla="*/ 1548562 h 1687797"/>
                  <a:gd name="connsiteX2273" fmla="*/ 550325 w 1093458"/>
                  <a:gd name="connsiteY2273" fmla="*/ 1548562 h 1687797"/>
                  <a:gd name="connsiteX2274" fmla="*/ 550325 w 1093458"/>
                  <a:gd name="connsiteY2274" fmla="*/ 1550144 h 1687797"/>
                  <a:gd name="connsiteX2275" fmla="*/ 557948 w 1093458"/>
                  <a:gd name="connsiteY2275" fmla="*/ 1550144 h 1687797"/>
                  <a:gd name="connsiteX2276" fmla="*/ 557948 w 1093458"/>
                  <a:gd name="connsiteY2276" fmla="*/ 1552590 h 1687797"/>
                  <a:gd name="connsiteX2277" fmla="*/ 568161 w 1093458"/>
                  <a:gd name="connsiteY2277" fmla="*/ 1552590 h 1687797"/>
                  <a:gd name="connsiteX2278" fmla="*/ 568161 w 1093458"/>
                  <a:gd name="connsiteY2278" fmla="*/ 1555035 h 1687797"/>
                  <a:gd name="connsiteX2279" fmla="*/ 575928 w 1093458"/>
                  <a:gd name="connsiteY2279" fmla="*/ 1555035 h 1687797"/>
                  <a:gd name="connsiteX2280" fmla="*/ 578373 w 1093458"/>
                  <a:gd name="connsiteY2280" fmla="*/ 1557480 h 1687797"/>
                  <a:gd name="connsiteX2281" fmla="*/ 583408 w 1093458"/>
                  <a:gd name="connsiteY2281" fmla="*/ 1557480 h 1687797"/>
                  <a:gd name="connsiteX2282" fmla="*/ 586141 w 1093458"/>
                  <a:gd name="connsiteY2282" fmla="*/ 1560213 h 1687797"/>
                  <a:gd name="connsiteX2283" fmla="*/ 593620 w 1093458"/>
                  <a:gd name="connsiteY2283" fmla="*/ 1560213 h 1687797"/>
                  <a:gd name="connsiteX2284" fmla="*/ 593620 w 1093458"/>
                  <a:gd name="connsiteY2284" fmla="*/ 1562802 h 1687797"/>
                  <a:gd name="connsiteX2285" fmla="*/ 601244 w 1093458"/>
                  <a:gd name="connsiteY2285" fmla="*/ 1562802 h 1687797"/>
                  <a:gd name="connsiteX2286" fmla="*/ 603833 w 1093458"/>
                  <a:gd name="connsiteY2286" fmla="*/ 1565247 h 1687797"/>
                  <a:gd name="connsiteX2287" fmla="*/ 609011 w 1093458"/>
                  <a:gd name="connsiteY2287" fmla="*/ 1565247 h 1687797"/>
                  <a:gd name="connsiteX2288" fmla="*/ 611456 w 1093458"/>
                  <a:gd name="connsiteY2288" fmla="*/ 1567693 h 1687797"/>
                  <a:gd name="connsiteX2289" fmla="*/ 619223 w 1093458"/>
                  <a:gd name="connsiteY2289" fmla="*/ 1567693 h 1687797"/>
                  <a:gd name="connsiteX2290" fmla="*/ 619223 w 1093458"/>
                  <a:gd name="connsiteY2290" fmla="*/ 1570426 h 1687797"/>
                  <a:gd name="connsiteX2291" fmla="*/ 626703 w 1093458"/>
                  <a:gd name="connsiteY2291" fmla="*/ 1570426 h 1687797"/>
                  <a:gd name="connsiteX2292" fmla="*/ 629436 w 1093458"/>
                  <a:gd name="connsiteY2292" fmla="*/ 1573015 h 1687797"/>
                  <a:gd name="connsiteX2293" fmla="*/ 636916 w 1093458"/>
                  <a:gd name="connsiteY2293" fmla="*/ 1573015 h 1687797"/>
                  <a:gd name="connsiteX2294" fmla="*/ 636916 w 1093458"/>
                  <a:gd name="connsiteY2294" fmla="*/ 1575460 h 1687797"/>
                  <a:gd name="connsiteX2295" fmla="*/ 644683 w 1093458"/>
                  <a:gd name="connsiteY2295" fmla="*/ 1575460 h 1687797"/>
                  <a:gd name="connsiteX2296" fmla="*/ 647128 w 1093458"/>
                  <a:gd name="connsiteY2296" fmla="*/ 1577905 h 1687797"/>
                  <a:gd name="connsiteX2297" fmla="*/ 654895 w 1093458"/>
                  <a:gd name="connsiteY2297" fmla="*/ 1577905 h 1687797"/>
                  <a:gd name="connsiteX2298" fmla="*/ 654895 w 1093458"/>
                  <a:gd name="connsiteY2298" fmla="*/ 1580638 h 1687797"/>
                  <a:gd name="connsiteX2299" fmla="*/ 662519 w 1093458"/>
                  <a:gd name="connsiteY2299" fmla="*/ 1580638 h 1687797"/>
                  <a:gd name="connsiteX2300" fmla="*/ 665108 w 1093458"/>
                  <a:gd name="connsiteY2300" fmla="*/ 1583227 h 1687797"/>
                  <a:gd name="connsiteX2301" fmla="*/ 672731 w 1093458"/>
                  <a:gd name="connsiteY2301" fmla="*/ 1583227 h 1687797"/>
                  <a:gd name="connsiteX2302" fmla="*/ 672731 w 1093458"/>
                  <a:gd name="connsiteY2302" fmla="*/ 1585672 h 1687797"/>
                  <a:gd name="connsiteX2303" fmla="*/ 680211 w 1093458"/>
                  <a:gd name="connsiteY2303" fmla="*/ 1585672 h 1687797"/>
                  <a:gd name="connsiteX2304" fmla="*/ 680211 w 1093458"/>
                  <a:gd name="connsiteY2304" fmla="*/ 1588118 h 1687797"/>
                  <a:gd name="connsiteX2305" fmla="*/ 690423 w 1093458"/>
                  <a:gd name="connsiteY2305" fmla="*/ 1588118 h 1687797"/>
                  <a:gd name="connsiteX2306" fmla="*/ 690423 w 1093458"/>
                  <a:gd name="connsiteY2306" fmla="*/ 1590850 h 1687797"/>
                  <a:gd name="connsiteX2307" fmla="*/ 700636 w 1093458"/>
                  <a:gd name="connsiteY2307" fmla="*/ 1590850 h 1687797"/>
                  <a:gd name="connsiteX2308" fmla="*/ 700636 w 1093458"/>
                  <a:gd name="connsiteY2308" fmla="*/ 1593296 h 1687797"/>
                  <a:gd name="connsiteX2309" fmla="*/ 708403 w 1093458"/>
                  <a:gd name="connsiteY2309" fmla="*/ 1593296 h 1687797"/>
                  <a:gd name="connsiteX2310" fmla="*/ 708403 w 1093458"/>
                  <a:gd name="connsiteY2310" fmla="*/ 1595741 h 1687797"/>
                  <a:gd name="connsiteX2311" fmla="*/ 718616 w 1093458"/>
                  <a:gd name="connsiteY2311" fmla="*/ 1595741 h 1687797"/>
                  <a:gd name="connsiteX2312" fmla="*/ 718616 w 1093458"/>
                  <a:gd name="connsiteY2312" fmla="*/ 1598186 h 1687797"/>
                  <a:gd name="connsiteX2313" fmla="*/ 726239 w 1093458"/>
                  <a:gd name="connsiteY2313" fmla="*/ 1598186 h 1687797"/>
                  <a:gd name="connsiteX2314" fmla="*/ 728828 w 1093458"/>
                  <a:gd name="connsiteY2314" fmla="*/ 1600919 h 1687797"/>
                  <a:gd name="connsiteX2315" fmla="*/ 736452 w 1093458"/>
                  <a:gd name="connsiteY2315" fmla="*/ 1600919 h 1687797"/>
                  <a:gd name="connsiteX2316" fmla="*/ 736452 w 1093458"/>
                  <a:gd name="connsiteY2316" fmla="*/ 1603508 h 1687797"/>
                  <a:gd name="connsiteX2317" fmla="*/ 746664 w 1093458"/>
                  <a:gd name="connsiteY2317" fmla="*/ 1603508 h 1687797"/>
                  <a:gd name="connsiteX2318" fmla="*/ 746664 w 1093458"/>
                  <a:gd name="connsiteY2318" fmla="*/ 1605954 h 1687797"/>
                  <a:gd name="connsiteX2319" fmla="*/ 756877 w 1093458"/>
                  <a:gd name="connsiteY2319" fmla="*/ 1605954 h 1687797"/>
                  <a:gd name="connsiteX2320" fmla="*/ 756877 w 1093458"/>
                  <a:gd name="connsiteY2320" fmla="*/ 1608399 h 1687797"/>
                  <a:gd name="connsiteX2321" fmla="*/ 765219 w 1093458"/>
                  <a:gd name="connsiteY2321" fmla="*/ 1608399 h 1687797"/>
                  <a:gd name="connsiteX2322" fmla="*/ 765219 w 1093458"/>
                  <a:gd name="connsiteY2322" fmla="*/ 1611132 h 1687797"/>
                  <a:gd name="connsiteX2323" fmla="*/ 775432 w 1093458"/>
                  <a:gd name="connsiteY2323" fmla="*/ 1611132 h 1687797"/>
                  <a:gd name="connsiteX2324" fmla="*/ 775432 w 1093458"/>
                  <a:gd name="connsiteY2324" fmla="*/ 1613721 h 1687797"/>
                  <a:gd name="connsiteX2325" fmla="*/ 785644 w 1093458"/>
                  <a:gd name="connsiteY2325" fmla="*/ 1613721 h 1687797"/>
                  <a:gd name="connsiteX2326" fmla="*/ 785644 w 1093458"/>
                  <a:gd name="connsiteY2326" fmla="*/ 1616166 h 1687797"/>
                  <a:gd name="connsiteX2327" fmla="*/ 795857 w 1093458"/>
                  <a:gd name="connsiteY2327" fmla="*/ 1616166 h 1687797"/>
                  <a:gd name="connsiteX2328" fmla="*/ 795857 w 1093458"/>
                  <a:gd name="connsiteY2328" fmla="*/ 1618612 h 1687797"/>
                  <a:gd name="connsiteX2329" fmla="*/ 803624 w 1093458"/>
                  <a:gd name="connsiteY2329" fmla="*/ 1618612 h 1687797"/>
                  <a:gd name="connsiteX2330" fmla="*/ 806069 w 1093458"/>
                  <a:gd name="connsiteY2330" fmla="*/ 1621345 h 1687797"/>
                  <a:gd name="connsiteX2331" fmla="*/ 813837 w 1093458"/>
                  <a:gd name="connsiteY2331" fmla="*/ 1621345 h 1687797"/>
                  <a:gd name="connsiteX2332" fmla="*/ 813837 w 1093458"/>
                  <a:gd name="connsiteY2332" fmla="*/ 1623933 h 1687797"/>
                  <a:gd name="connsiteX2333" fmla="*/ 824049 w 1093458"/>
                  <a:gd name="connsiteY2333" fmla="*/ 1623933 h 1687797"/>
                  <a:gd name="connsiteX2334" fmla="*/ 824049 w 1093458"/>
                  <a:gd name="connsiteY2334" fmla="*/ 1626379 h 1687797"/>
                  <a:gd name="connsiteX2335" fmla="*/ 834262 w 1093458"/>
                  <a:gd name="connsiteY2335" fmla="*/ 1626379 h 1687797"/>
                  <a:gd name="connsiteX2336" fmla="*/ 834262 w 1093458"/>
                  <a:gd name="connsiteY2336" fmla="*/ 1628824 h 1687797"/>
                  <a:gd name="connsiteX2337" fmla="*/ 844474 w 1093458"/>
                  <a:gd name="connsiteY2337" fmla="*/ 1628824 h 1687797"/>
                  <a:gd name="connsiteX2338" fmla="*/ 844474 w 1093458"/>
                  <a:gd name="connsiteY2338" fmla="*/ 1631413 h 1687797"/>
                  <a:gd name="connsiteX2339" fmla="*/ 854543 w 1093458"/>
                  <a:gd name="connsiteY2339" fmla="*/ 1631413 h 1687797"/>
                  <a:gd name="connsiteX2340" fmla="*/ 854543 w 1093458"/>
                  <a:gd name="connsiteY2340" fmla="*/ 1634146 h 1687797"/>
                  <a:gd name="connsiteX2341" fmla="*/ 864755 w 1093458"/>
                  <a:gd name="connsiteY2341" fmla="*/ 1634146 h 1687797"/>
                  <a:gd name="connsiteX2342" fmla="*/ 864755 w 1093458"/>
                  <a:gd name="connsiteY2342" fmla="*/ 1636591 h 1687797"/>
                  <a:gd name="connsiteX2343" fmla="*/ 874968 w 1093458"/>
                  <a:gd name="connsiteY2343" fmla="*/ 1636591 h 1687797"/>
                  <a:gd name="connsiteX2344" fmla="*/ 874968 w 1093458"/>
                  <a:gd name="connsiteY2344" fmla="*/ 1639036 h 1687797"/>
                  <a:gd name="connsiteX2345" fmla="*/ 885180 w 1093458"/>
                  <a:gd name="connsiteY2345" fmla="*/ 1639036 h 1687797"/>
                  <a:gd name="connsiteX2346" fmla="*/ 885180 w 1093458"/>
                  <a:gd name="connsiteY2346" fmla="*/ 1641482 h 1687797"/>
                  <a:gd name="connsiteX2347" fmla="*/ 894674 w 1093458"/>
                  <a:gd name="connsiteY2347" fmla="*/ 1641482 h 1687797"/>
                  <a:gd name="connsiteX2348" fmla="*/ 894674 w 1093458"/>
                  <a:gd name="connsiteY2348" fmla="*/ 1644358 h 1687797"/>
                  <a:gd name="connsiteX2349" fmla="*/ 904886 w 1093458"/>
                  <a:gd name="connsiteY2349" fmla="*/ 1644358 h 1687797"/>
                  <a:gd name="connsiteX2350" fmla="*/ 904886 w 1093458"/>
                  <a:gd name="connsiteY2350" fmla="*/ 1646804 h 1687797"/>
                  <a:gd name="connsiteX2351" fmla="*/ 915099 w 1093458"/>
                  <a:gd name="connsiteY2351" fmla="*/ 1646804 h 1687797"/>
                  <a:gd name="connsiteX2352" fmla="*/ 915099 w 1093458"/>
                  <a:gd name="connsiteY2352" fmla="*/ 1649249 h 1687797"/>
                  <a:gd name="connsiteX2353" fmla="*/ 925311 w 1093458"/>
                  <a:gd name="connsiteY2353" fmla="*/ 1649249 h 1687797"/>
                  <a:gd name="connsiteX2354" fmla="*/ 927757 w 1093458"/>
                  <a:gd name="connsiteY2354" fmla="*/ 1651694 h 1687797"/>
                  <a:gd name="connsiteX2355" fmla="*/ 937825 w 1093458"/>
                  <a:gd name="connsiteY2355" fmla="*/ 1651694 h 1687797"/>
                  <a:gd name="connsiteX2356" fmla="*/ 937825 w 1093458"/>
                  <a:gd name="connsiteY2356" fmla="*/ 1654427 h 1687797"/>
                  <a:gd name="connsiteX2357" fmla="*/ 948038 w 1093458"/>
                  <a:gd name="connsiteY2357" fmla="*/ 1654427 h 1687797"/>
                  <a:gd name="connsiteX2358" fmla="*/ 948038 w 1093458"/>
                  <a:gd name="connsiteY2358" fmla="*/ 1657016 h 1687797"/>
                  <a:gd name="connsiteX2359" fmla="*/ 958250 w 1093458"/>
                  <a:gd name="connsiteY2359" fmla="*/ 1657016 h 1687797"/>
                  <a:gd name="connsiteX2360" fmla="*/ 958250 w 1093458"/>
                  <a:gd name="connsiteY2360" fmla="*/ 1659462 h 1687797"/>
                  <a:gd name="connsiteX2361" fmla="*/ 968463 w 1093458"/>
                  <a:gd name="connsiteY2361" fmla="*/ 1659462 h 1687797"/>
                  <a:gd name="connsiteX2362" fmla="*/ 971052 w 1093458"/>
                  <a:gd name="connsiteY2362" fmla="*/ 1661907 h 1687797"/>
                  <a:gd name="connsiteX2363" fmla="*/ 981264 w 1093458"/>
                  <a:gd name="connsiteY2363" fmla="*/ 1661907 h 1687797"/>
                  <a:gd name="connsiteX2364" fmla="*/ 981264 w 1093458"/>
                  <a:gd name="connsiteY2364" fmla="*/ 1665215 h 1687797"/>
                  <a:gd name="connsiteX2365" fmla="*/ 991477 w 1093458"/>
                  <a:gd name="connsiteY2365" fmla="*/ 1665215 h 1687797"/>
                  <a:gd name="connsiteX2366" fmla="*/ 991477 w 1093458"/>
                  <a:gd name="connsiteY2366" fmla="*/ 1667804 h 1687797"/>
                  <a:gd name="connsiteX2367" fmla="*/ 1001689 w 1093458"/>
                  <a:gd name="connsiteY2367" fmla="*/ 1667804 h 1687797"/>
                  <a:gd name="connsiteX2368" fmla="*/ 1004135 w 1093458"/>
                  <a:gd name="connsiteY2368" fmla="*/ 1670249 h 1687797"/>
                  <a:gd name="connsiteX2369" fmla="*/ 1014347 w 1093458"/>
                  <a:gd name="connsiteY2369" fmla="*/ 1670249 h 1687797"/>
                  <a:gd name="connsiteX2370" fmla="*/ 1016792 w 1093458"/>
                  <a:gd name="connsiteY2370" fmla="*/ 1672694 h 1687797"/>
                  <a:gd name="connsiteX2371" fmla="*/ 1024560 w 1093458"/>
                  <a:gd name="connsiteY2371" fmla="*/ 1672694 h 1687797"/>
                  <a:gd name="connsiteX2372" fmla="*/ 1027005 w 1093458"/>
                  <a:gd name="connsiteY2372" fmla="*/ 1675427 h 1687797"/>
                  <a:gd name="connsiteX2373" fmla="*/ 1037217 w 1093458"/>
                  <a:gd name="connsiteY2373" fmla="*/ 1675427 h 1687797"/>
                  <a:gd name="connsiteX2374" fmla="*/ 1037217 w 1093458"/>
                  <a:gd name="connsiteY2374" fmla="*/ 1678017 h 1687797"/>
                  <a:gd name="connsiteX2375" fmla="*/ 1049875 w 1093458"/>
                  <a:gd name="connsiteY2375" fmla="*/ 1678017 h 1687797"/>
                  <a:gd name="connsiteX2376" fmla="*/ 1049875 w 1093458"/>
                  <a:gd name="connsiteY2376" fmla="*/ 1680462 h 1687797"/>
                  <a:gd name="connsiteX2377" fmla="*/ 1060088 w 1093458"/>
                  <a:gd name="connsiteY2377" fmla="*/ 1680462 h 1687797"/>
                  <a:gd name="connsiteX2378" fmla="*/ 1062821 w 1093458"/>
                  <a:gd name="connsiteY2378" fmla="*/ 1682907 h 1687797"/>
                  <a:gd name="connsiteX2379" fmla="*/ 1073033 w 1093458"/>
                  <a:gd name="connsiteY2379" fmla="*/ 1682907 h 1687797"/>
                  <a:gd name="connsiteX2380" fmla="*/ 1075622 w 1093458"/>
                  <a:gd name="connsiteY2380" fmla="*/ 1685640 h 1687797"/>
                  <a:gd name="connsiteX2381" fmla="*/ 1084972 w 1093458"/>
                  <a:gd name="connsiteY2381" fmla="*/ 1685640 h 1687797"/>
                  <a:gd name="connsiteX2382" fmla="*/ 1085835 w 1093458"/>
                  <a:gd name="connsiteY2382" fmla="*/ 1685640 h 1687797"/>
                  <a:gd name="connsiteX2383" fmla="*/ 1085835 w 1093458"/>
                  <a:gd name="connsiteY2383" fmla="*/ 1687798 h 1687797"/>
                  <a:gd name="connsiteX2384" fmla="*/ 1090725 w 1093458"/>
                  <a:gd name="connsiteY2384" fmla="*/ 1687798 h 1687797"/>
                  <a:gd name="connsiteX2385" fmla="*/ 1090725 w 1093458"/>
                  <a:gd name="connsiteY2385" fmla="*/ 1685209 h 1687797"/>
                  <a:gd name="connsiteX2386" fmla="*/ 1093458 w 1093458"/>
                  <a:gd name="connsiteY2386" fmla="*/ 1685209 h 1687797"/>
                  <a:gd name="connsiteX2387" fmla="*/ 1093458 w 1093458"/>
                  <a:gd name="connsiteY2387" fmla="*/ 1682476 h 1687797"/>
                  <a:gd name="connsiteX2388" fmla="*/ 201373 w 1093458"/>
                  <a:gd name="connsiteY2388" fmla="*/ 805494 h 1687797"/>
                  <a:gd name="connsiteX2389" fmla="*/ 201373 w 1093458"/>
                  <a:gd name="connsiteY2389" fmla="*/ 803049 h 1687797"/>
                  <a:gd name="connsiteX2390" fmla="*/ 206696 w 1093458"/>
                  <a:gd name="connsiteY2390" fmla="*/ 803049 h 1687797"/>
                  <a:gd name="connsiteX2391" fmla="*/ 203963 w 1093458"/>
                  <a:gd name="connsiteY2391" fmla="*/ 805494 h 1687797"/>
                  <a:gd name="connsiteX2392" fmla="*/ 211586 w 1093458"/>
                  <a:gd name="connsiteY2392" fmla="*/ 813117 h 1687797"/>
                  <a:gd name="connsiteX2393" fmla="*/ 211586 w 1093458"/>
                  <a:gd name="connsiteY2393" fmla="*/ 816570 h 1687797"/>
                  <a:gd name="connsiteX2394" fmla="*/ 209141 w 1093458"/>
                  <a:gd name="connsiteY2394" fmla="*/ 816570 h 1687797"/>
                  <a:gd name="connsiteX2395" fmla="*/ 209141 w 1093458"/>
                  <a:gd name="connsiteY2395" fmla="*/ 813981 h 1687797"/>
                  <a:gd name="connsiteX2396" fmla="*/ 204250 w 1093458"/>
                  <a:gd name="connsiteY2396" fmla="*/ 813981 h 1687797"/>
                  <a:gd name="connsiteX2397" fmla="*/ 204250 w 1093458"/>
                  <a:gd name="connsiteY2397" fmla="*/ 811248 h 1687797"/>
                  <a:gd name="connsiteX2398" fmla="*/ 209428 w 1093458"/>
                  <a:gd name="connsiteY2398" fmla="*/ 811248 h 1687797"/>
                  <a:gd name="connsiteX2399" fmla="*/ 211874 w 1093458"/>
                  <a:gd name="connsiteY2399" fmla="*/ 813981 h 1687797"/>
                  <a:gd name="connsiteX2400" fmla="*/ 211874 w 1093458"/>
                  <a:gd name="connsiteY2400" fmla="*/ 811248 h 1687797"/>
                  <a:gd name="connsiteX2401" fmla="*/ 214463 w 1093458"/>
                  <a:gd name="connsiteY2401" fmla="*/ 813981 h 1687797"/>
                  <a:gd name="connsiteX2402" fmla="*/ 214175 w 1093458"/>
                  <a:gd name="connsiteY2402" fmla="*/ 797727 h 1687797"/>
                  <a:gd name="connsiteX2403" fmla="*/ 211586 w 1093458"/>
                  <a:gd name="connsiteY2403" fmla="*/ 800172 h 1687797"/>
                  <a:gd name="connsiteX2404" fmla="*/ 209141 w 1093458"/>
                  <a:gd name="connsiteY2404" fmla="*/ 803049 h 1687797"/>
                  <a:gd name="connsiteX2405" fmla="*/ 209141 w 1093458"/>
                  <a:gd name="connsiteY2405" fmla="*/ 800172 h 1687797"/>
                  <a:gd name="connsiteX2406" fmla="*/ 211586 w 1093458"/>
                  <a:gd name="connsiteY2406" fmla="*/ 800172 h 1687797"/>
                  <a:gd name="connsiteX2407" fmla="*/ 211586 w 1093458"/>
                  <a:gd name="connsiteY2407" fmla="*/ 795282 h 1687797"/>
                  <a:gd name="connsiteX2408" fmla="*/ 209141 w 1093458"/>
                  <a:gd name="connsiteY2408" fmla="*/ 792836 h 1687797"/>
                  <a:gd name="connsiteX2409" fmla="*/ 211586 w 1093458"/>
                  <a:gd name="connsiteY2409" fmla="*/ 792836 h 1687797"/>
                  <a:gd name="connsiteX2410" fmla="*/ 211586 w 1093458"/>
                  <a:gd name="connsiteY2410" fmla="*/ 795282 h 1687797"/>
                  <a:gd name="connsiteX2411" fmla="*/ 214175 w 1093458"/>
                  <a:gd name="connsiteY2411" fmla="*/ 795282 h 1687797"/>
                  <a:gd name="connsiteX2412" fmla="*/ 224388 w 1093458"/>
                  <a:gd name="connsiteY2412" fmla="*/ 767089 h 1687797"/>
                  <a:gd name="connsiteX2413" fmla="*/ 221799 w 1093458"/>
                  <a:gd name="connsiteY2413" fmla="*/ 764644 h 1687797"/>
                  <a:gd name="connsiteX2414" fmla="*/ 224388 w 1093458"/>
                  <a:gd name="connsiteY2414" fmla="*/ 764644 h 1687797"/>
                  <a:gd name="connsiteX2415" fmla="*/ 232011 w 1093458"/>
                  <a:gd name="connsiteY2415" fmla="*/ 764644 h 1687797"/>
                  <a:gd name="connsiteX2416" fmla="*/ 229566 w 1093458"/>
                  <a:gd name="connsiteY2416" fmla="*/ 764644 h 1687797"/>
                  <a:gd name="connsiteX2417" fmla="*/ 229566 w 1093458"/>
                  <a:gd name="connsiteY2417" fmla="*/ 767089 h 1687797"/>
                  <a:gd name="connsiteX2418" fmla="*/ 227121 w 1093458"/>
                  <a:gd name="connsiteY2418" fmla="*/ 767089 h 1687797"/>
                  <a:gd name="connsiteX2419" fmla="*/ 227121 w 1093458"/>
                  <a:gd name="connsiteY2419" fmla="*/ 764644 h 1687797"/>
                  <a:gd name="connsiteX2420" fmla="*/ 229566 w 1093458"/>
                  <a:gd name="connsiteY2420" fmla="*/ 764644 h 1687797"/>
                  <a:gd name="connsiteX2421" fmla="*/ 229566 w 1093458"/>
                  <a:gd name="connsiteY2421" fmla="*/ 762199 h 1687797"/>
                  <a:gd name="connsiteX2422" fmla="*/ 232011 w 1093458"/>
                  <a:gd name="connsiteY2422" fmla="*/ 762199 h 1687797"/>
                  <a:gd name="connsiteX2423" fmla="*/ 237045 w 1093458"/>
                  <a:gd name="connsiteY2423" fmla="*/ 955805 h 1687797"/>
                  <a:gd name="connsiteX2424" fmla="*/ 239778 w 1093458"/>
                  <a:gd name="connsiteY2424" fmla="*/ 953360 h 1687797"/>
                  <a:gd name="connsiteX2425" fmla="*/ 237045 w 1093458"/>
                  <a:gd name="connsiteY2425" fmla="*/ 953360 h 1687797"/>
                  <a:gd name="connsiteX2426" fmla="*/ 237045 w 1093458"/>
                  <a:gd name="connsiteY2426" fmla="*/ 950914 h 1687797"/>
                  <a:gd name="connsiteX2427" fmla="*/ 239778 w 1093458"/>
                  <a:gd name="connsiteY2427" fmla="*/ 953360 h 1687797"/>
                  <a:gd name="connsiteX2428" fmla="*/ 239778 w 1093458"/>
                  <a:gd name="connsiteY2428" fmla="*/ 958394 h 1687797"/>
                  <a:gd name="connsiteX2429" fmla="*/ 237045 w 1093458"/>
                  <a:gd name="connsiteY2429" fmla="*/ 958394 h 1687797"/>
                  <a:gd name="connsiteX2430" fmla="*/ 234600 w 1093458"/>
                  <a:gd name="connsiteY2430" fmla="*/ 971339 h 1687797"/>
                  <a:gd name="connsiteX2431" fmla="*/ 237045 w 1093458"/>
                  <a:gd name="connsiteY2431" fmla="*/ 971339 h 1687797"/>
                  <a:gd name="connsiteX2432" fmla="*/ 237045 w 1093458"/>
                  <a:gd name="connsiteY2432" fmla="*/ 974792 h 1687797"/>
                  <a:gd name="connsiteX2433" fmla="*/ 234600 w 1093458"/>
                  <a:gd name="connsiteY2433" fmla="*/ 974792 h 1687797"/>
                  <a:gd name="connsiteX2434" fmla="*/ 249991 w 1093458"/>
                  <a:gd name="connsiteY2434" fmla="*/ 986442 h 1687797"/>
                  <a:gd name="connsiteX2435" fmla="*/ 249991 w 1093458"/>
                  <a:gd name="connsiteY2435" fmla="*/ 989175 h 1687797"/>
                  <a:gd name="connsiteX2436" fmla="*/ 247258 w 1093458"/>
                  <a:gd name="connsiteY2436" fmla="*/ 991908 h 1687797"/>
                  <a:gd name="connsiteX2437" fmla="*/ 244813 w 1093458"/>
                  <a:gd name="connsiteY2437" fmla="*/ 991908 h 1687797"/>
                  <a:gd name="connsiteX2438" fmla="*/ 244813 w 1093458"/>
                  <a:gd name="connsiteY2438" fmla="*/ 994497 h 1687797"/>
                  <a:gd name="connsiteX2439" fmla="*/ 242224 w 1093458"/>
                  <a:gd name="connsiteY2439" fmla="*/ 994497 h 1687797"/>
                  <a:gd name="connsiteX2440" fmla="*/ 242224 w 1093458"/>
                  <a:gd name="connsiteY2440" fmla="*/ 996943 h 1687797"/>
                  <a:gd name="connsiteX2441" fmla="*/ 239778 w 1093458"/>
                  <a:gd name="connsiteY2441" fmla="*/ 996943 h 1687797"/>
                  <a:gd name="connsiteX2442" fmla="*/ 239778 w 1093458"/>
                  <a:gd name="connsiteY2442" fmla="*/ 1002121 h 1687797"/>
                  <a:gd name="connsiteX2443" fmla="*/ 237045 w 1093458"/>
                  <a:gd name="connsiteY2443" fmla="*/ 1002121 h 1687797"/>
                  <a:gd name="connsiteX2444" fmla="*/ 237045 w 1093458"/>
                  <a:gd name="connsiteY2444" fmla="*/ 1004710 h 1687797"/>
                  <a:gd name="connsiteX2445" fmla="*/ 234600 w 1093458"/>
                  <a:gd name="connsiteY2445" fmla="*/ 1004710 h 1687797"/>
                  <a:gd name="connsiteX2446" fmla="*/ 234600 w 1093458"/>
                  <a:gd name="connsiteY2446" fmla="*/ 999388 h 1687797"/>
                  <a:gd name="connsiteX2447" fmla="*/ 237045 w 1093458"/>
                  <a:gd name="connsiteY2447" fmla="*/ 999388 h 1687797"/>
                  <a:gd name="connsiteX2448" fmla="*/ 237045 w 1093458"/>
                  <a:gd name="connsiteY2448" fmla="*/ 996943 h 1687797"/>
                  <a:gd name="connsiteX2449" fmla="*/ 239778 w 1093458"/>
                  <a:gd name="connsiteY2449" fmla="*/ 996943 h 1687797"/>
                  <a:gd name="connsiteX2450" fmla="*/ 239778 w 1093458"/>
                  <a:gd name="connsiteY2450" fmla="*/ 994497 h 1687797"/>
                  <a:gd name="connsiteX2451" fmla="*/ 242224 w 1093458"/>
                  <a:gd name="connsiteY2451" fmla="*/ 994497 h 1687797"/>
                  <a:gd name="connsiteX2452" fmla="*/ 242224 w 1093458"/>
                  <a:gd name="connsiteY2452" fmla="*/ 991908 h 1687797"/>
                  <a:gd name="connsiteX2453" fmla="*/ 244813 w 1093458"/>
                  <a:gd name="connsiteY2453" fmla="*/ 991908 h 1687797"/>
                  <a:gd name="connsiteX2454" fmla="*/ 244813 w 1093458"/>
                  <a:gd name="connsiteY2454" fmla="*/ 989175 h 1687797"/>
                  <a:gd name="connsiteX2455" fmla="*/ 247402 w 1093458"/>
                  <a:gd name="connsiteY2455" fmla="*/ 989175 h 1687797"/>
                  <a:gd name="connsiteX2456" fmla="*/ 247402 w 1093458"/>
                  <a:gd name="connsiteY2456" fmla="*/ 986730 h 1687797"/>
                  <a:gd name="connsiteX2457" fmla="*/ 250135 w 1093458"/>
                  <a:gd name="connsiteY2457" fmla="*/ 984285 h 1687797"/>
                  <a:gd name="connsiteX2458" fmla="*/ 260203 w 1093458"/>
                  <a:gd name="connsiteY2458" fmla="*/ 955805 h 1687797"/>
                  <a:gd name="connsiteX2459" fmla="*/ 262649 w 1093458"/>
                  <a:gd name="connsiteY2459" fmla="*/ 958394 h 1687797"/>
                  <a:gd name="connsiteX2460" fmla="*/ 260203 w 1093458"/>
                  <a:gd name="connsiteY2460" fmla="*/ 958394 h 1687797"/>
                  <a:gd name="connsiteX2461" fmla="*/ 260203 w 1093458"/>
                  <a:gd name="connsiteY2461" fmla="*/ 991621 h 1687797"/>
                  <a:gd name="connsiteX2462" fmla="*/ 260203 w 1093458"/>
                  <a:gd name="connsiteY2462" fmla="*/ 994210 h 1687797"/>
                  <a:gd name="connsiteX2463" fmla="*/ 257470 w 1093458"/>
                  <a:gd name="connsiteY2463" fmla="*/ 994210 h 1687797"/>
                  <a:gd name="connsiteX2464" fmla="*/ 257470 w 1093458"/>
                  <a:gd name="connsiteY2464" fmla="*/ 996655 h 1687797"/>
                  <a:gd name="connsiteX2465" fmla="*/ 255025 w 1093458"/>
                  <a:gd name="connsiteY2465" fmla="*/ 996655 h 1687797"/>
                  <a:gd name="connsiteX2466" fmla="*/ 255025 w 1093458"/>
                  <a:gd name="connsiteY2466" fmla="*/ 1001833 h 1687797"/>
                  <a:gd name="connsiteX2467" fmla="*/ 252436 w 1093458"/>
                  <a:gd name="connsiteY2467" fmla="*/ 1001833 h 1687797"/>
                  <a:gd name="connsiteX2468" fmla="*/ 252436 w 1093458"/>
                  <a:gd name="connsiteY2468" fmla="*/ 996655 h 1687797"/>
                  <a:gd name="connsiteX2469" fmla="*/ 255025 w 1093458"/>
                  <a:gd name="connsiteY2469" fmla="*/ 996655 h 1687797"/>
                  <a:gd name="connsiteX2470" fmla="*/ 255025 w 1093458"/>
                  <a:gd name="connsiteY2470" fmla="*/ 994210 h 1687797"/>
                  <a:gd name="connsiteX2471" fmla="*/ 257470 w 1093458"/>
                  <a:gd name="connsiteY2471" fmla="*/ 994210 h 1687797"/>
                  <a:gd name="connsiteX2472" fmla="*/ 257470 w 1093458"/>
                  <a:gd name="connsiteY2472" fmla="*/ 989175 h 1687797"/>
                  <a:gd name="connsiteX2473" fmla="*/ 260203 w 1093458"/>
                  <a:gd name="connsiteY2473" fmla="*/ 989175 h 1687797"/>
                  <a:gd name="connsiteX2474" fmla="*/ 262649 w 1093458"/>
                  <a:gd name="connsiteY2474" fmla="*/ 971339 h 1687797"/>
                  <a:gd name="connsiteX2475" fmla="*/ 262649 w 1093458"/>
                  <a:gd name="connsiteY2475" fmla="*/ 983997 h 1687797"/>
                  <a:gd name="connsiteX2476" fmla="*/ 260203 w 1093458"/>
                  <a:gd name="connsiteY2476" fmla="*/ 983997 h 1687797"/>
                  <a:gd name="connsiteX2477" fmla="*/ 260203 w 1093458"/>
                  <a:gd name="connsiteY2477" fmla="*/ 961127 h 1687797"/>
                  <a:gd name="connsiteX2478" fmla="*/ 262649 w 1093458"/>
                  <a:gd name="connsiteY2478" fmla="*/ 961127 h 1687797"/>
                  <a:gd name="connsiteX2479" fmla="*/ 262649 w 1093458"/>
                  <a:gd name="connsiteY2479" fmla="*/ 968463 h 1687797"/>
                  <a:gd name="connsiteX2480" fmla="*/ 265094 w 1093458"/>
                  <a:gd name="connsiteY2480" fmla="*/ 968463 h 1687797"/>
                  <a:gd name="connsiteX2481" fmla="*/ 265094 w 1093458"/>
                  <a:gd name="connsiteY2481" fmla="*/ 971339 h 1687797"/>
                  <a:gd name="connsiteX2482" fmla="*/ 267683 w 1093458"/>
                  <a:gd name="connsiteY2482" fmla="*/ 976230 h 1687797"/>
                  <a:gd name="connsiteX2483" fmla="*/ 265094 w 1093458"/>
                  <a:gd name="connsiteY2483" fmla="*/ 976230 h 1687797"/>
                  <a:gd name="connsiteX2484" fmla="*/ 265094 w 1093458"/>
                  <a:gd name="connsiteY2484" fmla="*/ 974792 h 1687797"/>
                  <a:gd name="connsiteX2485" fmla="*/ 267539 w 1093458"/>
                  <a:gd name="connsiteY2485" fmla="*/ 974792 h 1687797"/>
                  <a:gd name="connsiteX2486" fmla="*/ 267539 w 1093458"/>
                  <a:gd name="connsiteY2486" fmla="*/ 977237 h 1687797"/>
                  <a:gd name="connsiteX2487" fmla="*/ 270416 w 1093458"/>
                  <a:gd name="connsiteY2487" fmla="*/ 726239 h 1687797"/>
                  <a:gd name="connsiteX2488" fmla="*/ 267683 w 1093458"/>
                  <a:gd name="connsiteY2488" fmla="*/ 728972 h 1687797"/>
                  <a:gd name="connsiteX2489" fmla="*/ 267683 w 1093458"/>
                  <a:gd name="connsiteY2489" fmla="*/ 726239 h 1687797"/>
                  <a:gd name="connsiteX2490" fmla="*/ 270416 w 1093458"/>
                  <a:gd name="connsiteY2490" fmla="*/ 723794 h 1687797"/>
                  <a:gd name="connsiteX2491" fmla="*/ 262649 w 1093458"/>
                  <a:gd name="connsiteY2491" fmla="*/ 1017943 h 1687797"/>
                  <a:gd name="connsiteX2492" fmla="*/ 260203 w 1093458"/>
                  <a:gd name="connsiteY2492" fmla="*/ 1017943 h 1687797"/>
                  <a:gd name="connsiteX2493" fmla="*/ 260203 w 1093458"/>
                  <a:gd name="connsiteY2493" fmla="*/ 1015498 h 1687797"/>
                  <a:gd name="connsiteX2494" fmla="*/ 262649 w 1093458"/>
                  <a:gd name="connsiteY2494" fmla="*/ 1015498 h 1687797"/>
                  <a:gd name="connsiteX2495" fmla="*/ 257470 w 1093458"/>
                  <a:gd name="connsiteY2495" fmla="*/ 1158041 h 1687797"/>
                  <a:gd name="connsiteX2496" fmla="*/ 257470 w 1093458"/>
                  <a:gd name="connsiteY2496" fmla="*/ 1155596 h 1687797"/>
                  <a:gd name="connsiteX2497" fmla="*/ 260203 w 1093458"/>
                  <a:gd name="connsiteY2497" fmla="*/ 1155596 h 1687797"/>
                  <a:gd name="connsiteX2498" fmla="*/ 270416 w 1093458"/>
                  <a:gd name="connsiteY2498" fmla="*/ 1143658 h 1687797"/>
                  <a:gd name="connsiteX2499" fmla="*/ 267683 w 1093458"/>
                  <a:gd name="connsiteY2499" fmla="*/ 1141069 h 1687797"/>
                  <a:gd name="connsiteX2500" fmla="*/ 270416 w 1093458"/>
                  <a:gd name="connsiteY2500" fmla="*/ 1141069 h 1687797"/>
                  <a:gd name="connsiteX2501" fmla="*/ 249991 w 1093458"/>
                  <a:gd name="connsiteY2501" fmla="*/ 1207378 h 1687797"/>
                  <a:gd name="connsiteX2502" fmla="*/ 247402 w 1093458"/>
                  <a:gd name="connsiteY2502" fmla="*/ 1207378 h 1687797"/>
                  <a:gd name="connsiteX2503" fmla="*/ 247402 w 1093458"/>
                  <a:gd name="connsiteY2503" fmla="*/ 1204933 h 1687797"/>
                  <a:gd name="connsiteX2504" fmla="*/ 250135 w 1093458"/>
                  <a:gd name="connsiteY2504" fmla="*/ 1204933 h 1687797"/>
                  <a:gd name="connsiteX2505" fmla="*/ 267683 w 1093458"/>
                  <a:gd name="connsiteY2505" fmla="*/ 1189398 h 1687797"/>
                  <a:gd name="connsiteX2506" fmla="*/ 260203 w 1093458"/>
                  <a:gd name="connsiteY2506" fmla="*/ 1189398 h 1687797"/>
                  <a:gd name="connsiteX2507" fmla="*/ 260203 w 1093458"/>
                  <a:gd name="connsiteY2507" fmla="*/ 1186953 h 1687797"/>
                  <a:gd name="connsiteX2508" fmla="*/ 262649 w 1093458"/>
                  <a:gd name="connsiteY2508" fmla="*/ 1186953 h 1687797"/>
                  <a:gd name="connsiteX2509" fmla="*/ 262649 w 1093458"/>
                  <a:gd name="connsiteY2509" fmla="*/ 1184508 h 1687797"/>
                  <a:gd name="connsiteX2510" fmla="*/ 265094 w 1093458"/>
                  <a:gd name="connsiteY2510" fmla="*/ 1184508 h 1687797"/>
                  <a:gd name="connsiteX2511" fmla="*/ 265094 w 1093458"/>
                  <a:gd name="connsiteY2511" fmla="*/ 1186953 h 1687797"/>
                  <a:gd name="connsiteX2512" fmla="*/ 267683 w 1093458"/>
                  <a:gd name="connsiteY2512" fmla="*/ 1186953 h 1687797"/>
                  <a:gd name="connsiteX2513" fmla="*/ 268546 w 1093458"/>
                  <a:gd name="connsiteY2513" fmla="*/ 1179186 h 1687797"/>
                  <a:gd name="connsiteX2514" fmla="*/ 265094 w 1093458"/>
                  <a:gd name="connsiteY2514" fmla="*/ 1179186 h 1687797"/>
                  <a:gd name="connsiteX2515" fmla="*/ 267683 w 1093458"/>
                  <a:gd name="connsiteY2515" fmla="*/ 1176741 h 1687797"/>
                  <a:gd name="connsiteX2516" fmla="*/ 268834 w 1093458"/>
                  <a:gd name="connsiteY2516" fmla="*/ 1176741 h 1687797"/>
                  <a:gd name="connsiteX2517" fmla="*/ 272861 w 1093458"/>
                  <a:gd name="connsiteY2517" fmla="*/ 1039087 h 1687797"/>
                  <a:gd name="connsiteX2518" fmla="*/ 270416 w 1093458"/>
                  <a:gd name="connsiteY2518" fmla="*/ 1039087 h 1687797"/>
                  <a:gd name="connsiteX2519" fmla="*/ 270416 w 1093458"/>
                  <a:gd name="connsiteY2519" fmla="*/ 1036642 h 1687797"/>
                  <a:gd name="connsiteX2520" fmla="*/ 272861 w 1093458"/>
                  <a:gd name="connsiteY2520" fmla="*/ 1036642 h 1687797"/>
                  <a:gd name="connsiteX2521" fmla="*/ 290553 w 1093458"/>
                  <a:gd name="connsiteY2521" fmla="*/ 709122 h 1687797"/>
                  <a:gd name="connsiteX2522" fmla="*/ 287820 w 1093458"/>
                  <a:gd name="connsiteY2522" fmla="*/ 709122 h 1687797"/>
                  <a:gd name="connsiteX2523" fmla="*/ 287820 w 1093458"/>
                  <a:gd name="connsiteY2523" fmla="*/ 711568 h 1687797"/>
                  <a:gd name="connsiteX2524" fmla="*/ 285231 w 1093458"/>
                  <a:gd name="connsiteY2524" fmla="*/ 711568 h 1687797"/>
                  <a:gd name="connsiteX2525" fmla="*/ 285231 w 1093458"/>
                  <a:gd name="connsiteY2525" fmla="*/ 714013 h 1687797"/>
                  <a:gd name="connsiteX2526" fmla="*/ 282786 w 1093458"/>
                  <a:gd name="connsiteY2526" fmla="*/ 714013 h 1687797"/>
                  <a:gd name="connsiteX2527" fmla="*/ 282786 w 1093458"/>
                  <a:gd name="connsiteY2527" fmla="*/ 715883 h 1687797"/>
                  <a:gd name="connsiteX2528" fmla="*/ 280341 w 1093458"/>
                  <a:gd name="connsiteY2528" fmla="*/ 715883 h 1687797"/>
                  <a:gd name="connsiteX2529" fmla="*/ 280341 w 1093458"/>
                  <a:gd name="connsiteY2529" fmla="*/ 718760 h 1687797"/>
                  <a:gd name="connsiteX2530" fmla="*/ 275019 w 1093458"/>
                  <a:gd name="connsiteY2530" fmla="*/ 718760 h 1687797"/>
                  <a:gd name="connsiteX2531" fmla="*/ 275019 w 1093458"/>
                  <a:gd name="connsiteY2531" fmla="*/ 721205 h 1687797"/>
                  <a:gd name="connsiteX2532" fmla="*/ 272573 w 1093458"/>
                  <a:gd name="connsiteY2532" fmla="*/ 721205 h 1687797"/>
                  <a:gd name="connsiteX2533" fmla="*/ 272573 w 1093458"/>
                  <a:gd name="connsiteY2533" fmla="*/ 718760 h 1687797"/>
                  <a:gd name="connsiteX2534" fmla="*/ 275019 w 1093458"/>
                  <a:gd name="connsiteY2534" fmla="*/ 718760 h 1687797"/>
                  <a:gd name="connsiteX2535" fmla="*/ 277608 w 1093458"/>
                  <a:gd name="connsiteY2535" fmla="*/ 715883 h 1687797"/>
                  <a:gd name="connsiteX2536" fmla="*/ 277608 w 1093458"/>
                  <a:gd name="connsiteY2536" fmla="*/ 713438 h 1687797"/>
                  <a:gd name="connsiteX2537" fmla="*/ 280341 w 1093458"/>
                  <a:gd name="connsiteY2537" fmla="*/ 713438 h 1687797"/>
                  <a:gd name="connsiteX2538" fmla="*/ 280341 w 1093458"/>
                  <a:gd name="connsiteY2538" fmla="*/ 710992 h 1687797"/>
                  <a:gd name="connsiteX2539" fmla="*/ 282786 w 1093458"/>
                  <a:gd name="connsiteY2539" fmla="*/ 710992 h 1687797"/>
                  <a:gd name="connsiteX2540" fmla="*/ 282786 w 1093458"/>
                  <a:gd name="connsiteY2540" fmla="*/ 703225 h 1687797"/>
                  <a:gd name="connsiteX2541" fmla="*/ 285231 w 1093458"/>
                  <a:gd name="connsiteY2541" fmla="*/ 703225 h 1687797"/>
                  <a:gd name="connsiteX2542" fmla="*/ 285231 w 1093458"/>
                  <a:gd name="connsiteY2542" fmla="*/ 705814 h 1687797"/>
                  <a:gd name="connsiteX2543" fmla="*/ 282786 w 1093458"/>
                  <a:gd name="connsiteY2543" fmla="*/ 708547 h 1687797"/>
                  <a:gd name="connsiteX2544" fmla="*/ 287820 w 1093458"/>
                  <a:gd name="connsiteY2544" fmla="*/ 708547 h 1687797"/>
                  <a:gd name="connsiteX2545" fmla="*/ 290553 w 1093458"/>
                  <a:gd name="connsiteY2545" fmla="*/ 705814 h 1687797"/>
                  <a:gd name="connsiteX2546" fmla="*/ 290553 w 1093458"/>
                  <a:gd name="connsiteY2546" fmla="*/ 691143 h 1687797"/>
                  <a:gd name="connsiteX2547" fmla="*/ 290553 w 1093458"/>
                  <a:gd name="connsiteY2547" fmla="*/ 693588 h 1687797"/>
                  <a:gd name="connsiteX2548" fmla="*/ 287820 w 1093458"/>
                  <a:gd name="connsiteY2548" fmla="*/ 693588 h 1687797"/>
                  <a:gd name="connsiteX2549" fmla="*/ 287820 w 1093458"/>
                  <a:gd name="connsiteY2549" fmla="*/ 691143 h 1687797"/>
                  <a:gd name="connsiteX2550" fmla="*/ 290553 w 1093458"/>
                  <a:gd name="connsiteY2550" fmla="*/ 688697 h 1687797"/>
                  <a:gd name="connsiteX2551" fmla="*/ 292998 w 1093458"/>
                  <a:gd name="connsiteY2551" fmla="*/ 706389 h 1687797"/>
                  <a:gd name="connsiteX2552" fmla="*/ 292998 w 1093458"/>
                  <a:gd name="connsiteY2552" fmla="*/ 703800 h 1687797"/>
                  <a:gd name="connsiteX2553" fmla="*/ 295444 w 1093458"/>
                  <a:gd name="connsiteY2553" fmla="*/ 706389 h 1687797"/>
                  <a:gd name="connsiteX2554" fmla="*/ 298033 w 1093458"/>
                  <a:gd name="connsiteY2554" fmla="*/ 709122 h 1687797"/>
                  <a:gd name="connsiteX2555" fmla="*/ 298033 w 1093458"/>
                  <a:gd name="connsiteY2555" fmla="*/ 706389 h 1687797"/>
                  <a:gd name="connsiteX2556" fmla="*/ 300766 w 1093458"/>
                  <a:gd name="connsiteY2556" fmla="*/ 706389 h 1687797"/>
                  <a:gd name="connsiteX2557" fmla="*/ 300766 w 1093458"/>
                  <a:gd name="connsiteY2557" fmla="*/ 709122 h 1687797"/>
                  <a:gd name="connsiteX2558" fmla="*/ 300766 w 1093458"/>
                  <a:gd name="connsiteY2558" fmla="*/ 1280160 h 1687797"/>
                  <a:gd name="connsiteX2559" fmla="*/ 300766 w 1093458"/>
                  <a:gd name="connsiteY2559" fmla="*/ 1280160 h 1687797"/>
                  <a:gd name="connsiteX2560" fmla="*/ 300766 w 1093458"/>
                  <a:gd name="connsiteY2560" fmla="*/ 1280160 h 1687797"/>
                  <a:gd name="connsiteX2561" fmla="*/ 203675 w 1093458"/>
                  <a:gd name="connsiteY2561" fmla="*/ 1280160 h 1687797"/>
                  <a:gd name="connsiteX2562" fmla="*/ 201086 w 1093458"/>
                  <a:gd name="connsiteY2562" fmla="*/ 1277715 h 1687797"/>
                  <a:gd name="connsiteX2563" fmla="*/ 204250 w 1093458"/>
                  <a:gd name="connsiteY2563" fmla="*/ 1277715 h 1687797"/>
                  <a:gd name="connsiteX2564" fmla="*/ 224100 w 1093458"/>
                  <a:gd name="connsiteY2564" fmla="*/ 1318421 h 1687797"/>
                  <a:gd name="connsiteX2565" fmla="*/ 221511 w 1093458"/>
                  <a:gd name="connsiteY2565" fmla="*/ 1318421 h 1687797"/>
                  <a:gd name="connsiteX2566" fmla="*/ 221511 w 1093458"/>
                  <a:gd name="connsiteY2566" fmla="*/ 1315688 h 1687797"/>
                  <a:gd name="connsiteX2567" fmla="*/ 224100 w 1093458"/>
                  <a:gd name="connsiteY2567" fmla="*/ 1315688 h 1687797"/>
                  <a:gd name="connsiteX2568" fmla="*/ 224100 w 1093458"/>
                  <a:gd name="connsiteY2568" fmla="*/ 1313243 h 1687797"/>
                  <a:gd name="connsiteX2569" fmla="*/ 224100 w 1093458"/>
                  <a:gd name="connsiteY2569" fmla="*/ 1313243 h 1687797"/>
                  <a:gd name="connsiteX2570" fmla="*/ 226545 w 1093458"/>
                  <a:gd name="connsiteY2570" fmla="*/ 1318421 h 1687797"/>
                  <a:gd name="connsiteX2571" fmla="*/ 236758 w 1093458"/>
                  <a:gd name="connsiteY2571" fmla="*/ 1341435 h 1687797"/>
                  <a:gd name="connsiteX2572" fmla="*/ 234312 w 1093458"/>
                  <a:gd name="connsiteY2572" fmla="*/ 1341435 h 1687797"/>
                  <a:gd name="connsiteX2573" fmla="*/ 234312 w 1093458"/>
                  <a:gd name="connsiteY2573" fmla="*/ 1335394 h 1687797"/>
                  <a:gd name="connsiteX2574" fmla="*/ 236758 w 1093458"/>
                  <a:gd name="connsiteY2574" fmla="*/ 1340716 h 1687797"/>
                  <a:gd name="connsiteX2575" fmla="*/ 239491 w 1093458"/>
                  <a:gd name="connsiteY2575" fmla="*/ 1349058 h 1687797"/>
                  <a:gd name="connsiteX2576" fmla="*/ 239491 w 1093458"/>
                  <a:gd name="connsiteY2576" fmla="*/ 1346613 h 1687797"/>
                  <a:gd name="connsiteX2577" fmla="*/ 240641 w 1093458"/>
                  <a:gd name="connsiteY2577" fmla="*/ 1349058 h 1687797"/>
                  <a:gd name="connsiteX2578" fmla="*/ 267395 w 1093458"/>
                  <a:gd name="connsiteY2578" fmla="*/ 1410046 h 1687797"/>
                  <a:gd name="connsiteX2579" fmla="*/ 267395 w 1093458"/>
                  <a:gd name="connsiteY2579" fmla="*/ 1407601 h 1687797"/>
                  <a:gd name="connsiteX2580" fmla="*/ 267395 w 1093458"/>
                  <a:gd name="connsiteY2580" fmla="*/ 1407601 h 1687797"/>
                  <a:gd name="connsiteX2581" fmla="*/ 268546 w 1093458"/>
                  <a:gd name="connsiteY2581" fmla="*/ 1410046 h 1687797"/>
                  <a:gd name="connsiteX2582" fmla="*/ 282786 w 1093458"/>
                  <a:gd name="connsiteY2582" fmla="*/ 1446006 h 1687797"/>
                  <a:gd name="connsiteX2583" fmla="*/ 282786 w 1093458"/>
                  <a:gd name="connsiteY2583" fmla="*/ 1443416 h 1687797"/>
                  <a:gd name="connsiteX2584" fmla="*/ 284080 w 1093458"/>
                  <a:gd name="connsiteY2584" fmla="*/ 1443416 h 1687797"/>
                  <a:gd name="connsiteX2585" fmla="*/ 285231 w 1093458"/>
                  <a:gd name="connsiteY2585" fmla="*/ 1446006 h 1687797"/>
                  <a:gd name="connsiteX2586" fmla="*/ 292998 w 1093458"/>
                  <a:gd name="connsiteY2586" fmla="*/ 1289654 h 1687797"/>
                  <a:gd name="connsiteX2587" fmla="*/ 286238 w 1093458"/>
                  <a:gd name="connsiteY2587" fmla="*/ 1285194 h 1687797"/>
                  <a:gd name="connsiteX2588" fmla="*/ 290553 w 1093458"/>
                  <a:gd name="connsiteY2588" fmla="*/ 1285194 h 1687797"/>
                  <a:gd name="connsiteX2589" fmla="*/ 287820 w 1093458"/>
                  <a:gd name="connsiteY2589" fmla="*/ 1282605 h 1687797"/>
                  <a:gd name="connsiteX2590" fmla="*/ 290553 w 1093458"/>
                  <a:gd name="connsiteY2590" fmla="*/ 1282605 h 1687797"/>
                  <a:gd name="connsiteX2591" fmla="*/ 290553 w 1093458"/>
                  <a:gd name="connsiteY2591" fmla="*/ 1287927 h 1687797"/>
                  <a:gd name="connsiteX2592" fmla="*/ 292998 w 1093458"/>
                  <a:gd name="connsiteY2592" fmla="*/ 1287927 h 1687797"/>
                  <a:gd name="connsiteX2593" fmla="*/ 313423 w 1093458"/>
                  <a:gd name="connsiteY2593" fmla="*/ 1295119 h 1687797"/>
                  <a:gd name="connsiteX2594" fmla="*/ 313423 w 1093458"/>
                  <a:gd name="connsiteY2594" fmla="*/ 1295119 h 1687797"/>
                  <a:gd name="connsiteX2595" fmla="*/ 313423 w 1093458"/>
                  <a:gd name="connsiteY2595" fmla="*/ 1295119 h 1687797"/>
                  <a:gd name="connsiteX2596" fmla="*/ 326081 w 1093458"/>
                  <a:gd name="connsiteY2596" fmla="*/ 1315688 h 1687797"/>
                  <a:gd name="connsiteX2597" fmla="*/ 323636 w 1093458"/>
                  <a:gd name="connsiteY2597" fmla="*/ 1315688 h 1687797"/>
                  <a:gd name="connsiteX2598" fmla="*/ 323636 w 1093458"/>
                  <a:gd name="connsiteY2598" fmla="*/ 1308352 h 1687797"/>
                  <a:gd name="connsiteX2599" fmla="*/ 320903 w 1093458"/>
                  <a:gd name="connsiteY2599" fmla="*/ 1308352 h 1687797"/>
                  <a:gd name="connsiteX2600" fmla="*/ 320903 w 1093458"/>
                  <a:gd name="connsiteY2600" fmla="*/ 1305619 h 1687797"/>
                  <a:gd name="connsiteX2601" fmla="*/ 319321 w 1093458"/>
                  <a:gd name="connsiteY2601" fmla="*/ 1305619 h 1687797"/>
                  <a:gd name="connsiteX2602" fmla="*/ 319321 w 1093458"/>
                  <a:gd name="connsiteY2602" fmla="*/ 1303174 h 1687797"/>
                  <a:gd name="connsiteX2603" fmla="*/ 314286 w 1093458"/>
                  <a:gd name="connsiteY2603" fmla="*/ 1303174 h 1687797"/>
                  <a:gd name="connsiteX2604" fmla="*/ 314286 w 1093458"/>
                  <a:gd name="connsiteY2604" fmla="*/ 1300729 h 1687797"/>
                  <a:gd name="connsiteX2605" fmla="*/ 311554 w 1093458"/>
                  <a:gd name="connsiteY2605" fmla="*/ 1300729 h 1687797"/>
                  <a:gd name="connsiteX2606" fmla="*/ 311554 w 1093458"/>
                  <a:gd name="connsiteY2606" fmla="*/ 1298284 h 1687797"/>
                  <a:gd name="connsiteX2607" fmla="*/ 306519 w 1093458"/>
                  <a:gd name="connsiteY2607" fmla="*/ 1298284 h 1687797"/>
                  <a:gd name="connsiteX2608" fmla="*/ 306519 w 1093458"/>
                  <a:gd name="connsiteY2608" fmla="*/ 1295695 h 1687797"/>
                  <a:gd name="connsiteX2609" fmla="*/ 302060 w 1093458"/>
                  <a:gd name="connsiteY2609" fmla="*/ 1295695 h 1687797"/>
                  <a:gd name="connsiteX2610" fmla="*/ 298320 w 1093458"/>
                  <a:gd name="connsiteY2610" fmla="*/ 1293106 h 1687797"/>
                  <a:gd name="connsiteX2611" fmla="*/ 298320 w 1093458"/>
                  <a:gd name="connsiteY2611" fmla="*/ 1293106 h 1687797"/>
                  <a:gd name="connsiteX2612" fmla="*/ 294581 w 1093458"/>
                  <a:gd name="connsiteY2612" fmla="*/ 1290660 h 1687797"/>
                  <a:gd name="connsiteX2613" fmla="*/ 303642 w 1093458"/>
                  <a:gd name="connsiteY2613" fmla="*/ 1290660 h 1687797"/>
                  <a:gd name="connsiteX2614" fmla="*/ 303642 w 1093458"/>
                  <a:gd name="connsiteY2614" fmla="*/ 1293106 h 1687797"/>
                  <a:gd name="connsiteX2615" fmla="*/ 306088 w 1093458"/>
                  <a:gd name="connsiteY2615" fmla="*/ 1293106 h 1687797"/>
                  <a:gd name="connsiteX2616" fmla="*/ 306088 w 1093458"/>
                  <a:gd name="connsiteY2616" fmla="*/ 1290660 h 1687797"/>
                  <a:gd name="connsiteX2617" fmla="*/ 308677 w 1093458"/>
                  <a:gd name="connsiteY2617" fmla="*/ 1290660 h 1687797"/>
                  <a:gd name="connsiteX2618" fmla="*/ 308677 w 1093458"/>
                  <a:gd name="connsiteY2618" fmla="*/ 1289078 h 1687797"/>
                  <a:gd name="connsiteX2619" fmla="*/ 309971 w 1093458"/>
                  <a:gd name="connsiteY2619" fmla="*/ 1290660 h 1687797"/>
                  <a:gd name="connsiteX2620" fmla="*/ 308677 w 1093458"/>
                  <a:gd name="connsiteY2620" fmla="*/ 1290660 h 1687797"/>
                  <a:gd name="connsiteX2621" fmla="*/ 308677 w 1093458"/>
                  <a:gd name="connsiteY2621" fmla="*/ 1295695 h 1687797"/>
                  <a:gd name="connsiteX2622" fmla="*/ 311122 w 1093458"/>
                  <a:gd name="connsiteY2622" fmla="*/ 1295695 h 1687797"/>
                  <a:gd name="connsiteX2623" fmla="*/ 311122 w 1093458"/>
                  <a:gd name="connsiteY2623" fmla="*/ 1298428 h 1687797"/>
                  <a:gd name="connsiteX2624" fmla="*/ 316300 w 1093458"/>
                  <a:gd name="connsiteY2624" fmla="*/ 1298428 h 1687797"/>
                  <a:gd name="connsiteX2625" fmla="*/ 316300 w 1093458"/>
                  <a:gd name="connsiteY2625" fmla="*/ 1300873 h 1687797"/>
                  <a:gd name="connsiteX2626" fmla="*/ 318458 w 1093458"/>
                  <a:gd name="connsiteY2626" fmla="*/ 1300873 h 1687797"/>
                  <a:gd name="connsiteX2627" fmla="*/ 318458 w 1093458"/>
                  <a:gd name="connsiteY2627" fmla="*/ 1300873 h 1687797"/>
                  <a:gd name="connsiteX2628" fmla="*/ 318458 w 1093458"/>
                  <a:gd name="connsiteY2628" fmla="*/ 1302887 h 1687797"/>
                  <a:gd name="connsiteX2629" fmla="*/ 320040 w 1093458"/>
                  <a:gd name="connsiteY2629" fmla="*/ 1302887 h 1687797"/>
                  <a:gd name="connsiteX2630" fmla="*/ 326081 w 1093458"/>
                  <a:gd name="connsiteY2630" fmla="*/ 1310078 h 1687797"/>
                  <a:gd name="connsiteX2631" fmla="*/ 326081 w 1093458"/>
                  <a:gd name="connsiteY2631" fmla="*/ 1313099 h 1687797"/>
                  <a:gd name="connsiteX2632" fmla="*/ 328670 w 1093458"/>
                  <a:gd name="connsiteY2632" fmla="*/ 1313099 h 1687797"/>
                  <a:gd name="connsiteX2633" fmla="*/ 328670 w 1093458"/>
                  <a:gd name="connsiteY2633" fmla="*/ 1315544 h 1687797"/>
                  <a:gd name="connsiteX2634" fmla="*/ 331116 w 1093458"/>
                  <a:gd name="connsiteY2634" fmla="*/ 1471321 h 1687797"/>
                  <a:gd name="connsiteX2635" fmla="*/ 328670 w 1093458"/>
                  <a:gd name="connsiteY2635" fmla="*/ 1471321 h 1687797"/>
                  <a:gd name="connsiteX2636" fmla="*/ 328670 w 1093458"/>
                  <a:gd name="connsiteY2636" fmla="*/ 1468876 h 1687797"/>
                  <a:gd name="connsiteX2637" fmla="*/ 331116 w 1093458"/>
                  <a:gd name="connsiteY2637" fmla="*/ 1468876 h 1687797"/>
                  <a:gd name="connsiteX2638" fmla="*/ 331116 w 1093458"/>
                  <a:gd name="connsiteY2638" fmla="*/ 1318421 h 1687797"/>
                  <a:gd name="connsiteX2639" fmla="*/ 331116 w 1093458"/>
                  <a:gd name="connsiteY2639" fmla="*/ 1316263 h 1687797"/>
                  <a:gd name="connsiteX2640" fmla="*/ 332985 w 1093458"/>
                  <a:gd name="connsiteY2640" fmla="*/ 1318421 h 1687797"/>
                  <a:gd name="connsiteX2641" fmla="*/ 333848 w 1093458"/>
                  <a:gd name="connsiteY2641" fmla="*/ 1321010 h 1687797"/>
                  <a:gd name="connsiteX2642" fmla="*/ 333848 w 1093458"/>
                  <a:gd name="connsiteY2642" fmla="*/ 1320003 h 1687797"/>
                  <a:gd name="connsiteX2643" fmla="*/ 334999 w 1093458"/>
                  <a:gd name="connsiteY2643" fmla="*/ 1321442 h 1687797"/>
                  <a:gd name="connsiteX2644" fmla="*/ 417994 w 1093458"/>
                  <a:gd name="connsiteY2644" fmla="*/ 1563234 h 1687797"/>
                  <a:gd name="connsiteX2645" fmla="*/ 420439 w 1093458"/>
                  <a:gd name="connsiteY2645" fmla="*/ 1563234 h 1687797"/>
                  <a:gd name="connsiteX2646" fmla="*/ 420439 w 1093458"/>
                  <a:gd name="connsiteY2646" fmla="*/ 1565679 h 1687797"/>
                  <a:gd name="connsiteX2647" fmla="*/ 417994 w 1093458"/>
                  <a:gd name="connsiteY2647" fmla="*/ 1565679 h 1687797"/>
                  <a:gd name="connsiteX2648" fmla="*/ 405048 w 1093458"/>
                  <a:gd name="connsiteY2648" fmla="*/ 1573446 h 1687797"/>
                  <a:gd name="connsiteX2649" fmla="*/ 410227 w 1093458"/>
                  <a:gd name="connsiteY2649" fmla="*/ 1573446 h 1687797"/>
                  <a:gd name="connsiteX2650" fmla="*/ 410227 w 1093458"/>
                  <a:gd name="connsiteY2650" fmla="*/ 1575892 h 1687797"/>
                  <a:gd name="connsiteX2651" fmla="*/ 405624 w 1093458"/>
                  <a:gd name="connsiteY2651" fmla="*/ 1575892 h 1687797"/>
                  <a:gd name="connsiteX2652" fmla="*/ 356719 w 1093458"/>
                  <a:gd name="connsiteY2652" fmla="*/ 1458376 h 1687797"/>
                  <a:gd name="connsiteX2653" fmla="*/ 359164 w 1093458"/>
                  <a:gd name="connsiteY2653" fmla="*/ 1458376 h 1687797"/>
                  <a:gd name="connsiteX2654" fmla="*/ 359164 w 1093458"/>
                  <a:gd name="connsiteY2654" fmla="*/ 1460821 h 1687797"/>
                  <a:gd name="connsiteX2655" fmla="*/ 356719 w 1093458"/>
                  <a:gd name="connsiteY2655" fmla="*/ 1460821 h 1687797"/>
                  <a:gd name="connsiteX2656" fmla="*/ 354274 w 1093458"/>
                  <a:gd name="connsiteY2656" fmla="*/ 1468588 h 1687797"/>
                  <a:gd name="connsiteX2657" fmla="*/ 356719 w 1093458"/>
                  <a:gd name="connsiteY2657" fmla="*/ 1468588 h 1687797"/>
                  <a:gd name="connsiteX2658" fmla="*/ 356719 w 1093458"/>
                  <a:gd name="connsiteY2658" fmla="*/ 1471033 h 1687797"/>
                  <a:gd name="connsiteX2659" fmla="*/ 354274 w 1093458"/>
                  <a:gd name="connsiteY2659" fmla="*/ 1471033 h 1687797"/>
                  <a:gd name="connsiteX2660" fmla="*/ 351541 w 1093458"/>
                  <a:gd name="connsiteY2660" fmla="*/ 1509438 h 1687797"/>
                  <a:gd name="connsiteX2661" fmla="*/ 348951 w 1093458"/>
                  <a:gd name="connsiteY2661" fmla="*/ 1509438 h 1687797"/>
                  <a:gd name="connsiteX2662" fmla="*/ 348951 w 1093458"/>
                  <a:gd name="connsiteY2662" fmla="*/ 1506993 h 1687797"/>
                  <a:gd name="connsiteX2663" fmla="*/ 351541 w 1093458"/>
                  <a:gd name="connsiteY2663" fmla="*/ 1506993 h 1687797"/>
                  <a:gd name="connsiteX2664" fmla="*/ 351541 w 1093458"/>
                  <a:gd name="connsiteY2664" fmla="*/ 1478801 h 1687797"/>
                  <a:gd name="connsiteX2665" fmla="*/ 348951 w 1093458"/>
                  <a:gd name="connsiteY2665" fmla="*/ 1478801 h 1687797"/>
                  <a:gd name="connsiteX2666" fmla="*/ 348951 w 1093458"/>
                  <a:gd name="connsiteY2666" fmla="*/ 1481246 h 1687797"/>
                  <a:gd name="connsiteX2667" fmla="*/ 346506 w 1093458"/>
                  <a:gd name="connsiteY2667" fmla="*/ 1481246 h 1687797"/>
                  <a:gd name="connsiteX2668" fmla="*/ 348951 w 1093458"/>
                  <a:gd name="connsiteY2668" fmla="*/ 1478801 h 1687797"/>
                  <a:gd name="connsiteX2669" fmla="*/ 348951 w 1093458"/>
                  <a:gd name="connsiteY2669" fmla="*/ 1476355 h 1687797"/>
                  <a:gd name="connsiteX2670" fmla="*/ 351541 w 1093458"/>
                  <a:gd name="connsiteY2670" fmla="*/ 1476355 h 1687797"/>
                  <a:gd name="connsiteX2671" fmla="*/ 425473 w 1093458"/>
                  <a:gd name="connsiteY2671" fmla="*/ 1430183 h 1687797"/>
                  <a:gd name="connsiteX2672" fmla="*/ 423028 w 1093458"/>
                  <a:gd name="connsiteY2672" fmla="*/ 1430183 h 1687797"/>
                  <a:gd name="connsiteX2673" fmla="*/ 423028 w 1093458"/>
                  <a:gd name="connsiteY2673" fmla="*/ 1427738 h 1687797"/>
                  <a:gd name="connsiteX2674" fmla="*/ 425473 w 1093458"/>
                  <a:gd name="connsiteY2674" fmla="*/ 1427738 h 1687797"/>
                  <a:gd name="connsiteX2675" fmla="*/ 430652 w 1093458"/>
                  <a:gd name="connsiteY2675" fmla="*/ 1432916 h 1687797"/>
                  <a:gd name="connsiteX2676" fmla="*/ 428206 w 1093458"/>
                  <a:gd name="connsiteY2676" fmla="*/ 1432916 h 1687797"/>
                  <a:gd name="connsiteX2677" fmla="*/ 428206 w 1093458"/>
                  <a:gd name="connsiteY2677" fmla="*/ 1430183 h 1687797"/>
                  <a:gd name="connsiteX2678" fmla="*/ 430652 w 1093458"/>
                  <a:gd name="connsiteY2678" fmla="*/ 1430183 h 1687797"/>
                  <a:gd name="connsiteX2679" fmla="*/ 484159 w 1093458"/>
                  <a:gd name="connsiteY2679" fmla="*/ 1453341 h 1687797"/>
                  <a:gd name="connsiteX2680" fmla="*/ 481714 w 1093458"/>
                  <a:gd name="connsiteY2680" fmla="*/ 1453341 h 1687797"/>
                  <a:gd name="connsiteX2681" fmla="*/ 481714 w 1093458"/>
                  <a:gd name="connsiteY2681" fmla="*/ 1455931 h 1687797"/>
                  <a:gd name="connsiteX2682" fmla="*/ 478981 w 1093458"/>
                  <a:gd name="connsiteY2682" fmla="*/ 1455931 h 1687797"/>
                  <a:gd name="connsiteX2683" fmla="*/ 478981 w 1093458"/>
                  <a:gd name="connsiteY2683" fmla="*/ 1458376 h 1687797"/>
                  <a:gd name="connsiteX2684" fmla="*/ 477543 w 1093458"/>
                  <a:gd name="connsiteY2684" fmla="*/ 1458376 h 1687797"/>
                  <a:gd name="connsiteX2685" fmla="*/ 477543 w 1093458"/>
                  <a:gd name="connsiteY2685" fmla="*/ 1450608 h 1687797"/>
                  <a:gd name="connsiteX2686" fmla="*/ 485166 w 1093458"/>
                  <a:gd name="connsiteY2686" fmla="*/ 1450608 h 1687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Lst>
                <a:rect l="l" t="t" r="r" b="b"/>
                <a:pathLst>
                  <a:path w="1093458" h="1687797">
                    <a:moveTo>
                      <a:pt x="1091157" y="1682907"/>
                    </a:moveTo>
                    <a:lnTo>
                      <a:pt x="1091157" y="1680462"/>
                    </a:lnTo>
                    <a:lnTo>
                      <a:pt x="1088711" y="1680462"/>
                    </a:lnTo>
                    <a:lnTo>
                      <a:pt x="1088711" y="1667804"/>
                    </a:lnTo>
                    <a:lnTo>
                      <a:pt x="1086266" y="1667804"/>
                    </a:lnTo>
                    <a:lnTo>
                      <a:pt x="1086266" y="1665215"/>
                    </a:lnTo>
                    <a:lnTo>
                      <a:pt x="1078499" y="1665215"/>
                    </a:lnTo>
                    <a:lnTo>
                      <a:pt x="1078499" y="1662482"/>
                    </a:lnTo>
                    <a:lnTo>
                      <a:pt x="1073465" y="1662482"/>
                    </a:lnTo>
                    <a:lnTo>
                      <a:pt x="1073465" y="1657592"/>
                    </a:lnTo>
                    <a:lnTo>
                      <a:pt x="1076054" y="1657592"/>
                    </a:lnTo>
                    <a:lnTo>
                      <a:pt x="1076054" y="1655003"/>
                    </a:lnTo>
                    <a:lnTo>
                      <a:pt x="1070732" y="1655003"/>
                    </a:lnTo>
                    <a:lnTo>
                      <a:pt x="1070732" y="1649824"/>
                    </a:lnTo>
                    <a:lnTo>
                      <a:pt x="1068286" y="1649824"/>
                    </a:lnTo>
                    <a:lnTo>
                      <a:pt x="1068286" y="1647379"/>
                    </a:lnTo>
                    <a:lnTo>
                      <a:pt x="1070732" y="1647379"/>
                    </a:lnTo>
                    <a:lnTo>
                      <a:pt x="1070732" y="1644934"/>
                    </a:lnTo>
                    <a:lnTo>
                      <a:pt x="1068286" y="1644934"/>
                    </a:lnTo>
                    <a:lnTo>
                      <a:pt x="1068286" y="1639612"/>
                    </a:lnTo>
                    <a:lnTo>
                      <a:pt x="1065841" y="1639612"/>
                    </a:lnTo>
                    <a:lnTo>
                      <a:pt x="1063252" y="1637166"/>
                    </a:lnTo>
                    <a:lnTo>
                      <a:pt x="1063252" y="1631988"/>
                    </a:lnTo>
                    <a:lnTo>
                      <a:pt x="1065841" y="1631988"/>
                    </a:lnTo>
                    <a:lnTo>
                      <a:pt x="1065841" y="1626954"/>
                    </a:lnTo>
                    <a:lnTo>
                      <a:pt x="1068286" y="1626954"/>
                    </a:lnTo>
                    <a:lnTo>
                      <a:pt x="1068286" y="1622064"/>
                    </a:lnTo>
                    <a:lnTo>
                      <a:pt x="1063252" y="1622064"/>
                    </a:lnTo>
                    <a:lnTo>
                      <a:pt x="1063252" y="1619331"/>
                    </a:lnTo>
                    <a:lnTo>
                      <a:pt x="1058074" y="1619331"/>
                    </a:lnTo>
                    <a:lnTo>
                      <a:pt x="1058074" y="1611851"/>
                    </a:lnTo>
                    <a:lnTo>
                      <a:pt x="1065841" y="1611851"/>
                    </a:lnTo>
                    <a:lnTo>
                      <a:pt x="1065841" y="1604228"/>
                    </a:lnTo>
                    <a:lnTo>
                      <a:pt x="1068286" y="1604228"/>
                    </a:lnTo>
                    <a:lnTo>
                      <a:pt x="1068286" y="1596460"/>
                    </a:lnTo>
                    <a:lnTo>
                      <a:pt x="1070732" y="1596460"/>
                    </a:lnTo>
                    <a:lnTo>
                      <a:pt x="1070732" y="1586248"/>
                    </a:lnTo>
                    <a:lnTo>
                      <a:pt x="1068286" y="1583803"/>
                    </a:lnTo>
                    <a:lnTo>
                      <a:pt x="1068286" y="1581214"/>
                    </a:lnTo>
                    <a:lnTo>
                      <a:pt x="1070732" y="1581214"/>
                    </a:lnTo>
                    <a:lnTo>
                      <a:pt x="1070732" y="1576035"/>
                    </a:lnTo>
                    <a:lnTo>
                      <a:pt x="1073465" y="1576035"/>
                    </a:lnTo>
                    <a:lnTo>
                      <a:pt x="1073465" y="1560788"/>
                    </a:lnTo>
                    <a:lnTo>
                      <a:pt x="1070732" y="1560788"/>
                    </a:lnTo>
                    <a:lnTo>
                      <a:pt x="1070732" y="1558055"/>
                    </a:lnTo>
                    <a:lnTo>
                      <a:pt x="1073465" y="1558055"/>
                    </a:lnTo>
                    <a:lnTo>
                      <a:pt x="1073465" y="1545398"/>
                    </a:lnTo>
                    <a:lnTo>
                      <a:pt x="1070732" y="1545398"/>
                    </a:lnTo>
                    <a:lnTo>
                      <a:pt x="1070732" y="1542953"/>
                    </a:lnTo>
                    <a:lnTo>
                      <a:pt x="1073465" y="1542953"/>
                    </a:lnTo>
                    <a:lnTo>
                      <a:pt x="1073465" y="1540507"/>
                    </a:lnTo>
                    <a:lnTo>
                      <a:pt x="1070732" y="1537918"/>
                    </a:lnTo>
                    <a:lnTo>
                      <a:pt x="1070732" y="1535761"/>
                    </a:lnTo>
                    <a:lnTo>
                      <a:pt x="1073465" y="1535761"/>
                    </a:lnTo>
                    <a:lnTo>
                      <a:pt x="1073465" y="1533315"/>
                    </a:lnTo>
                    <a:lnTo>
                      <a:pt x="1070732" y="1533315"/>
                    </a:lnTo>
                    <a:lnTo>
                      <a:pt x="1070732" y="1528281"/>
                    </a:lnTo>
                    <a:lnTo>
                      <a:pt x="1068286" y="1528281"/>
                    </a:lnTo>
                    <a:lnTo>
                      <a:pt x="1068286" y="1523103"/>
                    </a:lnTo>
                    <a:lnTo>
                      <a:pt x="1065841" y="1523103"/>
                    </a:lnTo>
                    <a:lnTo>
                      <a:pt x="1065841" y="1512890"/>
                    </a:lnTo>
                    <a:lnTo>
                      <a:pt x="1063252" y="1512890"/>
                    </a:lnTo>
                    <a:lnTo>
                      <a:pt x="1063252" y="1505123"/>
                    </a:lnTo>
                    <a:lnTo>
                      <a:pt x="1050307" y="1505123"/>
                    </a:lnTo>
                    <a:lnTo>
                      <a:pt x="1050307" y="1506993"/>
                    </a:lnTo>
                    <a:lnTo>
                      <a:pt x="1047861" y="1506993"/>
                    </a:lnTo>
                    <a:lnTo>
                      <a:pt x="1047861" y="1499370"/>
                    </a:lnTo>
                    <a:lnTo>
                      <a:pt x="1045416" y="1499370"/>
                    </a:lnTo>
                    <a:lnTo>
                      <a:pt x="1045416" y="1496781"/>
                    </a:lnTo>
                    <a:lnTo>
                      <a:pt x="1042827" y="1496781"/>
                    </a:lnTo>
                    <a:lnTo>
                      <a:pt x="1042827" y="1494048"/>
                    </a:lnTo>
                    <a:lnTo>
                      <a:pt x="1045416" y="1494048"/>
                    </a:lnTo>
                    <a:lnTo>
                      <a:pt x="1045416" y="1486568"/>
                    </a:lnTo>
                    <a:lnTo>
                      <a:pt x="1037649" y="1486568"/>
                    </a:lnTo>
                    <a:lnTo>
                      <a:pt x="1037649" y="1483835"/>
                    </a:lnTo>
                    <a:lnTo>
                      <a:pt x="1040382" y="1483835"/>
                    </a:lnTo>
                    <a:lnTo>
                      <a:pt x="1040382" y="1481390"/>
                    </a:lnTo>
                    <a:lnTo>
                      <a:pt x="1037649" y="1481390"/>
                    </a:lnTo>
                    <a:lnTo>
                      <a:pt x="1037649" y="1478944"/>
                    </a:lnTo>
                    <a:lnTo>
                      <a:pt x="1035204" y="1478944"/>
                    </a:lnTo>
                    <a:lnTo>
                      <a:pt x="1035204" y="1476499"/>
                    </a:lnTo>
                    <a:lnTo>
                      <a:pt x="1032614" y="1476499"/>
                    </a:lnTo>
                    <a:lnTo>
                      <a:pt x="1032614" y="1473622"/>
                    </a:lnTo>
                    <a:lnTo>
                      <a:pt x="1030169" y="1473622"/>
                    </a:lnTo>
                    <a:lnTo>
                      <a:pt x="1030169" y="1471177"/>
                    </a:lnTo>
                    <a:lnTo>
                      <a:pt x="1032614" y="1471177"/>
                    </a:lnTo>
                    <a:lnTo>
                      <a:pt x="1030169" y="1468732"/>
                    </a:lnTo>
                    <a:lnTo>
                      <a:pt x="1027436" y="1468732"/>
                    </a:lnTo>
                    <a:lnTo>
                      <a:pt x="1027436" y="1463842"/>
                    </a:lnTo>
                    <a:lnTo>
                      <a:pt x="1032614" y="1463842"/>
                    </a:lnTo>
                    <a:lnTo>
                      <a:pt x="1032614" y="1461396"/>
                    </a:lnTo>
                    <a:lnTo>
                      <a:pt x="1030169" y="1461396"/>
                    </a:lnTo>
                    <a:lnTo>
                      <a:pt x="1030169" y="1451184"/>
                    </a:lnTo>
                    <a:lnTo>
                      <a:pt x="1027436" y="1451184"/>
                    </a:lnTo>
                    <a:lnTo>
                      <a:pt x="1027436" y="1448739"/>
                    </a:lnTo>
                    <a:lnTo>
                      <a:pt x="1024991" y="1448739"/>
                    </a:lnTo>
                    <a:lnTo>
                      <a:pt x="1024991" y="1446293"/>
                    </a:lnTo>
                    <a:lnTo>
                      <a:pt x="1022402" y="1446293"/>
                    </a:lnTo>
                    <a:lnTo>
                      <a:pt x="1022402" y="1443704"/>
                    </a:lnTo>
                    <a:lnTo>
                      <a:pt x="1024991" y="1443704"/>
                    </a:lnTo>
                    <a:lnTo>
                      <a:pt x="1024991" y="1440971"/>
                    </a:lnTo>
                    <a:lnTo>
                      <a:pt x="1019957" y="1440971"/>
                    </a:lnTo>
                    <a:lnTo>
                      <a:pt x="1019957" y="1438526"/>
                    </a:lnTo>
                    <a:lnTo>
                      <a:pt x="1012333" y="1438526"/>
                    </a:lnTo>
                    <a:lnTo>
                      <a:pt x="1012333" y="1433492"/>
                    </a:lnTo>
                    <a:lnTo>
                      <a:pt x="1009744" y="1433492"/>
                    </a:lnTo>
                    <a:lnTo>
                      <a:pt x="1009744" y="1428313"/>
                    </a:lnTo>
                    <a:lnTo>
                      <a:pt x="1007011" y="1428313"/>
                    </a:lnTo>
                    <a:lnTo>
                      <a:pt x="1009744" y="1425868"/>
                    </a:lnTo>
                    <a:lnTo>
                      <a:pt x="1012333" y="1425868"/>
                    </a:lnTo>
                    <a:lnTo>
                      <a:pt x="1012333" y="1423279"/>
                    </a:lnTo>
                    <a:lnTo>
                      <a:pt x="1009744" y="1420690"/>
                    </a:lnTo>
                    <a:lnTo>
                      <a:pt x="1007011" y="1420690"/>
                    </a:lnTo>
                    <a:lnTo>
                      <a:pt x="1007011" y="1418245"/>
                    </a:lnTo>
                    <a:lnTo>
                      <a:pt x="1004566" y="1418245"/>
                    </a:lnTo>
                    <a:lnTo>
                      <a:pt x="1004566" y="1415800"/>
                    </a:lnTo>
                    <a:lnTo>
                      <a:pt x="1002121" y="1415800"/>
                    </a:lnTo>
                    <a:lnTo>
                      <a:pt x="1002121" y="1410478"/>
                    </a:lnTo>
                    <a:lnTo>
                      <a:pt x="996799" y="1410478"/>
                    </a:lnTo>
                    <a:lnTo>
                      <a:pt x="996799" y="1402998"/>
                    </a:lnTo>
                    <a:lnTo>
                      <a:pt x="994354" y="1402998"/>
                    </a:lnTo>
                    <a:lnTo>
                      <a:pt x="994354" y="1400265"/>
                    </a:lnTo>
                    <a:lnTo>
                      <a:pt x="996799" y="1400265"/>
                    </a:lnTo>
                    <a:lnTo>
                      <a:pt x="996799" y="1395374"/>
                    </a:lnTo>
                    <a:lnTo>
                      <a:pt x="999532" y="1392929"/>
                    </a:lnTo>
                    <a:lnTo>
                      <a:pt x="996799" y="1392929"/>
                    </a:lnTo>
                    <a:lnTo>
                      <a:pt x="996799" y="1390052"/>
                    </a:lnTo>
                    <a:lnTo>
                      <a:pt x="994354" y="1390052"/>
                    </a:lnTo>
                    <a:lnTo>
                      <a:pt x="994354" y="1387607"/>
                    </a:lnTo>
                    <a:lnTo>
                      <a:pt x="991908" y="1387607"/>
                    </a:lnTo>
                    <a:lnTo>
                      <a:pt x="991908" y="1385162"/>
                    </a:lnTo>
                    <a:lnTo>
                      <a:pt x="994354" y="1385162"/>
                    </a:lnTo>
                    <a:lnTo>
                      <a:pt x="991908" y="1382717"/>
                    </a:lnTo>
                    <a:lnTo>
                      <a:pt x="994354" y="1382717"/>
                    </a:lnTo>
                    <a:lnTo>
                      <a:pt x="991908" y="1379984"/>
                    </a:lnTo>
                    <a:lnTo>
                      <a:pt x="989319" y="1379984"/>
                    </a:lnTo>
                    <a:lnTo>
                      <a:pt x="989319" y="1369771"/>
                    </a:lnTo>
                    <a:lnTo>
                      <a:pt x="986586" y="1369771"/>
                    </a:lnTo>
                    <a:lnTo>
                      <a:pt x="984141" y="1367182"/>
                    </a:lnTo>
                    <a:lnTo>
                      <a:pt x="984141" y="1359703"/>
                    </a:lnTo>
                    <a:lnTo>
                      <a:pt x="981696" y="1356970"/>
                    </a:lnTo>
                    <a:lnTo>
                      <a:pt x="981696" y="1348771"/>
                    </a:lnTo>
                    <a:lnTo>
                      <a:pt x="973929" y="1348771"/>
                    </a:lnTo>
                    <a:lnTo>
                      <a:pt x="973929" y="1351360"/>
                    </a:lnTo>
                    <a:lnTo>
                      <a:pt x="971483" y="1351360"/>
                    </a:lnTo>
                    <a:lnTo>
                      <a:pt x="971483" y="1356250"/>
                    </a:lnTo>
                    <a:lnTo>
                      <a:pt x="963716" y="1356250"/>
                    </a:lnTo>
                    <a:lnTo>
                      <a:pt x="963716" y="1351360"/>
                    </a:lnTo>
                    <a:lnTo>
                      <a:pt x="961271" y="1351360"/>
                    </a:lnTo>
                    <a:lnTo>
                      <a:pt x="961271" y="1338559"/>
                    </a:lnTo>
                    <a:lnTo>
                      <a:pt x="958682" y="1338559"/>
                    </a:lnTo>
                    <a:lnTo>
                      <a:pt x="958682" y="1335826"/>
                    </a:lnTo>
                    <a:lnTo>
                      <a:pt x="961271" y="1335826"/>
                    </a:lnTo>
                    <a:lnTo>
                      <a:pt x="961271" y="1330935"/>
                    </a:lnTo>
                    <a:lnTo>
                      <a:pt x="958682" y="1330935"/>
                    </a:lnTo>
                    <a:lnTo>
                      <a:pt x="958682" y="1328346"/>
                    </a:lnTo>
                    <a:lnTo>
                      <a:pt x="956236" y="1328346"/>
                    </a:lnTo>
                    <a:lnTo>
                      <a:pt x="956236" y="1323168"/>
                    </a:lnTo>
                    <a:lnTo>
                      <a:pt x="951058" y="1323168"/>
                    </a:lnTo>
                    <a:lnTo>
                      <a:pt x="951058" y="1315400"/>
                    </a:lnTo>
                    <a:lnTo>
                      <a:pt x="948469" y="1315400"/>
                    </a:lnTo>
                    <a:lnTo>
                      <a:pt x="948469" y="1300298"/>
                    </a:lnTo>
                    <a:lnTo>
                      <a:pt x="946024" y="1300298"/>
                    </a:lnTo>
                    <a:lnTo>
                      <a:pt x="946024" y="1302743"/>
                    </a:lnTo>
                    <a:lnTo>
                      <a:pt x="943291" y="1302743"/>
                    </a:lnTo>
                    <a:lnTo>
                      <a:pt x="940846" y="1300298"/>
                    </a:lnTo>
                    <a:lnTo>
                      <a:pt x="935811" y="1300298"/>
                    </a:lnTo>
                    <a:lnTo>
                      <a:pt x="935811" y="1297852"/>
                    </a:lnTo>
                    <a:lnTo>
                      <a:pt x="933078" y="1297852"/>
                    </a:lnTo>
                    <a:lnTo>
                      <a:pt x="933078" y="1300298"/>
                    </a:lnTo>
                    <a:lnTo>
                      <a:pt x="930633" y="1300298"/>
                    </a:lnTo>
                    <a:lnTo>
                      <a:pt x="930633" y="1297852"/>
                    </a:lnTo>
                    <a:lnTo>
                      <a:pt x="928044" y="1297852"/>
                    </a:lnTo>
                    <a:lnTo>
                      <a:pt x="928044" y="1290085"/>
                    </a:lnTo>
                    <a:lnTo>
                      <a:pt x="923441" y="1290085"/>
                    </a:lnTo>
                    <a:lnTo>
                      <a:pt x="920996" y="1287640"/>
                    </a:lnTo>
                    <a:lnTo>
                      <a:pt x="918551" y="1287640"/>
                    </a:lnTo>
                    <a:lnTo>
                      <a:pt x="918551" y="1279872"/>
                    </a:lnTo>
                    <a:lnTo>
                      <a:pt x="920996" y="1277427"/>
                    </a:lnTo>
                    <a:lnTo>
                      <a:pt x="926174" y="1277427"/>
                    </a:lnTo>
                    <a:lnTo>
                      <a:pt x="926174" y="1272105"/>
                    </a:lnTo>
                    <a:lnTo>
                      <a:pt x="928620" y="1272105"/>
                    </a:lnTo>
                    <a:lnTo>
                      <a:pt x="928620" y="1267214"/>
                    </a:lnTo>
                    <a:lnTo>
                      <a:pt x="923441" y="1267214"/>
                    </a:lnTo>
                    <a:lnTo>
                      <a:pt x="923441" y="1264626"/>
                    </a:lnTo>
                    <a:lnTo>
                      <a:pt x="920996" y="1264626"/>
                    </a:lnTo>
                    <a:lnTo>
                      <a:pt x="918551" y="1261893"/>
                    </a:lnTo>
                    <a:lnTo>
                      <a:pt x="918551" y="1259448"/>
                    </a:lnTo>
                    <a:lnTo>
                      <a:pt x="915962" y="1259448"/>
                    </a:lnTo>
                    <a:lnTo>
                      <a:pt x="915962" y="1254413"/>
                    </a:lnTo>
                    <a:lnTo>
                      <a:pt x="910784" y="1254413"/>
                    </a:lnTo>
                    <a:lnTo>
                      <a:pt x="910784" y="1257002"/>
                    </a:lnTo>
                    <a:lnTo>
                      <a:pt x="908338" y="1257002"/>
                    </a:lnTo>
                    <a:lnTo>
                      <a:pt x="910784" y="1259448"/>
                    </a:lnTo>
                    <a:lnTo>
                      <a:pt x="908338" y="1259448"/>
                    </a:lnTo>
                    <a:lnTo>
                      <a:pt x="908338" y="1262468"/>
                    </a:lnTo>
                    <a:lnTo>
                      <a:pt x="903016" y="1262468"/>
                    </a:lnTo>
                    <a:lnTo>
                      <a:pt x="903016" y="1260023"/>
                    </a:lnTo>
                    <a:lnTo>
                      <a:pt x="900571" y="1262468"/>
                    </a:lnTo>
                    <a:lnTo>
                      <a:pt x="894674" y="1262468"/>
                    </a:lnTo>
                    <a:lnTo>
                      <a:pt x="894674" y="1254989"/>
                    </a:lnTo>
                    <a:lnTo>
                      <a:pt x="897263" y="1254989"/>
                    </a:lnTo>
                    <a:lnTo>
                      <a:pt x="897263" y="1252256"/>
                    </a:lnTo>
                    <a:lnTo>
                      <a:pt x="899708" y="1252256"/>
                    </a:lnTo>
                    <a:lnTo>
                      <a:pt x="899708" y="1249810"/>
                    </a:lnTo>
                    <a:lnTo>
                      <a:pt x="894674" y="1249810"/>
                    </a:lnTo>
                    <a:lnTo>
                      <a:pt x="894674" y="1242043"/>
                    </a:lnTo>
                    <a:lnTo>
                      <a:pt x="897263" y="1242043"/>
                    </a:lnTo>
                    <a:lnTo>
                      <a:pt x="897263" y="1239598"/>
                    </a:lnTo>
                    <a:lnTo>
                      <a:pt x="894674" y="1239598"/>
                    </a:lnTo>
                    <a:lnTo>
                      <a:pt x="894674" y="1237152"/>
                    </a:lnTo>
                    <a:lnTo>
                      <a:pt x="892228" y="1237152"/>
                    </a:lnTo>
                    <a:lnTo>
                      <a:pt x="892228" y="1233700"/>
                    </a:lnTo>
                    <a:lnTo>
                      <a:pt x="894674" y="1233700"/>
                    </a:lnTo>
                    <a:lnTo>
                      <a:pt x="894674" y="1230967"/>
                    </a:lnTo>
                    <a:lnTo>
                      <a:pt x="897263" y="1230967"/>
                    </a:lnTo>
                    <a:lnTo>
                      <a:pt x="899708" y="1228522"/>
                    </a:lnTo>
                    <a:lnTo>
                      <a:pt x="899708" y="1226077"/>
                    </a:lnTo>
                    <a:lnTo>
                      <a:pt x="897550" y="1226077"/>
                    </a:lnTo>
                    <a:lnTo>
                      <a:pt x="897550" y="1220755"/>
                    </a:lnTo>
                    <a:lnTo>
                      <a:pt x="894674" y="1220755"/>
                    </a:lnTo>
                    <a:lnTo>
                      <a:pt x="894674" y="1213419"/>
                    </a:lnTo>
                    <a:lnTo>
                      <a:pt x="897263" y="1210686"/>
                    </a:lnTo>
                    <a:lnTo>
                      <a:pt x="897263" y="1208097"/>
                    </a:lnTo>
                    <a:lnTo>
                      <a:pt x="894674" y="1208097"/>
                    </a:lnTo>
                    <a:lnTo>
                      <a:pt x="892228" y="1205652"/>
                    </a:lnTo>
                    <a:lnTo>
                      <a:pt x="894674" y="1205652"/>
                    </a:lnTo>
                    <a:lnTo>
                      <a:pt x="894674" y="1203207"/>
                    </a:lnTo>
                    <a:lnTo>
                      <a:pt x="892228" y="1203207"/>
                    </a:lnTo>
                    <a:lnTo>
                      <a:pt x="892228" y="1200474"/>
                    </a:lnTo>
                    <a:lnTo>
                      <a:pt x="887050" y="1200474"/>
                    </a:lnTo>
                    <a:lnTo>
                      <a:pt x="884461" y="1203207"/>
                    </a:lnTo>
                    <a:lnTo>
                      <a:pt x="884461" y="1185227"/>
                    </a:lnTo>
                    <a:lnTo>
                      <a:pt x="882016" y="1182782"/>
                    </a:lnTo>
                    <a:lnTo>
                      <a:pt x="882016" y="1180193"/>
                    </a:lnTo>
                    <a:lnTo>
                      <a:pt x="880290" y="1180193"/>
                    </a:lnTo>
                    <a:lnTo>
                      <a:pt x="880290" y="1182782"/>
                    </a:lnTo>
                    <a:lnTo>
                      <a:pt x="877845" y="1180193"/>
                    </a:lnTo>
                    <a:lnTo>
                      <a:pt x="880290" y="1180193"/>
                    </a:lnTo>
                    <a:lnTo>
                      <a:pt x="880290" y="1177460"/>
                    </a:lnTo>
                    <a:lnTo>
                      <a:pt x="883023" y="1177460"/>
                    </a:lnTo>
                    <a:lnTo>
                      <a:pt x="883023" y="1172569"/>
                    </a:lnTo>
                    <a:lnTo>
                      <a:pt x="880290" y="1172569"/>
                    </a:lnTo>
                    <a:lnTo>
                      <a:pt x="880290" y="1164802"/>
                    </a:lnTo>
                    <a:lnTo>
                      <a:pt x="877845" y="1164802"/>
                    </a:lnTo>
                    <a:lnTo>
                      <a:pt x="877845" y="1162357"/>
                    </a:lnTo>
                    <a:lnTo>
                      <a:pt x="874536" y="1162357"/>
                    </a:lnTo>
                    <a:lnTo>
                      <a:pt x="874536" y="1159767"/>
                    </a:lnTo>
                    <a:lnTo>
                      <a:pt x="872091" y="1157035"/>
                    </a:lnTo>
                    <a:lnTo>
                      <a:pt x="866913" y="1157035"/>
                    </a:lnTo>
                    <a:lnTo>
                      <a:pt x="866913" y="1159767"/>
                    </a:lnTo>
                    <a:lnTo>
                      <a:pt x="869358" y="1159767"/>
                    </a:lnTo>
                    <a:lnTo>
                      <a:pt x="869358" y="1162357"/>
                    </a:lnTo>
                    <a:lnTo>
                      <a:pt x="866913" y="1162357"/>
                    </a:lnTo>
                    <a:lnTo>
                      <a:pt x="866913" y="1167247"/>
                    </a:lnTo>
                    <a:lnTo>
                      <a:pt x="864324" y="1167247"/>
                    </a:lnTo>
                    <a:lnTo>
                      <a:pt x="864324" y="1164802"/>
                    </a:lnTo>
                    <a:lnTo>
                      <a:pt x="861879" y="1164802"/>
                    </a:lnTo>
                    <a:lnTo>
                      <a:pt x="861879" y="1162357"/>
                    </a:lnTo>
                    <a:lnTo>
                      <a:pt x="859146" y="1162357"/>
                    </a:lnTo>
                    <a:lnTo>
                      <a:pt x="859146" y="1159767"/>
                    </a:lnTo>
                    <a:lnTo>
                      <a:pt x="851522" y="1159767"/>
                    </a:lnTo>
                    <a:lnTo>
                      <a:pt x="851522" y="1149555"/>
                    </a:lnTo>
                    <a:lnTo>
                      <a:pt x="848789" y="1149555"/>
                    </a:lnTo>
                    <a:lnTo>
                      <a:pt x="848789" y="1136610"/>
                    </a:lnTo>
                    <a:lnTo>
                      <a:pt x="843899" y="1136610"/>
                    </a:lnTo>
                    <a:lnTo>
                      <a:pt x="841310" y="1134164"/>
                    </a:lnTo>
                    <a:lnTo>
                      <a:pt x="838577" y="1134164"/>
                    </a:lnTo>
                    <a:lnTo>
                      <a:pt x="836132" y="1131719"/>
                    </a:lnTo>
                    <a:lnTo>
                      <a:pt x="831097" y="1131719"/>
                    </a:lnTo>
                    <a:lnTo>
                      <a:pt x="831097" y="1129274"/>
                    </a:lnTo>
                    <a:lnTo>
                      <a:pt x="828508" y="1129274"/>
                    </a:lnTo>
                    <a:lnTo>
                      <a:pt x="828508" y="1126541"/>
                    </a:lnTo>
                    <a:lnTo>
                      <a:pt x="826063" y="1123952"/>
                    </a:lnTo>
                    <a:lnTo>
                      <a:pt x="826063" y="1113739"/>
                    </a:lnTo>
                    <a:lnTo>
                      <a:pt x="821029" y="1113739"/>
                    </a:lnTo>
                    <a:lnTo>
                      <a:pt x="821029" y="1108849"/>
                    </a:lnTo>
                    <a:lnTo>
                      <a:pt x="823618" y="1108849"/>
                    </a:lnTo>
                    <a:lnTo>
                      <a:pt x="823618" y="1104246"/>
                    </a:lnTo>
                    <a:lnTo>
                      <a:pt x="821029" y="1101801"/>
                    </a:lnTo>
                    <a:lnTo>
                      <a:pt x="826063" y="1101801"/>
                    </a:lnTo>
                    <a:lnTo>
                      <a:pt x="826063" y="1104246"/>
                    </a:lnTo>
                    <a:lnTo>
                      <a:pt x="828508" y="1104246"/>
                    </a:lnTo>
                    <a:lnTo>
                      <a:pt x="831241" y="1106835"/>
                    </a:lnTo>
                    <a:lnTo>
                      <a:pt x="833830" y="1106835"/>
                    </a:lnTo>
                    <a:lnTo>
                      <a:pt x="833830" y="1094034"/>
                    </a:lnTo>
                    <a:lnTo>
                      <a:pt x="828508" y="1094034"/>
                    </a:lnTo>
                    <a:lnTo>
                      <a:pt x="828508" y="1091588"/>
                    </a:lnTo>
                    <a:lnTo>
                      <a:pt x="826063" y="1091588"/>
                    </a:lnTo>
                    <a:lnTo>
                      <a:pt x="826063" y="1089143"/>
                    </a:lnTo>
                    <a:lnTo>
                      <a:pt x="828508" y="1089143"/>
                    </a:lnTo>
                    <a:lnTo>
                      <a:pt x="828508" y="1083821"/>
                    </a:lnTo>
                    <a:lnTo>
                      <a:pt x="823618" y="1083821"/>
                    </a:lnTo>
                    <a:lnTo>
                      <a:pt x="823618" y="1071163"/>
                    </a:lnTo>
                    <a:lnTo>
                      <a:pt x="826063" y="1071163"/>
                    </a:lnTo>
                    <a:lnTo>
                      <a:pt x="826063" y="1063396"/>
                    </a:lnTo>
                    <a:lnTo>
                      <a:pt x="828508" y="1063396"/>
                    </a:lnTo>
                    <a:lnTo>
                      <a:pt x="828508" y="1053183"/>
                    </a:lnTo>
                    <a:lnTo>
                      <a:pt x="831241" y="1053183"/>
                    </a:lnTo>
                    <a:lnTo>
                      <a:pt x="831241" y="1045848"/>
                    </a:lnTo>
                    <a:lnTo>
                      <a:pt x="833830" y="1042971"/>
                    </a:lnTo>
                    <a:lnTo>
                      <a:pt x="833830" y="1035635"/>
                    </a:lnTo>
                    <a:lnTo>
                      <a:pt x="836275" y="1035635"/>
                    </a:lnTo>
                    <a:lnTo>
                      <a:pt x="836275" y="1027868"/>
                    </a:lnTo>
                    <a:lnTo>
                      <a:pt x="838721" y="1025423"/>
                    </a:lnTo>
                    <a:lnTo>
                      <a:pt x="838721" y="1017943"/>
                    </a:lnTo>
                    <a:lnTo>
                      <a:pt x="841454" y="1017943"/>
                    </a:lnTo>
                    <a:lnTo>
                      <a:pt x="841454" y="1010176"/>
                    </a:lnTo>
                    <a:lnTo>
                      <a:pt x="844043" y="1007730"/>
                    </a:lnTo>
                    <a:lnTo>
                      <a:pt x="844043" y="999963"/>
                    </a:lnTo>
                    <a:lnTo>
                      <a:pt x="846488" y="999963"/>
                    </a:lnTo>
                    <a:lnTo>
                      <a:pt x="846488" y="989175"/>
                    </a:lnTo>
                    <a:lnTo>
                      <a:pt x="848933" y="989175"/>
                    </a:lnTo>
                    <a:lnTo>
                      <a:pt x="848933" y="981696"/>
                    </a:lnTo>
                    <a:lnTo>
                      <a:pt x="851522" y="981696"/>
                    </a:lnTo>
                    <a:lnTo>
                      <a:pt x="851522" y="974792"/>
                    </a:lnTo>
                    <a:lnTo>
                      <a:pt x="853967" y="972346"/>
                    </a:lnTo>
                    <a:lnTo>
                      <a:pt x="853967" y="964579"/>
                    </a:lnTo>
                    <a:lnTo>
                      <a:pt x="856557" y="964579"/>
                    </a:lnTo>
                    <a:lnTo>
                      <a:pt x="856557" y="956812"/>
                    </a:lnTo>
                    <a:lnTo>
                      <a:pt x="859002" y="951921"/>
                    </a:lnTo>
                    <a:lnTo>
                      <a:pt x="859002" y="946024"/>
                    </a:lnTo>
                    <a:lnTo>
                      <a:pt x="861735" y="943579"/>
                    </a:lnTo>
                    <a:lnTo>
                      <a:pt x="861735" y="935811"/>
                    </a:lnTo>
                    <a:lnTo>
                      <a:pt x="864180" y="935811"/>
                    </a:lnTo>
                    <a:lnTo>
                      <a:pt x="864180" y="928332"/>
                    </a:lnTo>
                    <a:lnTo>
                      <a:pt x="866769" y="925599"/>
                    </a:lnTo>
                    <a:lnTo>
                      <a:pt x="866769" y="918119"/>
                    </a:lnTo>
                    <a:lnTo>
                      <a:pt x="869214" y="918119"/>
                    </a:lnTo>
                    <a:lnTo>
                      <a:pt x="869214" y="910496"/>
                    </a:lnTo>
                    <a:lnTo>
                      <a:pt x="871947" y="907907"/>
                    </a:lnTo>
                    <a:lnTo>
                      <a:pt x="871947" y="900284"/>
                    </a:lnTo>
                    <a:lnTo>
                      <a:pt x="874392" y="900284"/>
                    </a:lnTo>
                    <a:lnTo>
                      <a:pt x="874392" y="892516"/>
                    </a:lnTo>
                    <a:lnTo>
                      <a:pt x="876982" y="890071"/>
                    </a:lnTo>
                    <a:lnTo>
                      <a:pt x="876982" y="882304"/>
                    </a:lnTo>
                    <a:lnTo>
                      <a:pt x="880290" y="882304"/>
                    </a:lnTo>
                    <a:lnTo>
                      <a:pt x="880290" y="872091"/>
                    </a:lnTo>
                    <a:lnTo>
                      <a:pt x="883023" y="869646"/>
                    </a:lnTo>
                    <a:lnTo>
                      <a:pt x="883023" y="864468"/>
                    </a:lnTo>
                    <a:lnTo>
                      <a:pt x="885468" y="864468"/>
                    </a:lnTo>
                    <a:lnTo>
                      <a:pt x="885468" y="854255"/>
                    </a:lnTo>
                    <a:lnTo>
                      <a:pt x="888057" y="851666"/>
                    </a:lnTo>
                    <a:lnTo>
                      <a:pt x="888057" y="846776"/>
                    </a:lnTo>
                    <a:lnTo>
                      <a:pt x="890502" y="846776"/>
                    </a:lnTo>
                    <a:lnTo>
                      <a:pt x="890502" y="839008"/>
                    </a:lnTo>
                    <a:lnTo>
                      <a:pt x="893235" y="836563"/>
                    </a:lnTo>
                    <a:lnTo>
                      <a:pt x="893235" y="828796"/>
                    </a:lnTo>
                    <a:lnTo>
                      <a:pt x="895681" y="826350"/>
                    </a:lnTo>
                    <a:lnTo>
                      <a:pt x="895681" y="818583"/>
                    </a:lnTo>
                    <a:lnTo>
                      <a:pt x="898270" y="818583"/>
                    </a:lnTo>
                    <a:lnTo>
                      <a:pt x="898270" y="810816"/>
                    </a:lnTo>
                    <a:lnTo>
                      <a:pt x="900715" y="808371"/>
                    </a:lnTo>
                    <a:lnTo>
                      <a:pt x="900715" y="800604"/>
                    </a:lnTo>
                    <a:lnTo>
                      <a:pt x="903160" y="800604"/>
                    </a:lnTo>
                    <a:lnTo>
                      <a:pt x="903160" y="793268"/>
                    </a:lnTo>
                    <a:lnTo>
                      <a:pt x="905893" y="790535"/>
                    </a:lnTo>
                    <a:lnTo>
                      <a:pt x="905893" y="783055"/>
                    </a:lnTo>
                    <a:lnTo>
                      <a:pt x="908482" y="780322"/>
                    </a:lnTo>
                    <a:lnTo>
                      <a:pt x="908482" y="775288"/>
                    </a:lnTo>
                    <a:lnTo>
                      <a:pt x="910927" y="772843"/>
                    </a:lnTo>
                    <a:lnTo>
                      <a:pt x="910927" y="767521"/>
                    </a:lnTo>
                    <a:lnTo>
                      <a:pt x="913373" y="765075"/>
                    </a:lnTo>
                    <a:lnTo>
                      <a:pt x="913373" y="754863"/>
                    </a:lnTo>
                    <a:lnTo>
                      <a:pt x="916106" y="754863"/>
                    </a:lnTo>
                    <a:lnTo>
                      <a:pt x="916106" y="747096"/>
                    </a:lnTo>
                    <a:lnTo>
                      <a:pt x="918695" y="747096"/>
                    </a:lnTo>
                    <a:lnTo>
                      <a:pt x="918695" y="736883"/>
                    </a:lnTo>
                    <a:lnTo>
                      <a:pt x="921140" y="736883"/>
                    </a:lnTo>
                    <a:lnTo>
                      <a:pt x="921140" y="729404"/>
                    </a:lnTo>
                    <a:lnTo>
                      <a:pt x="923585" y="726671"/>
                    </a:lnTo>
                    <a:lnTo>
                      <a:pt x="923585" y="719335"/>
                    </a:lnTo>
                    <a:lnTo>
                      <a:pt x="926318" y="719335"/>
                    </a:lnTo>
                    <a:lnTo>
                      <a:pt x="926318" y="711568"/>
                    </a:lnTo>
                    <a:lnTo>
                      <a:pt x="928763" y="711568"/>
                    </a:lnTo>
                    <a:lnTo>
                      <a:pt x="928763" y="701499"/>
                    </a:lnTo>
                    <a:lnTo>
                      <a:pt x="931352" y="701499"/>
                    </a:lnTo>
                    <a:lnTo>
                      <a:pt x="931352" y="693732"/>
                    </a:lnTo>
                    <a:lnTo>
                      <a:pt x="933798" y="691286"/>
                    </a:lnTo>
                    <a:lnTo>
                      <a:pt x="933798" y="683519"/>
                    </a:lnTo>
                    <a:lnTo>
                      <a:pt x="936531" y="683519"/>
                    </a:lnTo>
                    <a:lnTo>
                      <a:pt x="936531" y="672731"/>
                    </a:lnTo>
                    <a:lnTo>
                      <a:pt x="937825" y="672731"/>
                    </a:lnTo>
                    <a:lnTo>
                      <a:pt x="937825" y="665108"/>
                    </a:lnTo>
                    <a:lnTo>
                      <a:pt x="940414" y="665108"/>
                    </a:lnTo>
                    <a:lnTo>
                      <a:pt x="940414" y="658348"/>
                    </a:lnTo>
                    <a:lnTo>
                      <a:pt x="942859" y="655759"/>
                    </a:lnTo>
                    <a:lnTo>
                      <a:pt x="942859" y="648135"/>
                    </a:lnTo>
                    <a:lnTo>
                      <a:pt x="945592" y="648135"/>
                    </a:lnTo>
                    <a:lnTo>
                      <a:pt x="945592" y="640368"/>
                    </a:lnTo>
                    <a:lnTo>
                      <a:pt x="948038" y="637923"/>
                    </a:lnTo>
                    <a:lnTo>
                      <a:pt x="948038" y="629580"/>
                    </a:lnTo>
                    <a:lnTo>
                      <a:pt x="950627" y="629580"/>
                    </a:lnTo>
                    <a:lnTo>
                      <a:pt x="950627" y="619367"/>
                    </a:lnTo>
                    <a:lnTo>
                      <a:pt x="953072" y="619367"/>
                    </a:lnTo>
                    <a:lnTo>
                      <a:pt x="953072" y="611744"/>
                    </a:lnTo>
                    <a:lnTo>
                      <a:pt x="955805" y="611744"/>
                    </a:lnTo>
                    <a:lnTo>
                      <a:pt x="955805" y="601531"/>
                    </a:lnTo>
                    <a:lnTo>
                      <a:pt x="958250" y="601531"/>
                    </a:lnTo>
                    <a:lnTo>
                      <a:pt x="958250" y="594052"/>
                    </a:lnTo>
                    <a:lnTo>
                      <a:pt x="960839" y="591319"/>
                    </a:lnTo>
                    <a:lnTo>
                      <a:pt x="960839" y="583839"/>
                    </a:lnTo>
                    <a:lnTo>
                      <a:pt x="963284" y="581107"/>
                    </a:lnTo>
                    <a:lnTo>
                      <a:pt x="963284" y="578517"/>
                    </a:lnTo>
                    <a:lnTo>
                      <a:pt x="966017" y="573627"/>
                    </a:lnTo>
                    <a:lnTo>
                      <a:pt x="966017" y="565860"/>
                    </a:lnTo>
                    <a:lnTo>
                      <a:pt x="968463" y="565860"/>
                    </a:lnTo>
                    <a:lnTo>
                      <a:pt x="968463" y="558092"/>
                    </a:lnTo>
                    <a:lnTo>
                      <a:pt x="971052" y="555647"/>
                    </a:lnTo>
                    <a:lnTo>
                      <a:pt x="971052" y="547880"/>
                    </a:lnTo>
                    <a:lnTo>
                      <a:pt x="973497" y="547880"/>
                    </a:lnTo>
                    <a:lnTo>
                      <a:pt x="973497" y="537667"/>
                    </a:lnTo>
                    <a:lnTo>
                      <a:pt x="975942" y="537667"/>
                    </a:lnTo>
                    <a:lnTo>
                      <a:pt x="975942" y="530332"/>
                    </a:lnTo>
                    <a:lnTo>
                      <a:pt x="978675" y="530332"/>
                    </a:lnTo>
                    <a:lnTo>
                      <a:pt x="978675" y="522564"/>
                    </a:lnTo>
                    <a:lnTo>
                      <a:pt x="981264" y="520119"/>
                    </a:lnTo>
                    <a:lnTo>
                      <a:pt x="981264" y="512352"/>
                    </a:lnTo>
                    <a:lnTo>
                      <a:pt x="983710" y="512352"/>
                    </a:lnTo>
                    <a:lnTo>
                      <a:pt x="983710" y="504584"/>
                    </a:lnTo>
                    <a:lnTo>
                      <a:pt x="986155" y="502139"/>
                    </a:lnTo>
                    <a:lnTo>
                      <a:pt x="986155" y="494372"/>
                    </a:lnTo>
                    <a:lnTo>
                      <a:pt x="988888" y="491927"/>
                    </a:lnTo>
                    <a:lnTo>
                      <a:pt x="988888" y="484159"/>
                    </a:lnTo>
                    <a:lnTo>
                      <a:pt x="991477" y="484159"/>
                    </a:lnTo>
                    <a:lnTo>
                      <a:pt x="991477" y="476680"/>
                    </a:lnTo>
                    <a:lnTo>
                      <a:pt x="993922" y="473947"/>
                    </a:lnTo>
                    <a:lnTo>
                      <a:pt x="993922" y="466611"/>
                    </a:lnTo>
                    <a:lnTo>
                      <a:pt x="996367" y="466611"/>
                    </a:lnTo>
                    <a:lnTo>
                      <a:pt x="996367" y="458844"/>
                    </a:lnTo>
                    <a:lnTo>
                      <a:pt x="999100" y="456399"/>
                    </a:lnTo>
                    <a:lnTo>
                      <a:pt x="999100" y="448631"/>
                    </a:lnTo>
                    <a:lnTo>
                      <a:pt x="1001689" y="448631"/>
                    </a:lnTo>
                    <a:lnTo>
                      <a:pt x="1001689" y="440864"/>
                    </a:lnTo>
                    <a:lnTo>
                      <a:pt x="1004135" y="435974"/>
                    </a:lnTo>
                    <a:lnTo>
                      <a:pt x="1004135" y="430652"/>
                    </a:lnTo>
                    <a:lnTo>
                      <a:pt x="1006580" y="430652"/>
                    </a:lnTo>
                    <a:lnTo>
                      <a:pt x="1006580" y="420439"/>
                    </a:lnTo>
                    <a:lnTo>
                      <a:pt x="1009744" y="420439"/>
                    </a:lnTo>
                    <a:lnTo>
                      <a:pt x="1009744" y="413823"/>
                    </a:lnTo>
                    <a:lnTo>
                      <a:pt x="1012333" y="413823"/>
                    </a:lnTo>
                    <a:lnTo>
                      <a:pt x="1012333" y="408788"/>
                    </a:lnTo>
                    <a:lnTo>
                      <a:pt x="1009744" y="408788"/>
                    </a:lnTo>
                    <a:lnTo>
                      <a:pt x="1007011" y="406343"/>
                    </a:lnTo>
                    <a:lnTo>
                      <a:pt x="999532" y="406343"/>
                    </a:lnTo>
                    <a:lnTo>
                      <a:pt x="996799" y="403610"/>
                    </a:lnTo>
                    <a:lnTo>
                      <a:pt x="991908" y="403610"/>
                    </a:lnTo>
                    <a:lnTo>
                      <a:pt x="989319" y="401021"/>
                    </a:lnTo>
                    <a:lnTo>
                      <a:pt x="981696" y="401021"/>
                    </a:lnTo>
                    <a:lnTo>
                      <a:pt x="979107" y="398576"/>
                    </a:lnTo>
                    <a:lnTo>
                      <a:pt x="973929" y="398576"/>
                    </a:lnTo>
                    <a:lnTo>
                      <a:pt x="968894" y="396131"/>
                    </a:lnTo>
                    <a:lnTo>
                      <a:pt x="966593" y="396131"/>
                    </a:lnTo>
                    <a:lnTo>
                      <a:pt x="961415" y="393541"/>
                    </a:lnTo>
                    <a:lnTo>
                      <a:pt x="958826" y="393541"/>
                    </a:lnTo>
                    <a:lnTo>
                      <a:pt x="956380" y="390808"/>
                    </a:lnTo>
                    <a:lnTo>
                      <a:pt x="953647" y="390808"/>
                    </a:lnTo>
                    <a:lnTo>
                      <a:pt x="943435" y="388363"/>
                    </a:lnTo>
                    <a:lnTo>
                      <a:pt x="940990" y="388363"/>
                    </a:lnTo>
                    <a:lnTo>
                      <a:pt x="937825" y="385055"/>
                    </a:lnTo>
                    <a:lnTo>
                      <a:pt x="932647" y="385055"/>
                    </a:lnTo>
                    <a:lnTo>
                      <a:pt x="930202" y="382610"/>
                    </a:lnTo>
                    <a:lnTo>
                      <a:pt x="923441" y="382610"/>
                    </a:lnTo>
                    <a:lnTo>
                      <a:pt x="920996" y="379733"/>
                    </a:lnTo>
                    <a:lnTo>
                      <a:pt x="913229" y="379733"/>
                    </a:lnTo>
                    <a:lnTo>
                      <a:pt x="910784" y="377288"/>
                    </a:lnTo>
                    <a:lnTo>
                      <a:pt x="908338" y="377288"/>
                    </a:lnTo>
                    <a:lnTo>
                      <a:pt x="905749" y="374842"/>
                    </a:lnTo>
                    <a:lnTo>
                      <a:pt x="897550" y="374842"/>
                    </a:lnTo>
                    <a:lnTo>
                      <a:pt x="897550" y="372397"/>
                    </a:lnTo>
                    <a:lnTo>
                      <a:pt x="889783" y="372397"/>
                    </a:lnTo>
                    <a:lnTo>
                      <a:pt x="887338" y="369664"/>
                    </a:lnTo>
                    <a:lnTo>
                      <a:pt x="880290" y="369664"/>
                    </a:lnTo>
                    <a:lnTo>
                      <a:pt x="877845" y="367075"/>
                    </a:lnTo>
                    <a:lnTo>
                      <a:pt x="874536" y="367075"/>
                    </a:lnTo>
                    <a:lnTo>
                      <a:pt x="872091" y="364630"/>
                    </a:lnTo>
                    <a:lnTo>
                      <a:pt x="864324" y="364630"/>
                    </a:lnTo>
                    <a:lnTo>
                      <a:pt x="861879" y="362185"/>
                    </a:lnTo>
                    <a:lnTo>
                      <a:pt x="856700" y="362185"/>
                    </a:lnTo>
                    <a:lnTo>
                      <a:pt x="854111" y="359452"/>
                    </a:lnTo>
                    <a:lnTo>
                      <a:pt x="848933" y="359452"/>
                    </a:lnTo>
                    <a:lnTo>
                      <a:pt x="846488" y="356863"/>
                    </a:lnTo>
                    <a:lnTo>
                      <a:pt x="838721" y="356863"/>
                    </a:lnTo>
                    <a:lnTo>
                      <a:pt x="838721" y="354417"/>
                    </a:lnTo>
                    <a:lnTo>
                      <a:pt x="833830" y="354417"/>
                    </a:lnTo>
                    <a:lnTo>
                      <a:pt x="828508" y="351972"/>
                    </a:lnTo>
                    <a:lnTo>
                      <a:pt x="823618" y="351972"/>
                    </a:lnTo>
                    <a:lnTo>
                      <a:pt x="818583" y="349239"/>
                    </a:lnTo>
                    <a:lnTo>
                      <a:pt x="813405" y="346650"/>
                    </a:lnTo>
                    <a:lnTo>
                      <a:pt x="810816" y="346650"/>
                    </a:lnTo>
                    <a:lnTo>
                      <a:pt x="808371" y="344205"/>
                    </a:lnTo>
                    <a:lnTo>
                      <a:pt x="800603" y="344205"/>
                    </a:lnTo>
                    <a:lnTo>
                      <a:pt x="800603" y="341903"/>
                    </a:lnTo>
                    <a:lnTo>
                      <a:pt x="792980" y="341903"/>
                    </a:lnTo>
                    <a:lnTo>
                      <a:pt x="792980" y="339171"/>
                    </a:lnTo>
                    <a:lnTo>
                      <a:pt x="785213" y="339171"/>
                    </a:lnTo>
                    <a:lnTo>
                      <a:pt x="785213" y="336582"/>
                    </a:lnTo>
                    <a:lnTo>
                      <a:pt x="779603" y="336582"/>
                    </a:lnTo>
                    <a:lnTo>
                      <a:pt x="771980" y="334136"/>
                    </a:lnTo>
                    <a:lnTo>
                      <a:pt x="769391" y="334136"/>
                    </a:lnTo>
                    <a:lnTo>
                      <a:pt x="764212" y="331691"/>
                    </a:lnTo>
                    <a:lnTo>
                      <a:pt x="762343" y="331691"/>
                    </a:lnTo>
                    <a:lnTo>
                      <a:pt x="762343" y="328958"/>
                    </a:lnTo>
                    <a:lnTo>
                      <a:pt x="757308" y="328958"/>
                    </a:lnTo>
                    <a:lnTo>
                      <a:pt x="752130" y="326369"/>
                    </a:lnTo>
                    <a:lnTo>
                      <a:pt x="749685" y="326369"/>
                    </a:lnTo>
                    <a:lnTo>
                      <a:pt x="747096" y="323924"/>
                    </a:lnTo>
                    <a:lnTo>
                      <a:pt x="739472" y="323924"/>
                    </a:lnTo>
                    <a:lnTo>
                      <a:pt x="739472" y="321478"/>
                    </a:lnTo>
                    <a:lnTo>
                      <a:pt x="734438" y="321478"/>
                    </a:lnTo>
                    <a:lnTo>
                      <a:pt x="731705" y="318746"/>
                    </a:lnTo>
                    <a:lnTo>
                      <a:pt x="729260" y="318746"/>
                    </a:lnTo>
                    <a:lnTo>
                      <a:pt x="726671" y="316157"/>
                    </a:lnTo>
                    <a:lnTo>
                      <a:pt x="722068" y="316157"/>
                    </a:lnTo>
                    <a:lnTo>
                      <a:pt x="717034" y="313711"/>
                    </a:lnTo>
                    <a:lnTo>
                      <a:pt x="711855" y="313711"/>
                    </a:lnTo>
                    <a:lnTo>
                      <a:pt x="711855" y="311266"/>
                    </a:lnTo>
                    <a:lnTo>
                      <a:pt x="704376" y="311266"/>
                    </a:lnTo>
                    <a:lnTo>
                      <a:pt x="704376" y="308677"/>
                    </a:lnTo>
                    <a:lnTo>
                      <a:pt x="696608" y="308677"/>
                    </a:lnTo>
                    <a:lnTo>
                      <a:pt x="696608" y="305944"/>
                    </a:lnTo>
                    <a:lnTo>
                      <a:pt x="693300" y="305944"/>
                    </a:lnTo>
                    <a:lnTo>
                      <a:pt x="688122" y="303499"/>
                    </a:lnTo>
                    <a:lnTo>
                      <a:pt x="683088" y="303499"/>
                    </a:lnTo>
                    <a:lnTo>
                      <a:pt x="683088" y="301053"/>
                    </a:lnTo>
                    <a:lnTo>
                      <a:pt x="675464" y="301053"/>
                    </a:lnTo>
                    <a:lnTo>
                      <a:pt x="675464" y="298752"/>
                    </a:lnTo>
                    <a:lnTo>
                      <a:pt x="667697" y="298752"/>
                    </a:lnTo>
                    <a:lnTo>
                      <a:pt x="665252" y="296019"/>
                    </a:lnTo>
                    <a:lnTo>
                      <a:pt x="660217" y="296019"/>
                    </a:lnTo>
                    <a:lnTo>
                      <a:pt x="660217" y="293574"/>
                    </a:lnTo>
                    <a:lnTo>
                      <a:pt x="655039" y="293574"/>
                    </a:lnTo>
                    <a:lnTo>
                      <a:pt x="650005" y="291129"/>
                    </a:lnTo>
                    <a:lnTo>
                      <a:pt x="642238" y="288683"/>
                    </a:lnTo>
                    <a:lnTo>
                      <a:pt x="639792" y="285950"/>
                    </a:lnTo>
                    <a:lnTo>
                      <a:pt x="632025" y="283361"/>
                    </a:lnTo>
                    <a:lnTo>
                      <a:pt x="627135" y="283361"/>
                    </a:lnTo>
                    <a:lnTo>
                      <a:pt x="624689" y="280916"/>
                    </a:lnTo>
                    <a:lnTo>
                      <a:pt x="616922" y="278471"/>
                    </a:lnTo>
                    <a:lnTo>
                      <a:pt x="614477" y="278471"/>
                    </a:lnTo>
                    <a:lnTo>
                      <a:pt x="609442" y="275738"/>
                    </a:lnTo>
                    <a:lnTo>
                      <a:pt x="606997" y="275738"/>
                    </a:lnTo>
                    <a:lnTo>
                      <a:pt x="606997" y="273149"/>
                    </a:lnTo>
                    <a:lnTo>
                      <a:pt x="599518" y="273149"/>
                    </a:lnTo>
                    <a:lnTo>
                      <a:pt x="597072" y="270704"/>
                    </a:lnTo>
                    <a:lnTo>
                      <a:pt x="594052" y="270704"/>
                    </a:lnTo>
                    <a:lnTo>
                      <a:pt x="591607" y="268258"/>
                    </a:lnTo>
                    <a:lnTo>
                      <a:pt x="586572" y="268258"/>
                    </a:lnTo>
                    <a:lnTo>
                      <a:pt x="586572" y="265525"/>
                    </a:lnTo>
                    <a:lnTo>
                      <a:pt x="578230" y="265525"/>
                    </a:lnTo>
                    <a:lnTo>
                      <a:pt x="578230" y="262936"/>
                    </a:lnTo>
                    <a:lnTo>
                      <a:pt x="575784" y="262936"/>
                    </a:lnTo>
                    <a:lnTo>
                      <a:pt x="570606" y="260491"/>
                    </a:lnTo>
                    <a:lnTo>
                      <a:pt x="565572" y="260491"/>
                    </a:lnTo>
                    <a:lnTo>
                      <a:pt x="565572" y="258046"/>
                    </a:lnTo>
                    <a:lnTo>
                      <a:pt x="557805" y="258046"/>
                    </a:lnTo>
                    <a:lnTo>
                      <a:pt x="557805" y="255601"/>
                    </a:lnTo>
                    <a:lnTo>
                      <a:pt x="555359" y="255601"/>
                    </a:lnTo>
                    <a:lnTo>
                      <a:pt x="552626" y="253012"/>
                    </a:lnTo>
                    <a:lnTo>
                      <a:pt x="545147" y="253012"/>
                    </a:lnTo>
                    <a:lnTo>
                      <a:pt x="545147" y="250566"/>
                    </a:lnTo>
                    <a:lnTo>
                      <a:pt x="539969" y="250566"/>
                    </a:lnTo>
                    <a:lnTo>
                      <a:pt x="539969" y="248121"/>
                    </a:lnTo>
                    <a:lnTo>
                      <a:pt x="532201" y="248121"/>
                    </a:lnTo>
                    <a:lnTo>
                      <a:pt x="532201" y="245388"/>
                    </a:lnTo>
                    <a:lnTo>
                      <a:pt x="527167" y="245388"/>
                    </a:lnTo>
                    <a:lnTo>
                      <a:pt x="524722" y="242799"/>
                    </a:lnTo>
                    <a:lnTo>
                      <a:pt x="520694" y="242799"/>
                    </a:lnTo>
                    <a:lnTo>
                      <a:pt x="520694" y="240354"/>
                    </a:lnTo>
                    <a:lnTo>
                      <a:pt x="515660" y="240354"/>
                    </a:lnTo>
                    <a:lnTo>
                      <a:pt x="515660" y="237909"/>
                    </a:lnTo>
                    <a:lnTo>
                      <a:pt x="510482" y="237909"/>
                    </a:lnTo>
                    <a:lnTo>
                      <a:pt x="505447" y="235176"/>
                    </a:lnTo>
                    <a:lnTo>
                      <a:pt x="503002" y="235176"/>
                    </a:lnTo>
                    <a:lnTo>
                      <a:pt x="500269" y="232586"/>
                    </a:lnTo>
                    <a:lnTo>
                      <a:pt x="497824" y="232586"/>
                    </a:lnTo>
                    <a:lnTo>
                      <a:pt x="492790" y="230141"/>
                    </a:lnTo>
                    <a:lnTo>
                      <a:pt x="490057" y="230141"/>
                    </a:lnTo>
                    <a:lnTo>
                      <a:pt x="485022" y="227696"/>
                    </a:lnTo>
                    <a:lnTo>
                      <a:pt x="479844" y="225107"/>
                    </a:lnTo>
                    <a:lnTo>
                      <a:pt x="477543" y="225107"/>
                    </a:lnTo>
                    <a:lnTo>
                      <a:pt x="477543" y="222374"/>
                    </a:lnTo>
                    <a:lnTo>
                      <a:pt x="471789" y="222374"/>
                    </a:lnTo>
                    <a:lnTo>
                      <a:pt x="469056" y="219929"/>
                    </a:lnTo>
                    <a:lnTo>
                      <a:pt x="464022" y="219929"/>
                    </a:lnTo>
                    <a:lnTo>
                      <a:pt x="464022" y="217484"/>
                    </a:lnTo>
                    <a:lnTo>
                      <a:pt x="458844" y="217484"/>
                    </a:lnTo>
                    <a:lnTo>
                      <a:pt x="456399" y="214894"/>
                    </a:lnTo>
                    <a:lnTo>
                      <a:pt x="451364" y="214894"/>
                    </a:lnTo>
                    <a:lnTo>
                      <a:pt x="451364" y="212161"/>
                    </a:lnTo>
                    <a:lnTo>
                      <a:pt x="446186" y="212161"/>
                    </a:lnTo>
                    <a:lnTo>
                      <a:pt x="443597" y="209716"/>
                    </a:lnTo>
                    <a:lnTo>
                      <a:pt x="438707" y="209716"/>
                    </a:lnTo>
                    <a:lnTo>
                      <a:pt x="435974" y="207271"/>
                    </a:lnTo>
                    <a:lnTo>
                      <a:pt x="433385" y="207271"/>
                    </a:lnTo>
                    <a:lnTo>
                      <a:pt x="433385" y="204826"/>
                    </a:lnTo>
                    <a:lnTo>
                      <a:pt x="428494" y="204826"/>
                    </a:lnTo>
                    <a:lnTo>
                      <a:pt x="425761" y="201949"/>
                    </a:lnTo>
                    <a:lnTo>
                      <a:pt x="423316" y="201949"/>
                    </a:lnTo>
                    <a:lnTo>
                      <a:pt x="420727" y="199504"/>
                    </a:lnTo>
                    <a:lnTo>
                      <a:pt x="415549" y="199504"/>
                    </a:lnTo>
                    <a:lnTo>
                      <a:pt x="415549" y="197058"/>
                    </a:lnTo>
                    <a:lnTo>
                      <a:pt x="410514" y="197058"/>
                    </a:lnTo>
                    <a:lnTo>
                      <a:pt x="405336" y="194613"/>
                    </a:lnTo>
                    <a:lnTo>
                      <a:pt x="402891" y="191880"/>
                    </a:lnTo>
                    <a:lnTo>
                      <a:pt x="395124" y="189291"/>
                    </a:lnTo>
                    <a:lnTo>
                      <a:pt x="392678" y="189291"/>
                    </a:lnTo>
                    <a:lnTo>
                      <a:pt x="390089" y="186846"/>
                    </a:lnTo>
                    <a:lnTo>
                      <a:pt x="387644" y="186846"/>
                    </a:lnTo>
                    <a:lnTo>
                      <a:pt x="384911" y="184401"/>
                    </a:lnTo>
                    <a:lnTo>
                      <a:pt x="379877" y="184401"/>
                    </a:lnTo>
                    <a:lnTo>
                      <a:pt x="377431" y="181668"/>
                    </a:lnTo>
                    <a:lnTo>
                      <a:pt x="369664" y="179079"/>
                    </a:lnTo>
                    <a:lnTo>
                      <a:pt x="367219" y="179079"/>
                    </a:lnTo>
                    <a:lnTo>
                      <a:pt x="367219" y="176633"/>
                    </a:lnTo>
                    <a:lnTo>
                      <a:pt x="362472" y="176633"/>
                    </a:lnTo>
                    <a:lnTo>
                      <a:pt x="362472" y="174188"/>
                    </a:lnTo>
                    <a:lnTo>
                      <a:pt x="357438" y="174188"/>
                    </a:lnTo>
                    <a:lnTo>
                      <a:pt x="357438" y="171455"/>
                    </a:lnTo>
                    <a:lnTo>
                      <a:pt x="352260" y="171455"/>
                    </a:lnTo>
                    <a:lnTo>
                      <a:pt x="349671" y="168866"/>
                    </a:lnTo>
                    <a:lnTo>
                      <a:pt x="347225" y="168866"/>
                    </a:lnTo>
                    <a:lnTo>
                      <a:pt x="344780" y="166421"/>
                    </a:lnTo>
                    <a:lnTo>
                      <a:pt x="339458" y="166421"/>
                    </a:lnTo>
                    <a:lnTo>
                      <a:pt x="339458" y="163976"/>
                    </a:lnTo>
                    <a:lnTo>
                      <a:pt x="333705" y="163976"/>
                    </a:lnTo>
                    <a:lnTo>
                      <a:pt x="330972" y="161243"/>
                    </a:lnTo>
                    <a:lnTo>
                      <a:pt x="323492" y="158654"/>
                    </a:lnTo>
                    <a:lnTo>
                      <a:pt x="320759" y="158654"/>
                    </a:lnTo>
                    <a:lnTo>
                      <a:pt x="320759" y="156208"/>
                    </a:lnTo>
                    <a:lnTo>
                      <a:pt x="319321" y="156208"/>
                    </a:lnTo>
                    <a:lnTo>
                      <a:pt x="314286" y="153763"/>
                    </a:lnTo>
                    <a:lnTo>
                      <a:pt x="311554" y="153763"/>
                    </a:lnTo>
                    <a:lnTo>
                      <a:pt x="309108" y="151030"/>
                    </a:lnTo>
                    <a:lnTo>
                      <a:pt x="306519" y="151030"/>
                    </a:lnTo>
                    <a:lnTo>
                      <a:pt x="301629" y="148441"/>
                    </a:lnTo>
                    <a:lnTo>
                      <a:pt x="298896" y="145996"/>
                    </a:lnTo>
                    <a:lnTo>
                      <a:pt x="293861" y="145996"/>
                    </a:lnTo>
                    <a:lnTo>
                      <a:pt x="293861" y="143551"/>
                    </a:lnTo>
                    <a:lnTo>
                      <a:pt x="288683" y="143551"/>
                    </a:lnTo>
                    <a:lnTo>
                      <a:pt x="286094" y="140818"/>
                    </a:lnTo>
                    <a:lnTo>
                      <a:pt x="283649" y="140818"/>
                    </a:lnTo>
                    <a:lnTo>
                      <a:pt x="278471" y="138229"/>
                    </a:lnTo>
                    <a:lnTo>
                      <a:pt x="278471" y="135783"/>
                    </a:lnTo>
                    <a:lnTo>
                      <a:pt x="273436" y="135783"/>
                    </a:lnTo>
                    <a:lnTo>
                      <a:pt x="270991" y="133338"/>
                    </a:lnTo>
                    <a:lnTo>
                      <a:pt x="265669" y="133338"/>
                    </a:lnTo>
                    <a:lnTo>
                      <a:pt x="265669" y="130893"/>
                    </a:lnTo>
                    <a:lnTo>
                      <a:pt x="263224" y="130893"/>
                    </a:lnTo>
                    <a:lnTo>
                      <a:pt x="260779" y="128016"/>
                    </a:lnTo>
                    <a:lnTo>
                      <a:pt x="255600" y="125571"/>
                    </a:lnTo>
                    <a:lnTo>
                      <a:pt x="250566" y="125571"/>
                    </a:lnTo>
                    <a:lnTo>
                      <a:pt x="247833" y="123125"/>
                    </a:lnTo>
                    <a:lnTo>
                      <a:pt x="242799" y="120680"/>
                    </a:lnTo>
                    <a:lnTo>
                      <a:pt x="240354" y="120680"/>
                    </a:lnTo>
                    <a:lnTo>
                      <a:pt x="237621" y="117804"/>
                    </a:lnTo>
                    <a:lnTo>
                      <a:pt x="235175" y="117804"/>
                    </a:lnTo>
                    <a:lnTo>
                      <a:pt x="232586" y="115358"/>
                    </a:lnTo>
                    <a:lnTo>
                      <a:pt x="227696" y="115358"/>
                    </a:lnTo>
                    <a:lnTo>
                      <a:pt x="227696" y="111762"/>
                    </a:lnTo>
                    <a:lnTo>
                      <a:pt x="222374" y="111762"/>
                    </a:lnTo>
                    <a:lnTo>
                      <a:pt x="219929" y="109317"/>
                    </a:lnTo>
                    <a:lnTo>
                      <a:pt x="217483" y="109317"/>
                    </a:lnTo>
                    <a:lnTo>
                      <a:pt x="214750" y="106584"/>
                    </a:lnTo>
                    <a:lnTo>
                      <a:pt x="212161" y="106584"/>
                    </a:lnTo>
                    <a:lnTo>
                      <a:pt x="212161" y="103995"/>
                    </a:lnTo>
                    <a:lnTo>
                      <a:pt x="207271" y="103995"/>
                    </a:lnTo>
                    <a:lnTo>
                      <a:pt x="207271" y="101550"/>
                    </a:lnTo>
                    <a:lnTo>
                      <a:pt x="201373" y="101550"/>
                    </a:lnTo>
                    <a:lnTo>
                      <a:pt x="198928" y="99105"/>
                    </a:lnTo>
                    <a:lnTo>
                      <a:pt x="191161" y="93783"/>
                    </a:lnTo>
                    <a:lnTo>
                      <a:pt x="188716" y="93783"/>
                    </a:lnTo>
                    <a:lnTo>
                      <a:pt x="186270" y="91337"/>
                    </a:lnTo>
                    <a:lnTo>
                      <a:pt x="180948" y="91337"/>
                    </a:lnTo>
                    <a:lnTo>
                      <a:pt x="178503" y="88892"/>
                    </a:lnTo>
                    <a:lnTo>
                      <a:pt x="175483" y="88892"/>
                    </a:lnTo>
                    <a:lnTo>
                      <a:pt x="165270" y="83570"/>
                    </a:lnTo>
                    <a:lnTo>
                      <a:pt x="162537" y="81125"/>
                    </a:lnTo>
                    <a:lnTo>
                      <a:pt x="157503" y="81125"/>
                    </a:lnTo>
                    <a:lnTo>
                      <a:pt x="157503" y="78680"/>
                    </a:lnTo>
                    <a:lnTo>
                      <a:pt x="152612" y="78680"/>
                    </a:lnTo>
                    <a:lnTo>
                      <a:pt x="152612" y="75947"/>
                    </a:lnTo>
                    <a:lnTo>
                      <a:pt x="147290" y="75947"/>
                    </a:lnTo>
                    <a:lnTo>
                      <a:pt x="147290" y="73358"/>
                    </a:lnTo>
                    <a:lnTo>
                      <a:pt x="142400" y="73358"/>
                    </a:lnTo>
                    <a:lnTo>
                      <a:pt x="142400" y="70912"/>
                    </a:lnTo>
                    <a:lnTo>
                      <a:pt x="137078" y="70912"/>
                    </a:lnTo>
                    <a:lnTo>
                      <a:pt x="122694" y="60700"/>
                    </a:lnTo>
                    <a:lnTo>
                      <a:pt x="119961" y="60700"/>
                    </a:lnTo>
                    <a:lnTo>
                      <a:pt x="117372" y="58255"/>
                    </a:lnTo>
                    <a:lnTo>
                      <a:pt x="112481" y="58255"/>
                    </a:lnTo>
                    <a:lnTo>
                      <a:pt x="112481" y="55522"/>
                    </a:lnTo>
                    <a:lnTo>
                      <a:pt x="109749" y="55522"/>
                    </a:lnTo>
                    <a:lnTo>
                      <a:pt x="107159" y="52933"/>
                    </a:lnTo>
                    <a:lnTo>
                      <a:pt x="104714" y="52933"/>
                    </a:lnTo>
                    <a:lnTo>
                      <a:pt x="99536" y="50487"/>
                    </a:lnTo>
                    <a:lnTo>
                      <a:pt x="96947" y="48042"/>
                    </a:lnTo>
                    <a:lnTo>
                      <a:pt x="92056" y="48042"/>
                    </a:lnTo>
                    <a:lnTo>
                      <a:pt x="89324" y="45597"/>
                    </a:lnTo>
                    <a:lnTo>
                      <a:pt x="86734" y="42720"/>
                    </a:lnTo>
                    <a:lnTo>
                      <a:pt x="84289" y="42720"/>
                    </a:lnTo>
                    <a:lnTo>
                      <a:pt x="81844" y="40275"/>
                    </a:lnTo>
                    <a:lnTo>
                      <a:pt x="79399" y="40275"/>
                    </a:lnTo>
                    <a:lnTo>
                      <a:pt x="76666" y="37830"/>
                    </a:lnTo>
                    <a:lnTo>
                      <a:pt x="74077" y="37830"/>
                    </a:lnTo>
                    <a:lnTo>
                      <a:pt x="71631" y="35384"/>
                    </a:lnTo>
                    <a:lnTo>
                      <a:pt x="69186" y="32651"/>
                    </a:lnTo>
                    <a:lnTo>
                      <a:pt x="63864" y="32651"/>
                    </a:lnTo>
                    <a:lnTo>
                      <a:pt x="61419" y="30062"/>
                    </a:lnTo>
                    <a:lnTo>
                      <a:pt x="58830" y="30062"/>
                    </a:lnTo>
                    <a:lnTo>
                      <a:pt x="58830" y="27617"/>
                    </a:lnTo>
                    <a:lnTo>
                      <a:pt x="56097" y="27617"/>
                    </a:lnTo>
                    <a:lnTo>
                      <a:pt x="46028" y="23014"/>
                    </a:lnTo>
                    <a:lnTo>
                      <a:pt x="43295" y="23014"/>
                    </a:lnTo>
                    <a:lnTo>
                      <a:pt x="43295" y="20425"/>
                    </a:lnTo>
                    <a:lnTo>
                      <a:pt x="40850" y="20425"/>
                    </a:lnTo>
                    <a:lnTo>
                      <a:pt x="38405" y="17980"/>
                    </a:lnTo>
                    <a:lnTo>
                      <a:pt x="35672" y="17980"/>
                    </a:lnTo>
                    <a:lnTo>
                      <a:pt x="30638" y="15535"/>
                    </a:lnTo>
                    <a:lnTo>
                      <a:pt x="25459" y="12802"/>
                    </a:lnTo>
                    <a:lnTo>
                      <a:pt x="22870" y="10213"/>
                    </a:lnTo>
                    <a:lnTo>
                      <a:pt x="20425" y="10213"/>
                    </a:lnTo>
                    <a:lnTo>
                      <a:pt x="12658" y="5322"/>
                    </a:lnTo>
                    <a:lnTo>
                      <a:pt x="10213" y="5322"/>
                    </a:lnTo>
                    <a:lnTo>
                      <a:pt x="7767" y="2589"/>
                    </a:lnTo>
                    <a:lnTo>
                      <a:pt x="5322" y="2589"/>
                    </a:lnTo>
                    <a:lnTo>
                      <a:pt x="2877" y="0"/>
                    </a:lnTo>
                    <a:lnTo>
                      <a:pt x="0" y="0"/>
                    </a:lnTo>
                    <a:lnTo>
                      <a:pt x="0" y="2589"/>
                    </a:lnTo>
                    <a:lnTo>
                      <a:pt x="2877" y="2589"/>
                    </a:lnTo>
                    <a:lnTo>
                      <a:pt x="2877" y="7767"/>
                    </a:lnTo>
                    <a:lnTo>
                      <a:pt x="5610" y="7767"/>
                    </a:lnTo>
                    <a:lnTo>
                      <a:pt x="5610" y="10213"/>
                    </a:lnTo>
                    <a:lnTo>
                      <a:pt x="8055" y="10213"/>
                    </a:lnTo>
                    <a:lnTo>
                      <a:pt x="8055" y="12802"/>
                    </a:lnTo>
                    <a:lnTo>
                      <a:pt x="10500" y="15535"/>
                    </a:lnTo>
                    <a:lnTo>
                      <a:pt x="10500" y="20425"/>
                    </a:lnTo>
                    <a:lnTo>
                      <a:pt x="7767" y="20425"/>
                    </a:lnTo>
                    <a:lnTo>
                      <a:pt x="7767" y="35960"/>
                    </a:lnTo>
                    <a:lnTo>
                      <a:pt x="10213" y="38405"/>
                    </a:lnTo>
                    <a:lnTo>
                      <a:pt x="10213" y="46172"/>
                    </a:lnTo>
                    <a:lnTo>
                      <a:pt x="12658" y="46172"/>
                    </a:lnTo>
                    <a:lnTo>
                      <a:pt x="12658" y="54227"/>
                    </a:lnTo>
                    <a:lnTo>
                      <a:pt x="15247" y="54227"/>
                    </a:lnTo>
                    <a:lnTo>
                      <a:pt x="15247" y="61994"/>
                    </a:lnTo>
                    <a:lnTo>
                      <a:pt x="17980" y="64440"/>
                    </a:lnTo>
                    <a:lnTo>
                      <a:pt x="17980" y="72207"/>
                    </a:lnTo>
                    <a:lnTo>
                      <a:pt x="20425" y="72207"/>
                    </a:lnTo>
                    <a:lnTo>
                      <a:pt x="20425" y="79974"/>
                    </a:lnTo>
                    <a:lnTo>
                      <a:pt x="22870" y="79974"/>
                    </a:lnTo>
                    <a:lnTo>
                      <a:pt x="22870" y="87454"/>
                    </a:lnTo>
                    <a:lnTo>
                      <a:pt x="25459" y="90187"/>
                    </a:lnTo>
                    <a:lnTo>
                      <a:pt x="25459" y="95077"/>
                    </a:lnTo>
                    <a:lnTo>
                      <a:pt x="28192" y="97666"/>
                    </a:lnTo>
                    <a:lnTo>
                      <a:pt x="28192" y="105290"/>
                    </a:lnTo>
                    <a:lnTo>
                      <a:pt x="30638" y="105290"/>
                    </a:lnTo>
                    <a:lnTo>
                      <a:pt x="30638" y="111762"/>
                    </a:lnTo>
                    <a:lnTo>
                      <a:pt x="33083" y="111762"/>
                    </a:lnTo>
                    <a:lnTo>
                      <a:pt x="30638" y="114208"/>
                    </a:lnTo>
                    <a:lnTo>
                      <a:pt x="30638" y="121975"/>
                    </a:lnTo>
                    <a:lnTo>
                      <a:pt x="28192" y="121975"/>
                    </a:lnTo>
                    <a:lnTo>
                      <a:pt x="28192" y="132187"/>
                    </a:lnTo>
                    <a:lnTo>
                      <a:pt x="25459" y="132187"/>
                    </a:lnTo>
                    <a:lnTo>
                      <a:pt x="25459" y="140530"/>
                    </a:lnTo>
                    <a:lnTo>
                      <a:pt x="22870" y="143263"/>
                    </a:lnTo>
                    <a:lnTo>
                      <a:pt x="22870" y="145708"/>
                    </a:lnTo>
                    <a:lnTo>
                      <a:pt x="20425" y="145708"/>
                    </a:lnTo>
                    <a:lnTo>
                      <a:pt x="20425" y="148153"/>
                    </a:lnTo>
                    <a:lnTo>
                      <a:pt x="17980" y="150743"/>
                    </a:lnTo>
                    <a:lnTo>
                      <a:pt x="28192" y="150743"/>
                    </a:lnTo>
                    <a:lnTo>
                      <a:pt x="30638" y="148153"/>
                    </a:lnTo>
                    <a:lnTo>
                      <a:pt x="38405" y="148153"/>
                    </a:lnTo>
                    <a:lnTo>
                      <a:pt x="38405" y="145708"/>
                    </a:lnTo>
                    <a:lnTo>
                      <a:pt x="61275" y="145708"/>
                    </a:lnTo>
                    <a:lnTo>
                      <a:pt x="61275" y="143263"/>
                    </a:lnTo>
                    <a:lnTo>
                      <a:pt x="71488" y="143263"/>
                    </a:lnTo>
                    <a:lnTo>
                      <a:pt x="71488" y="145708"/>
                    </a:lnTo>
                    <a:lnTo>
                      <a:pt x="76522" y="145708"/>
                    </a:lnTo>
                    <a:lnTo>
                      <a:pt x="79255" y="148153"/>
                    </a:lnTo>
                    <a:lnTo>
                      <a:pt x="81700" y="148153"/>
                    </a:lnTo>
                    <a:lnTo>
                      <a:pt x="84145" y="145708"/>
                    </a:lnTo>
                    <a:lnTo>
                      <a:pt x="86591" y="145708"/>
                    </a:lnTo>
                    <a:lnTo>
                      <a:pt x="86591" y="143263"/>
                    </a:lnTo>
                    <a:lnTo>
                      <a:pt x="89180" y="143263"/>
                    </a:lnTo>
                    <a:lnTo>
                      <a:pt x="91913" y="140530"/>
                    </a:lnTo>
                    <a:lnTo>
                      <a:pt x="94358" y="140530"/>
                    </a:lnTo>
                    <a:lnTo>
                      <a:pt x="94358" y="135496"/>
                    </a:lnTo>
                    <a:lnTo>
                      <a:pt x="96803" y="135496"/>
                    </a:lnTo>
                    <a:lnTo>
                      <a:pt x="96803" y="130605"/>
                    </a:lnTo>
                    <a:lnTo>
                      <a:pt x="99392" y="127728"/>
                    </a:lnTo>
                    <a:lnTo>
                      <a:pt x="99392" y="125283"/>
                    </a:lnTo>
                    <a:lnTo>
                      <a:pt x="102125" y="125283"/>
                    </a:lnTo>
                    <a:lnTo>
                      <a:pt x="102125" y="120393"/>
                    </a:lnTo>
                    <a:lnTo>
                      <a:pt x="104570" y="122838"/>
                    </a:lnTo>
                    <a:lnTo>
                      <a:pt x="107016" y="125283"/>
                    </a:lnTo>
                    <a:lnTo>
                      <a:pt x="112338" y="125283"/>
                    </a:lnTo>
                    <a:lnTo>
                      <a:pt x="114783" y="122838"/>
                    </a:lnTo>
                    <a:lnTo>
                      <a:pt x="117947" y="122838"/>
                    </a:lnTo>
                    <a:lnTo>
                      <a:pt x="117947" y="120393"/>
                    </a:lnTo>
                    <a:lnTo>
                      <a:pt x="120536" y="120393"/>
                    </a:lnTo>
                    <a:lnTo>
                      <a:pt x="120536" y="115071"/>
                    </a:lnTo>
                    <a:lnTo>
                      <a:pt x="117947" y="115071"/>
                    </a:lnTo>
                    <a:lnTo>
                      <a:pt x="117947" y="110180"/>
                    </a:lnTo>
                    <a:lnTo>
                      <a:pt x="130749" y="110180"/>
                    </a:lnTo>
                    <a:lnTo>
                      <a:pt x="132331" y="111762"/>
                    </a:lnTo>
                    <a:lnTo>
                      <a:pt x="139811" y="111762"/>
                    </a:lnTo>
                    <a:lnTo>
                      <a:pt x="139811" y="114208"/>
                    </a:lnTo>
                    <a:lnTo>
                      <a:pt x="142544" y="114208"/>
                    </a:lnTo>
                    <a:lnTo>
                      <a:pt x="142544" y="111762"/>
                    </a:lnTo>
                    <a:lnTo>
                      <a:pt x="170448" y="111762"/>
                    </a:lnTo>
                    <a:lnTo>
                      <a:pt x="172894" y="114208"/>
                    </a:lnTo>
                    <a:lnTo>
                      <a:pt x="172894" y="116653"/>
                    </a:lnTo>
                    <a:lnTo>
                      <a:pt x="175626" y="119530"/>
                    </a:lnTo>
                    <a:lnTo>
                      <a:pt x="175626" y="124420"/>
                    </a:lnTo>
                    <a:lnTo>
                      <a:pt x="178072" y="124420"/>
                    </a:lnTo>
                    <a:lnTo>
                      <a:pt x="178072" y="137078"/>
                    </a:lnTo>
                    <a:lnTo>
                      <a:pt x="180517" y="137078"/>
                    </a:lnTo>
                    <a:lnTo>
                      <a:pt x="180517" y="140530"/>
                    </a:lnTo>
                    <a:lnTo>
                      <a:pt x="183106" y="143263"/>
                    </a:lnTo>
                    <a:lnTo>
                      <a:pt x="183106" y="148153"/>
                    </a:lnTo>
                    <a:lnTo>
                      <a:pt x="180517" y="150743"/>
                    </a:lnTo>
                    <a:lnTo>
                      <a:pt x="180517" y="155921"/>
                    </a:lnTo>
                    <a:lnTo>
                      <a:pt x="178072" y="155921"/>
                    </a:lnTo>
                    <a:lnTo>
                      <a:pt x="178072" y="158366"/>
                    </a:lnTo>
                    <a:lnTo>
                      <a:pt x="172894" y="158366"/>
                    </a:lnTo>
                    <a:lnTo>
                      <a:pt x="172894" y="163688"/>
                    </a:lnTo>
                    <a:lnTo>
                      <a:pt x="175483" y="163688"/>
                    </a:lnTo>
                    <a:lnTo>
                      <a:pt x="175483" y="168578"/>
                    </a:lnTo>
                    <a:lnTo>
                      <a:pt x="172750" y="168578"/>
                    </a:lnTo>
                    <a:lnTo>
                      <a:pt x="172750" y="178791"/>
                    </a:lnTo>
                    <a:lnTo>
                      <a:pt x="175483" y="181380"/>
                    </a:lnTo>
                    <a:lnTo>
                      <a:pt x="177928" y="184113"/>
                    </a:lnTo>
                    <a:lnTo>
                      <a:pt x="180373" y="184113"/>
                    </a:lnTo>
                    <a:lnTo>
                      <a:pt x="180373" y="186558"/>
                    </a:lnTo>
                    <a:lnTo>
                      <a:pt x="182962" y="186558"/>
                    </a:lnTo>
                    <a:lnTo>
                      <a:pt x="182962" y="200942"/>
                    </a:lnTo>
                    <a:lnTo>
                      <a:pt x="185695" y="200942"/>
                    </a:lnTo>
                    <a:lnTo>
                      <a:pt x="185695" y="203819"/>
                    </a:lnTo>
                    <a:lnTo>
                      <a:pt x="188140" y="203819"/>
                    </a:lnTo>
                    <a:lnTo>
                      <a:pt x="188140" y="206264"/>
                    </a:lnTo>
                    <a:lnTo>
                      <a:pt x="190586" y="206264"/>
                    </a:lnTo>
                    <a:lnTo>
                      <a:pt x="190586" y="218922"/>
                    </a:lnTo>
                    <a:lnTo>
                      <a:pt x="188140" y="218922"/>
                    </a:lnTo>
                    <a:lnTo>
                      <a:pt x="188140" y="221367"/>
                    </a:lnTo>
                    <a:lnTo>
                      <a:pt x="185695" y="224100"/>
                    </a:lnTo>
                    <a:lnTo>
                      <a:pt x="188140" y="224100"/>
                    </a:lnTo>
                    <a:lnTo>
                      <a:pt x="188140" y="226833"/>
                    </a:lnTo>
                    <a:lnTo>
                      <a:pt x="190586" y="226833"/>
                    </a:lnTo>
                    <a:lnTo>
                      <a:pt x="190586" y="229278"/>
                    </a:lnTo>
                    <a:lnTo>
                      <a:pt x="188140" y="229278"/>
                    </a:lnTo>
                    <a:lnTo>
                      <a:pt x="188140" y="239491"/>
                    </a:lnTo>
                    <a:lnTo>
                      <a:pt x="190586" y="241936"/>
                    </a:lnTo>
                    <a:lnTo>
                      <a:pt x="190586" y="244525"/>
                    </a:lnTo>
                    <a:lnTo>
                      <a:pt x="193175" y="244525"/>
                    </a:lnTo>
                    <a:lnTo>
                      <a:pt x="193175" y="247258"/>
                    </a:lnTo>
                    <a:lnTo>
                      <a:pt x="195908" y="247258"/>
                    </a:lnTo>
                    <a:lnTo>
                      <a:pt x="195908" y="252148"/>
                    </a:lnTo>
                    <a:lnTo>
                      <a:pt x="198353" y="252148"/>
                    </a:lnTo>
                    <a:lnTo>
                      <a:pt x="198353" y="255601"/>
                    </a:lnTo>
                    <a:lnTo>
                      <a:pt x="200798" y="258334"/>
                    </a:lnTo>
                    <a:lnTo>
                      <a:pt x="200798" y="260779"/>
                    </a:lnTo>
                    <a:lnTo>
                      <a:pt x="204250" y="260779"/>
                    </a:lnTo>
                    <a:lnTo>
                      <a:pt x="204250" y="265813"/>
                    </a:lnTo>
                    <a:lnTo>
                      <a:pt x="206983" y="268546"/>
                    </a:lnTo>
                    <a:lnTo>
                      <a:pt x="206983" y="282930"/>
                    </a:lnTo>
                    <a:lnTo>
                      <a:pt x="209428" y="285519"/>
                    </a:lnTo>
                    <a:lnTo>
                      <a:pt x="209428" y="290697"/>
                    </a:lnTo>
                    <a:lnTo>
                      <a:pt x="211874" y="293142"/>
                    </a:lnTo>
                    <a:lnTo>
                      <a:pt x="211874" y="298752"/>
                    </a:lnTo>
                    <a:lnTo>
                      <a:pt x="214463" y="301341"/>
                    </a:lnTo>
                    <a:lnTo>
                      <a:pt x="214463" y="306232"/>
                    </a:lnTo>
                    <a:lnTo>
                      <a:pt x="211874" y="306232"/>
                    </a:lnTo>
                    <a:lnTo>
                      <a:pt x="211874" y="308965"/>
                    </a:lnTo>
                    <a:lnTo>
                      <a:pt x="209428" y="308965"/>
                    </a:lnTo>
                    <a:lnTo>
                      <a:pt x="209428" y="324211"/>
                    </a:lnTo>
                    <a:lnTo>
                      <a:pt x="211874" y="326657"/>
                    </a:lnTo>
                    <a:lnTo>
                      <a:pt x="211874" y="336869"/>
                    </a:lnTo>
                    <a:lnTo>
                      <a:pt x="214463" y="339458"/>
                    </a:lnTo>
                    <a:lnTo>
                      <a:pt x="214463" y="344636"/>
                    </a:lnTo>
                    <a:lnTo>
                      <a:pt x="211874" y="347082"/>
                    </a:lnTo>
                    <a:lnTo>
                      <a:pt x="211874" y="362616"/>
                    </a:lnTo>
                    <a:lnTo>
                      <a:pt x="214463" y="365061"/>
                    </a:lnTo>
                    <a:lnTo>
                      <a:pt x="214463" y="377719"/>
                    </a:lnTo>
                    <a:lnTo>
                      <a:pt x="217196" y="377719"/>
                    </a:lnTo>
                    <a:lnTo>
                      <a:pt x="217196" y="426336"/>
                    </a:lnTo>
                    <a:lnTo>
                      <a:pt x="219641" y="428782"/>
                    </a:lnTo>
                    <a:lnTo>
                      <a:pt x="219641" y="441439"/>
                    </a:lnTo>
                    <a:lnTo>
                      <a:pt x="222086" y="444029"/>
                    </a:lnTo>
                    <a:lnTo>
                      <a:pt x="222086" y="459419"/>
                    </a:lnTo>
                    <a:lnTo>
                      <a:pt x="219641" y="459419"/>
                    </a:lnTo>
                    <a:lnTo>
                      <a:pt x="219641" y="461864"/>
                    </a:lnTo>
                    <a:lnTo>
                      <a:pt x="217196" y="461864"/>
                    </a:lnTo>
                    <a:lnTo>
                      <a:pt x="217196" y="464310"/>
                    </a:lnTo>
                    <a:lnTo>
                      <a:pt x="214463" y="464310"/>
                    </a:lnTo>
                    <a:lnTo>
                      <a:pt x="211874" y="467187"/>
                    </a:lnTo>
                    <a:lnTo>
                      <a:pt x="209428" y="469632"/>
                    </a:lnTo>
                    <a:lnTo>
                      <a:pt x="211874" y="469632"/>
                    </a:lnTo>
                    <a:lnTo>
                      <a:pt x="211874" y="471358"/>
                    </a:lnTo>
                    <a:lnTo>
                      <a:pt x="214463" y="471358"/>
                    </a:lnTo>
                    <a:lnTo>
                      <a:pt x="214463" y="473803"/>
                    </a:lnTo>
                    <a:lnTo>
                      <a:pt x="217196" y="473803"/>
                    </a:lnTo>
                    <a:lnTo>
                      <a:pt x="217196" y="476536"/>
                    </a:lnTo>
                    <a:lnTo>
                      <a:pt x="219641" y="476536"/>
                    </a:lnTo>
                    <a:lnTo>
                      <a:pt x="222086" y="479125"/>
                    </a:lnTo>
                    <a:lnTo>
                      <a:pt x="224675" y="481570"/>
                    </a:lnTo>
                    <a:lnTo>
                      <a:pt x="224675" y="484016"/>
                    </a:lnTo>
                    <a:lnTo>
                      <a:pt x="222086" y="484016"/>
                    </a:lnTo>
                    <a:lnTo>
                      <a:pt x="222086" y="486749"/>
                    </a:lnTo>
                    <a:lnTo>
                      <a:pt x="219641" y="486749"/>
                    </a:lnTo>
                    <a:lnTo>
                      <a:pt x="219641" y="489338"/>
                    </a:lnTo>
                    <a:lnTo>
                      <a:pt x="217196" y="491783"/>
                    </a:lnTo>
                    <a:lnTo>
                      <a:pt x="217196" y="494228"/>
                    </a:lnTo>
                    <a:lnTo>
                      <a:pt x="214463" y="494228"/>
                    </a:lnTo>
                    <a:lnTo>
                      <a:pt x="214463" y="500126"/>
                    </a:lnTo>
                    <a:lnTo>
                      <a:pt x="217196" y="500126"/>
                    </a:lnTo>
                    <a:lnTo>
                      <a:pt x="217196" y="505016"/>
                    </a:lnTo>
                    <a:lnTo>
                      <a:pt x="219641" y="505016"/>
                    </a:lnTo>
                    <a:lnTo>
                      <a:pt x="219641" y="507605"/>
                    </a:lnTo>
                    <a:lnTo>
                      <a:pt x="222086" y="507605"/>
                    </a:lnTo>
                    <a:lnTo>
                      <a:pt x="222086" y="510338"/>
                    </a:lnTo>
                    <a:lnTo>
                      <a:pt x="224675" y="510338"/>
                    </a:lnTo>
                    <a:lnTo>
                      <a:pt x="224675" y="512783"/>
                    </a:lnTo>
                    <a:lnTo>
                      <a:pt x="222086" y="512783"/>
                    </a:lnTo>
                    <a:lnTo>
                      <a:pt x="222086" y="514509"/>
                    </a:lnTo>
                    <a:lnTo>
                      <a:pt x="219641" y="514509"/>
                    </a:lnTo>
                    <a:lnTo>
                      <a:pt x="219641" y="530044"/>
                    </a:lnTo>
                    <a:lnTo>
                      <a:pt x="217196" y="530044"/>
                    </a:lnTo>
                    <a:lnTo>
                      <a:pt x="217196" y="532489"/>
                    </a:lnTo>
                    <a:lnTo>
                      <a:pt x="219641" y="532489"/>
                    </a:lnTo>
                    <a:lnTo>
                      <a:pt x="219641" y="534934"/>
                    </a:lnTo>
                    <a:lnTo>
                      <a:pt x="227408" y="534934"/>
                    </a:lnTo>
                    <a:lnTo>
                      <a:pt x="227408" y="537380"/>
                    </a:lnTo>
                    <a:lnTo>
                      <a:pt x="232299" y="537380"/>
                    </a:lnTo>
                    <a:lnTo>
                      <a:pt x="232299" y="543277"/>
                    </a:lnTo>
                    <a:lnTo>
                      <a:pt x="234888" y="543277"/>
                    </a:lnTo>
                    <a:lnTo>
                      <a:pt x="234888" y="548167"/>
                    </a:lnTo>
                    <a:lnTo>
                      <a:pt x="237333" y="548167"/>
                    </a:lnTo>
                    <a:lnTo>
                      <a:pt x="237333" y="551044"/>
                    </a:lnTo>
                    <a:lnTo>
                      <a:pt x="240066" y="551044"/>
                    </a:lnTo>
                    <a:lnTo>
                      <a:pt x="240066" y="555935"/>
                    </a:lnTo>
                    <a:lnTo>
                      <a:pt x="242511" y="555935"/>
                    </a:lnTo>
                    <a:lnTo>
                      <a:pt x="242511" y="558380"/>
                    </a:lnTo>
                    <a:lnTo>
                      <a:pt x="245100" y="558380"/>
                    </a:lnTo>
                    <a:lnTo>
                      <a:pt x="245100" y="561113"/>
                    </a:lnTo>
                    <a:lnTo>
                      <a:pt x="247546" y="563702"/>
                    </a:lnTo>
                    <a:lnTo>
                      <a:pt x="247546" y="566147"/>
                    </a:lnTo>
                    <a:lnTo>
                      <a:pt x="250278" y="566147"/>
                    </a:lnTo>
                    <a:lnTo>
                      <a:pt x="250278" y="572045"/>
                    </a:lnTo>
                    <a:lnTo>
                      <a:pt x="252724" y="574634"/>
                    </a:lnTo>
                    <a:lnTo>
                      <a:pt x="255313" y="574634"/>
                    </a:lnTo>
                    <a:lnTo>
                      <a:pt x="255313" y="577079"/>
                    </a:lnTo>
                    <a:lnTo>
                      <a:pt x="257758" y="577079"/>
                    </a:lnTo>
                    <a:lnTo>
                      <a:pt x="257758" y="579524"/>
                    </a:lnTo>
                    <a:lnTo>
                      <a:pt x="260491" y="579524"/>
                    </a:lnTo>
                    <a:lnTo>
                      <a:pt x="262936" y="582113"/>
                    </a:lnTo>
                    <a:lnTo>
                      <a:pt x="265382" y="582113"/>
                    </a:lnTo>
                    <a:lnTo>
                      <a:pt x="265382" y="584846"/>
                    </a:lnTo>
                    <a:lnTo>
                      <a:pt x="267971" y="584846"/>
                    </a:lnTo>
                    <a:lnTo>
                      <a:pt x="267971" y="592326"/>
                    </a:lnTo>
                    <a:lnTo>
                      <a:pt x="270704" y="592326"/>
                    </a:lnTo>
                    <a:lnTo>
                      <a:pt x="270704" y="597504"/>
                    </a:lnTo>
                    <a:lnTo>
                      <a:pt x="273149" y="599949"/>
                    </a:lnTo>
                    <a:lnTo>
                      <a:pt x="273149" y="602538"/>
                    </a:lnTo>
                    <a:lnTo>
                      <a:pt x="278183" y="602538"/>
                    </a:lnTo>
                    <a:lnTo>
                      <a:pt x="278183" y="617929"/>
                    </a:lnTo>
                    <a:lnTo>
                      <a:pt x="280916" y="617929"/>
                    </a:lnTo>
                    <a:lnTo>
                      <a:pt x="280916" y="620374"/>
                    </a:lnTo>
                    <a:lnTo>
                      <a:pt x="283361" y="620374"/>
                    </a:lnTo>
                    <a:lnTo>
                      <a:pt x="283361" y="622963"/>
                    </a:lnTo>
                    <a:lnTo>
                      <a:pt x="285807" y="622963"/>
                    </a:lnTo>
                    <a:lnTo>
                      <a:pt x="285807" y="625696"/>
                    </a:lnTo>
                    <a:lnTo>
                      <a:pt x="296019" y="625696"/>
                    </a:lnTo>
                    <a:lnTo>
                      <a:pt x="296019" y="640080"/>
                    </a:lnTo>
                    <a:lnTo>
                      <a:pt x="293574" y="640080"/>
                    </a:lnTo>
                    <a:lnTo>
                      <a:pt x="293574" y="645258"/>
                    </a:lnTo>
                    <a:lnTo>
                      <a:pt x="291129" y="647847"/>
                    </a:lnTo>
                    <a:lnTo>
                      <a:pt x="291129" y="650293"/>
                    </a:lnTo>
                    <a:lnTo>
                      <a:pt x="288396" y="650293"/>
                    </a:lnTo>
                    <a:lnTo>
                      <a:pt x="288396" y="652738"/>
                    </a:lnTo>
                    <a:lnTo>
                      <a:pt x="285807" y="652738"/>
                    </a:lnTo>
                    <a:lnTo>
                      <a:pt x="285807" y="655471"/>
                    </a:lnTo>
                    <a:lnTo>
                      <a:pt x="280916" y="655471"/>
                    </a:lnTo>
                    <a:lnTo>
                      <a:pt x="280916" y="658348"/>
                    </a:lnTo>
                    <a:lnTo>
                      <a:pt x="278183" y="658348"/>
                    </a:lnTo>
                    <a:lnTo>
                      <a:pt x="278183" y="660793"/>
                    </a:lnTo>
                    <a:lnTo>
                      <a:pt x="275594" y="660793"/>
                    </a:lnTo>
                    <a:lnTo>
                      <a:pt x="275594" y="671005"/>
                    </a:lnTo>
                    <a:lnTo>
                      <a:pt x="273149" y="673451"/>
                    </a:lnTo>
                    <a:lnTo>
                      <a:pt x="273149" y="676040"/>
                    </a:lnTo>
                    <a:lnTo>
                      <a:pt x="270704" y="678773"/>
                    </a:lnTo>
                    <a:lnTo>
                      <a:pt x="270704" y="688985"/>
                    </a:lnTo>
                    <a:lnTo>
                      <a:pt x="267971" y="688985"/>
                    </a:lnTo>
                    <a:lnTo>
                      <a:pt x="270704" y="691430"/>
                    </a:lnTo>
                    <a:lnTo>
                      <a:pt x="270704" y="696465"/>
                    </a:lnTo>
                    <a:lnTo>
                      <a:pt x="267971" y="699198"/>
                    </a:lnTo>
                    <a:lnTo>
                      <a:pt x="267971" y="706677"/>
                    </a:lnTo>
                    <a:lnTo>
                      <a:pt x="265382" y="706677"/>
                    </a:lnTo>
                    <a:lnTo>
                      <a:pt x="265382" y="709410"/>
                    </a:lnTo>
                    <a:lnTo>
                      <a:pt x="267971" y="709410"/>
                    </a:lnTo>
                    <a:lnTo>
                      <a:pt x="267971" y="714301"/>
                    </a:lnTo>
                    <a:lnTo>
                      <a:pt x="265382" y="714301"/>
                    </a:lnTo>
                    <a:lnTo>
                      <a:pt x="262936" y="716746"/>
                    </a:lnTo>
                    <a:lnTo>
                      <a:pt x="260491" y="716746"/>
                    </a:lnTo>
                    <a:lnTo>
                      <a:pt x="257758" y="719623"/>
                    </a:lnTo>
                    <a:lnTo>
                      <a:pt x="255313" y="719623"/>
                    </a:lnTo>
                    <a:lnTo>
                      <a:pt x="255313" y="722068"/>
                    </a:lnTo>
                    <a:lnTo>
                      <a:pt x="252724" y="722068"/>
                    </a:lnTo>
                    <a:lnTo>
                      <a:pt x="250278" y="724513"/>
                    </a:lnTo>
                    <a:lnTo>
                      <a:pt x="250278" y="726958"/>
                    </a:lnTo>
                    <a:lnTo>
                      <a:pt x="247402" y="726958"/>
                    </a:lnTo>
                    <a:lnTo>
                      <a:pt x="247402" y="742493"/>
                    </a:lnTo>
                    <a:lnTo>
                      <a:pt x="250135" y="742493"/>
                    </a:lnTo>
                    <a:lnTo>
                      <a:pt x="250135" y="739904"/>
                    </a:lnTo>
                    <a:lnTo>
                      <a:pt x="252580" y="739904"/>
                    </a:lnTo>
                    <a:lnTo>
                      <a:pt x="255169" y="737171"/>
                    </a:lnTo>
                    <a:lnTo>
                      <a:pt x="257614" y="734726"/>
                    </a:lnTo>
                    <a:lnTo>
                      <a:pt x="260347" y="732280"/>
                    </a:lnTo>
                    <a:lnTo>
                      <a:pt x="262792" y="729691"/>
                    </a:lnTo>
                    <a:lnTo>
                      <a:pt x="265238" y="729691"/>
                    </a:lnTo>
                    <a:lnTo>
                      <a:pt x="262792" y="732280"/>
                    </a:lnTo>
                    <a:lnTo>
                      <a:pt x="260347" y="734726"/>
                    </a:lnTo>
                    <a:lnTo>
                      <a:pt x="257614" y="737171"/>
                    </a:lnTo>
                    <a:lnTo>
                      <a:pt x="255169" y="739904"/>
                    </a:lnTo>
                    <a:lnTo>
                      <a:pt x="255169" y="742493"/>
                    </a:lnTo>
                    <a:lnTo>
                      <a:pt x="252580" y="744938"/>
                    </a:lnTo>
                    <a:lnTo>
                      <a:pt x="247402" y="744938"/>
                    </a:lnTo>
                    <a:lnTo>
                      <a:pt x="247402" y="747383"/>
                    </a:lnTo>
                    <a:lnTo>
                      <a:pt x="244956" y="747383"/>
                    </a:lnTo>
                    <a:lnTo>
                      <a:pt x="244956" y="750116"/>
                    </a:lnTo>
                    <a:lnTo>
                      <a:pt x="242367" y="750116"/>
                    </a:lnTo>
                    <a:lnTo>
                      <a:pt x="239922" y="752705"/>
                    </a:lnTo>
                    <a:lnTo>
                      <a:pt x="237189" y="752705"/>
                    </a:lnTo>
                    <a:lnTo>
                      <a:pt x="237189" y="755151"/>
                    </a:lnTo>
                    <a:lnTo>
                      <a:pt x="242367" y="755151"/>
                    </a:lnTo>
                    <a:lnTo>
                      <a:pt x="242367" y="752705"/>
                    </a:lnTo>
                    <a:lnTo>
                      <a:pt x="244956" y="752705"/>
                    </a:lnTo>
                    <a:lnTo>
                      <a:pt x="244956" y="755151"/>
                    </a:lnTo>
                    <a:lnTo>
                      <a:pt x="242367" y="755151"/>
                    </a:lnTo>
                    <a:lnTo>
                      <a:pt x="239922" y="757596"/>
                    </a:lnTo>
                    <a:lnTo>
                      <a:pt x="234744" y="757596"/>
                    </a:lnTo>
                    <a:lnTo>
                      <a:pt x="234744" y="760185"/>
                    </a:lnTo>
                    <a:lnTo>
                      <a:pt x="232155" y="760185"/>
                    </a:lnTo>
                    <a:lnTo>
                      <a:pt x="232155" y="757596"/>
                    </a:lnTo>
                    <a:lnTo>
                      <a:pt x="229710" y="757596"/>
                    </a:lnTo>
                    <a:lnTo>
                      <a:pt x="229710" y="760185"/>
                    </a:lnTo>
                    <a:lnTo>
                      <a:pt x="221942" y="760185"/>
                    </a:lnTo>
                    <a:lnTo>
                      <a:pt x="221942" y="762918"/>
                    </a:lnTo>
                    <a:lnTo>
                      <a:pt x="219497" y="762918"/>
                    </a:lnTo>
                    <a:lnTo>
                      <a:pt x="219497" y="767808"/>
                    </a:lnTo>
                    <a:lnTo>
                      <a:pt x="217052" y="767808"/>
                    </a:lnTo>
                    <a:lnTo>
                      <a:pt x="217052" y="770397"/>
                    </a:lnTo>
                    <a:lnTo>
                      <a:pt x="211730" y="770397"/>
                    </a:lnTo>
                    <a:lnTo>
                      <a:pt x="211730" y="778021"/>
                    </a:lnTo>
                    <a:lnTo>
                      <a:pt x="209285" y="778021"/>
                    </a:lnTo>
                    <a:lnTo>
                      <a:pt x="209285" y="780610"/>
                    </a:lnTo>
                    <a:lnTo>
                      <a:pt x="206839" y="780610"/>
                    </a:lnTo>
                    <a:lnTo>
                      <a:pt x="206839" y="787802"/>
                    </a:lnTo>
                    <a:lnTo>
                      <a:pt x="201373" y="787802"/>
                    </a:lnTo>
                    <a:lnTo>
                      <a:pt x="201373" y="790391"/>
                    </a:lnTo>
                    <a:lnTo>
                      <a:pt x="198928" y="790391"/>
                    </a:lnTo>
                    <a:lnTo>
                      <a:pt x="198928" y="800460"/>
                    </a:lnTo>
                    <a:lnTo>
                      <a:pt x="196483" y="800460"/>
                    </a:lnTo>
                    <a:lnTo>
                      <a:pt x="196483" y="808227"/>
                    </a:lnTo>
                    <a:lnTo>
                      <a:pt x="198928" y="808227"/>
                    </a:lnTo>
                    <a:lnTo>
                      <a:pt x="198928" y="810672"/>
                    </a:lnTo>
                    <a:lnTo>
                      <a:pt x="201373" y="810672"/>
                    </a:lnTo>
                    <a:lnTo>
                      <a:pt x="201373" y="818440"/>
                    </a:lnTo>
                    <a:lnTo>
                      <a:pt x="206696" y="818440"/>
                    </a:lnTo>
                    <a:lnTo>
                      <a:pt x="206696" y="820885"/>
                    </a:lnTo>
                    <a:lnTo>
                      <a:pt x="209141" y="823618"/>
                    </a:lnTo>
                    <a:lnTo>
                      <a:pt x="204250" y="823618"/>
                    </a:lnTo>
                    <a:lnTo>
                      <a:pt x="204250" y="820885"/>
                    </a:lnTo>
                    <a:lnTo>
                      <a:pt x="201373" y="820885"/>
                    </a:lnTo>
                    <a:lnTo>
                      <a:pt x="201373" y="826207"/>
                    </a:lnTo>
                    <a:lnTo>
                      <a:pt x="211586" y="826207"/>
                    </a:lnTo>
                    <a:lnTo>
                      <a:pt x="211586" y="830953"/>
                    </a:lnTo>
                    <a:lnTo>
                      <a:pt x="209141" y="833686"/>
                    </a:lnTo>
                    <a:lnTo>
                      <a:pt x="209141" y="836275"/>
                    </a:lnTo>
                    <a:lnTo>
                      <a:pt x="206696" y="838721"/>
                    </a:lnTo>
                    <a:lnTo>
                      <a:pt x="206696" y="843755"/>
                    </a:lnTo>
                    <a:lnTo>
                      <a:pt x="204250" y="843755"/>
                    </a:lnTo>
                    <a:lnTo>
                      <a:pt x="204250" y="859721"/>
                    </a:lnTo>
                    <a:lnTo>
                      <a:pt x="206983" y="859721"/>
                    </a:lnTo>
                    <a:lnTo>
                      <a:pt x="204250" y="862166"/>
                    </a:lnTo>
                    <a:lnTo>
                      <a:pt x="206983" y="862166"/>
                    </a:lnTo>
                    <a:lnTo>
                      <a:pt x="206983" y="864755"/>
                    </a:lnTo>
                    <a:lnTo>
                      <a:pt x="209428" y="864755"/>
                    </a:lnTo>
                    <a:lnTo>
                      <a:pt x="209428" y="867488"/>
                    </a:lnTo>
                    <a:lnTo>
                      <a:pt x="206983" y="867488"/>
                    </a:lnTo>
                    <a:lnTo>
                      <a:pt x="206983" y="869934"/>
                    </a:lnTo>
                    <a:lnTo>
                      <a:pt x="209428" y="869934"/>
                    </a:lnTo>
                    <a:lnTo>
                      <a:pt x="209428" y="874105"/>
                    </a:lnTo>
                    <a:lnTo>
                      <a:pt x="211874" y="874105"/>
                    </a:lnTo>
                    <a:lnTo>
                      <a:pt x="211874" y="879283"/>
                    </a:lnTo>
                    <a:lnTo>
                      <a:pt x="214463" y="881728"/>
                    </a:lnTo>
                    <a:lnTo>
                      <a:pt x="214463" y="884173"/>
                    </a:lnTo>
                    <a:lnTo>
                      <a:pt x="217196" y="884173"/>
                    </a:lnTo>
                    <a:lnTo>
                      <a:pt x="217196" y="887050"/>
                    </a:lnTo>
                    <a:lnTo>
                      <a:pt x="214463" y="887050"/>
                    </a:lnTo>
                    <a:lnTo>
                      <a:pt x="214463" y="894386"/>
                    </a:lnTo>
                    <a:lnTo>
                      <a:pt x="217196" y="897119"/>
                    </a:lnTo>
                    <a:lnTo>
                      <a:pt x="217196" y="899708"/>
                    </a:lnTo>
                    <a:lnTo>
                      <a:pt x="219641" y="899708"/>
                    </a:lnTo>
                    <a:lnTo>
                      <a:pt x="219641" y="907331"/>
                    </a:lnTo>
                    <a:lnTo>
                      <a:pt x="222086" y="907331"/>
                    </a:lnTo>
                    <a:lnTo>
                      <a:pt x="222086" y="912366"/>
                    </a:lnTo>
                    <a:lnTo>
                      <a:pt x="224675" y="914811"/>
                    </a:lnTo>
                    <a:lnTo>
                      <a:pt x="224675" y="920133"/>
                    </a:lnTo>
                    <a:lnTo>
                      <a:pt x="227408" y="920133"/>
                    </a:lnTo>
                    <a:lnTo>
                      <a:pt x="227408" y="925023"/>
                    </a:lnTo>
                    <a:lnTo>
                      <a:pt x="229853" y="925023"/>
                    </a:lnTo>
                    <a:lnTo>
                      <a:pt x="229853" y="922578"/>
                    </a:lnTo>
                    <a:lnTo>
                      <a:pt x="232299" y="922578"/>
                    </a:lnTo>
                    <a:lnTo>
                      <a:pt x="232299" y="925023"/>
                    </a:lnTo>
                    <a:lnTo>
                      <a:pt x="229853" y="925023"/>
                    </a:lnTo>
                    <a:lnTo>
                      <a:pt x="229853" y="927756"/>
                    </a:lnTo>
                    <a:lnTo>
                      <a:pt x="232299" y="927756"/>
                    </a:lnTo>
                    <a:lnTo>
                      <a:pt x="234888" y="925023"/>
                    </a:lnTo>
                    <a:lnTo>
                      <a:pt x="234888" y="917544"/>
                    </a:lnTo>
                    <a:lnTo>
                      <a:pt x="237333" y="917544"/>
                    </a:lnTo>
                    <a:lnTo>
                      <a:pt x="237333" y="912366"/>
                    </a:lnTo>
                    <a:lnTo>
                      <a:pt x="240066" y="912366"/>
                    </a:lnTo>
                    <a:lnTo>
                      <a:pt x="240066" y="904598"/>
                    </a:lnTo>
                    <a:lnTo>
                      <a:pt x="242511" y="904598"/>
                    </a:lnTo>
                    <a:lnTo>
                      <a:pt x="242511" y="902872"/>
                    </a:lnTo>
                    <a:lnTo>
                      <a:pt x="240066" y="902872"/>
                    </a:lnTo>
                    <a:lnTo>
                      <a:pt x="240066" y="900427"/>
                    </a:lnTo>
                    <a:lnTo>
                      <a:pt x="250278" y="900427"/>
                    </a:lnTo>
                    <a:lnTo>
                      <a:pt x="250278" y="897838"/>
                    </a:lnTo>
                    <a:lnTo>
                      <a:pt x="252724" y="897838"/>
                    </a:lnTo>
                    <a:lnTo>
                      <a:pt x="252724" y="895105"/>
                    </a:lnTo>
                    <a:lnTo>
                      <a:pt x="260491" y="895105"/>
                    </a:lnTo>
                    <a:lnTo>
                      <a:pt x="260491" y="892660"/>
                    </a:lnTo>
                    <a:lnTo>
                      <a:pt x="257470" y="892660"/>
                    </a:lnTo>
                    <a:lnTo>
                      <a:pt x="257470" y="887769"/>
                    </a:lnTo>
                    <a:lnTo>
                      <a:pt x="259916" y="887769"/>
                    </a:lnTo>
                    <a:lnTo>
                      <a:pt x="259916" y="891509"/>
                    </a:lnTo>
                    <a:lnTo>
                      <a:pt x="259916" y="892660"/>
                    </a:lnTo>
                    <a:lnTo>
                      <a:pt x="259916" y="892660"/>
                    </a:lnTo>
                    <a:lnTo>
                      <a:pt x="259916" y="897838"/>
                    </a:lnTo>
                    <a:lnTo>
                      <a:pt x="254162" y="897838"/>
                    </a:lnTo>
                    <a:lnTo>
                      <a:pt x="254162" y="900427"/>
                    </a:lnTo>
                    <a:lnTo>
                      <a:pt x="259340" y="900427"/>
                    </a:lnTo>
                    <a:lnTo>
                      <a:pt x="259340" y="902872"/>
                    </a:lnTo>
                    <a:lnTo>
                      <a:pt x="247402" y="902872"/>
                    </a:lnTo>
                    <a:lnTo>
                      <a:pt x="244956" y="905318"/>
                    </a:lnTo>
                    <a:lnTo>
                      <a:pt x="244956" y="913085"/>
                    </a:lnTo>
                    <a:lnTo>
                      <a:pt x="242367" y="913085"/>
                    </a:lnTo>
                    <a:lnTo>
                      <a:pt x="242367" y="918263"/>
                    </a:lnTo>
                    <a:lnTo>
                      <a:pt x="239922" y="918263"/>
                    </a:lnTo>
                    <a:lnTo>
                      <a:pt x="239922" y="923297"/>
                    </a:lnTo>
                    <a:lnTo>
                      <a:pt x="237189" y="923297"/>
                    </a:lnTo>
                    <a:lnTo>
                      <a:pt x="237189" y="928476"/>
                    </a:lnTo>
                    <a:lnTo>
                      <a:pt x="239922" y="928476"/>
                    </a:lnTo>
                    <a:lnTo>
                      <a:pt x="239922" y="925743"/>
                    </a:lnTo>
                    <a:lnTo>
                      <a:pt x="242367" y="925743"/>
                    </a:lnTo>
                    <a:lnTo>
                      <a:pt x="244956" y="923297"/>
                    </a:lnTo>
                    <a:lnTo>
                      <a:pt x="244956" y="920852"/>
                    </a:lnTo>
                    <a:lnTo>
                      <a:pt x="247402" y="918263"/>
                    </a:lnTo>
                    <a:lnTo>
                      <a:pt x="250135" y="918263"/>
                    </a:lnTo>
                    <a:lnTo>
                      <a:pt x="250135" y="915530"/>
                    </a:lnTo>
                    <a:lnTo>
                      <a:pt x="255169" y="915530"/>
                    </a:lnTo>
                    <a:lnTo>
                      <a:pt x="255169" y="913085"/>
                    </a:lnTo>
                    <a:lnTo>
                      <a:pt x="260347" y="913085"/>
                    </a:lnTo>
                    <a:lnTo>
                      <a:pt x="260347" y="918263"/>
                    </a:lnTo>
                    <a:lnTo>
                      <a:pt x="262649" y="918263"/>
                    </a:lnTo>
                    <a:lnTo>
                      <a:pt x="262649" y="920852"/>
                    </a:lnTo>
                    <a:lnTo>
                      <a:pt x="260203" y="920852"/>
                    </a:lnTo>
                    <a:lnTo>
                      <a:pt x="260203" y="918263"/>
                    </a:lnTo>
                    <a:lnTo>
                      <a:pt x="255025" y="918263"/>
                    </a:lnTo>
                    <a:lnTo>
                      <a:pt x="255025" y="928476"/>
                    </a:lnTo>
                    <a:lnTo>
                      <a:pt x="257470" y="928476"/>
                    </a:lnTo>
                    <a:lnTo>
                      <a:pt x="257470" y="925743"/>
                    </a:lnTo>
                    <a:lnTo>
                      <a:pt x="260203" y="925743"/>
                    </a:lnTo>
                    <a:lnTo>
                      <a:pt x="260203" y="928476"/>
                    </a:lnTo>
                    <a:lnTo>
                      <a:pt x="257470" y="928476"/>
                    </a:lnTo>
                    <a:lnTo>
                      <a:pt x="257470" y="931640"/>
                    </a:lnTo>
                    <a:lnTo>
                      <a:pt x="255025" y="931640"/>
                    </a:lnTo>
                    <a:lnTo>
                      <a:pt x="255025" y="939120"/>
                    </a:lnTo>
                    <a:lnTo>
                      <a:pt x="252436" y="939120"/>
                    </a:lnTo>
                    <a:lnTo>
                      <a:pt x="252436" y="952065"/>
                    </a:lnTo>
                    <a:lnTo>
                      <a:pt x="255025" y="954510"/>
                    </a:lnTo>
                    <a:lnTo>
                      <a:pt x="255025" y="956956"/>
                    </a:lnTo>
                    <a:lnTo>
                      <a:pt x="257470" y="956956"/>
                    </a:lnTo>
                    <a:lnTo>
                      <a:pt x="257470" y="962278"/>
                    </a:lnTo>
                    <a:lnTo>
                      <a:pt x="255025" y="962278"/>
                    </a:lnTo>
                    <a:lnTo>
                      <a:pt x="255025" y="956956"/>
                    </a:lnTo>
                    <a:lnTo>
                      <a:pt x="252436" y="954510"/>
                    </a:lnTo>
                    <a:lnTo>
                      <a:pt x="252436" y="952065"/>
                    </a:lnTo>
                    <a:lnTo>
                      <a:pt x="249991" y="952065"/>
                    </a:lnTo>
                    <a:lnTo>
                      <a:pt x="249991" y="944298"/>
                    </a:lnTo>
                    <a:lnTo>
                      <a:pt x="244813" y="944298"/>
                    </a:lnTo>
                    <a:lnTo>
                      <a:pt x="244813" y="941853"/>
                    </a:lnTo>
                    <a:lnTo>
                      <a:pt x="237045" y="941853"/>
                    </a:lnTo>
                    <a:lnTo>
                      <a:pt x="237045" y="949332"/>
                    </a:lnTo>
                    <a:lnTo>
                      <a:pt x="234600" y="949332"/>
                    </a:lnTo>
                    <a:lnTo>
                      <a:pt x="234600" y="952065"/>
                    </a:lnTo>
                    <a:lnTo>
                      <a:pt x="232011" y="952065"/>
                    </a:lnTo>
                    <a:lnTo>
                      <a:pt x="232011" y="959545"/>
                    </a:lnTo>
                    <a:lnTo>
                      <a:pt x="229566" y="959545"/>
                    </a:lnTo>
                    <a:lnTo>
                      <a:pt x="229566" y="964723"/>
                    </a:lnTo>
                    <a:lnTo>
                      <a:pt x="227121" y="964723"/>
                    </a:lnTo>
                    <a:lnTo>
                      <a:pt x="227121" y="962278"/>
                    </a:lnTo>
                    <a:lnTo>
                      <a:pt x="221799" y="962278"/>
                    </a:lnTo>
                    <a:lnTo>
                      <a:pt x="221799" y="964723"/>
                    </a:lnTo>
                    <a:lnTo>
                      <a:pt x="219353" y="967168"/>
                    </a:lnTo>
                    <a:lnTo>
                      <a:pt x="219353" y="972490"/>
                    </a:lnTo>
                    <a:lnTo>
                      <a:pt x="221799" y="972490"/>
                    </a:lnTo>
                    <a:lnTo>
                      <a:pt x="221799" y="977381"/>
                    </a:lnTo>
                    <a:lnTo>
                      <a:pt x="219353" y="977381"/>
                    </a:lnTo>
                    <a:lnTo>
                      <a:pt x="219353" y="979826"/>
                    </a:lnTo>
                    <a:lnTo>
                      <a:pt x="227121" y="979826"/>
                    </a:lnTo>
                    <a:lnTo>
                      <a:pt x="227121" y="977381"/>
                    </a:lnTo>
                    <a:lnTo>
                      <a:pt x="229566" y="977381"/>
                    </a:lnTo>
                    <a:lnTo>
                      <a:pt x="232011" y="974935"/>
                    </a:lnTo>
                    <a:lnTo>
                      <a:pt x="232011" y="977381"/>
                    </a:lnTo>
                    <a:lnTo>
                      <a:pt x="229566" y="977381"/>
                    </a:lnTo>
                    <a:lnTo>
                      <a:pt x="229566" y="979826"/>
                    </a:lnTo>
                    <a:lnTo>
                      <a:pt x="227121" y="979826"/>
                    </a:lnTo>
                    <a:lnTo>
                      <a:pt x="227121" y="982559"/>
                    </a:lnTo>
                    <a:lnTo>
                      <a:pt x="221799" y="982559"/>
                    </a:lnTo>
                    <a:lnTo>
                      <a:pt x="221799" y="985148"/>
                    </a:lnTo>
                    <a:lnTo>
                      <a:pt x="224388" y="985148"/>
                    </a:lnTo>
                    <a:lnTo>
                      <a:pt x="224388" y="987593"/>
                    </a:lnTo>
                    <a:lnTo>
                      <a:pt x="221799" y="987593"/>
                    </a:lnTo>
                    <a:lnTo>
                      <a:pt x="221799" y="985148"/>
                    </a:lnTo>
                    <a:lnTo>
                      <a:pt x="219353" y="982559"/>
                    </a:lnTo>
                    <a:lnTo>
                      <a:pt x="216908" y="982559"/>
                    </a:lnTo>
                    <a:lnTo>
                      <a:pt x="216908" y="1000251"/>
                    </a:lnTo>
                    <a:lnTo>
                      <a:pt x="221799" y="1000251"/>
                    </a:lnTo>
                    <a:lnTo>
                      <a:pt x="221799" y="1002984"/>
                    </a:lnTo>
                    <a:lnTo>
                      <a:pt x="219353" y="1002984"/>
                    </a:lnTo>
                    <a:lnTo>
                      <a:pt x="219353" y="1005573"/>
                    </a:lnTo>
                    <a:lnTo>
                      <a:pt x="221799" y="1005573"/>
                    </a:lnTo>
                    <a:lnTo>
                      <a:pt x="221799" y="1010463"/>
                    </a:lnTo>
                    <a:lnTo>
                      <a:pt x="229566" y="1010463"/>
                    </a:lnTo>
                    <a:lnTo>
                      <a:pt x="229566" y="1008018"/>
                    </a:lnTo>
                    <a:lnTo>
                      <a:pt x="232011" y="1008018"/>
                    </a:lnTo>
                    <a:lnTo>
                      <a:pt x="232011" y="1010463"/>
                    </a:lnTo>
                    <a:lnTo>
                      <a:pt x="234600" y="1010463"/>
                    </a:lnTo>
                    <a:lnTo>
                      <a:pt x="234600" y="1015786"/>
                    </a:lnTo>
                    <a:lnTo>
                      <a:pt x="232011" y="1015786"/>
                    </a:lnTo>
                    <a:lnTo>
                      <a:pt x="232011" y="1017943"/>
                    </a:lnTo>
                    <a:lnTo>
                      <a:pt x="234600" y="1017943"/>
                    </a:lnTo>
                    <a:lnTo>
                      <a:pt x="234600" y="1020388"/>
                    </a:lnTo>
                    <a:lnTo>
                      <a:pt x="239778" y="1020388"/>
                    </a:lnTo>
                    <a:lnTo>
                      <a:pt x="239778" y="1022977"/>
                    </a:lnTo>
                    <a:lnTo>
                      <a:pt x="242224" y="1022977"/>
                    </a:lnTo>
                    <a:lnTo>
                      <a:pt x="242224" y="1025710"/>
                    </a:lnTo>
                    <a:lnTo>
                      <a:pt x="239778" y="1025710"/>
                    </a:lnTo>
                    <a:lnTo>
                      <a:pt x="239778" y="1022977"/>
                    </a:lnTo>
                    <a:lnTo>
                      <a:pt x="229566" y="1022977"/>
                    </a:lnTo>
                    <a:lnTo>
                      <a:pt x="229566" y="1025710"/>
                    </a:lnTo>
                    <a:lnTo>
                      <a:pt x="232011" y="1025710"/>
                    </a:lnTo>
                    <a:lnTo>
                      <a:pt x="232011" y="1030601"/>
                    </a:lnTo>
                    <a:lnTo>
                      <a:pt x="229566" y="1033190"/>
                    </a:lnTo>
                    <a:lnTo>
                      <a:pt x="232011" y="1033190"/>
                    </a:lnTo>
                    <a:lnTo>
                      <a:pt x="232011" y="1035923"/>
                    </a:lnTo>
                    <a:lnTo>
                      <a:pt x="234600" y="1038368"/>
                    </a:lnTo>
                    <a:lnTo>
                      <a:pt x="234600" y="1040813"/>
                    </a:lnTo>
                    <a:lnTo>
                      <a:pt x="237045" y="1040813"/>
                    </a:lnTo>
                    <a:lnTo>
                      <a:pt x="237045" y="1043258"/>
                    </a:lnTo>
                    <a:lnTo>
                      <a:pt x="242224" y="1043258"/>
                    </a:lnTo>
                    <a:lnTo>
                      <a:pt x="242224" y="1040813"/>
                    </a:lnTo>
                    <a:lnTo>
                      <a:pt x="244813" y="1038368"/>
                    </a:lnTo>
                    <a:lnTo>
                      <a:pt x="244813" y="1030601"/>
                    </a:lnTo>
                    <a:lnTo>
                      <a:pt x="247402" y="1030601"/>
                    </a:lnTo>
                    <a:lnTo>
                      <a:pt x="247402" y="1025710"/>
                    </a:lnTo>
                    <a:lnTo>
                      <a:pt x="244956" y="1025710"/>
                    </a:lnTo>
                    <a:lnTo>
                      <a:pt x="244956" y="1020388"/>
                    </a:lnTo>
                    <a:lnTo>
                      <a:pt x="242367" y="1020388"/>
                    </a:lnTo>
                    <a:lnTo>
                      <a:pt x="242367" y="1017943"/>
                    </a:lnTo>
                    <a:lnTo>
                      <a:pt x="239922" y="1017943"/>
                    </a:lnTo>
                    <a:lnTo>
                      <a:pt x="239922" y="1015498"/>
                    </a:lnTo>
                    <a:lnTo>
                      <a:pt x="244956" y="1015498"/>
                    </a:lnTo>
                    <a:lnTo>
                      <a:pt x="244956" y="1012909"/>
                    </a:lnTo>
                    <a:lnTo>
                      <a:pt x="247402" y="1012909"/>
                    </a:lnTo>
                    <a:lnTo>
                      <a:pt x="244956" y="1010176"/>
                    </a:lnTo>
                    <a:lnTo>
                      <a:pt x="247402" y="1007730"/>
                    </a:lnTo>
                    <a:lnTo>
                      <a:pt x="247402" y="1010176"/>
                    </a:lnTo>
                    <a:lnTo>
                      <a:pt x="250135" y="1007730"/>
                    </a:lnTo>
                    <a:lnTo>
                      <a:pt x="250135" y="1005285"/>
                    </a:lnTo>
                    <a:lnTo>
                      <a:pt x="252580" y="1005285"/>
                    </a:lnTo>
                    <a:lnTo>
                      <a:pt x="252580" y="1007730"/>
                    </a:lnTo>
                    <a:lnTo>
                      <a:pt x="250135" y="1007730"/>
                    </a:lnTo>
                    <a:lnTo>
                      <a:pt x="250135" y="1012909"/>
                    </a:lnTo>
                    <a:lnTo>
                      <a:pt x="247402" y="1012909"/>
                    </a:lnTo>
                    <a:lnTo>
                      <a:pt x="247402" y="1017943"/>
                    </a:lnTo>
                    <a:lnTo>
                      <a:pt x="244956" y="1017943"/>
                    </a:lnTo>
                    <a:lnTo>
                      <a:pt x="244956" y="1020388"/>
                    </a:lnTo>
                    <a:lnTo>
                      <a:pt x="250135" y="1020388"/>
                    </a:lnTo>
                    <a:lnTo>
                      <a:pt x="250135" y="1017943"/>
                    </a:lnTo>
                    <a:lnTo>
                      <a:pt x="252580" y="1015498"/>
                    </a:lnTo>
                    <a:lnTo>
                      <a:pt x="252580" y="1010176"/>
                    </a:lnTo>
                    <a:lnTo>
                      <a:pt x="255169" y="1007730"/>
                    </a:lnTo>
                    <a:lnTo>
                      <a:pt x="255169" y="1010176"/>
                    </a:lnTo>
                    <a:lnTo>
                      <a:pt x="257614" y="1007730"/>
                    </a:lnTo>
                    <a:lnTo>
                      <a:pt x="257614" y="1002696"/>
                    </a:lnTo>
                    <a:lnTo>
                      <a:pt x="260347" y="1002696"/>
                    </a:lnTo>
                    <a:lnTo>
                      <a:pt x="260347" y="1005285"/>
                    </a:lnTo>
                    <a:lnTo>
                      <a:pt x="262792" y="1005285"/>
                    </a:lnTo>
                    <a:lnTo>
                      <a:pt x="262792" y="1007730"/>
                    </a:lnTo>
                    <a:lnTo>
                      <a:pt x="265238" y="1007730"/>
                    </a:lnTo>
                    <a:lnTo>
                      <a:pt x="265238" y="1010176"/>
                    </a:lnTo>
                    <a:lnTo>
                      <a:pt x="270847" y="1010176"/>
                    </a:lnTo>
                    <a:lnTo>
                      <a:pt x="270847" y="1015498"/>
                    </a:lnTo>
                    <a:lnTo>
                      <a:pt x="270847" y="1015498"/>
                    </a:lnTo>
                    <a:lnTo>
                      <a:pt x="270847" y="1012909"/>
                    </a:lnTo>
                    <a:lnTo>
                      <a:pt x="265525" y="1012909"/>
                    </a:lnTo>
                    <a:lnTo>
                      <a:pt x="265525" y="1010176"/>
                    </a:lnTo>
                    <a:lnTo>
                      <a:pt x="263080" y="1010176"/>
                    </a:lnTo>
                    <a:lnTo>
                      <a:pt x="263080" y="1007730"/>
                    </a:lnTo>
                    <a:lnTo>
                      <a:pt x="260635" y="1007730"/>
                    </a:lnTo>
                    <a:lnTo>
                      <a:pt x="260635" y="1010176"/>
                    </a:lnTo>
                    <a:lnTo>
                      <a:pt x="255457" y="1010176"/>
                    </a:lnTo>
                    <a:lnTo>
                      <a:pt x="255457" y="1012909"/>
                    </a:lnTo>
                    <a:lnTo>
                      <a:pt x="257902" y="1012909"/>
                    </a:lnTo>
                    <a:lnTo>
                      <a:pt x="257902" y="1015498"/>
                    </a:lnTo>
                    <a:lnTo>
                      <a:pt x="255457" y="1015498"/>
                    </a:lnTo>
                    <a:lnTo>
                      <a:pt x="255457" y="1020388"/>
                    </a:lnTo>
                    <a:lnTo>
                      <a:pt x="252868" y="1020388"/>
                    </a:lnTo>
                    <a:lnTo>
                      <a:pt x="252868" y="1022977"/>
                    </a:lnTo>
                    <a:lnTo>
                      <a:pt x="250422" y="1022977"/>
                    </a:lnTo>
                    <a:lnTo>
                      <a:pt x="250422" y="1030601"/>
                    </a:lnTo>
                    <a:lnTo>
                      <a:pt x="247402" y="1030601"/>
                    </a:lnTo>
                    <a:lnTo>
                      <a:pt x="247402" y="1032327"/>
                    </a:lnTo>
                    <a:lnTo>
                      <a:pt x="250135" y="1032327"/>
                    </a:lnTo>
                    <a:lnTo>
                      <a:pt x="250135" y="1035060"/>
                    </a:lnTo>
                    <a:lnTo>
                      <a:pt x="247402" y="1032327"/>
                    </a:lnTo>
                    <a:lnTo>
                      <a:pt x="247402" y="1039950"/>
                    </a:lnTo>
                    <a:lnTo>
                      <a:pt x="250135" y="1039950"/>
                    </a:lnTo>
                    <a:lnTo>
                      <a:pt x="250135" y="1037505"/>
                    </a:lnTo>
                    <a:lnTo>
                      <a:pt x="252580" y="1037505"/>
                    </a:lnTo>
                    <a:lnTo>
                      <a:pt x="252580" y="1035060"/>
                    </a:lnTo>
                    <a:lnTo>
                      <a:pt x="255169" y="1035060"/>
                    </a:lnTo>
                    <a:lnTo>
                      <a:pt x="255169" y="1037505"/>
                    </a:lnTo>
                    <a:lnTo>
                      <a:pt x="257614" y="1037505"/>
                    </a:lnTo>
                    <a:lnTo>
                      <a:pt x="257614" y="1029738"/>
                    </a:lnTo>
                    <a:lnTo>
                      <a:pt x="260347" y="1027292"/>
                    </a:lnTo>
                    <a:lnTo>
                      <a:pt x="260347" y="1032327"/>
                    </a:lnTo>
                    <a:lnTo>
                      <a:pt x="262792" y="1029738"/>
                    </a:lnTo>
                    <a:lnTo>
                      <a:pt x="265238" y="1027292"/>
                    </a:lnTo>
                    <a:lnTo>
                      <a:pt x="265238" y="1024847"/>
                    </a:lnTo>
                    <a:lnTo>
                      <a:pt x="267827" y="1024847"/>
                    </a:lnTo>
                    <a:lnTo>
                      <a:pt x="267827" y="1019525"/>
                    </a:lnTo>
                    <a:lnTo>
                      <a:pt x="270560" y="1022114"/>
                    </a:lnTo>
                    <a:lnTo>
                      <a:pt x="270560" y="1019525"/>
                    </a:lnTo>
                    <a:lnTo>
                      <a:pt x="271710" y="1019525"/>
                    </a:lnTo>
                    <a:lnTo>
                      <a:pt x="271710" y="1022114"/>
                    </a:lnTo>
                    <a:lnTo>
                      <a:pt x="270416" y="1022114"/>
                    </a:lnTo>
                    <a:lnTo>
                      <a:pt x="270416" y="1027292"/>
                    </a:lnTo>
                    <a:lnTo>
                      <a:pt x="267683" y="1027292"/>
                    </a:lnTo>
                    <a:lnTo>
                      <a:pt x="267683" y="1029738"/>
                    </a:lnTo>
                    <a:lnTo>
                      <a:pt x="265094" y="1029738"/>
                    </a:lnTo>
                    <a:lnTo>
                      <a:pt x="265094" y="1032327"/>
                    </a:lnTo>
                    <a:lnTo>
                      <a:pt x="262649" y="1032327"/>
                    </a:lnTo>
                    <a:lnTo>
                      <a:pt x="262649" y="1035060"/>
                    </a:lnTo>
                    <a:lnTo>
                      <a:pt x="260203" y="1035060"/>
                    </a:lnTo>
                    <a:lnTo>
                      <a:pt x="260203" y="1037505"/>
                    </a:lnTo>
                    <a:lnTo>
                      <a:pt x="257470" y="1039950"/>
                    </a:lnTo>
                    <a:lnTo>
                      <a:pt x="257470" y="1042396"/>
                    </a:lnTo>
                    <a:lnTo>
                      <a:pt x="260203" y="1042396"/>
                    </a:lnTo>
                    <a:lnTo>
                      <a:pt x="260203" y="1045272"/>
                    </a:lnTo>
                    <a:lnTo>
                      <a:pt x="257470" y="1045272"/>
                    </a:lnTo>
                    <a:lnTo>
                      <a:pt x="257470" y="1047718"/>
                    </a:lnTo>
                    <a:lnTo>
                      <a:pt x="255025" y="1047718"/>
                    </a:lnTo>
                    <a:lnTo>
                      <a:pt x="255025" y="1050163"/>
                    </a:lnTo>
                    <a:lnTo>
                      <a:pt x="252436" y="1050163"/>
                    </a:lnTo>
                    <a:lnTo>
                      <a:pt x="252436" y="1047718"/>
                    </a:lnTo>
                    <a:lnTo>
                      <a:pt x="255025" y="1047718"/>
                    </a:lnTo>
                    <a:lnTo>
                      <a:pt x="255025" y="1037505"/>
                    </a:lnTo>
                    <a:lnTo>
                      <a:pt x="252436" y="1037505"/>
                    </a:lnTo>
                    <a:lnTo>
                      <a:pt x="252436" y="1042396"/>
                    </a:lnTo>
                    <a:lnTo>
                      <a:pt x="244813" y="1042396"/>
                    </a:lnTo>
                    <a:lnTo>
                      <a:pt x="244813" y="1045272"/>
                    </a:lnTo>
                    <a:lnTo>
                      <a:pt x="242224" y="1047718"/>
                    </a:lnTo>
                    <a:lnTo>
                      <a:pt x="242224" y="1052608"/>
                    </a:lnTo>
                    <a:lnTo>
                      <a:pt x="244813" y="1052608"/>
                    </a:lnTo>
                    <a:lnTo>
                      <a:pt x="247258" y="1050163"/>
                    </a:lnTo>
                    <a:lnTo>
                      <a:pt x="247258" y="1047718"/>
                    </a:lnTo>
                    <a:lnTo>
                      <a:pt x="249991" y="1047718"/>
                    </a:lnTo>
                    <a:lnTo>
                      <a:pt x="249991" y="1050163"/>
                    </a:lnTo>
                    <a:lnTo>
                      <a:pt x="247258" y="1052608"/>
                    </a:lnTo>
                    <a:lnTo>
                      <a:pt x="247258" y="1057930"/>
                    </a:lnTo>
                    <a:lnTo>
                      <a:pt x="239778" y="1057930"/>
                    </a:lnTo>
                    <a:lnTo>
                      <a:pt x="239778" y="1061095"/>
                    </a:lnTo>
                    <a:lnTo>
                      <a:pt x="244813" y="1061095"/>
                    </a:lnTo>
                    <a:lnTo>
                      <a:pt x="244813" y="1063540"/>
                    </a:lnTo>
                    <a:lnTo>
                      <a:pt x="247402" y="1063540"/>
                    </a:lnTo>
                    <a:lnTo>
                      <a:pt x="247402" y="1061095"/>
                    </a:lnTo>
                    <a:lnTo>
                      <a:pt x="250135" y="1061095"/>
                    </a:lnTo>
                    <a:lnTo>
                      <a:pt x="252580" y="1063540"/>
                    </a:lnTo>
                    <a:lnTo>
                      <a:pt x="252580" y="1061095"/>
                    </a:lnTo>
                    <a:lnTo>
                      <a:pt x="255169" y="1058649"/>
                    </a:lnTo>
                    <a:lnTo>
                      <a:pt x="257614" y="1058649"/>
                    </a:lnTo>
                    <a:lnTo>
                      <a:pt x="257614" y="1056204"/>
                    </a:lnTo>
                    <a:lnTo>
                      <a:pt x="260347" y="1056204"/>
                    </a:lnTo>
                    <a:lnTo>
                      <a:pt x="260347" y="1053327"/>
                    </a:lnTo>
                    <a:lnTo>
                      <a:pt x="262792" y="1053327"/>
                    </a:lnTo>
                    <a:lnTo>
                      <a:pt x="260347" y="1050882"/>
                    </a:lnTo>
                    <a:lnTo>
                      <a:pt x="262792" y="1050882"/>
                    </a:lnTo>
                    <a:lnTo>
                      <a:pt x="267827" y="1043115"/>
                    </a:lnTo>
                    <a:lnTo>
                      <a:pt x="267827" y="1040670"/>
                    </a:lnTo>
                    <a:lnTo>
                      <a:pt x="270560" y="1040670"/>
                    </a:lnTo>
                    <a:lnTo>
                      <a:pt x="270560" y="1045991"/>
                    </a:lnTo>
                    <a:lnTo>
                      <a:pt x="273005" y="1045991"/>
                    </a:lnTo>
                    <a:lnTo>
                      <a:pt x="273005" y="1048437"/>
                    </a:lnTo>
                    <a:lnTo>
                      <a:pt x="270560" y="1045991"/>
                    </a:lnTo>
                    <a:lnTo>
                      <a:pt x="270560" y="1050882"/>
                    </a:lnTo>
                    <a:lnTo>
                      <a:pt x="267827" y="1050882"/>
                    </a:lnTo>
                    <a:lnTo>
                      <a:pt x="265238" y="1053327"/>
                    </a:lnTo>
                    <a:lnTo>
                      <a:pt x="262792" y="1053327"/>
                    </a:lnTo>
                    <a:lnTo>
                      <a:pt x="262792" y="1056204"/>
                    </a:lnTo>
                    <a:lnTo>
                      <a:pt x="260347" y="1056204"/>
                    </a:lnTo>
                    <a:lnTo>
                      <a:pt x="260347" y="1058649"/>
                    </a:lnTo>
                    <a:lnTo>
                      <a:pt x="257470" y="1058649"/>
                    </a:lnTo>
                    <a:lnTo>
                      <a:pt x="257470" y="1061095"/>
                    </a:lnTo>
                    <a:lnTo>
                      <a:pt x="255025" y="1061095"/>
                    </a:lnTo>
                    <a:lnTo>
                      <a:pt x="255025" y="1063540"/>
                    </a:lnTo>
                    <a:lnTo>
                      <a:pt x="249991" y="1063540"/>
                    </a:lnTo>
                    <a:lnTo>
                      <a:pt x="249991" y="1066273"/>
                    </a:lnTo>
                    <a:lnTo>
                      <a:pt x="257470" y="1066273"/>
                    </a:lnTo>
                    <a:lnTo>
                      <a:pt x="257470" y="1068862"/>
                    </a:lnTo>
                    <a:lnTo>
                      <a:pt x="252436" y="1068862"/>
                    </a:lnTo>
                    <a:lnTo>
                      <a:pt x="252436" y="1071307"/>
                    </a:lnTo>
                    <a:lnTo>
                      <a:pt x="255025" y="1071307"/>
                    </a:lnTo>
                    <a:lnTo>
                      <a:pt x="255025" y="1073752"/>
                    </a:lnTo>
                    <a:lnTo>
                      <a:pt x="257470" y="1073752"/>
                    </a:lnTo>
                    <a:lnTo>
                      <a:pt x="257470" y="1071307"/>
                    </a:lnTo>
                    <a:lnTo>
                      <a:pt x="260203" y="1071307"/>
                    </a:lnTo>
                    <a:lnTo>
                      <a:pt x="262649" y="1068862"/>
                    </a:lnTo>
                    <a:lnTo>
                      <a:pt x="265094" y="1068862"/>
                    </a:lnTo>
                    <a:lnTo>
                      <a:pt x="262649" y="1066273"/>
                    </a:lnTo>
                    <a:lnTo>
                      <a:pt x="260203" y="1066273"/>
                    </a:lnTo>
                    <a:lnTo>
                      <a:pt x="260203" y="1063540"/>
                    </a:lnTo>
                    <a:lnTo>
                      <a:pt x="262649" y="1063540"/>
                    </a:lnTo>
                    <a:lnTo>
                      <a:pt x="265094" y="1061095"/>
                    </a:lnTo>
                    <a:lnTo>
                      <a:pt x="265094" y="1066273"/>
                    </a:lnTo>
                    <a:lnTo>
                      <a:pt x="267683" y="1066273"/>
                    </a:lnTo>
                    <a:lnTo>
                      <a:pt x="270416" y="1068862"/>
                    </a:lnTo>
                    <a:lnTo>
                      <a:pt x="270416" y="1066273"/>
                    </a:lnTo>
                    <a:lnTo>
                      <a:pt x="272861" y="1066273"/>
                    </a:lnTo>
                    <a:lnTo>
                      <a:pt x="272861" y="1068862"/>
                    </a:lnTo>
                    <a:lnTo>
                      <a:pt x="270416" y="1068862"/>
                    </a:lnTo>
                    <a:lnTo>
                      <a:pt x="270416" y="1081520"/>
                    </a:lnTo>
                    <a:lnTo>
                      <a:pt x="272861" y="1081520"/>
                    </a:lnTo>
                    <a:lnTo>
                      <a:pt x="272861" y="1079074"/>
                    </a:lnTo>
                    <a:lnTo>
                      <a:pt x="274443" y="1079074"/>
                    </a:lnTo>
                    <a:lnTo>
                      <a:pt x="274443" y="1083965"/>
                    </a:lnTo>
                    <a:lnTo>
                      <a:pt x="273149" y="1083965"/>
                    </a:lnTo>
                    <a:lnTo>
                      <a:pt x="273149" y="1086698"/>
                    </a:lnTo>
                    <a:lnTo>
                      <a:pt x="270416" y="1086698"/>
                    </a:lnTo>
                    <a:lnTo>
                      <a:pt x="270416" y="1091732"/>
                    </a:lnTo>
                    <a:lnTo>
                      <a:pt x="272861" y="1091732"/>
                    </a:lnTo>
                    <a:lnTo>
                      <a:pt x="272861" y="1094177"/>
                    </a:lnTo>
                    <a:lnTo>
                      <a:pt x="267683" y="1094177"/>
                    </a:lnTo>
                    <a:lnTo>
                      <a:pt x="267683" y="1096910"/>
                    </a:lnTo>
                    <a:lnTo>
                      <a:pt x="262649" y="1096910"/>
                    </a:lnTo>
                    <a:lnTo>
                      <a:pt x="262649" y="1101945"/>
                    </a:lnTo>
                    <a:lnTo>
                      <a:pt x="260203" y="1101945"/>
                    </a:lnTo>
                    <a:lnTo>
                      <a:pt x="260203" y="1109712"/>
                    </a:lnTo>
                    <a:lnTo>
                      <a:pt x="272717" y="1109712"/>
                    </a:lnTo>
                    <a:lnTo>
                      <a:pt x="272717" y="1112157"/>
                    </a:lnTo>
                    <a:lnTo>
                      <a:pt x="257470" y="1112157"/>
                    </a:lnTo>
                    <a:lnTo>
                      <a:pt x="257470" y="1117191"/>
                    </a:lnTo>
                    <a:lnTo>
                      <a:pt x="255025" y="1117191"/>
                    </a:lnTo>
                    <a:lnTo>
                      <a:pt x="255025" y="1119924"/>
                    </a:lnTo>
                    <a:lnTo>
                      <a:pt x="252436" y="1119924"/>
                    </a:lnTo>
                    <a:lnTo>
                      <a:pt x="252436" y="1130137"/>
                    </a:lnTo>
                    <a:lnTo>
                      <a:pt x="249991" y="1130137"/>
                    </a:lnTo>
                    <a:lnTo>
                      <a:pt x="249991" y="1140206"/>
                    </a:lnTo>
                    <a:lnTo>
                      <a:pt x="252436" y="1137473"/>
                    </a:lnTo>
                    <a:lnTo>
                      <a:pt x="252436" y="1135028"/>
                    </a:lnTo>
                    <a:lnTo>
                      <a:pt x="257470" y="1135028"/>
                    </a:lnTo>
                    <a:lnTo>
                      <a:pt x="257470" y="1137473"/>
                    </a:lnTo>
                    <a:lnTo>
                      <a:pt x="260203" y="1140206"/>
                    </a:lnTo>
                    <a:lnTo>
                      <a:pt x="257470" y="1140206"/>
                    </a:lnTo>
                    <a:lnTo>
                      <a:pt x="257470" y="1137473"/>
                    </a:lnTo>
                    <a:lnTo>
                      <a:pt x="252436" y="1137473"/>
                    </a:lnTo>
                    <a:lnTo>
                      <a:pt x="252436" y="1140206"/>
                    </a:lnTo>
                    <a:lnTo>
                      <a:pt x="249991" y="1142795"/>
                    </a:lnTo>
                    <a:lnTo>
                      <a:pt x="249991" y="1145240"/>
                    </a:lnTo>
                    <a:lnTo>
                      <a:pt x="252436" y="1142795"/>
                    </a:lnTo>
                    <a:lnTo>
                      <a:pt x="257470" y="1142795"/>
                    </a:lnTo>
                    <a:lnTo>
                      <a:pt x="257470" y="1145240"/>
                    </a:lnTo>
                    <a:lnTo>
                      <a:pt x="260203" y="1145240"/>
                    </a:lnTo>
                    <a:lnTo>
                      <a:pt x="260203" y="1147397"/>
                    </a:lnTo>
                    <a:lnTo>
                      <a:pt x="257470" y="1147397"/>
                    </a:lnTo>
                    <a:lnTo>
                      <a:pt x="257470" y="1144952"/>
                    </a:lnTo>
                    <a:lnTo>
                      <a:pt x="255025" y="1144952"/>
                    </a:lnTo>
                    <a:lnTo>
                      <a:pt x="255025" y="1147397"/>
                    </a:lnTo>
                    <a:lnTo>
                      <a:pt x="252436" y="1147397"/>
                    </a:lnTo>
                    <a:lnTo>
                      <a:pt x="252436" y="1144952"/>
                    </a:lnTo>
                    <a:lnTo>
                      <a:pt x="249991" y="1147397"/>
                    </a:lnTo>
                    <a:lnTo>
                      <a:pt x="249991" y="1150130"/>
                    </a:lnTo>
                    <a:lnTo>
                      <a:pt x="247402" y="1150130"/>
                    </a:lnTo>
                    <a:lnTo>
                      <a:pt x="247402" y="1152719"/>
                    </a:lnTo>
                    <a:lnTo>
                      <a:pt x="252580" y="1152719"/>
                    </a:lnTo>
                    <a:lnTo>
                      <a:pt x="255169" y="1155165"/>
                    </a:lnTo>
                    <a:lnTo>
                      <a:pt x="255169" y="1160343"/>
                    </a:lnTo>
                    <a:lnTo>
                      <a:pt x="252580" y="1160343"/>
                    </a:lnTo>
                    <a:lnTo>
                      <a:pt x="252580" y="1162932"/>
                    </a:lnTo>
                    <a:lnTo>
                      <a:pt x="257614" y="1162932"/>
                    </a:lnTo>
                    <a:lnTo>
                      <a:pt x="257614" y="1160343"/>
                    </a:lnTo>
                    <a:lnTo>
                      <a:pt x="260347" y="1162932"/>
                    </a:lnTo>
                    <a:lnTo>
                      <a:pt x="260347" y="1157610"/>
                    </a:lnTo>
                    <a:lnTo>
                      <a:pt x="262792" y="1157610"/>
                    </a:lnTo>
                    <a:lnTo>
                      <a:pt x="262792" y="1155165"/>
                    </a:lnTo>
                    <a:lnTo>
                      <a:pt x="265238" y="1155165"/>
                    </a:lnTo>
                    <a:lnTo>
                      <a:pt x="265238" y="1150130"/>
                    </a:lnTo>
                    <a:lnTo>
                      <a:pt x="267827" y="1150130"/>
                    </a:lnTo>
                    <a:lnTo>
                      <a:pt x="267827" y="1147397"/>
                    </a:lnTo>
                    <a:lnTo>
                      <a:pt x="270560" y="1147397"/>
                    </a:lnTo>
                    <a:lnTo>
                      <a:pt x="270560" y="1152719"/>
                    </a:lnTo>
                    <a:lnTo>
                      <a:pt x="268114" y="1152719"/>
                    </a:lnTo>
                    <a:lnTo>
                      <a:pt x="268114" y="1157610"/>
                    </a:lnTo>
                    <a:lnTo>
                      <a:pt x="265525" y="1160343"/>
                    </a:lnTo>
                    <a:lnTo>
                      <a:pt x="263080" y="1160343"/>
                    </a:lnTo>
                    <a:lnTo>
                      <a:pt x="263080" y="1162932"/>
                    </a:lnTo>
                    <a:lnTo>
                      <a:pt x="260635" y="1165377"/>
                    </a:lnTo>
                    <a:lnTo>
                      <a:pt x="255457" y="1165377"/>
                    </a:lnTo>
                    <a:lnTo>
                      <a:pt x="255457" y="1167823"/>
                    </a:lnTo>
                    <a:lnTo>
                      <a:pt x="252868" y="1167823"/>
                    </a:lnTo>
                    <a:lnTo>
                      <a:pt x="252868" y="1170555"/>
                    </a:lnTo>
                    <a:lnTo>
                      <a:pt x="250422" y="1173145"/>
                    </a:lnTo>
                    <a:lnTo>
                      <a:pt x="250422" y="1170555"/>
                    </a:lnTo>
                    <a:lnTo>
                      <a:pt x="252868" y="1167823"/>
                    </a:lnTo>
                    <a:lnTo>
                      <a:pt x="242655" y="1167823"/>
                    </a:lnTo>
                    <a:lnTo>
                      <a:pt x="242655" y="1176165"/>
                    </a:lnTo>
                    <a:lnTo>
                      <a:pt x="255457" y="1176165"/>
                    </a:lnTo>
                    <a:lnTo>
                      <a:pt x="255457" y="1178611"/>
                    </a:lnTo>
                    <a:lnTo>
                      <a:pt x="260635" y="1178611"/>
                    </a:lnTo>
                    <a:lnTo>
                      <a:pt x="260635" y="1176165"/>
                    </a:lnTo>
                    <a:lnTo>
                      <a:pt x="263080" y="1176165"/>
                    </a:lnTo>
                    <a:lnTo>
                      <a:pt x="263080" y="1178611"/>
                    </a:lnTo>
                    <a:lnTo>
                      <a:pt x="260635" y="1178611"/>
                    </a:lnTo>
                    <a:lnTo>
                      <a:pt x="260635" y="1183932"/>
                    </a:lnTo>
                    <a:lnTo>
                      <a:pt x="257470" y="1183932"/>
                    </a:lnTo>
                    <a:lnTo>
                      <a:pt x="257470" y="1181343"/>
                    </a:lnTo>
                    <a:lnTo>
                      <a:pt x="252436" y="1181343"/>
                    </a:lnTo>
                    <a:lnTo>
                      <a:pt x="252436" y="1183932"/>
                    </a:lnTo>
                    <a:lnTo>
                      <a:pt x="255025" y="1183932"/>
                    </a:lnTo>
                    <a:lnTo>
                      <a:pt x="255025" y="1186377"/>
                    </a:lnTo>
                    <a:lnTo>
                      <a:pt x="252436" y="1186377"/>
                    </a:lnTo>
                    <a:lnTo>
                      <a:pt x="252436" y="1183932"/>
                    </a:lnTo>
                    <a:lnTo>
                      <a:pt x="237045" y="1183932"/>
                    </a:lnTo>
                    <a:lnTo>
                      <a:pt x="237045" y="1188823"/>
                    </a:lnTo>
                    <a:lnTo>
                      <a:pt x="234600" y="1188823"/>
                    </a:lnTo>
                    <a:lnTo>
                      <a:pt x="234600" y="1190549"/>
                    </a:lnTo>
                    <a:lnTo>
                      <a:pt x="237045" y="1190549"/>
                    </a:lnTo>
                    <a:lnTo>
                      <a:pt x="237045" y="1193138"/>
                    </a:lnTo>
                    <a:lnTo>
                      <a:pt x="239778" y="1193138"/>
                    </a:lnTo>
                    <a:lnTo>
                      <a:pt x="239778" y="1203351"/>
                    </a:lnTo>
                    <a:lnTo>
                      <a:pt x="242224" y="1203351"/>
                    </a:lnTo>
                    <a:lnTo>
                      <a:pt x="242224" y="1200618"/>
                    </a:lnTo>
                    <a:lnTo>
                      <a:pt x="244813" y="1200618"/>
                    </a:lnTo>
                    <a:lnTo>
                      <a:pt x="244813" y="1203351"/>
                    </a:lnTo>
                    <a:lnTo>
                      <a:pt x="242224" y="1203351"/>
                    </a:lnTo>
                    <a:lnTo>
                      <a:pt x="242224" y="1208241"/>
                    </a:lnTo>
                    <a:lnTo>
                      <a:pt x="244813" y="1205796"/>
                    </a:lnTo>
                    <a:lnTo>
                      <a:pt x="244813" y="1208241"/>
                    </a:lnTo>
                    <a:lnTo>
                      <a:pt x="247402" y="1208241"/>
                    </a:lnTo>
                    <a:lnTo>
                      <a:pt x="247402" y="1210830"/>
                    </a:lnTo>
                    <a:lnTo>
                      <a:pt x="244956" y="1210830"/>
                    </a:lnTo>
                    <a:lnTo>
                      <a:pt x="244956" y="1213563"/>
                    </a:lnTo>
                    <a:lnTo>
                      <a:pt x="247402" y="1213563"/>
                    </a:lnTo>
                    <a:lnTo>
                      <a:pt x="247402" y="1216008"/>
                    </a:lnTo>
                    <a:lnTo>
                      <a:pt x="250135" y="1218454"/>
                    </a:lnTo>
                    <a:lnTo>
                      <a:pt x="247402" y="1218454"/>
                    </a:lnTo>
                    <a:lnTo>
                      <a:pt x="247402" y="1220899"/>
                    </a:lnTo>
                    <a:lnTo>
                      <a:pt x="250135" y="1220899"/>
                    </a:lnTo>
                    <a:lnTo>
                      <a:pt x="250135" y="1223776"/>
                    </a:lnTo>
                    <a:lnTo>
                      <a:pt x="252580" y="1226221"/>
                    </a:lnTo>
                    <a:lnTo>
                      <a:pt x="255169" y="1226221"/>
                    </a:lnTo>
                    <a:lnTo>
                      <a:pt x="255169" y="1228666"/>
                    </a:lnTo>
                    <a:lnTo>
                      <a:pt x="260347" y="1228666"/>
                    </a:lnTo>
                    <a:lnTo>
                      <a:pt x="260347" y="1233700"/>
                    </a:lnTo>
                    <a:lnTo>
                      <a:pt x="262792" y="1233700"/>
                    </a:lnTo>
                    <a:lnTo>
                      <a:pt x="262792" y="1236289"/>
                    </a:lnTo>
                    <a:lnTo>
                      <a:pt x="265238" y="1236289"/>
                    </a:lnTo>
                    <a:lnTo>
                      <a:pt x="265238" y="1238735"/>
                    </a:lnTo>
                    <a:lnTo>
                      <a:pt x="267395" y="1238735"/>
                    </a:lnTo>
                    <a:lnTo>
                      <a:pt x="267395" y="1238735"/>
                    </a:lnTo>
                    <a:lnTo>
                      <a:pt x="267395" y="1240605"/>
                    </a:lnTo>
                    <a:lnTo>
                      <a:pt x="268977" y="1240605"/>
                    </a:lnTo>
                    <a:lnTo>
                      <a:pt x="270128" y="1241899"/>
                    </a:lnTo>
                    <a:lnTo>
                      <a:pt x="270128" y="1243338"/>
                    </a:lnTo>
                    <a:lnTo>
                      <a:pt x="271279" y="1243338"/>
                    </a:lnTo>
                    <a:lnTo>
                      <a:pt x="288396" y="1263763"/>
                    </a:lnTo>
                    <a:lnTo>
                      <a:pt x="288396" y="1263763"/>
                    </a:lnTo>
                    <a:lnTo>
                      <a:pt x="288396" y="1266351"/>
                    </a:lnTo>
                    <a:lnTo>
                      <a:pt x="290553" y="1266351"/>
                    </a:lnTo>
                    <a:lnTo>
                      <a:pt x="293142" y="1269372"/>
                    </a:lnTo>
                    <a:lnTo>
                      <a:pt x="293142" y="1271242"/>
                    </a:lnTo>
                    <a:lnTo>
                      <a:pt x="294725" y="1271242"/>
                    </a:lnTo>
                    <a:lnTo>
                      <a:pt x="295588" y="1272393"/>
                    </a:lnTo>
                    <a:lnTo>
                      <a:pt x="295588" y="1273975"/>
                    </a:lnTo>
                    <a:lnTo>
                      <a:pt x="297026" y="1273975"/>
                    </a:lnTo>
                    <a:lnTo>
                      <a:pt x="299040" y="1276564"/>
                    </a:lnTo>
                    <a:lnTo>
                      <a:pt x="293142" y="1276564"/>
                    </a:lnTo>
                    <a:lnTo>
                      <a:pt x="293142" y="1279009"/>
                    </a:lnTo>
                    <a:lnTo>
                      <a:pt x="295588" y="1279009"/>
                    </a:lnTo>
                    <a:lnTo>
                      <a:pt x="295588" y="1281455"/>
                    </a:lnTo>
                    <a:lnTo>
                      <a:pt x="303211" y="1281455"/>
                    </a:lnTo>
                    <a:lnTo>
                      <a:pt x="305225" y="1284044"/>
                    </a:lnTo>
                    <a:lnTo>
                      <a:pt x="293142" y="1284044"/>
                    </a:lnTo>
                    <a:lnTo>
                      <a:pt x="293142" y="1279009"/>
                    </a:lnTo>
                    <a:lnTo>
                      <a:pt x="290553" y="1279009"/>
                    </a:lnTo>
                    <a:lnTo>
                      <a:pt x="290553" y="1276564"/>
                    </a:lnTo>
                    <a:lnTo>
                      <a:pt x="287820" y="1276564"/>
                    </a:lnTo>
                    <a:lnTo>
                      <a:pt x="287820" y="1271242"/>
                    </a:lnTo>
                    <a:lnTo>
                      <a:pt x="282786" y="1271242"/>
                    </a:lnTo>
                    <a:lnTo>
                      <a:pt x="282786" y="1273975"/>
                    </a:lnTo>
                    <a:lnTo>
                      <a:pt x="285231" y="1273975"/>
                    </a:lnTo>
                    <a:lnTo>
                      <a:pt x="285231" y="1279009"/>
                    </a:lnTo>
                    <a:lnTo>
                      <a:pt x="282786" y="1279009"/>
                    </a:lnTo>
                    <a:lnTo>
                      <a:pt x="282786" y="1281455"/>
                    </a:lnTo>
                    <a:lnTo>
                      <a:pt x="285231" y="1281455"/>
                    </a:lnTo>
                    <a:lnTo>
                      <a:pt x="285231" y="1283325"/>
                    </a:lnTo>
                    <a:lnTo>
                      <a:pt x="280341" y="1280016"/>
                    </a:lnTo>
                    <a:lnTo>
                      <a:pt x="280341" y="1279009"/>
                    </a:lnTo>
                    <a:lnTo>
                      <a:pt x="278615" y="1279009"/>
                    </a:lnTo>
                    <a:lnTo>
                      <a:pt x="275019" y="1276564"/>
                    </a:lnTo>
                    <a:lnTo>
                      <a:pt x="275019" y="1276564"/>
                    </a:lnTo>
                    <a:lnTo>
                      <a:pt x="267539" y="1271530"/>
                    </a:lnTo>
                    <a:lnTo>
                      <a:pt x="267539" y="1271530"/>
                    </a:lnTo>
                    <a:lnTo>
                      <a:pt x="267539" y="1271530"/>
                    </a:lnTo>
                    <a:lnTo>
                      <a:pt x="265382" y="1270235"/>
                    </a:lnTo>
                    <a:lnTo>
                      <a:pt x="265382" y="1269084"/>
                    </a:lnTo>
                    <a:lnTo>
                      <a:pt x="263799" y="1269084"/>
                    </a:lnTo>
                    <a:lnTo>
                      <a:pt x="262936" y="1269084"/>
                    </a:lnTo>
                    <a:lnTo>
                      <a:pt x="262936" y="1267214"/>
                    </a:lnTo>
                    <a:lnTo>
                      <a:pt x="260059" y="1267214"/>
                    </a:lnTo>
                    <a:lnTo>
                      <a:pt x="257758" y="1265632"/>
                    </a:lnTo>
                    <a:lnTo>
                      <a:pt x="257758" y="1262468"/>
                    </a:lnTo>
                    <a:lnTo>
                      <a:pt x="262936" y="1262468"/>
                    </a:lnTo>
                    <a:lnTo>
                      <a:pt x="262936" y="1265201"/>
                    </a:lnTo>
                    <a:lnTo>
                      <a:pt x="267971" y="1265201"/>
                    </a:lnTo>
                    <a:lnTo>
                      <a:pt x="267971" y="1267790"/>
                    </a:lnTo>
                    <a:lnTo>
                      <a:pt x="275594" y="1267790"/>
                    </a:lnTo>
                    <a:lnTo>
                      <a:pt x="275594" y="1265201"/>
                    </a:lnTo>
                    <a:lnTo>
                      <a:pt x="273149" y="1265201"/>
                    </a:lnTo>
                    <a:lnTo>
                      <a:pt x="273149" y="1262468"/>
                    </a:lnTo>
                    <a:lnTo>
                      <a:pt x="267971" y="1262468"/>
                    </a:lnTo>
                    <a:lnTo>
                      <a:pt x="265382" y="1260023"/>
                    </a:lnTo>
                    <a:lnTo>
                      <a:pt x="262936" y="1260023"/>
                    </a:lnTo>
                    <a:lnTo>
                      <a:pt x="260491" y="1257578"/>
                    </a:lnTo>
                    <a:lnTo>
                      <a:pt x="255313" y="1257578"/>
                    </a:lnTo>
                    <a:lnTo>
                      <a:pt x="255313" y="1262468"/>
                    </a:lnTo>
                    <a:lnTo>
                      <a:pt x="252724" y="1262468"/>
                    </a:lnTo>
                    <a:lnTo>
                      <a:pt x="252724" y="1260023"/>
                    </a:lnTo>
                    <a:lnTo>
                      <a:pt x="250278" y="1260023"/>
                    </a:lnTo>
                    <a:lnTo>
                      <a:pt x="250278" y="1257578"/>
                    </a:lnTo>
                    <a:lnTo>
                      <a:pt x="247402" y="1257578"/>
                    </a:lnTo>
                    <a:lnTo>
                      <a:pt x="247402" y="1254989"/>
                    </a:lnTo>
                    <a:lnTo>
                      <a:pt x="244956" y="1254989"/>
                    </a:lnTo>
                    <a:lnTo>
                      <a:pt x="244956" y="1249810"/>
                    </a:lnTo>
                    <a:lnTo>
                      <a:pt x="242367" y="1249810"/>
                    </a:lnTo>
                    <a:lnTo>
                      <a:pt x="242367" y="1247365"/>
                    </a:lnTo>
                    <a:lnTo>
                      <a:pt x="239922" y="1247365"/>
                    </a:lnTo>
                    <a:lnTo>
                      <a:pt x="239922" y="1244776"/>
                    </a:lnTo>
                    <a:lnTo>
                      <a:pt x="242367" y="1244776"/>
                    </a:lnTo>
                    <a:lnTo>
                      <a:pt x="242367" y="1242043"/>
                    </a:lnTo>
                    <a:lnTo>
                      <a:pt x="237189" y="1242043"/>
                    </a:lnTo>
                    <a:lnTo>
                      <a:pt x="237189" y="1237152"/>
                    </a:lnTo>
                    <a:lnTo>
                      <a:pt x="234744" y="1237152"/>
                    </a:lnTo>
                    <a:lnTo>
                      <a:pt x="234744" y="1233700"/>
                    </a:lnTo>
                    <a:lnTo>
                      <a:pt x="232155" y="1233700"/>
                    </a:lnTo>
                    <a:lnTo>
                      <a:pt x="232155" y="1230967"/>
                    </a:lnTo>
                    <a:lnTo>
                      <a:pt x="229710" y="1230967"/>
                    </a:lnTo>
                    <a:lnTo>
                      <a:pt x="229710" y="1228522"/>
                    </a:lnTo>
                    <a:lnTo>
                      <a:pt x="227264" y="1228522"/>
                    </a:lnTo>
                    <a:lnTo>
                      <a:pt x="227264" y="1226077"/>
                    </a:lnTo>
                    <a:lnTo>
                      <a:pt x="224388" y="1226077"/>
                    </a:lnTo>
                    <a:lnTo>
                      <a:pt x="224388" y="1223632"/>
                    </a:lnTo>
                    <a:lnTo>
                      <a:pt x="221799" y="1223632"/>
                    </a:lnTo>
                    <a:lnTo>
                      <a:pt x="221799" y="1220755"/>
                    </a:lnTo>
                    <a:lnTo>
                      <a:pt x="216908" y="1220755"/>
                    </a:lnTo>
                    <a:lnTo>
                      <a:pt x="216908" y="1215865"/>
                    </a:lnTo>
                    <a:lnTo>
                      <a:pt x="209141" y="1215865"/>
                    </a:lnTo>
                    <a:lnTo>
                      <a:pt x="209141" y="1213419"/>
                    </a:lnTo>
                    <a:lnTo>
                      <a:pt x="206696" y="1213419"/>
                    </a:lnTo>
                    <a:lnTo>
                      <a:pt x="203963" y="1210686"/>
                    </a:lnTo>
                    <a:lnTo>
                      <a:pt x="201373" y="1210686"/>
                    </a:lnTo>
                    <a:lnTo>
                      <a:pt x="201373" y="1213419"/>
                    </a:lnTo>
                    <a:lnTo>
                      <a:pt x="178503" y="1213419"/>
                    </a:lnTo>
                    <a:lnTo>
                      <a:pt x="178503" y="1226077"/>
                    </a:lnTo>
                    <a:lnTo>
                      <a:pt x="183538" y="1226077"/>
                    </a:lnTo>
                    <a:lnTo>
                      <a:pt x="183538" y="1228522"/>
                    </a:lnTo>
                    <a:lnTo>
                      <a:pt x="178503" y="1228522"/>
                    </a:lnTo>
                    <a:lnTo>
                      <a:pt x="178503" y="1233700"/>
                    </a:lnTo>
                    <a:lnTo>
                      <a:pt x="180948" y="1233700"/>
                    </a:lnTo>
                    <a:lnTo>
                      <a:pt x="180948" y="1236289"/>
                    </a:lnTo>
                    <a:lnTo>
                      <a:pt x="183538" y="1236289"/>
                    </a:lnTo>
                    <a:lnTo>
                      <a:pt x="183538" y="1246502"/>
                    </a:lnTo>
                    <a:lnTo>
                      <a:pt x="186270" y="1248947"/>
                    </a:lnTo>
                    <a:lnTo>
                      <a:pt x="186270" y="1251393"/>
                    </a:lnTo>
                    <a:lnTo>
                      <a:pt x="188716" y="1251393"/>
                    </a:lnTo>
                    <a:lnTo>
                      <a:pt x="188716" y="1248947"/>
                    </a:lnTo>
                    <a:lnTo>
                      <a:pt x="191161" y="1248947"/>
                    </a:lnTo>
                    <a:lnTo>
                      <a:pt x="191161" y="1251393"/>
                    </a:lnTo>
                    <a:lnTo>
                      <a:pt x="193750" y="1248947"/>
                    </a:lnTo>
                    <a:lnTo>
                      <a:pt x="193750" y="1256715"/>
                    </a:lnTo>
                    <a:lnTo>
                      <a:pt x="198497" y="1256715"/>
                    </a:lnTo>
                    <a:lnTo>
                      <a:pt x="198497" y="1256715"/>
                    </a:lnTo>
                    <a:lnTo>
                      <a:pt x="196339" y="1258872"/>
                    </a:lnTo>
                    <a:lnTo>
                      <a:pt x="198784" y="1258872"/>
                    </a:lnTo>
                    <a:lnTo>
                      <a:pt x="198784" y="1257290"/>
                    </a:lnTo>
                    <a:lnTo>
                      <a:pt x="199504" y="1258872"/>
                    </a:lnTo>
                    <a:lnTo>
                      <a:pt x="198784" y="1258872"/>
                    </a:lnTo>
                    <a:lnTo>
                      <a:pt x="196339" y="1261318"/>
                    </a:lnTo>
                    <a:lnTo>
                      <a:pt x="196339" y="1264050"/>
                    </a:lnTo>
                    <a:lnTo>
                      <a:pt x="193606" y="1264050"/>
                    </a:lnTo>
                    <a:lnTo>
                      <a:pt x="193606" y="1266639"/>
                    </a:lnTo>
                    <a:lnTo>
                      <a:pt x="191017" y="1269084"/>
                    </a:lnTo>
                    <a:lnTo>
                      <a:pt x="191017" y="1271530"/>
                    </a:lnTo>
                    <a:lnTo>
                      <a:pt x="196339" y="1271530"/>
                    </a:lnTo>
                    <a:lnTo>
                      <a:pt x="196339" y="1274263"/>
                    </a:lnTo>
                    <a:lnTo>
                      <a:pt x="198784" y="1274263"/>
                    </a:lnTo>
                    <a:lnTo>
                      <a:pt x="198784" y="1276852"/>
                    </a:lnTo>
                    <a:lnTo>
                      <a:pt x="196339" y="1276852"/>
                    </a:lnTo>
                    <a:lnTo>
                      <a:pt x="196339" y="1279297"/>
                    </a:lnTo>
                    <a:lnTo>
                      <a:pt x="198784" y="1281742"/>
                    </a:lnTo>
                    <a:lnTo>
                      <a:pt x="198784" y="1284331"/>
                    </a:lnTo>
                    <a:lnTo>
                      <a:pt x="204250" y="1284331"/>
                    </a:lnTo>
                    <a:lnTo>
                      <a:pt x="204250" y="1287064"/>
                    </a:lnTo>
                    <a:lnTo>
                      <a:pt x="196771" y="1287064"/>
                    </a:lnTo>
                    <a:lnTo>
                      <a:pt x="196771" y="1289510"/>
                    </a:lnTo>
                    <a:lnTo>
                      <a:pt x="191449" y="1289510"/>
                    </a:lnTo>
                    <a:lnTo>
                      <a:pt x="191449" y="1291955"/>
                    </a:lnTo>
                    <a:lnTo>
                      <a:pt x="186558" y="1291955"/>
                    </a:lnTo>
                    <a:lnTo>
                      <a:pt x="186558" y="1297277"/>
                    </a:lnTo>
                    <a:lnTo>
                      <a:pt x="189003" y="1297277"/>
                    </a:lnTo>
                    <a:lnTo>
                      <a:pt x="189003" y="1299722"/>
                    </a:lnTo>
                    <a:lnTo>
                      <a:pt x="196771" y="1299722"/>
                    </a:lnTo>
                    <a:lnTo>
                      <a:pt x="196771" y="1297277"/>
                    </a:lnTo>
                    <a:lnTo>
                      <a:pt x="204250" y="1297277"/>
                    </a:lnTo>
                    <a:lnTo>
                      <a:pt x="204250" y="1291955"/>
                    </a:lnTo>
                    <a:lnTo>
                      <a:pt x="206983" y="1291955"/>
                    </a:lnTo>
                    <a:lnTo>
                      <a:pt x="206983" y="1297277"/>
                    </a:lnTo>
                    <a:lnTo>
                      <a:pt x="204250" y="1297277"/>
                    </a:lnTo>
                    <a:lnTo>
                      <a:pt x="204250" y="1302168"/>
                    </a:lnTo>
                    <a:lnTo>
                      <a:pt x="211874" y="1302168"/>
                    </a:lnTo>
                    <a:lnTo>
                      <a:pt x="211874" y="1299722"/>
                    </a:lnTo>
                    <a:lnTo>
                      <a:pt x="217196" y="1299722"/>
                    </a:lnTo>
                    <a:lnTo>
                      <a:pt x="217196" y="1297277"/>
                    </a:lnTo>
                    <a:lnTo>
                      <a:pt x="217196" y="1297277"/>
                    </a:lnTo>
                    <a:lnTo>
                      <a:pt x="218346" y="1299722"/>
                    </a:lnTo>
                    <a:lnTo>
                      <a:pt x="216764" y="1299722"/>
                    </a:lnTo>
                    <a:lnTo>
                      <a:pt x="216764" y="1305619"/>
                    </a:lnTo>
                    <a:lnTo>
                      <a:pt x="214031" y="1305619"/>
                    </a:lnTo>
                    <a:lnTo>
                      <a:pt x="214031" y="1315832"/>
                    </a:lnTo>
                    <a:lnTo>
                      <a:pt x="219209" y="1315832"/>
                    </a:lnTo>
                    <a:lnTo>
                      <a:pt x="219209" y="1321154"/>
                    </a:lnTo>
                    <a:lnTo>
                      <a:pt x="221655" y="1323599"/>
                    </a:lnTo>
                    <a:lnTo>
                      <a:pt x="226977" y="1323599"/>
                    </a:lnTo>
                    <a:lnTo>
                      <a:pt x="226977" y="1321154"/>
                    </a:lnTo>
                    <a:lnTo>
                      <a:pt x="227840" y="1321154"/>
                    </a:lnTo>
                    <a:lnTo>
                      <a:pt x="227840" y="1322305"/>
                    </a:lnTo>
                    <a:lnTo>
                      <a:pt x="226545" y="1323599"/>
                    </a:lnTo>
                    <a:lnTo>
                      <a:pt x="228559" y="1323599"/>
                    </a:lnTo>
                    <a:lnTo>
                      <a:pt x="229566" y="1326045"/>
                    </a:lnTo>
                    <a:lnTo>
                      <a:pt x="223812" y="1326045"/>
                    </a:lnTo>
                    <a:lnTo>
                      <a:pt x="223812" y="1336257"/>
                    </a:lnTo>
                    <a:lnTo>
                      <a:pt x="226545" y="1338990"/>
                    </a:lnTo>
                    <a:lnTo>
                      <a:pt x="226545" y="1341579"/>
                    </a:lnTo>
                    <a:lnTo>
                      <a:pt x="231436" y="1341579"/>
                    </a:lnTo>
                    <a:lnTo>
                      <a:pt x="231436" y="1344024"/>
                    </a:lnTo>
                    <a:lnTo>
                      <a:pt x="237908" y="1344024"/>
                    </a:lnTo>
                    <a:lnTo>
                      <a:pt x="239059" y="1346469"/>
                    </a:lnTo>
                    <a:lnTo>
                      <a:pt x="236470" y="1346469"/>
                    </a:lnTo>
                    <a:lnTo>
                      <a:pt x="236470" y="1348771"/>
                    </a:lnTo>
                    <a:lnTo>
                      <a:pt x="234025" y="1348771"/>
                    </a:lnTo>
                    <a:lnTo>
                      <a:pt x="234025" y="1351360"/>
                    </a:lnTo>
                    <a:lnTo>
                      <a:pt x="239203" y="1351360"/>
                    </a:lnTo>
                    <a:lnTo>
                      <a:pt x="239203" y="1353805"/>
                    </a:lnTo>
                    <a:lnTo>
                      <a:pt x="242655" y="1353805"/>
                    </a:lnTo>
                    <a:lnTo>
                      <a:pt x="243806" y="1356250"/>
                    </a:lnTo>
                    <a:lnTo>
                      <a:pt x="234025" y="1356250"/>
                    </a:lnTo>
                    <a:lnTo>
                      <a:pt x="234025" y="1353805"/>
                    </a:lnTo>
                    <a:lnTo>
                      <a:pt x="231436" y="1353805"/>
                    </a:lnTo>
                    <a:lnTo>
                      <a:pt x="231436" y="1358983"/>
                    </a:lnTo>
                    <a:lnTo>
                      <a:pt x="234025" y="1358983"/>
                    </a:lnTo>
                    <a:lnTo>
                      <a:pt x="234025" y="1364018"/>
                    </a:lnTo>
                    <a:lnTo>
                      <a:pt x="236470" y="1364018"/>
                    </a:lnTo>
                    <a:lnTo>
                      <a:pt x="236470" y="1369052"/>
                    </a:lnTo>
                    <a:lnTo>
                      <a:pt x="239203" y="1369052"/>
                    </a:lnTo>
                    <a:lnTo>
                      <a:pt x="239203" y="1374230"/>
                    </a:lnTo>
                    <a:lnTo>
                      <a:pt x="241648" y="1374230"/>
                    </a:lnTo>
                    <a:lnTo>
                      <a:pt x="241648" y="1377539"/>
                    </a:lnTo>
                    <a:lnTo>
                      <a:pt x="244237" y="1377539"/>
                    </a:lnTo>
                    <a:lnTo>
                      <a:pt x="244237" y="1380128"/>
                    </a:lnTo>
                    <a:lnTo>
                      <a:pt x="251861" y="1380128"/>
                    </a:lnTo>
                    <a:lnTo>
                      <a:pt x="251861" y="1374806"/>
                    </a:lnTo>
                    <a:lnTo>
                      <a:pt x="255600" y="1382861"/>
                    </a:lnTo>
                    <a:lnTo>
                      <a:pt x="254450" y="1382861"/>
                    </a:lnTo>
                    <a:lnTo>
                      <a:pt x="254450" y="1385306"/>
                    </a:lnTo>
                    <a:lnTo>
                      <a:pt x="251861" y="1385306"/>
                    </a:lnTo>
                    <a:lnTo>
                      <a:pt x="251861" y="1391922"/>
                    </a:lnTo>
                    <a:lnTo>
                      <a:pt x="249415" y="1391922"/>
                    </a:lnTo>
                    <a:lnTo>
                      <a:pt x="249415" y="1396813"/>
                    </a:lnTo>
                    <a:lnTo>
                      <a:pt x="247402" y="1396813"/>
                    </a:lnTo>
                    <a:lnTo>
                      <a:pt x="247402" y="1399258"/>
                    </a:lnTo>
                    <a:lnTo>
                      <a:pt x="250135" y="1401991"/>
                    </a:lnTo>
                    <a:lnTo>
                      <a:pt x="247402" y="1401991"/>
                    </a:lnTo>
                    <a:lnTo>
                      <a:pt x="250135" y="1404580"/>
                    </a:lnTo>
                    <a:lnTo>
                      <a:pt x="255169" y="1404580"/>
                    </a:lnTo>
                    <a:lnTo>
                      <a:pt x="255169" y="1399258"/>
                    </a:lnTo>
                    <a:lnTo>
                      <a:pt x="252580" y="1399258"/>
                    </a:lnTo>
                    <a:lnTo>
                      <a:pt x="255169" y="1396813"/>
                    </a:lnTo>
                    <a:lnTo>
                      <a:pt x="260347" y="1396813"/>
                    </a:lnTo>
                    <a:lnTo>
                      <a:pt x="257614" y="1399258"/>
                    </a:lnTo>
                    <a:lnTo>
                      <a:pt x="260347" y="1399258"/>
                    </a:lnTo>
                    <a:lnTo>
                      <a:pt x="260347" y="1404580"/>
                    </a:lnTo>
                    <a:lnTo>
                      <a:pt x="262792" y="1404580"/>
                    </a:lnTo>
                    <a:lnTo>
                      <a:pt x="262792" y="1412204"/>
                    </a:lnTo>
                    <a:lnTo>
                      <a:pt x="267827" y="1412204"/>
                    </a:lnTo>
                    <a:lnTo>
                      <a:pt x="267827" y="1414793"/>
                    </a:lnTo>
                    <a:lnTo>
                      <a:pt x="265238" y="1414793"/>
                    </a:lnTo>
                    <a:lnTo>
                      <a:pt x="265238" y="1417238"/>
                    </a:lnTo>
                    <a:lnTo>
                      <a:pt x="267827" y="1419683"/>
                    </a:lnTo>
                    <a:lnTo>
                      <a:pt x="265238" y="1419683"/>
                    </a:lnTo>
                    <a:lnTo>
                      <a:pt x="267827" y="1422416"/>
                    </a:lnTo>
                    <a:lnTo>
                      <a:pt x="270560" y="1422416"/>
                    </a:lnTo>
                    <a:lnTo>
                      <a:pt x="270560" y="1425005"/>
                    </a:lnTo>
                    <a:lnTo>
                      <a:pt x="273005" y="1425005"/>
                    </a:lnTo>
                    <a:lnTo>
                      <a:pt x="273005" y="1427450"/>
                    </a:lnTo>
                    <a:lnTo>
                      <a:pt x="275450" y="1427450"/>
                    </a:lnTo>
                    <a:lnTo>
                      <a:pt x="275450" y="1425005"/>
                    </a:lnTo>
                    <a:lnTo>
                      <a:pt x="276169" y="1425005"/>
                    </a:lnTo>
                    <a:lnTo>
                      <a:pt x="277895" y="1428601"/>
                    </a:lnTo>
                    <a:lnTo>
                      <a:pt x="277895" y="1429896"/>
                    </a:lnTo>
                    <a:lnTo>
                      <a:pt x="277895" y="1429896"/>
                    </a:lnTo>
                    <a:lnTo>
                      <a:pt x="279190" y="1432628"/>
                    </a:lnTo>
                    <a:lnTo>
                      <a:pt x="274731" y="1432628"/>
                    </a:lnTo>
                    <a:lnTo>
                      <a:pt x="274731" y="1437663"/>
                    </a:lnTo>
                    <a:lnTo>
                      <a:pt x="277320" y="1440108"/>
                    </a:lnTo>
                    <a:lnTo>
                      <a:pt x="277320" y="1437663"/>
                    </a:lnTo>
                    <a:lnTo>
                      <a:pt x="280053" y="1437663"/>
                    </a:lnTo>
                    <a:lnTo>
                      <a:pt x="280053" y="1435074"/>
                    </a:lnTo>
                    <a:lnTo>
                      <a:pt x="282642" y="1440684"/>
                    </a:lnTo>
                    <a:lnTo>
                      <a:pt x="277320" y="1440684"/>
                    </a:lnTo>
                    <a:lnTo>
                      <a:pt x="277320" y="1443416"/>
                    </a:lnTo>
                    <a:lnTo>
                      <a:pt x="280053" y="1443416"/>
                    </a:lnTo>
                    <a:lnTo>
                      <a:pt x="280053" y="1448451"/>
                    </a:lnTo>
                    <a:lnTo>
                      <a:pt x="282498" y="1448451"/>
                    </a:lnTo>
                    <a:lnTo>
                      <a:pt x="282498" y="1453629"/>
                    </a:lnTo>
                    <a:lnTo>
                      <a:pt x="290553" y="1453629"/>
                    </a:lnTo>
                    <a:lnTo>
                      <a:pt x="290553" y="1458664"/>
                    </a:lnTo>
                    <a:lnTo>
                      <a:pt x="292998" y="1458664"/>
                    </a:lnTo>
                    <a:lnTo>
                      <a:pt x="292998" y="1463842"/>
                    </a:lnTo>
                    <a:lnTo>
                      <a:pt x="295444" y="1463842"/>
                    </a:lnTo>
                    <a:lnTo>
                      <a:pt x="295444" y="1471609"/>
                    </a:lnTo>
                    <a:lnTo>
                      <a:pt x="300766" y="1471609"/>
                    </a:lnTo>
                    <a:lnTo>
                      <a:pt x="300766" y="1474054"/>
                    </a:lnTo>
                    <a:lnTo>
                      <a:pt x="298033" y="1474054"/>
                    </a:lnTo>
                    <a:lnTo>
                      <a:pt x="298033" y="1476931"/>
                    </a:lnTo>
                    <a:lnTo>
                      <a:pt x="305656" y="1476931"/>
                    </a:lnTo>
                    <a:lnTo>
                      <a:pt x="305656" y="1474054"/>
                    </a:lnTo>
                    <a:lnTo>
                      <a:pt x="310691" y="1474054"/>
                    </a:lnTo>
                    <a:lnTo>
                      <a:pt x="310691" y="1471609"/>
                    </a:lnTo>
                    <a:lnTo>
                      <a:pt x="313423" y="1471609"/>
                    </a:lnTo>
                    <a:lnTo>
                      <a:pt x="313423" y="1469163"/>
                    </a:lnTo>
                    <a:lnTo>
                      <a:pt x="319321" y="1469163"/>
                    </a:lnTo>
                    <a:lnTo>
                      <a:pt x="319321" y="1474054"/>
                    </a:lnTo>
                    <a:lnTo>
                      <a:pt x="316732" y="1474054"/>
                    </a:lnTo>
                    <a:lnTo>
                      <a:pt x="316732" y="1476931"/>
                    </a:lnTo>
                    <a:lnTo>
                      <a:pt x="319321" y="1476931"/>
                    </a:lnTo>
                    <a:lnTo>
                      <a:pt x="319321" y="1479376"/>
                    </a:lnTo>
                    <a:lnTo>
                      <a:pt x="324499" y="1479376"/>
                    </a:lnTo>
                    <a:lnTo>
                      <a:pt x="324499" y="1476931"/>
                    </a:lnTo>
                    <a:lnTo>
                      <a:pt x="329533" y="1476931"/>
                    </a:lnTo>
                    <a:lnTo>
                      <a:pt x="329533" y="1479376"/>
                    </a:lnTo>
                    <a:lnTo>
                      <a:pt x="339602" y="1479376"/>
                    </a:lnTo>
                    <a:lnTo>
                      <a:pt x="339602" y="1481821"/>
                    </a:lnTo>
                    <a:lnTo>
                      <a:pt x="342191" y="1481821"/>
                    </a:lnTo>
                    <a:lnTo>
                      <a:pt x="342191" y="1484267"/>
                    </a:lnTo>
                    <a:lnTo>
                      <a:pt x="336581" y="1484267"/>
                    </a:lnTo>
                    <a:lnTo>
                      <a:pt x="336581" y="1486999"/>
                    </a:lnTo>
                    <a:lnTo>
                      <a:pt x="333705" y="1486999"/>
                    </a:lnTo>
                    <a:lnTo>
                      <a:pt x="333705" y="1489589"/>
                    </a:lnTo>
                    <a:lnTo>
                      <a:pt x="330972" y="1489589"/>
                    </a:lnTo>
                    <a:lnTo>
                      <a:pt x="330972" y="1492034"/>
                    </a:lnTo>
                    <a:lnTo>
                      <a:pt x="328526" y="1489589"/>
                    </a:lnTo>
                    <a:lnTo>
                      <a:pt x="325937" y="1489589"/>
                    </a:lnTo>
                    <a:lnTo>
                      <a:pt x="325937" y="1492034"/>
                    </a:lnTo>
                    <a:lnTo>
                      <a:pt x="320759" y="1492034"/>
                    </a:lnTo>
                    <a:lnTo>
                      <a:pt x="320759" y="1494479"/>
                    </a:lnTo>
                    <a:lnTo>
                      <a:pt x="319321" y="1494479"/>
                    </a:lnTo>
                    <a:lnTo>
                      <a:pt x="319321" y="1499801"/>
                    </a:lnTo>
                    <a:lnTo>
                      <a:pt x="321766" y="1499801"/>
                    </a:lnTo>
                    <a:lnTo>
                      <a:pt x="321766" y="1497212"/>
                    </a:lnTo>
                    <a:lnTo>
                      <a:pt x="324499" y="1497212"/>
                    </a:lnTo>
                    <a:lnTo>
                      <a:pt x="324499" y="1499801"/>
                    </a:lnTo>
                    <a:lnTo>
                      <a:pt x="321766" y="1499801"/>
                    </a:lnTo>
                    <a:lnTo>
                      <a:pt x="321766" y="1506993"/>
                    </a:lnTo>
                    <a:lnTo>
                      <a:pt x="326944" y="1506993"/>
                    </a:lnTo>
                    <a:lnTo>
                      <a:pt x="326944" y="1509582"/>
                    </a:lnTo>
                    <a:lnTo>
                      <a:pt x="329533" y="1509582"/>
                    </a:lnTo>
                    <a:lnTo>
                      <a:pt x="329533" y="1512027"/>
                    </a:lnTo>
                    <a:lnTo>
                      <a:pt x="331979" y="1512027"/>
                    </a:lnTo>
                    <a:lnTo>
                      <a:pt x="331979" y="1514472"/>
                    </a:lnTo>
                    <a:lnTo>
                      <a:pt x="333705" y="1514472"/>
                    </a:lnTo>
                    <a:lnTo>
                      <a:pt x="333705" y="1517205"/>
                    </a:lnTo>
                    <a:lnTo>
                      <a:pt x="336150" y="1517205"/>
                    </a:lnTo>
                    <a:lnTo>
                      <a:pt x="336150" y="1514472"/>
                    </a:lnTo>
                    <a:lnTo>
                      <a:pt x="341184" y="1514472"/>
                    </a:lnTo>
                    <a:lnTo>
                      <a:pt x="341184" y="1512027"/>
                    </a:lnTo>
                    <a:lnTo>
                      <a:pt x="343917" y="1512027"/>
                    </a:lnTo>
                    <a:lnTo>
                      <a:pt x="343917" y="1514472"/>
                    </a:lnTo>
                    <a:lnTo>
                      <a:pt x="341184" y="1514472"/>
                    </a:lnTo>
                    <a:lnTo>
                      <a:pt x="341184" y="1517205"/>
                    </a:lnTo>
                    <a:lnTo>
                      <a:pt x="336581" y="1517205"/>
                    </a:lnTo>
                    <a:lnTo>
                      <a:pt x="336581" y="1519795"/>
                    </a:lnTo>
                    <a:lnTo>
                      <a:pt x="339027" y="1519795"/>
                    </a:lnTo>
                    <a:lnTo>
                      <a:pt x="339027" y="1524685"/>
                    </a:lnTo>
                    <a:lnTo>
                      <a:pt x="341616" y="1524685"/>
                    </a:lnTo>
                    <a:lnTo>
                      <a:pt x="341616" y="1527418"/>
                    </a:lnTo>
                    <a:lnTo>
                      <a:pt x="344349" y="1527418"/>
                    </a:lnTo>
                    <a:lnTo>
                      <a:pt x="344349" y="1530007"/>
                    </a:lnTo>
                    <a:lnTo>
                      <a:pt x="346794" y="1530007"/>
                    </a:lnTo>
                    <a:lnTo>
                      <a:pt x="346794" y="1532452"/>
                    </a:lnTo>
                    <a:lnTo>
                      <a:pt x="349239" y="1532452"/>
                    </a:lnTo>
                    <a:lnTo>
                      <a:pt x="351828" y="1534898"/>
                    </a:lnTo>
                    <a:lnTo>
                      <a:pt x="354561" y="1537631"/>
                    </a:lnTo>
                    <a:lnTo>
                      <a:pt x="362472" y="1537631"/>
                    </a:lnTo>
                    <a:lnTo>
                      <a:pt x="362472" y="1540220"/>
                    </a:lnTo>
                    <a:lnTo>
                      <a:pt x="359883" y="1540220"/>
                    </a:lnTo>
                    <a:lnTo>
                      <a:pt x="359883" y="1542665"/>
                    </a:lnTo>
                    <a:lnTo>
                      <a:pt x="362472" y="1542665"/>
                    </a:lnTo>
                    <a:lnTo>
                      <a:pt x="362472" y="1545110"/>
                    </a:lnTo>
                    <a:lnTo>
                      <a:pt x="367650" y="1545110"/>
                    </a:lnTo>
                    <a:lnTo>
                      <a:pt x="367650" y="1550144"/>
                    </a:lnTo>
                    <a:lnTo>
                      <a:pt x="370096" y="1550144"/>
                    </a:lnTo>
                    <a:lnTo>
                      <a:pt x="370096" y="1552590"/>
                    </a:lnTo>
                    <a:lnTo>
                      <a:pt x="375418" y="1552590"/>
                    </a:lnTo>
                    <a:lnTo>
                      <a:pt x="375418" y="1555035"/>
                    </a:lnTo>
                    <a:lnTo>
                      <a:pt x="376856" y="1555035"/>
                    </a:lnTo>
                    <a:lnTo>
                      <a:pt x="376856" y="1557480"/>
                    </a:lnTo>
                    <a:lnTo>
                      <a:pt x="379301" y="1557480"/>
                    </a:lnTo>
                    <a:lnTo>
                      <a:pt x="379301" y="1560213"/>
                    </a:lnTo>
                    <a:lnTo>
                      <a:pt x="381890" y="1560213"/>
                    </a:lnTo>
                    <a:lnTo>
                      <a:pt x="381890" y="1562802"/>
                    </a:lnTo>
                    <a:lnTo>
                      <a:pt x="384336" y="1562802"/>
                    </a:lnTo>
                    <a:lnTo>
                      <a:pt x="384336" y="1565247"/>
                    </a:lnTo>
                    <a:lnTo>
                      <a:pt x="387069" y="1565247"/>
                    </a:lnTo>
                    <a:lnTo>
                      <a:pt x="387069" y="1567693"/>
                    </a:lnTo>
                    <a:lnTo>
                      <a:pt x="392103" y="1567693"/>
                    </a:lnTo>
                    <a:lnTo>
                      <a:pt x="392103" y="1570426"/>
                    </a:lnTo>
                    <a:lnTo>
                      <a:pt x="394548" y="1570426"/>
                    </a:lnTo>
                    <a:lnTo>
                      <a:pt x="394548" y="1573015"/>
                    </a:lnTo>
                    <a:lnTo>
                      <a:pt x="399726" y="1573015"/>
                    </a:lnTo>
                    <a:lnTo>
                      <a:pt x="399726" y="1575460"/>
                    </a:lnTo>
                    <a:lnTo>
                      <a:pt x="402315" y="1575460"/>
                    </a:lnTo>
                    <a:lnTo>
                      <a:pt x="402315" y="1578912"/>
                    </a:lnTo>
                    <a:lnTo>
                      <a:pt x="405624" y="1578912"/>
                    </a:lnTo>
                    <a:lnTo>
                      <a:pt x="405624" y="1581645"/>
                    </a:lnTo>
                    <a:lnTo>
                      <a:pt x="410802" y="1581645"/>
                    </a:lnTo>
                    <a:lnTo>
                      <a:pt x="410802" y="1584234"/>
                    </a:lnTo>
                    <a:lnTo>
                      <a:pt x="413391" y="1584234"/>
                    </a:lnTo>
                    <a:lnTo>
                      <a:pt x="413391" y="1581645"/>
                    </a:lnTo>
                    <a:lnTo>
                      <a:pt x="415836" y="1581645"/>
                    </a:lnTo>
                    <a:lnTo>
                      <a:pt x="415836" y="1578912"/>
                    </a:lnTo>
                    <a:lnTo>
                      <a:pt x="421014" y="1578912"/>
                    </a:lnTo>
                    <a:lnTo>
                      <a:pt x="421014" y="1576467"/>
                    </a:lnTo>
                    <a:lnTo>
                      <a:pt x="423604" y="1576467"/>
                    </a:lnTo>
                    <a:lnTo>
                      <a:pt x="423604" y="1574022"/>
                    </a:lnTo>
                    <a:lnTo>
                      <a:pt x="426049" y="1574022"/>
                    </a:lnTo>
                    <a:lnTo>
                      <a:pt x="426049" y="1576467"/>
                    </a:lnTo>
                    <a:lnTo>
                      <a:pt x="428782" y="1576467"/>
                    </a:lnTo>
                    <a:lnTo>
                      <a:pt x="428782" y="1578912"/>
                    </a:lnTo>
                    <a:lnTo>
                      <a:pt x="433672" y="1578912"/>
                    </a:lnTo>
                    <a:lnTo>
                      <a:pt x="433672" y="1576467"/>
                    </a:lnTo>
                    <a:lnTo>
                      <a:pt x="436261" y="1576467"/>
                    </a:lnTo>
                    <a:lnTo>
                      <a:pt x="436261" y="1571433"/>
                    </a:lnTo>
                    <a:lnTo>
                      <a:pt x="433672" y="1571433"/>
                    </a:lnTo>
                    <a:lnTo>
                      <a:pt x="433672" y="1561220"/>
                    </a:lnTo>
                    <a:lnTo>
                      <a:pt x="441439" y="1561220"/>
                    </a:lnTo>
                    <a:lnTo>
                      <a:pt x="441439" y="1556042"/>
                    </a:lnTo>
                    <a:lnTo>
                      <a:pt x="438707" y="1556042"/>
                    </a:lnTo>
                    <a:lnTo>
                      <a:pt x="438707" y="1558487"/>
                    </a:lnTo>
                    <a:lnTo>
                      <a:pt x="433385" y="1558487"/>
                    </a:lnTo>
                    <a:lnTo>
                      <a:pt x="433385" y="1553596"/>
                    </a:lnTo>
                    <a:lnTo>
                      <a:pt x="435974" y="1553596"/>
                    </a:lnTo>
                    <a:lnTo>
                      <a:pt x="435974" y="1550144"/>
                    </a:lnTo>
                    <a:lnTo>
                      <a:pt x="433385" y="1550144"/>
                    </a:lnTo>
                    <a:lnTo>
                      <a:pt x="433385" y="1544822"/>
                    </a:lnTo>
                    <a:lnTo>
                      <a:pt x="430939" y="1544822"/>
                    </a:lnTo>
                    <a:lnTo>
                      <a:pt x="430939" y="1550144"/>
                    </a:lnTo>
                    <a:lnTo>
                      <a:pt x="428494" y="1550144"/>
                    </a:lnTo>
                    <a:lnTo>
                      <a:pt x="428494" y="1557480"/>
                    </a:lnTo>
                    <a:lnTo>
                      <a:pt x="425761" y="1557480"/>
                    </a:lnTo>
                    <a:lnTo>
                      <a:pt x="425761" y="1560213"/>
                    </a:lnTo>
                    <a:lnTo>
                      <a:pt x="420727" y="1560213"/>
                    </a:lnTo>
                    <a:lnTo>
                      <a:pt x="420727" y="1557480"/>
                    </a:lnTo>
                    <a:lnTo>
                      <a:pt x="423316" y="1557480"/>
                    </a:lnTo>
                    <a:lnTo>
                      <a:pt x="423316" y="1555035"/>
                    </a:lnTo>
                    <a:lnTo>
                      <a:pt x="425761" y="1555035"/>
                    </a:lnTo>
                    <a:lnTo>
                      <a:pt x="425761" y="1539932"/>
                    </a:lnTo>
                    <a:lnTo>
                      <a:pt x="423316" y="1539932"/>
                    </a:lnTo>
                    <a:lnTo>
                      <a:pt x="423316" y="1537343"/>
                    </a:lnTo>
                    <a:lnTo>
                      <a:pt x="425761" y="1537343"/>
                    </a:lnTo>
                    <a:lnTo>
                      <a:pt x="425761" y="1535761"/>
                    </a:lnTo>
                    <a:lnTo>
                      <a:pt x="428494" y="1535761"/>
                    </a:lnTo>
                    <a:lnTo>
                      <a:pt x="428494" y="1533315"/>
                    </a:lnTo>
                    <a:lnTo>
                      <a:pt x="425761" y="1533315"/>
                    </a:lnTo>
                    <a:lnTo>
                      <a:pt x="425761" y="1530870"/>
                    </a:lnTo>
                    <a:lnTo>
                      <a:pt x="428494" y="1530870"/>
                    </a:lnTo>
                    <a:lnTo>
                      <a:pt x="428494" y="1533315"/>
                    </a:lnTo>
                    <a:lnTo>
                      <a:pt x="430939" y="1533315"/>
                    </a:lnTo>
                    <a:lnTo>
                      <a:pt x="430939" y="1535761"/>
                    </a:lnTo>
                    <a:lnTo>
                      <a:pt x="428494" y="1535761"/>
                    </a:lnTo>
                    <a:lnTo>
                      <a:pt x="428494" y="1543528"/>
                    </a:lnTo>
                    <a:lnTo>
                      <a:pt x="435974" y="1543528"/>
                    </a:lnTo>
                    <a:lnTo>
                      <a:pt x="435974" y="1541083"/>
                    </a:lnTo>
                    <a:lnTo>
                      <a:pt x="441152" y="1541083"/>
                    </a:lnTo>
                    <a:lnTo>
                      <a:pt x="441152" y="1538494"/>
                    </a:lnTo>
                    <a:lnTo>
                      <a:pt x="438707" y="1538494"/>
                    </a:lnTo>
                    <a:lnTo>
                      <a:pt x="438707" y="1533315"/>
                    </a:lnTo>
                    <a:lnTo>
                      <a:pt x="435974" y="1533315"/>
                    </a:lnTo>
                    <a:lnTo>
                      <a:pt x="435974" y="1523103"/>
                    </a:lnTo>
                    <a:lnTo>
                      <a:pt x="433385" y="1523103"/>
                    </a:lnTo>
                    <a:lnTo>
                      <a:pt x="433385" y="1515335"/>
                    </a:lnTo>
                    <a:lnTo>
                      <a:pt x="430939" y="1515335"/>
                    </a:lnTo>
                    <a:lnTo>
                      <a:pt x="430939" y="1528281"/>
                    </a:lnTo>
                    <a:lnTo>
                      <a:pt x="428494" y="1528281"/>
                    </a:lnTo>
                    <a:lnTo>
                      <a:pt x="428494" y="1525548"/>
                    </a:lnTo>
                    <a:lnTo>
                      <a:pt x="425761" y="1525548"/>
                    </a:lnTo>
                    <a:lnTo>
                      <a:pt x="425761" y="1520658"/>
                    </a:lnTo>
                    <a:lnTo>
                      <a:pt x="423316" y="1520658"/>
                    </a:lnTo>
                    <a:lnTo>
                      <a:pt x="423316" y="1515335"/>
                    </a:lnTo>
                    <a:lnTo>
                      <a:pt x="420727" y="1515335"/>
                    </a:lnTo>
                    <a:lnTo>
                      <a:pt x="420727" y="1512890"/>
                    </a:lnTo>
                    <a:lnTo>
                      <a:pt x="418282" y="1510445"/>
                    </a:lnTo>
                    <a:lnTo>
                      <a:pt x="418282" y="1506993"/>
                    </a:lnTo>
                    <a:lnTo>
                      <a:pt x="420727" y="1506993"/>
                    </a:lnTo>
                    <a:lnTo>
                      <a:pt x="420727" y="1504260"/>
                    </a:lnTo>
                    <a:lnTo>
                      <a:pt x="423316" y="1504260"/>
                    </a:lnTo>
                    <a:lnTo>
                      <a:pt x="423316" y="1494048"/>
                    </a:lnTo>
                    <a:lnTo>
                      <a:pt x="420727" y="1491602"/>
                    </a:lnTo>
                    <a:lnTo>
                      <a:pt x="425761" y="1491602"/>
                    </a:lnTo>
                    <a:lnTo>
                      <a:pt x="425761" y="1494048"/>
                    </a:lnTo>
                    <a:lnTo>
                      <a:pt x="430939" y="1494048"/>
                    </a:lnTo>
                    <a:lnTo>
                      <a:pt x="430939" y="1491602"/>
                    </a:lnTo>
                    <a:lnTo>
                      <a:pt x="428494" y="1491602"/>
                    </a:lnTo>
                    <a:lnTo>
                      <a:pt x="425761" y="1489157"/>
                    </a:lnTo>
                    <a:lnTo>
                      <a:pt x="425761" y="1486568"/>
                    </a:lnTo>
                    <a:lnTo>
                      <a:pt x="423316" y="1486568"/>
                    </a:lnTo>
                    <a:lnTo>
                      <a:pt x="423316" y="1483835"/>
                    </a:lnTo>
                    <a:lnTo>
                      <a:pt x="420727" y="1483835"/>
                    </a:lnTo>
                    <a:lnTo>
                      <a:pt x="420727" y="1489157"/>
                    </a:lnTo>
                    <a:lnTo>
                      <a:pt x="415549" y="1489157"/>
                    </a:lnTo>
                    <a:lnTo>
                      <a:pt x="415549" y="1486568"/>
                    </a:lnTo>
                    <a:lnTo>
                      <a:pt x="418282" y="1486568"/>
                    </a:lnTo>
                    <a:lnTo>
                      <a:pt x="418282" y="1483835"/>
                    </a:lnTo>
                    <a:lnTo>
                      <a:pt x="415549" y="1483835"/>
                    </a:lnTo>
                    <a:lnTo>
                      <a:pt x="415549" y="1478944"/>
                    </a:lnTo>
                    <a:lnTo>
                      <a:pt x="413103" y="1478944"/>
                    </a:lnTo>
                    <a:lnTo>
                      <a:pt x="413103" y="1476499"/>
                    </a:lnTo>
                    <a:lnTo>
                      <a:pt x="410514" y="1476499"/>
                    </a:lnTo>
                    <a:lnTo>
                      <a:pt x="410514" y="1473622"/>
                    </a:lnTo>
                    <a:lnTo>
                      <a:pt x="402891" y="1473622"/>
                    </a:lnTo>
                    <a:lnTo>
                      <a:pt x="402891" y="1471177"/>
                    </a:lnTo>
                    <a:lnTo>
                      <a:pt x="408069" y="1471177"/>
                    </a:lnTo>
                    <a:lnTo>
                      <a:pt x="405336" y="1468732"/>
                    </a:lnTo>
                    <a:lnTo>
                      <a:pt x="405336" y="1466287"/>
                    </a:lnTo>
                    <a:lnTo>
                      <a:pt x="400302" y="1466287"/>
                    </a:lnTo>
                    <a:lnTo>
                      <a:pt x="400302" y="1463842"/>
                    </a:lnTo>
                    <a:lnTo>
                      <a:pt x="397856" y="1463842"/>
                    </a:lnTo>
                    <a:lnTo>
                      <a:pt x="397856" y="1461396"/>
                    </a:lnTo>
                    <a:lnTo>
                      <a:pt x="395124" y="1461396"/>
                    </a:lnTo>
                    <a:lnTo>
                      <a:pt x="395124" y="1458951"/>
                    </a:lnTo>
                    <a:lnTo>
                      <a:pt x="392678" y="1458951"/>
                    </a:lnTo>
                    <a:lnTo>
                      <a:pt x="392678" y="1456506"/>
                    </a:lnTo>
                    <a:lnTo>
                      <a:pt x="387644" y="1456506"/>
                    </a:lnTo>
                    <a:lnTo>
                      <a:pt x="387644" y="1453917"/>
                    </a:lnTo>
                    <a:lnTo>
                      <a:pt x="382466" y="1453917"/>
                    </a:lnTo>
                    <a:lnTo>
                      <a:pt x="382466" y="1451184"/>
                    </a:lnTo>
                    <a:lnTo>
                      <a:pt x="379877" y="1451184"/>
                    </a:lnTo>
                    <a:lnTo>
                      <a:pt x="379877" y="1448739"/>
                    </a:lnTo>
                    <a:lnTo>
                      <a:pt x="376856" y="1448739"/>
                    </a:lnTo>
                    <a:lnTo>
                      <a:pt x="376856" y="1443704"/>
                    </a:lnTo>
                    <a:lnTo>
                      <a:pt x="374411" y="1443704"/>
                    </a:lnTo>
                    <a:lnTo>
                      <a:pt x="374411" y="1438526"/>
                    </a:lnTo>
                    <a:lnTo>
                      <a:pt x="369664" y="1438526"/>
                    </a:lnTo>
                    <a:lnTo>
                      <a:pt x="369664" y="1433492"/>
                    </a:lnTo>
                    <a:lnTo>
                      <a:pt x="367219" y="1433492"/>
                    </a:lnTo>
                    <a:lnTo>
                      <a:pt x="367219" y="1428313"/>
                    </a:lnTo>
                    <a:lnTo>
                      <a:pt x="369664" y="1428313"/>
                    </a:lnTo>
                    <a:lnTo>
                      <a:pt x="369664" y="1433492"/>
                    </a:lnTo>
                    <a:lnTo>
                      <a:pt x="372253" y="1433492"/>
                    </a:lnTo>
                    <a:lnTo>
                      <a:pt x="372253" y="1436081"/>
                    </a:lnTo>
                    <a:lnTo>
                      <a:pt x="374986" y="1436081"/>
                    </a:lnTo>
                    <a:lnTo>
                      <a:pt x="374986" y="1430759"/>
                    </a:lnTo>
                    <a:lnTo>
                      <a:pt x="372253" y="1428313"/>
                    </a:lnTo>
                    <a:lnTo>
                      <a:pt x="372253" y="1423279"/>
                    </a:lnTo>
                    <a:lnTo>
                      <a:pt x="369664" y="1423279"/>
                    </a:lnTo>
                    <a:lnTo>
                      <a:pt x="369664" y="1425868"/>
                    </a:lnTo>
                    <a:lnTo>
                      <a:pt x="367219" y="1425868"/>
                    </a:lnTo>
                    <a:lnTo>
                      <a:pt x="367219" y="1415656"/>
                    </a:lnTo>
                    <a:lnTo>
                      <a:pt x="364774" y="1415656"/>
                    </a:lnTo>
                    <a:lnTo>
                      <a:pt x="364774" y="1413067"/>
                    </a:lnTo>
                    <a:lnTo>
                      <a:pt x="372253" y="1413067"/>
                    </a:lnTo>
                    <a:lnTo>
                      <a:pt x="372253" y="1407888"/>
                    </a:lnTo>
                    <a:lnTo>
                      <a:pt x="369664" y="1407888"/>
                    </a:lnTo>
                    <a:lnTo>
                      <a:pt x="369664" y="1402854"/>
                    </a:lnTo>
                    <a:lnTo>
                      <a:pt x="367219" y="1402854"/>
                    </a:lnTo>
                    <a:lnTo>
                      <a:pt x="367219" y="1397676"/>
                    </a:lnTo>
                    <a:lnTo>
                      <a:pt x="364774" y="1397676"/>
                    </a:lnTo>
                    <a:lnTo>
                      <a:pt x="364774" y="1389908"/>
                    </a:lnTo>
                    <a:lnTo>
                      <a:pt x="362472" y="1389908"/>
                    </a:lnTo>
                    <a:lnTo>
                      <a:pt x="362472" y="1385018"/>
                    </a:lnTo>
                    <a:lnTo>
                      <a:pt x="359883" y="1385018"/>
                    </a:lnTo>
                    <a:lnTo>
                      <a:pt x="359883" y="1369628"/>
                    </a:lnTo>
                    <a:lnTo>
                      <a:pt x="362472" y="1369628"/>
                    </a:lnTo>
                    <a:lnTo>
                      <a:pt x="362472" y="1372361"/>
                    </a:lnTo>
                    <a:lnTo>
                      <a:pt x="365205" y="1372361"/>
                    </a:lnTo>
                    <a:lnTo>
                      <a:pt x="365205" y="1362148"/>
                    </a:lnTo>
                    <a:lnTo>
                      <a:pt x="362472" y="1362148"/>
                    </a:lnTo>
                    <a:lnTo>
                      <a:pt x="362472" y="1364593"/>
                    </a:lnTo>
                    <a:lnTo>
                      <a:pt x="357438" y="1364593"/>
                    </a:lnTo>
                    <a:lnTo>
                      <a:pt x="357438" y="1359559"/>
                    </a:lnTo>
                    <a:lnTo>
                      <a:pt x="354993" y="1359559"/>
                    </a:lnTo>
                    <a:lnTo>
                      <a:pt x="357438" y="1356826"/>
                    </a:lnTo>
                    <a:lnTo>
                      <a:pt x="352260" y="1356826"/>
                    </a:lnTo>
                    <a:lnTo>
                      <a:pt x="352260" y="1354381"/>
                    </a:lnTo>
                    <a:lnTo>
                      <a:pt x="354993" y="1354381"/>
                    </a:lnTo>
                    <a:lnTo>
                      <a:pt x="354993" y="1348771"/>
                    </a:lnTo>
                    <a:lnTo>
                      <a:pt x="357150" y="1346326"/>
                    </a:lnTo>
                    <a:lnTo>
                      <a:pt x="357150" y="1346326"/>
                    </a:lnTo>
                    <a:lnTo>
                      <a:pt x="357150" y="1355819"/>
                    </a:lnTo>
                    <a:lnTo>
                      <a:pt x="359596" y="1358552"/>
                    </a:lnTo>
                    <a:lnTo>
                      <a:pt x="359596" y="1361141"/>
                    </a:lnTo>
                    <a:lnTo>
                      <a:pt x="362472" y="1361141"/>
                    </a:lnTo>
                    <a:lnTo>
                      <a:pt x="362472" y="1358552"/>
                    </a:lnTo>
                    <a:lnTo>
                      <a:pt x="367650" y="1358552"/>
                    </a:lnTo>
                    <a:lnTo>
                      <a:pt x="373979" y="1366032"/>
                    </a:lnTo>
                    <a:lnTo>
                      <a:pt x="372685" y="1366032"/>
                    </a:lnTo>
                    <a:lnTo>
                      <a:pt x="372685" y="1368621"/>
                    </a:lnTo>
                    <a:lnTo>
                      <a:pt x="375418" y="1368621"/>
                    </a:lnTo>
                    <a:lnTo>
                      <a:pt x="375418" y="1367758"/>
                    </a:lnTo>
                    <a:lnTo>
                      <a:pt x="375418" y="1368621"/>
                    </a:lnTo>
                    <a:lnTo>
                      <a:pt x="375418" y="1368621"/>
                    </a:lnTo>
                    <a:lnTo>
                      <a:pt x="375418" y="1373799"/>
                    </a:lnTo>
                    <a:lnTo>
                      <a:pt x="376856" y="1373799"/>
                    </a:lnTo>
                    <a:lnTo>
                      <a:pt x="376856" y="1371354"/>
                    </a:lnTo>
                    <a:lnTo>
                      <a:pt x="376856" y="1371354"/>
                    </a:lnTo>
                    <a:lnTo>
                      <a:pt x="386637" y="1383005"/>
                    </a:lnTo>
                    <a:lnTo>
                      <a:pt x="386637" y="1386456"/>
                    </a:lnTo>
                    <a:lnTo>
                      <a:pt x="389082" y="1386456"/>
                    </a:lnTo>
                    <a:lnTo>
                      <a:pt x="389082" y="1388902"/>
                    </a:lnTo>
                    <a:lnTo>
                      <a:pt x="391671" y="1388902"/>
                    </a:lnTo>
                    <a:lnTo>
                      <a:pt x="391671" y="1391778"/>
                    </a:lnTo>
                    <a:lnTo>
                      <a:pt x="394117" y="1391778"/>
                    </a:lnTo>
                    <a:lnTo>
                      <a:pt x="394117" y="1396669"/>
                    </a:lnTo>
                    <a:lnTo>
                      <a:pt x="396850" y="1396669"/>
                    </a:lnTo>
                    <a:lnTo>
                      <a:pt x="396850" y="1406882"/>
                    </a:lnTo>
                    <a:lnTo>
                      <a:pt x="399295" y="1406882"/>
                    </a:lnTo>
                    <a:lnTo>
                      <a:pt x="399295" y="1409327"/>
                    </a:lnTo>
                    <a:lnTo>
                      <a:pt x="401884" y="1409327"/>
                    </a:lnTo>
                    <a:lnTo>
                      <a:pt x="401884" y="1412060"/>
                    </a:lnTo>
                    <a:lnTo>
                      <a:pt x="404329" y="1414649"/>
                    </a:lnTo>
                    <a:lnTo>
                      <a:pt x="409507" y="1414649"/>
                    </a:lnTo>
                    <a:lnTo>
                      <a:pt x="409507" y="1417094"/>
                    </a:lnTo>
                    <a:lnTo>
                      <a:pt x="412096" y="1417094"/>
                    </a:lnTo>
                    <a:lnTo>
                      <a:pt x="412096" y="1420690"/>
                    </a:lnTo>
                    <a:lnTo>
                      <a:pt x="414542" y="1420690"/>
                    </a:lnTo>
                    <a:lnTo>
                      <a:pt x="414542" y="1418245"/>
                    </a:lnTo>
                    <a:lnTo>
                      <a:pt x="427487" y="1418245"/>
                    </a:lnTo>
                    <a:lnTo>
                      <a:pt x="427487" y="1413211"/>
                    </a:lnTo>
                    <a:lnTo>
                      <a:pt x="429932" y="1413211"/>
                    </a:lnTo>
                    <a:lnTo>
                      <a:pt x="429932" y="1410478"/>
                    </a:lnTo>
                    <a:lnTo>
                      <a:pt x="432378" y="1408032"/>
                    </a:lnTo>
                    <a:lnTo>
                      <a:pt x="432378" y="1408032"/>
                    </a:lnTo>
                    <a:lnTo>
                      <a:pt x="434967" y="1409039"/>
                    </a:lnTo>
                    <a:lnTo>
                      <a:pt x="434967" y="1410909"/>
                    </a:lnTo>
                    <a:lnTo>
                      <a:pt x="432378" y="1410909"/>
                    </a:lnTo>
                    <a:lnTo>
                      <a:pt x="432378" y="1413642"/>
                    </a:lnTo>
                    <a:lnTo>
                      <a:pt x="434967" y="1413642"/>
                    </a:lnTo>
                    <a:lnTo>
                      <a:pt x="434967" y="1416231"/>
                    </a:lnTo>
                    <a:lnTo>
                      <a:pt x="432378" y="1416231"/>
                    </a:lnTo>
                    <a:lnTo>
                      <a:pt x="432378" y="1420690"/>
                    </a:lnTo>
                    <a:lnTo>
                      <a:pt x="434967" y="1420690"/>
                    </a:lnTo>
                    <a:lnTo>
                      <a:pt x="434967" y="1426012"/>
                    </a:lnTo>
                    <a:lnTo>
                      <a:pt x="427487" y="1426012"/>
                    </a:lnTo>
                    <a:lnTo>
                      <a:pt x="427487" y="1423423"/>
                    </a:lnTo>
                    <a:lnTo>
                      <a:pt x="429932" y="1423423"/>
                    </a:lnTo>
                    <a:lnTo>
                      <a:pt x="429932" y="1420690"/>
                    </a:lnTo>
                    <a:lnTo>
                      <a:pt x="425761" y="1420690"/>
                    </a:lnTo>
                    <a:lnTo>
                      <a:pt x="425761" y="1423423"/>
                    </a:lnTo>
                    <a:lnTo>
                      <a:pt x="423316" y="1423423"/>
                    </a:lnTo>
                    <a:lnTo>
                      <a:pt x="423316" y="1420690"/>
                    </a:lnTo>
                    <a:lnTo>
                      <a:pt x="415549" y="1420690"/>
                    </a:lnTo>
                    <a:lnTo>
                      <a:pt x="415549" y="1423423"/>
                    </a:lnTo>
                    <a:lnTo>
                      <a:pt x="418282" y="1423423"/>
                    </a:lnTo>
                    <a:lnTo>
                      <a:pt x="418282" y="1426012"/>
                    </a:lnTo>
                    <a:lnTo>
                      <a:pt x="415549" y="1426012"/>
                    </a:lnTo>
                    <a:lnTo>
                      <a:pt x="415549" y="1428457"/>
                    </a:lnTo>
                    <a:lnTo>
                      <a:pt x="418282" y="1428457"/>
                    </a:lnTo>
                    <a:lnTo>
                      <a:pt x="418282" y="1430902"/>
                    </a:lnTo>
                    <a:lnTo>
                      <a:pt x="420727" y="1430902"/>
                    </a:lnTo>
                    <a:lnTo>
                      <a:pt x="420727" y="1433635"/>
                    </a:lnTo>
                    <a:lnTo>
                      <a:pt x="423316" y="1433635"/>
                    </a:lnTo>
                    <a:lnTo>
                      <a:pt x="423316" y="1441115"/>
                    </a:lnTo>
                    <a:lnTo>
                      <a:pt x="425761" y="1441115"/>
                    </a:lnTo>
                    <a:lnTo>
                      <a:pt x="425761" y="1451328"/>
                    </a:lnTo>
                    <a:lnTo>
                      <a:pt x="428494" y="1451328"/>
                    </a:lnTo>
                    <a:lnTo>
                      <a:pt x="428494" y="1456650"/>
                    </a:lnTo>
                    <a:lnTo>
                      <a:pt x="433385" y="1456650"/>
                    </a:lnTo>
                    <a:lnTo>
                      <a:pt x="433385" y="1459095"/>
                    </a:lnTo>
                    <a:lnTo>
                      <a:pt x="438707" y="1459095"/>
                    </a:lnTo>
                    <a:lnTo>
                      <a:pt x="438707" y="1463842"/>
                    </a:lnTo>
                    <a:lnTo>
                      <a:pt x="441152" y="1463842"/>
                    </a:lnTo>
                    <a:lnTo>
                      <a:pt x="441152" y="1466718"/>
                    </a:lnTo>
                    <a:lnTo>
                      <a:pt x="446186" y="1466718"/>
                    </a:lnTo>
                    <a:lnTo>
                      <a:pt x="446186" y="1469163"/>
                    </a:lnTo>
                    <a:lnTo>
                      <a:pt x="448775" y="1469163"/>
                    </a:lnTo>
                    <a:lnTo>
                      <a:pt x="448775" y="1474054"/>
                    </a:lnTo>
                    <a:lnTo>
                      <a:pt x="453666" y="1474054"/>
                    </a:lnTo>
                    <a:lnTo>
                      <a:pt x="453666" y="1471609"/>
                    </a:lnTo>
                    <a:lnTo>
                      <a:pt x="456255" y="1471609"/>
                    </a:lnTo>
                    <a:lnTo>
                      <a:pt x="456255" y="1461396"/>
                    </a:lnTo>
                    <a:lnTo>
                      <a:pt x="458700" y="1461396"/>
                    </a:lnTo>
                    <a:lnTo>
                      <a:pt x="458700" y="1458951"/>
                    </a:lnTo>
                    <a:lnTo>
                      <a:pt x="474091" y="1458951"/>
                    </a:lnTo>
                    <a:lnTo>
                      <a:pt x="476680" y="1461396"/>
                    </a:lnTo>
                    <a:lnTo>
                      <a:pt x="476680" y="1463842"/>
                    </a:lnTo>
                    <a:lnTo>
                      <a:pt x="474091" y="1463842"/>
                    </a:lnTo>
                    <a:lnTo>
                      <a:pt x="474091" y="1471609"/>
                    </a:lnTo>
                    <a:lnTo>
                      <a:pt x="471789" y="1471609"/>
                    </a:lnTo>
                    <a:lnTo>
                      <a:pt x="471789" y="1479376"/>
                    </a:lnTo>
                    <a:lnTo>
                      <a:pt x="466611" y="1479376"/>
                    </a:lnTo>
                    <a:lnTo>
                      <a:pt x="466611" y="1492034"/>
                    </a:lnTo>
                    <a:lnTo>
                      <a:pt x="464022" y="1492034"/>
                    </a:lnTo>
                    <a:lnTo>
                      <a:pt x="464022" y="1494479"/>
                    </a:lnTo>
                    <a:lnTo>
                      <a:pt x="466611" y="1494479"/>
                    </a:lnTo>
                    <a:lnTo>
                      <a:pt x="466611" y="1504692"/>
                    </a:lnTo>
                    <a:lnTo>
                      <a:pt x="464022" y="1504692"/>
                    </a:lnTo>
                    <a:lnTo>
                      <a:pt x="464022" y="1506993"/>
                    </a:lnTo>
                    <a:lnTo>
                      <a:pt x="461577" y="1506993"/>
                    </a:lnTo>
                    <a:lnTo>
                      <a:pt x="461577" y="1509582"/>
                    </a:lnTo>
                    <a:lnTo>
                      <a:pt x="464022" y="1509582"/>
                    </a:lnTo>
                    <a:lnTo>
                      <a:pt x="464022" y="1514472"/>
                    </a:lnTo>
                    <a:lnTo>
                      <a:pt x="466611" y="1514472"/>
                    </a:lnTo>
                    <a:lnTo>
                      <a:pt x="466611" y="1519795"/>
                    </a:lnTo>
                    <a:lnTo>
                      <a:pt x="464022" y="1519795"/>
                    </a:lnTo>
                    <a:lnTo>
                      <a:pt x="464022" y="1522240"/>
                    </a:lnTo>
                    <a:lnTo>
                      <a:pt x="471789" y="1522240"/>
                    </a:lnTo>
                    <a:lnTo>
                      <a:pt x="471789" y="1519795"/>
                    </a:lnTo>
                    <a:lnTo>
                      <a:pt x="474235" y="1519795"/>
                    </a:lnTo>
                    <a:lnTo>
                      <a:pt x="474235" y="1517205"/>
                    </a:lnTo>
                    <a:lnTo>
                      <a:pt x="487036" y="1517205"/>
                    </a:lnTo>
                    <a:lnTo>
                      <a:pt x="487036" y="1519795"/>
                    </a:lnTo>
                    <a:lnTo>
                      <a:pt x="484447" y="1519795"/>
                    </a:lnTo>
                    <a:lnTo>
                      <a:pt x="484447" y="1524685"/>
                    </a:lnTo>
                    <a:lnTo>
                      <a:pt x="487036" y="1524685"/>
                    </a:lnTo>
                    <a:lnTo>
                      <a:pt x="487036" y="1527418"/>
                    </a:lnTo>
                    <a:lnTo>
                      <a:pt x="489481" y="1527418"/>
                    </a:lnTo>
                    <a:lnTo>
                      <a:pt x="489481" y="1530007"/>
                    </a:lnTo>
                    <a:lnTo>
                      <a:pt x="494660" y="1530007"/>
                    </a:lnTo>
                    <a:lnTo>
                      <a:pt x="494660" y="1532452"/>
                    </a:lnTo>
                    <a:lnTo>
                      <a:pt x="502427" y="1532452"/>
                    </a:lnTo>
                    <a:lnTo>
                      <a:pt x="502427" y="1535761"/>
                    </a:lnTo>
                    <a:lnTo>
                      <a:pt x="509906" y="1535761"/>
                    </a:lnTo>
                    <a:lnTo>
                      <a:pt x="512639" y="1538494"/>
                    </a:lnTo>
                    <a:lnTo>
                      <a:pt x="520694" y="1538494"/>
                    </a:lnTo>
                    <a:lnTo>
                      <a:pt x="520694" y="1541083"/>
                    </a:lnTo>
                    <a:lnTo>
                      <a:pt x="528318" y="1541083"/>
                    </a:lnTo>
                    <a:lnTo>
                      <a:pt x="528318" y="1543528"/>
                    </a:lnTo>
                    <a:lnTo>
                      <a:pt x="535078" y="1543528"/>
                    </a:lnTo>
                    <a:lnTo>
                      <a:pt x="535078" y="1545973"/>
                    </a:lnTo>
                    <a:lnTo>
                      <a:pt x="542558" y="1545973"/>
                    </a:lnTo>
                    <a:lnTo>
                      <a:pt x="542558" y="1548562"/>
                    </a:lnTo>
                    <a:lnTo>
                      <a:pt x="550325" y="1548562"/>
                    </a:lnTo>
                    <a:lnTo>
                      <a:pt x="550325" y="1550144"/>
                    </a:lnTo>
                    <a:lnTo>
                      <a:pt x="557948" y="1550144"/>
                    </a:lnTo>
                    <a:lnTo>
                      <a:pt x="557948" y="1552590"/>
                    </a:lnTo>
                    <a:lnTo>
                      <a:pt x="568161" y="1552590"/>
                    </a:lnTo>
                    <a:lnTo>
                      <a:pt x="568161" y="1555035"/>
                    </a:lnTo>
                    <a:lnTo>
                      <a:pt x="575928" y="1555035"/>
                    </a:lnTo>
                    <a:lnTo>
                      <a:pt x="578373" y="1557480"/>
                    </a:lnTo>
                    <a:lnTo>
                      <a:pt x="583408" y="1557480"/>
                    </a:lnTo>
                    <a:lnTo>
                      <a:pt x="586141" y="1560213"/>
                    </a:lnTo>
                    <a:lnTo>
                      <a:pt x="593620" y="1560213"/>
                    </a:lnTo>
                    <a:lnTo>
                      <a:pt x="593620" y="1562802"/>
                    </a:lnTo>
                    <a:lnTo>
                      <a:pt x="601244" y="1562802"/>
                    </a:lnTo>
                    <a:lnTo>
                      <a:pt x="603833" y="1565247"/>
                    </a:lnTo>
                    <a:lnTo>
                      <a:pt x="609011" y="1565247"/>
                    </a:lnTo>
                    <a:lnTo>
                      <a:pt x="611456" y="1567693"/>
                    </a:lnTo>
                    <a:lnTo>
                      <a:pt x="619223" y="1567693"/>
                    </a:lnTo>
                    <a:lnTo>
                      <a:pt x="619223" y="1570426"/>
                    </a:lnTo>
                    <a:lnTo>
                      <a:pt x="626703" y="1570426"/>
                    </a:lnTo>
                    <a:lnTo>
                      <a:pt x="629436" y="1573015"/>
                    </a:lnTo>
                    <a:lnTo>
                      <a:pt x="636916" y="1573015"/>
                    </a:lnTo>
                    <a:lnTo>
                      <a:pt x="636916" y="1575460"/>
                    </a:lnTo>
                    <a:lnTo>
                      <a:pt x="644683" y="1575460"/>
                    </a:lnTo>
                    <a:lnTo>
                      <a:pt x="647128" y="1577905"/>
                    </a:lnTo>
                    <a:lnTo>
                      <a:pt x="654895" y="1577905"/>
                    </a:lnTo>
                    <a:lnTo>
                      <a:pt x="654895" y="1580638"/>
                    </a:lnTo>
                    <a:lnTo>
                      <a:pt x="662519" y="1580638"/>
                    </a:lnTo>
                    <a:lnTo>
                      <a:pt x="665108" y="1583227"/>
                    </a:lnTo>
                    <a:lnTo>
                      <a:pt x="672731" y="1583227"/>
                    </a:lnTo>
                    <a:lnTo>
                      <a:pt x="672731" y="1585672"/>
                    </a:lnTo>
                    <a:lnTo>
                      <a:pt x="680211" y="1585672"/>
                    </a:lnTo>
                    <a:lnTo>
                      <a:pt x="680211" y="1588118"/>
                    </a:lnTo>
                    <a:lnTo>
                      <a:pt x="690423" y="1588118"/>
                    </a:lnTo>
                    <a:lnTo>
                      <a:pt x="690423" y="1590850"/>
                    </a:lnTo>
                    <a:lnTo>
                      <a:pt x="700636" y="1590850"/>
                    </a:lnTo>
                    <a:lnTo>
                      <a:pt x="700636" y="1593296"/>
                    </a:lnTo>
                    <a:lnTo>
                      <a:pt x="708403" y="1593296"/>
                    </a:lnTo>
                    <a:lnTo>
                      <a:pt x="708403" y="1595741"/>
                    </a:lnTo>
                    <a:lnTo>
                      <a:pt x="718616" y="1595741"/>
                    </a:lnTo>
                    <a:lnTo>
                      <a:pt x="718616" y="1598186"/>
                    </a:lnTo>
                    <a:lnTo>
                      <a:pt x="726239" y="1598186"/>
                    </a:lnTo>
                    <a:lnTo>
                      <a:pt x="728828" y="1600919"/>
                    </a:lnTo>
                    <a:lnTo>
                      <a:pt x="736452" y="1600919"/>
                    </a:lnTo>
                    <a:lnTo>
                      <a:pt x="736452" y="1603508"/>
                    </a:lnTo>
                    <a:lnTo>
                      <a:pt x="746664" y="1603508"/>
                    </a:lnTo>
                    <a:lnTo>
                      <a:pt x="746664" y="1605954"/>
                    </a:lnTo>
                    <a:lnTo>
                      <a:pt x="756877" y="1605954"/>
                    </a:lnTo>
                    <a:lnTo>
                      <a:pt x="756877" y="1608399"/>
                    </a:lnTo>
                    <a:lnTo>
                      <a:pt x="765219" y="1608399"/>
                    </a:lnTo>
                    <a:lnTo>
                      <a:pt x="765219" y="1611132"/>
                    </a:lnTo>
                    <a:lnTo>
                      <a:pt x="775432" y="1611132"/>
                    </a:lnTo>
                    <a:lnTo>
                      <a:pt x="775432" y="1613721"/>
                    </a:lnTo>
                    <a:lnTo>
                      <a:pt x="785644" y="1613721"/>
                    </a:lnTo>
                    <a:lnTo>
                      <a:pt x="785644" y="1616166"/>
                    </a:lnTo>
                    <a:lnTo>
                      <a:pt x="795857" y="1616166"/>
                    </a:lnTo>
                    <a:lnTo>
                      <a:pt x="795857" y="1618612"/>
                    </a:lnTo>
                    <a:lnTo>
                      <a:pt x="803624" y="1618612"/>
                    </a:lnTo>
                    <a:lnTo>
                      <a:pt x="806069" y="1621345"/>
                    </a:lnTo>
                    <a:lnTo>
                      <a:pt x="813837" y="1621345"/>
                    </a:lnTo>
                    <a:lnTo>
                      <a:pt x="813837" y="1623933"/>
                    </a:lnTo>
                    <a:lnTo>
                      <a:pt x="824049" y="1623933"/>
                    </a:lnTo>
                    <a:lnTo>
                      <a:pt x="824049" y="1626379"/>
                    </a:lnTo>
                    <a:lnTo>
                      <a:pt x="834262" y="1626379"/>
                    </a:lnTo>
                    <a:lnTo>
                      <a:pt x="834262" y="1628824"/>
                    </a:lnTo>
                    <a:lnTo>
                      <a:pt x="844474" y="1628824"/>
                    </a:lnTo>
                    <a:lnTo>
                      <a:pt x="844474" y="1631413"/>
                    </a:lnTo>
                    <a:lnTo>
                      <a:pt x="854543" y="1631413"/>
                    </a:lnTo>
                    <a:lnTo>
                      <a:pt x="854543" y="1634146"/>
                    </a:lnTo>
                    <a:lnTo>
                      <a:pt x="864755" y="1634146"/>
                    </a:lnTo>
                    <a:lnTo>
                      <a:pt x="864755" y="1636591"/>
                    </a:lnTo>
                    <a:lnTo>
                      <a:pt x="874968" y="1636591"/>
                    </a:lnTo>
                    <a:lnTo>
                      <a:pt x="874968" y="1639036"/>
                    </a:lnTo>
                    <a:lnTo>
                      <a:pt x="885180" y="1639036"/>
                    </a:lnTo>
                    <a:lnTo>
                      <a:pt x="885180" y="1641482"/>
                    </a:lnTo>
                    <a:lnTo>
                      <a:pt x="894674" y="1641482"/>
                    </a:lnTo>
                    <a:lnTo>
                      <a:pt x="894674" y="1644358"/>
                    </a:lnTo>
                    <a:lnTo>
                      <a:pt x="904886" y="1644358"/>
                    </a:lnTo>
                    <a:lnTo>
                      <a:pt x="904886" y="1646804"/>
                    </a:lnTo>
                    <a:lnTo>
                      <a:pt x="915099" y="1646804"/>
                    </a:lnTo>
                    <a:lnTo>
                      <a:pt x="915099" y="1649249"/>
                    </a:lnTo>
                    <a:lnTo>
                      <a:pt x="925311" y="1649249"/>
                    </a:lnTo>
                    <a:lnTo>
                      <a:pt x="927757" y="1651694"/>
                    </a:lnTo>
                    <a:lnTo>
                      <a:pt x="937825" y="1651694"/>
                    </a:lnTo>
                    <a:lnTo>
                      <a:pt x="937825" y="1654427"/>
                    </a:lnTo>
                    <a:lnTo>
                      <a:pt x="948038" y="1654427"/>
                    </a:lnTo>
                    <a:lnTo>
                      <a:pt x="948038" y="1657016"/>
                    </a:lnTo>
                    <a:lnTo>
                      <a:pt x="958250" y="1657016"/>
                    </a:lnTo>
                    <a:lnTo>
                      <a:pt x="958250" y="1659462"/>
                    </a:lnTo>
                    <a:lnTo>
                      <a:pt x="968463" y="1659462"/>
                    </a:lnTo>
                    <a:lnTo>
                      <a:pt x="971052" y="1661907"/>
                    </a:lnTo>
                    <a:lnTo>
                      <a:pt x="981264" y="1661907"/>
                    </a:lnTo>
                    <a:lnTo>
                      <a:pt x="981264" y="1665215"/>
                    </a:lnTo>
                    <a:lnTo>
                      <a:pt x="991477" y="1665215"/>
                    </a:lnTo>
                    <a:lnTo>
                      <a:pt x="991477" y="1667804"/>
                    </a:lnTo>
                    <a:lnTo>
                      <a:pt x="1001689" y="1667804"/>
                    </a:lnTo>
                    <a:lnTo>
                      <a:pt x="1004135" y="1670249"/>
                    </a:lnTo>
                    <a:lnTo>
                      <a:pt x="1014347" y="1670249"/>
                    </a:lnTo>
                    <a:lnTo>
                      <a:pt x="1016792" y="1672694"/>
                    </a:lnTo>
                    <a:lnTo>
                      <a:pt x="1024560" y="1672694"/>
                    </a:lnTo>
                    <a:lnTo>
                      <a:pt x="1027005" y="1675427"/>
                    </a:lnTo>
                    <a:lnTo>
                      <a:pt x="1037217" y="1675427"/>
                    </a:lnTo>
                    <a:lnTo>
                      <a:pt x="1037217" y="1678017"/>
                    </a:lnTo>
                    <a:lnTo>
                      <a:pt x="1049875" y="1678017"/>
                    </a:lnTo>
                    <a:lnTo>
                      <a:pt x="1049875" y="1680462"/>
                    </a:lnTo>
                    <a:lnTo>
                      <a:pt x="1060088" y="1680462"/>
                    </a:lnTo>
                    <a:lnTo>
                      <a:pt x="1062821" y="1682907"/>
                    </a:lnTo>
                    <a:lnTo>
                      <a:pt x="1073033" y="1682907"/>
                    </a:lnTo>
                    <a:lnTo>
                      <a:pt x="1075622" y="1685640"/>
                    </a:lnTo>
                    <a:lnTo>
                      <a:pt x="1084972" y="1685640"/>
                    </a:lnTo>
                    <a:lnTo>
                      <a:pt x="1085835" y="1685640"/>
                    </a:lnTo>
                    <a:lnTo>
                      <a:pt x="1085835" y="1687798"/>
                    </a:lnTo>
                    <a:lnTo>
                      <a:pt x="1090725" y="1687798"/>
                    </a:lnTo>
                    <a:lnTo>
                      <a:pt x="1090725" y="1685209"/>
                    </a:lnTo>
                    <a:lnTo>
                      <a:pt x="1093458" y="1685209"/>
                    </a:lnTo>
                    <a:lnTo>
                      <a:pt x="1093458" y="1682476"/>
                    </a:lnTo>
                    <a:close/>
                    <a:moveTo>
                      <a:pt x="201373" y="805494"/>
                    </a:moveTo>
                    <a:lnTo>
                      <a:pt x="201373" y="803049"/>
                    </a:lnTo>
                    <a:lnTo>
                      <a:pt x="206696" y="803049"/>
                    </a:lnTo>
                    <a:lnTo>
                      <a:pt x="203963" y="805494"/>
                    </a:lnTo>
                    <a:close/>
                    <a:moveTo>
                      <a:pt x="211586" y="813117"/>
                    </a:moveTo>
                    <a:lnTo>
                      <a:pt x="211586" y="816570"/>
                    </a:lnTo>
                    <a:lnTo>
                      <a:pt x="209141" y="816570"/>
                    </a:lnTo>
                    <a:lnTo>
                      <a:pt x="209141" y="813981"/>
                    </a:lnTo>
                    <a:lnTo>
                      <a:pt x="204250" y="813981"/>
                    </a:lnTo>
                    <a:lnTo>
                      <a:pt x="204250" y="811248"/>
                    </a:lnTo>
                    <a:lnTo>
                      <a:pt x="209428" y="811248"/>
                    </a:lnTo>
                    <a:lnTo>
                      <a:pt x="211874" y="813981"/>
                    </a:lnTo>
                    <a:lnTo>
                      <a:pt x="211874" y="811248"/>
                    </a:lnTo>
                    <a:lnTo>
                      <a:pt x="214463" y="813981"/>
                    </a:lnTo>
                    <a:close/>
                    <a:moveTo>
                      <a:pt x="214175" y="797727"/>
                    </a:moveTo>
                    <a:lnTo>
                      <a:pt x="211586" y="800172"/>
                    </a:lnTo>
                    <a:lnTo>
                      <a:pt x="209141" y="803049"/>
                    </a:lnTo>
                    <a:lnTo>
                      <a:pt x="209141" y="800172"/>
                    </a:lnTo>
                    <a:lnTo>
                      <a:pt x="211586" y="800172"/>
                    </a:lnTo>
                    <a:lnTo>
                      <a:pt x="211586" y="795282"/>
                    </a:lnTo>
                    <a:lnTo>
                      <a:pt x="209141" y="792836"/>
                    </a:lnTo>
                    <a:lnTo>
                      <a:pt x="211586" y="792836"/>
                    </a:lnTo>
                    <a:lnTo>
                      <a:pt x="211586" y="795282"/>
                    </a:lnTo>
                    <a:lnTo>
                      <a:pt x="214175" y="795282"/>
                    </a:lnTo>
                    <a:close/>
                    <a:moveTo>
                      <a:pt x="224388" y="767089"/>
                    </a:moveTo>
                    <a:lnTo>
                      <a:pt x="221799" y="764644"/>
                    </a:lnTo>
                    <a:lnTo>
                      <a:pt x="224388" y="764644"/>
                    </a:lnTo>
                    <a:close/>
                    <a:moveTo>
                      <a:pt x="232011" y="764644"/>
                    </a:moveTo>
                    <a:lnTo>
                      <a:pt x="229566" y="764644"/>
                    </a:lnTo>
                    <a:lnTo>
                      <a:pt x="229566" y="767089"/>
                    </a:lnTo>
                    <a:lnTo>
                      <a:pt x="227121" y="767089"/>
                    </a:lnTo>
                    <a:lnTo>
                      <a:pt x="227121" y="764644"/>
                    </a:lnTo>
                    <a:lnTo>
                      <a:pt x="229566" y="764644"/>
                    </a:lnTo>
                    <a:lnTo>
                      <a:pt x="229566" y="762199"/>
                    </a:lnTo>
                    <a:lnTo>
                      <a:pt x="232011" y="762199"/>
                    </a:lnTo>
                    <a:close/>
                    <a:moveTo>
                      <a:pt x="237045" y="955805"/>
                    </a:moveTo>
                    <a:lnTo>
                      <a:pt x="239778" y="953360"/>
                    </a:lnTo>
                    <a:lnTo>
                      <a:pt x="237045" y="953360"/>
                    </a:lnTo>
                    <a:lnTo>
                      <a:pt x="237045" y="950914"/>
                    </a:lnTo>
                    <a:lnTo>
                      <a:pt x="239778" y="953360"/>
                    </a:lnTo>
                    <a:lnTo>
                      <a:pt x="239778" y="958394"/>
                    </a:lnTo>
                    <a:lnTo>
                      <a:pt x="237045" y="958394"/>
                    </a:lnTo>
                    <a:close/>
                    <a:moveTo>
                      <a:pt x="234600" y="971339"/>
                    </a:moveTo>
                    <a:lnTo>
                      <a:pt x="237045" y="971339"/>
                    </a:lnTo>
                    <a:lnTo>
                      <a:pt x="237045" y="974792"/>
                    </a:lnTo>
                    <a:lnTo>
                      <a:pt x="234600" y="974792"/>
                    </a:lnTo>
                    <a:close/>
                    <a:moveTo>
                      <a:pt x="249991" y="986442"/>
                    </a:moveTo>
                    <a:lnTo>
                      <a:pt x="249991" y="989175"/>
                    </a:lnTo>
                    <a:lnTo>
                      <a:pt x="247258" y="991908"/>
                    </a:lnTo>
                    <a:lnTo>
                      <a:pt x="244813" y="991908"/>
                    </a:lnTo>
                    <a:lnTo>
                      <a:pt x="244813" y="994497"/>
                    </a:lnTo>
                    <a:lnTo>
                      <a:pt x="242224" y="994497"/>
                    </a:lnTo>
                    <a:lnTo>
                      <a:pt x="242224" y="996943"/>
                    </a:lnTo>
                    <a:lnTo>
                      <a:pt x="239778" y="996943"/>
                    </a:lnTo>
                    <a:lnTo>
                      <a:pt x="239778" y="1002121"/>
                    </a:lnTo>
                    <a:lnTo>
                      <a:pt x="237045" y="1002121"/>
                    </a:lnTo>
                    <a:lnTo>
                      <a:pt x="237045" y="1004710"/>
                    </a:lnTo>
                    <a:lnTo>
                      <a:pt x="234600" y="1004710"/>
                    </a:lnTo>
                    <a:lnTo>
                      <a:pt x="234600" y="999388"/>
                    </a:lnTo>
                    <a:lnTo>
                      <a:pt x="237045" y="999388"/>
                    </a:lnTo>
                    <a:lnTo>
                      <a:pt x="237045" y="996943"/>
                    </a:lnTo>
                    <a:lnTo>
                      <a:pt x="239778" y="996943"/>
                    </a:lnTo>
                    <a:lnTo>
                      <a:pt x="239778" y="994497"/>
                    </a:lnTo>
                    <a:lnTo>
                      <a:pt x="242224" y="994497"/>
                    </a:lnTo>
                    <a:lnTo>
                      <a:pt x="242224" y="991908"/>
                    </a:lnTo>
                    <a:lnTo>
                      <a:pt x="244813" y="991908"/>
                    </a:lnTo>
                    <a:lnTo>
                      <a:pt x="244813" y="989175"/>
                    </a:lnTo>
                    <a:lnTo>
                      <a:pt x="247402" y="989175"/>
                    </a:lnTo>
                    <a:lnTo>
                      <a:pt x="247402" y="986730"/>
                    </a:lnTo>
                    <a:lnTo>
                      <a:pt x="250135" y="984285"/>
                    </a:lnTo>
                    <a:close/>
                    <a:moveTo>
                      <a:pt x="260203" y="955805"/>
                    </a:moveTo>
                    <a:lnTo>
                      <a:pt x="262649" y="958394"/>
                    </a:lnTo>
                    <a:lnTo>
                      <a:pt x="260203" y="958394"/>
                    </a:lnTo>
                    <a:close/>
                    <a:moveTo>
                      <a:pt x="260203" y="991621"/>
                    </a:moveTo>
                    <a:lnTo>
                      <a:pt x="260203" y="994210"/>
                    </a:lnTo>
                    <a:lnTo>
                      <a:pt x="257470" y="994210"/>
                    </a:lnTo>
                    <a:lnTo>
                      <a:pt x="257470" y="996655"/>
                    </a:lnTo>
                    <a:lnTo>
                      <a:pt x="255025" y="996655"/>
                    </a:lnTo>
                    <a:lnTo>
                      <a:pt x="255025" y="1001833"/>
                    </a:lnTo>
                    <a:lnTo>
                      <a:pt x="252436" y="1001833"/>
                    </a:lnTo>
                    <a:lnTo>
                      <a:pt x="252436" y="996655"/>
                    </a:lnTo>
                    <a:lnTo>
                      <a:pt x="255025" y="996655"/>
                    </a:lnTo>
                    <a:lnTo>
                      <a:pt x="255025" y="994210"/>
                    </a:lnTo>
                    <a:lnTo>
                      <a:pt x="257470" y="994210"/>
                    </a:lnTo>
                    <a:lnTo>
                      <a:pt x="257470" y="989175"/>
                    </a:lnTo>
                    <a:lnTo>
                      <a:pt x="260203" y="989175"/>
                    </a:lnTo>
                    <a:close/>
                    <a:moveTo>
                      <a:pt x="262649" y="971339"/>
                    </a:moveTo>
                    <a:lnTo>
                      <a:pt x="262649" y="983997"/>
                    </a:lnTo>
                    <a:lnTo>
                      <a:pt x="260203" y="983997"/>
                    </a:lnTo>
                    <a:lnTo>
                      <a:pt x="260203" y="961127"/>
                    </a:lnTo>
                    <a:lnTo>
                      <a:pt x="262649" y="961127"/>
                    </a:lnTo>
                    <a:lnTo>
                      <a:pt x="262649" y="968463"/>
                    </a:lnTo>
                    <a:lnTo>
                      <a:pt x="265094" y="968463"/>
                    </a:lnTo>
                    <a:lnTo>
                      <a:pt x="265094" y="971339"/>
                    </a:lnTo>
                    <a:close/>
                    <a:moveTo>
                      <a:pt x="267683" y="976230"/>
                    </a:moveTo>
                    <a:lnTo>
                      <a:pt x="265094" y="976230"/>
                    </a:lnTo>
                    <a:lnTo>
                      <a:pt x="265094" y="974792"/>
                    </a:lnTo>
                    <a:lnTo>
                      <a:pt x="267539" y="974792"/>
                    </a:lnTo>
                    <a:lnTo>
                      <a:pt x="267539" y="977237"/>
                    </a:lnTo>
                    <a:close/>
                    <a:moveTo>
                      <a:pt x="270416" y="726239"/>
                    </a:moveTo>
                    <a:lnTo>
                      <a:pt x="267683" y="728972"/>
                    </a:lnTo>
                    <a:lnTo>
                      <a:pt x="267683" y="726239"/>
                    </a:lnTo>
                    <a:lnTo>
                      <a:pt x="270416" y="723794"/>
                    </a:lnTo>
                    <a:close/>
                    <a:moveTo>
                      <a:pt x="262649" y="1017943"/>
                    </a:moveTo>
                    <a:lnTo>
                      <a:pt x="260203" y="1017943"/>
                    </a:lnTo>
                    <a:lnTo>
                      <a:pt x="260203" y="1015498"/>
                    </a:lnTo>
                    <a:lnTo>
                      <a:pt x="262649" y="1015498"/>
                    </a:lnTo>
                    <a:close/>
                    <a:moveTo>
                      <a:pt x="257470" y="1158041"/>
                    </a:moveTo>
                    <a:lnTo>
                      <a:pt x="257470" y="1155596"/>
                    </a:lnTo>
                    <a:lnTo>
                      <a:pt x="260203" y="1155596"/>
                    </a:lnTo>
                    <a:close/>
                    <a:moveTo>
                      <a:pt x="270416" y="1143658"/>
                    </a:moveTo>
                    <a:lnTo>
                      <a:pt x="267683" y="1141069"/>
                    </a:lnTo>
                    <a:lnTo>
                      <a:pt x="270416" y="1141069"/>
                    </a:lnTo>
                    <a:close/>
                    <a:moveTo>
                      <a:pt x="249991" y="1207378"/>
                    </a:moveTo>
                    <a:lnTo>
                      <a:pt x="247402" y="1207378"/>
                    </a:lnTo>
                    <a:lnTo>
                      <a:pt x="247402" y="1204933"/>
                    </a:lnTo>
                    <a:lnTo>
                      <a:pt x="250135" y="1204933"/>
                    </a:lnTo>
                    <a:close/>
                    <a:moveTo>
                      <a:pt x="267683" y="1189398"/>
                    </a:moveTo>
                    <a:lnTo>
                      <a:pt x="260203" y="1189398"/>
                    </a:lnTo>
                    <a:lnTo>
                      <a:pt x="260203" y="1186953"/>
                    </a:lnTo>
                    <a:lnTo>
                      <a:pt x="262649" y="1186953"/>
                    </a:lnTo>
                    <a:lnTo>
                      <a:pt x="262649" y="1184508"/>
                    </a:lnTo>
                    <a:lnTo>
                      <a:pt x="265094" y="1184508"/>
                    </a:lnTo>
                    <a:lnTo>
                      <a:pt x="265094" y="1186953"/>
                    </a:lnTo>
                    <a:lnTo>
                      <a:pt x="267683" y="1186953"/>
                    </a:lnTo>
                    <a:close/>
                    <a:moveTo>
                      <a:pt x="268546" y="1179186"/>
                    </a:moveTo>
                    <a:lnTo>
                      <a:pt x="265094" y="1179186"/>
                    </a:lnTo>
                    <a:lnTo>
                      <a:pt x="267683" y="1176741"/>
                    </a:lnTo>
                    <a:lnTo>
                      <a:pt x="268834" y="1176741"/>
                    </a:lnTo>
                    <a:close/>
                    <a:moveTo>
                      <a:pt x="272861" y="1039087"/>
                    </a:moveTo>
                    <a:lnTo>
                      <a:pt x="270416" y="1039087"/>
                    </a:lnTo>
                    <a:lnTo>
                      <a:pt x="270416" y="1036642"/>
                    </a:lnTo>
                    <a:lnTo>
                      <a:pt x="272861" y="1036642"/>
                    </a:lnTo>
                    <a:close/>
                    <a:moveTo>
                      <a:pt x="290553" y="709122"/>
                    </a:moveTo>
                    <a:lnTo>
                      <a:pt x="287820" y="709122"/>
                    </a:lnTo>
                    <a:lnTo>
                      <a:pt x="287820" y="711568"/>
                    </a:lnTo>
                    <a:lnTo>
                      <a:pt x="285231" y="711568"/>
                    </a:lnTo>
                    <a:lnTo>
                      <a:pt x="285231" y="714013"/>
                    </a:lnTo>
                    <a:lnTo>
                      <a:pt x="282786" y="714013"/>
                    </a:lnTo>
                    <a:lnTo>
                      <a:pt x="282786" y="715883"/>
                    </a:lnTo>
                    <a:lnTo>
                      <a:pt x="280341" y="715883"/>
                    </a:lnTo>
                    <a:lnTo>
                      <a:pt x="280341" y="718760"/>
                    </a:lnTo>
                    <a:lnTo>
                      <a:pt x="275019" y="718760"/>
                    </a:lnTo>
                    <a:lnTo>
                      <a:pt x="275019" y="721205"/>
                    </a:lnTo>
                    <a:lnTo>
                      <a:pt x="272573" y="721205"/>
                    </a:lnTo>
                    <a:lnTo>
                      <a:pt x="272573" y="718760"/>
                    </a:lnTo>
                    <a:lnTo>
                      <a:pt x="275019" y="718760"/>
                    </a:lnTo>
                    <a:lnTo>
                      <a:pt x="277608" y="715883"/>
                    </a:lnTo>
                    <a:lnTo>
                      <a:pt x="277608" y="713438"/>
                    </a:lnTo>
                    <a:lnTo>
                      <a:pt x="280341" y="713438"/>
                    </a:lnTo>
                    <a:lnTo>
                      <a:pt x="280341" y="710992"/>
                    </a:lnTo>
                    <a:lnTo>
                      <a:pt x="282786" y="710992"/>
                    </a:lnTo>
                    <a:lnTo>
                      <a:pt x="282786" y="703225"/>
                    </a:lnTo>
                    <a:lnTo>
                      <a:pt x="285231" y="703225"/>
                    </a:lnTo>
                    <a:lnTo>
                      <a:pt x="285231" y="705814"/>
                    </a:lnTo>
                    <a:lnTo>
                      <a:pt x="282786" y="708547"/>
                    </a:lnTo>
                    <a:lnTo>
                      <a:pt x="287820" y="708547"/>
                    </a:lnTo>
                    <a:lnTo>
                      <a:pt x="290553" y="705814"/>
                    </a:lnTo>
                    <a:close/>
                    <a:moveTo>
                      <a:pt x="290553" y="691143"/>
                    </a:moveTo>
                    <a:lnTo>
                      <a:pt x="290553" y="693588"/>
                    </a:lnTo>
                    <a:lnTo>
                      <a:pt x="287820" y="693588"/>
                    </a:lnTo>
                    <a:lnTo>
                      <a:pt x="287820" y="691143"/>
                    </a:lnTo>
                    <a:lnTo>
                      <a:pt x="290553" y="688697"/>
                    </a:lnTo>
                    <a:close/>
                    <a:moveTo>
                      <a:pt x="292998" y="706389"/>
                    </a:moveTo>
                    <a:lnTo>
                      <a:pt x="292998" y="703800"/>
                    </a:lnTo>
                    <a:lnTo>
                      <a:pt x="295444" y="706389"/>
                    </a:lnTo>
                    <a:close/>
                    <a:moveTo>
                      <a:pt x="298033" y="709122"/>
                    </a:moveTo>
                    <a:lnTo>
                      <a:pt x="298033" y="706389"/>
                    </a:lnTo>
                    <a:lnTo>
                      <a:pt x="300766" y="706389"/>
                    </a:lnTo>
                    <a:lnTo>
                      <a:pt x="300766" y="709122"/>
                    </a:lnTo>
                    <a:close/>
                    <a:moveTo>
                      <a:pt x="300766" y="1280160"/>
                    </a:moveTo>
                    <a:lnTo>
                      <a:pt x="300766" y="1280160"/>
                    </a:lnTo>
                    <a:lnTo>
                      <a:pt x="300766" y="1280160"/>
                    </a:lnTo>
                    <a:close/>
                    <a:moveTo>
                      <a:pt x="203675" y="1280160"/>
                    </a:moveTo>
                    <a:lnTo>
                      <a:pt x="201086" y="1277715"/>
                    </a:lnTo>
                    <a:lnTo>
                      <a:pt x="204250" y="1277715"/>
                    </a:lnTo>
                    <a:close/>
                    <a:moveTo>
                      <a:pt x="224100" y="1318421"/>
                    </a:moveTo>
                    <a:lnTo>
                      <a:pt x="221511" y="1318421"/>
                    </a:lnTo>
                    <a:lnTo>
                      <a:pt x="221511" y="1315688"/>
                    </a:lnTo>
                    <a:lnTo>
                      <a:pt x="224100" y="1315688"/>
                    </a:lnTo>
                    <a:lnTo>
                      <a:pt x="224100" y="1313243"/>
                    </a:lnTo>
                    <a:lnTo>
                      <a:pt x="224100" y="1313243"/>
                    </a:lnTo>
                    <a:lnTo>
                      <a:pt x="226545" y="1318421"/>
                    </a:lnTo>
                    <a:close/>
                    <a:moveTo>
                      <a:pt x="236758" y="1341435"/>
                    </a:moveTo>
                    <a:lnTo>
                      <a:pt x="234312" y="1341435"/>
                    </a:lnTo>
                    <a:lnTo>
                      <a:pt x="234312" y="1335394"/>
                    </a:lnTo>
                    <a:lnTo>
                      <a:pt x="236758" y="1340716"/>
                    </a:lnTo>
                    <a:close/>
                    <a:moveTo>
                      <a:pt x="239491" y="1349058"/>
                    </a:moveTo>
                    <a:lnTo>
                      <a:pt x="239491" y="1346613"/>
                    </a:lnTo>
                    <a:lnTo>
                      <a:pt x="240641" y="1349058"/>
                    </a:lnTo>
                    <a:close/>
                    <a:moveTo>
                      <a:pt x="267395" y="1410046"/>
                    </a:moveTo>
                    <a:lnTo>
                      <a:pt x="267395" y="1407601"/>
                    </a:lnTo>
                    <a:lnTo>
                      <a:pt x="267395" y="1407601"/>
                    </a:lnTo>
                    <a:lnTo>
                      <a:pt x="268546" y="1410046"/>
                    </a:lnTo>
                    <a:close/>
                    <a:moveTo>
                      <a:pt x="282786" y="1446006"/>
                    </a:moveTo>
                    <a:lnTo>
                      <a:pt x="282786" y="1443416"/>
                    </a:lnTo>
                    <a:lnTo>
                      <a:pt x="284080" y="1443416"/>
                    </a:lnTo>
                    <a:lnTo>
                      <a:pt x="285231" y="1446006"/>
                    </a:lnTo>
                    <a:close/>
                    <a:moveTo>
                      <a:pt x="292998" y="1289654"/>
                    </a:moveTo>
                    <a:lnTo>
                      <a:pt x="286238" y="1285194"/>
                    </a:lnTo>
                    <a:lnTo>
                      <a:pt x="290553" y="1285194"/>
                    </a:lnTo>
                    <a:lnTo>
                      <a:pt x="287820" y="1282605"/>
                    </a:lnTo>
                    <a:lnTo>
                      <a:pt x="290553" y="1282605"/>
                    </a:lnTo>
                    <a:lnTo>
                      <a:pt x="290553" y="1287927"/>
                    </a:lnTo>
                    <a:lnTo>
                      <a:pt x="292998" y="1287927"/>
                    </a:lnTo>
                    <a:close/>
                    <a:moveTo>
                      <a:pt x="313423" y="1295119"/>
                    </a:moveTo>
                    <a:lnTo>
                      <a:pt x="313423" y="1295119"/>
                    </a:lnTo>
                    <a:lnTo>
                      <a:pt x="313423" y="1295119"/>
                    </a:lnTo>
                    <a:close/>
                    <a:moveTo>
                      <a:pt x="326081" y="1315688"/>
                    </a:moveTo>
                    <a:lnTo>
                      <a:pt x="323636" y="1315688"/>
                    </a:lnTo>
                    <a:lnTo>
                      <a:pt x="323636" y="1308352"/>
                    </a:lnTo>
                    <a:lnTo>
                      <a:pt x="320903" y="1308352"/>
                    </a:lnTo>
                    <a:lnTo>
                      <a:pt x="320903" y="1305619"/>
                    </a:lnTo>
                    <a:lnTo>
                      <a:pt x="319321" y="1305619"/>
                    </a:lnTo>
                    <a:lnTo>
                      <a:pt x="319321" y="1303174"/>
                    </a:lnTo>
                    <a:lnTo>
                      <a:pt x="314286" y="1303174"/>
                    </a:lnTo>
                    <a:lnTo>
                      <a:pt x="314286" y="1300729"/>
                    </a:lnTo>
                    <a:lnTo>
                      <a:pt x="311554" y="1300729"/>
                    </a:lnTo>
                    <a:lnTo>
                      <a:pt x="311554" y="1298284"/>
                    </a:lnTo>
                    <a:lnTo>
                      <a:pt x="306519" y="1298284"/>
                    </a:lnTo>
                    <a:lnTo>
                      <a:pt x="306519" y="1295695"/>
                    </a:lnTo>
                    <a:lnTo>
                      <a:pt x="302060" y="1295695"/>
                    </a:lnTo>
                    <a:lnTo>
                      <a:pt x="298320" y="1293106"/>
                    </a:lnTo>
                    <a:lnTo>
                      <a:pt x="298320" y="1293106"/>
                    </a:lnTo>
                    <a:lnTo>
                      <a:pt x="294581" y="1290660"/>
                    </a:lnTo>
                    <a:lnTo>
                      <a:pt x="303642" y="1290660"/>
                    </a:lnTo>
                    <a:lnTo>
                      <a:pt x="303642" y="1293106"/>
                    </a:lnTo>
                    <a:lnTo>
                      <a:pt x="306088" y="1293106"/>
                    </a:lnTo>
                    <a:lnTo>
                      <a:pt x="306088" y="1290660"/>
                    </a:lnTo>
                    <a:lnTo>
                      <a:pt x="308677" y="1290660"/>
                    </a:lnTo>
                    <a:lnTo>
                      <a:pt x="308677" y="1289078"/>
                    </a:lnTo>
                    <a:lnTo>
                      <a:pt x="309971" y="1290660"/>
                    </a:lnTo>
                    <a:lnTo>
                      <a:pt x="308677" y="1290660"/>
                    </a:lnTo>
                    <a:lnTo>
                      <a:pt x="308677" y="1295695"/>
                    </a:lnTo>
                    <a:lnTo>
                      <a:pt x="311122" y="1295695"/>
                    </a:lnTo>
                    <a:lnTo>
                      <a:pt x="311122" y="1298428"/>
                    </a:lnTo>
                    <a:lnTo>
                      <a:pt x="316300" y="1298428"/>
                    </a:lnTo>
                    <a:lnTo>
                      <a:pt x="316300" y="1300873"/>
                    </a:lnTo>
                    <a:lnTo>
                      <a:pt x="318458" y="1300873"/>
                    </a:lnTo>
                    <a:lnTo>
                      <a:pt x="318458" y="1300873"/>
                    </a:lnTo>
                    <a:lnTo>
                      <a:pt x="318458" y="1302887"/>
                    </a:lnTo>
                    <a:lnTo>
                      <a:pt x="320040" y="1302887"/>
                    </a:lnTo>
                    <a:lnTo>
                      <a:pt x="326081" y="1310078"/>
                    </a:lnTo>
                    <a:lnTo>
                      <a:pt x="326081" y="1313099"/>
                    </a:lnTo>
                    <a:lnTo>
                      <a:pt x="328670" y="1313099"/>
                    </a:lnTo>
                    <a:lnTo>
                      <a:pt x="328670" y="1315544"/>
                    </a:lnTo>
                    <a:close/>
                    <a:moveTo>
                      <a:pt x="331116" y="1471321"/>
                    </a:moveTo>
                    <a:lnTo>
                      <a:pt x="328670" y="1471321"/>
                    </a:lnTo>
                    <a:lnTo>
                      <a:pt x="328670" y="1468876"/>
                    </a:lnTo>
                    <a:lnTo>
                      <a:pt x="331116" y="1468876"/>
                    </a:lnTo>
                    <a:close/>
                    <a:moveTo>
                      <a:pt x="331116" y="1318421"/>
                    </a:moveTo>
                    <a:lnTo>
                      <a:pt x="331116" y="1316263"/>
                    </a:lnTo>
                    <a:lnTo>
                      <a:pt x="332985" y="1318421"/>
                    </a:lnTo>
                    <a:close/>
                    <a:moveTo>
                      <a:pt x="333848" y="1321010"/>
                    </a:moveTo>
                    <a:lnTo>
                      <a:pt x="333848" y="1320003"/>
                    </a:lnTo>
                    <a:lnTo>
                      <a:pt x="334999" y="1321442"/>
                    </a:lnTo>
                    <a:close/>
                    <a:moveTo>
                      <a:pt x="417994" y="1563234"/>
                    </a:moveTo>
                    <a:lnTo>
                      <a:pt x="420439" y="1563234"/>
                    </a:lnTo>
                    <a:lnTo>
                      <a:pt x="420439" y="1565679"/>
                    </a:lnTo>
                    <a:lnTo>
                      <a:pt x="417994" y="1565679"/>
                    </a:lnTo>
                    <a:close/>
                    <a:moveTo>
                      <a:pt x="405048" y="1573446"/>
                    </a:moveTo>
                    <a:lnTo>
                      <a:pt x="410227" y="1573446"/>
                    </a:lnTo>
                    <a:lnTo>
                      <a:pt x="410227" y="1575892"/>
                    </a:lnTo>
                    <a:lnTo>
                      <a:pt x="405624" y="1575892"/>
                    </a:lnTo>
                    <a:close/>
                    <a:moveTo>
                      <a:pt x="356719" y="1458376"/>
                    </a:moveTo>
                    <a:lnTo>
                      <a:pt x="359164" y="1458376"/>
                    </a:lnTo>
                    <a:lnTo>
                      <a:pt x="359164" y="1460821"/>
                    </a:lnTo>
                    <a:lnTo>
                      <a:pt x="356719" y="1460821"/>
                    </a:lnTo>
                    <a:close/>
                    <a:moveTo>
                      <a:pt x="354274" y="1468588"/>
                    </a:moveTo>
                    <a:lnTo>
                      <a:pt x="356719" y="1468588"/>
                    </a:lnTo>
                    <a:lnTo>
                      <a:pt x="356719" y="1471033"/>
                    </a:lnTo>
                    <a:lnTo>
                      <a:pt x="354274" y="1471033"/>
                    </a:lnTo>
                    <a:close/>
                    <a:moveTo>
                      <a:pt x="351541" y="1509438"/>
                    </a:moveTo>
                    <a:lnTo>
                      <a:pt x="348951" y="1509438"/>
                    </a:lnTo>
                    <a:lnTo>
                      <a:pt x="348951" y="1506993"/>
                    </a:lnTo>
                    <a:lnTo>
                      <a:pt x="351541" y="1506993"/>
                    </a:lnTo>
                    <a:close/>
                    <a:moveTo>
                      <a:pt x="351541" y="1478801"/>
                    </a:moveTo>
                    <a:lnTo>
                      <a:pt x="348951" y="1478801"/>
                    </a:lnTo>
                    <a:lnTo>
                      <a:pt x="348951" y="1481246"/>
                    </a:lnTo>
                    <a:lnTo>
                      <a:pt x="346506" y="1481246"/>
                    </a:lnTo>
                    <a:lnTo>
                      <a:pt x="348951" y="1478801"/>
                    </a:lnTo>
                    <a:lnTo>
                      <a:pt x="348951" y="1476355"/>
                    </a:lnTo>
                    <a:lnTo>
                      <a:pt x="351541" y="1476355"/>
                    </a:lnTo>
                    <a:close/>
                    <a:moveTo>
                      <a:pt x="425473" y="1430183"/>
                    </a:moveTo>
                    <a:lnTo>
                      <a:pt x="423028" y="1430183"/>
                    </a:lnTo>
                    <a:lnTo>
                      <a:pt x="423028" y="1427738"/>
                    </a:lnTo>
                    <a:lnTo>
                      <a:pt x="425473" y="1427738"/>
                    </a:lnTo>
                    <a:close/>
                    <a:moveTo>
                      <a:pt x="430652" y="1432916"/>
                    </a:moveTo>
                    <a:lnTo>
                      <a:pt x="428206" y="1432916"/>
                    </a:lnTo>
                    <a:lnTo>
                      <a:pt x="428206" y="1430183"/>
                    </a:lnTo>
                    <a:lnTo>
                      <a:pt x="430652" y="1430183"/>
                    </a:lnTo>
                    <a:close/>
                    <a:moveTo>
                      <a:pt x="484159" y="1453341"/>
                    </a:moveTo>
                    <a:lnTo>
                      <a:pt x="481714" y="1453341"/>
                    </a:lnTo>
                    <a:lnTo>
                      <a:pt x="481714" y="1455931"/>
                    </a:lnTo>
                    <a:lnTo>
                      <a:pt x="478981" y="1455931"/>
                    </a:lnTo>
                    <a:lnTo>
                      <a:pt x="478981" y="1458376"/>
                    </a:lnTo>
                    <a:lnTo>
                      <a:pt x="477543" y="1458376"/>
                    </a:lnTo>
                    <a:lnTo>
                      <a:pt x="477543" y="1450608"/>
                    </a:lnTo>
                    <a:lnTo>
                      <a:pt x="485166" y="1450608"/>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42" name="Freeform: Shape 4037">
                <a:extLst>
                  <a:ext uri="{FF2B5EF4-FFF2-40B4-BE49-F238E27FC236}">
                    <a16:creationId xmlns:a16="http://schemas.microsoft.com/office/drawing/2014/main" id="{29C36123-B491-D620-EA85-3AA2AE07BCCD}"/>
                  </a:ext>
                </a:extLst>
              </p:cNvPr>
              <p:cNvSpPr/>
              <p:nvPr/>
            </p:nvSpPr>
            <p:spPr>
              <a:xfrm>
                <a:off x="3655967" y="3672105"/>
                <a:ext cx="2732" cy="2445"/>
              </a:xfrm>
              <a:custGeom>
                <a:avLst/>
                <a:gdLst>
                  <a:gd name="connsiteX0" fmla="*/ 0 w 2732"/>
                  <a:gd name="connsiteY0" fmla="*/ 2445 h 2445"/>
                  <a:gd name="connsiteX1" fmla="*/ 2733 w 2732"/>
                  <a:gd name="connsiteY1" fmla="*/ 0 h 2445"/>
                  <a:gd name="connsiteX2" fmla="*/ 0 w 2732"/>
                  <a:gd name="connsiteY2" fmla="*/ 0 h 2445"/>
                  <a:gd name="connsiteX3" fmla="*/ 0 w 2732"/>
                  <a:gd name="connsiteY3" fmla="*/ 2445 h 2445"/>
                </a:gdLst>
                <a:ahLst/>
                <a:cxnLst>
                  <a:cxn ang="0">
                    <a:pos x="connsiteX0" y="connsiteY0"/>
                  </a:cxn>
                  <a:cxn ang="0">
                    <a:pos x="connsiteX1" y="connsiteY1"/>
                  </a:cxn>
                  <a:cxn ang="0">
                    <a:pos x="connsiteX2" y="connsiteY2"/>
                  </a:cxn>
                  <a:cxn ang="0">
                    <a:pos x="connsiteX3" y="connsiteY3"/>
                  </a:cxn>
                </a:cxnLst>
                <a:rect l="l" t="t" r="r" b="b"/>
                <a:pathLst>
                  <a:path w="2732" h="2445">
                    <a:moveTo>
                      <a:pt x="0" y="2445"/>
                    </a:moveTo>
                    <a:lnTo>
                      <a:pt x="2733" y="0"/>
                    </a:lnTo>
                    <a:lnTo>
                      <a:pt x="0" y="0"/>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43" name="Freeform: Shape 4038">
                <a:extLst>
                  <a:ext uri="{FF2B5EF4-FFF2-40B4-BE49-F238E27FC236}">
                    <a16:creationId xmlns:a16="http://schemas.microsoft.com/office/drawing/2014/main" id="{8D3A1E05-9389-54B1-18F2-374AFB0527A9}"/>
                  </a:ext>
                </a:extLst>
              </p:cNvPr>
              <p:cNvSpPr/>
              <p:nvPr/>
            </p:nvSpPr>
            <p:spPr>
              <a:xfrm>
                <a:off x="3505512" y="3409456"/>
                <a:ext cx="2445" cy="2445"/>
              </a:xfrm>
              <a:custGeom>
                <a:avLst/>
                <a:gdLst>
                  <a:gd name="connsiteX0" fmla="*/ 0 w 2445"/>
                  <a:gd name="connsiteY0" fmla="*/ 0 h 2445"/>
                  <a:gd name="connsiteX1" fmla="*/ 2445 w 2445"/>
                  <a:gd name="connsiteY1" fmla="*/ 0 h 2445"/>
                  <a:gd name="connsiteX2" fmla="*/ 2445 w 2445"/>
                  <a:gd name="connsiteY2" fmla="*/ 2445 h 2445"/>
                  <a:gd name="connsiteX3" fmla="*/ 0 w 2445"/>
                  <a:gd name="connsiteY3" fmla="*/ 2445 h 2445"/>
                </a:gdLst>
                <a:ahLst/>
                <a:cxnLst>
                  <a:cxn ang="0">
                    <a:pos x="connsiteX0" y="connsiteY0"/>
                  </a:cxn>
                  <a:cxn ang="0">
                    <a:pos x="connsiteX1" y="connsiteY1"/>
                  </a:cxn>
                  <a:cxn ang="0">
                    <a:pos x="connsiteX2" y="connsiteY2"/>
                  </a:cxn>
                  <a:cxn ang="0">
                    <a:pos x="connsiteX3" y="connsiteY3"/>
                  </a:cxn>
                </a:cxnLst>
                <a:rect l="l" t="t" r="r" b="b"/>
                <a:pathLst>
                  <a:path w="2445" h="2445">
                    <a:moveTo>
                      <a:pt x="0" y="0"/>
                    </a:moveTo>
                    <a:lnTo>
                      <a:pt x="2445" y="0"/>
                    </a:lnTo>
                    <a:lnTo>
                      <a:pt x="2445" y="2445"/>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44" name="Freeform: Shape 4039">
                <a:extLst>
                  <a:ext uri="{FF2B5EF4-FFF2-40B4-BE49-F238E27FC236}">
                    <a16:creationId xmlns:a16="http://schemas.microsoft.com/office/drawing/2014/main" id="{B00A69C5-AACD-55A2-D466-BE1B4104A818}"/>
                  </a:ext>
                </a:extLst>
              </p:cNvPr>
              <p:cNvSpPr/>
              <p:nvPr/>
            </p:nvSpPr>
            <p:spPr>
              <a:xfrm>
                <a:off x="3400941" y="3374360"/>
                <a:ext cx="102125" cy="256751"/>
              </a:xfrm>
              <a:custGeom>
                <a:avLst/>
                <a:gdLst>
                  <a:gd name="connsiteX0" fmla="*/ 96947 w 102125"/>
                  <a:gd name="connsiteY0" fmla="*/ 42864 h 256751"/>
                  <a:gd name="connsiteX1" fmla="*/ 79255 w 102125"/>
                  <a:gd name="connsiteY1" fmla="*/ 42864 h 256751"/>
                  <a:gd name="connsiteX2" fmla="*/ 79255 w 102125"/>
                  <a:gd name="connsiteY2" fmla="*/ 40131 h 256751"/>
                  <a:gd name="connsiteX3" fmla="*/ 76522 w 102125"/>
                  <a:gd name="connsiteY3" fmla="*/ 40131 h 256751"/>
                  <a:gd name="connsiteX4" fmla="*/ 76522 w 102125"/>
                  <a:gd name="connsiteY4" fmla="*/ 37398 h 256751"/>
                  <a:gd name="connsiteX5" fmla="*/ 71488 w 102125"/>
                  <a:gd name="connsiteY5" fmla="*/ 37398 h 256751"/>
                  <a:gd name="connsiteX6" fmla="*/ 71488 w 102125"/>
                  <a:gd name="connsiteY6" fmla="*/ 34953 h 256751"/>
                  <a:gd name="connsiteX7" fmla="*/ 69042 w 102125"/>
                  <a:gd name="connsiteY7" fmla="*/ 34953 h 256751"/>
                  <a:gd name="connsiteX8" fmla="*/ 69042 w 102125"/>
                  <a:gd name="connsiteY8" fmla="*/ 39987 h 256751"/>
                  <a:gd name="connsiteX9" fmla="*/ 66597 w 102125"/>
                  <a:gd name="connsiteY9" fmla="*/ 39987 h 256751"/>
                  <a:gd name="connsiteX10" fmla="*/ 66597 w 102125"/>
                  <a:gd name="connsiteY10" fmla="*/ 24740 h 256751"/>
                  <a:gd name="connsiteX11" fmla="*/ 58830 w 102125"/>
                  <a:gd name="connsiteY11" fmla="*/ 24740 h 256751"/>
                  <a:gd name="connsiteX12" fmla="*/ 58830 w 102125"/>
                  <a:gd name="connsiteY12" fmla="*/ 23014 h 256751"/>
                  <a:gd name="connsiteX13" fmla="*/ 56385 w 102125"/>
                  <a:gd name="connsiteY13" fmla="*/ 23014 h 256751"/>
                  <a:gd name="connsiteX14" fmla="*/ 56385 w 102125"/>
                  <a:gd name="connsiteY14" fmla="*/ 25459 h 256751"/>
                  <a:gd name="connsiteX15" fmla="*/ 46172 w 102125"/>
                  <a:gd name="connsiteY15" fmla="*/ 25459 h 256751"/>
                  <a:gd name="connsiteX16" fmla="*/ 46172 w 102125"/>
                  <a:gd name="connsiteY16" fmla="*/ 30494 h 256751"/>
                  <a:gd name="connsiteX17" fmla="*/ 43439 w 102125"/>
                  <a:gd name="connsiteY17" fmla="*/ 30494 h 256751"/>
                  <a:gd name="connsiteX18" fmla="*/ 43439 w 102125"/>
                  <a:gd name="connsiteY18" fmla="*/ 33227 h 256751"/>
                  <a:gd name="connsiteX19" fmla="*/ 40850 w 102125"/>
                  <a:gd name="connsiteY19" fmla="*/ 33227 h 256751"/>
                  <a:gd name="connsiteX20" fmla="*/ 40850 w 102125"/>
                  <a:gd name="connsiteY20" fmla="*/ 30494 h 256751"/>
                  <a:gd name="connsiteX21" fmla="*/ 38405 w 102125"/>
                  <a:gd name="connsiteY21" fmla="*/ 30494 h 256751"/>
                  <a:gd name="connsiteX22" fmla="*/ 38405 w 102125"/>
                  <a:gd name="connsiteY22" fmla="*/ 33227 h 256751"/>
                  <a:gd name="connsiteX23" fmla="*/ 35960 w 102125"/>
                  <a:gd name="connsiteY23" fmla="*/ 33227 h 256751"/>
                  <a:gd name="connsiteX24" fmla="*/ 35960 w 102125"/>
                  <a:gd name="connsiteY24" fmla="*/ 27905 h 256751"/>
                  <a:gd name="connsiteX25" fmla="*/ 43439 w 102125"/>
                  <a:gd name="connsiteY25" fmla="*/ 27905 h 256751"/>
                  <a:gd name="connsiteX26" fmla="*/ 43439 w 102125"/>
                  <a:gd name="connsiteY26" fmla="*/ 25459 h 256751"/>
                  <a:gd name="connsiteX27" fmla="*/ 46172 w 102125"/>
                  <a:gd name="connsiteY27" fmla="*/ 25459 h 256751"/>
                  <a:gd name="connsiteX28" fmla="*/ 46172 w 102125"/>
                  <a:gd name="connsiteY28" fmla="*/ 23014 h 256751"/>
                  <a:gd name="connsiteX29" fmla="*/ 48617 w 102125"/>
                  <a:gd name="connsiteY29" fmla="*/ 23014 h 256751"/>
                  <a:gd name="connsiteX30" fmla="*/ 48617 w 102125"/>
                  <a:gd name="connsiteY30" fmla="*/ 15247 h 256751"/>
                  <a:gd name="connsiteX31" fmla="*/ 46172 w 102125"/>
                  <a:gd name="connsiteY31" fmla="*/ 15247 h 256751"/>
                  <a:gd name="connsiteX32" fmla="*/ 46172 w 102125"/>
                  <a:gd name="connsiteY32" fmla="*/ 12802 h 256751"/>
                  <a:gd name="connsiteX33" fmla="*/ 38405 w 102125"/>
                  <a:gd name="connsiteY33" fmla="*/ 12802 h 256751"/>
                  <a:gd name="connsiteX34" fmla="*/ 38405 w 102125"/>
                  <a:gd name="connsiteY34" fmla="*/ 10069 h 256751"/>
                  <a:gd name="connsiteX35" fmla="*/ 33370 w 102125"/>
                  <a:gd name="connsiteY35" fmla="*/ 10069 h 256751"/>
                  <a:gd name="connsiteX36" fmla="*/ 33370 w 102125"/>
                  <a:gd name="connsiteY36" fmla="*/ 7480 h 256751"/>
                  <a:gd name="connsiteX37" fmla="*/ 30638 w 102125"/>
                  <a:gd name="connsiteY37" fmla="*/ 7480 h 256751"/>
                  <a:gd name="connsiteX38" fmla="*/ 30638 w 102125"/>
                  <a:gd name="connsiteY38" fmla="*/ 2589 h 256751"/>
                  <a:gd name="connsiteX39" fmla="*/ 28192 w 102125"/>
                  <a:gd name="connsiteY39" fmla="*/ 2589 h 256751"/>
                  <a:gd name="connsiteX40" fmla="*/ 25747 w 102125"/>
                  <a:gd name="connsiteY40" fmla="*/ 0 h 256751"/>
                  <a:gd name="connsiteX41" fmla="*/ 23014 w 102125"/>
                  <a:gd name="connsiteY41" fmla="*/ 0 h 256751"/>
                  <a:gd name="connsiteX42" fmla="*/ 23014 w 102125"/>
                  <a:gd name="connsiteY42" fmla="*/ 2589 h 256751"/>
                  <a:gd name="connsiteX43" fmla="*/ 17980 w 102125"/>
                  <a:gd name="connsiteY43" fmla="*/ 2589 h 256751"/>
                  <a:gd name="connsiteX44" fmla="*/ 17980 w 102125"/>
                  <a:gd name="connsiteY44" fmla="*/ 5034 h 256751"/>
                  <a:gd name="connsiteX45" fmla="*/ 20425 w 102125"/>
                  <a:gd name="connsiteY45" fmla="*/ 5034 h 256751"/>
                  <a:gd name="connsiteX46" fmla="*/ 20425 w 102125"/>
                  <a:gd name="connsiteY46" fmla="*/ 7480 h 256751"/>
                  <a:gd name="connsiteX47" fmla="*/ 17980 w 102125"/>
                  <a:gd name="connsiteY47" fmla="*/ 7480 h 256751"/>
                  <a:gd name="connsiteX48" fmla="*/ 17980 w 102125"/>
                  <a:gd name="connsiteY48" fmla="*/ 15247 h 256751"/>
                  <a:gd name="connsiteX49" fmla="*/ 10213 w 102125"/>
                  <a:gd name="connsiteY49" fmla="*/ 15247 h 256751"/>
                  <a:gd name="connsiteX50" fmla="*/ 10213 w 102125"/>
                  <a:gd name="connsiteY50" fmla="*/ 20281 h 256751"/>
                  <a:gd name="connsiteX51" fmla="*/ 7767 w 102125"/>
                  <a:gd name="connsiteY51" fmla="*/ 20281 h 256751"/>
                  <a:gd name="connsiteX52" fmla="*/ 7767 w 102125"/>
                  <a:gd name="connsiteY52" fmla="*/ 23014 h 256751"/>
                  <a:gd name="connsiteX53" fmla="*/ 5322 w 102125"/>
                  <a:gd name="connsiteY53" fmla="*/ 23014 h 256751"/>
                  <a:gd name="connsiteX54" fmla="*/ 5322 w 102125"/>
                  <a:gd name="connsiteY54" fmla="*/ 35672 h 256751"/>
                  <a:gd name="connsiteX55" fmla="*/ 2589 w 102125"/>
                  <a:gd name="connsiteY55" fmla="*/ 35672 h 256751"/>
                  <a:gd name="connsiteX56" fmla="*/ 2589 w 102125"/>
                  <a:gd name="connsiteY56" fmla="*/ 40706 h 256751"/>
                  <a:gd name="connsiteX57" fmla="*/ 5322 w 102125"/>
                  <a:gd name="connsiteY57" fmla="*/ 40706 h 256751"/>
                  <a:gd name="connsiteX58" fmla="*/ 5322 w 102125"/>
                  <a:gd name="connsiteY58" fmla="*/ 43439 h 256751"/>
                  <a:gd name="connsiteX59" fmla="*/ 7767 w 102125"/>
                  <a:gd name="connsiteY59" fmla="*/ 43439 h 256751"/>
                  <a:gd name="connsiteX60" fmla="*/ 7767 w 102125"/>
                  <a:gd name="connsiteY60" fmla="*/ 50775 h 256751"/>
                  <a:gd name="connsiteX61" fmla="*/ 10213 w 102125"/>
                  <a:gd name="connsiteY61" fmla="*/ 50775 h 256751"/>
                  <a:gd name="connsiteX62" fmla="*/ 10213 w 102125"/>
                  <a:gd name="connsiteY62" fmla="*/ 53652 h 256751"/>
                  <a:gd name="connsiteX63" fmla="*/ 7767 w 102125"/>
                  <a:gd name="connsiteY63" fmla="*/ 50775 h 256751"/>
                  <a:gd name="connsiteX64" fmla="*/ 2589 w 102125"/>
                  <a:gd name="connsiteY64" fmla="*/ 50775 h 256751"/>
                  <a:gd name="connsiteX65" fmla="*/ 2589 w 102125"/>
                  <a:gd name="connsiteY65" fmla="*/ 53652 h 256751"/>
                  <a:gd name="connsiteX66" fmla="*/ 5322 w 102125"/>
                  <a:gd name="connsiteY66" fmla="*/ 53652 h 256751"/>
                  <a:gd name="connsiteX67" fmla="*/ 5322 w 102125"/>
                  <a:gd name="connsiteY67" fmla="*/ 58542 h 256751"/>
                  <a:gd name="connsiteX68" fmla="*/ 7767 w 102125"/>
                  <a:gd name="connsiteY68" fmla="*/ 58542 h 256751"/>
                  <a:gd name="connsiteX69" fmla="*/ 7767 w 102125"/>
                  <a:gd name="connsiteY69" fmla="*/ 60987 h 256751"/>
                  <a:gd name="connsiteX70" fmla="*/ 10213 w 102125"/>
                  <a:gd name="connsiteY70" fmla="*/ 63720 h 256751"/>
                  <a:gd name="connsiteX71" fmla="*/ 7767 w 102125"/>
                  <a:gd name="connsiteY71" fmla="*/ 63720 h 256751"/>
                  <a:gd name="connsiteX72" fmla="*/ 7767 w 102125"/>
                  <a:gd name="connsiteY72" fmla="*/ 60987 h 256751"/>
                  <a:gd name="connsiteX73" fmla="*/ 2589 w 102125"/>
                  <a:gd name="connsiteY73" fmla="*/ 60987 h 256751"/>
                  <a:gd name="connsiteX74" fmla="*/ 2589 w 102125"/>
                  <a:gd name="connsiteY74" fmla="*/ 58542 h 256751"/>
                  <a:gd name="connsiteX75" fmla="*/ 0 w 102125"/>
                  <a:gd name="connsiteY75" fmla="*/ 58542 h 256751"/>
                  <a:gd name="connsiteX76" fmla="*/ 0 w 102125"/>
                  <a:gd name="connsiteY76" fmla="*/ 63720 h 256751"/>
                  <a:gd name="connsiteX77" fmla="*/ 5322 w 102125"/>
                  <a:gd name="connsiteY77" fmla="*/ 63720 h 256751"/>
                  <a:gd name="connsiteX78" fmla="*/ 5322 w 102125"/>
                  <a:gd name="connsiteY78" fmla="*/ 66166 h 256751"/>
                  <a:gd name="connsiteX79" fmla="*/ 0 w 102125"/>
                  <a:gd name="connsiteY79" fmla="*/ 66166 h 256751"/>
                  <a:gd name="connsiteX80" fmla="*/ 0 w 102125"/>
                  <a:gd name="connsiteY80" fmla="*/ 68611 h 256751"/>
                  <a:gd name="connsiteX81" fmla="*/ 2589 w 102125"/>
                  <a:gd name="connsiteY81" fmla="*/ 68611 h 256751"/>
                  <a:gd name="connsiteX82" fmla="*/ 2589 w 102125"/>
                  <a:gd name="connsiteY82" fmla="*/ 71056 h 256751"/>
                  <a:gd name="connsiteX83" fmla="*/ 5322 w 102125"/>
                  <a:gd name="connsiteY83" fmla="*/ 71056 h 256751"/>
                  <a:gd name="connsiteX84" fmla="*/ 5322 w 102125"/>
                  <a:gd name="connsiteY84" fmla="*/ 73789 h 256751"/>
                  <a:gd name="connsiteX85" fmla="*/ 0 w 102125"/>
                  <a:gd name="connsiteY85" fmla="*/ 73789 h 256751"/>
                  <a:gd name="connsiteX86" fmla="*/ 0 w 102125"/>
                  <a:gd name="connsiteY86" fmla="*/ 76378 h 256751"/>
                  <a:gd name="connsiteX87" fmla="*/ 10213 w 102125"/>
                  <a:gd name="connsiteY87" fmla="*/ 76378 h 256751"/>
                  <a:gd name="connsiteX88" fmla="*/ 10213 w 102125"/>
                  <a:gd name="connsiteY88" fmla="*/ 73789 h 256751"/>
                  <a:gd name="connsiteX89" fmla="*/ 12802 w 102125"/>
                  <a:gd name="connsiteY89" fmla="*/ 73789 h 256751"/>
                  <a:gd name="connsiteX90" fmla="*/ 12802 w 102125"/>
                  <a:gd name="connsiteY90" fmla="*/ 76378 h 256751"/>
                  <a:gd name="connsiteX91" fmla="*/ 10213 w 102125"/>
                  <a:gd name="connsiteY91" fmla="*/ 76378 h 256751"/>
                  <a:gd name="connsiteX92" fmla="*/ 10213 w 102125"/>
                  <a:gd name="connsiteY92" fmla="*/ 78823 h 256751"/>
                  <a:gd name="connsiteX93" fmla="*/ 7767 w 102125"/>
                  <a:gd name="connsiteY93" fmla="*/ 78823 h 256751"/>
                  <a:gd name="connsiteX94" fmla="*/ 10213 w 102125"/>
                  <a:gd name="connsiteY94" fmla="*/ 81269 h 256751"/>
                  <a:gd name="connsiteX95" fmla="*/ 12802 w 102125"/>
                  <a:gd name="connsiteY95" fmla="*/ 84002 h 256751"/>
                  <a:gd name="connsiteX96" fmla="*/ 12802 w 102125"/>
                  <a:gd name="connsiteY96" fmla="*/ 80549 h 256751"/>
                  <a:gd name="connsiteX97" fmla="*/ 15535 w 102125"/>
                  <a:gd name="connsiteY97" fmla="*/ 80549 h 256751"/>
                  <a:gd name="connsiteX98" fmla="*/ 12802 w 102125"/>
                  <a:gd name="connsiteY98" fmla="*/ 83282 h 256751"/>
                  <a:gd name="connsiteX99" fmla="*/ 12802 w 102125"/>
                  <a:gd name="connsiteY99" fmla="*/ 85871 h 256751"/>
                  <a:gd name="connsiteX100" fmla="*/ 17980 w 102125"/>
                  <a:gd name="connsiteY100" fmla="*/ 85871 h 256751"/>
                  <a:gd name="connsiteX101" fmla="*/ 17980 w 102125"/>
                  <a:gd name="connsiteY101" fmla="*/ 88317 h 256751"/>
                  <a:gd name="connsiteX102" fmla="*/ 20425 w 102125"/>
                  <a:gd name="connsiteY102" fmla="*/ 88317 h 256751"/>
                  <a:gd name="connsiteX103" fmla="*/ 20425 w 102125"/>
                  <a:gd name="connsiteY103" fmla="*/ 96084 h 256751"/>
                  <a:gd name="connsiteX104" fmla="*/ 23014 w 102125"/>
                  <a:gd name="connsiteY104" fmla="*/ 96084 h 256751"/>
                  <a:gd name="connsiteX105" fmla="*/ 23014 w 102125"/>
                  <a:gd name="connsiteY105" fmla="*/ 98529 h 256751"/>
                  <a:gd name="connsiteX106" fmla="*/ 17980 w 102125"/>
                  <a:gd name="connsiteY106" fmla="*/ 98529 h 256751"/>
                  <a:gd name="connsiteX107" fmla="*/ 17980 w 102125"/>
                  <a:gd name="connsiteY107" fmla="*/ 93351 h 256751"/>
                  <a:gd name="connsiteX108" fmla="*/ 12802 w 102125"/>
                  <a:gd name="connsiteY108" fmla="*/ 93351 h 256751"/>
                  <a:gd name="connsiteX109" fmla="*/ 12802 w 102125"/>
                  <a:gd name="connsiteY109" fmla="*/ 90762 h 256751"/>
                  <a:gd name="connsiteX110" fmla="*/ 10213 w 102125"/>
                  <a:gd name="connsiteY110" fmla="*/ 90762 h 256751"/>
                  <a:gd name="connsiteX111" fmla="*/ 7767 w 102125"/>
                  <a:gd name="connsiteY111" fmla="*/ 88317 h 256751"/>
                  <a:gd name="connsiteX112" fmla="*/ 7767 w 102125"/>
                  <a:gd name="connsiteY112" fmla="*/ 90762 h 256751"/>
                  <a:gd name="connsiteX113" fmla="*/ 2589 w 102125"/>
                  <a:gd name="connsiteY113" fmla="*/ 90762 h 256751"/>
                  <a:gd name="connsiteX114" fmla="*/ 2589 w 102125"/>
                  <a:gd name="connsiteY114" fmla="*/ 93351 h 256751"/>
                  <a:gd name="connsiteX115" fmla="*/ 7767 w 102125"/>
                  <a:gd name="connsiteY115" fmla="*/ 93351 h 256751"/>
                  <a:gd name="connsiteX116" fmla="*/ 7767 w 102125"/>
                  <a:gd name="connsiteY116" fmla="*/ 96084 h 256751"/>
                  <a:gd name="connsiteX117" fmla="*/ 10213 w 102125"/>
                  <a:gd name="connsiteY117" fmla="*/ 96084 h 256751"/>
                  <a:gd name="connsiteX118" fmla="*/ 10213 w 102125"/>
                  <a:gd name="connsiteY118" fmla="*/ 98529 h 256751"/>
                  <a:gd name="connsiteX119" fmla="*/ 2589 w 102125"/>
                  <a:gd name="connsiteY119" fmla="*/ 98529 h 256751"/>
                  <a:gd name="connsiteX120" fmla="*/ 2589 w 102125"/>
                  <a:gd name="connsiteY120" fmla="*/ 100974 h 256751"/>
                  <a:gd name="connsiteX121" fmla="*/ 5322 w 102125"/>
                  <a:gd name="connsiteY121" fmla="*/ 100974 h 256751"/>
                  <a:gd name="connsiteX122" fmla="*/ 5322 w 102125"/>
                  <a:gd name="connsiteY122" fmla="*/ 103564 h 256751"/>
                  <a:gd name="connsiteX123" fmla="*/ 7767 w 102125"/>
                  <a:gd name="connsiteY123" fmla="*/ 103564 h 256751"/>
                  <a:gd name="connsiteX124" fmla="*/ 7767 w 102125"/>
                  <a:gd name="connsiteY124" fmla="*/ 106296 h 256751"/>
                  <a:gd name="connsiteX125" fmla="*/ 10213 w 102125"/>
                  <a:gd name="connsiteY125" fmla="*/ 106296 h 256751"/>
                  <a:gd name="connsiteX126" fmla="*/ 10213 w 102125"/>
                  <a:gd name="connsiteY126" fmla="*/ 109317 h 256751"/>
                  <a:gd name="connsiteX127" fmla="*/ 7767 w 102125"/>
                  <a:gd name="connsiteY127" fmla="*/ 109317 h 256751"/>
                  <a:gd name="connsiteX128" fmla="*/ 7767 w 102125"/>
                  <a:gd name="connsiteY128" fmla="*/ 114352 h 256751"/>
                  <a:gd name="connsiteX129" fmla="*/ 10213 w 102125"/>
                  <a:gd name="connsiteY129" fmla="*/ 117084 h 256751"/>
                  <a:gd name="connsiteX130" fmla="*/ 10213 w 102125"/>
                  <a:gd name="connsiteY130" fmla="*/ 114352 h 256751"/>
                  <a:gd name="connsiteX131" fmla="*/ 12802 w 102125"/>
                  <a:gd name="connsiteY131" fmla="*/ 114352 h 256751"/>
                  <a:gd name="connsiteX132" fmla="*/ 12802 w 102125"/>
                  <a:gd name="connsiteY132" fmla="*/ 117084 h 256751"/>
                  <a:gd name="connsiteX133" fmla="*/ 10213 w 102125"/>
                  <a:gd name="connsiteY133" fmla="*/ 117084 h 256751"/>
                  <a:gd name="connsiteX134" fmla="*/ 10213 w 102125"/>
                  <a:gd name="connsiteY134" fmla="*/ 119530 h 256751"/>
                  <a:gd name="connsiteX135" fmla="*/ 15535 w 102125"/>
                  <a:gd name="connsiteY135" fmla="*/ 119530 h 256751"/>
                  <a:gd name="connsiteX136" fmla="*/ 15535 w 102125"/>
                  <a:gd name="connsiteY136" fmla="*/ 121975 h 256751"/>
                  <a:gd name="connsiteX137" fmla="*/ 12802 w 102125"/>
                  <a:gd name="connsiteY137" fmla="*/ 121975 h 256751"/>
                  <a:gd name="connsiteX138" fmla="*/ 12802 w 102125"/>
                  <a:gd name="connsiteY138" fmla="*/ 123701 h 256751"/>
                  <a:gd name="connsiteX139" fmla="*/ 10213 w 102125"/>
                  <a:gd name="connsiteY139" fmla="*/ 123701 h 256751"/>
                  <a:gd name="connsiteX140" fmla="*/ 10213 w 102125"/>
                  <a:gd name="connsiteY140" fmla="*/ 121112 h 256751"/>
                  <a:gd name="connsiteX141" fmla="*/ 12802 w 102125"/>
                  <a:gd name="connsiteY141" fmla="*/ 121112 h 256751"/>
                  <a:gd name="connsiteX142" fmla="*/ 10213 w 102125"/>
                  <a:gd name="connsiteY142" fmla="*/ 118667 h 256751"/>
                  <a:gd name="connsiteX143" fmla="*/ 7767 w 102125"/>
                  <a:gd name="connsiteY143" fmla="*/ 118667 h 256751"/>
                  <a:gd name="connsiteX144" fmla="*/ 7767 w 102125"/>
                  <a:gd name="connsiteY144" fmla="*/ 121112 h 256751"/>
                  <a:gd name="connsiteX145" fmla="*/ 2589 w 102125"/>
                  <a:gd name="connsiteY145" fmla="*/ 121112 h 256751"/>
                  <a:gd name="connsiteX146" fmla="*/ 2589 w 102125"/>
                  <a:gd name="connsiteY146" fmla="*/ 123701 h 256751"/>
                  <a:gd name="connsiteX147" fmla="*/ 5322 w 102125"/>
                  <a:gd name="connsiteY147" fmla="*/ 123701 h 256751"/>
                  <a:gd name="connsiteX148" fmla="*/ 5322 w 102125"/>
                  <a:gd name="connsiteY148" fmla="*/ 128879 h 256751"/>
                  <a:gd name="connsiteX149" fmla="*/ 10213 w 102125"/>
                  <a:gd name="connsiteY149" fmla="*/ 128879 h 256751"/>
                  <a:gd name="connsiteX150" fmla="*/ 10213 w 102125"/>
                  <a:gd name="connsiteY150" fmla="*/ 131324 h 256751"/>
                  <a:gd name="connsiteX151" fmla="*/ 15535 w 102125"/>
                  <a:gd name="connsiteY151" fmla="*/ 131324 h 256751"/>
                  <a:gd name="connsiteX152" fmla="*/ 15535 w 102125"/>
                  <a:gd name="connsiteY152" fmla="*/ 136646 h 256751"/>
                  <a:gd name="connsiteX153" fmla="*/ 20425 w 102125"/>
                  <a:gd name="connsiteY153" fmla="*/ 136646 h 256751"/>
                  <a:gd name="connsiteX154" fmla="*/ 20425 w 102125"/>
                  <a:gd name="connsiteY154" fmla="*/ 139092 h 256751"/>
                  <a:gd name="connsiteX155" fmla="*/ 17980 w 102125"/>
                  <a:gd name="connsiteY155" fmla="*/ 139092 h 256751"/>
                  <a:gd name="connsiteX156" fmla="*/ 15535 w 102125"/>
                  <a:gd name="connsiteY156" fmla="*/ 136646 h 256751"/>
                  <a:gd name="connsiteX157" fmla="*/ 12802 w 102125"/>
                  <a:gd name="connsiteY157" fmla="*/ 136646 h 256751"/>
                  <a:gd name="connsiteX158" fmla="*/ 12802 w 102125"/>
                  <a:gd name="connsiteY158" fmla="*/ 141537 h 256751"/>
                  <a:gd name="connsiteX159" fmla="*/ 10213 w 102125"/>
                  <a:gd name="connsiteY159" fmla="*/ 141537 h 256751"/>
                  <a:gd name="connsiteX160" fmla="*/ 10213 w 102125"/>
                  <a:gd name="connsiteY160" fmla="*/ 152469 h 256751"/>
                  <a:gd name="connsiteX161" fmla="*/ 12802 w 102125"/>
                  <a:gd name="connsiteY161" fmla="*/ 152469 h 256751"/>
                  <a:gd name="connsiteX162" fmla="*/ 12802 w 102125"/>
                  <a:gd name="connsiteY162" fmla="*/ 154914 h 256751"/>
                  <a:gd name="connsiteX163" fmla="*/ 15535 w 102125"/>
                  <a:gd name="connsiteY163" fmla="*/ 152469 h 256751"/>
                  <a:gd name="connsiteX164" fmla="*/ 15535 w 102125"/>
                  <a:gd name="connsiteY164" fmla="*/ 154914 h 256751"/>
                  <a:gd name="connsiteX165" fmla="*/ 17980 w 102125"/>
                  <a:gd name="connsiteY165" fmla="*/ 157647 h 256751"/>
                  <a:gd name="connsiteX166" fmla="*/ 15535 w 102125"/>
                  <a:gd name="connsiteY166" fmla="*/ 157647 h 256751"/>
                  <a:gd name="connsiteX167" fmla="*/ 15535 w 102125"/>
                  <a:gd name="connsiteY167" fmla="*/ 154914 h 256751"/>
                  <a:gd name="connsiteX168" fmla="*/ 10213 w 102125"/>
                  <a:gd name="connsiteY168" fmla="*/ 154914 h 256751"/>
                  <a:gd name="connsiteX169" fmla="*/ 10213 w 102125"/>
                  <a:gd name="connsiteY169" fmla="*/ 160236 h 256751"/>
                  <a:gd name="connsiteX170" fmla="*/ 12802 w 102125"/>
                  <a:gd name="connsiteY170" fmla="*/ 160236 h 256751"/>
                  <a:gd name="connsiteX171" fmla="*/ 12802 w 102125"/>
                  <a:gd name="connsiteY171" fmla="*/ 167859 h 256751"/>
                  <a:gd name="connsiteX172" fmla="*/ 17980 w 102125"/>
                  <a:gd name="connsiteY172" fmla="*/ 167859 h 256751"/>
                  <a:gd name="connsiteX173" fmla="*/ 17980 w 102125"/>
                  <a:gd name="connsiteY173" fmla="*/ 165126 h 256751"/>
                  <a:gd name="connsiteX174" fmla="*/ 23014 w 102125"/>
                  <a:gd name="connsiteY174" fmla="*/ 165126 h 256751"/>
                  <a:gd name="connsiteX175" fmla="*/ 23014 w 102125"/>
                  <a:gd name="connsiteY175" fmla="*/ 170448 h 256751"/>
                  <a:gd name="connsiteX176" fmla="*/ 15535 w 102125"/>
                  <a:gd name="connsiteY176" fmla="*/ 170448 h 256751"/>
                  <a:gd name="connsiteX177" fmla="*/ 15535 w 102125"/>
                  <a:gd name="connsiteY177" fmla="*/ 172894 h 256751"/>
                  <a:gd name="connsiteX178" fmla="*/ 17980 w 102125"/>
                  <a:gd name="connsiteY178" fmla="*/ 172894 h 256751"/>
                  <a:gd name="connsiteX179" fmla="*/ 17980 w 102125"/>
                  <a:gd name="connsiteY179" fmla="*/ 181236 h 256751"/>
                  <a:gd name="connsiteX180" fmla="*/ 20425 w 102125"/>
                  <a:gd name="connsiteY180" fmla="*/ 181236 h 256751"/>
                  <a:gd name="connsiteX181" fmla="*/ 20425 w 102125"/>
                  <a:gd name="connsiteY181" fmla="*/ 183681 h 256751"/>
                  <a:gd name="connsiteX182" fmla="*/ 25747 w 102125"/>
                  <a:gd name="connsiteY182" fmla="*/ 183681 h 256751"/>
                  <a:gd name="connsiteX183" fmla="*/ 25747 w 102125"/>
                  <a:gd name="connsiteY183" fmla="*/ 186127 h 256751"/>
                  <a:gd name="connsiteX184" fmla="*/ 20425 w 102125"/>
                  <a:gd name="connsiteY184" fmla="*/ 186127 h 256751"/>
                  <a:gd name="connsiteX185" fmla="*/ 20425 w 102125"/>
                  <a:gd name="connsiteY185" fmla="*/ 188716 h 256751"/>
                  <a:gd name="connsiteX186" fmla="*/ 23014 w 102125"/>
                  <a:gd name="connsiteY186" fmla="*/ 188716 h 256751"/>
                  <a:gd name="connsiteX187" fmla="*/ 23014 w 102125"/>
                  <a:gd name="connsiteY187" fmla="*/ 195620 h 256751"/>
                  <a:gd name="connsiteX188" fmla="*/ 25747 w 102125"/>
                  <a:gd name="connsiteY188" fmla="*/ 193175 h 256751"/>
                  <a:gd name="connsiteX189" fmla="*/ 28192 w 102125"/>
                  <a:gd name="connsiteY189" fmla="*/ 193175 h 256751"/>
                  <a:gd name="connsiteX190" fmla="*/ 25747 w 102125"/>
                  <a:gd name="connsiteY190" fmla="*/ 195620 h 256751"/>
                  <a:gd name="connsiteX191" fmla="*/ 25747 w 102125"/>
                  <a:gd name="connsiteY191" fmla="*/ 198209 h 256751"/>
                  <a:gd name="connsiteX192" fmla="*/ 28192 w 102125"/>
                  <a:gd name="connsiteY192" fmla="*/ 198209 h 256751"/>
                  <a:gd name="connsiteX193" fmla="*/ 30638 w 102125"/>
                  <a:gd name="connsiteY193" fmla="*/ 200942 h 256751"/>
                  <a:gd name="connsiteX194" fmla="*/ 25747 w 102125"/>
                  <a:gd name="connsiteY194" fmla="*/ 200942 h 256751"/>
                  <a:gd name="connsiteX195" fmla="*/ 28192 w 102125"/>
                  <a:gd name="connsiteY195" fmla="*/ 203387 h 256751"/>
                  <a:gd name="connsiteX196" fmla="*/ 30638 w 102125"/>
                  <a:gd name="connsiteY196" fmla="*/ 203387 h 256751"/>
                  <a:gd name="connsiteX197" fmla="*/ 30638 w 102125"/>
                  <a:gd name="connsiteY197" fmla="*/ 205833 h 256751"/>
                  <a:gd name="connsiteX198" fmla="*/ 33227 w 102125"/>
                  <a:gd name="connsiteY198" fmla="*/ 208422 h 256751"/>
                  <a:gd name="connsiteX199" fmla="*/ 30638 w 102125"/>
                  <a:gd name="connsiteY199" fmla="*/ 208422 h 256751"/>
                  <a:gd name="connsiteX200" fmla="*/ 33227 w 102125"/>
                  <a:gd name="connsiteY200" fmla="*/ 211155 h 256751"/>
                  <a:gd name="connsiteX201" fmla="*/ 33227 w 102125"/>
                  <a:gd name="connsiteY201" fmla="*/ 221367 h 256751"/>
                  <a:gd name="connsiteX202" fmla="*/ 30638 w 102125"/>
                  <a:gd name="connsiteY202" fmla="*/ 221367 h 256751"/>
                  <a:gd name="connsiteX203" fmla="*/ 30638 w 102125"/>
                  <a:gd name="connsiteY203" fmla="*/ 224388 h 256751"/>
                  <a:gd name="connsiteX204" fmla="*/ 33370 w 102125"/>
                  <a:gd name="connsiteY204" fmla="*/ 224388 h 256751"/>
                  <a:gd name="connsiteX205" fmla="*/ 33370 w 102125"/>
                  <a:gd name="connsiteY205" fmla="*/ 234600 h 256751"/>
                  <a:gd name="connsiteX206" fmla="*/ 36103 w 102125"/>
                  <a:gd name="connsiteY206" fmla="*/ 234600 h 256751"/>
                  <a:gd name="connsiteX207" fmla="*/ 36103 w 102125"/>
                  <a:gd name="connsiteY207" fmla="*/ 244813 h 256751"/>
                  <a:gd name="connsiteX208" fmla="*/ 38549 w 102125"/>
                  <a:gd name="connsiteY208" fmla="*/ 244813 h 256751"/>
                  <a:gd name="connsiteX209" fmla="*/ 38549 w 102125"/>
                  <a:gd name="connsiteY209" fmla="*/ 238772 h 256751"/>
                  <a:gd name="connsiteX210" fmla="*/ 40994 w 102125"/>
                  <a:gd name="connsiteY210" fmla="*/ 238772 h 256751"/>
                  <a:gd name="connsiteX211" fmla="*/ 40994 w 102125"/>
                  <a:gd name="connsiteY211" fmla="*/ 248984 h 256751"/>
                  <a:gd name="connsiteX212" fmla="*/ 38405 w 102125"/>
                  <a:gd name="connsiteY212" fmla="*/ 248984 h 256751"/>
                  <a:gd name="connsiteX213" fmla="*/ 38405 w 102125"/>
                  <a:gd name="connsiteY213" fmla="*/ 251717 h 256751"/>
                  <a:gd name="connsiteX214" fmla="*/ 40850 w 102125"/>
                  <a:gd name="connsiteY214" fmla="*/ 251717 h 256751"/>
                  <a:gd name="connsiteX215" fmla="*/ 40850 w 102125"/>
                  <a:gd name="connsiteY215" fmla="*/ 254306 h 256751"/>
                  <a:gd name="connsiteX216" fmla="*/ 43439 w 102125"/>
                  <a:gd name="connsiteY216" fmla="*/ 254306 h 256751"/>
                  <a:gd name="connsiteX217" fmla="*/ 43439 w 102125"/>
                  <a:gd name="connsiteY217" fmla="*/ 241504 h 256751"/>
                  <a:gd name="connsiteX218" fmla="*/ 46172 w 102125"/>
                  <a:gd name="connsiteY218" fmla="*/ 241504 h 256751"/>
                  <a:gd name="connsiteX219" fmla="*/ 46172 w 102125"/>
                  <a:gd name="connsiteY219" fmla="*/ 256751 h 256751"/>
                  <a:gd name="connsiteX220" fmla="*/ 48617 w 102125"/>
                  <a:gd name="connsiteY220" fmla="*/ 256751 h 256751"/>
                  <a:gd name="connsiteX221" fmla="*/ 48617 w 102125"/>
                  <a:gd name="connsiteY221" fmla="*/ 254306 h 256751"/>
                  <a:gd name="connsiteX222" fmla="*/ 51063 w 102125"/>
                  <a:gd name="connsiteY222" fmla="*/ 254306 h 256751"/>
                  <a:gd name="connsiteX223" fmla="*/ 51063 w 102125"/>
                  <a:gd name="connsiteY223" fmla="*/ 248984 h 256751"/>
                  <a:gd name="connsiteX224" fmla="*/ 53652 w 102125"/>
                  <a:gd name="connsiteY224" fmla="*/ 248984 h 256751"/>
                  <a:gd name="connsiteX225" fmla="*/ 53652 w 102125"/>
                  <a:gd name="connsiteY225" fmla="*/ 246539 h 256751"/>
                  <a:gd name="connsiteX226" fmla="*/ 51063 w 102125"/>
                  <a:gd name="connsiteY226" fmla="*/ 246539 h 256751"/>
                  <a:gd name="connsiteX227" fmla="*/ 51063 w 102125"/>
                  <a:gd name="connsiteY227" fmla="*/ 244093 h 256751"/>
                  <a:gd name="connsiteX228" fmla="*/ 53652 w 102125"/>
                  <a:gd name="connsiteY228" fmla="*/ 244093 h 256751"/>
                  <a:gd name="connsiteX229" fmla="*/ 53652 w 102125"/>
                  <a:gd name="connsiteY229" fmla="*/ 246539 h 256751"/>
                  <a:gd name="connsiteX230" fmla="*/ 58830 w 102125"/>
                  <a:gd name="connsiteY230" fmla="*/ 246539 h 256751"/>
                  <a:gd name="connsiteX231" fmla="*/ 61275 w 102125"/>
                  <a:gd name="connsiteY231" fmla="*/ 244093 h 256751"/>
                  <a:gd name="connsiteX232" fmla="*/ 58830 w 102125"/>
                  <a:gd name="connsiteY232" fmla="*/ 244093 h 256751"/>
                  <a:gd name="connsiteX233" fmla="*/ 58830 w 102125"/>
                  <a:gd name="connsiteY233" fmla="*/ 241504 h 256751"/>
                  <a:gd name="connsiteX234" fmla="*/ 56385 w 102125"/>
                  <a:gd name="connsiteY234" fmla="*/ 241504 h 256751"/>
                  <a:gd name="connsiteX235" fmla="*/ 56385 w 102125"/>
                  <a:gd name="connsiteY235" fmla="*/ 236326 h 256751"/>
                  <a:gd name="connsiteX236" fmla="*/ 48617 w 102125"/>
                  <a:gd name="connsiteY236" fmla="*/ 236326 h 256751"/>
                  <a:gd name="connsiteX237" fmla="*/ 48617 w 102125"/>
                  <a:gd name="connsiteY237" fmla="*/ 238772 h 256751"/>
                  <a:gd name="connsiteX238" fmla="*/ 46172 w 102125"/>
                  <a:gd name="connsiteY238" fmla="*/ 236326 h 256751"/>
                  <a:gd name="connsiteX239" fmla="*/ 46172 w 102125"/>
                  <a:gd name="connsiteY239" fmla="*/ 233881 h 256751"/>
                  <a:gd name="connsiteX240" fmla="*/ 43439 w 102125"/>
                  <a:gd name="connsiteY240" fmla="*/ 236326 h 256751"/>
                  <a:gd name="connsiteX241" fmla="*/ 43439 w 102125"/>
                  <a:gd name="connsiteY241" fmla="*/ 231292 h 256751"/>
                  <a:gd name="connsiteX242" fmla="*/ 51063 w 102125"/>
                  <a:gd name="connsiteY242" fmla="*/ 231292 h 256751"/>
                  <a:gd name="connsiteX243" fmla="*/ 51063 w 102125"/>
                  <a:gd name="connsiteY243" fmla="*/ 228559 h 256751"/>
                  <a:gd name="connsiteX244" fmla="*/ 48617 w 102125"/>
                  <a:gd name="connsiteY244" fmla="*/ 228559 h 256751"/>
                  <a:gd name="connsiteX245" fmla="*/ 48617 w 102125"/>
                  <a:gd name="connsiteY245" fmla="*/ 226114 h 256751"/>
                  <a:gd name="connsiteX246" fmla="*/ 53652 w 102125"/>
                  <a:gd name="connsiteY246" fmla="*/ 226114 h 256751"/>
                  <a:gd name="connsiteX247" fmla="*/ 53652 w 102125"/>
                  <a:gd name="connsiteY247" fmla="*/ 224388 h 256751"/>
                  <a:gd name="connsiteX248" fmla="*/ 56385 w 102125"/>
                  <a:gd name="connsiteY248" fmla="*/ 224388 h 256751"/>
                  <a:gd name="connsiteX249" fmla="*/ 56385 w 102125"/>
                  <a:gd name="connsiteY249" fmla="*/ 221942 h 256751"/>
                  <a:gd name="connsiteX250" fmla="*/ 48617 w 102125"/>
                  <a:gd name="connsiteY250" fmla="*/ 221942 h 256751"/>
                  <a:gd name="connsiteX251" fmla="*/ 48617 w 102125"/>
                  <a:gd name="connsiteY251" fmla="*/ 224388 h 256751"/>
                  <a:gd name="connsiteX252" fmla="*/ 46172 w 102125"/>
                  <a:gd name="connsiteY252" fmla="*/ 224388 h 256751"/>
                  <a:gd name="connsiteX253" fmla="*/ 46172 w 102125"/>
                  <a:gd name="connsiteY253" fmla="*/ 226833 h 256751"/>
                  <a:gd name="connsiteX254" fmla="*/ 43439 w 102125"/>
                  <a:gd name="connsiteY254" fmla="*/ 226833 h 256751"/>
                  <a:gd name="connsiteX255" fmla="*/ 43439 w 102125"/>
                  <a:gd name="connsiteY255" fmla="*/ 229278 h 256751"/>
                  <a:gd name="connsiteX256" fmla="*/ 40850 w 102125"/>
                  <a:gd name="connsiteY256" fmla="*/ 226833 h 256751"/>
                  <a:gd name="connsiteX257" fmla="*/ 43439 w 102125"/>
                  <a:gd name="connsiteY257" fmla="*/ 226833 h 256751"/>
                  <a:gd name="connsiteX258" fmla="*/ 43439 w 102125"/>
                  <a:gd name="connsiteY258" fmla="*/ 224388 h 256751"/>
                  <a:gd name="connsiteX259" fmla="*/ 40850 w 102125"/>
                  <a:gd name="connsiteY259" fmla="*/ 224388 h 256751"/>
                  <a:gd name="connsiteX260" fmla="*/ 40850 w 102125"/>
                  <a:gd name="connsiteY260" fmla="*/ 221942 h 256751"/>
                  <a:gd name="connsiteX261" fmla="*/ 43439 w 102125"/>
                  <a:gd name="connsiteY261" fmla="*/ 221942 h 256751"/>
                  <a:gd name="connsiteX262" fmla="*/ 43439 w 102125"/>
                  <a:gd name="connsiteY262" fmla="*/ 219066 h 256751"/>
                  <a:gd name="connsiteX263" fmla="*/ 46172 w 102125"/>
                  <a:gd name="connsiteY263" fmla="*/ 219066 h 256751"/>
                  <a:gd name="connsiteX264" fmla="*/ 46172 w 102125"/>
                  <a:gd name="connsiteY264" fmla="*/ 216621 h 256751"/>
                  <a:gd name="connsiteX265" fmla="*/ 40850 w 102125"/>
                  <a:gd name="connsiteY265" fmla="*/ 216621 h 256751"/>
                  <a:gd name="connsiteX266" fmla="*/ 43439 w 102125"/>
                  <a:gd name="connsiteY266" fmla="*/ 214175 h 256751"/>
                  <a:gd name="connsiteX267" fmla="*/ 43439 w 102125"/>
                  <a:gd name="connsiteY267" fmla="*/ 208997 h 256751"/>
                  <a:gd name="connsiteX268" fmla="*/ 40850 w 102125"/>
                  <a:gd name="connsiteY268" fmla="*/ 208997 h 256751"/>
                  <a:gd name="connsiteX269" fmla="*/ 40850 w 102125"/>
                  <a:gd name="connsiteY269" fmla="*/ 203963 h 256751"/>
                  <a:gd name="connsiteX270" fmla="*/ 35960 w 102125"/>
                  <a:gd name="connsiteY270" fmla="*/ 203963 h 256751"/>
                  <a:gd name="connsiteX271" fmla="*/ 35960 w 102125"/>
                  <a:gd name="connsiteY271" fmla="*/ 201517 h 256751"/>
                  <a:gd name="connsiteX272" fmla="*/ 38405 w 102125"/>
                  <a:gd name="connsiteY272" fmla="*/ 201517 h 256751"/>
                  <a:gd name="connsiteX273" fmla="*/ 38405 w 102125"/>
                  <a:gd name="connsiteY273" fmla="*/ 198785 h 256751"/>
                  <a:gd name="connsiteX274" fmla="*/ 35960 w 102125"/>
                  <a:gd name="connsiteY274" fmla="*/ 198785 h 256751"/>
                  <a:gd name="connsiteX275" fmla="*/ 35960 w 102125"/>
                  <a:gd name="connsiteY275" fmla="*/ 193750 h 256751"/>
                  <a:gd name="connsiteX276" fmla="*/ 33370 w 102125"/>
                  <a:gd name="connsiteY276" fmla="*/ 193750 h 256751"/>
                  <a:gd name="connsiteX277" fmla="*/ 33370 w 102125"/>
                  <a:gd name="connsiteY277" fmla="*/ 191305 h 256751"/>
                  <a:gd name="connsiteX278" fmla="*/ 36103 w 102125"/>
                  <a:gd name="connsiteY278" fmla="*/ 191305 h 256751"/>
                  <a:gd name="connsiteX279" fmla="*/ 36103 w 102125"/>
                  <a:gd name="connsiteY279" fmla="*/ 181236 h 256751"/>
                  <a:gd name="connsiteX280" fmla="*/ 33370 w 102125"/>
                  <a:gd name="connsiteY280" fmla="*/ 181236 h 256751"/>
                  <a:gd name="connsiteX281" fmla="*/ 33370 w 102125"/>
                  <a:gd name="connsiteY281" fmla="*/ 175914 h 256751"/>
                  <a:gd name="connsiteX282" fmla="*/ 30638 w 102125"/>
                  <a:gd name="connsiteY282" fmla="*/ 175914 h 256751"/>
                  <a:gd name="connsiteX283" fmla="*/ 30638 w 102125"/>
                  <a:gd name="connsiteY283" fmla="*/ 173469 h 256751"/>
                  <a:gd name="connsiteX284" fmla="*/ 33370 w 102125"/>
                  <a:gd name="connsiteY284" fmla="*/ 173469 h 256751"/>
                  <a:gd name="connsiteX285" fmla="*/ 33370 w 102125"/>
                  <a:gd name="connsiteY285" fmla="*/ 175914 h 256751"/>
                  <a:gd name="connsiteX286" fmla="*/ 38549 w 102125"/>
                  <a:gd name="connsiteY286" fmla="*/ 175914 h 256751"/>
                  <a:gd name="connsiteX287" fmla="*/ 38549 w 102125"/>
                  <a:gd name="connsiteY287" fmla="*/ 178647 h 256751"/>
                  <a:gd name="connsiteX288" fmla="*/ 40994 w 102125"/>
                  <a:gd name="connsiteY288" fmla="*/ 178647 h 256751"/>
                  <a:gd name="connsiteX289" fmla="*/ 40994 w 102125"/>
                  <a:gd name="connsiteY289" fmla="*/ 173469 h 256751"/>
                  <a:gd name="connsiteX290" fmla="*/ 38405 w 102125"/>
                  <a:gd name="connsiteY290" fmla="*/ 173469 h 256751"/>
                  <a:gd name="connsiteX291" fmla="*/ 38405 w 102125"/>
                  <a:gd name="connsiteY291" fmla="*/ 171024 h 256751"/>
                  <a:gd name="connsiteX292" fmla="*/ 35960 w 102125"/>
                  <a:gd name="connsiteY292" fmla="*/ 171024 h 256751"/>
                  <a:gd name="connsiteX293" fmla="*/ 35960 w 102125"/>
                  <a:gd name="connsiteY293" fmla="*/ 168435 h 256751"/>
                  <a:gd name="connsiteX294" fmla="*/ 33370 w 102125"/>
                  <a:gd name="connsiteY294" fmla="*/ 168435 h 256751"/>
                  <a:gd name="connsiteX295" fmla="*/ 33370 w 102125"/>
                  <a:gd name="connsiteY295" fmla="*/ 165702 h 256751"/>
                  <a:gd name="connsiteX296" fmla="*/ 36103 w 102125"/>
                  <a:gd name="connsiteY296" fmla="*/ 165702 h 256751"/>
                  <a:gd name="connsiteX297" fmla="*/ 36103 w 102125"/>
                  <a:gd name="connsiteY297" fmla="*/ 168435 h 256751"/>
                  <a:gd name="connsiteX298" fmla="*/ 38549 w 102125"/>
                  <a:gd name="connsiteY298" fmla="*/ 168435 h 256751"/>
                  <a:gd name="connsiteX299" fmla="*/ 38549 w 102125"/>
                  <a:gd name="connsiteY299" fmla="*/ 165702 h 256751"/>
                  <a:gd name="connsiteX300" fmla="*/ 40994 w 102125"/>
                  <a:gd name="connsiteY300" fmla="*/ 165702 h 256751"/>
                  <a:gd name="connsiteX301" fmla="*/ 40994 w 102125"/>
                  <a:gd name="connsiteY301" fmla="*/ 163256 h 256751"/>
                  <a:gd name="connsiteX302" fmla="*/ 43439 w 102125"/>
                  <a:gd name="connsiteY302" fmla="*/ 163256 h 256751"/>
                  <a:gd name="connsiteX303" fmla="*/ 43439 w 102125"/>
                  <a:gd name="connsiteY303" fmla="*/ 165702 h 256751"/>
                  <a:gd name="connsiteX304" fmla="*/ 46172 w 102125"/>
                  <a:gd name="connsiteY304" fmla="*/ 165702 h 256751"/>
                  <a:gd name="connsiteX305" fmla="*/ 46172 w 102125"/>
                  <a:gd name="connsiteY305" fmla="*/ 168435 h 256751"/>
                  <a:gd name="connsiteX306" fmla="*/ 48617 w 102125"/>
                  <a:gd name="connsiteY306" fmla="*/ 168435 h 256751"/>
                  <a:gd name="connsiteX307" fmla="*/ 51063 w 102125"/>
                  <a:gd name="connsiteY307" fmla="*/ 165702 h 256751"/>
                  <a:gd name="connsiteX308" fmla="*/ 53652 w 102125"/>
                  <a:gd name="connsiteY308" fmla="*/ 165702 h 256751"/>
                  <a:gd name="connsiteX309" fmla="*/ 53652 w 102125"/>
                  <a:gd name="connsiteY309" fmla="*/ 160811 h 256751"/>
                  <a:gd name="connsiteX310" fmla="*/ 56385 w 102125"/>
                  <a:gd name="connsiteY310" fmla="*/ 160811 h 256751"/>
                  <a:gd name="connsiteX311" fmla="*/ 56385 w 102125"/>
                  <a:gd name="connsiteY311" fmla="*/ 155489 h 256751"/>
                  <a:gd name="connsiteX312" fmla="*/ 53652 w 102125"/>
                  <a:gd name="connsiteY312" fmla="*/ 155489 h 256751"/>
                  <a:gd name="connsiteX313" fmla="*/ 53652 w 102125"/>
                  <a:gd name="connsiteY313" fmla="*/ 152469 h 256751"/>
                  <a:gd name="connsiteX314" fmla="*/ 51063 w 102125"/>
                  <a:gd name="connsiteY314" fmla="*/ 152469 h 256751"/>
                  <a:gd name="connsiteX315" fmla="*/ 51063 w 102125"/>
                  <a:gd name="connsiteY315" fmla="*/ 150023 h 256751"/>
                  <a:gd name="connsiteX316" fmla="*/ 48617 w 102125"/>
                  <a:gd name="connsiteY316" fmla="*/ 150023 h 256751"/>
                  <a:gd name="connsiteX317" fmla="*/ 48617 w 102125"/>
                  <a:gd name="connsiteY317" fmla="*/ 147434 h 256751"/>
                  <a:gd name="connsiteX318" fmla="*/ 46172 w 102125"/>
                  <a:gd name="connsiteY318" fmla="*/ 147434 h 256751"/>
                  <a:gd name="connsiteX319" fmla="*/ 46172 w 102125"/>
                  <a:gd name="connsiteY319" fmla="*/ 144701 h 256751"/>
                  <a:gd name="connsiteX320" fmla="*/ 48617 w 102125"/>
                  <a:gd name="connsiteY320" fmla="*/ 144701 h 256751"/>
                  <a:gd name="connsiteX321" fmla="*/ 51063 w 102125"/>
                  <a:gd name="connsiteY321" fmla="*/ 147434 h 256751"/>
                  <a:gd name="connsiteX322" fmla="*/ 53652 w 102125"/>
                  <a:gd name="connsiteY322" fmla="*/ 150023 h 256751"/>
                  <a:gd name="connsiteX323" fmla="*/ 56385 w 102125"/>
                  <a:gd name="connsiteY323" fmla="*/ 150023 h 256751"/>
                  <a:gd name="connsiteX324" fmla="*/ 56385 w 102125"/>
                  <a:gd name="connsiteY324" fmla="*/ 152469 h 256751"/>
                  <a:gd name="connsiteX325" fmla="*/ 58830 w 102125"/>
                  <a:gd name="connsiteY325" fmla="*/ 152469 h 256751"/>
                  <a:gd name="connsiteX326" fmla="*/ 58830 w 102125"/>
                  <a:gd name="connsiteY326" fmla="*/ 147434 h 256751"/>
                  <a:gd name="connsiteX327" fmla="*/ 61275 w 102125"/>
                  <a:gd name="connsiteY327" fmla="*/ 147434 h 256751"/>
                  <a:gd name="connsiteX328" fmla="*/ 61275 w 102125"/>
                  <a:gd name="connsiteY328" fmla="*/ 142256 h 256751"/>
                  <a:gd name="connsiteX329" fmla="*/ 58830 w 102125"/>
                  <a:gd name="connsiteY329" fmla="*/ 142256 h 256751"/>
                  <a:gd name="connsiteX330" fmla="*/ 58830 w 102125"/>
                  <a:gd name="connsiteY330" fmla="*/ 137366 h 256751"/>
                  <a:gd name="connsiteX331" fmla="*/ 56385 w 102125"/>
                  <a:gd name="connsiteY331" fmla="*/ 134489 h 256751"/>
                  <a:gd name="connsiteX332" fmla="*/ 56385 w 102125"/>
                  <a:gd name="connsiteY332" fmla="*/ 127153 h 256751"/>
                  <a:gd name="connsiteX333" fmla="*/ 53652 w 102125"/>
                  <a:gd name="connsiteY333" fmla="*/ 127153 h 256751"/>
                  <a:gd name="connsiteX334" fmla="*/ 53652 w 102125"/>
                  <a:gd name="connsiteY334" fmla="*/ 123701 h 256751"/>
                  <a:gd name="connsiteX335" fmla="*/ 40850 w 102125"/>
                  <a:gd name="connsiteY335" fmla="*/ 123701 h 256751"/>
                  <a:gd name="connsiteX336" fmla="*/ 40850 w 102125"/>
                  <a:gd name="connsiteY336" fmla="*/ 126434 h 256751"/>
                  <a:gd name="connsiteX337" fmla="*/ 30638 w 102125"/>
                  <a:gd name="connsiteY337" fmla="*/ 126434 h 256751"/>
                  <a:gd name="connsiteX338" fmla="*/ 30638 w 102125"/>
                  <a:gd name="connsiteY338" fmla="*/ 123701 h 256751"/>
                  <a:gd name="connsiteX339" fmla="*/ 33370 w 102125"/>
                  <a:gd name="connsiteY339" fmla="*/ 123701 h 256751"/>
                  <a:gd name="connsiteX340" fmla="*/ 33370 w 102125"/>
                  <a:gd name="connsiteY340" fmla="*/ 121112 h 256751"/>
                  <a:gd name="connsiteX341" fmla="*/ 30638 w 102125"/>
                  <a:gd name="connsiteY341" fmla="*/ 121112 h 256751"/>
                  <a:gd name="connsiteX342" fmla="*/ 30638 w 102125"/>
                  <a:gd name="connsiteY342" fmla="*/ 118667 h 256751"/>
                  <a:gd name="connsiteX343" fmla="*/ 25747 w 102125"/>
                  <a:gd name="connsiteY343" fmla="*/ 118667 h 256751"/>
                  <a:gd name="connsiteX344" fmla="*/ 25747 w 102125"/>
                  <a:gd name="connsiteY344" fmla="*/ 116221 h 256751"/>
                  <a:gd name="connsiteX345" fmla="*/ 28192 w 102125"/>
                  <a:gd name="connsiteY345" fmla="*/ 118667 h 256751"/>
                  <a:gd name="connsiteX346" fmla="*/ 28192 w 102125"/>
                  <a:gd name="connsiteY346" fmla="*/ 116221 h 256751"/>
                  <a:gd name="connsiteX347" fmla="*/ 38405 w 102125"/>
                  <a:gd name="connsiteY347" fmla="*/ 116221 h 256751"/>
                  <a:gd name="connsiteX348" fmla="*/ 38405 w 102125"/>
                  <a:gd name="connsiteY348" fmla="*/ 118667 h 256751"/>
                  <a:gd name="connsiteX349" fmla="*/ 40850 w 102125"/>
                  <a:gd name="connsiteY349" fmla="*/ 121112 h 256751"/>
                  <a:gd name="connsiteX350" fmla="*/ 46172 w 102125"/>
                  <a:gd name="connsiteY350" fmla="*/ 121112 h 256751"/>
                  <a:gd name="connsiteX351" fmla="*/ 46172 w 102125"/>
                  <a:gd name="connsiteY351" fmla="*/ 118667 h 256751"/>
                  <a:gd name="connsiteX352" fmla="*/ 48617 w 102125"/>
                  <a:gd name="connsiteY352" fmla="*/ 118667 h 256751"/>
                  <a:gd name="connsiteX353" fmla="*/ 48617 w 102125"/>
                  <a:gd name="connsiteY353" fmla="*/ 116221 h 256751"/>
                  <a:gd name="connsiteX354" fmla="*/ 51063 w 102125"/>
                  <a:gd name="connsiteY354" fmla="*/ 116221 h 256751"/>
                  <a:gd name="connsiteX355" fmla="*/ 51063 w 102125"/>
                  <a:gd name="connsiteY355" fmla="*/ 113488 h 256751"/>
                  <a:gd name="connsiteX356" fmla="*/ 53652 w 102125"/>
                  <a:gd name="connsiteY356" fmla="*/ 113488 h 256751"/>
                  <a:gd name="connsiteX357" fmla="*/ 53652 w 102125"/>
                  <a:gd name="connsiteY357" fmla="*/ 110899 h 256751"/>
                  <a:gd name="connsiteX358" fmla="*/ 56385 w 102125"/>
                  <a:gd name="connsiteY358" fmla="*/ 110899 h 256751"/>
                  <a:gd name="connsiteX359" fmla="*/ 56385 w 102125"/>
                  <a:gd name="connsiteY359" fmla="*/ 106009 h 256751"/>
                  <a:gd name="connsiteX360" fmla="*/ 58830 w 102125"/>
                  <a:gd name="connsiteY360" fmla="*/ 106009 h 256751"/>
                  <a:gd name="connsiteX361" fmla="*/ 58830 w 102125"/>
                  <a:gd name="connsiteY361" fmla="*/ 98242 h 256751"/>
                  <a:gd name="connsiteX362" fmla="*/ 61275 w 102125"/>
                  <a:gd name="connsiteY362" fmla="*/ 98242 h 256751"/>
                  <a:gd name="connsiteX363" fmla="*/ 61275 w 102125"/>
                  <a:gd name="connsiteY363" fmla="*/ 93063 h 256751"/>
                  <a:gd name="connsiteX364" fmla="*/ 63864 w 102125"/>
                  <a:gd name="connsiteY364" fmla="*/ 90474 h 256751"/>
                  <a:gd name="connsiteX365" fmla="*/ 63864 w 102125"/>
                  <a:gd name="connsiteY365" fmla="*/ 85584 h 256751"/>
                  <a:gd name="connsiteX366" fmla="*/ 66597 w 102125"/>
                  <a:gd name="connsiteY366" fmla="*/ 85584 h 256751"/>
                  <a:gd name="connsiteX367" fmla="*/ 66597 w 102125"/>
                  <a:gd name="connsiteY367" fmla="*/ 82995 h 256751"/>
                  <a:gd name="connsiteX368" fmla="*/ 69042 w 102125"/>
                  <a:gd name="connsiteY368" fmla="*/ 82995 h 256751"/>
                  <a:gd name="connsiteX369" fmla="*/ 69042 w 102125"/>
                  <a:gd name="connsiteY369" fmla="*/ 80549 h 256751"/>
                  <a:gd name="connsiteX370" fmla="*/ 71488 w 102125"/>
                  <a:gd name="connsiteY370" fmla="*/ 80549 h 256751"/>
                  <a:gd name="connsiteX371" fmla="*/ 71488 w 102125"/>
                  <a:gd name="connsiteY371" fmla="*/ 78104 h 256751"/>
                  <a:gd name="connsiteX372" fmla="*/ 73933 w 102125"/>
                  <a:gd name="connsiteY372" fmla="*/ 78104 h 256751"/>
                  <a:gd name="connsiteX373" fmla="*/ 73933 w 102125"/>
                  <a:gd name="connsiteY373" fmla="*/ 70337 h 256751"/>
                  <a:gd name="connsiteX374" fmla="*/ 76522 w 102125"/>
                  <a:gd name="connsiteY374" fmla="*/ 70337 h 256751"/>
                  <a:gd name="connsiteX375" fmla="*/ 76522 w 102125"/>
                  <a:gd name="connsiteY375" fmla="*/ 67892 h 256751"/>
                  <a:gd name="connsiteX376" fmla="*/ 79255 w 102125"/>
                  <a:gd name="connsiteY376" fmla="*/ 67892 h 256751"/>
                  <a:gd name="connsiteX377" fmla="*/ 79255 w 102125"/>
                  <a:gd name="connsiteY377" fmla="*/ 66166 h 256751"/>
                  <a:gd name="connsiteX378" fmla="*/ 81700 w 102125"/>
                  <a:gd name="connsiteY378" fmla="*/ 66166 h 256751"/>
                  <a:gd name="connsiteX379" fmla="*/ 84145 w 102125"/>
                  <a:gd name="connsiteY379" fmla="*/ 63577 h 256751"/>
                  <a:gd name="connsiteX380" fmla="*/ 86734 w 102125"/>
                  <a:gd name="connsiteY380" fmla="*/ 63577 h 256751"/>
                  <a:gd name="connsiteX381" fmla="*/ 86734 w 102125"/>
                  <a:gd name="connsiteY381" fmla="*/ 60844 h 256751"/>
                  <a:gd name="connsiteX382" fmla="*/ 89467 w 102125"/>
                  <a:gd name="connsiteY382" fmla="*/ 60844 h 256751"/>
                  <a:gd name="connsiteX383" fmla="*/ 89467 w 102125"/>
                  <a:gd name="connsiteY383" fmla="*/ 58398 h 256751"/>
                  <a:gd name="connsiteX384" fmla="*/ 91913 w 102125"/>
                  <a:gd name="connsiteY384" fmla="*/ 58398 h 256751"/>
                  <a:gd name="connsiteX385" fmla="*/ 91913 w 102125"/>
                  <a:gd name="connsiteY385" fmla="*/ 53508 h 256751"/>
                  <a:gd name="connsiteX386" fmla="*/ 94358 w 102125"/>
                  <a:gd name="connsiteY386" fmla="*/ 55953 h 256751"/>
                  <a:gd name="connsiteX387" fmla="*/ 94358 w 102125"/>
                  <a:gd name="connsiteY387" fmla="*/ 53508 h 256751"/>
                  <a:gd name="connsiteX388" fmla="*/ 96947 w 102125"/>
                  <a:gd name="connsiteY388" fmla="*/ 53508 h 256751"/>
                  <a:gd name="connsiteX389" fmla="*/ 96947 w 102125"/>
                  <a:gd name="connsiteY389" fmla="*/ 50631 h 256751"/>
                  <a:gd name="connsiteX390" fmla="*/ 99680 w 102125"/>
                  <a:gd name="connsiteY390" fmla="*/ 48186 h 256751"/>
                  <a:gd name="connsiteX391" fmla="*/ 99680 w 102125"/>
                  <a:gd name="connsiteY391" fmla="*/ 45741 h 256751"/>
                  <a:gd name="connsiteX392" fmla="*/ 102125 w 102125"/>
                  <a:gd name="connsiteY392" fmla="*/ 45741 h 256751"/>
                  <a:gd name="connsiteX393" fmla="*/ 102125 w 102125"/>
                  <a:gd name="connsiteY393" fmla="*/ 40562 h 256751"/>
                  <a:gd name="connsiteX394" fmla="*/ 99680 w 102125"/>
                  <a:gd name="connsiteY394" fmla="*/ 40562 h 256751"/>
                  <a:gd name="connsiteX395" fmla="*/ 15535 w 102125"/>
                  <a:gd name="connsiteY395" fmla="*/ 98817 h 256751"/>
                  <a:gd name="connsiteX396" fmla="*/ 12802 w 102125"/>
                  <a:gd name="connsiteY396" fmla="*/ 98817 h 256751"/>
                  <a:gd name="connsiteX397" fmla="*/ 12802 w 102125"/>
                  <a:gd name="connsiteY397" fmla="*/ 96372 h 256751"/>
                  <a:gd name="connsiteX398" fmla="*/ 15535 w 102125"/>
                  <a:gd name="connsiteY398" fmla="*/ 96372 h 256751"/>
                  <a:gd name="connsiteX399" fmla="*/ 35960 w 102125"/>
                  <a:gd name="connsiteY399" fmla="*/ 216045 h 256751"/>
                  <a:gd name="connsiteX400" fmla="*/ 38405 w 102125"/>
                  <a:gd name="connsiteY400" fmla="*/ 216045 h 256751"/>
                  <a:gd name="connsiteX401" fmla="*/ 38405 w 102125"/>
                  <a:gd name="connsiteY401" fmla="*/ 218490 h 256751"/>
                  <a:gd name="connsiteX402" fmla="*/ 35960 w 102125"/>
                  <a:gd name="connsiteY402" fmla="*/ 218490 h 256751"/>
                  <a:gd name="connsiteX403" fmla="*/ 38405 w 102125"/>
                  <a:gd name="connsiteY403" fmla="*/ 157503 h 256751"/>
                  <a:gd name="connsiteX404" fmla="*/ 38405 w 102125"/>
                  <a:gd name="connsiteY404" fmla="*/ 162537 h 256751"/>
                  <a:gd name="connsiteX405" fmla="*/ 35960 w 102125"/>
                  <a:gd name="connsiteY405" fmla="*/ 162537 h 256751"/>
                  <a:gd name="connsiteX406" fmla="*/ 38405 w 102125"/>
                  <a:gd name="connsiteY406" fmla="*/ 154770 h 256751"/>
                  <a:gd name="connsiteX407" fmla="*/ 40850 w 102125"/>
                  <a:gd name="connsiteY407" fmla="*/ 144557 h 256751"/>
                  <a:gd name="connsiteX408" fmla="*/ 40850 w 102125"/>
                  <a:gd name="connsiteY408" fmla="*/ 142112 h 256751"/>
                  <a:gd name="connsiteX409" fmla="*/ 43439 w 102125"/>
                  <a:gd name="connsiteY409" fmla="*/ 142112 h 256751"/>
                  <a:gd name="connsiteX410" fmla="*/ 43439 w 102125"/>
                  <a:gd name="connsiteY410" fmla="*/ 144557 h 256751"/>
                  <a:gd name="connsiteX411" fmla="*/ 40850 w 102125"/>
                  <a:gd name="connsiteY411" fmla="*/ 144557 h 256751"/>
                  <a:gd name="connsiteX412" fmla="*/ 40850 w 102125"/>
                  <a:gd name="connsiteY412" fmla="*/ 147290 h 256751"/>
                  <a:gd name="connsiteX413" fmla="*/ 38405 w 102125"/>
                  <a:gd name="connsiteY413" fmla="*/ 147290 h 256751"/>
                  <a:gd name="connsiteX414" fmla="*/ 38405 w 102125"/>
                  <a:gd name="connsiteY414" fmla="*/ 144557 h 256751"/>
                  <a:gd name="connsiteX415" fmla="*/ 33370 w 102125"/>
                  <a:gd name="connsiteY415" fmla="*/ 139667 h 256751"/>
                  <a:gd name="connsiteX416" fmla="*/ 38549 w 102125"/>
                  <a:gd name="connsiteY416" fmla="*/ 139667 h 256751"/>
                  <a:gd name="connsiteX417" fmla="*/ 38549 w 102125"/>
                  <a:gd name="connsiteY417" fmla="*/ 142112 h 256751"/>
                  <a:gd name="connsiteX418" fmla="*/ 33370 w 102125"/>
                  <a:gd name="connsiteY418" fmla="*/ 142112 h 256751"/>
                  <a:gd name="connsiteX419" fmla="*/ 25891 w 102125"/>
                  <a:gd name="connsiteY419" fmla="*/ 121687 h 256751"/>
                  <a:gd name="connsiteX420" fmla="*/ 25891 w 102125"/>
                  <a:gd name="connsiteY420" fmla="*/ 123701 h 256751"/>
                  <a:gd name="connsiteX421" fmla="*/ 23014 w 102125"/>
                  <a:gd name="connsiteY421" fmla="*/ 123701 h 256751"/>
                  <a:gd name="connsiteX422" fmla="*/ 23014 w 102125"/>
                  <a:gd name="connsiteY422" fmla="*/ 121112 h 256751"/>
                  <a:gd name="connsiteX423" fmla="*/ 20569 w 102125"/>
                  <a:gd name="connsiteY423" fmla="*/ 101262 h 256751"/>
                  <a:gd name="connsiteX424" fmla="*/ 23158 w 102125"/>
                  <a:gd name="connsiteY424" fmla="*/ 101262 h 256751"/>
                  <a:gd name="connsiteX425" fmla="*/ 23158 w 102125"/>
                  <a:gd name="connsiteY425" fmla="*/ 103851 h 256751"/>
                  <a:gd name="connsiteX426" fmla="*/ 20425 w 102125"/>
                  <a:gd name="connsiteY426" fmla="*/ 103851 h 256751"/>
                  <a:gd name="connsiteX427" fmla="*/ 18124 w 102125"/>
                  <a:gd name="connsiteY427" fmla="*/ 119242 h 256751"/>
                  <a:gd name="connsiteX428" fmla="*/ 20425 w 102125"/>
                  <a:gd name="connsiteY428" fmla="*/ 119242 h 256751"/>
                  <a:gd name="connsiteX429" fmla="*/ 20425 w 102125"/>
                  <a:gd name="connsiteY429" fmla="*/ 121687 h 256751"/>
                  <a:gd name="connsiteX430" fmla="*/ 17980 w 102125"/>
                  <a:gd name="connsiteY430" fmla="*/ 121687 h 256751"/>
                  <a:gd name="connsiteX431" fmla="*/ 18124 w 102125"/>
                  <a:gd name="connsiteY431" fmla="*/ 134345 h 256751"/>
                  <a:gd name="connsiteX432" fmla="*/ 18124 w 102125"/>
                  <a:gd name="connsiteY432" fmla="*/ 131900 h 256751"/>
                  <a:gd name="connsiteX433" fmla="*/ 20425 w 102125"/>
                  <a:gd name="connsiteY433" fmla="*/ 131900 h 256751"/>
                  <a:gd name="connsiteX434" fmla="*/ 20425 w 102125"/>
                  <a:gd name="connsiteY434" fmla="*/ 134345 h 256751"/>
                  <a:gd name="connsiteX435" fmla="*/ 28336 w 102125"/>
                  <a:gd name="connsiteY435" fmla="*/ 170305 h 256751"/>
                  <a:gd name="connsiteX436" fmla="*/ 28336 w 102125"/>
                  <a:gd name="connsiteY436" fmla="*/ 172750 h 256751"/>
                  <a:gd name="connsiteX437" fmla="*/ 25747 w 102125"/>
                  <a:gd name="connsiteY437" fmla="*/ 172750 h 256751"/>
                  <a:gd name="connsiteX438" fmla="*/ 25747 w 102125"/>
                  <a:gd name="connsiteY438" fmla="*/ 167715 h 256751"/>
                  <a:gd name="connsiteX439" fmla="*/ 28192 w 102125"/>
                  <a:gd name="connsiteY439" fmla="*/ 167715 h 256751"/>
                  <a:gd name="connsiteX440" fmla="*/ 28336 w 102125"/>
                  <a:gd name="connsiteY440" fmla="*/ 144557 h 256751"/>
                  <a:gd name="connsiteX441" fmla="*/ 28336 w 102125"/>
                  <a:gd name="connsiteY441" fmla="*/ 147290 h 256751"/>
                  <a:gd name="connsiteX442" fmla="*/ 17980 w 102125"/>
                  <a:gd name="connsiteY442" fmla="*/ 147290 h 256751"/>
                  <a:gd name="connsiteX443" fmla="*/ 17980 w 102125"/>
                  <a:gd name="connsiteY443" fmla="*/ 144557 h 256751"/>
                  <a:gd name="connsiteX444" fmla="*/ 15535 w 102125"/>
                  <a:gd name="connsiteY444" fmla="*/ 144557 h 256751"/>
                  <a:gd name="connsiteX445" fmla="*/ 15535 w 102125"/>
                  <a:gd name="connsiteY445" fmla="*/ 142112 h 256751"/>
                  <a:gd name="connsiteX446" fmla="*/ 25747 w 102125"/>
                  <a:gd name="connsiteY446" fmla="*/ 142112 h 256751"/>
                  <a:gd name="connsiteX447" fmla="*/ 25747 w 102125"/>
                  <a:gd name="connsiteY447" fmla="*/ 144557 h 256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Lst>
                <a:rect l="l" t="t" r="r" b="b"/>
                <a:pathLst>
                  <a:path w="102125" h="256751">
                    <a:moveTo>
                      <a:pt x="96947" y="42864"/>
                    </a:moveTo>
                    <a:lnTo>
                      <a:pt x="79255" y="42864"/>
                    </a:lnTo>
                    <a:lnTo>
                      <a:pt x="79255" y="40131"/>
                    </a:lnTo>
                    <a:lnTo>
                      <a:pt x="76522" y="40131"/>
                    </a:lnTo>
                    <a:lnTo>
                      <a:pt x="76522" y="37398"/>
                    </a:lnTo>
                    <a:lnTo>
                      <a:pt x="71488" y="37398"/>
                    </a:lnTo>
                    <a:lnTo>
                      <a:pt x="71488" y="34953"/>
                    </a:lnTo>
                    <a:lnTo>
                      <a:pt x="69042" y="34953"/>
                    </a:lnTo>
                    <a:lnTo>
                      <a:pt x="69042" y="39987"/>
                    </a:lnTo>
                    <a:lnTo>
                      <a:pt x="66597" y="39987"/>
                    </a:lnTo>
                    <a:lnTo>
                      <a:pt x="66597" y="24740"/>
                    </a:lnTo>
                    <a:lnTo>
                      <a:pt x="58830" y="24740"/>
                    </a:lnTo>
                    <a:lnTo>
                      <a:pt x="58830" y="23014"/>
                    </a:lnTo>
                    <a:lnTo>
                      <a:pt x="56385" y="23014"/>
                    </a:lnTo>
                    <a:lnTo>
                      <a:pt x="56385" y="25459"/>
                    </a:lnTo>
                    <a:lnTo>
                      <a:pt x="46172" y="25459"/>
                    </a:lnTo>
                    <a:lnTo>
                      <a:pt x="46172" y="30494"/>
                    </a:lnTo>
                    <a:lnTo>
                      <a:pt x="43439" y="30494"/>
                    </a:lnTo>
                    <a:lnTo>
                      <a:pt x="43439" y="33227"/>
                    </a:lnTo>
                    <a:lnTo>
                      <a:pt x="40850" y="33227"/>
                    </a:lnTo>
                    <a:lnTo>
                      <a:pt x="40850" y="30494"/>
                    </a:lnTo>
                    <a:lnTo>
                      <a:pt x="38405" y="30494"/>
                    </a:lnTo>
                    <a:lnTo>
                      <a:pt x="38405" y="33227"/>
                    </a:lnTo>
                    <a:lnTo>
                      <a:pt x="35960" y="33227"/>
                    </a:lnTo>
                    <a:lnTo>
                      <a:pt x="35960" y="27905"/>
                    </a:lnTo>
                    <a:lnTo>
                      <a:pt x="43439" y="27905"/>
                    </a:lnTo>
                    <a:lnTo>
                      <a:pt x="43439" y="25459"/>
                    </a:lnTo>
                    <a:lnTo>
                      <a:pt x="46172" y="25459"/>
                    </a:lnTo>
                    <a:lnTo>
                      <a:pt x="46172" y="23014"/>
                    </a:lnTo>
                    <a:lnTo>
                      <a:pt x="48617" y="23014"/>
                    </a:lnTo>
                    <a:lnTo>
                      <a:pt x="48617" y="15247"/>
                    </a:lnTo>
                    <a:lnTo>
                      <a:pt x="46172" y="15247"/>
                    </a:lnTo>
                    <a:lnTo>
                      <a:pt x="46172" y="12802"/>
                    </a:lnTo>
                    <a:lnTo>
                      <a:pt x="38405" y="12802"/>
                    </a:lnTo>
                    <a:lnTo>
                      <a:pt x="38405" y="10069"/>
                    </a:lnTo>
                    <a:lnTo>
                      <a:pt x="33370" y="10069"/>
                    </a:lnTo>
                    <a:lnTo>
                      <a:pt x="33370" y="7480"/>
                    </a:lnTo>
                    <a:lnTo>
                      <a:pt x="30638" y="7480"/>
                    </a:lnTo>
                    <a:lnTo>
                      <a:pt x="30638" y="2589"/>
                    </a:lnTo>
                    <a:lnTo>
                      <a:pt x="28192" y="2589"/>
                    </a:lnTo>
                    <a:lnTo>
                      <a:pt x="25747" y="0"/>
                    </a:lnTo>
                    <a:lnTo>
                      <a:pt x="23014" y="0"/>
                    </a:lnTo>
                    <a:lnTo>
                      <a:pt x="23014" y="2589"/>
                    </a:lnTo>
                    <a:lnTo>
                      <a:pt x="17980" y="2589"/>
                    </a:lnTo>
                    <a:lnTo>
                      <a:pt x="17980" y="5034"/>
                    </a:lnTo>
                    <a:lnTo>
                      <a:pt x="20425" y="5034"/>
                    </a:lnTo>
                    <a:lnTo>
                      <a:pt x="20425" y="7480"/>
                    </a:lnTo>
                    <a:lnTo>
                      <a:pt x="17980" y="7480"/>
                    </a:lnTo>
                    <a:lnTo>
                      <a:pt x="17980" y="15247"/>
                    </a:lnTo>
                    <a:lnTo>
                      <a:pt x="10213" y="15247"/>
                    </a:lnTo>
                    <a:lnTo>
                      <a:pt x="10213" y="20281"/>
                    </a:lnTo>
                    <a:lnTo>
                      <a:pt x="7767" y="20281"/>
                    </a:lnTo>
                    <a:lnTo>
                      <a:pt x="7767" y="23014"/>
                    </a:lnTo>
                    <a:lnTo>
                      <a:pt x="5322" y="23014"/>
                    </a:lnTo>
                    <a:lnTo>
                      <a:pt x="5322" y="35672"/>
                    </a:lnTo>
                    <a:lnTo>
                      <a:pt x="2589" y="35672"/>
                    </a:lnTo>
                    <a:lnTo>
                      <a:pt x="2589" y="40706"/>
                    </a:lnTo>
                    <a:lnTo>
                      <a:pt x="5322" y="40706"/>
                    </a:lnTo>
                    <a:lnTo>
                      <a:pt x="5322" y="43439"/>
                    </a:lnTo>
                    <a:lnTo>
                      <a:pt x="7767" y="43439"/>
                    </a:lnTo>
                    <a:lnTo>
                      <a:pt x="7767" y="50775"/>
                    </a:lnTo>
                    <a:lnTo>
                      <a:pt x="10213" y="50775"/>
                    </a:lnTo>
                    <a:lnTo>
                      <a:pt x="10213" y="53652"/>
                    </a:lnTo>
                    <a:lnTo>
                      <a:pt x="7767" y="50775"/>
                    </a:lnTo>
                    <a:lnTo>
                      <a:pt x="2589" y="50775"/>
                    </a:lnTo>
                    <a:lnTo>
                      <a:pt x="2589" y="53652"/>
                    </a:lnTo>
                    <a:lnTo>
                      <a:pt x="5322" y="53652"/>
                    </a:lnTo>
                    <a:lnTo>
                      <a:pt x="5322" y="58542"/>
                    </a:lnTo>
                    <a:lnTo>
                      <a:pt x="7767" y="58542"/>
                    </a:lnTo>
                    <a:lnTo>
                      <a:pt x="7767" y="60987"/>
                    </a:lnTo>
                    <a:lnTo>
                      <a:pt x="10213" y="63720"/>
                    </a:lnTo>
                    <a:lnTo>
                      <a:pt x="7767" y="63720"/>
                    </a:lnTo>
                    <a:lnTo>
                      <a:pt x="7767" y="60987"/>
                    </a:lnTo>
                    <a:lnTo>
                      <a:pt x="2589" y="60987"/>
                    </a:lnTo>
                    <a:lnTo>
                      <a:pt x="2589" y="58542"/>
                    </a:lnTo>
                    <a:lnTo>
                      <a:pt x="0" y="58542"/>
                    </a:lnTo>
                    <a:lnTo>
                      <a:pt x="0" y="63720"/>
                    </a:lnTo>
                    <a:lnTo>
                      <a:pt x="5322" y="63720"/>
                    </a:lnTo>
                    <a:lnTo>
                      <a:pt x="5322" y="66166"/>
                    </a:lnTo>
                    <a:lnTo>
                      <a:pt x="0" y="66166"/>
                    </a:lnTo>
                    <a:lnTo>
                      <a:pt x="0" y="68611"/>
                    </a:lnTo>
                    <a:lnTo>
                      <a:pt x="2589" y="68611"/>
                    </a:lnTo>
                    <a:lnTo>
                      <a:pt x="2589" y="71056"/>
                    </a:lnTo>
                    <a:lnTo>
                      <a:pt x="5322" y="71056"/>
                    </a:lnTo>
                    <a:lnTo>
                      <a:pt x="5322" y="73789"/>
                    </a:lnTo>
                    <a:lnTo>
                      <a:pt x="0" y="73789"/>
                    </a:lnTo>
                    <a:lnTo>
                      <a:pt x="0" y="76378"/>
                    </a:lnTo>
                    <a:lnTo>
                      <a:pt x="10213" y="76378"/>
                    </a:lnTo>
                    <a:lnTo>
                      <a:pt x="10213" y="73789"/>
                    </a:lnTo>
                    <a:lnTo>
                      <a:pt x="12802" y="73789"/>
                    </a:lnTo>
                    <a:lnTo>
                      <a:pt x="12802" y="76378"/>
                    </a:lnTo>
                    <a:lnTo>
                      <a:pt x="10213" y="76378"/>
                    </a:lnTo>
                    <a:lnTo>
                      <a:pt x="10213" y="78823"/>
                    </a:lnTo>
                    <a:lnTo>
                      <a:pt x="7767" y="78823"/>
                    </a:lnTo>
                    <a:lnTo>
                      <a:pt x="10213" y="81269"/>
                    </a:lnTo>
                    <a:lnTo>
                      <a:pt x="12802" y="84002"/>
                    </a:lnTo>
                    <a:lnTo>
                      <a:pt x="12802" y="80549"/>
                    </a:lnTo>
                    <a:lnTo>
                      <a:pt x="15535" y="80549"/>
                    </a:lnTo>
                    <a:lnTo>
                      <a:pt x="12802" y="83282"/>
                    </a:lnTo>
                    <a:lnTo>
                      <a:pt x="12802" y="85871"/>
                    </a:lnTo>
                    <a:lnTo>
                      <a:pt x="17980" y="85871"/>
                    </a:lnTo>
                    <a:lnTo>
                      <a:pt x="17980" y="88317"/>
                    </a:lnTo>
                    <a:lnTo>
                      <a:pt x="20425" y="88317"/>
                    </a:lnTo>
                    <a:lnTo>
                      <a:pt x="20425" y="96084"/>
                    </a:lnTo>
                    <a:lnTo>
                      <a:pt x="23014" y="96084"/>
                    </a:lnTo>
                    <a:lnTo>
                      <a:pt x="23014" y="98529"/>
                    </a:lnTo>
                    <a:lnTo>
                      <a:pt x="17980" y="98529"/>
                    </a:lnTo>
                    <a:lnTo>
                      <a:pt x="17980" y="93351"/>
                    </a:lnTo>
                    <a:lnTo>
                      <a:pt x="12802" y="93351"/>
                    </a:lnTo>
                    <a:lnTo>
                      <a:pt x="12802" y="90762"/>
                    </a:lnTo>
                    <a:lnTo>
                      <a:pt x="10213" y="90762"/>
                    </a:lnTo>
                    <a:lnTo>
                      <a:pt x="7767" y="88317"/>
                    </a:lnTo>
                    <a:lnTo>
                      <a:pt x="7767" y="90762"/>
                    </a:lnTo>
                    <a:lnTo>
                      <a:pt x="2589" y="90762"/>
                    </a:lnTo>
                    <a:lnTo>
                      <a:pt x="2589" y="93351"/>
                    </a:lnTo>
                    <a:lnTo>
                      <a:pt x="7767" y="93351"/>
                    </a:lnTo>
                    <a:lnTo>
                      <a:pt x="7767" y="96084"/>
                    </a:lnTo>
                    <a:lnTo>
                      <a:pt x="10213" y="96084"/>
                    </a:lnTo>
                    <a:lnTo>
                      <a:pt x="10213" y="98529"/>
                    </a:lnTo>
                    <a:lnTo>
                      <a:pt x="2589" y="98529"/>
                    </a:lnTo>
                    <a:lnTo>
                      <a:pt x="2589" y="100974"/>
                    </a:lnTo>
                    <a:lnTo>
                      <a:pt x="5322" y="100974"/>
                    </a:lnTo>
                    <a:lnTo>
                      <a:pt x="5322" y="103564"/>
                    </a:lnTo>
                    <a:lnTo>
                      <a:pt x="7767" y="103564"/>
                    </a:lnTo>
                    <a:lnTo>
                      <a:pt x="7767" y="106296"/>
                    </a:lnTo>
                    <a:lnTo>
                      <a:pt x="10213" y="106296"/>
                    </a:lnTo>
                    <a:lnTo>
                      <a:pt x="10213" y="109317"/>
                    </a:lnTo>
                    <a:lnTo>
                      <a:pt x="7767" y="109317"/>
                    </a:lnTo>
                    <a:lnTo>
                      <a:pt x="7767" y="114352"/>
                    </a:lnTo>
                    <a:lnTo>
                      <a:pt x="10213" y="117084"/>
                    </a:lnTo>
                    <a:lnTo>
                      <a:pt x="10213" y="114352"/>
                    </a:lnTo>
                    <a:lnTo>
                      <a:pt x="12802" y="114352"/>
                    </a:lnTo>
                    <a:lnTo>
                      <a:pt x="12802" y="117084"/>
                    </a:lnTo>
                    <a:lnTo>
                      <a:pt x="10213" y="117084"/>
                    </a:lnTo>
                    <a:lnTo>
                      <a:pt x="10213" y="119530"/>
                    </a:lnTo>
                    <a:lnTo>
                      <a:pt x="15535" y="119530"/>
                    </a:lnTo>
                    <a:lnTo>
                      <a:pt x="15535" y="121975"/>
                    </a:lnTo>
                    <a:lnTo>
                      <a:pt x="12802" y="121975"/>
                    </a:lnTo>
                    <a:lnTo>
                      <a:pt x="12802" y="123701"/>
                    </a:lnTo>
                    <a:lnTo>
                      <a:pt x="10213" y="123701"/>
                    </a:lnTo>
                    <a:lnTo>
                      <a:pt x="10213" y="121112"/>
                    </a:lnTo>
                    <a:lnTo>
                      <a:pt x="12802" y="121112"/>
                    </a:lnTo>
                    <a:lnTo>
                      <a:pt x="10213" y="118667"/>
                    </a:lnTo>
                    <a:lnTo>
                      <a:pt x="7767" y="118667"/>
                    </a:lnTo>
                    <a:lnTo>
                      <a:pt x="7767" y="121112"/>
                    </a:lnTo>
                    <a:lnTo>
                      <a:pt x="2589" y="121112"/>
                    </a:lnTo>
                    <a:lnTo>
                      <a:pt x="2589" y="123701"/>
                    </a:lnTo>
                    <a:lnTo>
                      <a:pt x="5322" y="123701"/>
                    </a:lnTo>
                    <a:lnTo>
                      <a:pt x="5322" y="128879"/>
                    </a:lnTo>
                    <a:lnTo>
                      <a:pt x="10213" y="128879"/>
                    </a:lnTo>
                    <a:lnTo>
                      <a:pt x="10213" y="131324"/>
                    </a:lnTo>
                    <a:lnTo>
                      <a:pt x="15535" y="131324"/>
                    </a:lnTo>
                    <a:lnTo>
                      <a:pt x="15535" y="136646"/>
                    </a:lnTo>
                    <a:lnTo>
                      <a:pt x="20425" y="136646"/>
                    </a:lnTo>
                    <a:lnTo>
                      <a:pt x="20425" y="139092"/>
                    </a:lnTo>
                    <a:lnTo>
                      <a:pt x="17980" y="139092"/>
                    </a:lnTo>
                    <a:lnTo>
                      <a:pt x="15535" y="136646"/>
                    </a:lnTo>
                    <a:lnTo>
                      <a:pt x="12802" y="136646"/>
                    </a:lnTo>
                    <a:lnTo>
                      <a:pt x="12802" y="141537"/>
                    </a:lnTo>
                    <a:lnTo>
                      <a:pt x="10213" y="141537"/>
                    </a:lnTo>
                    <a:lnTo>
                      <a:pt x="10213" y="152469"/>
                    </a:lnTo>
                    <a:lnTo>
                      <a:pt x="12802" y="152469"/>
                    </a:lnTo>
                    <a:lnTo>
                      <a:pt x="12802" y="154914"/>
                    </a:lnTo>
                    <a:lnTo>
                      <a:pt x="15535" y="152469"/>
                    </a:lnTo>
                    <a:lnTo>
                      <a:pt x="15535" y="154914"/>
                    </a:lnTo>
                    <a:lnTo>
                      <a:pt x="17980" y="157647"/>
                    </a:lnTo>
                    <a:lnTo>
                      <a:pt x="15535" y="157647"/>
                    </a:lnTo>
                    <a:lnTo>
                      <a:pt x="15535" y="154914"/>
                    </a:lnTo>
                    <a:lnTo>
                      <a:pt x="10213" y="154914"/>
                    </a:lnTo>
                    <a:lnTo>
                      <a:pt x="10213" y="160236"/>
                    </a:lnTo>
                    <a:lnTo>
                      <a:pt x="12802" y="160236"/>
                    </a:lnTo>
                    <a:lnTo>
                      <a:pt x="12802" y="167859"/>
                    </a:lnTo>
                    <a:lnTo>
                      <a:pt x="17980" y="167859"/>
                    </a:lnTo>
                    <a:lnTo>
                      <a:pt x="17980" y="165126"/>
                    </a:lnTo>
                    <a:lnTo>
                      <a:pt x="23014" y="165126"/>
                    </a:lnTo>
                    <a:lnTo>
                      <a:pt x="23014" y="170448"/>
                    </a:lnTo>
                    <a:lnTo>
                      <a:pt x="15535" y="170448"/>
                    </a:lnTo>
                    <a:lnTo>
                      <a:pt x="15535" y="172894"/>
                    </a:lnTo>
                    <a:lnTo>
                      <a:pt x="17980" y="172894"/>
                    </a:lnTo>
                    <a:lnTo>
                      <a:pt x="17980" y="181236"/>
                    </a:lnTo>
                    <a:lnTo>
                      <a:pt x="20425" y="181236"/>
                    </a:lnTo>
                    <a:lnTo>
                      <a:pt x="20425" y="183681"/>
                    </a:lnTo>
                    <a:lnTo>
                      <a:pt x="25747" y="183681"/>
                    </a:lnTo>
                    <a:lnTo>
                      <a:pt x="25747" y="186127"/>
                    </a:lnTo>
                    <a:lnTo>
                      <a:pt x="20425" y="186127"/>
                    </a:lnTo>
                    <a:lnTo>
                      <a:pt x="20425" y="188716"/>
                    </a:lnTo>
                    <a:lnTo>
                      <a:pt x="23014" y="188716"/>
                    </a:lnTo>
                    <a:lnTo>
                      <a:pt x="23014" y="195620"/>
                    </a:lnTo>
                    <a:lnTo>
                      <a:pt x="25747" y="193175"/>
                    </a:lnTo>
                    <a:lnTo>
                      <a:pt x="28192" y="193175"/>
                    </a:lnTo>
                    <a:lnTo>
                      <a:pt x="25747" y="195620"/>
                    </a:lnTo>
                    <a:lnTo>
                      <a:pt x="25747" y="198209"/>
                    </a:lnTo>
                    <a:lnTo>
                      <a:pt x="28192" y="198209"/>
                    </a:lnTo>
                    <a:lnTo>
                      <a:pt x="30638" y="200942"/>
                    </a:lnTo>
                    <a:lnTo>
                      <a:pt x="25747" y="200942"/>
                    </a:lnTo>
                    <a:lnTo>
                      <a:pt x="28192" y="203387"/>
                    </a:lnTo>
                    <a:lnTo>
                      <a:pt x="30638" y="203387"/>
                    </a:lnTo>
                    <a:lnTo>
                      <a:pt x="30638" y="205833"/>
                    </a:lnTo>
                    <a:lnTo>
                      <a:pt x="33227" y="208422"/>
                    </a:lnTo>
                    <a:lnTo>
                      <a:pt x="30638" y="208422"/>
                    </a:lnTo>
                    <a:lnTo>
                      <a:pt x="33227" y="211155"/>
                    </a:lnTo>
                    <a:lnTo>
                      <a:pt x="33227" y="221367"/>
                    </a:lnTo>
                    <a:lnTo>
                      <a:pt x="30638" y="221367"/>
                    </a:lnTo>
                    <a:lnTo>
                      <a:pt x="30638" y="224388"/>
                    </a:lnTo>
                    <a:lnTo>
                      <a:pt x="33370" y="224388"/>
                    </a:lnTo>
                    <a:lnTo>
                      <a:pt x="33370" y="234600"/>
                    </a:lnTo>
                    <a:lnTo>
                      <a:pt x="36103" y="234600"/>
                    </a:lnTo>
                    <a:lnTo>
                      <a:pt x="36103" y="244813"/>
                    </a:lnTo>
                    <a:lnTo>
                      <a:pt x="38549" y="244813"/>
                    </a:lnTo>
                    <a:lnTo>
                      <a:pt x="38549" y="238772"/>
                    </a:lnTo>
                    <a:lnTo>
                      <a:pt x="40994" y="238772"/>
                    </a:lnTo>
                    <a:lnTo>
                      <a:pt x="40994" y="248984"/>
                    </a:lnTo>
                    <a:lnTo>
                      <a:pt x="38405" y="248984"/>
                    </a:lnTo>
                    <a:lnTo>
                      <a:pt x="38405" y="251717"/>
                    </a:lnTo>
                    <a:lnTo>
                      <a:pt x="40850" y="251717"/>
                    </a:lnTo>
                    <a:lnTo>
                      <a:pt x="40850" y="254306"/>
                    </a:lnTo>
                    <a:lnTo>
                      <a:pt x="43439" y="254306"/>
                    </a:lnTo>
                    <a:lnTo>
                      <a:pt x="43439" y="241504"/>
                    </a:lnTo>
                    <a:lnTo>
                      <a:pt x="46172" y="241504"/>
                    </a:lnTo>
                    <a:lnTo>
                      <a:pt x="46172" y="256751"/>
                    </a:lnTo>
                    <a:lnTo>
                      <a:pt x="48617" y="256751"/>
                    </a:lnTo>
                    <a:lnTo>
                      <a:pt x="48617" y="254306"/>
                    </a:lnTo>
                    <a:lnTo>
                      <a:pt x="51063" y="254306"/>
                    </a:lnTo>
                    <a:lnTo>
                      <a:pt x="51063" y="248984"/>
                    </a:lnTo>
                    <a:lnTo>
                      <a:pt x="53652" y="248984"/>
                    </a:lnTo>
                    <a:lnTo>
                      <a:pt x="53652" y="246539"/>
                    </a:lnTo>
                    <a:lnTo>
                      <a:pt x="51063" y="246539"/>
                    </a:lnTo>
                    <a:lnTo>
                      <a:pt x="51063" y="244093"/>
                    </a:lnTo>
                    <a:lnTo>
                      <a:pt x="53652" y="244093"/>
                    </a:lnTo>
                    <a:lnTo>
                      <a:pt x="53652" y="246539"/>
                    </a:lnTo>
                    <a:lnTo>
                      <a:pt x="58830" y="246539"/>
                    </a:lnTo>
                    <a:lnTo>
                      <a:pt x="61275" y="244093"/>
                    </a:lnTo>
                    <a:lnTo>
                      <a:pt x="58830" y="244093"/>
                    </a:lnTo>
                    <a:lnTo>
                      <a:pt x="58830" y="241504"/>
                    </a:lnTo>
                    <a:lnTo>
                      <a:pt x="56385" y="241504"/>
                    </a:lnTo>
                    <a:lnTo>
                      <a:pt x="56385" y="236326"/>
                    </a:lnTo>
                    <a:lnTo>
                      <a:pt x="48617" y="236326"/>
                    </a:lnTo>
                    <a:lnTo>
                      <a:pt x="48617" y="238772"/>
                    </a:lnTo>
                    <a:lnTo>
                      <a:pt x="46172" y="236326"/>
                    </a:lnTo>
                    <a:lnTo>
                      <a:pt x="46172" y="233881"/>
                    </a:lnTo>
                    <a:lnTo>
                      <a:pt x="43439" y="236326"/>
                    </a:lnTo>
                    <a:lnTo>
                      <a:pt x="43439" y="231292"/>
                    </a:lnTo>
                    <a:lnTo>
                      <a:pt x="51063" y="231292"/>
                    </a:lnTo>
                    <a:lnTo>
                      <a:pt x="51063" y="228559"/>
                    </a:lnTo>
                    <a:lnTo>
                      <a:pt x="48617" y="228559"/>
                    </a:lnTo>
                    <a:lnTo>
                      <a:pt x="48617" y="226114"/>
                    </a:lnTo>
                    <a:lnTo>
                      <a:pt x="53652" y="226114"/>
                    </a:lnTo>
                    <a:lnTo>
                      <a:pt x="53652" y="224388"/>
                    </a:lnTo>
                    <a:lnTo>
                      <a:pt x="56385" y="224388"/>
                    </a:lnTo>
                    <a:lnTo>
                      <a:pt x="56385" y="221942"/>
                    </a:lnTo>
                    <a:lnTo>
                      <a:pt x="48617" y="221942"/>
                    </a:lnTo>
                    <a:lnTo>
                      <a:pt x="48617" y="224388"/>
                    </a:lnTo>
                    <a:lnTo>
                      <a:pt x="46172" y="224388"/>
                    </a:lnTo>
                    <a:lnTo>
                      <a:pt x="46172" y="226833"/>
                    </a:lnTo>
                    <a:lnTo>
                      <a:pt x="43439" y="226833"/>
                    </a:lnTo>
                    <a:lnTo>
                      <a:pt x="43439" y="229278"/>
                    </a:lnTo>
                    <a:lnTo>
                      <a:pt x="40850" y="226833"/>
                    </a:lnTo>
                    <a:lnTo>
                      <a:pt x="43439" y="226833"/>
                    </a:lnTo>
                    <a:lnTo>
                      <a:pt x="43439" y="224388"/>
                    </a:lnTo>
                    <a:lnTo>
                      <a:pt x="40850" y="224388"/>
                    </a:lnTo>
                    <a:lnTo>
                      <a:pt x="40850" y="221942"/>
                    </a:lnTo>
                    <a:lnTo>
                      <a:pt x="43439" y="221942"/>
                    </a:lnTo>
                    <a:lnTo>
                      <a:pt x="43439" y="219066"/>
                    </a:lnTo>
                    <a:lnTo>
                      <a:pt x="46172" y="219066"/>
                    </a:lnTo>
                    <a:lnTo>
                      <a:pt x="46172" y="216621"/>
                    </a:lnTo>
                    <a:lnTo>
                      <a:pt x="40850" y="216621"/>
                    </a:lnTo>
                    <a:lnTo>
                      <a:pt x="43439" y="214175"/>
                    </a:lnTo>
                    <a:lnTo>
                      <a:pt x="43439" y="208997"/>
                    </a:lnTo>
                    <a:lnTo>
                      <a:pt x="40850" y="208997"/>
                    </a:lnTo>
                    <a:lnTo>
                      <a:pt x="40850" y="203963"/>
                    </a:lnTo>
                    <a:lnTo>
                      <a:pt x="35960" y="203963"/>
                    </a:lnTo>
                    <a:lnTo>
                      <a:pt x="35960" y="201517"/>
                    </a:lnTo>
                    <a:lnTo>
                      <a:pt x="38405" y="201517"/>
                    </a:lnTo>
                    <a:lnTo>
                      <a:pt x="38405" y="198785"/>
                    </a:lnTo>
                    <a:lnTo>
                      <a:pt x="35960" y="198785"/>
                    </a:lnTo>
                    <a:lnTo>
                      <a:pt x="35960" y="193750"/>
                    </a:lnTo>
                    <a:lnTo>
                      <a:pt x="33370" y="193750"/>
                    </a:lnTo>
                    <a:lnTo>
                      <a:pt x="33370" y="191305"/>
                    </a:lnTo>
                    <a:lnTo>
                      <a:pt x="36103" y="191305"/>
                    </a:lnTo>
                    <a:lnTo>
                      <a:pt x="36103" y="181236"/>
                    </a:lnTo>
                    <a:lnTo>
                      <a:pt x="33370" y="181236"/>
                    </a:lnTo>
                    <a:lnTo>
                      <a:pt x="33370" y="175914"/>
                    </a:lnTo>
                    <a:lnTo>
                      <a:pt x="30638" y="175914"/>
                    </a:lnTo>
                    <a:lnTo>
                      <a:pt x="30638" y="173469"/>
                    </a:lnTo>
                    <a:lnTo>
                      <a:pt x="33370" y="173469"/>
                    </a:lnTo>
                    <a:lnTo>
                      <a:pt x="33370" y="175914"/>
                    </a:lnTo>
                    <a:lnTo>
                      <a:pt x="38549" y="175914"/>
                    </a:lnTo>
                    <a:lnTo>
                      <a:pt x="38549" y="178647"/>
                    </a:lnTo>
                    <a:lnTo>
                      <a:pt x="40994" y="178647"/>
                    </a:lnTo>
                    <a:lnTo>
                      <a:pt x="40994" y="173469"/>
                    </a:lnTo>
                    <a:lnTo>
                      <a:pt x="38405" y="173469"/>
                    </a:lnTo>
                    <a:lnTo>
                      <a:pt x="38405" y="171024"/>
                    </a:lnTo>
                    <a:lnTo>
                      <a:pt x="35960" y="171024"/>
                    </a:lnTo>
                    <a:lnTo>
                      <a:pt x="35960" y="168435"/>
                    </a:lnTo>
                    <a:lnTo>
                      <a:pt x="33370" y="168435"/>
                    </a:lnTo>
                    <a:lnTo>
                      <a:pt x="33370" y="165702"/>
                    </a:lnTo>
                    <a:lnTo>
                      <a:pt x="36103" y="165702"/>
                    </a:lnTo>
                    <a:lnTo>
                      <a:pt x="36103" y="168435"/>
                    </a:lnTo>
                    <a:lnTo>
                      <a:pt x="38549" y="168435"/>
                    </a:lnTo>
                    <a:lnTo>
                      <a:pt x="38549" y="165702"/>
                    </a:lnTo>
                    <a:lnTo>
                      <a:pt x="40994" y="165702"/>
                    </a:lnTo>
                    <a:lnTo>
                      <a:pt x="40994" y="163256"/>
                    </a:lnTo>
                    <a:lnTo>
                      <a:pt x="43439" y="163256"/>
                    </a:lnTo>
                    <a:lnTo>
                      <a:pt x="43439" y="165702"/>
                    </a:lnTo>
                    <a:lnTo>
                      <a:pt x="46172" y="165702"/>
                    </a:lnTo>
                    <a:lnTo>
                      <a:pt x="46172" y="168435"/>
                    </a:lnTo>
                    <a:lnTo>
                      <a:pt x="48617" y="168435"/>
                    </a:lnTo>
                    <a:lnTo>
                      <a:pt x="51063" y="165702"/>
                    </a:lnTo>
                    <a:lnTo>
                      <a:pt x="53652" y="165702"/>
                    </a:lnTo>
                    <a:lnTo>
                      <a:pt x="53652" y="160811"/>
                    </a:lnTo>
                    <a:lnTo>
                      <a:pt x="56385" y="160811"/>
                    </a:lnTo>
                    <a:lnTo>
                      <a:pt x="56385" y="155489"/>
                    </a:lnTo>
                    <a:lnTo>
                      <a:pt x="53652" y="155489"/>
                    </a:lnTo>
                    <a:lnTo>
                      <a:pt x="53652" y="152469"/>
                    </a:lnTo>
                    <a:lnTo>
                      <a:pt x="51063" y="152469"/>
                    </a:lnTo>
                    <a:lnTo>
                      <a:pt x="51063" y="150023"/>
                    </a:lnTo>
                    <a:lnTo>
                      <a:pt x="48617" y="150023"/>
                    </a:lnTo>
                    <a:lnTo>
                      <a:pt x="48617" y="147434"/>
                    </a:lnTo>
                    <a:lnTo>
                      <a:pt x="46172" y="147434"/>
                    </a:lnTo>
                    <a:lnTo>
                      <a:pt x="46172" y="144701"/>
                    </a:lnTo>
                    <a:lnTo>
                      <a:pt x="48617" y="144701"/>
                    </a:lnTo>
                    <a:lnTo>
                      <a:pt x="51063" y="147434"/>
                    </a:lnTo>
                    <a:lnTo>
                      <a:pt x="53652" y="150023"/>
                    </a:lnTo>
                    <a:lnTo>
                      <a:pt x="56385" y="150023"/>
                    </a:lnTo>
                    <a:lnTo>
                      <a:pt x="56385" y="152469"/>
                    </a:lnTo>
                    <a:lnTo>
                      <a:pt x="58830" y="152469"/>
                    </a:lnTo>
                    <a:lnTo>
                      <a:pt x="58830" y="147434"/>
                    </a:lnTo>
                    <a:lnTo>
                      <a:pt x="61275" y="147434"/>
                    </a:lnTo>
                    <a:lnTo>
                      <a:pt x="61275" y="142256"/>
                    </a:lnTo>
                    <a:lnTo>
                      <a:pt x="58830" y="142256"/>
                    </a:lnTo>
                    <a:lnTo>
                      <a:pt x="58830" y="137366"/>
                    </a:lnTo>
                    <a:lnTo>
                      <a:pt x="56385" y="134489"/>
                    </a:lnTo>
                    <a:lnTo>
                      <a:pt x="56385" y="127153"/>
                    </a:lnTo>
                    <a:lnTo>
                      <a:pt x="53652" y="127153"/>
                    </a:lnTo>
                    <a:lnTo>
                      <a:pt x="53652" y="123701"/>
                    </a:lnTo>
                    <a:lnTo>
                      <a:pt x="40850" y="123701"/>
                    </a:lnTo>
                    <a:lnTo>
                      <a:pt x="40850" y="126434"/>
                    </a:lnTo>
                    <a:lnTo>
                      <a:pt x="30638" y="126434"/>
                    </a:lnTo>
                    <a:lnTo>
                      <a:pt x="30638" y="123701"/>
                    </a:lnTo>
                    <a:lnTo>
                      <a:pt x="33370" y="123701"/>
                    </a:lnTo>
                    <a:lnTo>
                      <a:pt x="33370" y="121112"/>
                    </a:lnTo>
                    <a:lnTo>
                      <a:pt x="30638" y="121112"/>
                    </a:lnTo>
                    <a:lnTo>
                      <a:pt x="30638" y="118667"/>
                    </a:lnTo>
                    <a:lnTo>
                      <a:pt x="25747" y="118667"/>
                    </a:lnTo>
                    <a:lnTo>
                      <a:pt x="25747" y="116221"/>
                    </a:lnTo>
                    <a:lnTo>
                      <a:pt x="28192" y="118667"/>
                    </a:lnTo>
                    <a:lnTo>
                      <a:pt x="28192" y="116221"/>
                    </a:lnTo>
                    <a:lnTo>
                      <a:pt x="38405" y="116221"/>
                    </a:lnTo>
                    <a:lnTo>
                      <a:pt x="38405" y="118667"/>
                    </a:lnTo>
                    <a:lnTo>
                      <a:pt x="40850" y="121112"/>
                    </a:lnTo>
                    <a:lnTo>
                      <a:pt x="46172" y="121112"/>
                    </a:lnTo>
                    <a:lnTo>
                      <a:pt x="46172" y="118667"/>
                    </a:lnTo>
                    <a:lnTo>
                      <a:pt x="48617" y="118667"/>
                    </a:lnTo>
                    <a:lnTo>
                      <a:pt x="48617" y="116221"/>
                    </a:lnTo>
                    <a:lnTo>
                      <a:pt x="51063" y="116221"/>
                    </a:lnTo>
                    <a:lnTo>
                      <a:pt x="51063" y="113488"/>
                    </a:lnTo>
                    <a:lnTo>
                      <a:pt x="53652" y="113488"/>
                    </a:lnTo>
                    <a:lnTo>
                      <a:pt x="53652" y="110899"/>
                    </a:lnTo>
                    <a:lnTo>
                      <a:pt x="56385" y="110899"/>
                    </a:lnTo>
                    <a:lnTo>
                      <a:pt x="56385" y="106009"/>
                    </a:lnTo>
                    <a:lnTo>
                      <a:pt x="58830" y="106009"/>
                    </a:lnTo>
                    <a:lnTo>
                      <a:pt x="58830" y="98242"/>
                    </a:lnTo>
                    <a:lnTo>
                      <a:pt x="61275" y="98242"/>
                    </a:lnTo>
                    <a:lnTo>
                      <a:pt x="61275" y="93063"/>
                    </a:lnTo>
                    <a:lnTo>
                      <a:pt x="63864" y="90474"/>
                    </a:lnTo>
                    <a:lnTo>
                      <a:pt x="63864" y="85584"/>
                    </a:lnTo>
                    <a:lnTo>
                      <a:pt x="66597" y="85584"/>
                    </a:lnTo>
                    <a:lnTo>
                      <a:pt x="66597" y="82995"/>
                    </a:lnTo>
                    <a:lnTo>
                      <a:pt x="69042" y="82995"/>
                    </a:lnTo>
                    <a:lnTo>
                      <a:pt x="69042" y="80549"/>
                    </a:lnTo>
                    <a:lnTo>
                      <a:pt x="71488" y="80549"/>
                    </a:lnTo>
                    <a:lnTo>
                      <a:pt x="71488" y="78104"/>
                    </a:lnTo>
                    <a:lnTo>
                      <a:pt x="73933" y="78104"/>
                    </a:lnTo>
                    <a:lnTo>
                      <a:pt x="73933" y="70337"/>
                    </a:lnTo>
                    <a:lnTo>
                      <a:pt x="76522" y="70337"/>
                    </a:lnTo>
                    <a:lnTo>
                      <a:pt x="76522" y="67892"/>
                    </a:lnTo>
                    <a:lnTo>
                      <a:pt x="79255" y="67892"/>
                    </a:lnTo>
                    <a:lnTo>
                      <a:pt x="79255" y="66166"/>
                    </a:lnTo>
                    <a:lnTo>
                      <a:pt x="81700" y="66166"/>
                    </a:lnTo>
                    <a:lnTo>
                      <a:pt x="84145" y="63577"/>
                    </a:lnTo>
                    <a:lnTo>
                      <a:pt x="86734" y="63577"/>
                    </a:lnTo>
                    <a:lnTo>
                      <a:pt x="86734" y="60844"/>
                    </a:lnTo>
                    <a:lnTo>
                      <a:pt x="89467" y="60844"/>
                    </a:lnTo>
                    <a:lnTo>
                      <a:pt x="89467" y="58398"/>
                    </a:lnTo>
                    <a:lnTo>
                      <a:pt x="91913" y="58398"/>
                    </a:lnTo>
                    <a:lnTo>
                      <a:pt x="91913" y="53508"/>
                    </a:lnTo>
                    <a:lnTo>
                      <a:pt x="94358" y="55953"/>
                    </a:lnTo>
                    <a:lnTo>
                      <a:pt x="94358" y="53508"/>
                    </a:lnTo>
                    <a:lnTo>
                      <a:pt x="96947" y="53508"/>
                    </a:lnTo>
                    <a:lnTo>
                      <a:pt x="96947" y="50631"/>
                    </a:lnTo>
                    <a:lnTo>
                      <a:pt x="99680" y="48186"/>
                    </a:lnTo>
                    <a:lnTo>
                      <a:pt x="99680" y="45741"/>
                    </a:lnTo>
                    <a:lnTo>
                      <a:pt x="102125" y="45741"/>
                    </a:lnTo>
                    <a:lnTo>
                      <a:pt x="102125" y="40562"/>
                    </a:lnTo>
                    <a:lnTo>
                      <a:pt x="99680" y="40562"/>
                    </a:lnTo>
                    <a:close/>
                    <a:moveTo>
                      <a:pt x="15535" y="98817"/>
                    </a:moveTo>
                    <a:lnTo>
                      <a:pt x="12802" y="98817"/>
                    </a:lnTo>
                    <a:lnTo>
                      <a:pt x="12802" y="96372"/>
                    </a:lnTo>
                    <a:lnTo>
                      <a:pt x="15535" y="96372"/>
                    </a:lnTo>
                    <a:close/>
                    <a:moveTo>
                      <a:pt x="35960" y="216045"/>
                    </a:moveTo>
                    <a:lnTo>
                      <a:pt x="38405" y="216045"/>
                    </a:lnTo>
                    <a:lnTo>
                      <a:pt x="38405" y="218490"/>
                    </a:lnTo>
                    <a:lnTo>
                      <a:pt x="35960" y="218490"/>
                    </a:lnTo>
                    <a:close/>
                    <a:moveTo>
                      <a:pt x="38405" y="157503"/>
                    </a:moveTo>
                    <a:lnTo>
                      <a:pt x="38405" y="162537"/>
                    </a:lnTo>
                    <a:lnTo>
                      <a:pt x="35960" y="162537"/>
                    </a:lnTo>
                    <a:lnTo>
                      <a:pt x="38405" y="154770"/>
                    </a:lnTo>
                    <a:close/>
                    <a:moveTo>
                      <a:pt x="40850" y="144557"/>
                    </a:moveTo>
                    <a:lnTo>
                      <a:pt x="40850" y="142112"/>
                    </a:lnTo>
                    <a:lnTo>
                      <a:pt x="43439" y="142112"/>
                    </a:lnTo>
                    <a:lnTo>
                      <a:pt x="43439" y="144557"/>
                    </a:lnTo>
                    <a:lnTo>
                      <a:pt x="40850" y="144557"/>
                    </a:lnTo>
                    <a:lnTo>
                      <a:pt x="40850" y="147290"/>
                    </a:lnTo>
                    <a:lnTo>
                      <a:pt x="38405" y="147290"/>
                    </a:lnTo>
                    <a:lnTo>
                      <a:pt x="38405" y="144557"/>
                    </a:lnTo>
                    <a:close/>
                    <a:moveTo>
                      <a:pt x="33370" y="139667"/>
                    </a:moveTo>
                    <a:lnTo>
                      <a:pt x="38549" y="139667"/>
                    </a:lnTo>
                    <a:lnTo>
                      <a:pt x="38549" y="142112"/>
                    </a:lnTo>
                    <a:lnTo>
                      <a:pt x="33370" y="142112"/>
                    </a:lnTo>
                    <a:close/>
                    <a:moveTo>
                      <a:pt x="25891" y="121687"/>
                    </a:moveTo>
                    <a:lnTo>
                      <a:pt x="25891" y="123701"/>
                    </a:lnTo>
                    <a:lnTo>
                      <a:pt x="23014" y="123701"/>
                    </a:lnTo>
                    <a:lnTo>
                      <a:pt x="23014" y="121112"/>
                    </a:lnTo>
                    <a:close/>
                    <a:moveTo>
                      <a:pt x="20569" y="101262"/>
                    </a:moveTo>
                    <a:lnTo>
                      <a:pt x="23158" y="101262"/>
                    </a:lnTo>
                    <a:lnTo>
                      <a:pt x="23158" y="103851"/>
                    </a:lnTo>
                    <a:lnTo>
                      <a:pt x="20425" y="103851"/>
                    </a:lnTo>
                    <a:close/>
                    <a:moveTo>
                      <a:pt x="18124" y="119242"/>
                    </a:moveTo>
                    <a:lnTo>
                      <a:pt x="20425" y="119242"/>
                    </a:lnTo>
                    <a:lnTo>
                      <a:pt x="20425" y="121687"/>
                    </a:lnTo>
                    <a:lnTo>
                      <a:pt x="17980" y="121687"/>
                    </a:lnTo>
                    <a:close/>
                    <a:moveTo>
                      <a:pt x="18124" y="134345"/>
                    </a:moveTo>
                    <a:lnTo>
                      <a:pt x="18124" y="131900"/>
                    </a:lnTo>
                    <a:lnTo>
                      <a:pt x="20425" y="131900"/>
                    </a:lnTo>
                    <a:lnTo>
                      <a:pt x="20425" y="134345"/>
                    </a:lnTo>
                    <a:close/>
                    <a:moveTo>
                      <a:pt x="28336" y="170305"/>
                    </a:moveTo>
                    <a:lnTo>
                      <a:pt x="28336" y="172750"/>
                    </a:lnTo>
                    <a:lnTo>
                      <a:pt x="25747" y="172750"/>
                    </a:lnTo>
                    <a:lnTo>
                      <a:pt x="25747" y="167715"/>
                    </a:lnTo>
                    <a:lnTo>
                      <a:pt x="28192" y="167715"/>
                    </a:lnTo>
                    <a:close/>
                    <a:moveTo>
                      <a:pt x="28336" y="144557"/>
                    </a:moveTo>
                    <a:lnTo>
                      <a:pt x="28336" y="147290"/>
                    </a:lnTo>
                    <a:lnTo>
                      <a:pt x="17980" y="147290"/>
                    </a:lnTo>
                    <a:lnTo>
                      <a:pt x="17980" y="144557"/>
                    </a:lnTo>
                    <a:lnTo>
                      <a:pt x="15535" y="144557"/>
                    </a:lnTo>
                    <a:lnTo>
                      <a:pt x="15535" y="142112"/>
                    </a:lnTo>
                    <a:lnTo>
                      <a:pt x="25747" y="142112"/>
                    </a:lnTo>
                    <a:lnTo>
                      <a:pt x="25747" y="144557"/>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45" name="Freeform: Shape 4040">
                <a:extLst>
                  <a:ext uri="{FF2B5EF4-FFF2-40B4-BE49-F238E27FC236}">
                    <a16:creationId xmlns:a16="http://schemas.microsoft.com/office/drawing/2014/main" id="{FA67FF04-F8C5-B3BA-ED21-58F4A16C9BB6}"/>
                  </a:ext>
                </a:extLst>
              </p:cNvPr>
              <p:cNvSpPr/>
              <p:nvPr/>
            </p:nvSpPr>
            <p:spPr>
              <a:xfrm>
                <a:off x="3421366" y="3371052"/>
                <a:ext cx="2589" cy="2732"/>
              </a:xfrm>
              <a:custGeom>
                <a:avLst/>
                <a:gdLst>
                  <a:gd name="connsiteX0" fmla="*/ 0 w 2589"/>
                  <a:gd name="connsiteY0" fmla="*/ 0 h 2732"/>
                  <a:gd name="connsiteX1" fmla="*/ 2589 w 2589"/>
                  <a:gd name="connsiteY1" fmla="*/ 2733 h 2732"/>
                  <a:gd name="connsiteX2" fmla="*/ 2589 w 2589"/>
                  <a:gd name="connsiteY2" fmla="*/ 0 h 2732"/>
                  <a:gd name="connsiteX3" fmla="*/ 0 w 2589"/>
                  <a:gd name="connsiteY3" fmla="*/ 0 h 2732"/>
                </a:gdLst>
                <a:ahLst/>
                <a:cxnLst>
                  <a:cxn ang="0">
                    <a:pos x="connsiteX0" y="connsiteY0"/>
                  </a:cxn>
                  <a:cxn ang="0">
                    <a:pos x="connsiteX1" y="connsiteY1"/>
                  </a:cxn>
                  <a:cxn ang="0">
                    <a:pos x="connsiteX2" y="connsiteY2"/>
                  </a:cxn>
                  <a:cxn ang="0">
                    <a:pos x="connsiteX3" y="connsiteY3"/>
                  </a:cxn>
                </a:cxnLst>
                <a:rect l="l" t="t" r="r" b="b"/>
                <a:pathLst>
                  <a:path w="2589" h="2732">
                    <a:moveTo>
                      <a:pt x="0" y="0"/>
                    </a:moveTo>
                    <a:lnTo>
                      <a:pt x="2589" y="2733"/>
                    </a:lnTo>
                    <a:lnTo>
                      <a:pt x="2589" y="0"/>
                    </a:lnTo>
                    <a:lnTo>
                      <a:pt x="0" y="0"/>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46" name="Freeform: Shape 4041">
                <a:extLst>
                  <a:ext uri="{FF2B5EF4-FFF2-40B4-BE49-F238E27FC236}">
                    <a16:creationId xmlns:a16="http://schemas.microsoft.com/office/drawing/2014/main" id="{36AFA174-661E-4629-8949-64EADFEE1074}"/>
                  </a:ext>
                </a:extLst>
              </p:cNvPr>
              <p:cNvSpPr/>
              <p:nvPr/>
            </p:nvSpPr>
            <p:spPr>
              <a:xfrm>
                <a:off x="3503067" y="3411902"/>
                <a:ext cx="2445" cy="2445"/>
              </a:xfrm>
              <a:custGeom>
                <a:avLst/>
                <a:gdLst>
                  <a:gd name="connsiteX0" fmla="*/ 0 w 2445"/>
                  <a:gd name="connsiteY0" fmla="*/ 0 h 2445"/>
                  <a:gd name="connsiteX1" fmla="*/ 2445 w 2445"/>
                  <a:gd name="connsiteY1" fmla="*/ 0 h 2445"/>
                  <a:gd name="connsiteX2" fmla="*/ 2445 w 2445"/>
                  <a:gd name="connsiteY2" fmla="*/ 2445 h 2445"/>
                  <a:gd name="connsiteX3" fmla="*/ 0 w 2445"/>
                  <a:gd name="connsiteY3" fmla="*/ 2445 h 2445"/>
                </a:gdLst>
                <a:ahLst/>
                <a:cxnLst>
                  <a:cxn ang="0">
                    <a:pos x="connsiteX0" y="connsiteY0"/>
                  </a:cxn>
                  <a:cxn ang="0">
                    <a:pos x="connsiteX1" y="connsiteY1"/>
                  </a:cxn>
                  <a:cxn ang="0">
                    <a:pos x="connsiteX2" y="connsiteY2"/>
                  </a:cxn>
                  <a:cxn ang="0">
                    <a:pos x="connsiteX3" y="connsiteY3"/>
                  </a:cxn>
                </a:cxnLst>
                <a:rect l="l" t="t" r="r" b="b"/>
                <a:pathLst>
                  <a:path w="2445" h="2445">
                    <a:moveTo>
                      <a:pt x="0" y="0"/>
                    </a:moveTo>
                    <a:lnTo>
                      <a:pt x="2445" y="0"/>
                    </a:lnTo>
                    <a:lnTo>
                      <a:pt x="2445" y="2445"/>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47" name="Freeform: Shape 4042">
                <a:extLst>
                  <a:ext uri="{FF2B5EF4-FFF2-40B4-BE49-F238E27FC236}">
                    <a16:creationId xmlns:a16="http://schemas.microsoft.com/office/drawing/2014/main" id="{7EC5A1E0-FC72-BED1-CC70-1956A061EB91}"/>
                  </a:ext>
                </a:extLst>
              </p:cNvPr>
              <p:cNvSpPr/>
              <p:nvPr/>
            </p:nvSpPr>
            <p:spPr>
              <a:xfrm>
                <a:off x="3418921" y="3518917"/>
                <a:ext cx="2445" cy="2876"/>
              </a:xfrm>
              <a:custGeom>
                <a:avLst/>
                <a:gdLst>
                  <a:gd name="connsiteX0" fmla="*/ 0 w 2445"/>
                  <a:gd name="connsiteY0" fmla="*/ 0 h 2876"/>
                  <a:gd name="connsiteX1" fmla="*/ 2445 w 2445"/>
                  <a:gd name="connsiteY1" fmla="*/ 2877 h 2876"/>
                  <a:gd name="connsiteX2" fmla="*/ 2445 w 2445"/>
                  <a:gd name="connsiteY2" fmla="*/ 0 h 2876"/>
                  <a:gd name="connsiteX3" fmla="*/ 0 w 2445"/>
                  <a:gd name="connsiteY3" fmla="*/ 0 h 2876"/>
                </a:gdLst>
                <a:ahLst/>
                <a:cxnLst>
                  <a:cxn ang="0">
                    <a:pos x="connsiteX0" y="connsiteY0"/>
                  </a:cxn>
                  <a:cxn ang="0">
                    <a:pos x="connsiteX1" y="connsiteY1"/>
                  </a:cxn>
                  <a:cxn ang="0">
                    <a:pos x="connsiteX2" y="connsiteY2"/>
                  </a:cxn>
                  <a:cxn ang="0">
                    <a:pos x="connsiteX3" y="connsiteY3"/>
                  </a:cxn>
                </a:cxnLst>
                <a:rect l="l" t="t" r="r" b="b"/>
                <a:pathLst>
                  <a:path w="2445" h="2876">
                    <a:moveTo>
                      <a:pt x="0" y="0"/>
                    </a:moveTo>
                    <a:lnTo>
                      <a:pt x="2445" y="2877"/>
                    </a:lnTo>
                    <a:lnTo>
                      <a:pt x="2445" y="0"/>
                    </a:lnTo>
                    <a:lnTo>
                      <a:pt x="0" y="0"/>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48" name="Freeform: Shape 4043">
                <a:extLst>
                  <a:ext uri="{FF2B5EF4-FFF2-40B4-BE49-F238E27FC236}">
                    <a16:creationId xmlns:a16="http://schemas.microsoft.com/office/drawing/2014/main" id="{A832A113-9299-4AC2-0EA5-10F00EFF5662}"/>
                  </a:ext>
                </a:extLst>
              </p:cNvPr>
              <p:cNvSpPr/>
              <p:nvPr/>
            </p:nvSpPr>
            <p:spPr>
              <a:xfrm>
                <a:off x="3452004" y="3623488"/>
                <a:ext cx="10212" cy="5321"/>
              </a:xfrm>
              <a:custGeom>
                <a:avLst/>
                <a:gdLst>
                  <a:gd name="connsiteX0" fmla="*/ 0 w 10212"/>
                  <a:gd name="connsiteY0" fmla="*/ 5322 h 5321"/>
                  <a:gd name="connsiteX1" fmla="*/ 2589 w 10212"/>
                  <a:gd name="connsiteY1" fmla="*/ 5322 h 5321"/>
                  <a:gd name="connsiteX2" fmla="*/ 5322 w 10212"/>
                  <a:gd name="connsiteY2" fmla="*/ 5322 h 5321"/>
                  <a:gd name="connsiteX3" fmla="*/ 7767 w 10212"/>
                  <a:gd name="connsiteY3" fmla="*/ 5322 h 5321"/>
                  <a:gd name="connsiteX4" fmla="*/ 7767 w 10212"/>
                  <a:gd name="connsiteY4" fmla="*/ 2733 h 5321"/>
                  <a:gd name="connsiteX5" fmla="*/ 10213 w 10212"/>
                  <a:gd name="connsiteY5" fmla="*/ 2733 h 5321"/>
                  <a:gd name="connsiteX6" fmla="*/ 10213 w 10212"/>
                  <a:gd name="connsiteY6" fmla="*/ 0 h 5321"/>
                  <a:gd name="connsiteX7" fmla="*/ 7767 w 10212"/>
                  <a:gd name="connsiteY7" fmla="*/ 0 h 5321"/>
                  <a:gd name="connsiteX8" fmla="*/ 5322 w 10212"/>
                  <a:gd name="connsiteY8" fmla="*/ 0 h 5321"/>
                  <a:gd name="connsiteX9" fmla="*/ 2589 w 10212"/>
                  <a:gd name="connsiteY9" fmla="*/ 0 h 5321"/>
                  <a:gd name="connsiteX10" fmla="*/ 2589 w 10212"/>
                  <a:gd name="connsiteY10" fmla="*/ 2733 h 5321"/>
                  <a:gd name="connsiteX11" fmla="*/ 0 w 10212"/>
                  <a:gd name="connsiteY11" fmla="*/ 5322 h 5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12" h="5321">
                    <a:moveTo>
                      <a:pt x="0" y="5322"/>
                    </a:moveTo>
                    <a:lnTo>
                      <a:pt x="2589" y="5322"/>
                    </a:lnTo>
                    <a:lnTo>
                      <a:pt x="5322" y="5322"/>
                    </a:lnTo>
                    <a:lnTo>
                      <a:pt x="7767" y="5322"/>
                    </a:lnTo>
                    <a:lnTo>
                      <a:pt x="7767" y="2733"/>
                    </a:lnTo>
                    <a:lnTo>
                      <a:pt x="10213" y="2733"/>
                    </a:lnTo>
                    <a:lnTo>
                      <a:pt x="10213" y="0"/>
                    </a:lnTo>
                    <a:lnTo>
                      <a:pt x="7767" y="0"/>
                    </a:lnTo>
                    <a:lnTo>
                      <a:pt x="5322" y="0"/>
                    </a:lnTo>
                    <a:lnTo>
                      <a:pt x="2589" y="0"/>
                    </a:lnTo>
                    <a:lnTo>
                      <a:pt x="2589" y="2733"/>
                    </a:lnTo>
                    <a:lnTo>
                      <a:pt x="0" y="5322"/>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49" name="Freeform: Shape 4044">
                <a:extLst>
                  <a:ext uri="{FF2B5EF4-FFF2-40B4-BE49-F238E27FC236}">
                    <a16:creationId xmlns:a16="http://schemas.microsoft.com/office/drawing/2014/main" id="{D5A562B7-3367-B70E-2B3D-44F86E7F69AF}"/>
                  </a:ext>
                </a:extLst>
              </p:cNvPr>
              <p:cNvSpPr/>
              <p:nvPr/>
            </p:nvSpPr>
            <p:spPr>
              <a:xfrm>
                <a:off x="3617849" y="3641468"/>
                <a:ext cx="2445" cy="2445"/>
              </a:xfrm>
              <a:custGeom>
                <a:avLst/>
                <a:gdLst>
                  <a:gd name="connsiteX0" fmla="*/ 0 w 2445"/>
                  <a:gd name="connsiteY0" fmla="*/ 0 h 2445"/>
                  <a:gd name="connsiteX1" fmla="*/ 2445 w 2445"/>
                  <a:gd name="connsiteY1" fmla="*/ 0 h 2445"/>
                  <a:gd name="connsiteX2" fmla="*/ 2445 w 2445"/>
                  <a:gd name="connsiteY2" fmla="*/ 2445 h 2445"/>
                  <a:gd name="connsiteX3" fmla="*/ 0 w 2445"/>
                  <a:gd name="connsiteY3" fmla="*/ 2445 h 2445"/>
                </a:gdLst>
                <a:ahLst/>
                <a:cxnLst>
                  <a:cxn ang="0">
                    <a:pos x="connsiteX0" y="connsiteY0"/>
                  </a:cxn>
                  <a:cxn ang="0">
                    <a:pos x="connsiteX1" y="connsiteY1"/>
                  </a:cxn>
                  <a:cxn ang="0">
                    <a:pos x="connsiteX2" y="connsiteY2"/>
                  </a:cxn>
                  <a:cxn ang="0">
                    <a:pos x="connsiteX3" y="connsiteY3"/>
                  </a:cxn>
                </a:cxnLst>
                <a:rect l="l" t="t" r="r" b="b"/>
                <a:pathLst>
                  <a:path w="2445" h="2445">
                    <a:moveTo>
                      <a:pt x="0" y="0"/>
                    </a:moveTo>
                    <a:lnTo>
                      <a:pt x="2445" y="0"/>
                    </a:lnTo>
                    <a:lnTo>
                      <a:pt x="2445" y="2445"/>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50" name="Freeform: Shape 4045">
                <a:extLst>
                  <a:ext uri="{FF2B5EF4-FFF2-40B4-BE49-F238E27FC236}">
                    <a16:creationId xmlns:a16="http://schemas.microsoft.com/office/drawing/2014/main" id="{E2B6EA86-DD37-F06A-5ADD-496C4912F113}"/>
                  </a:ext>
                </a:extLst>
              </p:cNvPr>
              <p:cNvSpPr/>
              <p:nvPr/>
            </p:nvSpPr>
            <p:spPr>
              <a:xfrm>
                <a:off x="3605192" y="3595583"/>
                <a:ext cx="2445" cy="5034"/>
              </a:xfrm>
              <a:custGeom>
                <a:avLst/>
                <a:gdLst>
                  <a:gd name="connsiteX0" fmla="*/ 2445 w 2445"/>
                  <a:gd name="connsiteY0" fmla="*/ 0 h 5034"/>
                  <a:gd name="connsiteX1" fmla="*/ 0 w 2445"/>
                  <a:gd name="connsiteY1" fmla="*/ 0 h 5034"/>
                  <a:gd name="connsiteX2" fmla="*/ 0 w 2445"/>
                  <a:gd name="connsiteY2" fmla="*/ 2589 h 5034"/>
                  <a:gd name="connsiteX3" fmla="*/ 0 w 2445"/>
                  <a:gd name="connsiteY3" fmla="*/ 5034 h 5034"/>
                  <a:gd name="connsiteX4" fmla="*/ 2445 w 2445"/>
                  <a:gd name="connsiteY4" fmla="*/ 5034 h 5034"/>
                  <a:gd name="connsiteX5" fmla="*/ 2445 w 2445"/>
                  <a:gd name="connsiteY5" fmla="*/ 2589 h 5034"/>
                  <a:gd name="connsiteX6" fmla="*/ 2445 w 2445"/>
                  <a:gd name="connsiteY6" fmla="*/ 0 h 5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45" h="5034">
                    <a:moveTo>
                      <a:pt x="2445" y="0"/>
                    </a:moveTo>
                    <a:lnTo>
                      <a:pt x="0" y="0"/>
                    </a:lnTo>
                    <a:lnTo>
                      <a:pt x="0" y="2589"/>
                    </a:lnTo>
                    <a:lnTo>
                      <a:pt x="0" y="5034"/>
                    </a:lnTo>
                    <a:lnTo>
                      <a:pt x="2445" y="5034"/>
                    </a:lnTo>
                    <a:lnTo>
                      <a:pt x="2445" y="2589"/>
                    </a:lnTo>
                    <a:lnTo>
                      <a:pt x="2445" y="0"/>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51" name="Freeform: Shape 4046">
                <a:extLst>
                  <a:ext uri="{FF2B5EF4-FFF2-40B4-BE49-F238E27FC236}">
                    <a16:creationId xmlns:a16="http://schemas.microsoft.com/office/drawing/2014/main" id="{903FE54A-24A5-0CAF-CA17-64E33320552C}"/>
                  </a:ext>
                </a:extLst>
              </p:cNvPr>
              <p:cNvSpPr/>
              <p:nvPr/>
            </p:nvSpPr>
            <p:spPr>
              <a:xfrm>
                <a:off x="3589657" y="3547110"/>
                <a:ext cx="10212" cy="12657"/>
              </a:xfrm>
              <a:custGeom>
                <a:avLst/>
                <a:gdLst>
                  <a:gd name="connsiteX0" fmla="*/ 7767 w 10212"/>
                  <a:gd name="connsiteY0" fmla="*/ 5178 h 12657"/>
                  <a:gd name="connsiteX1" fmla="*/ 7767 w 10212"/>
                  <a:gd name="connsiteY1" fmla="*/ 2445 h 12657"/>
                  <a:gd name="connsiteX2" fmla="*/ 5322 w 10212"/>
                  <a:gd name="connsiteY2" fmla="*/ 2445 h 12657"/>
                  <a:gd name="connsiteX3" fmla="*/ 2589 w 10212"/>
                  <a:gd name="connsiteY3" fmla="*/ 2445 h 12657"/>
                  <a:gd name="connsiteX4" fmla="*/ 0 w 10212"/>
                  <a:gd name="connsiteY4" fmla="*/ 0 h 12657"/>
                  <a:gd name="connsiteX5" fmla="*/ 0 w 10212"/>
                  <a:gd name="connsiteY5" fmla="*/ 2445 h 12657"/>
                  <a:gd name="connsiteX6" fmla="*/ 0 w 10212"/>
                  <a:gd name="connsiteY6" fmla="*/ 5178 h 12657"/>
                  <a:gd name="connsiteX7" fmla="*/ 0 w 10212"/>
                  <a:gd name="connsiteY7" fmla="*/ 7767 h 12657"/>
                  <a:gd name="connsiteX8" fmla="*/ 2589 w 10212"/>
                  <a:gd name="connsiteY8" fmla="*/ 7767 h 12657"/>
                  <a:gd name="connsiteX9" fmla="*/ 2589 w 10212"/>
                  <a:gd name="connsiteY9" fmla="*/ 10212 h 12657"/>
                  <a:gd name="connsiteX10" fmla="*/ 2589 w 10212"/>
                  <a:gd name="connsiteY10" fmla="*/ 12658 h 12657"/>
                  <a:gd name="connsiteX11" fmla="*/ 5322 w 10212"/>
                  <a:gd name="connsiteY11" fmla="*/ 12658 h 12657"/>
                  <a:gd name="connsiteX12" fmla="*/ 7767 w 10212"/>
                  <a:gd name="connsiteY12" fmla="*/ 12658 h 12657"/>
                  <a:gd name="connsiteX13" fmla="*/ 7767 w 10212"/>
                  <a:gd name="connsiteY13" fmla="*/ 10212 h 12657"/>
                  <a:gd name="connsiteX14" fmla="*/ 10213 w 10212"/>
                  <a:gd name="connsiteY14" fmla="*/ 10212 h 12657"/>
                  <a:gd name="connsiteX15" fmla="*/ 10213 w 10212"/>
                  <a:gd name="connsiteY15" fmla="*/ 7767 h 12657"/>
                  <a:gd name="connsiteX16" fmla="*/ 7767 w 10212"/>
                  <a:gd name="connsiteY16" fmla="*/ 7767 h 12657"/>
                  <a:gd name="connsiteX17" fmla="*/ 7767 w 10212"/>
                  <a:gd name="connsiteY17" fmla="*/ 5178 h 1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212" h="12657">
                    <a:moveTo>
                      <a:pt x="7767" y="5178"/>
                    </a:moveTo>
                    <a:lnTo>
                      <a:pt x="7767" y="2445"/>
                    </a:lnTo>
                    <a:lnTo>
                      <a:pt x="5322" y="2445"/>
                    </a:lnTo>
                    <a:lnTo>
                      <a:pt x="2589" y="2445"/>
                    </a:lnTo>
                    <a:lnTo>
                      <a:pt x="0" y="0"/>
                    </a:lnTo>
                    <a:lnTo>
                      <a:pt x="0" y="2445"/>
                    </a:lnTo>
                    <a:lnTo>
                      <a:pt x="0" y="5178"/>
                    </a:lnTo>
                    <a:lnTo>
                      <a:pt x="0" y="7767"/>
                    </a:lnTo>
                    <a:lnTo>
                      <a:pt x="2589" y="7767"/>
                    </a:lnTo>
                    <a:lnTo>
                      <a:pt x="2589" y="10212"/>
                    </a:lnTo>
                    <a:lnTo>
                      <a:pt x="2589" y="12658"/>
                    </a:lnTo>
                    <a:lnTo>
                      <a:pt x="5322" y="12658"/>
                    </a:lnTo>
                    <a:lnTo>
                      <a:pt x="7767" y="12658"/>
                    </a:lnTo>
                    <a:lnTo>
                      <a:pt x="7767" y="10212"/>
                    </a:lnTo>
                    <a:lnTo>
                      <a:pt x="10213" y="10212"/>
                    </a:lnTo>
                    <a:lnTo>
                      <a:pt x="10213" y="7767"/>
                    </a:lnTo>
                    <a:lnTo>
                      <a:pt x="7767" y="7767"/>
                    </a:lnTo>
                    <a:lnTo>
                      <a:pt x="7767" y="5178"/>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52" name="Freeform: Shape 4047">
                <a:extLst>
                  <a:ext uri="{FF2B5EF4-FFF2-40B4-BE49-F238E27FC236}">
                    <a16:creationId xmlns:a16="http://schemas.microsoft.com/office/drawing/2014/main" id="{818D3B5A-3839-A361-8059-DA2BE4B92852}"/>
                  </a:ext>
                </a:extLst>
              </p:cNvPr>
              <p:cNvSpPr/>
              <p:nvPr/>
            </p:nvSpPr>
            <p:spPr>
              <a:xfrm>
                <a:off x="3561896" y="3473464"/>
                <a:ext cx="48185" cy="82131"/>
              </a:xfrm>
              <a:custGeom>
                <a:avLst/>
                <a:gdLst>
                  <a:gd name="connsiteX0" fmla="*/ 48186 w 48185"/>
                  <a:gd name="connsiteY0" fmla="*/ 65878 h 82131"/>
                  <a:gd name="connsiteX1" fmla="*/ 45741 w 48185"/>
                  <a:gd name="connsiteY1" fmla="*/ 65878 h 82131"/>
                  <a:gd name="connsiteX2" fmla="*/ 45741 w 48185"/>
                  <a:gd name="connsiteY2" fmla="*/ 60987 h 82131"/>
                  <a:gd name="connsiteX3" fmla="*/ 43295 w 48185"/>
                  <a:gd name="connsiteY3" fmla="*/ 60987 h 82131"/>
                  <a:gd name="connsiteX4" fmla="*/ 43295 w 48185"/>
                  <a:gd name="connsiteY4" fmla="*/ 53364 h 82131"/>
                  <a:gd name="connsiteX5" fmla="*/ 40562 w 48185"/>
                  <a:gd name="connsiteY5" fmla="*/ 53364 h 82131"/>
                  <a:gd name="connsiteX6" fmla="*/ 40562 w 48185"/>
                  <a:gd name="connsiteY6" fmla="*/ 45597 h 82131"/>
                  <a:gd name="connsiteX7" fmla="*/ 37973 w 48185"/>
                  <a:gd name="connsiteY7" fmla="*/ 45597 h 82131"/>
                  <a:gd name="connsiteX8" fmla="*/ 37973 w 48185"/>
                  <a:gd name="connsiteY8" fmla="*/ 32939 h 82131"/>
                  <a:gd name="connsiteX9" fmla="*/ 35528 w 48185"/>
                  <a:gd name="connsiteY9" fmla="*/ 32939 h 82131"/>
                  <a:gd name="connsiteX10" fmla="*/ 35528 w 48185"/>
                  <a:gd name="connsiteY10" fmla="*/ 24596 h 82131"/>
                  <a:gd name="connsiteX11" fmla="*/ 33083 w 48185"/>
                  <a:gd name="connsiteY11" fmla="*/ 24596 h 82131"/>
                  <a:gd name="connsiteX12" fmla="*/ 33083 w 48185"/>
                  <a:gd name="connsiteY12" fmla="*/ 19562 h 82131"/>
                  <a:gd name="connsiteX13" fmla="*/ 30638 w 48185"/>
                  <a:gd name="connsiteY13" fmla="*/ 19562 h 82131"/>
                  <a:gd name="connsiteX14" fmla="*/ 30638 w 48185"/>
                  <a:gd name="connsiteY14" fmla="*/ 14384 h 82131"/>
                  <a:gd name="connsiteX15" fmla="*/ 28048 w 48185"/>
                  <a:gd name="connsiteY15" fmla="*/ 11795 h 82131"/>
                  <a:gd name="connsiteX16" fmla="*/ 28048 w 48185"/>
                  <a:gd name="connsiteY16" fmla="*/ 10213 h 82131"/>
                  <a:gd name="connsiteX17" fmla="*/ 25603 w 48185"/>
                  <a:gd name="connsiteY17" fmla="*/ 10213 h 82131"/>
                  <a:gd name="connsiteX18" fmla="*/ 25603 w 48185"/>
                  <a:gd name="connsiteY18" fmla="*/ 5034 h 82131"/>
                  <a:gd name="connsiteX19" fmla="*/ 23158 w 48185"/>
                  <a:gd name="connsiteY19" fmla="*/ 5034 h 82131"/>
                  <a:gd name="connsiteX20" fmla="*/ 23158 w 48185"/>
                  <a:gd name="connsiteY20" fmla="*/ 0 h 82131"/>
                  <a:gd name="connsiteX21" fmla="*/ 17836 w 48185"/>
                  <a:gd name="connsiteY21" fmla="*/ 0 h 82131"/>
                  <a:gd name="connsiteX22" fmla="*/ 17836 w 48185"/>
                  <a:gd name="connsiteY22" fmla="*/ 2445 h 82131"/>
                  <a:gd name="connsiteX23" fmla="*/ 15391 w 48185"/>
                  <a:gd name="connsiteY23" fmla="*/ 2445 h 82131"/>
                  <a:gd name="connsiteX24" fmla="*/ 15391 w 48185"/>
                  <a:gd name="connsiteY24" fmla="*/ 5034 h 82131"/>
                  <a:gd name="connsiteX25" fmla="*/ 12945 w 48185"/>
                  <a:gd name="connsiteY25" fmla="*/ 5034 h 82131"/>
                  <a:gd name="connsiteX26" fmla="*/ 12945 w 48185"/>
                  <a:gd name="connsiteY26" fmla="*/ 7767 h 82131"/>
                  <a:gd name="connsiteX27" fmla="*/ 15391 w 48185"/>
                  <a:gd name="connsiteY27" fmla="*/ 7767 h 82131"/>
                  <a:gd name="connsiteX28" fmla="*/ 15391 w 48185"/>
                  <a:gd name="connsiteY28" fmla="*/ 12658 h 82131"/>
                  <a:gd name="connsiteX29" fmla="*/ 12945 w 48185"/>
                  <a:gd name="connsiteY29" fmla="*/ 10213 h 82131"/>
                  <a:gd name="connsiteX30" fmla="*/ 10213 w 48185"/>
                  <a:gd name="connsiteY30" fmla="*/ 10213 h 82131"/>
                  <a:gd name="connsiteX31" fmla="*/ 10213 w 48185"/>
                  <a:gd name="connsiteY31" fmla="*/ 15247 h 82131"/>
                  <a:gd name="connsiteX32" fmla="*/ 0 w 48185"/>
                  <a:gd name="connsiteY32" fmla="*/ 15247 h 82131"/>
                  <a:gd name="connsiteX33" fmla="*/ 0 w 48185"/>
                  <a:gd name="connsiteY33" fmla="*/ 22870 h 82131"/>
                  <a:gd name="connsiteX34" fmla="*/ 1870 w 48185"/>
                  <a:gd name="connsiteY34" fmla="*/ 22870 h 82131"/>
                  <a:gd name="connsiteX35" fmla="*/ 1870 w 48185"/>
                  <a:gd name="connsiteY35" fmla="*/ 28192 h 82131"/>
                  <a:gd name="connsiteX36" fmla="*/ 4315 w 48185"/>
                  <a:gd name="connsiteY36" fmla="*/ 28192 h 82131"/>
                  <a:gd name="connsiteX37" fmla="*/ 4315 w 48185"/>
                  <a:gd name="connsiteY37" fmla="*/ 30638 h 82131"/>
                  <a:gd name="connsiteX38" fmla="*/ 6760 w 48185"/>
                  <a:gd name="connsiteY38" fmla="*/ 30638 h 82131"/>
                  <a:gd name="connsiteX39" fmla="*/ 6760 w 48185"/>
                  <a:gd name="connsiteY39" fmla="*/ 33083 h 82131"/>
                  <a:gd name="connsiteX40" fmla="*/ 9349 w 48185"/>
                  <a:gd name="connsiteY40" fmla="*/ 33083 h 82131"/>
                  <a:gd name="connsiteX41" fmla="*/ 9349 w 48185"/>
                  <a:gd name="connsiteY41" fmla="*/ 35528 h 82131"/>
                  <a:gd name="connsiteX42" fmla="*/ 12082 w 48185"/>
                  <a:gd name="connsiteY42" fmla="*/ 35528 h 82131"/>
                  <a:gd name="connsiteX43" fmla="*/ 12082 w 48185"/>
                  <a:gd name="connsiteY43" fmla="*/ 40850 h 82131"/>
                  <a:gd name="connsiteX44" fmla="*/ 14528 w 48185"/>
                  <a:gd name="connsiteY44" fmla="*/ 40850 h 82131"/>
                  <a:gd name="connsiteX45" fmla="*/ 14528 w 48185"/>
                  <a:gd name="connsiteY45" fmla="*/ 28192 h 82131"/>
                  <a:gd name="connsiteX46" fmla="*/ 16973 w 48185"/>
                  <a:gd name="connsiteY46" fmla="*/ 25459 h 82131"/>
                  <a:gd name="connsiteX47" fmla="*/ 16973 w 48185"/>
                  <a:gd name="connsiteY47" fmla="*/ 22870 h 82131"/>
                  <a:gd name="connsiteX48" fmla="*/ 14528 w 48185"/>
                  <a:gd name="connsiteY48" fmla="*/ 22870 h 82131"/>
                  <a:gd name="connsiteX49" fmla="*/ 14528 w 48185"/>
                  <a:gd name="connsiteY49" fmla="*/ 20425 h 82131"/>
                  <a:gd name="connsiteX50" fmla="*/ 16973 w 48185"/>
                  <a:gd name="connsiteY50" fmla="*/ 22870 h 82131"/>
                  <a:gd name="connsiteX51" fmla="*/ 19562 w 48185"/>
                  <a:gd name="connsiteY51" fmla="*/ 22870 h 82131"/>
                  <a:gd name="connsiteX52" fmla="*/ 19562 w 48185"/>
                  <a:gd name="connsiteY52" fmla="*/ 24596 h 82131"/>
                  <a:gd name="connsiteX53" fmla="*/ 16973 w 48185"/>
                  <a:gd name="connsiteY53" fmla="*/ 24596 h 82131"/>
                  <a:gd name="connsiteX54" fmla="*/ 16973 w 48185"/>
                  <a:gd name="connsiteY54" fmla="*/ 37542 h 82131"/>
                  <a:gd name="connsiteX55" fmla="*/ 19562 w 48185"/>
                  <a:gd name="connsiteY55" fmla="*/ 39987 h 82131"/>
                  <a:gd name="connsiteX56" fmla="*/ 24740 w 48185"/>
                  <a:gd name="connsiteY56" fmla="*/ 39987 h 82131"/>
                  <a:gd name="connsiteX57" fmla="*/ 27185 w 48185"/>
                  <a:gd name="connsiteY57" fmla="*/ 42432 h 82131"/>
                  <a:gd name="connsiteX58" fmla="*/ 24740 w 48185"/>
                  <a:gd name="connsiteY58" fmla="*/ 42432 h 82131"/>
                  <a:gd name="connsiteX59" fmla="*/ 24740 w 48185"/>
                  <a:gd name="connsiteY59" fmla="*/ 47611 h 82131"/>
                  <a:gd name="connsiteX60" fmla="*/ 22295 w 48185"/>
                  <a:gd name="connsiteY60" fmla="*/ 47611 h 82131"/>
                  <a:gd name="connsiteX61" fmla="*/ 22295 w 48185"/>
                  <a:gd name="connsiteY61" fmla="*/ 50200 h 82131"/>
                  <a:gd name="connsiteX62" fmla="*/ 19562 w 48185"/>
                  <a:gd name="connsiteY62" fmla="*/ 50200 h 82131"/>
                  <a:gd name="connsiteX63" fmla="*/ 19562 w 48185"/>
                  <a:gd name="connsiteY63" fmla="*/ 53364 h 82131"/>
                  <a:gd name="connsiteX64" fmla="*/ 22295 w 48185"/>
                  <a:gd name="connsiteY64" fmla="*/ 53364 h 82131"/>
                  <a:gd name="connsiteX65" fmla="*/ 22295 w 48185"/>
                  <a:gd name="connsiteY65" fmla="*/ 55809 h 82131"/>
                  <a:gd name="connsiteX66" fmla="*/ 27185 w 48185"/>
                  <a:gd name="connsiteY66" fmla="*/ 55809 h 82131"/>
                  <a:gd name="connsiteX67" fmla="*/ 24740 w 48185"/>
                  <a:gd name="connsiteY67" fmla="*/ 58542 h 82131"/>
                  <a:gd name="connsiteX68" fmla="*/ 22295 w 48185"/>
                  <a:gd name="connsiteY68" fmla="*/ 58542 h 82131"/>
                  <a:gd name="connsiteX69" fmla="*/ 22295 w 48185"/>
                  <a:gd name="connsiteY69" fmla="*/ 63577 h 82131"/>
                  <a:gd name="connsiteX70" fmla="*/ 24740 w 48185"/>
                  <a:gd name="connsiteY70" fmla="*/ 66022 h 82131"/>
                  <a:gd name="connsiteX71" fmla="*/ 24740 w 48185"/>
                  <a:gd name="connsiteY71" fmla="*/ 71344 h 82131"/>
                  <a:gd name="connsiteX72" fmla="*/ 27185 w 48185"/>
                  <a:gd name="connsiteY72" fmla="*/ 71344 h 82131"/>
                  <a:gd name="connsiteX73" fmla="*/ 27185 w 48185"/>
                  <a:gd name="connsiteY73" fmla="*/ 73789 h 82131"/>
                  <a:gd name="connsiteX74" fmla="*/ 34953 w 48185"/>
                  <a:gd name="connsiteY74" fmla="*/ 73789 h 82131"/>
                  <a:gd name="connsiteX75" fmla="*/ 34953 w 48185"/>
                  <a:gd name="connsiteY75" fmla="*/ 76234 h 82131"/>
                  <a:gd name="connsiteX76" fmla="*/ 37398 w 48185"/>
                  <a:gd name="connsiteY76" fmla="*/ 76234 h 82131"/>
                  <a:gd name="connsiteX77" fmla="*/ 37398 w 48185"/>
                  <a:gd name="connsiteY77" fmla="*/ 82132 h 82131"/>
                  <a:gd name="connsiteX78" fmla="*/ 39987 w 48185"/>
                  <a:gd name="connsiteY78" fmla="*/ 82132 h 82131"/>
                  <a:gd name="connsiteX79" fmla="*/ 39987 w 48185"/>
                  <a:gd name="connsiteY79" fmla="*/ 74365 h 82131"/>
                  <a:gd name="connsiteX80" fmla="*/ 42720 w 48185"/>
                  <a:gd name="connsiteY80" fmla="*/ 74365 h 82131"/>
                  <a:gd name="connsiteX81" fmla="*/ 42720 w 48185"/>
                  <a:gd name="connsiteY81" fmla="*/ 71919 h 82131"/>
                  <a:gd name="connsiteX82" fmla="*/ 47610 w 48185"/>
                  <a:gd name="connsiteY82" fmla="*/ 71919 h 82131"/>
                  <a:gd name="connsiteX83" fmla="*/ 47610 w 48185"/>
                  <a:gd name="connsiteY83" fmla="*/ 66597 h 82131"/>
                  <a:gd name="connsiteX84" fmla="*/ 15103 w 48185"/>
                  <a:gd name="connsiteY84" fmla="*/ 17692 h 82131"/>
                  <a:gd name="connsiteX85" fmla="*/ 12658 w 48185"/>
                  <a:gd name="connsiteY85" fmla="*/ 17692 h 82131"/>
                  <a:gd name="connsiteX86" fmla="*/ 12658 w 48185"/>
                  <a:gd name="connsiteY86" fmla="*/ 14959 h 82131"/>
                  <a:gd name="connsiteX87" fmla="*/ 15103 w 48185"/>
                  <a:gd name="connsiteY87" fmla="*/ 14959 h 82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48185" h="82131">
                    <a:moveTo>
                      <a:pt x="48186" y="65878"/>
                    </a:moveTo>
                    <a:lnTo>
                      <a:pt x="45741" y="65878"/>
                    </a:lnTo>
                    <a:lnTo>
                      <a:pt x="45741" y="60987"/>
                    </a:lnTo>
                    <a:lnTo>
                      <a:pt x="43295" y="60987"/>
                    </a:lnTo>
                    <a:lnTo>
                      <a:pt x="43295" y="53364"/>
                    </a:lnTo>
                    <a:lnTo>
                      <a:pt x="40562" y="53364"/>
                    </a:lnTo>
                    <a:lnTo>
                      <a:pt x="40562" y="45597"/>
                    </a:lnTo>
                    <a:lnTo>
                      <a:pt x="37973" y="45597"/>
                    </a:lnTo>
                    <a:lnTo>
                      <a:pt x="37973" y="32939"/>
                    </a:lnTo>
                    <a:lnTo>
                      <a:pt x="35528" y="32939"/>
                    </a:lnTo>
                    <a:lnTo>
                      <a:pt x="35528" y="24596"/>
                    </a:lnTo>
                    <a:lnTo>
                      <a:pt x="33083" y="24596"/>
                    </a:lnTo>
                    <a:lnTo>
                      <a:pt x="33083" y="19562"/>
                    </a:lnTo>
                    <a:lnTo>
                      <a:pt x="30638" y="19562"/>
                    </a:lnTo>
                    <a:lnTo>
                      <a:pt x="30638" y="14384"/>
                    </a:lnTo>
                    <a:lnTo>
                      <a:pt x="28048" y="11795"/>
                    </a:lnTo>
                    <a:lnTo>
                      <a:pt x="28048" y="10213"/>
                    </a:lnTo>
                    <a:lnTo>
                      <a:pt x="25603" y="10213"/>
                    </a:lnTo>
                    <a:lnTo>
                      <a:pt x="25603" y="5034"/>
                    </a:lnTo>
                    <a:lnTo>
                      <a:pt x="23158" y="5034"/>
                    </a:lnTo>
                    <a:lnTo>
                      <a:pt x="23158" y="0"/>
                    </a:lnTo>
                    <a:lnTo>
                      <a:pt x="17836" y="0"/>
                    </a:lnTo>
                    <a:lnTo>
                      <a:pt x="17836" y="2445"/>
                    </a:lnTo>
                    <a:lnTo>
                      <a:pt x="15391" y="2445"/>
                    </a:lnTo>
                    <a:lnTo>
                      <a:pt x="15391" y="5034"/>
                    </a:lnTo>
                    <a:lnTo>
                      <a:pt x="12945" y="5034"/>
                    </a:lnTo>
                    <a:lnTo>
                      <a:pt x="12945" y="7767"/>
                    </a:lnTo>
                    <a:lnTo>
                      <a:pt x="15391" y="7767"/>
                    </a:lnTo>
                    <a:lnTo>
                      <a:pt x="15391" y="12658"/>
                    </a:lnTo>
                    <a:lnTo>
                      <a:pt x="12945" y="10213"/>
                    </a:lnTo>
                    <a:lnTo>
                      <a:pt x="10213" y="10213"/>
                    </a:lnTo>
                    <a:lnTo>
                      <a:pt x="10213" y="15247"/>
                    </a:lnTo>
                    <a:lnTo>
                      <a:pt x="0" y="15247"/>
                    </a:lnTo>
                    <a:lnTo>
                      <a:pt x="0" y="22870"/>
                    </a:lnTo>
                    <a:lnTo>
                      <a:pt x="1870" y="22870"/>
                    </a:lnTo>
                    <a:lnTo>
                      <a:pt x="1870" y="28192"/>
                    </a:lnTo>
                    <a:lnTo>
                      <a:pt x="4315" y="28192"/>
                    </a:lnTo>
                    <a:lnTo>
                      <a:pt x="4315" y="30638"/>
                    </a:lnTo>
                    <a:lnTo>
                      <a:pt x="6760" y="30638"/>
                    </a:lnTo>
                    <a:lnTo>
                      <a:pt x="6760" y="33083"/>
                    </a:lnTo>
                    <a:lnTo>
                      <a:pt x="9349" y="33083"/>
                    </a:lnTo>
                    <a:lnTo>
                      <a:pt x="9349" y="35528"/>
                    </a:lnTo>
                    <a:lnTo>
                      <a:pt x="12082" y="35528"/>
                    </a:lnTo>
                    <a:lnTo>
                      <a:pt x="12082" y="40850"/>
                    </a:lnTo>
                    <a:lnTo>
                      <a:pt x="14528" y="40850"/>
                    </a:lnTo>
                    <a:lnTo>
                      <a:pt x="14528" y="28192"/>
                    </a:lnTo>
                    <a:lnTo>
                      <a:pt x="16973" y="25459"/>
                    </a:lnTo>
                    <a:lnTo>
                      <a:pt x="16973" y="22870"/>
                    </a:lnTo>
                    <a:lnTo>
                      <a:pt x="14528" y="22870"/>
                    </a:lnTo>
                    <a:lnTo>
                      <a:pt x="14528" y="20425"/>
                    </a:lnTo>
                    <a:lnTo>
                      <a:pt x="16973" y="22870"/>
                    </a:lnTo>
                    <a:lnTo>
                      <a:pt x="19562" y="22870"/>
                    </a:lnTo>
                    <a:lnTo>
                      <a:pt x="19562" y="24596"/>
                    </a:lnTo>
                    <a:lnTo>
                      <a:pt x="16973" y="24596"/>
                    </a:lnTo>
                    <a:lnTo>
                      <a:pt x="16973" y="37542"/>
                    </a:lnTo>
                    <a:lnTo>
                      <a:pt x="19562" y="39987"/>
                    </a:lnTo>
                    <a:lnTo>
                      <a:pt x="24740" y="39987"/>
                    </a:lnTo>
                    <a:lnTo>
                      <a:pt x="27185" y="42432"/>
                    </a:lnTo>
                    <a:lnTo>
                      <a:pt x="24740" y="42432"/>
                    </a:lnTo>
                    <a:lnTo>
                      <a:pt x="24740" y="47611"/>
                    </a:lnTo>
                    <a:lnTo>
                      <a:pt x="22295" y="47611"/>
                    </a:lnTo>
                    <a:lnTo>
                      <a:pt x="22295" y="50200"/>
                    </a:lnTo>
                    <a:lnTo>
                      <a:pt x="19562" y="50200"/>
                    </a:lnTo>
                    <a:lnTo>
                      <a:pt x="19562" y="53364"/>
                    </a:lnTo>
                    <a:lnTo>
                      <a:pt x="22295" y="53364"/>
                    </a:lnTo>
                    <a:lnTo>
                      <a:pt x="22295" y="55809"/>
                    </a:lnTo>
                    <a:lnTo>
                      <a:pt x="27185" y="55809"/>
                    </a:lnTo>
                    <a:lnTo>
                      <a:pt x="24740" y="58542"/>
                    </a:lnTo>
                    <a:lnTo>
                      <a:pt x="22295" y="58542"/>
                    </a:lnTo>
                    <a:lnTo>
                      <a:pt x="22295" y="63577"/>
                    </a:lnTo>
                    <a:lnTo>
                      <a:pt x="24740" y="66022"/>
                    </a:lnTo>
                    <a:lnTo>
                      <a:pt x="24740" y="71344"/>
                    </a:lnTo>
                    <a:lnTo>
                      <a:pt x="27185" y="71344"/>
                    </a:lnTo>
                    <a:lnTo>
                      <a:pt x="27185" y="73789"/>
                    </a:lnTo>
                    <a:lnTo>
                      <a:pt x="34953" y="73789"/>
                    </a:lnTo>
                    <a:lnTo>
                      <a:pt x="34953" y="76234"/>
                    </a:lnTo>
                    <a:lnTo>
                      <a:pt x="37398" y="76234"/>
                    </a:lnTo>
                    <a:lnTo>
                      <a:pt x="37398" y="82132"/>
                    </a:lnTo>
                    <a:lnTo>
                      <a:pt x="39987" y="82132"/>
                    </a:lnTo>
                    <a:lnTo>
                      <a:pt x="39987" y="74365"/>
                    </a:lnTo>
                    <a:lnTo>
                      <a:pt x="42720" y="74365"/>
                    </a:lnTo>
                    <a:lnTo>
                      <a:pt x="42720" y="71919"/>
                    </a:lnTo>
                    <a:lnTo>
                      <a:pt x="47610" y="71919"/>
                    </a:lnTo>
                    <a:lnTo>
                      <a:pt x="47610" y="66597"/>
                    </a:lnTo>
                    <a:close/>
                    <a:moveTo>
                      <a:pt x="15103" y="17692"/>
                    </a:moveTo>
                    <a:lnTo>
                      <a:pt x="12658" y="17692"/>
                    </a:lnTo>
                    <a:lnTo>
                      <a:pt x="12658" y="14959"/>
                    </a:lnTo>
                    <a:lnTo>
                      <a:pt x="15103" y="14959"/>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53" name="Freeform: Shape 4048">
                <a:extLst>
                  <a:ext uri="{FF2B5EF4-FFF2-40B4-BE49-F238E27FC236}">
                    <a16:creationId xmlns:a16="http://schemas.microsoft.com/office/drawing/2014/main" id="{D4A369C1-E431-2C83-15CF-8A93FEB902AD}"/>
                  </a:ext>
                </a:extLst>
              </p:cNvPr>
              <p:cNvSpPr/>
              <p:nvPr/>
            </p:nvSpPr>
            <p:spPr>
              <a:xfrm>
                <a:off x="3548807" y="3493602"/>
                <a:ext cx="33226" cy="66165"/>
              </a:xfrm>
              <a:custGeom>
                <a:avLst/>
                <a:gdLst>
                  <a:gd name="connsiteX0" fmla="*/ 15535 w 33226"/>
                  <a:gd name="connsiteY0" fmla="*/ 48473 h 66165"/>
                  <a:gd name="connsiteX1" fmla="*/ 15535 w 33226"/>
                  <a:gd name="connsiteY1" fmla="*/ 51063 h 66165"/>
                  <a:gd name="connsiteX2" fmla="*/ 17980 w 33226"/>
                  <a:gd name="connsiteY2" fmla="*/ 51063 h 66165"/>
                  <a:gd name="connsiteX3" fmla="*/ 17980 w 33226"/>
                  <a:gd name="connsiteY3" fmla="*/ 53508 h 66165"/>
                  <a:gd name="connsiteX4" fmla="*/ 17980 w 33226"/>
                  <a:gd name="connsiteY4" fmla="*/ 55953 h 66165"/>
                  <a:gd name="connsiteX5" fmla="*/ 17980 w 33226"/>
                  <a:gd name="connsiteY5" fmla="*/ 58686 h 66165"/>
                  <a:gd name="connsiteX6" fmla="*/ 17980 w 33226"/>
                  <a:gd name="connsiteY6" fmla="*/ 61275 h 66165"/>
                  <a:gd name="connsiteX7" fmla="*/ 20569 w 33226"/>
                  <a:gd name="connsiteY7" fmla="*/ 61275 h 66165"/>
                  <a:gd name="connsiteX8" fmla="*/ 20569 w 33226"/>
                  <a:gd name="connsiteY8" fmla="*/ 63720 h 66165"/>
                  <a:gd name="connsiteX9" fmla="*/ 23014 w 33226"/>
                  <a:gd name="connsiteY9" fmla="*/ 63720 h 66165"/>
                  <a:gd name="connsiteX10" fmla="*/ 23014 w 33226"/>
                  <a:gd name="connsiteY10" fmla="*/ 61275 h 66165"/>
                  <a:gd name="connsiteX11" fmla="*/ 25747 w 33226"/>
                  <a:gd name="connsiteY11" fmla="*/ 61275 h 66165"/>
                  <a:gd name="connsiteX12" fmla="*/ 25747 w 33226"/>
                  <a:gd name="connsiteY12" fmla="*/ 63720 h 66165"/>
                  <a:gd name="connsiteX13" fmla="*/ 28192 w 33226"/>
                  <a:gd name="connsiteY13" fmla="*/ 66165 h 66165"/>
                  <a:gd name="connsiteX14" fmla="*/ 30638 w 33226"/>
                  <a:gd name="connsiteY14" fmla="*/ 63720 h 66165"/>
                  <a:gd name="connsiteX15" fmla="*/ 33227 w 33226"/>
                  <a:gd name="connsiteY15" fmla="*/ 63720 h 66165"/>
                  <a:gd name="connsiteX16" fmla="*/ 33227 w 33226"/>
                  <a:gd name="connsiteY16" fmla="*/ 61275 h 66165"/>
                  <a:gd name="connsiteX17" fmla="*/ 33227 w 33226"/>
                  <a:gd name="connsiteY17" fmla="*/ 58686 h 66165"/>
                  <a:gd name="connsiteX18" fmla="*/ 33227 w 33226"/>
                  <a:gd name="connsiteY18" fmla="*/ 55953 h 66165"/>
                  <a:gd name="connsiteX19" fmla="*/ 33227 w 33226"/>
                  <a:gd name="connsiteY19" fmla="*/ 53508 h 66165"/>
                  <a:gd name="connsiteX20" fmla="*/ 33227 w 33226"/>
                  <a:gd name="connsiteY20" fmla="*/ 51063 h 66165"/>
                  <a:gd name="connsiteX21" fmla="*/ 30638 w 33226"/>
                  <a:gd name="connsiteY21" fmla="*/ 51063 h 66165"/>
                  <a:gd name="connsiteX22" fmla="*/ 30638 w 33226"/>
                  <a:gd name="connsiteY22" fmla="*/ 48473 h 66165"/>
                  <a:gd name="connsiteX23" fmla="*/ 30638 w 33226"/>
                  <a:gd name="connsiteY23" fmla="*/ 45740 h 66165"/>
                  <a:gd name="connsiteX24" fmla="*/ 30638 w 33226"/>
                  <a:gd name="connsiteY24" fmla="*/ 43295 h 66165"/>
                  <a:gd name="connsiteX25" fmla="*/ 30638 w 33226"/>
                  <a:gd name="connsiteY25" fmla="*/ 40850 h 66165"/>
                  <a:gd name="connsiteX26" fmla="*/ 30638 w 33226"/>
                  <a:gd name="connsiteY26" fmla="*/ 38261 h 66165"/>
                  <a:gd name="connsiteX27" fmla="*/ 30638 w 33226"/>
                  <a:gd name="connsiteY27" fmla="*/ 35528 h 66165"/>
                  <a:gd name="connsiteX28" fmla="*/ 28192 w 33226"/>
                  <a:gd name="connsiteY28" fmla="*/ 35528 h 66165"/>
                  <a:gd name="connsiteX29" fmla="*/ 28192 w 33226"/>
                  <a:gd name="connsiteY29" fmla="*/ 33083 h 66165"/>
                  <a:gd name="connsiteX30" fmla="*/ 28192 w 33226"/>
                  <a:gd name="connsiteY30" fmla="*/ 30638 h 66165"/>
                  <a:gd name="connsiteX31" fmla="*/ 25747 w 33226"/>
                  <a:gd name="connsiteY31" fmla="*/ 30638 h 66165"/>
                  <a:gd name="connsiteX32" fmla="*/ 25747 w 33226"/>
                  <a:gd name="connsiteY32" fmla="*/ 28192 h 66165"/>
                  <a:gd name="connsiteX33" fmla="*/ 25747 w 33226"/>
                  <a:gd name="connsiteY33" fmla="*/ 25315 h 66165"/>
                  <a:gd name="connsiteX34" fmla="*/ 23014 w 33226"/>
                  <a:gd name="connsiteY34" fmla="*/ 22870 h 66165"/>
                  <a:gd name="connsiteX35" fmla="*/ 23014 w 33226"/>
                  <a:gd name="connsiteY35" fmla="*/ 20425 h 66165"/>
                  <a:gd name="connsiteX36" fmla="*/ 20569 w 33226"/>
                  <a:gd name="connsiteY36" fmla="*/ 20425 h 66165"/>
                  <a:gd name="connsiteX37" fmla="*/ 20569 w 33226"/>
                  <a:gd name="connsiteY37" fmla="*/ 17980 h 66165"/>
                  <a:gd name="connsiteX38" fmla="*/ 20569 w 33226"/>
                  <a:gd name="connsiteY38" fmla="*/ 15247 h 66165"/>
                  <a:gd name="connsiteX39" fmla="*/ 17980 w 33226"/>
                  <a:gd name="connsiteY39" fmla="*/ 15247 h 66165"/>
                  <a:gd name="connsiteX40" fmla="*/ 17980 w 33226"/>
                  <a:gd name="connsiteY40" fmla="*/ 12658 h 66165"/>
                  <a:gd name="connsiteX41" fmla="*/ 15535 w 33226"/>
                  <a:gd name="connsiteY41" fmla="*/ 12658 h 66165"/>
                  <a:gd name="connsiteX42" fmla="*/ 15535 w 33226"/>
                  <a:gd name="connsiteY42" fmla="*/ 10212 h 66165"/>
                  <a:gd name="connsiteX43" fmla="*/ 12802 w 33226"/>
                  <a:gd name="connsiteY43" fmla="*/ 10212 h 66165"/>
                  <a:gd name="connsiteX44" fmla="*/ 12802 w 33226"/>
                  <a:gd name="connsiteY44" fmla="*/ 7623 h 66165"/>
                  <a:gd name="connsiteX45" fmla="*/ 10356 w 33226"/>
                  <a:gd name="connsiteY45" fmla="*/ 4890 h 66165"/>
                  <a:gd name="connsiteX46" fmla="*/ 7767 w 33226"/>
                  <a:gd name="connsiteY46" fmla="*/ 2445 h 66165"/>
                  <a:gd name="connsiteX47" fmla="*/ 5322 w 33226"/>
                  <a:gd name="connsiteY47" fmla="*/ 2445 h 66165"/>
                  <a:gd name="connsiteX48" fmla="*/ 5322 w 33226"/>
                  <a:gd name="connsiteY48" fmla="*/ 0 h 66165"/>
                  <a:gd name="connsiteX49" fmla="*/ 2589 w 33226"/>
                  <a:gd name="connsiteY49" fmla="*/ 0 h 66165"/>
                  <a:gd name="connsiteX50" fmla="*/ 2589 w 33226"/>
                  <a:gd name="connsiteY50" fmla="*/ 2445 h 66165"/>
                  <a:gd name="connsiteX51" fmla="*/ 2589 w 33226"/>
                  <a:gd name="connsiteY51" fmla="*/ 4890 h 66165"/>
                  <a:gd name="connsiteX52" fmla="*/ 0 w 33226"/>
                  <a:gd name="connsiteY52" fmla="*/ 4890 h 66165"/>
                  <a:gd name="connsiteX53" fmla="*/ 0 w 33226"/>
                  <a:gd name="connsiteY53" fmla="*/ 7623 h 66165"/>
                  <a:gd name="connsiteX54" fmla="*/ 0 w 33226"/>
                  <a:gd name="connsiteY54" fmla="*/ 10212 h 66165"/>
                  <a:gd name="connsiteX55" fmla="*/ 2589 w 33226"/>
                  <a:gd name="connsiteY55" fmla="*/ 10212 h 66165"/>
                  <a:gd name="connsiteX56" fmla="*/ 2589 w 33226"/>
                  <a:gd name="connsiteY56" fmla="*/ 12658 h 66165"/>
                  <a:gd name="connsiteX57" fmla="*/ 2589 w 33226"/>
                  <a:gd name="connsiteY57" fmla="*/ 15247 h 66165"/>
                  <a:gd name="connsiteX58" fmla="*/ 5322 w 33226"/>
                  <a:gd name="connsiteY58" fmla="*/ 15247 h 66165"/>
                  <a:gd name="connsiteX59" fmla="*/ 7767 w 33226"/>
                  <a:gd name="connsiteY59" fmla="*/ 15247 h 66165"/>
                  <a:gd name="connsiteX60" fmla="*/ 10356 w 33226"/>
                  <a:gd name="connsiteY60" fmla="*/ 17980 h 66165"/>
                  <a:gd name="connsiteX61" fmla="*/ 7767 w 33226"/>
                  <a:gd name="connsiteY61" fmla="*/ 17980 h 66165"/>
                  <a:gd name="connsiteX62" fmla="*/ 5322 w 33226"/>
                  <a:gd name="connsiteY62" fmla="*/ 17980 h 66165"/>
                  <a:gd name="connsiteX63" fmla="*/ 2589 w 33226"/>
                  <a:gd name="connsiteY63" fmla="*/ 20425 h 66165"/>
                  <a:gd name="connsiteX64" fmla="*/ 5322 w 33226"/>
                  <a:gd name="connsiteY64" fmla="*/ 20425 h 66165"/>
                  <a:gd name="connsiteX65" fmla="*/ 5322 w 33226"/>
                  <a:gd name="connsiteY65" fmla="*/ 22870 h 66165"/>
                  <a:gd name="connsiteX66" fmla="*/ 5322 w 33226"/>
                  <a:gd name="connsiteY66" fmla="*/ 25315 h 66165"/>
                  <a:gd name="connsiteX67" fmla="*/ 5322 w 33226"/>
                  <a:gd name="connsiteY67" fmla="*/ 28192 h 66165"/>
                  <a:gd name="connsiteX68" fmla="*/ 5322 w 33226"/>
                  <a:gd name="connsiteY68" fmla="*/ 30638 h 66165"/>
                  <a:gd name="connsiteX69" fmla="*/ 7767 w 33226"/>
                  <a:gd name="connsiteY69" fmla="*/ 30638 h 66165"/>
                  <a:gd name="connsiteX70" fmla="*/ 7767 w 33226"/>
                  <a:gd name="connsiteY70" fmla="*/ 33083 h 66165"/>
                  <a:gd name="connsiteX71" fmla="*/ 10356 w 33226"/>
                  <a:gd name="connsiteY71" fmla="*/ 33083 h 66165"/>
                  <a:gd name="connsiteX72" fmla="*/ 12802 w 33226"/>
                  <a:gd name="connsiteY72" fmla="*/ 33083 h 66165"/>
                  <a:gd name="connsiteX73" fmla="*/ 12802 w 33226"/>
                  <a:gd name="connsiteY73" fmla="*/ 35528 h 66165"/>
                  <a:gd name="connsiteX74" fmla="*/ 12802 w 33226"/>
                  <a:gd name="connsiteY74" fmla="*/ 38261 h 66165"/>
                  <a:gd name="connsiteX75" fmla="*/ 12802 w 33226"/>
                  <a:gd name="connsiteY75" fmla="*/ 40850 h 66165"/>
                  <a:gd name="connsiteX76" fmla="*/ 12802 w 33226"/>
                  <a:gd name="connsiteY76" fmla="*/ 43295 h 66165"/>
                  <a:gd name="connsiteX77" fmla="*/ 15535 w 33226"/>
                  <a:gd name="connsiteY77" fmla="*/ 43295 h 66165"/>
                  <a:gd name="connsiteX78" fmla="*/ 15535 w 33226"/>
                  <a:gd name="connsiteY78" fmla="*/ 45740 h 66165"/>
                  <a:gd name="connsiteX79" fmla="*/ 15535 w 33226"/>
                  <a:gd name="connsiteY79" fmla="*/ 48473 h 66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33226" h="66165">
                    <a:moveTo>
                      <a:pt x="15535" y="48473"/>
                    </a:moveTo>
                    <a:lnTo>
                      <a:pt x="15535" y="51063"/>
                    </a:lnTo>
                    <a:lnTo>
                      <a:pt x="17980" y="51063"/>
                    </a:lnTo>
                    <a:lnTo>
                      <a:pt x="17980" y="53508"/>
                    </a:lnTo>
                    <a:lnTo>
                      <a:pt x="17980" y="55953"/>
                    </a:lnTo>
                    <a:lnTo>
                      <a:pt x="17980" y="58686"/>
                    </a:lnTo>
                    <a:lnTo>
                      <a:pt x="17980" y="61275"/>
                    </a:lnTo>
                    <a:lnTo>
                      <a:pt x="20569" y="61275"/>
                    </a:lnTo>
                    <a:lnTo>
                      <a:pt x="20569" y="63720"/>
                    </a:lnTo>
                    <a:lnTo>
                      <a:pt x="23014" y="63720"/>
                    </a:lnTo>
                    <a:lnTo>
                      <a:pt x="23014" y="61275"/>
                    </a:lnTo>
                    <a:lnTo>
                      <a:pt x="25747" y="61275"/>
                    </a:lnTo>
                    <a:lnTo>
                      <a:pt x="25747" y="63720"/>
                    </a:lnTo>
                    <a:lnTo>
                      <a:pt x="28192" y="66165"/>
                    </a:lnTo>
                    <a:lnTo>
                      <a:pt x="30638" y="63720"/>
                    </a:lnTo>
                    <a:lnTo>
                      <a:pt x="33227" y="63720"/>
                    </a:lnTo>
                    <a:lnTo>
                      <a:pt x="33227" y="61275"/>
                    </a:lnTo>
                    <a:lnTo>
                      <a:pt x="33227" y="58686"/>
                    </a:lnTo>
                    <a:lnTo>
                      <a:pt x="33227" y="55953"/>
                    </a:lnTo>
                    <a:lnTo>
                      <a:pt x="33227" y="53508"/>
                    </a:lnTo>
                    <a:lnTo>
                      <a:pt x="33227" y="51063"/>
                    </a:lnTo>
                    <a:lnTo>
                      <a:pt x="30638" y="51063"/>
                    </a:lnTo>
                    <a:lnTo>
                      <a:pt x="30638" y="48473"/>
                    </a:lnTo>
                    <a:lnTo>
                      <a:pt x="30638" y="45740"/>
                    </a:lnTo>
                    <a:lnTo>
                      <a:pt x="30638" y="43295"/>
                    </a:lnTo>
                    <a:lnTo>
                      <a:pt x="30638" y="40850"/>
                    </a:lnTo>
                    <a:lnTo>
                      <a:pt x="30638" y="38261"/>
                    </a:lnTo>
                    <a:lnTo>
                      <a:pt x="30638" y="35528"/>
                    </a:lnTo>
                    <a:lnTo>
                      <a:pt x="28192" y="35528"/>
                    </a:lnTo>
                    <a:lnTo>
                      <a:pt x="28192" y="33083"/>
                    </a:lnTo>
                    <a:lnTo>
                      <a:pt x="28192" y="30638"/>
                    </a:lnTo>
                    <a:lnTo>
                      <a:pt x="25747" y="30638"/>
                    </a:lnTo>
                    <a:lnTo>
                      <a:pt x="25747" y="28192"/>
                    </a:lnTo>
                    <a:lnTo>
                      <a:pt x="25747" y="25315"/>
                    </a:lnTo>
                    <a:lnTo>
                      <a:pt x="23014" y="22870"/>
                    </a:lnTo>
                    <a:lnTo>
                      <a:pt x="23014" y="20425"/>
                    </a:lnTo>
                    <a:lnTo>
                      <a:pt x="20569" y="20425"/>
                    </a:lnTo>
                    <a:lnTo>
                      <a:pt x="20569" y="17980"/>
                    </a:lnTo>
                    <a:lnTo>
                      <a:pt x="20569" y="15247"/>
                    </a:lnTo>
                    <a:lnTo>
                      <a:pt x="17980" y="15247"/>
                    </a:lnTo>
                    <a:lnTo>
                      <a:pt x="17980" y="12658"/>
                    </a:lnTo>
                    <a:lnTo>
                      <a:pt x="15535" y="12658"/>
                    </a:lnTo>
                    <a:lnTo>
                      <a:pt x="15535" y="10212"/>
                    </a:lnTo>
                    <a:lnTo>
                      <a:pt x="12802" y="10212"/>
                    </a:lnTo>
                    <a:lnTo>
                      <a:pt x="12802" y="7623"/>
                    </a:lnTo>
                    <a:lnTo>
                      <a:pt x="10356" y="4890"/>
                    </a:lnTo>
                    <a:lnTo>
                      <a:pt x="7767" y="2445"/>
                    </a:lnTo>
                    <a:lnTo>
                      <a:pt x="5322" y="2445"/>
                    </a:lnTo>
                    <a:lnTo>
                      <a:pt x="5322" y="0"/>
                    </a:lnTo>
                    <a:lnTo>
                      <a:pt x="2589" y="0"/>
                    </a:lnTo>
                    <a:lnTo>
                      <a:pt x="2589" y="2445"/>
                    </a:lnTo>
                    <a:lnTo>
                      <a:pt x="2589" y="4890"/>
                    </a:lnTo>
                    <a:lnTo>
                      <a:pt x="0" y="4890"/>
                    </a:lnTo>
                    <a:lnTo>
                      <a:pt x="0" y="7623"/>
                    </a:lnTo>
                    <a:lnTo>
                      <a:pt x="0" y="10212"/>
                    </a:lnTo>
                    <a:lnTo>
                      <a:pt x="2589" y="10212"/>
                    </a:lnTo>
                    <a:lnTo>
                      <a:pt x="2589" y="12658"/>
                    </a:lnTo>
                    <a:lnTo>
                      <a:pt x="2589" y="15247"/>
                    </a:lnTo>
                    <a:lnTo>
                      <a:pt x="5322" y="15247"/>
                    </a:lnTo>
                    <a:lnTo>
                      <a:pt x="7767" y="15247"/>
                    </a:lnTo>
                    <a:lnTo>
                      <a:pt x="10356" y="17980"/>
                    </a:lnTo>
                    <a:lnTo>
                      <a:pt x="7767" y="17980"/>
                    </a:lnTo>
                    <a:lnTo>
                      <a:pt x="5322" y="17980"/>
                    </a:lnTo>
                    <a:lnTo>
                      <a:pt x="2589" y="20425"/>
                    </a:lnTo>
                    <a:lnTo>
                      <a:pt x="5322" y="20425"/>
                    </a:lnTo>
                    <a:lnTo>
                      <a:pt x="5322" y="22870"/>
                    </a:lnTo>
                    <a:lnTo>
                      <a:pt x="5322" y="25315"/>
                    </a:lnTo>
                    <a:lnTo>
                      <a:pt x="5322" y="28192"/>
                    </a:lnTo>
                    <a:lnTo>
                      <a:pt x="5322" y="30638"/>
                    </a:lnTo>
                    <a:lnTo>
                      <a:pt x="7767" y="30638"/>
                    </a:lnTo>
                    <a:lnTo>
                      <a:pt x="7767" y="33083"/>
                    </a:lnTo>
                    <a:lnTo>
                      <a:pt x="10356" y="33083"/>
                    </a:lnTo>
                    <a:lnTo>
                      <a:pt x="12802" y="33083"/>
                    </a:lnTo>
                    <a:lnTo>
                      <a:pt x="12802" y="35528"/>
                    </a:lnTo>
                    <a:lnTo>
                      <a:pt x="12802" y="38261"/>
                    </a:lnTo>
                    <a:lnTo>
                      <a:pt x="12802" y="40850"/>
                    </a:lnTo>
                    <a:lnTo>
                      <a:pt x="12802" y="43295"/>
                    </a:lnTo>
                    <a:lnTo>
                      <a:pt x="15535" y="43295"/>
                    </a:lnTo>
                    <a:lnTo>
                      <a:pt x="15535" y="45740"/>
                    </a:lnTo>
                    <a:lnTo>
                      <a:pt x="15535" y="48473"/>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54" name="Freeform: Shape 4049">
                <a:extLst>
                  <a:ext uri="{FF2B5EF4-FFF2-40B4-BE49-F238E27FC236}">
                    <a16:creationId xmlns:a16="http://schemas.microsoft.com/office/drawing/2014/main" id="{C2B10914-9A2A-D6C9-8292-CB8666C71172}"/>
                  </a:ext>
                </a:extLst>
              </p:cNvPr>
              <p:cNvSpPr/>
              <p:nvPr/>
            </p:nvSpPr>
            <p:spPr>
              <a:xfrm>
                <a:off x="3653377" y="3715400"/>
                <a:ext cx="2445" cy="2445"/>
              </a:xfrm>
              <a:custGeom>
                <a:avLst/>
                <a:gdLst>
                  <a:gd name="connsiteX0" fmla="*/ 0 w 2445"/>
                  <a:gd name="connsiteY0" fmla="*/ 0 h 2445"/>
                  <a:gd name="connsiteX1" fmla="*/ 2445 w 2445"/>
                  <a:gd name="connsiteY1" fmla="*/ 0 h 2445"/>
                  <a:gd name="connsiteX2" fmla="*/ 2445 w 2445"/>
                  <a:gd name="connsiteY2" fmla="*/ 2445 h 2445"/>
                  <a:gd name="connsiteX3" fmla="*/ 0 w 2445"/>
                  <a:gd name="connsiteY3" fmla="*/ 2445 h 2445"/>
                </a:gdLst>
                <a:ahLst/>
                <a:cxnLst>
                  <a:cxn ang="0">
                    <a:pos x="connsiteX0" y="connsiteY0"/>
                  </a:cxn>
                  <a:cxn ang="0">
                    <a:pos x="connsiteX1" y="connsiteY1"/>
                  </a:cxn>
                  <a:cxn ang="0">
                    <a:pos x="connsiteX2" y="connsiteY2"/>
                  </a:cxn>
                  <a:cxn ang="0">
                    <a:pos x="connsiteX3" y="connsiteY3"/>
                  </a:cxn>
                </a:cxnLst>
                <a:rect l="l" t="t" r="r" b="b"/>
                <a:pathLst>
                  <a:path w="2445" h="2445">
                    <a:moveTo>
                      <a:pt x="0" y="0"/>
                    </a:moveTo>
                    <a:lnTo>
                      <a:pt x="2445" y="0"/>
                    </a:lnTo>
                    <a:lnTo>
                      <a:pt x="2445" y="2445"/>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55" name="Freeform: Shape 4050">
                <a:extLst>
                  <a:ext uri="{FF2B5EF4-FFF2-40B4-BE49-F238E27FC236}">
                    <a16:creationId xmlns:a16="http://schemas.microsoft.com/office/drawing/2014/main" id="{C427141D-1719-D0D8-58A3-99C0CE5E2F37}"/>
                  </a:ext>
                </a:extLst>
              </p:cNvPr>
              <p:cNvSpPr/>
              <p:nvPr/>
            </p:nvSpPr>
            <p:spPr>
              <a:xfrm>
                <a:off x="3645754" y="3730647"/>
                <a:ext cx="2732" cy="2732"/>
              </a:xfrm>
              <a:custGeom>
                <a:avLst/>
                <a:gdLst>
                  <a:gd name="connsiteX0" fmla="*/ 0 w 2732"/>
                  <a:gd name="connsiteY0" fmla="*/ 2733 h 2732"/>
                  <a:gd name="connsiteX1" fmla="*/ 2733 w 2732"/>
                  <a:gd name="connsiteY1" fmla="*/ 0 h 2732"/>
                  <a:gd name="connsiteX2" fmla="*/ 0 w 2732"/>
                  <a:gd name="connsiteY2" fmla="*/ 0 h 2732"/>
                  <a:gd name="connsiteX3" fmla="*/ 0 w 2732"/>
                  <a:gd name="connsiteY3" fmla="*/ 2733 h 2732"/>
                </a:gdLst>
                <a:ahLst/>
                <a:cxnLst>
                  <a:cxn ang="0">
                    <a:pos x="connsiteX0" y="connsiteY0"/>
                  </a:cxn>
                  <a:cxn ang="0">
                    <a:pos x="connsiteX1" y="connsiteY1"/>
                  </a:cxn>
                  <a:cxn ang="0">
                    <a:pos x="connsiteX2" y="connsiteY2"/>
                  </a:cxn>
                  <a:cxn ang="0">
                    <a:pos x="connsiteX3" y="connsiteY3"/>
                  </a:cxn>
                </a:cxnLst>
                <a:rect l="l" t="t" r="r" b="b"/>
                <a:pathLst>
                  <a:path w="2732" h="2732">
                    <a:moveTo>
                      <a:pt x="0" y="2733"/>
                    </a:moveTo>
                    <a:lnTo>
                      <a:pt x="2733" y="0"/>
                    </a:lnTo>
                    <a:lnTo>
                      <a:pt x="0" y="0"/>
                    </a:lnTo>
                    <a:lnTo>
                      <a:pt x="0" y="2733"/>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56" name="Freeform: Shape 4051">
                <a:extLst>
                  <a:ext uri="{FF2B5EF4-FFF2-40B4-BE49-F238E27FC236}">
                    <a16:creationId xmlns:a16="http://schemas.microsoft.com/office/drawing/2014/main" id="{2E8B8867-DBFF-3C48-F08B-2094C5F41F57}"/>
                  </a:ext>
                </a:extLst>
              </p:cNvPr>
              <p:cNvSpPr/>
              <p:nvPr/>
            </p:nvSpPr>
            <p:spPr>
              <a:xfrm>
                <a:off x="3551396" y="3447717"/>
                <a:ext cx="40850" cy="33226"/>
              </a:xfrm>
              <a:custGeom>
                <a:avLst/>
                <a:gdLst>
                  <a:gd name="connsiteX0" fmla="*/ 30638 w 40850"/>
                  <a:gd name="connsiteY0" fmla="*/ 23014 h 33226"/>
                  <a:gd name="connsiteX1" fmla="*/ 30638 w 40850"/>
                  <a:gd name="connsiteY1" fmla="*/ 20281 h 33226"/>
                  <a:gd name="connsiteX2" fmla="*/ 33370 w 40850"/>
                  <a:gd name="connsiteY2" fmla="*/ 20281 h 33226"/>
                  <a:gd name="connsiteX3" fmla="*/ 33370 w 40850"/>
                  <a:gd name="connsiteY3" fmla="*/ 17692 h 33226"/>
                  <a:gd name="connsiteX4" fmla="*/ 35816 w 40850"/>
                  <a:gd name="connsiteY4" fmla="*/ 17692 h 33226"/>
                  <a:gd name="connsiteX5" fmla="*/ 38261 w 40850"/>
                  <a:gd name="connsiteY5" fmla="*/ 17692 h 33226"/>
                  <a:gd name="connsiteX6" fmla="*/ 40850 w 40850"/>
                  <a:gd name="connsiteY6" fmla="*/ 17692 h 33226"/>
                  <a:gd name="connsiteX7" fmla="*/ 40850 w 40850"/>
                  <a:gd name="connsiteY7" fmla="*/ 15247 h 33226"/>
                  <a:gd name="connsiteX8" fmla="*/ 40850 w 40850"/>
                  <a:gd name="connsiteY8" fmla="*/ 12802 h 33226"/>
                  <a:gd name="connsiteX9" fmla="*/ 40850 w 40850"/>
                  <a:gd name="connsiteY9" fmla="*/ 10213 h 33226"/>
                  <a:gd name="connsiteX10" fmla="*/ 40850 w 40850"/>
                  <a:gd name="connsiteY10" fmla="*/ 7480 h 33226"/>
                  <a:gd name="connsiteX11" fmla="*/ 38261 w 40850"/>
                  <a:gd name="connsiteY11" fmla="*/ 7480 h 33226"/>
                  <a:gd name="connsiteX12" fmla="*/ 38261 w 40850"/>
                  <a:gd name="connsiteY12" fmla="*/ 10213 h 33226"/>
                  <a:gd name="connsiteX13" fmla="*/ 35816 w 40850"/>
                  <a:gd name="connsiteY13" fmla="*/ 10213 h 33226"/>
                  <a:gd name="connsiteX14" fmla="*/ 35816 w 40850"/>
                  <a:gd name="connsiteY14" fmla="*/ 12802 h 33226"/>
                  <a:gd name="connsiteX15" fmla="*/ 33370 w 40850"/>
                  <a:gd name="connsiteY15" fmla="*/ 12802 h 33226"/>
                  <a:gd name="connsiteX16" fmla="*/ 30638 w 40850"/>
                  <a:gd name="connsiteY16" fmla="*/ 12802 h 33226"/>
                  <a:gd name="connsiteX17" fmla="*/ 30638 w 40850"/>
                  <a:gd name="connsiteY17" fmla="*/ 10213 h 33226"/>
                  <a:gd name="connsiteX18" fmla="*/ 30638 w 40850"/>
                  <a:gd name="connsiteY18" fmla="*/ 7480 h 33226"/>
                  <a:gd name="connsiteX19" fmla="*/ 33370 w 40850"/>
                  <a:gd name="connsiteY19" fmla="*/ 7480 h 33226"/>
                  <a:gd name="connsiteX20" fmla="*/ 33370 w 40850"/>
                  <a:gd name="connsiteY20" fmla="*/ 5034 h 33226"/>
                  <a:gd name="connsiteX21" fmla="*/ 30638 w 40850"/>
                  <a:gd name="connsiteY21" fmla="*/ 5034 h 33226"/>
                  <a:gd name="connsiteX22" fmla="*/ 28048 w 40850"/>
                  <a:gd name="connsiteY22" fmla="*/ 5034 h 33226"/>
                  <a:gd name="connsiteX23" fmla="*/ 28048 w 40850"/>
                  <a:gd name="connsiteY23" fmla="*/ 2589 h 33226"/>
                  <a:gd name="connsiteX24" fmla="*/ 28048 w 40850"/>
                  <a:gd name="connsiteY24" fmla="*/ 0 h 33226"/>
                  <a:gd name="connsiteX25" fmla="*/ 25603 w 40850"/>
                  <a:gd name="connsiteY25" fmla="*/ 0 h 33226"/>
                  <a:gd name="connsiteX26" fmla="*/ 25603 w 40850"/>
                  <a:gd name="connsiteY26" fmla="*/ 2589 h 33226"/>
                  <a:gd name="connsiteX27" fmla="*/ 23158 w 40850"/>
                  <a:gd name="connsiteY27" fmla="*/ 2589 h 33226"/>
                  <a:gd name="connsiteX28" fmla="*/ 20425 w 40850"/>
                  <a:gd name="connsiteY28" fmla="*/ 2589 h 33226"/>
                  <a:gd name="connsiteX29" fmla="*/ 17980 w 40850"/>
                  <a:gd name="connsiteY29" fmla="*/ 2589 h 33226"/>
                  <a:gd name="connsiteX30" fmla="*/ 15391 w 40850"/>
                  <a:gd name="connsiteY30" fmla="*/ 2589 h 33226"/>
                  <a:gd name="connsiteX31" fmla="*/ 12945 w 40850"/>
                  <a:gd name="connsiteY31" fmla="*/ 2589 h 33226"/>
                  <a:gd name="connsiteX32" fmla="*/ 12945 w 40850"/>
                  <a:gd name="connsiteY32" fmla="*/ 5034 h 33226"/>
                  <a:gd name="connsiteX33" fmla="*/ 10213 w 40850"/>
                  <a:gd name="connsiteY33" fmla="*/ 5034 h 33226"/>
                  <a:gd name="connsiteX34" fmla="*/ 10213 w 40850"/>
                  <a:gd name="connsiteY34" fmla="*/ 7480 h 33226"/>
                  <a:gd name="connsiteX35" fmla="*/ 7767 w 40850"/>
                  <a:gd name="connsiteY35" fmla="*/ 5034 h 33226"/>
                  <a:gd name="connsiteX36" fmla="*/ 7767 w 40850"/>
                  <a:gd name="connsiteY36" fmla="*/ 7480 h 33226"/>
                  <a:gd name="connsiteX37" fmla="*/ 5178 w 40850"/>
                  <a:gd name="connsiteY37" fmla="*/ 7480 h 33226"/>
                  <a:gd name="connsiteX38" fmla="*/ 5178 w 40850"/>
                  <a:gd name="connsiteY38" fmla="*/ 10213 h 33226"/>
                  <a:gd name="connsiteX39" fmla="*/ 2733 w 40850"/>
                  <a:gd name="connsiteY39" fmla="*/ 10213 h 33226"/>
                  <a:gd name="connsiteX40" fmla="*/ 0 w 40850"/>
                  <a:gd name="connsiteY40" fmla="*/ 12802 h 33226"/>
                  <a:gd name="connsiteX41" fmla="*/ 0 w 40850"/>
                  <a:gd name="connsiteY41" fmla="*/ 15247 h 33226"/>
                  <a:gd name="connsiteX42" fmla="*/ 0 w 40850"/>
                  <a:gd name="connsiteY42" fmla="*/ 17692 h 33226"/>
                  <a:gd name="connsiteX43" fmla="*/ 0 w 40850"/>
                  <a:gd name="connsiteY43" fmla="*/ 20281 h 33226"/>
                  <a:gd name="connsiteX44" fmla="*/ 2733 w 40850"/>
                  <a:gd name="connsiteY44" fmla="*/ 20281 h 33226"/>
                  <a:gd name="connsiteX45" fmla="*/ 2733 w 40850"/>
                  <a:gd name="connsiteY45" fmla="*/ 23014 h 33226"/>
                  <a:gd name="connsiteX46" fmla="*/ 5178 w 40850"/>
                  <a:gd name="connsiteY46" fmla="*/ 23014 h 33226"/>
                  <a:gd name="connsiteX47" fmla="*/ 5178 w 40850"/>
                  <a:gd name="connsiteY47" fmla="*/ 20281 h 33226"/>
                  <a:gd name="connsiteX48" fmla="*/ 7767 w 40850"/>
                  <a:gd name="connsiteY48" fmla="*/ 20281 h 33226"/>
                  <a:gd name="connsiteX49" fmla="*/ 7767 w 40850"/>
                  <a:gd name="connsiteY49" fmla="*/ 17692 h 33226"/>
                  <a:gd name="connsiteX50" fmla="*/ 7767 w 40850"/>
                  <a:gd name="connsiteY50" fmla="*/ 15247 h 33226"/>
                  <a:gd name="connsiteX51" fmla="*/ 5178 w 40850"/>
                  <a:gd name="connsiteY51" fmla="*/ 15247 h 33226"/>
                  <a:gd name="connsiteX52" fmla="*/ 5178 w 40850"/>
                  <a:gd name="connsiteY52" fmla="*/ 17692 h 33226"/>
                  <a:gd name="connsiteX53" fmla="*/ 2733 w 40850"/>
                  <a:gd name="connsiteY53" fmla="*/ 17692 h 33226"/>
                  <a:gd name="connsiteX54" fmla="*/ 2733 w 40850"/>
                  <a:gd name="connsiteY54" fmla="*/ 15247 h 33226"/>
                  <a:gd name="connsiteX55" fmla="*/ 2733 w 40850"/>
                  <a:gd name="connsiteY55" fmla="*/ 12802 h 33226"/>
                  <a:gd name="connsiteX56" fmla="*/ 5178 w 40850"/>
                  <a:gd name="connsiteY56" fmla="*/ 12802 h 33226"/>
                  <a:gd name="connsiteX57" fmla="*/ 7767 w 40850"/>
                  <a:gd name="connsiteY57" fmla="*/ 12802 h 33226"/>
                  <a:gd name="connsiteX58" fmla="*/ 7767 w 40850"/>
                  <a:gd name="connsiteY58" fmla="*/ 10213 h 33226"/>
                  <a:gd name="connsiteX59" fmla="*/ 10213 w 40850"/>
                  <a:gd name="connsiteY59" fmla="*/ 10213 h 33226"/>
                  <a:gd name="connsiteX60" fmla="*/ 10213 w 40850"/>
                  <a:gd name="connsiteY60" fmla="*/ 12802 h 33226"/>
                  <a:gd name="connsiteX61" fmla="*/ 10213 w 40850"/>
                  <a:gd name="connsiteY61" fmla="*/ 15247 h 33226"/>
                  <a:gd name="connsiteX62" fmla="*/ 10213 w 40850"/>
                  <a:gd name="connsiteY62" fmla="*/ 17692 h 33226"/>
                  <a:gd name="connsiteX63" fmla="*/ 12945 w 40850"/>
                  <a:gd name="connsiteY63" fmla="*/ 17692 h 33226"/>
                  <a:gd name="connsiteX64" fmla="*/ 12945 w 40850"/>
                  <a:gd name="connsiteY64" fmla="*/ 20281 h 33226"/>
                  <a:gd name="connsiteX65" fmla="*/ 15391 w 40850"/>
                  <a:gd name="connsiteY65" fmla="*/ 20281 h 33226"/>
                  <a:gd name="connsiteX66" fmla="*/ 15391 w 40850"/>
                  <a:gd name="connsiteY66" fmla="*/ 17692 h 33226"/>
                  <a:gd name="connsiteX67" fmla="*/ 17980 w 40850"/>
                  <a:gd name="connsiteY67" fmla="*/ 17692 h 33226"/>
                  <a:gd name="connsiteX68" fmla="*/ 17980 w 40850"/>
                  <a:gd name="connsiteY68" fmla="*/ 15247 h 33226"/>
                  <a:gd name="connsiteX69" fmla="*/ 20425 w 40850"/>
                  <a:gd name="connsiteY69" fmla="*/ 12802 h 33226"/>
                  <a:gd name="connsiteX70" fmla="*/ 23158 w 40850"/>
                  <a:gd name="connsiteY70" fmla="*/ 12802 h 33226"/>
                  <a:gd name="connsiteX71" fmla="*/ 25603 w 40850"/>
                  <a:gd name="connsiteY71" fmla="*/ 12802 h 33226"/>
                  <a:gd name="connsiteX72" fmla="*/ 25603 w 40850"/>
                  <a:gd name="connsiteY72" fmla="*/ 10213 h 33226"/>
                  <a:gd name="connsiteX73" fmla="*/ 28048 w 40850"/>
                  <a:gd name="connsiteY73" fmla="*/ 10213 h 33226"/>
                  <a:gd name="connsiteX74" fmla="*/ 28048 w 40850"/>
                  <a:gd name="connsiteY74" fmla="*/ 12802 h 33226"/>
                  <a:gd name="connsiteX75" fmla="*/ 28048 w 40850"/>
                  <a:gd name="connsiteY75" fmla="*/ 15247 h 33226"/>
                  <a:gd name="connsiteX76" fmla="*/ 25603 w 40850"/>
                  <a:gd name="connsiteY76" fmla="*/ 15247 h 33226"/>
                  <a:gd name="connsiteX77" fmla="*/ 23158 w 40850"/>
                  <a:gd name="connsiteY77" fmla="*/ 15247 h 33226"/>
                  <a:gd name="connsiteX78" fmla="*/ 20425 w 40850"/>
                  <a:gd name="connsiteY78" fmla="*/ 15247 h 33226"/>
                  <a:gd name="connsiteX79" fmla="*/ 20425 w 40850"/>
                  <a:gd name="connsiteY79" fmla="*/ 17692 h 33226"/>
                  <a:gd name="connsiteX80" fmla="*/ 17980 w 40850"/>
                  <a:gd name="connsiteY80" fmla="*/ 17692 h 33226"/>
                  <a:gd name="connsiteX81" fmla="*/ 17980 w 40850"/>
                  <a:gd name="connsiteY81" fmla="*/ 20281 h 33226"/>
                  <a:gd name="connsiteX82" fmla="*/ 15391 w 40850"/>
                  <a:gd name="connsiteY82" fmla="*/ 20281 h 33226"/>
                  <a:gd name="connsiteX83" fmla="*/ 15391 w 40850"/>
                  <a:gd name="connsiteY83" fmla="*/ 23014 h 33226"/>
                  <a:gd name="connsiteX84" fmla="*/ 12945 w 40850"/>
                  <a:gd name="connsiteY84" fmla="*/ 23014 h 33226"/>
                  <a:gd name="connsiteX85" fmla="*/ 12945 w 40850"/>
                  <a:gd name="connsiteY85" fmla="*/ 25459 h 33226"/>
                  <a:gd name="connsiteX86" fmla="*/ 15391 w 40850"/>
                  <a:gd name="connsiteY86" fmla="*/ 25459 h 33226"/>
                  <a:gd name="connsiteX87" fmla="*/ 15391 w 40850"/>
                  <a:gd name="connsiteY87" fmla="*/ 27905 h 33226"/>
                  <a:gd name="connsiteX88" fmla="*/ 17980 w 40850"/>
                  <a:gd name="connsiteY88" fmla="*/ 27905 h 33226"/>
                  <a:gd name="connsiteX89" fmla="*/ 17980 w 40850"/>
                  <a:gd name="connsiteY89" fmla="*/ 30494 h 33226"/>
                  <a:gd name="connsiteX90" fmla="*/ 17980 w 40850"/>
                  <a:gd name="connsiteY90" fmla="*/ 33227 h 33226"/>
                  <a:gd name="connsiteX91" fmla="*/ 20425 w 40850"/>
                  <a:gd name="connsiteY91" fmla="*/ 30494 h 33226"/>
                  <a:gd name="connsiteX92" fmla="*/ 20425 w 40850"/>
                  <a:gd name="connsiteY92" fmla="*/ 27905 h 33226"/>
                  <a:gd name="connsiteX93" fmla="*/ 23158 w 40850"/>
                  <a:gd name="connsiteY93" fmla="*/ 27905 h 33226"/>
                  <a:gd name="connsiteX94" fmla="*/ 23158 w 40850"/>
                  <a:gd name="connsiteY94" fmla="*/ 25459 h 33226"/>
                  <a:gd name="connsiteX95" fmla="*/ 25603 w 40850"/>
                  <a:gd name="connsiteY95" fmla="*/ 25459 h 33226"/>
                  <a:gd name="connsiteX96" fmla="*/ 28048 w 40850"/>
                  <a:gd name="connsiteY96" fmla="*/ 25459 h 33226"/>
                  <a:gd name="connsiteX97" fmla="*/ 28048 w 40850"/>
                  <a:gd name="connsiteY97" fmla="*/ 23014 h 33226"/>
                  <a:gd name="connsiteX98" fmla="*/ 30638 w 40850"/>
                  <a:gd name="connsiteY98" fmla="*/ 23014 h 33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40850" h="33226">
                    <a:moveTo>
                      <a:pt x="30638" y="23014"/>
                    </a:moveTo>
                    <a:lnTo>
                      <a:pt x="30638" y="20281"/>
                    </a:lnTo>
                    <a:lnTo>
                      <a:pt x="33370" y="20281"/>
                    </a:lnTo>
                    <a:lnTo>
                      <a:pt x="33370" y="17692"/>
                    </a:lnTo>
                    <a:lnTo>
                      <a:pt x="35816" y="17692"/>
                    </a:lnTo>
                    <a:lnTo>
                      <a:pt x="38261" y="17692"/>
                    </a:lnTo>
                    <a:lnTo>
                      <a:pt x="40850" y="17692"/>
                    </a:lnTo>
                    <a:lnTo>
                      <a:pt x="40850" y="15247"/>
                    </a:lnTo>
                    <a:lnTo>
                      <a:pt x="40850" y="12802"/>
                    </a:lnTo>
                    <a:lnTo>
                      <a:pt x="40850" y="10213"/>
                    </a:lnTo>
                    <a:lnTo>
                      <a:pt x="40850" y="7480"/>
                    </a:lnTo>
                    <a:lnTo>
                      <a:pt x="38261" y="7480"/>
                    </a:lnTo>
                    <a:lnTo>
                      <a:pt x="38261" y="10213"/>
                    </a:lnTo>
                    <a:lnTo>
                      <a:pt x="35816" y="10213"/>
                    </a:lnTo>
                    <a:lnTo>
                      <a:pt x="35816" y="12802"/>
                    </a:lnTo>
                    <a:lnTo>
                      <a:pt x="33370" y="12802"/>
                    </a:lnTo>
                    <a:lnTo>
                      <a:pt x="30638" y="12802"/>
                    </a:lnTo>
                    <a:lnTo>
                      <a:pt x="30638" y="10213"/>
                    </a:lnTo>
                    <a:lnTo>
                      <a:pt x="30638" y="7480"/>
                    </a:lnTo>
                    <a:lnTo>
                      <a:pt x="33370" y="7480"/>
                    </a:lnTo>
                    <a:lnTo>
                      <a:pt x="33370" y="5034"/>
                    </a:lnTo>
                    <a:lnTo>
                      <a:pt x="30638" y="5034"/>
                    </a:lnTo>
                    <a:lnTo>
                      <a:pt x="28048" y="5034"/>
                    </a:lnTo>
                    <a:lnTo>
                      <a:pt x="28048" y="2589"/>
                    </a:lnTo>
                    <a:lnTo>
                      <a:pt x="28048" y="0"/>
                    </a:lnTo>
                    <a:lnTo>
                      <a:pt x="25603" y="0"/>
                    </a:lnTo>
                    <a:lnTo>
                      <a:pt x="25603" y="2589"/>
                    </a:lnTo>
                    <a:lnTo>
                      <a:pt x="23158" y="2589"/>
                    </a:lnTo>
                    <a:lnTo>
                      <a:pt x="20425" y="2589"/>
                    </a:lnTo>
                    <a:lnTo>
                      <a:pt x="17980" y="2589"/>
                    </a:lnTo>
                    <a:lnTo>
                      <a:pt x="15391" y="2589"/>
                    </a:lnTo>
                    <a:lnTo>
                      <a:pt x="12945" y="2589"/>
                    </a:lnTo>
                    <a:lnTo>
                      <a:pt x="12945" y="5034"/>
                    </a:lnTo>
                    <a:lnTo>
                      <a:pt x="10213" y="5034"/>
                    </a:lnTo>
                    <a:lnTo>
                      <a:pt x="10213" y="7480"/>
                    </a:lnTo>
                    <a:lnTo>
                      <a:pt x="7767" y="5034"/>
                    </a:lnTo>
                    <a:lnTo>
                      <a:pt x="7767" y="7480"/>
                    </a:lnTo>
                    <a:lnTo>
                      <a:pt x="5178" y="7480"/>
                    </a:lnTo>
                    <a:lnTo>
                      <a:pt x="5178" y="10213"/>
                    </a:lnTo>
                    <a:lnTo>
                      <a:pt x="2733" y="10213"/>
                    </a:lnTo>
                    <a:lnTo>
                      <a:pt x="0" y="12802"/>
                    </a:lnTo>
                    <a:lnTo>
                      <a:pt x="0" y="15247"/>
                    </a:lnTo>
                    <a:lnTo>
                      <a:pt x="0" y="17692"/>
                    </a:lnTo>
                    <a:lnTo>
                      <a:pt x="0" y="20281"/>
                    </a:lnTo>
                    <a:lnTo>
                      <a:pt x="2733" y="20281"/>
                    </a:lnTo>
                    <a:lnTo>
                      <a:pt x="2733" y="23014"/>
                    </a:lnTo>
                    <a:lnTo>
                      <a:pt x="5178" y="23014"/>
                    </a:lnTo>
                    <a:lnTo>
                      <a:pt x="5178" y="20281"/>
                    </a:lnTo>
                    <a:lnTo>
                      <a:pt x="7767" y="20281"/>
                    </a:lnTo>
                    <a:lnTo>
                      <a:pt x="7767" y="17692"/>
                    </a:lnTo>
                    <a:lnTo>
                      <a:pt x="7767" y="15247"/>
                    </a:lnTo>
                    <a:lnTo>
                      <a:pt x="5178" y="15247"/>
                    </a:lnTo>
                    <a:lnTo>
                      <a:pt x="5178" y="17692"/>
                    </a:lnTo>
                    <a:lnTo>
                      <a:pt x="2733" y="17692"/>
                    </a:lnTo>
                    <a:lnTo>
                      <a:pt x="2733" y="15247"/>
                    </a:lnTo>
                    <a:lnTo>
                      <a:pt x="2733" y="12802"/>
                    </a:lnTo>
                    <a:lnTo>
                      <a:pt x="5178" y="12802"/>
                    </a:lnTo>
                    <a:lnTo>
                      <a:pt x="7767" y="12802"/>
                    </a:lnTo>
                    <a:lnTo>
                      <a:pt x="7767" y="10213"/>
                    </a:lnTo>
                    <a:lnTo>
                      <a:pt x="10213" y="10213"/>
                    </a:lnTo>
                    <a:lnTo>
                      <a:pt x="10213" y="12802"/>
                    </a:lnTo>
                    <a:lnTo>
                      <a:pt x="10213" y="15247"/>
                    </a:lnTo>
                    <a:lnTo>
                      <a:pt x="10213" y="17692"/>
                    </a:lnTo>
                    <a:lnTo>
                      <a:pt x="12945" y="17692"/>
                    </a:lnTo>
                    <a:lnTo>
                      <a:pt x="12945" y="20281"/>
                    </a:lnTo>
                    <a:lnTo>
                      <a:pt x="15391" y="20281"/>
                    </a:lnTo>
                    <a:lnTo>
                      <a:pt x="15391" y="17692"/>
                    </a:lnTo>
                    <a:lnTo>
                      <a:pt x="17980" y="17692"/>
                    </a:lnTo>
                    <a:lnTo>
                      <a:pt x="17980" y="15247"/>
                    </a:lnTo>
                    <a:lnTo>
                      <a:pt x="20425" y="12802"/>
                    </a:lnTo>
                    <a:lnTo>
                      <a:pt x="23158" y="12802"/>
                    </a:lnTo>
                    <a:lnTo>
                      <a:pt x="25603" y="12802"/>
                    </a:lnTo>
                    <a:lnTo>
                      <a:pt x="25603" y="10213"/>
                    </a:lnTo>
                    <a:lnTo>
                      <a:pt x="28048" y="10213"/>
                    </a:lnTo>
                    <a:lnTo>
                      <a:pt x="28048" y="12802"/>
                    </a:lnTo>
                    <a:lnTo>
                      <a:pt x="28048" y="15247"/>
                    </a:lnTo>
                    <a:lnTo>
                      <a:pt x="25603" y="15247"/>
                    </a:lnTo>
                    <a:lnTo>
                      <a:pt x="23158" y="15247"/>
                    </a:lnTo>
                    <a:lnTo>
                      <a:pt x="20425" y="15247"/>
                    </a:lnTo>
                    <a:lnTo>
                      <a:pt x="20425" y="17692"/>
                    </a:lnTo>
                    <a:lnTo>
                      <a:pt x="17980" y="17692"/>
                    </a:lnTo>
                    <a:lnTo>
                      <a:pt x="17980" y="20281"/>
                    </a:lnTo>
                    <a:lnTo>
                      <a:pt x="15391" y="20281"/>
                    </a:lnTo>
                    <a:lnTo>
                      <a:pt x="15391" y="23014"/>
                    </a:lnTo>
                    <a:lnTo>
                      <a:pt x="12945" y="23014"/>
                    </a:lnTo>
                    <a:lnTo>
                      <a:pt x="12945" y="25459"/>
                    </a:lnTo>
                    <a:lnTo>
                      <a:pt x="15391" y="25459"/>
                    </a:lnTo>
                    <a:lnTo>
                      <a:pt x="15391" y="27905"/>
                    </a:lnTo>
                    <a:lnTo>
                      <a:pt x="17980" y="27905"/>
                    </a:lnTo>
                    <a:lnTo>
                      <a:pt x="17980" y="30494"/>
                    </a:lnTo>
                    <a:lnTo>
                      <a:pt x="17980" y="33227"/>
                    </a:lnTo>
                    <a:lnTo>
                      <a:pt x="20425" y="30494"/>
                    </a:lnTo>
                    <a:lnTo>
                      <a:pt x="20425" y="27905"/>
                    </a:lnTo>
                    <a:lnTo>
                      <a:pt x="23158" y="27905"/>
                    </a:lnTo>
                    <a:lnTo>
                      <a:pt x="23158" y="25459"/>
                    </a:lnTo>
                    <a:lnTo>
                      <a:pt x="25603" y="25459"/>
                    </a:lnTo>
                    <a:lnTo>
                      <a:pt x="28048" y="25459"/>
                    </a:lnTo>
                    <a:lnTo>
                      <a:pt x="28048" y="23014"/>
                    </a:lnTo>
                    <a:lnTo>
                      <a:pt x="30638" y="23014"/>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57" name="Freeform: Shape 4052">
                <a:extLst>
                  <a:ext uri="{FF2B5EF4-FFF2-40B4-BE49-F238E27FC236}">
                    <a16:creationId xmlns:a16="http://schemas.microsoft.com/office/drawing/2014/main" id="{75100CE6-5E7A-CF86-C620-73FD73412F76}"/>
                  </a:ext>
                </a:extLst>
              </p:cNvPr>
              <p:cNvSpPr/>
              <p:nvPr/>
            </p:nvSpPr>
            <p:spPr>
              <a:xfrm>
                <a:off x="3589657" y="3608385"/>
                <a:ext cx="17979" cy="43295"/>
              </a:xfrm>
              <a:custGeom>
                <a:avLst/>
                <a:gdLst>
                  <a:gd name="connsiteX0" fmla="*/ 0 w 17979"/>
                  <a:gd name="connsiteY0" fmla="*/ 10213 h 43295"/>
                  <a:gd name="connsiteX1" fmla="*/ 2589 w 17979"/>
                  <a:gd name="connsiteY1" fmla="*/ 10213 h 43295"/>
                  <a:gd name="connsiteX2" fmla="*/ 2589 w 17979"/>
                  <a:gd name="connsiteY2" fmla="*/ 12658 h 43295"/>
                  <a:gd name="connsiteX3" fmla="*/ 5322 w 17979"/>
                  <a:gd name="connsiteY3" fmla="*/ 15103 h 43295"/>
                  <a:gd name="connsiteX4" fmla="*/ 5322 w 17979"/>
                  <a:gd name="connsiteY4" fmla="*/ 17836 h 43295"/>
                  <a:gd name="connsiteX5" fmla="*/ 2589 w 17979"/>
                  <a:gd name="connsiteY5" fmla="*/ 17836 h 43295"/>
                  <a:gd name="connsiteX6" fmla="*/ 2589 w 17979"/>
                  <a:gd name="connsiteY6" fmla="*/ 20425 h 43295"/>
                  <a:gd name="connsiteX7" fmla="*/ 2589 w 17979"/>
                  <a:gd name="connsiteY7" fmla="*/ 22870 h 43295"/>
                  <a:gd name="connsiteX8" fmla="*/ 2589 w 17979"/>
                  <a:gd name="connsiteY8" fmla="*/ 25315 h 43295"/>
                  <a:gd name="connsiteX9" fmla="*/ 5322 w 17979"/>
                  <a:gd name="connsiteY9" fmla="*/ 25315 h 43295"/>
                  <a:gd name="connsiteX10" fmla="*/ 5322 w 17979"/>
                  <a:gd name="connsiteY10" fmla="*/ 28048 h 43295"/>
                  <a:gd name="connsiteX11" fmla="*/ 5322 w 17979"/>
                  <a:gd name="connsiteY11" fmla="*/ 30638 h 43295"/>
                  <a:gd name="connsiteX12" fmla="*/ 5322 w 17979"/>
                  <a:gd name="connsiteY12" fmla="*/ 33083 h 43295"/>
                  <a:gd name="connsiteX13" fmla="*/ 5322 w 17979"/>
                  <a:gd name="connsiteY13" fmla="*/ 35528 h 43295"/>
                  <a:gd name="connsiteX14" fmla="*/ 7767 w 17979"/>
                  <a:gd name="connsiteY14" fmla="*/ 35528 h 43295"/>
                  <a:gd name="connsiteX15" fmla="*/ 10213 w 17979"/>
                  <a:gd name="connsiteY15" fmla="*/ 35528 h 43295"/>
                  <a:gd name="connsiteX16" fmla="*/ 10213 w 17979"/>
                  <a:gd name="connsiteY16" fmla="*/ 38117 h 43295"/>
                  <a:gd name="connsiteX17" fmla="*/ 10213 w 17979"/>
                  <a:gd name="connsiteY17" fmla="*/ 40850 h 43295"/>
                  <a:gd name="connsiteX18" fmla="*/ 7767 w 17979"/>
                  <a:gd name="connsiteY18" fmla="*/ 43295 h 43295"/>
                  <a:gd name="connsiteX19" fmla="*/ 10213 w 17979"/>
                  <a:gd name="connsiteY19" fmla="*/ 43295 h 43295"/>
                  <a:gd name="connsiteX20" fmla="*/ 12802 w 17979"/>
                  <a:gd name="connsiteY20" fmla="*/ 43295 h 43295"/>
                  <a:gd name="connsiteX21" fmla="*/ 12802 w 17979"/>
                  <a:gd name="connsiteY21" fmla="*/ 40850 h 43295"/>
                  <a:gd name="connsiteX22" fmla="*/ 12802 w 17979"/>
                  <a:gd name="connsiteY22" fmla="*/ 38117 h 43295"/>
                  <a:gd name="connsiteX23" fmla="*/ 15535 w 17979"/>
                  <a:gd name="connsiteY23" fmla="*/ 38117 h 43295"/>
                  <a:gd name="connsiteX24" fmla="*/ 15535 w 17979"/>
                  <a:gd name="connsiteY24" fmla="*/ 35528 h 43295"/>
                  <a:gd name="connsiteX25" fmla="*/ 15535 w 17979"/>
                  <a:gd name="connsiteY25" fmla="*/ 33083 h 43295"/>
                  <a:gd name="connsiteX26" fmla="*/ 17980 w 17979"/>
                  <a:gd name="connsiteY26" fmla="*/ 33083 h 43295"/>
                  <a:gd name="connsiteX27" fmla="*/ 17980 w 17979"/>
                  <a:gd name="connsiteY27" fmla="*/ 30638 h 43295"/>
                  <a:gd name="connsiteX28" fmla="*/ 17980 w 17979"/>
                  <a:gd name="connsiteY28" fmla="*/ 28048 h 43295"/>
                  <a:gd name="connsiteX29" fmla="*/ 17980 w 17979"/>
                  <a:gd name="connsiteY29" fmla="*/ 25315 h 43295"/>
                  <a:gd name="connsiteX30" fmla="*/ 15535 w 17979"/>
                  <a:gd name="connsiteY30" fmla="*/ 22870 h 43295"/>
                  <a:gd name="connsiteX31" fmla="*/ 15535 w 17979"/>
                  <a:gd name="connsiteY31" fmla="*/ 20425 h 43295"/>
                  <a:gd name="connsiteX32" fmla="*/ 15535 w 17979"/>
                  <a:gd name="connsiteY32" fmla="*/ 17836 h 43295"/>
                  <a:gd name="connsiteX33" fmla="*/ 12802 w 17979"/>
                  <a:gd name="connsiteY33" fmla="*/ 17836 h 43295"/>
                  <a:gd name="connsiteX34" fmla="*/ 12802 w 17979"/>
                  <a:gd name="connsiteY34" fmla="*/ 15103 h 43295"/>
                  <a:gd name="connsiteX35" fmla="*/ 12802 w 17979"/>
                  <a:gd name="connsiteY35" fmla="*/ 12658 h 43295"/>
                  <a:gd name="connsiteX36" fmla="*/ 12802 w 17979"/>
                  <a:gd name="connsiteY36" fmla="*/ 10213 h 43295"/>
                  <a:gd name="connsiteX37" fmla="*/ 10213 w 17979"/>
                  <a:gd name="connsiteY37" fmla="*/ 10213 h 43295"/>
                  <a:gd name="connsiteX38" fmla="*/ 10213 w 17979"/>
                  <a:gd name="connsiteY38" fmla="*/ 7623 h 43295"/>
                  <a:gd name="connsiteX39" fmla="*/ 10213 w 17979"/>
                  <a:gd name="connsiteY39" fmla="*/ 4890 h 43295"/>
                  <a:gd name="connsiteX40" fmla="*/ 7767 w 17979"/>
                  <a:gd name="connsiteY40" fmla="*/ 2445 h 43295"/>
                  <a:gd name="connsiteX41" fmla="*/ 7767 w 17979"/>
                  <a:gd name="connsiteY41" fmla="*/ 0 h 43295"/>
                  <a:gd name="connsiteX42" fmla="*/ 5322 w 17979"/>
                  <a:gd name="connsiteY42" fmla="*/ 0 h 43295"/>
                  <a:gd name="connsiteX43" fmla="*/ 5322 w 17979"/>
                  <a:gd name="connsiteY43" fmla="*/ 2445 h 43295"/>
                  <a:gd name="connsiteX44" fmla="*/ 2589 w 17979"/>
                  <a:gd name="connsiteY44" fmla="*/ 2445 h 43295"/>
                  <a:gd name="connsiteX45" fmla="*/ 2589 w 17979"/>
                  <a:gd name="connsiteY45" fmla="*/ 4890 h 43295"/>
                  <a:gd name="connsiteX46" fmla="*/ 2589 w 17979"/>
                  <a:gd name="connsiteY46" fmla="*/ 7623 h 43295"/>
                  <a:gd name="connsiteX47" fmla="*/ 0 w 17979"/>
                  <a:gd name="connsiteY47" fmla="*/ 7623 h 43295"/>
                  <a:gd name="connsiteX48" fmla="*/ 0 w 17979"/>
                  <a:gd name="connsiteY48" fmla="*/ 10213 h 43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979" h="43295">
                    <a:moveTo>
                      <a:pt x="0" y="10213"/>
                    </a:moveTo>
                    <a:lnTo>
                      <a:pt x="2589" y="10213"/>
                    </a:lnTo>
                    <a:lnTo>
                      <a:pt x="2589" y="12658"/>
                    </a:lnTo>
                    <a:lnTo>
                      <a:pt x="5322" y="15103"/>
                    </a:lnTo>
                    <a:lnTo>
                      <a:pt x="5322" y="17836"/>
                    </a:lnTo>
                    <a:lnTo>
                      <a:pt x="2589" y="17836"/>
                    </a:lnTo>
                    <a:lnTo>
                      <a:pt x="2589" y="20425"/>
                    </a:lnTo>
                    <a:lnTo>
                      <a:pt x="2589" y="22870"/>
                    </a:lnTo>
                    <a:lnTo>
                      <a:pt x="2589" y="25315"/>
                    </a:lnTo>
                    <a:lnTo>
                      <a:pt x="5322" y="25315"/>
                    </a:lnTo>
                    <a:lnTo>
                      <a:pt x="5322" y="28048"/>
                    </a:lnTo>
                    <a:lnTo>
                      <a:pt x="5322" y="30638"/>
                    </a:lnTo>
                    <a:lnTo>
                      <a:pt x="5322" y="33083"/>
                    </a:lnTo>
                    <a:lnTo>
                      <a:pt x="5322" y="35528"/>
                    </a:lnTo>
                    <a:lnTo>
                      <a:pt x="7767" y="35528"/>
                    </a:lnTo>
                    <a:lnTo>
                      <a:pt x="10213" y="35528"/>
                    </a:lnTo>
                    <a:lnTo>
                      <a:pt x="10213" y="38117"/>
                    </a:lnTo>
                    <a:lnTo>
                      <a:pt x="10213" y="40850"/>
                    </a:lnTo>
                    <a:lnTo>
                      <a:pt x="7767" y="43295"/>
                    </a:lnTo>
                    <a:lnTo>
                      <a:pt x="10213" y="43295"/>
                    </a:lnTo>
                    <a:lnTo>
                      <a:pt x="12802" y="43295"/>
                    </a:lnTo>
                    <a:lnTo>
                      <a:pt x="12802" y="40850"/>
                    </a:lnTo>
                    <a:lnTo>
                      <a:pt x="12802" y="38117"/>
                    </a:lnTo>
                    <a:lnTo>
                      <a:pt x="15535" y="38117"/>
                    </a:lnTo>
                    <a:lnTo>
                      <a:pt x="15535" y="35528"/>
                    </a:lnTo>
                    <a:lnTo>
                      <a:pt x="15535" y="33083"/>
                    </a:lnTo>
                    <a:lnTo>
                      <a:pt x="17980" y="33083"/>
                    </a:lnTo>
                    <a:lnTo>
                      <a:pt x="17980" y="30638"/>
                    </a:lnTo>
                    <a:lnTo>
                      <a:pt x="17980" y="28048"/>
                    </a:lnTo>
                    <a:lnTo>
                      <a:pt x="17980" y="25315"/>
                    </a:lnTo>
                    <a:lnTo>
                      <a:pt x="15535" y="22870"/>
                    </a:lnTo>
                    <a:lnTo>
                      <a:pt x="15535" y="20425"/>
                    </a:lnTo>
                    <a:lnTo>
                      <a:pt x="15535" y="17836"/>
                    </a:lnTo>
                    <a:lnTo>
                      <a:pt x="12802" y="17836"/>
                    </a:lnTo>
                    <a:lnTo>
                      <a:pt x="12802" y="15103"/>
                    </a:lnTo>
                    <a:lnTo>
                      <a:pt x="12802" y="12658"/>
                    </a:lnTo>
                    <a:lnTo>
                      <a:pt x="12802" y="10213"/>
                    </a:lnTo>
                    <a:lnTo>
                      <a:pt x="10213" y="10213"/>
                    </a:lnTo>
                    <a:lnTo>
                      <a:pt x="10213" y="7623"/>
                    </a:lnTo>
                    <a:lnTo>
                      <a:pt x="10213" y="4890"/>
                    </a:lnTo>
                    <a:lnTo>
                      <a:pt x="7767" y="2445"/>
                    </a:lnTo>
                    <a:lnTo>
                      <a:pt x="7767" y="0"/>
                    </a:lnTo>
                    <a:lnTo>
                      <a:pt x="5322" y="0"/>
                    </a:lnTo>
                    <a:lnTo>
                      <a:pt x="5322" y="2445"/>
                    </a:lnTo>
                    <a:lnTo>
                      <a:pt x="2589" y="2445"/>
                    </a:lnTo>
                    <a:lnTo>
                      <a:pt x="2589" y="4890"/>
                    </a:lnTo>
                    <a:lnTo>
                      <a:pt x="2589" y="7623"/>
                    </a:lnTo>
                    <a:lnTo>
                      <a:pt x="0" y="7623"/>
                    </a:lnTo>
                    <a:lnTo>
                      <a:pt x="0" y="10213"/>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58" name="Freeform: Shape 4053">
                <a:extLst>
                  <a:ext uri="{FF2B5EF4-FFF2-40B4-BE49-F238E27FC236}">
                    <a16:creationId xmlns:a16="http://schemas.microsoft.com/office/drawing/2014/main" id="{AE5BAC9A-371E-BA1A-D0E4-A76EC4E08C6B}"/>
                  </a:ext>
                </a:extLst>
              </p:cNvPr>
              <p:cNvSpPr/>
              <p:nvPr/>
            </p:nvSpPr>
            <p:spPr>
              <a:xfrm>
                <a:off x="3617849" y="3712955"/>
                <a:ext cx="27904" cy="30637"/>
              </a:xfrm>
              <a:custGeom>
                <a:avLst/>
                <a:gdLst>
                  <a:gd name="connsiteX0" fmla="*/ 22870 w 27904"/>
                  <a:gd name="connsiteY0" fmla="*/ 2445 h 30637"/>
                  <a:gd name="connsiteX1" fmla="*/ 20425 w 27904"/>
                  <a:gd name="connsiteY1" fmla="*/ 2445 h 30637"/>
                  <a:gd name="connsiteX2" fmla="*/ 20425 w 27904"/>
                  <a:gd name="connsiteY2" fmla="*/ 0 h 30637"/>
                  <a:gd name="connsiteX3" fmla="*/ 17692 w 27904"/>
                  <a:gd name="connsiteY3" fmla="*/ 0 h 30637"/>
                  <a:gd name="connsiteX4" fmla="*/ 17692 w 27904"/>
                  <a:gd name="connsiteY4" fmla="*/ 2445 h 30637"/>
                  <a:gd name="connsiteX5" fmla="*/ 15247 w 27904"/>
                  <a:gd name="connsiteY5" fmla="*/ 2445 h 30637"/>
                  <a:gd name="connsiteX6" fmla="*/ 15247 w 27904"/>
                  <a:gd name="connsiteY6" fmla="*/ 4890 h 30637"/>
                  <a:gd name="connsiteX7" fmla="*/ 12658 w 27904"/>
                  <a:gd name="connsiteY7" fmla="*/ 4890 h 30637"/>
                  <a:gd name="connsiteX8" fmla="*/ 12658 w 27904"/>
                  <a:gd name="connsiteY8" fmla="*/ 7623 h 30637"/>
                  <a:gd name="connsiteX9" fmla="*/ 10213 w 27904"/>
                  <a:gd name="connsiteY9" fmla="*/ 7623 h 30637"/>
                  <a:gd name="connsiteX10" fmla="*/ 10213 w 27904"/>
                  <a:gd name="connsiteY10" fmla="*/ 10212 h 30637"/>
                  <a:gd name="connsiteX11" fmla="*/ 10213 w 27904"/>
                  <a:gd name="connsiteY11" fmla="*/ 12658 h 30637"/>
                  <a:gd name="connsiteX12" fmla="*/ 7480 w 27904"/>
                  <a:gd name="connsiteY12" fmla="*/ 12658 h 30637"/>
                  <a:gd name="connsiteX13" fmla="*/ 7480 w 27904"/>
                  <a:gd name="connsiteY13" fmla="*/ 15103 h 30637"/>
                  <a:gd name="connsiteX14" fmla="*/ 5034 w 27904"/>
                  <a:gd name="connsiteY14" fmla="*/ 15103 h 30637"/>
                  <a:gd name="connsiteX15" fmla="*/ 2445 w 27904"/>
                  <a:gd name="connsiteY15" fmla="*/ 17692 h 30637"/>
                  <a:gd name="connsiteX16" fmla="*/ 0 w 27904"/>
                  <a:gd name="connsiteY16" fmla="*/ 17692 h 30637"/>
                  <a:gd name="connsiteX17" fmla="*/ 0 w 27904"/>
                  <a:gd name="connsiteY17" fmla="*/ 20425 h 30637"/>
                  <a:gd name="connsiteX18" fmla="*/ 2445 w 27904"/>
                  <a:gd name="connsiteY18" fmla="*/ 20425 h 30637"/>
                  <a:gd name="connsiteX19" fmla="*/ 5034 w 27904"/>
                  <a:gd name="connsiteY19" fmla="*/ 20425 h 30637"/>
                  <a:gd name="connsiteX20" fmla="*/ 5034 w 27904"/>
                  <a:gd name="connsiteY20" fmla="*/ 17692 h 30637"/>
                  <a:gd name="connsiteX21" fmla="*/ 7480 w 27904"/>
                  <a:gd name="connsiteY21" fmla="*/ 20425 h 30637"/>
                  <a:gd name="connsiteX22" fmla="*/ 7480 w 27904"/>
                  <a:gd name="connsiteY22" fmla="*/ 17692 h 30637"/>
                  <a:gd name="connsiteX23" fmla="*/ 10213 w 27904"/>
                  <a:gd name="connsiteY23" fmla="*/ 17692 h 30637"/>
                  <a:gd name="connsiteX24" fmla="*/ 12658 w 27904"/>
                  <a:gd name="connsiteY24" fmla="*/ 17692 h 30637"/>
                  <a:gd name="connsiteX25" fmla="*/ 12658 w 27904"/>
                  <a:gd name="connsiteY25" fmla="*/ 15103 h 30637"/>
                  <a:gd name="connsiteX26" fmla="*/ 15247 w 27904"/>
                  <a:gd name="connsiteY26" fmla="*/ 15103 h 30637"/>
                  <a:gd name="connsiteX27" fmla="*/ 15247 w 27904"/>
                  <a:gd name="connsiteY27" fmla="*/ 12658 h 30637"/>
                  <a:gd name="connsiteX28" fmla="*/ 17692 w 27904"/>
                  <a:gd name="connsiteY28" fmla="*/ 12658 h 30637"/>
                  <a:gd name="connsiteX29" fmla="*/ 17692 w 27904"/>
                  <a:gd name="connsiteY29" fmla="*/ 15103 h 30637"/>
                  <a:gd name="connsiteX30" fmla="*/ 15247 w 27904"/>
                  <a:gd name="connsiteY30" fmla="*/ 15103 h 30637"/>
                  <a:gd name="connsiteX31" fmla="*/ 15247 w 27904"/>
                  <a:gd name="connsiteY31" fmla="*/ 17692 h 30637"/>
                  <a:gd name="connsiteX32" fmla="*/ 12658 w 27904"/>
                  <a:gd name="connsiteY32" fmla="*/ 17692 h 30637"/>
                  <a:gd name="connsiteX33" fmla="*/ 12658 w 27904"/>
                  <a:gd name="connsiteY33" fmla="*/ 20425 h 30637"/>
                  <a:gd name="connsiteX34" fmla="*/ 10213 w 27904"/>
                  <a:gd name="connsiteY34" fmla="*/ 20425 h 30637"/>
                  <a:gd name="connsiteX35" fmla="*/ 10213 w 27904"/>
                  <a:gd name="connsiteY35" fmla="*/ 22870 h 30637"/>
                  <a:gd name="connsiteX36" fmla="*/ 7480 w 27904"/>
                  <a:gd name="connsiteY36" fmla="*/ 22870 h 30637"/>
                  <a:gd name="connsiteX37" fmla="*/ 7480 w 27904"/>
                  <a:gd name="connsiteY37" fmla="*/ 25316 h 30637"/>
                  <a:gd name="connsiteX38" fmla="*/ 10213 w 27904"/>
                  <a:gd name="connsiteY38" fmla="*/ 25316 h 30637"/>
                  <a:gd name="connsiteX39" fmla="*/ 10213 w 27904"/>
                  <a:gd name="connsiteY39" fmla="*/ 27905 h 30637"/>
                  <a:gd name="connsiteX40" fmla="*/ 10213 w 27904"/>
                  <a:gd name="connsiteY40" fmla="*/ 30638 h 30637"/>
                  <a:gd name="connsiteX41" fmla="*/ 12658 w 27904"/>
                  <a:gd name="connsiteY41" fmla="*/ 30638 h 30637"/>
                  <a:gd name="connsiteX42" fmla="*/ 12658 w 27904"/>
                  <a:gd name="connsiteY42" fmla="*/ 27905 h 30637"/>
                  <a:gd name="connsiteX43" fmla="*/ 15247 w 27904"/>
                  <a:gd name="connsiteY43" fmla="*/ 27905 h 30637"/>
                  <a:gd name="connsiteX44" fmla="*/ 15247 w 27904"/>
                  <a:gd name="connsiteY44" fmla="*/ 25316 h 30637"/>
                  <a:gd name="connsiteX45" fmla="*/ 17692 w 27904"/>
                  <a:gd name="connsiteY45" fmla="*/ 25316 h 30637"/>
                  <a:gd name="connsiteX46" fmla="*/ 17692 w 27904"/>
                  <a:gd name="connsiteY46" fmla="*/ 22870 h 30637"/>
                  <a:gd name="connsiteX47" fmla="*/ 17692 w 27904"/>
                  <a:gd name="connsiteY47" fmla="*/ 20425 h 30637"/>
                  <a:gd name="connsiteX48" fmla="*/ 20425 w 27904"/>
                  <a:gd name="connsiteY48" fmla="*/ 20425 h 30637"/>
                  <a:gd name="connsiteX49" fmla="*/ 22870 w 27904"/>
                  <a:gd name="connsiteY49" fmla="*/ 20425 h 30637"/>
                  <a:gd name="connsiteX50" fmla="*/ 22870 w 27904"/>
                  <a:gd name="connsiteY50" fmla="*/ 17692 h 30637"/>
                  <a:gd name="connsiteX51" fmla="*/ 22870 w 27904"/>
                  <a:gd name="connsiteY51" fmla="*/ 15103 h 30637"/>
                  <a:gd name="connsiteX52" fmla="*/ 25316 w 27904"/>
                  <a:gd name="connsiteY52" fmla="*/ 15103 h 30637"/>
                  <a:gd name="connsiteX53" fmla="*/ 25316 w 27904"/>
                  <a:gd name="connsiteY53" fmla="*/ 12658 h 30637"/>
                  <a:gd name="connsiteX54" fmla="*/ 27905 w 27904"/>
                  <a:gd name="connsiteY54" fmla="*/ 10212 h 30637"/>
                  <a:gd name="connsiteX55" fmla="*/ 27905 w 27904"/>
                  <a:gd name="connsiteY55" fmla="*/ 7623 h 30637"/>
                  <a:gd name="connsiteX56" fmla="*/ 27905 w 27904"/>
                  <a:gd name="connsiteY56" fmla="*/ 4890 h 30637"/>
                  <a:gd name="connsiteX57" fmla="*/ 27905 w 27904"/>
                  <a:gd name="connsiteY57" fmla="*/ 2445 h 30637"/>
                  <a:gd name="connsiteX58" fmla="*/ 25316 w 27904"/>
                  <a:gd name="connsiteY58" fmla="*/ 2445 h 30637"/>
                  <a:gd name="connsiteX59" fmla="*/ 22870 w 27904"/>
                  <a:gd name="connsiteY59" fmla="*/ 2445 h 30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27904" h="30637">
                    <a:moveTo>
                      <a:pt x="22870" y="2445"/>
                    </a:moveTo>
                    <a:lnTo>
                      <a:pt x="20425" y="2445"/>
                    </a:lnTo>
                    <a:lnTo>
                      <a:pt x="20425" y="0"/>
                    </a:lnTo>
                    <a:lnTo>
                      <a:pt x="17692" y="0"/>
                    </a:lnTo>
                    <a:lnTo>
                      <a:pt x="17692" y="2445"/>
                    </a:lnTo>
                    <a:lnTo>
                      <a:pt x="15247" y="2445"/>
                    </a:lnTo>
                    <a:lnTo>
                      <a:pt x="15247" y="4890"/>
                    </a:lnTo>
                    <a:lnTo>
                      <a:pt x="12658" y="4890"/>
                    </a:lnTo>
                    <a:lnTo>
                      <a:pt x="12658" y="7623"/>
                    </a:lnTo>
                    <a:lnTo>
                      <a:pt x="10213" y="7623"/>
                    </a:lnTo>
                    <a:lnTo>
                      <a:pt x="10213" y="10212"/>
                    </a:lnTo>
                    <a:lnTo>
                      <a:pt x="10213" y="12658"/>
                    </a:lnTo>
                    <a:lnTo>
                      <a:pt x="7480" y="12658"/>
                    </a:lnTo>
                    <a:lnTo>
                      <a:pt x="7480" y="15103"/>
                    </a:lnTo>
                    <a:lnTo>
                      <a:pt x="5034" y="15103"/>
                    </a:lnTo>
                    <a:lnTo>
                      <a:pt x="2445" y="17692"/>
                    </a:lnTo>
                    <a:lnTo>
                      <a:pt x="0" y="17692"/>
                    </a:lnTo>
                    <a:lnTo>
                      <a:pt x="0" y="20425"/>
                    </a:lnTo>
                    <a:lnTo>
                      <a:pt x="2445" y="20425"/>
                    </a:lnTo>
                    <a:lnTo>
                      <a:pt x="5034" y="20425"/>
                    </a:lnTo>
                    <a:lnTo>
                      <a:pt x="5034" y="17692"/>
                    </a:lnTo>
                    <a:lnTo>
                      <a:pt x="7480" y="20425"/>
                    </a:lnTo>
                    <a:lnTo>
                      <a:pt x="7480" y="17692"/>
                    </a:lnTo>
                    <a:lnTo>
                      <a:pt x="10213" y="17692"/>
                    </a:lnTo>
                    <a:lnTo>
                      <a:pt x="12658" y="17692"/>
                    </a:lnTo>
                    <a:lnTo>
                      <a:pt x="12658" y="15103"/>
                    </a:lnTo>
                    <a:lnTo>
                      <a:pt x="15247" y="15103"/>
                    </a:lnTo>
                    <a:lnTo>
                      <a:pt x="15247" y="12658"/>
                    </a:lnTo>
                    <a:lnTo>
                      <a:pt x="17692" y="12658"/>
                    </a:lnTo>
                    <a:lnTo>
                      <a:pt x="17692" y="15103"/>
                    </a:lnTo>
                    <a:lnTo>
                      <a:pt x="15247" y="15103"/>
                    </a:lnTo>
                    <a:lnTo>
                      <a:pt x="15247" y="17692"/>
                    </a:lnTo>
                    <a:lnTo>
                      <a:pt x="12658" y="17692"/>
                    </a:lnTo>
                    <a:lnTo>
                      <a:pt x="12658" y="20425"/>
                    </a:lnTo>
                    <a:lnTo>
                      <a:pt x="10213" y="20425"/>
                    </a:lnTo>
                    <a:lnTo>
                      <a:pt x="10213" y="22870"/>
                    </a:lnTo>
                    <a:lnTo>
                      <a:pt x="7480" y="22870"/>
                    </a:lnTo>
                    <a:lnTo>
                      <a:pt x="7480" y="25316"/>
                    </a:lnTo>
                    <a:lnTo>
                      <a:pt x="10213" y="25316"/>
                    </a:lnTo>
                    <a:lnTo>
                      <a:pt x="10213" y="27905"/>
                    </a:lnTo>
                    <a:lnTo>
                      <a:pt x="10213" y="30638"/>
                    </a:lnTo>
                    <a:lnTo>
                      <a:pt x="12658" y="30638"/>
                    </a:lnTo>
                    <a:lnTo>
                      <a:pt x="12658" y="27905"/>
                    </a:lnTo>
                    <a:lnTo>
                      <a:pt x="15247" y="27905"/>
                    </a:lnTo>
                    <a:lnTo>
                      <a:pt x="15247" y="25316"/>
                    </a:lnTo>
                    <a:lnTo>
                      <a:pt x="17692" y="25316"/>
                    </a:lnTo>
                    <a:lnTo>
                      <a:pt x="17692" y="22870"/>
                    </a:lnTo>
                    <a:lnTo>
                      <a:pt x="17692" y="20425"/>
                    </a:lnTo>
                    <a:lnTo>
                      <a:pt x="20425" y="20425"/>
                    </a:lnTo>
                    <a:lnTo>
                      <a:pt x="22870" y="20425"/>
                    </a:lnTo>
                    <a:lnTo>
                      <a:pt x="22870" y="17692"/>
                    </a:lnTo>
                    <a:lnTo>
                      <a:pt x="22870" y="15103"/>
                    </a:lnTo>
                    <a:lnTo>
                      <a:pt x="25316" y="15103"/>
                    </a:lnTo>
                    <a:lnTo>
                      <a:pt x="25316" y="12658"/>
                    </a:lnTo>
                    <a:lnTo>
                      <a:pt x="27905" y="10212"/>
                    </a:lnTo>
                    <a:lnTo>
                      <a:pt x="27905" y="7623"/>
                    </a:lnTo>
                    <a:lnTo>
                      <a:pt x="27905" y="4890"/>
                    </a:lnTo>
                    <a:lnTo>
                      <a:pt x="27905" y="2445"/>
                    </a:lnTo>
                    <a:lnTo>
                      <a:pt x="25316" y="2445"/>
                    </a:lnTo>
                    <a:lnTo>
                      <a:pt x="2287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59" name="Freeform: Shape 4054">
                <a:extLst>
                  <a:ext uri="{FF2B5EF4-FFF2-40B4-BE49-F238E27FC236}">
                    <a16:creationId xmlns:a16="http://schemas.microsoft.com/office/drawing/2014/main" id="{045A7DF7-4EB5-3F9C-BF54-4A212340070F}"/>
                  </a:ext>
                </a:extLst>
              </p:cNvPr>
              <p:cNvSpPr/>
              <p:nvPr/>
            </p:nvSpPr>
            <p:spPr>
              <a:xfrm>
                <a:off x="3610082" y="3649235"/>
                <a:ext cx="5322" cy="4890"/>
              </a:xfrm>
              <a:custGeom>
                <a:avLst/>
                <a:gdLst>
                  <a:gd name="connsiteX0" fmla="*/ 2589 w 5322"/>
                  <a:gd name="connsiteY0" fmla="*/ 0 h 4890"/>
                  <a:gd name="connsiteX1" fmla="*/ 0 w 5322"/>
                  <a:gd name="connsiteY1" fmla="*/ 0 h 4890"/>
                  <a:gd name="connsiteX2" fmla="*/ 0 w 5322"/>
                  <a:gd name="connsiteY2" fmla="*/ 2445 h 4890"/>
                  <a:gd name="connsiteX3" fmla="*/ 2589 w 5322"/>
                  <a:gd name="connsiteY3" fmla="*/ 2445 h 4890"/>
                  <a:gd name="connsiteX4" fmla="*/ 2589 w 5322"/>
                  <a:gd name="connsiteY4" fmla="*/ 4891 h 4890"/>
                  <a:gd name="connsiteX5" fmla="*/ 5322 w 5322"/>
                  <a:gd name="connsiteY5" fmla="*/ 4891 h 4890"/>
                  <a:gd name="connsiteX6" fmla="*/ 5322 w 5322"/>
                  <a:gd name="connsiteY6" fmla="*/ 2445 h 4890"/>
                  <a:gd name="connsiteX7" fmla="*/ 2589 w 5322"/>
                  <a:gd name="connsiteY7" fmla="*/ 0 h 4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22" h="4890">
                    <a:moveTo>
                      <a:pt x="2589" y="0"/>
                    </a:moveTo>
                    <a:lnTo>
                      <a:pt x="0" y="0"/>
                    </a:lnTo>
                    <a:lnTo>
                      <a:pt x="0" y="2445"/>
                    </a:lnTo>
                    <a:lnTo>
                      <a:pt x="2589" y="2445"/>
                    </a:lnTo>
                    <a:lnTo>
                      <a:pt x="2589" y="4891"/>
                    </a:lnTo>
                    <a:lnTo>
                      <a:pt x="5322" y="4891"/>
                    </a:lnTo>
                    <a:lnTo>
                      <a:pt x="5322" y="2445"/>
                    </a:lnTo>
                    <a:lnTo>
                      <a:pt x="2589" y="0"/>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60" name="Freeform: Shape 4055">
                <a:extLst>
                  <a:ext uri="{FF2B5EF4-FFF2-40B4-BE49-F238E27FC236}">
                    <a16:creationId xmlns:a16="http://schemas.microsoft.com/office/drawing/2014/main" id="{16A8AEC0-B587-8784-B4FE-7E206524EBC5}"/>
                  </a:ext>
                </a:extLst>
              </p:cNvPr>
              <p:cNvSpPr/>
              <p:nvPr/>
            </p:nvSpPr>
            <p:spPr>
              <a:xfrm>
                <a:off x="3617849" y="3651680"/>
                <a:ext cx="2445" cy="2445"/>
              </a:xfrm>
              <a:custGeom>
                <a:avLst/>
                <a:gdLst>
                  <a:gd name="connsiteX0" fmla="*/ 0 w 2445"/>
                  <a:gd name="connsiteY0" fmla="*/ 0 h 2445"/>
                  <a:gd name="connsiteX1" fmla="*/ 0 w 2445"/>
                  <a:gd name="connsiteY1" fmla="*/ 2445 h 2445"/>
                  <a:gd name="connsiteX2" fmla="*/ 2445 w 2445"/>
                  <a:gd name="connsiteY2" fmla="*/ 2445 h 2445"/>
                  <a:gd name="connsiteX3" fmla="*/ 0 w 2445"/>
                  <a:gd name="connsiteY3" fmla="*/ 0 h 2445"/>
                </a:gdLst>
                <a:ahLst/>
                <a:cxnLst>
                  <a:cxn ang="0">
                    <a:pos x="connsiteX0" y="connsiteY0"/>
                  </a:cxn>
                  <a:cxn ang="0">
                    <a:pos x="connsiteX1" y="connsiteY1"/>
                  </a:cxn>
                  <a:cxn ang="0">
                    <a:pos x="connsiteX2" y="connsiteY2"/>
                  </a:cxn>
                  <a:cxn ang="0">
                    <a:pos x="connsiteX3" y="connsiteY3"/>
                  </a:cxn>
                </a:cxnLst>
                <a:rect l="l" t="t" r="r" b="b"/>
                <a:pathLst>
                  <a:path w="2445" h="2445">
                    <a:moveTo>
                      <a:pt x="0" y="0"/>
                    </a:moveTo>
                    <a:lnTo>
                      <a:pt x="0" y="2445"/>
                    </a:lnTo>
                    <a:lnTo>
                      <a:pt x="2445" y="2445"/>
                    </a:lnTo>
                    <a:lnTo>
                      <a:pt x="0" y="0"/>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61" name="Freeform: Shape 4056">
                <a:extLst>
                  <a:ext uri="{FF2B5EF4-FFF2-40B4-BE49-F238E27FC236}">
                    <a16:creationId xmlns:a16="http://schemas.microsoft.com/office/drawing/2014/main" id="{57D50774-6E40-EE11-83F5-A935A64732F2}"/>
                  </a:ext>
                </a:extLst>
              </p:cNvPr>
              <p:cNvSpPr/>
              <p:nvPr/>
            </p:nvSpPr>
            <p:spPr>
              <a:xfrm>
                <a:off x="3617849" y="3649235"/>
                <a:ext cx="2445" cy="2445"/>
              </a:xfrm>
              <a:custGeom>
                <a:avLst/>
                <a:gdLst>
                  <a:gd name="connsiteX0" fmla="*/ 0 w 2445"/>
                  <a:gd name="connsiteY0" fmla="*/ 0 h 2445"/>
                  <a:gd name="connsiteX1" fmla="*/ 0 w 2445"/>
                  <a:gd name="connsiteY1" fmla="*/ 2445 h 2445"/>
                  <a:gd name="connsiteX2" fmla="*/ 2445 w 2445"/>
                  <a:gd name="connsiteY2" fmla="*/ 2445 h 2445"/>
                  <a:gd name="connsiteX3" fmla="*/ 0 w 2445"/>
                  <a:gd name="connsiteY3" fmla="*/ 0 h 2445"/>
                </a:gdLst>
                <a:ahLst/>
                <a:cxnLst>
                  <a:cxn ang="0">
                    <a:pos x="connsiteX0" y="connsiteY0"/>
                  </a:cxn>
                  <a:cxn ang="0">
                    <a:pos x="connsiteX1" y="connsiteY1"/>
                  </a:cxn>
                  <a:cxn ang="0">
                    <a:pos x="connsiteX2" y="connsiteY2"/>
                  </a:cxn>
                  <a:cxn ang="0">
                    <a:pos x="connsiteX3" y="connsiteY3"/>
                  </a:cxn>
                </a:cxnLst>
                <a:rect l="l" t="t" r="r" b="b"/>
                <a:pathLst>
                  <a:path w="2445" h="2445">
                    <a:moveTo>
                      <a:pt x="0" y="0"/>
                    </a:moveTo>
                    <a:lnTo>
                      <a:pt x="0" y="2445"/>
                    </a:lnTo>
                    <a:lnTo>
                      <a:pt x="2445" y="2445"/>
                    </a:lnTo>
                    <a:lnTo>
                      <a:pt x="0" y="0"/>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62" name="Freeform: Shape 4057">
                <a:extLst>
                  <a:ext uri="{FF2B5EF4-FFF2-40B4-BE49-F238E27FC236}">
                    <a16:creationId xmlns:a16="http://schemas.microsoft.com/office/drawing/2014/main" id="{AF29B412-BDDE-BA68-C031-F5D51F0D545E}"/>
                  </a:ext>
                </a:extLst>
              </p:cNvPr>
              <p:cNvSpPr/>
              <p:nvPr/>
            </p:nvSpPr>
            <p:spPr>
              <a:xfrm>
                <a:off x="3605192" y="3557322"/>
                <a:ext cx="15103" cy="25315"/>
              </a:xfrm>
              <a:custGeom>
                <a:avLst/>
                <a:gdLst>
                  <a:gd name="connsiteX0" fmla="*/ 2445 w 15103"/>
                  <a:gd name="connsiteY0" fmla="*/ 12658 h 25315"/>
                  <a:gd name="connsiteX1" fmla="*/ 0 w 15103"/>
                  <a:gd name="connsiteY1" fmla="*/ 12658 h 25315"/>
                  <a:gd name="connsiteX2" fmla="*/ 0 w 15103"/>
                  <a:gd name="connsiteY2" fmla="*/ 15247 h 25315"/>
                  <a:gd name="connsiteX3" fmla="*/ 0 w 15103"/>
                  <a:gd name="connsiteY3" fmla="*/ 17980 h 25315"/>
                  <a:gd name="connsiteX4" fmla="*/ 0 w 15103"/>
                  <a:gd name="connsiteY4" fmla="*/ 20425 h 25315"/>
                  <a:gd name="connsiteX5" fmla="*/ 0 w 15103"/>
                  <a:gd name="connsiteY5" fmla="*/ 22870 h 25315"/>
                  <a:gd name="connsiteX6" fmla="*/ 2445 w 15103"/>
                  <a:gd name="connsiteY6" fmla="*/ 22870 h 25315"/>
                  <a:gd name="connsiteX7" fmla="*/ 4891 w 15103"/>
                  <a:gd name="connsiteY7" fmla="*/ 22870 h 25315"/>
                  <a:gd name="connsiteX8" fmla="*/ 7480 w 15103"/>
                  <a:gd name="connsiteY8" fmla="*/ 22870 h 25315"/>
                  <a:gd name="connsiteX9" fmla="*/ 7480 w 15103"/>
                  <a:gd name="connsiteY9" fmla="*/ 25316 h 25315"/>
                  <a:gd name="connsiteX10" fmla="*/ 10213 w 15103"/>
                  <a:gd name="connsiteY10" fmla="*/ 25316 h 25315"/>
                  <a:gd name="connsiteX11" fmla="*/ 10213 w 15103"/>
                  <a:gd name="connsiteY11" fmla="*/ 22870 h 25315"/>
                  <a:gd name="connsiteX12" fmla="*/ 10213 w 15103"/>
                  <a:gd name="connsiteY12" fmla="*/ 20425 h 25315"/>
                  <a:gd name="connsiteX13" fmla="*/ 12658 w 15103"/>
                  <a:gd name="connsiteY13" fmla="*/ 17980 h 25315"/>
                  <a:gd name="connsiteX14" fmla="*/ 10213 w 15103"/>
                  <a:gd name="connsiteY14" fmla="*/ 17980 h 25315"/>
                  <a:gd name="connsiteX15" fmla="*/ 12658 w 15103"/>
                  <a:gd name="connsiteY15" fmla="*/ 15247 h 25315"/>
                  <a:gd name="connsiteX16" fmla="*/ 12658 w 15103"/>
                  <a:gd name="connsiteY16" fmla="*/ 12658 h 25315"/>
                  <a:gd name="connsiteX17" fmla="*/ 15103 w 15103"/>
                  <a:gd name="connsiteY17" fmla="*/ 12658 h 25315"/>
                  <a:gd name="connsiteX18" fmla="*/ 15103 w 15103"/>
                  <a:gd name="connsiteY18" fmla="*/ 10213 h 25315"/>
                  <a:gd name="connsiteX19" fmla="*/ 15103 w 15103"/>
                  <a:gd name="connsiteY19" fmla="*/ 7767 h 25315"/>
                  <a:gd name="connsiteX20" fmla="*/ 15103 w 15103"/>
                  <a:gd name="connsiteY20" fmla="*/ 5034 h 25315"/>
                  <a:gd name="connsiteX21" fmla="*/ 15103 w 15103"/>
                  <a:gd name="connsiteY21" fmla="*/ 2445 h 25315"/>
                  <a:gd name="connsiteX22" fmla="*/ 15103 w 15103"/>
                  <a:gd name="connsiteY22" fmla="*/ 0 h 25315"/>
                  <a:gd name="connsiteX23" fmla="*/ 12658 w 15103"/>
                  <a:gd name="connsiteY23" fmla="*/ 0 h 25315"/>
                  <a:gd name="connsiteX24" fmla="*/ 10213 w 15103"/>
                  <a:gd name="connsiteY24" fmla="*/ 0 h 25315"/>
                  <a:gd name="connsiteX25" fmla="*/ 10213 w 15103"/>
                  <a:gd name="connsiteY25" fmla="*/ 2445 h 25315"/>
                  <a:gd name="connsiteX26" fmla="*/ 10213 w 15103"/>
                  <a:gd name="connsiteY26" fmla="*/ 5034 h 25315"/>
                  <a:gd name="connsiteX27" fmla="*/ 7480 w 15103"/>
                  <a:gd name="connsiteY27" fmla="*/ 5034 h 25315"/>
                  <a:gd name="connsiteX28" fmla="*/ 7480 w 15103"/>
                  <a:gd name="connsiteY28" fmla="*/ 7767 h 25315"/>
                  <a:gd name="connsiteX29" fmla="*/ 4891 w 15103"/>
                  <a:gd name="connsiteY29" fmla="*/ 7767 h 25315"/>
                  <a:gd name="connsiteX30" fmla="*/ 2445 w 15103"/>
                  <a:gd name="connsiteY30" fmla="*/ 7767 h 25315"/>
                  <a:gd name="connsiteX31" fmla="*/ 2445 w 15103"/>
                  <a:gd name="connsiteY31" fmla="*/ 10213 h 25315"/>
                  <a:gd name="connsiteX32" fmla="*/ 2445 w 15103"/>
                  <a:gd name="connsiteY32" fmla="*/ 12658 h 25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103" h="25315">
                    <a:moveTo>
                      <a:pt x="2445" y="12658"/>
                    </a:moveTo>
                    <a:lnTo>
                      <a:pt x="0" y="12658"/>
                    </a:lnTo>
                    <a:lnTo>
                      <a:pt x="0" y="15247"/>
                    </a:lnTo>
                    <a:lnTo>
                      <a:pt x="0" y="17980"/>
                    </a:lnTo>
                    <a:lnTo>
                      <a:pt x="0" y="20425"/>
                    </a:lnTo>
                    <a:lnTo>
                      <a:pt x="0" y="22870"/>
                    </a:lnTo>
                    <a:lnTo>
                      <a:pt x="2445" y="22870"/>
                    </a:lnTo>
                    <a:lnTo>
                      <a:pt x="4891" y="22870"/>
                    </a:lnTo>
                    <a:lnTo>
                      <a:pt x="7480" y="22870"/>
                    </a:lnTo>
                    <a:lnTo>
                      <a:pt x="7480" y="25316"/>
                    </a:lnTo>
                    <a:lnTo>
                      <a:pt x="10213" y="25316"/>
                    </a:lnTo>
                    <a:lnTo>
                      <a:pt x="10213" y="22870"/>
                    </a:lnTo>
                    <a:lnTo>
                      <a:pt x="10213" y="20425"/>
                    </a:lnTo>
                    <a:lnTo>
                      <a:pt x="12658" y="17980"/>
                    </a:lnTo>
                    <a:lnTo>
                      <a:pt x="10213" y="17980"/>
                    </a:lnTo>
                    <a:lnTo>
                      <a:pt x="12658" y="15247"/>
                    </a:lnTo>
                    <a:lnTo>
                      <a:pt x="12658" y="12658"/>
                    </a:lnTo>
                    <a:lnTo>
                      <a:pt x="15103" y="12658"/>
                    </a:lnTo>
                    <a:lnTo>
                      <a:pt x="15103" y="10213"/>
                    </a:lnTo>
                    <a:lnTo>
                      <a:pt x="15103" y="7767"/>
                    </a:lnTo>
                    <a:lnTo>
                      <a:pt x="15103" y="5034"/>
                    </a:lnTo>
                    <a:lnTo>
                      <a:pt x="15103" y="2445"/>
                    </a:lnTo>
                    <a:lnTo>
                      <a:pt x="15103" y="0"/>
                    </a:lnTo>
                    <a:lnTo>
                      <a:pt x="12658" y="0"/>
                    </a:lnTo>
                    <a:lnTo>
                      <a:pt x="10213" y="0"/>
                    </a:lnTo>
                    <a:lnTo>
                      <a:pt x="10213" y="2445"/>
                    </a:lnTo>
                    <a:lnTo>
                      <a:pt x="10213" y="5034"/>
                    </a:lnTo>
                    <a:lnTo>
                      <a:pt x="7480" y="5034"/>
                    </a:lnTo>
                    <a:lnTo>
                      <a:pt x="7480" y="7767"/>
                    </a:lnTo>
                    <a:lnTo>
                      <a:pt x="4891" y="7767"/>
                    </a:lnTo>
                    <a:lnTo>
                      <a:pt x="2445" y="7767"/>
                    </a:lnTo>
                    <a:lnTo>
                      <a:pt x="2445" y="10213"/>
                    </a:lnTo>
                    <a:lnTo>
                      <a:pt x="2445" y="12658"/>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63" name="Freeform: Shape 4058">
                <a:extLst>
                  <a:ext uri="{FF2B5EF4-FFF2-40B4-BE49-F238E27FC236}">
                    <a16:creationId xmlns:a16="http://schemas.microsoft.com/office/drawing/2014/main" id="{134741C0-7647-079B-C16C-9CF2316C9890}"/>
                  </a:ext>
                </a:extLst>
              </p:cNvPr>
              <p:cNvSpPr/>
              <p:nvPr/>
            </p:nvSpPr>
            <p:spPr>
              <a:xfrm>
                <a:off x="3607637" y="3358394"/>
                <a:ext cx="25459" cy="20425"/>
              </a:xfrm>
              <a:custGeom>
                <a:avLst/>
                <a:gdLst>
                  <a:gd name="connsiteX0" fmla="*/ 7767 w 25459"/>
                  <a:gd name="connsiteY0" fmla="*/ 20425 h 20425"/>
                  <a:gd name="connsiteX1" fmla="*/ 7767 w 25459"/>
                  <a:gd name="connsiteY1" fmla="*/ 17980 h 20425"/>
                  <a:gd name="connsiteX2" fmla="*/ 10213 w 25459"/>
                  <a:gd name="connsiteY2" fmla="*/ 17980 h 20425"/>
                  <a:gd name="connsiteX3" fmla="*/ 12658 w 25459"/>
                  <a:gd name="connsiteY3" fmla="*/ 17980 h 20425"/>
                  <a:gd name="connsiteX4" fmla="*/ 15247 w 25459"/>
                  <a:gd name="connsiteY4" fmla="*/ 15391 h 20425"/>
                  <a:gd name="connsiteX5" fmla="*/ 17692 w 25459"/>
                  <a:gd name="connsiteY5" fmla="*/ 15391 h 20425"/>
                  <a:gd name="connsiteX6" fmla="*/ 17692 w 25459"/>
                  <a:gd name="connsiteY6" fmla="*/ 12658 h 20425"/>
                  <a:gd name="connsiteX7" fmla="*/ 20425 w 25459"/>
                  <a:gd name="connsiteY7" fmla="*/ 12658 h 20425"/>
                  <a:gd name="connsiteX8" fmla="*/ 20425 w 25459"/>
                  <a:gd name="connsiteY8" fmla="*/ 10213 h 20425"/>
                  <a:gd name="connsiteX9" fmla="*/ 22870 w 25459"/>
                  <a:gd name="connsiteY9" fmla="*/ 10213 h 20425"/>
                  <a:gd name="connsiteX10" fmla="*/ 22870 w 25459"/>
                  <a:gd name="connsiteY10" fmla="*/ 7767 h 20425"/>
                  <a:gd name="connsiteX11" fmla="*/ 25459 w 25459"/>
                  <a:gd name="connsiteY11" fmla="*/ 7767 h 20425"/>
                  <a:gd name="connsiteX12" fmla="*/ 25459 w 25459"/>
                  <a:gd name="connsiteY12" fmla="*/ 5178 h 20425"/>
                  <a:gd name="connsiteX13" fmla="*/ 25459 w 25459"/>
                  <a:gd name="connsiteY13" fmla="*/ 2445 h 20425"/>
                  <a:gd name="connsiteX14" fmla="*/ 25459 w 25459"/>
                  <a:gd name="connsiteY14" fmla="*/ 0 h 20425"/>
                  <a:gd name="connsiteX15" fmla="*/ 22870 w 25459"/>
                  <a:gd name="connsiteY15" fmla="*/ 0 h 20425"/>
                  <a:gd name="connsiteX16" fmla="*/ 22870 w 25459"/>
                  <a:gd name="connsiteY16" fmla="*/ 2445 h 20425"/>
                  <a:gd name="connsiteX17" fmla="*/ 20425 w 25459"/>
                  <a:gd name="connsiteY17" fmla="*/ 2445 h 20425"/>
                  <a:gd name="connsiteX18" fmla="*/ 17692 w 25459"/>
                  <a:gd name="connsiteY18" fmla="*/ 5178 h 20425"/>
                  <a:gd name="connsiteX19" fmla="*/ 15247 w 25459"/>
                  <a:gd name="connsiteY19" fmla="*/ 5178 h 20425"/>
                  <a:gd name="connsiteX20" fmla="*/ 15247 w 25459"/>
                  <a:gd name="connsiteY20" fmla="*/ 7767 h 20425"/>
                  <a:gd name="connsiteX21" fmla="*/ 12658 w 25459"/>
                  <a:gd name="connsiteY21" fmla="*/ 7767 h 20425"/>
                  <a:gd name="connsiteX22" fmla="*/ 12658 w 25459"/>
                  <a:gd name="connsiteY22" fmla="*/ 10213 h 20425"/>
                  <a:gd name="connsiteX23" fmla="*/ 10213 w 25459"/>
                  <a:gd name="connsiteY23" fmla="*/ 10213 h 20425"/>
                  <a:gd name="connsiteX24" fmla="*/ 7767 w 25459"/>
                  <a:gd name="connsiteY24" fmla="*/ 10213 h 20425"/>
                  <a:gd name="connsiteX25" fmla="*/ 5034 w 25459"/>
                  <a:gd name="connsiteY25" fmla="*/ 10213 h 20425"/>
                  <a:gd name="connsiteX26" fmla="*/ 5034 w 25459"/>
                  <a:gd name="connsiteY26" fmla="*/ 12658 h 20425"/>
                  <a:gd name="connsiteX27" fmla="*/ 2445 w 25459"/>
                  <a:gd name="connsiteY27" fmla="*/ 12658 h 20425"/>
                  <a:gd name="connsiteX28" fmla="*/ 0 w 25459"/>
                  <a:gd name="connsiteY28" fmla="*/ 15391 h 20425"/>
                  <a:gd name="connsiteX29" fmla="*/ 0 w 25459"/>
                  <a:gd name="connsiteY29" fmla="*/ 17980 h 20425"/>
                  <a:gd name="connsiteX30" fmla="*/ 2445 w 25459"/>
                  <a:gd name="connsiteY30" fmla="*/ 17980 h 20425"/>
                  <a:gd name="connsiteX31" fmla="*/ 2445 w 25459"/>
                  <a:gd name="connsiteY31" fmla="*/ 20425 h 20425"/>
                  <a:gd name="connsiteX32" fmla="*/ 5034 w 25459"/>
                  <a:gd name="connsiteY32" fmla="*/ 20425 h 20425"/>
                  <a:gd name="connsiteX33" fmla="*/ 7767 w 25459"/>
                  <a:gd name="connsiteY33" fmla="*/ 20425 h 20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5459" h="20425">
                    <a:moveTo>
                      <a:pt x="7767" y="20425"/>
                    </a:moveTo>
                    <a:lnTo>
                      <a:pt x="7767" y="17980"/>
                    </a:lnTo>
                    <a:lnTo>
                      <a:pt x="10213" y="17980"/>
                    </a:lnTo>
                    <a:lnTo>
                      <a:pt x="12658" y="17980"/>
                    </a:lnTo>
                    <a:lnTo>
                      <a:pt x="15247" y="15391"/>
                    </a:lnTo>
                    <a:lnTo>
                      <a:pt x="17692" y="15391"/>
                    </a:lnTo>
                    <a:lnTo>
                      <a:pt x="17692" y="12658"/>
                    </a:lnTo>
                    <a:lnTo>
                      <a:pt x="20425" y="12658"/>
                    </a:lnTo>
                    <a:lnTo>
                      <a:pt x="20425" y="10213"/>
                    </a:lnTo>
                    <a:lnTo>
                      <a:pt x="22870" y="10213"/>
                    </a:lnTo>
                    <a:lnTo>
                      <a:pt x="22870" y="7767"/>
                    </a:lnTo>
                    <a:lnTo>
                      <a:pt x="25459" y="7767"/>
                    </a:lnTo>
                    <a:lnTo>
                      <a:pt x="25459" y="5178"/>
                    </a:lnTo>
                    <a:lnTo>
                      <a:pt x="25459" y="2445"/>
                    </a:lnTo>
                    <a:lnTo>
                      <a:pt x="25459" y="0"/>
                    </a:lnTo>
                    <a:lnTo>
                      <a:pt x="22870" y="0"/>
                    </a:lnTo>
                    <a:lnTo>
                      <a:pt x="22870" y="2445"/>
                    </a:lnTo>
                    <a:lnTo>
                      <a:pt x="20425" y="2445"/>
                    </a:lnTo>
                    <a:lnTo>
                      <a:pt x="17692" y="5178"/>
                    </a:lnTo>
                    <a:lnTo>
                      <a:pt x="15247" y="5178"/>
                    </a:lnTo>
                    <a:lnTo>
                      <a:pt x="15247" y="7767"/>
                    </a:lnTo>
                    <a:lnTo>
                      <a:pt x="12658" y="7767"/>
                    </a:lnTo>
                    <a:lnTo>
                      <a:pt x="12658" y="10213"/>
                    </a:lnTo>
                    <a:lnTo>
                      <a:pt x="10213" y="10213"/>
                    </a:lnTo>
                    <a:lnTo>
                      <a:pt x="7767" y="10213"/>
                    </a:lnTo>
                    <a:lnTo>
                      <a:pt x="5034" y="10213"/>
                    </a:lnTo>
                    <a:lnTo>
                      <a:pt x="5034" y="12658"/>
                    </a:lnTo>
                    <a:lnTo>
                      <a:pt x="2445" y="12658"/>
                    </a:lnTo>
                    <a:lnTo>
                      <a:pt x="0" y="15391"/>
                    </a:lnTo>
                    <a:lnTo>
                      <a:pt x="0" y="17980"/>
                    </a:lnTo>
                    <a:lnTo>
                      <a:pt x="2445" y="17980"/>
                    </a:lnTo>
                    <a:lnTo>
                      <a:pt x="2445" y="20425"/>
                    </a:lnTo>
                    <a:lnTo>
                      <a:pt x="5034" y="20425"/>
                    </a:lnTo>
                    <a:lnTo>
                      <a:pt x="7767" y="2042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64" name="Freeform: Shape 4059">
                <a:extLst>
                  <a:ext uri="{FF2B5EF4-FFF2-40B4-BE49-F238E27FC236}">
                    <a16:creationId xmlns:a16="http://schemas.microsoft.com/office/drawing/2014/main" id="{FADBA383-CA8B-D24F-90F1-C101D97326C4}"/>
                  </a:ext>
                </a:extLst>
              </p:cNvPr>
              <p:cNvSpPr/>
              <p:nvPr/>
            </p:nvSpPr>
            <p:spPr>
              <a:xfrm>
                <a:off x="3625329" y="3542075"/>
                <a:ext cx="15390" cy="23014"/>
              </a:xfrm>
              <a:custGeom>
                <a:avLst/>
                <a:gdLst>
                  <a:gd name="connsiteX0" fmla="*/ 15391 w 15390"/>
                  <a:gd name="connsiteY0" fmla="*/ 15247 h 23014"/>
                  <a:gd name="connsiteX1" fmla="*/ 15391 w 15390"/>
                  <a:gd name="connsiteY1" fmla="*/ 12802 h 23014"/>
                  <a:gd name="connsiteX2" fmla="*/ 15391 w 15390"/>
                  <a:gd name="connsiteY2" fmla="*/ 10213 h 23014"/>
                  <a:gd name="connsiteX3" fmla="*/ 15391 w 15390"/>
                  <a:gd name="connsiteY3" fmla="*/ 7480 h 23014"/>
                  <a:gd name="connsiteX4" fmla="*/ 15391 w 15390"/>
                  <a:gd name="connsiteY4" fmla="*/ 5034 h 23014"/>
                  <a:gd name="connsiteX5" fmla="*/ 15391 w 15390"/>
                  <a:gd name="connsiteY5" fmla="*/ 2589 h 23014"/>
                  <a:gd name="connsiteX6" fmla="*/ 15391 w 15390"/>
                  <a:gd name="connsiteY6" fmla="*/ 0 h 23014"/>
                  <a:gd name="connsiteX7" fmla="*/ 12945 w 15390"/>
                  <a:gd name="connsiteY7" fmla="*/ 0 h 23014"/>
                  <a:gd name="connsiteX8" fmla="*/ 12945 w 15390"/>
                  <a:gd name="connsiteY8" fmla="*/ 2589 h 23014"/>
                  <a:gd name="connsiteX9" fmla="*/ 10213 w 15390"/>
                  <a:gd name="connsiteY9" fmla="*/ 2589 h 23014"/>
                  <a:gd name="connsiteX10" fmla="*/ 10213 w 15390"/>
                  <a:gd name="connsiteY10" fmla="*/ 5034 h 23014"/>
                  <a:gd name="connsiteX11" fmla="*/ 10213 w 15390"/>
                  <a:gd name="connsiteY11" fmla="*/ 7480 h 23014"/>
                  <a:gd name="connsiteX12" fmla="*/ 7767 w 15390"/>
                  <a:gd name="connsiteY12" fmla="*/ 7480 h 23014"/>
                  <a:gd name="connsiteX13" fmla="*/ 7767 w 15390"/>
                  <a:gd name="connsiteY13" fmla="*/ 10213 h 23014"/>
                  <a:gd name="connsiteX14" fmla="*/ 5178 w 15390"/>
                  <a:gd name="connsiteY14" fmla="*/ 10213 h 23014"/>
                  <a:gd name="connsiteX15" fmla="*/ 2733 w 15390"/>
                  <a:gd name="connsiteY15" fmla="*/ 12802 h 23014"/>
                  <a:gd name="connsiteX16" fmla="*/ 0 w 15390"/>
                  <a:gd name="connsiteY16" fmla="*/ 12802 h 23014"/>
                  <a:gd name="connsiteX17" fmla="*/ 0 w 15390"/>
                  <a:gd name="connsiteY17" fmla="*/ 15247 h 23014"/>
                  <a:gd name="connsiteX18" fmla="*/ 0 w 15390"/>
                  <a:gd name="connsiteY18" fmla="*/ 17692 h 23014"/>
                  <a:gd name="connsiteX19" fmla="*/ 0 w 15390"/>
                  <a:gd name="connsiteY19" fmla="*/ 20281 h 23014"/>
                  <a:gd name="connsiteX20" fmla="*/ 2733 w 15390"/>
                  <a:gd name="connsiteY20" fmla="*/ 20281 h 23014"/>
                  <a:gd name="connsiteX21" fmla="*/ 5178 w 15390"/>
                  <a:gd name="connsiteY21" fmla="*/ 20281 h 23014"/>
                  <a:gd name="connsiteX22" fmla="*/ 7767 w 15390"/>
                  <a:gd name="connsiteY22" fmla="*/ 20281 h 23014"/>
                  <a:gd name="connsiteX23" fmla="*/ 10213 w 15390"/>
                  <a:gd name="connsiteY23" fmla="*/ 20281 h 23014"/>
                  <a:gd name="connsiteX24" fmla="*/ 10213 w 15390"/>
                  <a:gd name="connsiteY24" fmla="*/ 23014 h 23014"/>
                  <a:gd name="connsiteX25" fmla="*/ 12945 w 15390"/>
                  <a:gd name="connsiteY25" fmla="*/ 23014 h 23014"/>
                  <a:gd name="connsiteX26" fmla="*/ 12945 w 15390"/>
                  <a:gd name="connsiteY26" fmla="*/ 20281 h 23014"/>
                  <a:gd name="connsiteX27" fmla="*/ 15391 w 15390"/>
                  <a:gd name="connsiteY27" fmla="*/ 20281 h 23014"/>
                  <a:gd name="connsiteX28" fmla="*/ 15391 w 15390"/>
                  <a:gd name="connsiteY28" fmla="*/ 17692 h 23014"/>
                  <a:gd name="connsiteX29" fmla="*/ 15391 w 15390"/>
                  <a:gd name="connsiteY29" fmla="*/ 15247 h 23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5390" h="23014">
                    <a:moveTo>
                      <a:pt x="15391" y="15247"/>
                    </a:moveTo>
                    <a:lnTo>
                      <a:pt x="15391" y="12802"/>
                    </a:lnTo>
                    <a:lnTo>
                      <a:pt x="15391" y="10213"/>
                    </a:lnTo>
                    <a:lnTo>
                      <a:pt x="15391" y="7480"/>
                    </a:lnTo>
                    <a:lnTo>
                      <a:pt x="15391" y="5034"/>
                    </a:lnTo>
                    <a:lnTo>
                      <a:pt x="15391" y="2589"/>
                    </a:lnTo>
                    <a:lnTo>
                      <a:pt x="15391" y="0"/>
                    </a:lnTo>
                    <a:lnTo>
                      <a:pt x="12945" y="0"/>
                    </a:lnTo>
                    <a:lnTo>
                      <a:pt x="12945" y="2589"/>
                    </a:lnTo>
                    <a:lnTo>
                      <a:pt x="10213" y="2589"/>
                    </a:lnTo>
                    <a:lnTo>
                      <a:pt x="10213" y="5034"/>
                    </a:lnTo>
                    <a:lnTo>
                      <a:pt x="10213" y="7480"/>
                    </a:lnTo>
                    <a:lnTo>
                      <a:pt x="7767" y="7480"/>
                    </a:lnTo>
                    <a:lnTo>
                      <a:pt x="7767" y="10213"/>
                    </a:lnTo>
                    <a:lnTo>
                      <a:pt x="5178" y="10213"/>
                    </a:lnTo>
                    <a:lnTo>
                      <a:pt x="2733" y="12802"/>
                    </a:lnTo>
                    <a:lnTo>
                      <a:pt x="0" y="12802"/>
                    </a:lnTo>
                    <a:lnTo>
                      <a:pt x="0" y="15247"/>
                    </a:lnTo>
                    <a:lnTo>
                      <a:pt x="0" y="17692"/>
                    </a:lnTo>
                    <a:lnTo>
                      <a:pt x="0" y="20281"/>
                    </a:lnTo>
                    <a:lnTo>
                      <a:pt x="2733" y="20281"/>
                    </a:lnTo>
                    <a:lnTo>
                      <a:pt x="5178" y="20281"/>
                    </a:lnTo>
                    <a:lnTo>
                      <a:pt x="7767" y="20281"/>
                    </a:lnTo>
                    <a:lnTo>
                      <a:pt x="10213" y="20281"/>
                    </a:lnTo>
                    <a:lnTo>
                      <a:pt x="10213" y="23014"/>
                    </a:lnTo>
                    <a:lnTo>
                      <a:pt x="12945" y="23014"/>
                    </a:lnTo>
                    <a:lnTo>
                      <a:pt x="12945" y="20281"/>
                    </a:lnTo>
                    <a:lnTo>
                      <a:pt x="15391" y="20281"/>
                    </a:lnTo>
                    <a:lnTo>
                      <a:pt x="15391" y="17692"/>
                    </a:lnTo>
                    <a:lnTo>
                      <a:pt x="15391" y="15247"/>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65" name="Freeform: Shape 4060">
                <a:extLst>
                  <a:ext uri="{FF2B5EF4-FFF2-40B4-BE49-F238E27FC236}">
                    <a16:creationId xmlns:a16="http://schemas.microsoft.com/office/drawing/2014/main" id="{BC2EEA22-A4F5-426E-86C6-2F645DDF98B4}"/>
                  </a:ext>
                </a:extLst>
              </p:cNvPr>
              <p:cNvSpPr/>
              <p:nvPr/>
            </p:nvSpPr>
            <p:spPr>
              <a:xfrm>
                <a:off x="3592246" y="3565089"/>
                <a:ext cx="10212" cy="27760"/>
              </a:xfrm>
              <a:custGeom>
                <a:avLst/>
                <a:gdLst>
                  <a:gd name="connsiteX0" fmla="*/ 2733 w 10212"/>
                  <a:gd name="connsiteY0" fmla="*/ 10212 h 27760"/>
                  <a:gd name="connsiteX1" fmla="*/ 0 w 10212"/>
                  <a:gd name="connsiteY1" fmla="*/ 10212 h 27760"/>
                  <a:gd name="connsiteX2" fmla="*/ 0 w 10212"/>
                  <a:gd name="connsiteY2" fmla="*/ 12658 h 27760"/>
                  <a:gd name="connsiteX3" fmla="*/ 0 w 10212"/>
                  <a:gd name="connsiteY3" fmla="*/ 15103 h 27760"/>
                  <a:gd name="connsiteX4" fmla="*/ 2733 w 10212"/>
                  <a:gd name="connsiteY4" fmla="*/ 15103 h 27760"/>
                  <a:gd name="connsiteX5" fmla="*/ 2733 w 10212"/>
                  <a:gd name="connsiteY5" fmla="*/ 17548 h 27760"/>
                  <a:gd name="connsiteX6" fmla="*/ 2733 w 10212"/>
                  <a:gd name="connsiteY6" fmla="*/ 20281 h 27760"/>
                  <a:gd name="connsiteX7" fmla="*/ 2733 w 10212"/>
                  <a:gd name="connsiteY7" fmla="*/ 22870 h 27760"/>
                  <a:gd name="connsiteX8" fmla="*/ 5178 w 10212"/>
                  <a:gd name="connsiteY8" fmla="*/ 25315 h 27760"/>
                  <a:gd name="connsiteX9" fmla="*/ 5178 w 10212"/>
                  <a:gd name="connsiteY9" fmla="*/ 27761 h 27760"/>
                  <a:gd name="connsiteX10" fmla="*/ 7623 w 10212"/>
                  <a:gd name="connsiteY10" fmla="*/ 27761 h 27760"/>
                  <a:gd name="connsiteX11" fmla="*/ 7623 w 10212"/>
                  <a:gd name="connsiteY11" fmla="*/ 25315 h 27760"/>
                  <a:gd name="connsiteX12" fmla="*/ 10213 w 10212"/>
                  <a:gd name="connsiteY12" fmla="*/ 25315 h 27760"/>
                  <a:gd name="connsiteX13" fmla="*/ 10213 w 10212"/>
                  <a:gd name="connsiteY13" fmla="*/ 22870 h 27760"/>
                  <a:gd name="connsiteX14" fmla="*/ 10213 w 10212"/>
                  <a:gd name="connsiteY14" fmla="*/ 20281 h 27760"/>
                  <a:gd name="connsiteX15" fmla="*/ 10213 w 10212"/>
                  <a:gd name="connsiteY15" fmla="*/ 17548 h 27760"/>
                  <a:gd name="connsiteX16" fmla="*/ 7623 w 10212"/>
                  <a:gd name="connsiteY16" fmla="*/ 15103 h 27760"/>
                  <a:gd name="connsiteX17" fmla="*/ 7623 w 10212"/>
                  <a:gd name="connsiteY17" fmla="*/ 12658 h 27760"/>
                  <a:gd name="connsiteX18" fmla="*/ 7623 w 10212"/>
                  <a:gd name="connsiteY18" fmla="*/ 10212 h 27760"/>
                  <a:gd name="connsiteX19" fmla="*/ 7623 w 10212"/>
                  <a:gd name="connsiteY19" fmla="*/ 7479 h 27760"/>
                  <a:gd name="connsiteX20" fmla="*/ 7623 w 10212"/>
                  <a:gd name="connsiteY20" fmla="*/ 4890 h 27760"/>
                  <a:gd name="connsiteX21" fmla="*/ 5178 w 10212"/>
                  <a:gd name="connsiteY21" fmla="*/ 4890 h 27760"/>
                  <a:gd name="connsiteX22" fmla="*/ 5178 w 10212"/>
                  <a:gd name="connsiteY22" fmla="*/ 2445 h 27760"/>
                  <a:gd name="connsiteX23" fmla="*/ 5178 w 10212"/>
                  <a:gd name="connsiteY23" fmla="*/ 0 h 27760"/>
                  <a:gd name="connsiteX24" fmla="*/ 2733 w 10212"/>
                  <a:gd name="connsiteY24" fmla="*/ 0 h 27760"/>
                  <a:gd name="connsiteX25" fmla="*/ 0 w 10212"/>
                  <a:gd name="connsiteY25" fmla="*/ 0 h 27760"/>
                  <a:gd name="connsiteX26" fmla="*/ 0 w 10212"/>
                  <a:gd name="connsiteY26" fmla="*/ 2445 h 27760"/>
                  <a:gd name="connsiteX27" fmla="*/ 0 w 10212"/>
                  <a:gd name="connsiteY27" fmla="*/ 4890 h 27760"/>
                  <a:gd name="connsiteX28" fmla="*/ 2733 w 10212"/>
                  <a:gd name="connsiteY28" fmla="*/ 4890 h 27760"/>
                  <a:gd name="connsiteX29" fmla="*/ 2733 w 10212"/>
                  <a:gd name="connsiteY29" fmla="*/ 7479 h 27760"/>
                  <a:gd name="connsiteX30" fmla="*/ 2733 w 10212"/>
                  <a:gd name="connsiteY30" fmla="*/ 10212 h 27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212" h="27760">
                    <a:moveTo>
                      <a:pt x="2733" y="10212"/>
                    </a:moveTo>
                    <a:lnTo>
                      <a:pt x="0" y="10212"/>
                    </a:lnTo>
                    <a:lnTo>
                      <a:pt x="0" y="12658"/>
                    </a:lnTo>
                    <a:lnTo>
                      <a:pt x="0" y="15103"/>
                    </a:lnTo>
                    <a:lnTo>
                      <a:pt x="2733" y="15103"/>
                    </a:lnTo>
                    <a:lnTo>
                      <a:pt x="2733" y="17548"/>
                    </a:lnTo>
                    <a:lnTo>
                      <a:pt x="2733" y="20281"/>
                    </a:lnTo>
                    <a:lnTo>
                      <a:pt x="2733" y="22870"/>
                    </a:lnTo>
                    <a:lnTo>
                      <a:pt x="5178" y="25315"/>
                    </a:lnTo>
                    <a:lnTo>
                      <a:pt x="5178" y="27761"/>
                    </a:lnTo>
                    <a:lnTo>
                      <a:pt x="7623" y="27761"/>
                    </a:lnTo>
                    <a:lnTo>
                      <a:pt x="7623" y="25315"/>
                    </a:lnTo>
                    <a:lnTo>
                      <a:pt x="10213" y="25315"/>
                    </a:lnTo>
                    <a:lnTo>
                      <a:pt x="10213" y="22870"/>
                    </a:lnTo>
                    <a:lnTo>
                      <a:pt x="10213" y="20281"/>
                    </a:lnTo>
                    <a:lnTo>
                      <a:pt x="10213" y="17548"/>
                    </a:lnTo>
                    <a:lnTo>
                      <a:pt x="7623" y="15103"/>
                    </a:lnTo>
                    <a:lnTo>
                      <a:pt x="7623" y="12658"/>
                    </a:lnTo>
                    <a:lnTo>
                      <a:pt x="7623" y="10212"/>
                    </a:lnTo>
                    <a:lnTo>
                      <a:pt x="7623" y="7479"/>
                    </a:lnTo>
                    <a:lnTo>
                      <a:pt x="7623" y="4890"/>
                    </a:lnTo>
                    <a:lnTo>
                      <a:pt x="5178" y="4890"/>
                    </a:lnTo>
                    <a:lnTo>
                      <a:pt x="5178" y="2445"/>
                    </a:lnTo>
                    <a:lnTo>
                      <a:pt x="5178" y="0"/>
                    </a:lnTo>
                    <a:lnTo>
                      <a:pt x="2733" y="0"/>
                    </a:lnTo>
                    <a:lnTo>
                      <a:pt x="0" y="0"/>
                    </a:lnTo>
                    <a:lnTo>
                      <a:pt x="0" y="2445"/>
                    </a:lnTo>
                    <a:lnTo>
                      <a:pt x="0" y="4890"/>
                    </a:lnTo>
                    <a:lnTo>
                      <a:pt x="2733" y="4890"/>
                    </a:lnTo>
                    <a:lnTo>
                      <a:pt x="2733" y="7479"/>
                    </a:lnTo>
                    <a:lnTo>
                      <a:pt x="2733" y="10212"/>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66" name="Freeform: Shape 4061">
                <a:extLst>
                  <a:ext uri="{FF2B5EF4-FFF2-40B4-BE49-F238E27FC236}">
                    <a16:creationId xmlns:a16="http://schemas.microsoft.com/office/drawing/2014/main" id="{47728362-93C7-AF8B-A361-D7A157ED88DE}"/>
                  </a:ext>
                </a:extLst>
              </p:cNvPr>
              <p:cNvSpPr/>
              <p:nvPr/>
            </p:nvSpPr>
            <p:spPr>
              <a:xfrm>
                <a:off x="3444381" y="3557322"/>
                <a:ext cx="2732" cy="2445"/>
              </a:xfrm>
              <a:custGeom>
                <a:avLst/>
                <a:gdLst>
                  <a:gd name="connsiteX0" fmla="*/ 0 w 2732"/>
                  <a:gd name="connsiteY0" fmla="*/ 0 h 2445"/>
                  <a:gd name="connsiteX1" fmla="*/ 2733 w 2732"/>
                  <a:gd name="connsiteY1" fmla="*/ 0 h 2445"/>
                  <a:gd name="connsiteX2" fmla="*/ 2733 w 2732"/>
                  <a:gd name="connsiteY2" fmla="*/ 2445 h 2445"/>
                  <a:gd name="connsiteX3" fmla="*/ 0 w 2732"/>
                  <a:gd name="connsiteY3" fmla="*/ 2445 h 2445"/>
                </a:gdLst>
                <a:ahLst/>
                <a:cxnLst>
                  <a:cxn ang="0">
                    <a:pos x="connsiteX0" y="connsiteY0"/>
                  </a:cxn>
                  <a:cxn ang="0">
                    <a:pos x="connsiteX1" y="connsiteY1"/>
                  </a:cxn>
                  <a:cxn ang="0">
                    <a:pos x="connsiteX2" y="connsiteY2"/>
                  </a:cxn>
                  <a:cxn ang="0">
                    <a:pos x="connsiteX3" y="connsiteY3"/>
                  </a:cxn>
                </a:cxnLst>
                <a:rect l="l" t="t" r="r" b="b"/>
                <a:pathLst>
                  <a:path w="2732" h="2445">
                    <a:moveTo>
                      <a:pt x="0" y="0"/>
                    </a:moveTo>
                    <a:lnTo>
                      <a:pt x="2733" y="0"/>
                    </a:lnTo>
                    <a:lnTo>
                      <a:pt x="2733" y="2445"/>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67" name="Freeform: Shape 4062">
                <a:extLst>
                  <a:ext uri="{FF2B5EF4-FFF2-40B4-BE49-F238E27FC236}">
                    <a16:creationId xmlns:a16="http://schemas.microsoft.com/office/drawing/2014/main" id="{51836522-FBB0-4887-2C73-893DEC7ED203}"/>
                  </a:ext>
                </a:extLst>
              </p:cNvPr>
              <p:cNvSpPr/>
              <p:nvPr/>
            </p:nvSpPr>
            <p:spPr>
              <a:xfrm>
                <a:off x="3436901" y="3557322"/>
                <a:ext cx="20425" cy="17979"/>
              </a:xfrm>
              <a:custGeom>
                <a:avLst/>
                <a:gdLst>
                  <a:gd name="connsiteX0" fmla="*/ 4891 w 20425"/>
                  <a:gd name="connsiteY0" fmla="*/ 5034 h 17979"/>
                  <a:gd name="connsiteX1" fmla="*/ 4891 w 20425"/>
                  <a:gd name="connsiteY1" fmla="*/ 7767 h 17979"/>
                  <a:gd name="connsiteX2" fmla="*/ 2445 w 20425"/>
                  <a:gd name="connsiteY2" fmla="*/ 7767 h 17979"/>
                  <a:gd name="connsiteX3" fmla="*/ 2445 w 20425"/>
                  <a:gd name="connsiteY3" fmla="*/ 10213 h 17979"/>
                  <a:gd name="connsiteX4" fmla="*/ 4891 w 20425"/>
                  <a:gd name="connsiteY4" fmla="*/ 12658 h 17979"/>
                  <a:gd name="connsiteX5" fmla="*/ 7480 w 20425"/>
                  <a:gd name="connsiteY5" fmla="*/ 12658 h 17979"/>
                  <a:gd name="connsiteX6" fmla="*/ 7480 w 20425"/>
                  <a:gd name="connsiteY6" fmla="*/ 10213 h 17979"/>
                  <a:gd name="connsiteX7" fmla="*/ 10213 w 20425"/>
                  <a:gd name="connsiteY7" fmla="*/ 10213 h 17979"/>
                  <a:gd name="connsiteX8" fmla="*/ 10213 w 20425"/>
                  <a:gd name="connsiteY8" fmla="*/ 12658 h 17979"/>
                  <a:gd name="connsiteX9" fmla="*/ 10213 w 20425"/>
                  <a:gd name="connsiteY9" fmla="*/ 15247 h 17979"/>
                  <a:gd name="connsiteX10" fmla="*/ 10213 w 20425"/>
                  <a:gd name="connsiteY10" fmla="*/ 17980 h 17979"/>
                  <a:gd name="connsiteX11" fmla="*/ 12658 w 20425"/>
                  <a:gd name="connsiteY11" fmla="*/ 17980 h 17979"/>
                  <a:gd name="connsiteX12" fmla="*/ 12658 w 20425"/>
                  <a:gd name="connsiteY12" fmla="*/ 15247 h 17979"/>
                  <a:gd name="connsiteX13" fmla="*/ 15103 w 20425"/>
                  <a:gd name="connsiteY13" fmla="*/ 15247 h 17979"/>
                  <a:gd name="connsiteX14" fmla="*/ 15103 w 20425"/>
                  <a:gd name="connsiteY14" fmla="*/ 12658 h 17979"/>
                  <a:gd name="connsiteX15" fmla="*/ 17692 w 20425"/>
                  <a:gd name="connsiteY15" fmla="*/ 12658 h 17979"/>
                  <a:gd name="connsiteX16" fmla="*/ 17692 w 20425"/>
                  <a:gd name="connsiteY16" fmla="*/ 10213 h 17979"/>
                  <a:gd name="connsiteX17" fmla="*/ 17692 w 20425"/>
                  <a:gd name="connsiteY17" fmla="*/ 7767 h 17979"/>
                  <a:gd name="connsiteX18" fmla="*/ 20425 w 20425"/>
                  <a:gd name="connsiteY18" fmla="*/ 7767 h 17979"/>
                  <a:gd name="connsiteX19" fmla="*/ 17692 w 20425"/>
                  <a:gd name="connsiteY19" fmla="*/ 5034 h 17979"/>
                  <a:gd name="connsiteX20" fmla="*/ 17692 w 20425"/>
                  <a:gd name="connsiteY20" fmla="*/ 2445 h 17979"/>
                  <a:gd name="connsiteX21" fmla="*/ 15103 w 20425"/>
                  <a:gd name="connsiteY21" fmla="*/ 2445 h 17979"/>
                  <a:gd name="connsiteX22" fmla="*/ 15103 w 20425"/>
                  <a:gd name="connsiteY22" fmla="*/ 5034 h 17979"/>
                  <a:gd name="connsiteX23" fmla="*/ 12658 w 20425"/>
                  <a:gd name="connsiteY23" fmla="*/ 5034 h 17979"/>
                  <a:gd name="connsiteX24" fmla="*/ 12658 w 20425"/>
                  <a:gd name="connsiteY24" fmla="*/ 7767 h 17979"/>
                  <a:gd name="connsiteX25" fmla="*/ 10213 w 20425"/>
                  <a:gd name="connsiteY25" fmla="*/ 7767 h 17979"/>
                  <a:gd name="connsiteX26" fmla="*/ 10213 w 20425"/>
                  <a:gd name="connsiteY26" fmla="*/ 5034 h 17979"/>
                  <a:gd name="connsiteX27" fmla="*/ 10213 w 20425"/>
                  <a:gd name="connsiteY27" fmla="*/ 2445 h 17979"/>
                  <a:gd name="connsiteX28" fmla="*/ 7480 w 20425"/>
                  <a:gd name="connsiteY28" fmla="*/ 5034 h 17979"/>
                  <a:gd name="connsiteX29" fmla="*/ 7480 w 20425"/>
                  <a:gd name="connsiteY29" fmla="*/ 2445 h 17979"/>
                  <a:gd name="connsiteX30" fmla="*/ 4891 w 20425"/>
                  <a:gd name="connsiteY30" fmla="*/ 2445 h 17979"/>
                  <a:gd name="connsiteX31" fmla="*/ 4891 w 20425"/>
                  <a:gd name="connsiteY31" fmla="*/ 0 h 17979"/>
                  <a:gd name="connsiteX32" fmla="*/ 2445 w 20425"/>
                  <a:gd name="connsiteY32" fmla="*/ 0 h 17979"/>
                  <a:gd name="connsiteX33" fmla="*/ 2445 w 20425"/>
                  <a:gd name="connsiteY33" fmla="*/ 2445 h 17979"/>
                  <a:gd name="connsiteX34" fmla="*/ 0 w 20425"/>
                  <a:gd name="connsiteY34" fmla="*/ 5034 h 17979"/>
                  <a:gd name="connsiteX35" fmla="*/ 2445 w 20425"/>
                  <a:gd name="connsiteY35" fmla="*/ 5034 h 17979"/>
                  <a:gd name="connsiteX36" fmla="*/ 4891 w 20425"/>
                  <a:gd name="connsiteY36" fmla="*/ 5034 h 17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0425" h="17979">
                    <a:moveTo>
                      <a:pt x="4891" y="5034"/>
                    </a:moveTo>
                    <a:lnTo>
                      <a:pt x="4891" y="7767"/>
                    </a:lnTo>
                    <a:lnTo>
                      <a:pt x="2445" y="7767"/>
                    </a:lnTo>
                    <a:lnTo>
                      <a:pt x="2445" y="10213"/>
                    </a:lnTo>
                    <a:lnTo>
                      <a:pt x="4891" y="12658"/>
                    </a:lnTo>
                    <a:lnTo>
                      <a:pt x="7480" y="12658"/>
                    </a:lnTo>
                    <a:lnTo>
                      <a:pt x="7480" y="10213"/>
                    </a:lnTo>
                    <a:lnTo>
                      <a:pt x="10213" y="10213"/>
                    </a:lnTo>
                    <a:lnTo>
                      <a:pt x="10213" y="12658"/>
                    </a:lnTo>
                    <a:lnTo>
                      <a:pt x="10213" y="15247"/>
                    </a:lnTo>
                    <a:lnTo>
                      <a:pt x="10213" y="17980"/>
                    </a:lnTo>
                    <a:lnTo>
                      <a:pt x="12658" y="17980"/>
                    </a:lnTo>
                    <a:lnTo>
                      <a:pt x="12658" y="15247"/>
                    </a:lnTo>
                    <a:lnTo>
                      <a:pt x="15103" y="15247"/>
                    </a:lnTo>
                    <a:lnTo>
                      <a:pt x="15103" y="12658"/>
                    </a:lnTo>
                    <a:lnTo>
                      <a:pt x="17692" y="12658"/>
                    </a:lnTo>
                    <a:lnTo>
                      <a:pt x="17692" y="10213"/>
                    </a:lnTo>
                    <a:lnTo>
                      <a:pt x="17692" y="7767"/>
                    </a:lnTo>
                    <a:lnTo>
                      <a:pt x="20425" y="7767"/>
                    </a:lnTo>
                    <a:lnTo>
                      <a:pt x="17692" y="5034"/>
                    </a:lnTo>
                    <a:lnTo>
                      <a:pt x="17692" y="2445"/>
                    </a:lnTo>
                    <a:lnTo>
                      <a:pt x="15103" y="2445"/>
                    </a:lnTo>
                    <a:lnTo>
                      <a:pt x="15103" y="5034"/>
                    </a:lnTo>
                    <a:lnTo>
                      <a:pt x="12658" y="5034"/>
                    </a:lnTo>
                    <a:lnTo>
                      <a:pt x="12658" y="7767"/>
                    </a:lnTo>
                    <a:lnTo>
                      <a:pt x="10213" y="7767"/>
                    </a:lnTo>
                    <a:lnTo>
                      <a:pt x="10213" y="5034"/>
                    </a:lnTo>
                    <a:lnTo>
                      <a:pt x="10213" y="2445"/>
                    </a:lnTo>
                    <a:lnTo>
                      <a:pt x="7480" y="5034"/>
                    </a:lnTo>
                    <a:lnTo>
                      <a:pt x="7480" y="2445"/>
                    </a:lnTo>
                    <a:lnTo>
                      <a:pt x="4891" y="2445"/>
                    </a:lnTo>
                    <a:lnTo>
                      <a:pt x="4891" y="0"/>
                    </a:lnTo>
                    <a:lnTo>
                      <a:pt x="2445" y="0"/>
                    </a:lnTo>
                    <a:lnTo>
                      <a:pt x="2445" y="2445"/>
                    </a:lnTo>
                    <a:lnTo>
                      <a:pt x="0" y="5034"/>
                    </a:lnTo>
                    <a:lnTo>
                      <a:pt x="2445" y="5034"/>
                    </a:lnTo>
                    <a:lnTo>
                      <a:pt x="4891" y="5034"/>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68" name="Freeform: Shape 4063">
                <a:extLst>
                  <a:ext uri="{FF2B5EF4-FFF2-40B4-BE49-F238E27FC236}">
                    <a16:creationId xmlns:a16="http://schemas.microsoft.com/office/drawing/2014/main" id="{71063EDD-7CB9-640E-46A3-D99B8D57D283}"/>
                  </a:ext>
                </a:extLst>
              </p:cNvPr>
              <p:cNvSpPr/>
              <p:nvPr/>
            </p:nvSpPr>
            <p:spPr>
              <a:xfrm>
                <a:off x="3610082" y="3654125"/>
                <a:ext cx="10212" cy="25603"/>
              </a:xfrm>
              <a:custGeom>
                <a:avLst/>
                <a:gdLst>
                  <a:gd name="connsiteX0" fmla="*/ 7767 w 10212"/>
                  <a:gd name="connsiteY0" fmla="*/ 2589 h 25603"/>
                  <a:gd name="connsiteX1" fmla="*/ 7767 w 10212"/>
                  <a:gd name="connsiteY1" fmla="*/ 0 h 25603"/>
                  <a:gd name="connsiteX2" fmla="*/ 5322 w 10212"/>
                  <a:gd name="connsiteY2" fmla="*/ 0 h 25603"/>
                  <a:gd name="connsiteX3" fmla="*/ 5322 w 10212"/>
                  <a:gd name="connsiteY3" fmla="*/ 2589 h 25603"/>
                  <a:gd name="connsiteX4" fmla="*/ 2589 w 10212"/>
                  <a:gd name="connsiteY4" fmla="*/ 2589 h 25603"/>
                  <a:gd name="connsiteX5" fmla="*/ 2589 w 10212"/>
                  <a:gd name="connsiteY5" fmla="*/ 5322 h 25603"/>
                  <a:gd name="connsiteX6" fmla="*/ 0 w 10212"/>
                  <a:gd name="connsiteY6" fmla="*/ 7767 h 25603"/>
                  <a:gd name="connsiteX7" fmla="*/ 0 w 10212"/>
                  <a:gd name="connsiteY7" fmla="*/ 10212 h 25603"/>
                  <a:gd name="connsiteX8" fmla="*/ 0 w 10212"/>
                  <a:gd name="connsiteY8" fmla="*/ 12802 h 25603"/>
                  <a:gd name="connsiteX9" fmla="*/ 0 w 10212"/>
                  <a:gd name="connsiteY9" fmla="*/ 15534 h 25603"/>
                  <a:gd name="connsiteX10" fmla="*/ 0 w 10212"/>
                  <a:gd name="connsiteY10" fmla="*/ 17980 h 25603"/>
                  <a:gd name="connsiteX11" fmla="*/ 0 w 10212"/>
                  <a:gd name="connsiteY11" fmla="*/ 20425 h 25603"/>
                  <a:gd name="connsiteX12" fmla="*/ 0 w 10212"/>
                  <a:gd name="connsiteY12" fmla="*/ 22870 h 25603"/>
                  <a:gd name="connsiteX13" fmla="*/ 2589 w 10212"/>
                  <a:gd name="connsiteY13" fmla="*/ 25603 h 25603"/>
                  <a:gd name="connsiteX14" fmla="*/ 2589 w 10212"/>
                  <a:gd name="connsiteY14" fmla="*/ 22870 h 25603"/>
                  <a:gd name="connsiteX15" fmla="*/ 5322 w 10212"/>
                  <a:gd name="connsiteY15" fmla="*/ 22870 h 25603"/>
                  <a:gd name="connsiteX16" fmla="*/ 5322 w 10212"/>
                  <a:gd name="connsiteY16" fmla="*/ 20425 h 25603"/>
                  <a:gd name="connsiteX17" fmla="*/ 7767 w 10212"/>
                  <a:gd name="connsiteY17" fmla="*/ 20425 h 25603"/>
                  <a:gd name="connsiteX18" fmla="*/ 7767 w 10212"/>
                  <a:gd name="connsiteY18" fmla="*/ 17980 h 25603"/>
                  <a:gd name="connsiteX19" fmla="*/ 7767 w 10212"/>
                  <a:gd name="connsiteY19" fmla="*/ 15534 h 25603"/>
                  <a:gd name="connsiteX20" fmla="*/ 7767 w 10212"/>
                  <a:gd name="connsiteY20" fmla="*/ 12802 h 25603"/>
                  <a:gd name="connsiteX21" fmla="*/ 10213 w 10212"/>
                  <a:gd name="connsiteY21" fmla="*/ 12802 h 25603"/>
                  <a:gd name="connsiteX22" fmla="*/ 10213 w 10212"/>
                  <a:gd name="connsiteY22" fmla="*/ 10212 h 25603"/>
                  <a:gd name="connsiteX23" fmla="*/ 10213 w 10212"/>
                  <a:gd name="connsiteY23" fmla="*/ 7767 h 25603"/>
                  <a:gd name="connsiteX24" fmla="*/ 10213 w 10212"/>
                  <a:gd name="connsiteY24" fmla="*/ 5322 h 25603"/>
                  <a:gd name="connsiteX25" fmla="*/ 7767 w 10212"/>
                  <a:gd name="connsiteY25" fmla="*/ 5322 h 25603"/>
                  <a:gd name="connsiteX26" fmla="*/ 7767 w 10212"/>
                  <a:gd name="connsiteY26" fmla="*/ 2589 h 25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212" h="25603">
                    <a:moveTo>
                      <a:pt x="7767" y="2589"/>
                    </a:moveTo>
                    <a:lnTo>
                      <a:pt x="7767" y="0"/>
                    </a:lnTo>
                    <a:lnTo>
                      <a:pt x="5322" y="0"/>
                    </a:lnTo>
                    <a:lnTo>
                      <a:pt x="5322" y="2589"/>
                    </a:lnTo>
                    <a:lnTo>
                      <a:pt x="2589" y="2589"/>
                    </a:lnTo>
                    <a:lnTo>
                      <a:pt x="2589" y="5322"/>
                    </a:lnTo>
                    <a:lnTo>
                      <a:pt x="0" y="7767"/>
                    </a:lnTo>
                    <a:lnTo>
                      <a:pt x="0" y="10212"/>
                    </a:lnTo>
                    <a:lnTo>
                      <a:pt x="0" y="12802"/>
                    </a:lnTo>
                    <a:lnTo>
                      <a:pt x="0" y="15534"/>
                    </a:lnTo>
                    <a:lnTo>
                      <a:pt x="0" y="17980"/>
                    </a:lnTo>
                    <a:lnTo>
                      <a:pt x="0" y="20425"/>
                    </a:lnTo>
                    <a:lnTo>
                      <a:pt x="0" y="22870"/>
                    </a:lnTo>
                    <a:lnTo>
                      <a:pt x="2589" y="25603"/>
                    </a:lnTo>
                    <a:lnTo>
                      <a:pt x="2589" y="22870"/>
                    </a:lnTo>
                    <a:lnTo>
                      <a:pt x="5322" y="22870"/>
                    </a:lnTo>
                    <a:lnTo>
                      <a:pt x="5322" y="20425"/>
                    </a:lnTo>
                    <a:lnTo>
                      <a:pt x="7767" y="20425"/>
                    </a:lnTo>
                    <a:lnTo>
                      <a:pt x="7767" y="17980"/>
                    </a:lnTo>
                    <a:lnTo>
                      <a:pt x="7767" y="15534"/>
                    </a:lnTo>
                    <a:lnTo>
                      <a:pt x="7767" y="12802"/>
                    </a:lnTo>
                    <a:lnTo>
                      <a:pt x="10213" y="12802"/>
                    </a:lnTo>
                    <a:lnTo>
                      <a:pt x="10213" y="10212"/>
                    </a:lnTo>
                    <a:lnTo>
                      <a:pt x="10213" y="7767"/>
                    </a:lnTo>
                    <a:lnTo>
                      <a:pt x="10213" y="5322"/>
                    </a:lnTo>
                    <a:lnTo>
                      <a:pt x="7767" y="5322"/>
                    </a:lnTo>
                    <a:lnTo>
                      <a:pt x="7767" y="2589"/>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69" name="Freeform: Shape 4064">
                <a:extLst>
                  <a:ext uri="{FF2B5EF4-FFF2-40B4-BE49-F238E27FC236}">
                    <a16:creationId xmlns:a16="http://schemas.microsoft.com/office/drawing/2014/main" id="{FBA3DBB3-BD53-6567-A9CF-A15E15FA45EB}"/>
                  </a:ext>
                </a:extLst>
              </p:cNvPr>
              <p:cNvSpPr/>
              <p:nvPr/>
            </p:nvSpPr>
            <p:spPr>
              <a:xfrm>
                <a:off x="3561609" y="3381264"/>
                <a:ext cx="20425" cy="15534"/>
              </a:xfrm>
              <a:custGeom>
                <a:avLst/>
                <a:gdLst>
                  <a:gd name="connsiteX0" fmla="*/ 5178 w 20425"/>
                  <a:gd name="connsiteY0" fmla="*/ 7767 h 15534"/>
                  <a:gd name="connsiteX1" fmla="*/ 2733 w 20425"/>
                  <a:gd name="connsiteY1" fmla="*/ 7767 h 15534"/>
                  <a:gd name="connsiteX2" fmla="*/ 2733 w 20425"/>
                  <a:gd name="connsiteY2" fmla="*/ 10212 h 15534"/>
                  <a:gd name="connsiteX3" fmla="*/ 2733 w 20425"/>
                  <a:gd name="connsiteY3" fmla="*/ 12802 h 15534"/>
                  <a:gd name="connsiteX4" fmla="*/ 0 w 20425"/>
                  <a:gd name="connsiteY4" fmla="*/ 12802 h 15534"/>
                  <a:gd name="connsiteX5" fmla="*/ 0 w 20425"/>
                  <a:gd name="connsiteY5" fmla="*/ 15535 h 15534"/>
                  <a:gd name="connsiteX6" fmla="*/ 2733 w 20425"/>
                  <a:gd name="connsiteY6" fmla="*/ 15535 h 15534"/>
                  <a:gd name="connsiteX7" fmla="*/ 5178 w 20425"/>
                  <a:gd name="connsiteY7" fmla="*/ 15535 h 15534"/>
                  <a:gd name="connsiteX8" fmla="*/ 5178 w 20425"/>
                  <a:gd name="connsiteY8" fmla="*/ 12802 h 15534"/>
                  <a:gd name="connsiteX9" fmla="*/ 7767 w 20425"/>
                  <a:gd name="connsiteY9" fmla="*/ 12802 h 15534"/>
                  <a:gd name="connsiteX10" fmla="*/ 10213 w 20425"/>
                  <a:gd name="connsiteY10" fmla="*/ 12802 h 15534"/>
                  <a:gd name="connsiteX11" fmla="*/ 12945 w 20425"/>
                  <a:gd name="connsiteY11" fmla="*/ 12802 h 15534"/>
                  <a:gd name="connsiteX12" fmla="*/ 15391 w 20425"/>
                  <a:gd name="connsiteY12" fmla="*/ 12802 h 15534"/>
                  <a:gd name="connsiteX13" fmla="*/ 15391 w 20425"/>
                  <a:gd name="connsiteY13" fmla="*/ 10212 h 15534"/>
                  <a:gd name="connsiteX14" fmla="*/ 17836 w 20425"/>
                  <a:gd name="connsiteY14" fmla="*/ 10212 h 15534"/>
                  <a:gd name="connsiteX15" fmla="*/ 17836 w 20425"/>
                  <a:gd name="connsiteY15" fmla="*/ 7767 h 15534"/>
                  <a:gd name="connsiteX16" fmla="*/ 20425 w 20425"/>
                  <a:gd name="connsiteY16" fmla="*/ 7767 h 15534"/>
                  <a:gd name="connsiteX17" fmla="*/ 20425 w 20425"/>
                  <a:gd name="connsiteY17" fmla="*/ 5322 h 15534"/>
                  <a:gd name="connsiteX18" fmla="*/ 17836 w 20425"/>
                  <a:gd name="connsiteY18" fmla="*/ 5322 h 15534"/>
                  <a:gd name="connsiteX19" fmla="*/ 15391 w 20425"/>
                  <a:gd name="connsiteY19" fmla="*/ 5322 h 15534"/>
                  <a:gd name="connsiteX20" fmla="*/ 12945 w 20425"/>
                  <a:gd name="connsiteY20" fmla="*/ 5322 h 15534"/>
                  <a:gd name="connsiteX21" fmla="*/ 10213 w 20425"/>
                  <a:gd name="connsiteY21" fmla="*/ 5322 h 15534"/>
                  <a:gd name="connsiteX22" fmla="*/ 10213 w 20425"/>
                  <a:gd name="connsiteY22" fmla="*/ 2589 h 15534"/>
                  <a:gd name="connsiteX23" fmla="*/ 12945 w 20425"/>
                  <a:gd name="connsiteY23" fmla="*/ 2589 h 15534"/>
                  <a:gd name="connsiteX24" fmla="*/ 12945 w 20425"/>
                  <a:gd name="connsiteY24" fmla="*/ 0 h 15534"/>
                  <a:gd name="connsiteX25" fmla="*/ 10213 w 20425"/>
                  <a:gd name="connsiteY25" fmla="*/ 0 h 15534"/>
                  <a:gd name="connsiteX26" fmla="*/ 7767 w 20425"/>
                  <a:gd name="connsiteY26" fmla="*/ 2589 h 15534"/>
                  <a:gd name="connsiteX27" fmla="*/ 5178 w 20425"/>
                  <a:gd name="connsiteY27" fmla="*/ 2589 h 15534"/>
                  <a:gd name="connsiteX28" fmla="*/ 7767 w 20425"/>
                  <a:gd name="connsiteY28" fmla="*/ 5322 h 15534"/>
                  <a:gd name="connsiteX29" fmla="*/ 5178 w 20425"/>
                  <a:gd name="connsiteY29" fmla="*/ 5322 h 15534"/>
                  <a:gd name="connsiteX30" fmla="*/ 5178 w 20425"/>
                  <a:gd name="connsiteY30" fmla="*/ 7767 h 15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0425" h="15534">
                    <a:moveTo>
                      <a:pt x="5178" y="7767"/>
                    </a:moveTo>
                    <a:lnTo>
                      <a:pt x="2733" y="7767"/>
                    </a:lnTo>
                    <a:lnTo>
                      <a:pt x="2733" y="10212"/>
                    </a:lnTo>
                    <a:lnTo>
                      <a:pt x="2733" y="12802"/>
                    </a:lnTo>
                    <a:lnTo>
                      <a:pt x="0" y="12802"/>
                    </a:lnTo>
                    <a:lnTo>
                      <a:pt x="0" y="15535"/>
                    </a:lnTo>
                    <a:lnTo>
                      <a:pt x="2733" y="15535"/>
                    </a:lnTo>
                    <a:lnTo>
                      <a:pt x="5178" y="15535"/>
                    </a:lnTo>
                    <a:lnTo>
                      <a:pt x="5178" y="12802"/>
                    </a:lnTo>
                    <a:lnTo>
                      <a:pt x="7767" y="12802"/>
                    </a:lnTo>
                    <a:lnTo>
                      <a:pt x="10213" y="12802"/>
                    </a:lnTo>
                    <a:lnTo>
                      <a:pt x="12945" y="12802"/>
                    </a:lnTo>
                    <a:lnTo>
                      <a:pt x="15391" y="12802"/>
                    </a:lnTo>
                    <a:lnTo>
                      <a:pt x="15391" y="10212"/>
                    </a:lnTo>
                    <a:lnTo>
                      <a:pt x="17836" y="10212"/>
                    </a:lnTo>
                    <a:lnTo>
                      <a:pt x="17836" y="7767"/>
                    </a:lnTo>
                    <a:lnTo>
                      <a:pt x="20425" y="7767"/>
                    </a:lnTo>
                    <a:lnTo>
                      <a:pt x="20425" y="5322"/>
                    </a:lnTo>
                    <a:lnTo>
                      <a:pt x="17836" y="5322"/>
                    </a:lnTo>
                    <a:lnTo>
                      <a:pt x="15391" y="5322"/>
                    </a:lnTo>
                    <a:lnTo>
                      <a:pt x="12945" y="5322"/>
                    </a:lnTo>
                    <a:lnTo>
                      <a:pt x="10213" y="5322"/>
                    </a:lnTo>
                    <a:lnTo>
                      <a:pt x="10213" y="2589"/>
                    </a:lnTo>
                    <a:lnTo>
                      <a:pt x="12945" y="2589"/>
                    </a:lnTo>
                    <a:lnTo>
                      <a:pt x="12945" y="0"/>
                    </a:lnTo>
                    <a:lnTo>
                      <a:pt x="10213" y="0"/>
                    </a:lnTo>
                    <a:lnTo>
                      <a:pt x="7767" y="2589"/>
                    </a:lnTo>
                    <a:lnTo>
                      <a:pt x="5178" y="2589"/>
                    </a:lnTo>
                    <a:lnTo>
                      <a:pt x="7767" y="5322"/>
                    </a:lnTo>
                    <a:lnTo>
                      <a:pt x="5178" y="5322"/>
                    </a:lnTo>
                    <a:lnTo>
                      <a:pt x="5178" y="7767"/>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70" name="Freeform: Shape 4065">
                <a:extLst>
                  <a:ext uri="{FF2B5EF4-FFF2-40B4-BE49-F238E27FC236}">
                    <a16:creationId xmlns:a16="http://schemas.microsoft.com/office/drawing/2014/main" id="{A1B63C54-85D0-B8AF-1A52-4BB3F61B2362}"/>
                  </a:ext>
                </a:extLst>
              </p:cNvPr>
              <p:cNvSpPr/>
              <p:nvPr/>
            </p:nvSpPr>
            <p:spPr>
              <a:xfrm>
                <a:off x="3566787" y="3394066"/>
                <a:ext cx="2589" cy="2732"/>
              </a:xfrm>
              <a:custGeom>
                <a:avLst/>
                <a:gdLst>
                  <a:gd name="connsiteX0" fmla="*/ 2589 w 2589"/>
                  <a:gd name="connsiteY0" fmla="*/ 2733 h 2732"/>
                  <a:gd name="connsiteX1" fmla="*/ 2589 w 2589"/>
                  <a:gd name="connsiteY1" fmla="*/ 0 h 2732"/>
                  <a:gd name="connsiteX2" fmla="*/ 0 w 2589"/>
                  <a:gd name="connsiteY2" fmla="*/ 2733 h 2732"/>
                  <a:gd name="connsiteX3" fmla="*/ 2589 w 2589"/>
                  <a:gd name="connsiteY3" fmla="*/ 2733 h 2732"/>
                </a:gdLst>
                <a:ahLst/>
                <a:cxnLst>
                  <a:cxn ang="0">
                    <a:pos x="connsiteX0" y="connsiteY0"/>
                  </a:cxn>
                  <a:cxn ang="0">
                    <a:pos x="connsiteX1" y="connsiteY1"/>
                  </a:cxn>
                  <a:cxn ang="0">
                    <a:pos x="connsiteX2" y="connsiteY2"/>
                  </a:cxn>
                  <a:cxn ang="0">
                    <a:pos x="connsiteX3" y="connsiteY3"/>
                  </a:cxn>
                </a:cxnLst>
                <a:rect l="l" t="t" r="r" b="b"/>
                <a:pathLst>
                  <a:path w="2589" h="2732">
                    <a:moveTo>
                      <a:pt x="2589" y="2733"/>
                    </a:moveTo>
                    <a:lnTo>
                      <a:pt x="2589" y="0"/>
                    </a:lnTo>
                    <a:lnTo>
                      <a:pt x="0" y="2733"/>
                    </a:lnTo>
                    <a:lnTo>
                      <a:pt x="2589" y="2733"/>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71" name="Freeform: Shape 4066">
                <a:extLst>
                  <a:ext uri="{FF2B5EF4-FFF2-40B4-BE49-F238E27FC236}">
                    <a16:creationId xmlns:a16="http://schemas.microsoft.com/office/drawing/2014/main" id="{50E723BF-1E9A-7E09-C274-15B7DDDD0942}"/>
                  </a:ext>
                </a:extLst>
              </p:cNvPr>
              <p:cNvSpPr/>
              <p:nvPr/>
            </p:nvSpPr>
            <p:spPr>
              <a:xfrm>
                <a:off x="3447113" y="3628810"/>
                <a:ext cx="15103" cy="20424"/>
              </a:xfrm>
              <a:custGeom>
                <a:avLst/>
                <a:gdLst>
                  <a:gd name="connsiteX0" fmla="*/ 2445 w 15103"/>
                  <a:gd name="connsiteY0" fmla="*/ 2445 h 20424"/>
                  <a:gd name="connsiteX1" fmla="*/ 2445 w 15103"/>
                  <a:gd name="connsiteY1" fmla="*/ 4890 h 20424"/>
                  <a:gd name="connsiteX2" fmla="*/ 2445 w 15103"/>
                  <a:gd name="connsiteY2" fmla="*/ 7623 h 20424"/>
                  <a:gd name="connsiteX3" fmla="*/ 0 w 15103"/>
                  <a:gd name="connsiteY3" fmla="*/ 7623 h 20424"/>
                  <a:gd name="connsiteX4" fmla="*/ 2445 w 15103"/>
                  <a:gd name="connsiteY4" fmla="*/ 10213 h 20424"/>
                  <a:gd name="connsiteX5" fmla="*/ 0 w 15103"/>
                  <a:gd name="connsiteY5" fmla="*/ 10213 h 20424"/>
                  <a:gd name="connsiteX6" fmla="*/ 0 w 15103"/>
                  <a:gd name="connsiteY6" fmla="*/ 12658 h 20424"/>
                  <a:gd name="connsiteX7" fmla="*/ 2445 w 15103"/>
                  <a:gd name="connsiteY7" fmla="*/ 12658 h 20424"/>
                  <a:gd name="connsiteX8" fmla="*/ 2445 w 15103"/>
                  <a:gd name="connsiteY8" fmla="*/ 15103 h 20424"/>
                  <a:gd name="connsiteX9" fmla="*/ 0 w 15103"/>
                  <a:gd name="connsiteY9" fmla="*/ 15103 h 20424"/>
                  <a:gd name="connsiteX10" fmla="*/ 0 w 15103"/>
                  <a:gd name="connsiteY10" fmla="*/ 17692 h 20424"/>
                  <a:gd name="connsiteX11" fmla="*/ 0 w 15103"/>
                  <a:gd name="connsiteY11" fmla="*/ 20425 h 20424"/>
                  <a:gd name="connsiteX12" fmla="*/ 2445 w 15103"/>
                  <a:gd name="connsiteY12" fmla="*/ 20425 h 20424"/>
                  <a:gd name="connsiteX13" fmla="*/ 4890 w 15103"/>
                  <a:gd name="connsiteY13" fmla="*/ 20425 h 20424"/>
                  <a:gd name="connsiteX14" fmla="*/ 4890 w 15103"/>
                  <a:gd name="connsiteY14" fmla="*/ 17692 h 20424"/>
                  <a:gd name="connsiteX15" fmla="*/ 7480 w 15103"/>
                  <a:gd name="connsiteY15" fmla="*/ 17692 h 20424"/>
                  <a:gd name="connsiteX16" fmla="*/ 7480 w 15103"/>
                  <a:gd name="connsiteY16" fmla="*/ 15103 h 20424"/>
                  <a:gd name="connsiteX17" fmla="*/ 4890 w 15103"/>
                  <a:gd name="connsiteY17" fmla="*/ 15103 h 20424"/>
                  <a:gd name="connsiteX18" fmla="*/ 4890 w 15103"/>
                  <a:gd name="connsiteY18" fmla="*/ 12658 h 20424"/>
                  <a:gd name="connsiteX19" fmla="*/ 7480 w 15103"/>
                  <a:gd name="connsiteY19" fmla="*/ 12658 h 20424"/>
                  <a:gd name="connsiteX20" fmla="*/ 10213 w 15103"/>
                  <a:gd name="connsiteY20" fmla="*/ 12658 h 20424"/>
                  <a:gd name="connsiteX21" fmla="*/ 12658 w 15103"/>
                  <a:gd name="connsiteY21" fmla="*/ 12658 h 20424"/>
                  <a:gd name="connsiteX22" fmla="*/ 15103 w 15103"/>
                  <a:gd name="connsiteY22" fmla="*/ 12658 h 20424"/>
                  <a:gd name="connsiteX23" fmla="*/ 15103 w 15103"/>
                  <a:gd name="connsiteY23" fmla="*/ 10213 h 20424"/>
                  <a:gd name="connsiteX24" fmla="*/ 12658 w 15103"/>
                  <a:gd name="connsiteY24" fmla="*/ 10213 h 20424"/>
                  <a:gd name="connsiteX25" fmla="*/ 12658 w 15103"/>
                  <a:gd name="connsiteY25" fmla="*/ 7623 h 20424"/>
                  <a:gd name="connsiteX26" fmla="*/ 10213 w 15103"/>
                  <a:gd name="connsiteY26" fmla="*/ 7623 h 20424"/>
                  <a:gd name="connsiteX27" fmla="*/ 10213 w 15103"/>
                  <a:gd name="connsiteY27" fmla="*/ 4890 h 20424"/>
                  <a:gd name="connsiteX28" fmla="*/ 10213 w 15103"/>
                  <a:gd name="connsiteY28" fmla="*/ 2445 h 20424"/>
                  <a:gd name="connsiteX29" fmla="*/ 7480 w 15103"/>
                  <a:gd name="connsiteY29" fmla="*/ 2445 h 20424"/>
                  <a:gd name="connsiteX30" fmla="*/ 4890 w 15103"/>
                  <a:gd name="connsiteY30" fmla="*/ 0 h 20424"/>
                  <a:gd name="connsiteX31" fmla="*/ 4890 w 15103"/>
                  <a:gd name="connsiteY31" fmla="*/ 2445 h 20424"/>
                  <a:gd name="connsiteX32" fmla="*/ 2445 w 15103"/>
                  <a:gd name="connsiteY32" fmla="*/ 2445 h 20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103" h="20424">
                    <a:moveTo>
                      <a:pt x="2445" y="2445"/>
                    </a:moveTo>
                    <a:lnTo>
                      <a:pt x="2445" y="4890"/>
                    </a:lnTo>
                    <a:lnTo>
                      <a:pt x="2445" y="7623"/>
                    </a:lnTo>
                    <a:lnTo>
                      <a:pt x="0" y="7623"/>
                    </a:lnTo>
                    <a:lnTo>
                      <a:pt x="2445" y="10213"/>
                    </a:lnTo>
                    <a:lnTo>
                      <a:pt x="0" y="10213"/>
                    </a:lnTo>
                    <a:lnTo>
                      <a:pt x="0" y="12658"/>
                    </a:lnTo>
                    <a:lnTo>
                      <a:pt x="2445" y="12658"/>
                    </a:lnTo>
                    <a:lnTo>
                      <a:pt x="2445" y="15103"/>
                    </a:lnTo>
                    <a:lnTo>
                      <a:pt x="0" y="15103"/>
                    </a:lnTo>
                    <a:lnTo>
                      <a:pt x="0" y="17692"/>
                    </a:lnTo>
                    <a:lnTo>
                      <a:pt x="0" y="20425"/>
                    </a:lnTo>
                    <a:lnTo>
                      <a:pt x="2445" y="20425"/>
                    </a:lnTo>
                    <a:lnTo>
                      <a:pt x="4890" y="20425"/>
                    </a:lnTo>
                    <a:lnTo>
                      <a:pt x="4890" y="17692"/>
                    </a:lnTo>
                    <a:lnTo>
                      <a:pt x="7480" y="17692"/>
                    </a:lnTo>
                    <a:lnTo>
                      <a:pt x="7480" y="15103"/>
                    </a:lnTo>
                    <a:lnTo>
                      <a:pt x="4890" y="15103"/>
                    </a:lnTo>
                    <a:lnTo>
                      <a:pt x="4890" y="12658"/>
                    </a:lnTo>
                    <a:lnTo>
                      <a:pt x="7480" y="12658"/>
                    </a:lnTo>
                    <a:lnTo>
                      <a:pt x="10213" y="12658"/>
                    </a:lnTo>
                    <a:lnTo>
                      <a:pt x="12658" y="12658"/>
                    </a:lnTo>
                    <a:lnTo>
                      <a:pt x="15103" y="12658"/>
                    </a:lnTo>
                    <a:lnTo>
                      <a:pt x="15103" y="10213"/>
                    </a:lnTo>
                    <a:lnTo>
                      <a:pt x="12658" y="10213"/>
                    </a:lnTo>
                    <a:lnTo>
                      <a:pt x="12658" y="7623"/>
                    </a:lnTo>
                    <a:lnTo>
                      <a:pt x="10213" y="7623"/>
                    </a:lnTo>
                    <a:lnTo>
                      <a:pt x="10213" y="4890"/>
                    </a:lnTo>
                    <a:lnTo>
                      <a:pt x="10213" y="2445"/>
                    </a:lnTo>
                    <a:lnTo>
                      <a:pt x="7480" y="2445"/>
                    </a:lnTo>
                    <a:lnTo>
                      <a:pt x="4890" y="0"/>
                    </a:lnTo>
                    <a:lnTo>
                      <a:pt x="4890" y="2445"/>
                    </a:lnTo>
                    <a:lnTo>
                      <a:pt x="2445"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72" name="Freeform: Shape 4067">
                <a:extLst>
                  <a:ext uri="{FF2B5EF4-FFF2-40B4-BE49-F238E27FC236}">
                    <a16:creationId xmlns:a16="http://schemas.microsoft.com/office/drawing/2014/main" id="{D1CADA8A-EBB7-5FD1-0946-7C69A99E26E8}"/>
                  </a:ext>
                </a:extLst>
              </p:cNvPr>
              <p:cNvSpPr/>
              <p:nvPr/>
            </p:nvSpPr>
            <p:spPr>
              <a:xfrm>
                <a:off x="3628062" y="3702743"/>
                <a:ext cx="2445" cy="2445"/>
              </a:xfrm>
              <a:custGeom>
                <a:avLst/>
                <a:gdLst>
                  <a:gd name="connsiteX0" fmla="*/ 0 w 2445"/>
                  <a:gd name="connsiteY0" fmla="*/ 0 h 2445"/>
                  <a:gd name="connsiteX1" fmla="*/ 2445 w 2445"/>
                  <a:gd name="connsiteY1" fmla="*/ 0 h 2445"/>
                  <a:gd name="connsiteX2" fmla="*/ 2445 w 2445"/>
                  <a:gd name="connsiteY2" fmla="*/ 2446 h 2445"/>
                  <a:gd name="connsiteX3" fmla="*/ 0 w 2445"/>
                  <a:gd name="connsiteY3" fmla="*/ 2446 h 2445"/>
                </a:gdLst>
                <a:ahLst/>
                <a:cxnLst>
                  <a:cxn ang="0">
                    <a:pos x="connsiteX0" y="connsiteY0"/>
                  </a:cxn>
                  <a:cxn ang="0">
                    <a:pos x="connsiteX1" y="connsiteY1"/>
                  </a:cxn>
                  <a:cxn ang="0">
                    <a:pos x="connsiteX2" y="connsiteY2"/>
                  </a:cxn>
                  <a:cxn ang="0">
                    <a:pos x="connsiteX3" y="connsiteY3"/>
                  </a:cxn>
                </a:cxnLst>
                <a:rect l="l" t="t" r="r" b="b"/>
                <a:pathLst>
                  <a:path w="2445" h="2445">
                    <a:moveTo>
                      <a:pt x="0" y="0"/>
                    </a:moveTo>
                    <a:lnTo>
                      <a:pt x="2445" y="0"/>
                    </a:lnTo>
                    <a:lnTo>
                      <a:pt x="2445" y="2446"/>
                    </a:lnTo>
                    <a:lnTo>
                      <a:pt x="0" y="2446"/>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73" name="Freeform: Shape 4068">
                <a:extLst>
                  <a:ext uri="{FF2B5EF4-FFF2-40B4-BE49-F238E27FC236}">
                    <a16:creationId xmlns:a16="http://schemas.microsoft.com/office/drawing/2014/main" id="{B67AEFC8-3C98-1869-8664-A44BF7922486}"/>
                  </a:ext>
                </a:extLst>
              </p:cNvPr>
              <p:cNvSpPr/>
              <p:nvPr/>
            </p:nvSpPr>
            <p:spPr>
              <a:xfrm>
                <a:off x="3628062" y="3692530"/>
                <a:ext cx="27904" cy="22870"/>
              </a:xfrm>
              <a:custGeom>
                <a:avLst/>
                <a:gdLst>
                  <a:gd name="connsiteX0" fmla="*/ 22870 w 27904"/>
                  <a:gd name="connsiteY0" fmla="*/ 2445 h 22870"/>
                  <a:gd name="connsiteX1" fmla="*/ 22870 w 27904"/>
                  <a:gd name="connsiteY1" fmla="*/ 4890 h 22870"/>
                  <a:gd name="connsiteX2" fmla="*/ 22870 w 27904"/>
                  <a:gd name="connsiteY2" fmla="*/ 7623 h 22870"/>
                  <a:gd name="connsiteX3" fmla="*/ 20425 w 27904"/>
                  <a:gd name="connsiteY3" fmla="*/ 7623 h 22870"/>
                  <a:gd name="connsiteX4" fmla="*/ 20425 w 27904"/>
                  <a:gd name="connsiteY4" fmla="*/ 4890 h 22870"/>
                  <a:gd name="connsiteX5" fmla="*/ 17692 w 27904"/>
                  <a:gd name="connsiteY5" fmla="*/ 4890 h 22870"/>
                  <a:gd name="connsiteX6" fmla="*/ 17692 w 27904"/>
                  <a:gd name="connsiteY6" fmla="*/ 7623 h 22870"/>
                  <a:gd name="connsiteX7" fmla="*/ 15103 w 27904"/>
                  <a:gd name="connsiteY7" fmla="*/ 7623 h 22870"/>
                  <a:gd name="connsiteX8" fmla="*/ 17692 w 27904"/>
                  <a:gd name="connsiteY8" fmla="*/ 10213 h 22870"/>
                  <a:gd name="connsiteX9" fmla="*/ 20425 w 27904"/>
                  <a:gd name="connsiteY9" fmla="*/ 12658 h 22870"/>
                  <a:gd name="connsiteX10" fmla="*/ 17692 w 27904"/>
                  <a:gd name="connsiteY10" fmla="*/ 12658 h 22870"/>
                  <a:gd name="connsiteX11" fmla="*/ 15103 w 27904"/>
                  <a:gd name="connsiteY11" fmla="*/ 10213 h 22870"/>
                  <a:gd name="connsiteX12" fmla="*/ 15103 w 27904"/>
                  <a:gd name="connsiteY12" fmla="*/ 12658 h 22870"/>
                  <a:gd name="connsiteX13" fmla="*/ 12658 w 27904"/>
                  <a:gd name="connsiteY13" fmla="*/ 12658 h 22870"/>
                  <a:gd name="connsiteX14" fmla="*/ 12658 w 27904"/>
                  <a:gd name="connsiteY14" fmla="*/ 15103 h 22870"/>
                  <a:gd name="connsiteX15" fmla="*/ 10213 w 27904"/>
                  <a:gd name="connsiteY15" fmla="*/ 15103 h 22870"/>
                  <a:gd name="connsiteX16" fmla="*/ 10213 w 27904"/>
                  <a:gd name="connsiteY16" fmla="*/ 12658 h 22870"/>
                  <a:gd name="connsiteX17" fmla="*/ 12658 w 27904"/>
                  <a:gd name="connsiteY17" fmla="*/ 10213 h 22870"/>
                  <a:gd name="connsiteX18" fmla="*/ 12658 w 27904"/>
                  <a:gd name="connsiteY18" fmla="*/ 7623 h 22870"/>
                  <a:gd name="connsiteX19" fmla="*/ 12658 w 27904"/>
                  <a:gd name="connsiteY19" fmla="*/ 4890 h 22870"/>
                  <a:gd name="connsiteX20" fmla="*/ 10213 w 27904"/>
                  <a:gd name="connsiteY20" fmla="*/ 4890 h 22870"/>
                  <a:gd name="connsiteX21" fmla="*/ 7480 w 27904"/>
                  <a:gd name="connsiteY21" fmla="*/ 4890 h 22870"/>
                  <a:gd name="connsiteX22" fmla="*/ 5034 w 27904"/>
                  <a:gd name="connsiteY22" fmla="*/ 4890 h 22870"/>
                  <a:gd name="connsiteX23" fmla="*/ 5034 w 27904"/>
                  <a:gd name="connsiteY23" fmla="*/ 7623 h 22870"/>
                  <a:gd name="connsiteX24" fmla="*/ 2445 w 27904"/>
                  <a:gd name="connsiteY24" fmla="*/ 7623 h 22870"/>
                  <a:gd name="connsiteX25" fmla="*/ 2445 w 27904"/>
                  <a:gd name="connsiteY25" fmla="*/ 10213 h 22870"/>
                  <a:gd name="connsiteX26" fmla="*/ 5034 w 27904"/>
                  <a:gd name="connsiteY26" fmla="*/ 10213 h 22870"/>
                  <a:gd name="connsiteX27" fmla="*/ 2445 w 27904"/>
                  <a:gd name="connsiteY27" fmla="*/ 12658 h 22870"/>
                  <a:gd name="connsiteX28" fmla="*/ 2445 w 27904"/>
                  <a:gd name="connsiteY28" fmla="*/ 15103 h 22870"/>
                  <a:gd name="connsiteX29" fmla="*/ 0 w 27904"/>
                  <a:gd name="connsiteY29" fmla="*/ 15103 h 22870"/>
                  <a:gd name="connsiteX30" fmla="*/ 0 w 27904"/>
                  <a:gd name="connsiteY30" fmla="*/ 17836 h 22870"/>
                  <a:gd name="connsiteX31" fmla="*/ 0 w 27904"/>
                  <a:gd name="connsiteY31" fmla="*/ 20425 h 22870"/>
                  <a:gd name="connsiteX32" fmla="*/ 0 w 27904"/>
                  <a:gd name="connsiteY32" fmla="*/ 22870 h 22870"/>
                  <a:gd name="connsiteX33" fmla="*/ 2445 w 27904"/>
                  <a:gd name="connsiteY33" fmla="*/ 22870 h 22870"/>
                  <a:gd name="connsiteX34" fmla="*/ 2445 w 27904"/>
                  <a:gd name="connsiteY34" fmla="*/ 20425 h 22870"/>
                  <a:gd name="connsiteX35" fmla="*/ 5034 w 27904"/>
                  <a:gd name="connsiteY35" fmla="*/ 20425 h 22870"/>
                  <a:gd name="connsiteX36" fmla="*/ 7480 w 27904"/>
                  <a:gd name="connsiteY36" fmla="*/ 17836 h 22870"/>
                  <a:gd name="connsiteX37" fmla="*/ 10213 w 27904"/>
                  <a:gd name="connsiteY37" fmla="*/ 17836 h 22870"/>
                  <a:gd name="connsiteX38" fmla="*/ 12658 w 27904"/>
                  <a:gd name="connsiteY38" fmla="*/ 17836 h 22870"/>
                  <a:gd name="connsiteX39" fmla="*/ 12658 w 27904"/>
                  <a:gd name="connsiteY39" fmla="*/ 20425 h 22870"/>
                  <a:gd name="connsiteX40" fmla="*/ 15103 w 27904"/>
                  <a:gd name="connsiteY40" fmla="*/ 20425 h 22870"/>
                  <a:gd name="connsiteX41" fmla="*/ 17692 w 27904"/>
                  <a:gd name="connsiteY41" fmla="*/ 20425 h 22870"/>
                  <a:gd name="connsiteX42" fmla="*/ 17692 w 27904"/>
                  <a:gd name="connsiteY42" fmla="*/ 22870 h 22870"/>
                  <a:gd name="connsiteX43" fmla="*/ 20425 w 27904"/>
                  <a:gd name="connsiteY43" fmla="*/ 22870 h 22870"/>
                  <a:gd name="connsiteX44" fmla="*/ 22870 w 27904"/>
                  <a:gd name="connsiteY44" fmla="*/ 22870 h 22870"/>
                  <a:gd name="connsiteX45" fmla="*/ 22870 w 27904"/>
                  <a:gd name="connsiteY45" fmla="*/ 20425 h 22870"/>
                  <a:gd name="connsiteX46" fmla="*/ 25316 w 27904"/>
                  <a:gd name="connsiteY46" fmla="*/ 20425 h 22870"/>
                  <a:gd name="connsiteX47" fmla="*/ 25316 w 27904"/>
                  <a:gd name="connsiteY47" fmla="*/ 17836 h 22870"/>
                  <a:gd name="connsiteX48" fmla="*/ 27905 w 27904"/>
                  <a:gd name="connsiteY48" fmla="*/ 17836 h 22870"/>
                  <a:gd name="connsiteX49" fmla="*/ 27905 w 27904"/>
                  <a:gd name="connsiteY49" fmla="*/ 15103 h 22870"/>
                  <a:gd name="connsiteX50" fmla="*/ 25316 w 27904"/>
                  <a:gd name="connsiteY50" fmla="*/ 15103 h 22870"/>
                  <a:gd name="connsiteX51" fmla="*/ 22870 w 27904"/>
                  <a:gd name="connsiteY51" fmla="*/ 15103 h 22870"/>
                  <a:gd name="connsiteX52" fmla="*/ 22870 w 27904"/>
                  <a:gd name="connsiteY52" fmla="*/ 12658 h 22870"/>
                  <a:gd name="connsiteX53" fmla="*/ 25316 w 27904"/>
                  <a:gd name="connsiteY53" fmla="*/ 12658 h 22870"/>
                  <a:gd name="connsiteX54" fmla="*/ 27905 w 27904"/>
                  <a:gd name="connsiteY54" fmla="*/ 12658 h 22870"/>
                  <a:gd name="connsiteX55" fmla="*/ 27905 w 27904"/>
                  <a:gd name="connsiteY55" fmla="*/ 10213 h 22870"/>
                  <a:gd name="connsiteX56" fmla="*/ 27905 w 27904"/>
                  <a:gd name="connsiteY56" fmla="*/ 7623 h 22870"/>
                  <a:gd name="connsiteX57" fmla="*/ 27905 w 27904"/>
                  <a:gd name="connsiteY57" fmla="*/ 4890 h 22870"/>
                  <a:gd name="connsiteX58" fmla="*/ 27905 w 27904"/>
                  <a:gd name="connsiteY58" fmla="*/ 2445 h 22870"/>
                  <a:gd name="connsiteX59" fmla="*/ 27905 w 27904"/>
                  <a:gd name="connsiteY59" fmla="*/ 0 h 22870"/>
                  <a:gd name="connsiteX60" fmla="*/ 25316 w 27904"/>
                  <a:gd name="connsiteY60" fmla="*/ 0 h 22870"/>
                  <a:gd name="connsiteX61" fmla="*/ 25316 w 27904"/>
                  <a:gd name="connsiteY61" fmla="*/ 2445 h 22870"/>
                  <a:gd name="connsiteX62" fmla="*/ 22870 w 27904"/>
                  <a:gd name="connsiteY62" fmla="*/ 2445 h 22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27904" h="22870">
                    <a:moveTo>
                      <a:pt x="22870" y="2445"/>
                    </a:moveTo>
                    <a:lnTo>
                      <a:pt x="22870" y="4890"/>
                    </a:lnTo>
                    <a:lnTo>
                      <a:pt x="22870" y="7623"/>
                    </a:lnTo>
                    <a:lnTo>
                      <a:pt x="20425" y="7623"/>
                    </a:lnTo>
                    <a:lnTo>
                      <a:pt x="20425" y="4890"/>
                    </a:lnTo>
                    <a:lnTo>
                      <a:pt x="17692" y="4890"/>
                    </a:lnTo>
                    <a:lnTo>
                      <a:pt x="17692" y="7623"/>
                    </a:lnTo>
                    <a:lnTo>
                      <a:pt x="15103" y="7623"/>
                    </a:lnTo>
                    <a:lnTo>
                      <a:pt x="17692" y="10213"/>
                    </a:lnTo>
                    <a:lnTo>
                      <a:pt x="20425" y="12658"/>
                    </a:lnTo>
                    <a:lnTo>
                      <a:pt x="17692" y="12658"/>
                    </a:lnTo>
                    <a:lnTo>
                      <a:pt x="15103" y="10213"/>
                    </a:lnTo>
                    <a:lnTo>
                      <a:pt x="15103" y="12658"/>
                    </a:lnTo>
                    <a:lnTo>
                      <a:pt x="12658" y="12658"/>
                    </a:lnTo>
                    <a:lnTo>
                      <a:pt x="12658" y="15103"/>
                    </a:lnTo>
                    <a:lnTo>
                      <a:pt x="10213" y="15103"/>
                    </a:lnTo>
                    <a:lnTo>
                      <a:pt x="10213" y="12658"/>
                    </a:lnTo>
                    <a:lnTo>
                      <a:pt x="12658" y="10213"/>
                    </a:lnTo>
                    <a:lnTo>
                      <a:pt x="12658" y="7623"/>
                    </a:lnTo>
                    <a:lnTo>
                      <a:pt x="12658" y="4890"/>
                    </a:lnTo>
                    <a:lnTo>
                      <a:pt x="10213" y="4890"/>
                    </a:lnTo>
                    <a:lnTo>
                      <a:pt x="7480" y="4890"/>
                    </a:lnTo>
                    <a:lnTo>
                      <a:pt x="5034" y="4890"/>
                    </a:lnTo>
                    <a:lnTo>
                      <a:pt x="5034" y="7623"/>
                    </a:lnTo>
                    <a:lnTo>
                      <a:pt x="2445" y="7623"/>
                    </a:lnTo>
                    <a:lnTo>
                      <a:pt x="2445" y="10213"/>
                    </a:lnTo>
                    <a:lnTo>
                      <a:pt x="5034" y="10213"/>
                    </a:lnTo>
                    <a:lnTo>
                      <a:pt x="2445" y="12658"/>
                    </a:lnTo>
                    <a:lnTo>
                      <a:pt x="2445" y="15103"/>
                    </a:lnTo>
                    <a:lnTo>
                      <a:pt x="0" y="15103"/>
                    </a:lnTo>
                    <a:lnTo>
                      <a:pt x="0" y="17836"/>
                    </a:lnTo>
                    <a:lnTo>
                      <a:pt x="0" y="20425"/>
                    </a:lnTo>
                    <a:lnTo>
                      <a:pt x="0" y="22870"/>
                    </a:lnTo>
                    <a:lnTo>
                      <a:pt x="2445" y="22870"/>
                    </a:lnTo>
                    <a:lnTo>
                      <a:pt x="2445" y="20425"/>
                    </a:lnTo>
                    <a:lnTo>
                      <a:pt x="5034" y="20425"/>
                    </a:lnTo>
                    <a:lnTo>
                      <a:pt x="7480" y="17836"/>
                    </a:lnTo>
                    <a:lnTo>
                      <a:pt x="10213" y="17836"/>
                    </a:lnTo>
                    <a:lnTo>
                      <a:pt x="12658" y="17836"/>
                    </a:lnTo>
                    <a:lnTo>
                      <a:pt x="12658" y="20425"/>
                    </a:lnTo>
                    <a:lnTo>
                      <a:pt x="15103" y="20425"/>
                    </a:lnTo>
                    <a:lnTo>
                      <a:pt x="17692" y="20425"/>
                    </a:lnTo>
                    <a:lnTo>
                      <a:pt x="17692" y="22870"/>
                    </a:lnTo>
                    <a:lnTo>
                      <a:pt x="20425" y="22870"/>
                    </a:lnTo>
                    <a:lnTo>
                      <a:pt x="22870" y="22870"/>
                    </a:lnTo>
                    <a:lnTo>
                      <a:pt x="22870" y="20425"/>
                    </a:lnTo>
                    <a:lnTo>
                      <a:pt x="25316" y="20425"/>
                    </a:lnTo>
                    <a:lnTo>
                      <a:pt x="25316" y="17836"/>
                    </a:lnTo>
                    <a:lnTo>
                      <a:pt x="27905" y="17836"/>
                    </a:lnTo>
                    <a:lnTo>
                      <a:pt x="27905" y="15103"/>
                    </a:lnTo>
                    <a:lnTo>
                      <a:pt x="25316" y="15103"/>
                    </a:lnTo>
                    <a:lnTo>
                      <a:pt x="22870" y="15103"/>
                    </a:lnTo>
                    <a:lnTo>
                      <a:pt x="22870" y="12658"/>
                    </a:lnTo>
                    <a:lnTo>
                      <a:pt x="25316" y="12658"/>
                    </a:lnTo>
                    <a:lnTo>
                      <a:pt x="27905" y="12658"/>
                    </a:lnTo>
                    <a:lnTo>
                      <a:pt x="27905" y="10213"/>
                    </a:lnTo>
                    <a:lnTo>
                      <a:pt x="27905" y="7623"/>
                    </a:lnTo>
                    <a:lnTo>
                      <a:pt x="27905" y="4890"/>
                    </a:lnTo>
                    <a:lnTo>
                      <a:pt x="27905" y="2445"/>
                    </a:lnTo>
                    <a:lnTo>
                      <a:pt x="27905" y="0"/>
                    </a:lnTo>
                    <a:lnTo>
                      <a:pt x="25316" y="0"/>
                    </a:lnTo>
                    <a:lnTo>
                      <a:pt x="25316" y="2445"/>
                    </a:lnTo>
                    <a:lnTo>
                      <a:pt x="2287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74" name="Freeform: Shape 4069">
                <a:extLst>
                  <a:ext uri="{FF2B5EF4-FFF2-40B4-BE49-F238E27FC236}">
                    <a16:creationId xmlns:a16="http://schemas.microsoft.com/office/drawing/2014/main" id="{88D9E36A-FB86-9A08-5402-A21FD0C3547D}"/>
                  </a:ext>
                </a:extLst>
              </p:cNvPr>
              <p:cNvSpPr/>
              <p:nvPr/>
            </p:nvSpPr>
            <p:spPr>
              <a:xfrm>
                <a:off x="3594979" y="3373785"/>
                <a:ext cx="15103" cy="12801"/>
              </a:xfrm>
              <a:custGeom>
                <a:avLst/>
                <a:gdLst>
                  <a:gd name="connsiteX0" fmla="*/ 0 w 15103"/>
                  <a:gd name="connsiteY0" fmla="*/ 0 h 12801"/>
                  <a:gd name="connsiteX1" fmla="*/ 0 w 15103"/>
                  <a:gd name="connsiteY1" fmla="*/ 2589 h 12801"/>
                  <a:gd name="connsiteX2" fmla="*/ 0 w 15103"/>
                  <a:gd name="connsiteY2" fmla="*/ 5034 h 12801"/>
                  <a:gd name="connsiteX3" fmla="*/ 0 w 15103"/>
                  <a:gd name="connsiteY3" fmla="*/ 7480 h 12801"/>
                  <a:gd name="connsiteX4" fmla="*/ 2445 w 15103"/>
                  <a:gd name="connsiteY4" fmla="*/ 7480 h 12801"/>
                  <a:gd name="connsiteX5" fmla="*/ 2445 w 15103"/>
                  <a:gd name="connsiteY5" fmla="*/ 10069 h 12801"/>
                  <a:gd name="connsiteX6" fmla="*/ 4891 w 15103"/>
                  <a:gd name="connsiteY6" fmla="*/ 10069 h 12801"/>
                  <a:gd name="connsiteX7" fmla="*/ 4891 w 15103"/>
                  <a:gd name="connsiteY7" fmla="*/ 12802 h 12801"/>
                  <a:gd name="connsiteX8" fmla="*/ 7480 w 15103"/>
                  <a:gd name="connsiteY8" fmla="*/ 12802 h 12801"/>
                  <a:gd name="connsiteX9" fmla="*/ 7480 w 15103"/>
                  <a:gd name="connsiteY9" fmla="*/ 10069 h 12801"/>
                  <a:gd name="connsiteX10" fmla="*/ 10213 w 15103"/>
                  <a:gd name="connsiteY10" fmla="*/ 10069 h 12801"/>
                  <a:gd name="connsiteX11" fmla="*/ 10213 w 15103"/>
                  <a:gd name="connsiteY11" fmla="*/ 7480 h 12801"/>
                  <a:gd name="connsiteX12" fmla="*/ 12658 w 15103"/>
                  <a:gd name="connsiteY12" fmla="*/ 7480 h 12801"/>
                  <a:gd name="connsiteX13" fmla="*/ 15103 w 15103"/>
                  <a:gd name="connsiteY13" fmla="*/ 7480 h 12801"/>
                  <a:gd name="connsiteX14" fmla="*/ 15103 w 15103"/>
                  <a:gd name="connsiteY14" fmla="*/ 5034 h 12801"/>
                  <a:gd name="connsiteX15" fmla="*/ 12658 w 15103"/>
                  <a:gd name="connsiteY15" fmla="*/ 5034 h 12801"/>
                  <a:gd name="connsiteX16" fmla="*/ 10213 w 15103"/>
                  <a:gd name="connsiteY16" fmla="*/ 5034 h 12801"/>
                  <a:gd name="connsiteX17" fmla="*/ 10213 w 15103"/>
                  <a:gd name="connsiteY17" fmla="*/ 2589 h 12801"/>
                  <a:gd name="connsiteX18" fmla="*/ 10213 w 15103"/>
                  <a:gd name="connsiteY18" fmla="*/ 0 h 12801"/>
                  <a:gd name="connsiteX19" fmla="*/ 7480 w 15103"/>
                  <a:gd name="connsiteY19" fmla="*/ 0 h 12801"/>
                  <a:gd name="connsiteX20" fmla="*/ 4891 w 15103"/>
                  <a:gd name="connsiteY20" fmla="*/ 0 h 12801"/>
                  <a:gd name="connsiteX21" fmla="*/ 4891 w 15103"/>
                  <a:gd name="connsiteY21" fmla="*/ 2589 h 12801"/>
                  <a:gd name="connsiteX22" fmla="*/ 2445 w 15103"/>
                  <a:gd name="connsiteY22" fmla="*/ 2589 h 12801"/>
                  <a:gd name="connsiteX23" fmla="*/ 2445 w 15103"/>
                  <a:gd name="connsiteY23" fmla="*/ 0 h 12801"/>
                  <a:gd name="connsiteX24" fmla="*/ 0 w 15103"/>
                  <a:gd name="connsiteY24" fmla="*/ 0 h 12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103" h="12801">
                    <a:moveTo>
                      <a:pt x="0" y="0"/>
                    </a:moveTo>
                    <a:lnTo>
                      <a:pt x="0" y="2589"/>
                    </a:lnTo>
                    <a:lnTo>
                      <a:pt x="0" y="5034"/>
                    </a:lnTo>
                    <a:lnTo>
                      <a:pt x="0" y="7480"/>
                    </a:lnTo>
                    <a:lnTo>
                      <a:pt x="2445" y="7480"/>
                    </a:lnTo>
                    <a:lnTo>
                      <a:pt x="2445" y="10069"/>
                    </a:lnTo>
                    <a:lnTo>
                      <a:pt x="4891" y="10069"/>
                    </a:lnTo>
                    <a:lnTo>
                      <a:pt x="4891" y="12802"/>
                    </a:lnTo>
                    <a:lnTo>
                      <a:pt x="7480" y="12802"/>
                    </a:lnTo>
                    <a:lnTo>
                      <a:pt x="7480" y="10069"/>
                    </a:lnTo>
                    <a:lnTo>
                      <a:pt x="10213" y="10069"/>
                    </a:lnTo>
                    <a:lnTo>
                      <a:pt x="10213" y="7480"/>
                    </a:lnTo>
                    <a:lnTo>
                      <a:pt x="12658" y="7480"/>
                    </a:lnTo>
                    <a:lnTo>
                      <a:pt x="15103" y="7480"/>
                    </a:lnTo>
                    <a:lnTo>
                      <a:pt x="15103" y="5034"/>
                    </a:lnTo>
                    <a:lnTo>
                      <a:pt x="12658" y="5034"/>
                    </a:lnTo>
                    <a:lnTo>
                      <a:pt x="10213" y="5034"/>
                    </a:lnTo>
                    <a:lnTo>
                      <a:pt x="10213" y="2589"/>
                    </a:lnTo>
                    <a:lnTo>
                      <a:pt x="10213" y="0"/>
                    </a:lnTo>
                    <a:lnTo>
                      <a:pt x="7480" y="0"/>
                    </a:lnTo>
                    <a:lnTo>
                      <a:pt x="4891" y="0"/>
                    </a:lnTo>
                    <a:lnTo>
                      <a:pt x="4891" y="2589"/>
                    </a:lnTo>
                    <a:lnTo>
                      <a:pt x="2445" y="2589"/>
                    </a:lnTo>
                    <a:lnTo>
                      <a:pt x="2445" y="0"/>
                    </a:lnTo>
                    <a:lnTo>
                      <a:pt x="0" y="0"/>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75" name="Freeform: Shape 4070">
                <a:extLst>
                  <a:ext uri="{FF2B5EF4-FFF2-40B4-BE49-F238E27FC236}">
                    <a16:creationId xmlns:a16="http://schemas.microsoft.com/office/drawing/2014/main" id="{1BBD7031-2B3C-467E-68A5-573CB78F090F}"/>
                  </a:ext>
                </a:extLst>
              </p:cNvPr>
              <p:cNvSpPr/>
              <p:nvPr/>
            </p:nvSpPr>
            <p:spPr>
              <a:xfrm>
                <a:off x="3628062" y="3669660"/>
                <a:ext cx="2445" cy="2445"/>
              </a:xfrm>
              <a:custGeom>
                <a:avLst/>
                <a:gdLst>
                  <a:gd name="connsiteX0" fmla="*/ 0 w 2445"/>
                  <a:gd name="connsiteY0" fmla="*/ 0 h 2445"/>
                  <a:gd name="connsiteX1" fmla="*/ 2445 w 2445"/>
                  <a:gd name="connsiteY1" fmla="*/ 0 h 2445"/>
                  <a:gd name="connsiteX2" fmla="*/ 2445 w 2445"/>
                  <a:gd name="connsiteY2" fmla="*/ 2445 h 2445"/>
                  <a:gd name="connsiteX3" fmla="*/ 0 w 2445"/>
                  <a:gd name="connsiteY3" fmla="*/ 2445 h 2445"/>
                </a:gdLst>
                <a:ahLst/>
                <a:cxnLst>
                  <a:cxn ang="0">
                    <a:pos x="connsiteX0" y="connsiteY0"/>
                  </a:cxn>
                  <a:cxn ang="0">
                    <a:pos x="connsiteX1" y="connsiteY1"/>
                  </a:cxn>
                  <a:cxn ang="0">
                    <a:pos x="connsiteX2" y="connsiteY2"/>
                  </a:cxn>
                  <a:cxn ang="0">
                    <a:pos x="connsiteX3" y="connsiteY3"/>
                  </a:cxn>
                </a:cxnLst>
                <a:rect l="l" t="t" r="r" b="b"/>
                <a:pathLst>
                  <a:path w="2445" h="2445">
                    <a:moveTo>
                      <a:pt x="0" y="0"/>
                    </a:moveTo>
                    <a:lnTo>
                      <a:pt x="2445" y="0"/>
                    </a:lnTo>
                    <a:lnTo>
                      <a:pt x="2445" y="2445"/>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76" name="Freeform: Shape 4071">
                <a:extLst>
                  <a:ext uri="{FF2B5EF4-FFF2-40B4-BE49-F238E27FC236}">
                    <a16:creationId xmlns:a16="http://schemas.microsoft.com/office/drawing/2014/main" id="{39A8C5BA-03E7-DA67-6D03-E82BFDE8847F}"/>
                  </a:ext>
                </a:extLst>
              </p:cNvPr>
              <p:cNvSpPr/>
              <p:nvPr/>
            </p:nvSpPr>
            <p:spPr>
              <a:xfrm>
                <a:off x="3559163" y="3429881"/>
                <a:ext cx="7623" cy="10212"/>
              </a:xfrm>
              <a:custGeom>
                <a:avLst/>
                <a:gdLst>
                  <a:gd name="connsiteX0" fmla="*/ 0 w 7623"/>
                  <a:gd name="connsiteY0" fmla="*/ 2445 h 10212"/>
                  <a:gd name="connsiteX1" fmla="*/ 0 w 7623"/>
                  <a:gd name="connsiteY1" fmla="*/ 4891 h 10212"/>
                  <a:gd name="connsiteX2" fmla="*/ 2445 w 7623"/>
                  <a:gd name="connsiteY2" fmla="*/ 4891 h 10212"/>
                  <a:gd name="connsiteX3" fmla="*/ 2445 w 7623"/>
                  <a:gd name="connsiteY3" fmla="*/ 7623 h 10212"/>
                  <a:gd name="connsiteX4" fmla="*/ 2445 w 7623"/>
                  <a:gd name="connsiteY4" fmla="*/ 10213 h 10212"/>
                  <a:gd name="connsiteX5" fmla="*/ 5178 w 7623"/>
                  <a:gd name="connsiteY5" fmla="*/ 10213 h 10212"/>
                  <a:gd name="connsiteX6" fmla="*/ 7623 w 7623"/>
                  <a:gd name="connsiteY6" fmla="*/ 10213 h 10212"/>
                  <a:gd name="connsiteX7" fmla="*/ 7623 w 7623"/>
                  <a:gd name="connsiteY7" fmla="*/ 7623 h 10212"/>
                  <a:gd name="connsiteX8" fmla="*/ 7623 w 7623"/>
                  <a:gd name="connsiteY8" fmla="*/ 4891 h 10212"/>
                  <a:gd name="connsiteX9" fmla="*/ 5178 w 7623"/>
                  <a:gd name="connsiteY9" fmla="*/ 4891 h 10212"/>
                  <a:gd name="connsiteX10" fmla="*/ 5178 w 7623"/>
                  <a:gd name="connsiteY10" fmla="*/ 2445 h 10212"/>
                  <a:gd name="connsiteX11" fmla="*/ 5178 w 7623"/>
                  <a:gd name="connsiteY11" fmla="*/ 0 h 10212"/>
                  <a:gd name="connsiteX12" fmla="*/ 2445 w 7623"/>
                  <a:gd name="connsiteY12" fmla="*/ 0 h 10212"/>
                  <a:gd name="connsiteX13" fmla="*/ 0 w 7623"/>
                  <a:gd name="connsiteY13" fmla="*/ 0 h 10212"/>
                  <a:gd name="connsiteX14" fmla="*/ 0 w 7623"/>
                  <a:gd name="connsiteY14" fmla="*/ 2445 h 10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623" h="10212">
                    <a:moveTo>
                      <a:pt x="0" y="2445"/>
                    </a:moveTo>
                    <a:lnTo>
                      <a:pt x="0" y="4891"/>
                    </a:lnTo>
                    <a:lnTo>
                      <a:pt x="2445" y="4891"/>
                    </a:lnTo>
                    <a:lnTo>
                      <a:pt x="2445" y="7623"/>
                    </a:lnTo>
                    <a:lnTo>
                      <a:pt x="2445" y="10213"/>
                    </a:lnTo>
                    <a:lnTo>
                      <a:pt x="5178" y="10213"/>
                    </a:lnTo>
                    <a:lnTo>
                      <a:pt x="7623" y="10213"/>
                    </a:lnTo>
                    <a:lnTo>
                      <a:pt x="7623" y="7623"/>
                    </a:lnTo>
                    <a:lnTo>
                      <a:pt x="7623" y="4891"/>
                    </a:lnTo>
                    <a:lnTo>
                      <a:pt x="5178" y="4891"/>
                    </a:lnTo>
                    <a:lnTo>
                      <a:pt x="5178" y="2445"/>
                    </a:lnTo>
                    <a:lnTo>
                      <a:pt x="5178" y="0"/>
                    </a:lnTo>
                    <a:lnTo>
                      <a:pt x="2445" y="0"/>
                    </a:lnTo>
                    <a:lnTo>
                      <a:pt x="0" y="0"/>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77" name="Freeform: Shape 4072">
                <a:extLst>
                  <a:ext uri="{FF2B5EF4-FFF2-40B4-BE49-F238E27FC236}">
                    <a16:creationId xmlns:a16="http://schemas.microsoft.com/office/drawing/2014/main" id="{CB4578D6-5CC5-2DB0-F538-0917636AE82F}"/>
                  </a:ext>
                </a:extLst>
              </p:cNvPr>
              <p:cNvSpPr/>
              <p:nvPr/>
            </p:nvSpPr>
            <p:spPr>
              <a:xfrm>
                <a:off x="3576999" y="3565089"/>
                <a:ext cx="10212" cy="10212"/>
              </a:xfrm>
              <a:custGeom>
                <a:avLst/>
                <a:gdLst>
                  <a:gd name="connsiteX0" fmla="*/ 7767 w 10212"/>
                  <a:gd name="connsiteY0" fmla="*/ 0 h 10212"/>
                  <a:gd name="connsiteX1" fmla="*/ 5034 w 10212"/>
                  <a:gd name="connsiteY1" fmla="*/ 0 h 10212"/>
                  <a:gd name="connsiteX2" fmla="*/ 2445 w 10212"/>
                  <a:gd name="connsiteY2" fmla="*/ 0 h 10212"/>
                  <a:gd name="connsiteX3" fmla="*/ 0 w 10212"/>
                  <a:gd name="connsiteY3" fmla="*/ 0 h 10212"/>
                  <a:gd name="connsiteX4" fmla="*/ 0 w 10212"/>
                  <a:gd name="connsiteY4" fmla="*/ 2445 h 10212"/>
                  <a:gd name="connsiteX5" fmla="*/ 0 w 10212"/>
                  <a:gd name="connsiteY5" fmla="*/ 4890 h 10212"/>
                  <a:gd name="connsiteX6" fmla="*/ 2445 w 10212"/>
                  <a:gd name="connsiteY6" fmla="*/ 4890 h 10212"/>
                  <a:gd name="connsiteX7" fmla="*/ 2445 w 10212"/>
                  <a:gd name="connsiteY7" fmla="*/ 7479 h 10212"/>
                  <a:gd name="connsiteX8" fmla="*/ 5034 w 10212"/>
                  <a:gd name="connsiteY8" fmla="*/ 7479 h 10212"/>
                  <a:gd name="connsiteX9" fmla="*/ 5034 w 10212"/>
                  <a:gd name="connsiteY9" fmla="*/ 10212 h 10212"/>
                  <a:gd name="connsiteX10" fmla="*/ 7767 w 10212"/>
                  <a:gd name="connsiteY10" fmla="*/ 10212 h 10212"/>
                  <a:gd name="connsiteX11" fmla="*/ 10213 w 10212"/>
                  <a:gd name="connsiteY11" fmla="*/ 10212 h 10212"/>
                  <a:gd name="connsiteX12" fmla="*/ 10213 w 10212"/>
                  <a:gd name="connsiteY12" fmla="*/ 7479 h 10212"/>
                  <a:gd name="connsiteX13" fmla="*/ 7767 w 10212"/>
                  <a:gd name="connsiteY13" fmla="*/ 4890 h 10212"/>
                  <a:gd name="connsiteX14" fmla="*/ 7767 w 10212"/>
                  <a:gd name="connsiteY14" fmla="*/ 2445 h 10212"/>
                  <a:gd name="connsiteX15" fmla="*/ 7767 w 10212"/>
                  <a:gd name="connsiteY15" fmla="*/ 0 h 10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212" h="10212">
                    <a:moveTo>
                      <a:pt x="7767" y="0"/>
                    </a:moveTo>
                    <a:lnTo>
                      <a:pt x="5034" y="0"/>
                    </a:lnTo>
                    <a:lnTo>
                      <a:pt x="2445" y="0"/>
                    </a:lnTo>
                    <a:lnTo>
                      <a:pt x="0" y="0"/>
                    </a:lnTo>
                    <a:lnTo>
                      <a:pt x="0" y="2445"/>
                    </a:lnTo>
                    <a:lnTo>
                      <a:pt x="0" y="4890"/>
                    </a:lnTo>
                    <a:lnTo>
                      <a:pt x="2445" y="4890"/>
                    </a:lnTo>
                    <a:lnTo>
                      <a:pt x="2445" y="7479"/>
                    </a:lnTo>
                    <a:lnTo>
                      <a:pt x="5034" y="7479"/>
                    </a:lnTo>
                    <a:lnTo>
                      <a:pt x="5034" y="10212"/>
                    </a:lnTo>
                    <a:lnTo>
                      <a:pt x="7767" y="10212"/>
                    </a:lnTo>
                    <a:lnTo>
                      <a:pt x="10213" y="10212"/>
                    </a:lnTo>
                    <a:lnTo>
                      <a:pt x="10213" y="7479"/>
                    </a:lnTo>
                    <a:lnTo>
                      <a:pt x="7767" y="4890"/>
                    </a:lnTo>
                    <a:lnTo>
                      <a:pt x="7767" y="2445"/>
                    </a:lnTo>
                    <a:lnTo>
                      <a:pt x="7767" y="0"/>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78" name="Freeform: Shape 4073">
                <a:extLst>
                  <a:ext uri="{FF2B5EF4-FFF2-40B4-BE49-F238E27FC236}">
                    <a16:creationId xmlns:a16="http://schemas.microsoft.com/office/drawing/2014/main" id="{20322819-F623-C2F3-BCC9-0352C06EDD39}"/>
                  </a:ext>
                </a:extLst>
              </p:cNvPr>
              <p:cNvSpPr/>
              <p:nvPr/>
            </p:nvSpPr>
            <p:spPr>
              <a:xfrm>
                <a:off x="3607637" y="3544664"/>
                <a:ext cx="5034" cy="12657"/>
              </a:xfrm>
              <a:custGeom>
                <a:avLst/>
                <a:gdLst>
                  <a:gd name="connsiteX0" fmla="*/ 0 w 5034"/>
                  <a:gd name="connsiteY0" fmla="*/ 2445 h 12657"/>
                  <a:gd name="connsiteX1" fmla="*/ 0 w 5034"/>
                  <a:gd name="connsiteY1" fmla="*/ 4890 h 12657"/>
                  <a:gd name="connsiteX2" fmla="*/ 0 w 5034"/>
                  <a:gd name="connsiteY2" fmla="*/ 7623 h 12657"/>
                  <a:gd name="connsiteX3" fmla="*/ 2445 w 5034"/>
                  <a:gd name="connsiteY3" fmla="*/ 7623 h 12657"/>
                  <a:gd name="connsiteX4" fmla="*/ 0 w 5034"/>
                  <a:gd name="connsiteY4" fmla="*/ 10212 h 12657"/>
                  <a:gd name="connsiteX5" fmla="*/ 0 w 5034"/>
                  <a:gd name="connsiteY5" fmla="*/ 12658 h 12657"/>
                  <a:gd name="connsiteX6" fmla="*/ 2445 w 5034"/>
                  <a:gd name="connsiteY6" fmla="*/ 12658 h 12657"/>
                  <a:gd name="connsiteX7" fmla="*/ 5034 w 5034"/>
                  <a:gd name="connsiteY7" fmla="*/ 12658 h 12657"/>
                  <a:gd name="connsiteX8" fmla="*/ 5034 w 5034"/>
                  <a:gd name="connsiteY8" fmla="*/ 10212 h 12657"/>
                  <a:gd name="connsiteX9" fmla="*/ 5034 w 5034"/>
                  <a:gd name="connsiteY9" fmla="*/ 7623 h 12657"/>
                  <a:gd name="connsiteX10" fmla="*/ 5034 w 5034"/>
                  <a:gd name="connsiteY10" fmla="*/ 4890 h 12657"/>
                  <a:gd name="connsiteX11" fmla="*/ 5034 w 5034"/>
                  <a:gd name="connsiteY11" fmla="*/ 2445 h 12657"/>
                  <a:gd name="connsiteX12" fmla="*/ 5034 w 5034"/>
                  <a:gd name="connsiteY12" fmla="*/ 0 h 12657"/>
                  <a:gd name="connsiteX13" fmla="*/ 2445 w 5034"/>
                  <a:gd name="connsiteY13" fmla="*/ 0 h 12657"/>
                  <a:gd name="connsiteX14" fmla="*/ 0 w 5034"/>
                  <a:gd name="connsiteY14" fmla="*/ 2445 h 1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034" h="12657">
                    <a:moveTo>
                      <a:pt x="0" y="2445"/>
                    </a:moveTo>
                    <a:lnTo>
                      <a:pt x="0" y="4890"/>
                    </a:lnTo>
                    <a:lnTo>
                      <a:pt x="0" y="7623"/>
                    </a:lnTo>
                    <a:lnTo>
                      <a:pt x="2445" y="7623"/>
                    </a:lnTo>
                    <a:lnTo>
                      <a:pt x="0" y="10212"/>
                    </a:lnTo>
                    <a:lnTo>
                      <a:pt x="0" y="12658"/>
                    </a:lnTo>
                    <a:lnTo>
                      <a:pt x="2445" y="12658"/>
                    </a:lnTo>
                    <a:lnTo>
                      <a:pt x="5034" y="12658"/>
                    </a:lnTo>
                    <a:lnTo>
                      <a:pt x="5034" y="10212"/>
                    </a:lnTo>
                    <a:lnTo>
                      <a:pt x="5034" y="7623"/>
                    </a:lnTo>
                    <a:lnTo>
                      <a:pt x="5034" y="4890"/>
                    </a:lnTo>
                    <a:lnTo>
                      <a:pt x="5034" y="2445"/>
                    </a:lnTo>
                    <a:lnTo>
                      <a:pt x="5034" y="0"/>
                    </a:lnTo>
                    <a:lnTo>
                      <a:pt x="2445" y="0"/>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79" name="Freeform: Shape 4074">
                <a:extLst>
                  <a:ext uri="{FF2B5EF4-FFF2-40B4-BE49-F238E27FC236}">
                    <a16:creationId xmlns:a16="http://schemas.microsoft.com/office/drawing/2014/main" id="{DF360786-59E7-F085-0C58-D9499B81384E}"/>
                  </a:ext>
                </a:extLst>
              </p:cNvPr>
              <p:cNvSpPr/>
              <p:nvPr/>
            </p:nvSpPr>
            <p:spPr>
              <a:xfrm>
                <a:off x="3439346" y="3539342"/>
                <a:ext cx="10212" cy="7767"/>
              </a:xfrm>
              <a:custGeom>
                <a:avLst/>
                <a:gdLst>
                  <a:gd name="connsiteX0" fmla="*/ 0 w 10212"/>
                  <a:gd name="connsiteY0" fmla="*/ 2733 h 7767"/>
                  <a:gd name="connsiteX1" fmla="*/ 0 w 10212"/>
                  <a:gd name="connsiteY1" fmla="*/ 5322 h 7767"/>
                  <a:gd name="connsiteX2" fmla="*/ 2445 w 10212"/>
                  <a:gd name="connsiteY2" fmla="*/ 5322 h 7767"/>
                  <a:gd name="connsiteX3" fmla="*/ 2445 w 10212"/>
                  <a:gd name="connsiteY3" fmla="*/ 7767 h 7767"/>
                  <a:gd name="connsiteX4" fmla="*/ 5034 w 10212"/>
                  <a:gd name="connsiteY4" fmla="*/ 7767 h 7767"/>
                  <a:gd name="connsiteX5" fmla="*/ 7767 w 10212"/>
                  <a:gd name="connsiteY5" fmla="*/ 7767 h 7767"/>
                  <a:gd name="connsiteX6" fmla="*/ 10213 w 10212"/>
                  <a:gd name="connsiteY6" fmla="*/ 7767 h 7767"/>
                  <a:gd name="connsiteX7" fmla="*/ 10213 w 10212"/>
                  <a:gd name="connsiteY7" fmla="*/ 5322 h 7767"/>
                  <a:gd name="connsiteX8" fmla="*/ 7767 w 10212"/>
                  <a:gd name="connsiteY8" fmla="*/ 5322 h 7767"/>
                  <a:gd name="connsiteX9" fmla="*/ 5034 w 10212"/>
                  <a:gd name="connsiteY9" fmla="*/ 5322 h 7767"/>
                  <a:gd name="connsiteX10" fmla="*/ 5034 w 10212"/>
                  <a:gd name="connsiteY10" fmla="*/ 2733 h 7767"/>
                  <a:gd name="connsiteX11" fmla="*/ 5034 w 10212"/>
                  <a:gd name="connsiteY11" fmla="*/ 0 h 7767"/>
                  <a:gd name="connsiteX12" fmla="*/ 2445 w 10212"/>
                  <a:gd name="connsiteY12" fmla="*/ 2733 h 7767"/>
                  <a:gd name="connsiteX13" fmla="*/ 0 w 10212"/>
                  <a:gd name="connsiteY13" fmla="*/ 2733 h 7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212" h="7767">
                    <a:moveTo>
                      <a:pt x="0" y="2733"/>
                    </a:moveTo>
                    <a:lnTo>
                      <a:pt x="0" y="5322"/>
                    </a:lnTo>
                    <a:lnTo>
                      <a:pt x="2445" y="5322"/>
                    </a:lnTo>
                    <a:lnTo>
                      <a:pt x="2445" y="7767"/>
                    </a:lnTo>
                    <a:lnTo>
                      <a:pt x="5034" y="7767"/>
                    </a:lnTo>
                    <a:lnTo>
                      <a:pt x="7767" y="7767"/>
                    </a:lnTo>
                    <a:lnTo>
                      <a:pt x="10213" y="7767"/>
                    </a:lnTo>
                    <a:lnTo>
                      <a:pt x="10213" y="5322"/>
                    </a:lnTo>
                    <a:lnTo>
                      <a:pt x="7767" y="5322"/>
                    </a:lnTo>
                    <a:lnTo>
                      <a:pt x="5034" y="5322"/>
                    </a:lnTo>
                    <a:lnTo>
                      <a:pt x="5034" y="2733"/>
                    </a:lnTo>
                    <a:lnTo>
                      <a:pt x="5034" y="0"/>
                    </a:lnTo>
                    <a:lnTo>
                      <a:pt x="2445" y="2733"/>
                    </a:lnTo>
                    <a:lnTo>
                      <a:pt x="0" y="2733"/>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80" name="Freeform: Shape 4075">
                <a:extLst>
                  <a:ext uri="{FF2B5EF4-FFF2-40B4-BE49-F238E27FC236}">
                    <a16:creationId xmlns:a16="http://schemas.microsoft.com/office/drawing/2014/main" id="{3B3A78B1-C52E-6FE3-16C9-D50EC1879EF8}"/>
                  </a:ext>
                </a:extLst>
              </p:cNvPr>
              <p:cNvSpPr/>
              <p:nvPr/>
            </p:nvSpPr>
            <p:spPr>
              <a:xfrm>
                <a:off x="3592246" y="3442539"/>
                <a:ext cx="2732" cy="2445"/>
              </a:xfrm>
              <a:custGeom>
                <a:avLst/>
                <a:gdLst>
                  <a:gd name="connsiteX0" fmla="*/ 0 w 2732"/>
                  <a:gd name="connsiteY0" fmla="*/ 0 h 2445"/>
                  <a:gd name="connsiteX1" fmla="*/ 0 w 2732"/>
                  <a:gd name="connsiteY1" fmla="*/ 2445 h 2445"/>
                  <a:gd name="connsiteX2" fmla="*/ 2733 w 2732"/>
                  <a:gd name="connsiteY2" fmla="*/ 2445 h 2445"/>
                  <a:gd name="connsiteX3" fmla="*/ 0 w 2732"/>
                  <a:gd name="connsiteY3" fmla="*/ 0 h 2445"/>
                </a:gdLst>
                <a:ahLst/>
                <a:cxnLst>
                  <a:cxn ang="0">
                    <a:pos x="connsiteX0" y="connsiteY0"/>
                  </a:cxn>
                  <a:cxn ang="0">
                    <a:pos x="connsiteX1" y="connsiteY1"/>
                  </a:cxn>
                  <a:cxn ang="0">
                    <a:pos x="connsiteX2" y="connsiteY2"/>
                  </a:cxn>
                  <a:cxn ang="0">
                    <a:pos x="connsiteX3" y="connsiteY3"/>
                  </a:cxn>
                </a:cxnLst>
                <a:rect l="l" t="t" r="r" b="b"/>
                <a:pathLst>
                  <a:path w="2732" h="2445">
                    <a:moveTo>
                      <a:pt x="0" y="0"/>
                    </a:moveTo>
                    <a:lnTo>
                      <a:pt x="0" y="2445"/>
                    </a:lnTo>
                    <a:lnTo>
                      <a:pt x="2733" y="2445"/>
                    </a:lnTo>
                    <a:lnTo>
                      <a:pt x="0" y="0"/>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81" name="Freeform: Shape 4076">
                <a:extLst>
                  <a:ext uri="{FF2B5EF4-FFF2-40B4-BE49-F238E27FC236}">
                    <a16:creationId xmlns:a16="http://schemas.microsoft.com/office/drawing/2014/main" id="{0419342C-C879-BCAE-359C-B4E683033B28}"/>
                  </a:ext>
                </a:extLst>
              </p:cNvPr>
              <p:cNvSpPr/>
              <p:nvPr/>
            </p:nvSpPr>
            <p:spPr>
              <a:xfrm>
                <a:off x="3582034" y="3575302"/>
                <a:ext cx="5178" cy="7335"/>
              </a:xfrm>
              <a:custGeom>
                <a:avLst/>
                <a:gdLst>
                  <a:gd name="connsiteX0" fmla="*/ 0 w 5178"/>
                  <a:gd name="connsiteY0" fmla="*/ 2445 h 7335"/>
                  <a:gd name="connsiteX1" fmla="*/ 0 w 5178"/>
                  <a:gd name="connsiteY1" fmla="*/ 4891 h 7335"/>
                  <a:gd name="connsiteX2" fmla="*/ 2733 w 5178"/>
                  <a:gd name="connsiteY2" fmla="*/ 4891 h 7335"/>
                  <a:gd name="connsiteX3" fmla="*/ 2733 w 5178"/>
                  <a:gd name="connsiteY3" fmla="*/ 7336 h 7335"/>
                  <a:gd name="connsiteX4" fmla="*/ 5178 w 5178"/>
                  <a:gd name="connsiteY4" fmla="*/ 7336 h 7335"/>
                  <a:gd name="connsiteX5" fmla="*/ 5178 w 5178"/>
                  <a:gd name="connsiteY5" fmla="*/ 4891 h 7335"/>
                  <a:gd name="connsiteX6" fmla="*/ 5178 w 5178"/>
                  <a:gd name="connsiteY6" fmla="*/ 2445 h 7335"/>
                  <a:gd name="connsiteX7" fmla="*/ 2733 w 5178"/>
                  <a:gd name="connsiteY7" fmla="*/ 0 h 7335"/>
                  <a:gd name="connsiteX8" fmla="*/ 2733 w 5178"/>
                  <a:gd name="connsiteY8" fmla="*/ 2445 h 7335"/>
                  <a:gd name="connsiteX9" fmla="*/ 0 w 5178"/>
                  <a:gd name="connsiteY9" fmla="*/ 2445 h 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78" h="7335">
                    <a:moveTo>
                      <a:pt x="0" y="2445"/>
                    </a:moveTo>
                    <a:lnTo>
                      <a:pt x="0" y="4891"/>
                    </a:lnTo>
                    <a:lnTo>
                      <a:pt x="2733" y="4891"/>
                    </a:lnTo>
                    <a:lnTo>
                      <a:pt x="2733" y="7336"/>
                    </a:lnTo>
                    <a:lnTo>
                      <a:pt x="5178" y="7336"/>
                    </a:lnTo>
                    <a:lnTo>
                      <a:pt x="5178" y="4891"/>
                    </a:lnTo>
                    <a:lnTo>
                      <a:pt x="5178" y="2445"/>
                    </a:lnTo>
                    <a:lnTo>
                      <a:pt x="2733" y="0"/>
                    </a:lnTo>
                    <a:lnTo>
                      <a:pt x="2733" y="2445"/>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82" name="Freeform: Shape 4077">
                <a:extLst>
                  <a:ext uri="{FF2B5EF4-FFF2-40B4-BE49-F238E27FC236}">
                    <a16:creationId xmlns:a16="http://schemas.microsoft.com/office/drawing/2014/main" id="{44047A47-3E24-363A-3B94-863AE161F040}"/>
                  </a:ext>
                </a:extLst>
              </p:cNvPr>
              <p:cNvSpPr/>
              <p:nvPr/>
            </p:nvSpPr>
            <p:spPr>
              <a:xfrm>
                <a:off x="3579445" y="3575302"/>
                <a:ext cx="2445" cy="2445"/>
              </a:xfrm>
              <a:custGeom>
                <a:avLst/>
                <a:gdLst>
                  <a:gd name="connsiteX0" fmla="*/ 0 w 2445"/>
                  <a:gd name="connsiteY0" fmla="*/ 0 h 2445"/>
                  <a:gd name="connsiteX1" fmla="*/ 2445 w 2445"/>
                  <a:gd name="connsiteY1" fmla="*/ 0 h 2445"/>
                  <a:gd name="connsiteX2" fmla="*/ 2445 w 2445"/>
                  <a:gd name="connsiteY2" fmla="*/ 2445 h 2445"/>
                  <a:gd name="connsiteX3" fmla="*/ 0 w 2445"/>
                  <a:gd name="connsiteY3" fmla="*/ 2445 h 2445"/>
                </a:gdLst>
                <a:ahLst/>
                <a:cxnLst>
                  <a:cxn ang="0">
                    <a:pos x="connsiteX0" y="connsiteY0"/>
                  </a:cxn>
                  <a:cxn ang="0">
                    <a:pos x="connsiteX1" y="connsiteY1"/>
                  </a:cxn>
                  <a:cxn ang="0">
                    <a:pos x="connsiteX2" y="connsiteY2"/>
                  </a:cxn>
                  <a:cxn ang="0">
                    <a:pos x="connsiteX3" y="connsiteY3"/>
                  </a:cxn>
                </a:cxnLst>
                <a:rect l="l" t="t" r="r" b="b"/>
                <a:pathLst>
                  <a:path w="2445" h="2445">
                    <a:moveTo>
                      <a:pt x="0" y="0"/>
                    </a:moveTo>
                    <a:lnTo>
                      <a:pt x="2445" y="0"/>
                    </a:lnTo>
                    <a:lnTo>
                      <a:pt x="2445" y="2445"/>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83" name="Freeform: Shape 4078">
                <a:extLst>
                  <a:ext uri="{FF2B5EF4-FFF2-40B4-BE49-F238E27FC236}">
                    <a16:creationId xmlns:a16="http://schemas.microsoft.com/office/drawing/2014/main" id="{97B2ED18-3096-B855-30DE-61E8DA263396}"/>
                  </a:ext>
                </a:extLst>
              </p:cNvPr>
              <p:cNvSpPr/>
              <p:nvPr/>
            </p:nvSpPr>
            <p:spPr>
              <a:xfrm>
                <a:off x="3579445" y="3580193"/>
                <a:ext cx="5321" cy="5178"/>
              </a:xfrm>
              <a:custGeom>
                <a:avLst/>
                <a:gdLst>
                  <a:gd name="connsiteX0" fmla="*/ 0 w 5321"/>
                  <a:gd name="connsiteY0" fmla="*/ 0 h 5178"/>
                  <a:gd name="connsiteX1" fmla="*/ 0 w 5321"/>
                  <a:gd name="connsiteY1" fmla="*/ 2445 h 5178"/>
                  <a:gd name="connsiteX2" fmla="*/ 0 w 5321"/>
                  <a:gd name="connsiteY2" fmla="*/ 5178 h 5178"/>
                  <a:gd name="connsiteX3" fmla="*/ 2589 w 5321"/>
                  <a:gd name="connsiteY3" fmla="*/ 5178 h 5178"/>
                  <a:gd name="connsiteX4" fmla="*/ 5322 w 5321"/>
                  <a:gd name="connsiteY4" fmla="*/ 5178 h 5178"/>
                  <a:gd name="connsiteX5" fmla="*/ 5322 w 5321"/>
                  <a:gd name="connsiteY5" fmla="*/ 2445 h 5178"/>
                  <a:gd name="connsiteX6" fmla="*/ 2589 w 5321"/>
                  <a:gd name="connsiteY6" fmla="*/ 0 h 5178"/>
                  <a:gd name="connsiteX7" fmla="*/ 0 w 5321"/>
                  <a:gd name="connsiteY7" fmla="*/ 0 h 5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21" h="5178">
                    <a:moveTo>
                      <a:pt x="0" y="0"/>
                    </a:moveTo>
                    <a:lnTo>
                      <a:pt x="0" y="2445"/>
                    </a:lnTo>
                    <a:lnTo>
                      <a:pt x="0" y="5178"/>
                    </a:lnTo>
                    <a:lnTo>
                      <a:pt x="2589" y="5178"/>
                    </a:lnTo>
                    <a:lnTo>
                      <a:pt x="5322" y="5178"/>
                    </a:lnTo>
                    <a:lnTo>
                      <a:pt x="5322" y="2445"/>
                    </a:lnTo>
                    <a:lnTo>
                      <a:pt x="2589" y="0"/>
                    </a:lnTo>
                    <a:lnTo>
                      <a:pt x="0" y="0"/>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84" name="Freeform: Shape 4079">
                <a:extLst>
                  <a:ext uri="{FF2B5EF4-FFF2-40B4-BE49-F238E27FC236}">
                    <a16:creationId xmlns:a16="http://schemas.microsoft.com/office/drawing/2014/main" id="{30CB753D-FC16-B746-50DA-920F5CAADABD}"/>
                  </a:ext>
                </a:extLst>
              </p:cNvPr>
              <p:cNvSpPr/>
              <p:nvPr/>
            </p:nvSpPr>
            <p:spPr>
              <a:xfrm>
                <a:off x="3411154" y="3508849"/>
                <a:ext cx="2589" cy="2732"/>
              </a:xfrm>
              <a:custGeom>
                <a:avLst/>
                <a:gdLst>
                  <a:gd name="connsiteX0" fmla="*/ 0 w 2589"/>
                  <a:gd name="connsiteY0" fmla="*/ 2733 h 2732"/>
                  <a:gd name="connsiteX1" fmla="*/ 2589 w 2589"/>
                  <a:gd name="connsiteY1" fmla="*/ 2733 h 2732"/>
                  <a:gd name="connsiteX2" fmla="*/ 2589 w 2589"/>
                  <a:gd name="connsiteY2" fmla="*/ 0 h 2732"/>
                  <a:gd name="connsiteX3" fmla="*/ 0 w 2589"/>
                  <a:gd name="connsiteY3" fmla="*/ 2733 h 2732"/>
                </a:gdLst>
                <a:ahLst/>
                <a:cxnLst>
                  <a:cxn ang="0">
                    <a:pos x="connsiteX0" y="connsiteY0"/>
                  </a:cxn>
                  <a:cxn ang="0">
                    <a:pos x="connsiteX1" y="connsiteY1"/>
                  </a:cxn>
                  <a:cxn ang="0">
                    <a:pos x="connsiteX2" y="connsiteY2"/>
                  </a:cxn>
                  <a:cxn ang="0">
                    <a:pos x="connsiteX3" y="connsiteY3"/>
                  </a:cxn>
                </a:cxnLst>
                <a:rect l="l" t="t" r="r" b="b"/>
                <a:pathLst>
                  <a:path w="2589" h="2732">
                    <a:moveTo>
                      <a:pt x="0" y="2733"/>
                    </a:moveTo>
                    <a:lnTo>
                      <a:pt x="2589" y="2733"/>
                    </a:lnTo>
                    <a:lnTo>
                      <a:pt x="2589" y="0"/>
                    </a:lnTo>
                    <a:lnTo>
                      <a:pt x="0" y="2733"/>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85" name="Freeform: Shape 4080">
                <a:extLst>
                  <a:ext uri="{FF2B5EF4-FFF2-40B4-BE49-F238E27FC236}">
                    <a16:creationId xmlns:a16="http://schemas.microsoft.com/office/drawing/2014/main" id="{159F939B-1E10-D7E7-E71E-081684322015}"/>
                  </a:ext>
                </a:extLst>
              </p:cNvPr>
              <p:cNvSpPr/>
              <p:nvPr/>
            </p:nvSpPr>
            <p:spPr>
              <a:xfrm>
                <a:off x="3554129" y="3470732"/>
                <a:ext cx="7479" cy="10212"/>
              </a:xfrm>
              <a:custGeom>
                <a:avLst/>
                <a:gdLst>
                  <a:gd name="connsiteX0" fmla="*/ 0 w 7479"/>
                  <a:gd name="connsiteY0" fmla="*/ 2445 h 10212"/>
                  <a:gd name="connsiteX1" fmla="*/ 0 w 7479"/>
                  <a:gd name="connsiteY1" fmla="*/ 4890 h 10212"/>
                  <a:gd name="connsiteX2" fmla="*/ 2445 w 7479"/>
                  <a:gd name="connsiteY2" fmla="*/ 4890 h 10212"/>
                  <a:gd name="connsiteX3" fmla="*/ 2445 w 7479"/>
                  <a:gd name="connsiteY3" fmla="*/ 7479 h 10212"/>
                  <a:gd name="connsiteX4" fmla="*/ 2445 w 7479"/>
                  <a:gd name="connsiteY4" fmla="*/ 10212 h 10212"/>
                  <a:gd name="connsiteX5" fmla="*/ 5034 w 7479"/>
                  <a:gd name="connsiteY5" fmla="*/ 10212 h 10212"/>
                  <a:gd name="connsiteX6" fmla="*/ 5034 w 7479"/>
                  <a:gd name="connsiteY6" fmla="*/ 7479 h 10212"/>
                  <a:gd name="connsiteX7" fmla="*/ 5034 w 7479"/>
                  <a:gd name="connsiteY7" fmla="*/ 4890 h 10212"/>
                  <a:gd name="connsiteX8" fmla="*/ 7480 w 7479"/>
                  <a:gd name="connsiteY8" fmla="*/ 4890 h 10212"/>
                  <a:gd name="connsiteX9" fmla="*/ 7480 w 7479"/>
                  <a:gd name="connsiteY9" fmla="*/ 2445 h 10212"/>
                  <a:gd name="connsiteX10" fmla="*/ 5034 w 7479"/>
                  <a:gd name="connsiteY10" fmla="*/ 2445 h 10212"/>
                  <a:gd name="connsiteX11" fmla="*/ 5034 w 7479"/>
                  <a:gd name="connsiteY11" fmla="*/ 0 h 10212"/>
                  <a:gd name="connsiteX12" fmla="*/ 2445 w 7479"/>
                  <a:gd name="connsiteY12" fmla="*/ 0 h 10212"/>
                  <a:gd name="connsiteX13" fmla="*/ 2445 w 7479"/>
                  <a:gd name="connsiteY13" fmla="*/ 2445 h 10212"/>
                  <a:gd name="connsiteX14" fmla="*/ 0 w 7479"/>
                  <a:gd name="connsiteY14" fmla="*/ 2445 h 10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479" h="10212">
                    <a:moveTo>
                      <a:pt x="0" y="2445"/>
                    </a:moveTo>
                    <a:lnTo>
                      <a:pt x="0" y="4890"/>
                    </a:lnTo>
                    <a:lnTo>
                      <a:pt x="2445" y="4890"/>
                    </a:lnTo>
                    <a:lnTo>
                      <a:pt x="2445" y="7479"/>
                    </a:lnTo>
                    <a:lnTo>
                      <a:pt x="2445" y="10212"/>
                    </a:lnTo>
                    <a:lnTo>
                      <a:pt x="5034" y="10212"/>
                    </a:lnTo>
                    <a:lnTo>
                      <a:pt x="5034" y="7479"/>
                    </a:lnTo>
                    <a:lnTo>
                      <a:pt x="5034" y="4890"/>
                    </a:lnTo>
                    <a:lnTo>
                      <a:pt x="7480" y="4890"/>
                    </a:lnTo>
                    <a:lnTo>
                      <a:pt x="7480" y="2445"/>
                    </a:lnTo>
                    <a:lnTo>
                      <a:pt x="5034" y="2445"/>
                    </a:lnTo>
                    <a:lnTo>
                      <a:pt x="5034" y="0"/>
                    </a:lnTo>
                    <a:lnTo>
                      <a:pt x="2445" y="0"/>
                    </a:lnTo>
                    <a:lnTo>
                      <a:pt x="2445" y="2445"/>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86" name="Freeform: Shape 4081">
                <a:extLst>
                  <a:ext uri="{FF2B5EF4-FFF2-40B4-BE49-F238E27FC236}">
                    <a16:creationId xmlns:a16="http://schemas.microsoft.com/office/drawing/2014/main" id="{4AEF929F-98A3-508F-BAA9-C7FD634FAA40}"/>
                  </a:ext>
                </a:extLst>
              </p:cNvPr>
              <p:cNvSpPr/>
              <p:nvPr/>
            </p:nvSpPr>
            <p:spPr>
              <a:xfrm>
                <a:off x="3625329" y="3690085"/>
                <a:ext cx="10212" cy="10068"/>
              </a:xfrm>
              <a:custGeom>
                <a:avLst/>
                <a:gdLst>
                  <a:gd name="connsiteX0" fmla="*/ 2733 w 10212"/>
                  <a:gd name="connsiteY0" fmla="*/ 4890 h 10068"/>
                  <a:gd name="connsiteX1" fmla="*/ 5178 w 10212"/>
                  <a:gd name="connsiteY1" fmla="*/ 4890 h 10068"/>
                  <a:gd name="connsiteX2" fmla="*/ 5178 w 10212"/>
                  <a:gd name="connsiteY2" fmla="*/ 7335 h 10068"/>
                  <a:gd name="connsiteX3" fmla="*/ 7767 w 10212"/>
                  <a:gd name="connsiteY3" fmla="*/ 7335 h 10068"/>
                  <a:gd name="connsiteX4" fmla="*/ 10213 w 10212"/>
                  <a:gd name="connsiteY4" fmla="*/ 4890 h 10068"/>
                  <a:gd name="connsiteX5" fmla="*/ 7767 w 10212"/>
                  <a:gd name="connsiteY5" fmla="*/ 4890 h 10068"/>
                  <a:gd name="connsiteX6" fmla="*/ 7767 w 10212"/>
                  <a:gd name="connsiteY6" fmla="*/ 2445 h 10068"/>
                  <a:gd name="connsiteX7" fmla="*/ 5178 w 10212"/>
                  <a:gd name="connsiteY7" fmla="*/ 2445 h 10068"/>
                  <a:gd name="connsiteX8" fmla="*/ 5178 w 10212"/>
                  <a:gd name="connsiteY8" fmla="*/ 0 h 10068"/>
                  <a:gd name="connsiteX9" fmla="*/ 2733 w 10212"/>
                  <a:gd name="connsiteY9" fmla="*/ 0 h 10068"/>
                  <a:gd name="connsiteX10" fmla="*/ 2733 w 10212"/>
                  <a:gd name="connsiteY10" fmla="*/ 2445 h 10068"/>
                  <a:gd name="connsiteX11" fmla="*/ 0 w 10212"/>
                  <a:gd name="connsiteY11" fmla="*/ 2445 h 10068"/>
                  <a:gd name="connsiteX12" fmla="*/ 0 w 10212"/>
                  <a:gd name="connsiteY12" fmla="*/ 4890 h 10068"/>
                  <a:gd name="connsiteX13" fmla="*/ 0 w 10212"/>
                  <a:gd name="connsiteY13" fmla="*/ 7335 h 10068"/>
                  <a:gd name="connsiteX14" fmla="*/ 0 w 10212"/>
                  <a:gd name="connsiteY14" fmla="*/ 10068 h 10068"/>
                  <a:gd name="connsiteX15" fmla="*/ 2733 w 10212"/>
                  <a:gd name="connsiteY15" fmla="*/ 7335 h 10068"/>
                  <a:gd name="connsiteX16" fmla="*/ 2733 w 10212"/>
                  <a:gd name="connsiteY16" fmla="*/ 4890 h 1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212" h="10068">
                    <a:moveTo>
                      <a:pt x="2733" y="4890"/>
                    </a:moveTo>
                    <a:lnTo>
                      <a:pt x="5178" y="4890"/>
                    </a:lnTo>
                    <a:lnTo>
                      <a:pt x="5178" y="7335"/>
                    </a:lnTo>
                    <a:lnTo>
                      <a:pt x="7767" y="7335"/>
                    </a:lnTo>
                    <a:lnTo>
                      <a:pt x="10213" y="4890"/>
                    </a:lnTo>
                    <a:lnTo>
                      <a:pt x="7767" y="4890"/>
                    </a:lnTo>
                    <a:lnTo>
                      <a:pt x="7767" y="2445"/>
                    </a:lnTo>
                    <a:lnTo>
                      <a:pt x="5178" y="2445"/>
                    </a:lnTo>
                    <a:lnTo>
                      <a:pt x="5178" y="0"/>
                    </a:lnTo>
                    <a:lnTo>
                      <a:pt x="2733" y="0"/>
                    </a:lnTo>
                    <a:lnTo>
                      <a:pt x="2733" y="2445"/>
                    </a:lnTo>
                    <a:lnTo>
                      <a:pt x="0" y="2445"/>
                    </a:lnTo>
                    <a:lnTo>
                      <a:pt x="0" y="4890"/>
                    </a:lnTo>
                    <a:lnTo>
                      <a:pt x="0" y="7335"/>
                    </a:lnTo>
                    <a:lnTo>
                      <a:pt x="0" y="10068"/>
                    </a:lnTo>
                    <a:lnTo>
                      <a:pt x="2733" y="7335"/>
                    </a:lnTo>
                    <a:lnTo>
                      <a:pt x="2733" y="4890"/>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87" name="Freeform: Shape 4082">
                <a:extLst>
                  <a:ext uri="{FF2B5EF4-FFF2-40B4-BE49-F238E27FC236}">
                    <a16:creationId xmlns:a16="http://schemas.microsoft.com/office/drawing/2014/main" id="{83A4E920-E5DA-AA09-B91E-8CF24B938191}"/>
                  </a:ext>
                </a:extLst>
              </p:cNvPr>
              <p:cNvSpPr/>
              <p:nvPr/>
            </p:nvSpPr>
            <p:spPr>
              <a:xfrm>
                <a:off x="3406263" y="3488280"/>
                <a:ext cx="2445" cy="5321"/>
              </a:xfrm>
              <a:custGeom>
                <a:avLst/>
                <a:gdLst>
                  <a:gd name="connsiteX0" fmla="*/ 0 w 2445"/>
                  <a:gd name="connsiteY0" fmla="*/ 0 h 5321"/>
                  <a:gd name="connsiteX1" fmla="*/ 0 w 2445"/>
                  <a:gd name="connsiteY1" fmla="*/ 2877 h 5321"/>
                  <a:gd name="connsiteX2" fmla="*/ 0 w 2445"/>
                  <a:gd name="connsiteY2" fmla="*/ 5322 h 5321"/>
                  <a:gd name="connsiteX3" fmla="*/ 2445 w 2445"/>
                  <a:gd name="connsiteY3" fmla="*/ 5322 h 5321"/>
                  <a:gd name="connsiteX4" fmla="*/ 2445 w 2445"/>
                  <a:gd name="connsiteY4" fmla="*/ 2877 h 5321"/>
                  <a:gd name="connsiteX5" fmla="*/ 0 w 2445"/>
                  <a:gd name="connsiteY5" fmla="*/ 0 h 5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45" h="5321">
                    <a:moveTo>
                      <a:pt x="0" y="0"/>
                    </a:moveTo>
                    <a:lnTo>
                      <a:pt x="0" y="2877"/>
                    </a:lnTo>
                    <a:lnTo>
                      <a:pt x="0" y="5322"/>
                    </a:lnTo>
                    <a:lnTo>
                      <a:pt x="2445" y="5322"/>
                    </a:lnTo>
                    <a:lnTo>
                      <a:pt x="2445" y="2877"/>
                    </a:lnTo>
                    <a:lnTo>
                      <a:pt x="0" y="0"/>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88" name="Freeform: Shape 4083">
                <a:extLst>
                  <a:ext uri="{FF2B5EF4-FFF2-40B4-BE49-F238E27FC236}">
                    <a16:creationId xmlns:a16="http://schemas.microsoft.com/office/drawing/2014/main" id="{06F37377-9A9D-CD78-E39B-814E27DC1A18}"/>
                  </a:ext>
                </a:extLst>
              </p:cNvPr>
              <p:cNvSpPr/>
              <p:nvPr/>
            </p:nvSpPr>
            <p:spPr>
              <a:xfrm>
                <a:off x="3622884" y="3687208"/>
                <a:ext cx="5178" cy="2876"/>
              </a:xfrm>
              <a:custGeom>
                <a:avLst/>
                <a:gdLst>
                  <a:gd name="connsiteX0" fmla="*/ 5178 w 5178"/>
                  <a:gd name="connsiteY0" fmla="*/ 2877 h 2876"/>
                  <a:gd name="connsiteX1" fmla="*/ 2445 w 5178"/>
                  <a:gd name="connsiteY1" fmla="*/ 0 h 2876"/>
                  <a:gd name="connsiteX2" fmla="*/ 0 w 5178"/>
                  <a:gd name="connsiteY2" fmla="*/ 0 h 2876"/>
                  <a:gd name="connsiteX3" fmla="*/ 0 w 5178"/>
                  <a:gd name="connsiteY3" fmla="*/ 2877 h 2876"/>
                  <a:gd name="connsiteX4" fmla="*/ 2445 w 5178"/>
                  <a:gd name="connsiteY4" fmla="*/ 2877 h 2876"/>
                  <a:gd name="connsiteX5" fmla="*/ 5178 w 5178"/>
                  <a:gd name="connsiteY5" fmla="*/ 2877 h 2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78" h="2876">
                    <a:moveTo>
                      <a:pt x="5178" y="2877"/>
                    </a:moveTo>
                    <a:lnTo>
                      <a:pt x="2445" y="0"/>
                    </a:lnTo>
                    <a:lnTo>
                      <a:pt x="0" y="0"/>
                    </a:lnTo>
                    <a:lnTo>
                      <a:pt x="0" y="2877"/>
                    </a:lnTo>
                    <a:lnTo>
                      <a:pt x="2445" y="2877"/>
                    </a:lnTo>
                    <a:lnTo>
                      <a:pt x="5178" y="2877"/>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89" name="Freeform: Shape 4084">
                <a:extLst>
                  <a:ext uri="{FF2B5EF4-FFF2-40B4-BE49-F238E27FC236}">
                    <a16:creationId xmlns:a16="http://schemas.microsoft.com/office/drawing/2014/main" id="{A50410B4-428C-2AC9-1094-B7A9451A2651}"/>
                  </a:ext>
                </a:extLst>
              </p:cNvPr>
              <p:cNvSpPr/>
              <p:nvPr/>
            </p:nvSpPr>
            <p:spPr>
              <a:xfrm>
                <a:off x="3617849" y="3690085"/>
                <a:ext cx="7479" cy="4890"/>
              </a:xfrm>
              <a:custGeom>
                <a:avLst/>
                <a:gdLst>
                  <a:gd name="connsiteX0" fmla="*/ 5034 w 7479"/>
                  <a:gd name="connsiteY0" fmla="*/ 0 h 4890"/>
                  <a:gd name="connsiteX1" fmla="*/ 2445 w 7479"/>
                  <a:gd name="connsiteY1" fmla="*/ 0 h 4890"/>
                  <a:gd name="connsiteX2" fmla="*/ 2445 w 7479"/>
                  <a:gd name="connsiteY2" fmla="*/ 2445 h 4890"/>
                  <a:gd name="connsiteX3" fmla="*/ 0 w 7479"/>
                  <a:gd name="connsiteY3" fmla="*/ 2445 h 4890"/>
                  <a:gd name="connsiteX4" fmla="*/ 0 w 7479"/>
                  <a:gd name="connsiteY4" fmla="*/ 4890 h 4890"/>
                  <a:gd name="connsiteX5" fmla="*/ 2445 w 7479"/>
                  <a:gd name="connsiteY5" fmla="*/ 4890 h 4890"/>
                  <a:gd name="connsiteX6" fmla="*/ 5034 w 7479"/>
                  <a:gd name="connsiteY6" fmla="*/ 4890 h 4890"/>
                  <a:gd name="connsiteX7" fmla="*/ 7480 w 7479"/>
                  <a:gd name="connsiteY7" fmla="*/ 4890 h 4890"/>
                  <a:gd name="connsiteX8" fmla="*/ 5034 w 7479"/>
                  <a:gd name="connsiteY8" fmla="*/ 2445 h 4890"/>
                  <a:gd name="connsiteX9" fmla="*/ 5034 w 7479"/>
                  <a:gd name="connsiteY9" fmla="*/ 0 h 4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479" h="4890">
                    <a:moveTo>
                      <a:pt x="5034" y="0"/>
                    </a:moveTo>
                    <a:lnTo>
                      <a:pt x="2445" y="0"/>
                    </a:lnTo>
                    <a:lnTo>
                      <a:pt x="2445" y="2445"/>
                    </a:lnTo>
                    <a:lnTo>
                      <a:pt x="0" y="2445"/>
                    </a:lnTo>
                    <a:lnTo>
                      <a:pt x="0" y="4890"/>
                    </a:lnTo>
                    <a:lnTo>
                      <a:pt x="2445" y="4890"/>
                    </a:lnTo>
                    <a:lnTo>
                      <a:pt x="5034" y="4890"/>
                    </a:lnTo>
                    <a:lnTo>
                      <a:pt x="7480" y="4890"/>
                    </a:lnTo>
                    <a:lnTo>
                      <a:pt x="5034" y="2445"/>
                    </a:lnTo>
                    <a:lnTo>
                      <a:pt x="5034" y="0"/>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90" name="Freeform: Shape 4085">
                <a:extLst>
                  <a:ext uri="{FF2B5EF4-FFF2-40B4-BE49-F238E27FC236}">
                    <a16:creationId xmlns:a16="http://schemas.microsoft.com/office/drawing/2014/main" id="{977077DD-A4E1-D8DC-B8A4-B04F30354A12}"/>
                  </a:ext>
                </a:extLst>
              </p:cNvPr>
              <p:cNvSpPr/>
              <p:nvPr/>
            </p:nvSpPr>
            <p:spPr>
              <a:xfrm>
                <a:off x="3622884" y="3690085"/>
                <a:ext cx="2445" cy="2445"/>
              </a:xfrm>
              <a:custGeom>
                <a:avLst/>
                <a:gdLst>
                  <a:gd name="connsiteX0" fmla="*/ 0 w 2445"/>
                  <a:gd name="connsiteY0" fmla="*/ 2445 h 2445"/>
                  <a:gd name="connsiteX1" fmla="*/ 2445 w 2445"/>
                  <a:gd name="connsiteY1" fmla="*/ 2445 h 2445"/>
                  <a:gd name="connsiteX2" fmla="*/ 2445 w 2445"/>
                  <a:gd name="connsiteY2" fmla="*/ 0 h 2445"/>
                  <a:gd name="connsiteX3" fmla="*/ 0 w 2445"/>
                  <a:gd name="connsiteY3" fmla="*/ 2445 h 2445"/>
                </a:gdLst>
                <a:ahLst/>
                <a:cxnLst>
                  <a:cxn ang="0">
                    <a:pos x="connsiteX0" y="connsiteY0"/>
                  </a:cxn>
                  <a:cxn ang="0">
                    <a:pos x="connsiteX1" y="connsiteY1"/>
                  </a:cxn>
                  <a:cxn ang="0">
                    <a:pos x="connsiteX2" y="connsiteY2"/>
                  </a:cxn>
                  <a:cxn ang="0">
                    <a:pos x="connsiteX3" y="connsiteY3"/>
                  </a:cxn>
                </a:cxnLst>
                <a:rect l="l" t="t" r="r" b="b"/>
                <a:pathLst>
                  <a:path w="2445" h="2445">
                    <a:moveTo>
                      <a:pt x="0" y="2445"/>
                    </a:moveTo>
                    <a:lnTo>
                      <a:pt x="2445" y="2445"/>
                    </a:lnTo>
                    <a:lnTo>
                      <a:pt x="2445" y="0"/>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91" name="Freeform: Shape 4086">
                <a:extLst>
                  <a:ext uri="{FF2B5EF4-FFF2-40B4-BE49-F238E27FC236}">
                    <a16:creationId xmlns:a16="http://schemas.microsoft.com/office/drawing/2014/main" id="{309F14CD-31C9-B974-7753-211DFF89A816}"/>
                  </a:ext>
                </a:extLst>
              </p:cNvPr>
              <p:cNvSpPr/>
              <p:nvPr/>
            </p:nvSpPr>
            <p:spPr>
              <a:xfrm>
                <a:off x="3576999" y="3516472"/>
                <a:ext cx="7767" cy="7767"/>
              </a:xfrm>
              <a:custGeom>
                <a:avLst/>
                <a:gdLst>
                  <a:gd name="connsiteX0" fmla="*/ 7767 w 7767"/>
                  <a:gd name="connsiteY0" fmla="*/ 5322 h 7767"/>
                  <a:gd name="connsiteX1" fmla="*/ 7767 w 7767"/>
                  <a:gd name="connsiteY1" fmla="*/ 2445 h 7767"/>
                  <a:gd name="connsiteX2" fmla="*/ 7767 w 7767"/>
                  <a:gd name="connsiteY2" fmla="*/ 0 h 7767"/>
                  <a:gd name="connsiteX3" fmla="*/ 5034 w 7767"/>
                  <a:gd name="connsiteY3" fmla="*/ 0 h 7767"/>
                  <a:gd name="connsiteX4" fmla="*/ 5034 w 7767"/>
                  <a:gd name="connsiteY4" fmla="*/ 2445 h 7767"/>
                  <a:gd name="connsiteX5" fmla="*/ 2445 w 7767"/>
                  <a:gd name="connsiteY5" fmla="*/ 2445 h 7767"/>
                  <a:gd name="connsiteX6" fmla="*/ 0 w 7767"/>
                  <a:gd name="connsiteY6" fmla="*/ 2445 h 7767"/>
                  <a:gd name="connsiteX7" fmla="*/ 0 w 7767"/>
                  <a:gd name="connsiteY7" fmla="*/ 5322 h 7767"/>
                  <a:gd name="connsiteX8" fmla="*/ 2445 w 7767"/>
                  <a:gd name="connsiteY8" fmla="*/ 5322 h 7767"/>
                  <a:gd name="connsiteX9" fmla="*/ 2445 w 7767"/>
                  <a:gd name="connsiteY9" fmla="*/ 7767 h 7767"/>
                  <a:gd name="connsiteX10" fmla="*/ 5034 w 7767"/>
                  <a:gd name="connsiteY10" fmla="*/ 7767 h 7767"/>
                  <a:gd name="connsiteX11" fmla="*/ 5034 w 7767"/>
                  <a:gd name="connsiteY11" fmla="*/ 5322 h 7767"/>
                  <a:gd name="connsiteX12" fmla="*/ 7767 w 7767"/>
                  <a:gd name="connsiteY12" fmla="*/ 5322 h 7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67" h="7767">
                    <a:moveTo>
                      <a:pt x="7767" y="5322"/>
                    </a:moveTo>
                    <a:lnTo>
                      <a:pt x="7767" y="2445"/>
                    </a:lnTo>
                    <a:lnTo>
                      <a:pt x="7767" y="0"/>
                    </a:lnTo>
                    <a:lnTo>
                      <a:pt x="5034" y="0"/>
                    </a:lnTo>
                    <a:lnTo>
                      <a:pt x="5034" y="2445"/>
                    </a:lnTo>
                    <a:lnTo>
                      <a:pt x="2445" y="2445"/>
                    </a:lnTo>
                    <a:lnTo>
                      <a:pt x="0" y="2445"/>
                    </a:lnTo>
                    <a:lnTo>
                      <a:pt x="0" y="5322"/>
                    </a:lnTo>
                    <a:lnTo>
                      <a:pt x="2445" y="5322"/>
                    </a:lnTo>
                    <a:lnTo>
                      <a:pt x="2445" y="7767"/>
                    </a:lnTo>
                    <a:lnTo>
                      <a:pt x="5034" y="7767"/>
                    </a:lnTo>
                    <a:lnTo>
                      <a:pt x="5034" y="5322"/>
                    </a:lnTo>
                    <a:lnTo>
                      <a:pt x="7767" y="5322"/>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92" name="Freeform: Shape 4087">
                <a:extLst>
                  <a:ext uri="{FF2B5EF4-FFF2-40B4-BE49-F238E27FC236}">
                    <a16:creationId xmlns:a16="http://schemas.microsoft.com/office/drawing/2014/main" id="{F383F135-DA1B-F940-64E8-6DC207EA8CA4}"/>
                  </a:ext>
                </a:extLst>
              </p:cNvPr>
              <p:cNvSpPr/>
              <p:nvPr/>
            </p:nvSpPr>
            <p:spPr>
              <a:xfrm>
                <a:off x="3426688" y="3366161"/>
                <a:ext cx="7479" cy="7623"/>
              </a:xfrm>
              <a:custGeom>
                <a:avLst/>
                <a:gdLst>
                  <a:gd name="connsiteX0" fmla="*/ 2445 w 7479"/>
                  <a:gd name="connsiteY0" fmla="*/ 4890 h 7623"/>
                  <a:gd name="connsiteX1" fmla="*/ 2445 w 7479"/>
                  <a:gd name="connsiteY1" fmla="*/ 7623 h 7623"/>
                  <a:gd name="connsiteX2" fmla="*/ 4891 w 7479"/>
                  <a:gd name="connsiteY2" fmla="*/ 7623 h 7623"/>
                  <a:gd name="connsiteX3" fmla="*/ 4891 w 7479"/>
                  <a:gd name="connsiteY3" fmla="*/ 4890 h 7623"/>
                  <a:gd name="connsiteX4" fmla="*/ 7480 w 7479"/>
                  <a:gd name="connsiteY4" fmla="*/ 2445 h 7623"/>
                  <a:gd name="connsiteX5" fmla="*/ 4891 w 7479"/>
                  <a:gd name="connsiteY5" fmla="*/ 2445 h 7623"/>
                  <a:gd name="connsiteX6" fmla="*/ 4891 w 7479"/>
                  <a:gd name="connsiteY6" fmla="*/ 0 h 7623"/>
                  <a:gd name="connsiteX7" fmla="*/ 2445 w 7479"/>
                  <a:gd name="connsiteY7" fmla="*/ 0 h 7623"/>
                  <a:gd name="connsiteX8" fmla="*/ 0 w 7479"/>
                  <a:gd name="connsiteY8" fmla="*/ 0 h 7623"/>
                  <a:gd name="connsiteX9" fmla="*/ 0 w 7479"/>
                  <a:gd name="connsiteY9" fmla="*/ 2445 h 7623"/>
                  <a:gd name="connsiteX10" fmla="*/ 2445 w 7479"/>
                  <a:gd name="connsiteY10" fmla="*/ 2445 h 7623"/>
                  <a:gd name="connsiteX11" fmla="*/ 0 w 7479"/>
                  <a:gd name="connsiteY11" fmla="*/ 4890 h 7623"/>
                  <a:gd name="connsiteX12" fmla="*/ 2445 w 7479"/>
                  <a:gd name="connsiteY12" fmla="*/ 4890 h 7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479" h="7623">
                    <a:moveTo>
                      <a:pt x="2445" y="4890"/>
                    </a:moveTo>
                    <a:lnTo>
                      <a:pt x="2445" y="7623"/>
                    </a:lnTo>
                    <a:lnTo>
                      <a:pt x="4891" y="7623"/>
                    </a:lnTo>
                    <a:lnTo>
                      <a:pt x="4891" y="4890"/>
                    </a:lnTo>
                    <a:lnTo>
                      <a:pt x="7480" y="2445"/>
                    </a:lnTo>
                    <a:lnTo>
                      <a:pt x="4891" y="2445"/>
                    </a:lnTo>
                    <a:lnTo>
                      <a:pt x="4891" y="0"/>
                    </a:lnTo>
                    <a:lnTo>
                      <a:pt x="2445" y="0"/>
                    </a:lnTo>
                    <a:lnTo>
                      <a:pt x="0" y="0"/>
                    </a:lnTo>
                    <a:lnTo>
                      <a:pt x="0" y="2445"/>
                    </a:lnTo>
                    <a:lnTo>
                      <a:pt x="2445" y="2445"/>
                    </a:lnTo>
                    <a:lnTo>
                      <a:pt x="0" y="4890"/>
                    </a:lnTo>
                    <a:lnTo>
                      <a:pt x="2445" y="4890"/>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93" name="Freeform: Shape 4088">
                <a:extLst>
                  <a:ext uri="{FF2B5EF4-FFF2-40B4-BE49-F238E27FC236}">
                    <a16:creationId xmlns:a16="http://schemas.microsoft.com/office/drawing/2014/main" id="{BF84C7DC-8535-6C3F-A7E5-1F8A2A2BD515}"/>
                  </a:ext>
                </a:extLst>
              </p:cNvPr>
              <p:cNvSpPr/>
              <p:nvPr/>
            </p:nvSpPr>
            <p:spPr>
              <a:xfrm>
                <a:off x="3569376" y="3409456"/>
                <a:ext cx="5178" cy="5034"/>
              </a:xfrm>
              <a:custGeom>
                <a:avLst/>
                <a:gdLst>
                  <a:gd name="connsiteX0" fmla="*/ 0 w 5178"/>
                  <a:gd name="connsiteY0" fmla="*/ 0 h 5034"/>
                  <a:gd name="connsiteX1" fmla="*/ 0 w 5178"/>
                  <a:gd name="connsiteY1" fmla="*/ 2445 h 5034"/>
                  <a:gd name="connsiteX2" fmla="*/ 0 w 5178"/>
                  <a:gd name="connsiteY2" fmla="*/ 5034 h 5034"/>
                  <a:gd name="connsiteX3" fmla="*/ 2445 w 5178"/>
                  <a:gd name="connsiteY3" fmla="*/ 5034 h 5034"/>
                  <a:gd name="connsiteX4" fmla="*/ 5178 w 5178"/>
                  <a:gd name="connsiteY4" fmla="*/ 5034 h 5034"/>
                  <a:gd name="connsiteX5" fmla="*/ 5178 w 5178"/>
                  <a:gd name="connsiteY5" fmla="*/ 2445 h 5034"/>
                  <a:gd name="connsiteX6" fmla="*/ 5178 w 5178"/>
                  <a:gd name="connsiteY6" fmla="*/ 0 h 5034"/>
                  <a:gd name="connsiteX7" fmla="*/ 2445 w 5178"/>
                  <a:gd name="connsiteY7" fmla="*/ 0 h 5034"/>
                  <a:gd name="connsiteX8" fmla="*/ 0 w 5178"/>
                  <a:gd name="connsiteY8" fmla="*/ 0 h 5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78" h="5034">
                    <a:moveTo>
                      <a:pt x="0" y="0"/>
                    </a:moveTo>
                    <a:lnTo>
                      <a:pt x="0" y="2445"/>
                    </a:lnTo>
                    <a:lnTo>
                      <a:pt x="0" y="5034"/>
                    </a:lnTo>
                    <a:lnTo>
                      <a:pt x="2445" y="5034"/>
                    </a:lnTo>
                    <a:lnTo>
                      <a:pt x="5178" y="5034"/>
                    </a:lnTo>
                    <a:lnTo>
                      <a:pt x="5178" y="2445"/>
                    </a:lnTo>
                    <a:lnTo>
                      <a:pt x="5178" y="0"/>
                    </a:lnTo>
                    <a:lnTo>
                      <a:pt x="2445" y="0"/>
                    </a:lnTo>
                    <a:lnTo>
                      <a:pt x="0" y="0"/>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94" name="Freeform: Shape 4089">
                <a:extLst>
                  <a:ext uri="{FF2B5EF4-FFF2-40B4-BE49-F238E27FC236}">
                    <a16:creationId xmlns:a16="http://schemas.microsoft.com/office/drawing/2014/main" id="{AAF1FCC0-2CB8-5F84-F0BE-26FCCBC765B6}"/>
                  </a:ext>
                </a:extLst>
              </p:cNvPr>
              <p:cNvSpPr/>
              <p:nvPr/>
            </p:nvSpPr>
            <p:spPr>
              <a:xfrm>
                <a:off x="3628062" y="3697421"/>
                <a:ext cx="2445" cy="2732"/>
              </a:xfrm>
              <a:custGeom>
                <a:avLst/>
                <a:gdLst>
                  <a:gd name="connsiteX0" fmla="*/ 0 w 2445"/>
                  <a:gd name="connsiteY0" fmla="*/ 0 h 2732"/>
                  <a:gd name="connsiteX1" fmla="*/ 2445 w 2445"/>
                  <a:gd name="connsiteY1" fmla="*/ 0 h 2732"/>
                  <a:gd name="connsiteX2" fmla="*/ 2445 w 2445"/>
                  <a:gd name="connsiteY2" fmla="*/ 2733 h 2732"/>
                  <a:gd name="connsiteX3" fmla="*/ 0 w 2445"/>
                  <a:gd name="connsiteY3" fmla="*/ 2733 h 2732"/>
                </a:gdLst>
                <a:ahLst/>
                <a:cxnLst>
                  <a:cxn ang="0">
                    <a:pos x="connsiteX0" y="connsiteY0"/>
                  </a:cxn>
                  <a:cxn ang="0">
                    <a:pos x="connsiteX1" y="connsiteY1"/>
                  </a:cxn>
                  <a:cxn ang="0">
                    <a:pos x="connsiteX2" y="connsiteY2"/>
                  </a:cxn>
                  <a:cxn ang="0">
                    <a:pos x="connsiteX3" y="connsiteY3"/>
                  </a:cxn>
                </a:cxnLst>
                <a:rect l="l" t="t" r="r" b="b"/>
                <a:pathLst>
                  <a:path w="2445" h="2732">
                    <a:moveTo>
                      <a:pt x="0" y="0"/>
                    </a:moveTo>
                    <a:lnTo>
                      <a:pt x="2445" y="0"/>
                    </a:lnTo>
                    <a:lnTo>
                      <a:pt x="2445" y="2733"/>
                    </a:lnTo>
                    <a:lnTo>
                      <a:pt x="0" y="2733"/>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95" name="Freeform: Shape 4090">
                <a:extLst>
                  <a:ext uri="{FF2B5EF4-FFF2-40B4-BE49-F238E27FC236}">
                    <a16:creationId xmlns:a16="http://schemas.microsoft.com/office/drawing/2014/main" id="{E8317939-F513-883F-33E6-A3B5504C54A3}"/>
                  </a:ext>
                </a:extLst>
              </p:cNvPr>
              <p:cNvSpPr/>
              <p:nvPr/>
            </p:nvSpPr>
            <p:spPr>
              <a:xfrm>
                <a:off x="3441791" y="3552288"/>
                <a:ext cx="7767" cy="2588"/>
              </a:xfrm>
              <a:custGeom>
                <a:avLst/>
                <a:gdLst>
                  <a:gd name="connsiteX0" fmla="*/ 2589 w 7767"/>
                  <a:gd name="connsiteY0" fmla="*/ 2589 h 2588"/>
                  <a:gd name="connsiteX1" fmla="*/ 5322 w 7767"/>
                  <a:gd name="connsiteY1" fmla="*/ 2589 h 2588"/>
                  <a:gd name="connsiteX2" fmla="*/ 7767 w 7767"/>
                  <a:gd name="connsiteY2" fmla="*/ 2589 h 2588"/>
                  <a:gd name="connsiteX3" fmla="*/ 7767 w 7767"/>
                  <a:gd name="connsiteY3" fmla="*/ 0 h 2588"/>
                  <a:gd name="connsiteX4" fmla="*/ 5322 w 7767"/>
                  <a:gd name="connsiteY4" fmla="*/ 0 h 2588"/>
                  <a:gd name="connsiteX5" fmla="*/ 2589 w 7767"/>
                  <a:gd name="connsiteY5" fmla="*/ 0 h 2588"/>
                  <a:gd name="connsiteX6" fmla="*/ 0 w 7767"/>
                  <a:gd name="connsiteY6" fmla="*/ 0 h 2588"/>
                  <a:gd name="connsiteX7" fmla="*/ 0 w 7767"/>
                  <a:gd name="connsiteY7" fmla="*/ 2589 h 2588"/>
                  <a:gd name="connsiteX8" fmla="*/ 2589 w 7767"/>
                  <a:gd name="connsiteY8" fmla="*/ 2589 h 2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67" h="2588">
                    <a:moveTo>
                      <a:pt x="2589" y="2589"/>
                    </a:moveTo>
                    <a:lnTo>
                      <a:pt x="5322" y="2589"/>
                    </a:lnTo>
                    <a:lnTo>
                      <a:pt x="7767" y="2589"/>
                    </a:lnTo>
                    <a:lnTo>
                      <a:pt x="7767" y="0"/>
                    </a:lnTo>
                    <a:lnTo>
                      <a:pt x="5322" y="0"/>
                    </a:lnTo>
                    <a:lnTo>
                      <a:pt x="2589" y="0"/>
                    </a:lnTo>
                    <a:lnTo>
                      <a:pt x="0" y="0"/>
                    </a:lnTo>
                    <a:lnTo>
                      <a:pt x="0" y="2589"/>
                    </a:lnTo>
                    <a:lnTo>
                      <a:pt x="2589" y="2589"/>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96" name="Freeform: Shape 4091">
                <a:extLst>
                  <a:ext uri="{FF2B5EF4-FFF2-40B4-BE49-F238E27FC236}">
                    <a16:creationId xmlns:a16="http://schemas.microsoft.com/office/drawing/2014/main" id="{8CCF1727-96D9-3C79-5DE5-BF25F6B19152}"/>
                  </a:ext>
                </a:extLst>
              </p:cNvPr>
              <p:cNvSpPr/>
              <p:nvPr/>
            </p:nvSpPr>
            <p:spPr>
              <a:xfrm>
                <a:off x="3569376" y="3399244"/>
                <a:ext cx="5178" cy="7767"/>
              </a:xfrm>
              <a:custGeom>
                <a:avLst/>
                <a:gdLst>
                  <a:gd name="connsiteX0" fmla="*/ 5178 w 5178"/>
                  <a:gd name="connsiteY0" fmla="*/ 2445 h 7767"/>
                  <a:gd name="connsiteX1" fmla="*/ 5178 w 5178"/>
                  <a:gd name="connsiteY1" fmla="*/ 0 h 7767"/>
                  <a:gd name="connsiteX2" fmla="*/ 2445 w 5178"/>
                  <a:gd name="connsiteY2" fmla="*/ 0 h 7767"/>
                  <a:gd name="connsiteX3" fmla="*/ 0 w 5178"/>
                  <a:gd name="connsiteY3" fmla="*/ 0 h 7767"/>
                  <a:gd name="connsiteX4" fmla="*/ 0 w 5178"/>
                  <a:gd name="connsiteY4" fmla="*/ 2445 h 7767"/>
                  <a:gd name="connsiteX5" fmla="*/ 2445 w 5178"/>
                  <a:gd name="connsiteY5" fmla="*/ 2445 h 7767"/>
                  <a:gd name="connsiteX6" fmla="*/ 0 w 5178"/>
                  <a:gd name="connsiteY6" fmla="*/ 4890 h 7767"/>
                  <a:gd name="connsiteX7" fmla="*/ 2445 w 5178"/>
                  <a:gd name="connsiteY7" fmla="*/ 4890 h 7767"/>
                  <a:gd name="connsiteX8" fmla="*/ 2445 w 5178"/>
                  <a:gd name="connsiteY8" fmla="*/ 7767 h 7767"/>
                  <a:gd name="connsiteX9" fmla="*/ 5178 w 5178"/>
                  <a:gd name="connsiteY9" fmla="*/ 7767 h 7767"/>
                  <a:gd name="connsiteX10" fmla="*/ 5178 w 5178"/>
                  <a:gd name="connsiteY10" fmla="*/ 4890 h 7767"/>
                  <a:gd name="connsiteX11" fmla="*/ 5178 w 5178"/>
                  <a:gd name="connsiteY11" fmla="*/ 2445 h 7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78" h="7767">
                    <a:moveTo>
                      <a:pt x="5178" y="2445"/>
                    </a:moveTo>
                    <a:lnTo>
                      <a:pt x="5178" y="0"/>
                    </a:lnTo>
                    <a:lnTo>
                      <a:pt x="2445" y="0"/>
                    </a:lnTo>
                    <a:lnTo>
                      <a:pt x="0" y="0"/>
                    </a:lnTo>
                    <a:lnTo>
                      <a:pt x="0" y="2445"/>
                    </a:lnTo>
                    <a:lnTo>
                      <a:pt x="2445" y="2445"/>
                    </a:lnTo>
                    <a:lnTo>
                      <a:pt x="0" y="4890"/>
                    </a:lnTo>
                    <a:lnTo>
                      <a:pt x="2445" y="4890"/>
                    </a:lnTo>
                    <a:lnTo>
                      <a:pt x="2445" y="7767"/>
                    </a:lnTo>
                    <a:lnTo>
                      <a:pt x="5178" y="7767"/>
                    </a:lnTo>
                    <a:lnTo>
                      <a:pt x="5178" y="4890"/>
                    </a:lnTo>
                    <a:lnTo>
                      <a:pt x="5178"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97" name="Freeform: Shape 4092">
                <a:extLst>
                  <a:ext uri="{FF2B5EF4-FFF2-40B4-BE49-F238E27FC236}">
                    <a16:creationId xmlns:a16="http://schemas.microsoft.com/office/drawing/2014/main" id="{48F68DA6-8FAC-4728-7095-8DDF37B0A4E2}"/>
                  </a:ext>
                </a:extLst>
              </p:cNvPr>
              <p:cNvSpPr/>
              <p:nvPr/>
            </p:nvSpPr>
            <p:spPr>
              <a:xfrm>
                <a:off x="3561609" y="3478211"/>
                <a:ext cx="7767" cy="7623"/>
              </a:xfrm>
              <a:custGeom>
                <a:avLst/>
                <a:gdLst>
                  <a:gd name="connsiteX0" fmla="*/ 0 w 7767"/>
                  <a:gd name="connsiteY0" fmla="*/ 2733 h 7623"/>
                  <a:gd name="connsiteX1" fmla="*/ 0 w 7767"/>
                  <a:gd name="connsiteY1" fmla="*/ 5178 h 7623"/>
                  <a:gd name="connsiteX2" fmla="*/ 2733 w 7767"/>
                  <a:gd name="connsiteY2" fmla="*/ 5178 h 7623"/>
                  <a:gd name="connsiteX3" fmla="*/ 5178 w 7767"/>
                  <a:gd name="connsiteY3" fmla="*/ 5178 h 7623"/>
                  <a:gd name="connsiteX4" fmla="*/ 5178 w 7767"/>
                  <a:gd name="connsiteY4" fmla="*/ 7623 h 7623"/>
                  <a:gd name="connsiteX5" fmla="*/ 7767 w 7767"/>
                  <a:gd name="connsiteY5" fmla="*/ 7623 h 7623"/>
                  <a:gd name="connsiteX6" fmla="*/ 7767 w 7767"/>
                  <a:gd name="connsiteY6" fmla="*/ 5178 h 7623"/>
                  <a:gd name="connsiteX7" fmla="*/ 5178 w 7767"/>
                  <a:gd name="connsiteY7" fmla="*/ 2733 h 7623"/>
                  <a:gd name="connsiteX8" fmla="*/ 2733 w 7767"/>
                  <a:gd name="connsiteY8" fmla="*/ 2733 h 7623"/>
                  <a:gd name="connsiteX9" fmla="*/ 2733 w 7767"/>
                  <a:gd name="connsiteY9" fmla="*/ 0 h 7623"/>
                  <a:gd name="connsiteX10" fmla="*/ 0 w 7767"/>
                  <a:gd name="connsiteY10" fmla="*/ 2733 h 7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67" h="7623">
                    <a:moveTo>
                      <a:pt x="0" y="2733"/>
                    </a:moveTo>
                    <a:lnTo>
                      <a:pt x="0" y="5178"/>
                    </a:lnTo>
                    <a:lnTo>
                      <a:pt x="2733" y="5178"/>
                    </a:lnTo>
                    <a:lnTo>
                      <a:pt x="5178" y="5178"/>
                    </a:lnTo>
                    <a:lnTo>
                      <a:pt x="5178" y="7623"/>
                    </a:lnTo>
                    <a:lnTo>
                      <a:pt x="7767" y="7623"/>
                    </a:lnTo>
                    <a:lnTo>
                      <a:pt x="7767" y="5178"/>
                    </a:lnTo>
                    <a:lnTo>
                      <a:pt x="5178" y="2733"/>
                    </a:lnTo>
                    <a:lnTo>
                      <a:pt x="2733" y="2733"/>
                    </a:lnTo>
                    <a:lnTo>
                      <a:pt x="2733" y="0"/>
                    </a:lnTo>
                    <a:lnTo>
                      <a:pt x="0" y="2733"/>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98" name="Freeform: Shape 4093">
                <a:extLst>
                  <a:ext uri="{FF2B5EF4-FFF2-40B4-BE49-F238E27FC236}">
                    <a16:creationId xmlns:a16="http://schemas.microsoft.com/office/drawing/2014/main" id="{2E9F0972-9D27-4F26-1CF1-33AEB67B25F1}"/>
                  </a:ext>
                </a:extLst>
              </p:cNvPr>
              <p:cNvSpPr/>
              <p:nvPr/>
            </p:nvSpPr>
            <p:spPr>
              <a:xfrm>
                <a:off x="3566787" y="3442539"/>
                <a:ext cx="2589" cy="5178"/>
              </a:xfrm>
              <a:custGeom>
                <a:avLst/>
                <a:gdLst>
                  <a:gd name="connsiteX0" fmla="*/ 0 w 2589"/>
                  <a:gd name="connsiteY0" fmla="*/ 2445 h 5178"/>
                  <a:gd name="connsiteX1" fmla="*/ 2589 w 2589"/>
                  <a:gd name="connsiteY1" fmla="*/ 5178 h 5178"/>
                  <a:gd name="connsiteX2" fmla="*/ 2589 w 2589"/>
                  <a:gd name="connsiteY2" fmla="*/ 2445 h 5178"/>
                  <a:gd name="connsiteX3" fmla="*/ 2589 w 2589"/>
                  <a:gd name="connsiteY3" fmla="*/ 0 h 5178"/>
                  <a:gd name="connsiteX4" fmla="*/ 0 w 2589"/>
                  <a:gd name="connsiteY4" fmla="*/ 0 h 5178"/>
                  <a:gd name="connsiteX5" fmla="*/ 0 w 2589"/>
                  <a:gd name="connsiteY5" fmla="*/ 2445 h 5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89" h="5178">
                    <a:moveTo>
                      <a:pt x="0" y="2445"/>
                    </a:moveTo>
                    <a:lnTo>
                      <a:pt x="2589" y="5178"/>
                    </a:lnTo>
                    <a:lnTo>
                      <a:pt x="2589" y="2445"/>
                    </a:lnTo>
                    <a:lnTo>
                      <a:pt x="2589" y="0"/>
                    </a:lnTo>
                    <a:lnTo>
                      <a:pt x="0" y="0"/>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199" name="Freeform: Shape 4094">
                <a:extLst>
                  <a:ext uri="{FF2B5EF4-FFF2-40B4-BE49-F238E27FC236}">
                    <a16:creationId xmlns:a16="http://schemas.microsoft.com/office/drawing/2014/main" id="{A3C9642E-18E3-CC3D-6640-5441BC6CF0C4}"/>
                  </a:ext>
                </a:extLst>
              </p:cNvPr>
              <p:cNvSpPr/>
              <p:nvPr/>
            </p:nvSpPr>
            <p:spPr>
              <a:xfrm>
                <a:off x="3452004" y="3580192"/>
                <a:ext cx="2445" cy="2445"/>
              </a:xfrm>
              <a:custGeom>
                <a:avLst/>
                <a:gdLst>
                  <a:gd name="connsiteX0" fmla="*/ 0 w 2445"/>
                  <a:gd name="connsiteY0" fmla="*/ 0 h 2445"/>
                  <a:gd name="connsiteX1" fmla="*/ 2445 w 2445"/>
                  <a:gd name="connsiteY1" fmla="*/ 0 h 2445"/>
                  <a:gd name="connsiteX2" fmla="*/ 2445 w 2445"/>
                  <a:gd name="connsiteY2" fmla="*/ 2445 h 2445"/>
                  <a:gd name="connsiteX3" fmla="*/ 0 w 2445"/>
                  <a:gd name="connsiteY3" fmla="*/ 2445 h 2445"/>
                </a:gdLst>
                <a:ahLst/>
                <a:cxnLst>
                  <a:cxn ang="0">
                    <a:pos x="connsiteX0" y="connsiteY0"/>
                  </a:cxn>
                  <a:cxn ang="0">
                    <a:pos x="connsiteX1" y="connsiteY1"/>
                  </a:cxn>
                  <a:cxn ang="0">
                    <a:pos x="connsiteX2" y="connsiteY2"/>
                  </a:cxn>
                  <a:cxn ang="0">
                    <a:pos x="connsiteX3" y="connsiteY3"/>
                  </a:cxn>
                </a:cxnLst>
                <a:rect l="l" t="t" r="r" b="b"/>
                <a:pathLst>
                  <a:path w="2445" h="2445">
                    <a:moveTo>
                      <a:pt x="0" y="0"/>
                    </a:moveTo>
                    <a:lnTo>
                      <a:pt x="2445" y="0"/>
                    </a:lnTo>
                    <a:lnTo>
                      <a:pt x="2445" y="2445"/>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00" name="Freeform: Shape 4095">
                <a:extLst>
                  <a:ext uri="{FF2B5EF4-FFF2-40B4-BE49-F238E27FC236}">
                    <a16:creationId xmlns:a16="http://schemas.microsoft.com/office/drawing/2014/main" id="{24C458F4-4C49-6B8F-91B7-E81FEA6955C4}"/>
                  </a:ext>
                </a:extLst>
              </p:cNvPr>
              <p:cNvSpPr/>
              <p:nvPr/>
            </p:nvSpPr>
            <p:spPr>
              <a:xfrm>
                <a:off x="3559163" y="3378819"/>
                <a:ext cx="5178" cy="2445"/>
              </a:xfrm>
              <a:custGeom>
                <a:avLst/>
                <a:gdLst>
                  <a:gd name="connsiteX0" fmla="*/ 0 w 5178"/>
                  <a:gd name="connsiteY0" fmla="*/ 2445 h 2445"/>
                  <a:gd name="connsiteX1" fmla="*/ 2445 w 5178"/>
                  <a:gd name="connsiteY1" fmla="*/ 2445 h 2445"/>
                  <a:gd name="connsiteX2" fmla="*/ 5178 w 5178"/>
                  <a:gd name="connsiteY2" fmla="*/ 2445 h 2445"/>
                  <a:gd name="connsiteX3" fmla="*/ 5178 w 5178"/>
                  <a:gd name="connsiteY3" fmla="*/ 0 h 2445"/>
                  <a:gd name="connsiteX4" fmla="*/ 2445 w 5178"/>
                  <a:gd name="connsiteY4" fmla="*/ 0 h 2445"/>
                  <a:gd name="connsiteX5" fmla="*/ 0 w 5178"/>
                  <a:gd name="connsiteY5" fmla="*/ 2445 h 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78" h="2445">
                    <a:moveTo>
                      <a:pt x="0" y="2445"/>
                    </a:moveTo>
                    <a:lnTo>
                      <a:pt x="2445" y="2445"/>
                    </a:lnTo>
                    <a:lnTo>
                      <a:pt x="5178" y="2445"/>
                    </a:lnTo>
                    <a:lnTo>
                      <a:pt x="5178" y="0"/>
                    </a:lnTo>
                    <a:lnTo>
                      <a:pt x="2445" y="0"/>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01" name="Freeform: Shape 4096">
                <a:extLst>
                  <a:ext uri="{FF2B5EF4-FFF2-40B4-BE49-F238E27FC236}">
                    <a16:creationId xmlns:a16="http://schemas.microsoft.com/office/drawing/2014/main" id="{C9B42E1F-6E1B-60B9-1409-AB1F0C078B1C}"/>
                  </a:ext>
                </a:extLst>
              </p:cNvPr>
              <p:cNvSpPr/>
              <p:nvPr/>
            </p:nvSpPr>
            <p:spPr>
              <a:xfrm>
                <a:off x="3607637" y="3559767"/>
                <a:ext cx="5034" cy="2589"/>
              </a:xfrm>
              <a:custGeom>
                <a:avLst/>
                <a:gdLst>
                  <a:gd name="connsiteX0" fmla="*/ 5034 w 5034"/>
                  <a:gd name="connsiteY0" fmla="*/ 2589 h 2589"/>
                  <a:gd name="connsiteX1" fmla="*/ 5034 w 5034"/>
                  <a:gd name="connsiteY1" fmla="*/ 0 h 2589"/>
                  <a:gd name="connsiteX2" fmla="*/ 2445 w 5034"/>
                  <a:gd name="connsiteY2" fmla="*/ 0 h 2589"/>
                  <a:gd name="connsiteX3" fmla="*/ 0 w 5034"/>
                  <a:gd name="connsiteY3" fmla="*/ 0 h 2589"/>
                  <a:gd name="connsiteX4" fmla="*/ 0 w 5034"/>
                  <a:gd name="connsiteY4" fmla="*/ 2589 h 2589"/>
                  <a:gd name="connsiteX5" fmla="*/ 2445 w 5034"/>
                  <a:gd name="connsiteY5" fmla="*/ 2589 h 2589"/>
                  <a:gd name="connsiteX6" fmla="*/ 5034 w 5034"/>
                  <a:gd name="connsiteY6" fmla="*/ 2589 h 2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34" h="2589">
                    <a:moveTo>
                      <a:pt x="5034" y="2589"/>
                    </a:moveTo>
                    <a:lnTo>
                      <a:pt x="5034" y="0"/>
                    </a:lnTo>
                    <a:lnTo>
                      <a:pt x="2445" y="0"/>
                    </a:lnTo>
                    <a:lnTo>
                      <a:pt x="0" y="0"/>
                    </a:lnTo>
                    <a:lnTo>
                      <a:pt x="0" y="2589"/>
                    </a:lnTo>
                    <a:lnTo>
                      <a:pt x="2445" y="2589"/>
                    </a:lnTo>
                    <a:lnTo>
                      <a:pt x="5034" y="2589"/>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02" name="Freeform: Shape 4097">
                <a:extLst>
                  <a:ext uri="{FF2B5EF4-FFF2-40B4-BE49-F238E27FC236}">
                    <a16:creationId xmlns:a16="http://schemas.microsoft.com/office/drawing/2014/main" id="{06683C03-5B1E-901C-CDF9-7D7C53CCCB7A}"/>
                  </a:ext>
                </a:extLst>
              </p:cNvPr>
              <p:cNvSpPr/>
              <p:nvPr/>
            </p:nvSpPr>
            <p:spPr>
              <a:xfrm>
                <a:off x="3605192" y="3562356"/>
                <a:ext cx="2445" cy="2732"/>
              </a:xfrm>
              <a:custGeom>
                <a:avLst/>
                <a:gdLst>
                  <a:gd name="connsiteX0" fmla="*/ 0 w 2445"/>
                  <a:gd name="connsiteY0" fmla="*/ 0 h 2732"/>
                  <a:gd name="connsiteX1" fmla="*/ 2445 w 2445"/>
                  <a:gd name="connsiteY1" fmla="*/ 0 h 2732"/>
                  <a:gd name="connsiteX2" fmla="*/ 2445 w 2445"/>
                  <a:gd name="connsiteY2" fmla="*/ 2733 h 2732"/>
                  <a:gd name="connsiteX3" fmla="*/ 0 w 2445"/>
                  <a:gd name="connsiteY3" fmla="*/ 2733 h 2732"/>
                </a:gdLst>
                <a:ahLst/>
                <a:cxnLst>
                  <a:cxn ang="0">
                    <a:pos x="connsiteX0" y="connsiteY0"/>
                  </a:cxn>
                  <a:cxn ang="0">
                    <a:pos x="connsiteX1" y="connsiteY1"/>
                  </a:cxn>
                  <a:cxn ang="0">
                    <a:pos x="connsiteX2" y="connsiteY2"/>
                  </a:cxn>
                  <a:cxn ang="0">
                    <a:pos x="connsiteX3" y="connsiteY3"/>
                  </a:cxn>
                </a:cxnLst>
                <a:rect l="l" t="t" r="r" b="b"/>
                <a:pathLst>
                  <a:path w="2445" h="2732">
                    <a:moveTo>
                      <a:pt x="0" y="0"/>
                    </a:moveTo>
                    <a:lnTo>
                      <a:pt x="2445" y="0"/>
                    </a:lnTo>
                    <a:lnTo>
                      <a:pt x="2445" y="2733"/>
                    </a:lnTo>
                    <a:lnTo>
                      <a:pt x="0" y="2733"/>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03" name="Freeform: Shape 4098">
                <a:extLst>
                  <a:ext uri="{FF2B5EF4-FFF2-40B4-BE49-F238E27FC236}">
                    <a16:creationId xmlns:a16="http://schemas.microsoft.com/office/drawing/2014/main" id="{EEB694F1-E0B3-6949-A1B6-607EA5DF2493}"/>
                  </a:ext>
                </a:extLst>
              </p:cNvPr>
              <p:cNvSpPr/>
              <p:nvPr/>
            </p:nvSpPr>
            <p:spPr>
              <a:xfrm>
                <a:off x="3625329" y="3676996"/>
                <a:ext cx="5178" cy="2732"/>
              </a:xfrm>
              <a:custGeom>
                <a:avLst/>
                <a:gdLst>
                  <a:gd name="connsiteX0" fmla="*/ 0 w 5178"/>
                  <a:gd name="connsiteY0" fmla="*/ 0 h 2732"/>
                  <a:gd name="connsiteX1" fmla="*/ 0 w 5178"/>
                  <a:gd name="connsiteY1" fmla="*/ 2733 h 2732"/>
                  <a:gd name="connsiteX2" fmla="*/ 2733 w 5178"/>
                  <a:gd name="connsiteY2" fmla="*/ 2733 h 2732"/>
                  <a:gd name="connsiteX3" fmla="*/ 5178 w 5178"/>
                  <a:gd name="connsiteY3" fmla="*/ 2733 h 2732"/>
                  <a:gd name="connsiteX4" fmla="*/ 5178 w 5178"/>
                  <a:gd name="connsiteY4" fmla="*/ 0 h 2732"/>
                  <a:gd name="connsiteX5" fmla="*/ 2733 w 5178"/>
                  <a:gd name="connsiteY5" fmla="*/ 0 h 2732"/>
                  <a:gd name="connsiteX6" fmla="*/ 0 w 5178"/>
                  <a:gd name="connsiteY6" fmla="*/ 0 h 2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78" h="2732">
                    <a:moveTo>
                      <a:pt x="0" y="0"/>
                    </a:moveTo>
                    <a:lnTo>
                      <a:pt x="0" y="2733"/>
                    </a:lnTo>
                    <a:lnTo>
                      <a:pt x="2733" y="2733"/>
                    </a:lnTo>
                    <a:lnTo>
                      <a:pt x="5178" y="2733"/>
                    </a:lnTo>
                    <a:lnTo>
                      <a:pt x="5178" y="0"/>
                    </a:lnTo>
                    <a:lnTo>
                      <a:pt x="2733" y="0"/>
                    </a:lnTo>
                    <a:lnTo>
                      <a:pt x="0" y="0"/>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04" name="Freeform: Shape 4099">
                <a:extLst>
                  <a:ext uri="{FF2B5EF4-FFF2-40B4-BE49-F238E27FC236}">
                    <a16:creationId xmlns:a16="http://schemas.microsoft.com/office/drawing/2014/main" id="{0C712A5F-BA7F-E6A4-1E08-2244B27E4E05}"/>
                  </a:ext>
                </a:extLst>
              </p:cNvPr>
              <p:cNvSpPr/>
              <p:nvPr/>
            </p:nvSpPr>
            <p:spPr>
              <a:xfrm>
                <a:off x="3612671" y="3712955"/>
                <a:ext cx="2732" cy="2445"/>
              </a:xfrm>
              <a:custGeom>
                <a:avLst/>
                <a:gdLst>
                  <a:gd name="connsiteX0" fmla="*/ 0 w 2732"/>
                  <a:gd name="connsiteY0" fmla="*/ 0 h 2445"/>
                  <a:gd name="connsiteX1" fmla="*/ 2733 w 2732"/>
                  <a:gd name="connsiteY1" fmla="*/ 0 h 2445"/>
                  <a:gd name="connsiteX2" fmla="*/ 2733 w 2732"/>
                  <a:gd name="connsiteY2" fmla="*/ 2445 h 2445"/>
                  <a:gd name="connsiteX3" fmla="*/ 0 w 2732"/>
                  <a:gd name="connsiteY3" fmla="*/ 2445 h 2445"/>
                </a:gdLst>
                <a:ahLst/>
                <a:cxnLst>
                  <a:cxn ang="0">
                    <a:pos x="connsiteX0" y="connsiteY0"/>
                  </a:cxn>
                  <a:cxn ang="0">
                    <a:pos x="connsiteX1" y="connsiteY1"/>
                  </a:cxn>
                  <a:cxn ang="0">
                    <a:pos x="connsiteX2" y="connsiteY2"/>
                  </a:cxn>
                  <a:cxn ang="0">
                    <a:pos x="connsiteX3" y="connsiteY3"/>
                  </a:cxn>
                </a:cxnLst>
                <a:rect l="l" t="t" r="r" b="b"/>
                <a:pathLst>
                  <a:path w="2732" h="2445">
                    <a:moveTo>
                      <a:pt x="0" y="0"/>
                    </a:moveTo>
                    <a:lnTo>
                      <a:pt x="2733" y="0"/>
                    </a:lnTo>
                    <a:lnTo>
                      <a:pt x="2733" y="2445"/>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05" name="Freeform: Shape 4100">
                <a:extLst>
                  <a:ext uri="{FF2B5EF4-FFF2-40B4-BE49-F238E27FC236}">
                    <a16:creationId xmlns:a16="http://schemas.microsoft.com/office/drawing/2014/main" id="{EDB26EC5-947C-1ADA-95D4-CF6EFC5432C1}"/>
                  </a:ext>
                </a:extLst>
              </p:cNvPr>
              <p:cNvSpPr/>
              <p:nvPr/>
            </p:nvSpPr>
            <p:spPr>
              <a:xfrm>
                <a:off x="3610082" y="3715400"/>
                <a:ext cx="2445" cy="2445"/>
              </a:xfrm>
              <a:custGeom>
                <a:avLst/>
                <a:gdLst>
                  <a:gd name="connsiteX0" fmla="*/ 0 w 2445"/>
                  <a:gd name="connsiteY0" fmla="*/ 0 h 2445"/>
                  <a:gd name="connsiteX1" fmla="*/ 2445 w 2445"/>
                  <a:gd name="connsiteY1" fmla="*/ 0 h 2445"/>
                  <a:gd name="connsiteX2" fmla="*/ 2445 w 2445"/>
                  <a:gd name="connsiteY2" fmla="*/ 2445 h 2445"/>
                  <a:gd name="connsiteX3" fmla="*/ 0 w 2445"/>
                  <a:gd name="connsiteY3" fmla="*/ 2445 h 2445"/>
                </a:gdLst>
                <a:ahLst/>
                <a:cxnLst>
                  <a:cxn ang="0">
                    <a:pos x="connsiteX0" y="connsiteY0"/>
                  </a:cxn>
                  <a:cxn ang="0">
                    <a:pos x="connsiteX1" y="connsiteY1"/>
                  </a:cxn>
                  <a:cxn ang="0">
                    <a:pos x="connsiteX2" y="connsiteY2"/>
                  </a:cxn>
                  <a:cxn ang="0">
                    <a:pos x="connsiteX3" y="connsiteY3"/>
                  </a:cxn>
                </a:cxnLst>
                <a:rect l="l" t="t" r="r" b="b"/>
                <a:pathLst>
                  <a:path w="2445" h="2445">
                    <a:moveTo>
                      <a:pt x="0" y="0"/>
                    </a:moveTo>
                    <a:lnTo>
                      <a:pt x="2445" y="0"/>
                    </a:lnTo>
                    <a:lnTo>
                      <a:pt x="2445" y="2445"/>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06" name="Freeform: Shape 4101">
                <a:extLst>
                  <a:ext uri="{FF2B5EF4-FFF2-40B4-BE49-F238E27FC236}">
                    <a16:creationId xmlns:a16="http://schemas.microsoft.com/office/drawing/2014/main" id="{3777F7C8-56B0-F8B4-4F78-46DD656AD0E3}"/>
                  </a:ext>
                </a:extLst>
              </p:cNvPr>
              <p:cNvSpPr/>
              <p:nvPr/>
            </p:nvSpPr>
            <p:spPr>
              <a:xfrm>
                <a:off x="3436901" y="3496047"/>
                <a:ext cx="4890" cy="2445"/>
              </a:xfrm>
              <a:custGeom>
                <a:avLst/>
                <a:gdLst>
                  <a:gd name="connsiteX0" fmla="*/ 0 w 4890"/>
                  <a:gd name="connsiteY0" fmla="*/ 0 h 2445"/>
                  <a:gd name="connsiteX1" fmla="*/ 0 w 4890"/>
                  <a:gd name="connsiteY1" fmla="*/ 2445 h 2445"/>
                  <a:gd name="connsiteX2" fmla="*/ 2445 w 4890"/>
                  <a:gd name="connsiteY2" fmla="*/ 2445 h 2445"/>
                  <a:gd name="connsiteX3" fmla="*/ 4891 w 4890"/>
                  <a:gd name="connsiteY3" fmla="*/ 2445 h 2445"/>
                  <a:gd name="connsiteX4" fmla="*/ 4891 w 4890"/>
                  <a:gd name="connsiteY4" fmla="*/ 0 h 2445"/>
                  <a:gd name="connsiteX5" fmla="*/ 2445 w 4890"/>
                  <a:gd name="connsiteY5" fmla="*/ 0 h 2445"/>
                  <a:gd name="connsiteX6" fmla="*/ 0 w 4890"/>
                  <a:gd name="connsiteY6" fmla="*/ 0 h 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90" h="2445">
                    <a:moveTo>
                      <a:pt x="0" y="0"/>
                    </a:moveTo>
                    <a:lnTo>
                      <a:pt x="0" y="2445"/>
                    </a:lnTo>
                    <a:lnTo>
                      <a:pt x="2445" y="2445"/>
                    </a:lnTo>
                    <a:lnTo>
                      <a:pt x="4891" y="2445"/>
                    </a:lnTo>
                    <a:lnTo>
                      <a:pt x="4891" y="0"/>
                    </a:lnTo>
                    <a:lnTo>
                      <a:pt x="2445" y="0"/>
                    </a:lnTo>
                    <a:lnTo>
                      <a:pt x="0" y="0"/>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07" name="Freeform: Shape 4102">
                <a:extLst>
                  <a:ext uri="{FF2B5EF4-FFF2-40B4-BE49-F238E27FC236}">
                    <a16:creationId xmlns:a16="http://schemas.microsoft.com/office/drawing/2014/main" id="{A1C76B93-C55C-FEC5-097E-20ED8C4CCCA2}"/>
                  </a:ext>
                </a:extLst>
              </p:cNvPr>
              <p:cNvSpPr/>
              <p:nvPr/>
            </p:nvSpPr>
            <p:spPr>
              <a:xfrm>
                <a:off x="3589657" y="3603063"/>
                <a:ext cx="2589" cy="5321"/>
              </a:xfrm>
              <a:custGeom>
                <a:avLst/>
                <a:gdLst>
                  <a:gd name="connsiteX0" fmla="*/ 2589 w 2589"/>
                  <a:gd name="connsiteY0" fmla="*/ 2877 h 5321"/>
                  <a:gd name="connsiteX1" fmla="*/ 2589 w 2589"/>
                  <a:gd name="connsiteY1" fmla="*/ 0 h 5321"/>
                  <a:gd name="connsiteX2" fmla="*/ 0 w 2589"/>
                  <a:gd name="connsiteY2" fmla="*/ 2877 h 5321"/>
                  <a:gd name="connsiteX3" fmla="*/ 0 w 2589"/>
                  <a:gd name="connsiteY3" fmla="*/ 5322 h 5321"/>
                  <a:gd name="connsiteX4" fmla="*/ 2589 w 2589"/>
                  <a:gd name="connsiteY4" fmla="*/ 5322 h 5321"/>
                  <a:gd name="connsiteX5" fmla="*/ 2589 w 2589"/>
                  <a:gd name="connsiteY5" fmla="*/ 2877 h 5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89" h="5321">
                    <a:moveTo>
                      <a:pt x="2589" y="2877"/>
                    </a:moveTo>
                    <a:lnTo>
                      <a:pt x="2589" y="0"/>
                    </a:lnTo>
                    <a:lnTo>
                      <a:pt x="0" y="2877"/>
                    </a:lnTo>
                    <a:lnTo>
                      <a:pt x="0" y="5322"/>
                    </a:lnTo>
                    <a:lnTo>
                      <a:pt x="2589" y="5322"/>
                    </a:lnTo>
                    <a:lnTo>
                      <a:pt x="2589" y="2877"/>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08" name="Freeform: Shape 4103">
                <a:extLst>
                  <a:ext uri="{FF2B5EF4-FFF2-40B4-BE49-F238E27FC236}">
                    <a16:creationId xmlns:a16="http://schemas.microsoft.com/office/drawing/2014/main" id="{7050B9E3-3FD6-B704-E3F5-1D9CA093F3F4}"/>
                  </a:ext>
                </a:extLst>
              </p:cNvPr>
              <p:cNvSpPr/>
              <p:nvPr/>
            </p:nvSpPr>
            <p:spPr>
              <a:xfrm>
                <a:off x="3436901" y="3552288"/>
                <a:ext cx="2445" cy="2445"/>
              </a:xfrm>
              <a:custGeom>
                <a:avLst/>
                <a:gdLst>
                  <a:gd name="connsiteX0" fmla="*/ 0 w 2445"/>
                  <a:gd name="connsiteY0" fmla="*/ 0 h 2445"/>
                  <a:gd name="connsiteX1" fmla="*/ 2445 w 2445"/>
                  <a:gd name="connsiteY1" fmla="*/ 0 h 2445"/>
                  <a:gd name="connsiteX2" fmla="*/ 2445 w 2445"/>
                  <a:gd name="connsiteY2" fmla="*/ 2445 h 2445"/>
                  <a:gd name="connsiteX3" fmla="*/ 0 w 2445"/>
                  <a:gd name="connsiteY3" fmla="*/ 2445 h 2445"/>
                </a:gdLst>
                <a:ahLst/>
                <a:cxnLst>
                  <a:cxn ang="0">
                    <a:pos x="connsiteX0" y="connsiteY0"/>
                  </a:cxn>
                  <a:cxn ang="0">
                    <a:pos x="connsiteX1" y="connsiteY1"/>
                  </a:cxn>
                  <a:cxn ang="0">
                    <a:pos x="connsiteX2" y="connsiteY2"/>
                  </a:cxn>
                  <a:cxn ang="0">
                    <a:pos x="connsiteX3" y="connsiteY3"/>
                  </a:cxn>
                </a:cxnLst>
                <a:rect l="l" t="t" r="r" b="b"/>
                <a:pathLst>
                  <a:path w="2445" h="2445">
                    <a:moveTo>
                      <a:pt x="0" y="0"/>
                    </a:moveTo>
                    <a:lnTo>
                      <a:pt x="2445" y="0"/>
                    </a:lnTo>
                    <a:lnTo>
                      <a:pt x="2445" y="2445"/>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09" name="Freeform: Shape 4104">
                <a:extLst>
                  <a:ext uri="{FF2B5EF4-FFF2-40B4-BE49-F238E27FC236}">
                    <a16:creationId xmlns:a16="http://schemas.microsoft.com/office/drawing/2014/main" id="{7DB46944-1381-C3D0-6979-A434B378066C}"/>
                  </a:ext>
                </a:extLst>
              </p:cNvPr>
              <p:cNvSpPr/>
              <p:nvPr/>
            </p:nvSpPr>
            <p:spPr>
              <a:xfrm>
                <a:off x="3594979" y="3452752"/>
                <a:ext cx="2445" cy="2445"/>
              </a:xfrm>
              <a:custGeom>
                <a:avLst/>
                <a:gdLst>
                  <a:gd name="connsiteX0" fmla="*/ 0 w 2445"/>
                  <a:gd name="connsiteY0" fmla="*/ 0 h 2445"/>
                  <a:gd name="connsiteX1" fmla="*/ 2445 w 2445"/>
                  <a:gd name="connsiteY1" fmla="*/ 0 h 2445"/>
                  <a:gd name="connsiteX2" fmla="*/ 2445 w 2445"/>
                  <a:gd name="connsiteY2" fmla="*/ 2445 h 2445"/>
                  <a:gd name="connsiteX3" fmla="*/ 0 w 2445"/>
                  <a:gd name="connsiteY3" fmla="*/ 2445 h 2445"/>
                </a:gdLst>
                <a:ahLst/>
                <a:cxnLst>
                  <a:cxn ang="0">
                    <a:pos x="connsiteX0" y="connsiteY0"/>
                  </a:cxn>
                  <a:cxn ang="0">
                    <a:pos x="connsiteX1" y="connsiteY1"/>
                  </a:cxn>
                  <a:cxn ang="0">
                    <a:pos x="connsiteX2" y="connsiteY2"/>
                  </a:cxn>
                  <a:cxn ang="0">
                    <a:pos x="connsiteX3" y="connsiteY3"/>
                  </a:cxn>
                </a:cxnLst>
                <a:rect l="l" t="t" r="r" b="b"/>
                <a:pathLst>
                  <a:path w="2445" h="2445">
                    <a:moveTo>
                      <a:pt x="0" y="0"/>
                    </a:moveTo>
                    <a:lnTo>
                      <a:pt x="2445" y="0"/>
                    </a:lnTo>
                    <a:lnTo>
                      <a:pt x="2445" y="2445"/>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10" name="Freeform: Shape 4105">
                <a:extLst>
                  <a:ext uri="{FF2B5EF4-FFF2-40B4-BE49-F238E27FC236}">
                    <a16:creationId xmlns:a16="http://schemas.microsoft.com/office/drawing/2014/main" id="{58318962-755A-F36F-8E8A-C41FABA347B5}"/>
                  </a:ext>
                </a:extLst>
              </p:cNvPr>
              <p:cNvSpPr/>
              <p:nvPr/>
            </p:nvSpPr>
            <p:spPr>
              <a:xfrm>
                <a:off x="3541471" y="3503814"/>
                <a:ext cx="2445" cy="2445"/>
              </a:xfrm>
              <a:custGeom>
                <a:avLst/>
                <a:gdLst>
                  <a:gd name="connsiteX0" fmla="*/ 0 w 2445"/>
                  <a:gd name="connsiteY0" fmla="*/ 0 h 2445"/>
                  <a:gd name="connsiteX1" fmla="*/ 2445 w 2445"/>
                  <a:gd name="connsiteY1" fmla="*/ 0 h 2445"/>
                  <a:gd name="connsiteX2" fmla="*/ 2445 w 2445"/>
                  <a:gd name="connsiteY2" fmla="*/ 2445 h 2445"/>
                  <a:gd name="connsiteX3" fmla="*/ 0 w 2445"/>
                  <a:gd name="connsiteY3" fmla="*/ 2445 h 2445"/>
                </a:gdLst>
                <a:ahLst/>
                <a:cxnLst>
                  <a:cxn ang="0">
                    <a:pos x="connsiteX0" y="connsiteY0"/>
                  </a:cxn>
                  <a:cxn ang="0">
                    <a:pos x="connsiteX1" y="connsiteY1"/>
                  </a:cxn>
                  <a:cxn ang="0">
                    <a:pos x="connsiteX2" y="connsiteY2"/>
                  </a:cxn>
                  <a:cxn ang="0">
                    <a:pos x="connsiteX3" y="connsiteY3"/>
                  </a:cxn>
                </a:cxnLst>
                <a:rect l="l" t="t" r="r" b="b"/>
                <a:pathLst>
                  <a:path w="2445" h="2445">
                    <a:moveTo>
                      <a:pt x="0" y="0"/>
                    </a:moveTo>
                    <a:lnTo>
                      <a:pt x="2445" y="0"/>
                    </a:lnTo>
                    <a:lnTo>
                      <a:pt x="2445" y="2445"/>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11" name="Freeform: Shape 4106">
                <a:extLst>
                  <a:ext uri="{FF2B5EF4-FFF2-40B4-BE49-F238E27FC236}">
                    <a16:creationId xmlns:a16="http://schemas.microsoft.com/office/drawing/2014/main" id="{194520F7-DEBA-24C2-105E-32C2F5F33997}"/>
                  </a:ext>
                </a:extLst>
              </p:cNvPr>
              <p:cNvSpPr/>
              <p:nvPr/>
            </p:nvSpPr>
            <p:spPr>
              <a:xfrm>
                <a:off x="3592246" y="3399244"/>
                <a:ext cx="2732" cy="2445"/>
              </a:xfrm>
              <a:custGeom>
                <a:avLst/>
                <a:gdLst>
                  <a:gd name="connsiteX0" fmla="*/ 2733 w 2732"/>
                  <a:gd name="connsiteY0" fmla="*/ 0 h 2445"/>
                  <a:gd name="connsiteX1" fmla="*/ 0 w 2732"/>
                  <a:gd name="connsiteY1" fmla="*/ 2445 h 2445"/>
                  <a:gd name="connsiteX2" fmla="*/ 2733 w 2732"/>
                  <a:gd name="connsiteY2" fmla="*/ 2445 h 2445"/>
                  <a:gd name="connsiteX3" fmla="*/ 2733 w 2732"/>
                  <a:gd name="connsiteY3" fmla="*/ 0 h 2445"/>
                </a:gdLst>
                <a:ahLst/>
                <a:cxnLst>
                  <a:cxn ang="0">
                    <a:pos x="connsiteX0" y="connsiteY0"/>
                  </a:cxn>
                  <a:cxn ang="0">
                    <a:pos x="connsiteX1" y="connsiteY1"/>
                  </a:cxn>
                  <a:cxn ang="0">
                    <a:pos x="connsiteX2" y="connsiteY2"/>
                  </a:cxn>
                  <a:cxn ang="0">
                    <a:pos x="connsiteX3" y="connsiteY3"/>
                  </a:cxn>
                </a:cxnLst>
                <a:rect l="l" t="t" r="r" b="b"/>
                <a:pathLst>
                  <a:path w="2732" h="2445">
                    <a:moveTo>
                      <a:pt x="2733" y="0"/>
                    </a:moveTo>
                    <a:lnTo>
                      <a:pt x="0" y="2445"/>
                    </a:lnTo>
                    <a:lnTo>
                      <a:pt x="2733" y="2445"/>
                    </a:lnTo>
                    <a:lnTo>
                      <a:pt x="2733" y="0"/>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12" name="Freeform: Shape 4107">
                <a:extLst>
                  <a:ext uri="{FF2B5EF4-FFF2-40B4-BE49-F238E27FC236}">
                    <a16:creationId xmlns:a16="http://schemas.microsoft.com/office/drawing/2014/main" id="{81B0C6BD-ED42-C875-DFEF-4AB445E89543}"/>
                  </a:ext>
                </a:extLst>
              </p:cNvPr>
              <p:cNvSpPr/>
              <p:nvPr/>
            </p:nvSpPr>
            <p:spPr>
              <a:xfrm>
                <a:off x="3622884" y="3700153"/>
                <a:ext cx="2445" cy="5034"/>
              </a:xfrm>
              <a:custGeom>
                <a:avLst/>
                <a:gdLst>
                  <a:gd name="connsiteX0" fmla="*/ 2445 w 2445"/>
                  <a:gd name="connsiteY0" fmla="*/ 0 h 5034"/>
                  <a:gd name="connsiteX1" fmla="*/ 0 w 2445"/>
                  <a:gd name="connsiteY1" fmla="*/ 0 h 5034"/>
                  <a:gd name="connsiteX2" fmla="*/ 0 w 2445"/>
                  <a:gd name="connsiteY2" fmla="*/ 2589 h 5034"/>
                  <a:gd name="connsiteX3" fmla="*/ 0 w 2445"/>
                  <a:gd name="connsiteY3" fmla="*/ 5034 h 5034"/>
                  <a:gd name="connsiteX4" fmla="*/ 2445 w 2445"/>
                  <a:gd name="connsiteY4" fmla="*/ 5034 h 5034"/>
                  <a:gd name="connsiteX5" fmla="*/ 2445 w 2445"/>
                  <a:gd name="connsiteY5" fmla="*/ 2589 h 5034"/>
                  <a:gd name="connsiteX6" fmla="*/ 2445 w 2445"/>
                  <a:gd name="connsiteY6" fmla="*/ 0 h 5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45" h="5034">
                    <a:moveTo>
                      <a:pt x="2445" y="0"/>
                    </a:moveTo>
                    <a:lnTo>
                      <a:pt x="0" y="0"/>
                    </a:lnTo>
                    <a:lnTo>
                      <a:pt x="0" y="2589"/>
                    </a:lnTo>
                    <a:lnTo>
                      <a:pt x="0" y="5034"/>
                    </a:lnTo>
                    <a:lnTo>
                      <a:pt x="2445" y="5034"/>
                    </a:lnTo>
                    <a:lnTo>
                      <a:pt x="2445" y="2589"/>
                    </a:lnTo>
                    <a:lnTo>
                      <a:pt x="2445" y="0"/>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13" name="Freeform: Shape 4108">
                <a:extLst>
                  <a:ext uri="{FF2B5EF4-FFF2-40B4-BE49-F238E27FC236}">
                    <a16:creationId xmlns:a16="http://schemas.microsoft.com/office/drawing/2014/main" id="{CC519CBE-D268-7BD5-A2F5-416AF78C74D9}"/>
                  </a:ext>
                </a:extLst>
              </p:cNvPr>
              <p:cNvSpPr/>
              <p:nvPr/>
            </p:nvSpPr>
            <p:spPr>
              <a:xfrm>
                <a:off x="3625329" y="3705188"/>
                <a:ext cx="2732" cy="2445"/>
              </a:xfrm>
              <a:custGeom>
                <a:avLst/>
                <a:gdLst>
                  <a:gd name="connsiteX0" fmla="*/ 0 w 2732"/>
                  <a:gd name="connsiteY0" fmla="*/ 0 h 2445"/>
                  <a:gd name="connsiteX1" fmla="*/ 2733 w 2732"/>
                  <a:gd name="connsiteY1" fmla="*/ 0 h 2445"/>
                  <a:gd name="connsiteX2" fmla="*/ 2733 w 2732"/>
                  <a:gd name="connsiteY2" fmla="*/ 2445 h 2445"/>
                  <a:gd name="connsiteX3" fmla="*/ 0 w 2732"/>
                  <a:gd name="connsiteY3" fmla="*/ 2445 h 2445"/>
                </a:gdLst>
                <a:ahLst/>
                <a:cxnLst>
                  <a:cxn ang="0">
                    <a:pos x="connsiteX0" y="connsiteY0"/>
                  </a:cxn>
                  <a:cxn ang="0">
                    <a:pos x="connsiteX1" y="connsiteY1"/>
                  </a:cxn>
                  <a:cxn ang="0">
                    <a:pos x="connsiteX2" y="connsiteY2"/>
                  </a:cxn>
                  <a:cxn ang="0">
                    <a:pos x="connsiteX3" y="connsiteY3"/>
                  </a:cxn>
                </a:cxnLst>
                <a:rect l="l" t="t" r="r" b="b"/>
                <a:pathLst>
                  <a:path w="2732" h="2445">
                    <a:moveTo>
                      <a:pt x="0" y="0"/>
                    </a:moveTo>
                    <a:lnTo>
                      <a:pt x="2733" y="0"/>
                    </a:lnTo>
                    <a:lnTo>
                      <a:pt x="2733" y="2445"/>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14" name="Freeform: Shape 4109">
                <a:extLst>
                  <a:ext uri="{FF2B5EF4-FFF2-40B4-BE49-F238E27FC236}">
                    <a16:creationId xmlns:a16="http://schemas.microsoft.com/office/drawing/2014/main" id="{3B522F5A-C8F5-72E5-A5A8-FCE698FBBE08}"/>
                  </a:ext>
                </a:extLst>
              </p:cNvPr>
              <p:cNvSpPr/>
              <p:nvPr/>
            </p:nvSpPr>
            <p:spPr>
              <a:xfrm>
                <a:off x="3559163" y="3447717"/>
                <a:ext cx="2445" cy="2588"/>
              </a:xfrm>
              <a:custGeom>
                <a:avLst/>
                <a:gdLst>
                  <a:gd name="connsiteX0" fmla="*/ 2445 w 2445"/>
                  <a:gd name="connsiteY0" fmla="*/ 2589 h 2588"/>
                  <a:gd name="connsiteX1" fmla="*/ 2445 w 2445"/>
                  <a:gd name="connsiteY1" fmla="*/ 0 h 2588"/>
                  <a:gd name="connsiteX2" fmla="*/ 0 w 2445"/>
                  <a:gd name="connsiteY2" fmla="*/ 2589 h 2588"/>
                  <a:gd name="connsiteX3" fmla="*/ 2445 w 2445"/>
                  <a:gd name="connsiteY3" fmla="*/ 2589 h 2588"/>
                </a:gdLst>
                <a:ahLst/>
                <a:cxnLst>
                  <a:cxn ang="0">
                    <a:pos x="connsiteX0" y="connsiteY0"/>
                  </a:cxn>
                  <a:cxn ang="0">
                    <a:pos x="connsiteX1" y="connsiteY1"/>
                  </a:cxn>
                  <a:cxn ang="0">
                    <a:pos x="connsiteX2" y="connsiteY2"/>
                  </a:cxn>
                  <a:cxn ang="0">
                    <a:pos x="connsiteX3" y="connsiteY3"/>
                  </a:cxn>
                </a:cxnLst>
                <a:rect l="l" t="t" r="r" b="b"/>
                <a:pathLst>
                  <a:path w="2445" h="2588">
                    <a:moveTo>
                      <a:pt x="2445" y="2589"/>
                    </a:moveTo>
                    <a:lnTo>
                      <a:pt x="2445" y="0"/>
                    </a:lnTo>
                    <a:lnTo>
                      <a:pt x="0" y="2589"/>
                    </a:lnTo>
                    <a:lnTo>
                      <a:pt x="2445" y="2589"/>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15" name="Freeform: Shape 4110">
                <a:extLst>
                  <a:ext uri="{FF2B5EF4-FFF2-40B4-BE49-F238E27FC236}">
                    <a16:creationId xmlns:a16="http://schemas.microsoft.com/office/drawing/2014/main" id="{A198FF13-9E82-CF86-E789-BF608AA6376A}"/>
                  </a:ext>
                </a:extLst>
              </p:cNvPr>
              <p:cNvSpPr/>
              <p:nvPr/>
            </p:nvSpPr>
            <p:spPr>
              <a:xfrm>
                <a:off x="3449559" y="3590405"/>
                <a:ext cx="2445" cy="2445"/>
              </a:xfrm>
              <a:custGeom>
                <a:avLst/>
                <a:gdLst>
                  <a:gd name="connsiteX0" fmla="*/ 0 w 2445"/>
                  <a:gd name="connsiteY0" fmla="*/ 0 h 2445"/>
                  <a:gd name="connsiteX1" fmla="*/ 2445 w 2445"/>
                  <a:gd name="connsiteY1" fmla="*/ 0 h 2445"/>
                  <a:gd name="connsiteX2" fmla="*/ 2445 w 2445"/>
                  <a:gd name="connsiteY2" fmla="*/ 2445 h 2445"/>
                  <a:gd name="connsiteX3" fmla="*/ 0 w 2445"/>
                  <a:gd name="connsiteY3" fmla="*/ 2445 h 2445"/>
                </a:gdLst>
                <a:ahLst/>
                <a:cxnLst>
                  <a:cxn ang="0">
                    <a:pos x="connsiteX0" y="connsiteY0"/>
                  </a:cxn>
                  <a:cxn ang="0">
                    <a:pos x="connsiteX1" y="connsiteY1"/>
                  </a:cxn>
                  <a:cxn ang="0">
                    <a:pos x="connsiteX2" y="connsiteY2"/>
                  </a:cxn>
                  <a:cxn ang="0">
                    <a:pos x="connsiteX3" y="connsiteY3"/>
                  </a:cxn>
                </a:cxnLst>
                <a:rect l="l" t="t" r="r" b="b"/>
                <a:pathLst>
                  <a:path w="2445" h="2445">
                    <a:moveTo>
                      <a:pt x="0" y="0"/>
                    </a:moveTo>
                    <a:lnTo>
                      <a:pt x="2445" y="0"/>
                    </a:lnTo>
                    <a:lnTo>
                      <a:pt x="2445" y="2445"/>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16" name="Freeform: Shape 4111">
                <a:extLst>
                  <a:ext uri="{FF2B5EF4-FFF2-40B4-BE49-F238E27FC236}">
                    <a16:creationId xmlns:a16="http://schemas.microsoft.com/office/drawing/2014/main" id="{B238A1CF-29C5-5521-3EA5-77581488B208}"/>
                  </a:ext>
                </a:extLst>
              </p:cNvPr>
              <p:cNvSpPr/>
              <p:nvPr/>
            </p:nvSpPr>
            <p:spPr>
              <a:xfrm>
                <a:off x="3398496" y="3437505"/>
                <a:ext cx="2445" cy="2445"/>
              </a:xfrm>
              <a:custGeom>
                <a:avLst/>
                <a:gdLst>
                  <a:gd name="connsiteX0" fmla="*/ 0 w 2445"/>
                  <a:gd name="connsiteY0" fmla="*/ 0 h 2445"/>
                  <a:gd name="connsiteX1" fmla="*/ 2445 w 2445"/>
                  <a:gd name="connsiteY1" fmla="*/ 0 h 2445"/>
                  <a:gd name="connsiteX2" fmla="*/ 2445 w 2445"/>
                  <a:gd name="connsiteY2" fmla="*/ 2445 h 2445"/>
                  <a:gd name="connsiteX3" fmla="*/ 0 w 2445"/>
                  <a:gd name="connsiteY3" fmla="*/ 2445 h 2445"/>
                </a:gdLst>
                <a:ahLst/>
                <a:cxnLst>
                  <a:cxn ang="0">
                    <a:pos x="connsiteX0" y="connsiteY0"/>
                  </a:cxn>
                  <a:cxn ang="0">
                    <a:pos x="connsiteX1" y="connsiteY1"/>
                  </a:cxn>
                  <a:cxn ang="0">
                    <a:pos x="connsiteX2" y="connsiteY2"/>
                  </a:cxn>
                  <a:cxn ang="0">
                    <a:pos x="connsiteX3" y="connsiteY3"/>
                  </a:cxn>
                </a:cxnLst>
                <a:rect l="l" t="t" r="r" b="b"/>
                <a:pathLst>
                  <a:path w="2445" h="2445">
                    <a:moveTo>
                      <a:pt x="0" y="0"/>
                    </a:moveTo>
                    <a:lnTo>
                      <a:pt x="2445" y="0"/>
                    </a:lnTo>
                    <a:lnTo>
                      <a:pt x="2445" y="2445"/>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17" name="Freeform: Shape 4112">
                <a:extLst>
                  <a:ext uri="{FF2B5EF4-FFF2-40B4-BE49-F238E27FC236}">
                    <a16:creationId xmlns:a16="http://schemas.microsoft.com/office/drawing/2014/main" id="{78CCCCEB-D31C-8BE9-E21C-BBACCFCEF7DB}"/>
                  </a:ext>
                </a:extLst>
              </p:cNvPr>
              <p:cNvSpPr/>
              <p:nvPr/>
            </p:nvSpPr>
            <p:spPr>
              <a:xfrm>
                <a:off x="3449559" y="3575302"/>
                <a:ext cx="2445" cy="2445"/>
              </a:xfrm>
              <a:custGeom>
                <a:avLst/>
                <a:gdLst>
                  <a:gd name="connsiteX0" fmla="*/ 0 w 2445"/>
                  <a:gd name="connsiteY0" fmla="*/ 0 h 2445"/>
                  <a:gd name="connsiteX1" fmla="*/ 2445 w 2445"/>
                  <a:gd name="connsiteY1" fmla="*/ 0 h 2445"/>
                  <a:gd name="connsiteX2" fmla="*/ 2445 w 2445"/>
                  <a:gd name="connsiteY2" fmla="*/ 2445 h 2445"/>
                  <a:gd name="connsiteX3" fmla="*/ 0 w 2445"/>
                  <a:gd name="connsiteY3" fmla="*/ 2445 h 2445"/>
                </a:gdLst>
                <a:ahLst/>
                <a:cxnLst>
                  <a:cxn ang="0">
                    <a:pos x="connsiteX0" y="connsiteY0"/>
                  </a:cxn>
                  <a:cxn ang="0">
                    <a:pos x="connsiteX1" y="connsiteY1"/>
                  </a:cxn>
                  <a:cxn ang="0">
                    <a:pos x="connsiteX2" y="connsiteY2"/>
                  </a:cxn>
                  <a:cxn ang="0">
                    <a:pos x="connsiteX3" y="connsiteY3"/>
                  </a:cxn>
                </a:cxnLst>
                <a:rect l="l" t="t" r="r" b="b"/>
                <a:pathLst>
                  <a:path w="2445" h="2445">
                    <a:moveTo>
                      <a:pt x="0" y="0"/>
                    </a:moveTo>
                    <a:lnTo>
                      <a:pt x="2445" y="0"/>
                    </a:lnTo>
                    <a:lnTo>
                      <a:pt x="2445" y="2445"/>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18" name="Freeform: Shape 4113">
                <a:extLst>
                  <a:ext uri="{FF2B5EF4-FFF2-40B4-BE49-F238E27FC236}">
                    <a16:creationId xmlns:a16="http://schemas.microsoft.com/office/drawing/2014/main" id="{7C737A04-C2CB-97B0-4B42-82C0CBCCAECA}"/>
                  </a:ext>
                </a:extLst>
              </p:cNvPr>
              <p:cNvSpPr/>
              <p:nvPr/>
            </p:nvSpPr>
            <p:spPr>
              <a:xfrm>
                <a:off x="3605192" y="3549555"/>
                <a:ext cx="2445" cy="2732"/>
              </a:xfrm>
              <a:custGeom>
                <a:avLst/>
                <a:gdLst>
                  <a:gd name="connsiteX0" fmla="*/ 0 w 2445"/>
                  <a:gd name="connsiteY0" fmla="*/ 2733 h 2732"/>
                  <a:gd name="connsiteX1" fmla="*/ 2445 w 2445"/>
                  <a:gd name="connsiteY1" fmla="*/ 0 h 2732"/>
                  <a:gd name="connsiteX2" fmla="*/ 0 w 2445"/>
                  <a:gd name="connsiteY2" fmla="*/ 0 h 2732"/>
                  <a:gd name="connsiteX3" fmla="*/ 0 w 2445"/>
                  <a:gd name="connsiteY3" fmla="*/ 2733 h 2732"/>
                </a:gdLst>
                <a:ahLst/>
                <a:cxnLst>
                  <a:cxn ang="0">
                    <a:pos x="connsiteX0" y="connsiteY0"/>
                  </a:cxn>
                  <a:cxn ang="0">
                    <a:pos x="connsiteX1" y="connsiteY1"/>
                  </a:cxn>
                  <a:cxn ang="0">
                    <a:pos x="connsiteX2" y="connsiteY2"/>
                  </a:cxn>
                  <a:cxn ang="0">
                    <a:pos x="connsiteX3" y="connsiteY3"/>
                  </a:cxn>
                </a:cxnLst>
                <a:rect l="l" t="t" r="r" b="b"/>
                <a:pathLst>
                  <a:path w="2445" h="2732">
                    <a:moveTo>
                      <a:pt x="0" y="2733"/>
                    </a:moveTo>
                    <a:lnTo>
                      <a:pt x="2445" y="0"/>
                    </a:lnTo>
                    <a:lnTo>
                      <a:pt x="0" y="0"/>
                    </a:lnTo>
                    <a:lnTo>
                      <a:pt x="0" y="2733"/>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19" name="Freeform: Shape 4114">
                <a:extLst>
                  <a:ext uri="{FF2B5EF4-FFF2-40B4-BE49-F238E27FC236}">
                    <a16:creationId xmlns:a16="http://schemas.microsoft.com/office/drawing/2014/main" id="{FDA7A35D-744B-15FA-1507-87A94454767E}"/>
                  </a:ext>
                </a:extLst>
              </p:cNvPr>
              <p:cNvSpPr/>
              <p:nvPr/>
            </p:nvSpPr>
            <p:spPr>
              <a:xfrm>
                <a:off x="3671357" y="3335524"/>
                <a:ext cx="2445" cy="2445"/>
              </a:xfrm>
              <a:custGeom>
                <a:avLst/>
                <a:gdLst>
                  <a:gd name="connsiteX0" fmla="*/ 0 w 2445"/>
                  <a:gd name="connsiteY0" fmla="*/ 2445 h 2445"/>
                  <a:gd name="connsiteX1" fmla="*/ 2445 w 2445"/>
                  <a:gd name="connsiteY1" fmla="*/ 0 h 2445"/>
                  <a:gd name="connsiteX2" fmla="*/ 0 w 2445"/>
                  <a:gd name="connsiteY2" fmla="*/ 0 h 2445"/>
                  <a:gd name="connsiteX3" fmla="*/ 0 w 2445"/>
                  <a:gd name="connsiteY3" fmla="*/ 2445 h 2445"/>
                </a:gdLst>
                <a:ahLst/>
                <a:cxnLst>
                  <a:cxn ang="0">
                    <a:pos x="connsiteX0" y="connsiteY0"/>
                  </a:cxn>
                  <a:cxn ang="0">
                    <a:pos x="connsiteX1" y="connsiteY1"/>
                  </a:cxn>
                  <a:cxn ang="0">
                    <a:pos x="connsiteX2" y="connsiteY2"/>
                  </a:cxn>
                  <a:cxn ang="0">
                    <a:pos x="connsiteX3" y="connsiteY3"/>
                  </a:cxn>
                </a:cxnLst>
                <a:rect l="l" t="t" r="r" b="b"/>
                <a:pathLst>
                  <a:path w="2445" h="2445">
                    <a:moveTo>
                      <a:pt x="0" y="2445"/>
                    </a:moveTo>
                    <a:lnTo>
                      <a:pt x="2445" y="0"/>
                    </a:lnTo>
                    <a:lnTo>
                      <a:pt x="0" y="0"/>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20" name="Freeform: Shape 4115">
                <a:extLst>
                  <a:ext uri="{FF2B5EF4-FFF2-40B4-BE49-F238E27FC236}">
                    <a16:creationId xmlns:a16="http://schemas.microsoft.com/office/drawing/2014/main" id="{D90CBFDD-B725-5D17-2963-146E5653BD57}"/>
                  </a:ext>
                </a:extLst>
              </p:cNvPr>
              <p:cNvSpPr/>
              <p:nvPr/>
            </p:nvSpPr>
            <p:spPr>
              <a:xfrm>
                <a:off x="3617849" y="3697420"/>
                <a:ext cx="2445" cy="2732"/>
              </a:xfrm>
              <a:custGeom>
                <a:avLst/>
                <a:gdLst>
                  <a:gd name="connsiteX0" fmla="*/ 2445 w 2445"/>
                  <a:gd name="connsiteY0" fmla="*/ 0 h 2732"/>
                  <a:gd name="connsiteX1" fmla="*/ 0 w 2445"/>
                  <a:gd name="connsiteY1" fmla="*/ 0 h 2732"/>
                  <a:gd name="connsiteX2" fmla="*/ 2445 w 2445"/>
                  <a:gd name="connsiteY2" fmla="*/ 2733 h 2732"/>
                  <a:gd name="connsiteX3" fmla="*/ 2445 w 2445"/>
                  <a:gd name="connsiteY3" fmla="*/ 0 h 2732"/>
                </a:gdLst>
                <a:ahLst/>
                <a:cxnLst>
                  <a:cxn ang="0">
                    <a:pos x="connsiteX0" y="connsiteY0"/>
                  </a:cxn>
                  <a:cxn ang="0">
                    <a:pos x="connsiteX1" y="connsiteY1"/>
                  </a:cxn>
                  <a:cxn ang="0">
                    <a:pos x="connsiteX2" y="connsiteY2"/>
                  </a:cxn>
                  <a:cxn ang="0">
                    <a:pos x="connsiteX3" y="connsiteY3"/>
                  </a:cxn>
                </a:cxnLst>
                <a:rect l="l" t="t" r="r" b="b"/>
                <a:pathLst>
                  <a:path w="2445" h="2732">
                    <a:moveTo>
                      <a:pt x="2445" y="0"/>
                    </a:moveTo>
                    <a:lnTo>
                      <a:pt x="0" y="0"/>
                    </a:lnTo>
                    <a:lnTo>
                      <a:pt x="2445" y="2733"/>
                    </a:lnTo>
                    <a:lnTo>
                      <a:pt x="2445" y="0"/>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21" name="Freeform: Shape 4116">
                <a:extLst>
                  <a:ext uri="{FF2B5EF4-FFF2-40B4-BE49-F238E27FC236}">
                    <a16:creationId xmlns:a16="http://schemas.microsoft.com/office/drawing/2014/main" id="{140DBFD5-CB68-872F-6D4C-2A749FD98F68}"/>
                  </a:ext>
                </a:extLst>
              </p:cNvPr>
              <p:cNvSpPr/>
              <p:nvPr/>
            </p:nvSpPr>
            <p:spPr>
              <a:xfrm>
                <a:off x="3607637" y="3582782"/>
                <a:ext cx="2445" cy="2732"/>
              </a:xfrm>
              <a:custGeom>
                <a:avLst/>
                <a:gdLst>
                  <a:gd name="connsiteX0" fmla="*/ 0 w 2445"/>
                  <a:gd name="connsiteY0" fmla="*/ 0 h 2732"/>
                  <a:gd name="connsiteX1" fmla="*/ 2445 w 2445"/>
                  <a:gd name="connsiteY1" fmla="*/ 0 h 2732"/>
                  <a:gd name="connsiteX2" fmla="*/ 2445 w 2445"/>
                  <a:gd name="connsiteY2" fmla="*/ 2733 h 2732"/>
                  <a:gd name="connsiteX3" fmla="*/ 0 w 2445"/>
                  <a:gd name="connsiteY3" fmla="*/ 2733 h 2732"/>
                </a:gdLst>
                <a:ahLst/>
                <a:cxnLst>
                  <a:cxn ang="0">
                    <a:pos x="connsiteX0" y="connsiteY0"/>
                  </a:cxn>
                  <a:cxn ang="0">
                    <a:pos x="connsiteX1" y="connsiteY1"/>
                  </a:cxn>
                  <a:cxn ang="0">
                    <a:pos x="connsiteX2" y="connsiteY2"/>
                  </a:cxn>
                  <a:cxn ang="0">
                    <a:pos x="connsiteX3" y="connsiteY3"/>
                  </a:cxn>
                </a:cxnLst>
                <a:rect l="l" t="t" r="r" b="b"/>
                <a:pathLst>
                  <a:path w="2445" h="2732">
                    <a:moveTo>
                      <a:pt x="0" y="0"/>
                    </a:moveTo>
                    <a:lnTo>
                      <a:pt x="2445" y="0"/>
                    </a:lnTo>
                    <a:lnTo>
                      <a:pt x="2445" y="2733"/>
                    </a:lnTo>
                    <a:lnTo>
                      <a:pt x="0" y="2733"/>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22" name="Freeform: Shape 4117">
                <a:extLst>
                  <a:ext uri="{FF2B5EF4-FFF2-40B4-BE49-F238E27FC236}">
                    <a16:creationId xmlns:a16="http://schemas.microsoft.com/office/drawing/2014/main" id="{F8EE864A-F4CB-2865-C371-24B8BB233495}"/>
                  </a:ext>
                </a:extLst>
              </p:cNvPr>
              <p:cNvSpPr/>
              <p:nvPr/>
            </p:nvSpPr>
            <p:spPr>
              <a:xfrm>
                <a:off x="3617849" y="3636433"/>
                <a:ext cx="2445" cy="2445"/>
              </a:xfrm>
              <a:custGeom>
                <a:avLst/>
                <a:gdLst>
                  <a:gd name="connsiteX0" fmla="*/ 0 w 2445"/>
                  <a:gd name="connsiteY0" fmla="*/ 0 h 2445"/>
                  <a:gd name="connsiteX1" fmla="*/ 2445 w 2445"/>
                  <a:gd name="connsiteY1" fmla="*/ 0 h 2445"/>
                  <a:gd name="connsiteX2" fmla="*/ 2445 w 2445"/>
                  <a:gd name="connsiteY2" fmla="*/ 2445 h 2445"/>
                  <a:gd name="connsiteX3" fmla="*/ 0 w 2445"/>
                  <a:gd name="connsiteY3" fmla="*/ 2445 h 2445"/>
                </a:gdLst>
                <a:ahLst/>
                <a:cxnLst>
                  <a:cxn ang="0">
                    <a:pos x="connsiteX0" y="connsiteY0"/>
                  </a:cxn>
                  <a:cxn ang="0">
                    <a:pos x="connsiteX1" y="connsiteY1"/>
                  </a:cxn>
                  <a:cxn ang="0">
                    <a:pos x="connsiteX2" y="connsiteY2"/>
                  </a:cxn>
                  <a:cxn ang="0">
                    <a:pos x="connsiteX3" y="connsiteY3"/>
                  </a:cxn>
                </a:cxnLst>
                <a:rect l="l" t="t" r="r" b="b"/>
                <a:pathLst>
                  <a:path w="2445" h="2445">
                    <a:moveTo>
                      <a:pt x="0" y="0"/>
                    </a:moveTo>
                    <a:lnTo>
                      <a:pt x="2445" y="0"/>
                    </a:lnTo>
                    <a:lnTo>
                      <a:pt x="2445" y="2445"/>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23" name="Freeform: Shape 4118">
                <a:extLst>
                  <a:ext uri="{FF2B5EF4-FFF2-40B4-BE49-F238E27FC236}">
                    <a16:creationId xmlns:a16="http://schemas.microsoft.com/office/drawing/2014/main" id="{B76D6E02-DC84-710F-0749-23648AAA84BC}"/>
                  </a:ext>
                </a:extLst>
              </p:cNvPr>
              <p:cNvSpPr/>
              <p:nvPr/>
            </p:nvSpPr>
            <p:spPr>
              <a:xfrm>
                <a:off x="3449559" y="3554877"/>
                <a:ext cx="2445" cy="2445"/>
              </a:xfrm>
              <a:custGeom>
                <a:avLst/>
                <a:gdLst>
                  <a:gd name="connsiteX0" fmla="*/ 0 w 2445"/>
                  <a:gd name="connsiteY0" fmla="*/ 0 h 2445"/>
                  <a:gd name="connsiteX1" fmla="*/ 2445 w 2445"/>
                  <a:gd name="connsiteY1" fmla="*/ 0 h 2445"/>
                  <a:gd name="connsiteX2" fmla="*/ 2445 w 2445"/>
                  <a:gd name="connsiteY2" fmla="*/ 2445 h 2445"/>
                  <a:gd name="connsiteX3" fmla="*/ 0 w 2445"/>
                  <a:gd name="connsiteY3" fmla="*/ 2445 h 2445"/>
                </a:gdLst>
                <a:ahLst/>
                <a:cxnLst>
                  <a:cxn ang="0">
                    <a:pos x="connsiteX0" y="connsiteY0"/>
                  </a:cxn>
                  <a:cxn ang="0">
                    <a:pos x="connsiteX1" y="connsiteY1"/>
                  </a:cxn>
                  <a:cxn ang="0">
                    <a:pos x="connsiteX2" y="connsiteY2"/>
                  </a:cxn>
                  <a:cxn ang="0">
                    <a:pos x="connsiteX3" y="connsiteY3"/>
                  </a:cxn>
                </a:cxnLst>
                <a:rect l="l" t="t" r="r" b="b"/>
                <a:pathLst>
                  <a:path w="2445" h="2445">
                    <a:moveTo>
                      <a:pt x="0" y="0"/>
                    </a:moveTo>
                    <a:lnTo>
                      <a:pt x="2445" y="0"/>
                    </a:lnTo>
                    <a:lnTo>
                      <a:pt x="2445" y="2445"/>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24" name="Freeform: Shape 4119">
                <a:extLst>
                  <a:ext uri="{FF2B5EF4-FFF2-40B4-BE49-F238E27FC236}">
                    <a16:creationId xmlns:a16="http://schemas.microsoft.com/office/drawing/2014/main" id="{C8510DFE-954F-7343-C9B3-D7F27ECCE0D9}"/>
                  </a:ext>
                </a:extLst>
              </p:cNvPr>
              <p:cNvSpPr/>
              <p:nvPr/>
            </p:nvSpPr>
            <p:spPr>
              <a:xfrm>
                <a:off x="3457326" y="3544664"/>
                <a:ext cx="2445" cy="2445"/>
              </a:xfrm>
              <a:custGeom>
                <a:avLst/>
                <a:gdLst>
                  <a:gd name="connsiteX0" fmla="*/ 0 w 2445"/>
                  <a:gd name="connsiteY0" fmla="*/ 2445 h 2445"/>
                  <a:gd name="connsiteX1" fmla="*/ 2445 w 2445"/>
                  <a:gd name="connsiteY1" fmla="*/ 2445 h 2445"/>
                  <a:gd name="connsiteX2" fmla="*/ 0 w 2445"/>
                  <a:gd name="connsiteY2" fmla="*/ 0 h 2445"/>
                  <a:gd name="connsiteX3" fmla="*/ 0 w 2445"/>
                  <a:gd name="connsiteY3" fmla="*/ 2445 h 2445"/>
                </a:gdLst>
                <a:ahLst/>
                <a:cxnLst>
                  <a:cxn ang="0">
                    <a:pos x="connsiteX0" y="connsiteY0"/>
                  </a:cxn>
                  <a:cxn ang="0">
                    <a:pos x="connsiteX1" y="connsiteY1"/>
                  </a:cxn>
                  <a:cxn ang="0">
                    <a:pos x="connsiteX2" y="connsiteY2"/>
                  </a:cxn>
                  <a:cxn ang="0">
                    <a:pos x="connsiteX3" y="connsiteY3"/>
                  </a:cxn>
                </a:cxnLst>
                <a:rect l="l" t="t" r="r" b="b"/>
                <a:pathLst>
                  <a:path w="2445" h="2445">
                    <a:moveTo>
                      <a:pt x="0" y="2445"/>
                    </a:moveTo>
                    <a:lnTo>
                      <a:pt x="2445" y="2445"/>
                    </a:lnTo>
                    <a:lnTo>
                      <a:pt x="0" y="0"/>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25" name="Freeform: Shape 4120">
                <a:extLst>
                  <a:ext uri="{FF2B5EF4-FFF2-40B4-BE49-F238E27FC236}">
                    <a16:creationId xmlns:a16="http://schemas.microsoft.com/office/drawing/2014/main" id="{9FBAC94B-9B87-016A-9768-EB3CD038A27E}"/>
                  </a:ext>
                </a:extLst>
              </p:cNvPr>
              <p:cNvSpPr/>
              <p:nvPr/>
            </p:nvSpPr>
            <p:spPr>
              <a:xfrm>
                <a:off x="3620295" y="3735825"/>
                <a:ext cx="2445" cy="2445"/>
              </a:xfrm>
              <a:custGeom>
                <a:avLst/>
                <a:gdLst>
                  <a:gd name="connsiteX0" fmla="*/ 0 w 2445"/>
                  <a:gd name="connsiteY0" fmla="*/ 0 h 2445"/>
                  <a:gd name="connsiteX1" fmla="*/ 2445 w 2445"/>
                  <a:gd name="connsiteY1" fmla="*/ 0 h 2445"/>
                  <a:gd name="connsiteX2" fmla="*/ 2445 w 2445"/>
                  <a:gd name="connsiteY2" fmla="*/ 2445 h 2445"/>
                  <a:gd name="connsiteX3" fmla="*/ 0 w 2445"/>
                  <a:gd name="connsiteY3" fmla="*/ 2445 h 2445"/>
                </a:gdLst>
                <a:ahLst/>
                <a:cxnLst>
                  <a:cxn ang="0">
                    <a:pos x="connsiteX0" y="connsiteY0"/>
                  </a:cxn>
                  <a:cxn ang="0">
                    <a:pos x="connsiteX1" y="connsiteY1"/>
                  </a:cxn>
                  <a:cxn ang="0">
                    <a:pos x="connsiteX2" y="connsiteY2"/>
                  </a:cxn>
                  <a:cxn ang="0">
                    <a:pos x="connsiteX3" y="connsiteY3"/>
                  </a:cxn>
                </a:cxnLst>
                <a:rect l="l" t="t" r="r" b="b"/>
                <a:pathLst>
                  <a:path w="2445" h="2445">
                    <a:moveTo>
                      <a:pt x="0" y="0"/>
                    </a:moveTo>
                    <a:lnTo>
                      <a:pt x="2445" y="0"/>
                    </a:lnTo>
                    <a:lnTo>
                      <a:pt x="2445" y="2445"/>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26" name="Freeform: Shape 4121">
                <a:extLst>
                  <a:ext uri="{FF2B5EF4-FFF2-40B4-BE49-F238E27FC236}">
                    <a16:creationId xmlns:a16="http://schemas.microsoft.com/office/drawing/2014/main" id="{042C4F16-27BC-0335-8072-6EE6C19A0792}"/>
                  </a:ext>
                </a:extLst>
              </p:cNvPr>
              <p:cNvSpPr/>
              <p:nvPr/>
            </p:nvSpPr>
            <p:spPr>
              <a:xfrm>
                <a:off x="3564342" y="3444984"/>
                <a:ext cx="2445" cy="2732"/>
              </a:xfrm>
              <a:custGeom>
                <a:avLst/>
                <a:gdLst>
                  <a:gd name="connsiteX0" fmla="*/ 0 w 2445"/>
                  <a:gd name="connsiteY0" fmla="*/ 2733 h 2732"/>
                  <a:gd name="connsiteX1" fmla="*/ 2445 w 2445"/>
                  <a:gd name="connsiteY1" fmla="*/ 2733 h 2732"/>
                  <a:gd name="connsiteX2" fmla="*/ 0 w 2445"/>
                  <a:gd name="connsiteY2" fmla="*/ 0 h 2732"/>
                  <a:gd name="connsiteX3" fmla="*/ 0 w 2445"/>
                  <a:gd name="connsiteY3" fmla="*/ 2733 h 2732"/>
                </a:gdLst>
                <a:ahLst/>
                <a:cxnLst>
                  <a:cxn ang="0">
                    <a:pos x="connsiteX0" y="connsiteY0"/>
                  </a:cxn>
                  <a:cxn ang="0">
                    <a:pos x="connsiteX1" y="connsiteY1"/>
                  </a:cxn>
                  <a:cxn ang="0">
                    <a:pos x="connsiteX2" y="connsiteY2"/>
                  </a:cxn>
                  <a:cxn ang="0">
                    <a:pos x="connsiteX3" y="connsiteY3"/>
                  </a:cxn>
                </a:cxnLst>
                <a:rect l="l" t="t" r="r" b="b"/>
                <a:pathLst>
                  <a:path w="2445" h="2732">
                    <a:moveTo>
                      <a:pt x="0" y="2733"/>
                    </a:moveTo>
                    <a:lnTo>
                      <a:pt x="2445" y="2733"/>
                    </a:lnTo>
                    <a:lnTo>
                      <a:pt x="0" y="0"/>
                    </a:lnTo>
                    <a:lnTo>
                      <a:pt x="0" y="2733"/>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27" name="Freeform: Shape 4122">
                <a:extLst>
                  <a:ext uri="{FF2B5EF4-FFF2-40B4-BE49-F238E27FC236}">
                    <a16:creationId xmlns:a16="http://schemas.microsoft.com/office/drawing/2014/main" id="{E363CAF7-8A56-C412-AF7B-314093498E20}"/>
                  </a:ext>
                </a:extLst>
              </p:cNvPr>
              <p:cNvSpPr/>
              <p:nvPr/>
            </p:nvSpPr>
            <p:spPr>
              <a:xfrm>
                <a:off x="3441791" y="3631255"/>
                <a:ext cx="2589" cy="2445"/>
              </a:xfrm>
              <a:custGeom>
                <a:avLst/>
                <a:gdLst>
                  <a:gd name="connsiteX0" fmla="*/ 2589 w 2589"/>
                  <a:gd name="connsiteY0" fmla="*/ 2445 h 2445"/>
                  <a:gd name="connsiteX1" fmla="*/ 2589 w 2589"/>
                  <a:gd name="connsiteY1" fmla="*/ 0 h 2445"/>
                  <a:gd name="connsiteX2" fmla="*/ 0 w 2589"/>
                  <a:gd name="connsiteY2" fmla="*/ 0 h 2445"/>
                  <a:gd name="connsiteX3" fmla="*/ 2589 w 2589"/>
                  <a:gd name="connsiteY3" fmla="*/ 2445 h 2445"/>
                </a:gdLst>
                <a:ahLst/>
                <a:cxnLst>
                  <a:cxn ang="0">
                    <a:pos x="connsiteX0" y="connsiteY0"/>
                  </a:cxn>
                  <a:cxn ang="0">
                    <a:pos x="connsiteX1" y="connsiteY1"/>
                  </a:cxn>
                  <a:cxn ang="0">
                    <a:pos x="connsiteX2" y="connsiteY2"/>
                  </a:cxn>
                  <a:cxn ang="0">
                    <a:pos x="connsiteX3" y="connsiteY3"/>
                  </a:cxn>
                </a:cxnLst>
                <a:rect l="l" t="t" r="r" b="b"/>
                <a:pathLst>
                  <a:path w="2589" h="2445">
                    <a:moveTo>
                      <a:pt x="2589" y="2445"/>
                    </a:moveTo>
                    <a:lnTo>
                      <a:pt x="2589" y="0"/>
                    </a:lnTo>
                    <a:lnTo>
                      <a:pt x="0" y="0"/>
                    </a:lnTo>
                    <a:lnTo>
                      <a:pt x="2589"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28" name="Freeform: Shape 4123">
                <a:extLst>
                  <a:ext uri="{FF2B5EF4-FFF2-40B4-BE49-F238E27FC236}">
                    <a16:creationId xmlns:a16="http://schemas.microsoft.com/office/drawing/2014/main" id="{ACEF80FA-50E6-94AC-0758-B2A8D455BDBA}"/>
                  </a:ext>
                </a:extLst>
              </p:cNvPr>
              <p:cNvSpPr/>
              <p:nvPr/>
            </p:nvSpPr>
            <p:spPr>
              <a:xfrm>
                <a:off x="3622884" y="3710366"/>
                <a:ext cx="2445" cy="2445"/>
              </a:xfrm>
              <a:custGeom>
                <a:avLst/>
                <a:gdLst>
                  <a:gd name="connsiteX0" fmla="*/ 0 w 2445"/>
                  <a:gd name="connsiteY0" fmla="*/ 0 h 2445"/>
                  <a:gd name="connsiteX1" fmla="*/ 2445 w 2445"/>
                  <a:gd name="connsiteY1" fmla="*/ 0 h 2445"/>
                  <a:gd name="connsiteX2" fmla="*/ 2445 w 2445"/>
                  <a:gd name="connsiteY2" fmla="*/ 2446 h 2445"/>
                  <a:gd name="connsiteX3" fmla="*/ 0 w 2445"/>
                  <a:gd name="connsiteY3" fmla="*/ 2446 h 2445"/>
                </a:gdLst>
                <a:ahLst/>
                <a:cxnLst>
                  <a:cxn ang="0">
                    <a:pos x="connsiteX0" y="connsiteY0"/>
                  </a:cxn>
                  <a:cxn ang="0">
                    <a:pos x="connsiteX1" y="connsiteY1"/>
                  </a:cxn>
                  <a:cxn ang="0">
                    <a:pos x="connsiteX2" y="connsiteY2"/>
                  </a:cxn>
                  <a:cxn ang="0">
                    <a:pos x="connsiteX3" y="connsiteY3"/>
                  </a:cxn>
                </a:cxnLst>
                <a:rect l="l" t="t" r="r" b="b"/>
                <a:pathLst>
                  <a:path w="2445" h="2445">
                    <a:moveTo>
                      <a:pt x="0" y="0"/>
                    </a:moveTo>
                    <a:lnTo>
                      <a:pt x="2445" y="0"/>
                    </a:lnTo>
                    <a:lnTo>
                      <a:pt x="2445" y="2446"/>
                    </a:lnTo>
                    <a:lnTo>
                      <a:pt x="0" y="2446"/>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29" name="Freeform: Shape 4124">
                <a:extLst>
                  <a:ext uri="{FF2B5EF4-FFF2-40B4-BE49-F238E27FC236}">
                    <a16:creationId xmlns:a16="http://schemas.microsoft.com/office/drawing/2014/main" id="{0884A5E2-57F1-A9F7-948A-DF45DB8E9E53}"/>
                  </a:ext>
                </a:extLst>
              </p:cNvPr>
              <p:cNvSpPr/>
              <p:nvPr/>
            </p:nvSpPr>
            <p:spPr>
              <a:xfrm>
                <a:off x="3576999" y="3569980"/>
                <a:ext cx="2445" cy="2588"/>
              </a:xfrm>
              <a:custGeom>
                <a:avLst/>
                <a:gdLst>
                  <a:gd name="connsiteX0" fmla="*/ 0 w 2445"/>
                  <a:gd name="connsiteY0" fmla="*/ 2589 h 2588"/>
                  <a:gd name="connsiteX1" fmla="*/ 2445 w 2445"/>
                  <a:gd name="connsiteY1" fmla="*/ 2589 h 2588"/>
                  <a:gd name="connsiteX2" fmla="*/ 0 w 2445"/>
                  <a:gd name="connsiteY2" fmla="*/ 0 h 2588"/>
                  <a:gd name="connsiteX3" fmla="*/ 0 w 2445"/>
                  <a:gd name="connsiteY3" fmla="*/ 2589 h 2588"/>
                </a:gdLst>
                <a:ahLst/>
                <a:cxnLst>
                  <a:cxn ang="0">
                    <a:pos x="connsiteX0" y="connsiteY0"/>
                  </a:cxn>
                  <a:cxn ang="0">
                    <a:pos x="connsiteX1" y="connsiteY1"/>
                  </a:cxn>
                  <a:cxn ang="0">
                    <a:pos x="connsiteX2" y="connsiteY2"/>
                  </a:cxn>
                  <a:cxn ang="0">
                    <a:pos x="connsiteX3" y="connsiteY3"/>
                  </a:cxn>
                </a:cxnLst>
                <a:rect l="l" t="t" r="r" b="b"/>
                <a:pathLst>
                  <a:path w="2445" h="2588">
                    <a:moveTo>
                      <a:pt x="0" y="2589"/>
                    </a:moveTo>
                    <a:lnTo>
                      <a:pt x="2445" y="2589"/>
                    </a:lnTo>
                    <a:lnTo>
                      <a:pt x="0" y="0"/>
                    </a:lnTo>
                    <a:lnTo>
                      <a:pt x="0" y="2589"/>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30" name="Freeform: Shape 4125">
                <a:extLst>
                  <a:ext uri="{FF2B5EF4-FFF2-40B4-BE49-F238E27FC236}">
                    <a16:creationId xmlns:a16="http://schemas.microsoft.com/office/drawing/2014/main" id="{293D7929-31FB-DAC6-5306-392EEA819B54}"/>
                  </a:ext>
                </a:extLst>
              </p:cNvPr>
              <p:cNvSpPr/>
              <p:nvPr/>
            </p:nvSpPr>
            <p:spPr>
              <a:xfrm>
                <a:off x="3582034" y="3422114"/>
                <a:ext cx="2732" cy="2445"/>
              </a:xfrm>
              <a:custGeom>
                <a:avLst/>
                <a:gdLst>
                  <a:gd name="connsiteX0" fmla="*/ 0 w 2732"/>
                  <a:gd name="connsiteY0" fmla="*/ 0 h 2445"/>
                  <a:gd name="connsiteX1" fmla="*/ 2733 w 2732"/>
                  <a:gd name="connsiteY1" fmla="*/ 0 h 2445"/>
                  <a:gd name="connsiteX2" fmla="*/ 2733 w 2732"/>
                  <a:gd name="connsiteY2" fmla="*/ 2445 h 2445"/>
                  <a:gd name="connsiteX3" fmla="*/ 0 w 2732"/>
                  <a:gd name="connsiteY3" fmla="*/ 2445 h 2445"/>
                </a:gdLst>
                <a:ahLst/>
                <a:cxnLst>
                  <a:cxn ang="0">
                    <a:pos x="connsiteX0" y="connsiteY0"/>
                  </a:cxn>
                  <a:cxn ang="0">
                    <a:pos x="connsiteX1" y="connsiteY1"/>
                  </a:cxn>
                  <a:cxn ang="0">
                    <a:pos x="connsiteX2" y="connsiteY2"/>
                  </a:cxn>
                  <a:cxn ang="0">
                    <a:pos x="connsiteX3" y="connsiteY3"/>
                  </a:cxn>
                </a:cxnLst>
                <a:rect l="l" t="t" r="r" b="b"/>
                <a:pathLst>
                  <a:path w="2732" h="2445">
                    <a:moveTo>
                      <a:pt x="0" y="0"/>
                    </a:moveTo>
                    <a:lnTo>
                      <a:pt x="2733" y="0"/>
                    </a:lnTo>
                    <a:lnTo>
                      <a:pt x="2733" y="2445"/>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31" name="Freeform: Shape 4126">
                <a:extLst>
                  <a:ext uri="{FF2B5EF4-FFF2-40B4-BE49-F238E27FC236}">
                    <a16:creationId xmlns:a16="http://schemas.microsoft.com/office/drawing/2014/main" id="{7982CC6B-5DCD-F805-EE8B-E855060BD3D1}"/>
                  </a:ext>
                </a:extLst>
              </p:cNvPr>
              <p:cNvSpPr/>
              <p:nvPr/>
            </p:nvSpPr>
            <p:spPr>
              <a:xfrm>
                <a:off x="3574554" y="3396799"/>
                <a:ext cx="2445" cy="2445"/>
              </a:xfrm>
              <a:custGeom>
                <a:avLst/>
                <a:gdLst>
                  <a:gd name="connsiteX0" fmla="*/ 0 w 2445"/>
                  <a:gd name="connsiteY0" fmla="*/ 0 h 2445"/>
                  <a:gd name="connsiteX1" fmla="*/ 2445 w 2445"/>
                  <a:gd name="connsiteY1" fmla="*/ 0 h 2445"/>
                  <a:gd name="connsiteX2" fmla="*/ 2445 w 2445"/>
                  <a:gd name="connsiteY2" fmla="*/ 2445 h 2445"/>
                  <a:gd name="connsiteX3" fmla="*/ 0 w 2445"/>
                  <a:gd name="connsiteY3" fmla="*/ 2445 h 2445"/>
                </a:gdLst>
                <a:ahLst/>
                <a:cxnLst>
                  <a:cxn ang="0">
                    <a:pos x="connsiteX0" y="connsiteY0"/>
                  </a:cxn>
                  <a:cxn ang="0">
                    <a:pos x="connsiteX1" y="connsiteY1"/>
                  </a:cxn>
                  <a:cxn ang="0">
                    <a:pos x="connsiteX2" y="connsiteY2"/>
                  </a:cxn>
                  <a:cxn ang="0">
                    <a:pos x="connsiteX3" y="connsiteY3"/>
                  </a:cxn>
                </a:cxnLst>
                <a:rect l="l" t="t" r="r" b="b"/>
                <a:pathLst>
                  <a:path w="2445" h="2445">
                    <a:moveTo>
                      <a:pt x="0" y="0"/>
                    </a:moveTo>
                    <a:lnTo>
                      <a:pt x="2445" y="0"/>
                    </a:lnTo>
                    <a:lnTo>
                      <a:pt x="2445" y="2445"/>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32" name="Freeform: Shape 4127">
                <a:extLst>
                  <a:ext uri="{FF2B5EF4-FFF2-40B4-BE49-F238E27FC236}">
                    <a16:creationId xmlns:a16="http://schemas.microsoft.com/office/drawing/2014/main" id="{4EC4DF3F-ACCE-276F-63A1-1578A5510AE4}"/>
                  </a:ext>
                </a:extLst>
              </p:cNvPr>
              <p:cNvSpPr/>
              <p:nvPr/>
            </p:nvSpPr>
            <p:spPr>
              <a:xfrm>
                <a:off x="3622884" y="3723168"/>
                <a:ext cx="2445" cy="2445"/>
              </a:xfrm>
              <a:custGeom>
                <a:avLst/>
                <a:gdLst>
                  <a:gd name="connsiteX0" fmla="*/ 0 w 2445"/>
                  <a:gd name="connsiteY0" fmla="*/ 2445 h 2445"/>
                  <a:gd name="connsiteX1" fmla="*/ 2445 w 2445"/>
                  <a:gd name="connsiteY1" fmla="*/ 0 h 2445"/>
                  <a:gd name="connsiteX2" fmla="*/ 0 w 2445"/>
                  <a:gd name="connsiteY2" fmla="*/ 0 h 2445"/>
                  <a:gd name="connsiteX3" fmla="*/ 0 w 2445"/>
                  <a:gd name="connsiteY3" fmla="*/ 2445 h 2445"/>
                </a:gdLst>
                <a:ahLst/>
                <a:cxnLst>
                  <a:cxn ang="0">
                    <a:pos x="connsiteX0" y="connsiteY0"/>
                  </a:cxn>
                  <a:cxn ang="0">
                    <a:pos x="connsiteX1" y="connsiteY1"/>
                  </a:cxn>
                  <a:cxn ang="0">
                    <a:pos x="connsiteX2" y="connsiteY2"/>
                  </a:cxn>
                  <a:cxn ang="0">
                    <a:pos x="connsiteX3" y="connsiteY3"/>
                  </a:cxn>
                </a:cxnLst>
                <a:rect l="l" t="t" r="r" b="b"/>
                <a:pathLst>
                  <a:path w="2445" h="2445">
                    <a:moveTo>
                      <a:pt x="0" y="2445"/>
                    </a:moveTo>
                    <a:lnTo>
                      <a:pt x="2445" y="0"/>
                    </a:lnTo>
                    <a:lnTo>
                      <a:pt x="0" y="0"/>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33" name="Freeform: Shape 4128">
                <a:extLst>
                  <a:ext uri="{FF2B5EF4-FFF2-40B4-BE49-F238E27FC236}">
                    <a16:creationId xmlns:a16="http://schemas.microsoft.com/office/drawing/2014/main" id="{FF9BF71D-344D-17CC-CB91-05EC57648DCA}"/>
                  </a:ext>
                </a:extLst>
              </p:cNvPr>
              <p:cNvSpPr/>
              <p:nvPr/>
            </p:nvSpPr>
            <p:spPr>
              <a:xfrm>
                <a:off x="3579445" y="3514027"/>
                <a:ext cx="2445" cy="2445"/>
              </a:xfrm>
              <a:custGeom>
                <a:avLst/>
                <a:gdLst>
                  <a:gd name="connsiteX0" fmla="*/ 0 w 2445"/>
                  <a:gd name="connsiteY0" fmla="*/ 0 h 2445"/>
                  <a:gd name="connsiteX1" fmla="*/ 2445 w 2445"/>
                  <a:gd name="connsiteY1" fmla="*/ 0 h 2445"/>
                  <a:gd name="connsiteX2" fmla="*/ 2445 w 2445"/>
                  <a:gd name="connsiteY2" fmla="*/ 2445 h 2445"/>
                  <a:gd name="connsiteX3" fmla="*/ 0 w 2445"/>
                  <a:gd name="connsiteY3" fmla="*/ 2445 h 2445"/>
                </a:gdLst>
                <a:ahLst/>
                <a:cxnLst>
                  <a:cxn ang="0">
                    <a:pos x="connsiteX0" y="connsiteY0"/>
                  </a:cxn>
                  <a:cxn ang="0">
                    <a:pos x="connsiteX1" y="connsiteY1"/>
                  </a:cxn>
                  <a:cxn ang="0">
                    <a:pos x="connsiteX2" y="connsiteY2"/>
                  </a:cxn>
                  <a:cxn ang="0">
                    <a:pos x="connsiteX3" y="connsiteY3"/>
                  </a:cxn>
                </a:cxnLst>
                <a:rect l="l" t="t" r="r" b="b"/>
                <a:pathLst>
                  <a:path w="2445" h="2445">
                    <a:moveTo>
                      <a:pt x="0" y="0"/>
                    </a:moveTo>
                    <a:lnTo>
                      <a:pt x="2445" y="0"/>
                    </a:lnTo>
                    <a:lnTo>
                      <a:pt x="2445" y="2445"/>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34" name="Freeform: Shape 4129">
                <a:extLst>
                  <a:ext uri="{FF2B5EF4-FFF2-40B4-BE49-F238E27FC236}">
                    <a16:creationId xmlns:a16="http://schemas.microsoft.com/office/drawing/2014/main" id="{91F3056D-6855-7424-893B-4F01015D9752}"/>
                  </a:ext>
                </a:extLst>
              </p:cNvPr>
              <p:cNvSpPr/>
              <p:nvPr/>
            </p:nvSpPr>
            <p:spPr>
              <a:xfrm>
                <a:off x="3607637" y="3383853"/>
                <a:ext cx="2445" cy="2732"/>
              </a:xfrm>
              <a:custGeom>
                <a:avLst/>
                <a:gdLst>
                  <a:gd name="connsiteX0" fmla="*/ 0 w 2445"/>
                  <a:gd name="connsiteY0" fmla="*/ 0 h 2732"/>
                  <a:gd name="connsiteX1" fmla="*/ 0 w 2445"/>
                  <a:gd name="connsiteY1" fmla="*/ 2733 h 2732"/>
                  <a:gd name="connsiteX2" fmla="*/ 2445 w 2445"/>
                  <a:gd name="connsiteY2" fmla="*/ 0 h 2732"/>
                  <a:gd name="connsiteX3" fmla="*/ 0 w 2445"/>
                  <a:gd name="connsiteY3" fmla="*/ 0 h 2732"/>
                </a:gdLst>
                <a:ahLst/>
                <a:cxnLst>
                  <a:cxn ang="0">
                    <a:pos x="connsiteX0" y="connsiteY0"/>
                  </a:cxn>
                  <a:cxn ang="0">
                    <a:pos x="connsiteX1" y="connsiteY1"/>
                  </a:cxn>
                  <a:cxn ang="0">
                    <a:pos x="connsiteX2" y="connsiteY2"/>
                  </a:cxn>
                  <a:cxn ang="0">
                    <a:pos x="connsiteX3" y="connsiteY3"/>
                  </a:cxn>
                </a:cxnLst>
                <a:rect l="l" t="t" r="r" b="b"/>
                <a:pathLst>
                  <a:path w="2445" h="2732">
                    <a:moveTo>
                      <a:pt x="0" y="0"/>
                    </a:moveTo>
                    <a:lnTo>
                      <a:pt x="0" y="2733"/>
                    </a:lnTo>
                    <a:lnTo>
                      <a:pt x="2445" y="0"/>
                    </a:lnTo>
                    <a:lnTo>
                      <a:pt x="0" y="0"/>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35" name="Freeform: Shape 4130">
                <a:extLst>
                  <a:ext uri="{FF2B5EF4-FFF2-40B4-BE49-F238E27FC236}">
                    <a16:creationId xmlns:a16="http://schemas.microsoft.com/office/drawing/2014/main" id="{79C18EA6-9104-A142-4404-FC0E7D1CDD35}"/>
                  </a:ext>
                </a:extLst>
              </p:cNvPr>
              <p:cNvSpPr/>
              <p:nvPr/>
            </p:nvSpPr>
            <p:spPr>
              <a:xfrm>
                <a:off x="3574554" y="3407011"/>
                <a:ext cx="2445" cy="2445"/>
              </a:xfrm>
              <a:custGeom>
                <a:avLst/>
                <a:gdLst>
                  <a:gd name="connsiteX0" fmla="*/ 0 w 2445"/>
                  <a:gd name="connsiteY0" fmla="*/ 0 h 2445"/>
                  <a:gd name="connsiteX1" fmla="*/ 2445 w 2445"/>
                  <a:gd name="connsiteY1" fmla="*/ 0 h 2445"/>
                  <a:gd name="connsiteX2" fmla="*/ 2445 w 2445"/>
                  <a:gd name="connsiteY2" fmla="*/ 2445 h 2445"/>
                  <a:gd name="connsiteX3" fmla="*/ 0 w 2445"/>
                  <a:gd name="connsiteY3" fmla="*/ 2445 h 2445"/>
                </a:gdLst>
                <a:ahLst/>
                <a:cxnLst>
                  <a:cxn ang="0">
                    <a:pos x="connsiteX0" y="connsiteY0"/>
                  </a:cxn>
                  <a:cxn ang="0">
                    <a:pos x="connsiteX1" y="connsiteY1"/>
                  </a:cxn>
                  <a:cxn ang="0">
                    <a:pos x="connsiteX2" y="connsiteY2"/>
                  </a:cxn>
                  <a:cxn ang="0">
                    <a:pos x="connsiteX3" y="connsiteY3"/>
                  </a:cxn>
                </a:cxnLst>
                <a:rect l="l" t="t" r="r" b="b"/>
                <a:pathLst>
                  <a:path w="2445" h="2445">
                    <a:moveTo>
                      <a:pt x="0" y="0"/>
                    </a:moveTo>
                    <a:lnTo>
                      <a:pt x="2445" y="0"/>
                    </a:lnTo>
                    <a:lnTo>
                      <a:pt x="2445" y="2445"/>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36" name="Freeform: Shape 4131">
                <a:extLst>
                  <a:ext uri="{FF2B5EF4-FFF2-40B4-BE49-F238E27FC236}">
                    <a16:creationId xmlns:a16="http://schemas.microsoft.com/office/drawing/2014/main" id="{2F7D3A0A-4978-CF88-F296-ED7578F828F8}"/>
                  </a:ext>
                </a:extLst>
              </p:cNvPr>
              <p:cNvSpPr/>
              <p:nvPr/>
            </p:nvSpPr>
            <p:spPr>
              <a:xfrm>
                <a:off x="3638274" y="3690085"/>
                <a:ext cx="2445" cy="2445"/>
              </a:xfrm>
              <a:custGeom>
                <a:avLst/>
                <a:gdLst>
                  <a:gd name="connsiteX0" fmla="*/ 0 w 2445"/>
                  <a:gd name="connsiteY0" fmla="*/ 2445 h 2445"/>
                  <a:gd name="connsiteX1" fmla="*/ 2445 w 2445"/>
                  <a:gd name="connsiteY1" fmla="*/ 2445 h 2445"/>
                  <a:gd name="connsiteX2" fmla="*/ 0 w 2445"/>
                  <a:gd name="connsiteY2" fmla="*/ 0 h 2445"/>
                  <a:gd name="connsiteX3" fmla="*/ 0 w 2445"/>
                  <a:gd name="connsiteY3" fmla="*/ 2445 h 2445"/>
                </a:gdLst>
                <a:ahLst/>
                <a:cxnLst>
                  <a:cxn ang="0">
                    <a:pos x="connsiteX0" y="connsiteY0"/>
                  </a:cxn>
                  <a:cxn ang="0">
                    <a:pos x="connsiteX1" y="connsiteY1"/>
                  </a:cxn>
                  <a:cxn ang="0">
                    <a:pos x="connsiteX2" y="connsiteY2"/>
                  </a:cxn>
                  <a:cxn ang="0">
                    <a:pos x="connsiteX3" y="connsiteY3"/>
                  </a:cxn>
                </a:cxnLst>
                <a:rect l="l" t="t" r="r" b="b"/>
                <a:pathLst>
                  <a:path w="2445" h="2445">
                    <a:moveTo>
                      <a:pt x="0" y="2445"/>
                    </a:moveTo>
                    <a:lnTo>
                      <a:pt x="2445" y="2445"/>
                    </a:lnTo>
                    <a:lnTo>
                      <a:pt x="0" y="0"/>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37" name="Freeform: Shape 4132">
                <a:extLst>
                  <a:ext uri="{FF2B5EF4-FFF2-40B4-BE49-F238E27FC236}">
                    <a16:creationId xmlns:a16="http://schemas.microsoft.com/office/drawing/2014/main" id="{6631120A-07B8-48AD-0FD1-49ED6465BEB1}"/>
                  </a:ext>
                </a:extLst>
              </p:cNvPr>
              <p:cNvSpPr/>
              <p:nvPr/>
            </p:nvSpPr>
            <p:spPr>
              <a:xfrm>
                <a:off x="3587212" y="3455197"/>
                <a:ext cx="2445" cy="2732"/>
              </a:xfrm>
              <a:custGeom>
                <a:avLst/>
                <a:gdLst>
                  <a:gd name="connsiteX0" fmla="*/ 0 w 2445"/>
                  <a:gd name="connsiteY0" fmla="*/ 0 h 2732"/>
                  <a:gd name="connsiteX1" fmla="*/ 0 w 2445"/>
                  <a:gd name="connsiteY1" fmla="*/ 2733 h 2732"/>
                  <a:gd name="connsiteX2" fmla="*/ 2445 w 2445"/>
                  <a:gd name="connsiteY2" fmla="*/ 0 h 2732"/>
                  <a:gd name="connsiteX3" fmla="*/ 0 w 2445"/>
                  <a:gd name="connsiteY3" fmla="*/ 0 h 2732"/>
                </a:gdLst>
                <a:ahLst/>
                <a:cxnLst>
                  <a:cxn ang="0">
                    <a:pos x="connsiteX0" y="connsiteY0"/>
                  </a:cxn>
                  <a:cxn ang="0">
                    <a:pos x="connsiteX1" y="connsiteY1"/>
                  </a:cxn>
                  <a:cxn ang="0">
                    <a:pos x="connsiteX2" y="connsiteY2"/>
                  </a:cxn>
                  <a:cxn ang="0">
                    <a:pos x="connsiteX3" y="connsiteY3"/>
                  </a:cxn>
                </a:cxnLst>
                <a:rect l="l" t="t" r="r" b="b"/>
                <a:pathLst>
                  <a:path w="2445" h="2732">
                    <a:moveTo>
                      <a:pt x="0" y="0"/>
                    </a:moveTo>
                    <a:lnTo>
                      <a:pt x="0" y="2733"/>
                    </a:lnTo>
                    <a:lnTo>
                      <a:pt x="2445" y="0"/>
                    </a:lnTo>
                    <a:lnTo>
                      <a:pt x="0" y="0"/>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38" name="Freeform: Shape 4133">
                <a:extLst>
                  <a:ext uri="{FF2B5EF4-FFF2-40B4-BE49-F238E27FC236}">
                    <a16:creationId xmlns:a16="http://schemas.microsoft.com/office/drawing/2014/main" id="{C3174C09-854C-D3EA-1050-4F2521DDD94E}"/>
                  </a:ext>
                </a:extLst>
              </p:cNvPr>
              <p:cNvSpPr/>
              <p:nvPr/>
            </p:nvSpPr>
            <p:spPr>
              <a:xfrm>
                <a:off x="3579445" y="3636433"/>
                <a:ext cx="2445" cy="2445"/>
              </a:xfrm>
              <a:custGeom>
                <a:avLst/>
                <a:gdLst>
                  <a:gd name="connsiteX0" fmla="*/ 0 w 2445"/>
                  <a:gd name="connsiteY0" fmla="*/ 0 h 2445"/>
                  <a:gd name="connsiteX1" fmla="*/ 2445 w 2445"/>
                  <a:gd name="connsiteY1" fmla="*/ 0 h 2445"/>
                  <a:gd name="connsiteX2" fmla="*/ 2445 w 2445"/>
                  <a:gd name="connsiteY2" fmla="*/ 2445 h 2445"/>
                  <a:gd name="connsiteX3" fmla="*/ 0 w 2445"/>
                  <a:gd name="connsiteY3" fmla="*/ 2445 h 2445"/>
                </a:gdLst>
                <a:ahLst/>
                <a:cxnLst>
                  <a:cxn ang="0">
                    <a:pos x="connsiteX0" y="connsiteY0"/>
                  </a:cxn>
                  <a:cxn ang="0">
                    <a:pos x="connsiteX1" y="connsiteY1"/>
                  </a:cxn>
                  <a:cxn ang="0">
                    <a:pos x="connsiteX2" y="connsiteY2"/>
                  </a:cxn>
                  <a:cxn ang="0">
                    <a:pos x="connsiteX3" y="connsiteY3"/>
                  </a:cxn>
                </a:cxnLst>
                <a:rect l="l" t="t" r="r" b="b"/>
                <a:pathLst>
                  <a:path w="2445" h="2445">
                    <a:moveTo>
                      <a:pt x="0" y="0"/>
                    </a:moveTo>
                    <a:lnTo>
                      <a:pt x="2445" y="0"/>
                    </a:lnTo>
                    <a:lnTo>
                      <a:pt x="2445" y="2445"/>
                    </a:lnTo>
                    <a:lnTo>
                      <a:pt x="0" y="2445"/>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239" name="Freeform: Shape 4134">
                <a:extLst>
                  <a:ext uri="{FF2B5EF4-FFF2-40B4-BE49-F238E27FC236}">
                    <a16:creationId xmlns:a16="http://schemas.microsoft.com/office/drawing/2014/main" id="{24E4DC0E-6C4D-7B3D-1B06-591A54A96532}"/>
                  </a:ext>
                </a:extLst>
              </p:cNvPr>
              <p:cNvSpPr/>
              <p:nvPr/>
            </p:nvSpPr>
            <p:spPr>
              <a:xfrm>
                <a:off x="3793620" y="4085064"/>
                <a:ext cx="2732" cy="2588"/>
              </a:xfrm>
              <a:custGeom>
                <a:avLst/>
                <a:gdLst>
                  <a:gd name="connsiteX0" fmla="*/ 2733 w 2732"/>
                  <a:gd name="connsiteY0" fmla="*/ 2589 h 2588"/>
                  <a:gd name="connsiteX1" fmla="*/ 2733 w 2732"/>
                  <a:gd name="connsiteY1" fmla="*/ 0 h 2588"/>
                  <a:gd name="connsiteX2" fmla="*/ 0 w 2732"/>
                  <a:gd name="connsiteY2" fmla="*/ 0 h 2588"/>
                  <a:gd name="connsiteX3" fmla="*/ 2733 w 2732"/>
                  <a:gd name="connsiteY3" fmla="*/ 2589 h 2588"/>
                </a:gdLst>
                <a:ahLst/>
                <a:cxnLst>
                  <a:cxn ang="0">
                    <a:pos x="connsiteX0" y="connsiteY0"/>
                  </a:cxn>
                  <a:cxn ang="0">
                    <a:pos x="connsiteX1" y="connsiteY1"/>
                  </a:cxn>
                  <a:cxn ang="0">
                    <a:pos x="connsiteX2" y="connsiteY2"/>
                  </a:cxn>
                  <a:cxn ang="0">
                    <a:pos x="connsiteX3" y="connsiteY3"/>
                  </a:cxn>
                </a:cxnLst>
                <a:rect l="l" t="t" r="r" b="b"/>
                <a:pathLst>
                  <a:path w="2732" h="2588">
                    <a:moveTo>
                      <a:pt x="2733" y="2589"/>
                    </a:moveTo>
                    <a:lnTo>
                      <a:pt x="2733" y="0"/>
                    </a:lnTo>
                    <a:lnTo>
                      <a:pt x="0" y="0"/>
                    </a:lnTo>
                    <a:lnTo>
                      <a:pt x="2733" y="2589"/>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grpSp>
        <p:sp>
          <p:nvSpPr>
            <p:cNvPr id="81" name="Freeform: Shape 743">
              <a:extLst>
                <a:ext uri="{FF2B5EF4-FFF2-40B4-BE49-F238E27FC236}">
                  <a16:creationId xmlns:a16="http://schemas.microsoft.com/office/drawing/2014/main" id="{0E836B5A-EC85-BAAE-8A96-BDD6B8F0F46A}"/>
                </a:ext>
              </a:extLst>
            </p:cNvPr>
            <p:cNvSpPr/>
            <p:nvPr/>
          </p:nvSpPr>
          <p:spPr>
            <a:xfrm>
              <a:off x="5898421" y="1156202"/>
              <a:ext cx="2342657" cy="3691566"/>
            </a:xfrm>
            <a:custGeom>
              <a:avLst/>
              <a:gdLst>
                <a:gd name="connsiteX0" fmla="*/ 637347 w 1550288"/>
                <a:gd name="connsiteY0" fmla="*/ 1050450 h 2442948"/>
                <a:gd name="connsiteX1" fmla="*/ 639792 w 1550288"/>
                <a:gd name="connsiteY1" fmla="*/ 1050450 h 2442948"/>
                <a:gd name="connsiteX2" fmla="*/ 639792 w 1550288"/>
                <a:gd name="connsiteY2" fmla="*/ 1053039 h 2442948"/>
                <a:gd name="connsiteX3" fmla="*/ 142687 w 1550288"/>
                <a:gd name="connsiteY3" fmla="*/ 992565 h 2442948"/>
                <a:gd name="connsiteX4" fmla="*/ 142687 w 1550288"/>
                <a:gd name="connsiteY4" fmla="*/ 994498 h 2442948"/>
                <a:gd name="connsiteX5" fmla="*/ 140242 w 1550288"/>
                <a:gd name="connsiteY5" fmla="*/ 996943 h 2442948"/>
                <a:gd name="connsiteX6" fmla="*/ 142687 w 1550288"/>
                <a:gd name="connsiteY6" fmla="*/ 996943 h 2442948"/>
                <a:gd name="connsiteX7" fmla="*/ 145134 w 1550288"/>
                <a:gd name="connsiteY7" fmla="*/ 996943 h 2442948"/>
                <a:gd name="connsiteX8" fmla="*/ 135209 w 1550288"/>
                <a:gd name="connsiteY8" fmla="*/ 948470 h 2442948"/>
                <a:gd name="connsiteX9" fmla="*/ 135209 w 1550288"/>
                <a:gd name="connsiteY9" fmla="*/ 958682 h 2442948"/>
                <a:gd name="connsiteX10" fmla="*/ 140243 w 1550288"/>
                <a:gd name="connsiteY10" fmla="*/ 966450 h 2442948"/>
                <a:gd name="connsiteX11" fmla="*/ 140243 w 1550288"/>
                <a:gd name="connsiteY11" fmla="*/ 963861 h 2442948"/>
                <a:gd name="connsiteX12" fmla="*/ 137654 w 1550288"/>
                <a:gd name="connsiteY12" fmla="*/ 956237 h 2442948"/>
                <a:gd name="connsiteX13" fmla="*/ 214176 w 1550288"/>
                <a:gd name="connsiteY13" fmla="*/ 918120 h 2442948"/>
                <a:gd name="connsiteX14" fmla="*/ 216190 w 1550288"/>
                <a:gd name="connsiteY14" fmla="*/ 918120 h 2442948"/>
                <a:gd name="connsiteX15" fmla="*/ 216190 w 1550288"/>
                <a:gd name="connsiteY15" fmla="*/ 920565 h 2442948"/>
                <a:gd name="connsiteX16" fmla="*/ 218923 w 1550288"/>
                <a:gd name="connsiteY16" fmla="*/ 920565 h 2442948"/>
                <a:gd name="connsiteX17" fmla="*/ 218923 w 1550288"/>
                <a:gd name="connsiteY17" fmla="*/ 923010 h 2442948"/>
                <a:gd name="connsiteX18" fmla="*/ 216190 w 1550288"/>
                <a:gd name="connsiteY18" fmla="*/ 925600 h 2442948"/>
                <a:gd name="connsiteX19" fmla="*/ 221368 w 1550288"/>
                <a:gd name="connsiteY19" fmla="*/ 925600 h 2442948"/>
                <a:gd name="connsiteX20" fmla="*/ 221368 w 1550288"/>
                <a:gd name="connsiteY20" fmla="*/ 928332 h 2442948"/>
                <a:gd name="connsiteX21" fmla="*/ 223957 w 1550288"/>
                <a:gd name="connsiteY21" fmla="*/ 930778 h 2442948"/>
                <a:gd name="connsiteX22" fmla="*/ 221368 w 1550288"/>
                <a:gd name="connsiteY22" fmla="*/ 930778 h 2442948"/>
                <a:gd name="connsiteX23" fmla="*/ 221368 w 1550288"/>
                <a:gd name="connsiteY23" fmla="*/ 933223 h 2442948"/>
                <a:gd name="connsiteX24" fmla="*/ 220074 w 1550288"/>
                <a:gd name="connsiteY24" fmla="*/ 933223 h 2442948"/>
                <a:gd name="connsiteX25" fmla="*/ 217341 w 1550288"/>
                <a:gd name="connsiteY25" fmla="*/ 935812 h 2442948"/>
                <a:gd name="connsiteX26" fmla="*/ 217341 w 1550288"/>
                <a:gd name="connsiteY26" fmla="*/ 940990 h 2442948"/>
                <a:gd name="connsiteX27" fmla="*/ 220074 w 1550288"/>
                <a:gd name="connsiteY27" fmla="*/ 938545 h 2442948"/>
                <a:gd name="connsiteX28" fmla="*/ 220074 w 1550288"/>
                <a:gd name="connsiteY28" fmla="*/ 943435 h 2442948"/>
                <a:gd name="connsiteX29" fmla="*/ 222519 w 1550288"/>
                <a:gd name="connsiteY29" fmla="*/ 943435 h 2442948"/>
                <a:gd name="connsiteX30" fmla="*/ 225108 w 1550288"/>
                <a:gd name="connsiteY30" fmla="*/ 946025 h 2442948"/>
                <a:gd name="connsiteX31" fmla="*/ 225108 w 1550288"/>
                <a:gd name="connsiteY31" fmla="*/ 951203 h 2442948"/>
                <a:gd name="connsiteX32" fmla="*/ 230286 w 1550288"/>
                <a:gd name="connsiteY32" fmla="*/ 951203 h 2442948"/>
                <a:gd name="connsiteX33" fmla="*/ 230286 w 1550288"/>
                <a:gd name="connsiteY33" fmla="*/ 948470 h 2442948"/>
                <a:gd name="connsiteX34" fmla="*/ 232731 w 1550288"/>
                <a:gd name="connsiteY34" fmla="*/ 951203 h 2442948"/>
                <a:gd name="connsiteX35" fmla="*/ 232731 w 1550288"/>
                <a:gd name="connsiteY35" fmla="*/ 956237 h 2442948"/>
                <a:gd name="connsiteX36" fmla="*/ 230286 w 1550288"/>
                <a:gd name="connsiteY36" fmla="*/ 958682 h 2442948"/>
                <a:gd name="connsiteX37" fmla="*/ 217341 w 1550288"/>
                <a:gd name="connsiteY37" fmla="*/ 963861 h 2442948"/>
                <a:gd name="connsiteX38" fmla="*/ 214895 w 1550288"/>
                <a:gd name="connsiteY38" fmla="*/ 966450 h 2442948"/>
                <a:gd name="connsiteX39" fmla="*/ 207128 w 1550288"/>
                <a:gd name="connsiteY39" fmla="*/ 971628 h 2442948"/>
                <a:gd name="connsiteX40" fmla="*/ 204683 w 1550288"/>
                <a:gd name="connsiteY40" fmla="*/ 974073 h 2442948"/>
                <a:gd name="connsiteX41" fmla="*/ 202094 w 1550288"/>
                <a:gd name="connsiteY41" fmla="*/ 974073 h 2442948"/>
                <a:gd name="connsiteX42" fmla="*/ 196916 w 1550288"/>
                <a:gd name="connsiteY42" fmla="*/ 981840 h 2442948"/>
                <a:gd name="connsiteX43" fmla="*/ 186703 w 1550288"/>
                <a:gd name="connsiteY43" fmla="*/ 986731 h 2442948"/>
                <a:gd name="connsiteX44" fmla="*/ 176491 w 1550288"/>
                <a:gd name="connsiteY44" fmla="*/ 986731 h 2442948"/>
                <a:gd name="connsiteX45" fmla="*/ 174045 w 1550288"/>
                <a:gd name="connsiteY45" fmla="*/ 989320 h 2442948"/>
                <a:gd name="connsiteX46" fmla="*/ 171456 w 1550288"/>
                <a:gd name="connsiteY46" fmla="*/ 992053 h 2442948"/>
                <a:gd name="connsiteX47" fmla="*/ 169011 w 1550288"/>
                <a:gd name="connsiteY47" fmla="*/ 992053 h 2442948"/>
                <a:gd name="connsiteX48" fmla="*/ 166278 w 1550288"/>
                <a:gd name="connsiteY48" fmla="*/ 994498 h 2442948"/>
                <a:gd name="connsiteX49" fmla="*/ 166278 w 1550288"/>
                <a:gd name="connsiteY49" fmla="*/ 996943 h 2442948"/>
                <a:gd name="connsiteX50" fmla="*/ 163833 w 1550288"/>
                <a:gd name="connsiteY50" fmla="*/ 994498 h 2442948"/>
                <a:gd name="connsiteX51" fmla="*/ 158079 w 1550288"/>
                <a:gd name="connsiteY51" fmla="*/ 994498 h 2442948"/>
                <a:gd name="connsiteX52" fmla="*/ 155634 w 1550288"/>
                <a:gd name="connsiteY52" fmla="*/ 996943 h 2442948"/>
                <a:gd name="connsiteX53" fmla="*/ 152901 w 1550288"/>
                <a:gd name="connsiteY53" fmla="*/ 999532 h 2442948"/>
                <a:gd name="connsiteX54" fmla="*/ 145420 w 1550288"/>
                <a:gd name="connsiteY54" fmla="*/ 997038 h 2442948"/>
                <a:gd name="connsiteX55" fmla="*/ 145420 w 1550288"/>
                <a:gd name="connsiteY55" fmla="*/ 999532 h 2442948"/>
                <a:gd name="connsiteX56" fmla="*/ 147866 w 1550288"/>
                <a:gd name="connsiteY56" fmla="*/ 999532 h 2442948"/>
                <a:gd name="connsiteX57" fmla="*/ 147866 w 1550288"/>
                <a:gd name="connsiteY57" fmla="*/ 1002265 h 2442948"/>
                <a:gd name="connsiteX58" fmla="*/ 150311 w 1550288"/>
                <a:gd name="connsiteY58" fmla="*/ 1002265 h 2442948"/>
                <a:gd name="connsiteX59" fmla="*/ 152900 w 1550288"/>
                <a:gd name="connsiteY59" fmla="*/ 1004710 h 2442948"/>
                <a:gd name="connsiteX60" fmla="*/ 155633 w 1550288"/>
                <a:gd name="connsiteY60" fmla="*/ 1002265 h 2442948"/>
                <a:gd name="connsiteX61" fmla="*/ 155633 w 1550288"/>
                <a:gd name="connsiteY61" fmla="*/ 999532 h 2442948"/>
                <a:gd name="connsiteX62" fmla="*/ 158078 w 1550288"/>
                <a:gd name="connsiteY62" fmla="*/ 999532 h 2442948"/>
                <a:gd name="connsiteX63" fmla="*/ 160523 w 1550288"/>
                <a:gd name="connsiteY63" fmla="*/ 999532 h 2442948"/>
                <a:gd name="connsiteX64" fmla="*/ 160523 w 1550288"/>
                <a:gd name="connsiteY64" fmla="*/ 1002265 h 2442948"/>
                <a:gd name="connsiteX65" fmla="*/ 163113 w 1550288"/>
                <a:gd name="connsiteY65" fmla="*/ 999532 h 2442948"/>
                <a:gd name="connsiteX66" fmla="*/ 165558 w 1550288"/>
                <a:gd name="connsiteY66" fmla="*/ 996943 h 2442948"/>
                <a:gd name="connsiteX67" fmla="*/ 166278 w 1550288"/>
                <a:gd name="connsiteY67" fmla="*/ 996943 h 2442948"/>
                <a:gd name="connsiteX68" fmla="*/ 168291 w 1550288"/>
                <a:gd name="connsiteY68" fmla="*/ 996943 h 2442948"/>
                <a:gd name="connsiteX69" fmla="*/ 170736 w 1550288"/>
                <a:gd name="connsiteY69" fmla="*/ 994498 h 2442948"/>
                <a:gd name="connsiteX70" fmla="*/ 173325 w 1550288"/>
                <a:gd name="connsiteY70" fmla="*/ 994498 h 2442948"/>
                <a:gd name="connsiteX71" fmla="*/ 175770 w 1550288"/>
                <a:gd name="connsiteY71" fmla="*/ 992052 h 2442948"/>
                <a:gd name="connsiteX72" fmla="*/ 175770 w 1550288"/>
                <a:gd name="connsiteY72" fmla="*/ 989319 h 2442948"/>
                <a:gd name="connsiteX73" fmla="*/ 178503 w 1550288"/>
                <a:gd name="connsiteY73" fmla="*/ 989319 h 2442948"/>
                <a:gd name="connsiteX74" fmla="*/ 185983 w 1550288"/>
                <a:gd name="connsiteY74" fmla="*/ 989319 h 2442948"/>
                <a:gd name="connsiteX75" fmla="*/ 188716 w 1550288"/>
                <a:gd name="connsiteY75" fmla="*/ 989319 h 2442948"/>
                <a:gd name="connsiteX76" fmla="*/ 188716 w 1550288"/>
                <a:gd name="connsiteY76" fmla="*/ 986730 h 2442948"/>
                <a:gd name="connsiteX77" fmla="*/ 191161 w 1550288"/>
                <a:gd name="connsiteY77" fmla="*/ 986730 h 2442948"/>
                <a:gd name="connsiteX78" fmla="*/ 196195 w 1550288"/>
                <a:gd name="connsiteY78" fmla="*/ 984285 h 2442948"/>
                <a:gd name="connsiteX79" fmla="*/ 201373 w 1550288"/>
                <a:gd name="connsiteY79" fmla="*/ 981840 h 2442948"/>
                <a:gd name="connsiteX80" fmla="*/ 201373 w 1550288"/>
                <a:gd name="connsiteY80" fmla="*/ 979107 h 2442948"/>
                <a:gd name="connsiteX81" fmla="*/ 203963 w 1550288"/>
                <a:gd name="connsiteY81" fmla="*/ 976518 h 2442948"/>
                <a:gd name="connsiteX82" fmla="*/ 209141 w 1550288"/>
                <a:gd name="connsiteY82" fmla="*/ 976518 h 2442948"/>
                <a:gd name="connsiteX83" fmla="*/ 214175 w 1550288"/>
                <a:gd name="connsiteY83" fmla="*/ 979107 h 2442948"/>
                <a:gd name="connsiteX84" fmla="*/ 216620 w 1550288"/>
                <a:gd name="connsiteY84" fmla="*/ 976518 h 2442948"/>
                <a:gd name="connsiteX85" fmla="*/ 219353 w 1550288"/>
                <a:gd name="connsiteY85" fmla="*/ 974073 h 2442948"/>
                <a:gd name="connsiteX86" fmla="*/ 221798 w 1550288"/>
                <a:gd name="connsiteY86" fmla="*/ 974073 h 2442948"/>
                <a:gd name="connsiteX87" fmla="*/ 224388 w 1550288"/>
                <a:gd name="connsiteY87" fmla="*/ 974073 h 2442948"/>
                <a:gd name="connsiteX88" fmla="*/ 226833 w 1550288"/>
                <a:gd name="connsiteY88" fmla="*/ 974073 h 2442948"/>
                <a:gd name="connsiteX89" fmla="*/ 224388 w 1550288"/>
                <a:gd name="connsiteY89" fmla="*/ 976518 h 2442948"/>
                <a:gd name="connsiteX90" fmla="*/ 226833 w 1550288"/>
                <a:gd name="connsiteY90" fmla="*/ 979107 h 2442948"/>
                <a:gd name="connsiteX91" fmla="*/ 226833 w 1550288"/>
                <a:gd name="connsiteY91" fmla="*/ 976518 h 2442948"/>
                <a:gd name="connsiteX92" fmla="*/ 229566 w 1550288"/>
                <a:gd name="connsiteY92" fmla="*/ 976518 h 2442948"/>
                <a:gd name="connsiteX93" fmla="*/ 226833 w 1550288"/>
                <a:gd name="connsiteY93" fmla="*/ 974073 h 2442948"/>
                <a:gd name="connsiteX94" fmla="*/ 229566 w 1550288"/>
                <a:gd name="connsiteY94" fmla="*/ 971627 h 2442948"/>
                <a:gd name="connsiteX95" fmla="*/ 232011 w 1550288"/>
                <a:gd name="connsiteY95" fmla="*/ 971627 h 2442948"/>
                <a:gd name="connsiteX96" fmla="*/ 232011 w 1550288"/>
                <a:gd name="connsiteY96" fmla="*/ 974073 h 2442948"/>
                <a:gd name="connsiteX97" fmla="*/ 234456 w 1550288"/>
                <a:gd name="connsiteY97" fmla="*/ 974073 h 2442948"/>
                <a:gd name="connsiteX98" fmla="*/ 234456 w 1550288"/>
                <a:gd name="connsiteY98" fmla="*/ 971627 h 2442948"/>
                <a:gd name="connsiteX99" fmla="*/ 237045 w 1550288"/>
                <a:gd name="connsiteY99" fmla="*/ 971627 h 2442948"/>
                <a:gd name="connsiteX100" fmla="*/ 239491 w 1550288"/>
                <a:gd name="connsiteY100" fmla="*/ 971627 h 2442948"/>
                <a:gd name="connsiteX101" fmla="*/ 239491 w 1550288"/>
                <a:gd name="connsiteY101" fmla="*/ 974073 h 2442948"/>
                <a:gd name="connsiteX102" fmla="*/ 242224 w 1550288"/>
                <a:gd name="connsiteY102" fmla="*/ 976518 h 2442948"/>
                <a:gd name="connsiteX103" fmla="*/ 244813 w 1550288"/>
                <a:gd name="connsiteY103" fmla="*/ 979107 h 2442948"/>
                <a:gd name="connsiteX104" fmla="*/ 244813 w 1550288"/>
                <a:gd name="connsiteY104" fmla="*/ 976518 h 2442948"/>
                <a:gd name="connsiteX105" fmla="*/ 247258 w 1550288"/>
                <a:gd name="connsiteY105" fmla="*/ 976518 h 2442948"/>
                <a:gd name="connsiteX106" fmla="*/ 249703 w 1550288"/>
                <a:gd name="connsiteY106" fmla="*/ 979107 h 2442948"/>
                <a:gd name="connsiteX107" fmla="*/ 252436 w 1550288"/>
                <a:gd name="connsiteY107" fmla="*/ 979107 h 2442948"/>
                <a:gd name="connsiteX108" fmla="*/ 255025 w 1550288"/>
                <a:gd name="connsiteY108" fmla="*/ 979107 h 2442948"/>
                <a:gd name="connsiteX109" fmla="*/ 252436 w 1550288"/>
                <a:gd name="connsiteY109" fmla="*/ 976518 h 2442948"/>
                <a:gd name="connsiteX110" fmla="*/ 255025 w 1550288"/>
                <a:gd name="connsiteY110" fmla="*/ 976518 h 2442948"/>
                <a:gd name="connsiteX111" fmla="*/ 257470 w 1550288"/>
                <a:gd name="connsiteY111" fmla="*/ 976518 h 2442948"/>
                <a:gd name="connsiteX112" fmla="*/ 259916 w 1550288"/>
                <a:gd name="connsiteY112" fmla="*/ 974073 h 2442948"/>
                <a:gd name="connsiteX113" fmla="*/ 259916 w 1550288"/>
                <a:gd name="connsiteY113" fmla="*/ 976518 h 2442948"/>
                <a:gd name="connsiteX114" fmla="*/ 259916 w 1550288"/>
                <a:gd name="connsiteY114" fmla="*/ 979107 h 2442948"/>
                <a:gd name="connsiteX115" fmla="*/ 262649 w 1550288"/>
                <a:gd name="connsiteY115" fmla="*/ 979107 h 2442948"/>
                <a:gd name="connsiteX116" fmla="*/ 265094 w 1550288"/>
                <a:gd name="connsiteY116" fmla="*/ 976518 h 2442948"/>
                <a:gd name="connsiteX117" fmla="*/ 262649 w 1550288"/>
                <a:gd name="connsiteY117" fmla="*/ 974073 h 2442948"/>
                <a:gd name="connsiteX118" fmla="*/ 262649 w 1550288"/>
                <a:gd name="connsiteY118" fmla="*/ 971627 h 2442948"/>
                <a:gd name="connsiteX119" fmla="*/ 265094 w 1550288"/>
                <a:gd name="connsiteY119" fmla="*/ 968894 h 2442948"/>
                <a:gd name="connsiteX120" fmla="*/ 267683 w 1550288"/>
                <a:gd name="connsiteY120" fmla="*/ 963860 h 2442948"/>
                <a:gd name="connsiteX121" fmla="*/ 270128 w 1550288"/>
                <a:gd name="connsiteY121" fmla="*/ 961415 h 2442948"/>
                <a:gd name="connsiteX122" fmla="*/ 270128 w 1550288"/>
                <a:gd name="connsiteY122" fmla="*/ 958682 h 2442948"/>
                <a:gd name="connsiteX123" fmla="*/ 270128 w 1550288"/>
                <a:gd name="connsiteY123" fmla="*/ 956093 h 2442948"/>
                <a:gd name="connsiteX124" fmla="*/ 272861 w 1550288"/>
                <a:gd name="connsiteY124" fmla="*/ 956093 h 2442948"/>
                <a:gd name="connsiteX125" fmla="*/ 275306 w 1550288"/>
                <a:gd name="connsiteY125" fmla="*/ 956093 h 2442948"/>
                <a:gd name="connsiteX126" fmla="*/ 275306 w 1550288"/>
                <a:gd name="connsiteY126" fmla="*/ 953648 h 2442948"/>
                <a:gd name="connsiteX127" fmla="*/ 277895 w 1550288"/>
                <a:gd name="connsiteY127" fmla="*/ 953648 h 2442948"/>
                <a:gd name="connsiteX128" fmla="*/ 277895 w 1550288"/>
                <a:gd name="connsiteY128" fmla="*/ 956093 h 2442948"/>
                <a:gd name="connsiteX129" fmla="*/ 280341 w 1550288"/>
                <a:gd name="connsiteY129" fmla="*/ 956093 h 2442948"/>
                <a:gd name="connsiteX130" fmla="*/ 280341 w 1550288"/>
                <a:gd name="connsiteY130" fmla="*/ 958682 h 2442948"/>
                <a:gd name="connsiteX131" fmla="*/ 283074 w 1550288"/>
                <a:gd name="connsiteY131" fmla="*/ 961415 h 2442948"/>
                <a:gd name="connsiteX132" fmla="*/ 283074 w 1550288"/>
                <a:gd name="connsiteY132" fmla="*/ 958682 h 2442948"/>
                <a:gd name="connsiteX133" fmla="*/ 285519 w 1550288"/>
                <a:gd name="connsiteY133" fmla="*/ 958682 h 2442948"/>
                <a:gd name="connsiteX134" fmla="*/ 285519 w 1550288"/>
                <a:gd name="connsiteY134" fmla="*/ 961415 h 2442948"/>
                <a:gd name="connsiteX135" fmla="*/ 288108 w 1550288"/>
                <a:gd name="connsiteY135" fmla="*/ 961415 h 2442948"/>
                <a:gd name="connsiteX136" fmla="*/ 288108 w 1550288"/>
                <a:gd name="connsiteY136" fmla="*/ 963860 h 2442948"/>
                <a:gd name="connsiteX137" fmla="*/ 290553 w 1550288"/>
                <a:gd name="connsiteY137" fmla="*/ 963860 h 2442948"/>
                <a:gd name="connsiteX138" fmla="*/ 293286 w 1550288"/>
                <a:gd name="connsiteY138" fmla="*/ 963860 h 2442948"/>
                <a:gd name="connsiteX139" fmla="*/ 295731 w 1550288"/>
                <a:gd name="connsiteY139" fmla="*/ 963860 h 2442948"/>
                <a:gd name="connsiteX140" fmla="*/ 298320 w 1550288"/>
                <a:gd name="connsiteY140" fmla="*/ 963860 h 2442948"/>
                <a:gd name="connsiteX141" fmla="*/ 298320 w 1550288"/>
                <a:gd name="connsiteY141" fmla="*/ 961415 h 2442948"/>
                <a:gd name="connsiteX142" fmla="*/ 293286 w 1550288"/>
                <a:gd name="connsiteY142" fmla="*/ 961415 h 2442948"/>
                <a:gd name="connsiteX143" fmla="*/ 298320 w 1550288"/>
                <a:gd name="connsiteY143" fmla="*/ 958682 h 2442948"/>
                <a:gd name="connsiteX144" fmla="*/ 300766 w 1550288"/>
                <a:gd name="connsiteY144" fmla="*/ 958682 h 2442948"/>
                <a:gd name="connsiteX145" fmla="*/ 300766 w 1550288"/>
                <a:gd name="connsiteY145" fmla="*/ 956093 h 2442948"/>
                <a:gd name="connsiteX146" fmla="*/ 295731 w 1550288"/>
                <a:gd name="connsiteY146" fmla="*/ 958682 h 2442948"/>
                <a:gd name="connsiteX147" fmla="*/ 295731 w 1550288"/>
                <a:gd name="connsiteY147" fmla="*/ 956093 h 2442948"/>
                <a:gd name="connsiteX148" fmla="*/ 293286 w 1550288"/>
                <a:gd name="connsiteY148" fmla="*/ 956093 h 2442948"/>
                <a:gd name="connsiteX149" fmla="*/ 293286 w 1550288"/>
                <a:gd name="connsiteY149" fmla="*/ 958682 h 2442948"/>
                <a:gd name="connsiteX150" fmla="*/ 290553 w 1550288"/>
                <a:gd name="connsiteY150" fmla="*/ 958682 h 2442948"/>
                <a:gd name="connsiteX151" fmla="*/ 288108 w 1550288"/>
                <a:gd name="connsiteY151" fmla="*/ 956093 h 2442948"/>
                <a:gd name="connsiteX152" fmla="*/ 290553 w 1550288"/>
                <a:gd name="connsiteY152" fmla="*/ 953648 h 2442948"/>
                <a:gd name="connsiteX153" fmla="*/ 295731 w 1550288"/>
                <a:gd name="connsiteY153" fmla="*/ 948469 h 2442948"/>
                <a:gd name="connsiteX154" fmla="*/ 305944 w 1550288"/>
                <a:gd name="connsiteY154" fmla="*/ 951202 h 2442948"/>
                <a:gd name="connsiteX155" fmla="*/ 303499 w 1550288"/>
                <a:gd name="connsiteY155" fmla="*/ 953648 h 2442948"/>
                <a:gd name="connsiteX156" fmla="*/ 300766 w 1550288"/>
                <a:gd name="connsiteY156" fmla="*/ 951202 h 2442948"/>
                <a:gd name="connsiteX157" fmla="*/ 298320 w 1550288"/>
                <a:gd name="connsiteY157" fmla="*/ 951202 h 2442948"/>
                <a:gd name="connsiteX158" fmla="*/ 298320 w 1550288"/>
                <a:gd name="connsiteY158" fmla="*/ 953648 h 2442948"/>
                <a:gd name="connsiteX159" fmla="*/ 303499 w 1550288"/>
                <a:gd name="connsiteY159" fmla="*/ 956093 h 2442948"/>
                <a:gd name="connsiteX160" fmla="*/ 303499 w 1550288"/>
                <a:gd name="connsiteY160" fmla="*/ 958682 h 2442948"/>
                <a:gd name="connsiteX161" fmla="*/ 305944 w 1550288"/>
                <a:gd name="connsiteY161" fmla="*/ 958682 h 2442948"/>
                <a:gd name="connsiteX162" fmla="*/ 305944 w 1550288"/>
                <a:gd name="connsiteY162" fmla="*/ 961415 h 2442948"/>
                <a:gd name="connsiteX163" fmla="*/ 305944 w 1550288"/>
                <a:gd name="connsiteY163" fmla="*/ 963860 h 2442948"/>
                <a:gd name="connsiteX164" fmla="*/ 308533 w 1550288"/>
                <a:gd name="connsiteY164" fmla="*/ 963860 h 2442948"/>
                <a:gd name="connsiteX165" fmla="*/ 308533 w 1550288"/>
                <a:gd name="connsiteY165" fmla="*/ 958682 h 2442948"/>
                <a:gd name="connsiteX166" fmla="*/ 313423 w 1550288"/>
                <a:gd name="connsiteY166" fmla="*/ 958682 h 2442948"/>
                <a:gd name="connsiteX167" fmla="*/ 316156 w 1550288"/>
                <a:gd name="connsiteY167" fmla="*/ 958682 h 2442948"/>
                <a:gd name="connsiteX168" fmla="*/ 316156 w 1550288"/>
                <a:gd name="connsiteY168" fmla="*/ 961415 h 2442948"/>
                <a:gd name="connsiteX169" fmla="*/ 313423 w 1550288"/>
                <a:gd name="connsiteY169" fmla="*/ 961415 h 2442948"/>
                <a:gd name="connsiteX170" fmla="*/ 313423 w 1550288"/>
                <a:gd name="connsiteY170" fmla="*/ 963860 h 2442948"/>
                <a:gd name="connsiteX171" fmla="*/ 316156 w 1550288"/>
                <a:gd name="connsiteY171" fmla="*/ 963860 h 2442948"/>
                <a:gd name="connsiteX172" fmla="*/ 318745 w 1550288"/>
                <a:gd name="connsiteY172" fmla="*/ 961415 h 2442948"/>
                <a:gd name="connsiteX173" fmla="*/ 321191 w 1550288"/>
                <a:gd name="connsiteY173" fmla="*/ 958682 h 2442948"/>
                <a:gd name="connsiteX174" fmla="*/ 323636 w 1550288"/>
                <a:gd name="connsiteY174" fmla="*/ 958682 h 2442948"/>
                <a:gd name="connsiteX175" fmla="*/ 326369 w 1550288"/>
                <a:gd name="connsiteY175" fmla="*/ 958682 h 2442948"/>
                <a:gd name="connsiteX176" fmla="*/ 331403 w 1550288"/>
                <a:gd name="connsiteY176" fmla="*/ 956093 h 2442948"/>
                <a:gd name="connsiteX177" fmla="*/ 331403 w 1550288"/>
                <a:gd name="connsiteY177" fmla="*/ 953648 h 2442948"/>
                <a:gd name="connsiteX178" fmla="*/ 333848 w 1550288"/>
                <a:gd name="connsiteY178" fmla="*/ 953648 h 2442948"/>
                <a:gd name="connsiteX179" fmla="*/ 336581 w 1550288"/>
                <a:gd name="connsiteY179" fmla="*/ 953648 h 2442948"/>
                <a:gd name="connsiteX180" fmla="*/ 336581 w 1550288"/>
                <a:gd name="connsiteY180" fmla="*/ 951202 h 2442948"/>
                <a:gd name="connsiteX181" fmla="*/ 339171 w 1550288"/>
                <a:gd name="connsiteY181" fmla="*/ 951202 h 2442948"/>
                <a:gd name="connsiteX182" fmla="*/ 346794 w 1550288"/>
                <a:gd name="connsiteY182" fmla="*/ 951202 h 2442948"/>
                <a:gd name="connsiteX183" fmla="*/ 349239 w 1550288"/>
                <a:gd name="connsiteY183" fmla="*/ 951202 h 2442948"/>
                <a:gd name="connsiteX184" fmla="*/ 349239 w 1550288"/>
                <a:gd name="connsiteY184" fmla="*/ 948469 h 2442948"/>
                <a:gd name="connsiteX185" fmla="*/ 349239 w 1550288"/>
                <a:gd name="connsiteY185" fmla="*/ 946024 h 2442948"/>
                <a:gd name="connsiteX186" fmla="*/ 354273 w 1550288"/>
                <a:gd name="connsiteY186" fmla="*/ 943435 h 2442948"/>
                <a:gd name="connsiteX187" fmla="*/ 351828 w 1550288"/>
                <a:gd name="connsiteY187" fmla="*/ 946024 h 2442948"/>
                <a:gd name="connsiteX188" fmla="*/ 354273 w 1550288"/>
                <a:gd name="connsiteY188" fmla="*/ 946024 h 2442948"/>
                <a:gd name="connsiteX189" fmla="*/ 354273 w 1550288"/>
                <a:gd name="connsiteY189" fmla="*/ 948469 h 2442948"/>
                <a:gd name="connsiteX190" fmla="*/ 357006 w 1550288"/>
                <a:gd name="connsiteY190" fmla="*/ 953648 h 2442948"/>
                <a:gd name="connsiteX191" fmla="*/ 351828 w 1550288"/>
                <a:gd name="connsiteY191" fmla="*/ 963860 h 2442948"/>
                <a:gd name="connsiteX192" fmla="*/ 354273 w 1550288"/>
                <a:gd name="connsiteY192" fmla="*/ 963860 h 2442948"/>
                <a:gd name="connsiteX193" fmla="*/ 357006 w 1550288"/>
                <a:gd name="connsiteY193" fmla="*/ 961415 h 2442948"/>
                <a:gd name="connsiteX194" fmla="*/ 357006 w 1550288"/>
                <a:gd name="connsiteY194" fmla="*/ 958682 h 2442948"/>
                <a:gd name="connsiteX195" fmla="*/ 359452 w 1550288"/>
                <a:gd name="connsiteY195" fmla="*/ 956093 h 2442948"/>
                <a:gd name="connsiteX196" fmla="*/ 359452 w 1550288"/>
                <a:gd name="connsiteY196" fmla="*/ 958682 h 2442948"/>
                <a:gd name="connsiteX197" fmla="*/ 367219 w 1550288"/>
                <a:gd name="connsiteY197" fmla="*/ 951202 h 2442948"/>
                <a:gd name="connsiteX198" fmla="*/ 369664 w 1550288"/>
                <a:gd name="connsiteY198" fmla="*/ 951202 h 2442948"/>
                <a:gd name="connsiteX199" fmla="*/ 369664 w 1550288"/>
                <a:gd name="connsiteY199" fmla="*/ 948469 h 2442948"/>
                <a:gd name="connsiteX200" fmla="*/ 369664 w 1550288"/>
                <a:gd name="connsiteY200" fmla="*/ 946024 h 2442948"/>
                <a:gd name="connsiteX201" fmla="*/ 372253 w 1550288"/>
                <a:gd name="connsiteY201" fmla="*/ 946024 h 2442948"/>
                <a:gd name="connsiteX202" fmla="*/ 372253 w 1550288"/>
                <a:gd name="connsiteY202" fmla="*/ 948469 h 2442948"/>
                <a:gd name="connsiteX203" fmla="*/ 374699 w 1550288"/>
                <a:gd name="connsiteY203" fmla="*/ 946024 h 2442948"/>
                <a:gd name="connsiteX204" fmla="*/ 374699 w 1550288"/>
                <a:gd name="connsiteY204" fmla="*/ 943435 h 2442948"/>
                <a:gd name="connsiteX205" fmla="*/ 372253 w 1550288"/>
                <a:gd name="connsiteY205" fmla="*/ 943435 h 2442948"/>
                <a:gd name="connsiteX206" fmla="*/ 374699 w 1550288"/>
                <a:gd name="connsiteY206" fmla="*/ 940990 h 2442948"/>
                <a:gd name="connsiteX207" fmla="*/ 372253 w 1550288"/>
                <a:gd name="connsiteY207" fmla="*/ 940990 h 2442948"/>
                <a:gd name="connsiteX208" fmla="*/ 377431 w 1550288"/>
                <a:gd name="connsiteY208" fmla="*/ 935811 h 2442948"/>
                <a:gd name="connsiteX209" fmla="*/ 377431 w 1550288"/>
                <a:gd name="connsiteY209" fmla="*/ 938544 h 2442948"/>
                <a:gd name="connsiteX210" fmla="*/ 377431 w 1550288"/>
                <a:gd name="connsiteY210" fmla="*/ 940990 h 2442948"/>
                <a:gd name="connsiteX211" fmla="*/ 379877 w 1550288"/>
                <a:gd name="connsiteY211" fmla="*/ 938544 h 2442948"/>
                <a:gd name="connsiteX212" fmla="*/ 379877 w 1550288"/>
                <a:gd name="connsiteY212" fmla="*/ 940990 h 2442948"/>
                <a:gd name="connsiteX213" fmla="*/ 382466 w 1550288"/>
                <a:gd name="connsiteY213" fmla="*/ 938544 h 2442948"/>
                <a:gd name="connsiteX214" fmla="*/ 382466 w 1550288"/>
                <a:gd name="connsiteY214" fmla="*/ 940990 h 2442948"/>
                <a:gd name="connsiteX215" fmla="*/ 384911 w 1550288"/>
                <a:gd name="connsiteY215" fmla="*/ 943435 h 2442948"/>
                <a:gd name="connsiteX216" fmla="*/ 387356 w 1550288"/>
                <a:gd name="connsiteY216" fmla="*/ 943435 h 2442948"/>
                <a:gd name="connsiteX217" fmla="*/ 390089 w 1550288"/>
                <a:gd name="connsiteY217" fmla="*/ 940990 h 2442948"/>
                <a:gd name="connsiteX218" fmla="*/ 390089 w 1550288"/>
                <a:gd name="connsiteY218" fmla="*/ 938544 h 2442948"/>
                <a:gd name="connsiteX219" fmla="*/ 392678 w 1550288"/>
                <a:gd name="connsiteY219" fmla="*/ 938544 h 2442948"/>
                <a:gd name="connsiteX220" fmla="*/ 395124 w 1550288"/>
                <a:gd name="connsiteY220" fmla="*/ 938544 h 2442948"/>
                <a:gd name="connsiteX221" fmla="*/ 395124 w 1550288"/>
                <a:gd name="connsiteY221" fmla="*/ 940990 h 2442948"/>
                <a:gd name="connsiteX222" fmla="*/ 392678 w 1550288"/>
                <a:gd name="connsiteY222" fmla="*/ 943435 h 2442948"/>
                <a:gd name="connsiteX223" fmla="*/ 395124 w 1550288"/>
                <a:gd name="connsiteY223" fmla="*/ 943435 h 2442948"/>
                <a:gd name="connsiteX224" fmla="*/ 395124 w 1550288"/>
                <a:gd name="connsiteY224" fmla="*/ 940990 h 2442948"/>
                <a:gd name="connsiteX225" fmla="*/ 397569 w 1550288"/>
                <a:gd name="connsiteY225" fmla="*/ 940990 h 2442948"/>
                <a:gd name="connsiteX226" fmla="*/ 397569 w 1550288"/>
                <a:gd name="connsiteY226" fmla="*/ 943435 h 2442948"/>
                <a:gd name="connsiteX227" fmla="*/ 400302 w 1550288"/>
                <a:gd name="connsiteY227" fmla="*/ 943435 h 2442948"/>
                <a:gd name="connsiteX228" fmla="*/ 400302 w 1550288"/>
                <a:gd name="connsiteY228" fmla="*/ 940990 h 2442948"/>
                <a:gd name="connsiteX229" fmla="*/ 402747 w 1550288"/>
                <a:gd name="connsiteY229" fmla="*/ 938544 h 2442948"/>
                <a:gd name="connsiteX230" fmla="*/ 402747 w 1550288"/>
                <a:gd name="connsiteY230" fmla="*/ 940990 h 2442948"/>
                <a:gd name="connsiteX231" fmla="*/ 402747 w 1550288"/>
                <a:gd name="connsiteY231" fmla="*/ 943435 h 2442948"/>
                <a:gd name="connsiteX232" fmla="*/ 402747 w 1550288"/>
                <a:gd name="connsiteY232" fmla="*/ 946024 h 2442948"/>
                <a:gd name="connsiteX233" fmla="*/ 400302 w 1550288"/>
                <a:gd name="connsiteY233" fmla="*/ 948469 h 2442948"/>
                <a:gd name="connsiteX234" fmla="*/ 400302 w 1550288"/>
                <a:gd name="connsiteY234" fmla="*/ 951202 h 2442948"/>
                <a:gd name="connsiteX235" fmla="*/ 402747 w 1550288"/>
                <a:gd name="connsiteY235" fmla="*/ 951202 h 2442948"/>
                <a:gd name="connsiteX236" fmla="*/ 402747 w 1550288"/>
                <a:gd name="connsiteY236" fmla="*/ 953648 h 2442948"/>
                <a:gd name="connsiteX237" fmla="*/ 405336 w 1550288"/>
                <a:gd name="connsiteY237" fmla="*/ 951202 h 2442948"/>
                <a:gd name="connsiteX238" fmla="*/ 407781 w 1550288"/>
                <a:gd name="connsiteY238" fmla="*/ 951202 h 2442948"/>
                <a:gd name="connsiteX239" fmla="*/ 405336 w 1550288"/>
                <a:gd name="connsiteY239" fmla="*/ 956093 h 2442948"/>
                <a:gd name="connsiteX240" fmla="*/ 407781 w 1550288"/>
                <a:gd name="connsiteY240" fmla="*/ 953648 h 2442948"/>
                <a:gd name="connsiteX241" fmla="*/ 407781 w 1550288"/>
                <a:gd name="connsiteY241" fmla="*/ 951202 h 2442948"/>
                <a:gd name="connsiteX242" fmla="*/ 410514 w 1550288"/>
                <a:gd name="connsiteY242" fmla="*/ 951202 h 2442948"/>
                <a:gd name="connsiteX243" fmla="*/ 413103 w 1550288"/>
                <a:gd name="connsiteY243" fmla="*/ 951202 h 2442948"/>
                <a:gd name="connsiteX244" fmla="*/ 410514 w 1550288"/>
                <a:gd name="connsiteY244" fmla="*/ 953648 h 2442948"/>
                <a:gd name="connsiteX245" fmla="*/ 410514 w 1550288"/>
                <a:gd name="connsiteY245" fmla="*/ 956093 h 2442948"/>
                <a:gd name="connsiteX246" fmla="*/ 410514 w 1550288"/>
                <a:gd name="connsiteY246" fmla="*/ 958682 h 2442948"/>
                <a:gd name="connsiteX247" fmla="*/ 413103 w 1550288"/>
                <a:gd name="connsiteY247" fmla="*/ 958682 h 2442948"/>
                <a:gd name="connsiteX248" fmla="*/ 413103 w 1550288"/>
                <a:gd name="connsiteY248" fmla="*/ 956093 h 2442948"/>
                <a:gd name="connsiteX249" fmla="*/ 413103 w 1550288"/>
                <a:gd name="connsiteY249" fmla="*/ 953648 h 2442948"/>
                <a:gd name="connsiteX250" fmla="*/ 415549 w 1550288"/>
                <a:gd name="connsiteY250" fmla="*/ 953648 h 2442948"/>
                <a:gd name="connsiteX251" fmla="*/ 417994 w 1550288"/>
                <a:gd name="connsiteY251" fmla="*/ 953648 h 2442948"/>
                <a:gd name="connsiteX252" fmla="*/ 415549 w 1550288"/>
                <a:gd name="connsiteY252" fmla="*/ 956093 h 2442948"/>
                <a:gd name="connsiteX253" fmla="*/ 417994 w 1550288"/>
                <a:gd name="connsiteY253" fmla="*/ 956093 h 2442948"/>
                <a:gd name="connsiteX254" fmla="*/ 420727 w 1550288"/>
                <a:gd name="connsiteY254" fmla="*/ 951202 h 2442948"/>
                <a:gd name="connsiteX255" fmla="*/ 423172 w 1550288"/>
                <a:gd name="connsiteY255" fmla="*/ 951202 h 2442948"/>
                <a:gd name="connsiteX256" fmla="*/ 425761 w 1550288"/>
                <a:gd name="connsiteY256" fmla="*/ 951202 h 2442948"/>
                <a:gd name="connsiteX257" fmla="*/ 428206 w 1550288"/>
                <a:gd name="connsiteY257" fmla="*/ 946024 h 2442948"/>
                <a:gd name="connsiteX258" fmla="*/ 430939 w 1550288"/>
                <a:gd name="connsiteY258" fmla="*/ 946024 h 2442948"/>
                <a:gd name="connsiteX259" fmla="*/ 428206 w 1550288"/>
                <a:gd name="connsiteY259" fmla="*/ 943435 h 2442948"/>
                <a:gd name="connsiteX260" fmla="*/ 428206 w 1550288"/>
                <a:gd name="connsiteY260" fmla="*/ 946024 h 2442948"/>
                <a:gd name="connsiteX261" fmla="*/ 425761 w 1550288"/>
                <a:gd name="connsiteY261" fmla="*/ 943435 h 2442948"/>
                <a:gd name="connsiteX262" fmla="*/ 428206 w 1550288"/>
                <a:gd name="connsiteY262" fmla="*/ 940990 h 2442948"/>
                <a:gd name="connsiteX263" fmla="*/ 430939 w 1550288"/>
                <a:gd name="connsiteY263" fmla="*/ 940990 h 2442948"/>
                <a:gd name="connsiteX264" fmla="*/ 433384 w 1550288"/>
                <a:gd name="connsiteY264" fmla="*/ 940990 h 2442948"/>
                <a:gd name="connsiteX265" fmla="*/ 435974 w 1550288"/>
                <a:gd name="connsiteY265" fmla="*/ 940990 h 2442948"/>
                <a:gd name="connsiteX266" fmla="*/ 435974 w 1550288"/>
                <a:gd name="connsiteY266" fmla="*/ 946024 h 2442948"/>
                <a:gd name="connsiteX267" fmla="*/ 435974 w 1550288"/>
                <a:gd name="connsiteY267" fmla="*/ 948469 h 2442948"/>
                <a:gd name="connsiteX268" fmla="*/ 433384 w 1550288"/>
                <a:gd name="connsiteY268" fmla="*/ 951202 h 2442948"/>
                <a:gd name="connsiteX269" fmla="*/ 435974 w 1550288"/>
                <a:gd name="connsiteY269" fmla="*/ 951202 h 2442948"/>
                <a:gd name="connsiteX270" fmla="*/ 438419 w 1550288"/>
                <a:gd name="connsiteY270" fmla="*/ 953648 h 2442948"/>
                <a:gd name="connsiteX271" fmla="*/ 438419 w 1550288"/>
                <a:gd name="connsiteY271" fmla="*/ 956093 h 2442948"/>
                <a:gd name="connsiteX272" fmla="*/ 438419 w 1550288"/>
                <a:gd name="connsiteY272" fmla="*/ 958682 h 2442948"/>
                <a:gd name="connsiteX273" fmla="*/ 435974 w 1550288"/>
                <a:gd name="connsiteY273" fmla="*/ 958682 h 2442948"/>
                <a:gd name="connsiteX274" fmla="*/ 438419 w 1550288"/>
                <a:gd name="connsiteY274" fmla="*/ 961415 h 2442948"/>
                <a:gd name="connsiteX275" fmla="*/ 438419 w 1550288"/>
                <a:gd name="connsiteY275" fmla="*/ 958682 h 2442948"/>
                <a:gd name="connsiteX276" fmla="*/ 441152 w 1550288"/>
                <a:gd name="connsiteY276" fmla="*/ 958682 h 2442948"/>
                <a:gd name="connsiteX277" fmla="*/ 441152 w 1550288"/>
                <a:gd name="connsiteY277" fmla="*/ 961415 h 2442948"/>
                <a:gd name="connsiteX278" fmla="*/ 438419 w 1550288"/>
                <a:gd name="connsiteY278" fmla="*/ 963860 h 2442948"/>
                <a:gd name="connsiteX279" fmla="*/ 435974 w 1550288"/>
                <a:gd name="connsiteY279" fmla="*/ 966449 h 2442948"/>
                <a:gd name="connsiteX280" fmla="*/ 435974 w 1550288"/>
                <a:gd name="connsiteY280" fmla="*/ 968894 h 2442948"/>
                <a:gd name="connsiteX281" fmla="*/ 433384 w 1550288"/>
                <a:gd name="connsiteY281" fmla="*/ 968894 h 2442948"/>
                <a:gd name="connsiteX282" fmla="*/ 433384 w 1550288"/>
                <a:gd name="connsiteY282" fmla="*/ 971627 h 2442948"/>
                <a:gd name="connsiteX283" fmla="*/ 428206 w 1550288"/>
                <a:gd name="connsiteY283" fmla="*/ 971627 h 2442948"/>
                <a:gd name="connsiteX284" fmla="*/ 425761 w 1550288"/>
                <a:gd name="connsiteY284" fmla="*/ 971627 h 2442948"/>
                <a:gd name="connsiteX285" fmla="*/ 415549 w 1550288"/>
                <a:gd name="connsiteY285" fmla="*/ 974073 h 2442948"/>
                <a:gd name="connsiteX286" fmla="*/ 410514 w 1550288"/>
                <a:gd name="connsiteY286" fmla="*/ 976518 h 2442948"/>
                <a:gd name="connsiteX287" fmla="*/ 407781 w 1550288"/>
                <a:gd name="connsiteY287" fmla="*/ 976518 h 2442948"/>
                <a:gd name="connsiteX288" fmla="*/ 402747 w 1550288"/>
                <a:gd name="connsiteY288" fmla="*/ 979107 h 2442948"/>
                <a:gd name="connsiteX289" fmla="*/ 400302 w 1550288"/>
                <a:gd name="connsiteY289" fmla="*/ 979107 h 2442948"/>
                <a:gd name="connsiteX290" fmla="*/ 397569 w 1550288"/>
                <a:gd name="connsiteY290" fmla="*/ 979107 h 2442948"/>
                <a:gd name="connsiteX291" fmla="*/ 395124 w 1550288"/>
                <a:gd name="connsiteY291" fmla="*/ 979107 h 2442948"/>
                <a:gd name="connsiteX292" fmla="*/ 392678 w 1550288"/>
                <a:gd name="connsiteY292" fmla="*/ 979107 h 2442948"/>
                <a:gd name="connsiteX293" fmla="*/ 390089 w 1550288"/>
                <a:gd name="connsiteY293" fmla="*/ 979107 h 2442948"/>
                <a:gd name="connsiteX294" fmla="*/ 387356 w 1550288"/>
                <a:gd name="connsiteY294" fmla="*/ 979107 h 2442948"/>
                <a:gd name="connsiteX295" fmla="*/ 384911 w 1550288"/>
                <a:gd name="connsiteY295" fmla="*/ 981840 h 2442948"/>
                <a:gd name="connsiteX296" fmla="*/ 382466 w 1550288"/>
                <a:gd name="connsiteY296" fmla="*/ 981840 h 2442948"/>
                <a:gd name="connsiteX297" fmla="*/ 377431 w 1550288"/>
                <a:gd name="connsiteY297" fmla="*/ 984285 h 2442948"/>
                <a:gd name="connsiteX298" fmla="*/ 379877 w 1550288"/>
                <a:gd name="connsiteY298" fmla="*/ 981840 h 2442948"/>
                <a:gd name="connsiteX299" fmla="*/ 377431 w 1550288"/>
                <a:gd name="connsiteY299" fmla="*/ 981840 h 2442948"/>
                <a:gd name="connsiteX300" fmla="*/ 374699 w 1550288"/>
                <a:gd name="connsiteY300" fmla="*/ 984285 h 2442948"/>
                <a:gd name="connsiteX301" fmla="*/ 374699 w 1550288"/>
                <a:gd name="connsiteY301" fmla="*/ 986730 h 2442948"/>
                <a:gd name="connsiteX302" fmla="*/ 372253 w 1550288"/>
                <a:gd name="connsiteY302" fmla="*/ 989319 h 2442948"/>
                <a:gd name="connsiteX303" fmla="*/ 364486 w 1550288"/>
                <a:gd name="connsiteY303" fmla="*/ 992052 h 2442948"/>
                <a:gd name="connsiteX304" fmla="*/ 362041 w 1550288"/>
                <a:gd name="connsiteY304" fmla="*/ 992052 h 2442948"/>
                <a:gd name="connsiteX305" fmla="*/ 354273 w 1550288"/>
                <a:gd name="connsiteY305" fmla="*/ 996943 h 2442948"/>
                <a:gd name="connsiteX306" fmla="*/ 351828 w 1550288"/>
                <a:gd name="connsiteY306" fmla="*/ 999532 h 2442948"/>
                <a:gd name="connsiteX307" fmla="*/ 349239 w 1550288"/>
                <a:gd name="connsiteY307" fmla="*/ 1002265 h 2442948"/>
                <a:gd name="connsiteX308" fmla="*/ 349239 w 1550288"/>
                <a:gd name="connsiteY308" fmla="*/ 996943 h 2442948"/>
                <a:gd name="connsiteX309" fmla="*/ 349239 w 1550288"/>
                <a:gd name="connsiteY309" fmla="*/ 994498 h 2442948"/>
                <a:gd name="connsiteX310" fmla="*/ 351828 w 1550288"/>
                <a:gd name="connsiteY310" fmla="*/ 992052 h 2442948"/>
                <a:gd name="connsiteX311" fmla="*/ 354273 w 1550288"/>
                <a:gd name="connsiteY311" fmla="*/ 992052 h 2442948"/>
                <a:gd name="connsiteX312" fmla="*/ 351828 w 1550288"/>
                <a:gd name="connsiteY312" fmla="*/ 989319 h 2442948"/>
                <a:gd name="connsiteX313" fmla="*/ 346794 w 1550288"/>
                <a:gd name="connsiteY313" fmla="*/ 989319 h 2442948"/>
                <a:gd name="connsiteX314" fmla="*/ 344061 w 1550288"/>
                <a:gd name="connsiteY314" fmla="*/ 989319 h 2442948"/>
                <a:gd name="connsiteX315" fmla="*/ 341616 w 1550288"/>
                <a:gd name="connsiteY315" fmla="*/ 989319 h 2442948"/>
                <a:gd name="connsiteX316" fmla="*/ 339171 w 1550288"/>
                <a:gd name="connsiteY316" fmla="*/ 992052 h 2442948"/>
                <a:gd name="connsiteX317" fmla="*/ 336581 w 1550288"/>
                <a:gd name="connsiteY317" fmla="*/ 989319 h 2442948"/>
                <a:gd name="connsiteX318" fmla="*/ 333848 w 1550288"/>
                <a:gd name="connsiteY318" fmla="*/ 992052 h 2442948"/>
                <a:gd name="connsiteX319" fmla="*/ 331403 w 1550288"/>
                <a:gd name="connsiteY319" fmla="*/ 989319 h 2442948"/>
                <a:gd name="connsiteX320" fmla="*/ 326369 w 1550288"/>
                <a:gd name="connsiteY320" fmla="*/ 989319 h 2442948"/>
                <a:gd name="connsiteX321" fmla="*/ 323636 w 1550288"/>
                <a:gd name="connsiteY321" fmla="*/ 986730 h 2442948"/>
                <a:gd name="connsiteX322" fmla="*/ 321191 w 1550288"/>
                <a:gd name="connsiteY322" fmla="*/ 986730 h 2442948"/>
                <a:gd name="connsiteX323" fmla="*/ 321191 w 1550288"/>
                <a:gd name="connsiteY323" fmla="*/ 989319 h 2442948"/>
                <a:gd name="connsiteX324" fmla="*/ 318745 w 1550288"/>
                <a:gd name="connsiteY324" fmla="*/ 986730 h 2442948"/>
                <a:gd name="connsiteX325" fmla="*/ 316156 w 1550288"/>
                <a:gd name="connsiteY325" fmla="*/ 986730 h 2442948"/>
                <a:gd name="connsiteX326" fmla="*/ 313423 w 1550288"/>
                <a:gd name="connsiteY326" fmla="*/ 986730 h 2442948"/>
                <a:gd name="connsiteX327" fmla="*/ 310978 w 1550288"/>
                <a:gd name="connsiteY327" fmla="*/ 986730 h 2442948"/>
                <a:gd name="connsiteX328" fmla="*/ 308533 w 1550288"/>
                <a:gd name="connsiteY328" fmla="*/ 986730 h 2442948"/>
                <a:gd name="connsiteX329" fmla="*/ 305944 w 1550288"/>
                <a:gd name="connsiteY329" fmla="*/ 986730 h 2442948"/>
                <a:gd name="connsiteX330" fmla="*/ 303499 w 1550288"/>
                <a:gd name="connsiteY330" fmla="*/ 986730 h 2442948"/>
                <a:gd name="connsiteX331" fmla="*/ 300766 w 1550288"/>
                <a:gd name="connsiteY331" fmla="*/ 989319 h 2442948"/>
                <a:gd name="connsiteX332" fmla="*/ 300766 w 1550288"/>
                <a:gd name="connsiteY332" fmla="*/ 992052 h 2442948"/>
                <a:gd name="connsiteX333" fmla="*/ 295731 w 1550288"/>
                <a:gd name="connsiteY333" fmla="*/ 992052 h 2442948"/>
                <a:gd name="connsiteX334" fmla="*/ 295731 w 1550288"/>
                <a:gd name="connsiteY334" fmla="*/ 994498 h 2442948"/>
                <a:gd name="connsiteX335" fmla="*/ 295731 w 1550288"/>
                <a:gd name="connsiteY335" fmla="*/ 999532 h 2442948"/>
                <a:gd name="connsiteX336" fmla="*/ 293286 w 1550288"/>
                <a:gd name="connsiteY336" fmla="*/ 999532 h 2442948"/>
                <a:gd name="connsiteX337" fmla="*/ 293286 w 1550288"/>
                <a:gd name="connsiteY337" fmla="*/ 1002265 h 2442948"/>
                <a:gd name="connsiteX338" fmla="*/ 280341 w 1550288"/>
                <a:gd name="connsiteY338" fmla="*/ 1004710 h 2442948"/>
                <a:gd name="connsiteX339" fmla="*/ 280341 w 1550288"/>
                <a:gd name="connsiteY339" fmla="*/ 1007155 h 2442948"/>
                <a:gd name="connsiteX340" fmla="*/ 277895 w 1550288"/>
                <a:gd name="connsiteY340" fmla="*/ 1009744 h 2442948"/>
                <a:gd name="connsiteX341" fmla="*/ 277895 w 1550288"/>
                <a:gd name="connsiteY341" fmla="*/ 1007155 h 2442948"/>
                <a:gd name="connsiteX342" fmla="*/ 277895 w 1550288"/>
                <a:gd name="connsiteY342" fmla="*/ 1004710 h 2442948"/>
                <a:gd name="connsiteX343" fmla="*/ 277895 w 1550288"/>
                <a:gd name="connsiteY343" fmla="*/ 1002265 h 2442948"/>
                <a:gd name="connsiteX344" fmla="*/ 275306 w 1550288"/>
                <a:gd name="connsiteY344" fmla="*/ 1004710 h 2442948"/>
                <a:gd name="connsiteX345" fmla="*/ 272861 w 1550288"/>
                <a:gd name="connsiteY345" fmla="*/ 1004710 h 2442948"/>
                <a:gd name="connsiteX346" fmla="*/ 267683 w 1550288"/>
                <a:gd name="connsiteY346" fmla="*/ 1012477 h 2442948"/>
                <a:gd name="connsiteX347" fmla="*/ 267683 w 1550288"/>
                <a:gd name="connsiteY347" fmla="*/ 1017368 h 2442948"/>
                <a:gd name="connsiteX348" fmla="*/ 265094 w 1550288"/>
                <a:gd name="connsiteY348" fmla="*/ 1019957 h 2442948"/>
                <a:gd name="connsiteX349" fmla="*/ 270128 w 1550288"/>
                <a:gd name="connsiteY349" fmla="*/ 1004710 h 2442948"/>
                <a:gd name="connsiteX350" fmla="*/ 267683 w 1550288"/>
                <a:gd name="connsiteY350" fmla="*/ 1002265 h 2442948"/>
                <a:gd name="connsiteX351" fmla="*/ 265094 w 1550288"/>
                <a:gd name="connsiteY351" fmla="*/ 1002265 h 2442948"/>
                <a:gd name="connsiteX352" fmla="*/ 262649 w 1550288"/>
                <a:gd name="connsiteY352" fmla="*/ 1002265 h 2442948"/>
                <a:gd name="connsiteX353" fmla="*/ 259916 w 1550288"/>
                <a:gd name="connsiteY353" fmla="*/ 1002265 h 2442948"/>
                <a:gd name="connsiteX354" fmla="*/ 257470 w 1550288"/>
                <a:gd name="connsiteY354" fmla="*/ 1002265 h 2442948"/>
                <a:gd name="connsiteX355" fmla="*/ 259916 w 1550288"/>
                <a:gd name="connsiteY355" fmla="*/ 1004710 h 2442948"/>
                <a:gd name="connsiteX356" fmla="*/ 257470 w 1550288"/>
                <a:gd name="connsiteY356" fmla="*/ 1004710 h 2442948"/>
                <a:gd name="connsiteX357" fmla="*/ 255025 w 1550288"/>
                <a:gd name="connsiteY357" fmla="*/ 1004710 h 2442948"/>
                <a:gd name="connsiteX358" fmla="*/ 255025 w 1550288"/>
                <a:gd name="connsiteY358" fmla="*/ 1007155 h 2442948"/>
                <a:gd name="connsiteX359" fmla="*/ 255025 w 1550288"/>
                <a:gd name="connsiteY359" fmla="*/ 1009744 h 2442948"/>
                <a:gd name="connsiteX360" fmla="*/ 247258 w 1550288"/>
                <a:gd name="connsiteY360" fmla="*/ 1014923 h 2442948"/>
                <a:gd name="connsiteX361" fmla="*/ 247258 w 1550288"/>
                <a:gd name="connsiteY361" fmla="*/ 1017368 h 2442948"/>
                <a:gd name="connsiteX362" fmla="*/ 249703 w 1550288"/>
                <a:gd name="connsiteY362" fmla="*/ 1017368 h 2442948"/>
                <a:gd name="connsiteX363" fmla="*/ 247258 w 1550288"/>
                <a:gd name="connsiteY363" fmla="*/ 1019957 h 2442948"/>
                <a:gd name="connsiteX364" fmla="*/ 244813 w 1550288"/>
                <a:gd name="connsiteY364" fmla="*/ 1022690 h 2442948"/>
                <a:gd name="connsiteX365" fmla="*/ 242224 w 1550288"/>
                <a:gd name="connsiteY365" fmla="*/ 1022690 h 2442948"/>
                <a:gd name="connsiteX366" fmla="*/ 239491 w 1550288"/>
                <a:gd name="connsiteY366" fmla="*/ 1017368 h 2442948"/>
                <a:gd name="connsiteX367" fmla="*/ 239491 w 1550288"/>
                <a:gd name="connsiteY367" fmla="*/ 1022690 h 2442948"/>
                <a:gd name="connsiteX368" fmla="*/ 237045 w 1550288"/>
                <a:gd name="connsiteY368" fmla="*/ 1019957 h 2442948"/>
                <a:gd name="connsiteX369" fmla="*/ 232011 w 1550288"/>
                <a:gd name="connsiteY369" fmla="*/ 1019957 h 2442948"/>
                <a:gd name="connsiteX370" fmla="*/ 229566 w 1550288"/>
                <a:gd name="connsiteY370" fmla="*/ 1019957 h 2442948"/>
                <a:gd name="connsiteX371" fmla="*/ 226833 w 1550288"/>
                <a:gd name="connsiteY371" fmla="*/ 1022690 h 2442948"/>
                <a:gd name="connsiteX372" fmla="*/ 224388 w 1550288"/>
                <a:gd name="connsiteY372" fmla="*/ 1022690 h 2442948"/>
                <a:gd name="connsiteX373" fmla="*/ 224388 w 1550288"/>
                <a:gd name="connsiteY373" fmla="*/ 1025135 h 2442948"/>
                <a:gd name="connsiteX374" fmla="*/ 226833 w 1550288"/>
                <a:gd name="connsiteY374" fmla="*/ 1025135 h 2442948"/>
                <a:gd name="connsiteX375" fmla="*/ 224388 w 1550288"/>
                <a:gd name="connsiteY375" fmla="*/ 1027580 h 2442948"/>
                <a:gd name="connsiteX376" fmla="*/ 224388 w 1550288"/>
                <a:gd name="connsiteY376" fmla="*/ 1030169 h 2442948"/>
                <a:gd name="connsiteX377" fmla="*/ 221798 w 1550288"/>
                <a:gd name="connsiteY377" fmla="*/ 1035348 h 2442948"/>
                <a:gd name="connsiteX378" fmla="*/ 216620 w 1550288"/>
                <a:gd name="connsiteY378" fmla="*/ 1035348 h 2442948"/>
                <a:gd name="connsiteX379" fmla="*/ 214175 w 1550288"/>
                <a:gd name="connsiteY379" fmla="*/ 1035348 h 2442948"/>
                <a:gd name="connsiteX380" fmla="*/ 214175 w 1550288"/>
                <a:gd name="connsiteY380" fmla="*/ 1032615 h 2442948"/>
                <a:gd name="connsiteX381" fmla="*/ 216620 w 1550288"/>
                <a:gd name="connsiteY381" fmla="*/ 1032615 h 2442948"/>
                <a:gd name="connsiteX382" fmla="*/ 216620 w 1550288"/>
                <a:gd name="connsiteY382" fmla="*/ 1030169 h 2442948"/>
                <a:gd name="connsiteX383" fmla="*/ 214175 w 1550288"/>
                <a:gd name="connsiteY383" fmla="*/ 1032615 h 2442948"/>
                <a:gd name="connsiteX384" fmla="*/ 211586 w 1550288"/>
                <a:gd name="connsiteY384" fmla="*/ 1030169 h 2442948"/>
                <a:gd name="connsiteX385" fmla="*/ 211586 w 1550288"/>
                <a:gd name="connsiteY385" fmla="*/ 1032615 h 2442948"/>
                <a:gd name="connsiteX386" fmla="*/ 211586 w 1550288"/>
                <a:gd name="connsiteY386" fmla="*/ 1035348 h 2442948"/>
                <a:gd name="connsiteX387" fmla="*/ 209141 w 1550288"/>
                <a:gd name="connsiteY387" fmla="*/ 1035348 h 2442948"/>
                <a:gd name="connsiteX388" fmla="*/ 209141 w 1550288"/>
                <a:gd name="connsiteY388" fmla="*/ 1037793 h 2442948"/>
                <a:gd name="connsiteX389" fmla="*/ 206408 w 1550288"/>
                <a:gd name="connsiteY389" fmla="*/ 1040382 h 2442948"/>
                <a:gd name="connsiteX390" fmla="*/ 211586 w 1550288"/>
                <a:gd name="connsiteY390" fmla="*/ 1053040 h 2442948"/>
                <a:gd name="connsiteX391" fmla="*/ 214175 w 1550288"/>
                <a:gd name="connsiteY391" fmla="*/ 1053040 h 2442948"/>
                <a:gd name="connsiteX392" fmla="*/ 214175 w 1550288"/>
                <a:gd name="connsiteY392" fmla="*/ 1055773 h 2442948"/>
                <a:gd name="connsiteX393" fmla="*/ 216620 w 1550288"/>
                <a:gd name="connsiteY393" fmla="*/ 1058218 h 2442948"/>
                <a:gd name="connsiteX394" fmla="*/ 224388 w 1550288"/>
                <a:gd name="connsiteY394" fmla="*/ 1065985 h 2442948"/>
                <a:gd name="connsiteX395" fmla="*/ 226833 w 1550288"/>
                <a:gd name="connsiteY395" fmla="*/ 1065985 h 2442948"/>
                <a:gd name="connsiteX396" fmla="*/ 226833 w 1550288"/>
                <a:gd name="connsiteY396" fmla="*/ 1063252 h 2442948"/>
                <a:gd name="connsiteX397" fmla="*/ 224388 w 1550288"/>
                <a:gd name="connsiteY397" fmla="*/ 1063252 h 2442948"/>
                <a:gd name="connsiteX398" fmla="*/ 224388 w 1550288"/>
                <a:gd name="connsiteY398" fmla="*/ 1060807 h 2442948"/>
                <a:gd name="connsiteX399" fmla="*/ 224388 w 1550288"/>
                <a:gd name="connsiteY399" fmla="*/ 1058218 h 2442948"/>
                <a:gd name="connsiteX400" fmla="*/ 221798 w 1550288"/>
                <a:gd name="connsiteY400" fmla="*/ 1058218 h 2442948"/>
                <a:gd name="connsiteX401" fmla="*/ 221798 w 1550288"/>
                <a:gd name="connsiteY401" fmla="*/ 1060807 h 2442948"/>
                <a:gd name="connsiteX402" fmla="*/ 216620 w 1550288"/>
                <a:gd name="connsiteY402" fmla="*/ 1055773 h 2442948"/>
                <a:gd name="connsiteX403" fmla="*/ 216620 w 1550288"/>
                <a:gd name="connsiteY403" fmla="*/ 1053040 h 2442948"/>
                <a:gd name="connsiteX404" fmla="*/ 216620 w 1550288"/>
                <a:gd name="connsiteY404" fmla="*/ 1050451 h 2442948"/>
                <a:gd name="connsiteX405" fmla="*/ 214175 w 1550288"/>
                <a:gd name="connsiteY405" fmla="*/ 1050451 h 2442948"/>
                <a:gd name="connsiteX406" fmla="*/ 214175 w 1550288"/>
                <a:gd name="connsiteY406" fmla="*/ 1048005 h 2442948"/>
                <a:gd name="connsiteX407" fmla="*/ 216620 w 1550288"/>
                <a:gd name="connsiteY407" fmla="*/ 1048005 h 2442948"/>
                <a:gd name="connsiteX408" fmla="*/ 219353 w 1550288"/>
                <a:gd name="connsiteY408" fmla="*/ 1053040 h 2442948"/>
                <a:gd name="connsiteX409" fmla="*/ 221798 w 1550288"/>
                <a:gd name="connsiteY409" fmla="*/ 1050451 h 2442948"/>
                <a:gd name="connsiteX410" fmla="*/ 219353 w 1550288"/>
                <a:gd name="connsiteY410" fmla="*/ 1050451 h 2442948"/>
                <a:gd name="connsiteX411" fmla="*/ 216620 w 1550288"/>
                <a:gd name="connsiteY411" fmla="*/ 1045560 h 2442948"/>
                <a:gd name="connsiteX412" fmla="*/ 211586 w 1550288"/>
                <a:gd name="connsiteY412" fmla="*/ 1045560 h 2442948"/>
                <a:gd name="connsiteX413" fmla="*/ 211586 w 1550288"/>
                <a:gd name="connsiteY413" fmla="*/ 1042827 h 2442948"/>
                <a:gd name="connsiteX414" fmla="*/ 214175 w 1550288"/>
                <a:gd name="connsiteY414" fmla="*/ 1042827 h 2442948"/>
                <a:gd name="connsiteX415" fmla="*/ 214175 w 1550288"/>
                <a:gd name="connsiteY415" fmla="*/ 1040382 h 2442948"/>
                <a:gd name="connsiteX416" fmla="*/ 214175 w 1550288"/>
                <a:gd name="connsiteY416" fmla="*/ 1037793 h 2442948"/>
                <a:gd name="connsiteX417" fmla="*/ 221798 w 1550288"/>
                <a:gd name="connsiteY417" fmla="*/ 1040382 h 2442948"/>
                <a:gd name="connsiteX418" fmla="*/ 221798 w 1550288"/>
                <a:gd name="connsiteY418" fmla="*/ 1042827 h 2442948"/>
                <a:gd name="connsiteX419" fmla="*/ 221798 w 1550288"/>
                <a:gd name="connsiteY419" fmla="*/ 1048005 h 2442948"/>
                <a:gd name="connsiteX420" fmla="*/ 224388 w 1550288"/>
                <a:gd name="connsiteY420" fmla="*/ 1048005 h 2442948"/>
                <a:gd name="connsiteX421" fmla="*/ 226833 w 1550288"/>
                <a:gd name="connsiteY421" fmla="*/ 1048005 h 2442948"/>
                <a:gd name="connsiteX422" fmla="*/ 229566 w 1550288"/>
                <a:gd name="connsiteY422" fmla="*/ 1050451 h 2442948"/>
                <a:gd name="connsiteX423" fmla="*/ 229566 w 1550288"/>
                <a:gd name="connsiteY423" fmla="*/ 1053040 h 2442948"/>
                <a:gd name="connsiteX424" fmla="*/ 232011 w 1550288"/>
                <a:gd name="connsiteY424" fmla="*/ 1050451 h 2442948"/>
                <a:gd name="connsiteX425" fmla="*/ 232011 w 1550288"/>
                <a:gd name="connsiteY425" fmla="*/ 1048005 h 2442948"/>
                <a:gd name="connsiteX426" fmla="*/ 232011 w 1550288"/>
                <a:gd name="connsiteY426" fmla="*/ 1045560 h 2442948"/>
                <a:gd name="connsiteX427" fmla="*/ 234456 w 1550288"/>
                <a:gd name="connsiteY427" fmla="*/ 1045560 h 2442948"/>
                <a:gd name="connsiteX428" fmla="*/ 234456 w 1550288"/>
                <a:gd name="connsiteY428" fmla="*/ 1048005 h 2442948"/>
                <a:gd name="connsiteX429" fmla="*/ 234456 w 1550288"/>
                <a:gd name="connsiteY429" fmla="*/ 1053040 h 2442948"/>
                <a:gd name="connsiteX430" fmla="*/ 237045 w 1550288"/>
                <a:gd name="connsiteY430" fmla="*/ 1053040 h 2442948"/>
                <a:gd name="connsiteX431" fmla="*/ 237045 w 1550288"/>
                <a:gd name="connsiteY431" fmla="*/ 1055773 h 2442948"/>
                <a:gd name="connsiteX432" fmla="*/ 239491 w 1550288"/>
                <a:gd name="connsiteY432" fmla="*/ 1055773 h 2442948"/>
                <a:gd name="connsiteX433" fmla="*/ 239491 w 1550288"/>
                <a:gd name="connsiteY433" fmla="*/ 1053040 h 2442948"/>
                <a:gd name="connsiteX434" fmla="*/ 242224 w 1550288"/>
                <a:gd name="connsiteY434" fmla="*/ 1055773 h 2442948"/>
                <a:gd name="connsiteX435" fmla="*/ 249703 w 1550288"/>
                <a:gd name="connsiteY435" fmla="*/ 1060807 h 2442948"/>
                <a:gd name="connsiteX436" fmla="*/ 249703 w 1550288"/>
                <a:gd name="connsiteY436" fmla="*/ 1058218 h 2442948"/>
                <a:gd name="connsiteX437" fmla="*/ 252436 w 1550288"/>
                <a:gd name="connsiteY437" fmla="*/ 1058218 h 2442948"/>
                <a:gd name="connsiteX438" fmla="*/ 252436 w 1550288"/>
                <a:gd name="connsiteY438" fmla="*/ 1055773 h 2442948"/>
                <a:gd name="connsiteX439" fmla="*/ 255025 w 1550288"/>
                <a:gd name="connsiteY439" fmla="*/ 1055773 h 2442948"/>
                <a:gd name="connsiteX440" fmla="*/ 255025 w 1550288"/>
                <a:gd name="connsiteY440" fmla="*/ 1050451 h 2442948"/>
                <a:gd name="connsiteX441" fmla="*/ 252436 w 1550288"/>
                <a:gd name="connsiteY441" fmla="*/ 1048005 h 2442948"/>
                <a:gd name="connsiteX442" fmla="*/ 249703 w 1550288"/>
                <a:gd name="connsiteY442" fmla="*/ 1048005 h 2442948"/>
                <a:gd name="connsiteX443" fmla="*/ 249703 w 1550288"/>
                <a:gd name="connsiteY443" fmla="*/ 1050451 h 2442948"/>
                <a:gd name="connsiteX444" fmla="*/ 244813 w 1550288"/>
                <a:gd name="connsiteY444" fmla="*/ 1048005 h 2442948"/>
                <a:gd name="connsiteX445" fmla="*/ 244813 w 1550288"/>
                <a:gd name="connsiteY445" fmla="*/ 1050451 h 2442948"/>
                <a:gd name="connsiteX446" fmla="*/ 242224 w 1550288"/>
                <a:gd name="connsiteY446" fmla="*/ 1053040 h 2442948"/>
                <a:gd name="connsiteX447" fmla="*/ 239491 w 1550288"/>
                <a:gd name="connsiteY447" fmla="*/ 1050451 h 2442948"/>
                <a:gd name="connsiteX448" fmla="*/ 237045 w 1550288"/>
                <a:gd name="connsiteY448" fmla="*/ 1050451 h 2442948"/>
                <a:gd name="connsiteX449" fmla="*/ 237045 w 1550288"/>
                <a:gd name="connsiteY449" fmla="*/ 1048005 h 2442948"/>
                <a:gd name="connsiteX450" fmla="*/ 239491 w 1550288"/>
                <a:gd name="connsiteY450" fmla="*/ 1048005 h 2442948"/>
                <a:gd name="connsiteX451" fmla="*/ 242224 w 1550288"/>
                <a:gd name="connsiteY451" fmla="*/ 1048005 h 2442948"/>
                <a:gd name="connsiteX452" fmla="*/ 242224 w 1550288"/>
                <a:gd name="connsiteY452" fmla="*/ 1045560 h 2442948"/>
                <a:gd name="connsiteX453" fmla="*/ 239491 w 1550288"/>
                <a:gd name="connsiteY453" fmla="*/ 1040382 h 2442948"/>
                <a:gd name="connsiteX454" fmla="*/ 242224 w 1550288"/>
                <a:gd name="connsiteY454" fmla="*/ 1040382 h 2442948"/>
                <a:gd name="connsiteX455" fmla="*/ 242224 w 1550288"/>
                <a:gd name="connsiteY455" fmla="*/ 1042827 h 2442948"/>
                <a:gd name="connsiteX456" fmla="*/ 247258 w 1550288"/>
                <a:gd name="connsiteY456" fmla="*/ 1042827 h 2442948"/>
                <a:gd name="connsiteX457" fmla="*/ 247258 w 1550288"/>
                <a:gd name="connsiteY457" fmla="*/ 1040382 h 2442948"/>
                <a:gd name="connsiteX458" fmla="*/ 244813 w 1550288"/>
                <a:gd name="connsiteY458" fmla="*/ 1040382 h 2442948"/>
                <a:gd name="connsiteX459" fmla="*/ 242224 w 1550288"/>
                <a:gd name="connsiteY459" fmla="*/ 1035348 h 2442948"/>
                <a:gd name="connsiteX460" fmla="*/ 244813 w 1550288"/>
                <a:gd name="connsiteY460" fmla="*/ 1027580 h 2442948"/>
                <a:gd name="connsiteX461" fmla="*/ 247258 w 1550288"/>
                <a:gd name="connsiteY461" fmla="*/ 1025135 h 2442948"/>
                <a:gd name="connsiteX462" fmla="*/ 247258 w 1550288"/>
                <a:gd name="connsiteY462" fmla="*/ 1022690 h 2442948"/>
                <a:gd name="connsiteX463" fmla="*/ 252436 w 1550288"/>
                <a:gd name="connsiteY463" fmla="*/ 1022690 h 2442948"/>
                <a:gd name="connsiteX464" fmla="*/ 252436 w 1550288"/>
                <a:gd name="connsiteY464" fmla="*/ 1025135 h 2442948"/>
                <a:gd name="connsiteX465" fmla="*/ 255025 w 1550288"/>
                <a:gd name="connsiteY465" fmla="*/ 1025135 h 2442948"/>
                <a:gd name="connsiteX466" fmla="*/ 262649 w 1550288"/>
                <a:gd name="connsiteY466" fmla="*/ 1019957 h 2442948"/>
                <a:gd name="connsiteX467" fmla="*/ 262649 w 1550288"/>
                <a:gd name="connsiteY467" fmla="*/ 1022690 h 2442948"/>
                <a:gd name="connsiteX468" fmla="*/ 259916 w 1550288"/>
                <a:gd name="connsiteY468" fmla="*/ 1025135 h 2442948"/>
                <a:gd name="connsiteX469" fmla="*/ 265094 w 1550288"/>
                <a:gd name="connsiteY469" fmla="*/ 1022690 h 2442948"/>
                <a:gd name="connsiteX470" fmla="*/ 267683 w 1550288"/>
                <a:gd name="connsiteY470" fmla="*/ 1019957 h 2442948"/>
                <a:gd name="connsiteX471" fmla="*/ 270128 w 1550288"/>
                <a:gd name="connsiteY471" fmla="*/ 1017368 h 2442948"/>
                <a:gd name="connsiteX472" fmla="*/ 272861 w 1550288"/>
                <a:gd name="connsiteY472" fmla="*/ 1012477 h 2442948"/>
                <a:gd name="connsiteX473" fmla="*/ 272861 w 1550288"/>
                <a:gd name="connsiteY473" fmla="*/ 1014923 h 2442948"/>
                <a:gd name="connsiteX474" fmla="*/ 270128 w 1550288"/>
                <a:gd name="connsiteY474" fmla="*/ 1022690 h 2442948"/>
                <a:gd name="connsiteX475" fmla="*/ 267683 w 1550288"/>
                <a:gd name="connsiteY475" fmla="*/ 1022690 h 2442948"/>
                <a:gd name="connsiteX476" fmla="*/ 267683 w 1550288"/>
                <a:gd name="connsiteY476" fmla="*/ 1025135 h 2442948"/>
                <a:gd name="connsiteX477" fmla="*/ 270128 w 1550288"/>
                <a:gd name="connsiteY477" fmla="*/ 1025135 h 2442948"/>
                <a:gd name="connsiteX478" fmla="*/ 272861 w 1550288"/>
                <a:gd name="connsiteY478" fmla="*/ 1022690 h 2442948"/>
                <a:gd name="connsiteX479" fmla="*/ 272861 w 1550288"/>
                <a:gd name="connsiteY479" fmla="*/ 1019957 h 2442948"/>
                <a:gd name="connsiteX480" fmla="*/ 275306 w 1550288"/>
                <a:gd name="connsiteY480" fmla="*/ 1017368 h 2442948"/>
                <a:gd name="connsiteX481" fmla="*/ 275306 w 1550288"/>
                <a:gd name="connsiteY481" fmla="*/ 1014923 h 2442948"/>
                <a:gd name="connsiteX482" fmla="*/ 277895 w 1550288"/>
                <a:gd name="connsiteY482" fmla="*/ 1014923 h 2442948"/>
                <a:gd name="connsiteX483" fmla="*/ 277895 w 1550288"/>
                <a:gd name="connsiteY483" fmla="*/ 1017368 h 2442948"/>
                <a:gd name="connsiteX484" fmla="*/ 275306 w 1550288"/>
                <a:gd name="connsiteY484" fmla="*/ 1019957 h 2442948"/>
                <a:gd name="connsiteX485" fmla="*/ 280341 w 1550288"/>
                <a:gd name="connsiteY485" fmla="*/ 1019957 h 2442948"/>
                <a:gd name="connsiteX486" fmla="*/ 280341 w 1550288"/>
                <a:gd name="connsiteY486" fmla="*/ 1022690 h 2442948"/>
                <a:gd name="connsiteX487" fmla="*/ 283074 w 1550288"/>
                <a:gd name="connsiteY487" fmla="*/ 1017368 h 2442948"/>
                <a:gd name="connsiteX488" fmla="*/ 285519 w 1550288"/>
                <a:gd name="connsiteY488" fmla="*/ 1017368 h 2442948"/>
                <a:gd name="connsiteX489" fmla="*/ 285519 w 1550288"/>
                <a:gd name="connsiteY489" fmla="*/ 1019957 h 2442948"/>
                <a:gd name="connsiteX490" fmla="*/ 283074 w 1550288"/>
                <a:gd name="connsiteY490" fmla="*/ 1019957 h 2442948"/>
                <a:gd name="connsiteX491" fmla="*/ 283074 w 1550288"/>
                <a:gd name="connsiteY491" fmla="*/ 1022690 h 2442948"/>
                <a:gd name="connsiteX492" fmla="*/ 285519 w 1550288"/>
                <a:gd name="connsiteY492" fmla="*/ 1022690 h 2442948"/>
                <a:gd name="connsiteX493" fmla="*/ 288108 w 1550288"/>
                <a:gd name="connsiteY493" fmla="*/ 1019957 h 2442948"/>
                <a:gd name="connsiteX494" fmla="*/ 293286 w 1550288"/>
                <a:gd name="connsiteY494" fmla="*/ 1017368 h 2442948"/>
                <a:gd name="connsiteX495" fmla="*/ 295731 w 1550288"/>
                <a:gd name="connsiteY495" fmla="*/ 1015786 h 2442948"/>
                <a:gd name="connsiteX496" fmla="*/ 295731 w 1550288"/>
                <a:gd name="connsiteY496" fmla="*/ 1017368 h 2442948"/>
                <a:gd name="connsiteX497" fmla="*/ 298320 w 1550288"/>
                <a:gd name="connsiteY497" fmla="*/ 1017368 h 2442948"/>
                <a:gd name="connsiteX498" fmla="*/ 300766 w 1550288"/>
                <a:gd name="connsiteY498" fmla="*/ 1017368 h 2442948"/>
                <a:gd name="connsiteX499" fmla="*/ 300766 w 1550288"/>
                <a:gd name="connsiteY499" fmla="*/ 1014923 h 2442948"/>
                <a:gd name="connsiteX500" fmla="*/ 310978 w 1550288"/>
                <a:gd name="connsiteY500" fmla="*/ 1007155 h 2442948"/>
                <a:gd name="connsiteX501" fmla="*/ 310978 w 1550288"/>
                <a:gd name="connsiteY501" fmla="*/ 1004710 h 2442948"/>
                <a:gd name="connsiteX502" fmla="*/ 313423 w 1550288"/>
                <a:gd name="connsiteY502" fmla="*/ 1004710 h 2442948"/>
                <a:gd name="connsiteX503" fmla="*/ 316156 w 1550288"/>
                <a:gd name="connsiteY503" fmla="*/ 999532 h 2442948"/>
                <a:gd name="connsiteX504" fmla="*/ 316156 w 1550288"/>
                <a:gd name="connsiteY504" fmla="*/ 1002265 h 2442948"/>
                <a:gd name="connsiteX505" fmla="*/ 316156 w 1550288"/>
                <a:gd name="connsiteY505" fmla="*/ 1004710 h 2442948"/>
                <a:gd name="connsiteX506" fmla="*/ 318745 w 1550288"/>
                <a:gd name="connsiteY506" fmla="*/ 1002265 h 2442948"/>
                <a:gd name="connsiteX507" fmla="*/ 318745 w 1550288"/>
                <a:gd name="connsiteY507" fmla="*/ 999532 h 2442948"/>
                <a:gd name="connsiteX508" fmla="*/ 323636 w 1550288"/>
                <a:gd name="connsiteY508" fmla="*/ 1004710 h 2442948"/>
                <a:gd name="connsiteX509" fmla="*/ 323636 w 1550288"/>
                <a:gd name="connsiteY509" fmla="*/ 1007155 h 2442948"/>
                <a:gd name="connsiteX510" fmla="*/ 321191 w 1550288"/>
                <a:gd name="connsiteY510" fmla="*/ 1009744 h 2442948"/>
                <a:gd name="connsiteX511" fmla="*/ 318745 w 1550288"/>
                <a:gd name="connsiteY511" fmla="*/ 1012477 h 2442948"/>
                <a:gd name="connsiteX512" fmla="*/ 318745 w 1550288"/>
                <a:gd name="connsiteY512" fmla="*/ 1014923 h 2442948"/>
                <a:gd name="connsiteX513" fmla="*/ 316156 w 1550288"/>
                <a:gd name="connsiteY513" fmla="*/ 1017368 h 2442948"/>
                <a:gd name="connsiteX514" fmla="*/ 318745 w 1550288"/>
                <a:gd name="connsiteY514" fmla="*/ 1017368 h 2442948"/>
                <a:gd name="connsiteX515" fmla="*/ 321191 w 1550288"/>
                <a:gd name="connsiteY515" fmla="*/ 1017368 h 2442948"/>
                <a:gd name="connsiteX516" fmla="*/ 323780 w 1550288"/>
                <a:gd name="connsiteY516" fmla="*/ 1014923 h 2442948"/>
                <a:gd name="connsiteX517" fmla="*/ 326369 w 1550288"/>
                <a:gd name="connsiteY517" fmla="*/ 1014923 h 2442948"/>
                <a:gd name="connsiteX518" fmla="*/ 326369 w 1550288"/>
                <a:gd name="connsiteY518" fmla="*/ 1012477 h 2442948"/>
                <a:gd name="connsiteX519" fmla="*/ 328814 w 1550288"/>
                <a:gd name="connsiteY519" fmla="*/ 1009744 h 2442948"/>
                <a:gd name="connsiteX520" fmla="*/ 328814 w 1550288"/>
                <a:gd name="connsiteY520" fmla="*/ 1007155 h 2442948"/>
                <a:gd name="connsiteX521" fmla="*/ 331403 w 1550288"/>
                <a:gd name="connsiteY521" fmla="*/ 1002265 h 2442948"/>
                <a:gd name="connsiteX522" fmla="*/ 328814 w 1550288"/>
                <a:gd name="connsiteY522" fmla="*/ 1014923 h 2442948"/>
                <a:gd name="connsiteX523" fmla="*/ 331403 w 1550288"/>
                <a:gd name="connsiteY523" fmla="*/ 1012477 h 2442948"/>
                <a:gd name="connsiteX524" fmla="*/ 333848 w 1550288"/>
                <a:gd name="connsiteY524" fmla="*/ 1004710 h 2442948"/>
                <a:gd name="connsiteX525" fmla="*/ 333848 w 1550288"/>
                <a:gd name="connsiteY525" fmla="*/ 1007155 h 2442948"/>
                <a:gd name="connsiteX526" fmla="*/ 331403 w 1550288"/>
                <a:gd name="connsiteY526" fmla="*/ 1017368 h 2442948"/>
                <a:gd name="connsiteX527" fmla="*/ 328814 w 1550288"/>
                <a:gd name="connsiteY527" fmla="*/ 1017368 h 2442948"/>
                <a:gd name="connsiteX528" fmla="*/ 326369 w 1550288"/>
                <a:gd name="connsiteY528" fmla="*/ 1017368 h 2442948"/>
                <a:gd name="connsiteX529" fmla="*/ 321191 w 1550288"/>
                <a:gd name="connsiteY529" fmla="*/ 1019957 h 2442948"/>
                <a:gd name="connsiteX530" fmla="*/ 321191 w 1550288"/>
                <a:gd name="connsiteY530" fmla="*/ 1022690 h 2442948"/>
                <a:gd name="connsiteX531" fmla="*/ 328814 w 1550288"/>
                <a:gd name="connsiteY531" fmla="*/ 1019957 h 2442948"/>
                <a:gd name="connsiteX532" fmla="*/ 326369 w 1550288"/>
                <a:gd name="connsiteY532" fmla="*/ 1022690 h 2442948"/>
                <a:gd name="connsiteX533" fmla="*/ 328814 w 1550288"/>
                <a:gd name="connsiteY533" fmla="*/ 1025135 h 2442948"/>
                <a:gd name="connsiteX534" fmla="*/ 331403 w 1550288"/>
                <a:gd name="connsiteY534" fmla="*/ 1022690 h 2442948"/>
                <a:gd name="connsiteX535" fmla="*/ 331403 w 1550288"/>
                <a:gd name="connsiteY535" fmla="*/ 1019957 h 2442948"/>
                <a:gd name="connsiteX536" fmla="*/ 333848 w 1550288"/>
                <a:gd name="connsiteY536" fmla="*/ 1019957 h 2442948"/>
                <a:gd name="connsiteX537" fmla="*/ 333848 w 1550288"/>
                <a:gd name="connsiteY537" fmla="*/ 1017368 h 2442948"/>
                <a:gd name="connsiteX538" fmla="*/ 336581 w 1550288"/>
                <a:gd name="connsiteY538" fmla="*/ 1017368 h 2442948"/>
                <a:gd name="connsiteX539" fmla="*/ 341616 w 1550288"/>
                <a:gd name="connsiteY539" fmla="*/ 1009744 h 2442948"/>
                <a:gd name="connsiteX540" fmla="*/ 341616 w 1550288"/>
                <a:gd name="connsiteY540" fmla="*/ 1012477 h 2442948"/>
                <a:gd name="connsiteX541" fmla="*/ 333848 w 1550288"/>
                <a:gd name="connsiteY541" fmla="*/ 1022690 h 2442948"/>
                <a:gd name="connsiteX542" fmla="*/ 331403 w 1550288"/>
                <a:gd name="connsiteY542" fmla="*/ 1025135 h 2442948"/>
                <a:gd name="connsiteX543" fmla="*/ 333848 w 1550288"/>
                <a:gd name="connsiteY543" fmla="*/ 1025135 h 2442948"/>
                <a:gd name="connsiteX544" fmla="*/ 336581 w 1550288"/>
                <a:gd name="connsiteY544" fmla="*/ 1022690 h 2442948"/>
                <a:gd name="connsiteX545" fmla="*/ 336581 w 1550288"/>
                <a:gd name="connsiteY545" fmla="*/ 1019957 h 2442948"/>
                <a:gd name="connsiteX546" fmla="*/ 339171 w 1550288"/>
                <a:gd name="connsiteY546" fmla="*/ 1019957 h 2442948"/>
                <a:gd name="connsiteX547" fmla="*/ 341616 w 1550288"/>
                <a:gd name="connsiteY547" fmla="*/ 1017368 h 2442948"/>
                <a:gd name="connsiteX548" fmla="*/ 344061 w 1550288"/>
                <a:gd name="connsiteY548" fmla="*/ 1009744 h 2442948"/>
                <a:gd name="connsiteX549" fmla="*/ 346794 w 1550288"/>
                <a:gd name="connsiteY549" fmla="*/ 1007155 h 2442948"/>
                <a:gd name="connsiteX550" fmla="*/ 346794 w 1550288"/>
                <a:gd name="connsiteY550" fmla="*/ 1002265 h 2442948"/>
                <a:gd name="connsiteX551" fmla="*/ 349239 w 1550288"/>
                <a:gd name="connsiteY551" fmla="*/ 1004710 h 2442948"/>
                <a:gd name="connsiteX552" fmla="*/ 346794 w 1550288"/>
                <a:gd name="connsiteY552" fmla="*/ 1012477 h 2442948"/>
                <a:gd name="connsiteX553" fmla="*/ 344061 w 1550288"/>
                <a:gd name="connsiteY553" fmla="*/ 1017368 h 2442948"/>
                <a:gd name="connsiteX554" fmla="*/ 339171 w 1550288"/>
                <a:gd name="connsiteY554" fmla="*/ 1022690 h 2442948"/>
                <a:gd name="connsiteX555" fmla="*/ 333848 w 1550288"/>
                <a:gd name="connsiteY555" fmla="*/ 1027580 h 2442948"/>
                <a:gd name="connsiteX556" fmla="*/ 333848 w 1550288"/>
                <a:gd name="connsiteY556" fmla="*/ 1030169 h 2442948"/>
                <a:gd name="connsiteX557" fmla="*/ 336581 w 1550288"/>
                <a:gd name="connsiteY557" fmla="*/ 1027580 h 2442948"/>
                <a:gd name="connsiteX558" fmla="*/ 341616 w 1550288"/>
                <a:gd name="connsiteY558" fmla="*/ 1022690 h 2442948"/>
                <a:gd name="connsiteX559" fmla="*/ 344061 w 1550288"/>
                <a:gd name="connsiteY559" fmla="*/ 1022690 h 2442948"/>
                <a:gd name="connsiteX560" fmla="*/ 341616 w 1550288"/>
                <a:gd name="connsiteY560" fmla="*/ 1025135 h 2442948"/>
                <a:gd name="connsiteX561" fmla="*/ 341616 w 1550288"/>
                <a:gd name="connsiteY561" fmla="*/ 1027580 h 2442948"/>
                <a:gd name="connsiteX562" fmla="*/ 333848 w 1550288"/>
                <a:gd name="connsiteY562" fmla="*/ 1035348 h 2442948"/>
                <a:gd name="connsiteX563" fmla="*/ 331403 w 1550288"/>
                <a:gd name="connsiteY563" fmla="*/ 1040382 h 2442948"/>
                <a:gd name="connsiteX564" fmla="*/ 328814 w 1550288"/>
                <a:gd name="connsiteY564" fmla="*/ 1042827 h 2442948"/>
                <a:gd name="connsiteX565" fmla="*/ 326369 w 1550288"/>
                <a:gd name="connsiteY565" fmla="*/ 1048005 h 2442948"/>
                <a:gd name="connsiteX566" fmla="*/ 328814 w 1550288"/>
                <a:gd name="connsiteY566" fmla="*/ 1050451 h 2442948"/>
                <a:gd name="connsiteX567" fmla="*/ 328814 w 1550288"/>
                <a:gd name="connsiteY567" fmla="*/ 1053040 h 2442948"/>
                <a:gd name="connsiteX568" fmla="*/ 331403 w 1550288"/>
                <a:gd name="connsiteY568" fmla="*/ 1053040 h 2442948"/>
                <a:gd name="connsiteX569" fmla="*/ 331403 w 1550288"/>
                <a:gd name="connsiteY569" fmla="*/ 1048005 h 2442948"/>
                <a:gd name="connsiteX570" fmla="*/ 331403 w 1550288"/>
                <a:gd name="connsiteY570" fmla="*/ 1045560 h 2442948"/>
                <a:gd name="connsiteX571" fmla="*/ 333848 w 1550288"/>
                <a:gd name="connsiteY571" fmla="*/ 1040382 h 2442948"/>
                <a:gd name="connsiteX572" fmla="*/ 339171 w 1550288"/>
                <a:gd name="connsiteY572" fmla="*/ 1032615 h 2442948"/>
                <a:gd name="connsiteX573" fmla="*/ 341616 w 1550288"/>
                <a:gd name="connsiteY573" fmla="*/ 1027580 h 2442948"/>
                <a:gd name="connsiteX574" fmla="*/ 344061 w 1550288"/>
                <a:gd name="connsiteY574" fmla="*/ 1027580 h 2442948"/>
                <a:gd name="connsiteX575" fmla="*/ 346794 w 1550288"/>
                <a:gd name="connsiteY575" fmla="*/ 1027580 h 2442948"/>
                <a:gd name="connsiteX576" fmla="*/ 346794 w 1550288"/>
                <a:gd name="connsiteY576" fmla="*/ 1025135 h 2442948"/>
                <a:gd name="connsiteX577" fmla="*/ 351828 w 1550288"/>
                <a:gd name="connsiteY577" fmla="*/ 1022690 h 2442948"/>
                <a:gd name="connsiteX578" fmla="*/ 357006 w 1550288"/>
                <a:gd name="connsiteY578" fmla="*/ 1019957 h 2442948"/>
                <a:gd name="connsiteX579" fmla="*/ 354273 w 1550288"/>
                <a:gd name="connsiteY579" fmla="*/ 1019957 h 2442948"/>
                <a:gd name="connsiteX580" fmla="*/ 354273 w 1550288"/>
                <a:gd name="connsiteY580" fmla="*/ 1017368 h 2442948"/>
                <a:gd name="connsiteX581" fmla="*/ 357006 w 1550288"/>
                <a:gd name="connsiteY581" fmla="*/ 1017368 h 2442948"/>
                <a:gd name="connsiteX582" fmla="*/ 357006 w 1550288"/>
                <a:gd name="connsiteY582" fmla="*/ 1014923 h 2442948"/>
                <a:gd name="connsiteX583" fmla="*/ 359452 w 1550288"/>
                <a:gd name="connsiteY583" fmla="*/ 1014923 h 2442948"/>
                <a:gd name="connsiteX584" fmla="*/ 367219 w 1550288"/>
                <a:gd name="connsiteY584" fmla="*/ 1009744 h 2442948"/>
                <a:gd name="connsiteX585" fmla="*/ 382466 w 1550288"/>
                <a:gd name="connsiteY585" fmla="*/ 994498 h 2442948"/>
                <a:gd name="connsiteX586" fmla="*/ 384911 w 1550288"/>
                <a:gd name="connsiteY586" fmla="*/ 994498 h 2442948"/>
                <a:gd name="connsiteX587" fmla="*/ 392678 w 1550288"/>
                <a:gd name="connsiteY587" fmla="*/ 994498 h 2442948"/>
                <a:gd name="connsiteX588" fmla="*/ 405336 w 1550288"/>
                <a:gd name="connsiteY588" fmla="*/ 994498 h 2442948"/>
                <a:gd name="connsiteX589" fmla="*/ 413103 w 1550288"/>
                <a:gd name="connsiteY589" fmla="*/ 994498 h 2442948"/>
                <a:gd name="connsiteX590" fmla="*/ 415549 w 1550288"/>
                <a:gd name="connsiteY590" fmla="*/ 992052 h 2442948"/>
                <a:gd name="connsiteX591" fmla="*/ 417994 w 1550288"/>
                <a:gd name="connsiteY591" fmla="*/ 992052 h 2442948"/>
                <a:gd name="connsiteX592" fmla="*/ 420727 w 1550288"/>
                <a:gd name="connsiteY592" fmla="*/ 992052 h 2442948"/>
                <a:gd name="connsiteX593" fmla="*/ 423172 w 1550288"/>
                <a:gd name="connsiteY593" fmla="*/ 992052 h 2442948"/>
                <a:gd name="connsiteX594" fmla="*/ 430939 w 1550288"/>
                <a:gd name="connsiteY594" fmla="*/ 994498 h 2442948"/>
                <a:gd name="connsiteX595" fmla="*/ 438419 w 1550288"/>
                <a:gd name="connsiteY595" fmla="*/ 994498 h 2442948"/>
                <a:gd name="connsiteX596" fmla="*/ 441152 w 1550288"/>
                <a:gd name="connsiteY596" fmla="*/ 994498 h 2442948"/>
                <a:gd name="connsiteX597" fmla="*/ 443597 w 1550288"/>
                <a:gd name="connsiteY597" fmla="*/ 992052 h 2442948"/>
                <a:gd name="connsiteX598" fmla="*/ 448631 w 1550288"/>
                <a:gd name="connsiteY598" fmla="*/ 986730 h 2442948"/>
                <a:gd name="connsiteX599" fmla="*/ 453810 w 1550288"/>
                <a:gd name="connsiteY599" fmla="*/ 984285 h 2442948"/>
                <a:gd name="connsiteX600" fmla="*/ 453810 w 1550288"/>
                <a:gd name="connsiteY600" fmla="*/ 986730 h 2442948"/>
                <a:gd name="connsiteX601" fmla="*/ 456399 w 1550288"/>
                <a:gd name="connsiteY601" fmla="*/ 986730 h 2442948"/>
                <a:gd name="connsiteX602" fmla="*/ 453810 w 1550288"/>
                <a:gd name="connsiteY602" fmla="*/ 989319 h 2442948"/>
                <a:gd name="connsiteX603" fmla="*/ 451364 w 1550288"/>
                <a:gd name="connsiteY603" fmla="*/ 989319 h 2442948"/>
                <a:gd name="connsiteX604" fmla="*/ 451364 w 1550288"/>
                <a:gd name="connsiteY604" fmla="*/ 992052 h 2442948"/>
                <a:gd name="connsiteX605" fmla="*/ 448631 w 1550288"/>
                <a:gd name="connsiteY605" fmla="*/ 994498 h 2442948"/>
                <a:gd name="connsiteX606" fmla="*/ 446186 w 1550288"/>
                <a:gd name="connsiteY606" fmla="*/ 994498 h 2442948"/>
                <a:gd name="connsiteX607" fmla="*/ 446186 w 1550288"/>
                <a:gd name="connsiteY607" fmla="*/ 996943 h 2442948"/>
                <a:gd name="connsiteX608" fmla="*/ 446186 w 1550288"/>
                <a:gd name="connsiteY608" fmla="*/ 999532 h 2442948"/>
                <a:gd name="connsiteX609" fmla="*/ 441152 w 1550288"/>
                <a:gd name="connsiteY609" fmla="*/ 996943 h 2442948"/>
                <a:gd name="connsiteX610" fmla="*/ 438419 w 1550288"/>
                <a:gd name="connsiteY610" fmla="*/ 996943 h 2442948"/>
                <a:gd name="connsiteX611" fmla="*/ 433384 w 1550288"/>
                <a:gd name="connsiteY611" fmla="*/ 1007155 h 2442948"/>
                <a:gd name="connsiteX612" fmla="*/ 430939 w 1550288"/>
                <a:gd name="connsiteY612" fmla="*/ 1009744 h 2442948"/>
                <a:gd name="connsiteX613" fmla="*/ 430939 w 1550288"/>
                <a:gd name="connsiteY613" fmla="*/ 1012477 h 2442948"/>
                <a:gd name="connsiteX614" fmla="*/ 430939 w 1550288"/>
                <a:gd name="connsiteY614" fmla="*/ 1017368 h 2442948"/>
                <a:gd name="connsiteX615" fmla="*/ 433384 w 1550288"/>
                <a:gd name="connsiteY615" fmla="*/ 1017368 h 2442948"/>
                <a:gd name="connsiteX616" fmla="*/ 438419 w 1550288"/>
                <a:gd name="connsiteY616" fmla="*/ 1019957 h 2442948"/>
                <a:gd name="connsiteX617" fmla="*/ 438419 w 1550288"/>
                <a:gd name="connsiteY617" fmla="*/ 1022690 h 2442948"/>
                <a:gd name="connsiteX618" fmla="*/ 441152 w 1550288"/>
                <a:gd name="connsiteY618" fmla="*/ 1022690 h 2442948"/>
                <a:gd name="connsiteX619" fmla="*/ 441152 w 1550288"/>
                <a:gd name="connsiteY619" fmla="*/ 1019957 h 2442948"/>
                <a:gd name="connsiteX620" fmla="*/ 441152 w 1550288"/>
                <a:gd name="connsiteY620" fmla="*/ 1017368 h 2442948"/>
                <a:gd name="connsiteX621" fmla="*/ 438419 w 1550288"/>
                <a:gd name="connsiteY621" fmla="*/ 1017368 h 2442948"/>
                <a:gd name="connsiteX622" fmla="*/ 441152 w 1550288"/>
                <a:gd name="connsiteY622" fmla="*/ 1014923 h 2442948"/>
                <a:gd name="connsiteX623" fmla="*/ 441152 w 1550288"/>
                <a:gd name="connsiteY623" fmla="*/ 1012477 h 2442948"/>
                <a:gd name="connsiteX624" fmla="*/ 446186 w 1550288"/>
                <a:gd name="connsiteY624" fmla="*/ 1012477 h 2442948"/>
                <a:gd name="connsiteX625" fmla="*/ 448631 w 1550288"/>
                <a:gd name="connsiteY625" fmla="*/ 1012477 h 2442948"/>
                <a:gd name="connsiteX626" fmla="*/ 451364 w 1550288"/>
                <a:gd name="connsiteY626" fmla="*/ 1009744 h 2442948"/>
                <a:gd name="connsiteX627" fmla="*/ 453810 w 1550288"/>
                <a:gd name="connsiteY627" fmla="*/ 1007155 h 2442948"/>
                <a:gd name="connsiteX628" fmla="*/ 461289 w 1550288"/>
                <a:gd name="connsiteY628" fmla="*/ 1002265 h 2442948"/>
                <a:gd name="connsiteX629" fmla="*/ 464022 w 1550288"/>
                <a:gd name="connsiteY629" fmla="*/ 999532 h 2442948"/>
                <a:gd name="connsiteX630" fmla="*/ 469056 w 1550288"/>
                <a:gd name="connsiteY630" fmla="*/ 999532 h 2442948"/>
                <a:gd name="connsiteX631" fmla="*/ 476824 w 1550288"/>
                <a:gd name="connsiteY631" fmla="*/ 996943 h 2442948"/>
                <a:gd name="connsiteX632" fmla="*/ 479269 w 1550288"/>
                <a:gd name="connsiteY632" fmla="*/ 994498 h 2442948"/>
                <a:gd name="connsiteX633" fmla="*/ 476824 w 1550288"/>
                <a:gd name="connsiteY633" fmla="*/ 994498 h 2442948"/>
                <a:gd name="connsiteX634" fmla="*/ 479269 w 1550288"/>
                <a:gd name="connsiteY634" fmla="*/ 992052 h 2442948"/>
                <a:gd name="connsiteX635" fmla="*/ 479269 w 1550288"/>
                <a:gd name="connsiteY635" fmla="*/ 989319 h 2442948"/>
                <a:gd name="connsiteX636" fmla="*/ 479269 w 1550288"/>
                <a:gd name="connsiteY636" fmla="*/ 981840 h 2442948"/>
                <a:gd name="connsiteX637" fmla="*/ 481714 w 1550288"/>
                <a:gd name="connsiteY637" fmla="*/ 979107 h 2442948"/>
                <a:gd name="connsiteX638" fmla="*/ 484447 w 1550288"/>
                <a:gd name="connsiteY638" fmla="*/ 976518 h 2442948"/>
                <a:gd name="connsiteX639" fmla="*/ 487036 w 1550288"/>
                <a:gd name="connsiteY639" fmla="*/ 974073 h 2442948"/>
                <a:gd name="connsiteX640" fmla="*/ 494660 w 1550288"/>
                <a:gd name="connsiteY640" fmla="*/ 974073 h 2442948"/>
                <a:gd name="connsiteX641" fmla="*/ 499694 w 1550288"/>
                <a:gd name="connsiteY641" fmla="*/ 976518 h 2442948"/>
                <a:gd name="connsiteX642" fmla="*/ 504872 w 1550288"/>
                <a:gd name="connsiteY642" fmla="*/ 976518 h 2442948"/>
                <a:gd name="connsiteX643" fmla="*/ 504872 w 1550288"/>
                <a:gd name="connsiteY643" fmla="*/ 974073 h 2442948"/>
                <a:gd name="connsiteX644" fmla="*/ 507461 w 1550288"/>
                <a:gd name="connsiteY644" fmla="*/ 976518 h 2442948"/>
                <a:gd name="connsiteX645" fmla="*/ 509906 w 1550288"/>
                <a:gd name="connsiteY645" fmla="*/ 976518 h 2442948"/>
                <a:gd name="connsiteX646" fmla="*/ 512352 w 1550288"/>
                <a:gd name="connsiteY646" fmla="*/ 976518 h 2442948"/>
                <a:gd name="connsiteX647" fmla="*/ 515085 w 1550288"/>
                <a:gd name="connsiteY647" fmla="*/ 976518 h 2442948"/>
                <a:gd name="connsiteX648" fmla="*/ 520119 w 1550288"/>
                <a:gd name="connsiteY648" fmla="*/ 976518 h 2442948"/>
                <a:gd name="connsiteX649" fmla="*/ 520119 w 1550288"/>
                <a:gd name="connsiteY649" fmla="*/ 984285 h 2442948"/>
                <a:gd name="connsiteX650" fmla="*/ 520119 w 1550288"/>
                <a:gd name="connsiteY650" fmla="*/ 986730 h 2442948"/>
                <a:gd name="connsiteX651" fmla="*/ 522564 w 1550288"/>
                <a:gd name="connsiteY651" fmla="*/ 986730 h 2442948"/>
                <a:gd name="connsiteX652" fmla="*/ 520119 w 1550288"/>
                <a:gd name="connsiteY652" fmla="*/ 984285 h 2442948"/>
                <a:gd name="connsiteX653" fmla="*/ 522564 w 1550288"/>
                <a:gd name="connsiteY653" fmla="*/ 979107 h 2442948"/>
                <a:gd name="connsiteX654" fmla="*/ 522564 w 1550288"/>
                <a:gd name="connsiteY654" fmla="*/ 976518 h 2442948"/>
                <a:gd name="connsiteX655" fmla="*/ 520119 w 1550288"/>
                <a:gd name="connsiteY655" fmla="*/ 974073 h 2442948"/>
                <a:gd name="connsiteX656" fmla="*/ 517530 w 1550288"/>
                <a:gd name="connsiteY656" fmla="*/ 971627 h 2442948"/>
                <a:gd name="connsiteX657" fmla="*/ 515085 w 1550288"/>
                <a:gd name="connsiteY657" fmla="*/ 971627 h 2442948"/>
                <a:gd name="connsiteX658" fmla="*/ 512352 w 1550288"/>
                <a:gd name="connsiteY658" fmla="*/ 971627 h 2442948"/>
                <a:gd name="connsiteX659" fmla="*/ 509906 w 1550288"/>
                <a:gd name="connsiteY659" fmla="*/ 966449 h 2442948"/>
                <a:gd name="connsiteX660" fmla="*/ 507461 w 1550288"/>
                <a:gd name="connsiteY660" fmla="*/ 966449 h 2442948"/>
                <a:gd name="connsiteX661" fmla="*/ 504872 w 1550288"/>
                <a:gd name="connsiteY661" fmla="*/ 963860 h 2442948"/>
                <a:gd name="connsiteX662" fmla="*/ 504872 w 1550288"/>
                <a:gd name="connsiteY662" fmla="*/ 961415 h 2442948"/>
                <a:gd name="connsiteX663" fmla="*/ 504872 w 1550288"/>
                <a:gd name="connsiteY663" fmla="*/ 958682 h 2442948"/>
                <a:gd name="connsiteX664" fmla="*/ 504872 w 1550288"/>
                <a:gd name="connsiteY664" fmla="*/ 953648 h 2442948"/>
                <a:gd name="connsiteX665" fmla="*/ 509906 w 1550288"/>
                <a:gd name="connsiteY665" fmla="*/ 956093 h 2442948"/>
                <a:gd name="connsiteX666" fmla="*/ 512352 w 1550288"/>
                <a:gd name="connsiteY666" fmla="*/ 956093 h 2442948"/>
                <a:gd name="connsiteX667" fmla="*/ 512352 w 1550288"/>
                <a:gd name="connsiteY667" fmla="*/ 953648 h 2442948"/>
                <a:gd name="connsiteX668" fmla="*/ 515085 w 1550288"/>
                <a:gd name="connsiteY668" fmla="*/ 953648 h 2442948"/>
                <a:gd name="connsiteX669" fmla="*/ 515085 w 1550288"/>
                <a:gd name="connsiteY669" fmla="*/ 951202 h 2442948"/>
                <a:gd name="connsiteX670" fmla="*/ 512352 w 1550288"/>
                <a:gd name="connsiteY670" fmla="*/ 951202 h 2442948"/>
                <a:gd name="connsiteX671" fmla="*/ 509906 w 1550288"/>
                <a:gd name="connsiteY671" fmla="*/ 951202 h 2442948"/>
                <a:gd name="connsiteX672" fmla="*/ 504872 w 1550288"/>
                <a:gd name="connsiteY672" fmla="*/ 951202 h 2442948"/>
                <a:gd name="connsiteX673" fmla="*/ 502139 w 1550288"/>
                <a:gd name="connsiteY673" fmla="*/ 948469 h 2442948"/>
                <a:gd name="connsiteX674" fmla="*/ 502139 w 1550288"/>
                <a:gd name="connsiteY674" fmla="*/ 951202 h 2442948"/>
                <a:gd name="connsiteX675" fmla="*/ 499694 w 1550288"/>
                <a:gd name="connsiteY675" fmla="*/ 951202 h 2442948"/>
                <a:gd name="connsiteX676" fmla="*/ 502139 w 1550288"/>
                <a:gd name="connsiteY676" fmla="*/ 943435 h 2442948"/>
                <a:gd name="connsiteX677" fmla="*/ 504872 w 1550288"/>
                <a:gd name="connsiteY677" fmla="*/ 940990 h 2442948"/>
                <a:gd name="connsiteX678" fmla="*/ 507461 w 1550288"/>
                <a:gd name="connsiteY678" fmla="*/ 935811 h 2442948"/>
                <a:gd name="connsiteX679" fmla="*/ 515085 w 1550288"/>
                <a:gd name="connsiteY679" fmla="*/ 928332 h 2442948"/>
                <a:gd name="connsiteX680" fmla="*/ 517530 w 1550288"/>
                <a:gd name="connsiteY680" fmla="*/ 928332 h 2442948"/>
                <a:gd name="connsiteX681" fmla="*/ 517530 w 1550288"/>
                <a:gd name="connsiteY681" fmla="*/ 925599 h 2442948"/>
                <a:gd name="connsiteX682" fmla="*/ 525297 w 1550288"/>
                <a:gd name="connsiteY682" fmla="*/ 940990 h 2442948"/>
                <a:gd name="connsiteX683" fmla="*/ 527742 w 1550288"/>
                <a:gd name="connsiteY683" fmla="*/ 946024 h 2442948"/>
                <a:gd name="connsiteX684" fmla="*/ 530332 w 1550288"/>
                <a:gd name="connsiteY684" fmla="*/ 951202 h 2442948"/>
                <a:gd name="connsiteX685" fmla="*/ 532777 w 1550288"/>
                <a:gd name="connsiteY685" fmla="*/ 956093 h 2442948"/>
                <a:gd name="connsiteX686" fmla="*/ 535222 w 1550288"/>
                <a:gd name="connsiteY686" fmla="*/ 963860 h 2442948"/>
                <a:gd name="connsiteX687" fmla="*/ 537955 w 1550288"/>
                <a:gd name="connsiteY687" fmla="*/ 979107 h 2442948"/>
                <a:gd name="connsiteX688" fmla="*/ 537955 w 1550288"/>
                <a:gd name="connsiteY688" fmla="*/ 992052 h 2442948"/>
                <a:gd name="connsiteX689" fmla="*/ 537955 w 1550288"/>
                <a:gd name="connsiteY689" fmla="*/ 1007155 h 2442948"/>
                <a:gd name="connsiteX690" fmla="*/ 537955 w 1550288"/>
                <a:gd name="connsiteY690" fmla="*/ 1009744 h 2442948"/>
                <a:gd name="connsiteX691" fmla="*/ 537955 w 1550288"/>
                <a:gd name="connsiteY691" fmla="*/ 1014923 h 2442948"/>
                <a:gd name="connsiteX692" fmla="*/ 537955 w 1550288"/>
                <a:gd name="connsiteY692" fmla="*/ 1017368 h 2442948"/>
                <a:gd name="connsiteX693" fmla="*/ 540544 w 1550288"/>
                <a:gd name="connsiteY693" fmla="*/ 1017368 h 2442948"/>
                <a:gd name="connsiteX694" fmla="*/ 542989 w 1550288"/>
                <a:gd name="connsiteY694" fmla="*/ 1019957 h 2442948"/>
                <a:gd name="connsiteX695" fmla="*/ 540544 w 1550288"/>
                <a:gd name="connsiteY695" fmla="*/ 1019957 h 2442948"/>
                <a:gd name="connsiteX696" fmla="*/ 540544 w 1550288"/>
                <a:gd name="connsiteY696" fmla="*/ 1022690 h 2442948"/>
                <a:gd name="connsiteX697" fmla="*/ 537955 w 1550288"/>
                <a:gd name="connsiteY697" fmla="*/ 1025135 h 2442948"/>
                <a:gd name="connsiteX698" fmla="*/ 535222 w 1550288"/>
                <a:gd name="connsiteY698" fmla="*/ 1032615 h 2442948"/>
                <a:gd name="connsiteX699" fmla="*/ 535222 w 1550288"/>
                <a:gd name="connsiteY699" fmla="*/ 1037793 h 2442948"/>
                <a:gd name="connsiteX700" fmla="*/ 535222 w 1550288"/>
                <a:gd name="connsiteY700" fmla="*/ 1040382 h 2442948"/>
                <a:gd name="connsiteX701" fmla="*/ 535222 w 1550288"/>
                <a:gd name="connsiteY701" fmla="*/ 1042827 h 2442948"/>
                <a:gd name="connsiteX702" fmla="*/ 535222 w 1550288"/>
                <a:gd name="connsiteY702" fmla="*/ 1053040 h 2442948"/>
                <a:gd name="connsiteX703" fmla="*/ 537955 w 1550288"/>
                <a:gd name="connsiteY703" fmla="*/ 1063252 h 2442948"/>
                <a:gd name="connsiteX704" fmla="*/ 540544 w 1550288"/>
                <a:gd name="connsiteY704" fmla="*/ 1073465 h 2442948"/>
                <a:gd name="connsiteX705" fmla="*/ 542989 w 1550288"/>
                <a:gd name="connsiteY705" fmla="*/ 1078643 h 2442948"/>
                <a:gd name="connsiteX706" fmla="*/ 545434 w 1550288"/>
                <a:gd name="connsiteY706" fmla="*/ 1083677 h 2442948"/>
                <a:gd name="connsiteX707" fmla="*/ 545434 w 1550288"/>
                <a:gd name="connsiteY707" fmla="*/ 1086410 h 2442948"/>
                <a:gd name="connsiteX708" fmla="*/ 550757 w 1550288"/>
                <a:gd name="connsiteY708" fmla="*/ 1096623 h 2442948"/>
                <a:gd name="connsiteX709" fmla="*/ 553202 w 1550288"/>
                <a:gd name="connsiteY709" fmla="*/ 1101513 h 2442948"/>
                <a:gd name="connsiteX710" fmla="*/ 555647 w 1550288"/>
                <a:gd name="connsiteY710" fmla="*/ 1104102 h 2442948"/>
                <a:gd name="connsiteX711" fmla="*/ 558380 w 1550288"/>
                <a:gd name="connsiteY711" fmla="*/ 1106835 h 2442948"/>
                <a:gd name="connsiteX712" fmla="*/ 560969 w 1550288"/>
                <a:gd name="connsiteY712" fmla="*/ 1104102 h 2442948"/>
                <a:gd name="connsiteX713" fmla="*/ 563414 w 1550288"/>
                <a:gd name="connsiteY713" fmla="*/ 1104102 h 2442948"/>
                <a:gd name="connsiteX714" fmla="*/ 560969 w 1550288"/>
                <a:gd name="connsiteY714" fmla="*/ 1106835 h 2442948"/>
                <a:gd name="connsiteX715" fmla="*/ 563414 w 1550288"/>
                <a:gd name="connsiteY715" fmla="*/ 1106835 h 2442948"/>
                <a:gd name="connsiteX716" fmla="*/ 563414 w 1550288"/>
                <a:gd name="connsiteY716" fmla="*/ 1109280 h 2442948"/>
                <a:gd name="connsiteX717" fmla="*/ 563414 w 1550288"/>
                <a:gd name="connsiteY717" fmla="*/ 1111726 h 2442948"/>
                <a:gd name="connsiteX718" fmla="*/ 565859 w 1550288"/>
                <a:gd name="connsiteY718" fmla="*/ 1114315 h 2442948"/>
                <a:gd name="connsiteX719" fmla="*/ 565859 w 1550288"/>
                <a:gd name="connsiteY719" fmla="*/ 1117048 h 2442948"/>
                <a:gd name="connsiteX720" fmla="*/ 568592 w 1550288"/>
                <a:gd name="connsiteY720" fmla="*/ 1117048 h 2442948"/>
                <a:gd name="connsiteX721" fmla="*/ 571038 w 1550288"/>
                <a:gd name="connsiteY721" fmla="*/ 1114315 h 2442948"/>
                <a:gd name="connsiteX722" fmla="*/ 571038 w 1550288"/>
                <a:gd name="connsiteY722" fmla="*/ 1111726 h 2442948"/>
                <a:gd name="connsiteX723" fmla="*/ 573627 w 1550288"/>
                <a:gd name="connsiteY723" fmla="*/ 1111726 h 2442948"/>
                <a:gd name="connsiteX724" fmla="*/ 573627 w 1550288"/>
                <a:gd name="connsiteY724" fmla="*/ 1109280 h 2442948"/>
                <a:gd name="connsiteX725" fmla="*/ 571038 w 1550288"/>
                <a:gd name="connsiteY725" fmla="*/ 1109280 h 2442948"/>
                <a:gd name="connsiteX726" fmla="*/ 571038 w 1550288"/>
                <a:gd name="connsiteY726" fmla="*/ 1106835 h 2442948"/>
                <a:gd name="connsiteX727" fmla="*/ 581394 w 1550288"/>
                <a:gd name="connsiteY727" fmla="*/ 1111726 h 2442948"/>
                <a:gd name="connsiteX728" fmla="*/ 583839 w 1550288"/>
                <a:gd name="connsiteY728" fmla="*/ 1111726 h 2442948"/>
                <a:gd name="connsiteX729" fmla="*/ 586285 w 1550288"/>
                <a:gd name="connsiteY729" fmla="*/ 1109280 h 2442948"/>
                <a:gd name="connsiteX730" fmla="*/ 586285 w 1550288"/>
                <a:gd name="connsiteY730" fmla="*/ 1106835 h 2442948"/>
                <a:gd name="connsiteX731" fmla="*/ 586285 w 1550288"/>
                <a:gd name="connsiteY731" fmla="*/ 1104102 h 2442948"/>
                <a:gd name="connsiteX732" fmla="*/ 583839 w 1550288"/>
                <a:gd name="connsiteY732" fmla="*/ 1104102 h 2442948"/>
                <a:gd name="connsiteX733" fmla="*/ 581394 w 1550288"/>
                <a:gd name="connsiteY733" fmla="*/ 1104102 h 2442948"/>
                <a:gd name="connsiteX734" fmla="*/ 578805 w 1550288"/>
                <a:gd name="connsiteY734" fmla="*/ 1101513 h 2442948"/>
                <a:gd name="connsiteX735" fmla="*/ 573627 w 1550288"/>
                <a:gd name="connsiteY735" fmla="*/ 1101513 h 2442948"/>
                <a:gd name="connsiteX736" fmla="*/ 571038 w 1550288"/>
                <a:gd name="connsiteY736" fmla="*/ 1101513 h 2442948"/>
                <a:gd name="connsiteX737" fmla="*/ 571038 w 1550288"/>
                <a:gd name="connsiteY737" fmla="*/ 1099068 h 2442948"/>
                <a:gd name="connsiteX738" fmla="*/ 568592 w 1550288"/>
                <a:gd name="connsiteY738" fmla="*/ 1101513 h 2442948"/>
                <a:gd name="connsiteX739" fmla="*/ 565859 w 1550288"/>
                <a:gd name="connsiteY739" fmla="*/ 1101513 h 2442948"/>
                <a:gd name="connsiteX740" fmla="*/ 563414 w 1550288"/>
                <a:gd name="connsiteY740" fmla="*/ 1101513 h 2442948"/>
                <a:gd name="connsiteX741" fmla="*/ 565859 w 1550288"/>
                <a:gd name="connsiteY741" fmla="*/ 1099068 h 2442948"/>
                <a:gd name="connsiteX742" fmla="*/ 568592 w 1550288"/>
                <a:gd name="connsiteY742" fmla="*/ 1096623 h 2442948"/>
                <a:gd name="connsiteX743" fmla="*/ 571038 w 1550288"/>
                <a:gd name="connsiteY743" fmla="*/ 1093890 h 2442948"/>
                <a:gd name="connsiteX744" fmla="*/ 573627 w 1550288"/>
                <a:gd name="connsiteY744" fmla="*/ 1093890 h 2442948"/>
                <a:gd name="connsiteX745" fmla="*/ 576072 w 1550288"/>
                <a:gd name="connsiteY745" fmla="*/ 1093890 h 2442948"/>
                <a:gd name="connsiteX746" fmla="*/ 576072 w 1550288"/>
                <a:gd name="connsiteY746" fmla="*/ 1096623 h 2442948"/>
                <a:gd name="connsiteX747" fmla="*/ 578805 w 1550288"/>
                <a:gd name="connsiteY747" fmla="*/ 1093890 h 2442948"/>
                <a:gd name="connsiteX748" fmla="*/ 578805 w 1550288"/>
                <a:gd name="connsiteY748" fmla="*/ 1096623 h 2442948"/>
                <a:gd name="connsiteX749" fmla="*/ 581394 w 1550288"/>
                <a:gd name="connsiteY749" fmla="*/ 1099068 h 2442948"/>
                <a:gd name="connsiteX750" fmla="*/ 581394 w 1550288"/>
                <a:gd name="connsiteY750" fmla="*/ 1096623 h 2442948"/>
                <a:gd name="connsiteX751" fmla="*/ 581394 w 1550288"/>
                <a:gd name="connsiteY751" fmla="*/ 1093890 h 2442948"/>
                <a:gd name="connsiteX752" fmla="*/ 583839 w 1550288"/>
                <a:gd name="connsiteY752" fmla="*/ 1096623 h 2442948"/>
                <a:gd name="connsiteX753" fmla="*/ 583839 w 1550288"/>
                <a:gd name="connsiteY753" fmla="*/ 1099068 h 2442948"/>
                <a:gd name="connsiteX754" fmla="*/ 589017 w 1550288"/>
                <a:gd name="connsiteY754" fmla="*/ 1101513 h 2442948"/>
                <a:gd name="connsiteX755" fmla="*/ 589017 w 1550288"/>
                <a:gd name="connsiteY755" fmla="*/ 1099068 h 2442948"/>
                <a:gd name="connsiteX756" fmla="*/ 586285 w 1550288"/>
                <a:gd name="connsiteY756" fmla="*/ 1096623 h 2442948"/>
                <a:gd name="connsiteX757" fmla="*/ 583839 w 1550288"/>
                <a:gd name="connsiteY757" fmla="*/ 1093890 h 2442948"/>
                <a:gd name="connsiteX758" fmla="*/ 583839 w 1550288"/>
                <a:gd name="connsiteY758" fmla="*/ 1091301 h 2442948"/>
                <a:gd name="connsiteX759" fmla="*/ 586285 w 1550288"/>
                <a:gd name="connsiteY759" fmla="*/ 1091301 h 2442948"/>
                <a:gd name="connsiteX760" fmla="*/ 586285 w 1550288"/>
                <a:gd name="connsiteY760" fmla="*/ 1088855 h 2442948"/>
                <a:gd name="connsiteX761" fmla="*/ 589017 w 1550288"/>
                <a:gd name="connsiteY761" fmla="*/ 1088855 h 2442948"/>
                <a:gd name="connsiteX762" fmla="*/ 589017 w 1550288"/>
                <a:gd name="connsiteY762" fmla="*/ 1086410 h 2442948"/>
                <a:gd name="connsiteX763" fmla="*/ 586285 w 1550288"/>
                <a:gd name="connsiteY763" fmla="*/ 1086410 h 2442948"/>
                <a:gd name="connsiteX764" fmla="*/ 581394 w 1550288"/>
                <a:gd name="connsiteY764" fmla="*/ 1083677 h 2442948"/>
                <a:gd name="connsiteX765" fmla="*/ 578805 w 1550288"/>
                <a:gd name="connsiteY765" fmla="*/ 1083677 h 2442948"/>
                <a:gd name="connsiteX766" fmla="*/ 581394 w 1550288"/>
                <a:gd name="connsiteY766" fmla="*/ 1081088 h 2442948"/>
                <a:gd name="connsiteX767" fmla="*/ 583839 w 1550288"/>
                <a:gd name="connsiteY767" fmla="*/ 1081088 h 2442948"/>
                <a:gd name="connsiteX768" fmla="*/ 586285 w 1550288"/>
                <a:gd name="connsiteY768" fmla="*/ 1076198 h 2442948"/>
                <a:gd name="connsiteX769" fmla="*/ 589017 w 1550288"/>
                <a:gd name="connsiteY769" fmla="*/ 1073465 h 2442948"/>
                <a:gd name="connsiteX770" fmla="*/ 591463 w 1550288"/>
                <a:gd name="connsiteY770" fmla="*/ 1073465 h 2442948"/>
                <a:gd name="connsiteX771" fmla="*/ 591463 w 1550288"/>
                <a:gd name="connsiteY771" fmla="*/ 1076198 h 2442948"/>
                <a:gd name="connsiteX772" fmla="*/ 594052 w 1550288"/>
                <a:gd name="connsiteY772" fmla="*/ 1076198 h 2442948"/>
                <a:gd name="connsiteX773" fmla="*/ 594052 w 1550288"/>
                <a:gd name="connsiteY773" fmla="*/ 1073465 h 2442948"/>
                <a:gd name="connsiteX774" fmla="*/ 596497 w 1550288"/>
                <a:gd name="connsiteY774" fmla="*/ 1073465 h 2442948"/>
                <a:gd name="connsiteX775" fmla="*/ 601675 w 1550288"/>
                <a:gd name="connsiteY775" fmla="*/ 1073465 h 2442948"/>
                <a:gd name="connsiteX776" fmla="*/ 604264 w 1550288"/>
                <a:gd name="connsiteY776" fmla="*/ 1073465 h 2442948"/>
                <a:gd name="connsiteX777" fmla="*/ 604264 w 1550288"/>
                <a:gd name="connsiteY777" fmla="*/ 1076198 h 2442948"/>
                <a:gd name="connsiteX778" fmla="*/ 604264 w 1550288"/>
                <a:gd name="connsiteY778" fmla="*/ 1081088 h 2442948"/>
                <a:gd name="connsiteX779" fmla="*/ 604264 w 1550288"/>
                <a:gd name="connsiteY779" fmla="*/ 1083677 h 2442948"/>
                <a:gd name="connsiteX780" fmla="*/ 606710 w 1550288"/>
                <a:gd name="connsiteY780" fmla="*/ 1083677 h 2442948"/>
                <a:gd name="connsiteX781" fmla="*/ 609155 w 1550288"/>
                <a:gd name="connsiteY781" fmla="*/ 1081088 h 2442948"/>
                <a:gd name="connsiteX782" fmla="*/ 609155 w 1550288"/>
                <a:gd name="connsiteY782" fmla="*/ 1078643 h 2442948"/>
                <a:gd name="connsiteX783" fmla="*/ 611888 w 1550288"/>
                <a:gd name="connsiteY783" fmla="*/ 1078643 h 2442948"/>
                <a:gd name="connsiteX784" fmla="*/ 609155 w 1550288"/>
                <a:gd name="connsiteY784" fmla="*/ 1076198 h 2442948"/>
                <a:gd name="connsiteX785" fmla="*/ 609155 w 1550288"/>
                <a:gd name="connsiteY785" fmla="*/ 1073465 h 2442948"/>
                <a:gd name="connsiteX786" fmla="*/ 606710 w 1550288"/>
                <a:gd name="connsiteY786" fmla="*/ 1073465 h 2442948"/>
                <a:gd name="connsiteX787" fmla="*/ 604264 w 1550288"/>
                <a:gd name="connsiteY787" fmla="*/ 1070876 h 2442948"/>
                <a:gd name="connsiteX788" fmla="*/ 601675 w 1550288"/>
                <a:gd name="connsiteY788" fmla="*/ 1070876 h 2442948"/>
                <a:gd name="connsiteX789" fmla="*/ 596497 w 1550288"/>
                <a:gd name="connsiteY789" fmla="*/ 1068430 h 2442948"/>
                <a:gd name="connsiteX790" fmla="*/ 596497 w 1550288"/>
                <a:gd name="connsiteY790" fmla="*/ 1065985 h 2442948"/>
                <a:gd name="connsiteX791" fmla="*/ 594052 w 1550288"/>
                <a:gd name="connsiteY791" fmla="*/ 1065985 h 2442948"/>
                <a:gd name="connsiteX792" fmla="*/ 596497 w 1550288"/>
                <a:gd name="connsiteY792" fmla="*/ 1060807 h 2442948"/>
                <a:gd name="connsiteX793" fmla="*/ 599230 w 1550288"/>
                <a:gd name="connsiteY793" fmla="*/ 1058218 h 2442948"/>
                <a:gd name="connsiteX794" fmla="*/ 601675 w 1550288"/>
                <a:gd name="connsiteY794" fmla="*/ 1055773 h 2442948"/>
                <a:gd name="connsiteX795" fmla="*/ 601675 w 1550288"/>
                <a:gd name="connsiteY795" fmla="*/ 1058218 h 2442948"/>
                <a:gd name="connsiteX796" fmla="*/ 601675 w 1550288"/>
                <a:gd name="connsiteY796" fmla="*/ 1060807 h 2442948"/>
                <a:gd name="connsiteX797" fmla="*/ 599230 w 1550288"/>
                <a:gd name="connsiteY797" fmla="*/ 1063252 h 2442948"/>
                <a:gd name="connsiteX798" fmla="*/ 604264 w 1550288"/>
                <a:gd name="connsiteY798" fmla="*/ 1065985 h 2442948"/>
                <a:gd name="connsiteX799" fmla="*/ 604264 w 1550288"/>
                <a:gd name="connsiteY799" fmla="*/ 1063252 h 2442948"/>
                <a:gd name="connsiteX800" fmla="*/ 606710 w 1550288"/>
                <a:gd name="connsiteY800" fmla="*/ 1063252 h 2442948"/>
                <a:gd name="connsiteX801" fmla="*/ 609155 w 1550288"/>
                <a:gd name="connsiteY801" fmla="*/ 1058218 h 2442948"/>
                <a:gd name="connsiteX802" fmla="*/ 611888 w 1550288"/>
                <a:gd name="connsiteY802" fmla="*/ 1058218 h 2442948"/>
                <a:gd name="connsiteX803" fmla="*/ 611888 w 1550288"/>
                <a:gd name="connsiteY803" fmla="*/ 1055773 h 2442948"/>
                <a:gd name="connsiteX804" fmla="*/ 614477 w 1550288"/>
                <a:gd name="connsiteY804" fmla="*/ 1053040 h 2442948"/>
                <a:gd name="connsiteX805" fmla="*/ 619367 w 1550288"/>
                <a:gd name="connsiteY805" fmla="*/ 1050451 h 2442948"/>
                <a:gd name="connsiteX806" fmla="*/ 622100 w 1550288"/>
                <a:gd name="connsiteY806" fmla="*/ 1050451 h 2442948"/>
                <a:gd name="connsiteX807" fmla="*/ 624689 w 1550288"/>
                <a:gd name="connsiteY807" fmla="*/ 1050451 h 2442948"/>
                <a:gd name="connsiteX808" fmla="*/ 627135 w 1550288"/>
                <a:gd name="connsiteY808" fmla="*/ 1048005 h 2442948"/>
                <a:gd name="connsiteX809" fmla="*/ 627135 w 1550288"/>
                <a:gd name="connsiteY809" fmla="*/ 1050451 h 2442948"/>
                <a:gd name="connsiteX810" fmla="*/ 629580 w 1550288"/>
                <a:gd name="connsiteY810" fmla="*/ 1050451 h 2442948"/>
                <a:gd name="connsiteX811" fmla="*/ 629580 w 1550288"/>
                <a:gd name="connsiteY811" fmla="*/ 1048005 h 2442948"/>
                <a:gd name="connsiteX812" fmla="*/ 629580 w 1550288"/>
                <a:gd name="connsiteY812" fmla="*/ 1045560 h 2442948"/>
                <a:gd name="connsiteX813" fmla="*/ 624689 w 1550288"/>
                <a:gd name="connsiteY813" fmla="*/ 1048005 h 2442948"/>
                <a:gd name="connsiteX814" fmla="*/ 622100 w 1550288"/>
                <a:gd name="connsiteY814" fmla="*/ 1048005 h 2442948"/>
                <a:gd name="connsiteX815" fmla="*/ 622100 w 1550288"/>
                <a:gd name="connsiteY815" fmla="*/ 1045560 h 2442948"/>
                <a:gd name="connsiteX816" fmla="*/ 622100 w 1550288"/>
                <a:gd name="connsiteY816" fmla="*/ 1042827 h 2442948"/>
                <a:gd name="connsiteX817" fmla="*/ 619367 w 1550288"/>
                <a:gd name="connsiteY817" fmla="*/ 1042827 h 2442948"/>
                <a:gd name="connsiteX818" fmla="*/ 616922 w 1550288"/>
                <a:gd name="connsiteY818" fmla="*/ 1042827 h 2442948"/>
                <a:gd name="connsiteX819" fmla="*/ 614477 w 1550288"/>
                <a:gd name="connsiteY819" fmla="*/ 1040382 h 2442948"/>
                <a:gd name="connsiteX820" fmla="*/ 611888 w 1550288"/>
                <a:gd name="connsiteY820" fmla="*/ 1042827 h 2442948"/>
                <a:gd name="connsiteX821" fmla="*/ 611888 w 1550288"/>
                <a:gd name="connsiteY821" fmla="*/ 1045560 h 2442948"/>
                <a:gd name="connsiteX822" fmla="*/ 609155 w 1550288"/>
                <a:gd name="connsiteY822" fmla="*/ 1045560 h 2442948"/>
                <a:gd name="connsiteX823" fmla="*/ 609155 w 1550288"/>
                <a:gd name="connsiteY823" fmla="*/ 1048005 h 2442948"/>
                <a:gd name="connsiteX824" fmla="*/ 604264 w 1550288"/>
                <a:gd name="connsiteY824" fmla="*/ 1048005 h 2442948"/>
                <a:gd name="connsiteX825" fmla="*/ 604264 w 1550288"/>
                <a:gd name="connsiteY825" fmla="*/ 1045560 h 2442948"/>
                <a:gd name="connsiteX826" fmla="*/ 606710 w 1550288"/>
                <a:gd name="connsiteY826" fmla="*/ 1045560 h 2442948"/>
                <a:gd name="connsiteX827" fmla="*/ 606710 w 1550288"/>
                <a:gd name="connsiteY827" fmla="*/ 1042827 h 2442948"/>
                <a:gd name="connsiteX828" fmla="*/ 606710 w 1550288"/>
                <a:gd name="connsiteY828" fmla="*/ 1040382 h 2442948"/>
                <a:gd name="connsiteX829" fmla="*/ 606710 w 1550288"/>
                <a:gd name="connsiteY829" fmla="*/ 1037793 h 2442948"/>
                <a:gd name="connsiteX830" fmla="*/ 609155 w 1550288"/>
                <a:gd name="connsiteY830" fmla="*/ 1037793 h 2442948"/>
                <a:gd name="connsiteX831" fmla="*/ 611888 w 1550288"/>
                <a:gd name="connsiteY831" fmla="*/ 1037793 h 2442948"/>
                <a:gd name="connsiteX832" fmla="*/ 611888 w 1550288"/>
                <a:gd name="connsiteY832" fmla="*/ 1035348 h 2442948"/>
                <a:gd name="connsiteX833" fmla="*/ 619367 w 1550288"/>
                <a:gd name="connsiteY833" fmla="*/ 1032615 h 2442948"/>
                <a:gd name="connsiteX834" fmla="*/ 619367 w 1550288"/>
                <a:gd name="connsiteY834" fmla="*/ 1035348 h 2442948"/>
                <a:gd name="connsiteX835" fmla="*/ 616922 w 1550288"/>
                <a:gd name="connsiteY835" fmla="*/ 1037793 h 2442948"/>
                <a:gd name="connsiteX836" fmla="*/ 616922 w 1550288"/>
                <a:gd name="connsiteY836" fmla="*/ 1040382 h 2442948"/>
                <a:gd name="connsiteX837" fmla="*/ 619367 w 1550288"/>
                <a:gd name="connsiteY837" fmla="*/ 1040382 h 2442948"/>
                <a:gd name="connsiteX838" fmla="*/ 622100 w 1550288"/>
                <a:gd name="connsiteY838" fmla="*/ 1040382 h 2442948"/>
                <a:gd name="connsiteX839" fmla="*/ 619367 w 1550288"/>
                <a:gd name="connsiteY839" fmla="*/ 1037793 h 2442948"/>
                <a:gd name="connsiteX840" fmla="*/ 622100 w 1550288"/>
                <a:gd name="connsiteY840" fmla="*/ 1037793 h 2442948"/>
                <a:gd name="connsiteX841" fmla="*/ 624689 w 1550288"/>
                <a:gd name="connsiteY841" fmla="*/ 1035348 h 2442948"/>
                <a:gd name="connsiteX842" fmla="*/ 627135 w 1550288"/>
                <a:gd name="connsiteY842" fmla="*/ 1035348 h 2442948"/>
                <a:gd name="connsiteX843" fmla="*/ 629580 w 1550288"/>
                <a:gd name="connsiteY843" fmla="*/ 1037793 h 2442948"/>
                <a:gd name="connsiteX844" fmla="*/ 634902 w 1550288"/>
                <a:gd name="connsiteY844" fmla="*/ 1040382 h 2442948"/>
                <a:gd name="connsiteX845" fmla="*/ 632313 w 1550288"/>
                <a:gd name="connsiteY845" fmla="*/ 1045560 h 2442948"/>
                <a:gd name="connsiteX846" fmla="*/ 634902 w 1550288"/>
                <a:gd name="connsiteY846" fmla="*/ 1045560 h 2442948"/>
                <a:gd name="connsiteX847" fmla="*/ 637347 w 1550288"/>
                <a:gd name="connsiteY847" fmla="*/ 1042827 h 2442948"/>
                <a:gd name="connsiteX848" fmla="*/ 639792 w 1550288"/>
                <a:gd name="connsiteY848" fmla="*/ 1042827 h 2442948"/>
                <a:gd name="connsiteX849" fmla="*/ 639792 w 1550288"/>
                <a:gd name="connsiteY849" fmla="*/ 1045560 h 2442948"/>
                <a:gd name="connsiteX850" fmla="*/ 642525 w 1550288"/>
                <a:gd name="connsiteY850" fmla="*/ 1045560 h 2442948"/>
                <a:gd name="connsiteX851" fmla="*/ 642525 w 1550288"/>
                <a:gd name="connsiteY851" fmla="*/ 1042827 h 2442948"/>
                <a:gd name="connsiteX852" fmla="*/ 642525 w 1550288"/>
                <a:gd name="connsiteY852" fmla="*/ 1040382 h 2442948"/>
                <a:gd name="connsiteX853" fmla="*/ 637347 w 1550288"/>
                <a:gd name="connsiteY853" fmla="*/ 1037793 h 2442948"/>
                <a:gd name="connsiteX854" fmla="*/ 639792 w 1550288"/>
                <a:gd name="connsiteY854" fmla="*/ 1037793 h 2442948"/>
                <a:gd name="connsiteX855" fmla="*/ 639792 w 1550288"/>
                <a:gd name="connsiteY855" fmla="*/ 1035348 h 2442948"/>
                <a:gd name="connsiteX856" fmla="*/ 637347 w 1550288"/>
                <a:gd name="connsiteY856" fmla="*/ 1032615 h 2442948"/>
                <a:gd name="connsiteX857" fmla="*/ 634902 w 1550288"/>
                <a:gd name="connsiteY857" fmla="*/ 1035348 h 2442948"/>
                <a:gd name="connsiteX858" fmla="*/ 632313 w 1550288"/>
                <a:gd name="connsiteY858" fmla="*/ 1035348 h 2442948"/>
                <a:gd name="connsiteX859" fmla="*/ 634902 w 1550288"/>
                <a:gd name="connsiteY859" fmla="*/ 1032615 h 2442948"/>
                <a:gd name="connsiteX860" fmla="*/ 632313 w 1550288"/>
                <a:gd name="connsiteY860" fmla="*/ 1030169 h 2442948"/>
                <a:gd name="connsiteX861" fmla="*/ 634902 w 1550288"/>
                <a:gd name="connsiteY861" fmla="*/ 1027580 h 2442948"/>
                <a:gd name="connsiteX862" fmla="*/ 634902 w 1550288"/>
                <a:gd name="connsiteY862" fmla="*/ 1025135 h 2442948"/>
                <a:gd name="connsiteX863" fmla="*/ 634902 w 1550288"/>
                <a:gd name="connsiteY863" fmla="*/ 1022690 h 2442948"/>
                <a:gd name="connsiteX864" fmla="*/ 637347 w 1550288"/>
                <a:gd name="connsiteY864" fmla="*/ 1022690 h 2442948"/>
                <a:gd name="connsiteX865" fmla="*/ 645114 w 1550288"/>
                <a:gd name="connsiteY865" fmla="*/ 1025135 h 2442948"/>
                <a:gd name="connsiteX866" fmla="*/ 637347 w 1550288"/>
                <a:gd name="connsiteY866" fmla="*/ 1030169 h 2442948"/>
                <a:gd name="connsiteX867" fmla="*/ 639792 w 1550288"/>
                <a:gd name="connsiteY867" fmla="*/ 1030169 h 2442948"/>
                <a:gd name="connsiteX868" fmla="*/ 642525 w 1550288"/>
                <a:gd name="connsiteY868" fmla="*/ 1030169 h 2442948"/>
                <a:gd name="connsiteX869" fmla="*/ 642525 w 1550288"/>
                <a:gd name="connsiteY869" fmla="*/ 1032615 h 2442948"/>
                <a:gd name="connsiteX870" fmla="*/ 645114 w 1550288"/>
                <a:gd name="connsiteY870" fmla="*/ 1032615 h 2442948"/>
                <a:gd name="connsiteX871" fmla="*/ 647560 w 1550288"/>
                <a:gd name="connsiteY871" fmla="*/ 1032615 h 2442948"/>
                <a:gd name="connsiteX872" fmla="*/ 647560 w 1550288"/>
                <a:gd name="connsiteY872" fmla="*/ 1035348 h 2442948"/>
                <a:gd name="connsiteX873" fmla="*/ 645114 w 1550288"/>
                <a:gd name="connsiteY873" fmla="*/ 1035348 h 2442948"/>
                <a:gd name="connsiteX874" fmla="*/ 645114 w 1550288"/>
                <a:gd name="connsiteY874" fmla="*/ 1037793 h 2442948"/>
                <a:gd name="connsiteX875" fmla="*/ 647560 w 1550288"/>
                <a:gd name="connsiteY875" fmla="*/ 1042827 h 2442948"/>
                <a:gd name="connsiteX876" fmla="*/ 645114 w 1550288"/>
                <a:gd name="connsiteY876" fmla="*/ 1045560 h 2442948"/>
                <a:gd name="connsiteX877" fmla="*/ 645114 w 1550288"/>
                <a:gd name="connsiteY877" fmla="*/ 1048005 h 2442948"/>
                <a:gd name="connsiteX878" fmla="*/ 642525 w 1550288"/>
                <a:gd name="connsiteY878" fmla="*/ 1048005 h 2442948"/>
                <a:gd name="connsiteX879" fmla="*/ 639792 w 1550288"/>
                <a:gd name="connsiteY879" fmla="*/ 1048005 h 2442948"/>
                <a:gd name="connsiteX880" fmla="*/ 637347 w 1550288"/>
                <a:gd name="connsiteY880" fmla="*/ 1048005 h 2442948"/>
                <a:gd name="connsiteX881" fmla="*/ 637347 w 1550288"/>
                <a:gd name="connsiteY881" fmla="*/ 1050450 h 2442948"/>
                <a:gd name="connsiteX882" fmla="*/ 637347 w 1550288"/>
                <a:gd name="connsiteY882" fmla="*/ 1050451 h 2442948"/>
                <a:gd name="connsiteX883" fmla="*/ 637347 w 1550288"/>
                <a:gd name="connsiteY883" fmla="*/ 1053040 h 2442948"/>
                <a:gd name="connsiteX884" fmla="*/ 634902 w 1550288"/>
                <a:gd name="connsiteY884" fmla="*/ 1053040 h 2442948"/>
                <a:gd name="connsiteX885" fmla="*/ 634902 w 1550288"/>
                <a:gd name="connsiteY885" fmla="*/ 1055773 h 2442948"/>
                <a:gd name="connsiteX886" fmla="*/ 637347 w 1550288"/>
                <a:gd name="connsiteY886" fmla="*/ 1055773 h 2442948"/>
                <a:gd name="connsiteX887" fmla="*/ 634902 w 1550288"/>
                <a:gd name="connsiteY887" fmla="*/ 1060807 h 2442948"/>
                <a:gd name="connsiteX888" fmla="*/ 634902 w 1550288"/>
                <a:gd name="connsiteY888" fmla="*/ 1058218 h 2442948"/>
                <a:gd name="connsiteX889" fmla="*/ 632313 w 1550288"/>
                <a:gd name="connsiteY889" fmla="*/ 1058218 h 2442948"/>
                <a:gd name="connsiteX890" fmla="*/ 632313 w 1550288"/>
                <a:gd name="connsiteY890" fmla="*/ 1060807 h 2442948"/>
                <a:gd name="connsiteX891" fmla="*/ 634902 w 1550288"/>
                <a:gd name="connsiteY891" fmla="*/ 1060807 h 2442948"/>
                <a:gd name="connsiteX892" fmla="*/ 634902 w 1550288"/>
                <a:gd name="connsiteY892" fmla="*/ 1065985 h 2442948"/>
                <a:gd name="connsiteX893" fmla="*/ 634902 w 1550288"/>
                <a:gd name="connsiteY893" fmla="*/ 1068430 h 2442948"/>
                <a:gd name="connsiteX894" fmla="*/ 632313 w 1550288"/>
                <a:gd name="connsiteY894" fmla="*/ 1070876 h 2442948"/>
                <a:gd name="connsiteX895" fmla="*/ 629580 w 1550288"/>
                <a:gd name="connsiteY895" fmla="*/ 1070876 h 2442948"/>
                <a:gd name="connsiteX896" fmla="*/ 629580 w 1550288"/>
                <a:gd name="connsiteY896" fmla="*/ 1073465 h 2442948"/>
                <a:gd name="connsiteX897" fmla="*/ 627135 w 1550288"/>
                <a:gd name="connsiteY897" fmla="*/ 1081088 h 2442948"/>
                <a:gd name="connsiteX898" fmla="*/ 627135 w 1550288"/>
                <a:gd name="connsiteY898" fmla="*/ 1083677 h 2442948"/>
                <a:gd name="connsiteX899" fmla="*/ 627135 w 1550288"/>
                <a:gd name="connsiteY899" fmla="*/ 1086410 h 2442948"/>
                <a:gd name="connsiteX900" fmla="*/ 629580 w 1550288"/>
                <a:gd name="connsiteY900" fmla="*/ 1086410 h 2442948"/>
                <a:gd name="connsiteX901" fmla="*/ 639792 w 1550288"/>
                <a:gd name="connsiteY901" fmla="*/ 1086410 h 2442948"/>
                <a:gd name="connsiteX902" fmla="*/ 642525 w 1550288"/>
                <a:gd name="connsiteY902" fmla="*/ 1088855 h 2442948"/>
                <a:gd name="connsiteX903" fmla="*/ 642525 w 1550288"/>
                <a:gd name="connsiteY903" fmla="*/ 1091301 h 2442948"/>
                <a:gd name="connsiteX904" fmla="*/ 642525 w 1550288"/>
                <a:gd name="connsiteY904" fmla="*/ 1093890 h 2442948"/>
                <a:gd name="connsiteX905" fmla="*/ 634902 w 1550288"/>
                <a:gd name="connsiteY905" fmla="*/ 1099068 h 2442948"/>
                <a:gd name="connsiteX906" fmla="*/ 629580 w 1550288"/>
                <a:gd name="connsiteY906" fmla="*/ 1104102 h 2442948"/>
                <a:gd name="connsiteX907" fmla="*/ 624689 w 1550288"/>
                <a:gd name="connsiteY907" fmla="*/ 1106835 h 2442948"/>
                <a:gd name="connsiteX908" fmla="*/ 619367 w 1550288"/>
                <a:gd name="connsiteY908" fmla="*/ 1111726 h 2442948"/>
                <a:gd name="connsiteX909" fmla="*/ 616922 w 1550288"/>
                <a:gd name="connsiteY909" fmla="*/ 1117048 h 2442948"/>
                <a:gd name="connsiteX910" fmla="*/ 614477 w 1550288"/>
                <a:gd name="connsiteY910" fmla="*/ 1121938 h 2442948"/>
                <a:gd name="connsiteX911" fmla="*/ 611888 w 1550288"/>
                <a:gd name="connsiteY911" fmla="*/ 1119493 h 2442948"/>
                <a:gd name="connsiteX912" fmla="*/ 611888 w 1550288"/>
                <a:gd name="connsiteY912" fmla="*/ 1121938 h 2442948"/>
                <a:gd name="connsiteX913" fmla="*/ 611888 w 1550288"/>
                <a:gd name="connsiteY913" fmla="*/ 1124527 h 2442948"/>
                <a:gd name="connsiteX914" fmla="*/ 614477 w 1550288"/>
                <a:gd name="connsiteY914" fmla="*/ 1126973 h 2442948"/>
                <a:gd name="connsiteX915" fmla="*/ 616922 w 1550288"/>
                <a:gd name="connsiteY915" fmla="*/ 1126973 h 2442948"/>
                <a:gd name="connsiteX916" fmla="*/ 616922 w 1550288"/>
                <a:gd name="connsiteY916" fmla="*/ 1129705 h 2442948"/>
                <a:gd name="connsiteX917" fmla="*/ 619367 w 1550288"/>
                <a:gd name="connsiteY917" fmla="*/ 1132151 h 2442948"/>
                <a:gd name="connsiteX918" fmla="*/ 624689 w 1550288"/>
                <a:gd name="connsiteY918" fmla="*/ 1132151 h 2442948"/>
                <a:gd name="connsiteX919" fmla="*/ 627135 w 1550288"/>
                <a:gd name="connsiteY919" fmla="*/ 1132151 h 2442948"/>
                <a:gd name="connsiteX920" fmla="*/ 629580 w 1550288"/>
                <a:gd name="connsiteY920" fmla="*/ 1134596 h 2442948"/>
                <a:gd name="connsiteX921" fmla="*/ 629580 w 1550288"/>
                <a:gd name="connsiteY921" fmla="*/ 1137185 h 2442948"/>
                <a:gd name="connsiteX922" fmla="*/ 632313 w 1550288"/>
                <a:gd name="connsiteY922" fmla="*/ 1134596 h 2442948"/>
                <a:gd name="connsiteX923" fmla="*/ 629580 w 1550288"/>
                <a:gd name="connsiteY923" fmla="*/ 1132151 h 2442948"/>
                <a:gd name="connsiteX924" fmla="*/ 632313 w 1550288"/>
                <a:gd name="connsiteY924" fmla="*/ 1129705 h 2442948"/>
                <a:gd name="connsiteX925" fmla="*/ 634902 w 1550288"/>
                <a:gd name="connsiteY925" fmla="*/ 1129705 h 2442948"/>
                <a:gd name="connsiteX926" fmla="*/ 634902 w 1550288"/>
                <a:gd name="connsiteY926" fmla="*/ 1132151 h 2442948"/>
                <a:gd name="connsiteX927" fmla="*/ 637347 w 1550288"/>
                <a:gd name="connsiteY927" fmla="*/ 1132151 h 2442948"/>
                <a:gd name="connsiteX928" fmla="*/ 637347 w 1550288"/>
                <a:gd name="connsiteY928" fmla="*/ 1134596 h 2442948"/>
                <a:gd name="connsiteX929" fmla="*/ 639792 w 1550288"/>
                <a:gd name="connsiteY929" fmla="*/ 1132151 h 2442948"/>
                <a:gd name="connsiteX930" fmla="*/ 647560 w 1550288"/>
                <a:gd name="connsiteY930" fmla="*/ 1137185 h 2442948"/>
                <a:gd name="connsiteX931" fmla="*/ 657772 w 1550288"/>
                <a:gd name="connsiteY931" fmla="*/ 1134596 h 2442948"/>
                <a:gd name="connsiteX932" fmla="*/ 657772 w 1550288"/>
                <a:gd name="connsiteY932" fmla="*/ 1129705 h 2442948"/>
                <a:gd name="connsiteX933" fmla="*/ 660217 w 1550288"/>
                <a:gd name="connsiteY933" fmla="*/ 1129705 h 2442948"/>
                <a:gd name="connsiteX934" fmla="*/ 662950 w 1550288"/>
                <a:gd name="connsiteY934" fmla="*/ 1126973 h 2442948"/>
                <a:gd name="connsiteX935" fmla="*/ 667985 w 1550288"/>
                <a:gd name="connsiteY935" fmla="*/ 1124527 h 2442948"/>
                <a:gd name="connsiteX936" fmla="*/ 670430 w 1550288"/>
                <a:gd name="connsiteY936" fmla="*/ 1124527 h 2442948"/>
                <a:gd name="connsiteX937" fmla="*/ 670430 w 1550288"/>
                <a:gd name="connsiteY937" fmla="*/ 1126973 h 2442948"/>
                <a:gd name="connsiteX938" fmla="*/ 673163 w 1550288"/>
                <a:gd name="connsiteY938" fmla="*/ 1126973 h 2442948"/>
                <a:gd name="connsiteX939" fmla="*/ 673163 w 1550288"/>
                <a:gd name="connsiteY939" fmla="*/ 1124527 h 2442948"/>
                <a:gd name="connsiteX940" fmla="*/ 675608 w 1550288"/>
                <a:gd name="connsiteY940" fmla="*/ 1121938 h 2442948"/>
                <a:gd name="connsiteX941" fmla="*/ 678197 w 1550288"/>
                <a:gd name="connsiteY941" fmla="*/ 1111726 h 2442948"/>
                <a:gd name="connsiteX942" fmla="*/ 683088 w 1550288"/>
                <a:gd name="connsiteY942" fmla="*/ 1106835 h 2442948"/>
                <a:gd name="connsiteX943" fmla="*/ 683088 w 1550288"/>
                <a:gd name="connsiteY943" fmla="*/ 1104102 h 2442948"/>
                <a:gd name="connsiteX944" fmla="*/ 683088 w 1550288"/>
                <a:gd name="connsiteY944" fmla="*/ 1101513 h 2442948"/>
                <a:gd name="connsiteX945" fmla="*/ 683088 w 1550288"/>
                <a:gd name="connsiteY945" fmla="*/ 1099068 h 2442948"/>
                <a:gd name="connsiteX946" fmla="*/ 683088 w 1550288"/>
                <a:gd name="connsiteY946" fmla="*/ 1096623 h 2442948"/>
                <a:gd name="connsiteX947" fmla="*/ 683088 w 1550288"/>
                <a:gd name="connsiteY947" fmla="*/ 1093890 h 2442948"/>
                <a:gd name="connsiteX948" fmla="*/ 688410 w 1550288"/>
                <a:gd name="connsiteY948" fmla="*/ 1093890 h 2442948"/>
                <a:gd name="connsiteX949" fmla="*/ 693300 w 1550288"/>
                <a:gd name="connsiteY949" fmla="*/ 1091301 h 2442948"/>
                <a:gd name="connsiteX950" fmla="*/ 701067 w 1550288"/>
                <a:gd name="connsiteY950" fmla="*/ 1096623 h 2442948"/>
                <a:gd name="connsiteX951" fmla="*/ 703513 w 1550288"/>
                <a:gd name="connsiteY951" fmla="*/ 1096623 h 2442948"/>
                <a:gd name="connsiteX952" fmla="*/ 703513 w 1550288"/>
                <a:gd name="connsiteY952" fmla="*/ 1093890 h 2442948"/>
                <a:gd name="connsiteX953" fmla="*/ 706246 w 1550288"/>
                <a:gd name="connsiteY953" fmla="*/ 1096623 h 2442948"/>
                <a:gd name="connsiteX954" fmla="*/ 706246 w 1550288"/>
                <a:gd name="connsiteY954" fmla="*/ 1093890 h 2442948"/>
                <a:gd name="connsiteX955" fmla="*/ 708835 w 1550288"/>
                <a:gd name="connsiteY955" fmla="*/ 1096623 h 2442948"/>
                <a:gd name="connsiteX956" fmla="*/ 713725 w 1550288"/>
                <a:gd name="connsiteY956" fmla="*/ 1099068 h 2442948"/>
                <a:gd name="connsiteX957" fmla="*/ 719047 w 1550288"/>
                <a:gd name="connsiteY957" fmla="*/ 1099068 h 2442948"/>
                <a:gd name="connsiteX958" fmla="*/ 721492 w 1550288"/>
                <a:gd name="connsiteY958" fmla="*/ 1099068 h 2442948"/>
                <a:gd name="connsiteX959" fmla="*/ 723938 w 1550288"/>
                <a:gd name="connsiteY959" fmla="*/ 1101513 h 2442948"/>
                <a:gd name="connsiteX960" fmla="*/ 726671 w 1550288"/>
                <a:gd name="connsiteY960" fmla="*/ 1104102 h 2442948"/>
                <a:gd name="connsiteX961" fmla="*/ 729260 w 1550288"/>
                <a:gd name="connsiteY961" fmla="*/ 1104102 h 2442948"/>
                <a:gd name="connsiteX962" fmla="*/ 731705 w 1550288"/>
                <a:gd name="connsiteY962" fmla="*/ 1104102 h 2442948"/>
                <a:gd name="connsiteX963" fmla="*/ 741918 w 1550288"/>
                <a:gd name="connsiteY963" fmla="*/ 1106835 h 2442948"/>
                <a:gd name="connsiteX964" fmla="*/ 744363 w 1550288"/>
                <a:gd name="connsiteY964" fmla="*/ 1109280 h 2442948"/>
                <a:gd name="connsiteX965" fmla="*/ 747096 w 1550288"/>
                <a:gd name="connsiteY965" fmla="*/ 1114315 h 2442948"/>
                <a:gd name="connsiteX966" fmla="*/ 757020 w 1550288"/>
                <a:gd name="connsiteY966" fmla="*/ 1119493 h 2442948"/>
                <a:gd name="connsiteX967" fmla="*/ 764788 w 1550288"/>
                <a:gd name="connsiteY967" fmla="*/ 1129705 h 2442948"/>
                <a:gd name="connsiteX968" fmla="*/ 772555 w 1550288"/>
                <a:gd name="connsiteY968" fmla="*/ 1137185 h 2442948"/>
                <a:gd name="connsiteX969" fmla="*/ 777446 w 1550288"/>
                <a:gd name="connsiteY969" fmla="*/ 1144808 h 2442948"/>
                <a:gd name="connsiteX970" fmla="*/ 785213 w 1550288"/>
                <a:gd name="connsiteY970" fmla="*/ 1165233 h 2442948"/>
                <a:gd name="connsiteX971" fmla="*/ 790391 w 1550288"/>
                <a:gd name="connsiteY971" fmla="*/ 1170556 h 2442948"/>
                <a:gd name="connsiteX972" fmla="*/ 787658 w 1550288"/>
                <a:gd name="connsiteY972" fmla="*/ 1170556 h 2442948"/>
                <a:gd name="connsiteX973" fmla="*/ 759897 w 1550288"/>
                <a:gd name="connsiteY973" fmla="*/ 1165233 h 2442948"/>
                <a:gd name="connsiteX974" fmla="*/ 754575 w 1550288"/>
                <a:gd name="connsiteY974" fmla="*/ 1180768 h 2442948"/>
                <a:gd name="connsiteX975" fmla="*/ 747096 w 1550288"/>
                <a:gd name="connsiteY975" fmla="*/ 1213851 h 2442948"/>
                <a:gd name="connsiteX976" fmla="*/ 741918 w 1550288"/>
                <a:gd name="connsiteY976" fmla="*/ 1234276 h 2442948"/>
                <a:gd name="connsiteX977" fmla="*/ 739472 w 1550288"/>
                <a:gd name="connsiteY977" fmla="*/ 1246934 h 2442948"/>
                <a:gd name="connsiteX978" fmla="*/ 739472 w 1550288"/>
                <a:gd name="connsiteY978" fmla="*/ 1249379 h 2442948"/>
                <a:gd name="connsiteX979" fmla="*/ 736883 w 1550288"/>
                <a:gd name="connsiteY979" fmla="*/ 1249379 h 2442948"/>
                <a:gd name="connsiteX980" fmla="*/ 731705 w 1550288"/>
                <a:gd name="connsiteY980" fmla="*/ 1269804 h 2442948"/>
                <a:gd name="connsiteX981" fmla="*/ 729260 w 1550288"/>
                <a:gd name="connsiteY981" fmla="*/ 1287784 h 2442948"/>
                <a:gd name="connsiteX982" fmla="*/ 723938 w 1550288"/>
                <a:gd name="connsiteY982" fmla="*/ 1303030 h 2442948"/>
                <a:gd name="connsiteX983" fmla="*/ 723938 w 1550288"/>
                <a:gd name="connsiteY983" fmla="*/ 1308209 h 2442948"/>
                <a:gd name="connsiteX984" fmla="*/ 721492 w 1550288"/>
                <a:gd name="connsiteY984" fmla="*/ 1318421 h 2442948"/>
                <a:gd name="connsiteX985" fmla="*/ 716458 w 1550288"/>
                <a:gd name="connsiteY985" fmla="*/ 1328634 h 2442948"/>
                <a:gd name="connsiteX986" fmla="*/ 711280 w 1550288"/>
                <a:gd name="connsiteY986" fmla="*/ 1353949 h 2442948"/>
                <a:gd name="connsiteX987" fmla="*/ 719047 w 1550288"/>
                <a:gd name="connsiteY987" fmla="*/ 1364162 h 2442948"/>
                <a:gd name="connsiteX988" fmla="*/ 729260 w 1550288"/>
                <a:gd name="connsiteY988" fmla="*/ 1376819 h 2442948"/>
                <a:gd name="connsiteX989" fmla="*/ 741918 w 1550288"/>
                <a:gd name="connsiteY989" fmla="*/ 1394799 h 2442948"/>
                <a:gd name="connsiteX990" fmla="*/ 767233 w 1550288"/>
                <a:gd name="connsiteY990" fmla="*/ 1427882 h 2442948"/>
                <a:gd name="connsiteX991" fmla="*/ 792980 w 1550288"/>
                <a:gd name="connsiteY991" fmla="*/ 1463842 h 2442948"/>
                <a:gd name="connsiteX992" fmla="*/ 843899 w 1550288"/>
                <a:gd name="connsiteY992" fmla="*/ 1476499 h 2442948"/>
                <a:gd name="connsiteX993" fmla="*/ 846488 w 1550288"/>
                <a:gd name="connsiteY993" fmla="*/ 1476499 h 2442948"/>
                <a:gd name="connsiteX994" fmla="*/ 846488 w 1550288"/>
                <a:gd name="connsiteY994" fmla="*/ 1473767 h 2442948"/>
                <a:gd name="connsiteX995" fmla="*/ 848933 w 1550288"/>
                <a:gd name="connsiteY995" fmla="*/ 1476499 h 2442948"/>
                <a:gd name="connsiteX996" fmla="*/ 854111 w 1550288"/>
                <a:gd name="connsiteY996" fmla="*/ 1476499 h 2442948"/>
                <a:gd name="connsiteX997" fmla="*/ 861591 w 1550288"/>
                <a:gd name="connsiteY997" fmla="*/ 1478945 h 2442948"/>
                <a:gd name="connsiteX998" fmla="*/ 859146 w 1550288"/>
                <a:gd name="connsiteY998" fmla="*/ 1504404 h 2442948"/>
                <a:gd name="connsiteX999" fmla="*/ 856700 w 1550288"/>
                <a:gd name="connsiteY999" fmla="*/ 1507137 h 2442948"/>
                <a:gd name="connsiteX1000" fmla="*/ 856700 w 1550288"/>
                <a:gd name="connsiteY1000" fmla="*/ 1512027 h 2442948"/>
                <a:gd name="connsiteX1001" fmla="*/ 856700 w 1550288"/>
                <a:gd name="connsiteY1001" fmla="*/ 1514617 h 2442948"/>
                <a:gd name="connsiteX1002" fmla="*/ 874536 w 1550288"/>
                <a:gd name="connsiteY1002" fmla="*/ 1537774 h 2442948"/>
                <a:gd name="connsiteX1003" fmla="*/ 879571 w 1550288"/>
                <a:gd name="connsiteY1003" fmla="*/ 1545254 h 2442948"/>
                <a:gd name="connsiteX1004" fmla="*/ 882016 w 1550288"/>
                <a:gd name="connsiteY1004" fmla="*/ 1547987 h 2442948"/>
                <a:gd name="connsiteX1005" fmla="*/ 884749 w 1550288"/>
                <a:gd name="connsiteY1005" fmla="*/ 1550432 h 2442948"/>
                <a:gd name="connsiteX1006" fmla="*/ 902441 w 1550288"/>
                <a:gd name="connsiteY1006" fmla="*/ 1575748 h 2442948"/>
                <a:gd name="connsiteX1007" fmla="*/ 920421 w 1550288"/>
                <a:gd name="connsiteY1007" fmla="*/ 1601495 h 2442948"/>
                <a:gd name="connsiteX1008" fmla="*/ 920421 w 1550288"/>
                <a:gd name="connsiteY1008" fmla="*/ 1603940 h 2442948"/>
                <a:gd name="connsiteX1009" fmla="*/ 928188 w 1550288"/>
                <a:gd name="connsiteY1009" fmla="*/ 1611707 h 2442948"/>
                <a:gd name="connsiteX1010" fmla="*/ 958682 w 1550288"/>
                <a:gd name="connsiteY1010" fmla="*/ 1657448 h 2442948"/>
                <a:gd name="connsiteX1011" fmla="*/ 978963 w 1550288"/>
                <a:gd name="connsiteY1011" fmla="*/ 1685640 h 2442948"/>
                <a:gd name="connsiteX1012" fmla="*/ 981696 w 1550288"/>
                <a:gd name="connsiteY1012" fmla="*/ 1688085 h 2442948"/>
                <a:gd name="connsiteX1013" fmla="*/ 989175 w 1550288"/>
                <a:gd name="connsiteY1013" fmla="*/ 1700743 h 2442948"/>
                <a:gd name="connsiteX1014" fmla="*/ 991764 w 1550288"/>
                <a:gd name="connsiteY1014" fmla="*/ 1700743 h 2442948"/>
                <a:gd name="connsiteX1015" fmla="*/ 994354 w 1550288"/>
                <a:gd name="connsiteY1015" fmla="*/ 1706065 h 2442948"/>
                <a:gd name="connsiteX1016" fmla="*/ 994354 w 1550288"/>
                <a:gd name="connsiteY1016" fmla="*/ 1708510 h 2442948"/>
                <a:gd name="connsiteX1017" fmla="*/ 1022402 w 1550288"/>
                <a:gd name="connsiteY1017" fmla="*/ 1749360 h 2442948"/>
                <a:gd name="connsiteX1018" fmla="*/ 1029882 w 1550288"/>
                <a:gd name="connsiteY1018" fmla="*/ 1749360 h 2442948"/>
                <a:gd name="connsiteX1019" fmla="*/ 1032615 w 1550288"/>
                <a:gd name="connsiteY1019" fmla="*/ 1749360 h 2442948"/>
                <a:gd name="connsiteX1020" fmla="*/ 1037649 w 1550288"/>
                <a:gd name="connsiteY1020" fmla="*/ 1749360 h 2442948"/>
                <a:gd name="connsiteX1021" fmla="*/ 1055629 w 1550288"/>
                <a:gd name="connsiteY1021" fmla="*/ 1751806 h 2442948"/>
                <a:gd name="connsiteX1022" fmla="*/ 1058074 w 1550288"/>
                <a:gd name="connsiteY1022" fmla="*/ 1751806 h 2442948"/>
                <a:gd name="connsiteX1023" fmla="*/ 1063108 w 1550288"/>
                <a:gd name="connsiteY1023" fmla="*/ 1751806 h 2442948"/>
                <a:gd name="connsiteX1024" fmla="*/ 1065841 w 1550288"/>
                <a:gd name="connsiteY1024" fmla="*/ 1751806 h 2442948"/>
                <a:gd name="connsiteX1025" fmla="*/ 1076054 w 1550288"/>
                <a:gd name="connsiteY1025" fmla="*/ 1751806 h 2442948"/>
                <a:gd name="connsiteX1026" fmla="*/ 1080944 w 1550288"/>
                <a:gd name="connsiteY1026" fmla="*/ 1754251 h 2442948"/>
                <a:gd name="connsiteX1027" fmla="*/ 1103814 w 1550288"/>
                <a:gd name="connsiteY1027" fmla="*/ 1754251 h 2442948"/>
                <a:gd name="connsiteX1028" fmla="*/ 1119349 w 1550288"/>
                <a:gd name="connsiteY1028" fmla="*/ 1756840 h 2442948"/>
                <a:gd name="connsiteX1029" fmla="*/ 1121794 w 1550288"/>
                <a:gd name="connsiteY1029" fmla="*/ 1759573 h 2442948"/>
                <a:gd name="connsiteX1030" fmla="*/ 1124239 w 1550288"/>
                <a:gd name="connsiteY1030" fmla="*/ 1762018 h 2442948"/>
                <a:gd name="connsiteX1031" fmla="*/ 1134452 w 1550288"/>
                <a:gd name="connsiteY1031" fmla="*/ 1777265 h 2442948"/>
                <a:gd name="connsiteX1032" fmla="*/ 1137041 w 1550288"/>
                <a:gd name="connsiteY1032" fmla="*/ 1779998 h 2442948"/>
                <a:gd name="connsiteX1033" fmla="*/ 1139774 w 1550288"/>
                <a:gd name="connsiteY1033" fmla="*/ 1782443 h 2442948"/>
                <a:gd name="connsiteX1034" fmla="*/ 1152432 w 1550288"/>
                <a:gd name="connsiteY1034" fmla="*/ 1797546 h 2442948"/>
                <a:gd name="connsiteX1035" fmla="*/ 1162644 w 1550288"/>
                <a:gd name="connsiteY1035" fmla="*/ 1810636 h 2442948"/>
                <a:gd name="connsiteX1036" fmla="*/ 1170268 w 1550288"/>
                <a:gd name="connsiteY1036" fmla="*/ 1818115 h 2442948"/>
                <a:gd name="connsiteX1037" fmla="*/ 1175302 w 1550288"/>
                <a:gd name="connsiteY1037" fmla="*/ 1828184 h 2442948"/>
                <a:gd name="connsiteX1038" fmla="*/ 1177747 w 1550288"/>
                <a:gd name="connsiteY1038" fmla="*/ 1828184 h 2442948"/>
                <a:gd name="connsiteX1039" fmla="*/ 1185515 w 1550288"/>
                <a:gd name="connsiteY1039" fmla="*/ 1838396 h 2442948"/>
                <a:gd name="connsiteX1040" fmla="*/ 1193282 w 1550288"/>
                <a:gd name="connsiteY1040" fmla="*/ 1848609 h 2442948"/>
                <a:gd name="connsiteX1041" fmla="*/ 1198172 w 1550288"/>
                <a:gd name="connsiteY1041" fmla="*/ 1851198 h 2442948"/>
                <a:gd name="connsiteX1042" fmla="*/ 1205940 w 1550288"/>
                <a:gd name="connsiteY1042" fmla="*/ 1851198 h 2442948"/>
                <a:gd name="connsiteX1043" fmla="*/ 1205940 w 1550288"/>
                <a:gd name="connsiteY1043" fmla="*/ 1853931 h 2442948"/>
                <a:gd name="connsiteX1044" fmla="*/ 1210974 w 1550288"/>
                <a:gd name="connsiteY1044" fmla="*/ 1853931 h 2442948"/>
                <a:gd name="connsiteX1045" fmla="*/ 1213707 w 1550288"/>
                <a:gd name="connsiteY1045" fmla="*/ 1853931 h 2442948"/>
                <a:gd name="connsiteX1046" fmla="*/ 1284907 w 1550288"/>
                <a:gd name="connsiteY1046" fmla="*/ 1874356 h 2442948"/>
                <a:gd name="connsiteX1047" fmla="*/ 1287640 w 1550288"/>
                <a:gd name="connsiteY1047" fmla="*/ 1874356 h 2442948"/>
                <a:gd name="connsiteX1048" fmla="*/ 1297852 w 1550288"/>
                <a:gd name="connsiteY1048" fmla="*/ 1879246 h 2442948"/>
                <a:gd name="connsiteX1049" fmla="*/ 1300297 w 1550288"/>
                <a:gd name="connsiteY1049" fmla="*/ 1879246 h 2442948"/>
                <a:gd name="connsiteX1050" fmla="*/ 1318277 w 1550288"/>
                <a:gd name="connsiteY1050" fmla="*/ 1884568 h 2442948"/>
                <a:gd name="connsiteX1051" fmla="*/ 1379265 w 1550288"/>
                <a:gd name="connsiteY1051" fmla="*/ 1902260 h 2442948"/>
                <a:gd name="connsiteX1052" fmla="*/ 1384443 w 1550288"/>
                <a:gd name="connsiteY1052" fmla="*/ 1904993 h 2442948"/>
                <a:gd name="connsiteX1053" fmla="*/ 1397101 w 1550288"/>
                <a:gd name="connsiteY1053" fmla="*/ 1907439 h 2442948"/>
                <a:gd name="connsiteX1054" fmla="*/ 1399546 w 1550288"/>
                <a:gd name="connsiteY1054" fmla="*/ 1907439 h 2442948"/>
                <a:gd name="connsiteX1055" fmla="*/ 1404868 w 1550288"/>
                <a:gd name="connsiteY1055" fmla="*/ 1909884 h 2442948"/>
                <a:gd name="connsiteX1056" fmla="*/ 1412491 w 1550288"/>
                <a:gd name="connsiteY1056" fmla="*/ 1912329 h 2442948"/>
                <a:gd name="connsiteX1057" fmla="*/ 1425293 w 1550288"/>
                <a:gd name="connsiteY1057" fmla="*/ 1914918 h 2442948"/>
                <a:gd name="connsiteX1058" fmla="*/ 1427738 w 1550288"/>
                <a:gd name="connsiteY1058" fmla="*/ 1917651 h 2442948"/>
                <a:gd name="connsiteX1059" fmla="*/ 1478801 w 1550288"/>
                <a:gd name="connsiteY1059" fmla="*/ 1932754 h 2442948"/>
                <a:gd name="connsiteX1060" fmla="*/ 1481246 w 1550288"/>
                <a:gd name="connsiteY1060" fmla="*/ 1932754 h 2442948"/>
                <a:gd name="connsiteX1061" fmla="*/ 1483691 w 1550288"/>
                <a:gd name="connsiteY1061" fmla="*/ 1932754 h 2442948"/>
                <a:gd name="connsiteX1062" fmla="*/ 1483691 w 1550288"/>
                <a:gd name="connsiteY1062" fmla="*/ 1935343 h 2442948"/>
                <a:gd name="connsiteX1063" fmla="*/ 1486568 w 1550288"/>
                <a:gd name="connsiteY1063" fmla="*/ 1935343 h 2442948"/>
                <a:gd name="connsiteX1064" fmla="*/ 1516918 w 1550288"/>
                <a:gd name="connsiteY1064" fmla="*/ 1945556 h 2442948"/>
                <a:gd name="connsiteX1065" fmla="*/ 1542521 w 1550288"/>
                <a:gd name="connsiteY1065" fmla="*/ 1953179 h 2442948"/>
                <a:gd name="connsiteX1066" fmla="*/ 1547555 w 1550288"/>
                <a:gd name="connsiteY1066" fmla="*/ 1953179 h 2442948"/>
                <a:gd name="connsiteX1067" fmla="*/ 1547555 w 1550288"/>
                <a:gd name="connsiteY1067" fmla="*/ 1955768 h 2442948"/>
                <a:gd name="connsiteX1068" fmla="*/ 1550288 w 1550288"/>
                <a:gd name="connsiteY1068" fmla="*/ 1955768 h 2442948"/>
                <a:gd name="connsiteX1069" fmla="*/ 1542521 w 1550288"/>
                <a:gd name="connsiteY1069" fmla="*/ 2073140 h 2442948"/>
                <a:gd name="connsiteX1070" fmla="*/ 1540076 w 1550288"/>
                <a:gd name="connsiteY1070" fmla="*/ 2083353 h 2442948"/>
                <a:gd name="connsiteX1071" fmla="*/ 1540076 w 1550288"/>
                <a:gd name="connsiteY1071" fmla="*/ 2085942 h 2442948"/>
                <a:gd name="connsiteX1072" fmla="*/ 1540076 w 1550288"/>
                <a:gd name="connsiteY1072" fmla="*/ 2088387 h 2442948"/>
                <a:gd name="connsiteX1073" fmla="*/ 1540076 w 1550288"/>
                <a:gd name="connsiteY1073" fmla="*/ 2103634 h 2442948"/>
                <a:gd name="connsiteX1074" fmla="*/ 1540076 w 1550288"/>
                <a:gd name="connsiteY1074" fmla="*/ 2106367 h 2442948"/>
                <a:gd name="connsiteX1075" fmla="*/ 1540076 w 1550288"/>
                <a:gd name="connsiteY1075" fmla="*/ 2111257 h 2442948"/>
                <a:gd name="connsiteX1076" fmla="*/ 1537343 w 1550288"/>
                <a:gd name="connsiteY1076" fmla="*/ 2131682 h 2442948"/>
                <a:gd name="connsiteX1077" fmla="*/ 1537343 w 1550288"/>
                <a:gd name="connsiteY1077" fmla="*/ 2144484 h 2442948"/>
                <a:gd name="connsiteX1078" fmla="*/ 1534754 w 1550288"/>
                <a:gd name="connsiteY1078" fmla="*/ 2157430 h 2442948"/>
                <a:gd name="connsiteX1079" fmla="*/ 1534754 w 1550288"/>
                <a:gd name="connsiteY1079" fmla="*/ 2159875 h 2442948"/>
                <a:gd name="connsiteX1080" fmla="*/ 1534754 w 1550288"/>
                <a:gd name="connsiteY1080" fmla="*/ 2162320 h 2442948"/>
                <a:gd name="connsiteX1081" fmla="*/ 1534754 w 1550288"/>
                <a:gd name="connsiteY1081" fmla="*/ 2185190 h 2442948"/>
                <a:gd name="connsiteX1082" fmla="*/ 1534754 w 1550288"/>
                <a:gd name="connsiteY1082" fmla="*/ 2187779 h 2442948"/>
                <a:gd name="connsiteX1083" fmla="*/ 1532308 w 1550288"/>
                <a:gd name="connsiteY1083" fmla="*/ 2190512 h 2442948"/>
                <a:gd name="connsiteX1084" fmla="*/ 1532308 w 1550288"/>
                <a:gd name="connsiteY1084" fmla="*/ 2197992 h 2442948"/>
                <a:gd name="connsiteX1085" fmla="*/ 1532308 w 1550288"/>
                <a:gd name="connsiteY1085" fmla="*/ 2205615 h 2442948"/>
                <a:gd name="connsiteX1086" fmla="*/ 1529863 w 1550288"/>
                <a:gd name="connsiteY1086" fmla="*/ 2241575 h 2442948"/>
                <a:gd name="connsiteX1087" fmla="*/ 1524541 w 1550288"/>
                <a:gd name="connsiteY1087" fmla="*/ 2320398 h 2442948"/>
                <a:gd name="connsiteX1088" fmla="*/ 1524541 w 1550288"/>
                <a:gd name="connsiteY1088" fmla="*/ 2322987 h 2442948"/>
                <a:gd name="connsiteX1089" fmla="*/ 1522096 w 1550288"/>
                <a:gd name="connsiteY1089" fmla="*/ 2346001 h 2442948"/>
                <a:gd name="connsiteX1090" fmla="*/ 1522096 w 1550288"/>
                <a:gd name="connsiteY1090" fmla="*/ 2351036 h 2442948"/>
                <a:gd name="connsiteX1091" fmla="*/ 1522096 w 1550288"/>
                <a:gd name="connsiteY1091" fmla="*/ 2353481 h 2442948"/>
                <a:gd name="connsiteX1092" fmla="*/ 1519651 w 1550288"/>
                <a:gd name="connsiteY1092" fmla="*/ 2376495 h 2442948"/>
                <a:gd name="connsiteX1093" fmla="*/ 1519651 w 1550288"/>
                <a:gd name="connsiteY1093" fmla="*/ 2381673 h 2442948"/>
                <a:gd name="connsiteX1094" fmla="*/ 1519651 w 1550288"/>
                <a:gd name="connsiteY1094" fmla="*/ 2384118 h 2442948"/>
                <a:gd name="connsiteX1095" fmla="*/ 1519651 w 1550288"/>
                <a:gd name="connsiteY1095" fmla="*/ 2399509 h 2442948"/>
                <a:gd name="connsiteX1096" fmla="*/ 1516918 w 1550288"/>
                <a:gd name="connsiteY1096" fmla="*/ 2440215 h 2442948"/>
                <a:gd name="connsiteX1097" fmla="*/ 1516918 w 1550288"/>
                <a:gd name="connsiteY1097" fmla="*/ 2442948 h 2442948"/>
                <a:gd name="connsiteX1098" fmla="*/ 1514329 w 1550288"/>
                <a:gd name="connsiteY1098" fmla="*/ 2442948 h 2442948"/>
                <a:gd name="connsiteX1099" fmla="*/ 1511883 w 1550288"/>
                <a:gd name="connsiteY1099" fmla="*/ 2442948 h 2442948"/>
                <a:gd name="connsiteX1100" fmla="*/ 1509438 w 1550288"/>
                <a:gd name="connsiteY1100" fmla="*/ 2442948 h 2442948"/>
                <a:gd name="connsiteX1101" fmla="*/ 1506705 w 1550288"/>
                <a:gd name="connsiteY1101" fmla="*/ 2442948 h 2442948"/>
                <a:gd name="connsiteX1102" fmla="*/ 1504260 w 1550288"/>
                <a:gd name="connsiteY1102" fmla="*/ 2442948 h 2442948"/>
                <a:gd name="connsiteX1103" fmla="*/ 1501671 w 1550288"/>
                <a:gd name="connsiteY1103" fmla="*/ 2442948 h 2442948"/>
                <a:gd name="connsiteX1104" fmla="*/ 1499226 w 1550288"/>
                <a:gd name="connsiteY1104" fmla="*/ 2442948 h 2442948"/>
                <a:gd name="connsiteX1105" fmla="*/ 1496493 w 1550288"/>
                <a:gd name="connsiteY1105" fmla="*/ 2442948 h 2442948"/>
                <a:gd name="connsiteX1106" fmla="*/ 1493904 w 1550288"/>
                <a:gd name="connsiteY1106" fmla="*/ 2442948 h 2442948"/>
                <a:gd name="connsiteX1107" fmla="*/ 1491458 w 1550288"/>
                <a:gd name="connsiteY1107" fmla="*/ 2442948 h 2442948"/>
                <a:gd name="connsiteX1108" fmla="*/ 1489013 w 1550288"/>
                <a:gd name="connsiteY1108" fmla="*/ 2442948 h 2442948"/>
                <a:gd name="connsiteX1109" fmla="*/ 1486568 w 1550288"/>
                <a:gd name="connsiteY1109" fmla="*/ 2440215 h 2442948"/>
                <a:gd name="connsiteX1110" fmla="*/ 1483691 w 1550288"/>
                <a:gd name="connsiteY1110" fmla="*/ 2440215 h 2442948"/>
                <a:gd name="connsiteX1111" fmla="*/ 1481246 w 1550288"/>
                <a:gd name="connsiteY1111" fmla="*/ 2440215 h 2442948"/>
                <a:gd name="connsiteX1112" fmla="*/ 1478801 w 1550288"/>
                <a:gd name="connsiteY1112" fmla="*/ 2440215 h 2442948"/>
                <a:gd name="connsiteX1113" fmla="*/ 1476355 w 1550288"/>
                <a:gd name="connsiteY1113" fmla="*/ 2440215 h 2442948"/>
                <a:gd name="connsiteX1114" fmla="*/ 1473622 w 1550288"/>
                <a:gd name="connsiteY1114" fmla="*/ 2440215 h 2442948"/>
                <a:gd name="connsiteX1115" fmla="*/ 1471033 w 1550288"/>
                <a:gd name="connsiteY1115" fmla="*/ 2440215 h 2442948"/>
                <a:gd name="connsiteX1116" fmla="*/ 1460821 w 1550288"/>
                <a:gd name="connsiteY1116" fmla="*/ 2440215 h 2442948"/>
                <a:gd name="connsiteX1117" fmla="*/ 1458376 w 1550288"/>
                <a:gd name="connsiteY1117" fmla="*/ 2440215 h 2442948"/>
                <a:gd name="connsiteX1118" fmla="*/ 1455930 w 1550288"/>
                <a:gd name="connsiteY1118" fmla="*/ 2440215 h 2442948"/>
                <a:gd name="connsiteX1119" fmla="*/ 1453197 w 1550288"/>
                <a:gd name="connsiteY1119" fmla="*/ 2440215 h 2442948"/>
                <a:gd name="connsiteX1120" fmla="*/ 1450608 w 1550288"/>
                <a:gd name="connsiteY1120" fmla="*/ 2437626 h 2442948"/>
                <a:gd name="connsiteX1121" fmla="*/ 1445718 w 1550288"/>
                <a:gd name="connsiteY1121" fmla="*/ 2437626 h 2442948"/>
                <a:gd name="connsiteX1122" fmla="*/ 1442985 w 1550288"/>
                <a:gd name="connsiteY1122" fmla="*/ 2437626 h 2442948"/>
                <a:gd name="connsiteX1123" fmla="*/ 1437951 w 1550288"/>
                <a:gd name="connsiteY1123" fmla="*/ 2437626 h 2442948"/>
                <a:gd name="connsiteX1124" fmla="*/ 1435505 w 1550288"/>
                <a:gd name="connsiteY1124" fmla="*/ 2437626 h 2442948"/>
                <a:gd name="connsiteX1125" fmla="*/ 1432772 w 1550288"/>
                <a:gd name="connsiteY1125" fmla="*/ 2437626 h 2442948"/>
                <a:gd name="connsiteX1126" fmla="*/ 1430183 w 1550288"/>
                <a:gd name="connsiteY1126" fmla="*/ 2437626 h 2442948"/>
                <a:gd name="connsiteX1127" fmla="*/ 1427738 w 1550288"/>
                <a:gd name="connsiteY1127" fmla="*/ 2437626 h 2442948"/>
                <a:gd name="connsiteX1128" fmla="*/ 1425293 w 1550288"/>
                <a:gd name="connsiteY1128" fmla="*/ 2437626 h 2442948"/>
                <a:gd name="connsiteX1129" fmla="*/ 1422560 w 1550288"/>
                <a:gd name="connsiteY1129" fmla="*/ 2435181 h 2442948"/>
                <a:gd name="connsiteX1130" fmla="*/ 1420115 w 1550288"/>
                <a:gd name="connsiteY1130" fmla="*/ 2435181 h 2442948"/>
                <a:gd name="connsiteX1131" fmla="*/ 1417526 w 1550288"/>
                <a:gd name="connsiteY1131" fmla="*/ 2435181 h 2442948"/>
                <a:gd name="connsiteX1132" fmla="*/ 1415080 w 1550288"/>
                <a:gd name="connsiteY1132" fmla="*/ 2435181 h 2442948"/>
                <a:gd name="connsiteX1133" fmla="*/ 1412491 w 1550288"/>
                <a:gd name="connsiteY1133" fmla="*/ 2435181 h 2442948"/>
                <a:gd name="connsiteX1134" fmla="*/ 1409902 w 1550288"/>
                <a:gd name="connsiteY1134" fmla="*/ 2435181 h 2442948"/>
                <a:gd name="connsiteX1135" fmla="*/ 1407313 w 1550288"/>
                <a:gd name="connsiteY1135" fmla="*/ 2435181 h 2442948"/>
                <a:gd name="connsiteX1136" fmla="*/ 1404868 w 1550288"/>
                <a:gd name="connsiteY1136" fmla="*/ 2435181 h 2442948"/>
                <a:gd name="connsiteX1137" fmla="*/ 1402423 w 1550288"/>
                <a:gd name="connsiteY1137" fmla="*/ 2435181 h 2442948"/>
                <a:gd name="connsiteX1138" fmla="*/ 1399546 w 1550288"/>
                <a:gd name="connsiteY1138" fmla="*/ 2435181 h 2442948"/>
                <a:gd name="connsiteX1139" fmla="*/ 1397101 w 1550288"/>
                <a:gd name="connsiteY1139" fmla="*/ 2435181 h 2442948"/>
                <a:gd name="connsiteX1140" fmla="*/ 1394655 w 1550288"/>
                <a:gd name="connsiteY1140" fmla="*/ 2435181 h 2442948"/>
                <a:gd name="connsiteX1141" fmla="*/ 1394655 w 1550288"/>
                <a:gd name="connsiteY1141" fmla="*/ 2432736 h 2442948"/>
                <a:gd name="connsiteX1142" fmla="*/ 1392210 w 1550288"/>
                <a:gd name="connsiteY1142" fmla="*/ 2432736 h 2442948"/>
                <a:gd name="connsiteX1143" fmla="*/ 1389477 w 1550288"/>
                <a:gd name="connsiteY1143" fmla="*/ 2432736 h 2442948"/>
                <a:gd name="connsiteX1144" fmla="*/ 1386888 w 1550288"/>
                <a:gd name="connsiteY1144" fmla="*/ 2432736 h 2442948"/>
                <a:gd name="connsiteX1145" fmla="*/ 1381998 w 1550288"/>
                <a:gd name="connsiteY1145" fmla="*/ 2432736 h 2442948"/>
                <a:gd name="connsiteX1146" fmla="*/ 1379265 w 1550288"/>
                <a:gd name="connsiteY1146" fmla="*/ 2432736 h 2442948"/>
                <a:gd name="connsiteX1147" fmla="*/ 1376676 w 1550288"/>
                <a:gd name="connsiteY1147" fmla="*/ 2432736 h 2442948"/>
                <a:gd name="connsiteX1148" fmla="*/ 1374230 w 1550288"/>
                <a:gd name="connsiteY1148" fmla="*/ 2432736 h 2442948"/>
                <a:gd name="connsiteX1149" fmla="*/ 1369052 w 1550288"/>
                <a:gd name="connsiteY1149" fmla="*/ 2432736 h 2442948"/>
                <a:gd name="connsiteX1150" fmla="*/ 1369052 w 1550288"/>
                <a:gd name="connsiteY1150" fmla="*/ 2430147 h 2442948"/>
                <a:gd name="connsiteX1151" fmla="*/ 1366463 w 1550288"/>
                <a:gd name="connsiteY1151" fmla="*/ 2430147 h 2442948"/>
                <a:gd name="connsiteX1152" fmla="*/ 1358840 w 1550288"/>
                <a:gd name="connsiteY1152" fmla="*/ 2430147 h 2442948"/>
                <a:gd name="connsiteX1153" fmla="*/ 1356250 w 1550288"/>
                <a:gd name="connsiteY1153" fmla="*/ 2430147 h 2442948"/>
                <a:gd name="connsiteX1154" fmla="*/ 1353805 w 1550288"/>
                <a:gd name="connsiteY1154" fmla="*/ 2430147 h 2442948"/>
                <a:gd name="connsiteX1155" fmla="*/ 1351360 w 1550288"/>
                <a:gd name="connsiteY1155" fmla="*/ 2430147 h 2442948"/>
                <a:gd name="connsiteX1156" fmla="*/ 1348627 w 1550288"/>
                <a:gd name="connsiteY1156" fmla="*/ 2430147 h 2442948"/>
                <a:gd name="connsiteX1157" fmla="*/ 1346038 w 1550288"/>
                <a:gd name="connsiteY1157" fmla="*/ 2430147 h 2442948"/>
                <a:gd name="connsiteX1158" fmla="*/ 1343593 w 1550288"/>
                <a:gd name="connsiteY1158" fmla="*/ 2427414 h 2442948"/>
                <a:gd name="connsiteX1159" fmla="*/ 1341148 w 1550288"/>
                <a:gd name="connsiteY1159" fmla="*/ 2427414 h 2442948"/>
                <a:gd name="connsiteX1160" fmla="*/ 1338702 w 1550288"/>
                <a:gd name="connsiteY1160" fmla="*/ 2427414 h 2442948"/>
                <a:gd name="connsiteX1161" fmla="*/ 1335969 w 1550288"/>
                <a:gd name="connsiteY1161" fmla="*/ 2427414 h 2442948"/>
                <a:gd name="connsiteX1162" fmla="*/ 1330935 w 1550288"/>
                <a:gd name="connsiteY1162" fmla="*/ 2427414 h 2442948"/>
                <a:gd name="connsiteX1163" fmla="*/ 1328490 w 1550288"/>
                <a:gd name="connsiteY1163" fmla="*/ 2427414 h 2442948"/>
                <a:gd name="connsiteX1164" fmla="*/ 1325757 w 1550288"/>
                <a:gd name="connsiteY1164" fmla="*/ 2427414 h 2442948"/>
                <a:gd name="connsiteX1165" fmla="*/ 1323168 w 1550288"/>
                <a:gd name="connsiteY1165" fmla="*/ 2427414 h 2442948"/>
                <a:gd name="connsiteX1166" fmla="*/ 1320722 w 1550288"/>
                <a:gd name="connsiteY1166" fmla="*/ 2427414 h 2442948"/>
                <a:gd name="connsiteX1167" fmla="*/ 1320722 w 1550288"/>
                <a:gd name="connsiteY1167" fmla="*/ 2424968 h 2442948"/>
                <a:gd name="connsiteX1168" fmla="*/ 1318277 w 1550288"/>
                <a:gd name="connsiteY1168" fmla="*/ 2424968 h 2442948"/>
                <a:gd name="connsiteX1169" fmla="*/ 1312955 w 1550288"/>
                <a:gd name="connsiteY1169" fmla="*/ 2424968 h 2442948"/>
                <a:gd name="connsiteX1170" fmla="*/ 1310510 w 1550288"/>
                <a:gd name="connsiteY1170" fmla="*/ 2424968 h 2442948"/>
                <a:gd name="connsiteX1171" fmla="*/ 1308065 w 1550288"/>
                <a:gd name="connsiteY1171" fmla="*/ 2424968 h 2442948"/>
                <a:gd name="connsiteX1172" fmla="*/ 1302743 w 1550288"/>
                <a:gd name="connsiteY1172" fmla="*/ 2424968 h 2442948"/>
                <a:gd name="connsiteX1173" fmla="*/ 1300297 w 1550288"/>
                <a:gd name="connsiteY1173" fmla="*/ 2424968 h 2442948"/>
                <a:gd name="connsiteX1174" fmla="*/ 1297852 w 1550288"/>
                <a:gd name="connsiteY1174" fmla="*/ 2424968 h 2442948"/>
                <a:gd name="connsiteX1175" fmla="*/ 1295119 w 1550288"/>
                <a:gd name="connsiteY1175" fmla="*/ 2422523 h 2442948"/>
                <a:gd name="connsiteX1176" fmla="*/ 1292530 w 1550288"/>
                <a:gd name="connsiteY1176" fmla="*/ 2422523 h 2442948"/>
                <a:gd name="connsiteX1177" fmla="*/ 1290085 w 1550288"/>
                <a:gd name="connsiteY1177" fmla="*/ 2422523 h 2442948"/>
                <a:gd name="connsiteX1178" fmla="*/ 1287640 w 1550288"/>
                <a:gd name="connsiteY1178" fmla="*/ 2422523 h 2442948"/>
                <a:gd name="connsiteX1179" fmla="*/ 1284907 w 1550288"/>
                <a:gd name="connsiteY1179" fmla="*/ 2422523 h 2442948"/>
                <a:gd name="connsiteX1180" fmla="*/ 1282318 w 1550288"/>
                <a:gd name="connsiteY1180" fmla="*/ 2422523 h 2442948"/>
                <a:gd name="connsiteX1181" fmla="*/ 1279872 w 1550288"/>
                <a:gd name="connsiteY1181" fmla="*/ 2422523 h 2442948"/>
                <a:gd name="connsiteX1182" fmla="*/ 1277427 w 1550288"/>
                <a:gd name="connsiteY1182" fmla="*/ 2422523 h 2442948"/>
                <a:gd name="connsiteX1183" fmla="*/ 1274694 w 1550288"/>
                <a:gd name="connsiteY1183" fmla="*/ 2422523 h 2442948"/>
                <a:gd name="connsiteX1184" fmla="*/ 1274694 w 1550288"/>
                <a:gd name="connsiteY1184" fmla="*/ 2420078 h 2442948"/>
                <a:gd name="connsiteX1185" fmla="*/ 1272105 w 1550288"/>
                <a:gd name="connsiteY1185" fmla="*/ 2420078 h 2442948"/>
                <a:gd name="connsiteX1186" fmla="*/ 1269660 w 1550288"/>
                <a:gd name="connsiteY1186" fmla="*/ 2420078 h 2442948"/>
                <a:gd name="connsiteX1187" fmla="*/ 1267215 w 1550288"/>
                <a:gd name="connsiteY1187" fmla="*/ 2420078 h 2442948"/>
                <a:gd name="connsiteX1188" fmla="*/ 1264626 w 1550288"/>
                <a:gd name="connsiteY1188" fmla="*/ 2420078 h 2442948"/>
                <a:gd name="connsiteX1189" fmla="*/ 1259447 w 1550288"/>
                <a:gd name="connsiteY1189" fmla="*/ 2420078 h 2442948"/>
                <a:gd name="connsiteX1190" fmla="*/ 1257002 w 1550288"/>
                <a:gd name="connsiteY1190" fmla="*/ 2420078 h 2442948"/>
                <a:gd name="connsiteX1191" fmla="*/ 1254413 w 1550288"/>
                <a:gd name="connsiteY1191" fmla="*/ 2420078 h 2442948"/>
                <a:gd name="connsiteX1192" fmla="*/ 1254413 w 1550288"/>
                <a:gd name="connsiteY1192" fmla="*/ 2417201 h 2442948"/>
                <a:gd name="connsiteX1193" fmla="*/ 1249235 w 1550288"/>
                <a:gd name="connsiteY1193" fmla="*/ 2417201 h 2442948"/>
                <a:gd name="connsiteX1194" fmla="*/ 1244344 w 1550288"/>
                <a:gd name="connsiteY1194" fmla="*/ 2417201 h 2442948"/>
                <a:gd name="connsiteX1195" fmla="*/ 1239022 w 1550288"/>
                <a:gd name="connsiteY1195" fmla="*/ 2417201 h 2442948"/>
                <a:gd name="connsiteX1196" fmla="*/ 1234132 w 1550288"/>
                <a:gd name="connsiteY1196" fmla="*/ 2417201 h 2442948"/>
                <a:gd name="connsiteX1197" fmla="*/ 1231399 w 1550288"/>
                <a:gd name="connsiteY1197" fmla="*/ 2414756 h 2442948"/>
                <a:gd name="connsiteX1198" fmla="*/ 1228810 w 1550288"/>
                <a:gd name="connsiteY1198" fmla="*/ 2414756 h 2442948"/>
                <a:gd name="connsiteX1199" fmla="*/ 1226365 w 1550288"/>
                <a:gd name="connsiteY1199" fmla="*/ 2414756 h 2442948"/>
                <a:gd name="connsiteX1200" fmla="*/ 1223919 w 1550288"/>
                <a:gd name="connsiteY1200" fmla="*/ 2414756 h 2442948"/>
                <a:gd name="connsiteX1201" fmla="*/ 1221186 w 1550288"/>
                <a:gd name="connsiteY1201" fmla="*/ 2414756 h 2442948"/>
                <a:gd name="connsiteX1202" fmla="*/ 1218597 w 1550288"/>
                <a:gd name="connsiteY1202" fmla="*/ 2414756 h 2442948"/>
                <a:gd name="connsiteX1203" fmla="*/ 1216152 w 1550288"/>
                <a:gd name="connsiteY1203" fmla="*/ 2414756 h 2442948"/>
                <a:gd name="connsiteX1204" fmla="*/ 1205940 w 1550288"/>
                <a:gd name="connsiteY1204" fmla="*/ 2412311 h 2442948"/>
                <a:gd name="connsiteX1205" fmla="*/ 1203494 w 1550288"/>
                <a:gd name="connsiteY1205" fmla="*/ 2412311 h 2442948"/>
                <a:gd name="connsiteX1206" fmla="*/ 1200761 w 1550288"/>
                <a:gd name="connsiteY1206" fmla="*/ 2412311 h 2442948"/>
                <a:gd name="connsiteX1207" fmla="*/ 1198172 w 1550288"/>
                <a:gd name="connsiteY1207" fmla="*/ 2412311 h 2442948"/>
                <a:gd name="connsiteX1208" fmla="*/ 1195727 w 1550288"/>
                <a:gd name="connsiteY1208" fmla="*/ 2412311 h 2442948"/>
                <a:gd name="connsiteX1209" fmla="*/ 1193282 w 1550288"/>
                <a:gd name="connsiteY1209" fmla="*/ 2409722 h 2442948"/>
                <a:gd name="connsiteX1210" fmla="*/ 1190693 w 1550288"/>
                <a:gd name="connsiteY1210" fmla="*/ 2409722 h 2442948"/>
                <a:gd name="connsiteX1211" fmla="*/ 1187960 w 1550288"/>
                <a:gd name="connsiteY1211" fmla="*/ 2409722 h 2442948"/>
                <a:gd name="connsiteX1212" fmla="*/ 1183069 w 1550288"/>
                <a:gd name="connsiteY1212" fmla="*/ 2409722 h 2442948"/>
                <a:gd name="connsiteX1213" fmla="*/ 1180624 w 1550288"/>
                <a:gd name="connsiteY1213" fmla="*/ 2409722 h 2442948"/>
                <a:gd name="connsiteX1214" fmla="*/ 1177747 w 1550288"/>
                <a:gd name="connsiteY1214" fmla="*/ 2409722 h 2442948"/>
                <a:gd name="connsiteX1215" fmla="*/ 1162644 w 1550288"/>
                <a:gd name="connsiteY1215" fmla="*/ 2406989 h 2442948"/>
                <a:gd name="connsiteX1216" fmla="*/ 1160199 w 1550288"/>
                <a:gd name="connsiteY1216" fmla="*/ 2406989 h 2442948"/>
                <a:gd name="connsiteX1217" fmla="*/ 1154877 w 1550288"/>
                <a:gd name="connsiteY1217" fmla="*/ 2404543 h 2442948"/>
                <a:gd name="connsiteX1218" fmla="*/ 1152432 w 1550288"/>
                <a:gd name="connsiteY1218" fmla="*/ 2404543 h 2442948"/>
                <a:gd name="connsiteX1219" fmla="*/ 1149986 w 1550288"/>
                <a:gd name="connsiteY1219" fmla="*/ 2404543 h 2442948"/>
                <a:gd name="connsiteX1220" fmla="*/ 1147110 w 1550288"/>
                <a:gd name="connsiteY1220" fmla="*/ 2404543 h 2442948"/>
                <a:gd name="connsiteX1221" fmla="*/ 1137041 w 1550288"/>
                <a:gd name="connsiteY1221" fmla="*/ 2402098 h 2442948"/>
                <a:gd name="connsiteX1222" fmla="*/ 1129561 w 1550288"/>
                <a:gd name="connsiteY1222" fmla="*/ 2402098 h 2442948"/>
                <a:gd name="connsiteX1223" fmla="*/ 1126829 w 1550288"/>
                <a:gd name="connsiteY1223" fmla="*/ 2402098 h 2442948"/>
                <a:gd name="connsiteX1224" fmla="*/ 1124239 w 1550288"/>
                <a:gd name="connsiteY1224" fmla="*/ 2402098 h 2442948"/>
                <a:gd name="connsiteX1225" fmla="*/ 1121794 w 1550288"/>
                <a:gd name="connsiteY1225" fmla="*/ 2402098 h 2442948"/>
                <a:gd name="connsiteX1226" fmla="*/ 1121794 w 1550288"/>
                <a:gd name="connsiteY1226" fmla="*/ 2399509 h 2442948"/>
                <a:gd name="connsiteX1227" fmla="*/ 1119349 w 1550288"/>
                <a:gd name="connsiteY1227" fmla="*/ 2399509 h 2442948"/>
                <a:gd name="connsiteX1228" fmla="*/ 1116760 w 1550288"/>
                <a:gd name="connsiteY1228" fmla="*/ 2399509 h 2442948"/>
                <a:gd name="connsiteX1229" fmla="*/ 1114027 w 1550288"/>
                <a:gd name="connsiteY1229" fmla="*/ 2399509 h 2442948"/>
                <a:gd name="connsiteX1230" fmla="*/ 1111582 w 1550288"/>
                <a:gd name="connsiteY1230" fmla="*/ 2399509 h 2442948"/>
                <a:gd name="connsiteX1231" fmla="*/ 1109136 w 1550288"/>
                <a:gd name="connsiteY1231" fmla="*/ 2399509 h 2442948"/>
                <a:gd name="connsiteX1232" fmla="*/ 1098924 w 1550288"/>
                <a:gd name="connsiteY1232" fmla="*/ 2396776 h 2442948"/>
                <a:gd name="connsiteX1233" fmla="*/ 1096335 w 1550288"/>
                <a:gd name="connsiteY1233" fmla="*/ 2396776 h 2442948"/>
                <a:gd name="connsiteX1234" fmla="*/ 1093602 w 1550288"/>
                <a:gd name="connsiteY1234" fmla="*/ 2396776 h 2442948"/>
                <a:gd name="connsiteX1235" fmla="*/ 1091157 w 1550288"/>
                <a:gd name="connsiteY1235" fmla="*/ 2396776 h 2442948"/>
                <a:gd name="connsiteX1236" fmla="*/ 1088711 w 1550288"/>
                <a:gd name="connsiteY1236" fmla="*/ 2396776 h 2442948"/>
                <a:gd name="connsiteX1237" fmla="*/ 1086266 w 1550288"/>
                <a:gd name="connsiteY1237" fmla="*/ 2394331 h 2442948"/>
                <a:gd name="connsiteX1238" fmla="*/ 1083533 w 1550288"/>
                <a:gd name="connsiteY1238" fmla="*/ 2394331 h 2442948"/>
                <a:gd name="connsiteX1239" fmla="*/ 1080944 w 1550288"/>
                <a:gd name="connsiteY1239" fmla="*/ 2394331 h 2442948"/>
                <a:gd name="connsiteX1240" fmla="*/ 1078499 w 1550288"/>
                <a:gd name="connsiteY1240" fmla="*/ 2394331 h 2442948"/>
                <a:gd name="connsiteX1241" fmla="*/ 1076054 w 1550288"/>
                <a:gd name="connsiteY1241" fmla="*/ 2394331 h 2442948"/>
                <a:gd name="connsiteX1242" fmla="*/ 1073177 w 1550288"/>
                <a:gd name="connsiteY1242" fmla="*/ 2394331 h 2442948"/>
                <a:gd name="connsiteX1243" fmla="*/ 1070732 w 1550288"/>
                <a:gd name="connsiteY1243" fmla="*/ 2391886 h 2442948"/>
                <a:gd name="connsiteX1244" fmla="*/ 1068286 w 1550288"/>
                <a:gd name="connsiteY1244" fmla="*/ 2391886 h 2442948"/>
                <a:gd name="connsiteX1245" fmla="*/ 1058074 w 1550288"/>
                <a:gd name="connsiteY1245" fmla="*/ 2391886 h 2442948"/>
                <a:gd name="connsiteX1246" fmla="*/ 1055629 w 1550288"/>
                <a:gd name="connsiteY1246" fmla="*/ 2391886 h 2442948"/>
                <a:gd name="connsiteX1247" fmla="*/ 1052896 w 1550288"/>
                <a:gd name="connsiteY1247" fmla="*/ 2389440 h 2442948"/>
                <a:gd name="connsiteX1248" fmla="*/ 1050307 w 1550288"/>
                <a:gd name="connsiteY1248" fmla="*/ 2389440 h 2442948"/>
                <a:gd name="connsiteX1249" fmla="*/ 1047861 w 1550288"/>
                <a:gd name="connsiteY1249" fmla="*/ 2389440 h 2442948"/>
                <a:gd name="connsiteX1250" fmla="*/ 1045416 w 1550288"/>
                <a:gd name="connsiteY1250" fmla="*/ 2389440 h 2442948"/>
                <a:gd name="connsiteX1251" fmla="*/ 1042827 w 1550288"/>
                <a:gd name="connsiteY1251" fmla="*/ 2389440 h 2442948"/>
                <a:gd name="connsiteX1252" fmla="*/ 1037649 w 1550288"/>
                <a:gd name="connsiteY1252" fmla="*/ 2386707 h 2442948"/>
                <a:gd name="connsiteX1253" fmla="*/ 1035204 w 1550288"/>
                <a:gd name="connsiteY1253" fmla="*/ 2386707 h 2442948"/>
                <a:gd name="connsiteX1254" fmla="*/ 1032615 w 1550288"/>
                <a:gd name="connsiteY1254" fmla="*/ 2386707 h 2442948"/>
                <a:gd name="connsiteX1255" fmla="*/ 1024991 w 1550288"/>
                <a:gd name="connsiteY1255" fmla="*/ 2386707 h 2442948"/>
                <a:gd name="connsiteX1256" fmla="*/ 1024991 w 1550288"/>
                <a:gd name="connsiteY1256" fmla="*/ 2384118 h 2442948"/>
                <a:gd name="connsiteX1257" fmla="*/ 1022402 w 1550288"/>
                <a:gd name="connsiteY1257" fmla="*/ 2384118 h 2442948"/>
                <a:gd name="connsiteX1258" fmla="*/ 1019669 w 1550288"/>
                <a:gd name="connsiteY1258" fmla="*/ 2384118 h 2442948"/>
                <a:gd name="connsiteX1259" fmla="*/ 1009457 w 1550288"/>
                <a:gd name="connsiteY1259" fmla="*/ 2384118 h 2442948"/>
                <a:gd name="connsiteX1260" fmla="*/ 1009457 w 1550288"/>
                <a:gd name="connsiteY1260" fmla="*/ 2381673 h 2442948"/>
                <a:gd name="connsiteX1261" fmla="*/ 1007011 w 1550288"/>
                <a:gd name="connsiteY1261" fmla="*/ 2381673 h 2442948"/>
                <a:gd name="connsiteX1262" fmla="*/ 1004566 w 1550288"/>
                <a:gd name="connsiteY1262" fmla="*/ 2381673 h 2442948"/>
                <a:gd name="connsiteX1263" fmla="*/ 1002121 w 1550288"/>
                <a:gd name="connsiteY1263" fmla="*/ 2381673 h 2442948"/>
                <a:gd name="connsiteX1264" fmla="*/ 999244 w 1550288"/>
                <a:gd name="connsiteY1264" fmla="*/ 2381673 h 2442948"/>
                <a:gd name="connsiteX1265" fmla="*/ 996799 w 1550288"/>
                <a:gd name="connsiteY1265" fmla="*/ 2381673 h 2442948"/>
                <a:gd name="connsiteX1266" fmla="*/ 996799 w 1550288"/>
                <a:gd name="connsiteY1266" fmla="*/ 2379228 h 2442948"/>
                <a:gd name="connsiteX1267" fmla="*/ 994354 w 1550288"/>
                <a:gd name="connsiteY1267" fmla="*/ 2379228 h 2442948"/>
                <a:gd name="connsiteX1268" fmla="*/ 986586 w 1550288"/>
                <a:gd name="connsiteY1268" fmla="*/ 2379228 h 2442948"/>
                <a:gd name="connsiteX1269" fmla="*/ 984141 w 1550288"/>
                <a:gd name="connsiteY1269" fmla="*/ 2379228 h 2442948"/>
                <a:gd name="connsiteX1270" fmla="*/ 981696 w 1550288"/>
                <a:gd name="connsiteY1270" fmla="*/ 2379228 h 2442948"/>
                <a:gd name="connsiteX1271" fmla="*/ 978963 w 1550288"/>
                <a:gd name="connsiteY1271" fmla="*/ 2376495 h 2442948"/>
                <a:gd name="connsiteX1272" fmla="*/ 976374 w 1550288"/>
                <a:gd name="connsiteY1272" fmla="*/ 2376495 h 2442948"/>
                <a:gd name="connsiteX1273" fmla="*/ 973929 w 1550288"/>
                <a:gd name="connsiteY1273" fmla="*/ 2376495 h 2442948"/>
                <a:gd name="connsiteX1274" fmla="*/ 968894 w 1550288"/>
                <a:gd name="connsiteY1274" fmla="*/ 2376495 h 2442948"/>
                <a:gd name="connsiteX1275" fmla="*/ 966161 w 1550288"/>
                <a:gd name="connsiteY1275" fmla="*/ 2376495 h 2442948"/>
                <a:gd name="connsiteX1276" fmla="*/ 955949 w 1550288"/>
                <a:gd name="connsiteY1276" fmla="*/ 2373906 h 2442948"/>
                <a:gd name="connsiteX1277" fmla="*/ 953504 w 1550288"/>
                <a:gd name="connsiteY1277" fmla="*/ 2373906 h 2442948"/>
                <a:gd name="connsiteX1278" fmla="*/ 951058 w 1550288"/>
                <a:gd name="connsiteY1278" fmla="*/ 2371461 h 2442948"/>
                <a:gd name="connsiteX1279" fmla="*/ 948469 w 1550288"/>
                <a:gd name="connsiteY1279" fmla="*/ 2371461 h 2442948"/>
                <a:gd name="connsiteX1280" fmla="*/ 945736 w 1550288"/>
                <a:gd name="connsiteY1280" fmla="*/ 2371461 h 2442948"/>
                <a:gd name="connsiteX1281" fmla="*/ 943291 w 1550288"/>
                <a:gd name="connsiteY1281" fmla="*/ 2371461 h 2442948"/>
                <a:gd name="connsiteX1282" fmla="*/ 940846 w 1550288"/>
                <a:gd name="connsiteY1282" fmla="*/ 2371461 h 2442948"/>
                <a:gd name="connsiteX1283" fmla="*/ 938257 w 1550288"/>
                <a:gd name="connsiteY1283" fmla="*/ 2369015 h 2442948"/>
                <a:gd name="connsiteX1284" fmla="*/ 935524 w 1550288"/>
                <a:gd name="connsiteY1284" fmla="*/ 2369015 h 2442948"/>
                <a:gd name="connsiteX1285" fmla="*/ 933079 w 1550288"/>
                <a:gd name="connsiteY1285" fmla="*/ 2369015 h 2442948"/>
                <a:gd name="connsiteX1286" fmla="*/ 930633 w 1550288"/>
                <a:gd name="connsiteY1286" fmla="*/ 2369015 h 2442948"/>
                <a:gd name="connsiteX1287" fmla="*/ 925311 w 1550288"/>
                <a:gd name="connsiteY1287" fmla="*/ 2366282 h 2442948"/>
                <a:gd name="connsiteX1288" fmla="*/ 922866 w 1550288"/>
                <a:gd name="connsiteY1288" fmla="*/ 2366282 h 2442948"/>
                <a:gd name="connsiteX1289" fmla="*/ 920421 w 1550288"/>
                <a:gd name="connsiteY1289" fmla="*/ 2366282 h 2442948"/>
                <a:gd name="connsiteX1290" fmla="*/ 917832 w 1550288"/>
                <a:gd name="connsiteY1290" fmla="*/ 2366282 h 2442948"/>
                <a:gd name="connsiteX1291" fmla="*/ 915099 w 1550288"/>
                <a:gd name="connsiteY1291" fmla="*/ 2366282 h 2442948"/>
                <a:gd name="connsiteX1292" fmla="*/ 910208 w 1550288"/>
                <a:gd name="connsiteY1292" fmla="*/ 2363693 h 2442948"/>
                <a:gd name="connsiteX1293" fmla="*/ 905030 w 1550288"/>
                <a:gd name="connsiteY1293" fmla="*/ 2363693 h 2442948"/>
                <a:gd name="connsiteX1294" fmla="*/ 902441 w 1550288"/>
                <a:gd name="connsiteY1294" fmla="*/ 2363693 h 2442948"/>
                <a:gd name="connsiteX1295" fmla="*/ 899996 w 1550288"/>
                <a:gd name="connsiteY1295" fmla="*/ 2363693 h 2442948"/>
                <a:gd name="connsiteX1296" fmla="*/ 897550 w 1550288"/>
                <a:gd name="connsiteY1296" fmla="*/ 2361248 h 2442948"/>
                <a:gd name="connsiteX1297" fmla="*/ 892228 w 1550288"/>
                <a:gd name="connsiteY1297" fmla="*/ 2361248 h 2442948"/>
                <a:gd name="connsiteX1298" fmla="*/ 889783 w 1550288"/>
                <a:gd name="connsiteY1298" fmla="*/ 2361248 h 2442948"/>
                <a:gd name="connsiteX1299" fmla="*/ 887338 w 1550288"/>
                <a:gd name="connsiteY1299" fmla="*/ 2361248 h 2442948"/>
                <a:gd name="connsiteX1300" fmla="*/ 887338 w 1550288"/>
                <a:gd name="connsiteY1300" fmla="*/ 2358803 h 2442948"/>
                <a:gd name="connsiteX1301" fmla="*/ 884749 w 1550288"/>
                <a:gd name="connsiteY1301" fmla="*/ 2358803 h 2442948"/>
                <a:gd name="connsiteX1302" fmla="*/ 882016 w 1550288"/>
                <a:gd name="connsiteY1302" fmla="*/ 2358803 h 2442948"/>
                <a:gd name="connsiteX1303" fmla="*/ 877125 w 1550288"/>
                <a:gd name="connsiteY1303" fmla="*/ 2358803 h 2442948"/>
                <a:gd name="connsiteX1304" fmla="*/ 874536 w 1550288"/>
                <a:gd name="connsiteY1304" fmla="*/ 2358803 h 2442948"/>
                <a:gd name="connsiteX1305" fmla="*/ 874536 w 1550288"/>
                <a:gd name="connsiteY1305" fmla="*/ 2356070 h 2442948"/>
                <a:gd name="connsiteX1306" fmla="*/ 871803 w 1550288"/>
                <a:gd name="connsiteY1306" fmla="*/ 2356070 h 2442948"/>
                <a:gd name="connsiteX1307" fmla="*/ 864324 w 1550288"/>
                <a:gd name="connsiteY1307" fmla="*/ 2356070 h 2442948"/>
                <a:gd name="connsiteX1308" fmla="*/ 861591 w 1550288"/>
                <a:gd name="connsiteY1308" fmla="*/ 2356070 h 2442948"/>
                <a:gd name="connsiteX1309" fmla="*/ 856700 w 1550288"/>
                <a:gd name="connsiteY1309" fmla="*/ 2353481 h 2442948"/>
                <a:gd name="connsiteX1310" fmla="*/ 854111 w 1550288"/>
                <a:gd name="connsiteY1310" fmla="*/ 2353481 h 2442948"/>
                <a:gd name="connsiteX1311" fmla="*/ 851378 w 1550288"/>
                <a:gd name="connsiteY1311" fmla="*/ 2353481 h 2442948"/>
                <a:gd name="connsiteX1312" fmla="*/ 848933 w 1550288"/>
                <a:gd name="connsiteY1312" fmla="*/ 2353481 h 2442948"/>
                <a:gd name="connsiteX1313" fmla="*/ 848933 w 1550288"/>
                <a:gd name="connsiteY1313" fmla="*/ 2351036 h 2442948"/>
                <a:gd name="connsiteX1314" fmla="*/ 843899 w 1550288"/>
                <a:gd name="connsiteY1314" fmla="*/ 2351036 h 2442948"/>
                <a:gd name="connsiteX1315" fmla="*/ 841166 w 1550288"/>
                <a:gd name="connsiteY1315" fmla="*/ 2351036 h 2442948"/>
                <a:gd name="connsiteX1316" fmla="*/ 838721 w 1550288"/>
                <a:gd name="connsiteY1316" fmla="*/ 2351036 h 2442948"/>
                <a:gd name="connsiteX1317" fmla="*/ 836275 w 1550288"/>
                <a:gd name="connsiteY1317" fmla="*/ 2351036 h 2442948"/>
                <a:gd name="connsiteX1318" fmla="*/ 828508 w 1550288"/>
                <a:gd name="connsiteY1318" fmla="*/ 2348590 h 2442948"/>
                <a:gd name="connsiteX1319" fmla="*/ 823474 w 1550288"/>
                <a:gd name="connsiteY1319" fmla="*/ 2346001 h 2442948"/>
                <a:gd name="connsiteX1320" fmla="*/ 821029 w 1550288"/>
                <a:gd name="connsiteY1320" fmla="*/ 2346001 h 2442948"/>
                <a:gd name="connsiteX1321" fmla="*/ 818296 w 1550288"/>
                <a:gd name="connsiteY1321" fmla="*/ 2346001 h 2442948"/>
                <a:gd name="connsiteX1322" fmla="*/ 815850 w 1550288"/>
                <a:gd name="connsiteY1322" fmla="*/ 2346001 h 2442948"/>
                <a:gd name="connsiteX1323" fmla="*/ 813405 w 1550288"/>
                <a:gd name="connsiteY1323" fmla="*/ 2346001 h 2442948"/>
                <a:gd name="connsiteX1324" fmla="*/ 810816 w 1550288"/>
                <a:gd name="connsiteY1324" fmla="*/ 2343268 h 2442948"/>
                <a:gd name="connsiteX1325" fmla="*/ 808083 w 1550288"/>
                <a:gd name="connsiteY1325" fmla="*/ 2343268 h 2442948"/>
                <a:gd name="connsiteX1326" fmla="*/ 805638 w 1550288"/>
                <a:gd name="connsiteY1326" fmla="*/ 2343268 h 2442948"/>
                <a:gd name="connsiteX1327" fmla="*/ 803193 w 1550288"/>
                <a:gd name="connsiteY1327" fmla="*/ 2343268 h 2442948"/>
                <a:gd name="connsiteX1328" fmla="*/ 800603 w 1550288"/>
                <a:gd name="connsiteY1328" fmla="*/ 2340823 h 2442948"/>
                <a:gd name="connsiteX1329" fmla="*/ 797871 w 1550288"/>
                <a:gd name="connsiteY1329" fmla="*/ 2340823 h 2442948"/>
                <a:gd name="connsiteX1330" fmla="*/ 790391 w 1550288"/>
                <a:gd name="connsiteY1330" fmla="*/ 2340823 h 2442948"/>
                <a:gd name="connsiteX1331" fmla="*/ 787658 w 1550288"/>
                <a:gd name="connsiteY1331" fmla="*/ 2338378 h 2442948"/>
                <a:gd name="connsiteX1332" fmla="*/ 782768 w 1550288"/>
                <a:gd name="connsiteY1332" fmla="*/ 2338378 h 2442948"/>
                <a:gd name="connsiteX1333" fmla="*/ 775000 w 1550288"/>
                <a:gd name="connsiteY1333" fmla="*/ 2335933 h 2442948"/>
                <a:gd name="connsiteX1334" fmla="*/ 772555 w 1550288"/>
                <a:gd name="connsiteY1334" fmla="*/ 2335933 h 2442948"/>
                <a:gd name="connsiteX1335" fmla="*/ 762343 w 1550288"/>
                <a:gd name="connsiteY1335" fmla="*/ 2333056 h 2442948"/>
                <a:gd name="connsiteX1336" fmla="*/ 759897 w 1550288"/>
                <a:gd name="connsiteY1336" fmla="*/ 2333056 h 2442948"/>
                <a:gd name="connsiteX1337" fmla="*/ 757020 w 1550288"/>
                <a:gd name="connsiteY1337" fmla="*/ 2333056 h 2442948"/>
                <a:gd name="connsiteX1338" fmla="*/ 754575 w 1550288"/>
                <a:gd name="connsiteY1338" fmla="*/ 2333056 h 2442948"/>
                <a:gd name="connsiteX1339" fmla="*/ 752130 w 1550288"/>
                <a:gd name="connsiteY1339" fmla="*/ 2330611 h 2442948"/>
                <a:gd name="connsiteX1340" fmla="*/ 749541 w 1550288"/>
                <a:gd name="connsiteY1340" fmla="*/ 2330611 h 2442948"/>
                <a:gd name="connsiteX1341" fmla="*/ 744363 w 1550288"/>
                <a:gd name="connsiteY1341" fmla="*/ 2330611 h 2442948"/>
                <a:gd name="connsiteX1342" fmla="*/ 741918 w 1550288"/>
                <a:gd name="connsiteY1342" fmla="*/ 2328165 h 2442948"/>
                <a:gd name="connsiteX1343" fmla="*/ 739472 w 1550288"/>
                <a:gd name="connsiteY1343" fmla="*/ 2328165 h 2442948"/>
                <a:gd name="connsiteX1344" fmla="*/ 736883 w 1550288"/>
                <a:gd name="connsiteY1344" fmla="*/ 2328165 h 2442948"/>
                <a:gd name="connsiteX1345" fmla="*/ 734150 w 1550288"/>
                <a:gd name="connsiteY1345" fmla="*/ 2328165 h 2442948"/>
                <a:gd name="connsiteX1346" fmla="*/ 731705 w 1550288"/>
                <a:gd name="connsiteY1346" fmla="*/ 2328165 h 2442948"/>
                <a:gd name="connsiteX1347" fmla="*/ 729260 w 1550288"/>
                <a:gd name="connsiteY1347" fmla="*/ 2325720 h 2442948"/>
                <a:gd name="connsiteX1348" fmla="*/ 726671 w 1550288"/>
                <a:gd name="connsiteY1348" fmla="*/ 2325720 h 2442948"/>
                <a:gd name="connsiteX1349" fmla="*/ 723938 w 1550288"/>
                <a:gd name="connsiteY1349" fmla="*/ 2325720 h 2442948"/>
                <a:gd name="connsiteX1350" fmla="*/ 719047 w 1550288"/>
                <a:gd name="connsiteY1350" fmla="*/ 2322987 h 2442948"/>
                <a:gd name="connsiteX1351" fmla="*/ 716458 w 1550288"/>
                <a:gd name="connsiteY1351" fmla="*/ 2322987 h 2442948"/>
                <a:gd name="connsiteX1352" fmla="*/ 713725 w 1550288"/>
                <a:gd name="connsiteY1352" fmla="*/ 2322987 h 2442948"/>
                <a:gd name="connsiteX1353" fmla="*/ 711280 w 1550288"/>
                <a:gd name="connsiteY1353" fmla="*/ 2322987 h 2442948"/>
                <a:gd name="connsiteX1354" fmla="*/ 708835 w 1550288"/>
                <a:gd name="connsiteY1354" fmla="*/ 2320398 h 2442948"/>
                <a:gd name="connsiteX1355" fmla="*/ 703513 w 1550288"/>
                <a:gd name="connsiteY1355" fmla="*/ 2320398 h 2442948"/>
                <a:gd name="connsiteX1356" fmla="*/ 698622 w 1550288"/>
                <a:gd name="connsiteY1356" fmla="*/ 2320398 h 2442948"/>
                <a:gd name="connsiteX1357" fmla="*/ 698622 w 1550288"/>
                <a:gd name="connsiteY1357" fmla="*/ 2317953 h 2442948"/>
                <a:gd name="connsiteX1358" fmla="*/ 688410 w 1550288"/>
                <a:gd name="connsiteY1358" fmla="*/ 2317953 h 2442948"/>
                <a:gd name="connsiteX1359" fmla="*/ 683088 w 1550288"/>
                <a:gd name="connsiteY1359" fmla="*/ 2315364 h 2442948"/>
                <a:gd name="connsiteX1360" fmla="*/ 678197 w 1550288"/>
                <a:gd name="connsiteY1360" fmla="*/ 2315364 h 2442948"/>
                <a:gd name="connsiteX1361" fmla="*/ 675608 w 1550288"/>
                <a:gd name="connsiteY1361" fmla="*/ 2312631 h 2442948"/>
                <a:gd name="connsiteX1362" fmla="*/ 673163 w 1550288"/>
                <a:gd name="connsiteY1362" fmla="*/ 2312631 h 2442948"/>
                <a:gd name="connsiteX1363" fmla="*/ 670430 w 1550288"/>
                <a:gd name="connsiteY1363" fmla="*/ 2312631 h 2442948"/>
                <a:gd name="connsiteX1364" fmla="*/ 667985 w 1550288"/>
                <a:gd name="connsiteY1364" fmla="*/ 2312631 h 2442948"/>
                <a:gd name="connsiteX1365" fmla="*/ 667985 w 1550288"/>
                <a:gd name="connsiteY1365" fmla="*/ 2310186 h 2442948"/>
                <a:gd name="connsiteX1366" fmla="*/ 665539 w 1550288"/>
                <a:gd name="connsiteY1366" fmla="*/ 2310186 h 2442948"/>
                <a:gd name="connsiteX1367" fmla="*/ 660217 w 1550288"/>
                <a:gd name="connsiteY1367" fmla="*/ 2310186 h 2442948"/>
                <a:gd name="connsiteX1368" fmla="*/ 657772 w 1550288"/>
                <a:gd name="connsiteY1368" fmla="*/ 2310186 h 2442948"/>
                <a:gd name="connsiteX1369" fmla="*/ 657772 w 1550288"/>
                <a:gd name="connsiteY1369" fmla="*/ 2307740 h 2442948"/>
                <a:gd name="connsiteX1370" fmla="*/ 655327 w 1550288"/>
                <a:gd name="connsiteY1370" fmla="*/ 2307740 h 2442948"/>
                <a:gd name="connsiteX1371" fmla="*/ 652738 w 1550288"/>
                <a:gd name="connsiteY1371" fmla="*/ 2307740 h 2442948"/>
                <a:gd name="connsiteX1372" fmla="*/ 645114 w 1550288"/>
                <a:gd name="connsiteY1372" fmla="*/ 2305295 h 2442948"/>
                <a:gd name="connsiteX1373" fmla="*/ 642525 w 1550288"/>
                <a:gd name="connsiteY1373" fmla="*/ 2305295 h 2442948"/>
                <a:gd name="connsiteX1374" fmla="*/ 639792 w 1550288"/>
                <a:gd name="connsiteY1374" fmla="*/ 2305295 h 2442948"/>
                <a:gd name="connsiteX1375" fmla="*/ 637347 w 1550288"/>
                <a:gd name="connsiteY1375" fmla="*/ 2305295 h 2442948"/>
                <a:gd name="connsiteX1376" fmla="*/ 634902 w 1550288"/>
                <a:gd name="connsiteY1376" fmla="*/ 2302418 h 2442948"/>
                <a:gd name="connsiteX1377" fmla="*/ 632313 w 1550288"/>
                <a:gd name="connsiteY1377" fmla="*/ 2302418 h 2442948"/>
                <a:gd name="connsiteX1378" fmla="*/ 629580 w 1550288"/>
                <a:gd name="connsiteY1378" fmla="*/ 2302418 h 2442948"/>
                <a:gd name="connsiteX1379" fmla="*/ 616922 w 1550288"/>
                <a:gd name="connsiteY1379" fmla="*/ 2299973 h 2442948"/>
                <a:gd name="connsiteX1380" fmla="*/ 616922 w 1550288"/>
                <a:gd name="connsiteY1380" fmla="*/ 2297528 h 2442948"/>
                <a:gd name="connsiteX1381" fmla="*/ 614477 w 1550288"/>
                <a:gd name="connsiteY1381" fmla="*/ 2297528 h 2442948"/>
                <a:gd name="connsiteX1382" fmla="*/ 611888 w 1550288"/>
                <a:gd name="connsiteY1382" fmla="*/ 2297528 h 2442948"/>
                <a:gd name="connsiteX1383" fmla="*/ 609155 w 1550288"/>
                <a:gd name="connsiteY1383" fmla="*/ 2297528 h 2442948"/>
                <a:gd name="connsiteX1384" fmla="*/ 606710 w 1550288"/>
                <a:gd name="connsiteY1384" fmla="*/ 2297528 h 2442948"/>
                <a:gd name="connsiteX1385" fmla="*/ 604264 w 1550288"/>
                <a:gd name="connsiteY1385" fmla="*/ 2295083 h 2442948"/>
                <a:gd name="connsiteX1386" fmla="*/ 601675 w 1550288"/>
                <a:gd name="connsiteY1386" fmla="*/ 2295083 h 2442948"/>
                <a:gd name="connsiteX1387" fmla="*/ 599230 w 1550288"/>
                <a:gd name="connsiteY1387" fmla="*/ 2295083 h 2442948"/>
                <a:gd name="connsiteX1388" fmla="*/ 596497 w 1550288"/>
                <a:gd name="connsiteY1388" fmla="*/ 2292350 h 2442948"/>
                <a:gd name="connsiteX1389" fmla="*/ 594052 w 1550288"/>
                <a:gd name="connsiteY1389" fmla="*/ 2292350 h 2442948"/>
                <a:gd name="connsiteX1390" fmla="*/ 591463 w 1550288"/>
                <a:gd name="connsiteY1390" fmla="*/ 2292350 h 2442948"/>
                <a:gd name="connsiteX1391" fmla="*/ 589017 w 1550288"/>
                <a:gd name="connsiteY1391" fmla="*/ 2292350 h 2442948"/>
                <a:gd name="connsiteX1392" fmla="*/ 586285 w 1550288"/>
                <a:gd name="connsiteY1392" fmla="*/ 2292350 h 2442948"/>
                <a:gd name="connsiteX1393" fmla="*/ 586285 w 1550288"/>
                <a:gd name="connsiteY1393" fmla="*/ 2289761 h 2442948"/>
                <a:gd name="connsiteX1394" fmla="*/ 583839 w 1550288"/>
                <a:gd name="connsiteY1394" fmla="*/ 2289761 h 2442948"/>
                <a:gd name="connsiteX1395" fmla="*/ 578805 w 1550288"/>
                <a:gd name="connsiteY1395" fmla="*/ 2289761 h 2442948"/>
                <a:gd name="connsiteX1396" fmla="*/ 576072 w 1550288"/>
                <a:gd name="connsiteY1396" fmla="*/ 2287315 h 2442948"/>
                <a:gd name="connsiteX1397" fmla="*/ 573627 w 1550288"/>
                <a:gd name="connsiteY1397" fmla="*/ 2287315 h 2442948"/>
                <a:gd name="connsiteX1398" fmla="*/ 571038 w 1550288"/>
                <a:gd name="connsiteY1398" fmla="*/ 2287315 h 2442948"/>
                <a:gd name="connsiteX1399" fmla="*/ 568592 w 1550288"/>
                <a:gd name="connsiteY1399" fmla="*/ 2287315 h 2442948"/>
                <a:gd name="connsiteX1400" fmla="*/ 565859 w 1550288"/>
                <a:gd name="connsiteY1400" fmla="*/ 2284870 h 2442948"/>
                <a:gd name="connsiteX1401" fmla="*/ 563414 w 1550288"/>
                <a:gd name="connsiteY1401" fmla="*/ 2284870 h 2442948"/>
                <a:gd name="connsiteX1402" fmla="*/ 555647 w 1550288"/>
                <a:gd name="connsiteY1402" fmla="*/ 2282137 h 2442948"/>
                <a:gd name="connsiteX1403" fmla="*/ 553202 w 1550288"/>
                <a:gd name="connsiteY1403" fmla="*/ 2282137 h 2442948"/>
                <a:gd name="connsiteX1404" fmla="*/ 550757 w 1550288"/>
                <a:gd name="connsiteY1404" fmla="*/ 2282137 h 2442948"/>
                <a:gd name="connsiteX1405" fmla="*/ 548167 w 1550288"/>
                <a:gd name="connsiteY1405" fmla="*/ 2282137 h 2442948"/>
                <a:gd name="connsiteX1406" fmla="*/ 548167 w 1550288"/>
                <a:gd name="connsiteY1406" fmla="*/ 2279548 h 2442948"/>
                <a:gd name="connsiteX1407" fmla="*/ 545434 w 1550288"/>
                <a:gd name="connsiteY1407" fmla="*/ 2279548 h 2442948"/>
                <a:gd name="connsiteX1408" fmla="*/ 540544 w 1550288"/>
                <a:gd name="connsiteY1408" fmla="*/ 2279548 h 2442948"/>
                <a:gd name="connsiteX1409" fmla="*/ 537955 w 1550288"/>
                <a:gd name="connsiteY1409" fmla="*/ 2277103 h 2442948"/>
                <a:gd name="connsiteX1410" fmla="*/ 535222 w 1550288"/>
                <a:gd name="connsiteY1410" fmla="*/ 2277103 h 2442948"/>
                <a:gd name="connsiteX1411" fmla="*/ 532777 w 1550288"/>
                <a:gd name="connsiteY1411" fmla="*/ 2277103 h 2442948"/>
                <a:gd name="connsiteX1412" fmla="*/ 530332 w 1550288"/>
                <a:gd name="connsiteY1412" fmla="*/ 2274658 h 2442948"/>
                <a:gd name="connsiteX1413" fmla="*/ 527742 w 1550288"/>
                <a:gd name="connsiteY1413" fmla="*/ 2274658 h 2442948"/>
                <a:gd name="connsiteX1414" fmla="*/ 525297 w 1550288"/>
                <a:gd name="connsiteY1414" fmla="*/ 2274658 h 2442948"/>
                <a:gd name="connsiteX1415" fmla="*/ 520119 w 1550288"/>
                <a:gd name="connsiteY1415" fmla="*/ 2271925 h 2442948"/>
                <a:gd name="connsiteX1416" fmla="*/ 517530 w 1550288"/>
                <a:gd name="connsiteY1416" fmla="*/ 2271925 h 2442948"/>
                <a:gd name="connsiteX1417" fmla="*/ 515085 w 1550288"/>
                <a:gd name="connsiteY1417" fmla="*/ 2271925 h 2442948"/>
                <a:gd name="connsiteX1418" fmla="*/ 512352 w 1550288"/>
                <a:gd name="connsiteY1418" fmla="*/ 2271925 h 2442948"/>
                <a:gd name="connsiteX1419" fmla="*/ 507461 w 1550288"/>
                <a:gd name="connsiteY1419" fmla="*/ 2269336 h 2442948"/>
                <a:gd name="connsiteX1420" fmla="*/ 502139 w 1550288"/>
                <a:gd name="connsiteY1420" fmla="*/ 2269336 h 2442948"/>
                <a:gd name="connsiteX1421" fmla="*/ 499694 w 1550288"/>
                <a:gd name="connsiteY1421" fmla="*/ 2266890 h 2442948"/>
                <a:gd name="connsiteX1422" fmla="*/ 497105 w 1550288"/>
                <a:gd name="connsiteY1422" fmla="*/ 2266890 h 2442948"/>
                <a:gd name="connsiteX1423" fmla="*/ 494660 w 1550288"/>
                <a:gd name="connsiteY1423" fmla="*/ 2266890 h 2442948"/>
                <a:gd name="connsiteX1424" fmla="*/ 491927 w 1550288"/>
                <a:gd name="connsiteY1424" fmla="*/ 2264445 h 2442948"/>
                <a:gd name="connsiteX1425" fmla="*/ 489481 w 1550288"/>
                <a:gd name="connsiteY1425" fmla="*/ 2264445 h 2442948"/>
                <a:gd name="connsiteX1426" fmla="*/ 487036 w 1550288"/>
                <a:gd name="connsiteY1426" fmla="*/ 2264445 h 2442948"/>
                <a:gd name="connsiteX1427" fmla="*/ 484447 w 1550288"/>
                <a:gd name="connsiteY1427" fmla="*/ 2264445 h 2442948"/>
                <a:gd name="connsiteX1428" fmla="*/ 481714 w 1550288"/>
                <a:gd name="connsiteY1428" fmla="*/ 2261712 h 2442948"/>
                <a:gd name="connsiteX1429" fmla="*/ 479269 w 1550288"/>
                <a:gd name="connsiteY1429" fmla="*/ 2261712 h 2442948"/>
                <a:gd name="connsiteX1430" fmla="*/ 476824 w 1550288"/>
                <a:gd name="connsiteY1430" fmla="*/ 2261712 h 2442948"/>
                <a:gd name="connsiteX1431" fmla="*/ 474235 w 1550288"/>
                <a:gd name="connsiteY1431" fmla="*/ 2259123 h 2442948"/>
                <a:gd name="connsiteX1432" fmla="*/ 469056 w 1550288"/>
                <a:gd name="connsiteY1432" fmla="*/ 2259123 h 2442948"/>
                <a:gd name="connsiteX1433" fmla="*/ 466611 w 1550288"/>
                <a:gd name="connsiteY1433" fmla="*/ 2259123 h 2442948"/>
                <a:gd name="connsiteX1434" fmla="*/ 464022 w 1550288"/>
                <a:gd name="connsiteY1434" fmla="*/ 2256678 h 2442948"/>
                <a:gd name="connsiteX1435" fmla="*/ 461289 w 1550288"/>
                <a:gd name="connsiteY1435" fmla="*/ 2256678 h 2442948"/>
                <a:gd name="connsiteX1436" fmla="*/ 458844 w 1550288"/>
                <a:gd name="connsiteY1436" fmla="*/ 2256678 h 2442948"/>
                <a:gd name="connsiteX1437" fmla="*/ 453810 w 1550288"/>
                <a:gd name="connsiteY1437" fmla="*/ 2254233 h 2442948"/>
                <a:gd name="connsiteX1438" fmla="*/ 451364 w 1550288"/>
                <a:gd name="connsiteY1438" fmla="*/ 2254233 h 2442948"/>
                <a:gd name="connsiteX1439" fmla="*/ 446186 w 1550288"/>
                <a:gd name="connsiteY1439" fmla="*/ 2251643 h 2442948"/>
                <a:gd name="connsiteX1440" fmla="*/ 443597 w 1550288"/>
                <a:gd name="connsiteY1440" fmla="*/ 2251643 h 2442948"/>
                <a:gd name="connsiteX1441" fmla="*/ 441152 w 1550288"/>
                <a:gd name="connsiteY1441" fmla="*/ 2248911 h 2442948"/>
                <a:gd name="connsiteX1442" fmla="*/ 438419 w 1550288"/>
                <a:gd name="connsiteY1442" fmla="*/ 2248911 h 2442948"/>
                <a:gd name="connsiteX1443" fmla="*/ 428206 w 1550288"/>
                <a:gd name="connsiteY1443" fmla="*/ 2246465 h 2442948"/>
                <a:gd name="connsiteX1444" fmla="*/ 425761 w 1550288"/>
                <a:gd name="connsiteY1444" fmla="*/ 2246465 h 2442948"/>
                <a:gd name="connsiteX1445" fmla="*/ 423172 w 1550288"/>
                <a:gd name="connsiteY1445" fmla="*/ 2244020 h 2442948"/>
                <a:gd name="connsiteX1446" fmla="*/ 420727 w 1550288"/>
                <a:gd name="connsiteY1446" fmla="*/ 2244020 h 2442948"/>
                <a:gd name="connsiteX1447" fmla="*/ 417994 w 1550288"/>
                <a:gd name="connsiteY1447" fmla="*/ 2244020 h 2442948"/>
                <a:gd name="connsiteX1448" fmla="*/ 415549 w 1550288"/>
                <a:gd name="connsiteY1448" fmla="*/ 2241575 h 2442948"/>
                <a:gd name="connsiteX1449" fmla="*/ 413103 w 1550288"/>
                <a:gd name="connsiteY1449" fmla="*/ 2241575 h 2442948"/>
                <a:gd name="connsiteX1450" fmla="*/ 410514 w 1550288"/>
                <a:gd name="connsiteY1450" fmla="*/ 2241575 h 2442948"/>
                <a:gd name="connsiteX1451" fmla="*/ 407781 w 1550288"/>
                <a:gd name="connsiteY1451" fmla="*/ 2241575 h 2442948"/>
                <a:gd name="connsiteX1452" fmla="*/ 405336 w 1550288"/>
                <a:gd name="connsiteY1452" fmla="*/ 2238842 h 2442948"/>
                <a:gd name="connsiteX1453" fmla="*/ 402747 w 1550288"/>
                <a:gd name="connsiteY1453" fmla="*/ 2238842 h 2442948"/>
                <a:gd name="connsiteX1454" fmla="*/ 400302 w 1550288"/>
                <a:gd name="connsiteY1454" fmla="*/ 2238842 h 2442948"/>
                <a:gd name="connsiteX1455" fmla="*/ 397569 w 1550288"/>
                <a:gd name="connsiteY1455" fmla="*/ 2238842 h 2442948"/>
                <a:gd name="connsiteX1456" fmla="*/ 395124 w 1550288"/>
                <a:gd name="connsiteY1456" fmla="*/ 2236253 h 2442948"/>
                <a:gd name="connsiteX1457" fmla="*/ 392678 w 1550288"/>
                <a:gd name="connsiteY1457" fmla="*/ 2236253 h 2442948"/>
                <a:gd name="connsiteX1458" fmla="*/ 390089 w 1550288"/>
                <a:gd name="connsiteY1458" fmla="*/ 2233808 h 2442948"/>
                <a:gd name="connsiteX1459" fmla="*/ 387356 w 1550288"/>
                <a:gd name="connsiteY1459" fmla="*/ 2233808 h 2442948"/>
                <a:gd name="connsiteX1460" fmla="*/ 382466 w 1550288"/>
                <a:gd name="connsiteY1460" fmla="*/ 2233808 h 2442948"/>
                <a:gd name="connsiteX1461" fmla="*/ 382466 w 1550288"/>
                <a:gd name="connsiteY1461" fmla="*/ 2231362 h 2442948"/>
                <a:gd name="connsiteX1462" fmla="*/ 379877 w 1550288"/>
                <a:gd name="connsiteY1462" fmla="*/ 2231362 h 2442948"/>
                <a:gd name="connsiteX1463" fmla="*/ 377431 w 1550288"/>
                <a:gd name="connsiteY1463" fmla="*/ 2231362 h 2442948"/>
                <a:gd name="connsiteX1464" fmla="*/ 374699 w 1550288"/>
                <a:gd name="connsiteY1464" fmla="*/ 2231362 h 2442948"/>
                <a:gd name="connsiteX1465" fmla="*/ 372253 w 1550288"/>
                <a:gd name="connsiteY1465" fmla="*/ 2228629 h 2442948"/>
                <a:gd name="connsiteX1466" fmla="*/ 369664 w 1550288"/>
                <a:gd name="connsiteY1466" fmla="*/ 2228629 h 2442948"/>
                <a:gd name="connsiteX1467" fmla="*/ 367219 w 1550288"/>
                <a:gd name="connsiteY1467" fmla="*/ 2228629 h 2442948"/>
                <a:gd name="connsiteX1468" fmla="*/ 364486 w 1550288"/>
                <a:gd name="connsiteY1468" fmla="*/ 2228629 h 2442948"/>
                <a:gd name="connsiteX1469" fmla="*/ 362041 w 1550288"/>
                <a:gd name="connsiteY1469" fmla="*/ 2226040 h 2442948"/>
                <a:gd name="connsiteX1470" fmla="*/ 359452 w 1550288"/>
                <a:gd name="connsiteY1470" fmla="*/ 2226040 h 2442948"/>
                <a:gd name="connsiteX1471" fmla="*/ 357006 w 1550288"/>
                <a:gd name="connsiteY1471" fmla="*/ 2223595 h 2442948"/>
                <a:gd name="connsiteX1472" fmla="*/ 351828 w 1550288"/>
                <a:gd name="connsiteY1472" fmla="*/ 2223595 h 2442948"/>
                <a:gd name="connsiteX1473" fmla="*/ 349239 w 1550288"/>
                <a:gd name="connsiteY1473" fmla="*/ 2223595 h 2442948"/>
                <a:gd name="connsiteX1474" fmla="*/ 346794 w 1550288"/>
                <a:gd name="connsiteY1474" fmla="*/ 2221150 h 2442948"/>
                <a:gd name="connsiteX1475" fmla="*/ 344061 w 1550288"/>
                <a:gd name="connsiteY1475" fmla="*/ 2221150 h 2442948"/>
                <a:gd name="connsiteX1476" fmla="*/ 341616 w 1550288"/>
                <a:gd name="connsiteY1476" fmla="*/ 2221150 h 2442948"/>
                <a:gd name="connsiteX1477" fmla="*/ 339171 w 1550288"/>
                <a:gd name="connsiteY1477" fmla="*/ 2218273 h 2442948"/>
                <a:gd name="connsiteX1478" fmla="*/ 336581 w 1550288"/>
                <a:gd name="connsiteY1478" fmla="*/ 2218273 h 2442948"/>
                <a:gd name="connsiteX1479" fmla="*/ 333848 w 1550288"/>
                <a:gd name="connsiteY1479" fmla="*/ 2218273 h 2442948"/>
                <a:gd name="connsiteX1480" fmla="*/ 331403 w 1550288"/>
                <a:gd name="connsiteY1480" fmla="*/ 2215828 h 2442948"/>
                <a:gd name="connsiteX1481" fmla="*/ 328814 w 1550288"/>
                <a:gd name="connsiteY1481" fmla="*/ 2215828 h 2442948"/>
                <a:gd name="connsiteX1482" fmla="*/ 326369 w 1550288"/>
                <a:gd name="connsiteY1482" fmla="*/ 2215828 h 2442948"/>
                <a:gd name="connsiteX1483" fmla="*/ 323636 w 1550288"/>
                <a:gd name="connsiteY1483" fmla="*/ 2215828 h 2442948"/>
                <a:gd name="connsiteX1484" fmla="*/ 323636 w 1550288"/>
                <a:gd name="connsiteY1484" fmla="*/ 2213383 h 2442948"/>
                <a:gd name="connsiteX1485" fmla="*/ 318745 w 1550288"/>
                <a:gd name="connsiteY1485" fmla="*/ 2213383 h 2442948"/>
                <a:gd name="connsiteX1486" fmla="*/ 313423 w 1550288"/>
                <a:gd name="connsiteY1486" fmla="*/ 2210937 h 2442948"/>
                <a:gd name="connsiteX1487" fmla="*/ 310978 w 1550288"/>
                <a:gd name="connsiteY1487" fmla="*/ 2210937 h 2442948"/>
                <a:gd name="connsiteX1488" fmla="*/ 308533 w 1550288"/>
                <a:gd name="connsiteY1488" fmla="*/ 2210937 h 2442948"/>
                <a:gd name="connsiteX1489" fmla="*/ 303499 w 1550288"/>
                <a:gd name="connsiteY1489" fmla="*/ 2208204 h 2442948"/>
                <a:gd name="connsiteX1490" fmla="*/ 298320 w 1550288"/>
                <a:gd name="connsiteY1490" fmla="*/ 2205615 h 2442948"/>
                <a:gd name="connsiteX1491" fmla="*/ 295731 w 1550288"/>
                <a:gd name="connsiteY1491" fmla="*/ 2205615 h 2442948"/>
                <a:gd name="connsiteX1492" fmla="*/ 293286 w 1550288"/>
                <a:gd name="connsiteY1492" fmla="*/ 2203170 h 2442948"/>
                <a:gd name="connsiteX1493" fmla="*/ 290553 w 1550288"/>
                <a:gd name="connsiteY1493" fmla="*/ 2203170 h 2442948"/>
                <a:gd name="connsiteX1494" fmla="*/ 288108 w 1550288"/>
                <a:gd name="connsiteY1494" fmla="*/ 2203170 h 2442948"/>
                <a:gd name="connsiteX1495" fmla="*/ 285519 w 1550288"/>
                <a:gd name="connsiteY1495" fmla="*/ 2200725 h 2442948"/>
                <a:gd name="connsiteX1496" fmla="*/ 285519 w 1550288"/>
                <a:gd name="connsiteY1496" fmla="*/ 2197992 h 2442948"/>
                <a:gd name="connsiteX1497" fmla="*/ 283074 w 1550288"/>
                <a:gd name="connsiteY1497" fmla="*/ 2192958 h 2442948"/>
                <a:gd name="connsiteX1498" fmla="*/ 283074 w 1550288"/>
                <a:gd name="connsiteY1498" fmla="*/ 2190512 h 2442948"/>
                <a:gd name="connsiteX1499" fmla="*/ 280341 w 1550288"/>
                <a:gd name="connsiteY1499" fmla="*/ 2187779 h 2442948"/>
                <a:gd name="connsiteX1500" fmla="*/ 280341 w 1550288"/>
                <a:gd name="connsiteY1500" fmla="*/ 2185190 h 2442948"/>
                <a:gd name="connsiteX1501" fmla="*/ 280341 w 1550288"/>
                <a:gd name="connsiteY1501" fmla="*/ 2182745 h 2442948"/>
                <a:gd name="connsiteX1502" fmla="*/ 280341 w 1550288"/>
                <a:gd name="connsiteY1502" fmla="*/ 2180300 h 2442948"/>
                <a:gd name="connsiteX1503" fmla="*/ 277895 w 1550288"/>
                <a:gd name="connsiteY1503" fmla="*/ 2174978 h 2442948"/>
                <a:gd name="connsiteX1504" fmla="*/ 277895 w 1550288"/>
                <a:gd name="connsiteY1504" fmla="*/ 2172532 h 2442948"/>
                <a:gd name="connsiteX1505" fmla="*/ 280341 w 1550288"/>
                <a:gd name="connsiteY1505" fmla="*/ 2170087 h 2442948"/>
                <a:gd name="connsiteX1506" fmla="*/ 277895 w 1550288"/>
                <a:gd name="connsiteY1506" fmla="*/ 2170087 h 2442948"/>
                <a:gd name="connsiteX1507" fmla="*/ 277895 w 1550288"/>
                <a:gd name="connsiteY1507" fmla="*/ 2167498 h 2442948"/>
                <a:gd name="connsiteX1508" fmla="*/ 277895 w 1550288"/>
                <a:gd name="connsiteY1508" fmla="*/ 2164765 h 2442948"/>
                <a:gd name="connsiteX1509" fmla="*/ 277895 w 1550288"/>
                <a:gd name="connsiteY1509" fmla="*/ 2162320 h 2442948"/>
                <a:gd name="connsiteX1510" fmla="*/ 277895 w 1550288"/>
                <a:gd name="connsiteY1510" fmla="*/ 2157430 h 2442948"/>
                <a:gd name="connsiteX1511" fmla="*/ 277895 w 1550288"/>
                <a:gd name="connsiteY1511" fmla="*/ 2154553 h 2442948"/>
                <a:gd name="connsiteX1512" fmla="*/ 280341 w 1550288"/>
                <a:gd name="connsiteY1512" fmla="*/ 2152107 h 2442948"/>
                <a:gd name="connsiteX1513" fmla="*/ 280341 w 1550288"/>
                <a:gd name="connsiteY1513" fmla="*/ 2149662 h 2442948"/>
                <a:gd name="connsiteX1514" fmla="*/ 283074 w 1550288"/>
                <a:gd name="connsiteY1514" fmla="*/ 2147217 h 2442948"/>
                <a:gd name="connsiteX1515" fmla="*/ 280341 w 1550288"/>
                <a:gd name="connsiteY1515" fmla="*/ 2144484 h 2442948"/>
                <a:gd name="connsiteX1516" fmla="*/ 277895 w 1550288"/>
                <a:gd name="connsiteY1516" fmla="*/ 2144484 h 2442948"/>
                <a:gd name="connsiteX1517" fmla="*/ 275306 w 1550288"/>
                <a:gd name="connsiteY1517" fmla="*/ 2141895 h 2442948"/>
                <a:gd name="connsiteX1518" fmla="*/ 272861 w 1550288"/>
                <a:gd name="connsiteY1518" fmla="*/ 2141895 h 2442948"/>
                <a:gd name="connsiteX1519" fmla="*/ 272861 w 1550288"/>
                <a:gd name="connsiteY1519" fmla="*/ 2139450 h 2442948"/>
                <a:gd name="connsiteX1520" fmla="*/ 275306 w 1550288"/>
                <a:gd name="connsiteY1520" fmla="*/ 2134272 h 2442948"/>
                <a:gd name="connsiteX1521" fmla="*/ 272861 w 1550288"/>
                <a:gd name="connsiteY1521" fmla="*/ 2131682 h 2442948"/>
                <a:gd name="connsiteX1522" fmla="*/ 272861 w 1550288"/>
                <a:gd name="connsiteY1522" fmla="*/ 2129237 h 2442948"/>
                <a:gd name="connsiteX1523" fmla="*/ 272861 w 1550288"/>
                <a:gd name="connsiteY1523" fmla="*/ 2126792 h 2442948"/>
                <a:gd name="connsiteX1524" fmla="*/ 270128 w 1550288"/>
                <a:gd name="connsiteY1524" fmla="*/ 2119025 h 2442948"/>
                <a:gd name="connsiteX1525" fmla="*/ 270128 w 1550288"/>
                <a:gd name="connsiteY1525" fmla="*/ 2113847 h 2442948"/>
                <a:gd name="connsiteX1526" fmla="*/ 272861 w 1550288"/>
                <a:gd name="connsiteY1526" fmla="*/ 2113847 h 2442948"/>
                <a:gd name="connsiteX1527" fmla="*/ 275306 w 1550288"/>
                <a:gd name="connsiteY1527" fmla="*/ 2111257 h 2442948"/>
                <a:gd name="connsiteX1528" fmla="*/ 277895 w 1550288"/>
                <a:gd name="connsiteY1528" fmla="*/ 2111257 h 2442948"/>
                <a:gd name="connsiteX1529" fmla="*/ 280341 w 1550288"/>
                <a:gd name="connsiteY1529" fmla="*/ 2106367 h 2442948"/>
                <a:gd name="connsiteX1530" fmla="*/ 280341 w 1550288"/>
                <a:gd name="connsiteY1530" fmla="*/ 2103634 h 2442948"/>
                <a:gd name="connsiteX1531" fmla="*/ 280341 w 1550288"/>
                <a:gd name="connsiteY1531" fmla="*/ 2101045 h 2442948"/>
                <a:gd name="connsiteX1532" fmla="*/ 280341 w 1550288"/>
                <a:gd name="connsiteY1532" fmla="*/ 2098600 h 2442948"/>
                <a:gd name="connsiteX1533" fmla="*/ 280341 w 1550288"/>
                <a:gd name="connsiteY1533" fmla="*/ 2096154 h 2442948"/>
                <a:gd name="connsiteX1534" fmla="*/ 280341 w 1550288"/>
                <a:gd name="connsiteY1534" fmla="*/ 2093421 h 2442948"/>
                <a:gd name="connsiteX1535" fmla="*/ 283074 w 1550288"/>
                <a:gd name="connsiteY1535" fmla="*/ 2088387 h 2442948"/>
                <a:gd name="connsiteX1536" fmla="*/ 283074 w 1550288"/>
                <a:gd name="connsiteY1536" fmla="*/ 2085942 h 2442948"/>
                <a:gd name="connsiteX1537" fmla="*/ 280341 w 1550288"/>
                <a:gd name="connsiteY1537" fmla="*/ 2085942 h 2442948"/>
                <a:gd name="connsiteX1538" fmla="*/ 277895 w 1550288"/>
                <a:gd name="connsiteY1538" fmla="*/ 2085942 h 2442948"/>
                <a:gd name="connsiteX1539" fmla="*/ 275306 w 1550288"/>
                <a:gd name="connsiteY1539" fmla="*/ 2085942 h 2442948"/>
                <a:gd name="connsiteX1540" fmla="*/ 275306 w 1550288"/>
                <a:gd name="connsiteY1540" fmla="*/ 2083353 h 2442948"/>
                <a:gd name="connsiteX1541" fmla="*/ 272861 w 1550288"/>
                <a:gd name="connsiteY1541" fmla="*/ 2083353 h 2442948"/>
                <a:gd name="connsiteX1542" fmla="*/ 270128 w 1550288"/>
                <a:gd name="connsiteY1542" fmla="*/ 2080620 h 2442948"/>
                <a:gd name="connsiteX1543" fmla="*/ 267683 w 1550288"/>
                <a:gd name="connsiteY1543" fmla="*/ 2083353 h 2442948"/>
                <a:gd name="connsiteX1544" fmla="*/ 265094 w 1550288"/>
                <a:gd name="connsiteY1544" fmla="*/ 2085942 h 2442948"/>
                <a:gd name="connsiteX1545" fmla="*/ 265094 w 1550288"/>
                <a:gd name="connsiteY1545" fmla="*/ 2090832 h 2442948"/>
                <a:gd name="connsiteX1546" fmla="*/ 262649 w 1550288"/>
                <a:gd name="connsiteY1546" fmla="*/ 2093421 h 2442948"/>
                <a:gd name="connsiteX1547" fmla="*/ 259916 w 1550288"/>
                <a:gd name="connsiteY1547" fmla="*/ 2090832 h 2442948"/>
                <a:gd name="connsiteX1548" fmla="*/ 257470 w 1550288"/>
                <a:gd name="connsiteY1548" fmla="*/ 2090832 h 2442948"/>
                <a:gd name="connsiteX1549" fmla="*/ 257470 w 1550288"/>
                <a:gd name="connsiteY1549" fmla="*/ 2088387 h 2442948"/>
                <a:gd name="connsiteX1550" fmla="*/ 255025 w 1550288"/>
                <a:gd name="connsiteY1550" fmla="*/ 2088387 h 2442948"/>
                <a:gd name="connsiteX1551" fmla="*/ 252436 w 1550288"/>
                <a:gd name="connsiteY1551" fmla="*/ 2088387 h 2442948"/>
                <a:gd name="connsiteX1552" fmla="*/ 247258 w 1550288"/>
                <a:gd name="connsiteY1552" fmla="*/ 2088387 h 2442948"/>
                <a:gd name="connsiteX1553" fmla="*/ 244813 w 1550288"/>
                <a:gd name="connsiteY1553" fmla="*/ 2088387 h 2442948"/>
                <a:gd name="connsiteX1554" fmla="*/ 239491 w 1550288"/>
                <a:gd name="connsiteY1554" fmla="*/ 2090832 h 2442948"/>
                <a:gd name="connsiteX1555" fmla="*/ 237045 w 1550288"/>
                <a:gd name="connsiteY1555" fmla="*/ 2090832 h 2442948"/>
                <a:gd name="connsiteX1556" fmla="*/ 234456 w 1550288"/>
                <a:gd name="connsiteY1556" fmla="*/ 2090832 h 2442948"/>
                <a:gd name="connsiteX1557" fmla="*/ 232011 w 1550288"/>
                <a:gd name="connsiteY1557" fmla="*/ 2090832 h 2442948"/>
                <a:gd name="connsiteX1558" fmla="*/ 229566 w 1550288"/>
                <a:gd name="connsiteY1558" fmla="*/ 2088387 h 2442948"/>
                <a:gd name="connsiteX1559" fmla="*/ 226833 w 1550288"/>
                <a:gd name="connsiteY1559" fmla="*/ 2085942 h 2442948"/>
                <a:gd name="connsiteX1560" fmla="*/ 224388 w 1550288"/>
                <a:gd name="connsiteY1560" fmla="*/ 2083353 h 2442948"/>
                <a:gd name="connsiteX1561" fmla="*/ 221798 w 1550288"/>
                <a:gd name="connsiteY1561" fmla="*/ 2083353 h 2442948"/>
                <a:gd name="connsiteX1562" fmla="*/ 221798 w 1550288"/>
                <a:gd name="connsiteY1562" fmla="*/ 2080620 h 2442948"/>
                <a:gd name="connsiteX1563" fmla="*/ 219353 w 1550288"/>
                <a:gd name="connsiteY1563" fmla="*/ 2080620 h 2442948"/>
                <a:gd name="connsiteX1564" fmla="*/ 216620 w 1550288"/>
                <a:gd name="connsiteY1564" fmla="*/ 2080620 h 2442948"/>
                <a:gd name="connsiteX1565" fmla="*/ 216620 w 1550288"/>
                <a:gd name="connsiteY1565" fmla="*/ 2078175 h 2442948"/>
                <a:gd name="connsiteX1566" fmla="*/ 216620 w 1550288"/>
                <a:gd name="connsiteY1566" fmla="*/ 2075729 h 2442948"/>
                <a:gd name="connsiteX1567" fmla="*/ 214175 w 1550288"/>
                <a:gd name="connsiteY1567" fmla="*/ 2073140 h 2442948"/>
                <a:gd name="connsiteX1568" fmla="*/ 214175 w 1550288"/>
                <a:gd name="connsiteY1568" fmla="*/ 2070407 h 2442948"/>
                <a:gd name="connsiteX1569" fmla="*/ 211586 w 1550288"/>
                <a:gd name="connsiteY1569" fmla="*/ 2070407 h 2442948"/>
                <a:gd name="connsiteX1570" fmla="*/ 211586 w 1550288"/>
                <a:gd name="connsiteY1570" fmla="*/ 2067962 h 2442948"/>
                <a:gd name="connsiteX1571" fmla="*/ 209141 w 1550288"/>
                <a:gd name="connsiteY1571" fmla="*/ 2070407 h 2442948"/>
                <a:gd name="connsiteX1572" fmla="*/ 206408 w 1550288"/>
                <a:gd name="connsiteY1572" fmla="*/ 2070407 h 2442948"/>
                <a:gd name="connsiteX1573" fmla="*/ 203963 w 1550288"/>
                <a:gd name="connsiteY1573" fmla="*/ 2073140 h 2442948"/>
                <a:gd name="connsiteX1574" fmla="*/ 203963 w 1550288"/>
                <a:gd name="connsiteY1574" fmla="*/ 2075729 h 2442948"/>
                <a:gd name="connsiteX1575" fmla="*/ 201373 w 1550288"/>
                <a:gd name="connsiteY1575" fmla="*/ 2075729 h 2442948"/>
                <a:gd name="connsiteX1576" fmla="*/ 198928 w 1550288"/>
                <a:gd name="connsiteY1576" fmla="*/ 2075729 h 2442948"/>
                <a:gd name="connsiteX1577" fmla="*/ 196195 w 1550288"/>
                <a:gd name="connsiteY1577" fmla="*/ 2073140 h 2442948"/>
                <a:gd name="connsiteX1578" fmla="*/ 196195 w 1550288"/>
                <a:gd name="connsiteY1578" fmla="*/ 2070407 h 2442948"/>
                <a:gd name="connsiteX1579" fmla="*/ 198928 w 1550288"/>
                <a:gd name="connsiteY1579" fmla="*/ 2067962 h 2442948"/>
                <a:gd name="connsiteX1580" fmla="*/ 196195 w 1550288"/>
                <a:gd name="connsiteY1580" fmla="*/ 2067962 h 2442948"/>
                <a:gd name="connsiteX1581" fmla="*/ 193750 w 1550288"/>
                <a:gd name="connsiteY1581" fmla="*/ 2067962 h 2442948"/>
                <a:gd name="connsiteX1582" fmla="*/ 191161 w 1550288"/>
                <a:gd name="connsiteY1582" fmla="*/ 2065517 h 2442948"/>
                <a:gd name="connsiteX1583" fmla="*/ 188716 w 1550288"/>
                <a:gd name="connsiteY1583" fmla="*/ 2067962 h 2442948"/>
                <a:gd name="connsiteX1584" fmla="*/ 188716 w 1550288"/>
                <a:gd name="connsiteY1584" fmla="*/ 2070407 h 2442948"/>
                <a:gd name="connsiteX1585" fmla="*/ 188716 w 1550288"/>
                <a:gd name="connsiteY1585" fmla="*/ 2073140 h 2442948"/>
                <a:gd name="connsiteX1586" fmla="*/ 185983 w 1550288"/>
                <a:gd name="connsiteY1586" fmla="*/ 2073140 h 2442948"/>
                <a:gd name="connsiteX1587" fmla="*/ 183538 w 1550288"/>
                <a:gd name="connsiteY1587" fmla="*/ 2073140 h 2442948"/>
                <a:gd name="connsiteX1588" fmla="*/ 180948 w 1550288"/>
                <a:gd name="connsiteY1588" fmla="*/ 2073140 h 2442948"/>
                <a:gd name="connsiteX1589" fmla="*/ 178503 w 1550288"/>
                <a:gd name="connsiteY1589" fmla="*/ 2070407 h 2442948"/>
                <a:gd name="connsiteX1590" fmla="*/ 175770 w 1550288"/>
                <a:gd name="connsiteY1590" fmla="*/ 2067962 h 2442948"/>
                <a:gd name="connsiteX1591" fmla="*/ 173325 w 1550288"/>
                <a:gd name="connsiteY1591" fmla="*/ 2065517 h 2442948"/>
                <a:gd name="connsiteX1592" fmla="*/ 170736 w 1550288"/>
                <a:gd name="connsiteY1592" fmla="*/ 2065517 h 2442948"/>
                <a:gd name="connsiteX1593" fmla="*/ 168291 w 1550288"/>
                <a:gd name="connsiteY1593" fmla="*/ 2067962 h 2442948"/>
                <a:gd name="connsiteX1594" fmla="*/ 165558 w 1550288"/>
                <a:gd name="connsiteY1594" fmla="*/ 2070407 h 2442948"/>
                <a:gd name="connsiteX1595" fmla="*/ 163113 w 1550288"/>
                <a:gd name="connsiteY1595" fmla="*/ 2070407 h 2442948"/>
                <a:gd name="connsiteX1596" fmla="*/ 163113 w 1550288"/>
                <a:gd name="connsiteY1596" fmla="*/ 2067962 h 2442948"/>
                <a:gd name="connsiteX1597" fmla="*/ 160523 w 1550288"/>
                <a:gd name="connsiteY1597" fmla="*/ 2065517 h 2442948"/>
                <a:gd name="connsiteX1598" fmla="*/ 158078 w 1550288"/>
                <a:gd name="connsiteY1598" fmla="*/ 2063071 h 2442948"/>
                <a:gd name="connsiteX1599" fmla="*/ 155633 w 1550288"/>
                <a:gd name="connsiteY1599" fmla="*/ 2065517 h 2442948"/>
                <a:gd name="connsiteX1600" fmla="*/ 155633 w 1550288"/>
                <a:gd name="connsiteY1600" fmla="*/ 2063071 h 2442948"/>
                <a:gd name="connsiteX1601" fmla="*/ 152900 w 1550288"/>
                <a:gd name="connsiteY1601" fmla="*/ 2063071 h 2442948"/>
                <a:gd name="connsiteX1602" fmla="*/ 152900 w 1550288"/>
                <a:gd name="connsiteY1602" fmla="*/ 2060339 h 2442948"/>
                <a:gd name="connsiteX1603" fmla="*/ 155633 w 1550288"/>
                <a:gd name="connsiteY1603" fmla="*/ 2057750 h 2442948"/>
                <a:gd name="connsiteX1604" fmla="*/ 158078 w 1550288"/>
                <a:gd name="connsiteY1604" fmla="*/ 2055304 h 2442948"/>
                <a:gd name="connsiteX1605" fmla="*/ 155633 w 1550288"/>
                <a:gd name="connsiteY1605" fmla="*/ 2055304 h 2442948"/>
                <a:gd name="connsiteX1606" fmla="*/ 155633 w 1550288"/>
                <a:gd name="connsiteY1606" fmla="*/ 2052859 h 2442948"/>
                <a:gd name="connsiteX1607" fmla="*/ 158078 w 1550288"/>
                <a:gd name="connsiteY1607" fmla="*/ 2050126 h 2442948"/>
                <a:gd name="connsiteX1608" fmla="*/ 158078 w 1550288"/>
                <a:gd name="connsiteY1608" fmla="*/ 2047537 h 2442948"/>
                <a:gd name="connsiteX1609" fmla="*/ 158078 w 1550288"/>
                <a:gd name="connsiteY1609" fmla="*/ 2045092 h 2442948"/>
                <a:gd name="connsiteX1610" fmla="*/ 160523 w 1550288"/>
                <a:gd name="connsiteY1610" fmla="*/ 2045092 h 2442948"/>
                <a:gd name="connsiteX1611" fmla="*/ 160523 w 1550288"/>
                <a:gd name="connsiteY1611" fmla="*/ 2039914 h 2442948"/>
                <a:gd name="connsiteX1612" fmla="*/ 160523 w 1550288"/>
                <a:gd name="connsiteY1612" fmla="*/ 2034879 h 2442948"/>
                <a:gd name="connsiteX1613" fmla="*/ 160523 w 1550288"/>
                <a:gd name="connsiteY1613" fmla="*/ 2032434 h 2442948"/>
                <a:gd name="connsiteX1614" fmla="*/ 160523 w 1550288"/>
                <a:gd name="connsiteY1614" fmla="*/ 2029701 h 2442948"/>
                <a:gd name="connsiteX1615" fmla="*/ 158078 w 1550288"/>
                <a:gd name="connsiteY1615" fmla="*/ 2029701 h 2442948"/>
                <a:gd name="connsiteX1616" fmla="*/ 155633 w 1550288"/>
                <a:gd name="connsiteY1616" fmla="*/ 2029701 h 2442948"/>
                <a:gd name="connsiteX1617" fmla="*/ 152900 w 1550288"/>
                <a:gd name="connsiteY1617" fmla="*/ 2029701 h 2442948"/>
                <a:gd name="connsiteX1618" fmla="*/ 152900 w 1550288"/>
                <a:gd name="connsiteY1618" fmla="*/ 2024667 h 2442948"/>
                <a:gd name="connsiteX1619" fmla="*/ 155633 w 1550288"/>
                <a:gd name="connsiteY1619" fmla="*/ 2024667 h 2442948"/>
                <a:gd name="connsiteX1620" fmla="*/ 155633 w 1550288"/>
                <a:gd name="connsiteY1620" fmla="*/ 2022221 h 2442948"/>
                <a:gd name="connsiteX1621" fmla="*/ 158078 w 1550288"/>
                <a:gd name="connsiteY1621" fmla="*/ 2022221 h 2442948"/>
                <a:gd name="connsiteX1622" fmla="*/ 160523 w 1550288"/>
                <a:gd name="connsiteY1622" fmla="*/ 2019489 h 2442948"/>
                <a:gd name="connsiteX1623" fmla="*/ 163113 w 1550288"/>
                <a:gd name="connsiteY1623" fmla="*/ 2016900 h 2442948"/>
                <a:gd name="connsiteX1624" fmla="*/ 163113 w 1550288"/>
                <a:gd name="connsiteY1624" fmla="*/ 2014454 h 2442948"/>
                <a:gd name="connsiteX1625" fmla="*/ 165558 w 1550288"/>
                <a:gd name="connsiteY1625" fmla="*/ 2012009 h 2442948"/>
                <a:gd name="connsiteX1626" fmla="*/ 163113 w 1550288"/>
                <a:gd name="connsiteY1626" fmla="*/ 2009276 h 2442948"/>
                <a:gd name="connsiteX1627" fmla="*/ 165558 w 1550288"/>
                <a:gd name="connsiteY1627" fmla="*/ 2006687 h 2442948"/>
                <a:gd name="connsiteX1628" fmla="*/ 165558 w 1550288"/>
                <a:gd name="connsiteY1628" fmla="*/ 2004242 h 2442948"/>
                <a:gd name="connsiteX1629" fmla="*/ 165558 w 1550288"/>
                <a:gd name="connsiteY1629" fmla="*/ 2001796 h 2442948"/>
                <a:gd name="connsiteX1630" fmla="*/ 165558 w 1550288"/>
                <a:gd name="connsiteY1630" fmla="*/ 1999064 h 2442948"/>
                <a:gd name="connsiteX1631" fmla="*/ 165558 w 1550288"/>
                <a:gd name="connsiteY1631" fmla="*/ 1996475 h 2442948"/>
                <a:gd name="connsiteX1632" fmla="*/ 168291 w 1550288"/>
                <a:gd name="connsiteY1632" fmla="*/ 1996475 h 2442948"/>
                <a:gd name="connsiteX1633" fmla="*/ 168291 w 1550288"/>
                <a:gd name="connsiteY1633" fmla="*/ 1994029 h 2442948"/>
                <a:gd name="connsiteX1634" fmla="*/ 165558 w 1550288"/>
                <a:gd name="connsiteY1634" fmla="*/ 1994029 h 2442948"/>
                <a:gd name="connsiteX1635" fmla="*/ 165558 w 1550288"/>
                <a:gd name="connsiteY1635" fmla="*/ 1991584 h 2442948"/>
                <a:gd name="connsiteX1636" fmla="*/ 165558 w 1550288"/>
                <a:gd name="connsiteY1636" fmla="*/ 1988995 h 2442948"/>
                <a:gd name="connsiteX1637" fmla="*/ 165558 w 1550288"/>
                <a:gd name="connsiteY1637" fmla="*/ 1986262 h 2442948"/>
                <a:gd name="connsiteX1638" fmla="*/ 168291 w 1550288"/>
                <a:gd name="connsiteY1638" fmla="*/ 1983817 h 2442948"/>
                <a:gd name="connsiteX1639" fmla="*/ 168291 w 1550288"/>
                <a:gd name="connsiteY1639" fmla="*/ 1981371 h 2442948"/>
                <a:gd name="connsiteX1640" fmla="*/ 165558 w 1550288"/>
                <a:gd name="connsiteY1640" fmla="*/ 1981371 h 2442948"/>
                <a:gd name="connsiteX1641" fmla="*/ 163113 w 1550288"/>
                <a:gd name="connsiteY1641" fmla="*/ 1981371 h 2442948"/>
                <a:gd name="connsiteX1642" fmla="*/ 163113 w 1550288"/>
                <a:gd name="connsiteY1642" fmla="*/ 1978783 h 2442948"/>
                <a:gd name="connsiteX1643" fmla="*/ 163113 w 1550288"/>
                <a:gd name="connsiteY1643" fmla="*/ 1976050 h 2442948"/>
                <a:gd name="connsiteX1644" fmla="*/ 163113 w 1550288"/>
                <a:gd name="connsiteY1644" fmla="*/ 1973604 h 2442948"/>
                <a:gd name="connsiteX1645" fmla="*/ 160523 w 1550288"/>
                <a:gd name="connsiteY1645" fmla="*/ 1973604 h 2442948"/>
                <a:gd name="connsiteX1646" fmla="*/ 158078 w 1550288"/>
                <a:gd name="connsiteY1646" fmla="*/ 1973604 h 2442948"/>
                <a:gd name="connsiteX1647" fmla="*/ 155633 w 1550288"/>
                <a:gd name="connsiteY1647" fmla="*/ 1973604 h 2442948"/>
                <a:gd name="connsiteX1648" fmla="*/ 155633 w 1550288"/>
                <a:gd name="connsiteY1648" fmla="*/ 1971159 h 2442948"/>
                <a:gd name="connsiteX1649" fmla="*/ 152900 w 1550288"/>
                <a:gd name="connsiteY1649" fmla="*/ 1971159 h 2442948"/>
                <a:gd name="connsiteX1650" fmla="*/ 150311 w 1550288"/>
                <a:gd name="connsiteY1650" fmla="*/ 1971159 h 2442948"/>
                <a:gd name="connsiteX1651" fmla="*/ 147866 w 1550288"/>
                <a:gd name="connsiteY1651" fmla="*/ 1968714 h 2442948"/>
                <a:gd name="connsiteX1652" fmla="*/ 145420 w 1550288"/>
                <a:gd name="connsiteY1652" fmla="*/ 1965981 h 2442948"/>
                <a:gd name="connsiteX1653" fmla="*/ 142687 w 1550288"/>
                <a:gd name="connsiteY1653" fmla="*/ 1963392 h 2442948"/>
                <a:gd name="connsiteX1654" fmla="*/ 142687 w 1550288"/>
                <a:gd name="connsiteY1654" fmla="*/ 1960946 h 2442948"/>
                <a:gd name="connsiteX1655" fmla="*/ 142687 w 1550288"/>
                <a:gd name="connsiteY1655" fmla="*/ 1958501 h 2442948"/>
                <a:gd name="connsiteX1656" fmla="*/ 142687 w 1550288"/>
                <a:gd name="connsiteY1656" fmla="*/ 1955768 h 2442948"/>
                <a:gd name="connsiteX1657" fmla="*/ 140242 w 1550288"/>
                <a:gd name="connsiteY1657" fmla="*/ 1955768 h 2442948"/>
                <a:gd name="connsiteX1658" fmla="*/ 137653 w 1550288"/>
                <a:gd name="connsiteY1658" fmla="*/ 1953179 h 2442948"/>
                <a:gd name="connsiteX1659" fmla="*/ 137653 w 1550288"/>
                <a:gd name="connsiteY1659" fmla="*/ 1950734 h 2442948"/>
                <a:gd name="connsiteX1660" fmla="*/ 137653 w 1550288"/>
                <a:gd name="connsiteY1660" fmla="*/ 1948289 h 2442948"/>
                <a:gd name="connsiteX1661" fmla="*/ 135208 w 1550288"/>
                <a:gd name="connsiteY1661" fmla="*/ 1945556 h 2442948"/>
                <a:gd name="connsiteX1662" fmla="*/ 135208 w 1550288"/>
                <a:gd name="connsiteY1662" fmla="*/ 1942967 h 2442948"/>
                <a:gd name="connsiteX1663" fmla="*/ 132475 w 1550288"/>
                <a:gd name="connsiteY1663" fmla="*/ 1942967 h 2442948"/>
                <a:gd name="connsiteX1664" fmla="*/ 132475 w 1550288"/>
                <a:gd name="connsiteY1664" fmla="*/ 1940521 h 2442948"/>
                <a:gd name="connsiteX1665" fmla="*/ 132475 w 1550288"/>
                <a:gd name="connsiteY1665" fmla="*/ 1938076 h 2442948"/>
                <a:gd name="connsiteX1666" fmla="*/ 130030 w 1550288"/>
                <a:gd name="connsiteY1666" fmla="*/ 1932754 h 2442948"/>
                <a:gd name="connsiteX1667" fmla="*/ 132475 w 1550288"/>
                <a:gd name="connsiteY1667" fmla="*/ 1932754 h 2442948"/>
                <a:gd name="connsiteX1668" fmla="*/ 132475 w 1550288"/>
                <a:gd name="connsiteY1668" fmla="*/ 1930309 h 2442948"/>
                <a:gd name="connsiteX1669" fmla="*/ 135208 w 1550288"/>
                <a:gd name="connsiteY1669" fmla="*/ 1927864 h 2442948"/>
                <a:gd name="connsiteX1670" fmla="*/ 135208 w 1550288"/>
                <a:gd name="connsiteY1670" fmla="*/ 1925131 h 2442948"/>
                <a:gd name="connsiteX1671" fmla="*/ 135208 w 1550288"/>
                <a:gd name="connsiteY1671" fmla="*/ 1922542 h 2442948"/>
                <a:gd name="connsiteX1672" fmla="*/ 130030 w 1550288"/>
                <a:gd name="connsiteY1672" fmla="*/ 1922542 h 2442948"/>
                <a:gd name="connsiteX1673" fmla="*/ 130030 w 1550288"/>
                <a:gd name="connsiteY1673" fmla="*/ 1920096 h 2442948"/>
                <a:gd name="connsiteX1674" fmla="*/ 127441 w 1550288"/>
                <a:gd name="connsiteY1674" fmla="*/ 1920096 h 2442948"/>
                <a:gd name="connsiteX1675" fmla="*/ 127441 w 1550288"/>
                <a:gd name="connsiteY1675" fmla="*/ 1917651 h 2442948"/>
                <a:gd name="connsiteX1676" fmla="*/ 127441 w 1550288"/>
                <a:gd name="connsiteY1676" fmla="*/ 1912329 h 2442948"/>
                <a:gd name="connsiteX1677" fmla="*/ 127441 w 1550288"/>
                <a:gd name="connsiteY1677" fmla="*/ 1909884 h 2442948"/>
                <a:gd name="connsiteX1678" fmla="*/ 127441 w 1550288"/>
                <a:gd name="connsiteY1678" fmla="*/ 1907439 h 2442948"/>
                <a:gd name="connsiteX1679" fmla="*/ 127441 w 1550288"/>
                <a:gd name="connsiteY1679" fmla="*/ 1904993 h 2442948"/>
                <a:gd name="connsiteX1680" fmla="*/ 127441 w 1550288"/>
                <a:gd name="connsiteY1680" fmla="*/ 1902260 h 2442948"/>
                <a:gd name="connsiteX1681" fmla="*/ 124995 w 1550288"/>
                <a:gd name="connsiteY1681" fmla="*/ 1902260 h 2442948"/>
                <a:gd name="connsiteX1682" fmla="*/ 124995 w 1550288"/>
                <a:gd name="connsiteY1682" fmla="*/ 1899671 h 2442948"/>
                <a:gd name="connsiteX1683" fmla="*/ 124995 w 1550288"/>
                <a:gd name="connsiteY1683" fmla="*/ 1897226 h 2442948"/>
                <a:gd name="connsiteX1684" fmla="*/ 124995 w 1550288"/>
                <a:gd name="connsiteY1684" fmla="*/ 1894637 h 2442948"/>
                <a:gd name="connsiteX1685" fmla="*/ 124995 w 1550288"/>
                <a:gd name="connsiteY1685" fmla="*/ 1891904 h 2442948"/>
                <a:gd name="connsiteX1686" fmla="*/ 124995 w 1550288"/>
                <a:gd name="connsiteY1686" fmla="*/ 1889459 h 2442948"/>
                <a:gd name="connsiteX1687" fmla="*/ 122262 w 1550288"/>
                <a:gd name="connsiteY1687" fmla="*/ 1889459 h 2442948"/>
                <a:gd name="connsiteX1688" fmla="*/ 122262 w 1550288"/>
                <a:gd name="connsiteY1688" fmla="*/ 1887014 h 2442948"/>
                <a:gd name="connsiteX1689" fmla="*/ 122262 w 1550288"/>
                <a:gd name="connsiteY1689" fmla="*/ 1884568 h 2442948"/>
                <a:gd name="connsiteX1690" fmla="*/ 119817 w 1550288"/>
                <a:gd name="connsiteY1690" fmla="*/ 1881692 h 2442948"/>
                <a:gd name="connsiteX1691" fmla="*/ 117228 w 1550288"/>
                <a:gd name="connsiteY1691" fmla="*/ 1881692 h 2442948"/>
                <a:gd name="connsiteX1692" fmla="*/ 117228 w 1550288"/>
                <a:gd name="connsiteY1692" fmla="*/ 1879246 h 2442948"/>
                <a:gd name="connsiteX1693" fmla="*/ 114783 w 1550288"/>
                <a:gd name="connsiteY1693" fmla="*/ 1879246 h 2442948"/>
                <a:gd name="connsiteX1694" fmla="*/ 112050 w 1550288"/>
                <a:gd name="connsiteY1694" fmla="*/ 1881692 h 2442948"/>
                <a:gd name="connsiteX1695" fmla="*/ 109605 w 1550288"/>
                <a:gd name="connsiteY1695" fmla="*/ 1884568 h 2442948"/>
                <a:gd name="connsiteX1696" fmla="*/ 107016 w 1550288"/>
                <a:gd name="connsiteY1696" fmla="*/ 1887014 h 2442948"/>
                <a:gd name="connsiteX1697" fmla="*/ 104570 w 1550288"/>
                <a:gd name="connsiteY1697" fmla="*/ 1884568 h 2442948"/>
                <a:gd name="connsiteX1698" fmla="*/ 104570 w 1550288"/>
                <a:gd name="connsiteY1698" fmla="*/ 1881692 h 2442948"/>
                <a:gd name="connsiteX1699" fmla="*/ 104570 w 1550288"/>
                <a:gd name="connsiteY1699" fmla="*/ 1879246 h 2442948"/>
                <a:gd name="connsiteX1700" fmla="*/ 104570 w 1550288"/>
                <a:gd name="connsiteY1700" fmla="*/ 1876801 h 2442948"/>
                <a:gd name="connsiteX1701" fmla="*/ 101837 w 1550288"/>
                <a:gd name="connsiteY1701" fmla="*/ 1876801 h 2442948"/>
                <a:gd name="connsiteX1702" fmla="*/ 99392 w 1550288"/>
                <a:gd name="connsiteY1702" fmla="*/ 1876801 h 2442948"/>
                <a:gd name="connsiteX1703" fmla="*/ 99392 w 1550288"/>
                <a:gd name="connsiteY1703" fmla="*/ 1874356 h 2442948"/>
                <a:gd name="connsiteX1704" fmla="*/ 96803 w 1550288"/>
                <a:gd name="connsiteY1704" fmla="*/ 1874356 h 2442948"/>
                <a:gd name="connsiteX1705" fmla="*/ 96803 w 1550288"/>
                <a:gd name="connsiteY1705" fmla="*/ 1871623 h 2442948"/>
                <a:gd name="connsiteX1706" fmla="*/ 94358 w 1550288"/>
                <a:gd name="connsiteY1706" fmla="*/ 1871623 h 2442948"/>
                <a:gd name="connsiteX1707" fmla="*/ 94358 w 1550288"/>
                <a:gd name="connsiteY1707" fmla="*/ 1874356 h 2442948"/>
                <a:gd name="connsiteX1708" fmla="*/ 89180 w 1550288"/>
                <a:gd name="connsiteY1708" fmla="*/ 1871623 h 2442948"/>
                <a:gd name="connsiteX1709" fmla="*/ 89180 w 1550288"/>
                <a:gd name="connsiteY1709" fmla="*/ 1869034 h 2442948"/>
                <a:gd name="connsiteX1710" fmla="*/ 89180 w 1550288"/>
                <a:gd name="connsiteY1710" fmla="*/ 1866589 h 2442948"/>
                <a:gd name="connsiteX1711" fmla="*/ 86591 w 1550288"/>
                <a:gd name="connsiteY1711" fmla="*/ 1866589 h 2442948"/>
                <a:gd name="connsiteX1712" fmla="*/ 86591 w 1550288"/>
                <a:gd name="connsiteY1712" fmla="*/ 1864143 h 2442948"/>
                <a:gd name="connsiteX1713" fmla="*/ 89180 w 1550288"/>
                <a:gd name="connsiteY1713" fmla="*/ 1864143 h 2442948"/>
                <a:gd name="connsiteX1714" fmla="*/ 91625 w 1550288"/>
                <a:gd name="connsiteY1714" fmla="*/ 1861410 h 2442948"/>
                <a:gd name="connsiteX1715" fmla="*/ 91625 w 1550288"/>
                <a:gd name="connsiteY1715" fmla="*/ 1858821 h 2442948"/>
                <a:gd name="connsiteX1716" fmla="*/ 91625 w 1550288"/>
                <a:gd name="connsiteY1716" fmla="*/ 1856376 h 2442948"/>
                <a:gd name="connsiteX1717" fmla="*/ 89180 w 1550288"/>
                <a:gd name="connsiteY1717" fmla="*/ 1853931 h 2442948"/>
                <a:gd name="connsiteX1718" fmla="*/ 89180 w 1550288"/>
                <a:gd name="connsiteY1718" fmla="*/ 1851198 h 2442948"/>
                <a:gd name="connsiteX1719" fmla="*/ 91625 w 1550288"/>
                <a:gd name="connsiteY1719" fmla="*/ 1851198 h 2442948"/>
                <a:gd name="connsiteX1720" fmla="*/ 91625 w 1550288"/>
                <a:gd name="connsiteY1720" fmla="*/ 1848609 h 2442948"/>
                <a:gd name="connsiteX1721" fmla="*/ 91625 w 1550288"/>
                <a:gd name="connsiteY1721" fmla="*/ 1846164 h 2442948"/>
                <a:gd name="connsiteX1722" fmla="*/ 94358 w 1550288"/>
                <a:gd name="connsiteY1722" fmla="*/ 1843718 h 2442948"/>
                <a:gd name="connsiteX1723" fmla="*/ 96803 w 1550288"/>
                <a:gd name="connsiteY1723" fmla="*/ 1843718 h 2442948"/>
                <a:gd name="connsiteX1724" fmla="*/ 99392 w 1550288"/>
                <a:gd name="connsiteY1724" fmla="*/ 1840985 h 2442948"/>
                <a:gd name="connsiteX1725" fmla="*/ 96803 w 1550288"/>
                <a:gd name="connsiteY1725" fmla="*/ 1840985 h 2442948"/>
                <a:gd name="connsiteX1726" fmla="*/ 96803 w 1550288"/>
                <a:gd name="connsiteY1726" fmla="*/ 1838396 h 2442948"/>
                <a:gd name="connsiteX1727" fmla="*/ 94358 w 1550288"/>
                <a:gd name="connsiteY1727" fmla="*/ 1838396 h 2442948"/>
                <a:gd name="connsiteX1728" fmla="*/ 94358 w 1550288"/>
                <a:gd name="connsiteY1728" fmla="*/ 1835951 h 2442948"/>
                <a:gd name="connsiteX1729" fmla="*/ 99392 w 1550288"/>
                <a:gd name="connsiteY1729" fmla="*/ 1835951 h 2442948"/>
                <a:gd name="connsiteX1730" fmla="*/ 99392 w 1550288"/>
                <a:gd name="connsiteY1730" fmla="*/ 1833506 h 2442948"/>
                <a:gd name="connsiteX1731" fmla="*/ 101837 w 1550288"/>
                <a:gd name="connsiteY1731" fmla="*/ 1833506 h 2442948"/>
                <a:gd name="connsiteX1732" fmla="*/ 104570 w 1550288"/>
                <a:gd name="connsiteY1732" fmla="*/ 1830773 h 2442948"/>
                <a:gd name="connsiteX1733" fmla="*/ 104570 w 1550288"/>
                <a:gd name="connsiteY1733" fmla="*/ 1828184 h 2442948"/>
                <a:gd name="connsiteX1734" fmla="*/ 104570 w 1550288"/>
                <a:gd name="connsiteY1734" fmla="*/ 1825738 h 2442948"/>
                <a:gd name="connsiteX1735" fmla="*/ 101837 w 1550288"/>
                <a:gd name="connsiteY1735" fmla="*/ 1825738 h 2442948"/>
                <a:gd name="connsiteX1736" fmla="*/ 101837 w 1550288"/>
                <a:gd name="connsiteY1736" fmla="*/ 1823293 h 2442948"/>
                <a:gd name="connsiteX1737" fmla="*/ 99392 w 1550288"/>
                <a:gd name="connsiteY1737" fmla="*/ 1823293 h 2442948"/>
                <a:gd name="connsiteX1738" fmla="*/ 99392 w 1550288"/>
                <a:gd name="connsiteY1738" fmla="*/ 1820848 h 2442948"/>
                <a:gd name="connsiteX1739" fmla="*/ 99392 w 1550288"/>
                <a:gd name="connsiteY1739" fmla="*/ 1818115 h 2442948"/>
                <a:gd name="connsiteX1740" fmla="*/ 96803 w 1550288"/>
                <a:gd name="connsiteY1740" fmla="*/ 1815526 h 2442948"/>
                <a:gd name="connsiteX1741" fmla="*/ 96803 w 1550288"/>
                <a:gd name="connsiteY1741" fmla="*/ 1813081 h 2442948"/>
                <a:gd name="connsiteX1742" fmla="*/ 94358 w 1550288"/>
                <a:gd name="connsiteY1742" fmla="*/ 1813081 h 2442948"/>
                <a:gd name="connsiteX1743" fmla="*/ 94358 w 1550288"/>
                <a:gd name="connsiteY1743" fmla="*/ 1810636 h 2442948"/>
                <a:gd name="connsiteX1744" fmla="*/ 96803 w 1550288"/>
                <a:gd name="connsiteY1744" fmla="*/ 1807903 h 2442948"/>
                <a:gd name="connsiteX1745" fmla="*/ 94358 w 1550288"/>
                <a:gd name="connsiteY1745" fmla="*/ 1805313 h 2442948"/>
                <a:gd name="connsiteX1746" fmla="*/ 96803 w 1550288"/>
                <a:gd name="connsiteY1746" fmla="*/ 1802868 h 2442948"/>
                <a:gd name="connsiteX1747" fmla="*/ 94358 w 1550288"/>
                <a:gd name="connsiteY1747" fmla="*/ 1802868 h 2442948"/>
                <a:gd name="connsiteX1748" fmla="*/ 94358 w 1550288"/>
                <a:gd name="connsiteY1748" fmla="*/ 1800423 h 2442948"/>
                <a:gd name="connsiteX1749" fmla="*/ 94358 w 1550288"/>
                <a:gd name="connsiteY1749" fmla="*/ 1797546 h 2442948"/>
                <a:gd name="connsiteX1750" fmla="*/ 94358 w 1550288"/>
                <a:gd name="connsiteY1750" fmla="*/ 1792656 h 2442948"/>
                <a:gd name="connsiteX1751" fmla="*/ 94358 w 1550288"/>
                <a:gd name="connsiteY1751" fmla="*/ 1790211 h 2442948"/>
                <a:gd name="connsiteX1752" fmla="*/ 94358 w 1550288"/>
                <a:gd name="connsiteY1752" fmla="*/ 1787478 h 2442948"/>
                <a:gd name="connsiteX1753" fmla="*/ 94358 w 1550288"/>
                <a:gd name="connsiteY1753" fmla="*/ 1784888 h 2442948"/>
                <a:gd name="connsiteX1754" fmla="*/ 94358 w 1550288"/>
                <a:gd name="connsiteY1754" fmla="*/ 1782443 h 2442948"/>
                <a:gd name="connsiteX1755" fmla="*/ 91625 w 1550288"/>
                <a:gd name="connsiteY1755" fmla="*/ 1779998 h 2442948"/>
                <a:gd name="connsiteX1756" fmla="*/ 91625 w 1550288"/>
                <a:gd name="connsiteY1756" fmla="*/ 1777265 h 2442948"/>
                <a:gd name="connsiteX1757" fmla="*/ 94358 w 1550288"/>
                <a:gd name="connsiteY1757" fmla="*/ 1774676 h 2442948"/>
                <a:gd name="connsiteX1758" fmla="*/ 96803 w 1550288"/>
                <a:gd name="connsiteY1758" fmla="*/ 1777265 h 2442948"/>
                <a:gd name="connsiteX1759" fmla="*/ 96803 w 1550288"/>
                <a:gd name="connsiteY1759" fmla="*/ 1774676 h 2442948"/>
                <a:gd name="connsiteX1760" fmla="*/ 96803 w 1550288"/>
                <a:gd name="connsiteY1760" fmla="*/ 1772231 h 2442948"/>
                <a:gd name="connsiteX1761" fmla="*/ 99392 w 1550288"/>
                <a:gd name="connsiteY1761" fmla="*/ 1769785 h 2442948"/>
                <a:gd name="connsiteX1762" fmla="*/ 101837 w 1550288"/>
                <a:gd name="connsiteY1762" fmla="*/ 1769785 h 2442948"/>
                <a:gd name="connsiteX1763" fmla="*/ 104570 w 1550288"/>
                <a:gd name="connsiteY1763" fmla="*/ 1764463 h 2442948"/>
                <a:gd name="connsiteX1764" fmla="*/ 107016 w 1550288"/>
                <a:gd name="connsiteY1764" fmla="*/ 1762018 h 2442948"/>
                <a:gd name="connsiteX1765" fmla="*/ 107016 w 1550288"/>
                <a:gd name="connsiteY1765" fmla="*/ 1759573 h 2442948"/>
                <a:gd name="connsiteX1766" fmla="*/ 109605 w 1550288"/>
                <a:gd name="connsiteY1766" fmla="*/ 1759573 h 2442948"/>
                <a:gd name="connsiteX1767" fmla="*/ 109605 w 1550288"/>
                <a:gd name="connsiteY1767" fmla="*/ 1756840 h 2442948"/>
                <a:gd name="connsiteX1768" fmla="*/ 107016 w 1550288"/>
                <a:gd name="connsiteY1768" fmla="*/ 1756840 h 2442948"/>
                <a:gd name="connsiteX1769" fmla="*/ 104570 w 1550288"/>
                <a:gd name="connsiteY1769" fmla="*/ 1756840 h 2442948"/>
                <a:gd name="connsiteX1770" fmla="*/ 101837 w 1550288"/>
                <a:gd name="connsiteY1770" fmla="*/ 1754251 h 2442948"/>
                <a:gd name="connsiteX1771" fmla="*/ 101837 w 1550288"/>
                <a:gd name="connsiteY1771" fmla="*/ 1751806 h 2442948"/>
                <a:gd name="connsiteX1772" fmla="*/ 99392 w 1550288"/>
                <a:gd name="connsiteY1772" fmla="*/ 1751806 h 2442948"/>
                <a:gd name="connsiteX1773" fmla="*/ 99392 w 1550288"/>
                <a:gd name="connsiteY1773" fmla="*/ 1749360 h 2442948"/>
                <a:gd name="connsiteX1774" fmla="*/ 99392 w 1550288"/>
                <a:gd name="connsiteY1774" fmla="*/ 1746627 h 2442948"/>
                <a:gd name="connsiteX1775" fmla="*/ 99392 w 1550288"/>
                <a:gd name="connsiteY1775" fmla="*/ 1744038 h 2442948"/>
                <a:gd name="connsiteX1776" fmla="*/ 99392 w 1550288"/>
                <a:gd name="connsiteY1776" fmla="*/ 1741593 h 2442948"/>
                <a:gd name="connsiteX1777" fmla="*/ 99392 w 1550288"/>
                <a:gd name="connsiteY1777" fmla="*/ 1739148 h 2442948"/>
                <a:gd name="connsiteX1778" fmla="*/ 99392 w 1550288"/>
                <a:gd name="connsiteY1778" fmla="*/ 1736415 h 2442948"/>
                <a:gd name="connsiteX1779" fmla="*/ 96803 w 1550288"/>
                <a:gd name="connsiteY1779" fmla="*/ 1736415 h 2442948"/>
                <a:gd name="connsiteX1780" fmla="*/ 96803 w 1550288"/>
                <a:gd name="connsiteY1780" fmla="*/ 1733826 h 2442948"/>
                <a:gd name="connsiteX1781" fmla="*/ 96803 w 1550288"/>
                <a:gd name="connsiteY1781" fmla="*/ 1731381 h 2442948"/>
                <a:gd name="connsiteX1782" fmla="*/ 96803 w 1550288"/>
                <a:gd name="connsiteY1782" fmla="*/ 1728935 h 2442948"/>
                <a:gd name="connsiteX1783" fmla="*/ 94358 w 1550288"/>
                <a:gd name="connsiteY1783" fmla="*/ 1728935 h 2442948"/>
                <a:gd name="connsiteX1784" fmla="*/ 94358 w 1550288"/>
                <a:gd name="connsiteY1784" fmla="*/ 1726490 h 2442948"/>
                <a:gd name="connsiteX1785" fmla="*/ 91625 w 1550288"/>
                <a:gd name="connsiteY1785" fmla="*/ 1726490 h 2442948"/>
                <a:gd name="connsiteX1786" fmla="*/ 91625 w 1550288"/>
                <a:gd name="connsiteY1786" fmla="*/ 1723757 h 2442948"/>
                <a:gd name="connsiteX1787" fmla="*/ 91625 w 1550288"/>
                <a:gd name="connsiteY1787" fmla="*/ 1721168 h 2442948"/>
                <a:gd name="connsiteX1788" fmla="*/ 94358 w 1550288"/>
                <a:gd name="connsiteY1788" fmla="*/ 1721168 h 2442948"/>
                <a:gd name="connsiteX1789" fmla="*/ 96803 w 1550288"/>
                <a:gd name="connsiteY1789" fmla="*/ 1721168 h 2442948"/>
                <a:gd name="connsiteX1790" fmla="*/ 99392 w 1550288"/>
                <a:gd name="connsiteY1790" fmla="*/ 1718723 h 2442948"/>
                <a:gd name="connsiteX1791" fmla="*/ 99392 w 1550288"/>
                <a:gd name="connsiteY1791" fmla="*/ 1721168 h 2442948"/>
                <a:gd name="connsiteX1792" fmla="*/ 101837 w 1550288"/>
                <a:gd name="connsiteY1792" fmla="*/ 1721168 h 2442948"/>
                <a:gd name="connsiteX1793" fmla="*/ 104570 w 1550288"/>
                <a:gd name="connsiteY1793" fmla="*/ 1721168 h 2442948"/>
                <a:gd name="connsiteX1794" fmla="*/ 109605 w 1550288"/>
                <a:gd name="connsiteY1794" fmla="*/ 1718723 h 2442948"/>
                <a:gd name="connsiteX1795" fmla="*/ 109605 w 1550288"/>
                <a:gd name="connsiteY1795" fmla="*/ 1716278 h 2442948"/>
                <a:gd name="connsiteX1796" fmla="*/ 109605 w 1550288"/>
                <a:gd name="connsiteY1796" fmla="*/ 1713545 h 2442948"/>
                <a:gd name="connsiteX1797" fmla="*/ 112050 w 1550288"/>
                <a:gd name="connsiteY1797" fmla="*/ 1710956 h 2442948"/>
                <a:gd name="connsiteX1798" fmla="*/ 112050 w 1550288"/>
                <a:gd name="connsiteY1798" fmla="*/ 1708510 h 2442948"/>
                <a:gd name="connsiteX1799" fmla="*/ 114783 w 1550288"/>
                <a:gd name="connsiteY1799" fmla="*/ 1708510 h 2442948"/>
                <a:gd name="connsiteX1800" fmla="*/ 114783 w 1550288"/>
                <a:gd name="connsiteY1800" fmla="*/ 1710956 h 2442948"/>
                <a:gd name="connsiteX1801" fmla="*/ 117228 w 1550288"/>
                <a:gd name="connsiteY1801" fmla="*/ 1710956 h 2442948"/>
                <a:gd name="connsiteX1802" fmla="*/ 117228 w 1550288"/>
                <a:gd name="connsiteY1802" fmla="*/ 1708510 h 2442948"/>
                <a:gd name="connsiteX1803" fmla="*/ 117228 w 1550288"/>
                <a:gd name="connsiteY1803" fmla="*/ 1706065 h 2442948"/>
                <a:gd name="connsiteX1804" fmla="*/ 117228 w 1550288"/>
                <a:gd name="connsiteY1804" fmla="*/ 1703332 h 2442948"/>
                <a:gd name="connsiteX1805" fmla="*/ 117228 w 1550288"/>
                <a:gd name="connsiteY1805" fmla="*/ 1700743 h 2442948"/>
                <a:gd name="connsiteX1806" fmla="*/ 117228 w 1550288"/>
                <a:gd name="connsiteY1806" fmla="*/ 1698298 h 2442948"/>
                <a:gd name="connsiteX1807" fmla="*/ 114783 w 1550288"/>
                <a:gd name="connsiteY1807" fmla="*/ 1698298 h 2442948"/>
                <a:gd name="connsiteX1808" fmla="*/ 114783 w 1550288"/>
                <a:gd name="connsiteY1808" fmla="*/ 1695853 h 2442948"/>
                <a:gd name="connsiteX1809" fmla="*/ 114783 w 1550288"/>
                <a:gd name="connsiteY1809" fmla="*/ 1693120 h 2442948"/>
                <a:gd name="connsiteX1810" fmla="*/ 117228 w 1550288"/>
                <a:gd name="connsiteY1810" fmla="*/ 1693120 h 2442948"/>
                <a:gd name="connsiteX1811" fmla="*/ 114783 w 1550288"/>
                <a:gd name="connsiteY1811" fmla="*/ 1690531 h 2442948"/>
                <a:gd name="connsiteX1812" fmla="*/ 114783 w 1550288"/>
                <a:gd name="connsiteY1812" fmla="*/ 1688085 h 2442948"/>
                <a:gd name="connsiteX1813" fmla="*/ 112050 w 1550288"/>
                <a:gd name="connsiteY1813" fmla="*/ 1688085 h 2442948"/>
                <a:gd name="connsiteX1814" fmla="*/ 109605 w 1550288"/>
                <a:gd name="connsiteY1814" fmla="*/ 1688085 h 2442948"/>
                <a:gd name="connsiteX1815" fmla="*/ 109605 w 1550288"/>
                <a:gd name="connsiteY1815" fmla="*/ 1685640 h 2442948"/>
                <a:gd name="connsiteX1816" fmla="*/ 112050 w 1550288"/>
                <a:gd name="connsiteY1816" fmla="*/ 1682907 h 2442948"/>
                <a:gd name="connsiteX1817" fmla="*/ 112050 w 1550288"/>
                <a:gd name="connsiteY1817" fmla="*/ 1680318 h 2442948"/>
                <a:gd name="connsiteX1818" fmla="*/ 112050 w 1550288"/>
                <a:gd name="connsiteY1818" fmla="*/ 1677873 h 2442948"/>
                <a:gd name="connsiteX1819" fmla="*/ 109605 w 1550288"/>
                <a:gd name="connsiteY1819" fmla="*/ 1680318 h 2442948"/>
                <a:gd name="connsiteX1820" fmla="*/ 104570 w 1550288"/>
                <a:gd name="connsiteY1820" fmla="*/ 1680318 h 2442948"/>
                <a:gd name="connsiteX1821" fmla="*/ 101837 w 1550288"/>
                <a:gd name="connsiteY1821" fmla="*/ 1680318 h 2442948"/>
                <a:gd name="connsiteX1822" fmla="*/ 101837 w 1550288"/>
                <a:gd name="connsiteY1822" fmla="*/ 1677873 h 2442948"/>
                <a:gd name="connsiteX1823" fmla="*/ 101837 w 1550288"/>
                <a:gd name="connsiteY1823" fmla="*/ 1675428 h 2442948"/>
                <a:gd name="connsiteX1824" fmla="*/ 101837 w 1550288"/>
                <a:gd name="connsiteY1824" fmla="*/ 1672695 h 2442948"/>
                <a:gd name="connsiteX1825" fmla="*/ 104570 w 1550288"/>
                <a:gd name="connsiteY1825" fmla="*/ 1672695 h 2442948"/>
                <a:gd name="connsiteX1826" fmla="*/ 107016 w 1550288"/>
                <a:gd name="connsiteY1826" fmla="*/ 1672695 h 2442948"/>
                <a:gd name="connsiteX1827" fmla="*/ 109605 w 1550288"/>
                <a:gd name="connsiteY1827" fmla="*/ 1670106 h 2442948"/>
                <a:gd name="connsiteX1828" fmla="*/ 114783 w 1550288"/>
                <a:gd name="connsiteY1828" fmla="*/ 1672695 h 2442948"/>
                <a:gd name="connsiteX1829" fmla="*/ 114783 w 1550288"/>
                <a:gd name="connsiteY1829" fmla="*/ 1670106 h 2442948"/>
                <a:gd name="connsiteX1830" fmla="*/ 117228 w 1550288"/>
                <a:gd name="connsiteY1830" fmla="*/ 1667660 h 2442948"/>
                <a:gd name="connsiteX1831" fmla="*/ 114783 w 1550288"/>
                <a:gd name="connsiteY1831" fmla="*/ 1665215 h 2442948"/>
                <a:gd name="connsiteX1832" fmla="*/ 117228 w 1550288"/>
                <a:gd name="connsiteY1832" fmla="*/ 1665215 h 2442948"/>
                <a:gd name="connsiteX1833" fmla="*/ 117228 w 1550288"/>
                <a:gd name="connsiteY1833" fmla="*/ 1662482 h 2442948"/>
                <a:gd name="connsiteX1834" fmla="*/ 119817 w 1550288"/>
                <a:gd name="connsiteY1834" fmla="*/ 1662482 h 2442948"/>
                <a:gd name="connsiteX1835" fmla="*/ 117228 w 1550288"/>
                <a:gd name="connsiteY1835" fmla="*/ 1659893 h 2442948"/>
                <a:gd name="connsiteX1836" fmla="*/ 114783 w 1550288"/>
                <a:gd name="connsiteY1836" fmla="*/ 1659893 h 2442948"/>
                <a:gd name="connsiteX1837" fmla="*/ 114783 w 1550288"/>
                <a:gd name="connsiteY1837" fmla="*/ 1657448 h 2442948"/>
                <a:gd name="connsiteX1838" fmla="*/ 112050 w 1550288"/>
                <a:gd name="connsiteY1838" fmla="*/ 1657448 h 2442948"/>
                <a:gd name="connsiteX1839" fmla="*/ 112050 w 1550288"/>
                <a:gd name="connsiteY1839" fmla="*/ 1659893 h 2442948"/>
                <a:gd name="connsiteX1840" fmla="*/ 109605 w 1550288"/>
                <a:gd name="connsiteY1840" fmla="*/ 1659893 h 2442948"/>
                <a:gd name="connsiteX1841" fmla="*/ 107016 w 1550288"/>
                <a:gd name="connsiteY1841" fmla="*/ 1659893 h 2442948"/>
                <a:gd name="connsiteX1842" fmla="*/ 107016 w 1550288"/>
                <a:gd name="connsiteY1842" fmla="*/ 1655003 h 2442948"/>
                <a:gd name="connsiteX1843" fmla="*/ 104570 w 1550288"/>
                <a:gd name="connsiteY1843" fmla="*/ 1655003 h 2442948"/>
                <a:gd name="connsiteX1844" fmla="*/ 104570 w 1550288"/>
                <a:gd name="connsiteY1844" fmla="*/ 1652270 h 2442948"/>
                <a:gd name="connsiteX1845" fmla="*/ 104570 w 1550288"/>
                <a:gd name="connsiteY1845" fmla="*/ 1649681 h 2442948"/>
                <a:gd name="connsiteX1846" fmla="*/ 104570 w 1550288"/>
                <a:gd name="connsiteY1846" fmla="*/ 1647235 h 2442948"/>
                <a:gd name="connsiteX1847" fmla="*/ 101837 w 1550288"/>
                <a:gd name="connsiteY1847" fmla="*/ 1644790 h 2442948"/>
                <a:gd name="connsiteX1848" fmla="*/ 99392 w 1550288"/>
                <a:gd name="connsiteY1848" fmla="*/ 1644790 h 2442948"/>
                <a:gd name="connsiteX1849" fmla="*/ 99392 w 1550288"/>
                <a:gd name="connsiteY1849" fmla="*/ 1639612 h 2442948"/>
                <a:gd name="connsiteX1850" fmla="*/ 94358 w 1550288"/>
                <a:gd name="connsiteY1850" fmla="*/ 1639612 h 2442948"/>
                <a:gd name="connsiteX1851" fmla="*/ 94358 w 1550288"/>
                <a:gd name="connsiteY1851" fmla="*/ 1637023 h 2442948"/>
                <a:gd name="connsiteX1852" fmla="*/ 94358 w 1550288"/>
                <a:gd name="connsiteY1852" fmla="*/ 1634578 h 2442948"/>
                <a:gd name="connsiteX1853" fmla="*/ 91625 w 1550288"/>
                <a:gd name="connsiteY1853" fmla="*/ 1634578 h 2442948"/>
                <a:gd name="connsiteX1854" fmla="*/ 94358 w 1550288"/>
                <a:gd name="connsiteY1854" fmla="*/ 1632132 h 2442948"/>
                <a:gd name="connsiteX1855" fmla="*/ 94358 w 1550288"/>
                <a:gd name="connsiteY1855" fmla="*/ 1629399 h 2442948"/>
                <a:gd name="connsiteX1856" fmla="*/ 96803 w 1550288"/>
                <a:gd name="connsiteY1856" fmla="*/ 1629399 h 2442948"/>
                <a:gd name="connsiteX1857" fmla="*/ 96803 w 1550288"/>
                <a:gd name="connsiteY1857" fmla="*/ 1626810 h 2442948"/>
                <a:gd name="connsiteX1858" fmla="*/ 94358 w 1550288"/>
                <a:gd name="connsiteY1858" fmla="*/ 1626810 h 2442948"/>
                <a:gd name="connsiteX1859" fmla="*/ 91625 w 1550288"/>
                <a:gd name="connsiteY1859" fmla="*/ 1626810 h 2442948"/>
                <a:gd name="connsiteX1860" fmla="*/ 91625 w 1550288"/>
                <a:gd name="connsiteY1860" fmla="*/ 1619187 h 2442948"/>
                <a:gd name="connsiteX1861" fmla="*/ 91625 w 1550288"/>
                <a:gd name="connsiteY1861" fmla="*/ 1614153 h 2442948"/>
                <a:gd name="connsiteX1862" fmla="*/ 91625 w 1550288"/>
                <a:gd name="connsiteY1862" fmla="*/ 1611707 h 2442948"/>
                <a:gd name="connsiteX1863" fmla="*/ 94358 w 1550288"/>
                <a:gd name="connsiteY1863" fmla="*/ 1611707 h 2442948"/>
                <a:gd name="connsiteX1864" fmla="*/ 96803 w 1550288"/>
                <a:gd name="connsiteY1864" fmla="*/ 1611707 h 2442948"/>
                <a:gd name="connsiteX1865" fmla="*/ 96803 w 1550288"/>
                <a:gd name="connsiteY1865" fmla="*/ 1608974 h 2442948"/>
                <a:gd name="connsiteX1866" fmla="*/ 94358 w 1550288"/>
                <a:gd name="connsiteY1866" fmla="*/ 1606385 h 2442948"/>
                <a:gd name="connsiteX1867" fmla="*/ 96803 w 1550288"/>
                <a:gd name="connsiteY1867" fmla="*/ 1603940 h 2442948"/>
                <a:gd name="connsiteX1868" fmla="*/ 94358 w 1550288"/>
                <a:gd name="connsiteY1868" fmla="*/ 1598762 h 2442948"/>
                <a:gd name="connsiteX1869" fmla="*/ 91625 w 1550288"/>
                <a:gd name="connsiteY1869" fmla="*/ 1596173 h 2442948"/>
                <a:gd name="connsiteX1870" fmla="*/ 91625 w 1550288"/>
                <a:gd name="connsiteY1870" fmla="*/ 1593728 h 2442948"/>
                <a:gd name="connsiteX1871" fmla="*/ 96803 w 1550288"/>
                <a:gd name="connsiteY1871" fmla="*/ 1593728 h 2442948"/>
                <a:gd name="connsiteX1872" fmla="*/ 94358 w 1550288"/>
                <a:gd name="connsiteY1872" fmla="*/ 1588549 h 2442948"/>
                <a:gd name="connsiteX1873" fmla="*/ 96803 w 1550288"/>
                <a:gd name="connsiteY1873" fmla="*/ 1585960 h 2442948"/>
                <a:gd name="connsiteX1874" fmla="*/ 94358 w 1550288"/>
                <a:gd name="connsiteY1874" fmla="*/ 1583515 h 2442948"/>
                <a:gd name="connsiteX1875" fmla="*/ 94358 w 1550288"/>
                <a:gd name="connsiteY1875" fmla="*/ 1578337 h 2442948"/>
                <a:gd name="connsiteX1876" fmla="*/ 91625 w 1550288"/>
                <a:gd name="connsiteY1876" fmla="*/ 1575748 h 2442948"/>
                <a:gd name="connsiteX1877" fmla="*/ 91625 w 1550288"/>
                <a:gd name="connsiteY1877" fmla="*/ 1573303 h 2442948"/>
                <a:gd name="connsiteX1878" fmla="*/ 89180 w 1550288"/>
                <a:gd name="connsiteY1878" fmla="*/ 1570857 h 2442948"/>
                <a:gd name="connsiteX1879" fmla="*/ 86591 w 1550288"/>
                <a:gd name="connsiteY1879" fmla="*/ 1570857 h 2442948"/>
                <a:gd name="connsiteX1880" fmla="*/ 84145 w 1550288"/>
                <a:gd name="connsiteY1880" fmla="*/ 1570857 h 2442948"/>
                <a:gd name="connsiteX1881" fmla="*/ 81700 w 1550288"/>
                <a:gd name="connsiteY1881" fmla="*/ 1570857 h 2442948"/>
                <a:gd name="connsiteX1882" fmla="*/ 81700 w 1550288"/>
                <a:gd name="connsiteY1882" fmla="*/ 1573303 h 2442948"/>
                <a:gd name="connsiteX1883" fmla="*/ 78967 w 1550288"/>
                <a:gd name="connsiteY1883" fmla="*/ 1573303 h 2442948"/>
                <a:gd name="connsiteX1884" fmla="*/ 76378 w 1550288"/>
                <a:gd name="connsiteY1884" fmla="*/ 1573303 h 2442948"/>
                <a:gd name="connsiteX1885" fmla="*/ 73933 w 1550288"/>
                <a:gd name="connsiteY1885" fmla="*/ 1573303 h 2442948"/>
                <a:gd name="connsiteX1886" fmla="*/ 71488 w 1550288"/>
                <a:gd name="connsiteY1886" fmla="*/ 1575748 h 2442948"/>
                <a:gd name="connsiteX1887" fmla="*/ 68755 w 1550288"/>
                <a:gd name="connsiteY1887" fmla="*/ 1575748 h 2442948"/>
                <a:gd name="connsiteX1888" fmla="*/ 68755 w 1550288"/>
                <a:gd name="connsiteY1888" fmla="*/ 1573303 h 2442948"/>
                <a:gd name="connsiteX1889" fmla="*/ 68755 w 1550288"/>
                <a:gd name="connsiteY1889" fmla="*/ 1570857 h 2442948"/>
                <a:gd name="connsiteX1890" fmla="*/ 66309 w 1550288"/>
                <a:gd name="connsiteY1890" fmla="*/ 1570857 h 2442948"/>
                <a:gd name="connsiteX1891" fmla="*/ 63720 w 1550288"/>
                <a:gd name="connsiteY1891" fmla="*/ 1568124 h 2442948"/>
                <a:gd name="connsiteX1892" fmla="*/ 61275 w 1550288"/>
                <a:gd name="connsiteY1892" fmla="*/ 1570857 h 2442948"/>
                <a:gd name="connsiteX1893" fmla="*/ 61275 w 1550288"/>
                <a:gd name="connsiteY1893" fmla="*/ 1568124 h 2442948"/>
                <a:gd name="connsiteX1894" fmla="*/ 61275 w 1550288"/>
                <a:gd name="connsiteY1894" fmla="*/ 1565535 h 2442948"/>
                <a:gd name="connsiteX1895" fmla="*/ 63720 w 1550288"/>
                <a:gd name="connsiteY1895" fmla="*/ 1565535 h 2442948"/>
                <a:gd name="connsiteX1896" fmla="*/ 63720 w 1550288"/>
                <a:gd name="connsiteY1896" fmla="*/ 1563090 h 2442948"/>
                <a:gd name="connsiteX1897" fmla="*/ 66309 w 1550288"/>
                <a:gd name="connsiteY1897" fmla="*/ 1563090 h 2442948"/>
                <a:gd name="connsiteX1898" fmla="*/ 68755 w 1550288"/>
                <a:gd name="connsiteY1898" fmla="*/ 1560645 h 2442948"/>
                <a:gd name="connsiteX1899" fmla="*/ 71488 w 1550288"/>
                <a:gd name="connsiteY1899" fmla="*/ 1560645 h 2442948"/>
                <a:gd name="connsiteX1900" fmla="*/ 73933 w 1550288"/>
                <a:gd name="connsiteY1900" fmla="*/ 1560645 h 2442948"/>
                <a:gd name="connsiteX1901" fmla="*/ 73933 w 1550288"/>
                <a:gd name="connsiteY1901" fmla="*/ 1558056 h 2442948"/>
                <a:gd name="connsiteX1902" fmla="*/ 73933 w 1550288"/>
                <a:gd name="connsiteY1902" fmla="*/ 1555323 h 2442948"/>
                <a:gd name="connsiteX1903" fmla="*/ 73933 w 1550288"/>
                <a:gd name="connsiteY1903" fmla="*/ 1552878 h 2442948"/>
                <a:gd name="connsiteX1904" fmla="*/ 68755 w 1550288"/>
                <a:gd name="connsiteY1904" fmla="*/ 1552878 h 2442948"/>
                <a:gd name="connsiteX1905" fmla="*/ 68755 w 1550288"/>
                <a:gd name="connsiteY1905" fmla="*/ 1550432 h 2442948"/>
                <a:gd name="connsiteX1906" fmla="*/ 66309 w 1550288"/>
                <a:gd name="connsiteY1906" fmla="*/ 1545254 h 2442948"/>
                <a:gd name="connsiteX1907" fmla="*/ 66309 w 1550288"/>
                <a:gd name="connsiteY1907" fmla="*/ 1542665 h 2442948"/>
                <a:gd name="connsiteX1908" fmla="*/ 66309 w 1550288"/>
                <a:gd name="connsiteY1908" fmla="*/ 1537774 h 2442948"/>
                <a:gd name="connsiteX1909" fmla="*/ 66309 w 1550288"/>
                <a:gd name="connsiteY1909" fmla="*/ 1535042 h 2442948"/>
                <a:gd name="connsiteX1910" fmla="*/ 66309 w 1550288"/>
                <a:gd name="connsiteY1910" fmla="*/ 1530007 h 2442948"/>
                <a:gd name="connsiteX1911" fmla="*/ 63720 w 1550288"/>
                <a:gd name="connsiteY1911" fmla="*/ 1527562 h 2442948"/>
                <a:gd name="connsiteX1912" fmla="*/ 61275 w 1550288"/>
                <a:gd name="connsiteY1912" fmla="*/ 1524829 h 2442948"/>
                <a:gd name="connsiteX1913" fmla="*/ 61275 w 1550288"/>
                <a:gd name="connsiteY1913" fmla="*/ 1519795 h 2442948"/>
                <a:gd name="connsiteX1914" fmla="*/ 58542 w 1550288"/>
                <a:gd name="connsiteY1914" fmla="*/ 1517349 h 2442948"/>
                <a:gd name="connsiteX1915" fmla="*/ 56097 w 1550288"/>
                <a:gd name="connsiteY1915" fmla="*/ 1514617 h 2442948"/>
                <a:gd name="connsiteX1916" fmla="*/ 56097 w 1550288"/>
                <a:gd name="connsiteY1916" fmla="*/ 1512027 h 2442948"/>
                <a:gd name="connsiteX1917" fmla="*/ 53508 w 1550288"/>
                <a:gd name="connsiteY1917" fmla="*/ 1512027 h 2442948"/>
                <a:gd name="connsiteX1918" fmla="*/ 51063 w 1550288"/>
                <a:gd name="connsiteY1918" fmla="*/ 1509582 h 2442948"/>
                <a:gd name="connsiteX1919" fmla="*/ 48330 w 1550288"/>
                <a:gd name="connsiteY1919" fmla="*/ 1509582 h 2442948"/>
                <a:gd name="connsiteX1920" fmla="*/ 45884 w 1550288"/>
                <a:gd name="connsiteY1920" fmla="*/ 1509582 h 2442948"/>
                <a:gd name="connsiteX1921" fmla="*/ 45884 w 1550288"/>
                <a:gd name="connsiteY1921" fmla="*/ 1507137 h 2442948"/>
                <a:gd name="connsiteX1922" fmla="*/ 45884 w 1550288"/>
                <a:gd name="connsiteY1922" fmla="*/ 1504404 h 2442948"/>
                <a:gd name="connsiteX1923" fmla="*/ 45884 w 1550288"/>
                <a:gd name="connsiteY1923" fmla="*/ 1501815 h 2442948"/>
                <a:gd name="connsiteX1924" fmla="*/ 48330 w 1550288"/>
                <a:gd name="connsiteY1924" fmla="*/ 1501815 h 2442948"/>
                <a:gd name="connsiteX1925" fmla="*/ 51063 w 1550288"/>
                <a:gd name="connsiteY1925" fmla="*/ 1501815 h 2442948"/>
                <a:gd name="connsiteX1926" fmla="*/ 53508 w 1550288"/>
                <a:gd name="connsiteY1926" fmla="*/ 1501815 h 2442948"/>
                <a:gd name="connsiteX1927" fmla="*/ 53508 w 1550288"/>
                <a:gd name="connsiteY1927" fmla="*/ 1499370 h 2442948"/>
                <a:gd name="connsiteX1928" fmla="*/ 56097 w 1550288"/>
                <a:gd name="connsiteY1928" fmla="*/ 1499370 h 2442948"/>
                <a:gd name="connsiteX1929" fmla="*/ 56097 w 1550288"/>
                <a:gd name="connsiteY1929" fmla="*/ 1496924 h 2442948"/>
                <a:gd name="connsiteX1930" fmla="*/ 56097 w 1550288"/>
                <a:gd name="connsiteY1930" fmla="*/ 1494192 h 2442948"/>
                <a:gd name="connsiteX1931" fmla="*/ 58542 w 1550288"/>
                <a:gd name="connsiteY1931" fmla="*/ 1491602 h 2442948"/>
                <a:gd name="connsiteX1932" fmla="*/ 58542 w 1550288"/>
                <a:gd name="connsiteY1932" fmla="*/ 1489157 h 2442948"/>
                <a:gd name="connsiteX1933" fmla="*/ 61275 w 1550288"/>
                <a:gd name="connsiteY1933" fmla="*/ 1489157 h 2442948"/>
                <a:gd name="connsiteX1934" fmla="*/ 63720 w 1550288"/>
                <a:gd name="connsiteY1934" fmla="*/ 1489157 h 2442948"/>
                <a:gd name="connsiteX1935" fmla="*/ 63720 w 1550288"/>
                <a:gd name="connsiteY1935" fmla="*/ 1486712 h 2442948"/>
                <a:gd name="connsiteX1936" fmla="*/ 66309 w 1550288"/>
                <a:gd name="connsiteY1936" fmla="*/ 1486712 h 2442948"/>
                <a:gd name="connsiteX1937" fmla="*/ 68755 w 1550288"/>
                <a:gd name="connsiteY1937" fmla="*/ 1486712 h 2442948"/>
                <a:gd name="connsiteX1938" fmla="*/ 68755 w 1550288"/>
                <a:gd name="connsiteY1938" fmla="*/ 1483979 h 2442948"/>
                <a:gd name="connsiteX1939" fmla="*/ 71488 w 1550288"/>
                <a:gd name="connsiteY1939" fmla="*/ 1483979 h 2442948"/>
                <a:gd name="connsiteX1940" fmla="*/ 71488 w 1550288"/>
                <a:gd name="connsiteY1940" fmla="*/ 1481534 h 2442948"/>
                <a:gd name="connsiteX1941" fmla="*/ 68755 w 1550288"/>
                <a:gd name="connsiteY1941" fmla="*/ 1481534 h 2442948"/>
                <a:gd name="connsiteX1942" fmla="*/ 66309 w 1550288"/>
                <a:gd name="connsiteY1942" fmla="*/ 1478945 h 2442948"/>
                <a:gd name="connsiteX1943" fmla="*/ 63720 w 1550288"/>
                <a:gd name="connsiteY1943" fmla="*/ 1476499 h 2442948"/>
                <a:gd name="connsiteX1944" fmla="*/ 61275 w 1550288"/>
                <a:gd name="connsiteY1944" fmla="*/ 1476499 h 2442948"/>
                <a:gd name="connsiteX1945" fmla="*/ 63720 w 1550288"/>
                <a:gd name="connsiteY1945" fmla="*/ 1471177 h 2442948"/>
                <a:gd name="connsiteX1946" fmla="*/ 66309 w 1550288"/>
                <a:gd name="connsiteY1946" fmla="*/ 1468732 h 2442948"/>
                <a:gd name="connsiteX1947" fmla="*/ 68755 w 1550288"/>
                <a:gd name="connsiteY1947" fmla="*/ 1466287 h 2442948"/>
                <a:gd name="connsiteX1948" fmla="*/ 66309 w 1550288"/>
                <a:gd name="connsiteY1948" fmla="*/ 1466287 h 2442948"/>
                <a:gd name="connsiteX1949" fmla="*/ 63720 w 1550288"/>
                <a:gd name="connsiteY1949" fmla="*/ 1468732 h 2442948"/>
                <a:gd name="connsiteX1950" fmla="*/ 61275 w 1550288"/>
                <a:gd name="connsiteY1950" fmla="*/ 1468732 h 2442948"/>
                <a:gd name="connsiteX1951" fmla="*/ 58542 w 1550288"/>
                <a:gd name="connsiteY1951" fmla="*/ 1468732 h 2442948"/>
                <a:gd name="connsiteX1952" fmla="*/ 58542 w 1550288"/>
                <a:gd name="connsiteY1952" fmla="*/ 1466287 h 2442948"/>
                <a:gd name="connsiteX1953" fmla="*/ 56097 w 1550288"/>
                <a:gd name="connsiteY1953" fmla="*/ 1463842 h 2442948"/>
                <a:gd name="connsiteX1954" fmla="*/ 56097 w 1550288"/>
                <a:gd name="connsiteY1954" fmla="*/ 1460965 h 2442948"/>
                <a:gd name="connsiteX1955" fmla="*/ 56097 w 1550288"/>
                <a:gd name="connsiteY1955" fmla="*/ 1458520 h 2442948"/>
                <a:gd name="connsiteX1956" fmla="*/ 58542 w 1550288"/>
                <a:gd name="connsiteY1956" fmla="*/ 1460965 h 2442948"/>
                <a:gd name="connsiteX1957" fmla="*/ 61275 w 1550288"/>
                <a:gd name="connsiteY1957" fmla="*/ 1460965 h 2442948"/>
                <a:gd name="connsiteX1958" fmla="*/ 58542 w 1550288"/>
                <a:gd name="connsiteY1958" fmla="*/ 1456074 h 2442948"/>
                <a:gd name="connsiteX1959" fmla="*/ 63720 w 1550288"/>
                <a:gd name="connsiteY1959" fmla="*/ 1453629 h 2442948"/>
                <a:gd name="connsiteX1960" fmla="*/ 66309 w 1550288"/>
                <a:gd name="connsiteY1960" fmla="*/ 1453629 h 2442948"/>
                <a:gd name="connsiteX1961" fmla="*/ 68755 w 1550288"/>
                <a:gd name="connsiteY1961" fmla="*/ 1453629 h 2442948"/>
                <a:gd name="connsiteX1962" fmla="*/ 71488 w 1550288"/>
                <a:gd name="connsiteY1962" fmla="*/ 1453629 h 2442948"/>
                <a:gd name="connsiteX1963" fmla="*/ 71488 w 1550288"/>
                <a:gd name="connsiteY1963" fmla="*/ 1450896 h 2442948"/>
                <a:gd name="connsiteX1964" fmla="*/ 73933 w 1550288"/>
                <a:gd name="connsiteY1964" fmla="*/ 1450896 h 2442948"/>
                <a:gd name="connsiteX1965" fmla="*/ 76378 w 1550288"/>
                <a:gd name="connsiteY1965" fmla="*/ 1445862 h 2442948"/>
                <a:gd name="connsiteX1966" fmla="*/ 81700 w 1550288"/>
                <a:gd name="connsiteY1966" fmla="*/ 1445862 h 2442948"/>
                <a:gd name="connsiteX1967" fmla="*/ 84145 w 1550288"/>
                <a:gd name="connsiteY1967" fmla="*/ 1445862 h 2442948"/>
                <a:gd name="connsiteX1968" fmla="*/ 84145 w 1550288"/>
                <a:gd name="connsiteY1968" fmla="*/ 1443417 h 2442948"/>
                <a:gd name="connsiteX1969" fmla="*/ 86591 w 1550288"/>
                <a:gd name="connsiteY1969" fmla="*/ 1443417 h 2442948"/>
                <a:gd name="connsiteX1970" fmla="*/ 89180 w 1550288"/>
                <a:gd name="connsiteY1970" fmla="*/ 1440684 h 2442948"/>
                <a:gd name="connsiteX1971" fmla="*/ 91625 w 1550288"/>
                <a:gd name="connsiteY1971" fmla="*/ 1440684 h 2442948"/>
                <a:gd name="connsiteX1972" fmla="*/ 94358 w 1550288"/>
                <a:gd name="connsiteY1972" fmla="*/ 1438094 h 2442948"/>
                <a:gd name="connsiteX1973" fmla="*/ 94358 w 1550288"/>
                <a:gd name="connsiteY1973" fmla="*/ 1435649 h 2442948"/>
                <a:gd name="connsiteX1974" fmla="*/ 96803 w 1550288"/>
                <a:gd name="connsiteY1974" fmla="*/ 1433204 h 2442948"/>
                <a:gd name="connsiteX1975" fmla="*/ 99392 w 1550288"/>
                <a:gd name="connsiteY1975" fmla="*/ 1430471 h 2442948"/>
                <a:gd name="connsiteX1976" fmla="*/ 101837 w 1550288"/>
                <a:gd name="connsiteY1976" fmla="*/ 1430471 h 2442948"/>
                <a:gd name="connsiteX1977" fmla="*/ 101837 w 1550288"/>
                <a:gd name="connsiteY1977" fmla="*/ 1427882 h 2442948"/>
                <a:gd name="connsiteX1978" fmla="*/ 104570 w 1550288"/>
                <a:gd name="connsiteY1978" fmla="*/ 1427882 h 2442948"/>
                <a:gd name="connsiteX1979" fmla="*/ 104570 w 1550288"/>
                <a:gd name="connsiteY1979" fmla="*/ 1425437 h 2442948"/>
                <a:gd name="connsiteX1980" fmla="*/ 104570 w 1550288"/>
                <a:gd name="connsiteY1980" fmla="*/ 1422991 h 2442948"/>
                <a:gd name="connsiteX1981" fmla="*/ 104570 w 1550288"/>
                <a:gd name="connsiteY1981" fmla="*/ 1420259 h 2442948"/>
                <a:gd name="connsiteX1982" fmla="*/ 104570 w 1550288"/>
                <a:gd name="connsiteY1982" fmla="*/ 1417669 h 2442948"/>
                <a:gd name="connsiteX1983" fmla="*/ 101837 w 1550288"/>
                <a:gd name="connsiteY1983" fmla="*/ 1415224 h 2442948"/>
                <a:gd name="connsiteX1984" fmla="*/ 104570 w 1550288"/>
                <a:gd name="connsiteY1984" fmla="*/ 1412779 h 2442948"/>
                <a:gd name="connsiteX1985" fmla="*/ 104570 w 1550288"/>
                <a:gd name="connsiteY1985" fmla="*/ 1410046 h 2442948"/>
                <a:gd name="connsiteX1986" fmla="*/ 104570 w 1550288"/>
                <a:gd name="connsiteY1986" fmla="*/ 1407457 h 2442948"/>
                <a:gd name="connsiteX1987" fmla="*/ 101837 w 1550288"/>
                <a:gd name="connsiteY1987" fmla="*/ 1407457 h 2442948"/>
                <a:gd name="connsiteX1988" fmla="*/ 101837 w 1550288"/>
                <a:gd name="connsiteY1988" fmla="*/ 1405012 h 2442948"/>
                <a:gd name="connsiteX1989" fmla="*/ 101837 w 1550288"/>
                <a:gd name="connsiteY1989" fmla="*/ 1402566 h 2442948"/>
                <a:gd name="connsiteX1990" fmla="*/ 101837 w 1550288"/>
                <a:gd name="connsiteY1990" fmla="*/ 1399834 h 2442948"/>
                <a:gd name="connsiteX1991" fmla="*/ 99392 w 1550288"/>
                <a:gd name="connsiteY1991" fmla="*/ 1397388 h 2442948"/>
                <a:gd name="connsiteX1992" fmla="*/ 99392 w 1550288"/>
                <a:gd name="connsiteY1992" fmla="*/ 1394799 h 2442948"/>
                <a:gd name="connsiteX1993" fmla="*/ 96803 w 1550288"/>
                <a:gd name="connsiteY1993" fmla="*/ 1392354 h 2442948"/>
                <a:gd name="connsiteX1994" fmla="*/ 96803 w 1550288"/>
                <a:gd name="connsiteY1994" fmla="*/ 1389621 h 2442948"/>
                <a:gd name="connsiteX1995" fmla="*/ 99392 w 1550288"/>
                <a:gd name="connsiteY1995" fmla="*/ 1387176 h 2442948"/>
                <a:gd name="connsiteX1996" fmla="*/ 101837 w 1550288"/>
                <a:gd name="connsiteY1996" fmla="*/ 1387176 h 2442948"/>
                <a:gd name="connsiteX1997" fmla="*/ 101837 w 1550288"/>
                <a:gd name="connsiteY1997" fmla="*/ 1384587 h 2442948"/>
                <a:gd name="connsiteX1998" fmla="*/ 104570 w 1550288"/>
                <a:gd name="connsiteY1998" fmla="*/ 1384587 h 2442948"/>
                <a:gd name="connsiteX1999" fmla="*/ 107016 w 1550288"/>
                <a:gd name="connsiteY1999" fmla="*/ 1384587 h 2442948"/>
                <a:gd name="connsiteX2000" fmla="*/ 109605 w 1550288"/>
                <a:gd name="connsiteY2000" fmla="*/ 1384587 h 2442948"/>
                <a:gd name="connsiteX2001" fmla="*/ 112050 w 1550288"/>
                <a:gd name="connsiteY2001" fmla="*/ 1384587 h 2442948"/>
                <a:gd name="connsiteX2002" fmla="*/ 114783 w 1550288"/>
                <a:gd name="connsiteY2002" fmla="*/ 1382141 h 2442948"/>
                <a:gd name="connsiteX2003" fmla="*/ 114783 w 1550288"/>
                <a:gd name="connsiteY2003" fmla="*/ 1379696 h 2442948"/>
                <a:gd name="connsiteX2004" fmla="*/ 112050 w 1550288"/>
                <a:gd name="connsiteY2004" fmla="*/ 1379696 h 2442948"/>
                <a:gd name="connsiteX2005" fmla="*/ 109605 w 1550288"/>
                <a:gd name="connsiteY2005" fmla="*/ 1379696 h 2442948"/>
                <a:gd name="connsiteX2006" fmla="*/ 107016 w 1550288"/>
                <a:gd name="connsiteY2006" fmla="*/ 1379696 h 2442948"/>
                <a:gd name="connsiteX2007" fmla="*/ 107016 w 1550288"/>
                <a:gd name="connsiteY2007" fmla="*/ 1376819 h 2442948"/>
                <a:gd name="connsiteX2008" fmla="*/ 107016 w 1550288"/>
                <a:gd name="connsiteY2008" fmla="*/ 1374374 h 2442948"/>
                <a:gd name="connsiteX2009" fmla="*/ 107016 w 1550288"/>
                <a:gd name="connsiteY2009" fmla="*/ 1371929 h 2442948"/>
                <a:gd name="connsiteX2010" fmla="*/ 104570 w 1550288"/>
                <a:gd name="connsiteY2010" fmla="*/ 1371929 h 2442948"/>
                <a:gd name="connsiteX2011" fmla="*/ 101837 w 1550288"/>
                <a:gd name="connsiteY2011" fmla="*/ 1371929 h 2442948"/>
                <a:gd name="connsiteX2012" fmla="*/ 99392 w 1550288"/>
                <a:gd name="connsiteY2012" fmla="*/ 1371929 h 2442948"/>
                <a:gd name="connsiteX2013" fmla="*/ 99392 w 1550288"/>
                <a:gd name="connsiteY2013" fmla="*/ 1374374 h 2442948"/>
                <a:gd name="connsiteX2014" fmla="*/ 96803 w 1550288"/>
                <a:gd name="connsiteY2014" fmla="*/ 1374374 h 2442948"/>
                <a:gd name="connsiteX2015" fmla="*/ 94358 w 1550288"/>
                <a:gd name="connsiteY2015" fmla="*/ 1374374 h 2442948"/>
                <a:gd name="connsiteX2016" fmla="*/ 91625 w 1550288"/>
                <a:gd name="connsiteY2016" fmla="*/ 1374374 h 2442948"/>
                <a:gd name="connsiteX2017" fmla="*/ 91625 w 1550288"/>
                <a:gd name="connsiteY2017" fmla="*/ 1376819 h 2442948"/>
                <a:gd name="connsiteX2018" fmla="*/ 91625 w 1550288"/>
                <a:gd name="connsiteY2018" fmla="*/ 1379696 h 2442948"/>
                <a:gd name="connsiteX2019" fmla="*/ 89180 w 1550288"/>
                <a:gd name="connsiteY2019" fmla="*/ 1379696 h 2442948"/>
                <a:gd name="connsiteX2020" fmla="*/ 86591 w 1550288"/>
                <a:gd name="connsiteY2020" fmla="*/ 1379696 h 2442948"/>
                <a:gd name="connsiteX2021" fmla="*/ 84145 w 1550288"/>
                <a:gd name="connsiteY2021" fmla="*/ 1379696 h 2442948"/>
                <a:gd name="connsiteX2022" fmla="*/ 84145 w 1550288"/>
                <a:gd name="connsiteY2022" fmla="*/ 1376819 h 2442948"/>
                <a:gd name="connsiteX2023" fmla="*/ 81700 w 1550288"/>
                <a:gd name="connsiteY2023" fmla="*/ 1376819 h 2442948"/>
                <a:gd name="connsiteX2024" fmla="*/ 81700 w 1550288"/>
                <a:gd name="connsiteY2024" fmla="*/ 1374374 h 2442948"/>
                <a:gd name="connsiteX2025" fmla="*/ 86591 w 1550288"/>
                <a:gd name="connsiteY2025" fmla="*/ 1371929 h 2442948"/>
                <a:gd name="connsiteX2026" fmla="*/ 89180 w 1550288"/>
                <a:gd name="connsiteY2026" fmla="*/ 1369484 h 2442948"/>
                <a:gd name="connsiteX2027" fmla="*/ 89180 w 1550288"/>
                <a:gd name="connsiteY2027" fmla="*/ 1366751 h 2442948"/>
                <a:gd name="connsiteX2028" fmla="*/ 91625 w 1550288"/>
                <a:gd name="connsiteY2028" fmla="*/ 1366751 h 2442948"/>
                <a:gd name="connsiteX2029" fmla="*/ 91625 w 1550288"/>
                <a:gd name="connsiteY2029" fmla="*/ 1364162 h 2442948"/>
                <a:gd name="connsiteX2030" fmla="*/ 86591 w 1550288"/>
                <a:gd name="connsiteY2030" fmla="*/ 1364162 h 2442948"/>
                <a:gd name="connsiteX2031" fmla="*/ 84145 w 1550288"/>
                <a:gd name="connsiteY2031" fmla="*/ 1361716 h 2442948"/>
                <a:gd name="connsiteX2032" fmla="*/ 81700 w 1550288"/>
                <a:gd name="connsiteY2032" fmla="*/ 1359271 h 2442948"/>
                <a:gd name="connsiteX2033" fmla="*/ 81700 w 1550288"/>
                <a:gd name="connsiteY2033" fmla="*/ 1361716 h 2442948"/>
                <a:gd name="connsiteX2034" fmla="*/ 78967 w 1550288"/>
                <a:gd name="connsiteY2034" fmla="*/ 1361716 h 2442948"/>
                <a:gd name="connsiteX2035" fmla="*/ 76378 w 1550288"/>
                <a:gd name="connsiteY2035" fmla="*/ 1361716 h 2442948"/>
                <a:gd name="connsiteX2036" fmla="*/ 73933 w 1550288"/>
                <a:gd name="connsiteY2036" fmla="*/ 1361716 h 2442948"/>
                <a:gd name="connsiteX2037" fmla="*/ 71488 w 1550288"/>
                <a:gd name="connsiteY2037" fmla="*/ 1361716 h 2442948"/>
                <a:gd name="connsiteX2038" fmla="*/ 68755 w 1550288"/>
                <a:gd name="connsiteY2038" fmla="*/ 1361716 h 2442948"/>
                <a:gd name="connsiteX2039" fmla="*/ 68755 w 1550288"/>
                <a:gd name="connsiteY2039" fmla="*/ 1364162 h 2442948"/>
                <a:gd name="connsiteX2040" fmla="*/ 66309 w 1550288"/>
                <a:gd name="connsiteY2040" fmla="*/ 1364162 h 2442948"/>
                <a:gd name="connsiteX2041" fmla="*/ 63720 w 1550288"/>
                <a:gd name="connsiteY2041" fmla="*/ 1364162 h 2442948"/>
                <a:gd name="connsiteX2042" fmla="*/ 61275 w 1550288"/>
                <a:gd name="connsiteY2042" fmla="*/ 1361716 h 2442948"/>
                <a:gd name="connsiteX2043" fmla="*/ 61275 w 1550288"/>
                <a:gd name="connsiteY2043" fmla="*/ 1359271 h 2442948"/>
                <a:gd name="connsiteX2044" fmla="*/ 58542 w 1550288"/>
                <a:gd name="connsiteY2044" fmla="*/ 1359271 h 2442948"/>
                <a:gd name="connsiteX2045" fmla="*/ 56097 w 1550288"/>
                <a:gd name="connsiteY2045" fmla="*/ 1359271 h 2442948"/>
                <a:gd name="connsiteX2046" fmla="*/ 53508 w 1550288"/>
                <a:gd name="connsiteY2046" fmla="*/ 1356538 h 2442948"/>
                <a:gd name="connsiteX2047" fmla="*/ 56097 w 1550288"/>
                <a:gd name="connsiteY2047" fmla="*/ 1356538 h 2442948"/>
                <a:gd name="connsiteX2048" fmla="*/ 56097 w 1550288"/>
                <a:gd name="connsiteY2048" fmla="*/ 1353949 h 2442948"/>
                <a:gd name="connsiteX2049" fmla="*/ 58542 w 1550288"/>
                <a:gd name="connsiteY2049" fmla="*/ 1353949 h 2442948"/>
                <a:gd name="connsiteX2050" fmla="*/ 58542 w 1550288"/>
                <a:gd name="connsiteY2050" fmla="*/ 1351504 h 2442948"/>
                <a:gd name="connsiteX2051" fmla="*/ 61275 w 1550288"/>
                <a:gd name="connsiteY2051" fmla="*/ 1349059 h 2442948"/>
                <a:gd name="connsiteX2052" fmla="*/ 61275 w 1550288"/>
                <a:gd name="connsiteY2052" fmla="*/ 1346326 h 2442948"/>
                <a:gd name="connsiteX2053" fmla="*/ 58542 w 1550288"/>
                <a:gd name="connsiteY2053" fmla="*/ 1346326 h 2442948"/>
                <a:gd name="connsiteX2054" fmla="*/ 58542 w 1550288"/>
                <a:gd name="connsiteY2054" fmla="*/ 1343737 h 2442948"/>
                <a:gd name="connsiteX2055" fmla="*/ 61275 w 1550288"/>
                <a:gd name="connsiteY2055" fmla="*/ 1341291 h 2442948"/>
                <a:gd name="connsiteX2056" fmla="*/ 61275 w 1550288"/>
                <a:gd name="connsiteY2056" fmla="*/ 1338846 h 2442948"/>
                <a:gd name="connsiteX2057" fmla="*/ 63720 w 1550288"/>
                <a:gd name="connsiteY2057" fmla="*/ 1338846 h 2442948"/>
                <a:gd name="connsiteX2058" fmla="*/ 66309 w 1550288"/>
                <a:gd name="connsiteY2058" fmla="*/ 1338846 h 2442948"/>
                <a:gd name="connsiteX2059" fmla="*/ 68755 w 1550288"/>
                <a:gd name="connsiteY2059" fmla="*/ 1338846 h 2442948"/>
                <a:gd name="connsiteX2060" fmla="*/ 68755 w 1550288"/>
                <a:gd name="connsiteY2060" fmla="*/ 1336113 h 2442948"/>
                <a:gd name="connsiteX2061" fmla="*/ 71488 w 1550288"/>
                <a:gd name="connsiteY2061" fmla="*/ 1336113 h 2442948"/>
                <a:gd name="connsiteX2062" fmla="*/ 71488 w 1550288"/>
                <a:gd name="connsiteY2062" fmla="*/ 1333524 h 2442948"/>
                <a:gd name="connsiteX2063" fmla="*/ 71488 w 1550288"/>
                <a:gd name="connsiteY2063" fmla="*/ 1331079 h 2442948"/>
                <a:gd name="connsiteX2064" fmla="*/ 73933 w 1550288"/>
                <a:gd name="connsiteY2064" fmla="*/ 1328634 h 2442948"/>
                <a:gd name="connsiteX2065" fmla="*/ 73933 w 1550288"/>
                <a:gd name="connsiteY2065" fmla="*/ 1325901 h 2442948"/>
                <a:gd name="connsiteX2066" fmla="*/ 73933 w 1550288"/>
                <a:gd name="connsiteY2066" fmla="*/ 1323312 h 2442948"/>
                <a:gd name="connsiteX2067" fmla="*/ 73933 w 1550288"/>
                <a:gd name="connsiteY2067" fmla="*/ 1320866 h 2442948"/>
                <a:gd name="connsiteX2068" fmla="*/ 71488 w 1550288"/>
                <a:gd name="connsiteY2068" fmla="*/ 1318421 h 2442948"/>
                <a:gd name="connsiteX2069" fmla="*/ 66309 w 1550288"/>
                <a:gd name="connsiteY2069" fmla="*/ 1318421 h 2442948"/>
                <a:gd name="connsiteX2070" fmla="*/ 66309 w 1550288"/>
                <a:gd name="connsiteY2070" fmla="*/ 1315688 h 2442948"/>
                <a:gd name="connsiteX2071" fmla="*/ 63720 w 1550288"/>
                <a:gd name="connsiteY2071" fmla="*/ 1315688 h 2442948"/>
                <a:gd name="connsiteX2072" fmla="*/ 66309 w 1550288"/>
                <a:gd name="connsiteY2072" fmla="*/ 1313099 h 2442948"/>
                <a:gd name="connsiteX2073" fmla="*/ 66309 w 1550288"/>
                <a:gd name="connsiteY2073" fmla="*/ 1310654 h 2442948"/>
                <a:gd name="connsiteX2074" fmla="*/ 71488 w 1550288"/>
                <a:gd name="connsiteY2074" fmla="*/ 1310654 h 2442948"/>
                <a:gd name="connsiteX2075" fmla="*/ 71488 w 1550288"/>
                <a:gd name="connsiteY2075" fmla="*/ 1305476 h 2442948"/>
                <a:gd name="connsiteX2076" fmla="*/ 73933 w 1550288"/>
                <a:gd name="connsiteY2076" fmla="*/ 1303030 h 2442948"/>
                <a:gd name="connsiteX2077" fmla="*/ 76378 w 1550288"/>
                <a:gd name="connsiteY2077" fmla="*/ 1303030 h 2442948"/>
                <a:gd name="connsiteX2078" fmla="*/ 78967 w 1550288"/>
                <a:gd name="connsiteY2078" fmla="*/ 1303030 h 2442948"/>
                <a:gd name="connsiteX2079" fmla="*/ 78967 w 1550288"/>
                <a:gd name="connsiteY2079" fmla="*/ 1305476 h 2442948"/>
                <a:gd name="connsiteX2080" fmla="*/ 81700 w 1550288"/>
                <a:gd name="connsiteY2080" fmla="*/ 1305476 h 2442948"/>
                <a:gd name="connsiteX2081" fmla="*/ 81700 w 1550288"/>
                <a:gd name="connsiteY2081" fmla="*/ 1303030 h 2442948"/>
                <a:gd name="connsiteX2082" fmla="*/ 81700 w 1550288"/>
                <a:gd name="connsiteY2082" fmla="*/ 1300441 h 2442948"/>
                <a:gd name="connsiteX2083" fmla="*/ 81700 w 1550288"/>
                <a:gd name="connsiteY2083" fmla="*/ 1297996 h 2442948"/>
                <a:gd name="connsiteX2084" fmla="*/ 81700 w 1550288"/>
                <a:gd name="connsiteY2084" fmla="*/ 1295263 h 2442948"/>
                <a:gd name="connsiteX2085" fmla="*/ 81700 w 1550288"/>
                <a:gd name="connsiteY2085" fmla="*/ 1292818 h 2442948"/>
                <a:gd name="connsiteX2086" fmla="*/ 84145 w 1550288"/>
                <a:gd name="connsiteY2086" fmla="*/ 1292818 h 2442948"/>
                <a:gd name="connsiteX2087" fmla="*/ 86591 w 1550288"/>
                <a:gd name="connsiteY2087" fmla="*/ 1292818 h 2442948"/>
                <a:gd name="connsiteX2088" fmla="*/ 89180 w 1550288"/>
                <a:gd name="connsiteY2088" fmla="*/ 1292818 h 2442948"/>
                <a:gd name="connsiteX2089" fmla="*/ 89180 w 1550288"/>
                <a:gd name="connsiteY2089" fmla="*/ 1290229 h 2442948"/>
                <a:gd name="connsiteX2090" fmla="*/ 86591 w 1550288"/>
                <a:gd name="connsiteY2090" fmla="*/ 1287784 h 2442948"/>
                <a:gd name="connsiteX2091" fmla="*/ 86591 w 1550288"/>
                <a:gd name="connsiteY2091" fmla="*/ 1285338 h 2442948"/>
                <a:gd name="connsiteX2092" fmla="*/ 86591 w 1550288"/>
                <a:gd name="connsiteY2092" fmla="*/ 1282605 h 2442948"/>
                <a:gd name="connsiteX2093" fmla="*/ 84145 w 1550288"/>
                <a:gd name="connsiteY2093" fmla="*/ 1280016 h 2442948"/>
                <a:gd name="connsiteX2094" fmla="*/ 84145 w 1550288"/>
                <a:gd name="connsiteY2094" fmla="*/ 1277571 h 2442948"/>
                <a:gd name="connsiteX2095" fmla="*/ 86591 w 1550288"/>
                <a:gd name="connsiteY2095" fmla="*/ 1277571 h 2442948"/>
                <a:gd name="connsiteX2096" fmla="*/ 86591 w 1550288"/>
                <a:gd name="connsiteY2096" fmla="*/ 1275126 h 2442948"/>
                <a:gd name="connsiteX2097" fmla="*/ 86591 w 1550288"/>
                <a:gd name="connsiteY2097" fmla="*/ 1272393 h 2442948"/>
                <a:gd name="connsiteX2098" fmla="*/ 86591 w 1550288"/>
                <a:gd name="connsiteY2098" fmla="*/ 1269804 h 2442948"/>
                <a:gd name="connsiteX2099" fmla="*/ 84145 w 1550288"/>
                <a:gd name="connsiteY2099" fmla="*/ 1267359 h 2442948"/>
                <a:gd name="connsiteX2100" fmla="*/ 86591 w 1550288"/>
                <a:gd name="connsiteY2100" fmla="*/ 1267359 h 2442948"/>
                <a:gd name="connsiteX2101" fmla="*/ 89180 w 1550288"/>
                <a:gd name="connsiteY2101" fmla="*/ 1267359 h 2442948"/>
                <a:gd name="connsiteX2102" fmla="*/ 91625 w 1550288"/>
                <a:gd name="connsiteY2102" fmla="*/ 1264913 h 2442948"/>
                <a:gd name="connsiteX2103" fmla="*/ 91625 w 1550288"/>
                <a:gd name="connsiteY2103" fmla="*/ 1262180 h 2442948"/>
                <a:gd name="connsiteX2104" fmla="*/ 94358 w 1550288"/>
                <a:gd name="connsiteY2104" fmla="*/ 1262180 h 2442948"/>
                <a:gd name="connsiteX2105" fmla="*/ 94358 w 1550288"/>
                <a:gd name="connsiteY2105" fmla="*/ 1259591 h 2442948"/>
                <a:gd name="connsiteX2106" fmla="*/ 91625 w 1550288"/>
                <a:gd name="connsiteY2106" fmla="*/ 1259591 h 2442948"/>
                <a:gd name="connsiteX2107" fmla="*/ 91625 w 1550288"/>
                <a:gd name="connsiteY2107" fmla="*/ 1257146 h 2442948"/>
                <a:gd name="connsiteX2108" fmla="*/ 91625 w 1550288"/>
                <a:gd name="connsiteY2108" fmla="*/ 1254701 h 2442948"/>
                <a:gd name="connsiteX2109" fmla="*/ 91625 w 1550288"/>
                <a:gd name="connsiteY2109" fmla="*/ 1251968 h 2442948"/>
                <a:gd name="connsiteX2110" fmla="*/ 91625 w 1550288"/>
                <a:gd name="connsiteY2110" fmla="*/ 1249379 h 2442948"/>
                <a:gd name="connsiteX2111" fmla="*/ 91625 w 1550288"/>
                <a:gd name="connsiteY2111" fmla="*/ 1246934 h 2442948"/>
                <a:gd name="connsiteX2112" fmla="*/ 89180 w 1550288"/>
                <a:gd name="connsiteY2112" fmla="*/ 1244488 h 2442948"/>
                <a:gd name="connsiteX2113" fmla="*/ 86591 w 1550288"/>
                <a:gd name="connsiteY2113" fmla="*/ 1239166 h 2442948"/>
                <a:gd name="connsiteX2114" fmla="*/ 86591 w 1550288"/>
                <a:gd name="connsiteY2114" fmla="*/ 1236721 h 2442948"/>
                <a:gd name="connsiteX2115" fmla="*/ 89180 w 1550288"/>
                <a:gd name="connsiteY2115" fmla="*/ 1236721 h 2442948"/>
                <a:gd name="connsiteX2116" fmla="*/ 91625 w 1550288"/>
                <a:gd name="connsiteY2116" fmla="*/ 1236721 h 2442948"/>
                <a:gd name="connsiteX2117" fmla="*/ 94358 w 1550288"/>
                <a:gd name="connsiteY2117" fmla="*/ 1236721 h 2442948"/>
                <a:gd name="connsiteX2118" fmla="*/ 96803 w 1550288"/>
                <a:gd name="connsiteY2118" fmla="*/ 1239166 h 2442948"/>
                <a:gd name="connsiteX2119" fmla="*/ 99392 w 1550288"/>
                <a:gd name="connsiteY2119" fmla="*/ 1239166 h 2442948"/>
                <a:gd name="connsiteX2120" fmla="*/ 61275 w 1550288"/>
                <a:gd name="connsiteY2120" fmla="*/ 1218885 h 2442948"/>
                <a:gd name="connsiteX2121" fmla="*/ 58542 w 1550288"/>
                <a:gd name="connsiteY2121" fmla="*/ 1218885 h 2442948"/>
                <a:gd name="connsiteX2122" fmla="*/ 53508 w 1550288"/>
                <a:gd name="connsiteY2122" fmla="*/ 1216296 h 2442948"/>
                <a:gd name="connsiteX2123" fmla="*/ 51063 w 1550288"/>
                <a:gd name="connsiteY2123" fmla="*/ 1216296 h 2442948"/>
                <a:gd name="connsiteX2124" fmla="*/ 51063 w 1550288"/>
                <a:gd name="connsiteY2124" fmla="*/ 1213851 h 2442948"/>
                <a:gd name="connsiteX2125" fmla="*/ 48330 w 1550288"/>
                <a:gd name="connsiteY2125" fmla="*/ 1213851 h 2442948"/>
                <a:gd name="connsiteX2126" fmla="*/ 45884 w 1550288"/>
                <a:gd name="connsiteY2126" fmla="*/ 1213851 h 2442948"/>
                <a:gd name="connsiteX2127" fmla="*/ 43295 w 1550288"/>
                <a:gd name="connsiteY2127" fmla="*/ 1211118 h 2442948"/>
                <a:gd name="connsiteX2128" fmla="*/ 40850 w 1550288"/>
                <a:gd name="connsiteY2128" fmla="*/ 1211118 h 2442948"/>
                <a:gd name="connsiteX2129" fmla="*/ 40850 w 1550288"/>
                <a:gd name="connsiteY2129" fmla="*/ 1208673 h 2442948"/>
                <a:gd name="connsiteX2130" fmla="*/ 22870 w 1550288"/>
                <a:gd name="connsiteY2130" fmla="*/ 1201193 h 2442948"/>
                <a:gd name="connsiteX2131" fmla="*/ 0 w 1550288"/>
                <a:gd name="connsiteY2131" fmla="*/ 1190981 h 2442948"/>
                <a:gd name="connsiteX2132" fmla="*/ 0 w 1550288"/>
                <a:gd name="connsiteY2132" fmla="*/ 1188248 h 2442948"/>
                <a:gd name="connsiteX2133" fmla="*/ 0 w 1550288"/>
                <a:gd name="connsiteY2133" fmla="*/ 1185658 h 2442948"/>
                <a:gd name="connsiteX2134" fmla="*/ 0 w 1550288"/>
                <a:gd name="connsiteY2134" fmla="*/ 1183213 h 2442948"/>
                <a:gd name="connsiteX2135" fmla="*/ 0 w 1550288"/>
                <a:gd name="connsiteY2135" fmla="*/ 1180768 h 2442948"/>
                <a:gd name="connsiteX2136" fmla="*/ 2445 w 1550288"/>
                <a:gd name="connsiteY2136" fmla="*/ 1180768 h 2442948"/>
                <a:gd name="connsiteX2137" fmla="*/ 2445 w 1550288"/>
                <a:gd name="connsiteY2137" fmla="*/ 1178035 h 2442948"/>
                <a:gd name="connsiteX2138" fmla="*/ 2445 w 1550288"/>
                <a:gd name="connsiteY2138" fmla="*/ 1175446 h 2442948"/>
                <a:gd name="connsiteX2139" fmla="*/ 5034 w 1550288"/>
                <a:gd name="connsiteY2139" fmla="*/ 1173001 h 2442948"/>
                <a:gd name="connsiteX2140" fmla="*/ 5034 w 1550288"/>
                <a:gd name="connsiteY2140" fmla="*/ 1170556 h 2442948"/>
                <a:gd name="connsiteX2141" fmla="*/ 5034 w 1550288"/>
                <a:gd name="connsiteY2141" fmla="*/ 1167823 h 2442948"/>
                <a:gd name="connsiteX2142" fmla="*/ 7767 w 1550288"/>
                <a:gd name="connsiteY2142" fmla="*/ 1167823 h 2442948"/>
                <a:gd name="connsiteX2143" fmla="*/ 10213 w 1550288"/>
                <a:gd name="connsiteY2143" fmla="*/ 1167823 h 2442948"/>
                <a:gd name="connsiteX2144" fmla="*/ 10213 w 1550288"/>
                <a:gd name="connsiteY2144" fmla="*/ 1165233 h 2442948"/>
                <a:gd name="connsiteX2145" fmla="*/ 12658 w 1550288"/>
                <a:gd name="connsiteY2145" fmla="*/ 1165233 h 2442948"/>
                <a:gd name="connsiteX2146" fmla="*/ 12658 w 1550288"/>
                <a:gd name="connsiteY2146" fmla="*/ 1162788 h 2442948"/>
                <a:gd name="connsiteX2147" fmla="*/ 15247 w 1550288"/>
                <a:gd name="connsiteY2147" fmla="*/ 1162788 h 2442948"/>
                <a:gd name="connsiteX2148" fmla="*/ 15247 w 1550288"/>
                <a:gd name="connsiteY2148" fmla="*/ 1160343 h 2442948"/>
                <a:gd name="connsiteX2149" fmla="*/ 17692 w 1550288"/>
                <a:gd name="connsiteY2149" fmla="*/ 1157610 h 2442948"/>
                <a:gd name="connsiteX2150" fmla="*/ 17692 w 1550288"/>
                <a:gd name="connsiteY2150" fmla="*/ 1155021 h 2442948"/>
                <a:gd name="connsiteX2151" fmla="*/ 17692 w 1550288"/>
                <a:gd name="connsiteY2151" fmla="*/ 1152576 h 2442948"/>
                <a:gd name="connsiteX2152" fmla="*/ 20425 w 1550288"/>
                <a:gd name="connsiteY2152" fmla="*/ 1150131 h 2442948"/>
                <a:gd name="connsiteX2153" fmla="*/ 20425 w 1550288"/>
                <a:gd name="connsiteY2153" fmla="*/ 1147398 h 2442948"/>
                <a:gd name="connsiteX2154" fmla="*/ 20425 w 1550288"/>
                <a:gd name="connsiteY2154" fmla="*/ 1144808 h 2442948"/>
                <a:gd name="connsiteX2155" fmla="*/ 17692 w 1550288"/>
                <a:gd name="connsiteY2155" fmla="*/ 1142363 h 2442948"/>
                <a:gd name="connsiteX2156" fmla="*/ 20425 w 1550288"/>
                <a:gd name="connsiteY2156" fmla="*/ 1142363 h 2442948"/>
                <a:gd name="connsiteX2157" fmla="*/ 20425 w 1550288"/>
                <a:gd name="connsiteY2157" fmla="*/ 1139918 h 2442948"/>
                <a:gd name="connsiteX2158" fmla="*/ 22870 w 1550288"/>
                <a:gd name="connsiteY2158" fmla="*/ 1139918 h 2442948"/>
                <a:gd name="connsiteX2159" fmla="*/ 22870 w 1550288"/>
                <a:gd name="connsiteY2159" fmla="*/ 1137185 h 2442948"/>
                <a:gd name="connsiteX2160" fmla="*/ 22870 w 1550288"/>
                <a:gd name="connsiteY2160" fmla="*/ 1134596 h 2442948"/>
                <a:gd name="connsiteX2161" fmla="*/ 25459 w 1550288"/>
                <a:gd name="connsiteY2161" fmla="*/ 1134596 h 2442948"/>
                <a:gd name="connsiteX2162" fmla="*/ 25459 w 1550288"/>
                <a:gd name="connsiteY2162" fmla="*/ 1132151 h 2442948"/>
                <a:gd name="connsiteX2163" fmla="*/ 25459 w 1550288"/>
                <a:gd name="connsiteY2163" fmla="*/ 1129705 h 2442948"/>
                <a:gd name="connsiteX2164" fmla="*/ 27905 w 1550288"/>
                <a:gd name="connsiteY2164" fmla="*/ 1126973 h 2442948"/>
                <a:gd name="connsiteX2165" fmla="*/ 27905 w 1550288"/>
                <a:gd name="connsiteY2165" fmla="*/ 1124527 h 2442948"/>
                <a:gd name="connsiteX2166" fmla="*/ 27905 w 1550288"/>
                <a:gd name="connsiteY2166" fmla="*/ 1121938 h 2442948"/>
                <a:gd name="connsiteX2167" fmla="*/ 30638 w 1550288"/>
                <a:gd name="connsiteY2167" fmla="*/ 1119493 h 2442948"/>
                <a:gd name="connsiteX2168" fmla="*/ 27905 w 1550288"/>
                <a:gd name="connsiteY2168" fmla="*/ 1119493 h 2442948"/>
                <a:gd name="connsiteX2169" fmla="*/ 27905 w 1550288"/>
                <a:gd name="connsiteY2169" fmla="*/ 1117048 h 2442948"/>
                <a:gd name="connsiteX2170" fmla="*/ 25459 w 1550288"/>
                <a:gd name="connsiteY2170" fmla="*/ 1117048 h 2442948"/>
                <a:gd name="connsiteX2171" fmla="*/ 25459 w 1550288"/>
                <a:gd name="connsiteY2171" fmla="*/ 1114315 h 2442948"/>
                <a:gd name="connsiteX2172" fmla="*/ 22870 w 1550288"/>
                <a:gd name="connsiteY2172" fmla="*/ 1114315 h 2442948"/>
                <a:gd name="connsiteX2173" fmla="*/ 22870 w 1550288"/>
                <a:gd name="connsiteY2173" fmla="*/ 1111726 h 2442948"/>
                <a:gd name="connsiteX2174" fmla="*/ 30638 w 1550288"/>
                <a:gd name="connsiteY2174" fmla="*/ 1096623 h 2442948"/>
                <a:gd name="connsiteX2175" fmla="*/ 61275 w 1550288"/>
                <a:gd name="connsiteY2175" fmla="*/ 1030169 h 2442948"/>
                <a:gd name="connsiteX2176" fmla="*/ 71488 w 1550288"/>
                <a:gd name="connsiteY2176" fmla="*/ 1012477 h 2442948"/>
                <a:gd name="connsiteX2177" fmla="*/ 91625 w 1550288"/>
                <a:gd name="connsiteY2177" fmla="*/ 971627 h 2442948"/>
                <a:gd name="connsiteX2178" fmla="*/ 94358 w 1550288"/>
                <a:gd name="connsiteY2178" fmla="*/ 971627 h 2442948"/>
                <a:gd name="connsiteX2179" fmla="*/ 99392 w 1550288"/>
                <a:gd name="connsiteY2179" fmla="*/ 979107 h 2442948"/>
                <a:gd name="connsiteX2180" fmla="*/ 101837 w 1550288"/>
                <a:gd name="connsiteY2180" fmla="*/ 979107 h 2442948"/>
                <a:gd name="connsiteX2181" fmla="*/ 101837 w 1550288"/>
                <a:gd name="connsiteY2181" fmla="*/ 981840 h 2442948"/>
                <a:gd name="connsiteX2182" fmla="*/ 104570 w 1550288"/>
                <a:gd name="connsiteY2182" fmla="*/ 979107 h 2442948"/>
                <a:gd name="connsiteX2183" fmla="*/ 104570 w 1550288"/>
                <a:gd name="connsiteY2183" fmla="*/ 981840 h 2442948"/>
                <a:gd name="connsiteX2184" fmla="*/ 107016 w 1550288"/>
                <a:gd name="connsiteY2184" fmla="*/ 984285 h 2442948"/>
                <a:gd name="connsiteX2185" fmla="*/ 109605 w 1550288"/>
                <a:gd name="connsiteY2185" fmla="*/ 984285 h 2442948"/>
                <a:gd name="connsiteX2186" fmla="*/ 112050 w 1550288"/>
                <a:gd name="connsiteY2186" fmla="*/ 989319 h 2442948"/>
                <a:gd name="connsiteX2187" fmla="*/ 112050 w 1550288"/>
                <a:gd name="connsiteY2187" fmla="*/ 994498 h 2442948"/>
                <a:gd name="connsiteX2188" fmla="*/ 114783 w 1550288"/>
                <a:gd name="connsiteY2188" fmla="*/ 1002265 h 2442948"/>
                <a:gd name="connsiteX2189" fmla="*/ 117228 w 1550288"/>
                <a:gd name="connsiteY2189" fmla="*/ 1004710 h 2442948"/>
                <a:gd name="connsiteX2190" fmla="*/ 124995 w 1550288"/>
                <a:gd name="connsiteY2190" fmla="*/ 999532 h 2442948"/>
                <a:gd name="connsiteX2191" fmla="*/ 127441 w 1550288"/>
                <a:gd name="connsiteY2191" fmla="*/ 996943 h 2442948"/>
                <a:gd name="connsiteX2192" fmla="*/ 132475 w 1550288"/>
                <a:gd name="connsiteY2192" fmla="*/ 999532 h 2442948"/>
                <a:gd name="connsiteX2193" fmla="*/ 127441 w 1550288"/>
                <a:gd name="connsiteY2193" fmla="*/ 994498 h 2442948"/>
                <a:gd name="connsiteX2194" fmla="*/ 127441 w 1550288"/>
                <a:gd name="connsiteY2194" fmla="*/ 992052 h 2442948"/>
                <a:gd name="connsiteX2195" fmla="*/ 130030 w 1550288"/>
                <a:gd name="connsiteY2195" fmla="*/ 989319 h 2442948"/>
                <a:gd name="connsiteX2196" fmla="*/ 132475 w 1550288"/>
                <a:gd name="connsiteY2196" fmla="*/ 992052 h 2442948"/>
                <a:gd name="connsiteX2197" fmla="*/ 142399 w 1550288"/>
                <a:gd name="connsiteY2197" fmla="*/ 992052 h 2442948"/>
                <a:gd name="connsiteX2198" fmla="*/ 137367 w 1550288"/>
                <a:gd name="connsiteY2198" fmla="*/ 989320 h 2442948"/>
                <a:gd name="connsiteX2199" fmla="*/ 134921 w 1550288"/>
                <a:gd name="connsiteY2199" fmla="*/ 986731 h 2442948"/>
                <a:gd name="connsiteX2200" fmla="*/ 137367 w 1550288"/>
                <a:gd name="connsiteY2200" fmla="*/ 984286 h 2442948"/>
                <a:gd name="connsiteX2201" fmla="*/ 137367 w 1550288"/>
                <a:gd name="connsiteY2201" fmla="*/ 981840 h 2442948"/>
                <a:gd name="connsiteX2202" fmla="*/ 139956 w 1550288"/>
                <a:gd name="connsiteY2202" fmla="*/ 979107 h 2442948"/>
                <a:gd name="connsiteX2203" fmla="*/ 139956 w 1550288"/>
                <a:gd name="connsiteY2203" fmla="*/ 976518 h 2442948"/>
                <a:gd name="connsiteX2204" fmla="*/ 129743 w 1550288"/>
                <a:gd name="connsiteY2204" fmla="*/ 974073 h 2442948"/>
                <a:gd name="connsiteX2205" fmla="*/ 127154 w 1550288"/>
                <a:gd name="connsiteY2205" fmla="*/ 974073 h 2442948"/>
                <a:gd name="connsiteX2206" fmla="*/ 127154 w 1550288"/>
                <a:gd name="connsiteY2206" fmla="*/ 966450 h 2442948"/>
                <a:gd name="connsiteX2207" fmla="*/ 124709 w 1550288"/>
                <a:gd name="connsiteY2207" fmla="*/ 961415 h 2442948"/>
                <a:gd name="connsiteX2208" fmla="*/ 121976 w 1550288"/>
                <a:gd name="connsiteY2208" fmla="*/ 958682 h 2442948"/>
                <a:gd name="connsiteX2209" fmla="*/ 124709 w 1550288"/>
                <a:gd name="connsiteY2209" fmla="*/ 953648 h 2442948"/>
                <a:gd name="connsiteX2210" fmla="*/ 127154 w 1550288"/>
                <a:gd name="connsiteY2210" fmla="*/ 951203 h 2442948"/>
                <a:gd name="connsiteX2211" fmla="*/ 127154 w 1550288"/>
                <a:gd name="connsiteY2211" fmla="*/ 946025 h 2442948"/>
                <a:gd name="connsiteX2212" fmla="*/ 132189 w 1550288"/>
                <a:gd name="connsiteY2212" fmla="*/ 943435 h 2442948"/>
                <a:gd name="connsiteX2213" fmla="*/ 132189 w 1550288"/>
                <a:gd name="connsiteY2213" fmla="*/ 946025 h 2442948"/>
                <a:gd name="connsiteX2214" fmla="*/ 134921 w 1550288"/>
                <a:gd name="connsiteY2214" fmla="*/ 946025 h 2442948"/>
                <a:gd name="connsiteX2215" fmla="*/ 134921 w 1550288"/>
                <a:gd name="connsiteY2215" fmla="*/ 940990 h 2442948"/>
                <a:gd name="connsiteX2216" fmla="*/ 137367 w 1550288"/>
                <a:gd name="connsiteY2216" fmla="*/ 938545 h 2442948"/>
                <a:gd name="connsiteX2217" fmla="*/ 139956 w 1550288"/>
                <a:gd name="connsiteY2217" fmla="*/ 938545 h 2442948"/>
                <a:gd name="connsiteX2218" fmla="*/ 142401 w 1550288"/>
                <a:gd name="connsiteY2218" fmla="*/ 943435 h 2442948"/>
                <a:gd name="connsiteX2219" fmla="*/ 145134 w 1550288"/>
                <a:gd name="connsiteY2219" fmla="*/ 946025 h 2442948"/>
                <a:gd name="connsiteX2220" fmla="*/ 142401 w 1550288"/>
                <a:gd name="connsiteY2220" fmla="*/ 953648 h 2442948"/>
                <a:gd name="connsiteX2221" fmla="*/ 142401 w 1550288"/>
                <a:gd name="connsiteY2221" fmla="*/ 956237 h 2442948"/>
                <a:gd name="connsiteX2222" fmla="*/ 145134 w 1550288"/>
                <a:gd name="connsiteY2222" fmla="*/ 956237 h 2442948"/>
                <a:gd name="connsiteX2223" fmla="*/ 145134 w 1550288"/>
                <a:gd name="connsiteY2223" fmla="*/ 953648 h 2442948"/>
                <a:gd name="connsiteX2224" fmla="*/ 147579 w 1550288"/>
                <a:gd name="connsiteY2224" fmla="*/ 943435 h 2442948"/>
                <a:gd name="connsiteX2225" fmla="*/ 147579 w 1550288"/>
                <a:gd name="connsiteY2225" fmla="*/ 938545 h 2442948"/>
                <a:gd name="connsiteX2226" fmla="*/ 152614 w 1550288"/>
                <a:gd name="connsiteY2226" fmla="*/ 938545 h 2442948"/>
                <a:gd name="connsiteX2227" fmla="*/ 152614 w 1550288"/>
                <a:gd name="connsiteY2227" fmla="*/ 940990 h 2442948"/>
                <a:gd name="connsiteX2228" fmla="*/ 155346 w 1550288"/>
                <a:gd name="connsiteY2228" fmla="*/ 940990 h 2442948"/>
                <a:gd name="connsiteX2229" fmla="*/ 162826 w 1550288"/>
                <a:gd name="connsiteY2229" fmla="*/ 953648 h 2442948"/>
                <a:gd name="connsiteX2230" fmla="*/ 162826 w 1550288"/>
                <a:gd name="connsiteY2230" fmla="*/ 948470 h 2442948"/>
                <a:gd name="connsiteX2231" fmla="*/ 165271 w 1550288"/>
                <a:gd name="connsiteY2231" fmla="*/ 943435 h 2442948"/>
                <a:gd name="connsiteX2232" fmla="*/ 165271 w 1550288"/>
                <a:gd name="connsiteY2232" fmla="*/ 935812 h 2442948"/>
                <a:gd name="connsiteX2233" fmla="*/ 168004 w 1550288"/>
                <a:gd name="connsiteY2233" fmla="*/ 935812 h 2442948"/>
                <a:gd name="connsiteX2234" fmla="*/ 168004 w 1550288"/>
                <a:gd name="connsiteY2234" fmla="*/ 933223 h 2442948"/>
                <a:gd name="connsiteX2235" fmla="*/ 175484 w 1550288"/>
                <a:gd name="connsiteY2235" fmla="*/ 933223 h 2442948"/>
                <a:gd name="connsiteX2236" fmla="*/ 175484 w 1550288"/>
                <a:gd name="connsiteY2236" fmla="*/ 935812 h 2442948"/>
                <a:gd name="connsiteX2237" fmla="*/ 178217 w 1550288"/>
                <a:gd name="connsiteY2237" fmla="*/ 933223 h 2442948"/>
                <a:gd name="connsiteX2238" fmla="*/ 180950 w 1550288"/>
                <a:gd name="connsiteY2238" fmla="*/ 933223 h 2442948"/>
                <a:gd name="connsiteX2239" fmla="*/ 183539 w 1550288"/>
                <a:gd name="connsiteY2239" fmla="*/ 935812 h 2442948"/>
                <a:gd name="connsiteX2240" fmla="*/ 185984 w 1550288"/>
                <a:gd name="connsiteY2240" fmla="*/ 935812 h 2442948"/>
                <a:gd name="connsiteX2241" fmla="*/ 185984 w 1550288"/>
                <a:gd name="connsiteY2241" fmla="*/ 938545 h 2442948"/>
                <a:gd name="connsiteX2242" fmla="*/ 183539 w 1550288"/>
                <a:gd name="connsiteY2242" fmla="*/ 940990 h 2442948"/>
                <a:gd name="connsiteX2243" fmla="*/ 180950 w 1550288"/>
                <a:gd name="connsiteY2243" fmla="*/ 940990 h 2442948"/>
                <a:gd name="connsiteX2244" fmla="*/ 180950 w 1550288"/>
                <a:gd name="connsiteY2244" fmla="*/ 946025 h 2442948"/>
                <a:gd name="connsiteX2245" fmla="*/ 185984 w 1550288"/>
                <a:gd name="connsiteY2245" fmla="*/ 946025 h 2442948"/>
                <a:gd name="connsiteX2246" fmla="*/ 185984 w 1550288"/>
                <a:gd name="connsiteY2246" fmla="*/ 943435 h 2442948"/>
                <a:gd name="connsiteX2247" fmla="*/ 188717 w 1550288"/>
                <a:gd name="connsiteY2247" fmla="*/ 943435 h 2442948"/>
                <a:gd name="connsiteX2248" fmla="*/ 188717 w 1550288"/>
                <a:gd name="connsiteY2248" fmla="*/ 940990 h 2442948"/>
                <a:gd name="connsiteX2249" fmla="*/ 191162 w 1550288"/>
                <a:gd name="connsiteY2249" fmla="*/ 938545 h 2442948"/>
                <a:gd name="connsiteX2250" fmla="*/ 196197 w 1550288"/>
                <a:gd name="connsiteY2250" fmla="*/ 940990 h 2442948"/>
                <a:gd name="connsiteX2251" fmla="*/ 198929 w 1550288"/>
                <a:gd name="connsiteY2251" fmla="*/ 948470 h 2442948"/>
                <a:gd name="connsiteX2252" fmla="*/ 203964 w 1550288"/>
                <a:gd name="connsiteY2252" fmla="*/ 946025 h 2442948"/>
                <a:gd name="connsiteX2253" fmla="*/ 206409 w 1550288"/>
                <a:gd name="connsiteY2253" fmla="*/ 943435 h 2442948"/>
                <a:gd name="connsiteX2254" fmla="*/ 206409 w 1550288"/>
                <a:gd name="connsiteY2254" fmla="*/ 940990 h 2442948"/>
                <a:gd name="connsiteX2255" fmla="*/ 203964 w 1550288"/>
                <a:gd name="connsiteY2255" fmla="*/ 938545 h 2442948"/>
                <a:gd name="connsiteX2256" fmla="*/ 201375 w 1550288"/>
                <a:gd name="connsiteY2256" fmla="*/ 938545 h 2442948"/>
                <a:gd name="connsiteX2257" fmla="*/ 201375 w 1550288"/>
                <a:gd name="connsiteY2257" fmla="*/ 943435 h 2442948"/>
                <a:gd name="connsiteX2258" fmla="*/ 198929 w 1550288"/>
                <a:gd name="connsiteY2258" fmla="*/ 943435 h 2442948"/>
                <a:gd name="connsiteX2259" fmla="*/ 198929 w 1550288"/>
                <a:gd name="connsiteY2259" fmla="*/ 938545 h 2442948"/>
                <a:gd name="connsiteX2260" fmla="*/ 201375 w 1550288"/>
                <a:gd name="connsiteY2260" fmla="*/ 935812 h 2442948"/>
                <a:gd name="connsiteX2261" fmla="*/ 206409 w 1550288"/>
                <a:gd name="connsiteY2261" fmla="*/ 935812 h 2442948"/>
                <a:gd name="connsiteX2262" fmla="*/ 209142 w 1550288"/>
                <a:gd name="connsiteY2262" fmla="*/ 933223 h 2442948"/>
                <a:gd name="connsiteX2263" fmla="*/ 214176 w 1550288"/>
                <a:gd name="connsiteY2263" fmla="*/ 928332 h 2442948"/>
                <a:gd name="connsiteX2264" fmla="*/ 1257002 w 1550288"/>
                <a:gd name="connsiteY2264" fmla="*/ 894961 h 2442948"/>
                <a:gd name="connsiteX2265" fmla="*/ 1257002 w 1550288"/>
                <a:gd name="connsiteY2265" fmla="*/ 897694 h 2442948"/>
                <a:gd name="connsiteX2266" fmla="*/ 1259448 w 1550288"/>
                <a:gd name="connsiteY2266" fmla="*/ 900139 h 2442948"/>
                <a:gd name="connsiteX2267" fmla="*/ 1277427 w 1550288"/>
                <a:gd name="connsiteY2267" fmla="*/ 872091 h 2442948"/>
                <a:gd name="connsiteX2268" fmla="*/ 1279873 w 1550288"/>
                <a:gd name="connsiteY2268" fmla="*/ 874536 h 2442948"/>
                <a:gd name="connsiteX2269" fmla="*/ 1290085 w 1550288"/>
                <a:gd name="connsiteY2269" fmla="*/ 887481 h 2442948"/>
                <a:gd name="connsiteX2270" fmla="*/ 1292530 w 1550288"/>
                <a:gd name="connsiteY2270" fmla="*/ 887481 h 2442948"/>
                <a:gd name="connsiteX2271" fmla="*/ 1282318 w 1550288"/>
                <a:gd name="connsiteY2271" fmla="*/ 874536 h 2442948"/>
                <a:gd name="connsiteX2272" fmla="*/ 1279873 w 1550288"/>
                <a:gd name="connsiteY2272" fmla="*/ 872091 h 2442948"/>
                <a:gd name="connsiteX2273" fmla="*/ 660218 w 1550288"/>
                <a:gd name="connsiteY2273" fmla="*/ 782911 h 2442948"/>
                <a:gd name="connsiteX2274" fmla="*/ 662951 w 1550288"/>
                <a:gd name="connsiteY2274" fmla="*/ 785356 h 2442948"/>
                <a:gd name="connsiteX2275" fmla="*/ 660218 w 1550288"/>
                <a:gd name="connsiteY2275" fmla="*/ 785356 h 2442948"/>
                <a:gd name="connsiteX2276" fmla="*/ 1146966 w 1550288"/>
                <a:gd name="connsiteY2276" fmla="*/ 730410 h 2442948"/>
                <a:gd name="connsiteX2277" fmla="*/ 1149699 w 1550288"/>
                <a:gd name="connsiteY2277" fmla="*/ 732855 h 2442948"/>
                <a:gd name="connsiteX2278" fmla="*/ 1159911 w 1550288"/>
                <a:gd name="connsiteY2278" fmla="*/ 740622 h 2442948"/>
                <a:gd name="connsiteX2279" fmla="*/ 1164802 w 1550288"/>
                <a:gd name="connsiteY2279" fmla="*/ 755006 h 2442948"/>
                <a:gd name="connsiteX2280" fmla="*/ 1164802 w 1550288"/>
                <a:gd name="connsiteY2280" fmla="*/ 767808 h 2442948"/>
                <a:gd name="connsiteX2281" fmla="*/ 1162357 w 1550288"/>
                <a:gd name="connsiteY2281" fmla="*/ 780466 h 2442948"/>
                <a:gd name="connsiteX2282" fmla="*/ 1157035 w 1550288"/>
                <a:gd name="connsiteY2282" fmla="*/ 788233 h 2442948"/>
                <a:gd name="connsiteX2283" fmla="*/ 1157035 w 1550288"/>
                <a:gd name="connsiteY2283" fmla="*/ 793411 h 2442948"/>
                <a:gd name="connsiteX2284" fmla="*/ 1154589 w 1550288"/>
                <a:gd name="connsiteY2284" fmla="*/ 798302 h 2442948"/>
                <a:gd name="connsiteX2285" fmla="*/ 1154589 w 1550288"/>
                <a:gd name="connsiteY2285" fmla="*/ 808514 h 2442948"/>
                <a:gd name="connsiteX2286" fmla="*/ 1144377 w 1550288"/>
                <a:gd name="connsiteY2286" fmla="*/ 808514 h 2442948"/>
                <a:gd name="connsiteX2287" fmla="*/ 1141932 w 1550288"/>
                <a:gd name="connsiteY2287" fmla="*/ 813836 h 2442948"/>
                <a:gd name="connsiteX2288" fmla="*/ 1139486 w 1550288"/>
                <a:gd name="connsiteY2288" fmla="*/ 813836 h 2442948"/>
                <a:gd name="connsiteX2289" fmla="*/ 1139486 w 1550288"/>
                <a:gd name="connsiteY2289" fmla="*/ 821316 h 2442948"/>
                <a:gd name="connsiteX2290" fmla="*/ 1141932 w 1550288"/>
                <a:gd name="connsiteY2290" fmla="*/ 821316 h 2442948"/>
                <a:gd name="connsiteX2291" fmla="*/ 1144377 w 1550288"/>
                <a:gd name="connsiteY2291" fmla="*/ 824049 h 2442948"/>
                <a:gd name="connsiteX2292" fmla="*/ 1136754 w 1550288"/>
                <a:gd name="connsiteY2292" fmla="*/ 824049 h 2442948"/>
                <a:gd name="connsiteX2293" fmla="*/ 1136754 w 1550288"/>
                <a:gd name="connsiteY2293" fmla="*/ 826494 h 2442948"/>
                <a:gd name="connsiteX2294" fmla="*/ 1134164 w 1550288"/>
                <a:gd name="connsiteY2294" fmla="*/ 826494 h 2442948"/>
                <a:gd name="connsiteX2295" fmla="*/ 1131719 w 1550288"/>
                <a:gd name="connsiteY2295" fmla="*/ 828939 h 2442948"/>
                <a:gd name="connsiteX2296" fmla="*/ 1129274 w 1550288"/>
                <a:gd name="connsiteY2296" fmla="*/ 828939 h 2442948"/>
                <a:gd name="connsiteX2297" fmla="*/ 1123952 w 1550288"/>
                <a:gd name="connsiteY2297" fmla="*/ 831528 h 2442948"/>
                <a:gd name="connsiteX2298" fmla="*/ 1126541 w 1550288"/>
                <a:gd name="connsiteY2298" fmla="*/ 836706 h 2442948"/>
                <a:gd name="connsiteX2299" fmla="*/ 1131719 w 1550288"/>
                <a:gd name="connsiteY2299" fmla="*/ 839152 h 2442948"/>
                <a:gd name="connsiteX2300" fmla="*/ 1134164 w 1550288"/>
                <a:gd name="connsiteY2300" fmla="*/ 839152 h 2442948"/>
                <a:gd name="connsiteX2301" fmla="*/ 1141932 w 1550288"/>
                <a:gd name="connsiteY2301" fmla="*/ 834261 h 2442948"/>
                <a:gd name="connsiteX2302" fmla="*/ 1147110 w 1550288"/>
                <a:gd name="connsiteY2302" fmla="*/ 828939 h 2442948"/>
                <a:gd name="connsiteX2303" fmla="*/ 1154733 w 1550288"/>
                <a:gd name="connsiteY2303" fmla="*/ 828939 h 2442948"/>
                <a:gd name="connsiteX2304" fmla="*/ 1154733 w 1550288"/>
                <a:gd name="connsiteY2304" fmla="*/ 831528 h 2442948"/>
                <a:gd name="connsiteX2305" fmla="*/ 1157179 w 1550288"/>
                <a:gd name="connsiteY2305" fmla="*/ 834261 h 2442948"/>
                <a:gd name="connsiteX2306" fmla="*/ 1160055 w 1550288"/>
                <a:gd name="connsiteY2306" fmla="*/ 831528 h 2442948"/>
                <a:gd name="connsiteX2307" fmla="*/ 1162501 w 1550288"/>
                <a:gd name="connsiteY2307" fmla="*/ 831528 h 2442948"/>
                <a:gd name="connsiteX2308" fmla="*/ 1167391 w 1550288"/>
                <a:gd name="connsiteY2308" fmla="*/ 828939 h 2442948"/>
                <a:gd name="connsiteX2309" fmla="*/ 1170268 w 1550288"/>
                <a:gd name="connsiteY2309" fmla="*/ 826494 h 2442948"/>
                <a:gd name="connsiteX2310" fmla="*/ 1172713 w 1550288"/>
                <a:gd name="connsiteY2310" fmla="*/ 828939 h 2442948"/>
                <a:gd name="connsiteX2311" fmla="*/ 1167391 w 1550288"/>
                <a:gd name="connsiteY2311" fmla="*/ 831528 h 2442948"/>
                <a:gd name="connsiteX2312" fmla="*/ 1164946 w 1550288"/>
                <a:gd name="connsiteY2312" fmla="*/ 834261 h 2442948"/>
                <a:gd name="connsiteX2313" fmla="*/ 1160055 w 1550288"/>
                <a:gd name="connsiteY2313" fmla="*/ 836706 h 2442948"/>
                <a:gd name="connsiteX2314" fmla="*/ 1162501 w 1550288"/>
                <a:gd name="connsiteY2314" fmla="*/ 839152 h 2442948"/>
                <a:gd name="connsiteX2315" fmla="*/ 1162501 w 1550288"/>
                <a:gd name="connsiteY2315" fmla="*/ 836706 h 2442948"/>
                <a:gd name="connsiteX2316" fmla="*/ 1172713 w 1550288"/>
                <a:gd name="connsiteY2316" fmla="*/ 831528 h 2442948"/>
                <a:gd name="connsiteX2317" fmla="*/ 1172713 w 1550288"/>
                <a:gd name="connsiteY2317" fmla="*/ 828939 h 2442948"/>
                <a:gd name="connsiteX2318" fmla="*/ 1175158 w 1550288"/>
                <a:gd name="connsiteY2318" fmla="*/ 824049 h 2442948"/>
                <a:gd name="connsiteX2319" fmla="*/ 1170268 w 1550288"/>
                <a:gd name="connsiteY2319" fmla="*/ 821316 h 2442948"/>
                <a:gd name="connsiteX2320" fmla="*/ 1167391 w 1550288"/>
                <a:gd name="connsiteY2320" fmla="*/ 821316 h 2442948"/>
                <a:gd name="connsiteX2321" fmla="*/ 1167391 w 1550288"/>
                <a:gd name="connsiteY2321" fmla="*/ 816281 h 2442948"/>
                <a:gd name="connsiteX2322" fmla="*/ 1187816 w 1550288"/>
                <a:gd name="connsiteY2322" fmla="*/ 793411 h 2442948"/>
                <a:gd name="connsiteX2323" fmla="*/ 1190549 w 1550288"/>
                <a:gd name="connsiteY2323" fmla="*/ 793411 h 2442948"/>
                <a:gd name="connsiteX2324" fmla="*/ 1193138 w 1550288"/>
                <a:gd name="connsiteY2324" fmla="*/ 790678 h 2442948"/>
                <a:gd name="connsiteX2325" fmla="*/ 1198029 w 1550288"/>
                <a:gd name="connsiteY2325" fmla="*/ 790678 h 2442948"/>
                <a:gd name="connsiteX2326" fmla="*/ 1205796 w 1550288"/>
                <a:gd name="connsiteY2326" fmla="*/ 795856 h 2442948"/>
                <a:gd name="connsiteX2327" fmla="*/ 1205796 w 1550288"/>
                <a:gd name="connsiteY2327" fmla="*/ 798302 h 2442948"/>
                <a:gd name="connsiteX2328" fmla="*/ 1213563 w 1550288"/>
                <a:gd name="connsiteY2328" fmla="*/ 800891 h 2442948"/>
                <a:gd name="connsiteX2329" fmla="*/ 1218454 w 1550288"/>
                <a:gd name="connsiteY2329" fmla="*/ 808514 h 2442948"/>
                <a:gd name="connsiteX2330" fmla="*/ 1231255 w 1550288"/>
                <a:gd name="connsiteY2330" fmla="*/ 816281 h 2442948"/>
                <a:gd name="connsiteX2331" fmla="*/ 1254269 w 1550288"/>
                <a:gd name="connsiteY2331" fmla="*/ 834261 h 2442948"/>
                <a:gd name="connsiteX2332" fmla="*/ 1254269 w 1550288"/>
                <a:gd name="connsiteY2332" fmla="*/ 838289 h 2442948"/>
                <a:gd name="connsiteX2333" fmla="*/ 1261749 w 1550288"/>
                <a:gd name="connsiteY2333" fmla="*/ 840878 h 2442948"/>
                <a:gd name="connsiteX2334" fmla="*/ 1256859 w 1550288"/>
                <a:gd name="connsiteY2334" fmla="*/ 846056 h 2442948"/>
                <a:gd name="connsiteX2335" fmla="*/ 1259304 w 1550288"/>
                <a:gd name="connsiteY2335" fmla="*/ 843611 h 2442948"/>
                <a:gd name="connsiteX2336" fmla="*/ 1259304 w 1550288"/>
                <a:gd name="connsiteY2336" fmla="*/ 851090 h 2442948"/>
                <a:gd name="connsiteX2337" fmla="*/ 1254269 w 1550288"/>
                <a:gd name="connsiteY2337" fmla="*/ 861303 h 2442948"/>
                <a:gd name="connsiteX2338" fmla="*/ 1251536 w 1550288"/>
                <a:gd name="connsiteY2338" fmla="*/ 863748 h 2442948"/>
                <a:gd name="connsiteX2339" fmla="*/ 1246646 w 1550288"/>
                <a:gd name="connsiteY2339" fmla="*/ 866481 h 2442948"/>
                <a:gd name="connsiteX2340" fmla="*/ 1246646 w 1550288"/>
                <a:gd name="connsiteY2340" fmla="*/ 871515 h 2442948"/>
                <a:gd name="connsiteX2341" fmla="*/ 1241468 w 1550288"/>
                <a:gd name="connsiteY2341" fmla="*/ 876693 h 2442948"/>
                <a:gd name="connsiteX2342" fmla="*/ 1238879 w 1550288"/>
                <a:gd name="connsiteY2342" fmla="*/ 879139 h 2442948"/>
                <a:gd name="connsiteX2343" fmla="*/ 1228666 w 1550288"/>
                <a:gd name="connsiteY2343" fmla="*/ 881728 h 2442948"/>
                <a:gd name="connsiteX2344" fmla="*/ 1226221 w 1550288"/>
                <a:gd name="connsiteY2344" fmla="*/ 884173 h 2442948"/>
                <a:gd name="connsiteX2345" fmla="*/ 1223776 w 1550288"/>
                <a:gd name="connsiteY2345" fmla="*/ 884173 h 2442948"/>
                <a:gd name="connsiteX2346" fmla="*/ 1226221 w 1550288"/>
                <a:gd name="connsiteY2346" fmla="*/ 881728 h 2442948"/>
                <a:gd name="connsiteX2347" fmla="*/ 1223776 w 1550288"/>
                <a:gd name="connsiteY2347" fmla="*/ 881728 h 2442948"/>
                <a:gd name="connsiteX2348" fmla="*/ 1221043 w 1550288"/>
                <a:gd name="connsiteY2348" fmla="*/ 884173 h 2442948"/>
                <a:gd name="connsiteX2349" fmla="*/ 1221043 w 1550288"/>
                <a:gd name="connsiteY2349" fmla="*/ 886906 h 2442948"/>
                <a:gd name="connsiteX2350" fmla="*/ 1218454 w 1550288"/>
                <a:gd name="connsiteY2350" fmla="*/ 889351 h 2442948"/>
                <a:gd name="connsiteX2351" fmla="*/ 1216008 w 1550288"/>
                <a:gd name="connsiteY2351" fmla="*/ 891796 h 2442948"/>
                <a:gd name="connsiteX2352" fmla="*/ 1216008 w 1550288"/>
                <a:gd name="connsiteY2352" fmla="*/ 894386 h 2442948"/>
                <a:gd name="connsiteX2353" fmla="*/ 1218454 w 1550288"/>
                <a:gd name="connsiteY2353" fmla="*/ 891796 h 2442948"/>
                <a:gd name="connsiteX2354" fmla="*/ 1226221 w 1550288"/>
                <a:gd name="connsiteY2354" fmla="*/ 886906 h 2442948"/>
                <a:gd name="connsiteX2355" fmla="*/ 1226221 w 1550288"/>
                <a:gd name="connsiteY2355" fmla="*/ 889351 h 2442948"/>
                <a:gd name="connsiteX2356" fmla="*/ 1228666 w 1550288"/>
                <a:gd name="connsiteY2356" fmla="*/ 886906 h 2442948"/>
                <a:gd name="connsiteX2357" fmla="*/ 1231255 w 1550288"/>
                <a:gd name="connsiteY2357" fmla="*/ 889351 h 2442948"/>
                <a:gd name="connsiteX2358" fmla="*/ 1233988 w 1550288"/>
                <a:gd name="connsiteY2358" fmla="*/ 886906 h 2442948"/>
                <a:gd name="connsiteX2359" fmla="*/ 1236433 w 1550288"/>
                <a:gd name="connsiteY2359" fmla="*/ 886906 h 2442948"/>
                <a:gd name="connsiteX2360" fmla="*/ 1236433 w 1550288"/>
                <a:gd name="connsiteY2360" fmla="*/ 889351 h 2442948"/>
                <a:gd name="connsiteX2361" fmla="*/ 1231255 w 1550288"/>
                <a:gd name="connsiteY2361" fmla="*/ 891796 h 2442948"/>
                <a:gd name="connsiteX2362" fmla="*/ 1231255 w 1550288"/>
                <a:gd name="connsiteY2362" fmla="*/ 897119 h 2442948"/>
                <a:gd name="connsiteX2363" fmla="*/ 1233988 w 1550288"/>
                <a:gd name="connsiteY2363" fmla="*/ 894386 h 2442948"/>
                <a:gd name="connsiteX2364" fmla="*/ 1233988 w 1550288"/>
                <a:gd name="connsiteY2364" fmla="*/ 897119 h 2442948"/>
                <a:gd name="connsiteX2365" fmla="*/ 1236433 w 1550288"/>
                <a:gd name="connsiteY2365" fmla="*/ 894386 h 2442948"/>
                <a:gd name="connsiteX2366" fmla="*/ 1241468 w 1550288"/>
                <a:gd name="connsiteY2366" fmla="*/ 894386 h 2442948"/>
                <a:gd name="connsiteX2367" fmla="*/ 1244201 w 1550288"/>
                <a:gd name="connsiteY2367" fmla="*/ 891796 h 2442948"/>
                <a:gd name="connsiteX2368" fmla="*/ 1244201 w 1550288"/>
                <a:gd name="connsiteY2368" fmla="*/ 889351 h 2442948"/>
                <a:gd name="connsiteX2369" fmla="*/ 1238879 w 1550288"/>
                <a:gd name="connsiteY2369" fmla="*/ 889351 h 2442948"/>
                <a:gd name="connsiteX2370" fmla="*/ 1236433 w 1550288"/>
                <a:gd name="connsiteY2370" fmla="*/ 884173 h 2442948"/>
                <a:gd name="connsiteX2371" fmla="*/ 1238879 w 1550288"/>
                <a:gd name="connsiteY2371" fmla="*/ 884173 h 2442948"/>
                <a:gd name="connsiteX2372" fmla="*/ 1244201 w 1550288"/>
                <a:gd name="connsiteY2372" fmla="*/ 881728 h 2442948"/>
                <a:gd name="connsiteX2373" fmla="*/ 1249091 w 1550288"/>
                <a:gd name="connsiteY2373" fmla="*/ 876693 h 2442948"/>
                <a:gd name="connsiteX2374" fmla="*/ 1254269 w 1550288"/>
                <a:gd name="connsiteY2374" fmla="*/ 873961 h 2442948"/>
                <a:gd name="connsiteX2375" fmla="*/ 1254269 w 1550288"/>
                <a:gd name="connsiteY2375" fmla="*/ 876693 h 2442948"/>
                <a:gd name="connsiteX2376" fmla="*/ 1251536 w 1550288"/>
                <a:gd name="connsiteY2376" fmla="*/ 879139 h 2442948"/>
                <a:gd name="connsiteX2377" fmla="*/ 1249091 w 1550288"/>
                <a:gd name="connsiteY2377" fmla="*/ 881728 h 2442948"/>
                <a:gd name="connsiteX2378" fmla="*/ 1249091 w 1550288"/>
                <a:gd name="connsiteY2378" fmla="*/ 884173 h 2442948"/>
                <a:gd name="connsiteX2379" fmla="*/ 1246646 w 1550288"/>
                <a:gd name="connsiteY2379" fmla="*/ 886906 h 2442948"/>
                <a:gd name="connsiteX2380" fmla="*/ 1246646 w 1550288"/>
                <a:gd name="connsiteY2380" fmla="*/ 889351 h 2442948"/>
                <a:gd name="connsiteX2381" fmla="*/ 1251536 w 1550288"/>
                <a:gd name="connsiteY2381" fmla="*/ 889351 h 2442948"/>
                <a:gd name="connsiteX2382" fmla="*/ 1254269 w 1550288"/>
                <a:gd name="connsiteY2382" fmla="*/ 891796 h 2442948"/>
                <a:gd name="connsiteX2383" fmla="*/ 1256859 w 1550288"/>
                <a:gd name="connsiteY2383" fmla="*/ 891796 h 2442948"/>
                <a:gd name="connsiteX2384" fmla="*/ 1256859 w 1550288"/>
                <a:gd name="connsiteY2384" fmla="*/ 889927 h 2442948"/>
                <a:gd name="connsiteX2385" fmla="*/ 1259304 w 1550288"/>
                <a:gd name="connsiteY2385" fmla="*/ 884748 h 2442948"/>
                <a:gd name="connsiteX2386" fmla="*/ 1264482 w 1550288"/>
                <a:gd name="connsiteY2386" fmla="*/ 882303 h 2442948"/>
                <a:gd name="connsiteX2387" fmla="*/ 1264482 w 1550288"/>
                <a:gd name="connsiteY2387" fmla="*/ 877269 h 2442948"/>
                <a:gd name="connsiteX2388" fmla="*/ 1267071 w 1550288"/>
                <a:gd name="connsiteY2388" fmla="*/ 874536 h 2442948"/>
                <a:gd name="connsiteX2389" fmla="*/ 1267071 w 1550288"/>
                <a:gd name="connsiteY2389" fmla="*/ 877269 h 2442948"/>
                <a:gd name="connsiteX2390" fmla="*/ 1269516 w 1550288"/>
                <a:gd name="connsiteY2390" fmla="*/ 877269 h 2442948"/>
                <a:gd name="connsiteX2391" fmla="*/ 1271961 w 1550288"/>
                <a:gd name="connsiteY2391" fmla="*/ 879714 h 2442948"/>
                <a:gd name="connsiteX2392" fmla="*/ 1274551 w 1550288"/>
                <a:gd name="connsiteY2392" fmla="*/ 877269 h 2442948"/>
                <a:gd name="connsiteX2393" fmla="*/ 1271961 w 1550288"/>
                <a:gd name="connsiteY2393" fmla="*/ 872091 h 2442948"/>
                <a:gd name="connsiteX2394" fmla="*/ 1277284 w 1550288"/>
                <a:gd name="connsiteY2394" fmla="*/ 864323 h 2442948"/>
                <a:gd name="connsiteX2395" fmla="*/ 1279729 w 1550288"/>
                <a:gd name="connsiteY2395" fmla="*/ 867056 h 2442948"/>
                <a:gd name="connsiteX2396" fmla="*/ 1284763 w 1550288"/>
                <a:gd name="connsiteY2396" fmla="*/ 869502 h 2442948"/>
                <a:gd name="connsiteX2397" fmla="*/ 1287496 w 1550288"/>
                <a:gd name="connsiteY2397" fmla="*/ 869502 h 2442948"/>
                <a:gd name="connsiteX2398" fmla="*/ 1284763 w 1550288"/>
                <a:gd name="connsiteY2398" fmla="*/ 872091 h 2442948"/>
                <a:gd name="connsiteX2399" fmla="*/ 1287496 w 1550288"/>
                <a:gd name="connsiteY2399" fmla="*/ 872091 h 2442948"/>
                <a:gd name="connsiteX2400" fmla="*/ 1289941 w 1550288"/>
                <a:gd name="connsiteY2400" fmla="*/ 869502 h 2442948"/>
                <a:gd name="connsiteX2401" fmla="*/ 1292387 w 1550288"/>
                <a:gd name="connsiteY2401" fmla="*/ 869502 h 2442948"/>
                <a:gd name="connsiteX2402" fmla="*/ 1294976 w 1550288"/>
                <a:gd name="connsiteY2402" fmla="*/ 874392 h 2442948"/>
                <a:gd name="connsiteX2403" fmla="*/ 1297709 w 1550288"/>
                <a:gd name="connsiteY2403" fmla="*/ 879570 h 2442948"/>
                <a:gd name="connsiteX2404" fmla="*/ 1300154 w 1550288"/>
                <a:gd name="connsiteY2404" fmla="*/ 884605 h 2442948"/>
                <a:gd name="connsiteX2405" fmla="*/ 1300154 w 1550288"/>
                <a:gd name="connsiteY2405" fmla="*/ 887338 h 2442948"/>
                <a:gd name="connsiteX2406" fmla="*/ 1302743 w 1550288"/>
                <a:gd name="connsiteY2406" fmla="*/ 887338 h 2442948"/>
                <a:gd name="connsiteX2407" fmla="*/ 1305332 w 1550288"/>
                <a:gd name="connsiteY2407" fmla="*/ 884605 h 2442948"/>
                <a:gd name="connsiteX2408" fmla="*/ 1302743 w 1550288"/>
                <a:gd name="connsiteY2408" fmla="*/ 879570 h 2442948"/>
                <a:gd name="connsiteX2409" fmla="*/ 1295119 w 1550288"/>
                <a:gd name="connsiteY2409" fmla="*/ 874392 h 2442948"/>
                <a:gd name="connsiteX2410" fmla="*/ 1295119 w 1550288"/>
                <a:gd name="connsiteY2410" fmla="*/ 869502 h 2442948"/>
                <a:gd name="connsiteX2411" fmla="*/ 1297852 w 1550288"/>
                <a:gd name="connsiteY2411" fmla="*/ 869502 h 2442948"/>
                <a:gd name="connsiteX2412" fmla="*/ 1297852 w 1550288"/>
                <a:gd name="connsiteY2412" fmla="*/ 872091 h 2442948"/>
                <a:gd name="connsiteX2413" fmla="*/ 1300298 w 1550288"/>
                <a:gd name="connsiteY2413" fmla="*/ 872091 h 2442948"/>
                <a:gd name="connsiteX2414" fmla="*/ 1305332 w 1550288"/>
                <a:gd name="connsiteY2414" fmla="*/ 879714 h 2442948"/>
                <a:gd name="connsiteX2415" fmla="*/ 1308784 w 1550288"/>
                <a:gd name="connsiteY2415" fmla="*/ 882447 h 2442948"/>
                <a:gd name="connsiteX2416" fmla="*/ 1309935 w 1550288"/>
                <a:gd name="connsiteY2416" fmla="*/ 881152 h 2442948"/>
                <a:gd name="connsiteX2417" fmla="*/ 1308784 w 1550288"/>
                <a:gd name="connsiteY2417" fmla="*/ 884892 h 2442948"/>
                <a:gd name="connsiteX2418" fmla="*/ 1308784 w 1550288"/>
                <a:gd name="connsiteY2418" fmla="*/ 890070 h 2442948"/>
                <a:gd name="connsiteX2419" fmla="*/ 1306051 w 1550288"/>
                <a:gd name="connsiteY2419" fmla="*/ 902728 h 2442948"/>
                <a:gd name="connsiteX2420" fmla="*/ 1303462 w 1550288"/>
                <a:gd name="connsiteY2420" fmla="*/ 931496 h 2442948"/>
                <a:gd name="connsiteX2421" fmla="*/ 1301017 w 1550288"/>
                <a:gd name="connsiteY2421" fmla="*/ 936530 h 2442948"/>
                <a:gd name="connsiteX2422" fmla="*/ 1295839 w 1550288"/>
                <a:gd name="connsiteY2422" fmla="*/ 972346 h 2442948"/>
                <a:gd name="connsiteX2423" fmla="*/ 1293250 w 1550288"/>
                <a:gd name="connsiteY2423" fmla="*/ 986730 h 2442948"/>
                <a:gd name="connsiteX2424" fmla="*/ 1293250 w 1550288"/>
                <a:gd name="connsiteY2424" fmla="*/ 989319 h 2442948"/>
                <a:gd name="connsiteX2425" fmla="*/ 1290804 w 1550288"/>
                <a:gd name="connsiteY2425" fmla="*/ 994497 h 2442948"/>
                <a:gd name="connsiteX2426" fmla="*/ 1288359 w 1550288"/>
                <a:gd name="connsiteY2426" fmla="*/ 1017367 h 2442948"/>
                <a:gd name="connsiteX2427" fmla="*/ 1285626 w 1550288"/>
                <a:gd name="connsiteY2427" fmla="*/ 1027580 h 2442948"/>
                <a:gd name="connsiteX2428" fmla="*/ 1285626 w 1550288"/>
                <a:gd name="connsiteY2428" fmla="*/ 1037792 h 2442948"/>
                <a:gd name="connsiteX2429" fmla="*/ 1283037 w 1550288"/>
                <a:gd name="connsiteY2429" fmla="*/ 1040381 h 2442948"/>
                <a:gd name="connsiteX2430" fmla="*/ 1283037 w 1550288"/>
                <a:gd name="connsiteY2430" fmla="*/ 1053039 h 2442948"/>
                <a:gd name="connsiteX2431" fmla="*/ 1280592 w 1550288"/>
                <a:gd name="connsiteY2431" fmla="*/ 1065985 h 2442948"/>
                <a:gd name="connsiteX2432" fmla="*/ 1278147 w 1550288"/>
                <a:gd name="connsiteY2432" fmla="*/ 1078642 h 2442948"/>
                <a:gd name="connsiteX2433" fmla="*/ 1275414 w 1550288"/>
                <a:gd name="connsiteY2433" fmla="*/ 1088855 h 2442948"/>
                <a:gd name="connsiteX2434" fmla="*/ 1275414 w 1550288"/>
                <a:gd name="connsiteY2434" fmla="*/ 1091300 h 2442948"/>
                <a:gd name="connsiteX2435" fmla="*/ 1270379 w 1550288"/>
                <a:gd name="connsiteY2435" fmla="*/ 1120068 h 2442948"/>
                <a:gd name="connsiteX2436" fmla="*/ 1270379 w 1550288"/>
                <a:gd name="connsiteY2436" fmla="*/ 1127547 h 2442948"/>
                <a:gd name="connsiteX2437" fmla="*/ 1267934 w 1550288"/>
                <a:gd name="connsiteY2437" fmla="*/ 1135171 h 2442948"/>
                <a:gd name="connsiteX2438" fmla="*/ 1262612 w 1550288"/>
                <a:gd name="connsiteY2438" fmla="*/ 1168397 h 2442948"/>
                <a:gd name="connsiteX2439" fmla="*/ 1262612 w 1550288"/>
                <a:gd name="connsiteY2439" fmla="*/ 1178610 h 2442948"/>
                <a:gd name="connsiteX2440" fmla="*/ 1257722 w 1550288"/>
                <a:gd name="connsiteY2440" fmla="*/ 1211693 h 2442948"/>
                <a:gd name="connsiteX2441" fmla="*/ 1237296 w 1550288"/>
                <a:gd name="connsiteY2441" fmla="*/ 1209248 h 2442948"/>
                <a:gd name="connsiteX2442" fmla="*/ 1219317 w 1550288"/>
                <a:gd name="connsiteY2442" fmla="*/ 1206658 h 2442948"/>
                <a:gd name="connsiteX2443" fmla="*/ 1209104 w 1550288"/>
                <a:gd name="connsiteY2443" fmla="*/ 1204213 h 2442948"/>
                <a:gd name="connsiteX2444" fmla="*/ 1191412 w 1550288"/>
                <a:gd name="connsiteY2444" fmla="*/ 1201768 h 2442948"/>
                <a:gd name="connsiteX2445" fmla="*/ 1188679 w 1550288"/>
                <a:gd name="connsiteY2445" fmla="*/ 1201768 h 2442948"/>
                <a:gd name="connsiteX2446" fmla="*/ 1168254 w 1550288"/>
                <a:gd name="connsiteY2446" fmla="*/ 1196446 h 2442948"/>
                <a:gd name="connsiteX2447" fmla="*/ 1150706 w 1550288"/>
                <a:gd name="connsiteY2447" fmla="*/ 1194000 h 2442948"/>
                <a:gd name="connsiteX2448" fmla="*/ 1147973 w 1550288"/>
                <a:gd name="connsiteY2448" fmla="*/ 1194000 h 2442948"/>
                <a:gd name="connsiteX2449" fmla="*/ 1132726 w 1550288"/>
                <a:gd name="connsiteY2449" fmla="*/ 1188822 h 2442948"/>
                <a:gd name="connsiteX2450" fmla="*/ 1124959 w 1550288"/>
                <a:gd name="connsiteY2450" fmla="*/ 1188822 h 2442948"/>
                <a:gd name="connsiteX2451" fmla="*/ 1112301 w 1550288"/>
                <a:gd name="connsiteY2451" fmla="*/ 1186233 h 2442948"/>
                <a:gd name="connsiteX2452" fmla="*/ 1107267 w 1550288"/>
                <a:gd name="connsiteY2452" fmla="*/ 1209248 h 2442948"/>
                <a:gd name="connsiteX2453" fmla="*/ 1104534 w 1550288"/>
                <a:gd name="connsiteY2453" fmla="*/ 1209248 h 2442948"/>
                <a:gd name="connsiteX2454" fmla="*/ 1102089 w 1550288"/>
                <a:gd name="connsiteY2454" fmla="*/ 1206658 h 2442948"/>
                <a:gd name="connsiteX2455" fmla="*/ 1097054 w 1550288"/>
                <a:gd name="connsiteY2455" fmla="*/ 1206658 h 2442948"/>
                <a:gd name="connsiteX2456" fmla="*/ 1097054 w 1550288"/>
                <a:gd name="connsiteY2456" fmla="*/ 1183788 h 2442948"/>
                <a:gd name="connsiteX2457" fmla="*/ 1086986 w 1550288"/>
                <a:gd name="connsiteY2457" fmla="*/ 1181343 h 2442948"/>
                <a:gd name="connsiteX2458" fmla="*/ 1081663 w 1550288"/>
                <a:gd name="connsiteY2458" fmla="*/ 1181343 h 2442948"/>
                <a:gd name="connsiteX2459" fmla="*/ 1035923 w 1550288"/>
                <a:gd name="connsiteY2459" fmla="*/ 1173575 h 2442948"/>
                <a:gd name="connsiteX2460" fmla="*/ 1030601 w 1550288"/>
                <a:gd name="connsiteY2460" fmla="*/ 1171130 h 2442948"/>
                <a:gd name="connsiteX2461" fmla="*/ 1016217 w 1550288"/>
                <a:gd name="connsiteY2461" fmla="*/ 1168397 h 2442948"/>
                <a:gd name="connsiteX2462" fmla="*/ 1008450 w 1550288"/>
                <a:gd name="connsiteY2462" fmla="*/ 1165808 h 2442948"/>
                <a:gd name="connsiteX2463" fmla="*/ 983134 w 1550288"/>
                <a:gd name="connsiteY2463" fmla="*/ 1160918 h 2442948"/>
                <a:gd name="connsiteX2464" fmla="*/ 977812 w 1550288"/>
                <a:gd name="connsiteY2464" fmla="*/ 1158185 h 2442948"/>
                <a:gd name="connsiteX2465" fmla="*/ 947175 w 1550288"/>
                <a:gd name="connsiteY2465" fmla="*/ 1153150 h 2442948"/>
                <a:gd name="connsiteX2466" fmla="*/ 936962 w 1550288"/>
                <a:gd name="connsiteY2466" fmla="*/ 1150705 h 2442948"/>
                <a:gd name="connsiteX2467" fmla="*/ 934517 w 1550288"/>
                <a:gd name="connsiteY2467" fmla="*/ 1150705 h 2442948"/>
                <a:gd name="connsiteX2468" fmla="*/ 934517 w 1550288"/>
                <a:gd name="connsiteY2468" fmla="*/ 1137760 h 2442948"/>
                <a:gd name="connsiteX2469" fmla="*/ 939695 w 1550288"/>
                <a:gd name="connsiteY2469" fmla="*/ 1130280 h 2442948"/>
                <a:gd name="connsiteX2470" fmla="*/ 947175 w 1550288"/>
                <a:gd name="connsiteY2470" fmla="*/ 1127547 h 2442948"/>
                <a:gd name="connsiteX2471" fmla="*/ 957387 w 1550288"/>
                <a:gd name="connsiteY2471" fmla="*/ 1125102 h 2442948"/>
                <a:gd name="connsiteX2472" fmla="*/ 962709 w 1550288"/>
                <a:gd name="connsiteY2472" fmla="*/ 1125102 h 2442948"/>
                <a:gd name="connsiteX2473" fmla="*/ 983134 w 1550288"/>
                <a:gd name="connsiteY2473" fmla="*/ 1122513 h 2442948"/>
                <a:gd name="connsiteX2474" fmla="*/ 988025 w 1550288"/>
                <a:gd name="connsiteY2474" fmla="*/ 1122513 h 2442948"/>
                <a:gd name="connsiteX2475" fmla="*/ 990614 w 1550288"/>
                <a:gd name="connsiteY2475" fmla="*/ 1125102 h 2442948"/>
                <a:gd name="connsiteX2476" fmla="*/ 990614 w 1550288"/>
                <a:gd name="connsiteY2476" fmla="*/ 1122513 h 2442948"/>
                <a:gd name="connsiteX2477" fmla="*/ 1044266 w 1550288"/>
                <a:gd name="connsiteY2477" fmla="*/ 1122513 h 2442948"/>
                <a:gd name="connsiteX2478" fmla="*/ 1046855 w 1550288"/>
                <a:gd name="connsiteY2478" fmla="*/ 1125102 h 2442948"/>
                <a:gd name="connsiteX2479" fmla="*/ 1074759 w 1550288"/>
                <a:gd name="connsiteY2479" fmla="*/ 1125102 h 2442948"/>
                <a:gd name="connsiteX2480" fmla="*/ 1084828 w 1550288"/>
                <a:gd name="connsiteY2480" fmla="*/ 1127547 h 2442948"/>
                <a:gd name="connsiteX2481" fmla="*/ 1087705 w 1550288"/>
                <a:gd name="connsiteY2481" fmla="*/ 1132725 h 2442948"/>
                <a:gd name="connsiteX2482" fmla="*/ 1090150 w 1550288"/>
                <a:gd name="connsiteY2482" fmla="*/ 1135171 h 2442948"/>
                <a:gd name="connsiteX2483" fmla="*/ 1104534 w 1550288"/>
                <a:gd name="connsiteY2483" fmla="*/ 1140493 h 2442948"/>
                <a:gd name="connsiteX2484" fmla="*/ 1107267 w 1550288"/>
                <a:gd name="connsiteY2484" fmla="*/ 1137760 h 2442948"/>
                <a:gd name="connsiteX2485" fmla="*/ 1109856 w 1550288"/>
                <a:gd name="connsiteY2485" fmla="*/ 1137760 h 2442948"/>
                <a:gd name="connsiteX2486" fmla="*/ 1117479 w 1550288"/>
                <a:gd name="connsiteY2486" fmla="*/ 1140493 h 2442948"/>
                <a:gd name="connsiteX2487" fmla="*/ 1120068 w 1550288"/>
                <a:gd name="connsiteY2487" fmla="*/ 1142938 h 2442948"/>
                <a:gd name="connsiteX2488" fmla="*/ 1122514 w 1550288"/>
                <a:gd name="connsiteY2488" fmla="*/ 1142938 h 2442948"/>
                <a:gd name="connsiteX2489" fmla="*/ 1127548 w 1550288"/>
                <a:gd name="connsiteY2489" fmla="*/ 1147972 h 2442948"/>
                <a:gd name="connsiteX2490" fmla="*/ 1129849 w 1550288"/>
                <a:gd name="connsiteY2490" fmla="*/ 1147972 h 2442948"/>
                <a:gd name="connsiteX2491" fmla="*/ 1129849 w 1550288"/>
                <a:gd name="connsiteY2491" fmla="*/ 1145383 h 2442948"/>
                <a:gd name="connsiteX2492" fmla="*/ 1137329 w 1550288"/>
                <a:gd name="connsiteY2492" fmla="*/ 1150705 h 2442948"/>
                <a:gd name="connsiteX2493" fmla="*/ 1137329 w 1550288"/>
                <a:gd name="connsiteY2493" fmla="*/ 1153150 h 2442948"/>
                <a:gd name="connsiteX2494" fmla="*/ 1142507 w 1550288"/>
                <a:gd name="connsiteY2494" fmla="*/ 1153150 h 2442948"/>
                <a:gd name="connsiteX2495" fmla="*/ 1144952 w 1550288"/>
                <a:gd name="connsiteY2495" fmla="*/ 1155596 h 2442948"/>
                <a:gd name="connsiteX2496" fmla="*/ 1147541 w 1550288"/>
                <a:gd name="connsiteY2496" fmla="*/ 1158185 h 2442948"/>
                <a:gd name="connsiteX2497" fmla="*/ 1150274 w 1550288"/>
                <a:gd name="connsiteY2497" fmla="*/ 1155596 h 2442948"/>
                <a:gd name="connsiteX2498" fmla="*/ 1147541 w 1550288"/>
                <a:gd name="connsiteY2498" fmla="*/ 1155596 h 2442948"/>
                <a:gd name="connsiteX2499" fmla="*/ 1147541 w 1550288"/>
                <a:gd name="connsiteY2499" fmla="*/ 1153150 h 2442948"/>
                <a:gd name="connsiteX2500" fmla="*/ 1150274 w 1550288"/>
                <a:gd name="connsiteY2500" fmla="*/ 1153150 h 2442948"/>
                <a:gd name="connsiteX2501" fmla="*/ 1150274 w 1550288"/>
                <a:gd name="connsiteY2501" fmla="*/ 1150705 h 2442948"/>
                <a:gd name="connsiteX2502" fmla="*/ 1157610 w 1550288"/>
                <a:gd name="connsiteY2502" fmla="*/ 1153150 h 2442948"/>
                <a:gd name="connsiteX2503" fmla="*/ 1155165 w 1550288"/>
                <a:gd name="connsiteY2503" fmla="*/ 1150705 h 2442948"/>
                <a:gd name="connsiteX2504" fmla="*/ 1165377 w 1550288"/>
                <a:gd name="connsiteY2504" fmla="*/ 1150705 h 2442948"/>
                <a:gd name="connsiteX2505" fmla="*/ 1160487 w 1550288"/>
                <a:gd name="connsiteY2505" fmla="*/ 1147972 h 2442948"/>
                <a:gd name="connsiteX2506" fmla="*/ 1160487 w 1550288"/>
                <a:gd name="connsiteY2506" fmla="*/ 1145383 h 2442948"/>
                <a:gd name="connsiteX2507" fmla="*/ 1165377 w 1550288"/>
                <a:gd name="connsiteY2507" fmla="*/ 1147972 h 2442948"/>
                <a:gd name="connsiteX2508" fmla="*/ 1167823 w 1550288"/>
                <a:gd name="connsiteY2508" fmla="*/ 1150705 h 2442948"/>
                <a:gd name="connsiteX2509" fmla="*/ 1170699 w 1550288"/>
                <a:gd name="connsiteY2509" fmla="*/ 1150705 h 2442948"/>
                <a:gd name="connsiteX2510" fmla="*/ 1170699 w 1550288"/>
                <a:gd name="connsiteY2510" fmla="*/ 1152719 h 2442948"/>
                <a:gd name="connsiteX2511" fmla="*/ 1174871 w 1550288"/>
                <a:gd name="connsiteY2511" fmla="*/ 1152719 h 2442948"/>
                <a:gd name="connsiteX2512" fmla="*/ 1177316 w 1550288"/>
                <a:gd name="connsiteY2512" fmla="*/ 1155164 h 2442948"/>
                <a:gd name="connsiteX2513" fmla="*/ 1177316 w 1550288"/>
                <a:gd name="connsiteY2513" fmla="*/ 1152719 h 2442948"/>
                <a:gd name="connsiteX2514" fmla="*/ 1185083 w 1550288"/>
                <a:gd name="connsiteY2514" fmla="*/ 1155164 h 2442948"/>
                <a:gd name="connsiteX2515" fmla="*/ 1187528 w 1550288"/>
                <a:gd name="connsiteY2515" fmla="*/ 1155164 h 2442948"/>
                <a:gd name="connsiteX2516" fmla="*/ 1190261 w 1550288"/>
                <a:gd name="connsiteY2516" fmla="*/ 1152719 h 2442948"/>
                <a:gd name="connsiteX2517" fmla="*/ 1192850 w 1550288"/>
                <a:gd name="connsiteY2517" fmla="*/ 1155164 h 2442948"/>
                <a:gd name="connsiteX2518" fmla="*/ 1197741 w 1550288"/>
                <a:gd name="connsiteY2518" fmla="*/ 1155164 h 2442948"/>
                <a:gd name="connsiteX2519" fmla="*/ 1195296 w 1550288"/>
                <a:gd name="connsiteY2519" fmla="*/ 1152719 h 2442948"/>
                <a:gd name="connsiteX2520" fmla="*/ 1192850 w 1550288"/>
                <a:gd name="connsiteY2520" fmla="*/ 1152719 h 2442948"/>
                <a:gd name="connsiteX2521" fmla="*/ 1187528 w 1550288"/>
                <a:gd name="connsiteY2521" fmla="*/ 1147541 h 2442948"/>
                <a:gd name="connsiteX2522" fmla="*/ 1192850 w 1550288"/>
                <a:gd name="connsiteY2522" fmla="*/ 1150274 h 2442948"/>
                <a:gd name="connsiteX2523" fmla="*/ 1195296 w 1550288"/>
                <a:gd name="connsiteY2523" fmla="*/ 1150274 h 2442948"/>
                <a:gd name="connsiteX2524" fmla="*/ 1197741 w 1550288"/>
                <a:gd name="connsiteY2524" fmla="*/ 1147541 h 2442948"/>
                <a:gd name="connsiteX2525" fmla="*/ 1187528 w 1550288"/>
                <a:gd name="connsiteY2525" fmla="*/ 1142506 h 2442948"/>
                <a:gd name="connsiteX2526" fmla="*/ 1187528 w 1550288"/>
                <a:gd name="connsiteY2526" fmla="*/ 1144952 h 2442948"/>
                <a:gd name="connsiteX2527" fmla="*/ 1185083 w 1550288"/>
                <a:gd name="connsiteY2527" fmla="*/ 1142506 h 2442948"/>
                <a:gd name="connsiteX2528" fmla="*/ 1180193 w 1550288"/>
                <a:gd name="connsiteY2528" fmla="*/ 1142506 h 2442948"/>
                <a:gd name="connsiteX2529" fmla="*/ 1180193 w 1550288"/>
                <a:gd name="connsiteY2529" fmla="*/ 1140061 h 2442948"/>
                <a:gd name="connsiteX2530" fmla="*/ 1177460 w 1550288"/>
                <a:gd name="connsiteY2530" fmla="*/ 1137328 h 2442948"/>
                <a:gd name="connsiteX2531" fmla="*/ 1175015 w 1550288"/>
                <a:gd name="connsiteY2531" fmla="*/ 1137328 h 2442948"/>
                <a:gd name="connsiteX2532" fmla="*/ 1175015 w 1550288"/>
                <a:gd name="connsiteY2532" fmla="*/ 1134739 h 2442948"/>
                <a:gd name="connsiteX2533" fmla="*/ 1172569 w 1550288"/>
                <a:gd name="connsiteY2533" fmla="*/ 1134739 h 2442948"/>
                <a:gd name="connsiteX2534" fmla="*/ 1172569 w 1550288"/>
                <a:gd name="connsiteY2534" fmla="*/ 1127116 h 2442948"/>
                <a:gd name="connsiteX2535" fmla="*/ 1170124 w 1550288"/>
                <a:gd name="connsiteY2535" fmla="*/ 1122081 h 2442948"/>
                <a:gd name="connsiteX2536" fmla="*/ 1167247 w 1550288"/>
                <a:gd name="connsiteY2536" fmla="*/ 1119636 h 2442948"/>
                <a:gd name="connsiteX2537" fmla="*/ 1164802 w 1550288"/>
                <a:gd name="connsiteY2537" fmla="*/ 1119636 h 2442948"/>
                <a:gd name="connsiteX2538" fmla="*/ 1162357 w 1550288"/>
                <a:gd name="connsiteY2538" fmla="*/ 1117191 h 2442948"/>
                <a:gd name="connsiteX2539" fmla="*/ 1159911 w 1550288"/>
                <a:gd name="connsiteY2539" fmla="*/ 1117191 h 2442948"/>
                <a:gd name="connsiteX2540" fmla="*/ 1159911 w 1550288"/>
                <a:gd name="connsiteY2540" fmla="*/ 1114458 h 2442948"/>
                <a:gd name="connsiteX2541" fmla="*/ 1154589 w 1550288"/>
                <a:gd name="connsiteY2541" fmla="*/ 1114458 h 2442948"/>
                <a:gd name="connsiteX2542" fmla="*/ 1152144 w 1550288"/>
                <a:gd name="connsiteY2542" fmla="*/ 1111869 h 2442948"/>
                <a:gd name="connsiteX2543" fmla="*/ 1149699 w 1550288"/>
                <a:gd name="connsiteY2543" fmla="*/ 1109424 h 2442948"/>
                <a:gd name="connsiteX2544" fmla="*/ 1144377 w 1550288"/>
                <a:gd name="connsiteY2544" fmla="*/ 1106979 h 2442948"/>
                <a:gd name="connsiteX2545" fmla="*/ 1141932 w 1550288"/>
                <a:gd name="connsiteY2545" fmla="*/ 1109424 h 2442948"/>
                <a:gd name="connsiteX2546" fmla="*/ 1141932 w 1550288"/>
                <a:gd name="connsiteY2546" fmla="*/ 1106979 h 2442948"/>
                <a:gd name="connsiteX2547" fmla="*/ 1139630 w 1550288"/>
                <a:gd name="connsiteY2547" fmla="*/ 1106979 h 2442948"/>
                <a:gd name="connsiteX2548" fmla="*/ 1134308 w 1550288"/>
                <a:gd name="connsiteY2548" fmla="*/ 1101656 h 2442948"/>
                <a:gd name="connsiteX2549" fmla="*/ 1131863 w 1550288"/>
                <a:gd name="connsiteY2549" fmla="*/ 1099211 h 2442948"/>
                <a:gd name="connsiteX2550" fmla="*/ 1131863 w 1550288"/>
                <a:gd name="connsiteY2550" fmla="*/ 1096766 h 2442948"/>
                <a:gd name="connsiteX2551" fmla="*/ 1129418 w 1550288"/>
                <a:gd name="connsiteY2551" fmla="*/ 1096766 h 2442948"/>
                <a:gd name="connsiteX2552" fmla="*/ 1131863 w 1550288"/>
                <a:gd name="connsiteY2552" fmla="*/ 1094033 h 2442948"/>
                <a:gd name="connsiteX2553" fmla="*/ 1126685 w 1550288"/>
                <a:gd name="connsiteY2553" fmla="*/ 1094033 h 2442948"/>
                <a:gd name="connsiteX2554" fmla="*/ 1124096 w 1550288"/>
                <a:gd name="connsiteY2554" fmla="*/ 1091444 h 2442948"/>
                <a:gd name="connsiteX2555" fmla="*/ 1121650 w 1550288"/>
                <a:gd name="connsiteY2555" fmla="*/ 1091444 h 2442948"/>
                <a:gd name="connsiteX2556" fmla="*/ 1121650 w 1550288"/>
                <a:gd name="connsiteY2556" fmla="*/ 1086553 h 2442948"/>
                <a:gd name="connsiteX2557" fmla="*/ 1119205 w 1550288"/>
                <a:gd name="connsiteY2557" fmla="*/ 1088999 h 2442948"/>
                <a:gd name="connsiteX2558" fmla="*/ 1116616 w 1550288"/>
                <a:gd name="connsiteY2558" fmla="*/ 1088999 h 2442948"/>
                <a:gd name="connsiteX2559" fmla="*/ 1113883 w 1550288"/>
                <a:gd name="connsiteY2559" fmla="*/ 1091444 h 2442948"/>
                <a:gd name="connsiteX2560" fmla="*/ 1111438 w 1550288"/>
                <a:gd name="connsiteY2560" fmla="*/ 1086553 h 2442948"/>
                <a:gd name="connsiteX2561" fmla="*/ 1111438 w 1550288"/>
                <a:gd name="connsiteY2561" fmla="*/ 1083821 h 2442948"/>
                <a:gd name="connsiteX2562" fmla="*/ 1106404 w 1550288"/>
                <a:gd name="connsiteY2562" fmla="*/ 1083821 h 2442948"/>
                <a:gd name="connsiteX2563" fmla="*/ 1106404 w 1550288"/>
                <a:gd name="connsiteY2563" fmla="*/ 1078786 h 2442948"/>
                <a:gd name="connsiteX2564" fmla="*/ 1103671 w 1550288"/>
                <a:gd name="connsiteY2564" fmla="*/ 1081231 h 2442948"/>
                <a:gd name="connsiteX2565" fmla="*/ 1098780 w 1550288"/>
                <a:gd name="connsiteY2565" fmla="*/ 1078786 h 2442948"/>
                <a:gd name="connsiteX2566" fmla="*/ 1088712 w 1550288"/>
                <a:gd name="connsiteY2566" fmla="*/ 1083821 h 2442948"/>
                <a:gd name="connsiteX2567" fmla="*/ 1083390 w 1550288"/>
                <a:gd name="connsiteY2567" fmla="*/ 1078786 h 2442948"/>
                <a:gd name="connsiteX2568" fmla="*/ 1080944 w 1550288"/>
                <a:gd name="connsiteY2568" fmla="*/ 1078786 h 2442948"/>
                <a:gd name="connsiteX2569" fmla="*/ 1076054 w 1550288"/>
                <a:gd name="connsiteY2569" fmla="*/ 1081231 h 2442948"/>
                <a:gd name="connsiteX2570" fmla="*/ 1076054 w 1550288"/>
                <a:gd name="connsiteY2570" fmla="*/ 1083821 h 2442948"/>
                <a:gd name="connsiteX2571" fmla="*/ 1065841 w 1550288"/>
                <a:gd name="connsiteY2571" fmla="*/ 1083821 h 2442948"/>
                <a:gd name="connsiteX2572" fmla="*/ 1063108 w 1550288"/>
                <a:gd name="connsiteY2572" fmla="*/ 1081231 h 2442948"/>
                <a:gd name="connsiteX2573" fmla="*/ 1055629 w 1550288"/>
                <a:gd name="connsiteY2573" fmla="*/ 1081231 h 2442948"/>
                <a:gd name="connsiteX2574" fmla="*/ 1055629 w 1550288"/>
                <a:gd name="connsiteY2574" fmla="*/ 1083821 h 2442948"/>
                <a:gd name="connsiteX2575" fmla="*/ 1050594 w 1550288"/>
                <a:gd name="connsiteY2575" fmla="*/ 1083821 h 2442948"/>
                <a:gd name="connsiteX2576" fmla="*/ 1048149 w 1550288"/>
                <a:gd name="connsiteY2576" fmla="*/ 1081231 h 2442948"/>
                <a:gd name="connsiteX2577" fmla="*/ 1040382 w 1550288"/>
                <a:gd name="connsiteY2577" fmla="*/ 1081231 h 2442948"/>
                <a:gd name="connsiteX2578" fmla="*/ 1035491 w 1550288"/>
                <a:gd name="connsiteY2578" fmla="*/ 1078786 h 2442948"/>
                <a:gd name="connsiteX2579" fmla="*/ 1032902 w 1550288"/>
                <a:gd name="connsiteY2579" fmla="*/ 1078786 h 2442948"/>
                <a:gd name="connsiteX2580" fmla="*/ 1027724 w 1550288"/>
                <a:gd name="connsiteY2580" fmla="*/ 1081231 h 2442948"/>
                <a:gd name="connsiteX2581" fmla="*/ 1027724 w 1550288"/>
                <a:gd name="connsiteY2581" fmla="*/ 1078786 h 2442948"/>
                <a:gd name="connsiteX2582" fmla="*/ 1025279 w 1550288"/>
                <a:gd name="connsiteY2582" fmla="*/ 1076341 h 2442948"/>
                <a:gd name="connsiteX2583" fmla="*/ 1012477 w 1550288"/>
                <a:gd name="connsiteY2583" fmla="*/ 1076341 h 2442948"/>
                <a:gd name="connsiteX2584" fmla="*/ 1012477 w 1550288"/>
                <a:gd name="connsiteY2584" fmla="*/ 1078786 h 2442948"/>
                <a:gd name="connsiteX2585" fmla="*/ 1006436 w 1550288"/>
                <a:gd name="connsiteY2585" fmla="*/ 1078786 h 2442948"/>
                <a:gd name="connsiteX2586" fmla="*/ 1006436 w 1550288"/>
                <a:gd name="connsiteY2586" fmla="*/ 1076053 h 2442948"/>
                <a:gd name="connsiteX2587" fmla="*/ 1008881 w 1550288"/>
                <a:gd name="connsiteY2587" fmla="*/ 1076053 h 2442948"/>
                <a:gd name="connsiteX2588" fmla="*/ 1008881 w 1550288"/>
                <a:gd name="connsiteY2588" fmla="*/ 1073320 h 2442948"/>
                <a:gd name="connsiteX2589" fmla="*/ 1003991 w 1550288"/>
                <a:gd name="connsiteY2589" fmla="*/ 1073320 h 2442948"/>
                <a:gd name="connsiteX2590" fmla="*/ 1003991 w 1550288"/>
                <a:gd name="connsiteY2590" fmla="*/ 1070731 h 2442948"/>
                <a:gd name="connsiteX2591" fmla="*/ 1006436 w 1550288"/>
                <a:gd name="connsiteY2591" fmla="*/ 1070731 h 2442948"/>
                <a:gd name="connsiteX2592" fmla="*/ 1006436 w 1550288"/>
                <a:gd name="connsiteY2592" fmla="*/ 1068286 h 2442948"/>
                <a:gd name="connsiteX2593" fmla="*/ 998669 w 1550288"/>
                <a:gd name="connsiteY2593" fmla="*/ 1065841 h 2442948"/>
                <a:gd name="connsiteX2594" fmla="*/ 978388 w 1550288"/>
                <a:gd name="connsiteY2594" fmla="*/ 1065841 h 2442948"/>
                <a:gd name="connsiteX2595" fmla="*/ 965586 w 1550288"/>
                <a:gd name="connsiteY2595" fmla="*/ 1060519 h 2442948"/>
                <a:gd name="connsiteX2596" fmla="*/ 955374 w 1550288"/>
                <a:gd name="connsiteY2596" fmla="*/ 1060519 h 2442948"/>
                <a:gd name="connsiteX2597" fmla="*/ 955374 w 1550288"/>
                <a:gd name="connsiteY2597" fmla="*/ 1058073 h 2442948"/>
                <a:gd name="connsiteX2598" fmla="*/ 952928 w 1550288"/>
                <a:gd name="connsiteY2598" fmla="*/ 1058073 h 2442948"/>
                <a:gd name="connsiteX2599" fmla="*/ 955374 w 1550288"/>
                <a:gd name="connsiteY2599" fmla="*/ 1063108 h 2442948"/>
                <a:gd name="connsiteX2600" fmla="*/ 950483 w 1550288"/>
                <a:gd name="connsiteY2600" fmla="*/ 1063108 h 2442948"/>
                <a:gd name="connsiteX2601" fmla="*/ 950483 w 1550288"/>
                <a:gd name="connsiteY2601" fmla="*/ 1060519 h 2442948"/>
                <a:gd name="connsiteX2602" fmla="*/ 952928 w 1550288"/>
                <a:gd name="connsiteY2602" fmla="*/ 1055628 h 2442948"/>
                <a:gd name="connsiteX2603" fmla="*/ 950483 w 1550288"/>
                <a:gd name="connsiteY2603" fmla="*/ 1058073 h 2442948"/>
                <a:gd name="connsiteX2604" fmla="*/ 950483 w 1550288"/>
                <a:gd name="connsiteY2604" fmla="*/ 1055628 h 2442948"/>
                <a:gd name="connsiteX2605" fmla="*/ 947894 w 1550288"/>
                <a:gd name="connsiteY2605" fmla="*/ 1055628 h 2442948"/>
                <a:gd name="connsiteX2606" fmla="*/ 950483 w 1550288"/>
                <a:gd name="connsiteY2606" fmla="*/ 1058073 h 2442948"/>
                <a:gd name="connsiteX2607" fmla="*/ 947894 w 1550288"/>
                <a:gd name="connsiteY2607" fmla="*/ 1058073 h 2442948"/>
                <a:gd name="connsiteX2608" fmla="*/ 942716 w 1550288"/>
                <a:gd name="connsiteY2608" fmla="*/ 1052895 h 2442948"/>
                <a:gd name="connsiteX2609" fmla="*/ 942716 w 1550288"/>
                <a:gd name="connsiteY2609" fmla="*/ 1047861 h 2442948"/>
                <a:gd name="connsiteX2610" fmla="*/ 945161 w 1550288"/>
                <a:gd name="connsiteY2610" fmla="*/ 1045416 h 2442948"/>
                <a:gd name="connsiteX2611" fmla="*/ 942716 w 1550288"/>
                <a:gd name="connsiteY2611" fmla="*/ 1042683 h 2442948"/>
                <a:gd name="connsiteX2612" fmla="*/ 940271 w 1550288"/>
                <a:gd name="connsiteY2612" fmla="*/ 1042683 h 2442948"/>
                <a:gd name="connsiteX2613" fmla="*/ 940271 w 1550288"/>
                <a:gd name="connsiteY2613" fmla="*/ 1037648 h 2442948"/>
                <a:gd name="connsiteX2614" fmla="*/ 934949 w 1550288"/>
                <a:gd name="connsiteY2614" fmla="*/ 1032470 h 2442948"/>
                <a:gd name="connsiteX2615" fmla="*/ 932503 w 1550288"/>
                <a:gd name="connsiteY2615" fmla="*/ 1030025 h 2442948"/>
                <a:gd name="connsiteX2616" fmla="*/ 930058 w 1550288"/>
                <a:gd name="connsiteY2616" fmla="*/ 1024991 h 2442948"/>
                <a:gd name="connsiteX2617" fmla="*/ 924736 w 1550288"/>
                <a:gd name="connsiteY2617" fmla="*/ 1009600 h 2442948"/>
                <a:gd name="connsiteX2618" fmla="*/ 922291 w 1550288"/>
                <a:gd name="connsiteY2618" fmla="*/ 1004566 h 2442948"/>
                <a:gd name="connsiteX2619" fmla="*/ 922291 w 1550288"/>
                <a:gd name="connsiteY2619" fmla="*/ 999388 h 2442948"/>
                <a:gd name="connsiteX2620" fmla="*/ 924736 w 1550288"/>
                <a:gd name="connsiteY2620" fmla="*/ 999388 h 2442948"/>
                <a:gd name="connsiteX2621" fmla="*/ 927469 w 1550288"/>
                <a:gd name="connsiteY2621" fmla="*/ 996798 h 2442948"/>
                <a:gd name="connsiteX2622" fmla="*/ 940271 w 1550288"/>
                <a:gd name="connsiteY2622" fmla="*/ 989175 h 2442948"/>
                <a:gd name="connsiteX2623" fmla="*/ 952928 w 1550288"/>
                <a:gd name="connsiteY2623" fmla="*/ 986586 h 2442948"/>
                <a:gd name="connsiteX2624" fmla="*/ 960696 w 1550288"/>
                <a:gd name="connsiteY2624" fmla="*/ 986586 h 2442948"/>
                <a:gd name="connsiteX2625" fmla="*/ 978388 w 1550288"/>
                <a:gd name="connsiteY2625" fmla="*/ 984141 h 2442948"/>
                <a:gd name="connsiteX2626" fmla="*/ 978388 w 1550288"/>
                <a:gd name="connsiteY2626" fmla="*/ 986586 h 2442948"/>
                <a:gd name="connsiteX2627" fmla="*/ 981121 w 1550288"/>
                <a:gd name="connsiteY2627" fmla="*/ 986586 h 2442948"/>
                <a:gd name="connsiteX2628" fmla="*/ 981121 w 1550288"/>
                <a:gd name="connsiteY2628" fmla="*/ 984141 h 2442948"/>
                <a:gd name="connsiteX2629" fmla="*/ 993778 w 1550288"/>
                <a:gd name="connsiteY2629" fmla="*/ 984141 h 2442948"/>
                <a:gd name="connsiteX2630" fmla="*/ 1001546 w 1550288"/>
                <a:gd name="connsiteY2630" fmla="*/ 978962 h 2442948"/>
                <a:gd name="connsiteX2631" fmla="*/ 1006436 w 1550288"/>
                <a:gd name="connsiteY2631" fmla="*/ 978962 h 2442948"/>
                <a:gd name="connsiteX2632" fmla="*/ 1008881 w 1550288"/>
                <a:gd name="connsiteY2632" fmla="*/ 976373 h 2442948"/>
                <a:gd name="connsiteX2633" fmla="*/ 1024416 w 1550288"/>
                <a:gd name="connsiteY2633" fmla="*/ 973928 h 2442948"/>
                <a:gd name="connsiteX2634" fmla="*/ 1026861 w 1550288"/>
                <a:gd name="connsiteY2634" fmla="*/ 976373 h 2442948"/>
                <a:gd name="connsiteX2635" fmla="*/ 1024416 w 1550288"/>
                <a:gd name="connsiteY2635" fmla="*/ 976373 h 2442948"/>
                <a:gd name="connsiteX2636" fmla="*/ 1026861 w 1550288"/>
                <a:gd name="connsiteY2636" fmla="*/ 978962 h 2442948"/>
                <a:gd name="connsiteX2637" fmla="*/ 1047862 w 1550288"/>
                <a:gd name="connsiteY2637" fmla="*/ 978962 h 2442948"/>
                <a:gd name="connsiteX2638" fmla="*/ 1045416 w 1550288"/>
                <a:gd name="connsiteY2638" fmla="*/ 976373 h 2442948"/>
                <a:gd name="connsiteX2639" fmla="*/ 1037649 w 1550288"/>
                <a:gd name="connsiteY2639" fmla="*/ 976373 h 2442948"/>
                <a:gd name="connsiteX2640" fmla="*/ 1037649 w 1550288"/>
                <a:gd name="connsiteY2640" fmla="*/ 973928 h 2442948"/>
                <a:gd name="connsiteX2641" fmla="*/ 1032615 w 1550288"/>
                <a:gd name="connsiteY2641" fmla="*/ 971483 h 2442948"/>
                <a:gd name="connsiteX2642" fmla="*/ 1032615 w 1550288"/>
                <a:gd name="connsiteY2642" fmla="*/ 968750 h 2442948"/>
                <a:gd name="connsiteX2643" fmla="*/ 1027437 w 1550288"/>
                <a:gd name="connsiteY2643" fmla="*/ 968750 h 2442948"/>
                <a:gd name="connsiteX2644" fmla="*/ 1027437 w 1550288"/>
                <a:gd name="connsiteY2644" fmla="*/ 966305 h 2442948"/>
                <a:gd name="connsiteX2645" fmla="*/ 1045416 w 1550288"/>
                <a:gd name="connsiteY2645" fmla="*/ 963716 h 2442948"/>
                <a:gd name="connsiteX2646" fmla="*/ 1055629 w 1550288"/>
                <a:gd name="connsiteY2646" fmla="*/ 963716 h 2442948"/>
                <a:gd name="connsiteX2647" fmla="*/ 1055629 w 1550288"/>
                <a:gd name="connsiteY2647" fmla="*/ 966305 h 2442948"/>
                <a:gd name="connsiteX2648" fmla="*/ 1052896 w 1550288"/>
                <a:gd name="connsiteY2648" fmla="*/ 966305 h 2442948"/>
                <a:gd name="connsiteX2649" fmla="*/ 1058074 w 1550288"/>
                <a:gd name="connsiteY2649" fmla="*/ 968750 h 2442948"/>
                <a:gd name="connsiteX2650" fmla="*/ 1060519 w 1550288"/>
                <a:gd name="connsiteY2650" fmla="*/ 971483 h 2442948"/>
                <a:gd name="connsiteX2651" fmla="*/ 1063108 w 1550288"/>
                <a:gd name="connsiteY2651" fmla="*/ 971483 h 2442948"/>
                <a:gd name="connsiteX2652" fmla="*/ 1073321 w 1550288"/>
                <a:gd name="connsiteY2652" fmla="*/ 968750 h 2442948"/>
                <a:gd name="connsiteX2653" fmla="*/ 1073321 w 1550288"/>
                <a:gd name="connsiteY2653" fmla="*/ 966305 h 2442948"/>
                <a:gd name="connsiteX2654" fmla="*/ 1068287 w 1550288"/>
                <a:gd name="connsiteY2654" fmla="*/ 966305 h 2442948"/>
                <a:gd name="connsiteX2655" fmla="*/ 1065841 w 1550288"/>
                <a:gd name="connsiteY2655" fmla="*/ 968750 h 2442948"/>
                <a:gd name="connsiteX2656" fmla="*/ 1063108 w 1550288"/>
                <a:gd name="connsiteY2656" fmla="*/ 966305 h 2442948"/>
                <a:gd name="connsiteX2657" fmla="*/ 1060519 w 1550288"/>
                <a:gd name="connsiteY2657" fmla="*/ 966305 h 2442948"/>
                <a:gd name="connsiteX2658" fmla="*/ 1058074 w 1550288"/>
                <a:gd name="connsiteY2658" fmla="*/ 963716 h 2442948"/>
                <a:gd name="connsiteX2659" fmla="*/ 1055629 w 1550288"/>
                <a:gd name="connsiteY2659" fmla="*/ 963716 h 2442948"/>
                <a:gd name="connsiteX2660" fmla="*/ 1059944 w 1550288"/>
                <a:gd name="connsiteY2660" fmla="*/ 961414 h 2442948"/>
                <a:gd name="connsiteX2661" fmla="*/ 1062533 w 1550288"/>
                <a:gd name="connsiteY2661" fmla="*/ 961414 h 2442948"/>
                <a:gd name="connsiteX2662" fmla="*/ 1055053 w 1550288"/>
                <a:gd name="connsiteY2662" fmla="*/ 956236 h 2442948"/>
                <a:gd name="connsiteX2663" fmla="*/ 1032039 w 1550288"/>
                <a:gd name="connsiteY2663" fmla="*/ 958681 h 2442948"/>
                <a:gd name="connsiteX2664" fmla="*/ 1029306 w 1550288"/>
                <a:gd name="connsiteY2664" fmla="*/ 958681 h 2442948"/>
                <a:gd name="connsiteX2665" fmla="*/ 1026861 w 1550288"/>
                <a:gd name="connsiteY2665" fmla="*/ 956236 h 2442948"/>
                <a:gd name="connsiteX2666" fmla="*/ 1022114 w 1550288"/>
                <a:gd name="connsiteY2666" fmla="*/ 956236 h 2442948"/>
                <a:gd name="connsiteX2667" fmla="*/ 1014491 w 1550288"/>
                <a:gd name="connsiteY2667" fmla="*/ 958681 h 2442948"/>
                <a:gd name="connsiteX2668" fmla="*/ 1009169 w 1550288"/>
                <a:gd name="connsiteY2668" fmla="*/ 958681 h 2442948"/>
                <a:gd name="connsiteX2669" fmla="*/ 1001833 w 1550288"/>
                <a:gd name="connsiteY2669" fmla="*/ 961414 h 2442948"/>
                <a:gd name="connsiteX2670" fmla="*/ 991621 w 1550288"/>
                <a:gd name="connsiteY2670" fmla="*/ 958681 h 2442948"/>
                <a:gd name="connsiteX2671" fmla="*/ 986299 w 1550288"/>
                <a:gd name="connsiteY2671" fmla="*/ 961414 h 2442948"/>
                <a:gd name="connsiteX2672" fmla="*/ 983854 w 1550288"/>
                <a:gd name="connsiteY2672" fmla="*/ 958681 h 2442948"/>
                <a:gd name="connsiteX2673" fmla="*/ 981408 w 1550288"/>
                <a:gd name="connsiteY2673" fmla="*/ 961414 h 2442948"/>
                <a:gd name="connsiteX2674" fmla="*/ 976086 w 1550288"/>
                <a:gd name="connsiteY2674" fmla="*/ 961414 h 2442948"/>
                <a:gd name="connsiteX2675" fmla="*/ 978675 w 1550288"/>
                <a:gd name="connsiteY2675" fmla="*/ 953647 h 2442948"/>
                <a:gd name="connsiteX2676" fmla="*/ 981408 w 1550288"/>
                <a:gd name="connsiteY2676" fmla="*/ 953647 h 2442948"/>
                <a:gd name="connsiteX2677" fmla="*/ 981408 w 1550288"/>
                <a:gd name="connsiteY2677" fmla="*/ 951202 h 2442948"/>
                <a:gd name="connsiteX2678" fmla="*/ 978675 w 1550288"/>
                <a:gd name="connsiteY2678" fmla="*/ 951202 h 2442948"/>
                <a:gd name="connsiteX2679" fmla="*/ 976086 w 1550288"/>
                <a:gd name="connsiteY2679" fmla="*/ 948469 h 2442948"/>
                <a:gd name="connsiteX2680" fmla="*/ 978675 w 1550288"/>
                <a:gd name="connsiteY2680" fmla="*/ 948469 h 2442948"/>
                <a:gd name="connsiteX2681" fmla="*/ 976086 w 1550288"/>
                <a:gd name="connsiteY2681" fmla="*/ 946023 h 2442948"/>
                <a:gd name="connsiteX2682" fmla="*/ 973641 w 1550288"/>
                <a:gd name="connsiteY2682" fmla="*/ 943434 h 2442948"/>
                <a:gd name="connsiteX2683" fmla="*/ 973641 w 1550288"/>
                <a:gd name="connsiteY2683" fmla="*/ 946023 h 2442948"/>
                <a:gd name="connsiteX2684" fmla="*/ 971196 w 1550288"/>
                <a:gd name="connsiteY2684" fmla="*/ 948469 h 2442948"/>
                <a:gd name="connsiteX2685" fmla="*/ 971196 w 1550288"/>
                <a:gd name="connsiteY2685" fmla="*/ 951202 h 2442948"/>
                <a:gd name="connsiteX2686" fmla="*/ 973641 w 1550288"/>
                <a:gd name="connsiteY2686" fmla="*/ 951202 h 2442948"/>
                <a:gd name="connsiteX2687" fmla="*/ 976086 w 1550288"/>
                <a:gd name="connsiteY2687" fmla="*/ 953647 h 2442948"/>
                <a:gd name="connsiteX2688" fmla="*/ 973641 w 1550288"/>
                <a:gd name="connsiteY2688" fmla="*/ 956236 h 2442948"/>
                <a:gd name="connsiteX2689" fmla="*/ 971196 w 1550288"/>
                <a:gd name="connsiteY2689" fmla="*/ 961414 h 2442948"/>
                <a:gd name="connsiteX2690" fmla="*/ 965874 w 1550288"/>
                <a:gd name="connsiteY2690" fmla="*/ 958681 h 2442948"/>
                <a:gd name="connsiteX2691" fmla="*/ 965874 w 1550288"/>
                <a:gd name="connsiteY2691" fmla="*/ 956236 h 2442948"/>
                <a:gd name="connsiteX2692" fmla="*/ 963428 w 1550288"/>
                <a:gd name="connsiteY2692" fmla="*/ 958681 h 2442948"/>
                <a:gd name="connsiteX2693" fmla="*/ 960983 w 1550288"/>
                <a:gd name="connsiteY2693" fmla="*/ 958681 h 2442948"/>
                <a:gd name="connsiteX2694" fmla="*/ 958394 w 1550288"/>
                <a:gd name="connsiteY2694" fmla="*/ 956236 h 2442948"/>
                <a:gd name="connsiteX2695" fmla="*/ 955661 w 1550288"/>
                <a:gd name="connsiteY2695" fmla="*/ 956236 h 2442948"/>
                <a:gd name="connsiteX2696" fmla="*/ 945449 w 1550288"/>
                <a:gd name="connsiteY2696" fmla="*/ 953647 h 2442948"/>
                <a:gd name="connsiteX2697" fmla="*/ 945449 w 1550288"/>
                <a:gd name="connsiteY2697" fmla="*/ 951202 h 2442948"/>
                <a:gd name="connsiteX2698" fmla="*/ 943003 w 1550288"/>
                <a:gd name="connsiteY2698" fmla="*/ 951202 h 2442948"/>
                <a:gd name="connsiteX2699" fmla="*/ 943003 w 1550288"/>
                <a:gd name="connsiteY2699" fmla="*/ 940989 h 2442948"/>
                <a:gd name="connsiteX2700" fmla="*/ 948182 w 1550288"/>
                <a:gd name="connsiteY2700" fmla="*/ 935811 h 2442948"/>
                <a:gd name="connsiteX2701" fmla="*/ 955661 w 1550288"/>
                <a:gd name="connsiteY2701" fmla="*/ 933222 h 2442948"/>
                <a:gd name="connsiteX2702" fmla="*/ 960983 w 1550288"/>
                <a:gd name="connsiteY2702" fmla="*/ 935811 h 2442948"/>
                <a:gd name="connsiteX2703" fmla="*/ 963428 w 1550288"/>
                <a:gd name="connsiteY2703" fmla="*/ 935811 h 2442948"/>
                <a:gd name="connsiteX2704" fmla="*/ 963428 w 1550288"/>
                <a:gd name="connsiteY2704" fmla="*/ 938544 h 2442948"/>
                <a:gd name="connsiteX2705" fmla="*/ 968607 w 1550288"/>
                <a:gd name="connsiteY2705" fmla="*/ 938544 h 2442948"/>
                <a:gd name="connsiteX2706" fmla="*/ 965874 w 1550288"/>
                <a:gd name="connsiteY2706" fmla="*/ 935811 h 2442948"/>
                <a:gd name="connsiteX2707" fmla="*/ 973641 w 1550288"/>
                <a:gd name="connsiteY2707" fmla="*/ 935811 h 2442948"/>
                <a:gd name="connsiteX2708" fmla="*/ 968607 w 1550288"/>
                <a:gd name="connsiteY2708" fmla="*/ 933222 h 2442948"/>
                <a:gd name="connsiteX2709" fmla="*/ 968607 w 1550288"/>
                <a:gd name="connsiteY2709" fmla="*/ 930777 h 2442948"/>
                <a:gd name="connsiteX2710" fmla="*/ 965874 w 1550288"/>
                <a:gd name="connsiteY2710" fmla="*/ 928331 h 2442948"/>
                <a:gd name="connsiteX2711" fmla="*/ 965874 w 1550288"/>
                <a:gd name="connsiteY2711" fmla="*/ 925598 h 2442948"/>
                <a:gd name="connsiteX2712" fmla="*/ 963428 w 1550288"/>
                <a:gd name="connsiteY2712" fmla="*/ 928331 h 2442948"/>
                <a:gd name="connsiteX2713" fmla="*/ 963428 w 1550288"/>
                <a:gd name="connsiteY2713" fmla="*/ 923009 h 2442948"/>
                <a:gd name="connsiteX2714" fmla="*/ 971196 w 1550288"/>
                <a:gd name="connsiteY2714" fmla="*/ 923009 h 2442948"/>
                <a:gd name="connsiteX2715" fmla="*/ 971196 w 1550288"/>
                <a:gd name="connsiteY2715" fmla="*/ 920564 h 2442948"/>
                <a:gd name="connsiteX2716" fmla="*/ 965874 w 1550288"/>
                <a:gd name="connsiteY2716" fmla="*/ 920564 h 2442948"/>
                <a:gd name="connsiteX2717" fmla="*/ 965874 w 1550288"/>
                <a:gd name="connsiteY2717" fmla="*/ 918119 h 2442948"/>
                <a:gd name="connsiteX2718" fmla="*/ 960983 w 1550288"/>
                <a:gd name="connsiteY2718" fmla="*/ 918119 h 2442948"/>
                <a:gd name="connsiteX2719" fmla="*/ 955661 w 1550288"/>
                <a:gd name="connsiteY2719" fmla="*/ 920564 h 2442948"/>
                <a:gd name="connsiteX2720" fmla="*/ 953216 w 1550288"/>
                <a:gd name="connsiteY2720" fmla="*/ 923009 h 2442948"/>
                <a:gd name="connsiteX2721" fmla="*/ 953216 w 1550288"/>
                <a:gd name="connsiteY2721" fmla="*/ 925598 h 2442948"/>
                <a:gd name="connsiteX2722" fmla="*/ 948182 w 1550288"/>
                <a:gd name="connsiteY2722" fmla="*/ 925598 h 2442948"/>
                <a:gd name="connsiteX2723" fmla="*/ 945449 w 1550288"/>
                <a:gd name="connsiteY2723" fmla="*/ 928331 h 2442948"/>
                <a:gd name="connsiteX2724" fmla="*/ 945449 w 1550288"/>
                <a:gd name="connsiteY2724" fmla="*/ 925598 h 2442948"/>
                <a:gd name="connsiteX2725" fmla="*/ 943003 w 1550288"/>
                <a:gd name="connsiteY2725" fmla="*/ 925598 h 2442948"/>
                <a:gd name="connsiteX2726" fmla="*/ 943003 w 1550288"/>
                <a:gd name="connsiteY2726" fmla="*/ 928331 h 2442948"/>
                <a:gd name="connsiteX2727" fmla="*/ 940558 w 1550288"/>
                <a:gd name="connsiteY2727" fmla="*/ 925598 h 2442948"/>
                <a:gd name="connsiteX2728" fmla="*/ 943003 w 1550288"/>
                <a:gd name="connsiteY2728" fmla="*/ 923009 h 2442948"/>
                <a:gd name="connsiteX2729" fmla="*/ 945449 w 1550288"/>
                <a:gd name="connsiteY2729" fmla="*/ 920564 h 2442948"/>
                <a:gd name="connsiteX2730" fmla="*/ 943003 w 1550288"/>
                <a:gd name="connsiteY2730" fmla="*/ 918119 h 2442948"/>
                <a:gd name="connsiteX2731" fmla="*/ 940558 w 1550288"/>
                <a:gd name="connsiteY2731" fmla="*/ 915386 h 2442948"/>
                <a:gd name="connsiteX2732" fmla="*/ 937969 w 1550288"/>
                <a:gd name="connsiteY2732" fmla="*/ 912797 h 2442948"/>
                <a:gd name="connsiteX2733" fmla="*/ 935236 w 1550288"/>
                <a:gd name="connsiteY2733" fmla="*/ 915386 h 2442948"/>
                <a:gd name="connsiteX2734" fmla="*/ 932791 w 1550288"/>
                <a:gd name="connsiteY2734" fmla="*/ 912797 h 2442948"/>
                <a:gd name="connsiteX2735" fmla="*/ 927757 w 1550288"/>
                <a:gd name="connsiteY2735" fmla="*/ 910352 h 2442948"/>
                <a:gd name="connsiteX2736" fmla="*/ 927757 w 1550288"/>
                <a:gd name="connsiteY2736" fmla="*/ 912797 h 2442948"/>
                <a:gd name="connsiteX2737" fmla="*/ 925024 w 1550288"/>
                <a:gd name="connsiteY2737" fmla="*/ 915386 h 2442948"/>
                <a:gd name="connsiteX2738" fmla="*/ 925024 w 1550288"/>
                <a:gd name="connsiteY2738" fmla="*/ 920564 h 2442948"/>
                <a:gd name="connsiteX2739" fmla="*/ 922578 w 1550288"/>
                <a:gd name="connsiteY2739" fmla="*/ 920564 h 2442948"/>
                <a:gd name="connsiteX2740" fmla="*/ 922578 w 1550288"/>
                <a:gd name="connsiteY2740" fmla="*/ 917831 h 2442948"/>
                <a:gd name="connsiteX2741" fmla="*/ 917688 w 1550288"/>
                <a:gd name="connsiteY2741" fmla="*/ 910064 h 2442948"/>
                <a:gd name="connsiteX2742" fmla="*/ 920133 w 1550288"/>
                <a:gd name="connsiteY2742" fmla="*/ 904886 h 2442948"/>
                <a:gd name="connsiteX2743" fmla="*/ 920133 w 1550288"/>
                <a:gd name="connsiteY2743" fmla="*/ 897406 h 2442948"/>
                <a:gd name="connsiteX2744" fmla="*/ 925024 w 1550288"/>
                <a:gd name="connsiteY2744" fmla="*/ 882015 h 2442948"/>
                <a:gd name="connsiteX2745" fmla="*/ 932791 w 1550288"/>
                <a:gd name="connsiteY2745" fmla="*/ 871803 h 2442948"/>
                <a:gd name="connsiteX2746" fmla="*/ 937969 w 1550288"/>
                <a:gd name="connsiteY2746" fmla="*/ 866769 h 2442948"/>
                <a:gd name="connsiteX2747" fmla="*/ 945449 w 1550288"/>
                <a:gd name="connsiteY2747" fmla="*/ 861590 h 2442948"/>
                <a:gd name="connsiteX2748" fmla="*/ 948182 w 1550288"/>
                <a:gd name="connsiteY2748" fmla="*/ 861590 h 2442948"/>
                <a:gd name="connsiteX2749" fmla="*/ 950771 w 1550288"/>
                <a:gd name="connsiteY2749" fmla="*/ 856556 h 2442948"/>
                <a:gd name="connsiteX2750" fmla="*/ 953216 w 1550288"/>
                <a:gd name="connsiteY2750" fmla="*/ 854111 h 2442948"/>
                <a:gd name="connsiteX2751" fmla="*/ 958394 w 1550288"/>
                <a:gd name="connsiteY2751" fmla="*/ 846344 h 2442948"/>
                <a:gd name="connsiteX2752" fmla="*/ 963428 w 1550288"/>
                <a:gd name="connsiteY2752" fmla="*/ 848789 h 2442948"/>
                <a:gd name="connsiteX2753" fmla="*/ 971196 w 1550288"/>
                <a:gd name="connsiteY2753" fmla="*/ 846344 h 2442948"/>
                <a:gd name="connsiteX2754" fmla="*/ 976086 w 1550288"/>
                <a:gd name="connsiteY2754" fmla="*/ 846344 h 2442948"/>
                <a:gd name="connsiteX2755" fmla="*/ 976086 w 1550288"/>
                <a:gd name="connsiteY2755" fmla="*/ 843898 h 2442948"/>
                <a:gd name="connsiteX2756" fmla="*/ 981408 w 1550288"/>
                <a:gd name="connsiteY2756" fmla="*/ 836131 h 2442948"/>
                <a:gd name="connsiteX2757" fmla="*/ 978675 w 1550288"/>
                <a:gd name="connsiteY2757" fmla="*/ 830953 h 2442948"/>
                <a:gd name="connsiteX2758" fmla="*/ 973641 w 1550288"/>
                <a:gd name="connsiteY2758" fmla="*/ 828364 h 2442948"/>
                <a:gd name="connsiteX2759" fmla="*/ 971196 w 1550288"/>
                <a:gd name="connsiteY2759" fmla="*/ 828364 h 2442948"/>
                <a:gd name="connsiteX2760" fmla="*/ 968607 w 1550288"/>
                <a:gd name="connsiteY2760" fmla="*/ 825919 h 2442948"/>
                <a:gd name="connsiteX2761" fmla="*/ 965874 w 1550288"/>
                <a:gd name="connsiteY2761" fmla="*/ 823473 h 2442948"/>
                <a:gd name="connsiteX2762" fmla="*/ 965874 w 1550288"/>
                <a:gd name="connsiteY2762" fmla="*/ 815706 h 2442948"/>
                <a:gd name="connsiteX2763" fmla="*/ 973641 w 1550288"/>
                <a:gd name="connsiteY2763" fmla="*/ 805494 h 2442948"/>
                <a:gd name="connsiteX2764" fmla="*/ 973641 w 1550288"/>
                <a:gd name="connsiteY2764" fmla="*/ 804343 h 2442948"/>
                <a:gd name="connsiteX2765" fmla="*/ 994066 w 1550288"/>
                <a:gd name="connsiteY2765" fmla="*/ 791397 h 2442948"/>
                <a:gd name="connsiteX2766" fmla="*/ 1001833 w 1550288"/>
                <a:gd name="connsiteY2766" fmla="*/ 791397 h 2442948"/>
                <a:gd name="connsiteX2767" fmla="*/ 1004279 w 1550288"/>
                <a:gd name="connsiteY2767" fmla="*/ 788952 h 2442948"/>
                <a:gd name="connsiteX2768" fmla="*/ 1016936 w 1550288"/>
                <a:gd name="connsiteY2768" fmla="*/ 778740 h 2442948"/>
                <a:gd name="connsiteX2769" fmla="*/ 1024704 w 1550288"/>
                <a:gd name="connsiteY2769" fmla="*/ 770972 h 2442948"/>
                <a:gd name="connsiteX2770" fmla="*/ 1027149 w 1550288"/>
                <a:gd name="connsiteY2770" fmla="*/ 768527 h 2442948"/>
                <a:gd name="connsiteX2771" fmla="*/ 1039807 w 1550288"/>
                <a:gd name="connsiteY2771" fmla="*/ 765938 h 2442948"/>
                <a:gd name="connsiteX2772" fmla="*/ 1042539 w 1550288"/>
                <a:gd name="connsiteY2772" fmla="*/ 763493 h 2442948"/>
                <a:gd name="connsiteX2773" fmla="*/ 1050019 w 1550288"/>
                <a:gd name="connsiteY2773" fmla="*/ 763493 h 2442948"/>
                <a:gd name="connsiteX2774" fmla="*/ 1055341 w 1550288"/>
                <a:gd name="connsiteY2774" fmla="*/ 761048 h 2442948"/>
                <a:gd name="connsiteX2775" fmla="*/ 1057786 w 1550288"/>
                <a:gd name="connsiteY2775" fmla="*/ 758315 h 2442948"/>
                <a:gd name="connsiteX2776" fmla="*/ 1067999 w 1550288"/>
                <a:gd name="connsiteY2776" fmla="*/ 755726 h 2442948"/>
                <a:gd name="connsiteX2777" fmla="*/ 1075766 w 1550288"/>
                <a:gd name="connsiteY2777" fmla="*/ 753280 h 2442948"/>
                <a:gd name="connsiteX2778" fmla="*/ 1080657 w 1550288"/>
                <a:gd name="connsiteY2778" fmla="*/ 750835 h 2442948"/>
                <a:gd name="connsiteX2779" fmla="*/ 1085979 w 1550288"/>
                <a:gd name="connsiteY2779" fmla="*/ 750835 h 2442948"/>
                <a:gd name="connsiteX2780" fmla="*/ 1113739 w 1550288"/>
                <a:gd name="connsiteY2780" fmla="*/ 743068 h 2442948"/>
                <a:gd name="connsiteX2781" fmla="*/ 1116472 w 1550288"/>
                <a:gd name="connsiteY2781" fmla="*/ 740622 h 2442948"/>
                <a:gd name="connsiteX2782" fmla="*/ 1121507 w 1550288"/>
                <a:gd name="connsiteY2782" fmla="*/ 740622 h 2442948"/>
                <a:gd name="connsiteX2783" fmla="*/ 1134164 w 1550288"/>
                <a:gd name="connsiteY2783" fmla="*/ 735301 h 2442948"/>
                <a:gd name="connsiteX2784" fmla="*/ 1136754 w 1550288"/>
                <a:gd name="connsiteY2784" fmla="*/ 735301 h 2442948"/>
                <a:gd name="connsiteX2785" fmla="*/ 1141932 w 1550288"/>
                <a:gd name="connsiteY2785" fmla="*/ 732855 h 2442948"/>
                <a:gd name="connsiteX2786" fmla="*/ 818296 w 1550288"/>
                <a:gd name="connsiteY2786" fmla="*/ 497393 h 2442948"/>
                <a:gd name="connsiteX2787" fmla="*/ 833831 w 1550288"/>
                <a:gd name="connsiteY2787" fmla="*/ 499838 h 2442948"/>
                <a:gd name="connsiteX2788" fmla="*/ 836276 w 1550288"/>
                <a:gd name="connsiteY2788" fmla="*/ 499838 h 2442948"/>
                <a:gd name="connsiteX2789" fmla="*/ 838721 w 1550288"/>
                <a:gd name="connsiteY2789" fmla="*/ 502283 h 2442948"/>
                <a:gd name="connsiteX2790" fmla="*/ 838721 w 1550288"/>
                <a:gd name="connsiteY2790" fmla="*/ 499838 h 2442948"/>
                <a:gd name="connsiteX2791" fmla="*/ 861592 w 1550288"/>
                <a:gd name="connsiteY2791" fmla="*/ 504873 h 2442948"/>
                <a:gd name="connsiteX2792" fmla="*/ 869359 w 1550288"/>
                <a:gd name="connsiteY2792" fmla="*/ 502283 h 2442948"/>
                <a:gd name="connsiteX2793" fmla="*/ 877126 w 1550288"/>
                <a:gd name="connsiteY2793" fmla="*/ 504873 h 2442948"/>
                <a:gd name="connsiteX2794" fmla="*/ 882017 w 1550288"/>
                <a:gd name="connsiteY2794" fmla="*/ 504873 h 2442948"/>
                <a:gd name="connsiteX2795" fmla="*/ 887339 w 1550288"/>
                <a:gd name="connsiteY2795" fmla="*/ 507318 h 2442948"/>
                <a:gd name="connsiteX2796" fmla="*/ 905031 w 1550288"/>
                <a:gd name="connsiteY2796" fmla="*/ 510051 h 2442948"/>
                <a:gd name="connsiteX2797" fmla="*/ 920421 w 1550288"/>
                <a:gd name="connsiteY2797" fmla="*/ 507318 h 2442948"/>
                <a:gd name="connsiteX2798" fmla="*/ 928189 w 1550288"/>
                <a:gd name="connsiteY2798" fmla="*/ 504873 h 2442948"/>
                <a:gd name="connsiteX2799" fmla="*/ 935524 w 1550288"/>
                <a:gd name="connsiteY2799" fmla="*/ 507318 h 2442948"/>
                <a:gd name="connsiteX2800" fmla="*/ 948470 w 1550288"/>
                <a:gd name="connsiteY2800" fmla="*/ 517530 h 2442948"/>
                <a:gd name="connsiteX2801" fmla="*/ 951059 w 1550288"/>
                <a:gd name="connsiteY2801" fmla="*/ 527743 h 2442948"/>
                <a:gd name="connsiteX2802" fmla="*/ 951059 w 1550288"/>
                <a:gd name="connsiteY2802" fmla="*/ 530476 h 2442948"/>
                <a:gd name="connsiteX2803" fmla="*/ 953504 w 1550288"/>
                <a:gd name="connsiteY2803" fmla="*/ 532921 h 2442948"/>
                <a:gd name="connsiteX2804" fmla="*/ 958682 w 1550288"/>
                <a:gd name="connsiteY2804" fmla="*/ 540688 h 2442948"/>
                <a:gd name="connsiteX2805" fmla="*/ 961272 w 1550288"/>
                <a:gd name="connsiteY2805" fmla="*/ 543134 h 2442948"/>
                <a:gd name="connsiteX2806" fmla="*/ 971484 w 1550288"/>
                <a:gd name="connsiteY2806" fmla="*/ 555791 h 2442948"/>
                <a:gd name="connsiteX2807" fmla="*/ 989176 w 1550288"/>
                <a:gd name="connsiteY2807" fmla="*/ 568593 h 2442948"/>
                <a:gd name="connsiteX2808" fmla="*/ 989176 w 1550288"/>
                <a:gd name="connsiteY2808" fmla="*/ 571326 h 2442948"/>
                <a:gd name="connsiteX2809" fmla="*/ 989176 w 1550288"/>
                <a:gd name="connsiteY2809" fmla="*/ 573771 h 2442948"/>
                <a:gd name="connsiteX2810" fmla="*/ 984142 w 1550288"/>
                <a:gd name="connsiteY2810" fmla="*/ 578805 h 2442948"/>
                <a:gd name="connsiteX2811" fmla="*/ 981697 w 1550288"/>
                <a:gd name="connsiteY2811" fmla="*/ 581538 h 2442948"/>
                <a:gd name="connsiteX2812" fmla="*/ 976374 w 1550288"/>
                <a:gd name="connsiteY2812" fmla="*/ 586429 h 2442948"/>
                <a:gd name="connsiteX2813" fmla="*/ 976374 w 1550288"/>
                <a:gd name="connsiteY2813" fmla="*/ 589018 h 2442948"/>
                <a:gd name="connsiteX2814" fmla="*/ 976374 w 1550288"/>
                <a:gd name="connsiteY2814" fmla="*/ 596641 h 2442948"/>
                <a:gd name="connsiteX2815" fmla="*/ 978964 w 1550288"/>
                <a:gd name="connsiteY2815" fmla="*/ 599230 h 2442948"/>
                <a:gd name="connsiteX2816" fmla="*/ 978964 w 1550288"/>
                <a:gd name="connsiteY2816" fmla="*/ 596641 h 2442948"/>
                <a:gd name="connsiteX2817" fmla="*/ 981697 w 1550288"/>
                <a:gd name="connsiteY2817" fmla="*/ 596641 h 2442948"/>
                <a:gd name="connsiteX2818" fmla="*/ 981697 w 1550288"/>
                <a:gd name="connsiteY2818" fmla="*/ 589018 h 2442948"/>
                <a:gd name="connsiteX2819" fmla="*/ 981697 w 1550288"/>
                <a:gd name="connsiteY2819" fmla="*/ 586429 h 2442948"/>
                <a:gd name="connsiteX2820" fmla="*/ 984142 w 1550288"/>
                <a:gd name="connsiteY2820" fmla="*/ 583984 h 2442948"/>
                <a:gd name="connsiteX2821" fmla="*/ 989176 w 1550288"/>
                <a:gd name="connsiteY2821" fmla="*/ 581538 h 2442948"/>
                <a:gd name="connsiteX2822" fmla="*/ 991765 w 1550288"/>
                <a:gd name="connsiteY2822" fmla="*/ 578805 h 2442948"/>
                <a:gd name="connsiteX2823" fmla="*/ 994354 w 1550288"/>
                <a:gd name="connsiteY2823" fmla="*/ 573771 h 2442948"/>
                <a:gd name="connsiteX2824" fmla="*/ 999245 w 1550288"/>
                <a:gd name="connsiteY2824" fmla="*/ 576216 h 2442948"/>
                <a:gd name="connsiteX2825" fmla="*/ 1002122 w 1550288"/>
                <a:gd name="connsiteY2825" fmla="*/ 576216 h 2442948"/>
                <a:gd name="connsiteX2826" fmla="*/ 1007012 w 1550288"/>
                <a:gd name="connsiteY2826" fmla="*/ 578805 h 2442948"/>
                <a:gd name="connsiteX2827" fmla="*/ 1007012 w 1550288"/>
                <a:gd name="connsiteY2827" fmla="*/ 583984 h 2442948"/>
                <a:gd name="connsiteX2828" fmla="*/ 1007012 w 1550288"/>
                <a:gd name="connsiteY2828" fmla="*/ 586429 h 2442948"/>
                <a:gd name="connsiteX2829" fmla="*/ 1007012 w 1550288"/>
                <a:gd name="connsiteY2829" fmla="*/ 589018 h 2442948"/>
                <a:gd name="connsiteX2830" fmla="*/ 1007012 w 1550288"/>
                <a:gd name="connsiteY2830" fmla="*/ 591751 h 2442948"/>
                <a:gd name="connsiteX2831" fmla="*/ 1004567 w 1550288"/>
                <a:gd name="connsiteY2831" fmla="*/ 596641 h 2442948"/>
                <a:gd name="connsiteX2832" fmla="*/ 1002122 w 1550288"/>
                <a:gd name="connsiteY2832" fmla="*/ 596641 h 2442948"/>
                <a:gd name="connsiteX2833" fmla="*/ 1002122 w 1550288"/>
                <a:gd name="connsiteY2833" fmla="*/ 601676 h 2442948"/>
                <a:gd name="connsiteX2834" fmla="*/ 999245 w 1550288"/>
                <a:gd name="connsiteY2834" fmla="*/ 601676 h 2442948"/>
                <a:gd name="connsiteX2835" fmla="*/ 996800 w 1550288"/>
                <a:gd name="connsiteY2835" fmla="*/ 606854 h 2442948"/>
                <a:gd name="connsiteX2836" fmla="*/ 996800 w 1550288"/>
                <a:gd name="connsiteY2836" fmla="*/ 609443 h 2442948"/>
                <a:gd name="connsiteX2837" fmla="*/ 999245 w 1550288"/>
                <a:gd name="connsiteY2837" fmla="*/ 606854 h 2442948"/>
                <a:gd name="connsiteX2838" fmla="*/ 1002122 w 1550288"/>
                <a:gd name="connsiteY2838" fmla="*/ 609443 h 2442948"/>
                <a:gd name="connsiteX2839" fmla="*/ 1002122 w 1550288"/>
                <a:gd name="connsiteY2839" fmla="*/ 606854 h 2442948"/>
                <a:gd name="connsiteX2840" fmla="*/ 1004567 w 1550288"/>
                <a:gd name="connsiteY2840" fmla="*/ 606854 h 2442948"/>
                <a:gd name="connsiteX2841" fmla="*/ 1009457 w 1550288"/>
                <a:gd name="connsiteY2841" fmla="*/ 604409 h 2442948"/>
                <a:gd name="connsiteX2842" fmla="*/ 1014779 w 1550288"/>
                <a:gd name="connsiteY2842" fmla="*/ 596641 h 2442948"/>
                <a:gd name="connsiteX2843" fmla="*/ 1017225 w 1550288"/>
                <a:gd name="connsiteY2843" fmla="*/ 594196 h 2442948"/>
                <a:gd name="connsiteX2844" fmla="*/ 1017225 w 1550288"/>
                <a:gd name="connsiteY2844" fmla="*/ 591751 h 2442948"/>
                <a:gd name="connsiteX2845" fmla="*/ 1014779 w 1550288"/>
                <a:gd name="connsiteY2845" fmla="*/ 589018 h 2442948"/>
                <a:gd name="connsiteX2846" fmla="*/ 1012190 w 1550288"/>
                <a:gd name="connsiteY2846" fmla="*/ 586429 h 2442948"/>
                <a:gd name="connsiteX2847" fmla="*/ 1019670 w 1550288"/>
                <a:gd name="connsiteY2847" fmla="*/ 581538 h 2442948"/>
                <a:gd name="connsiteX2848" fmla="*/ 1040095 w 1550288"/>
                <a:gd name="connsiteY2848" fmla="*/ 581538 h 2442948"/>
                <a:gd name="connsiteX2849" fmla="*/ 1042828 w 1550288"/>
                <a:gd name="connsiteY2849" fmla="*/ 578805 h 2442948"/>
                <a:gd name="connsiteX2850" fmla="*/ 1047862 w 1550288"/>
                <a:gd name="connsiteY2850" fmla="*/ 578805 h 2442948"/>
                <a:gd name="connsiteX2851" fmla="*/ 1060520 w 1550288"/>
                <a:gd name="connsiteY2851" fmla="*/ 586429 h 2442948"/>
                <a:gd name="connsiteX2852" fmla="*/ 1073178 w 1550288"/>
                <a:gd name="connsiteY2852" fmla="*/ 594196 h 2442948"/>
                <a:gd name="connsiteX2853" fmla="*/ 1078500 w 1550288"/>
                <a:gd name="connsiteY2853" fmla="*/ 604409 h 2442948"/>
                <a:gd name="connsiteX2854" fmla="*/ 1078500 w 1550288"/>
                <a:gd name="connsiteY2854" fmla="*/ 606854 h 2442948"/>
                <a:gd name="connsiteX2855" fmla="*/ 1088712 w 1550288"/>
                <a:gd name="connsiteY2855" fmla="*/ 624834 h 2442948"/>
                <a:gd name="connsiteX2856" fmla="*/ 1088712 w 1550288"/>
                <a:gd name="connsiteY2856" fmla="*/ 627279 h 2442948"/>
                <a:gd name="connsiteX2857" fmla="*/ 1091157 w 1550288"/>
                <a:gd name="connsiteY2857" fmla="*/ 632313 h 2442948"/>
                <a:gd name="connsiteX2858" fmla="*/ 1098925 w 1550288"/>
                <a:gd name="connsiteY2858" fmla="*/ 650149 h 2442948"/>
                <a:gd name="connsiteX2859" fmla="*/ 1098925 w 1550288"/>
                <a:gd name="connsiteY2859" fmla="*/ 652738 h 2442948"/>
                <a:gd name="connsiteX2860" fmla="*/ 1101370 w 1550288"/>
                <a:gd name="connsiteY2860" fmla="*/ 657916 h 2442948"/>
                <a:gd name="connsiteX2861" fmla="*/ 1109137 w 1550288"/>
                <a:gd name="connsiteY2861" fmla="*/ 670574 h 2442948"/>
                <a:gd name="connsiteX2862" fmla="*/ 1109137 w 1550288"/>
                <a:gd name="connsiteY2862" fmla="*/ 673163 h 2442948"/>
                <a:gd name="connsiteX2863" fmla="*/ 1111582 w 1550288"/>
                <a:gd name="connsiteY2863" fmla="*/ 678341 h 2442948"/>
                <a:gd name="connsiteX2864" fmla="*/ 1119350 w 1550288"/>
                <a:gd name="connsiteY2864" fmla="*/ 683376 h 2442948"/>
                <a:gd name="connsiteX2865" fmla="*/ 1119350 w 1550288"/>
                <a:gd name="connsiteY2865" fmla="*/ 685821 h 2442948"/>
                <a:gd name="connsiteX2866" fmla="*/ 1116761 w 1550288"/>
                <a:gd name="connsiteY2866" fmla="*/ 688554 h 2442948"/>
                <a:gd name="connsiteX2867" fmla="*/ 1119350 w 1550288"/>
                <a:gd name="connsiteY2867" fmla="*/ 690999 h 2442948"/>
                <a:gd name="connsiteX2868" fmla="*/ 1121795 w 1550288"/>
                <a:gd name="connsiteY2868" fmla="*/ 693588 h 2442948"/>
                <a:gd name="connsiteX2869" fmla="*/ 1124240 w 1550288"/>
                <a:gd name="connsiteY2869" fmla="*/ 696034 h 2442948"/>
                <a:gd name="connsiteX2870" fmla="*/ 1124240 w 1550288"/>
                <a:gd name="connsiteY2870" fmla="*/ 703657 h 2442948"/>
                <a:gd name="connsiteX2871" fmla="*/ 1124240 w 1550288"/>
                <a:gd name="connsiteY2871" fmla="*/ 708979 h 2442948"/>
                <a:gd name="connsiteX2872" fmla="*/ 1124240 w 1550288"/>
                <a:gd name="connsiteY2872" fmla="*/ 711424 h 2442948"/>
                <a:gd name="connsiteX2873" fmla="*/ 1121795 w 1550288"/>
                <a:gd name="connsiteY2873" fmla="*/ 711424 h 2442948"/>
                <a:gd name="connsiteX2874" fmla="*/ 1119350 w 1550288"/>
                <a:gd name="connsiteY2874" fmla="*/ 711424 h 2442948"/>
                <a:gd name="connsiteX2875" fmla="*/ 1116761 w 1550288"/>
                <a:gd name="connsiteY2875" fmla="*/ 716459 h 2442948"/>
                <a:gd name="connsiteX2876" fmla="*/ 1114028 w 1550288"/>
                <a:gd name="connsiteY2876" fmla="*/ 716459 h 2442948"/>
                <a:gd name="connsiteX2877" fmla="*/ 1111582 w 1550288"/>
                <a:gd name="connsiteY2877" fmla="*/ 716459 h 2442948"/>
                <a:gd name="connsiteX2878" fmla="*/ 1109137 w 1550288"/>
                <a:gd name="connsiteY2878" fmla="*/ 719191 h 2442948"/>
                <a:gd name="connsiteX2879" fmla="*/ 1106548 w 1550288"/>
                <a:gd name="connsiteY2879" fmla="*/ 719191 h 2442948"/>
                <a:gd name="connsiteX2880" fmla="*/ 1101370 w 1550288"/>
                <a:gd name="connsiteY2880" fmla="*/ 724082 h 2442948"/>
                <a:gd name="connsiteX2881" fmla="*/ 1098925 w 1550288"/>
                <a:gd name="connsiteY2881" fmla="*/ 724082 h 2442948"/>
                <a:gd name="connsiteX2882" fmla="*/ 1093603 w 1550288"/>
                <a:gd name="connsiteY2882" fmla="*/ 726671 h 2442948"/>
                <a:gd name="connsiteX2883" fmla="*/ 1086267 w 1550288"/>
                <a:gd name="connsiteY2883" fmla="*/ 726671 h 2442948"/>
                <a:gd name="connsiteX2884" fmla="*/ 1080945 w 1550288"/>
                <a:gd name="connsiteY2884" fmla="*/ 729404 h 2442948"/>
                <a:gd name="connsiteX2885" fmla="*/ 1073178 w 1550288"/>
                <a:gd name="connsiteY2885" fmla="*/ 729404 h 2442948"/>
                <a:gd name="connsiteX2886" fmla="*/ 1070732 w 1550288"/>
                <a:gd name="connsiteY2886" fmla="*/ 731849 h 2442948"/>
                <a:gd name="connsiteX2887" fmla="*/ 1068287 w 1550288"/>
                <a:gd name="connsiteY2887" fmla="*/ 731849 h 2442948"/>
                <a:gd name="connsiteX2888" fmla="*/ 1065842 w 1550288"/>
                <a:gd name="connsiteY2888" fmla="*/ 731849 h 2442948"/>
                <a:gd name="connsiteX2889" fmla="*/ 1060520 w 1550288"/>
                <a:gd name="connsiteY2889" fmla="*/ 736884 h 2442948"/>
                <a:gd name="connsiteX2890" fmla="*/ 1058075 w 1550288"/>
                <a:gd name="connsiteY2890" fmla="*/ 736884 h 2442948"/>
                <a:gd name="connsiteX2891" fmla="*/ 1052896 w 1550288"/>
                <a:gd name="connsiteY2891" fmla="*/ 739616 h 2442948"/>
                <a:gd name="connsiteX2892" fmla="*/ 1040095 w 1550288"/>
                <a:gd name="connsiteY2892" fmla="*/ 744507 h 2442948"/>
                <a:gd name="connsiteX2893" fmla="*/ 1037650 w 1550288"/>
                <a:gd name="connsiteY2893" fmla="*/ 747096 h 2442948"/>
                <a:gd name="connsiteX2894" fmla="*/ 1029882 w 1550288"/>
                <a:gd name="connsiteY2894" fmla="*/ 747096 h 2442948"/>
                <a:gd name="connsiteX2895" fmla="*/ 1024992 w 1550288"/>
                <a:gd name="connsiteY2895" fmla="*/ 749829 h 2442948"/>
                <a:gd name="connsiteX2896" fmla="*/ 1017225 w 1550288"/>
                <a:gd name="connsiteY2896" fmla="*/ 752274 h 2442948"/>
                <a:gd name="connsiteX2897" fmla="*/ 1017225 w 1550288"/>
                <a:gd name="connsiteY2897" fmla="*/ 754720 h 2442948"/>
                <a:gd name="connsiteX2898" fmla="*/ 1012190 w 1550288"/>
                <a:gd name="connsiteY2898" fmla="*/ 757309 h 2442948"/>
                <a:gd name="connsiteX2899" fmla="*/ 1009457 w 1550288"/>
                <a:gd name="connsiteY2899" fmla="*/ 757309 h 2442948"/>
                <a:gd name="connsiteX2900" fmla="*/ 1007012 w 1550288"/>
                <a:gd name="connsiteY2900" fmla="*/ 760041 h 2442948"/>
                <a:gd name="connsiteX2901" fmla="*/ 994354 w 1550288"/>
                <a:gd name="connsiteY2901" fmla="*/ 764932 h 2442948"/>
                <a:gd name="connsiteX2902" fmla="*/ 986587 w 1550288"/>
                <a:gd name="connsiteY2902" fmla="*/ 767521 h 2442948"/>
                <a:gd name="connsiteX2903" fmla="*/ 984142 w 1550288"/>
                <a:gd name="connsiteY2903" fmla="*/ 767521 h 2442948"/>
                <a:gd name="connsiteX2904" fmla="*/ 984142 w 1550288"/>
                <a:gd name="connsiteY2904" fmla="*/ 769966 h 2442948"/>
                <a:gd name="connsiteX2905" fmla="*/ 981697 w 1550288"/>
                <a:gd name="connsiteY2905" fmla="*/ 769966 h 2442948"/>
                <a:gd name="connsiteX2906" fmla="*/ 981697 w 1550288"/>
                <a:gd name="connsiteY2906" fmla="*/ 772699 h 2442948"/>
                <a:gd name="connsiteX2907" fmla="*/ 978964 w 1550288"/>
                <a:gd name="connsiteY2907" fmla="*/ 775145 h 2442948"/>
                <a:gd name="connsiteX2908" fmla="*/ 971484 w 1550288"/>
                <a:gd name="connsiteY2908" fmla="*/ 772699 h 2442948"/>
                <a:gd name="connsiteX2909" fmla="*/ 963717 w 1550288"/>
                <a:gd name="connsiteY2909" fmla="*/ 775145 h 2442948"/>
                <a:gd name="connsiteX2910" fmla="*/ 961272 w 1550288"/>
                <a:gd name="connsiteY2910" fmla="*/ 777734 h 2442948"/>
                <a:gd name="connsiteX2911" fmla="*/ 961272 w 1550288"/>
                <a:gd name="connsiteY2911" fmla="*/ 780179 h 2442948"/>
                <a:gd name="connsiteX2912" fmla="*/ 955949 w 1550288"/>
                <a:gd name="connsiteY2912" fmla="*/ 780179 h 2442948"/>
                <a:gd name="connsiteX2913" fmla="*/ 951059 w 1550288"/>
                <a:gd name="connsiteY2913" fmla="*/ 782912 h 2442948"/>
                <a:gd name="connsiteX2914" fmla="*/ 948470 w 1550288"/>
                <a:gd name="connsiteY2914" fmla="*/ 787946 h 2442948"/>
                <a:gd name="connsiteX2915" fmla="*/ 945737 w 1550288"/>
                <a:gd name="connsiteY2915" fmla="*/ 790391 h 2442948"/>
                <a:gd name="connsiteX2916" fmla="*/ 945737 w 1550288"/>
                <a:gd name="connsiteY2916" fmla="*/ 793124 h 2442948"/>
                <a:gd name="connsiteX2917" fmla="*/ 945737 w 1550288"/>
                <a:gd name="connsiteY2917" fmla="*/ 795570 h 2442948"/>
                <a:gd name="connsiteX2918" fmla="*/ 943292 w 1550288"/>
                <a:gd name="connsiteY2918" fmla="*/ 795570 h 2442948"/>
                <a:gd name="connsiteX2919" fmla="*/ 943292 w 1550288"/>
                <a:gd name="connsiteY2919" fmla="*/ 798015 h 2442948"/>
                <a:gd name="connsiteX2920" fmla="*/ 940846 w 1550288"/>
                <a:gd name="connsiteY2920" fmla="*/ 800604 h 2442948"/>
                <a:gd name="connsiteX2921" fmla="*/ 935524 w 1550288"/>
                <a:gd name="connsiteY2921" fmla="*/ 810816 h 2442948"/>
                <a:gd name="connsiteX2922" fmla="*/ 935524 w 1550288"/>
                <a:gd name="connsiteY2922" fmla="*/ 815995 h 2442948"/>
                <a:gd name="connsiteX2923" fmla="*/ 930634 w 1550288"/>
                <a:gd name="connsiteY2923" fmla="*/ 818440 h 2442948"/>
                <a:gd name="connsiteX2924" fmla="*/ 920421 w 1550288"/>
                <a:gd name="connsiteY2924" fmla="*/ 821029 h 2442948"/>
                <a:gd name="connsiteX2925" fmla="*/ 912654 w 1550288"/>
                <a:gd name="connsiteY2925" fmla="*/ 828652 h 2442948"/>
                <a:gd name="connsiteX2926" fmla="*/ 907764 w 1550288"/>
                <a:gd name="connsiteY2926" fmla="*/ 828652 h 2442948"/>
                <a:gd name="connsiteX2927" fmla="*/ 897551 w 1550288"/>
                <a:gd name="connsiteY2927" fmla="*/ 823762 h 2442948"/>
                <a:gd name="connsiteX2928" fmla="*/ 897551 w 1550288"/>
                <a:gd name="connsiteY2928" fmla="*/ 821029 h 2442948"/>
                <a:gd name="connsiteX2929" fmla="*/ 899996 w 1550288"/>
                <a:gd name="connsiteY2929" fmla="*/ 821029 h 2442948"/>
                <a:gd name="connsiteX2930" fmla="*/ 894962 w 1550288"/>
                <a:gd name="connsiteY2930" fmla="*/ 818440 h 2442948"/>
                <a:gd name="connsiteX2931" fmla="*/ 894962 w 1550288"/>
                <a:gd name="connsiteY2931" fmla="*/ 823762 h 2442948"/>
                <a:gd name="connsiteX2932" fmla="*/ 894962 w 1550288"/>
                <a:gd name="connsiteY2932" fmla="*/ 826207 h 2442948"/>
                <a:gd name="connsiteX2933" fmla="*/ 897551 w 1550288"/>
                <a:gd name="connsiteY2933" fmla="*/ 828652 h 2442948"/>
                <a:gd name="connsiteX2934" fmla="*/ 897551 w 1550288"/>
                <a:gd name="connsiteY2934" fmla="*/ 833974 h 2442948"/>
                <a:gd name="connsiteX2935" fmla="*/ 892229 w 1550288"/>
                <a:gd name="connsiteY2935" fmla="*/ 844187 h 2442948"/>
                <a:gd name="connsiteX2936" fmla="*/ 887339 w 1550288"/>
                <a:gd name="connsiteY2936" fmla="*/ 849077 h 2442948"/>
                <a:gd name="connsiteX2937" fmla="*/ 877126 w 1550288"/>
                <a:gd name="connsiteY2937" fmla="*/ 856845 h 2442948"/>
                <a:gd name="connsiteX2938" fmla="*/ 877126 w 1550288"/>
                <a:gd name="connsiteY2938" fmla="*/ 859290 h 2442948"/>
                <a:gd name="connsiteX2939" fmla="*/ 874537 w 1550288"/>
                <a:gd name="connsiteY2939" fmla="*/ 867057 h 2442948"/>
                <a:gd name="connsiteX2940" fmla="*/ 866914 w 1550288"/>
                <a:gd name="connsiteY2940" fmla="*/ 884749 h 2442948"/>
                <a:gd name="connsiteX2941" fmla="*/ 869359 w 1550288"/>
                <a:gd name="connsiteY2941" fmla="*/ 889927 h 2442948"/>
                <a:gd name="connsiteX2942" fmla="*/ 866914 w 1550288"/>
                <a:gd name="connsiteY2942" fmla="*/ 894962 h 2442948"/>
                <a:gd name="connsiteX2943" fmla="*/ 861592 w 1550288"/>
                <a:gd name="connsiteY2943" fmla="*/ 902585 h 2442948"/>
                <a:gd name="connsiteX2944" fmla="*/ 861592 w 1550288"/>
                <a:gd name="connsiteY2944" fmla="*/ 905174 h 2442948"/>
                <a:gd name="connsiteX2945" fmla="*/ 859146 w 1550288"/>
                <a:gd name="connsiteY2945" fmla="*/ 907907 h 2442948"/>
                <a:gd name="connsiteX2946" fmla="*/ 859146 w 1550288"/>
                <a:gd name="connsiteY2946" fmla="*/ 910352 h 2442948"/>
                <a:gd name="connsiteX2947" fmla="*/ 851379 w 1550288"/>
                <a:gd name="connsiteY2947" fmla="*/ 912798 h 2442948"/>
                <a:gd name="connsiteX2948" fmla="*/ 843899 w 1550288"/>
                <a:gd name="connsiteY2948" fmla="*/ 915387 h 2442948"/>
                <a:gd name="connsiteX2949" fmla="*/ 831098 w 1550288"/>
                <a:gd name="connsiteY2949" fmla="*/ 918120 h 2442948"/>
                <a:gd name="connsiteX2950" fmla="*/ 826064 w 1550288"/>
                <a:gd name="connsiteY2950" fmla="*/ 918120 h 2442948"/>
                <a:gd name="connsiteX2951" fmla="*/ 818296 w 1550288"/>
                <a:gd name="connsiteY2951" fmla="*/ 920565 h 2442948"/>
                <a:gd name="connsiteX2952" fmla="*/ 815851 w 1550288"/>
                <a:gd name="connsiteY2952" fmla="*/ 918120 h 2442948"/>
                <a:gd name="connsiteX2953" fmla="*/ 810817 w 1550288"/>
                <a:gd name="connsiteY2953" fmla="*/ 912798 h 2442948"/>
                <a:gd name="connsiteX2954" fmla="*/ 813406 w 1550288"/>
                <a:gd name="connsiteY2954" fmla="*/ 912798 h 2442948"/>
                <a:gd name="connsiteX2955" fmla="*/ 813406 w 1550288"/>
                <a:gd name="connsiteY2955" fmla="*/ 910352 h 2442948"/>
                <a:gd name="connsiteX2956" fmla="*/ 813406 w 1550288"/>
                <a:gd name="connsiteY2956" fmla="*/ 907907 h 2442948"/>
                <a:gd name="connsiteX2957" fmla="*/ 810817 w 1550288"/>
                <a:gd name="connsiteY2957" fmla="*/ 905174 h 2442948"/>
                <a:gd name="connsiteX2958" fmla="*/ 805639 w 1550288"/>
                <a:gd name="connsiteY2958" fmla="*/ 900140 h 2442948"/>
                <a:gd name="connsiteX2959" fmla="*/ 803193 w 1550288"/>
                <a:gd name="connsiteY2959" fmla="*/ 900140 h 2442948"/>
                <a:gd name="connsiteX2960" fmla="*/ 803193 w 1550288"/>
                <a:gd name="connsiteY2960" fmla="*/ 902585 h 2442948"/>
                <a:gd name="connsiteX2961" fmla="*/ 803193 w 1550288"/>
                <a:gd name="connsiteY2961" fmla="*/ 905174 h 2442948"/>
                <a:gd name="connsiteX2962" fmla="*/ 805639 w 1550288"/>
                <a:gd name="connsiteY2962" fmla="*/ 905174 h 2442948"/>
                <a:gd name="connsiteX2963" fmla="*/ 803193 w 1550288"/>
                <a:gd name="connsiteY2963" fmla="*/ 907907 h 2442948"/>
                <a:gd name="connsiteX2964" fmla="*/ 797871 w 1550288"/>
                <a:gd name="connsiteY2964" fmla="*/ 910352 h 2442948"/>
                <a:gd name="connsiteX2965" fmla="*/ 792981 w 1550288"/>
                <a:gd name="connsiteY2965" fmla="*/ 915387 h 2442948"/>
                <a:gd name="connsiteX2966" fmla="*/ 787659 w 1550288"/>
                <a:gd name="connsiteY2966" fmla="*/ 920565 h 2442948"/>
                <a:gd name="connsiteX2967" fmla="*/ 787659 w 1550288"/>
                <a:gd name="connsiteY2967" fmla="*/ 923010 h 2442948"/>
                <a:gd name="connsiteX2968" fmla="*/ 782768 w 1550288"/>
                <a:gd name="connsiteY2968" fmla="*/ 923010 h 2442948"/>
                <a:gd name="connsiteX2969" fmla="*/ 767234 w 1550288"/>
                <a:gd name="connsiteY2969" fmla="*/ 925599 h 2442948"/>
                <a:gd name="connsiteX2970" fmla="*/ 762343 w 1550288"/>
                <a:gd name="connsiteY2970" fmla="*/ 928332 h 2442948"/>
                <a:gd name="connsiteX2971" fmla="*/ 757021 w 1550288"/>
                <a:gd name="connsiteY2971" fmla="*/ 930777 h 2442948"/>
                <a:gd name="connsiteX2972" fmla="*/ 749542 w 1550288"/>
                <a:gd name="connsiteY2972" fmla="*/ 938545 h 2442948"/>
                <a:gd name="connsiteX2973" fmla="*/ 744363 w 1550288"/>
                <a:gd name="connsiteY2973" fmla="*/ 935812 h 2442948"/>
                <a:gd name="connsiteX2974" fmla="*/ 741918 w 1550288"/>
                <a:gd name="connsiteY2974" fmla="*/ 935812 h 2442948"/>
                <a:gd name="connsiteX2975" fmla="*/ 736884 w 1550288"/>
                <a:gd name="connsiteY2975" fmla="*/ 935812 h 2442948"/>
                <a:gd name="connsiteX2976" fmla="*/ 736884 w 1550288"/>
                <a:gd name="connsiteY2976" fmla="*/ 933223 h 2442948"/>
                <a:gd name="connsiteX2977" fmla="*/ 734151 w 1550288"/>
                <a:gd name="connsiteY2977" fmla="*/ 930777 h 2442948"/>
                <a:gd name="connsiteX2978" fmla="*/ 731706 w 1550288"/>
                <a:gd name="connsiteY2978" fmla="*/ 920565 h 2442948"/>
                <a:gd name="connsiteX2979" fmla="*/ 731706 w 1550288"/>
                <a:gd name="connsiteY2979" fmla="*/ 918120 h 2442948"/>
                <a:gd name="connsiteX2980" fmla="*/ 729260 w 1550288"/>
                <a:gd name="connsiteY2980" fmla="*/ 912798 h 2442948"/>
                <a:gd name="connsiteX2981" fmla="*/ 731706 w 1550288"/>
                <a:gd name="connsiteY2981" fmla="*/ 887482 h 2442948"/>
                <a:gd name="connsiteX2982" fmla="*/ 731706 w 1550288"/>
                <a:gd name="connsiteY2982" fmla="*/ 884749 h 2442948"/>
                <a:gd name="connsiteX2983" fmla="*/ 734151 w 1550288"/>
                <a:gd name="connsiteY2983" fmla="*/ 879715 h 2442948"/>
                <a:gd name="connsiteX2984" fmla="*/ 731706 w 1550288"/>
                <a:gd name="connsiteY2984" fmla="*/ 874537 h 2442948"/>
                <a:gd name="connsiteX2985" fmla="*/ 729260 w 1550288"/>
                <a:gd name="connsiteY2985" fmla="*/ 872091 h 2442948"/>
                <a:gd name="connsiteX2986" fmla="*/ 729260 w 1550288"/>
                <a:gd name="connsiteY2986" fmla="*/ 869502 h 2442948"/>
                <a:gd name="connsiteX2987" fmla="*/ 726671 w 1550288"/>
                <a:gd name="connsiteY2987" fmla="*/ 869502 h 2442948"/>
                <a:gd name="connsiteX2988" fmla="*/ 726671 w 1550288"/>
                <a:gd name="connsiteY2988" fmla="*/ 849077 h 2442948"/>
                <a:gd name="connsiteX2989" fmla="*/ 719048 w 1550288"/>
                <a:gd name="connsiteY2989" fmla="*/ 836420 h 2442948"/>
                <a:gd name="connsiteX2990" fmla="*/ 716459 w 1550288"/>
                <a:gd name="connsiteY2990" fmla="*/ 836420 h 2442948"/>
                <a:gd name="connsiteX2991" fmla="*/ 708835 w 1550288"/>
                <a:gd name="connsiteY2991" fmla="*/ 828652 h 2442948"/>
                <a:gd name="connsiteX2992" fmla="*/ 706246 w 1550288"/>
                <a:gd name="connsiteY2992" fmla="*/ 826207 h 2442948"/>
                <a:gd name="connsiteX2993" fmla="*/ 701068 w 1550288"/>
                <a:gd name="connsiteY2993" fmla="*/ 818440 h 2442948"/>
                <a:gd name="connsiteX2994" fmla="*/ 698623 w 1550288"/>
                <a:gd name="connsiteY2994" fmla="*/ 815995 h 2442948"/>
                <a:gd name="connsiteX2995" fmla="*/ 696034 w 1550288"/>
                <a:gd name="connsiteY2995" fmla="*/ 810816 h 2442948"/>
                <a:gd name="connsiteX2996" fmla="*/ 690856 w 1550288"/>
                <a:gd name="connsiteY2996" fmla="*/ 803337 h 2442948"/>
                <a:gd name="connsiteX2997" fmla="*/ 688410 w 1550288"/>
                <a:gd name="connsiteY2997" fmla="*/ 798015 h 2442948"/>
                <a:gd name="connsiteX2998" fmla="*/ 690856 w 1550288"/>
                <a:gd name="connsiteY2998" fmla="*/ 798015 h 2442948"/>
                <a:gd name="connsiteX2999" fmla="*/ 693301 w 1550288"/>
                <a:gd name="connsiteY2999" fmla="*/ 798015 h 2442948"/>
                <a:gd name="connsiteX3000" fmla="*/ 696034 w 1550288"/>
                <a:gd name="connsiteY3000" fmla="*/ 800604 h 2442948"/>
                <a:gd name="connsiteX3001" fmla="*/ 696034 w 1550288"/>
                <a:gd name="connsiteY3001" fmla="*/ 798015 h 2442948"/>
                <a:gd name="connsiteX3002" fmla="*/ 698623 w 1550288"/>
                <a:gd name="connsiteY3002" fmla="*/ 798015 h 2442948"/>
                <a:gd name="connsiteX3003" fmla="*/ 688410 w 1550288"/>
                <a:gd name="connsiteY3003" fmla="*/ 793124 h 2442948"/>
                <a:gd name="connsiteX3004" fmla="*/ 685821 w 1550288"/>
                <a:gd name="connsiteY3004" fmla="*/ 793124 h 2442948"/>
                <a:gd name="connsiteX3005" fmla="*/ 678198 w 1550288"/>
                <a:gd name="connsiteY3005" fmla="*/ 793124 h 2442948"/>
                <a:gd name="connsiteX3006" fmla="*/ 675609 w 1550288"/>
                <a:gd name="connsiteY3006" fmla="*/ 793124 h 2442948"/>
                <a:gd name="connsiteX3007" fmla="*/ 667985 w 1550288"/>
                <a:gd name="connsiteY3007" fmla="*/ 790391 h 2442948"/>
                <a:gd name="connsiteX3008" fmla="*/ 665540 w 1550288"/>
                <a:gd name="connsiteY3008" fmla="*/ 790391 h 2442948"/>
                <a:gd name="connsiteX3009" fmla="*/ 662951 w 1550288"/>
                <a:gd name="connsiteY3009" fmla="*/ 787946 h 2442948"/>
                <a:gd name="connsiteX3010" fmla="*/ 662951 w 1550288"/>
                <a:gd name="connsiteY3010" fmla="*/ 785357 h 2442948"/>
                <a:gd name="connsiteX3011" fmla="*/ 665540 w 1550288"/>
                <a:gd name="connsiteY3011" fmla="*/ 787946 h 2442948"/>
                <a:gd name="connsiteX3012" fmla="*/ 667985 w 1550288"/>
                <a:gd name="connsiteY3012" fmla="*/ 787946 h 2442948"/>
                <a:gd name="connsiteX3013" fmla="*/ 670431 w 1550288"/>
                <a:gd name="connsiteY3013" fmla="*/ 787946 h 2442948"/>
                <a:gd name="connsiteX3014" fmla="*/ 670431 w 1550288"/>
                <a:gd name="connsiteY3014" fmla="*/ 785357 h 2442948"/>
                <a:gd name="connsiteX3015" fmla="*/ 675609 w 1550288"/>
                <a:gd name="connsiteY3015" fmla="*/ 780179 h 2442948"/>
                <a:gd name="connsiteX3016" fmla="*/ 675609 w 1550288"/>
                <a:gd name="connsiteY3016" fmla="*/ 777734 h 2442948"/>
                <a:gd name="connsiteX3017" fmla="*/ 678198 w 1550288"/>
                <a:gd name="connsiteY3017" fmla="*/ 775145 h 2442948"/>
                <a:gd name="connsiteX3018" fmla="*/ 678198 w 1550288"/>
                <a:gd name="connsiteY3018" fmla="*/ 772699 h 2442948"/>
                <a:gd name="connsiteX3019" fmla="*/ 675609 w 1550288"/>
                <a:gd name="connsiteY3019" fmla="*/ 769966 h 2442948"/>
                <a:gd name="connsiteX3020" fmla="*/ 678198 w 1550288"/>
                <a:gd name="connsiteY3020" fmla="*/ 769966 h 2442948"/>
                <a:gd name="connsiteX3021" fmla="*/ 678198 w 1550288"/>
                <a:gd name="connsiteY3021" fmla="*/ 767521 h 2442948"/>
                <a:gd name="connsiteX3022" fmla="*/ 680643 w 1550288"/>
                <a:gd name="connsiteY3022" fmla="*/ 764932 h 2442948"/>
                <a:gd name="connsiteX3023" fmla="*/ 683088 w 1550288"/>
                <a:gd name="connsiteY3023" fmla="*/ 764932 h 2442948"/>
                <a:gd name="connsiteX3024" fmla="*/ 685821 w 1550288"/>
                <a:gd name="connsiteY3024" fmla="*/ 764932 h 2442948"/>
                <a:gd name="connsiteX3025" fmla="*/ 685821 w 1550288"/>
                <a:gd name="connsiteY3025" fmla="*/ 762487 h 2442948"/>
                <a:gd name="connsiteX3026" fmla="*/ 683088 w 1550288"/>
                <a:gd name="connsiteY3026" fmla="*/ 762487 h 2442948"/>
                <a:gd name="connsiteX3027" fmla="*/ 685821 w 1550288"/>
                <a:gd name="connsiteY3027" fmla="*/ 760041 h 2442948"/>
                <a:gd name="connsiteX3028" fmla="*/ 685821 w 1550288"/>
                <a:gd name="connsiteY3028" fmla="*/ 757309 h 2442948"/>
                <a:gd name="connsiteX3029" fmla="*/ 685821 w 1550288"/>
                <a:gd name="connsiteY3029" fmla="*/ 754720 h 2442948"/>
                <a:gd name="connsiteX3030" fmla="*/ 690856 w 1550288"/>
                <a:gd name="connsiteY3030" fmla="*/ 754720 h 2442948"/>
                <a:gd name="connsiteX3031" fmla="*/ 693301 w 1550288"/>
                <a:gd name="connsiteY3031" fmla="*/ 754720 h 2442948"/>
                <a:gd name="connsiteX3032" fmla="*/ 696034 w 1550288"/>
                <a:gd name="connsiteY3032" fmla="*/ 749829 h 2442948"/>
                <a:gd name="connsiteX3033" fmla="*/ 696034 w 1550288"/>
                <a:gd name="connsiteY3033" fmla="*/ 747096 h 2442948"/>
                <a:gd name="connsiteX3034" fmla="*/ 698623 w 1550288"/>
                <a:gd name="connsiteY3034" fmla="*/ 744507 h 2442948"/>
                <a:gd name="connsiteX3035" fmla="*/ 701068 w 1550288"/>
                <a:gd name="connsiteY3035" fmla="*/ 744507 h 2442948"/>
                <a:gd name="connsiteX3036" fmla="*/ 703513 w 1550288"/>
                <a:gd name="connsiteY3036" fmla="*/ 742062 h 2442948"/>
                <a:gd name="connsiteX3037" fmla="*/ 703513 w 1550288"/>
                <a:gd name="connsiteY3037" fmla="*/ 739616 h 2442948"/>
                <a:gd name="connsiteX3038" fmla="*/ 703513 w 1550288"/>
                <a:gd name="connsiteY3038" fmla="*/ 736884 h 2442948"/>
                <a:gd name="connsiteX3039" fmla="*/ 706246 w 1550288"/>
                <a:gd name="connsiteY3039" fmla="*/ 736884 h 2442948"/>
                <a:gd name="connsiteX3040" fmla="*/ 708835 w 1550288"/>
                <a:gd name="connsiteY3040" fmla="*/ 736884 h 2442948"/>
                <a:gd name="connsiteX3041" fmla="*/ 708835 w 1550288"/>
                <a:gd name="connsiteY3041" fmla="*/ 734295 h 2442948"/>
                <a:gd name="connsiteX3042" fmla="*/ 708835 w 1550288"/>
                <a:gd name="connsiteY3042" fmla="*/ 731849 h 2442948"/>
                <a:gd name="connsiteX3043" fmla="*/ 719048 w 1550288"/>
                <a:gd name="connsiteY3043" fmla="*/ 726671 h 2442948"/>
                <a:gd name="connsiteX3044" fmla="*/ 723938 w 1550288"/>
                <a:gd name="connsiteY3044" fmla="*/ 724082 h 2442948"/>
                <a:gd name="connsiteX3045" fmla="*/ 726671 w 1550288"/>
                <a:gd name="connsiteY3045" fmla="*/ 724082 h 2442948"/>
                <a:gd name="connsiteX3046" fmla="*/ 726671 w 1550288"/>
                <a:gd name="connsiteY3046" fmla="*/ 726671 h 2442948"/>
                <a:gd name="connsiteX3047" fmla="*/ 729260 w 1550288"/>
                <a:gd name="connsiteY3047" fmla="*/ 724082 h 2442948"/>
                <a:gd name="connsiteX3048" fmla="*/ 729260 w 1550288"/>
                <a:gd name="connsiteY3048" fmla="*/ 719191 h 2442948"/>
                <a:gd name="connsiteX3049" fmla="*/ 726671 w 1550288"/>
                <a:gd name="connsiteY3049" fmla="*/ 716459 h 2442948"/>
                <a:gd name="connsiteX3050" fmla="*/ 723938 w 1550288"/>
                <a:gd name="connsiteY3050" fmla="*/ 714013 h 2442948"/>
                <a:gd name="connsiteX3051" fmla="*/ 726671 w 1550288"/>
                <a:gd name="connsiteY3051" fmla="*/ 714013 h 2442948"/>
                <a:gd name="connsiteX3052" fmla="*/ 729260 w 1550288"/>
                <a:gd name="connsiteY3052" fmla="*/ 714013 h 2442948"/>
                <a:gd name="connsiteX3053" fmla="*/ 729260 w 1550288"/>
                <a:gd name="connsiteY3053" fmla="*/ 711424 h 2442948"/>
                <a:gd name="connsiteX3054" fmla="*/ 729260 w 1550288"/>
                <a:gd name="connsiteY3054" fmla="*/ 708979 h 2442948"/>
                <a:gd name="connsiteX3055" fmla="*/ 731706 w 1550288"/>
                <a:gd name="connsiteY3055" fmla="*/ 708979 h 2442948"/>
                <a:gd name="connsiteX3056" fmla="*/ 734151 w 1550288"/>
                <a:gd name="connsiteY3056" fmla="*/ 708979 h 2442948"/>
                <a:gd name="connsiteX3057" fmla="*/ 734151 w 1550288"/>
                <a:gd name="connsiteY3057" fmla="*/ 706246 h 2442948"/>
                <a:gd name="connsiteX3058" fmla="*/ 731706 w 1550288"/>
                <a:gd name="connsiteY3058" fmla="*/ 703657 h 2442948"/>
                <a:gd name="connsiteX3059" fmla="*/ 734151 w 1550288"/>
                <a:gd name="connsiteY3059" fmla="*/ 701212 h 2442948"/>
                <a:gd name="connsiteX3060" fmla="*/ 736884 w 1550288"/>
                <a:gd name="connsiteY3060" fmla="*/ 698766 h 2442948"/>
                <a:gd name="connsiteX3061" fmla="*/ 734151 w 1550288"/>
                <a:gd name="connsiteY3061" fmla="*/ 693588 h 2442948"/>
                <a:gd name="connsiteX3062" fmla="*/ 736884 w 1550288"/>
                <a:gd name="connsiteY3062" fmla="*/ 693588 h 2442948"/>
                <a:gd name="connsiteX3063" fmla="*/ 736884 w 1550288"/>
                <a:gd name="connsiteY3063" fmla="*/ 690999 h 2442948"/>
                <a:gd name="connsiteX3064" fmla="*/ 736884 w 1550288"/>
                <a:gd name="connsiteY3064" fmla="*/ 688554 h 2442948"/>
                <a:gd name="connsiteX3065" fmla="*/ 734151 w 1550288"/>
                <a:gd name="connsiteY3065" fmla="*/ 685821 h 2442948"/>
                <a:gd name="connsiteX3066" fmla="*/ 734151 w 1550288"/>
                <a:gd name="connsiteY3066" fmla="*/ 683376 h 2442948"/>
                <a:gd name="connsiteX3067" fmla="*/ 736884 w 1550288"/>
                <a:gd name="connsiteY3067" fmla="*/ 683376 h 2442948"/>
                <a:gd name="connsiteX3068" fmla="*/ 739473 w 1550288"/>
                <a:gd name="connsiteY3068" fmla="*/ 683376 h 2442948"/>
                <a:gd name="connsiteX3069" fmla="*/ 741918 w 1550288"/>
                <a:gd name="connsiteY3069" fmla="*/ 685821 h 2442948"/>
                <a:gd name="connsiteX3070" fmla="*/ 744363 w 1550288"/>
                <a:gd name="connsiteY3070" fmla="*/ 685821 h 2442948"/>
                <a:gd name="connsiteX3071" fmla="*/ 752131 w 1550288"/>
                <a:gd name="connsiteY3071" fmla="*/ 685821 h 2442948"/>
                <a:gd name="connsiteX3072" fmla="*/ 754576 w 1550288"/>
                <a:gd name="connsiteY3072" fmla="*/ 688554 h 2442948"/>
                <a:gd name="connsiteX3073" fmla="*/ 759898 w 1550288"/>
                <a:gd name="connsiteY3073" fmla="*/ 685821 h 2442948"/>
                <a:gd name="connsiteX3074" fmla="*/ 762343 w 1550288"/>
                <a:gd name="connsiteY3074" fmla="*/ 685821 h 2442948"/>
                <a:gd name="connsiteX3075" fmla="*/ 762343 w 1550288"/>
                <a:gd name="connsiteY3075" fmla="*/ 683376 h 2442948"/>
                <a:gd name="connsiteX3076" fmla="*/ 762343 w 1550288"/>
                <a:gd name="connsiteY3076" fmla="*/ 678341 h 2442948"/>
                <a:gd name="connsiteX3077" fmla="*/ 759898 w 1550288"/>
                <a:gd name="connsiteY3077" fmla="*/ 673163 h 2442948"/>
                <a:gd name="connsiteX3078" fmla="*/ 759898 w 1550288"/>
                <a:gd name="connsiteY3078" fmla="*/ 670574 h 2442948"/>
                <a:gd name="connsiteX3079" fmla="*/ 757021 w 1550288"/>
                <a:gd name="connsiteY3079" fmla="*/ 670574 h 2442948"/>
                <a:gd name="connsiteX3080" fmla="*/ 754576 w 1550288"/>
                <a:gd name="connsiteY3080" fmla="*/ 670574 h 2442948"/>
                <a:gd name="connsiteX3081" fmla="*/ 752131 w 1550288"/>
                <a:gd name="connsiteY3081" fmla="*/ 665684 h 2442948"/>
                <a:gd name="connsiteX3082" fmla="*/ 754576 w 1550288"/>
                <a:gd name="connsiteY3082" fmla="*/ 657916 h 2442948"/>
                <a:gd name="connsiteX3083" fmla="*/ 757021 w 1550288"/>
                <a:gd name="connsiteY3083" fmla="*/ 657916 h 2442948"/>
                <a:gd name="connsiteX3084" fmla="*/ 757021 w 1550288"/>
                <a:gd name="connsiteY3084" fmla="*/ 660362 h 2442948"/>
                <a:gd name="connsiteX3085" fmla="*/ 759898 w 1550288"/>
                <a:gd name="connsiteY3085" fmla="*/ 660362 h 2442948"/>
                <a:gd name="connsiteX3086" fmla="*/ 759898 w 1550288"/>
                <a:gd name="connsiteY3086" fmla="*/ 657916 h 2442948"/>
                <a:gd name="connsiteX3087" fmla="*/ 759898 w 1550288"/>
                <a:gd name="connsiteY3087" fmla="*/ 655471 h 2442948"/>
                <a:gd name="connsiteX3088" fmla="*/ 759898 w 1550288"/>
                <a:gd name="connsiteY3088" fmla="*/ 652738 h 2442948"/>
                <a:gd name="connsiteX3089" fmla="*/ 762343 w 1550288"/>
                <a:gd name="connsiteY3089" fmla="*/ 655471 h 2442948"/>
                <a:gd name="connsiteX3090" fmla="*/ 764788 w 1550288"/>
                <a:gd name="connsiteY3090" fmla="*/ 652738 h 2442948"/>
                <a:gd name="connsiteX3091" fmla="*/ 767234 w 1550288"/>
                <a:gd name="connsiteY3091" fmla="*/ 647704 h 2442948"/>
                <a:gd name="connsiteX3092" fmla="*/ 769967 w 1550288"/>
                <a:gd name="connsiteY3092" fmla="*/ 647704 h 2442948"/>
                <a:gd name="connsiteX3093" fmla="*/ 769967 w 1550288"/>
                <a:gd name="connsiteY3093" fmla="*/ 645259 h 2442948"/>
                <a:gd name="connsiteX3094" fmla="*/ 772556 w 1550288"/>
                <a:gd name="connsiteY3094" fmla="*/ 642526 h 2442948"/>
                <a:gd name="connsiteX3095" fmla="*/ 775001 w 1550288"/>
                <a:gd name="connsiteY3095" fmla="*/ 642526 h 2442948"/>
                <a:gd name="connsiteX3096" fmla="*/ 777446 w 1550288"/>
                <a:gd name="connsiteY3096" fmla="*/ 635046 h 2442948"/>
                <a:gd name="connsiteX3097" fmla="*/ 777446 w 1550288"/>
                <a:gd name="connsiteY3097" fmla="*/ 632313 h 2442948"/>
                <a:gd name="connsiteX3098" fmla="*/ 780179 w 1550288"/>
                <a:gd name="connsiteY3098" fmla="*/ 629724 h 2442948"/>
                <a:gd name="connsiteX3099" fmla="*/ 782768 w 1550288"/>
                <a:gd name="connsiteY3099" fmla="*/ 629724 h 2442948"/>
                <a:gd name="connsiteX3100" fmla="*/ 782768 w 1550288"/>
                <a:gd name="connsiteY3100" fmla="*/ 627279 h 2442948"/>
                <a:gd name="connsiteX3101" fmla="*/ 785213 w 1550288"/>
                <a:gd name="connsiteY3101" fmla="*/ 627279 h 2442948"/>
                <a:gd name="connsiteX3102" fmla="*/ 785213 w 1550288"/>
                <a:gd name="connsiteY3102" fmla="*/ 624834 h 2442948"/>
                <a:gd name="connsiteX3103" fmla="*/ 787659 w 1550288"/>
                <a:gd name="connsiteY3103" fmla="*/ 622101 h 2442948"/>
                <a:gd name="connsiteX3104" fmla="*/ 787659 w 1550288"/>
                <a:gd name="connsiteY3104" fmla="*/ 619655 h 2442948"/>
                <a:gd name="connsiteX3105" fmla="*/ 790392 w 1550288"/>
                <a:gd name="connsiteY3105" fmla="*/ 619655 h 2442948"/>
                <a:gd name="connsiteX3106" fmla="*/ 792981 w 1550288"/>
                <a:gd name="connsiteY3106" fmla="*/ 619655 h 2442948"/>
                <a:gd name="connsiteX3107" fmla="*/ 790392 w 1550288"/>
                <a:gd name="connsiteY3107" fmla="*/ 617066 h 2442948"/>
                <a:gd name="connsiteX3108" fmla="*/ 795426 w 1550288"/>
                <a:gd name="connsiteY3108" fmla="*/ 614621 h 2442948"/>
                <a:gd name="connsiteX3109" fmla="*/ 795426 w 1550288"/>
                <a:gd name="connsiteY3109" fmla="*/ 617066 h 2442948"/>
                <a:gd name="connsiteX3110" fmla="*/ 797871 w 1550288"/>
                <a:gd name="connsiteY3110" fmla="*/ 617066 h 2442948"/>
                <a:gd name="connsiteX3111" fmla="*/ 800604 w 1550288"/>
                <a:gd name="connsiteY3111" fmla="*/ 614621 h 2442948"/>
                <a:gd name="connsiteX3112" fmla="*/ 797871 w 1550288"/>
                <a:gd name="connsiteY3112" fmla="*/ 614621 h 2442948"/>
                <a:gd name="connsiteX3113" fmla="*/ 797871 w 1550288"/>
                <a:gd name="connsiteY3113" fmla="*/ 611888 h 2442948"/>
                <a:gd name="connsiteX3114" fmla="*/ 800604 w 1550288"/>
                <a:gd name="connsiteY3114" fmla="*/ 611888 h 2442948"/>
                <a:gd name="connsiteX3115" fmla="*/ 803193 w 1550288"/>
                <a:gd name="connsiteY3115" fmla="*/ 611888 h 2442948"/>
                <a:gd name="connsiteX3116" fmla="*/ 805639 w 1550288"/>
                <a:gd name="connsiteY3116" fmla="*/ 606854 h 2442948"/>
                <a:gd name="connsiteX3117" fmla="*/ 805639 w 1550288"/>
                <a:gd name="connsiteY3117" fmla="*/ 604409 h 2442948"/>
                <a:gd name="connsiteX3118" fmla="*/ 808084 w 1550288"/>
                <a:gd name="connsiteY3118" fmla="*/ 599230 h 2442948"/>
                <a:gd name="connsiteX3119" fmla="*/ 808084 w 1550288"/>
                <a:gd name="connsiteY3119" fmla="*/ 596641 h 2442948"/>
                <a:gd name="connsiteX3120" fmla="*/ 813406 w 1550288"/>
                <a:gd name="connsiteY3120" fmla="*/ 591751 h 2442948"/>
                <a:gd name="connsiteX3121" fmla="*/ 818296 w 1550288"/>
                <a:gd name="connsiteY3121" fmla="*/ 591751 h 2442948"/>
                <a:gd name="connsiteX3122" fmla="*/ 821029 w 1550288"/>
                <a:gd name="connsiteY3122" fmla="*/ 589018 h 2442948"/>
                <a:gd name="connsiteX3123" fmla="*/ 823475 w 1550288"/>
                <a:gd name="connsiteY3123" fmla="*/ 586429 h 2442948"/>
                <a:gd name="connsiteX3124" fmla="*/ 823475 w 1550288"/>
                <a:gd name="connsiteY3124" fmla="*/ 583984 h 2442948"/>
                <a:gd name="connsiteX3125" fmla="*/ 823475 w 1550288"/>
                <a:gd name="connsiteY3125" fmla="*/ 581538 h 2442948"/>
                <a:gd name="connsiteX3126" fmla="*/ 823475 w 1550288"/>
                <a:gd name="connsiteY3126" fmla="*/ 578805 h 2442948"/>
                <a:gd name="connsiteX3127" fmla="*/ 821029 w 1550288"/>
                <a:gd name="connsiteY3127" fmla="*/ 573771 h 2442948"/>
                <a:gd name="connsiteX3128" fmla="*/ 818296 w 1550288"/>
                <a:gd name="connsiteY3128" fmla="*/ 571326 h 2442948"/>
                <a:gd name="connsiteX3129" fmla="*/ 815851 w 1550288"/>
                <a:gd name="connsiteY3129" fmla="*/ 571326 h 2442948"/>
                <a:gd name="connsiteX3130" fmla="*/ 813406 w 1550288"/>
                <a:gd name="connsiteY3130" fmla="*/ 566004 h 2442948"/>
                <a:gd name="connsiteX3131" fmla="*/ 813406 w 1550288"/>
                <a:gd name="connsiteY3131" fmla="*/ 563559 h 2442948"/>
                <a:gd name="connsiteX3132" fmla="*/ 815851 w 1550288"/>
                <a:gd name="connsiteY3132" fmla="*/ 558380 h 2442948"/>
                <a:gd name="connsiteX3133" fmla="*/ 813406 w 1550288"/>
                <a:gd name="connsiteY3133" fmla="*/ 553346 h 2442948"/>
                <a:gd name="connsiteX3134" fmla="*/ 810817 w 1550288"/>
                <a:gd name="connsiteY3134" fmla="*/ 550901 h 2442948"/>
                <a:gd name="connsiteX3135" fmla="*/ 813406 w 1550288"/>
                <a:gd name="connsiteY3135" fmla="*/ 550901 h 2442948"/>
                <a:gd name="connsiteX3136" fmla="*/ 813406 w 1550288"/>
                <a:gd name="connsiteY3136" fmla="*/ 548168 h 2442948"/>
                <a:gd name="connsiteX3137" fmla="*/ 813406 w 1550288"/>
                <a:gd name="connsiteY3137" fmla="*/ 540688 h 2442948"/>
                <a:gd name="connsiteX3138" fmla="*/ 813406 w 1550288"/>
                <a:gd name="connsiteY3138" fmla="*/ 537955 h 2442948"/>
                <a:gd name="connsiteX3139" fmla="*/ 813406 w 1550288"/>
                <a:gd name="connsiteY3139" fmla="*/ 532921 h 2442948"/>
                <a:gd name="connsiteX3140" fmla="*/ 815851 w 1550288"/>
                <a:gd name="connsiteY3140" fmla="*/ 532921 h 2442948"/>
                <a:gd name="connsiteX3141" fmla="*/ 815851 w 1550288"/>
                <a:gd name="connsiteY3141" fmla="*/ 530476 h 2442948"/>
                <a:gd name="connsiteX3142" fmla="*/ 815851 w 1550288"/>
                <a:gd name="connsiteY3142" fmla="*/ 525298 h 2442948"/>
                <a:gd name="connsiteX3143" fmla="*/ 815851 w 1550288"/>
                <a:gd name="connsiteY3143" fmla="*/ 517530 h 2442948"/>
                <a:gd name="connsiteX3144" fmla="*/ 818296 w 1550288"/>
                <a:gd name="connsiteY3144" fmla="*/ 515085 h 2442948"/>
                <a:gd name="connsiteX3145" fmla="*/ 818296 w 1550288"/>
                <a:gd name="connsiteY3145" fmla="*/ 512496 h 2442948"/>
                <a:gd name="connsiteX3146" fmla="*/ 815851 w 1550288"/>
                <a:gd name="connsiteY3146" fmla="*/ 510051 h 2442948"/>
                <a:gd name="connsiteX3147" fmla="*/ 813406 w 1550288"/>
                <a:gd name="connsiteY3147" fmla="*/ 507318 h 2442948"/>
                <a:gd name="connsiteX3148" fmla="*/ 815851 w 1550288"/>
                <a:gd name="connsiteY3148" fmla="*/ 504873 h 2442948"/>
                <a:gd name="connsiteX3149" fmla="*/ 813406 w 1550288"/>
                <a:gd name="connsiteY3149" fmla="*/ 504873 h 2442948"/>
                <a:gd name="connsiteX3150" fmla="*/ 813406 w 1550288"/>
                <a:gd name="connsiteY3150" fmla="*/ 502283 h 2442948"/>
                <a:gd name="connsiteX3151" fmla="*/ 813406 w 1550288"/>
                <a:gd name="connsiteY3151" fmla="*/ 499838 h 2442948"/>
                <a:gd name="connsiteX3152" fmla="*/ 1052896 w 1550288"/>
                <a:gd name="connsiteY3152" fmla="*/ 341760 h 2442948"/>
                <a:gd name="connsiteX3153" fmla="*/ 1055629 w 1550288"/>
                <a:gd name="connsiteY3153" fmla="*/ 344205 h 2442948"/>
                <a:gd name="connsiteX3154" fmla="*/ 1052896 w 1550288"/>
                <a:gd name="connsiteY3154" fmla="*/ 344205 h 2442948"/>
                <a:gd name="connsiteX3155" fmla="*/ 1126829 w 1550288"/>
                <a:gd name="connsiteY3155" fmla="*/ 331547 h 2442948"/>
                <a:gd name="connsiteX3156" fmla="*/ 1132007 w 1550288"/>
                <a:gd name="connsiteY3156" fmla="*/ 339027 h 2442948"/>
                <a:gd name="connsiteX3157" fmla="*/ 1129562 w 1550288"/>
                <a:gd name="connsiteY3157" fmla="*/ 341759 h 2442948"/>
                <a:gd name="connsiteX3158" fmla="*/ 1126829 w 1550288"/>
                <a:gd name="connsiteY3158" fmla="*/ 349239 h 2442948"/>
                <a:gd name="connsiteX3159" fmla="*/ 1124240 w 1550288"/>
                <a:gd name="connsiteY3159" fmla="*/ 349239 h 2442948"/>
                <a:gd name="connsiteX3160" fmla="*/ 1124240 w 1550288"/>
                <a:gd name="connsiteY3160" fmla="*/ 354417 h 2442948"/>
                <a:gd name="connsiteX3161" fmla="*/ 1119350 w 1550288"/>
                <a:gd name="connsiteY3161" fmla="*/ 359452 h 2442948"/>
                <a:gd name="connsiteX3162" fmla="*/ 1116761 w 1550288"/>
                <a:gd name="connsiteY3162" fmla="*/ 359452 h 2442948"/>
                <a:gd name="connsiteX3163" fmla="*/ 1111582 w 1550288"/>
                <a:gd name="connsiteY3163" fmla="*/ 367219 h 2442948"/>
                <a:gd name="connsiteX3164" fmla="*/ 1111582 w 1550288"/>
                <a:gd name="connsiteY3164" fmla="*/ 369664 h 2442948"/>
                <a:gd name="connsiteX3165" fmla="*/ 1103815 w 1550288"/>
                <a:gd name="connsiteY3165" fmla="*/ 377288 h 2442948"/>
                <a:gd name="connsiteX3166" fmla="*/ 1103815 w 1550288"/>
                <a:gd name="connsiteY3166" fmla="*/ 382609 h 2442948"/>
                <a:gd name="connsiteX3167" fmla="*/ 1098925 w 1550288"/>
                <a:gd name="connsiteY3167" fmla="*/ 390089 h 2442948"/>
                <a:gd name="connsiteX3168" fmla="*/ 1088712 w 1550288"/>
                <a:gd name="connsiteY3168" fmla="*/ 397713 h 2442948"/>
                <a:gd name="connsiteX3169" fmla="*/ 1091157 w 1550288"/>
                <a:gd name="connsiteY3169" fmla="*/ 397713 h 2442948"/>
                <a:gd name="connsiteX3170" fmla="*/ 1073178 w 1550288"/>
                <a:gd name="connsiteY3170" fmla="*/ 410514 h 2442948"/>
                <a:gd name="connsiteX3171" fmla="*/ 1070732 w 1550288"/>
                <a:gd name="connsiteY3171" fmla="*/ 407925 h 2442948"/>
                <a:gd name="connsiteX3172" fmla="*/ 1068287 w 1550288"/>
                <a:gd name="connsiteY3172" fmla="*/ 405480 h 2442948"/>
                <a:gd name="connsiteX3173" fmla="*/ 1068287 w 1550288"/>
                <a:gd name="connsiteY3173" fmla="*/ 403034 h 2442948"/>
                <a:gd name="connsiteX3174" fmla="*/ 1063109 w 1550288"/>
                <a:gd name="connsiteY3174" fmla="*/ 403034 h 2442948"/>
                <a:gd name="connsiteX3175" fmla="*/ 1063109 w 1550288"/>
                <a:gd name="connsiteY3175" fmla="*/ 400302 h 2442948"/>
                <a:gd name="connsiteX3176" fmla="*/ 1065842 w 1550288"/>
                <a:gd name="connsiteY3176" fmla="*/ 400302 h 2442948"/>
                <a:gd name="connsiteX3177" fmla="*/ 1063109 w 1550288"/>
                <a:gd name="connsiteY3177" fmla="*/ 397713 h 2442948"/>
                <a:gd name="connsiteX3178" fmla="*/ 1060520 w 1550288"/>
                <a:gd name="connsiteY3178" fmla="*/ 397713 h 2442948"/>
                <a:gd name="connsiteX3179" fmla="*/ 1060520 w 1550288"/>
                <a:gd name="connsiteY3179" fmla="*/ 395267 h 2442948"/>
                <a:gd name="connsiteX3180" fmla="*/ 1055629 w 1550288"/>
                <a:gd name="connsiteY3180" fmla="*/ 395267 h 2442948"/>
                <a:gd name="connsiteX3181" fmla="*/ 1050307 w 1550288"/>
                <a:gd name="connsiteY3181" fmla="*/ 392822 h 2442948"/>
                <a:gd name="connsiteX3182" fmla="*/ 1050307 w 1550288"/>
                <a:gd name="connsiteY3182" fmla="*/ 390089 h 2442948"/>
                <a:gd name="connsiteX3183" fmla="*/ 1047862 w 1550288"/>
                <a:gd name="connsiteY3183" fmla="*/ 387500 h 2442948"/>
                <a:gd name="connsiteX3184" fmla="*/ 1050307 w 1550288"/>
                <a:gd name="connsiteY3184" fmla="*/ 385055 h 2442948"/>
                <a:gd name="connsiteX3185" fmla="*/ 1058075 w 1550288"/>
                <a:gd name="connsiteY3185" fmla="*/ 377288 h 2442948"/>
                <a:gd name="connsiteX3186" fmla="*/ 1063109 w 1550288"/>
                <a:gd name="connsiteY3186" fmla="*/ 377288 h 2442948"/>
                <a:gd name="connsiteX3187" fmla="*/ 1068287 w 1550288"/>
                <a:gd name="connsiteY3187" fmla="*/ 372397 h 2442948"/>
                <a:gd name="connsiteX3188" fmla="*/ 1070732 w 1550288"/>
                <a:gd name="connsiteY3188" fmla="*/ 372397 h 2442948"/>
                <a:gd name="connsiteX3189" fmla="*/ 1070732 w 1550288"/>
                <a:gd name="connsiteY3189" fmla="*/ 367219 h 2442948"/>
                <a:gd name="connsiteX3190" fmla="*/ 1080945 w 1550288"/>
                <a:gd name="connsiteY3190" fmla="*/ 362184 h 2442948"/>
                <a:gd name="connsiteX3191" fmla="*/ 1083534 w 1550288"/>
                <a:gd name="connsiteY3191" fmla="*/ 357006 h 2442948"/>
                <a:gd name="connsiteX3192" fmla="*/ 1086267 w 1550288"/>
                <a:gd name="connsiteY3192" fmla="*/ 354417 h 2442948"/>
                <a:gd name="connsiteX3193" fmla="*/ 1091157 w 1550288"/>
                <a:gd name="connsiteY3193" fmla="*/ 351972 h 2442948"/>
                <a:gd name="connsiteX3194" fmla="*/ 1093603 w 1550288"/>
                <a:gd name="connsiteY3194" fmla="*/ 349239 h 2442948"/>
                <a:gd name="connsiteX3195" fmla="*/ 1103815 w 1550288"/>
                <a:gd name="connsiteY3195" fmla="*/ 349239 h 2442948"/>
                <a:gd name="connsiteX3196" fmla="*/ 1109137 w 1550288"/>
                <a:gd name="connsiteY3196" fmla="*/ 344205 h 2442948"/>
                <a:gd name="connsiteX3197" fmla="*/ 1116761 w 1550288"/>
                <a:gd name="connsiteY3197" fmla="*/ 341759 h 2442948"/>
                <a:gd name="connsiteX3198" fmla="*/ 1116761 w 1550288"/>
                <a:gd name="connsiteY3198" fmla="*/ 336581 h 2442948"/>
                <a:gd name="connsiteX3199" fmla="*/ 1121795 w 1550288"/>
                <a:gd name="connsiteY3199" fmla="*/ 333992 h 2442948"/>
                <a:gd name="connsiteX3200" fmla="*/ 1231399 w 1550288"/>
                <a:gd name="connsiteY3200" fmla="*/ 300909 h 2442948"/>
                <a:gd name="connsiteX3201" fmla="*/ 1234132 w 1550288"/>
                <a:gd name="connsiteY3201" fmla="*/ 300909 h 2442948"/>
                <a:gd name="connsiteX3202" fmla="*/ 1239022 w 1550288"/>
                <a:gd name="connsiteY3202" fmla="*/ 300909 h 2442948"/>
                <a:gd name="connsiteX3203" fmla="*/ 1234132 w 1550288"/>
                <a:gd name="connsiteY3203" fmla="*/ 305943 h 2442948"/>
                <a:gd name="connsiteX3204" fmla="*/ 1239022 w 1550288"/>
                <a:gd name="connsiteY3204" fmla="*/ 305943 h 2442948"/>
                <a:gd name="connsiteX3205" fmla="*/ 1246790 w 1550288"/>
                <a:gd name="connsiteY3205" fmla="*/ 303354 h 2442948"/>
                <a:gd name="connsiteX3206" fmla="*/ 1246790 w 1550288"/>
                <a:gd name="connsiteY3206" fmla="*/ 308676 h 2442948"/>
                <a:gd name="connsiteX3207" fmla="*/ 1249235 w 1550288"/>
                <a:gd name="connsiteY3207" fmla="*/ 308676 h 2442948"/>
                <a:gd name="connsiteX3208" fmla="*/ 1249235 w 1550288"/>
                <a:gd name="connsiteY3208" fmla="*/ 311121 h 2442948"/>
                <a:gd name="connsiteX3209" fmla="*/ 1254413 w 1550288"/>
                <a:gd name="connsiteY3209" fmla="*/ 313567 h 2442948"/>
                <a:gd name="connsiteX3210" fmla="*/ 1254413 w 1550288"/>
                <a:gd name="connsiteY3210" fmla="*/ 323779 h 2442948"/>
                <a:gd name="connsiteX3211" fmla="*/ 1251680 w 1550288"/>
                <a:gd name="connsiteY3211" fmla="*/ 328814 h 2442948"/>
                <a:gd name="connsiteX3212" fmla="*/ 1249235 w 1550288"/>
                <a:gd name="connsiteY3212" fmla="*/ 328814 h 2442948"/>
                <a:gd name="connsiteX3213" fmla="*/ 1251680 w 1550288"/>
                <a:gd name="connsiteY3213" fmla="*/ 331547 h 2442948"/>
                <a:gd name="connsiteX3214" fmla="*/ 1249235 w 1550288"/>
                <a:gd name="connsiteY3214" fmla="*/ 333992 h 2442948"/>
                <a:gd name="connsiteX3215" fmla="*/ 1251680 w 1550288"/>
                <a:gd name="connsiteY3215" fmla="*/ 336581 h 2442948"/>
                <a:gd name="connsiteX3216" fmla="*/ 1251680 w 1550288"/>
                <a:gd name="connsiteY3216" fmla="*/ 339026 h 2442948"/>
                <a:gd name="connsiteX3217" fmla="*/ 1251680 w 1550288"/>
                <a:gd name="connsiteY3217" fmla="*/ 341759 h 2442948"/>
                <a:gd name="connsiteX3218" fmla="*/ 1254413 w 1550288"/>
                <a:gd name="connsiteY3218" fmla="*/ 341759 h 2442948"/>
                <a:gd name="connsiteX3219" fmla="*/ 1254413 w 1550288"/>
                <a:gd name="connsiteY3219" fmla="*/ 344204 h 2442948"/>
                <a:gd name="connsiteX3220" fmla="*/ 1249235 w 1550288"/>
                <a:gd name="connsiteY3220" fmla="*/ 346793 h 2442948"/>
                <a:gd name="connsiteX3221" fmla="*/ 1251680 w 1550288"/>
                <a:gd name="connsiteY3221" fmla="*/ 351972 h 2442948"/>
                <a:gd name="connsiteX3222" fmla="*/ 1254413 w 1550288"/>
                <a:gd name="connsiteY3222" fmla="*/ 351972 h 2442948"/>
                <a:gd name="connsiteX3223" fmla="*/ 1257002 w 1550288"/>
                <a:gd name="connsiteY3223" fmla="*/ 351972 h 2442948"/>
                <a:gd name="connsiteX3224" fmla="*/ 1261893 w 1550288"/>
                <a:gd name="connsiteY3224" fmla="*/ 351972 h 2442948"/>
                <a:gd name="connsiteX3225" fmla="*/ 1267215 w 1550288"/>
                <a:gd name="connsiteY3225" fmla="*/ 349239 h 2442948"/>
                <a:gd name="connsiteX3226" fmla="*/ 1272105 w 1550288"/>
                <a:gd name="connsiteY3226" fmla="*/ 351972 h 2442948"/>
                <a:gd name="connsiteX3227" fmla="*/ 1272105 w 1550288"/>
                <a:gd name="connsiteY3227" fmla="*/ 349239 h 2442948"/>
                <a:gd name="connsiteX3228" fmla="*/ 1274694 w 1550288"/>
                <a:gd name="connsiteY3228" fmla="*/ 346793 h 2442948"/>
                <a:gd name="connsiteX3229" fmla="*/ 1279872 w 1550288"/>
                <a:gd name="connsiteY3229" fmla="*/ 346793 h 2442948"/>
                <a:gd name="connsiteX3230" fmla="*/ 1282318 w 1550288"/>
                <a:gd name="connsiteY3230" fmla="*/ 349239 h 2442948"/>
                <a:gd name="connsiteX3231" fmla="*/ 1284907 w 1550288"/>
                <a:gd name="connsiteY3231" fmla="*/ 349239 h 2442948"/>
                <a:gd name="connsiteX3232" fmla="*/ 1287640 w 1550288"/>
                <a:gd name="connsiteY3232" fmla="*/ 346793 h 2442948"/>
                <a:gd name="connsiteX3233" fmla="*/ 1292530 w 1550288"/>
                <a:gd name="connsiteY3233" fmla="*/ 354417 h 2442948"/>
                <a:gd name="connsiteX3234" fmla="*/ 1290085 w 1550288"/>
                <a:gd name="connsiteY3234" fmla="*/ 357006 h 2442948"/>
                <a:gd name="connsiteX3235" fmla="*/ 1295119 w 1550288"/>
                <a:gd name="connsiteY3235" fmla="*/ 357006 h 2442948"/>
                <a:gd name="connsiteX3236" fmla="*/ 1292530 w 1550288"/>
                <a:gd name="connsiteY3236" fmla="*/ 359451 h 2442948"/>
                <a:gd name="connsiteX3237" fmla="*/ 1295119 w 1550288"/>
                <a:gd name="connsiteY3237" fmla="*/ 359451 h 2442948"/>
                <a:gd name="connsiteX3238" fmla="*/ 1300297 w 1550288"/>
                <a:gd name="connsiteY3238" fmla="*/ 362184 h 2442948"/>
                <a:gd name="connsiteX3239" fmla="*/ 1300297 w 1550288"/>
                <a:gd name="connsiteY3239" fmla="*/ 364629 h 2442948"/>
                <a:gd name="connsiteX3240" fmla="*/ 1302743 w 1550288"/>
                <a:gd name="connsiteY3240" fmla="*/ 364629 h 2442948"/>
                <a:gd name="connsiteX3241" fmla="*/ 1305332 w 1550288"/>
                <a:gd name="connsiteY3241" fmla="*/ 364629 h 2442948"/>
                <a:gd name="connsiteX3242" fmla="*/ 1302743 w 1550288"/>
                <a:gd name="connsiteY3242" fmla="*/ 367218 h 2442948"/>
                <a:gd name="connsiteX3243" fmla="*/ 1300297 w 1550288"/>
                <a:gd name="connsiteY3243" fmla="*/ 369664 h 2442948"/>
                <a:gd name="connsiteX3244" fmla="*/ 1297852 w 1550288"/>
                <a:gd name="connsiteY3244" fmla="*/ 374842 h 2442948"/>
                <a:gd name="connsiteX3245" fmla="*/ 1300297 w 1550288"/>
                <a:gd name="connsiteY3245" fmla="*/ 379876 h 2442948"/>
                <a:gd name="connsiteX3246" fmla="*/ 1300297 w 1550288"/>
                <a:gd name="connsiteY3246" fmla="*/ 385054 h 2442948"/>
                <a:gd name="connsiteX3247" fmla="*/ 1302743 w 1550288"/>
                <a:gd name="connsiteY3247" fmla="*/ 385054 h 2442948"/>
                <a:gd name="connsiteX3248" fmla="*/ 1302743 w 1550288"/>
                <a:gd name="connsiteY3248" fmla="*/ 387500 h 2442948"/>
                <a:gd name="connsiteX3249" fmla="*/ 1312955 w 1550288"/>
                <a:gd name="connsiteY3249" fmla="*/ 392822 h 2442948"/>
                <a:gd name="connsiteX3250" fmla="*/ 1315401 w 1550288"/>
                <a:gd name="connsiteY3250" fmla="*/ 400301 h 2442948"/>
                <a:gd name="connsiteX3251" fmla="*/ 1320722 w 1550288"/>
                <a:gd name="connsiteY3251" fmla="*/ 403034 h 2442948"/>
                <a:gd name="connsiteX3252" fmla="*/ 1320722 w 1550288"/>
                <a:gd name="connsiteY3252" fmla="*/ 407925 h 2442948"/>
                <a:gd name="connsiteX3253" fmla="*/ 1318277 w 1550288"/>
                <a:gd name="connsiteY3253" fmla="*/ 407925 h 2442948"/>
                <a:gd name="connsiteX3254" fmla="*/ 1312955 w 1550288"/>
                <a:gd name="connsiteY3254" fmla="*/ 410514 h 2442948"/>
                <a:gd name="connsiteX3255" fmla="*/ 1305332 w 1550288"/>
                <a:gd name="connsiteY3255" fmla="*/ 410514 h 2442948"/>
                <a:gd name="connsiteX3256" fmla="*/ 1305332 w 1550288"/>
                <a:gd name="connsiteY3256" fmla="*/ 413247 h 2442948"/>
                <a:gd name="connsiteX3257" fmla="*/ 1302743 w 1550288"/>
                <a:gd name="connsiteY3257" fmla="*/ 413247 h 2442948"/>
                <a:gd name="connsiteX3258" fmla="*/ 1302743 w 1550288"/>
                <a:gd name="connsiteY3258" fmla="*/ 415692 h 2442948"/>
                <a:gd name="connsiteX3259" fmla="*/ 1300297 w 1550288"/>
                <a:gd name="connsiteY3259" fmla="*/ 418137 h 2442948"/>
                <a:gd name="connsiteX3260" fmla="*/ 1305332 w 1550288"/>
                <a:gd name="connsiteY3260" fmla="*/ 418137 h 2442948"/>
                <a:gd name="connsiteX3261" fmla="*/ 1308065 w 1550288"/>
                <a:gd name="connsiteY3261" fmla="*/ 418137 h 2442948"/>
                <a:gd name="connsiteX3262" fmla="*/ 1310510 w 1550288"/>
                <a:gd name="connsiteY3262" fmla="*/ 420726 h 2442948"/>
                <a:gd name="connsiteX3263" fmla="*/ 1312955 w 1550288"/>
                <a:gd name="connsiteY3263" fmla="*/ 418137 h 2442948"/>
                <a:gd name="connsiteX3264" fmla="*/ 1320722 w 1550288"/>
                <a:gd name="connsiteY3264" fmla="*/ 418137 h 2442948"/>
                <a:gd name="connsiteX3265" fmla="*/ 1325757 w 1550288"/>
                <a:gd name="connsiteY3265" fmla="*/ 418137 h 2442948"/>
                <a:gd name="connsiteX3266" fmla="*/ 1328490 w 1550288"/>
                <a:gd name="connsiteY3266" fmla="*/ 418137 h 2442948"/>
                <a:gd name="connsiteX3267" fmla="*/ 1325757 w 1550288"/>
                <a:gd name="connsiteY3267" fmla="*/ 423171 h 2442948"/>
                <a:gd name="connsiteX3268" fmla="*/ 1320722 w 1550288"/>
                <a:gd name="connsiteY3268" fmla="*/ 420726 h 2442948"/>
                <a:gd name="connsiteX3269" fmla="*/ 1323168 w 1550288"/>
                <a:gd name="connsiteY3269" fmla="*/ 423171 h 2442948"/>
                <a:gd name="connsiteX3270" fmla="*/ 1323168 w 1550288"/>
                <a:gd name="connsiteY3270" fmla="*/ 425904 h 2442948"/>
                <a:gd name="connsiteX3271" fmla="*/ 1325757 w 1550288"/>
                <a:gd name="connsiteY3271" fmla="*/ 425904 h 2442948"/>
                <a:gd name="connsiteX3272" fmla="*/ 1325757 w 1550288"/>
                <a:gd name="connsiteY3272" fmla="*/ 428350 h 2442948"/>
                <a:gd name="connsiteX3273" fmla="*/ 1325757 w 1550288"/>
                <a:gd name="connsiteY3273" fmla="*/ 433384 h 2442948"/>
                <a:gd name="connsiteX3274" fmla="*/ 1328490 w 1550288"/>
                <a:gd name="connsiteY3274" fmla="*/ 436117 h 2442948"/>
                <a:gd name="connsiteX3275" fmla="*/ 1325757 w 1550288"/>
                <a:gd name="connsiteY3275" fmla="*/ 443596 h 2442948"/>
                <a:gd name="connsiteX3276" fmla="*/ 1325757 w 1550288"/>
                <a:gd name="connsiteY3276" fmla="*/ 448775 h 2442948"/>
                <a:gd name="connsiteX3277" fmla="*/ 1323168 w 1550288"/>
                <a:gd name="connsiteY3277" fmla="*/ 448775 h 2442948"/>
                <a:gd name="connsiteX3278" fmla="*/ 1325757 w 1550288"/>
                <a:gd name="connsiteY3278" fmla="*/ 456542 h 2442948"/>
                <a:gd name="connsiteX3279" fmla="*/ 1325757 w 1550288"/>
                <a:gd name="connsiteY3279" fmla="*/ 458987 h 2442948"/>
                <a:gd name="connsiteX3280" fmla="*/ 1325757 w 1550288"/>
                <a:gd name="connsiteY3280" fmla="*/ 464022 h 2442948"/>
                <a:gd name="connsiteX3281" fmla="*/ 1335970 w 1550288"/>
                <a:gd name="connsiteY3281" fmla="*/ 464022 h 2442948"/>
                <a:gd name="connsiteX3282" fmla="*/ 1341148 w 1550288"/>
                <a:gd name="connsiteY3282" fmla="*/ 461432 h 2442948"/>
                <a:gd name="connsiteX3283" fmla="*/ 1343593 w 1550288"/>
                <a:gd name="connsiteY3283" fmla="*/ 458987 h 2442948"/>
                <a:gd name="connsiteX3284" fmla="*/ 1348627 w 1550288"/>
                <a:gd name="connsiteY3284" fmla="*/ 461432 h 2442948"/>
                <a:gd name="connsiteX3285" fmla="*/ 1351360 w 1550288"/>
                <a:gd name="connsiteY3285" fmla="*/ 461432 h 2442948"/>
                <a:gd name="connsiteX3286" fmla="*/ 1353805 w 1550288"/>
                <a:gd name="connsiteY3286" fmla="*/ 461432 h 2442948"/>
                <a:gd name="connsiteX3287" fmla="*/ 1356251 w 1550288"/>
                <a:gd name="connsiteY3287" fmla="*/ 466754 h 2442948"/>
                <a:gd name="connsiteX3288" fmla="*/ 1369052 w 1550288"/>
                <a:gd name="connsiteY3288" fmla="*/ 466754 h 2442948"/>
                <a:gd name="connsiteX3289" fmla="*/ 1374230 w 1550288"/>
                <a:gd name="connsiteY3289" fmla="*/ 471789 h 2442948"/>
                <a:gd name="connsiteX3290" fmla="*/ 1376676 w 1550288"/>
                <a:gd name="connsiteY3290" fmla="*/ 471789 h 2442948"/>
                <a:gd name="connsiteX3291" fmla="*/ 1374230 w 1550288"/>
                <a:gd name="connsiteY3291" fmla="*/ 481857 h 2442948"/>
                <a:gd name="connsiteX3292" fmla="*/ 1371785 w 1550288"/>
                <a:gd name="connsiteY3292" fmla="*/ 494659 h 2442948"/>
                <a:gd name="connsiteX3293" fmla="*/ 1366463 w 1550288"/>
                <a:gd name="connsiteY3293" fmla="*/ 522707 h 2442948"/>
                <a:gd name="connsiteX3294" fmla="*/ 1364018 w 1550288"/>
                <a:gd name="connsiteY3294" fmla="*/ 550900 h 2442948"/>
                <a:gd name="connsiteX3295" fmla="*/ 1361573 w 1550288"/>
                <a:gd name="connsiteY3295" fmla="*/ 563558 h 2442948"/>
                <a:gd name="connsiteX3296" fmla="*/ 1358840 w 1550288"/>
                <a:gd name="connsiteY3296" fmla="*/ 563558 h 2442948"/>
                <a:gd name="connsiteX3297" fmla="*/ 1351360 w 1550288"/>
                <a:gd name="connsiteY3297" fmla="*/ 568592 h 2442948"/>
                <a:gd name="connsiteX3298" fmla="*/ 1351360 w 1550288"/>
                <a:gd name="connsiteY3298" fmla="*/ 566003 h 2442948"/>
                <a:gd name="connsiteX3299" fmla="*/ 1348627 w 1550288"/>
                <a:gd name="connsiteY3299" fmla="*/ 566003 h 2442948"/>
                <a:gd name="connsiteX3300" fmla="*/ 1341148 w 1550288"/>
                <a:gd name="connsiteY3300" fmla="*/ 563558 h 2442948"/>
                <a:gd name="connsiteX3301" fmla="*/ 1341148 w 1550288"/>
                <a:gd name="connsiteY3301" fmla="*/ 566003 h 2442948"/>
                <a:gd name="connsiteX3302" fmla="*/ 1343593 w 1550288"/>
                <a:gd name="connsiteY3302" fmla="*/ 568592 h 2442948"/>
                <a:gd name="connsiteX3303" fmla="*/ 1341148 w 1550288"/>
                <a:gd name="connsiteY3303" fmla="*/ 571325 h 2442948"/>
                <a:gd name="connsiteX3304" fmla="*/ 1338702 w 1550288"/>
                <a:gd name="connsiteY3304" fmla="*/ 571325 h 2442948"/>
                <a:gd name="connsiteX3305" fmla="*/ 1335970 w 1550288"/>
                <a:gd name="connsiteY3305" fmla="*/ 571325 h 2442948"/>
                <a:gd name="connsiteX3306" fmla="*/ 1335970 w 1550288"/>
                <a:gd name="connsiteY3306" fmla="*/ 568592 h 2442948"/>
                <a:gd name="connsiteX3307" fmla="*/ 1333380 w 1550288"/>
                <a:gd name="connsiteY3307" fmla="*/ 568592 h 2442948"/>
                <a:gd name="connsiteX3308" fmla="*/ 1333380 w 1550288"/>
                <a:gd name="connsiteY3308" fmla="*/ 571325 h 2442948"/>
                <a:gd name="connsiteX3309" fmla="*/ 1330935 w 1550288"/>
                <a:gd name="connsiteY3309" fmla="*/ 571325 h 2442948"/>
                <a:gd name="connsiteX3310" fmla="*/ 1330935 w 1550288"/>
                <a:gd name="connsiteY3310" fmla="*/ 568592 h 2442948"/>
                <a:gd name="connsiteX3311" fmla="*/ 1328490 w 1550288"/>
                <a:gd name="connsiteY3311" fmla="*/ 571325 h 2442948"/>
                <a:gd name="connsiteX3312" fmla="*/ 1328490 w 1550288"/>
                <a:gd name="connsiteY3312" fmla="*/ 573770 h 2442948"/>
                <a:gd name="connsiteX3313" fmla="*/ 1330935 w 1550288"/>
                <a:gd name="connsiteY3313" fmla="*/ 578804 h 2442948"/>
                <a:gd name="connsiteX3314" fmla="*/ 1328490 w 1550288"/>
                <a:gd name="connsiteY3314" fmla="*/ 581537 h 2442948"/>
                <a:gd name="connsiteX3315" fmla="*/ 1325757 w 1550288"/>
                <a:gd name="connsiteY3315" fmla="*/ 583983 h 2442948"/>
                <a:gd name="connsiteX3316" fmla="*/ 1323168 w 1550288"/>
                <a:gd name="connsiteY3316" fmla="*/ 583983 h 2442948"/>
                <a:gd name="connsiteX3317" fmla="*/ 1320722 w 1550288"/>
                <a:gd name="connsiteY3317" fmla="*/ 586428 h 2442948"/>
                <a:gd name="connsiteX3318" fmla="*/ 1315401 w 1550288"/>
                <a:gd name="connsiteY3318" fmla="*/ 586428 h 2442948"/>
                <a:gd name="connsiteX3319" fmla="*/ 1312955 w 1550288"/>
                <a:gd name="connsiteY3319" fmla="*/ 589017 h 2442948"/>
                <a:gd name="connsiteX3320" fmla="*/ 1308065 w 1550288"/>
                <a:gd name="connsiteY3320" fmla="*/ 591750 h 2442948"/>
                <a:gd name="connsiteX3321" fmla="*/ 1305332 w 1550288"/>
                <a:gd name="connsiteY3321" fmla="*/ 591750 h 2442948"/>
                <a:gd name="connsiteX3322" fmla="*/ 1302743 w 1550288"/>
                <a:gd name="connsiteY3322" fmla="*/ 596640 h 2442948"/>
                <a:gd name="connsiteX3323" fmla="*/ 1297852 w 1550288"/>
                <a:gd name="connsiteY3323" fmla="*/ 594195 h 2442948"/>
                <a:gd name="connsiteX3324" fmla="*/ 1284907 w 1550288"/>
                <a:gd name="connsiteY3324" fmla="*/ 604408 h 2442948"/>
                <a:gd name="connsiteX3325" fmla="*/ 1277427 w 1550288"/>
                <a:gd name="connsiteY3325" fmla="*/ 604408 h 2442948"/>
                <a:gd name="connsiteX3326" fmla="*/ 1272105 w 1550288"/>
                <a:gd name="connsiteY3326" fmla="*/ 606853 h 2442948"/>
                <a:gd name="connsiteX3327" fmla="*/ 1251680 w 1550288"/>
                <a:gd name="connsiteY3327" fmla="*/ 609442 h 2442948"/>
                <a:gd name="connsiteX3328" fmla="*/ 1249235 w 1550288"/>
                <a:gd name="connsiteY3328" fmla="*/ 609442 h 2442948"/>
                <a:gd name="connsiteX3329" fmla="*/ 1246790 w 1550288"/>
                <a:gd name="connsiteY3329" fmla="*/ 609442 h 2442948"/>
                <a:gd name="connsiteX3330" fmla="*/ 1231399 w 1550288"/>
                <a:gd name="connsiteY3330" fmla="*/ 606853 h 2442948"/>
                <a:gd name="connsiteX3331" fmla="*/ 1218597 w 1550288"/>
                <a:gd name="connsiteY3331" fmla="*/ 599230 h 2442948"/>
                <a:gd name="connsiteX3332" fmla="*/ 1208385 w 1550288"/>
                <a:gd name="connsiteY3332" fmla="*/ 594195 h 2442948"/>
                <a:gd name="connsiteX3333" fmla="*/ 1208385 w 1550288"/>
                <a:gd name="connsiteY3333" fmla="*/ 589017 h 2442948"/>
                <a:gd name="connsiteX3334" fmla="*/ 1198172 w 1550288"/>
                <a:gd name="connsiteY3334" fmla="*/ 578804 h 2442948"/>
                <a:gd name="connsiteX3335" fmla="*/ 1198172 w 1550288"/>
                <a:gd name="connsiteY3335" fmla="*/ 576215 h 2442948"/>
                <a:gd name="connsiteX3336" fmla="*/ 1195727 w 1550288"/>
                <a:gd name="connsiteY3336" fmla="*/ 573770 h 2442948"/>
                <a:gd name="connsiteX3337" fmla="*/ 1193282 w 1550288"/>
                <a:gd name="connsiteY3337" fmla="*/ 568592 h 2442948"/>
                <a:gd name="connsiteX3338" fmla="*/ 1190693 w 1550288"/>
                <a:gd name="connsiteY3338" fmla="*/ 561112 h 2442948"/>
                <a:gd name="connsiteX3339" fmla="*/ 1190693 w 1550288"/>
                <a:gd name="connsiteY3339" fmla="*/ 555790 h 2442948"/>
                <a:gd name="connsiteX3340" fmla="*/ 1198172 w 1550288"/>
                <a:gd name="connsiteY3340" fmla="*/ 550900 h 2442948"/>
                <a:gd name="connsiteX3341" fmla="*/ 1210974 w 1550288"/>
                <a:gd name="connsiteY3341" fmla="*/ 545722 h 2442948"/>
                <a:gd name="connsiteX3342" fmla="*/ 1216152 w 1550288"/>
                <a:gd name="connsiteY3342" fmla="*/ 543133 h 2442948"/>
                <a:gd name="connsiteX3343" fmla="*/ 1226365 w 1550288"/>
                <a:gd name="connsiteY3343" fmla="*/ 543133 h 2442948"/>
                <a:gd name="connsiteX3344" fmla="*/ 1236577 w 1550288"/>
                <a:gd name="connsiteY3344" fmla="*/ 543133 h 2442948"/>
                <a:gd name="connsiteX3345" fmla="*/ 1239022 w 1550288"/>
                <a:gd name="connsiteY3345" fmla="*/ 545722 h 2442948"/>
                <a:gd name="connsiteX3346" fmla="*/ 1241468 w 1550288"/>
                <a:gd name="connsiteY3346" fmla="*/ 545722 h 2442948"/>
                <a:gd name="connsiteX3347" fmla="*/ 1239022 w 1550288"/>
                <a:gd name="connsiteY3347" fmla="*/ 543133 h 2442948"/>
                <a:gd name="connsiteX3348" fmla="*/ 1239022 w 1550288"/>
                <a:gd name="connsiteY3348" fmla="*/ 540687 h 2442948"/>
                <a:gd name="connsiteX3349" fmla="*/ 1236577 w 1550288"/>
                <a:gd name="connsiteY3349" fmla="*/ 537954 h 2442948"/>
                <a:gd name="connsiteX3350" fmla="*/ 1241468 w 1550288"/>
                <a:gd name="connsiteY3350" fmla="*/ 537954 h 2442948"/>
                <a:gd name="connsiteX3351" fmla="*/ 1244344 w 1550288"/>
                <a:gd name="connsiteY3351" fmla="*/ 535365 h 2442948"/>
                <a:gd name="connsiteX3352" fmla="*/ 1246790 w 1550288"/>
                <a:gd name="connsiteY3352" fmla="*/ 532920 h 2442948"/>
                <a:gd name="connsiteX3353" fmla="*/ 1254413 w 1550288"/>
                <a:gd name="connsiteY3353" fmla="*/ 527742 h 2442948"/>
                <a:gd name="connsiteX3354" fmla="*/ 1267215 w 1550288"/>
                <a:gd name="connsiteY3354" fmla="*/ 527742 h 2442948"/>
                <a:gd name="connsiteX3355" fmla="*/ 1274694 w 1550288"/>
                <a:gd name="connsiteY3355" fmla="*/ 530475 h 2442948"/>
                <a:gd name="connsiteX3356" fmla="*/ 1282318 w 1550288"/>
                <a:gd name="connsiteY3356" fmla="*/ 530475 h 2442948"/>
                <a:gd name="connsiteX3357" fmla="*/ 1284907 w 1550288"/>
                <a:gd name="connsiteY3357" fmla="*/ 530475 h 2442948"/>
                <a:gd name="connsiteX3358" fmla="*/ 1290085 w 1550288"/>
                <a:gd name="connsiteY3358" fmla="*/ 530475 h 2442948"/>
                <a:gd name="connsiteX3359" fmla="*/ 1292530 w 1550288"/>
                <a:gd name="connsiteY3359" fmla="*/ 532920 h 2442948"/>
                <a:gd name="connsiteX3360" fmla="*/ 1297852 w 1550288"/>
                <a:gd name="connsiteY3360" fmla="*/ 535365 h 2442948"/>
                <a:gd name="connsiteX3361" fmla="*/ 1305332 w 1550288"/>
                <a:gd name="connsiteY3361" fmla="*/ 532920 h 2442948"/>
                <a:gd name="connsiteX3362" fmla="*/ 1305332 w 1550288"/>
                <a:gd name="connsiteY3362" fmla="*/ 530475 h 2442948"/>
                <a:gd name="connsiteX3363" fmla="*/ 1305332 w 1550288"/>
                <a:gd name="connsiteY3363" fmla="*/ 527742 h 2442948"/>
                <a:gd name="connsiteX3364" fmla="*/ 1302743 w 1550288"/>
                <a:gd name="connsiteY3364" fmla="*/ 527742 h 2442948"/>
                <a:gd name="connsiteX3365" fmla="*/ 1302743 w 1550288"/>
                <a:gd name="connsiteY3365" fmla="*/ 525297 h 2442948"/>
                <a:gd name="connsiteX3366" fmla="*/ 1310510 w 1550288"/>
                <a:gd name="connsiteY3366" fmla="*/ 525297 h 2442948"/>
                <a:gd name="connsiteX3367" fmla="*/ 1312955 w 1550288"/>
                <a:gd name="connsiteY3367" fmla="*/ 525297 h 2442948"/>
                <a:gd name="connsiteX3368" fmla="*/ 1312955 w 1550288"/>
                <a:gd name="connsiteY3368" fmla="*/ 522707 h 2442948"/>
                <a:gd name="connsiteX3369" fmla="*/ 1312955 w 1550288"/>
                <a:gd name="connsiteY3369" fmla="*/ 520262 h 2442948"/>
                <a:gd name="connsiteX3370" fmla="*/ 1315401 w 1550288"/>
                <a:gd name="connsiteY3370" fmla="*/ 520262 h 2442948"/>
                <a:gd name="connsiteX3371" fmla="*/ 1325757 w 1550288"/>
                <a:gd name="connsiteY3371" fmla="*/ 515084 h 2442948"/>
                <a:gd name="connsiteX3372" fmla="*/ 1325757 w 1550288"/>
                <a:gd name="connsiteY3372" fmla="*/ 512495 h 2442948"/>
                <a:gd name="connsiteX3373" fmla="*/ 1330935 w 1550288"/>
                <a:gd name="connsiteY3373" fmla="*/ 504872 h 2442948"/>
                <a:gd name="connsiteX3374" fmla="*/ 1328490 w 1550288"/>
                <a:gd name="connsiteY3374" fmla="*/ 504872 h 2442948"/>
                <a:gd name="connsiteX3375" fmla="*/ 1325757 w 1550288"/>
                <a:gd name="connsiteY3375" fmla="*/ 499837 h 2442948"/>
                <a:gd name="connsiteX3376" fmla="*/ 1323168 w 1550288"/>
                <a:gd name="connsiteY3376" fmla="*/ 502282 h 2442948"/>
                <a:gd name="connsiteX3377" fmla="*/ 1320722 w 1550288"/>
                <a:gd name="connsiteY3377" fmla="*/ 499837 h 2442948"/>
                <a:gd name="connsiteX3378" fmla="*/ 1320722 w 1550288"/>
                <a:gd name="connsiteY3378" fmla="*/ 504872 h 2442948"/>
                <a:gd name="connsiteX3379" fmla="*/ 1315401 w 1550288"/>
                <a:gd name="connsiteY3379" fmla="*/ 510050 h 2442948"/>
                <a:gd name="connsiteX3380" fmla="*/ 1312955 w 1550288"/>
                <a:gd name="connsiteY3380" fmla="*/ 510050 h 2442948"/>
                <a:gd name="connsiteX3381" fmla="*/ 1312955 w 1550288"/>
                <a:gd name="connsiteY3381" fmla="*/ 512495 h 2442948"/>
                <a:gd name="connsiteX3382" fmla="*/ 1308065 w 1550288"/>
                <a:gd name="connsiteY3382" fmla="*/ 512495 h 2442948"/>
                <a:gd name="connsiteX3383" fmla="*/ 1308065 w 1550288"/>
                <a:gd name="connsiteY3383" fmla="*/ 510050 h 2442948"/>
                <a:gd name="connsiteX3384" fmla="*/ 1305332 w 1550288"/>
                <a:gd name="connsiteY3384" fmla="*/ 510050 h 2442948"/>
                <a:gd name="connsiteX3385" fmla="*/ 1305332 w 1550288"/>
                <a:gd name="connsiteY3385" fmla="*/ 512495 h 2442948"/>
                <a:gd name="connsiteX3386" fmla="*/ 1308065 w 1550288"/>
                <a:gd name="connsiteY3386" fmla="*/ 515084 h 2442948"/>
                <a:gd name="connsiteX3387" fmla="*/ 1305332 w 1550288"/>
                <a:gd name="connsiteY3387" fmla="*/ 515084 h 2442948"/>
                <a:gd name="connsiteX3388" fmla="*/ 1302743 w 1550288"/>
                <a:gd name="connsiteY3388" fmla="*/ 515084 h 2442948"/>
                <a:gd name="connsiteX3389" fmla="*/ 1300297 w 1550288"/>
                <a:gd name="connsiteY3389" fmla="*/ 512495 h 2442948"/>
                <a:gd name="connsiteX3390" fmla="*/ 1300297 w 1550288"/>
                <a:gd name="connsiteY3390" fmla="*/ 510050 h 2442948"/>
                <a:gd name="connsiteX3391" fmla="*/ 1297852 w 1550288"/>
                <a:gd name="connsiteY3391" fmla="*/ 510050 h 2442948"/>
                <a:gd name="connsiteX3392" fmla="*/ 1295119 w 1550288"/>
                <a:gd name="connsiteY3392" fmla="*/ 512495 h 2442948"/>
                <a:gd name="connsiteX3393" fmla="*/ 1295119 w 1550288"/>
                <a:gd name="connsiteY3393" fmla="*/ 515084 h 2442948"/>
                <a:gd name="connsiteX3394" fmla="*/ 1292530 w 1550288"/>
                <a:gd name="connsiteY3394" fmla="*/ 512495 h 2442948"/>
                <a:gd name="connsiteX3395" fmla="*/ 1287640 w 1550288"/>
                <a:gd name="connsiteY3395" fmla="*/ 512495 h 2442948"/>
                <a:gd name="connsiteX3396" fmla="*/ 1282318 w 1550288"/>
                <a:gd name="connsiteY3396" fmla="*/ 512495 h 2442948"/>
                <a:gd name="connsiteX3397" fmla="*/ 1274694 w 1550288"/>
                <a:gd name="connsiteY3397" fmla="*/ 512495 h 2442948"/>
                <a:gd name="connsiteX3398" fmla="*/ 1274694 w 1550288"/>
                <a:gd name="connsiteY3398" fmla="*/ 507317 h 2442948"/>
                <a:gd name="connsiteX3399" fmla="*/ 1277427 w 1550288"/>
                <a:gd name="connsiteY3399" fmla="*/ 507317 h 2442948"/>
                <a:gd name="connsiteX3400" fmla="*/ 1279872 w 1550288"/>
                <a:gd name="connsiteY3400" fmla="*/ 504872 h 2442948"/>
                <a:gd name="connsiteX3401" fmla="*/ 1282318 w 1550288"/>
                <a:gd name="connsiteY3401" fmla="*/ 502282 h 2442948"/>
                <a:gd name="connsiteX3402" fmla="*/ 1277427 w 1550288"/>
                <a:gd name="connsiteY3402" fmla="*/ 499837 h 2442948"/>
                <a:gd name="connsiteX3403" fmla="*/ 1279872 w 1550288"/>
                <a:gd name="connsiteY3403" fmla="*/ 499837 h 2442948"/>
                <a:gd name="connsiteX3404" fmla="*/ 1279872 w 1550288"/>
                <a:gd name="connsiteY3404" fmla="*/ 497392 h 2442948"/>
                <a:gd name="connsiteX3405" fmla="*/ 1279872 w 1550288"/>
                <a:gd name="connsiteY3405" fmla="*/ 494659 h 2442948"/>
                <a:gd name="connsiteX3406" fmla="*/ 1274694 w 1550288"/>
                <a:gd name="connsiteY3406" fmla="*/ 499837 h 2442948"/>
                <a:gd name="connsiteX3407" fmla="*/ 1274694 w 1550288"/>
                <a:gd name="connsiteY3407" fmla="*/ 502282 h 2442948"/>
                <a:gd name="connsiteX3408" fmla="*/ 1269660 w 1550288"/>
                <a:gd name="connsiteY3408" fmla="*/ 502282 h 2442948"/>
                <a:gd name="connsiteX3409" fmla="*/ 1269660 w 1550288"/>
                <a:gd name="connsiteY3409" fmla="*/ 499837 h 2442948"/>
                <a:gd name="connsiteX3410" fmla="*/ 1272105 w 1550288"/>
                <a:gd name="connsiteY3410" fmla="*/ 492070 h 2442948"/>
                <a:gd name="connsiteX3411" fmla="*/ 1269660 w 1550288"/>
                <a:gd name="connsiteY3411" fmla="*/ 489625 h 2442948"/>
                <a:gd name="connsiteX3412" fmla="*/ 1269660 w 1550288"/>
                <a:gd name="connsiteY3412" fmla="*/ 492070 h 2442948"/>
                <a:gd name="connsiteX3413" fmla="*/ 1267215 w 1550288"/>
                <a:gd name="connsiteY3413" fmla="*/ 492070 h 2442948"/>
                <a:gd name="connsiteX3414" fmla="*/ 1264626 w 1550288"/>
                <a:gd name="connsiteY3414" fmla="*/ 497392 h 2442948"/>
                <a:gd name="connsiteX3415" fmla="*/ 1267215 w 1550288"/>
                <a:gd name="connsiteY3415" fmla="*/ 504872 h 2442948"/>
                <a:gd name="connsiteX3416" fmla="*/ 1264626 w 1550288"/>
                <a:gd name="connsiteY3416" fmla="*/ 507317 h 2442948"/>
                <a:gd name="connsiteX3417" fmla="*/ 1264626 w 1550288"/>
                <a:gd name="connsiteY3417" fmla="*/ 510050 h 2442948"/>
                <a:gd name="connsiteX3418" fmla="*/ 1257002 w 1550288"/>
                <a:gd name="connsiteY3418" fmla="*/ 512495 h 2442948"/>
                <a:gd name="connsiteX3419" fmla="*/ 1251680 w 1550288"/>
                <a:gd name="connsiteY3419" fmla="*/ 512495 h 2442948"/>
                <a:gd name="connsiteX3420" fmla="*/ 1251680 w 1550288"/>
                <a:gd name="connsiteY3420" fmla="*/ 504872 h 2442948"/>
                <a:gd name="connsiteX3421" fmla="*/ 1244344 w 1550288"/>
                <a:gd name="connsiteY3421" fmla="*/ 512495 h 2442948"/>
                <a:gd name="connsiteX3422" fmla="*/ 1239022 w 1550288"/>
                <a:gd name="connsiteY3422" fmla="*/ 512495 h 2442948"/>
                <a:gd name="connsiteX3423" fmla="*/ 1234132 w 1550288"/>
                <a:gd name="connsiteY3423" fmla="*/ 510050 h 2442948"/>
                <a:gd name="connsiteX3424" fmla="*/ 1231399 w 1550288"/>
                <a:gd name="connsiteY3424" fmla="*/ 510050 h 2442948"/>
                <a:gd name="connsiteX3425" fmla="*/ 1228810 w 1550288"/>
                <a:gd name="connsiteY3425" fmla="*/ 512495 h 2442948"/>
                <a:gd name="connsiteX3426" fmla="*/ 1226365 w 1550288"/>
                <a:gd name="connsiteY3426" fmla="*/ 510050 h 2442948"/>
                <a:gd name="connsiteX3427" fmla="*/ 1221187 w 1550288"/>
                <a:gd name="connsiteY3427" fmla="*/ 512495 h 2442948"/>
                <a:gd name="connsiteX3428" fmla="*/ 1218597 w 1550288"/>
                <a:gd name="connsiteY3428" fmla="*/ 507317 h 2442948"/>
                <a:gd name="connsiteX3429" fmla="*/ 1223919 w 1550288"/>
                <a:gd name="connsiteY3429" fmla="*/ 499837 h 2442948"/>
                <a:gd name="connsiteX3430" fmla="*/ 1223919 w 1550288"/>
                <a:gd name="connsiteY3430" fmla="*/ 497392 h 2442948"/>
                <a:gd name="connsiteX3431" fmla="*/ 1228810 w 1550288"/>
                <a:gd name="connsiteY3431" fmla="*/ 497392 h 2442948"/>
                <a:gd name="connsiteX3432" fmla="*/ 1234132 w 1550288"/>
                <a:gd name="connsiteY3432" fmla="*/ 494659 h 2442948"/>
                <a:gd name="connsiteX3433" fmla="*/ 1234132 w 1550288"/>
                <a:gd name="connsiteY3433" fmla="*/ 492070 h 2442948"/>
                <a:gd name="connsiteX3434" fmla="*/ 1226365 w 1550288"/>
                <a:gd name="connsiteY3434" fmla="*/ 494659 h 2442948"/>
                <a:gd name="connsiteX3435" fmla="*/ 1223919 w 1550288"/>
                <a:gd name="connsiteY3435" fmla="*/ 494659 h 2442948"/>
                <a:gd name="connsiteX3436" fmla="*/ 1231399 w 1550288"/>
                <a:gd name="connsiteY3436" fmla="*/ 476967 h 2442948"/>
                <a:gd name="connsiteX3437" fmla="*/ 1234132 w 1550288"/>
                <a:gd name="connsiteY3437" fmla="*/ 474234 h 2442948"/>
                <a:gd name="connsiteX3438" fmla="*/ 1234132 w 1550288"/>
                <a:gd name="connsiteY3438" fmla="*/ 471789 h 2442948"/>
                <a:gd name="connsiteX3439" fmla="*/ 1241468 w 1550288"/>
                <a:gd name="connsiteY3439" fmla="*/ 471789 h 2442948"/>
                <a:gd name="connsiteX3440" fmla="*/ 1244344 w 1550288"/>
                <a:gd name="connsiteY3440" fmla="*/ 469200 h 2442948"/>
                <a:gd name="connsiteX3441" fmla="*/ 1246790 w 1550288"/>
                <a:gd name="connsiteY3441" fmla="*/ 466754 h 2442948"/>
                <a:gd name="connsiteX3442" fmla="*/ 1251680 w 1550288"/>
                <a:gd name="connsiteY3442" fmla="*/ 466754 h 2442948"/>
                <a:gd name="connsiteX3443" fmla="*/ 1251680 w 1550288"/>
                <a:gd name="connsiteY3443" fmla="*/ 464022 h 2442948"/>
                <a:gd name="connsiteX3444" fmla="*/ 1246790 w 1550288"/>
                <a:gd name="connsiteY3444" fmla="*/ 464022 h 2442948"/>
                <a:gd name="connsiteX3445" fmla="*/ 1249235 w 1550288"/>
                <a:gd name="connsiteY3445" fmla="*/ 461432 h 2442948"/>
                <a:gd name="connsiteX3446" fmla="*/ 1246790 w 1550288"/>
                <a:gd name="connsiteY3446" fmla="*/ 461432 h 2442948"/>
                <a:gd name="connsiteX3447" fmla="*/ 1239022 w 1550288"/>
                <a:gd name="connsiteY3447" fmla="*/ 464022 h 2442948"/>
                <a:gd name="connsiteX3448" fmla="*/ 1239022 w 1550288"/>
                <a:gd name="connsiteY3448" fmla="*/ 466754 h 2442948"/>
                <a:gd name="connsiteX3449" fmla="*/ 1228810 w 1550288"/>
                <a:gd name="connsiteY3449" fmla="*/ 466754 h 2442948"/>
                <a:gd name="connsiteX3450" fmla="*/ 1228810 w 1550288"/>
                <a:gd name="connsiteY3450" fmla="*/ 458987 h 2442948"/>
                <a:gd name="connsiteX3451" fmla="*/ 1228810 w 1550288"/>
                <a:gd name="connsiteY3451" fmla="*/ 456542 h 2442948"/>
                <a:gd name="connsiteX3452" fmla="*/ 1226365 w 1550288"/>
                <a:gd name="connsiteY3452" fmla="*/ 453809 h 2442948"/>
                <a:gd name="connsiteX3453" fmla="*/ 1226365 w 1550288"/>
                <a:gd name="connsiteY3453" fmla="*/ 456542 h 2442948"/>
                <a:gd name="connsiteX3454" fmla="*/ 1223919 w 1550288"/>
                <a:gd name="connsiteY3454" fmla="*/ 461432 h 2442948"/>
                <a:gd name="connsiteX3455" fmla="*/ 1223919 w 1550288"/>
                <a:gd name="connsiteY3455" fmla="*/ 469200 h 2442948"/>
                <a:gd name="connsiteX3456" fmla="*/ 1221187 w 1550288"/>
                <a:gd name="connsiteY3456" fmla="*/ 471789 h 2442948"/>
                <a:gd name="connsiteX3457" fmla="*/ 1216152 w 1550288"/>
                <a:gd name="connsiteY3457" fmla="*/ 487180 h 2442948"/>
                <a:gd name="connsiteX3458" fmla="*/ 1213707 w 1550288"/>
                <a:gd name="connsiteY3458" fmla="*/ 484447 h 2442948"/>
                <a:gd name="connsiteX3459" fmla="*/ 1210974 w 1550288"/>
                <a:gd name="connsiteY3459" fmla="*/ 476967 h 2442948"/>
                <a:gd name="connsiteX3460" fmla="*/ 1210974 w 1550288"/>
                <a:gd name="connsiteY3460" fmla="*/ 474234 h 2442948"/>
                <a:gd name="connsiteX3461" fmla="*/ 1205940 w 1550288"/>
                <a:gd name="connsiteY3461" fmla="*/ 474234 h 2442948"/>
                <a:gd name="connsiteX3462" fmla="*/ 1205940 w 1550288"/>
                <a:gd name="connsiteY3462" fmla="*/ 471789 h 2442948"/>
                <a:gd name="connsiteX3463" fmla="*/ 1200761 w 1550288"/>
                <a:gd name="connsiteY3463" fmla="*/ 476967 h 2442948"/>
                <a:gd name="connsiteX3464" fmla="*/ 1205940 w 1550288"/>
                <a:gd name="connsiteY3464" fmla="*/ 476967 h 2442948"/>
                <a:gd name="connsiteX3465" fmla="*/ 1208385 w 1550288"/>
                <a:gd name="connsiteY3465" fmla="*/ 479412 h 2442948"/>
                <a:gd name="connsiteX3466" fmla="*/ 1208385 w 1550288"/>
                <a:gd name="connsiteY3466" fmla="*/ 481857 h 2442948"/>
                <a:gd name="connsiteX3467" fmla="*/ 1208385 w 1550288"/>
                <a:gd name="connsiteY3467" fmla="*/ 484447 h 2442948"/>
                <a:gd name="connsiteX3468" fmla="*/ 1210974 w 1550288"/>
                <a:gd name="connsiteY3468" fmla="*/ 489625 h 2442948"/>
                <a:gd name="connsiteX3469" fmla="*/ 1208385 w 1550288"/>
                <a:gd name="connsiteY3469" fmla="*/ 497392 h 2442948"/>
                <a:gd name="connsiteX3470" fmla="*/ 1200761 w 1550288"/>
                <a:gd name="connsiteY3470" fmla="*/ 504872 h 2442948"/>
                <a:gd name="connsiteX3471" fmla="*/ 1198172 w 1550288"/>
                <a:gd name="connsiteY3471" fmla="*/ 507317 h 2442948"/>
                <a:gd name="connsiteX3472" fmla="*/ 1185515 w 1550288"/>
                <a:gd name="connsiteY3472" fmla="*/ 512495 h 2442948"/>
                <a:gd name="connsiteX3473" fmla="*/ 1177747 w 1550288"/>
                <a:gd name="connsiteY3473" fmla="*/ 515084 h 2442948"/>
                <a:gd name="connsiteX3474" fmla="*/ 1172857 w 1550288"/>
                <a:gd name="connsiteY3474" fmla="*/ 507317 h 2442948"/>
                <a:gd name="connsiteX3475" fmla="*/ 1175302 w 1550288"/>
                <a:gd name="connsiteY3475" fmla="*/ 502282 h 2442948"/>
                <a:gd name="connsiteX3476" fmla="*/ 1175302 w 1550288"/>
                <a:gd name="connsiteY3476" fmla="*/ 497392 h 2442948"/>
                <a:gd name="connsiteX3477" fmla="*/ 1177747 w 1550288"/>
                <a:gd name="connsiteY3477" fmla="*/ 492070 h 2442948"/>
                <a:gd name="connsiteX3478" fmla="*/ 1177747 w 1550288"/>
                <a:gd name="connsiteY3478" fmla="*/ 481857 h 2442948"/>
                <a:gd name="connsiteX3479" fmla="*/ 1170268 w 1550288"/>
                <a:gd name="connsiteY3479" fmla="*/ 492070 h 2442948"/>
                <a:gd name="connsiteX3480" fmla="*/ 1167535 w 1550288"/>
                <a:gd name="connsiteY3480" fmla="*/ 492070 h 2442948"/>
                <a:gd name="connsiteX3481" fmla="*/ 1165090 w 1550288"/>
                <a:gd name="connsiteY3481" fmla="*/ 489625 h 2442948"/>
                <a:gd name="connsiteX3482" fmla="*/ 1165090 w 1550288"/>
                <a:gd name="connsiteY3482" fmla="*/ 487180 h 2442948"/>
                <a:gd name="connsiteX3483" fmla="*/ 1162644 w 1550288"/>
                <a:gd name="connsiteY3483" fmla="*/ 484447 h 2442948"/>
                <a:gd name="connsiteX3484" fmla="*/ 1162644 w 1550288"/>
                <a:gd name="connsiteY3484" fmla="*/ 489625 h 2442948"/>
                <a:gd name="connsiteX3485" fmla="*/ 1162644 w 1550288"/>
                <a:gd name="connsiteY3485" fmla="*/ 499837 h 2442948"/>
                <a:gd name="connsiteX3486" fmla="*/ 1162644 w 1550288"/>
                <a:gd name="connsiteY3486" fmla="*/ 502282 h 2442948"/>
                <a:gd name="connsiteX3487" fmla="*/ 1157466 w 1550288"/>
                <a:gd name="connsiteY3487" fmla="*/ 507317 h 2442948"/>
                <a:gd name="connsiteX3488" fmla="*/ 1154877 w 1550288"/>
                <a:gd name="connsiteY3488" fmla="*/ 507317 h 2442948"/>
                <a:gd name="connsiteX3489" fmla="*/ 1147110 w 1550288"/>
                <a:gd name="connsiteY3489" fmla="*/ 502282 h 2442948"/>
                <a:gd name="connsiteX3490" fmla="*/ 1137041 w 1550288"/>
                <a:gd name="connsiteY3490" fmla="*/ 489625 h 2442948"/>
                <a:gd name="connsiteX3491" fmla="*/ 1144665 w 1550288"/>
                <a:gd name="connsiteY3491" fmla="*/ 487180 h 2442948"/>
                <a:gd name="connsiteX3492" fmla="*/ 1149987 w 1550288"/>
                <a:gd name="connsiteY3492" fmla="*/ 484447 h 2442948"/>
                <a:gd name="connsiteX3493" fmla="*/ 1147110 w 1550288"/>
                <a:gd name="connsiteY3493" fmla="*/ 484447 h 2442948"/>
                <a:gd name="connsiteX3494" fmla="*/ 1144665 w 1550288"/>
                <a:gd name="connsiteY3494" fmla="*/ 484447 h 2442948"/>
                <a:gd name="connsiteX3495" fmla="*/ 1139774 w 1550288"/>
                <a:gd name="connsiteY3495" fmla="*/ 484447 h 2442948"/>
                <a:gd name="connsiteX3496" fmla="*/ 1144665 w 1550288"/>
                <a:gd name="connsiteY3496" fmla="*/ 471789 h 2442948"/>
                <a:gd name="connsiteX3497" fmla="*/ 1142219 w 1550288"/>
                <a:gd name="connsiteY3497" fmla="*/ 471789 h 2442948"/>
                <a:gd name="connsiteX3498" fmla="*/ 1134452 w 1550288"/>
                <a:gd name="connsiteY3498" fmla="*/ 474234 h 2442948"/>
                <a:gd name="connsiteX3499" fmla="*/ 1132007 w 1550288"/>
                <a:gd name="connsiteY3499" fmla="*/ 471789 h 2442948"/>
                <a:gd name="connsiteX3500" fmla="*/ 1129562 w 1550288"/>
                <a:gd name="connsiteY3500" fmla="*/ 474234 h 2442948"/>
                <a:gd name="connsiteX3501" fmla="*/ 1126829 w 1550288"/>
                <a:gd name="connsiteY3501" fmla="*/ 479412 h 2442948"/>
                <a:gd name="connsiteX3502" fmla="*/ 1124240 w 1550288"/>
                <a:gd name="connsiteY3502" fmla="*/ 479412 h 2442948"/>
                <a:gd name="connsiteX3503" fmla="*/ 1119349 w 1550288"/>
                <a:gd name="connsiteY3503" fmla="*/ 476967 h 2442948"/>
                <a:gd name="connsiteX3504" fmla="*/ 1119349 w 1550288"/>
                <a:gd name="connsiteY3504" fmla="*/ 471789 h 2442948"/>
                <a:gd name="connsiteX3505" fmla="*/ 1111582 w 1550288"/>
                <a:gd name="connsiteY3505" fmla="*/ 471789 h 2442948"/>
                <a:gd name="connsiteX3506" fmla="*/ 1101369 w 1550288"/>
                <a:gd name="connsiteY3506" fmla="*/ 464022 h 2442948"/>
                <a:gd name="connsiteX3507" fmla="*/ 1101369 w 1550288"/>
                <a:gd name="connsiteY3507" fmla="*/ 461432 h 2442948"/>
                <a:gd name="connsiteX3508" fmla="*/ 1096335 w 1550288"/>
                <a:gd name="connsiteY3508" fmla="*/ 453809 h 2442948"/>
                <a:gd name="connsiteX3509" fmla="*/ 1096335 w 1550288"/>
                <a:gd name="connsiteY3509" fmla="*/ 446329 h 2442948"/>
                <a:gd name="connsiteX3510" fmla="*/ 1101369 w 1550288"/>
                <a:gd name="connsiteY3510" fmla="*/ 446329 h 2442948"/>
                <a:gd name="connsiteX3511" fmla="*/ 1101369 w 1550288"/>
                <a:gd name="connsiteY3511" fmla="*/ 441151 h 2442948"/>
                <a:gd name="connsiteX3512" fmla="*/ 1109137 w 1550288"/>
                <a:gd name="connsiteY3512" fmla="*/ 436117 h 2442948"/>
                <a:gd name="connsiteX3513" fmla="*/ 1111582 w 1550288"/>
                <a:gd name="connsiteY3513" fmla="*/ 433384 h 2442948"/>
                <a:gd name="connsiteX3514" fmla="*/ 1116760 w 1550288"/>
                <a:gd name="connsiteY3514" fmla="*/ 425904 h 2442948"/>
                <a:gd name="connsiteX3515" fmla="*/ 1124240 w 1550288"/>
                <a:gd name="connsiteY3515" fmla="*/ 425904 h 2442948"/>
                <a:gd name="connsiteX3516" fmla="*/ 1147110 w 1550288"/>
                <a:gd name="connsiteY3516" fmla="*/ 433384 h 2442948"/>
                <a:gd name="connsiteX3517" fmla="*/ 1152432 w 1550288"/>
                <a:gd name="connsiteY3517" fmla="*/ 430939 h 2442948"/>
                <a:gd name="connsiteX3518" fmla="*/ 1152432 w 1550288"/>
                <a:gd name="connsiteY3518" fmla="*/ 436117 h 2442948"/>
                <a:gd name="connsiteX3519" fmla="*/ 1160199 w 1550288"/>
                <a:gd name="connsiteY3519" fmla="*/ 436117 h 2442948"/>
                <a:gd name="connsiteX3520" fmla="*/ 1175302 w 1550288"/>
                <a:gd name="connsiteY3520" fmla="*/ 425904 h 2442948"/>
                <a:gd name="connsiteX3521" fmla="*/ 1185515 w 1550288"/>
                <a:gd name="connsiteY3521" fmla="*/ 423171 h 2442948"/>
                <a:gd name="connsiteX3522" fmla="*/ 1190693 w 1550288"/>
                <a:gd name="connsiteY3522" fmla="*/ 425904 h 2442948"/>
                <a:gd name="connsiteX3523" fmla="*/ 1190693 w 1550288"/>
                <a:gd name="connsiteY3523" fmla="*/ 420726 h 2442948"/>
                <a:gd name="connsiteX3524" fmla="*/ 1193282 w 1550288"/>
                <a:gd name="connsiteY3524" fmla="*/ 415692 h 2442948"/>
                <a:gd name="connsiteX3525" fmla="*/ 1200761 w 1550288"/>
                <a:gd name="connsiteY3525" fmla="*/ 413247 h 2442948"/>
                <a:gd name="connsiteX3526" fmla="*/ 1198172 w 1550288"/>
                <a:gd name="connsiteY3526" fmla="*/ 410514 h 2442948"/>
                <a:gd name="connsiteX3527" fmla="*/ 1190693 w 1550288"/>
                <a:gd name="connsiteY3527" fmla="*/ 415692 h 2442948"/>
                <a:gd name="connsiteX3528" fmla="*/ 1185515 w 1550288"/>
                <a:gd name="connsiteY3528" fmla="*/ 415692 h 2442948"/>
                <a:gd name="connsiteX3529" fmla="*/ 1177747 w 1550288"/>
                <a:gd name="connsiteY3529" fmla="*/ 415692 h 2442948"/>
                <a:gd name="connsiteX3530" fmla="*/ 1167535 w 1550288"/>
                <a:gd name="connsiteY3530" fmla="*/ 418137 h 2442948"/>
                <a:gd name="connsiteX3531" fmla="*/ 1162644 w 1550288"/>
                <a:gd name="connsiteY3531" fmla="*/ 418137 h 2442948"/>
                <a:gd name="connsiteX3532" fmla="*/ 1160199 w 1550288"/>
                <a:gd name="connsiteY3532" fmla="*/ 420726 h 2442948"/>
                <a:gd name="connsiteX3533" fmla="*/ 1157466 w 1550288"/>
                <a:gd name="connsiteY3533" fmla="*/ 418137 h 2442948"/>
                <a:gd name="connsiteX3534" fmla="*/ 1149987 w 1550288"/>
                <a:gd name="connsiteY3534" fmla="*/ 420726 h 2442948"/>
                <a:gd name="connsiteX3535" fmla="*/ 1147110 w 1550288"/>
                <a:gd name="connsiteY3535" fmla="*/ 420726 h 2442948"/>
                <a:gd name="connsiteX3536" fmla="*/ 1137041 w 1550288"/>
                <a:gd name="connsiteY3536" fmla="*/ 415692 h 2442948"/>
                <a:gd name="connsiteX3537" fmla="*/ 1121794 w 1550288"/>
                <a:gd name="connsiteY3537" fmla="*/ 410514 h 2442948"/>
                <a:gd name="connsiteX3538" fmla="*/ 1126829 w 1550288"/>
                <a:gd name="connsiteY3538" fmla="*/ 400301 h 2442948"/>
                <a:gd name="connsiteX3539" fmla="*/ 1134452 w 1550288"/>
                <a:gd name="connsiteY3539" fmla="*/ 390089 h 2442948"/>
                <a:gd name="connsiteX3540" fmla="*/ 1139774 w 1550288"/>
                <a:gd name="connsiteY3540" fmla="*/ 387500 h 2442948"/>
                <a:gd name="connsiteX3541" fmla="*/ 1142219 w 1550288"/>
                <a:gd name="connsiteY3541" fmla="*/ 385054 h 2442948"/>
                <a:gd name="connsiteX3542" fmla="*/ 1147110 w 1550288"/>
                <a:gd name="connsiteY3542" fmla="*/ 385054 h 2442948"/>
                <a:gd name="connsiteX3543" fmla="*/ 1157466 w 1550288"/>
                <a:gd name="connsiteY3543" fmla="*/ 387500 h 2442948"/>
                <a:gd name="connsiteX3544" fmla="*/ 1167535 w 1550288"/>
                <a:gd name="connsiteY3544" fmla="*/ 390089 h 2442948"/>
                <a:gd name="connsiteX3545" fmla="*/ 1177747 w 1550288"/>
                <a:gd name="connsiteY3545" fmla="*/ 387500 h 2442948"/>
                <a:gd name="connsiteX3546" fmla="*/ 1183069 w 1550288"/>
                <a:gd name="connsiteY3546" fmla="*/ 385054 h 2442948"/>
                <a:gd name="connsiteX3547" fmla="*/ 1183069 w 1550288"/>
                <a:gd name="connsiteY3547" fmla="*/ 390089 h 2442948"/>
                <a:gd name="connsiteX3548" fmla="*/ 1187960 w 1550288"/>
                <a:gd name="connsiteY3548" fmla="*/ 390089 h 2442948"/>
                <a:gd name="connsiteX3549" fmla="*/ 1193282 w 1550288"/>
                <a:gd name="connsiteY3549" fmla="*/ 390089 h 2442948"/>
                <a:gd name="connsiteX3550" fmla="*/ 1198172 w 1550288"/>
                <a:gd name="connsiteY3550" fmla="*/ 387500 h 2442948"/>
                <a:gd name="connsiteX3551" fmla="*/ 1208385 w 1550288"/>
                <a:gd name="connsiteY3551" fmla="*/ 392822 h 2442948"/>
                <a:gd name="connsiteX3552" fmla="*/ 1210974 w 1550288"/>
                <a:gd name="connsiteY3552" fmla="*/ 390089 h 2442948"/>
                <a:gd name="connsiteX3553" fmla="*/ 1216152 w 1550288"/>
                <a:gd name="connsiteY3553" fmla="*/ 387500 h 2442948"/>
                <a:gd name="connsiteX3554" fmla="*/ 1210974 w 1550288"/>
                <a:gd name="connsiteY3554" fmla="*/ 385054 h 2442948"/>
                <a:gd name="connsiteX3555" fmla="*/ 1208385 w 1550288"/>
                <a:gd name="connsiteY3555" fmla="*/ 385054 h 2442948"/>
                <a:gd name="connsiteX3556" fmla="*/ 1200761 w 1550288"/>
                <a:gd name="connsiteY3556" fmla="*/ 385054 h 2442948"/>
                <a:gd name="connsiteX3557" fmla="*/ 1183069 w 1550288"/>
                <a:gd name="connsiteY3557" fmla="*/ 382609 h 2442948"/>
                <a:gd name="connsiteX3558" fmla="*/ 1172857 w 1550288"/>
                <a:gd name="connsiteY3558" fmla="*/ 379876 h 2442948"/>
                <a:gd name="connsiteX3559" fmla="*/ 1170268 w 1550288"/>
                <a:gd name="connsiteY3559" fmla="*/ 379876 h 2442948"/>
                <a:gd name="connsiteX3560" fmla="*/ 1157466 w 1550288"/>
                <a:gd name="connsiteY3560" fmla="*/ 377287 h 2442948"/>
                <a:gd name="connsiteX3561" fmla="*/ 1152432 w 1550288"/>
                <a:gd name="connsiteY3561" fmla="*/ 372397 h 2442948"/>
                <a:gd name="connsiteX3562" fmla="*/ 1149987 w 1550288"/>
                <a:gd name="connsiteY3562" fmla="*/ 369664 h 2442948"/>
                <a:gd name="connsiteX3563" fmla="*/ 1152432 w 1550288"/>
                <a:gd name="connsiteY3563" fmla="*/ 367218 h 2442948"/>
                <a:gd name="connsiteX3564" fmla="*/ 1152432 w 1550288"/>
                <a:gd name="connsiteY3564" fmla="*/ 362184 h 2442948"/>
                <a:gd name="connsiteX3565" fmla="*/ 1157466 w 1550288"/>
                <a:gd name="connsiteY3565" fmla="*/ 362184 h 2442948"/>
                <a:gd name="connsiteX3566" fmla="*/ 1160199 w 1550288"/>
                <a:gd name="connsiteY3566" fmla="*/ 364629 h 2442948"/>
                <a:gd name="connsiteX3567" fmla="*/ 1162644 w 1550288"/>
                <a:gd name="connsiteY3567" fmla="*/ 359451 h 2442948"/>
                <a:gd name="connsiteX3568" fmla="*/ 1160199 w 1550288"/>
                <a:gd name="connsiteY3568" fmla="*/ 359451 h 2442948"/>
                <a:gd name="connsiteX3569" fmla="*/ 1162644 w 1550288"/>
                <a:gd name="connsiteY3569" fmla="*/ 354417 h 2442948"/>
                <a:gd name="connsiteX3570" fmla="*/ 1160199 w 1550288"/>
                <a:gd name="connsiteY3570" fmla="*/ 357006 h 2442948"/>
                <a:gd name="connsiteX3571" fmla="*/ 1157466 w 1550288"/>
                <a:gd name="connsiteY3571" fmla="*/ 354417 h 2442948"/>
                <a:gd name="connsiteX3572" fmla="*/ 1154877 w 1550288"/>
                <a:gd name="connsiteY3572" fmla="*/ 354417 h 2442948"/>
                <a:gd name="connsiteX3573" fmla="*/ 1157466 w 1550288"/>
                <a:gd name="connsiteY3573" fmla="*/ 351972 h 2442948"/>
                <a:gd name="connsiteX3574" fmla="*/ 1160199 w 1550288"/>
                <a:gd name="connsiteY3574" fmla="*/ 344204 h 2442948"/>
                <a:gd name="connsiteX3575" fmla="*/ 1162644 w 1550288"/>
                <a:gd name="connsiteY3575" fmla="*/ 341759 h 2442948"/>
                <a:gd name="connsiteX3576" fmla="*/ 1167535 w 1550288"/>
                <a:gd name="connsiteY3576" fmla="*/ 339026 h 2442948"/>
                <a:gd name="connsiteX3577" fmla="*/ 1172857 w 1550288"/>
                <a:gd name="connsiteY3577" fmla="*/ 336581 h 2442948"/>
                <a:gd name="connsiteX3578" fmla="*/ 1183069 w 1550288"/>
                <a:gd name="connsiteY3578" fmla="*/ 333992 h 2442948"/>
                <a:gd name="connsiteX3579" fmla="*/ 1185515 w 1550288"/>
                <a:gd name="connsiteY3579" fmla="*/ 336581 h 2442948"/>
                <a:gd name="connsiteX3580" fmla="*/ 1195727 w 1550288"/>
                <a:gd name="connsiteY3580" fmla="*/ 339026 h 2442948"/>
                <a:gd name="connsiteX3581" fmla="*/ 1203494 w 1550288"/>
                <a:gd name="connsiteY3581" fmla="*/ 341759 h 2442948"/>
                <a:gd name="connsiteX3582" fmla="*/ 1208385 w 1550288"/>
                <a:gd name="connsiteY3582" fmla="*/ 341759 h 2442948"/>
                <a:gd name="connsiteX3583" fmla="*/ 1208385 w 1550288"/>
                <a:gd name="connsiteY3583" fmla="*/ 344204 h 2442948"/>
                <a:gd name="connsiteX3584" fmla="*/ 1216152 w 1550288"/>
                <a:gd name="connsiteY3584" fmla="*/ 349239 h 2442948"/>
                <a:gd name="connsiteX3585" fmla="*/ 1221187 w 1550288"/>
                <a:gd name="connsiteY3585" fmla="*/ 351972 h 2442948"/>
                <a:gd name="connsiteX3586" fmla="*/ 1228810 w 1550288"/>
                <a:gd name="connsiteY3586" fmla="*/ 351972 h 2442948"/>
                <a:gd name="connsiteX3587" fmla="*/ 1228810 w 1550288"/>
                <a:gd name="connsiteY3587" fmla="*/ 349239 h 2442948"/>
                <a:gd name="connsiteX3588" fmla="*/ 1218597 w 1550288"/>
                <a:gd name="connsiteY3588" fmla="*/ 346793 h 2442948"/>
                <a:gd name="connsiteX3589" fmla="*/ 1216152 w 1550288"/>
                <a:gd name="connsiteY3589" fmla="*/ 344204 h 2442948"/>
                <a:gd name="connsiteX3590" fmla="*/ 1213707 w 1550288"/>
                <a:gd name="connsiteY3590" fmla="*/ 339026 h 2442948"/>
                <a:gd name="connsiteX3591" fmla="*/ 1193282 w 1550288"/>
                <a:gd name="connsiteY3591" fmla="*/ 333992 h 2442948"/>
                <a:gd name="connsiteX3592" fmla="*/ 1190693 w 1550288"/>
                <a:gd name="connsiteY3592" fmla="*/ 331547 h 2442948"/>
                <a:gd name="connsiteX3593" fmla="*/ 1190693 w 1550288"/>
                <a:gd name="connsiteY3593" fmla="*/ 323779 h 2442948"/>
                <a:gd name="connsiteX3594" fmla="*/ 1195727 w 1550288"/>
                <a:gd name="connsiteY3594" fmla="*/ 318889 h 2442948"/>
                <a:gd name="connsiteX3595" fmla="*/ 1195727 w 1550288"/>
                <a:gd name="connsiteY3595" fmla="*/ 313567 h 2442948"/>
                <a:gd name="connsiteX3596" fmla="*/ 1205940 w 1550288"/>
                <a:gd name="connsiteY3596" fmla="*/ 308676 h 2442948"/>
                <a:gd name="connsiteX3597" fmla="*/ 1208385 w 1550288"/>
                <a:gd name="connsiteY3597" fmla="*/ 305943 h 2442948"/>
                <a:gd name="connsiteX3598" fmla="*/ 1210974 w 1550288"/>
                <a:gd name="connsiteY3598" fmla="*/ 303354 h 2442948"/>
                <a:gd name="connsiteX3599" fmla="*/ 1213707 w 1550288"/>
                <a:gd name="connsiteY3599" fmla="*/ 305943 h 2442948"/>
                <a:gd name="connsiteX3600" fmla="*/ 1218597 w 1550288"/>
                <a:gd name="connsiteY3600" fmla="*/ 305943 h 2442948"/>
                <a:gd name="connsiteX3601" fmla="*/ 1221187 w 1550288"/>
                <a:gd name="connsiteY3601" fmla="*/ 305943 h 2442948"/>
                <a:gd name="connsiteX3602" fmla="*/ 1223919 w 1550288"/>
                <a:gd name="connsiteY3602" fmla="*/ 303354 h 2442948"/>
                <a:gd name="connsiteX3603" fmla="*/ 1226365 w 1550288"/>
                <a:gd name="connsiteY3603" fmla="*/ 305943 h 2442948"/>
                <a:gd name="connsiteX3604" fmla="*/ 1228810 w 1550288"/>
                <a:gd name="connsiteY3604" fmla="*/ 303354 h 2442948"/>
                <a:gd name="connsiteX3605" fmla="*/ 1198172 w 1550288"/>
                <a:gd name="connsiteY3605" fmla="*/ 160523 h 2442948"/>
                <a:gd name="connsiteX3606" fmla="*/ 1200761 w 1550288"/>
                <a:gd name="connsiteY3606" fmla="*/ 163256 h 2442948"/>
                <a:gd name="connsiteX3607" fmla="*/ 1198172 w 1550288"/>
                <a:gd name="connsiteY3607" fmla="*/ 163256 h 2442948"/>
                <a:gd name="connsiteX3608" fmla="*/ 1195727 w 1550288"/>
                <a:gd name="connsiteY3608" fmla="*/ 163256 h 2442948"/>
                <a:gd name="connsiteX3609" fmla="*/ 1200761 w 1550288"/>
                <a:gd name="connsiteY3609" fmla="*/ 140386 h 2442948"/>
                <a:gd name="connsiteX3610" fmla="*/ 1205939 w 1550288"/>
                <a:gd name="connsiteY3610" fmla="*/ 142831 h 2442948"/>
                <a:gd name="connsiteX3611" fmla="*/ 1216152 w 1550288"/>
                <a:gd name="connsiteY3611" fmla="*/ 140386 h 2442948"/>
                <a:gd name="connsiteX3612" fmla="*/ 1213707 w 1550288"/>
                <a:gd name="connsiteY3612" fmla="*/ 142831 h 2442948"/>
                <a:gd name="connsiteX3613" fmla="*/ 1216152 w 1550288"/>
                <a:gd name="connsiteY3613" fmla="*/ 145277 h 2442948"/>
                <a:gd name="connsiteX3614" fmla="*/ 1218597 w 1550288"/>
                <a:gd name="connsiteY3614" fmla="*/ 147866 h 2442948"/>
                <a:gd name="connsiteX3615" fmla="*/ 1221186 w 1550288"/>
                <a:gd name="connsiteY3615" fmla="*/ 150599 h 2442948"/>
                <a:gd name="connsiteX3616" fmla="*/ 1226364 w 1550288"/>
                <a:gd name="connsiteY3616" fmla="*/ 153044 h 2442948"/>
                <a:gd name="connsiteX3617" fmla="*/ 1221186 w 1550288"/>
                <a:gd name="connsiteY3617" fmla="*/ 158078 h 2442948"/>
                <a:gd name="connsiteX3618" fmla="*/ 1226364 w 1550288"/>
                <a:gd name="connsiteY3618" fmla="*/ 160523 h 2442948"/>
                <a:gd name="connsiteX3619" fmla="*/ 1231399 w 1550288"/>
                <a:gd name="connsiteY3619" fmla="*/ 165702 h 2442948"/>
                <a:gd name="connsiteX3620" fmla="*/ 1234132 w 1550288"/>
                <a:gd name="connsiteY3620" fmla="*/ 170736 h 2442948"/>
                <a:gd name="connsiteX3621" fmla="*/ 1239022 w 1550288"/>
                <a:gd name="connsiteY3621" fmla="*/ 175914 h 2442948"/>
                <a:gd name="connsiteX3622" fmla="*/ 1236577 w 1550288"/>
                <a:gd name="connsiteY3622" fmla="*/ 180948 h 2442948"/>
                <a:gd name="connsiteX3623" fmla="*/ 1239022 w 1550288"/>
                <a:gd name="connsiteY3623" fmla="*/ 183681 h 2442948"/>
                <a:gd name="connsiteX3624" fmla="*/ 1234132 w 1550288"/>
                <a:gd name="connsiteY3624" fmla="*/ 186127 h 2442948"/>
                <a:gd name="connsiteX3625" fmla="*/ 1234132 w 1550288"/>
                <a:gd name="connsiteY3625" fmla="*/ 188716 h 2442948"/>
                <a:gd name="connsiteX3626" fmla="*/ 1231399 w 1550288"/>
                <a:gd name="connsiteY3626" fmla="*/ 188716 h 2442948"/>
                <a:gd name="connsiteX3627" fmla="*/ 1228810 w 1550288"/>
                <a:gd name="connsiteY3627" fmla="*/ 188716 h 2442948"/>
                <a:gd name="connsiteX3628" fmla="*/ 1226364 w 1550288"/>
                <a:gd name="connsiteY3628" fmla="*/ 188716 h 2442948"/>
                <a:gd name="connsiteX3629" fmla="*/ 1223919 w 1550288"/>
                <a:gd name="connsiteY3629" fmla="*/ 191161 h 2442948"/>
                <a:gd name="connsiteX3630" fmla="*/ 1218597 w 1550288"/>
                <a:gd name="connsiteY3630" fmla="*/ 191161 h 2442948"/>
                <a:gd name="connsiteX3631" fmla="*/ 1218597 w 1550288"/>
                <a:gd name="connsiteY3631" fmla="*/ 193894 h 2442948"/>
                <a:gd name="connsiteX3632" fmla="*/ 1213707 w 1550288"/>
                <a:gd name="connsiteY3632" fmla="*/ 196339 h 2442948"/>
                <a:gd name="connsiteX3633" fmla="*/ 1208385 w 1550288"/>
                <a:gd name="connsiteY3633" fmla="*/ 193894 h 2442948"/>
                <a:gd name="connsiteX3634" fmla="*/ 1208385 w 1550288"/>
                <a:gd name="connsiteY3634" fmla="*/ 196339 h 2442948"/>
                <a:gd name="connsiteX3635" fmla="*/ 1208385 w 1550288"/>
                <a:gd name="connsiteY3635" fmla="*/ 198928 h 2442948"/>
                <a:gd name="connsiteX3636" fmla="*/ 1205939 w 1550288"/>
                <a:gd name="connsiteY3636" fmla="*/ 201373 h 2442948"/>
                <a:gd name="connsiteX3637" fmla="*/ 1203494 w 1550288"/>
                <a:gd name="connsiteY3637" fmla="*/ 198928 h 2442948"/>
                <a:gd name="connsiteX3638" fmla="*/ 1203494 w 1550288"/>
                <a:gd name="connsiteY3638" fmla="*/ 204106 h 2442948"/>
                <a:gd name="connsiteX3639" fmla="*/ 1200761 w 1550288"/>
                <a:gd name="connsiteY3639" fmla="*/ 204106 h 2442948"/>
                <a:gd name="connsiteX3640" fmla="*/ 1205939 w 1550288"/>
                <a:gd name="connsiteY3640" fmla="*/ 206552 h 2442948"/>
                <a:gd name="connsiteX3641" fmla="*/ 1203494 w 1550288"/>
                <a:gd name="connsiteY3641" fmla="*/ 208997 h 2442948"/>
                <a:gd name="connsiteX3642" fmla="*/ 1203494 w 1550288"/>
                <a:gd name="connsiteY3642" fmla="*/ 211586 h 2442948"/>
                <a:gd name="connsiteX3643" fmla="*/ 1205939 w 1550288"/>
                <a:gd name="connsiteY3643" fmla="*/ 214319 h 2442948"/>
                <a:gd name="connsiteX3644" fmla="*/ 1203494 w 1550288"/>
                <a:gd name="connsiteY3644" fmla="*/ 216764 h 2442948"/>
                <a:gd name="connsiteX3645" fmla="*/ 1208385 w 1550288"/>
                <a:gd name="connsiteY3645" fmla="*/ 221798 h 2442948"/>
                <a:gd name="connsiteX3646" fmla="*/ 1210974 w 1550288"/>
                <a:gd name="connsiteY3646" fmla="*/ 224531 h 2442948"/>
                <a:gd name="connsiteX3647" fmla="*/ 1218597 w 1550288"/>
                <a:gd name="connsiteY3647" fmla="*/ 234744 h 2442948"/>
                <a:gd name="connsiteX3648" fmla="*/ 1216152 w 1550288"/>
                <a:gd name="connsiteY3648" fmla="*/ 237189 h 2442948"/>
                <a:gd name="connsiteX3649" fmla="*/ 1208385 w 1550288"/>
                <a:gd name="connsiteY3649" fmla="*/ 239634 h 2442948"/>
                <a:gd name="connsiteX3650" fmla="*/ 1203494 w 1550288"/>
                <a:gd name="connsiteY3650" fmla="*/ 237189 h 2442948"/>
                <a:gd name="connsiteX3651" fmla="*/ 1203494 w 1550288"/>
                <a:gd name="connsiteY3651" fmla="*/ 234744 h 2442948"/>
                <a:gd name="connsiteX3652" fmla="*/ 1200761 w 1550288"/>
                <a:gd name="connsiteY3652" fmla="*/ 229422 h 2442948"/>
                <a:gd name="connsiteX3653" fmla="*/ 1195727 w 1550288"/>
                <a:gd name="connsiteY3653" fmla="*/ 229422 h 2442948"/>
                <a:gd name="connsiteX3654" fmla="*/ 1195727 w 1550288"/>
                <a:gd name="connsiteY3654" fmla="*/ 232011 h 2442948"/>
                <a:gd name="connsiteX3655" fmla="*/ 1198172 w 1550288"/>
                <a:gd name="connsiteY3655" fmla="*/ 242223 h 2442948"/>
                <a:gd name="connsiteX3656" fmla="*/ 1203494 w 1550288"/>
                <a:gd name="connsiteY3656" fmla="*/ 244669 h 2442948"/>
                <a:gd name="connsiteX3657" fmla="*/ 1205939 w 1550288"/>
                <a:gd name="connsiteY3657" fmla="*/ 249847 h 2442948"/>
                <a:gd name="connsiteX3658" fmla="*/ 1203494 w 1550288"/>
                <a:gd name="connsiteY3658" fmla="*/ 257614 h 2442948"/>
                <a:gd name="connsiteX3659" fmla="*/ 1205939 w 1550288"/>
                <a:gd name="connsiteY3659" fmla="*/ 260059 h 2442948"/>
                <a:gd name="connsiteX3660" fmla="*/ 1203494 w 1550288"/>
                <a:gd name="connsiteY3660" fmla="*/ 265094 h 2442948"/>
                <a:gd name="connsiteX3661" fmla="*/ 1205939 w 1550288"/>
                <a:gd name="connsiteY3661" fmla="*/ 267827 h 2442948"/>
                <a:gd name="connsiteX3662" fmla="*/ 1198172 w 1550288"/>
                <a:gd name="connsiteY3662" fmla="*/ 270272 h 2442948"/>
                <a:gd name="connsiteX3663" fmla="*/ 1195727 w 1550288"/>
                <a:gd name="connsiteY3663" fmla="*/ 278039 h 2442948"/>
                <a:gd name="connsiteX3664" fmla="*/ 1187960 w 1550288"/>
                <a:gd name="connsiteY3664" fmla="*/ 278039 h 2442948"/>
                <a:gd name="connsiteX3665" fmla="*/ 1187960 w 1550288"/>
                <a:gd name="connsiteY3665" fmla="*/ 280484 h 2442948"/>
                <a:gd name="connsiteX3666" fmla="*/ 1185514 w 1550288"/>
                <a:gd name="connsiteY3666" fmla="*/ 280484 h 2442948"/>
                <a:gd name="connsiteX3667" fmla="*/ 1183069 w 1550288"/>
                <a:gd name="connsiteY3667" fmla="*/ 280484 h 2442948"/>
                <a:gd name="connsiteX3668" fmla="*/ 1172857 w 1550288"/>
                <a:gd name="connsiteY3668" fmla="*/ 280484 h 2442948"/>
                <a:gd name="connsiteX3669" fmla="*/ 1172857 w 1550288"/>
                <a:gd name="connsiteY3669" fmla="*/ 278039 h 2442948"/>
                <a:gd name="connsiteX3670" fmla="*/ 1170267 w 1550288"/>
                <a:gd name="connsiteY3670" fmla="*/ 280484 h 2442948"/>
                <a:gd name="connsiteX3671" fmla="*/ 1170267 w 1550288"/>
                <a:gd name="connsiteY3671" fmla="*/ 282930 h 2442948"/>
                <a:gd name="connsiteX3672" fmla="*/ 1167535 w 1550288"/>
                <a:gd name="connsiteY3672" fmla="*/ 282930 h 2442948"/>
                <a:gd name="connsiteX3673" fmla="*/ 1167535 w 1550288"/>
                <a:gd name="connsiteY3673" fmla="*/ 280484 h 2442948"/>
                <a:gd name="connsiteX3674" fmla="*/ 1162644 w 1550288"/>
                <a:gd name="connsiteY3674" fmla="*/ 280484 h 2442948"/>
                <a:gd name="connsiteX3675" fmla="*/ 1160199 w 1550288"/>
                <a:gd name="connsiteY3675" fmla="*/ 280484 h 2442948"/>
                <a:gd name="connsiteX3676" fmla="*/ 1160199 w 1550288"/>
                <a:gd name="connsiteY3676" fmla="*/ 288252 h 2442948"/>
                <a:gd name="connsiteX3677" fmla="*/ 1160199 w 1550288"/>
                <a:gd name="connsiteY3677" fmla="*/ 290697 h 2442948"/>
                <a:gd name="connsiteX3678" fmla="*/ 1160199 w 1550288"/>
                <a:gd name="connsiteY3678" fmla="*/ 293286 h 2442948"/>
                <a:gd name="connsiteX3679" fmla="*/ 1160199 w 1550288"/>
                <a:gd name="connsiteY3679" fmla="*/ 298464 h 2442948"/>
                <a:gd name="connsiteX3680" fmla="*/ 1160199 w 1550288"/>
                <a:gd name="connsiteY3680" fmla="*/ 303355 h 2442948"/>
                <a:gd name="connsiteX3681" fmla="*/ 1157466 w 1550288"/>
                <a:gd name="connsiteY3681" fmla="*/ 305944 h 2442948"/>
                <a:gd name="connsiteX3682" fmla="*/ 1157466 w 1550288"/>
                <a:gd name="connsiteY3682" fmla="*/ 308677 h 2442948"/>
                <a:gd name="connsiteX3683" fmla="*/ 1149986 w 1550288"/>
                <a:gd name="connsiteY3683" fmla="*/ 313567 h 2442948"/>
                <a:gd name="connsiteX3684" fmla="*/ 1144664 w 1550288"/>
                <a:gd name="connsiteY3684" fmla="*/ 313567 h 2442948"/>
                <a:gd name="connsiteX3685" fmla="*/ 1144664 w 1550288"/>
                <a:gd name="connsiteY3685" fmla="*/ 316156 h 2442948"/>
                <a:gd name="connsiteX3686" fmla="*/ 1137041 w 1550288"/>
                <a:gd name="connsiteY3686" fmla="*/ 316156 h 2442948"/>
                <a:gd name="connsiteX3687" fmla="*/ 1134452 w 1550288"/>
                <a:gd name="connsiteY3687" fmla="*/ 313567 h 2442948"/>
                <a:gd name="connsiteX3688" fmla="*/ 1132006 w 1550288"/>
                <a:gd name="connsiteY3688" fmla="*/ 311122 h 2442948"/>
                <a:gd name="connsiteX3689" fmla="*/ 1134452 w 1550288"/>
                <a:gd name="connsiteY3689" fmla="*/ 308677 h 2442948"/>
                <a:gd name="connsiteX3690" fmla="*/ 1132006 w 1550288"/>
                <a:gd name="connsiteY3690" fmla="*/ 303355 h 2442948"/>
                <a:gd name="connsiteX3691" fmla="*/ 1129561 w 1550288"/>
                <a:gd name="connsiteY3691" fmla="*/ 305944 h 2442948"/>
                <a:gd name="connsiteX3692" fmla="*/ 1126828 w 1550288"/>
                <a:gd name="connsiteY3692" fmla="*/ 303355 h 2442948"/>
                <a:gd name="connsiteX3693" fmla="*/ 1126828 w 1550288"/>
                <a:gd name="connsiteY3693" fmla="*/ 295731 h 2442948"/>
                <a:gd name="connsiteX3694" fmla="*/ 1124239 w 1550288"/>
                <a:gd name="connsiteY3694" fmla="*/ 290697 h 2442948"/>
                <a:gd name="connsiteX3695" fmla="*/ 1126828 w 1550288"/>
                <a:gd name="connsiteY3695" fmla="*/ 280484 h 2442948"/>
                <a:gd name="connsiteX3696" fmla="*/ 1132006 w 1550288"/>
                <a:gd name="connsiteY3696" fmla="*/ 275306 h 2442948"/>
                <a:gd name="connsiteX3697" fmla="*/ 1132006 w 1550288"/>
                <a:gd name="connsiteY3697" fmla="*/ 272861 h 2442948"/>
                <a:gd name="connsiteX3698" fmla="*/ 1132006 w 1550288"/>
                <a:gd name="connsiteY3698" fmla="*/ 270272 h 2442948"/>
                <a:gd name="connsiteX3699" fmla="*/ 1137041 w 1550288"/>
                <a:gd name="connsiteY3699" fmla="*/ 252436 h 2442948"/>
                <a:gd name="connsiteX3700" fmla="*/ 1144664 w 1550288"/>
                <a:gd name="connsiteY3700" fmla="*/ 249847 h 2442948"/>
                <a:gd name="connsiteX3701" fmla="*/ 1144664 w 1550288"/>
                <a:gd name="connsiteY3701" fmla="*/ 244669 h 2442948"/>
                <a:gd name="connsiteX3702" fmla="*/ 1147110 w 1550288"/>
                <a:gd name="connsiteY3702" fmla="*/ 239634 h 2442948"/>
                <a:gd name="connsiteX3703" fmla="*/ 1149986 w 1550288"/>
                <a:gd name="connsiteY3703" fmla="*/ 239634 h 2442948"/>
                <a:gd name="connsiteX3704" fmla="*/ 1147110 w 1550288"/>
                <a:gd name="connsiteY3704" fmla="*/ 237189 h 2442948"/>
                <a:gd name="connsiteX3705" fmla="*/ 1147110 w 1550288"/>
                <a:gd name="connsiteY3705" fmla="*/ 234744 h 2442948"/>
                <a:gd name="connsiteX3706" fmla="*/ 1144664 w 1550288"/>
                <a:gd name="connsiteY3706" fmla="*/ 234744 h 2442948"/>
                <a:gd name="connsiteX3707" fmla="*/ 1142219 w 1550288"/>
                <a:gd name="connsiteY3707" fmla="*/ 239634 h 2442948"/>
                <a:gd name="connsiteX3708" fmla="*/ 1139774 w 1550288"/>
                <a:gd name="connsiteY3708" fmla="*/ 242223 h 2442948"/>
                <a:gd name="connsiteX3709" fmla="*/ 1134452 w 1550288"/>
                <a:gd name="connsiteY3709" fmla="*/ 242223 h 2442948"/>
                <a:gd name="connsiteX3710" fmla="*/ 1129561 w 1550288"/>
                <a:gd name="connsiteY3710" fmla="*/ 237189 h 2442948"/>
                <a:gd name="connsiteX3711" fmla="*/ 1126828 w 1550288"/>
                <a:gd name="connsiteY3711" fmla="*/ 237189 h 2442948"/>
                <a:gd name="connsiteX3712" fmla="*/ 1126828 w 1550288"/>
                <a:gd name="connsiteY3712" fmla="*/ 239634 h 2442948"/>
                <a:gd name="connsiteX3713" fmla="*/ 1129561 w 1550288"/>
                <a:gd name="connsiteY3713" fmla="*/ 242223 h 2442948"/>
                <a:gd name="connsiteX3714" fmla="*/ 1129561 w 1550288"/>
                <a:gd name="connsiteY3714" fmla="*/ 244669 h 2442948"/>
                <a:gd name="connsiteX3715" fmla="*/ 1126828 w 1550288"/>
                <a:gd name="connsiteY3715" fmla="*/ 247402 h 2442948"/>
                <a:gd name="connsiteX3716" fmla="*/ 1124239 w 1550288"/>
                <a:gd name="connsiteY3716" fmla="*/ 242223 h 2442948"/>
                <a:gd name="connsiteX3717" fmla="*/ 1121794 w 1550288"/>
                <a:gd name="connsiteY3717" fmla="*/ 242223 h 2442948"/>
                <a:gd name="connsiteX3718" fmla="*/ 1119349 w 1550288"/>
                <a:gd name="connsiteY3718" fmla="*/ 249847 h 2442948"/>
                <a:gd name="connsiteX3719" fmla="*/ 1121794 w 1550288"/>
                <a:gd name="connsiteY3719" fmla="*/ 249847 h 2442948"/>
                <a:gd name="connsiteX3720" fmla="*/ 1124239 w 1550288"/>
                <a:gd name="connsiteY3720" fmla="*/ 254881 h 2442948"/>
                <a:gd name="connsiteX3721" fmla="*/ 1119349 w 1550288"/>
                <a:gd name="connsiteY3721" fmla="*/ 262649 h 2442948"/>
                <a:gd name="connsiteX3722" fmla="*/ 1121794 w 1550288"/>
                <a:gd name="connsiteY3722" fmla="*/ 267827 h 2442948"/>
                <a:gd name="connsiteX3723" fmla="*/ 1116760 w 1550288"/>
                <a:gd name="connsiteY3723" fmla="*/ 267827 h 2442948"/>
                <a:gd name="connsiteX3724" fmla="*/ 1114027 w 1550288"/>
                <a:gd name="connsiteY3724" fmla="*/ 267827 h 2442948"/>
                <a:gd name="connsiteX3725" fmla="*/ 1114027 w 1550288"/>
                <a:gd name="connsiteY3725" fmla="*/ 270272 h 2442948"/>
                <a:gd name="connsiteX3726" fmla="*/ 1114027 w 1550288"/>
                <a:gd name="connsiteY3726" fmla="*/ 272861 h 2442948"/>
                <a:gd name="connsiteX3727" fmla="*/ 1111581 w 1550288"/>
                <a:gd name="connsiteY3727" fmla="*/ 272861 h 2442948"/>
                <a:gd name="connsiteX3728" fmla="*/ 1109136 w 1550288"/>
                <a:gd name="connsiteY3728" fmla="*/ 272861 h 2442948"/>
                <a:gd name="connsiteX3729" fmla="*/ 1103814 w 1550288"/>
                <a:gd name="connsiteY3729" fmla="*/ 262649 h 2442948"/>
                <a:gd name="connsiteX3730" fmla="*/ 1103814 w 1550288"/>
                <a:gd name="connsiteY3730" fmla="*/ 267827 h 2442948"/>
                <a:gd name="connsiteX3731" fmla="*/ 1098924 w 1550288"/>
                <a:gd name="connsiteY3731" fmla="*/ 267827 h 2442948"/>
                <a:gd name="connsiteX3732" fmla="*/ 1096335 w 1550288"/>
                <a:gd name="connsiteY3732" fmla="*/ 272861 h 2442948"/>
                <a:gd name="connsiteX3733" fmla="*/ 1098924 w 1550288"/>
                <a:gd name="connsiteY3733" fmla="*/ 272861 h 2442948"/>
                <a:gd name="connsiteX3734" fmla="*/ 1101369 w 1550288"/>
                <a:gd name="connsiteY3734" fmla="*/ 275306 h 2442948"/>
                <a:gd name="connsiteX3735" fmla="*/ 1101369 w 1550288"/>
                <a:gd name="connsiteY3735" fmla="*/ 278039 h 2442948"/>
                <a:gd name="connsiteX3736" fmla="*/ 1103814 w 1550288"/>
                <a:gd name="connsiteY3736" fmla="*/ 278039 h 2442948"/>
                <a:gd name="connsiteX3737" fmla="*/ 1106547 w 1550288"/>
                <a:gd name="connsiteY3737" fmla="*/ 280484 h 2442948"/>
                <a:gd name="connsiteX3738" fmla="*/ 1103814 w 1550288"/>
                <a:gd name="connsiteY3738" fmla="*/ 298464 h 2442948"/>
                <a:gd name="connsiteX3739" fmla="*/ 1101369 w 1550288"/>
                <a:gd name="connsiteY3739" fmla="*/ 300909 h 2442948"/>
                <a:gd name="connsiteX3740" fmla="*/ 1098924 w 1550288"/>
                <a:gd name="connsiteY3740" fmla="*/ 303355 h 2442948"/>
                <a:gd name="connsiteX3741" fmla="*/ 1088711 w 1550288"/>
                <a:gd name="connsiteY3741" fmla="*/ 303355 h 2442948"/>
                <a:gd name="connsiteX3742" fmla="*/ 1088711 w 1550288"/>
                <a:gd name="connsiteY3742" fmla="*/ 311122 h 2442948"/>
                <a:gd name="connsiteX3743" fmla="*/ 1088711 w 1550288"/>
                <a:gd name="connsiteY3743" fmla="*/ 313567 h 2442948"/>
                <a:gd name="connsiteX3744" fmla="*/ 1086266 w 1550288"/>
                <a:gd name="connsiteY3744" fmla="*/ 316156 h 2442948"/>
                <a:gd name="connsiteX3745" fmla="*/ 1083533 w 1550288"/>
                <a:gd name="connsiteY3745" fmla="*/ 321334 h 2442948"/>
                <a:gd name="connsiteX3746" fmla="*/ 1080944 w 1550288"/>
                <a:gd name="connsiteY3746" fmla="*/ 321334 h 2442948"/>
                <a:gd name="connsiteX3747" fmla="*/ 1078499 w 1550288"/>
                <a:gd name="connsiteY3747" fmla="*/ 326369 h 2442948"/>
                <a:gd name="connsiteX3748" fmla="*/ 1076053 w 1550288"/>
                <a:gd name="connsiteY3748" fmla="*/ 323780 h 2442948"/>
                <a:gd name="connsiteX3749" fmla="*/ 1073177 w 1550288"/>
                <a:gd name="connsiteY3749" fmla="*/ 321334 h 2442948"/>
                <a:gd name="connsiteX3750" fmla="*/ 1073177 w 1550288"/>
                <a:gd name="connsiteY3750" fmla="*/ 318889 h 2442948"/>
                <a:gd name="connsiteX3751" fmla="*/ 1073177 w 1550288"/>
                <a:gd name="connsiteY3751" fmla="*/ 316156 h 2442948"/>
                <a:gd name="connsiteX3752" fmla="*/ 1076053 w 1550288"/>
                <a:gd name="connsiteY3752" fmla="*/ 303355 h 2442948"/>
                <a:gd name="connsiteX3753" fmla="*/ 1073177 w 1550288"/>
                <a:gd name="connsiteY3753" fmla="*/ 300909 h 2442948"/>
                <a:gd name="connsiteX3754" fmla="*/ 1073177 w 1550288"/>
                <a:gd name="connsiteY3754" fmla="*/ 293286 h 2442948"/>
                <a:gd name="connsiteX3755" fmla="*/ 1076053 w 1550288"/>
                <a:gd name="connsiteY3755" fmla="*/ 285519 h 2442948"/>
                <a:gd name="connsiteX3756" fmla="*/ 1073177 w 1550288"/>
                <a:gd name="connsiteY3756" fmla="*/ 285519 h 2442948"/>
                <a:gd name="connsiteX3757" fmla="*/ 1070731 w 1550288"/>
                <a:gd name="connsiteY3757" fmla="*/ 290697 h 2442948"/>
                <a:gd name="connsiteX3758" fmla="*/ 1068286 w 1550288"/>
                <a:gd name="connsiteY3758" fmla="*/ 288252 h 2442948"/>
                <a:gd name="connsiteX3759" fmla="*/ 1068286 w 1550288"/>
                <a:gd name="connsiteY3759" fmla="*/ 285519 h 2442948"/>
                <a:gd name="connsiteX3760" fmla="*/ 1065841 w 1550288"/>
                <a:gd name="connsiteY3760" fmla="*/ 288252 h 2442948"/>
                <a:gd name="connsiteX3761" fmla="*/ 1068286 w 1550288"/>
                <a:gd name="connsiteY3761" fmla="*/ 290697 h 2442948"/>
                <a:gd name="connsiteX3762" fmla="*/ 1068286 w 1550288"/>
                <a:gd name="connsiteY3762" fmla="*/ 293286 h 2442948"/>
                <a:gd name="connsiteX3763" fmla="*/ 1068286 w 1550288"/>
                <a:gd name="connsiteY3763" fmla="*/ 295731 h 2442948"/>
                <a:gd name="connsiteX3764" fmla="*/ 1065841 w 1550288"/>
                <a:gd name="connsiteY3764" fmla="*/ 295731 h 2442948"/>
                <a:gd name="connsiteX3765" fmla="*/ 1063108 w 1550288"/>
                <a:gd name="connsiteY3765" fmla="*/ 295731 h 2442948"/>
                <a:gd name="connsiteX3766" fmla="*/ 1065841 w 1550288"/>
                <a:gd name="connsiteY3766" fmla="*/ 298464 h 2442948"/>
                <a:gd name="connsiteX3767" fmla="*/ 1065841 w 1550288"/>
                <a:gd name="connsiteY3767" fmla="*/ 300909 h 2442948"/>
                <a:gd name="connsiteX3768" fmla="*/ 1065841 w 1550288"/>
                <a:gd name="connsiteY3768" fmla="*/ 305944 h 2442948"/>
                <a:gd name="connsiteX3769" fmla="*/ 1065841 w 1550288"/>
                <a:gd name="connsiteY3769" fmla="*/ 311122 h 2442948"/>
                <a:gd name="connsiteX3770" fmla="*/ 1063108 w 1550288"/>
                <a:gd name="connsiteY3770" fmla="*/ 308677 h 2442948"/>
                <a:gd name="connsiteX3771" fmla="*/ 1063108 w 1550288"/>
                <a:gd name="connsiteY3771" fmla="*/ 311122 h 2442948"/>
                <a:gd name="connsiteX3772" fmla="*/ 1060519 w 1550288"/>
                <a:gd name="connsiteY3772" fmla="*/ 311122 h 2442948"/>
                <a:gd name="connsiteX3773" fmla="*/ 1060519 w 1550288"/>
                <a:gd name="connsiteY3773" fmla="*/ 313567 h 2442948"/>
                <a:gd name="connsiteX3774" fmla="*/ 1063108 w 1550288"/>
                <a:gd name="connsiteY3774" fmla="*/ 316156 h 2442948"/>
                <a:gd name="connsiteX3775" fmla="*/ 1065841 w 1550288"/>
                <a:gd name="connsiteY3775" fmla="*/ 318889 h 2442948"/>
                <a:gd name="connsiteX3776" fmla="*/ 1063108 w 1550288"/>
                <a:gd name="connsiteY3776" fmla="*/ 318889 h 2442948"/>
                <a:gd name="connsiteX3777" fmla="*/ 1060519 w 1550288"/>
                <a:gd name="connsiteY3777" fmla="*/ 316156 h 2442948"/>
                <a:gd name="connsiteX3778" fmla="*/ 1055628 w 1550288"/>
                <a:gd name="connsiteY3778" fmla="*/ 316156 h 2442948"/>
                <a:gd name="connsiteX3779" fmla="*/ 1060519 w 1550288"/>
                <a:gd name="connsiteY3779" fmla="*/ 321334 h 2442948"/>
                <a:gd name="connsiteX3780" fmla="*/ 1063108 w 1550288"/>
                <a:gd name="connsiteY3780" fmla="*/ 331547 h 2442948"/>
                <a:gd name="connsiteX3781" fmla="*/ 1060519 w 1550288"/>
                <a:gd name="connsiteY3781" fmla="*/ 339027 h 2442948"/>
                <a:gd name="connsiteX3782" fmla="*/ 1058074 w 1550288"/>
                <a:gd name="connsiteY3782" fmla="*/ 339027 h 2442948"/>
                <a:gd name="connsiteX3783" fmla="*/ 1058074 w 1550288"/>
                <a:gd name="connsiteY3783" fmla="*/ 333992 h 2442948"/>
                <a:gd name="connsiteX3784" fmla="*/ 1055628 w 1550288"/>
                <a:gd name="connsiteY3784" fmla="*/ 333992 h 2442948"/>
                <a:gd name="connsiteX3785" fmla="*/ 1055628 w 1550288"/>
                <a:gd name="connsiteY3785" fmla="*/ 336581 h 2442948"/>
                <a:gd name="connsiteX3786" fmla="*/ 1052895 w 1550288"/>
                <a:gd name="connsiteY3786" fmla="*/ 339027 h 2442948"/>
                <a:gd name="connsiteX3787" fmla="*/ 1052895 w 1550288"/>
                <a:gd name="connsiteY3787" fmla="*/ 341760 h 2442948"/>
                <a:gd name="connsiteX3788" fmla="*/ 1050306 w 1550288"/>
                <a:gd name="connsiteY3788" fmla="*/ 341760 h 2442948"/>
                <a:gd name="connsiteX3789" fmla="*/ 1050306 w 1550288"/>
                <a:gd name="connsiteY3789" fmla="*/ 344205 h 2442948"/>
                <a:gd name="connsiteX3790" fmla="*/ 1050306 w 1550288"/>
                <a:gd name="connsiteY3790" fmla="*/ 346794 h 2442948"/>
                <a:gd name="connsiteX3791" fmla="*/ 1040094 w 1550288"/>
                <a:gd name="connsiteY3791" fmla="*/ 351972 h 2442948"/>
                <a:gd name="connsiteX3792" fmla="*/ 1035203 w 1550288"/>
                <a:gd name="connsiteY3792" fmla="*/ 349239 h 2442948"/>
                <a:gd name="connsiteX3793" fmla="*/ 1035203 w 1550288"/>
                <a:gd name="connsiteY3793" fmla="*/ 341760 h 2442948"/>
                <a:gd name="connsiteX3794" fmla="*/ 1029881 w 1550288"/>
                <a:gd name="connsiteY3794" fmla="*/ 349239 h 2442948"/>
                <a:gd name="connsiteX3795" fmla="*/ 1029881 w 1550288"/>
                <a:gd name="connsiteY3795" fmla="*/ 351972 h 2442948"/>
                <a:gd name="connsiteX3796" fmla="*/ 1027436 w 1550288"/>
                <a:gd name="connsiteY3796" fmla="*/ 351972 h 2442948"/>
                <a:gd name="connsiteX3797" fmla="*/ 1024991 w 1550288"/>
                <a:gd name="connsiteY3797" fmla="*/ 351972 h 2442948"/>
                <a:gd name="connsiteX3798" fmla="*/ 1022402 w 1550288"/>
                <a:gd name="connsiteY3798" fmla="*/ 346794 h 2442948"/>
                <a:gd name="connsiteX3799" fmla="*/ 1024991 w 1550288"/>
                <a:gd name="connsiteY3799" fmla="*/ 333992 h 2442948"/>
                <a:gd name="connsiteX3800" fmla="*/ 1029881 w 1550288"/>
                <a:gd name="connsiteY3800" fmla="*/ 328814 h 2442948"/>
                <a:gd name="connsiteX3801" fmla="*/ 1029881 w 1550288"/>
                <a:gd name="connsiteY3801" fmla="*/ 323780 h 2442948"/>
                <a:gd name="connsiteX3802" fmla="*/ 1027436 w 1550288"/>
                <a:gd name="connsiteY3802" fmla="*/ 323780 h 2442948"/>
                <a:gd name="connsiteX3803" fmla="*/ 1024991 w 1550288"/>
                <a:gd name="connsiteY3803" fmla="*/ 326369 h 2442948"/>
                <a:gd name="connsiteX3804" fmla="*/ 1022402 w 1550288"/>
                <a:gd name="connsiteY3804" fmla="*/ 318889 h 2442948"/>
                <a:gd name="connsiteX3805" fmla="*/ 1024991 w 1550288"/>
                <a:gd name="connsiteY3805" fmla="*/ 311122 h 2442948"/>
                <a:gd name="connsiteX3806" fmla="*/ 1027436 w 1550288"/>
                <a:gd name="connsiteY3806" fmla="*/ 311122 h 2442948"/>
                <a:gd name="connsiteX3807" fmla="*/ 1027436 w 1550288"/>
                <a:gd name="connsiteY3807" fmla="*/ 308677 h 2442948"/>
                <a:gd name="connsiteX3808" fmla="*/ 1027436 w 1550288"/>
                <a:gd name="connsiteY3808" fmla="*/ 305944 h 2442948"/>
                <a:gd name="connsiteX3809" fmla="*/ 1024991 w 1550288"/>
                <a:gd name="connsiteY3809" fmla="*/ 308677 h 2442948"/>
                <a:gd name="connsiteX3810" fmla="*/ 1024991 w 1550288"/>
                <a:gd name="connsiteY3810" fmla="*/ 305944 h 2442948"/>
                <a:gd name="connsiteX3811" fmla="*/ 1029881 w 1550288"/>
                <a:gd name="connsiteY3811" fmla="*/ 303355 h 2442948"/>
                <a:gd name="connsiteX3812" fmla="*/ 1027436 w 1550288"/>
                <a:gd name="connsiteY3812" fmla="*/ 300909 h 2442948"/>
                <a:gd name="connsiteX3813" fmla="*/ 1029881 w 1550288"/>
                <a:gd name="connsiteY3813" fmla="*/ 298464 h 2442948"/>
                <a:gd name="connsiteX3814" fmla="*/ 1027436 w 1550288"/>
                <a:gd name="connsiteY3814" fmla="*/ 298464 h 2442948"/>
                <a:gd name="connsiteX3815" fmla="*/ 1024991 w 1550288"/>
                <a:gd name="connsiteY3815" fmla="*/ 295731 h 2442948"/>
                <a:gd name="connsiteX3816" fmla="*/ 1024991 w 1550288"/>
                <a:gd name="connsiteY3816" fmla="*/ 293286 h 2442948"/>
                <a:gd name="connsiteX3817" fmla="*/ 1017224 w 1550288"/>
                <a:gd name="connsiteY3817" fmla="*/ 298464 h 2442948"/>
                <a:gd name="connsiteX3818" fmla="*/ 1014778 w 1550288"/>
                <a:gd name="connsiteY3818" fmla="*/ 303355 h 2442948"/>
                <a:gd name="connsiteX3819" fmla="*/ 1014778 w 1550288"/>
                <a:gd name="connsiteY3819" fmla="*/ 305944 h 2442948"/>
                <a:gd name="connsiteX3820" fmla="*/ 1012189 w 1550288"/>
                <a:gd name="connsiteY3820" fmla="*/ 311122 h 2442948"/>
                <a:gd name="connsiteX3821" fmla="*/ 1014778 w 1550288"/>
                <a:gd name="connsiteY3821" fmla="*/ 318889 h 2442948"/>
                <a:gd name="connsiteX3822" fmla="*/ 1012189 w 1550288"/>
                <a:gd name="connsiteY3822" fmla="*/ 326369 h 2442948"/>
                <a:gd name="connsiteX3823" fmla="*/ 1009456 w 1550288"/>
                <a:gd name="connsiteY3823" fmla="*/ 326369 h 2442948"/>
                <a:gd name="connsiteX3824" fmla="*/ 1012189 w 1550288"/>
                <a:gd name="connsiteY3824" fmla="*/ 318889 h 2442948"/>
                <a:gd name="connsiteX3825" fmla="*/ 1007011 w 1550288"/>
                <a:gd name="connsiteY3825" fmla="*/ 318889 h 2442948"/>
                <a:gd name="connsiteX3826" fmla="*/ 1002121 w 1550288"/>
                <a:gd name="connsiteY3826" fmla="*/ 321334 h 2442948"/>
                <a:gd name="connsiteX3827" fmla="*/ 999244 w 1550288"/>
                <a:gd name="connsiteY3827" fmla="*/ 326369 h 2442948"/>
                <a:gd name="connsiteX3828" fmla="*/ 999244 w 1550288"/>
                <a:gd name="connsiteY3828" fmla="*/ 328814 h 2442948"/>
                <a:gd name="connsiteX3829" fmla="*/ 994353 w 1550288"/>
                <a:gd name="connsiteY3829" fmla="*/ 323780 h 2442948"/>
                <a:gd name="connsiteX3830" fmla="*/ 996799 w 1550288"/>
                <a:gd name="connsiteY3830" fmla="*/ 321334 h 2442948"/>
                <a:gd name="connsiteX3831" fmla="*/ 994353 w 1550288"/>
                <a:gd name="connsiteY3831" fmla="*/ 313567 h 2442948"/>
                <a:gd name="connsiteX3832" fmla="*/ 991764 w 1550288"/>
                <a:gd name="connsiteY3832" fmla="*/ 311122 h 2442948"/>
                <a:gd name="connsiteX3833" fmla="*/ 986586 w 1550288"/>
                <a:gd name="connsiteY3833" fmla="*/ 308677 h 2442948"/>
                <a:gd name="connsiteX3834" fmla="*/ 986586 w 1550288"/>
                <a:gd name="connsiteY3834" fmla="*/ 305944 h 2442948"/>
                <a:gd name="connsiteX3835" fmla="*/ 978963 w 1550288"/>
                <a:gd name="connsiteY3835" fmla="*/ 305944 h 2442948"/>
                <a:gd name="connsiteX3836" fmla="*/ 976374 w 1550288"/>
                <a:gd name="connsiteY3836" fmla="*/ 303355 h 2442948"/>
                <a:gd name="connsiteX3837" fmla="*/ 973928 w 1550288"/>
                <a:gd name="connsiteY3837" fmla="*/ 308677 h 2442948"/>
                <a:gd name="connsiteX3838" fmla="*/ 963716 w 1550288"/>
                <a:gd name="connsiteY3838" fmla="*/ 316156 h 2442948"/>
                <a:gd name="connsiteX3839" fmla="*/ 955949 w 1550288"/>
                <a:gd name="connsiteY3839" fmla="*/ 311122 h 2442948"/>
                <a:gd name="connsiteX3840" fmla="*/ 953503 w 1550288"/>
                <a:gd name="connsiteY3840" fmla="*/ 308677 h 2442948"/>
                <a:gd name="connsiteX3841" fmla="*/ 953503 w 1550288"/>
                <a:gd name="connsiteY3841" fmla="*/ 305944 h 2442948"/>
                <a:gd name="connsiteX3842" fmla="*/ 958682 w 1550288"/>
                <a:gd name="connsiteY3842" fmla="*/ 303355 h 2442948"/>
                <a:gd name="connsiteX3843" fmla="*/ 961271 w 1550288"/>
                <a:gd name="connsiteY3843" fmla="*/ 300909 h 2442948"/>
                <a:gd name="connsiteX3844" fmla="*/ 958682 w 1550288"/>
                <a:gd name="connsiteY3844" fmla="*/ 300909 h 2442948"/>
                <a:gd name="connsiteX3845" fmla="*/ 955949 w 1550288"/>
                <a:gd name="connsiteY3845" fmla="*/ 298464 h 2442948"/>
                <a:gd name="connsiteX3846" fmla="*/ 958682 w 1550288"/>
                <a:gd name="connsiteY3846" fmla="*/ 298464 h 2442948"/>
                <a:gd name="connsiteX3847" fmla="*/ 961271 w 1550288"/>
                <a:gd name="connsiteY3847" fmla="*/ 298464 h 2442948"/>
                <a:gd name="connsiteX3848" fmla="*/ 966161 w 1550288"/>
                <a:gd name="connsiteY3848" fmla="*/ 290697 h 2442948"/>
                <a:gd name="connsiteX3849" fmla="*/ 966161 w 1550288"/>
                <a:gd name="connsiteY3849" fmla="*/ 288252 h 2442948"/>
                <a:gd name="connsiteX3850" fmla="*/ 963716 w 1550288"/>
                <a:gd name="connsiteY3850" fmla="*/ 288252 h 2442948"/>
                <a:gd name="connsiteX3851" fmla="*/ 961271 w 1550288"/>
                <a:gd name="connsiteY3851" fmla="*/ 285519 h 2442948"/>
                <a:gd name="connsiteX3852" fmla="*/ 963716 w 1550288"/>
                <a:gd name="connsiteY3852" fmla="*/ 285519 h 2442948"/>
                <a:gd name="connsiteX3853" fmla="*/ 963716 w 1550288"/>
                <a:gd name="connsiteY3853" fmla="*/ 282930 h 2442948"/>
                <a:gd name="connsiteX3854" fmla="*/ 968894 w 1550288"/>
                <a:gd name="connsiteY3854" fmla="*/ 285519 h 2442948"/>
                <a:gd name="connsiteX3855" fmla="*/ 966161 w 1550288"/>
                <a:gd name="connsiteY3855" fmla="*/ 282930 h 2442948"/>
                <a:gd name="connsiteX3856" fmla="*/ 966161 w 1550288"/>
                <a:gd name="connsiteY3856" fmla="*/ 278039 h 2442948"/>
                <a:gd name="connsiteX3857" fmla="*/ 961271 w 1550288"/>
                <a:gd name="connsiteY3857" fmla="*/ 280484 h 2442948"/>
                <a:gd name="connsiteX3858" fmla="*/ 958682 w 1550288"/>
                <a:gd name="connsiteY3858" fmla="*/ 282930 h 2442948"/>
                <a:gd name="connsiteX3859" fmla="*/ 958682 w 1550288"/>
                <a:gd name="connsiteY3859" fmla="*/ 280484 h 2442948"/>
                <a:gd name="connsiteX3860" fmla="*/ 955949 w 1550288"/>
                <a:gd name="connsiteY3860" fmla="*/ 285519 h 2442948"/>
                <a:gd name="connsiteX3861" fmla="*/ 951058 w 1550288"/>
                <a:gd name="connsiteY3861" fmla="*/ 288252 h 2442948"/>
                <a:gd name="connsiteX3862" fmla="*/ 948469 w 1550288"/>
                <a:gd name="connsiteY3862" fmla="*/ 288252 h 2442948"/>
                <a:gd name="connsiteX3863" fmla="*/ 953503 w 1550288"/>
                <a:gd name="connsiteY3863" fmla="*/ 280484 h 2442948"/>
                <a:gd name="connsiteX3864" fmla="*/ 955949 w 1550288"/>
                <a:gd name="connsiteY3864" fmla="*/ 278039 h 2442948"/>
                <a:gd name="connsiteX3865" fmla="*/ 953503 w 1550288"/>
                <a:gd name="connsiteY3865" fmla="*/ 278039 h 2442948"/>
                <a:gd name="connsiteX3866" fmla="*/ 953503 w 1550288"/>
                <a:gd name="connsiteY3866" fmla="*/ 272861 h 2442948"/>
                <a:gd name="connsiteX3867" fmla="*/ 958682 w 1550288"/>
                <a:gd name="connsiteY3867" fmla="*/ 278039 h 2442948"/>
                <a:gd name="connsiteX3868" fmla="*/ 958682 w 1550288"/>
                <a:gd name="connsiteY3868" fmla="*/ 275306 h 2442948"/>
                <a:gd name="connsiteX3869" fmla="*/ 961271 w 1550288"/>
                <a:gd name="connsiteY3869" fmla="*/ 270272 h 2442948"/>
                <a:gd name="connsiteX3870" fmla="*/ 963716 w 1550288"/>
                <a:gd name="connsiteY3870" fmla="*/ 272861 h 2442948"/>
                <a:gd name="connsiteX3871" fmla="*/ 963716 w 1550288"/>
                <a:gd name="connsiteY3871" fmla="*/ 267827 h 2442948"/>
                <a:gd name="connsiteX3872" fmla="*/ 966161 w 1550288"/>
                <a:gd name="connsiteY3872" fmla="*/ 270272 h 2442948"/>
                <a:gd name="connsiteX3873" fmla="*/ 971483 w 1550288"/>
                <a:gd name="connsiteY3873" fmla="*/ 257614 h 2442948"/>
                <a:gd name="connsiteX3874" fmla="*/ 981696 w 1550288"/>
                <a:gd name="connsiteY3874" fmla="*/ 252436 h 2442948"/>
                <a:gd name="connsiteX3875" fmla="*/ 994353 w 1550288"/>
                <a:gd name="connsiteY3875" fmla="*/ 249847 h 2442948"/>
                <a:gd name="connsiteX3876" fmla="*/ 996799 w 1550288"/>
                <a:gd name="connsiteY3876" fmla="*/ 249847 h 2442948"/>
                <a:gd name="connsiteX3877" fmla="*/ 1004566 w 1550288"/>
                <a:gd name="connsiteY3877" fmla="*/ 254881 h 2442948"/>
                <a:gd name="connsiteX3878" fmla="*/ 1012189 w 1550288"/>
                <a:gd name="connsiteY3878" fmla="*/ 252436 h 2442948"/>
                <a:gd name="connsiteX3879" fmla="*/ 1014778 w 1550288"/>
                <a:gd name="connsiteY3879" fmla="*/ 249847 h 2442948"/>
                <a:gd name="connsiteX3880" fmla="*/ 1017224 w 1550288"/>
                <a:gd name="connsiteY3880" fmla="*/ 247402 h 2442948"/>
                <a:gd name="connsiteX3881" fmla="*/ 1019669 w 1550288"/>
                <a:gd name="connsiteY3881" fmla="*/ 237189 h 2442948"/>
                <a:gd name="connsiteX3882" fmla="*/ 1024991 w 1550288"/>
                <a:gd name="connsiteY3882" fmla="*/ 237189 h 2442948"/>
                <a:gd name="connsiteX3883" fmla="*/ 1027436 w 1550288"/>
                <a:gd name="connsiteY3883" fmla="*/ 234744 h 2442948"/>
                <a:gd name="connsiteX3884" fmla="*/ 1027436 w 1550288"/>
                <a:gd name="connsiteY3884" fmla="*/ 232011 h 2442948"/>
                <a:gd name="connsiteX3885" fmla="*/ 1029881 w 1550288"/>
                <a:gd name="connsiteY3885" fmla="*/ 232011 h 2442948"/>
                <a:gd name="connsiteX3886" fmla="*/ 1032614 w 1550288"/>
                <a:gd name="connsiteY3886" fmla="*/ 224531 h 2442948"/>
                <a:gd name="connsiteX3887" fmla="*/ 1035203 w 1550288"/>
                <a:gd name="connsiteY3887" fmla="*/ 226977 h 2442948"/>
                <a:gd name="connsiteX3888" fmla="*/ 1042827 w 1550288"/>
                <a:gd name="connsiteY3888" fmla="*/ 224531 h 2442948"/>
                <a:gd name="connsiteX3889" fmla="*/ 1050306 w 1550288"/>
                <a:gd name="connsiteY3889" fmla="*/ 219353 h 2442948"/>
                <a:gd name="connsiteX3890" fmla="*/ 1052895 w 1550288"/>
                <a:gd name="connsiteY3890" fmla="*/ 219353 h 2442948"/>
                <a:gd name="connsiteX3891" fmla="*/ 1055628 w 1550288"/>
                <a:gd name="connsiteY3891" fmla="*/ 219353 h 2442948"/>
                <a:gd name="connsiteX3892" fmla="*/ 1058074 w 1550288"/>
                <a:gd name="connsiteY3892" fmla="*/ 216764 h 2442948"/>
                <a:gd name="connsiteX3893" fmla="*/ 1060519 w 1550288"/>
                <a:gd name="connsiteY3893" fmla="*/ 214319 h 2442948"/>
                <a:gd name="connsiteX3894" fmla="*/ 1065841 w 1550288"/>
                <a:gd name="connsiteY3894" fmla="*/ 208997 h 2442948"/>
                <a:gd name="connsiteX3895" fmla="*/ 1065841 w 1550288"/>
                <a:gd name="connsiteY3895" fmla="*/ 206552 h 2442948"/>
                <a:gd name="connsiteX3896" fmla="*/ 1065841 w 1550288"/>
                <a:gd name="connsiteY3896" fmla="*/ 204106 h 2442948"/>
                <a:gd name="connsiteX3897" fmla="*/ 1073177 w 1550288"/>
                <a:gd name="connsiteY3897" fmla="*/ 201373 h 2442948"/>
                <a:gd name="connsiteX3898" fmla="*/ 1078499 w 1550288"/>
                <a:gd name="connsiteY3898" fmla="*/ 193894 h 2442948"/>
                <a:gd name="connsiteX3899" fmla="*/ 1080944 w 1550288"/>
                <a:gd name="connsiteY3899" fmla="*/ 188716 h 2442948"/>
                <a:gd name="connsiteX3900" fmla="*/ 1083533 w 1550288"/>
                <a:gd name="connsiteY3900" fmla="*/ 186127 h 2442948"/>
                <a:gd name="connsiteX3901" fmla="*/ 1086266 w 1550288"/>
                <a:gd name="connsiteY3901" fmla="*/ 188716 h 2442948"/>
                <a:gd name="connsiteX3902" fmla="*/ 1088711 w 1550288"/>
                <a:gd name="connsiteY3902" fmla="*/ 183681 h 2442948"/>
                <a:gd name="connsiteX3903" fmla="*/ 1093602 w 1550288"/>
                <a:gd name="connsiteY3903" fmla="*/ 183681 h 2442948"/>
                <a:gd name="connsiteX3904" fmla="*/ 1093602 w 1550288"/>
                <a:gd name="connsiteY3904" fmla="*/ 175914 h 2442948"/>
                <a:gd name="connsiteX3905" fmla="*/ 1098924 w 1550288"/>
                <a:gd name="connsiteY3905" fmla="*/ 175914 h 2442948"/>
                <a:gd name="connsiteX3906" fmla="*/ 1101369 w 1550288"/>
                <a:gd name="connsiteY3906" fmla="*/ 173469 h 2442948"/>
                <a:gd name="connsiteX3907" fmla="*/ 1103814 w 1550288"/>
                <a:gd name="connsiteY3907" fmla="*/ 173469 h 2442948"/>
                <a:gd name="connsiteX3908" fmla="*/ 1109136 w 1550288"/>
                <a:gd name="connsiteY3908" fmla="*/ 170736 h 2442948"/>
                <a:gd name="connsiteX3909" fmla="*/ 1111581 w 1550288"/>
                <a:gd name="connsiteY3909" fmla="*/ 165702 h 2442948"/>
                <a:gd name="connsiteX3910" fmla="*/ 1111581 w 1550288"/>
                <a:gd name="connsiteY3910" fmla="*/ 163256 h 2442948"/>
                <a:gd name="connsiteX3911" fmla="*/ 1114027 w 1550288"/>
                <a:gd name="connsiteY3911" fmla="*/ 163256 h 2442948"/>
                <a:gd name="connsiteX3912" fmla="*/ 1114027 w 1550288"/>
                <a:gd name="connsiteY3912" fmla="*/ 160523 h 2442948"/>
                <a:gd name="connsiteX3913" fmla="*/ 1119349 w 1550288"/>
                <a:gd name="connsiteY3913" fmla="*/ 155489 h 2442948"/>
                <a:gd name="connsiteX3914" fmla="*/ 1119349 w 1550288"/>
                <a:gd name="connsiteY3914" fmla="*/ 153044 h 2442948"/>
                <a:gd name="connsiteX3915" fmla="*/ 1124239 w 1550288"/>
                <a:gd name="connsiteY3915" fmla="*/ 153044 h 2442948"/>
                <a:gd name="connsiteX3916" fmla="*/ 1129561 w 1550288"/>
                <a:gd name="connsiteY3916" fmla="*/ 155489 h 2442948"/>
                <a:gd name="connsiteX3917" fmla="*/ 1134452 w 1550288"/>
                <a:gd name="connsiteY3917" fmla="*/ 153044 h 2442948"/>
                <a:gd name="connsiteX3918" fmla="*/ 1134452 w 1550288"/>
                <a:gd name="connsiteY3918" fmla="*/ 150599 h 2442948"/>
                <a:gd name="connsiteX3919" fmla="*/ 1137041 w 1550288"/>
                <a:gd name="connsiteY3919" fmla="*/ 153044 h 2442948"/>
                <a:gd name="connsiteX3920" fmla="*/ 1137041 w 1550288"/>
                <a:gd name="connsiteY3920" fmla="*/ 147866 h 2442948"/>
                <a:gd name="connsiteX3921" fmla="*/ 1139774 w 1550288"/>
                <a:gd name="connsiteY3921" fmla="*/ 153044 h 2442948"/>
                <a:gd name="connsiteX3922" fmla="*/ 1149986 w 1550288"/>
                <a:gd name="connsiteY3922" fmla="*/ 155489 h 2442948"/>
                <a:gd name="connsiteX3923" fmla="*/ 1154877 w 1550288"/>
                <a:gd name="connsiteY3923" fmla="*/ 155489 h 2442948"/>
                <a:gd name="connsiteX3924" fmla="*/ 1157466 w 1550288"/>
                <a:gd name="connsiteY3924" fmla="*/ 155489 h 2442948"/>
                <a:gd name="connsiteX3925" fmla="*/ 1160199 w 1550288"/>
                <a:gd name="connsiteY3925" fmla="*/ 155489 h 2442948"/>
                <a:gd name="connsiteX3926" fmla="*/ 1165089 w 1550288"/>
                <a:gd name="connsiteY3926" fmla="*/ 153044 h 2442948"/>
                <a:gd name="connsiteX3927" fmla="*/ 1165089 w 1550288"/>
                <a:gd name="connsiteY3927" fmla="*/ 155489 h 2442948"/>
                <a:gd name="connsiteX3928" fmla="*/ 1160199 w 1550288"/>
                <a:gd name="connsiteY3928" fmla="*/ 158078 h 2442948"/>
                <a:gd name="connsiteX3929" fmla="*/ 1167535 w 1550288"/>
                <a:gd name="connsiteY3929" fmla="*/ 158078 h 2442948"/>
                <a:gd name="connsiteX3930" fmla="*/ 1167535 w 1550288"/>
                <a:gd name="connsiteY3930" fmla="*/ 163256 h 2442948"/>
                <a:gd name="connsiteX3931" fmla="*/ 1170267 w 1550288"/>
                <a:gd name="connsiteY3931" fmla="*/ 163256 h 2442948"/>
                <a:gd name="connsiteX3932" fmla="*/ 1172857 w 1550288"/>
                <a:gd name="connsiteY3932" fmla="*/ 165702 h 2442948"/>
                <a:gd name="connsiteX3933" fmla="*/ 1175302 w 1550288"/>
                <a:gd name="connsiteY3933" fmla="*/ 163256 h 2442948"/>
                <a:gd name="connsiteX3934" fmla="*/ 1175302 w 1550288"/>
                <a:gd name="connsiteY3934" fmla="*/ 168291 h 2442948"/>
                <a:gd name="connsiteX3935" fmla="*/ 1180624 w 1550288"/>
                <a:gd name="connsiteY3935" fmla="*/ 173469 h 2442948"/>
                <a:gd name="connsiteX3936" fmla="*/ 1183069 w 1550288"/>
                <a:gd name="connsiteY3936" fmla="*/ 173469 h 2442948"/>
                <a:gd name="connsiteX3937" fmla="*/ 1185514 w 1550288"/>
                <a:gd name="connsiteY3937" fmla="*/ 173469 h 2442948"/>
                <a:gd name="connsiteX3938" fmla="*/ 1187960 w 1550288"/>
                <a:gd name="connsiteY3938" fmla="*/ 173469 h 2442948"/>
                <a:gd name="connsiteX3939" fmla="*/ 1190692 w 1550288"/>
                <a:gd name="connsiteY3939" fmla="*/ 173469 h 2442948"/>
                <a:gd name="connsiteX3940" fmla="*/ 1187960 w 1550288"/>
                <a:gd name="connsiteY3940" fmla="*/ 170736 h 2442948"/>
                <a:gd name="connsiteX3941" fmla="*/ 1187960 w 1550288"/>
                <a:gd name="connsiteY3941" fmla="*/ 165702 h 2442948"/>
                <a:gd name="connsiteX3942" fmla="*/ 1185514 w 1550288"/>
                <a:gd name="connsiteY3942" fmla="*/ 168291 h 2442948"/>
                <a:gd name="connsiteX3943" fmla="*/ 1185514 w 1550288"/>
                <a:gd name="connsiteY3943" fmla="*/ 165702 h 2442948"/>
                <a:gd name="connsiteX3944" fmla="*/ 1185514 w 1550288"/>
                <a:gd name="connsiteY3944" fmla="*/ 163256 h 2442948"/>
                <a:gd name="connsiteX3945" fmla="*/ 1193282 w 1550288"/>
                <a:gd name="connsiteY3945" fmla="*/ 168291 h 2442948"/>
                <a:gd name="connsiteX3946" fmla="*/ 1193282 w 1550288"/>
                <a:gd name="connsiteY3946" fmla="*/ 173469 h 2442948"/>
                <a:gd name="connsiteX3947" fmla="*/ 1198172 w 1550288"/>
                <a:gd name="connsiteY3947" fmla="*/ 173469 h 2442948"/>
                <a:gd name="connsiteX3948" fmla="*/ 1198172 w 1550288"/>
                <a:gd name="connsiteY3948" fmla="*/ 170736 h 2442948"/>
                <a:gd name="connsiteX3949" fmla="*/ 1203494 w 1550288"/>
                <a:gd name="connsiteY3949" fmla="*/ 163256 h 2442948"/>
                <a:gd name="connsiteX3950" fmla="*/ 1200761 w 1550288"/>
                <a:gd name="connsiteY3950" fmla="*/ 160523 h 2442948"/>
                <a:gd name="connsiteX3951" fmla="*/ 1198172 w 1550288"/>
                <a:gd name="connsiteY3951" fmla="*/ 160523 h 2442948"/>
                <a:gd name="connsiteX3952" fmla="*/ 1193282 w 1550288"/>
                <a:gd name="connsiteY3952" fmla="*/ 160523 h 2442948"/>
                <a:gd name="connsiteX3953" fmla="*/ 1193282 w 1550288"/>
                <a:gd name="connsiteY3953" fmla="*/ 153044 h 2442948"/>
                <a:gd name="connsiteX3954" fmla="*/ 1190692 w 1550288"/>
                <a:gd name="connsiteY3954" fmla="*/ 155489 h 2442948"/>
                <a:gd name="connsiteX3955" fmla="*/ 1190692 w 1550288"/>
                <a:gd name="connsiteY3955" fmla="*/ 150599 h 2442948"/>
                <a:gd name="connsiteX3956" fmla="*/ 1193282 w 1550288"/>
                <a:gd name="connsiteY3956" fmla="*/ 147866 h 2442948"/>
                <a:gd name="connsiteX3957" fmla="*/ 1193282 w 1550288"/>
                <a:gd name="connsiteY3957" fmla="*/ 150599 h 2442948"/>
                <a:gd name="connsiteX3958" fmla="*/ 1198172 w 1550288"/>
                <a:gd name="connsiteY3958" fmla="*/ 150599 h 2442948"/>
                <a:gd name="connsiteX3959" fmla="*/ 1203494 w 1550288"/>
                <a:gd name="connsiteY3959" fmla="*/ 145277 h 2442948"/>
                <a:gd name="connsiteX3960" fmla="*/ 1205939 w 1550288"/>
                <a:gd name="connsiteY3960" fmla="*/ 145277 h 2442948"/>
                <a:gd name="connsiteX3961" fmla="*/ 1200761 w 1550288"/>
                <a:gd name="connsiteY3961" fmla="*/ 142831 h 2442948"/>
                <a:gd name="connsiteX3962" fmla="*/ 1397101 w 1550288"/>
                <a:gd name="connsiteY3962" fmla="*/ 96803 h 2442948"/>
                <a:gd name="connsiteX3963" fmla="*/ 1399546 w 1550288"/>
                <a:gd name="connsiteY3963" fmla="*/ 96803 h 2442948"/>
                <a:gd name="connsiteX3964" fmla="*/ 1399546 w 1550288"/>
                <a:gd name="connsiteY3964" fmla="*/ 99536 h 2442948"/>
                <a:gd name="connsiteX3965" fmla="*/ 1404868 w 1550288"/>
                <a:gd name="connsiteY3965" fmla="*/ 104570 h 2442948"/>
                <a:gd name="connsiteX3966" fmla="*/ 1409903 w 1550288"/>
                <a:gd name="connsiteY3966" fmla="*/ 99536 h 2442948"/>
                <a:gd name="connsiteX3967" fmla="*/ 1432773 w 1550288"/>
                <a:gd name="connsiteY3967" fmla="*/ 99536 h 2442948"/>
                <a:gd name="connsiteX3968" fmla="*/ 1435506 w 1550288"/>
                <a:gd name="connsiteY3968" fmla="*/ 99536 h 2442948"/>
                <a:gd name="connsiteX3969" fmla="*/ 1435506 w 1550288"/>
                <a:gd name="connsiteY3969" fmla="*/ 101981 h 2442948"/>
                <a:gd name="connsiteX3970" fmla="*/ 1432773 w 1550288"/>
                <a:gd name="connsiteY3970" fmla="*/ 114783 h 2442948"/>
                <a:gd name="connsiteX3971" fmla="*/ 1430184 w 1550288"/>
                <a:gd name="connsiteY3971" fmla="*/ 127441 h 2442948"/>
                <a:gd name="connsiteX3972" fmla="*/ 1427739 w 1550288"/>
                <a:gd name="connsiteY3972" fmla="*/ 130173 h 2442948"/>
                <a:gd name="connsiteX3973" fmla="*/ 1425293 w 1550288"/>
                <a:gd name="connsiteY3973" fmla="*/ 127441 h 2442948"/>
                <a:gd name="connsiteX3974" fmla="*/ 1422560 w 1550288"/>
                <a:gd name="connsiteY3974" fmla="*/ 127441 h 2442948"/>
                <a:gd name="connsiteX3975" fmla="*/ 1420115 w 1550288"/>
                <a:gd name="connsiteY3975" fmla="*/ 130173 h 2442948"/>
                <a:gd name="connsiteX3976" fmla="*/ 1417526 w 1550288"/>
                <a:gd name="connsiteY3976" fmla="*/ 130173 h 2442948"/>
                <a:gd name="connsiteX3977" fmla="*/ 1415081 w 1550288"/>
                <a:gd name="connsiteY3977" fmla="*/ 127441 h 2442948"/>
                <a:gd name="connsiteX3978" fmla="*/ 1412492 w 1550288"/>
                <a:gd name="connsiteY3978" fmla="*/ 130173 h 2442948"/>
                <a:gd name="connsiteX3979" fmla="*/ 1404868 w 1550288"/>
                <a:gd name="connsiteY3979" fmla="*/ 132619 h 2442948"/>
                <a:gd name="connsiteX3980" fmla="*/ 1402423 w 1550288"/>
                <a:gd name="connsiteY3980" fmla="*/ 130173 h 2442948"/>
                <a:gd name="connsiteX3981" fmla="*/ 1397101 w 1550288"/>
                <a:gd name="connsiteY3981" fmla="*/ 132619 h 2442948"/>
                <a:gd name="connsiteX3982" fmla="*/ 1397101 w 1550288"/>
                <a:gd name="connsiteY3982" fmla="*/ 135208 h 2442948"/>
                <a:gd name="connsiteX3983" fmla="*/ 1392211 w 1550288"/>
                <a:gd name="connsiteY3983" fmla="*/ 137653 h 2442948"/>
                <a:gd name="connsiteX3984" fmla="*/ 1399546 w 1550288"/>
                <a:gd name="connsiteY3984" fmla="*/ 140386 h 2442948"/>
                <a:gd name="connsiteX3985" fmla="*/ 1399546 w 1550288"/>
                <a:gd name="connsiteY3985" fmla="*/ 145276 h 2442948"/>
                <a:gd name="connsiteX3986" fmla="*/ 1402423 w 1550288"/>
                <a:gd name="connsiteY3986" fmla="*/ 145276 h 2442948"/>
                <a:gd name="connsiteX3987" fmla="*/ 1402423 w 1550288"/>
                <a:gd name="connsiteY3987" fmla="*/ 147866 h 2442948"/>
                <a:gd name="connsiteX3988" fmla="*/ 1407314 w 1550288"/>
                <a:gd name="connsiteY3988" fmla="*/ 147866 h 2442948"/>
                <a:gd name="connsiteX3989" fmla="*/ 1412492 w 1550288"/>
                <a:gd name="connsiteY3989" fmla="*/ 147866 h 2442948"/>
                <a:gd name="connsiteX3990" fmla="*/ 1415081 w 1550288"/>
                <a:gd name="connsiteY3990" fmla="*/ 145276 h 2442948"/>
                <a:gd name="connsiteX3991" fmla="*/ 1420115 w 1550288"/>
                <a:gd name="connsiteY3991" fmla="*/ 150599 h 2442948"/>
                <a:gd name="connsiteX3992" fmla="*/ 1420115 w 1550288"/>
                <a:gd name="connsiteY3992" fmla="*/ 155489 h 2442948"/>
                <a:gd name="connsiteX3993" fmla="*/ 1417526 w 1550288"/>
                <a:gd name="connsiteY3993" fmla="*/ 160523 h 2442948"/>
                <a:gd name="connsiteX3994" fmla="*/ 1417526 w 1550288"/>
                <a:gd name="connsiteY3994" fmla="*/ 163256 h 2442948"/>
                <a:gd name="connsiteX3995" fmla="*/ 1417526 w 1550288"/>
                <a:gd name="connsiteY3995" fmla="*/ 170736 h 2442948"/>
                <a:gd name="connsiteX3996" fmla="*/ 1412492 w 1550288"/>
                <a:gd name="connsiteY3996" fmla="*/ 173469 h 2442948"/>
                <a:gd name="connsiteX3997" fmla="*/ 1415081 w 1550288"/>
                <a:gd name="connsiteY3997" fmla="*/ 180948 h 2442948"/>
                <a:gd name="connsiteX3998" fmla="*/ 1407314 w 1550288"/>
                <a:gd name="connsiteY3998" fmla="*/ 188716 h 2442948"/>
                <a:gd name="connsiteX3999" fmla="*/ 1399546 w 1550288"/>
                <a:gd name="connsiteY3999" fmla="*/ 191161 h 2442948"/>
                <a:gd name="connsiteX4000" fmla="*/ 1402423 w 1550288"/>
                <a:gd name="connsiteY4000" fmla="*/ 193894 h 2442948"/>
                <a:gd name="connsiteX4001" fmla="*/ 1397101 w 1550288"/>
                <a:gd name="connsiteY4001" fmla="*/ 191161 h 2442948"/>
                <a:gd name="connsiteX4002" fmla="*/ 1392211 w 1550288"/>
                <a:gd name="connsiteY4002" fmla="*/ 193894 h 2442948"/>
                <a:gd name="connsiteX4003" fmla="*/ 1389478 w 1550288"/>
                <a:gd name="connsiteY4003" fmla="*/ 193894 h 2442948"/>
                <a:gd name="connsiteX4004" fmla="*/ 1389478 w 1550288"/>
                <a:gd name="connsiteY4004" fmla="*/ 196339 h 2442948"/>
                <a:gd name="connsiteX4005" fmla="*/ 1386889 w 1550288"/>
                <a:gd name="connsiteY4005" fmla="*/ 198928 h 2442948"/>
                <a:gd name="connsiteX4006" fmla="*/ 1384443 w 1550288"/>
                <a:gd name="connsiteY4006" fmla="*/ 196339 h 2442948"/>
                <a:gd name="connsiteX4007" fmla="*/ 1374231 w 1550288"/>
                <a:gd name="connsiteY4007" fmla="*/ 193894 h 2442948"/>
                <a:gd name="connsiteX4008" fmla="*/ 1371786 w 1550288"/>
                <a:gd name="connsiteY4008" fmla="*/ 196339 h 2442948"/>
                <a:gd name="connsiteX4009" fmla="*/ 1358840 w 1550288"/>
                <a:gd name="connsiteY4009" fmla="*/ 198928 h 2442948"/>
                <a:gd name="connsiteX4010" fmla="*/ 1358840 w 1550288"/>
                <a:gd name="connsiteY4010" fmla="*/ 201373 h 2442948"/>
                <a:gd name="connsiteX4011" fmla="*/ 1356251 w 1550288"/>
                <a:gd name="connsiteY4011" fmla="*/ 201373 h 2442948"/>
                <a:gd name="connsiteX4012" fmla="*/ 1348628 w 1550288"/>
                <a:gd name="connsiteY4012" fmla="*/ 204106 h 2442948"/>
                <a:gd name="connsiteX4013" fmla="*/ 1343593 w 1550288"/>
                <a:gd name="connsiteY4013" fmla="*/ 201373 h 2442948"/>
                <a:gd name="connsiteX4014" fmla="*/ 1335970 w 1550288"/>
                <a:gd name="connsiteY4014" fmla="*/ 193894 h 2442948"/>
                <a:gd name="connsiteX4015" fmla="*/ 1333381 w 1550288"/>
                <a:gd name="connsiteY4015" fmla="*/ 188716 h 2442948"/>
                <a:gd name="connsiteX4016" fmla="*/ 1333381 w 1550288"/>
                <a:gd name="connsiteY4016" fmla="*/ 186127 h 2442948"/>
                <a:gd name="connsiteX4017" fmla="*/ 1333381 w 1550288"/>
                <a:gd name="connsiteY4017" fmla="*/ 183681 h 2442948"/>
                <a:gd name="connsiteX4018" fmla="*/ 1333381 w 1550288"/>
                <a:gd name="connsiteY4018" fmla="*/ 180948 h 2442948"/>
                <a:gd name="connsiteX4019" fmla="*/ 1330936 w 1550288"/>
                <a:gd name="connsiteY4019" fmla="*/ 180948 h 2442948"/>
                <a:gd name="connsiteX4020" fmla="*/ 1328490 w 1550288"/>
                <a:gd name="connsiteY4020" fmla="*/ 183681 h 2442948"/>
                <a:gd name="connsiteX4021" fmla="*/ 1323168 w 1550288"/>
                <a:gd name="connsiteY4021" fmla="*/ 178503 h 2442948"/>
                <a:gd name="connsiteX4022" fmla="*/ 1320723 w 1550288"/>
                <a:gd name="connsiteY4022" fmla="*/ 175914 h 2442948"/>
                <a:gd name="connsiteX4023" fmla="*/ 1323168 w 1550288"/>
                <a:gd name="connsiteY4023" fmla="*/ 170736 h 2442948"/>
                <a:gd name="connsiteX4024" fmla="*/ 1318278 w 1550288"/>
                <a:gd name="connsiteY4024" fmla="*/ 168291 h 2442948"/>
                <a:gd name="connsiteX4025" fmla="*/ 1315401 w 1550288"/>
                <a:gd name="connsiteY4025" fmla="*/ 165701 h 2442948"/>
                <a:gd name="connsiteX4026" fmla="*/ 1320723 w 1550288"/>
                <a:gd name="connsiteY4026" fmla="*/ 155489 h 2442948"/>
                <a:gd name="connsiteX4027" fmla="*/ 1323168 w 1550288"/>
                <a:gd name="connsiteY4027" fmla="*/ 155489 h 2442948"/>
                <a:gd name="connsiteX4028" fmla="*/ 1320723 w 1550288"/>
                <a:gd name="connsiteY4028" fmla="*/ 153044 h 2442948"/>
                <a:gd name="connsiteX4029" fmla="*/ 1320723 w 1550288"/>
                <a:gd name="connsiteY4029" fmla="*/ 147866 h 2442948"/>
                <a:gd name="connsiteX4030" fmla="*/ 1318278 w 1550288"/>
                <a:gd name="connsiteY4030" fmla="*/ 147866 h 2442948"/>
                <a:gd name="connsiteX4031" fmla="*/ 1323168 w 1550288"/>
                <a:gd name="connsiteY4031" fmla="*/ 137653 h 2442948"/>
                <a:gd name="connsiteX4032" fmla="*/ 1320723 w 1550288"/>
                <a:gd name="connsiteY4032" fmla="*/ 132619 h 2442948"/>
                <a:gd name="connsiteX4033" fmla="*/ 1320723 w 1550288"/>
                <a:gd name="connsiteY4033" fmla="*/ 122406 h 2442948"/>
                <a:gd name="connsiteX4034" fmla="*/ 1323168 w 1550288"/>
                <a:gd name="connsiteY4034" fmla="*/ 119961 h 2442948"/>
                <a:gd name="connsiteX4035" fmla="*/ 1325757 w 1550288"/>
                <a:gd name="connsiteY4035" fmla="*/ 114783 h 2442948"/>
                <a:gd name="connsiteX4036" fmla="*/ 1325757 w 1550288"/>
                <a:gd name="connsiteY4036" fmla="*/ 112194 h 2442948"/>
                <a:gd name="connsiteX4037" fmla="*/ 1330936 w 1550288"/>
                <a:gd name="connsiteY4037" fmla="*/ 112194 h 2442948"/>
                <a:gd name="connsiteX4038" fmla="*/ 1330936 w 1550288"/>
                <a:gd name="connsiteY4038" fmla="*/ 114783 h 2442948"/>
                <a:gd name="connsiteX4039" fmla="*/ 1330936 w 1550288"/>
                <a:gd name="connsiteY4039" fmla="*/ 117228 h 2442948"/>
                <a:gd name="connsiteX4040" fmla="*/ 1338703 w 1550288"/>
                <a:gd name="connsiteY4040" fmla="*/ 112194 h 2442948"/>
                <a:gd name="connsiteX4041" fmla="*/ 1341148 w 1550288"/>
                <a:gd name="connsiteY4041" fmla="*/ 109748 h 2442948"/>
                <a:gd name="connsiteX4042" fmla="*/ 1343593 w 1550288"/>
                <a:gd name="connsiteY4042" fmla="*/ 109748 h 2442948"/>
                <a:gd name="connsiteX4043" fmla="*/ 1346039 w 1550288"/>
                <a:gd name="connsiteY4043" fmla="*/ 112194 h 2442948"/>
                <a:gd name="connsiteX4044" fmla="*/ 1346039 w 1550288"/>
                <a:gd name="connsiteY4044" fmla="*/ 109748 h 2442948"/>
                <a:gd name="connsiteX4045" fmla="*/ 1346039 w 1550288"/>
                <a:gd name="connsiteY4045" fmla="*/ 107015 h 2442948"/>
                <a:gd name="connsiteX4046" fmla="*/ 1353806 w 1550288"/>
                <a:gd name="connsiteY4046" fmla="*/ 101981 h 2442948"/>
                <a:gd name="connsiteX4047" fmla="*/ 1356251 w 1550288"/>
                <a:gd name="connsiteY4047" fmla="*/ 104570 h 2442948"/>
                <a:gd name="connsiteX4048" fmla="*/ 1361573 w 1550288"/>
                <a:gd name="connsiteY4048" fmla="*/ 104570 h 2442948"/>
                <a:gd name="connsiteX4049" fmla="*/ 1364018 w 1550288"/>
                <a:gd name="connsiteY4049" fmla="*/ 101981 h 2442948"/>
                <a:gd name="connsiteX4050" fmla="*/ 1369053 w 1550288"/>
                <a:gd name="connsiteY4050" fmla="*/ 101981 h 2442948"/>
                <a:gd name="connsiteX4051" fmla="*/ 1374231 w 1550288"/>
                <a:gd name="connsiteY4051" fmla="*/ 99536 h 2442948"/>
                <a:gd name="connsiteX4052" fmla="*/ 1374231 w 1550288"/>
                <a:gd name="connsiteY4052" fmla="*/ 104570 h 2442948"/>
                <a:gd name="connsiteX4053" fmla="*/ 1376676 w 1550288"/>
                <a:gd name="connsiteY4053" fmla="*/ 104570 h 2442948"/>
                <a:gd name="connsiteX4054" fmla="*/ 1384443 w 1550288"/>
                <a:gd name="connsiteY4054" fmla="*/ 99536 h 2442948"/>
                <a:gd name="connsiteX4055" fmla="*/ 1386889 w 1550288"/>
                <a:gd name="connsiteY4055" fmla="*/ 99536 h 2442948"/>
                <a:gd name="connsiteX4056" fmla="*/ 1295119 w 1550288"/>
                <a:gd name="connsiteY4056" fmla="*/ 79111 h 2442948"/>
                <a:gd name="connsiteX4057" fmla="*/ 1297852 w 1550288"/>
                <a:gd name="connsiteY4057" fmla="*/ 79111 h 2442948"/>
                <a:gd name="connsiteX4058" fmla="*/ 1297852 w 1550288"/>
                <a:gd name="connsiteY4058" fmla="*/ 84145 h 2442948"/>
                <a:gd name="connsiteX4059" fmla="*/ 1295119 w 1550288"/>
                <a:gd name="connsiteY4059" fmla="*/ 84145 h 2442948"/>
                <a:gd name="connsiteX4060" fmla="*/ 1295119 w 1550288"/>
                <a:gd name="connsiteY4060" fmla="*/ 86591 h 2442948"/>
                <a:gd name="connsiteX4061" fmla="*/ 1295119 w 1550288"/>
                <a:gd name="connsiteY4061" fmla="*/ 91769 h 2442948"/>
                <a:gd name="connsiteX4062" fmla="*/ 1297852 w 1550288"/>
                <a:gd name="connsiteY4062" fmla="*/ 94358 h 2442948"/>
                <a:gd name="connsiteX4063" fmla="*/ 1302743 w 1550288"/>
                <a:gd name="connsiteY4063" fmla="*/ 94358 h 2442948"/>
                <a:gd name="connsiteX4064" fmla="*/ 1302743 w 1550288"/>
                <a:gd name="connsiteY4064" fmla="*/ 96803 h 2442948"/>
                <a:gd name="connsiteX4065" fmla="*/ 1300297 w 1550288"/>
                <a:gd name="connsiteY4065" fmla="*/ 99536 h 2442948"/>
                <a:gd name="connsiteX4066" fmla="*/ 1302743 w 1550288"/>
                <a:gd name="connsiteY4066" fmla="*/ 99536 h 2442948"/>
                <a:gd name="connsiteX4067" fmla="*/ 1302743 w 1550288"/>
                <a:gd name="connsiteY4067" fmla="*/ 101981 h 2442948"/>
                <a:gd name="connsiteX4068" fmla="*/ 1305332 w 1550288"/>
                <a:gd name="connsiteY4068" fmla="*/ 104570 h 2442948"/>
                <a:gd name="connsiteX4069" fmla="*/ 1302743 w 1550288"/>
                <a:gd name="connsiteY4069" fmla="*/ 104570 h 2442948"/>
                <a:gd name="connsiteX4070" fmla="*/ 1310510 w 1550288"/>
                <a:gd name="connsiteY4070" fmla="*/ 112194 h 2442948"/>
                <a:gd name="connsiteX4071" fmla="*/ 1312955 w 1550288"/>
                <a:gd name="connsiteY4071" fmla="*/ 114783 h 2442948"/>
                <a:gd name="connsiteX4072" fmla="*/ 1310510 w 1550288"/>
                <a:gd name="connsiteY4072" fmla="*/ 117228 h 2442948"/>
                <a:gd name="connsiteX4073" fmla="*/ 1312955 w 1550288"/>
                <a:gd name="connsiteY4073" fmla="*/ 122406 h 2442948"/>
                <a:gd name="connsiteX4074" fmla="*/ 1305332 w 1550288"/>
                <a:gd name="connsiteY4074" fmla="*/ 130174 h 2442948"/>
                <a:gd name="connsiteX4075" fmla="*/ 1300297 w 1550288"/>
                <a:gd name="connsiteY4075" fmla="*/ 135208 h 2442948"/>
                <a:gd name="connsiteX4076" fmla="*/ 1292530 w 1550288"/>
                <a:gd name="connsiteY4076" fmla="*/ 135208 h 2442948"/>
                <a:gd name="connsiteX4077" fmla="*/ 1287640 w 1550288"/>
                <a:gd name="connsiteY4077" fmla="*/ 135208 h 2442948"/>
                <a:gd name="connsiteX4078" fmla="*/ 1284907 w 1550288"/>
                <a:gd name="connsiteY4078" fmla="*/ 130174 h 2442948"/>
                <a:gd name="connsiteX4079" fmla="*/ 1282318 w 1550288"/>
                <a:gd name="connsiteY4079" fmla="*/ 127441 h 2442948"/>
                <a:gd name="connsiteX4080" fmla="*/ 1282318 w 1550288"/>
                <a:gd name="connsiteY4080" fmla="*/ 122406 h 2442948"/>
                <a:gd name="connsiteX4081" fmla="*/ 1277427 w 1550288"/>
                <a:gd name="connsiteY4081" fmla="*/ 114783 h 2442948"/>
                <a:gd name="connsiteX4082" fmla="*/ 1269660 w 1550288"/>
                <a:gd name="connsiteY4082" fmla="*/ 94358 h 2442948"/>
                <a:gd name="connsiteX4083" fmla="*/ 1272105 w 1550288"/>
                <a:gd name="connsiteY4083" fmla="*/ 91769 h 2442948"/>
                <a:gd name="connsiteX4084" fmla="*/ 1272105 w 1550288"/>
                <a:gd name="connsiteY4084" fmla="*/ 94358 h 2442948"/>
                <a:gd name="connsiteX4085" fmla="*/ 1274694 w 1550288"/>
                <a:gd name="connsiteY4085" fmla="*/ 94358 h 2442948"/>
                <a:gd name="connsiteX4086" fmla="*/ 1277427 w 1550288"/>
                <a:gd name="connsiteY4086" fmla="*/ 91769 h 2442948"/>
                <a:gd name="connsiteX4087" fmla="*/ 1277427 w 1550288"/>
                <a:gd name="connsiteY4087" fmla="*/ 89323 h 2442948"/>
                <a:gd name="connsiteX4088" fmla="*/ 1279872 w 1550288"/>
                <a:gd name="connsiteY4088" fmla="*/ 91769 h 2442948"/>
                <a:gd name="connsiteX4089" fmla="*/ 1279872 w 1550288"/>
                <a:gd name="connsiteY4089" fmla="*/ 89323 h 2442948"/>
                <a:gd name="connsiteX4090" fmla="*/ 1282318 w 1550288"/>
                <a:gd name="connsiteY4090" fmla="*/ 84145 h 2442948"/>
                <a:gd name="connsiteX4091" fmla="*/ 1290085 w 1550288"/>
                <a:gd name="connsiteY4091" fmla="*/ 84145 h 2442948"/>
                <a:gd name="connsiteX4092" fmla="*/ 1292530 w 1550288"/>
                <a:gd name="connsiteY4092" fmla="*/ 81556 h 2442948"/>
                <a:gd name="connsiteX4093" fmla="*/ 1425293 w 1550288"/>
                <a:gd name="connsiteY4093" fmla="*/ 0 h 2442948"/>
                <a:gd name="connsiteX4094" fmla="*/ 1427739 w 1550288"/>
                <a:gd name="connsiteY4094" fmla="*/ 0 h 2442948"/>
                <a:gd name="connsiteX4095" fmla="*/ 1432773 w 1550288"/>
                <a:gd name="connsiteY4095" fmla="*/ 2445 h 2442948"/>
                <a:gd name="connsiteX4096" fmla="*/ 1435506 w 1550288"/>
                <a:gd name="connsiteY4096" fmla="*/ 5178 h 2442948"/>
                <a:gd name="connsiteX4097" fmla="*/ 1437951 w 1550288"/>
                <a:gd name="connsiteY4097" fmla="*/ 5178 h 2442948"/>
                <a:gd name="connsiteX4098" fmla="*/ 1440396 w 1550288"/>
                <a:gd name="connsiteY4098" fmla="*/ 12658 h 2442948"/>
                <a:gd name="connsiteX4099" fmla="*/ 1442985 w 1550288"/>
                <a:gd name="connsiteY4099" fmla="*/ 12658 h 2442948"/>
                <a:gd name="connsiteX4100" fmla="*/ 1448164 w 1550288"/>
                <a:gd name="connsiteY4100" fmla="*/ 17836 h 2442948"/>
                <a:gd name="connsiteX4101" fmla="*/ 1448164 w 1550288"/>
                <a:gd name="connsiteY4101" fmla="*/ 20425 h 2442948"/>
                <a:gd name="connsiteX4102" fmla="*/ 1448164 w 1550288"/>
                <a:gd name="connsiteY4102" fmla="*/ 22870 h 2442948"/>
                <a:gd name="connsiteX4103" fmla="*/ 1445718 w 1550288"/>
                <a:gd name="connsiteY4103" fmla="*/ 33083 h 2442948"/>
                <a:gd name="connsiteX4104" fmla="*/ 1440396 w 1550288"/>
                <a:gd name="connsiteY4104" fmla="*/ 71344 h 2442948"/>
                <a:gd name="connsiteX4105" fmla="*/ 1437951 w 1550288"/>
                <a:gd name="connsiteY4105" fmla="*/ 71344 h 2442948"/>
                <a:gd name="connsiteX4106" fmla="*/ 1437951 w 1550288"/>
                <a:gd name="connsiteY4106" fmla="*/ 68899 h 2442948"/>
                <a:gd name="connsiteX4107" fmla="*/ 1435506 w 1550288"/>
                <a:gd name="connsiteY4107" fmla="*/ 68899 h 2442948"/>
                <a:gd name="connsiteX4108" fmla="*/ 1422560 w 1550288"/>
                <a:gd name="connsiteY4108" fmla="*/ 73933 h 2442948"/>
                <a:gd name="connsiteX4109" fmla="*/ 1415081 w 1550288"/>
                <a:gd name="connsiteY4109" fmla="*/ 68899 h 2442948"/>
                <a:gd name="connsiteX4110" fmla="*/ 1412492 w 1550288"/>
                <a:gd name="connsiteY4110" fmla="*/ 68899 h 2442948"/>
                <a:gd name="connsiteX4111" fmla="*/ 1407314 w 1550288"/>
                <a:gd name="connsiteY4111" fmla="*/ 61131 h 2442948"/>
                <a:gd name="connsiteX4112" fmla="*/ 1407314 w 1550288"/>
                <a:gd name="connsiteY4112" fmla="*/ 56241 h 2442948"/>
                <a:gd name="connsiteX4113" fmla="*/ 1404868 w 1550288"/>
                <a:gd name="connsiteY4113" fmla="*/ 53508 h 2442948"/>
                <a:gd name="connsiteX4114" fmla="*/ 1402423 w 1550288"/>
                <a:gd name="connsiteY4114" fmla="*/ 53508 h 2442948"/>
                <a:gd name="connsiteX4115" fmla="*/ 1397101 w 1550288"/>
                <a:gd name="connsiteY4115" fmla="*/ 53508 h 2442948"/>
                <a:gd name="connsiteX4116" fmla="*/ 1397101 w 1550288"/>
                <a:gd name="connsiteY4116" fmla="*/ 61131 h 2442948"/>
                <a:gd name="connsiteX4117" fmla="*/ 1392211 w 1550288"/>
                <a:gd name="connsiteY4117" fmla="*/ 61131 h 2442948"/>
                <a:gd name="connsiteX4118" fmla="*/ 1392211 w 1550288"/>
                <a:gd name="connsiteY4118" fmla="*/ 66166 h 2442948"/>
                <a:gd name="connsiteX4119" fmla="*/ 1389478 w 1550288"/>
                <a:gd name="connsiteY4119" fmla="*/ 68899 h 2442948"/>
                <a:gd name="connsiteX4120" fmla="*/ 1384443 w 1550288"/>
                <a:gd name="connsiteY4120" fmla="*/ 68899 h 2442948"/>
                <a:gd name="connsiteX4121" fmla="*/ 1379265 w 1550288"/>
                <a:gd name="connsiteY4121" fmla="*/ 66166 h 2442948"/>
                <a:gd name="connsiteX4122" fmla="*/ 1379265 w 1550288"/>
                <a:gd name="connsiteY4122" fmla="*/ 61131 h 2442948"/>
                <a:gd name="connsiteX4123" fmla="*/ 1379265 w 1550288"/>
                <a:gd name="connsiteY4123" fmla="*/ 53508 h 2442948"/>
                <a:gd name="connsiteX4124" fmla="*/ 1376676 w 1550288"/>
                <a:gd name="connsiteY4124" fmla="*/ 53508 h 2442948"/>
                <a:gd name="connsiteX4125" fmla="*/ 1371786 w 1550288"/>
                <a:gd name="connsiteY4125" fmla="*/ 51063 h 2442948"/>
                <a:gd name="connsiteX4126" fmla="*/ 1366464 w 1550288"/>
                <a:gd name="connsiteY4126" fmla="*/ 51063 h 2442948"/>
                <a:gd name="connsiteX4127" fmla="*/ 1358840 w 1550288"/>
                <a:gd name="connsiteY4127" fmla="*/ 51063 h 2442948"/>
                <a:gd name="connsiteX4128" fmla="*/ 1353806 w 1550288"/>
                <a:gd name="connsiteY4128" fmla="*/ 53508 h 2442948"/>
                <a:gd name="connsiteX4129" fmla="*/ 1351361 w 1550288"/>
                <a:gd name="connsiteY4129" fmla="*/ 56241 h 2442948"/>
                <a:gd name="connsiteX4130" fmla="*/ 1351361 w 1550288"/>
                <a:gd name="connsiteY4130" fmla="*/ 53508 h 2442948"/>
                <a:gd name="connsiteX4131" fmla="*/ 1343593 w 1550288"/>
                <a:gd name="connsiteY4131" fmla="*/ 58686 h 2442948"/>
                <a:gd name="connsiteX4132" fmla="*/ 1338703 w 1550288"/>
                <a:gd name="connsiteY4132" fmla="*/ 61131 h 2442948"/>
                <a:gd name="connsiteX4133" fmla="*/ 1335970 w 1550288"/>
                <a:gd name="connsiteY4133" fmla="*/ 58686 h 2442948"/>
                <a:gd name="connsiteX4134" fmla="*/ 1335970 w 1550288"/>
                <a:gd name="connsiteY4134" fmla="*/ 53508 h 2442948"/>
                <a:gd name="connsiteX4135" fmla="*/ 1335970 w 1550288"/>
                <a:gd name="connsiteY4135" fmla="*/ 48473 h 2442948"/>
                <a:gd name="connsiteX4136" fmla="*/ 1335970 w 1550288"/>
                <a:gd name="connsiteY4136" fmla="*/ 46028 h 2442948"/>
                <a:gd name="connsiteX4137" fmla="*/ 1338703 w 1550288"/>
                <a:gd name="connsiteY4137" fmla="*/ 46028 h 2442948"/>
                <a:gd name="connsiteX4138" fmla="*/ 1341148 w 1550288"/>
                <a:gd name="connsiteY4138" fmla="*/ 38261 h 2442948"/>
                <a:gd name="connsiteX4139" fmla="*/ 1343593 w 1550288"/>
                <a:gd name="connsiteY4139" fmla="*/ 38261 h 2442948"/>
                <a:gd name="connsiteX4140" fmla="*/ 1346039 w 1550288"/>
                <a:gd name="connsiteY4140" fmla="*/ 35816 h 2442948"/>
                <a:gd name="connsiteX4141" fmla="*/ 1356251 w 1550288"/>
                <a:gd name="connsiteY4141" fmla="*/ 30638 h 2442948"/>
                <a:gd name="connsiteX4142" fmla="*/ 1371786 w 1550288"/>
                <a:gd name="connsiteY4142" fmla="*/ 22870 h 2442948"/>
                <a:gd name="connsiteX4143" fmla="*/ 1381998 w 1550288"/>
                <a:gd name="connsiteY4143" fmla="*/ 22870 h 2442948"/>
                <a:gd name="connsiteX4144" fmla="*/ 1384443 w 1550288"/>
                <a:gd name="connsiteY4144" fmla="*/ 22870 h 2442948"/>
                <a:gd name="connsiteX4145" fmla="*/ 1384443 w 1550288"/>
                <a:gd name="connsiteY4145" fmla="*/ 25603 h 2442948"/>
                <a:gd name="connsiteX4146" fmla="*/ 1386889 w 1550288"/>
                <a:gd name="connsiteY4146" fmla="*/ 25603 h 2442948"/>
                <a:gd name="connsiteX4147" fmla="*/ 1389478 w 1550288"/>
                <a:gd name="connsiteY4147" fmla="*/ 25603 h 2442948"/>
                <a:gd name="connsiteX4148" fmla="*/ 1399546 w 1550288"/>
                <a:gd name="connsiteY4148" fmla="*/ 20425 h 2442948"/>
                <a:gd name="connsiteX4149" fmla="*/ 1399546 w 1550288"/>
                <a:gd name="connsiteY4149" fmla="*/ 17836 h 2442948"/>
                <a:gd name="connsiteX4150" fmla="*/ 1402423 w 1550288"/>
                <a:gd name="connsiteY4150" fmla="*/ 17836 h 2442948"/>
                <a:gd name="connsiteX4151" fmla="*/ 1402423 w 1550288"/>
                <a:gd name="connsiteY4151" fmla="*/ 15391 h 2442948"/>
                <a:gd name="connsiteX4152" fmla="*/ 1402423 w 1550288"/>
                <a:gd name="connsiteY4152" fmla="*/ 12658 h 2442948"/>
                <a:gd name="connsiteX4153" fmla="*/ 1404868 w 1550288"/>
                <a:gd name="connsiteY4153" fmla="*/ 12658 h 2442948"/>
                <a:gd name="connsiteX4154" fmla="*/ 1407314 w 1550288"/>
                <a:gd name="connsiteY4154" fmla="*/ 7623 h 2442948"/>
                <a:gd name="connsiteX4155" fmla="*/ 1415081 w 1550288"/>
                <a:gd name="connsiteY4155" fmla="*/ 5178 h 2442948"/>
                <a:gd name="connsiteX4156" fmla="*/ 1420115 w 1550288"/>
                <a:gd name="connsiteY4156" fmla="*/ 5178 h 2442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Lst>
              <a:rect l="l" t="t" r="r" b="b"/>
              <a:pathLst>
                <a:path w="1550288" h="2442948">
                  <a:moveTo>
                    <a:pt x="637347" y="1050450"/>
                  </a:moveTo>
                  <a:lnTo>
                    <a:pt x="639792" y="1050450"/>
                  </a:lnTo>
                  <a:lnTo>
                    <a:pt x="639792" y="1053039"/>
                  </a:lnTo>
                  <a:close/>
                  <a:moveTo>
                    <a:pt x="142687" y="992565"/>
                  </a:moveTo>
                  <a:lnTo>
                    <a:pt x="142687" y="994498"/>
                  </a:lnTo>
                  <a:lnTo>
                    <a:pt x="140242" y="996943"/>
                  </a:lnTo>
                  <a:lnTo>
                    <a:pt x="142687" y="996943"/>
                  </a:lnTo>
                  <a:lnTo>
                    <a:pt x="145134" y="996943"/>
                  </a:lnTo>
                  <a:close/>
                  <a:moveTo>
                    <a:pt x="135209" y="948470"/>
                  </a:moveTo>
                  <a:lnTo>
                    <a:pt x="135209" y="958682"/>
                  </a:lnTo>
                  <a:lnTo>
                    <a:pt x="140243" y="966450"/>
                  </a:lnTo>
                  <a:lnTo>
                    <a:pt x="140243" y="963861"/>
                  </a:lnTo>
                  <a:lnTo>
                    <a:pt x="137654" y="956237"/>
                  </a:lnTo>
                  <a:close/>
                  <a:moveTo>
                    <a:pt x="214176" y="918120"/>
                  </a:moveTo>
                  <a:lnTo>
                    <a:pt x="216190" y="918120"/>
                  </a:lnTo>
                  <a:lnTo>
                    <a:pt x="216190" y="920565"/>
                  </a:lnTo>
                  <a:lnTo>
                    <a:pt x="218923" y="920565"/>
                  </a:lnTo>
                  <a:lnTo>
                    <a:pt x="218923" y="923010"/>
                  </a:lnTo>
                  <a:lnTo>
                    <a:pt x="216190" y="925600"/>
                  </a:lnTo>
                  <a:lnTo>
                    <a:pt x="221368" y="925600"/>
                  </a:lnTo>
                  <a:lnTo>
                    <a:pt x="221368" y="928332"/>
                  </a:lnTo>
                  <a:lnTo>
                    <a:pt x="223957" y="930778"/>
                  </a:lnTo>
                  <a:lnTo>
                    <a:pt x="221368" y="930778"/>
                  </a:lnTo>
                  <a:lnTo>
                    <a:pt x="221368" y="933223"/>
                  </a:lnTo>
                  <a:lnTo>
                    <a:pt x="220074" y="933223"/>
                  </a:lnTo>
                  <a:lnTo>
                    <a:pt x="217341" y="935812"/>
                  </a:lnTo>
                  <a:lnTo>
                    <a:pt x="217341" y="940990"/>
                  </a:lnTo>
                  <a:lnTo>
                    <a:pt x="220074" y="938545"/>
                  </a:lnTo>
                  <a:lnTo>
                    <a:pt x="220074" y="943435"/>
                  </a:lnTo>
                  <a:lnTo>
                    <a:pt x="222519" y="943435"/>
                  </a:lnTo>
                  <a:lnTo>
                    <a:pt x="225108" y="946025"/>
                  </a:lnTo>
                  <a:lnTo>
                    <a:pt x="225108" y="951203"/>
                  </a:lnTo>
                  <a:lnTo>
                    <a:pt x="230286" y="951203"/>
                  </a:lnTo>
                  <a:lnTo>
                    <a:pt x="230286" y="948470"/>
                  </a:lnTo>
                  <a:lnTo>
                    <a:pt x="232731" y="951203"/>
                  </a:lnTo>
                  <a:lnTo>
                    <a:pt x="232731" y="956237"/>
                  </a:lnTo>
                  <a:lnTo>
                    <a:pt x="230286" y="958682"/>
                  </a:lnTo>
                  <a:lnTo>
                    <a:pt x="217341" y="963861"/>
                  </a:lnTo>
                  <a:lnTo>
                    <a:pt x="214895" y="966450"/>
                  </a:lnTo>
                  <a:lnTo>
                    <a:pt x="207128" y="971628"/>
                  </a:lnTo>
                  <a:lnTo>
                    <a:pt x="204683" y="974073"/>
                  </a:lnTo>
                  <a:lnTo>
                    <a:pt x="202094" y="974073"/>
                  </a:lnTo>
                  <a:lnTo>
                    <a:pt x="196916" y="981840"/>
                  </a:lnTo>
                  <a:lnTo>
                    <a:pt x="186703" y="986731"/>
                  </a:lnTo>
                  <a:lnTo>
                    <a:pt x="176491" y="986731"/>
                  </a:lnTo>
                  <a:lnTo>
                    <a:pt x="174045" y="989320"/>
                  </a:lnTo>
                  <a:lnTo>
                    <a:pt x="171456" y="992053"/>
                  </a:lnTo>
                  <a:lnTo>
                    <a:pt x="169011" y="992053"/>
                  </a:lnTo>
                  <a:lnTo>
                    <a:pt x="166278" y="994498"/>
                  </a:lnTo>
                  <a:lnTo>
                    <a:pt x="166278" y="996943"/>
                  </a:lnTo>
                  <a:lnTo>
                    <a:pt x="163833" y="994498"/>
                  </a:lnTo>
                  <a:lnTo>
                    <a:pt x="158079" y="994498"/>
                  </a:lnTo>
                  <a:lnTo>
                    <a:pt x="155634" y="996943"/>
                  </a:lnTo>
                  <a:lnTo>
                    <a:pt x="152901" y="999532"/>
                  </a:lnTo>
                  <a:lnTo>
                    <a:pt x="145420" y="997038"/>
                  </a:lnTo>
                  <a:lnTo>
                    <a:pt x="145420" y="999532"/>
                  </a:lnTo>
                  <a:lnTo>
                    <a:pt x="147866" y="999532"/>
                  </a:lnTo>
                  <a:lnTo>
                    <a:pt x="147866" y="1002265"/>
                  </a:lnTo>
                  <a:lnTo>
                    <a:pt x="150311" y="1002265"/>
                  </a:lnTo>
                  <a:lnTo>
                    <a:pt x="152900" y="1004710"/>
                  </a:lnTo>
                  <a:lnTo>
                    <a:pt x="155633" y="1002265"/>
                  </a:lnTo>
                  <a:lnTo>
                    <a:pt x="155633" y="999532"/>
                  </a:lnTo>
                  <a:lnTo>
                    <a:pt x="158078" y="999532"/>
                  </a:lnTo>
                  <a:lnTo>
                    <a:pt x="160523" y="999532"/>
                  </a:lnTo>
                  <a:lnTo>
                    <a:pt x="160523" y="1002265"/>
                  </a:lnTo>
                  <a:lnTo>
                    <a:pt x="163113" y="999532"/>
                  </a:lnTo>
                  <a:lnTo>
                    <a:pt x="165558" y="996943"/>
                  </a:lnTo>
                  <a:lnTo>
                    <a:pt x="166278" y="996943"/>
                  </a:lnTo>
                  <a:lnTo>
                    <a:pt x="168291" y="996943"/>
                  </a:lnTo>
                  <a:lnTo>
                    <a:pt x="170736" y="994498"/>
                  </a:lnTo>
                  <a:lnTo>
                    <a:pt x="173325" y="994498"/>
                  </a:lnTo>
                  <a:lnTo>
                    <a:pt x="175770" y="992052"/>
                  </a:lnTo>
                  <a:lnTo>
                    <a:pt x="175770" y="989319"/>
                  </a:lnTo>
                  <a:lnTo>
                    <a:pt x="178503" y="989319"/>
                  </a:lnTo>
                  <a:lnTo>
                    <a:pt x="185983" y="989319"/>
                  </a:lnTo>
                  <a:lnTo>
                    <a:pt x="188716" y="989319"/>
                  </a:lnTo>
                  <a:lnTo>
                    <a:pt x="188716" y="986730"/>
                  </a:lnTo>
                  <a:lnTo>
                    <a:pt x="191161" y="986730"/>
                  </a:lnTo>
                  <a:lnTo>
                    <a:pt x="196195" y="984285"/>
                  </a:lnTo>
                  <a:lnTo>
                    <a:pt x="201373" y="981840"/>
                  </a:lnTo>
                  <a:lnTo>
                    <a:pt x="201373" y="979107"/>
                  </a:lnTo>
                  <a:lnTo>
                    <a:pt x="203963" y="976518"/>
                  </a:lnTo>
                  <a:lnTo>
                    <a:pt x="209141" y="976518"/>
                  </a:lnTo>
                  <a:lnTo>
                    <a:pt x="214175" y="979107"/>
                  </a:lnTo>
                  <a:lnTo>
                    <a:pt x="216620" y="976518"/>
                  </a:lnTo>
                  <a:lnTo>
                    <a:pt x="219353" y="974073"/>
                  </a:lnTo>
                  <a:lnTo>
                    <a:pt x="221798" y="974073"/>
                  </a:lnTo>
                  <a:lnTo>
                    <a:pt x="224388" y="974073"/>
                  </a:lnTo>
                  <a:lnTo>
                    <a:pt x="226833" y="974073"/>
                  </a:lnTo>
                  <a:lnTo>
                    <a:pt x="224388" y="976518"/>
                  </a:lnTo>
                  <a:lnTo>
                    <a:pt x="226833" y="979107"/>
                  </a:lnTo>
                  <a:lnTo>
                    <a:pt x="226833" y="976518"/>
                  </a:lnTo>
                  <a:lnTo>
                    <a:pt x="229566" y="976518"/>
                  </a:lnTo>
                  <a:lnTo>
                    <a:pt x="226833" y="974073"/>
                  </a:lnTo>
                  <a:lnTo>
                    <a:pt x="229566" y="971627"/>
                  </a:lnTo>
                  <a:lnTo>
                    <a:pt x="232011" y="971627"/>
                  </a:lnTo>
                  <a:lnTo>
                    <a:pt x="232011" y="974073"/>
                  </a:lnTo>
                  <a:lnTo>
                    <a:pt x="234456" y="974073"/>
                  </a:lnTo>
                  <a:lnTo>
                    <a:pt x="234456" y="971627"/>
                  </a:lnTo>
                  <a:lnTo>
                    <a:pt x="237045" y="971627"/>
                  </a:lnTo>
                  <a:lnTo>
                    <a:pt x="239491" y="971627"/>
                  </a:lnTo>
                  <a:lnTo>
                    <a:pt x="239491" y="974073"/>
                  </a:lnTo>
                  <a:lnTo>
                    <a:pt x="242224" y="976518"/>
                  </a:lnTo>
                  <a:lnTo>
                    <a:pt x="244813" y="979107"/>
                  </a:lnTo>
                  <a:lnTo>
                    <a:pt x="244813" y="976518"/>
                  </a:lnTo>
                  <a:lnTo>
                    <a:pt x="247258" y="976518"/>
                  </a:lnTo>
                  <a:lnTo>
                    <a:pt x="249703" y="979107"/>
                  </a:lnTo>
                  <a:lnTo>
                    <a:pt x="252436" y="979107"/>
                  </a:lnTo>
                  <a:lnTo>
                    <a:pt x="255025" y="979107"/>
                  </a:lnTo>
                  <a:lnTo>
                    <a:pt x="252436" y="976518"/>
                  </a:lnTo>
                  <a:lnTo>
                    <a:pt x="255025" y="976518"/>
                  </a:lnTo>
                  <a:lnTo>
                    <a:pt x="257470" y="976518"/>
                  </a:lnTo>
                  <a:lnTo>
                    <a:pt x="259916" y="974073"/>
                  </a:lnTo>
                  <a:lnTo>
                    <a:pt x="259916" y="976518"/>
                  </a:lnTo>
                  <a:lnTo>
                    <a:pt x="259916" y="979107"/>
                  </a:lnTo>
                  <a:lnTo>
                    <a:pt x="262649" y="979107"/>
                  </a:lnTo>
                  <a:lnTo>
                    <a:pt x="265094" y="976518"/>
                  </a:lnTo>
                  <a:lnTo>
                    <a:pt x="262649" y="974073"/>
                  </a:lnTo>
                  <a:lnTo>
                    <a:pt x="262649" y="971627"/>
                  </a:lnTo>
                  <a:lnTo>
                    <a:pt x="265094" y="968894"/>
                  </a:lnTo>
                  <a:lnTo>
                    <a:pt x="267683" y="963860"/>
                  </a:lnTo>
                  <a:lnTo>
                    <a:pt x="270128" y="961415"/>
                  </a:lnTo>
                  <a:lnTo>
                    <a:pt x="270128" y="958682"/>
                  </a:lnTo>
                  <a:lnTo>
                    <a:pt x="270128" y="956093"/>
                  </a:lnTo>
                  <a:lnTo>
                    <a:pt x="272861" y="956093"/>
                  </a:lnTo>
                  <a:lnTo>
                    <a:pt x="275306" y="956093"/>
                  </a:lnTo>
                  <a:lnTo>
                    <a:pt x="275306" y="953648"/>
                  </a:lnTo>
                  <a:lnTo>
                    <a:pt x="277895" y="953648"/>
                  </a:lnTo>
                  <a:lnTo>
                    <a:pt x="277895" y="956093"/>
                  </a:lnTo>
                  <a:lnTo>
                    <a:pt x="280341" y="956093"/>
                  </a:lnTo>
                  <a:lnTo>
                    <a:pt x="280341" y="958682"/>
                  </a:lnTo>
                  <a:lnTo>
                    <a:pt x="283074" y="961415"/>
                  </a:lnTo>
                  <a:lnTo>
                    <a:pt x="283074" y="958682"/>
                  </a:lnTo>
                  <a:lnTo>
                    <a:pt x="285519" y="958682"/>
                  </a:lnTo>
                  <a:lnTo>
                    <a:pt x="285519" y="961415"/>
                  </a:lnTo>
                  <a:lnTo>
                    <a:pt x="288108" y="961415"/>
                  </a:lnTo>
                  <a:lnTo>
                    <a:pt x="288108" y="963860"/>
                  </a:lnTo>
                  <a:lnTo>
                    <a:pt x="290553" y="963860"/>
                  </a:lnTo>
                  <a:lnTo>
                    <a:pt x="293286" y="963860"/>
                  </a:lnTo>
                  <a:lnTo>
                    <a:pt x="295731" y="963860"/>
                  </a:lnTo>
                  <a:lnTo>
                    <a:pt x="298320" y="963860"/>
                  </a:lnTo>
                  <a:lnTo>
                    <a:pt x="298320" y="961415"/>
                  </a:lnTo>
                  <a:lnTo>
                    <a:pt x="293286" y="961415"/>
                  </a:lnTo>
                  <a:lnTo>
                    <a:pt x="298320" y="958682"/>
                  </a:lnTo>
                  <a:lnTo>
                    <a:pt x="300766" y="958682"/>
                  </a:lnTo>
                  <a:lnTo>
                    <a:pt x="300766" y="956093"/>
                  </a:lnTo>
                  <a:lnTo>
                    <a:pt x="295731" y="958682"/>
                  </a:lnTo>
                  <a:lnTo>
                    <a:pt x="295731" y="956093"/>
                  </a:lnTo>
                  <a:lnTo>
                    <a:pt x="293286" y="956093"/>
                  </a:lnTo>
                  <a:lnTo>
                    <a:pt x="293286" y="958682"/>
                  </a:lnTo>
                  <a:lnTo>
                    <a:pt x="290553" y="958682"/>
                  </a:lnTo>
                  <a:lnTo>
                    <a:pt x="288108" y="956093"/>
                  </a:lnTo>
                  <a:lnTo>
                    <a:pt x="290553" y="953648"/>
                  </a:lnTo>
                  <a:lnTo>
                    <a:pt x="295731" y="948469"/>
                  </a:lnTo>
                  <a:lnTo>
                    <a:pt x="305944" y="951202"/>
                  </a:lnTo>
                  <a:lnTo>
                    <a:pt x="303499" y="953648"/>
                  </a:lnTo>
                  <a:lnTo>
                    <a:pt x="300766" y="951202"/>
                  </a:lnTo>
                  <a:lnTo>
                    <a:pt x="298320" y="951202"/>
                  </a:lnTo>
                  <a:lnTo>
                    <a:pt x="298320" y="953648"/>
                  </a:lnTo>
                  <a:lnTo>
                    <a:pt x="303499" y="956093"/>
                  </a:lnTo>
                  <a:lnTo>
                    <a:pt x="303499" y="958682"/>
                  </a:lnTo>
                  <a:lnTo>
                    <a:pt x="305944" y="958682"/>
                  </a:lnTo>
                  <a:lnTo>
                    <a:pt x="305944" y="961415"/>
                  </a:lnTo>
                  <a:lnTo>
                    <a:pt x="305944" y="963860"/>
                  </a:lnTo>
                  <a:lnTo>
                    <a:pt x="308533" y="963860"/>
                  </a:lnTo>
                  <a:lnTo>
                    <a:pt x="308533" y="958682"/>
                  </a:lnTo>
                  <a:lnTo>
                    <a:pt x="313423" y="958682"/>
                  </a:lnTo>
                  <a:lnTo>
                    <a:pt x="316156" y="958682"/>
                  </a:lnTo>
                  <a:lnTo>
                    <a:pt x="316156" y="961415"/>
                  </a:lnTo>
                  <a:lnTo>
                    <a:pt x="313423" y="961415"/>
                  </a:lnTo>
                  <a:lnTo>
                    <a:pt x="313423" y="963860"/>
                  </a:lnTo>
                  <a:lnTo>
                    <a:pt x="316156" y="963860"/>
                  </a:lnTo>
                  <a:lnTo>
                    <a:pt x="318745" y="961415"/>
                  </a:lnTo>
                  <a:lnTo>
                    <a:pt x="321191" y="958682"/>
                  </a:lnTo>
                  <a:lnTo>
                    <a:pt x="323636" y="958682"/>
                  </a:lnTo>
                  <a:lnTo>
                    <a:pt x="326369" y="958682"/>
                  </a:lnTo>
                  <a:lnTo>
                    <a:pt x="331403" y="956093"/>
                  </a:lnTo>
                  <a:lnTo>
                    <a:pt x="331403" y="953648"/>
                  </a:lnTo>
                  <a:lnTo>
                    <a:pt x="333848" y="953648"/>
                  </a:lnTo>
                  <a:lnTo>
                    <a:pt x="336581" y="953648"/>
                  </a:lnTo>
                  <a:lnTo>
                    <a:pt x="336581" y="951202"/>
                  </a:lnTo>
                  <a:lnTo>
                    <a:pt x="339171" y="951202"/>
                  </a:lnTo>
                  <a:lnTo>
                    <a:pt x="346794" y="951202"/>
                  </a:lnTo>
                  <a:lnTo>
                    <a:pt x="349239" y="951202"/>
                  </a:lnTo>
                  <a:lnTo>
                    <a:pt x="349239" y="948469"/>
                  </a:lnTo>
                  <a:lnTo>
                    <a:pt x="349239" y="946024"/>
                  </a:lnTo>
                  <a:lnTo>
                    <a:pt x="354273" y="943435"/>
                  </a:lnTo>
                  <a:lnTo>
                    <a:pt x="351828" y="946024"/>
                  </a:lnTo>
                  <a:lnTo>
                    <a:pt x="354273" y="946024"/>
                  </a:lnTo>
                  <a:lnTo>
                    <a:pt x="354273" y="948469"/>
                  </a:lnTo>
                  <a:lnTo>
                    <a:pt x="357006" y="953648"/>
                  </a:lnTo>
                  <a:lnTo>
                    <a:pt x="351828" y="963860"/>
                  </a:lnTo>
                  <a:lnTo>
                    <a:pt x="354273" y="963860"/>
                  </a:lnTo>
                  <a:lnTo>
                    <a:pt x="357006" y="961415"/>
                  </a:lnTo>
                  <a:lnTo>
                    <a:pt x="357006" y="958682"/>
                  </a:lnTo>
                  <a:lnTo>
                    <a:pt x="359452" y="956093"/>
                  </a:lnTo>
                  <a:lnTo>
                    <a:pt x="359452" y="958682"/>
                  </a:lnTo>
                  <a:lnTo>
                    <a:pt x="367219" y="951202"/>
                  </a:lnTo>
                  <a:lnTo>
                    <a:pt x="369664" y="951202"/>
                  </a:lnTo>
                  <a:lnTo>
                    <a:pt x="369664" y="948469"/>
                  </a:lnTo>
                  <a:lnTo>
                    <a:pt x="369664" y="946024"/>
                  </a:lnTo>
                  <a:lnTo>
                    <a:pt x="372253" y="946024"/>
                  </a:lnTo>
                  <a:lnTo>
                    <a:pt x="372253" y="948469"/>
                  </a:lnTo>
                  <a:lnTo>
                    <a:pt x="374699" y="946024"/>
                  </a:lnTo>
                  <a:lnTo>
                    <a:pt x="374699" y="943435"/>
                  </a:lnTo>
                  <a:lnTo>
                    <a:pt x="372253" y="943435"/>
                  </a:lnTo>
                  <a:lnTo>
                    <a:pt x="374699" y="940990"/>
                  </a:lnTo>
                  <a:lnTo>
                    <a:pt x="372253" y="940990"/>
                  </a:lnTo>
                  <a:lnTo>
                    <a:pt x="377431" y="935811"/>
                  </a:lnTo>
                  <a:lnTo>
                    <a:pt x="377431" y="938544"/>
                  </a:lnTo>
                  <a:lnTo>
                    <a:pt x="377431" y="940990"/>
                  </a:lnTo>
                  <a:lnTo>
                    <a:pt x="379877" y="938544"/>
                  </a:lnTo>
                  <a:lnTo>
                    <a:pt x="379877" y="940990"/>
                  </a:lnTo>
                  <a:lnTo>
                    <a:pt x="382466" y="938544"/>
                  </a:lnTo>
                  <a:lnTo>
                    <a:pt x="382466" y="940990"/>
                  </a:lnTo>
                  <a:lnTo>
                    <a:pt x="384911" y="943435"/>
                  </a:lnTo>
                  <a:lnTo>
                    <a:pt x="387356" y="943435"/>
                  </a:lnTo>
                  <a:lnTo>
                    <a:pt x="390089" y="940990"/>
                  </a:lnTo>
                  <a:lnTo>
                    <a:pt x="390089" y="938544"/>
                  </a:lnTo>
                  <a:lnTo>
                    <a:pt x="392678" y="938544"/>
                  </a:lnTo>
                  <a:lnTo>
                    <a:pt x="395124" y="938544"/>
                  </a:lnTo>
                  <a:lnTo>
                    <a:pt x="395124" y="940990"/>
                  </a:lnTo>
                  <a:lnTo>
                    <a:pt x="392678" y="943435"/>
                  </a:lnTo>
                  <a:lnTo>
                    <a:pt x="395124" y="943435"/>
                  </a:lnTo>
                  <a:lnTo>
                    <a:pt x="395124" y="940990"/>
                  </a:lnTo>
                  <a:lnTo>
                    <a:pt x="397569" y="940990"/>
                  </a:lnTo>
                  <a:lnTo>
                    <a:pt x="397569" y="943435"/>
                  </a:lnTo>
                  <a:lnTo>
                    <a:pt x="400302" y="943435"/>
                  </a:lnTo>
                  <a:lnTo>
                    <a:pt x="400302" y="940990"/>
                  </a:lnTo>
                  <a:lnTo>
                    <a:pt x="402747" y="938544"/>
                  </a:lnTo>
                  <a:lnTo>
                    <a:pt x="402747" y="940990"/>
                  </a:lnTo>
                  <a:lnTo>
                    <a:pt x="402747" y="943435"/>
                  </a:lnTo>
                  <a:lnTo>
                    <a:pt x="402747" y="946024"/>
                  </a:lnTo>
                  <a:lnTo>
                    <a:pt x="400302" y="948469"/>
                  </a:lnTo>
                  <a:lnTo>
                    <a:pt x="400302" y="951202"/>
                  </a:lnTo>
                  <a:lnTo>
                    <a:pt x="402747" y="951202"/>
                  </a:lnTo>
                  <a:lnTo>
                    <a:pt x="402747" y="953648"/>
                  </a:lnTo>
                  <a:lnTo>
                    <a:pt x="405336" y="951202"/>
                  </a:lnTo>
                  <a:lnTo>
                    <a:pt x="407781" y="951202"/>
                  </a:lnTo>
                  <a:lnTo>
                    <a:pt x="405336" y="956093"/>
                  </a:lnTo>
                  <a:lnTo>
                    <a:pt x="407781" y="953648"/>
                  </a:lnTo>
                  <a:lnTo>
                    <a:pt x="407781" y="951202"/>
                  </a:lnTo>
                  <a:lnTo>
                    <a:pt x="410514" y="951202"/>
                  </a:lnTo>
                  <a:lnTo>
                    <a:pt x="413103" y="951202"/>
                  </a:lnTo>
                  <a:lnTo>
                    <a:pt x="410514" y="953648"/>
                  </a:lnTo>
                  <a:lnTo>
                    <a:pt x="410514" y="956093"/>
                  </a:lnTo>
                  <a:lnTo>
                    <a:pt x="410514" y="958682"/>
                  </a:lnTo>
                  <a:lnTo>
                    <a:pt x="413103" y="958682"/>
                  </a:lnTo>
                  <a:lnTo>
                    <a:pt x="413103" y="956093"/>
                  </a:lnTo>
                  <a:lnTo>
                    <a:pt x="413103" y="953648"/>
                  </a:lnTo>
                  <a:lnTo>
                    <a:pt x="415549" y="953648"/>
                  </a:lnTo>
                  <a:lnTo>
                    <a:pt x="417994" y="953648"/>
                  </a:lnTo>
                  <a:lnTo>
                    <a:pt x="415549" y="956093"/>
                  </a:lnTo>
                  <a:lnTo>
                    <a:pt x="417994" y="956093"/>
                  </a:lnTo>
                  <a:lnTo>
                    <a:pt x="420727" y="951202"/>
                  </a:lnTo>
                  <a:lnTo>
                    <a:pt x="423172" y="951202"/>
                  </a:lnTo>
                  <a:lnTo>
                    <a:pt x="425761" y="951202"/>
                  </a:lnTo>
                  <a:lnTo>
                    <a:pt x="428206" y="946024"/>
                  </a:lnTo>
                  <a:lnTo>
                    <a:pt x="430939" y="946024"/>
                  </a:lnTo>
                  <a:lnTo>
                    <a:pt x="428206" y="943435"/>
                  </a:lnTo>
                  <a:lnTo>
                    <a:pt x="428206" y="946024"/>
                  </a:lnTo>
                  <a:lnTo>
                    <a:pt x="425761" y="943435"/>
                  </a:lnTo>
                  <a:lnTo>
                    <a:pt x="428206" y="940990"/>
                  </a:lnTo>
                  <a:lnTo>
                    <a:pt x="430939" y="940990"/>
                  </a:lnTo>
                  <a:lnTo>
                    <a:pt x="433384" y="940990"/>
                  </a:lnTo>
                  <a:lnTo>
                    <a:pt x="435974" y="940990"/>
                  </a:lnTo>
                  <a:lnTo>
                    <a:pt x="435974" y="946024"/>
                  </a:lnTo>
                  <a:lnTo>
                    <a:pt x="435974" y="948469"/>
                  </a:lnTo>
                  <a:lnTo>
                    <a:pt x="433384" y="951202"/>
                  </a:lnTo>
                  <a:lnTo>
                    <a:pt x="435974" y="951202"/>
                  </a:lnTo>
                  <a:lnTo>
                    <a:pt x="438419" y="953648"/>
                  </a:lnTo>
                  <a:lnTo>
                    <a:pt x="438419" y="956093"/>
                  </a:lnTo>
                  <a:lnTo>
                    <a:pt x="438419" y="958682"/>
                  </a:lnTo>
                  <a:lnTo>
                    <a:pt x="435974" y="958682"/>
                  </a:lnTo>
                  <a:lnTo>
                    <a:pt x="438419" y="961415"/>
                  </a:lnTo>
                  <a:lnTo>
                    <a:pt x="438419" y="958682"/>
                  </a:lnTo>
                  <a:lnTo>
                    <a:pt x="441152" y="958682"/>
                  </a:lnTo>
                  <a:lnTo>
                    <a:pt x="441152" y="961415"/>
                  </a:lnTo>
                  <a:lnTo>
                    <a:pt x="438419" y="963860"/>
                  </a:lnTo>
                  <a:lnTo>
                    <a:pt x="435974" y="966449"/>
                  </a:lnTo>
                  <a:lnTo>
                    <a:pt x="435974" y="968894"/>
                  </a:lnTo>
                  <a:lnTo>
                    <a:pt x="433384" y="968894"/>
                  </a:lnTo>
                  <a:lnTo>
                    <a:pt x="433384" y="971627"/>
                  </a:lnTo>
                  <a:lnTo>
                    <a:pt x="428206" y="971627"/>
                  </a:lnTo>
                  <a:lnTo>
                    <a:pt x="425761" y="971627"/>
                  </a:lnTo>
                  <a:lnTo>
                    <a:pt x="415549" y="974073"/>
                  </a:lnTo>
                  <a:lnTo>
                    <a:pt x="410514" y="976518"/>
                  </a:lnTo>
                  <a:lnTo>
                    <a:pt x="407781" y="976518"/>
                  </a:lnTo>
                  <a:lnTo>
                    <a:pt x="402747" y="979107"/>
                  </a:lnTo>
                  <a:lnTo>
                    <a:pt x="400302" y="979107"/>
                  </a:lnTo>
                  <a:lnTo>
                    <a:pt x="397569" y="979107"/>
                  </a:lnTo>
                  <a:lnTo>
                    <a:pt x="395124" y="979107"/>
                  </a:lnTo>
                  <a:lnTo>
                    <a:pt x="392678" y="979107"/>
                  </a:lnTo>
                  <a:lnTo>
                    <a:pt x="390089" y="979107"/>
                  </a:lnTo>
                  <a:lnTo>
                    <a:pt x="387356" y="979107"/>
                  </a:lnTo>
                  <a:lnTo>
                    <a:pt x="384911" y="981840"/>
                  </a:lnTo>
                  <a:lnTo>
                    <a:pt x="382466" y="981840"/>
                  </a:lnTo>
                  <a:lnTo>
                    <a:pt x="377431" y="984285"/>
                  </a:lnTo>
                  <a:lnTo>
                    <a:pt x="379877" y="981840"/>
                  </a:lnTo>
                  <a:lnTo>
                    <a:pt x="377431" y="981840"/>
                  </a:lnTo>
                  <a:lnTo>
                    <a:pt x="374699" y="984285"/>
                  </a:lnTo>
                  <a:lnTo>
                    <a:pt x="374699" y="986730"/>
                  </a:lnTo>
                  <a:lnTo>
                    <a:pt x="372253" y="989319"/>
                  </a:lnTo>
                  <a:lnTo>
                    <a:pt x="364486" y="992052"/>
                  </a:lnTo>
                  <a:lnTo>
                    <a:pt x="362041" y="992052"/>
                  </a:lnTo>
                  <a:lnTo>
                    <a:pt x="354273" y="996943"/>
                  </a:lnTo>
                  <a:lnTo>
                    <a:pt x="351828" y="999532"/>
                  </a:lnTo>
                  <a:lnTo>
                    <a:pt x="349239" y="1002265"/>
                  </a:lnTo>
                  <a:lnTo>
                    <a:pt x="349239" y="996943"/>
                  </a:lnTo>
                  <a:lnTo>
                    <a:pt x="349239" y="994498"/>
                  </a:lnTo>
                  <a:lnTo>
                    <a:pt x="351828" y="992052"/>
                  </a:lnTo>
                  <a:lnTo>
                    <a:pt x="354273" y="992052"/>
                  </a:lnTo>
                  <a:lnTo>
                    <a:pt x="351828" y="989319"/>
                  </a:lnTo>
                  <a:lnTo>
                    <a:pt x="346794" y="989319"/>
                  </a:lnTo>
                  <a:lnTo>
                    <a:pt x="344061" y="989319"/>
                  </a:lnTo>
                  <a:lnTo>
                    <a:pt x="341616" y="989319"/>
                  </a:lnTo>
                  <a:lnTo>
                    <a:pt x="339171" y="992052"/>
                  </a:lnTo>
                  <a:lnTo>
                    <a:pt x="336581" y="989319"/>
                  </a:lnTo>
                  <a:lnTo>
                    <a:pt x="333848" y="992052"/>
                  </a:lnTo>
                  <a:lnTo>
                    <a:pt x="331403" y="989319"/>
                  </a:lnTo>
                  <a:lnTo>
                    <a:pt x="326369" y="989319"/>
                  </a:lnTo>
                  <a:lnTo>
                    <a:pt x="323636" y="986730"/>
                  </a:lnTo>
                  <a:lnTo>
                    <a:pt x="321191" y="986730"/>
                  </a:lnTo>
                  <a:lnTo>
                    <a:pt x="321191" y="989319"/>
                  </a:lnTo>
                  <a:lnTo>
                    <a:pt x="318745" y="986730"/>
                  </a:lnTo>
                  <a:lnTo>
                    <a:pt x="316156" y="986730"/>
                  </a:lnTo>
                  <a:lnTo>
                    <a:pt x="313423" y="986730"/>
                  </a:lnTo>
                  <a:lnTo>
                    <a:pt x="310978" y="986730"/>
                  </a:lnTo>
                  <a:lnTo>
                    <a:pt x="308533" y="986730"/>
                  </a:lnTo>
                  <a:lnTo>
                    <a:pt x="305944" y="986730"/>
                  </a:lnTo>
                  <a:lnTo>
                    <a:pt x="303499" y="986730"/>
                  </a:lnTo>
                  <a:lnTo>
                    <a:pt x="300766" y="989319"/>
                  </a:lnTo>
                  <a:lnTo>
                    <a:pt x="300766" y="992052"/>
                  </a:lnTo>
                  <a:lnTo>
                    <a:pt x="295731" y="992052"/>
                  </a:lnTo>
                  <a:lnTo>
                    <a:pt x="295731" y="994498"/>
                  </a:lnTo>
                  <a:lnTo>
                    <a:pt x="295731" y="999532"/>
                  </a:lnTo>
                  <a:lnTo>
                    <a:pt x="293286" y="999532"/>
                  </a:lnTo>
                  <a:lnTo>
                    <a:pt x="293286" y="1002265"/>
                  </a:lnTo>
                  <a:lnTo>
                    <a:pt x="280341" y="1004710"/>
                  </a:lnTo>
                  <a:lnTo>
                    <a:pt x="280341" y="1007155"/>
                  </a:lnTo>
                  <a:lnTo>
                    <a:pt x="277895" y="1009744"/>
                  </a:lnTo>
                  <a:lnTo>
                    <a:pt x="277895" y="1007155"/>
                  </a:lnTo>
                  <a:lnTo>
                    <a:pt x="277895" y="1004710"/>
                  </a:lnTo>
                  <a:lnTo>
                    <a:pt x="277895" y="1002265"/>
                  </a:lnTo>
                  <a:lnTo>
                    <a:pt x="275306" y="1004710"/>
                  </a:lnTo>
                  <a:lnTo>
                    <a:pt x="272861" y="1004710"/>
                  </a:lnTo>
                  <a:lnTo>
                    <a:pt x="267683" y="1012477"/>
                  </a:lnTo>
                  <a:lnTo>
                    <a:pt x="267683" y="1017368"/>
                  </a:lnTo>
                  <a:lnTo>
                    <a:pt x="265094" y="1019957"/>
                  </a:lnTo>
                  <a:lnTo>
                    <a:pt x="270128" y="1004710"/>
                  </a:lnTo>
                  <a:lnTo>
                    <a:pt x="267683" y="1002265"/>
                  </a:lnTo>
                  <a:lnTo>
                    <a:pt x="265094" y="1002265"/>
                  </a:lnTo>
                  <a:lnTo>
                    <a:pt x="262649" y="1002265"/>
                  </a:lnTo>
                  <a:lnTo>
                    <a:pt x="259916" y="1002265"/>
                  </a:lnTo>
                  <a:lnTo>
                    <a:pt x="257470" y="1002265"/>
                  </a:lnTo>
                  <a:lnTo>
                    <a:pt x="259916" y="1004710"/>
                  </a:lnTo>
                  <a:lnTo>
                    <a:pt x="257470" y="1004710"/>
                  </a:lnTo>
                  <a:lnTo>
                    <a:pt x="255025" y="1004710"/>
                  </a:lnTo>
                  <a:lnTo>
                    <a:pt x="255025" y="1007155"/>
                  </a:lnTo>
                  <a:lnTo>
                    <a:pt x="255025" y="1009744"/>
                  </a:lnTo>
                  <a:lnTo>
                    <a:pt x="247258" y="1014923"/>
                  </a:lnTo>
                  <a:lnTo>
                    <a:pt x="247258" y="1017368"/>
                  </a:lnTo>
                  <a:lnTo>
                    <a:pt x="249703" y="1017368"/>
                  </a:lnTo>
                  <a:lnTo>
                    <a:pt x="247258" y="1019957"/>
                  </a:lnTo>
                  <a:lnTo>
                    <a:pt x="244813" y="1022690"/>
                  </a:lnTo>
                  <a:lnTo>
                    <a:pt x="242224" y="1022690"/>
                  </a:lnTo>
                  <a:lnTo>
                    <a:pt x="239491" y="1017368"/>
                  </a:lnTo>
                  <a:lnTo>
                    <a:pt x="239491" y="1022690"/>
                  </a:lnTo>
                  <a:lnTo>
                    <a:pt x="237045" y="1019957"/>
                  </a:lnTo>
                  <a:lnTo>
                    <a:pt x="232011" y="1019957"/>
                  </a:lnTo>
                  <a:lnTo>
                    <a:pt x="229566" y="1019957"/>
                  </a:lnTo>
                  <a:lnTo>
                    <a:pt x="226833" y="1022690"/>
                  </a:lnTo>
                  <a:lnTo>
                    <a:pt x="224388" y="1022690"/>
                  </a:lnTo>
                  <a:lnTo>
                    <a:pt x="224388" y="1025135"/>
                  </a:lnTo>
                  <a:lnTo>
                    <a:pt x="226833" y="1025135"/>
                  </a:lnTo>
                  <a:lnTo>
                    <a:pt x="224388" y="1027580"/>
                  </a:lnTo>
                  <a:lnTo>
                    <a:pt x="224388" y="1030169"/>
                  </a:lnTo>
                  <a:lnTo>
                    <a:pt x="221798" y="1035348"/>
                  </a:lnTo>
                  <a:lnTo>
                    <a:pt x="216620" y="1035348"/>
                  </a:lnTo>
                  <a:lnTo>
                    <a:pt x="214175" y="1035348"/>
                  </a:lnTo>
                  <a:lnTo>
                    <a:pt x="214175" y="1032615"/>
                  </a:lnTo>
                  <a:lnTo>
                    <a:pt x="216620" y="1032615"/>
                  </a:lnTo>
                  <a:lnTo>
                    <a:pt x="216620" y="1030169"/>
                  </a:lnTo>
                  <a:lnTo>
                    <a:pt x="214175" y="1032615"/>
                  </a:lnTo>
                  <a:lnTo>
                    <a:pt x="211586" y="1030169"/>
                  </a:lnTo>
                  <a:lnTo>
                    <a:pt x="211586" y="1032615"/>
                  </a:lnTo>
                  <a:lnTo>
                    <a:pt x="211586" y="1035348"/>
                  </a:lnTo>
                  <a:lnTo>
                    <a:pt x="209141" y="1035348"/>
                  </a:lnTo>
                  <a:lnTo>
                    <a:pt x="209141" y="1037793"/>
                  </a:lnTo>
                  <a:lnTo>
                    <a:pt x="206408" y="1040382"/>
                  </a:lnTo>
                  <a:lnTo>
                    <a:pt x="211586" y="1053040"/>
                  </a:lnTo>
                  <a:lnTo>
                    <a:pt x="214175" y="1053040"/>
                  </a:lnTo>
                  <a:lnTo>
                    <a:pt x="214175" y="1055773"/>
                  </a:lnTo>
                  <a:lnTo>
                    <a:pt x="216620" y="1058218"/>
                  </a:lnTo>
                  <a:lnTo>
                    <a:pt x="224388" y="1065985"/>
                  </a:lnTo>
                  <a:lnTo>
                    <a:pt x="226833" y="1065985"/>
                  </a:lnTo>
                  <a:lnTo>
                    <a:pt x="226833" y="1063252"/>
                  </a:lnTo>
                  <a:lnTo>
                    <a:pt x="224388" y="1063252"/>
                  </a:lnTo>
                  <a:lnTo>
                    <a:pt x="224388" y="1060807"/>
                  </a:lnTo>
                  <a:lnTo>
                    <a:pt x="224388" y="1058218"/>
                  </a:lnTo>
                  <a:lnTo>
                    <a:pt x="221798" y="1058218"/>
                  </a:lnTo>
                  <a:lnTo>
                    <a:pt x="221798" y="1060807"/>
                  </a:lnTo>
                  <a:lnTo>
                    <a:pt x="216620" y="1055773"/>
                  </a:lnTo>
                  <a:lnTo>
                    <a:pt x="216620" y="1053040"/>
                  </a:lnTo>
                  <a:lnTo>
                    <a:pt x="216620" y="1050451"/>
                  </a:lnTo>
                  <a:lnTo>
                    <a:pt x="214175" y="1050451"/>
                  </a:lnTo>
                  <a:lnTo>
                    <a:pt x="214175" y="1048005"/>
                  </a:lnTo>
                  <a:lnTo>
                    <a:pt x="216620" y="1048005"/>
                  </a:lnTo>
                  <a:lnTo>
                    <a:pt x="219353" y="1053040"/>
                  </a:lnTo>
                  <a:lnTo>
                    <a:pt x="221798" y="1050451"/>
                  </a:lnTo>
                  <a:lnTo>
                    <a:pt x="219353" y="1050451"/>
                  </a:lnTo>
                  <a:lnTo>
                    <a:pt x="216620" y="1045560"/>
                  </a:lnTo>
                  <a:lnTo>
                    <a:pt x="211586" y="1045560"/>
                  </a:lnTo>
                  <a:lnTo>
                    <a:pt x="211586" y="1042827"/>
                  </a:lnTo>
                  <a:lnTo>
                    <a:pt x="214175" y="1042827"/>
                  </a:lnTo>
                  <a:lnTo>
                    <a:pt x="214175" y="1040382"/>
                  </a:lnTo>
                  <a:lnTo>
                    <a:pt x="214175" y="1037793"/>
                  </a:lnTo>
                  <a:lnTo>
                    <a:pt x="221798" y="1040382"/>
                  </a:lnTo>
                  <a:lnTo>
                    <a:pt x="221798" y="1042827"/>
                  </a:lnTo>
                  <a:lnTo>
                    <a:pt x="221798" y="1048005"/>
                  </a:lnTo>
                  <a:lnTo>
                    <a:pt x="224388" y="1048005"/>
                  </a:lnTo>
                  <a:lnTo>
                    <a:pt x="226833" y="1048005"/>
                  </a:lnTo>
                  <a:lnTo>
                    <a:pt x="229566" y="1050451"/>
                  </a:lnTo>
                  <a:lnTo>
                    <a:pt x="229566" y="1053040"/>
                  </a:lnTo>
                  <a:lnTo>
                    <a:pt x="232011" y="1050451"/>
                  </a:lnTo>
                  <a:lnTo>
                    <a:pt x="232011" y="1048005"/>
                  </a:lnTo>
                  <a:lnTo>
                    <a:pt x="232011" y="1045560"/>
                  </a:lnTo>
                  <a:lnTo>
                    <a:pt x="234456" y="1045560"/>
                  </a:lnTo>
                  <a:lnTo>
                    <a:pt x="234456" y="1048005"/>
                  </a:lnTo>
                  <a:lnTo>
                    <a:pt x="234456" y="1053040"/>
                  </a:lnTo>
                  <a:lnTo>
                    <a:pt x="237045" y="1053040"/>
                  </a:lnTo>
                  <a:lnTo>
                    <a:pt x="237045" y="1055773"/>
                  </a:lnTo>
                  <a:lnTo>
                    <a:pt x="239491" y="1055773"/>
                  </a:lnTo>
                  <a:lnTo>
                    <a:pt x="239491" y="1053040"/>
                  </a:lnTo>
                  <a:lnTo>
                    <a:pt x="242224" y="1055773"/>
                  </a:lnTo>
                  <a:lnTo>
                    <a:pt x="249703" y="1060807"/>
                  </a:lnTo>
                  <a:lnTo>
                    <a:pt x="249703" y="1058218"/>
                  </a:lnTo>
                  <a:lnTo>
                    <a:pt x="252436" y="1058218"/>
                  </a:lnTo>
                  <a:lnTo>
                    <a:pt x="252436" y="1055773"/>
                  </a:lnTo>
                  <a:lnTo>
                    <a:pt x="255025" y="1055773"/>
                  </a:lnTo>
                  <a:lnTo>
                    <a:pt x="255025" y="1050451"/>
                  </a:lnTo>
                  <a:lnTo>
                    <a:pt x="252436" y="1048005"/>
                  </a:lnTo>
                  <a:lnTo>
                    <a:pt x="249703" y="1048005"/>
                  </a:lnTo>
                  <a:lnTo>
                    <a:pt x="249703" y="1050451"/>
                  </a:lnTo>
                  <a:lnTo>
                    <a:pt x="244813" y="1048005"/>
                  </a:lnTo>
                  <a:lnTo>
                    <a:pt x="244813" y="1050451"/>
                  </a:lnTo>
                  <a:lnTo>
                    <a:pt x="242224" y="1053040"/>
                  </a:lnTo>
                  <a:lnTo>
                    <a:pt x="239491" y="1050451"/>
                  </a:lnTo>
                  <a:lnTo>
                    <a:pt x="237045" y="1050451"/>
                  </a:lnTo>
                  <a:lnTo>
                    <a:pt x="237045" y="1048005"/>
                  </a:lnTo>
                  <a:lnTo>
                    <a:pt x="239491" y="1048005"/>
                  </a:lnTo>
                  <a:lnTo>
                    <a:pt x="242224" y="1048005"/>
                  </a:lnTo>
                  <a:lnTo>
                    <a:pt x="242224" y="1045560"/>
                  </a:lnTo>
                  <a:lnTo>
                    <a:pt x="239491" y="1040382"/>
                  </a:lnTo>
                  <a:lnTo>
                    <a:pt x="242224" y="1040382"/>
                  </a:lnTo>
                  <a:lnTo>
                    <a:pt x="242224" y="1042827"/>
                  </a:lnTo>
                  <a:lnTo>
                    <a:pt x="247258" y="1042827"/>
                  </a:lnTo>
                  <a:lnTo>
                    <a:pt x="247258" y="1040382"/>
                  </a:lnTo>
                  <a:lnTo>
                    <a:pt x="244813" y="1040382"/>
                  </a:lnTo>
                  <a:lnTo>
                    <a:pt x="242224" y="1035348"/>
                  </a:lnTo>
                  <a:lnTo>
                    <a:pt x="244813" y="1027580"/>
                  </a:lnTo>
                  <a:lnTo>
                    <a:pt x="247258" y="1025135"/>
                  </a:lnTo>
                  <a:lnTo>
                    <a:pt x="247258" y="1022690"/>
                  </a:lnTo>
                  <a:lnTo>
                    <a:pt x="252436" y="1022690"/>
                  </a:lnTo>
                  <a:lnTo>
                    <a:pt x="252436" y="1025135"/>
                  </a:lnTo>
                  <a:lnTo>
                    <a:pt x="255025" y="1025135"/>
                  </a:lnTo>
                  <a:lnTo>
                    <a:pt x="262649" y="1019957"/>
                  </a:lnTo>
                  <a:lnTo>
                    <a:pt x="262649" y="1022690"/>
                  </a:lnTo>
                  <a:lnTo>
                    <a:pt x="259916" y="1025135"/>
                  </a:lnTo>
                  <a:lnTo>
                    <a:pt x="265094" y="1022690"/>
                  </a:lnTo>
                  <a:lnTo>
                    <a:pt x="267683" y="1019957"/>
                  </a:lnTo>
                  <a:lnTo>
                    <a:pt x="270128" y="1017368"/>
                  </a:lnTo>
                  <a:lnTo>
                    <a:pt x="272861" y="1012477"/>
                  </a:lnTo>
                  <a:lnTo>
                    <a:pt x="272861" y="1014923"/>
                  </a:lnTo>
                  <a:lnTo>
                    <a:pt x="270128" y="1022690"/>
                  </a:lnTo>
                  <a:lnTo>
                    <a:pt x="267683" y="1022690"/>
                  </a:lnTo>
                  <a:lnTo>
                    <a:pt x="267683" y="1025135"/>
                  </a:lnTo>
                  <a:lnTo>
                    <a:pt x="270128" y="1025135"/>
                  </a:lnTo>
                  <a:lnTo>
                    <a:pt x="272861" y="1022690"/>
                  </a:lnTo>
                  <a:lnTo>
                    <a:pt x="272861" y="1019957"/>
                  </a:lnTo>
                  <a:lnTo>
                    <a:pt x="275306" y="1017368"/>
                  </a:lnTo>
                  <a:lnTo>
                    <a:pt x="275306" y="1014923"/>
                  </a:lnTo>
                  <a:lnTo>
                    <a:pt x="277895" y="1014923"/>
                  </a:lnTo>
                  <a:lnTo>
                    <a:pt x="277895" y="1017368"/>
                  </a:lnTo>
                  <a:lnTo>
                    <a:pt x="275306" y="1019957"/>
                  </a:lnTo>
                  <a:lnTo>
                    <a:pt x="280341" y="1019957"/>
                  </a:lnTo>
                  <a:lnTo>
                    <a:pt x="280341" y="1022690"/>
                  </a:lnTo>
                  <a:lnTo>
                    <a:pt x="283074" y="1017368"/>
                  </a:lnTo>
                  <a:lnTo>
                    <a:pt x="285519" y="1017368"/>
                  </a:lnTo>
                  <a:lnTo>
                    <a:pt x="285519" y="1019957"/>
                  </a:lnTo>
                  <a:lnTo>
                    <a:pt x="283074" y="1019957"/>
                  </a:lnTo>
                  <a:lnTo>
                    <a:pt x="283074" y="1022690"/>
                  </a:lnTo>
                  <a:lnTo>
                    <a:pt x="285519" y="1022690"/>
                  </a:lnTo>
                  <a:lnTo>
                    <a:pt x="288108" y="1019957"/>
                  </a:lnTo>
                  <a:lnTo>
                    <a:pt x="293286" y="1017368"/>
                  </a:lnTo>
                  <a:lnTo>
                    <a:pt x="295731" y="1015786"/>
                  </a:lnTo>
                  <a:lnTo>
                    <a:pt x="295731" y="1017368"/>
                  </a:lnTo>
                  <a:lnTo>
                    <a:pt x="298320" y="1017368"/>
                  </a:lnTo>
                  <a:lnTo>
                    <a:pt x="300766" y="1017368"/>
                  </a:lnTo>
                  <a:lnTo>
                    <a:pt x="300766" y="1014923"/>
                  </a:lnTo>
                  <a:lnTo>
                    <a:pt x="310978" y="1007155"/>
                  </a:lnTo>
                  <a:lnTo>
                    <a:pt x="310978" y="1004710"/>
                  </a:lnTo>
                  <a:lnTo>
                    <a:pt x="313423" y="1004710"/>
                  </a:lnTo>
                  <a:lnTo>
                    <a:pt x="316156" y="999532"/>
                  </a:lnTo>
                  <a:lnTo>
                    <a:pt x="316156" y="1002265"/>
                  </a:lnTo>
                  <a:lnTo>
                    <a:pt x="316156" y="1004710"/>
                  </a:lnTo>
                  <a:lnTo>
                    <a:pt x="318745" y="1002265"/>
                  </a:lnTo>
                  <a:lnTo>
                    <a:pt x="318745" y="999532"/>
                  </a:lnTo>
                  <a:lnTo>
                    <a:pt x="323636" y="1004710"/>
                  </a:lnTo>
                  <a:lnTo>
                    <a:pt x="323636" y="1007155"/>
                  </a:lnTo>
                  <a:lnTo>
                    <a:pt x="321191" y="1009744"/>
                  </a:lnTo>
                  <a:lnTo>
                    <a:pt x="318745" y="1012477"/>
                  </a:lnTo>
                  <a:lnTo>
                    <a:pt x="318745" y="1014923"/>
                  </a:lnTo>
                  <a:lnTo>
                    <a:pt x="316156" y="1017368"/>
                  </a:lnTo>
                  <a:lnTo>
                    <a:pt x="318745" y="1017368"/>
                  </a:lnTo>
                  <a:lnTo>
                    <a:pt x="321191" y="1017368"/>
                  </a:lnTo>
                  <a:lnTo>
                    <a:pt x="323780" y="1014923"/>
                  </a:lnTo>
                  <a:lnTo>
                    <a:pt x="326369" y="1014923"/>
                  </a:lnTo>
                  <a:lnTo>
                    <a:pt x="326369" y="1012477"/>
                  </a:lnTo>
                  <a:lnTo>
                    <a:pt x="328814" y="1009744"/>
                  </a:lnTo>
                  <a:lnTo>
                    <a:pt x="328814" y="1007155"/>
                  </a:lnTo>
                  <a:lnTo>
                    <a:pt x="331403" y="1002265"/>
                  </a:lnTo>
                  <a:lnTo>
                    <a:pt x="328814" y="1014923"/>
                  </a:lnTo>
                  <a:lnTo>
                    <a:pt x="331403" y="1012477"/>
                  </a:lnTo>
                  <a:lnTo>
                    <a:pt x="333848" y="1004710"/>
                  </a:lnTo>
                  <a:lnTo>
                    <a:pt x="333848" y="1007155"/>
                  </a:lnTo>
                  <a:lnTo>
                    <a:pt x="331403" y="1017368"/>
                  </a:lnTo>
                  <a:lnTo>
                    <a:pt x="328814" y="1017368"/>
                  </a:lnTo>
                  <a:lnTo>
                    <a:pt x="326369" y="1017368"/>
                  </a:lnTo>
                  <a:lnTo>
                    <a:pt x="321191" y="1019957"/>
                  </a:lnTo>
                  <a:lnTo>
                    <a:pt x="321191" y="1022690"/>
                  </a:lnTo>
                  <a:lnTo>
                    <a:pt x="328814" y="1019957"/>
                  </a:lnTo>
                  <a:lnTo>
                    <a:pt x="326369" y="1022690"/>
                  </a:lnTo>
                  <a:lnTo>
                    <a:pt x="328814" y="1025135"/>
                  </a:lnTo>
                  <a:lnTo>
                    <a:pt x="331403" y="1022690"/>
                  </a:lnTo>
                  <a:lnTo>
                    <a:pt x="331403" y="1019957"/>
                  </a:lnTo>
                  <a:lnTo>
                    <a:pt x="333848" y="1019957"/>
                  </a:lnTo>
                  <a:lnTo>
                    <a:pt x="333848" y="1017368"/>
                  </a:lnTo>
                  <a:lnTo>
                    <a:pt x="336581" y="1017368"/>
                  </a:lnTo>
                  <a:lnTo>
                    <a:pt x="341616" y="1009744"/>
                  </a:lnTo>
                  <a:lnTo>
                    <a:pt x="341616" y="1012477"/>
                  </a:lnTo>
                  <a:lnTo>
                    <a:pt x="333848" y="1022690"/>
                  </a:lnTo>
                  <a:lnTo>
                    <a:pt x="331403" y="1025135"/>
                  </a:lnTo>
                  <a:lnTo>
                    <a:pt x="333848" y="1025135"/>
                  </a:lnTo>
                  <a:lnTo>
                    <a:pt x="336581" y="1022690"/>
                  </a:lnTo>
                  <a:lnTo>
                    <a:pt x="336581" y="1019957"/>
                  </a:lnTo>
                  <a:lnTo>
                    <a:pt x="339171" y="1019957"/>
                  </a:lnTo>
                  <a:lnTo>
                    <a:pt x="341616" y="1017368"/>
                  </a:lnTo>
                  <a:lnTo>
                    <a:pt x="344061" y="1009744"/>
                  </a:lnTo>
                  <a:lnTo>
                    <a:pt x="346794" y="1007155"/>
                  </a:lnTo>
                  <a:lnTo>
                    <a:pt x="346794" y="1002265"/>
                  </a:lnTo>
                  <a:lnTo>
                    <a:pt x="349239" y="1004710"/>
                  </a:lnTo>
                  <a:lnTo>
                    <a:pt x="346794" y="1012477"/>
                  </a:lnTo>
                  <a:lnTo>
                    <a:pt x="344061" y="1017368"/>
                  </a:lnTo>
                  <a:lnTo>
                    <a:pt x="339171" y="1022690"/>
                  </a:lnTo>
                  <a:lnTo>
                    <a:pt x="333848" y="1027580"/>
                  </a:lnTo>
                  <a:lnTo>
                    <a:pt x="333848" y="1030169"/>
                  </a:lnTo>
                  <a:lnTo>
                    <a:pt x="336581" y="1027580"/>
                  </a:lnTo>
                  <a:lnTo>
                    <a:pt x="341616" y="1022690"/>
                  </a:lnTo>
                  <a:lnTo>
                    <a:pt x="344061" y="1022690"/>
                  </a:lnTo>
                  <a:lnTo>
                    <a:pt x="341616" y="1025135"/>
                  </a:lnTo>
                  <a:lnTo>
                    <a:pt x="341616" y="1027580"/>
                  </a:lnTo>
                  <a:lnTo>
                    <a:pt x="333848" y="1035348"/>
                  </a:lnTo>
                  <a:lnTo>
                    <a:pt x="331403" y="1040382"/>
                  </a:lnTo>
                  <a:lnTo>
                    <a:pt x="328814" y="1042827"/>
                  </a:lnTo>
                  <a:lnTo>
                    <a:pt x="326369" y="1048005"/>
                  </a:lnTo>
                  <a:lnTo>
                    <a:pt x="328814" y="1050451"/>
                  </a:lnTo>
                  <a:lnTo>
                    <a:pt x="328814" y="1053040"/>
                  </a:lnTo>
                  <a:lnTo>
                    <a:pt x="331403" y="1053040"/>
                  </a:lnTo>
                  <a:lnTo>
                    <a:pt x="331403" y="1048005"/>
                  </a:lnTo>
                  <a:lnTo>
                    <a:pt x="331403" y="1045560"/>
                  </a:lnTo>
                  <a:lnTo>
                    <a:pt x="333848" y="1040382"/>
                  </a:lnTo>
                  <a:lnTo>
                    <a:pt x="339171" y="1032615"/>
                  </a:lnTo>
                  <a:lnTo>
                    <a:pt x="341616" y="1027580"/>
                  </a:lnTo>
                  <a:lnTo>
                    <a:pt x="344061" y="1027580"/>
                  </a:lnTo>
                  <a:lnTo>
                    <a:pt x="346794" y="1027580"/>
                  </a:lnTo>
                  <a:lnTo>
                    <a:pt x="346794" y="1025135"/>
                  </a:lnTo>
                  <a:lnTo>
                    <a:pt x="351828" y="1022690"/>
                  </a:lnTo>
                  <a:lnTo>
                    <a:pt x="357006" y="1019957"/>
                  </a:lnTo>
                  <a:lnTo>
                    <a:pt x="354273" y="1019957"/>
                  </a:lnTo>
                  <a:lnTo>
                    <a:pt x="354273" y="1017368"/>
                  </a:lnTo>
                  <a:lnTo>
                    <a:pt x="357006" y="1017368"/>
                  </a:lnTo>
                  <a:lnTo>
                    <a:pt x="357006" y="1014923"/>
                  </a:lnTo>
                  <a:lnTo>
                    <a:pt x="359452" y="1014923"/>
                  </a:lnTo>
                  <a:lnTo>
                    <a:pt x="367219" y="1009744"/>
                  </a:lnTo>
                  <a:lnTo>
                    <a:pt x="382466" y="994498"/>
                  </a:lnTo>
                  <a:lnTo>
                    <a:pt x="384911" y="994498"/>
                  </a:lnTo>
                  <a:lnTo>
                    <a:pt x="392678" y="994498"/>
                  </a:lnTo>
                  <a:lnTo>
                    <a:pt x="405336" y="994498"/>
                  </a:lnTo>
                  <a:lnTo>
                    <a:pt x="413103" y="994498"/>
                  </a:lnTo>
                  <a:lnTo>
                    <a:pt x="415549" y="992052"/>
                  </a:lnTo>
                  <a:lnTo>
                    <a:pt x="417994" y="992052"/>
                  </a:lnTo>
                  <a:lnTo>
                    <a:pt x="420727" y="992052"/>
                  </a:lnTo>
                  <a:lnTo>
                    <a:pt x="423172" y="992052"/>
                  </a:lnTo>
                  <a:lnTo>
                    <a:pt x="430939" y="994498"/>
                  </a:lnTo>
                  <a:lnTo>
                    <a:pt x="438419" y="994498"/>
                  </a:lnTo>
                  <a:lnTo>
                    <a:pt x="441152" y="994498"/>
                  </a:lnTo>
                  <a:lnTo>
                    <a:pt x="443597" y="992052"/>
                  </a:lnTo>
                  <a:lnTo>
                    <a:pt x="448631" y="986730"/>
                  </a:lnTo>
                  <a:lnTo>
                    <a:pt x="453810" y="984285"/>
                  </a:lnTo>
                  <a:lnTo>
                    <a:pt x="453810" y="986730"/>
                  </a:lnTo>
                  <a:lnTo>
                    <a:pt x="456399" y="986730"/>
                  </a:lnTo>
                  <a:lnTo>
                    <a:pt x="453810" y="989319"/>
                  </a:lnTo>
                  <a:lnTo>
                    <a:pt x="451364" y="989319"/>
                  </a:lnTo>
                  <a:lnTo>
                    <a:pt x="451364" y="992052"/>
                  </a:lnTo>
                  <a:lnTo>
                    <a:pt x="448631" y="994498"/>
                  </a:lnTo>
                  <a:lnTo>
                    <a:pt x="446186" y="994498"/>
                  </a:lnTo>
                  <a:lnTo>
                    <a:pt x="446186" y="996943"/>
                  </a:lnTo>
                  <a:lnTo>
                    <a:pt x="446186" y="999532"/>
                  </a:lnTo>
                  <a:lnTo>
                    <a:pt x="441152" y="996943"/>
                  </a:lnTo>
                  <a:lnTo>
                    <a:pt x="438419" y="996943"/>
                  </a:lnTo>
                  <a:lnTo>
                    <a:pt x="433384" y="1007155"/>
                  </a:lnTo>
                  <a:lnTo>
                    <a:pt x="430939" y="1009744"/>
                  </a:lnTo>
                  <a:lnTo>
                    <a:pt x="430939" y="1012477"/>
                  </a:lnTo>
                  <a:lnTo>
                    <a:pt x="430939" y="1017368"/>
                  </a:lnTo>
                  <a:lnTo>
                    <a:pt x="433384" y="1017368"/>
                  </a:lnTo>
                  <a:lnTo>
                    <a:pt x="438419" y="1019957"/>
                  </a:lnTo>
                  <a:lnTo>
                    <a:pt x="438419" y="1022690"/>
                  </a:lnTo>
                  <a:lnTo>
                    <a:pt x="441152" y="1022690"/>
                  </a:lnTo>
                  <a:lnTo>
                    <a:pt x="441152" y="1019957"/>
                  </a:lnTo>
                  <a:lnTo>
                    <a:pt x="441152" y="1017368"/>
                  </a:lnTo>
                  <a:lnTo>
                    <a:pt x="438419" y="1017368"/>
                  </a:lnTo>
                  <a:lnTo>
                    <a:pt x="441152" y="1014923"/>
                  </a:lnTo>
                  <a:lnTo>
                    <a:pt x="441152" y="1012477"/>
                  </a:lnTo>
                  <a:lnTo>
                    <a:pt x="446186" y="1012477"/>
                  </a:lnTo>
                  <a:lnTo>
                    <a:pt x="448631" y="1012477"/>
                  </a:lnTo>
                  <a:lnTo>
                    <a:pt x="451364" y="1009744"/>
                  </a:lnTo>
                  <a:lnTo>
                    <a:pt x="453810" y="1007155"/>
                  </a:lnTo>
                  <a:lnTo>
                    <a:pt x="461289" y="1002265"/>
                  </a:lnTo>
                  <a:lnTo>
                    <a:pt x="464022" y="999532"/>
                  </a:lnTo>
                  <a:lnTo>
                    <a:pt x="469056" y="999532"/>
                  </a:lnTo>
                  <a:lnTo>
                    <a:pt x="476824" y="996943"/>
                  </a:lnTo>
                  <a:lnTo>
                    <a:pt x="479269" y="994498"/>
                  </a:lnTo>
                  <a:lnTo>
                    <a:pt x="476824" y="994498"/>
                  </a:lnTo>
                  <a:lnTo>
                    <a:pt x="479269" y="992052"/>
                  </a:lnTo>
                  <a:lnTo>
                    <a:pt x="479269" y="989319"/>
                  </a:lnTo>
                  <a:lnTo>
                    <a:pt x="479269" y="981840"/>
                  </a:lnTo>
                  <a:lnTo>
                    <a:pt x="481714" y="979107"/>
                  </a:lnTo>
                  <a:lnTo>
                    <a:pt x="484447" y="976518"/>
                  </a:lnTo>
                  <a:lnTo>
                    <a:pt x="487036" y="974073"/>
                  </a:lnTo>
                  <a:lnTo>
                    <a:pt x="494660" y="974073"/>
                  </a:lnTo>
                  <a:lnTo>
                    <a:pt x="499694" y="976518"/>
                  </a:lnTo>
                  <a:lnTo>
                    <a:pt x="504872" y="976518"/>
                  </a:lnTo>
                  <a:lnTo>
                    <a:pt x="504872" y="974073"/>
                  </a:lnTo>
                  <a:lnTo>
                    <a:pt x="507461" y="976518"/>
                  </a:lnTo>
                  <a:lnTo>
                    <a:pt x="509906" y="976518"/>
                  </a:lnTo>
                  <a:lnTo>
                    <a:pt x="512352" y="976518"/>
                  </a:lnTo>
                  <a:lnTo>
                    <a:pt x="515085" y="976518"/>
                  </a:lnTo>
                  <a:lnTo>
                    <a:pt x="520119" y="976518"/>
                  </a:lnTo>
                  <a:lnTo>
                    <a:pt x="520119" y="984285"/>
                  </a:lnTo>
                  <a:lnTo>
                    <a:pt x="520119" y="986730"/>
                  </a:lnTo>
                  <a:lnTo>
                    <a:pt x="522564" y="986730"/>
                  </a:lnTo>
                  <a:lnTo>
                    <a:pt x="520119" y="984285"/>
                  </a:lnTo>
                  <a:lnTo>
                    <a:pt x="522564" y="979107"/>
                  </a:lnTo>
                  <a:lnTo>
                    <a:pt x="522564" y="976518"/>
                  </a:lnTo>
                  <a:lnTo>
                    <a:pt x="520119" y="974073"/>
                  </a:lnTo>
                  <a:lnTo>
                    <a:pt x="517530" y="971627"/>
                  </a:lnTo>
                  <a:lnTo>
                    <a:pt x="515085" y="971627"/>
                  </a:lnTo>
                  <a:lnTo>
                    <a:pt x="512352" y="971627"/>
                  </a:lnTo>
                  <a:lnTo>
                    <a:pt x="509906" y="966449"/>
                  </a:lnTo>
                  <a:lnTo>
                    <a:pt x="507461" y="966449"/>
                  </a:lnTo>
                  <a:lnTo>
                    <a:pt x="504872" y="963860"/>
                  </a:lnTo>
                  <a:lnTo>
                    <a:pt x="504872" y="961415"/>
                  </a:lnTo>
                  <a:lnTo>
                    <a:pt x="504872" y="958682"/>
                  </a:lnTo>
                  <a:lnTo>
                    <a:pt x="504872" y="953648"/>
                  </a:lnTo>
                  <a:lnTo>
                    <a:pt x="509906" y="956093"/>
                  </a:lnTo>
                  <a:lnTo>
                    <a:pt x="512352" y="956093"/>
                  </a:lnTo>
                  <a:lnTo>
                    <a:pt x="512352" y="953648"/>
                  </a:lnTo>
                  <a:lnTo>
                    <a:pt x="515085" y="953648"/>
                  </a:lnTo>
                  <a:lnTo>
                    <a:pt x="515085" y="951202"/>
                  </a:lnTo>
                  <a:lnTo>
                    <a:pt x="512352" y="951202"/>
                  </a:lnTo>
                  <a:lnTo>
                    <a:pt x="509906" y="951202"/>
                  </a:lnTo>
                  <a:lnTo>
                    <a:pt x="504872" y="951202"/>
                  </a:lnTo>
                  <a:lnTo>
                    <a:pt x="502139" y="948469"/>
                  </a:lnTo>
                  <a:lnTo>
                    <a:pt x="502139" y="951202"/>
                  </a:lnTo>
                  <a:lnTo>
                    <a:pt x="499694" y="951202"/>
                  </a:lnTo>
                  <a:lnTo>
                    <a:pt x="502139" y="943435"/>
                  </a:lnTo>
                  <a:lnTo>
                    <a:pt x="504872" y="940990"/>
                  </a:lnTo>
                  <a:lnTo>
                    <a:pt x="507461" y="935811"/>
                  </a:lnTo>
                  <a:lnTo>
                    <a:pt x="515085" y="928332"/>
                  </a:lnTo>
                  <a:lnTo>
                    <a:pt x="517530" y="928332"/>
                  </a:lnTo>
                  <a:lnTo>
                    <a:pt x="517530" y="925599"/>
                  </a:lnTo>
                  <a:lnTo>
                    <a:pt x="525297" y="940990"/>
                  </a:lnTo>
                  <a:lnTo>
                    <a:pt x="527742" y="946024"/>
                  </a:lnTo>
                  <a:lnTo>
                    <a:pt x="530332" y="951202"/>
                  </a:lnTo>
                  <a:lnTo>
                    <a:pt x="532777" y="956093"/>
                  </a:lnTo>
                  <a:lnTo>
                    <a:pt x="535222" y="963860"/>
                  </a:lnTo>
                  <a:lnTo>
                    <a:pt x="537955" y="979107"/>
                  </a:lnTo>
                  <a:lnTo>
                    <a:pt x="537955" y="992052"/>
                  </a:lnTo>
                  <a:lnTo>
                    <a:pt x="537955" y="1007155"/>
                  </a:lnTo>
                  <a:lnTo>
                    <a:pt x="537955" y="1009744"/>
                  </a:lnTo>
                  <a:lnTo>
                    <a:pt x="537955" y="1014923"/>
                  </a:lnTo>
                  <a:lnTo>
                    <a:pt x="537955" y="1017368"/>
                  </a:lnTo>
                  <a:lnTo>
                    <a:pt x="540544" y="1017368"/>
                  </a:lnTo>
                  <a:lnTo>
                    <a:pt x="542989" y="1019957"/>
                  </a:lnTo>
                  <a:lnTo>
                    <a:pt x="540544" y="1019957"/>
                  </a:lnTo>
                  <a:lnTo>
                    <a:pt x="540544" y="1022690"/>
                  </a:lnTo>
                  <a:lnTo>
                    <a:pt x="537955" y="1025135"/>
                  </a:lnTo>
                  <a:lnTo>
                    <a:pt x="535222" y="1032615"/>
                  </a:lnTo>
                  <a:lnTo>
                    <a:pt x="535222" y="1037793"/>
                  </a:lnTo>
                  <a:lnTo>
                    <a:pt x="535222" y="1040382"/>
                  </a:lnTo>
                  <a:lnTo>
                    <a:pt x="535222" y="1042827"/>
                  </a:lnTo>
                  <a:lnTo>
                    <a:pt x="535222" y="1053040"/>
                  </a:lnTo>
                  <a:lnTo>
                    <a:pt x="537955" y="1063252"/>
                  </a:lnTo>
                  <a:lnTo>
                    <a:pt x="540544" y="1073465"/>
                  </a:lnTo>
                  <a:lnTo>
                    <a:pt x="542989" y="1078643"/>
                  </a:lnTo>
                  <a:lnTo>
                    <a:pt x="545434" y="1083677"/>
                  </a:lnTo>
                  <a:lnTo>
                    <a:pt x="545434" y="1086410"/>
                  </a:lnTo>
                  <a:lnTo>
                    <a:pt x="550757" y="1096623"/>
                  </a:lnTo>
                  <a:lnTo>
                    <a:pt x="553202" y="1101513"/>
                  </a:lnTo>
                  <a:lnTo>
                    <a:pt x="555647" y="1104102"/>
                  </a:lnTo>
                  <a:lnTo>
                    <a:pt x="558380" y="1106835"/>
                  </a:lnTo>
                  <a:lnTo>
                    <a:pt x="560969" y="1104102"/>
                  </a:lnTo>
                  <a:lnTo>
                    <a:pt x="563414" y="1104102"/>
                  </a:lnTo>
                  <a:lnTo>
                    <a:pt x="560969" y="1106835"/>
                  </a:lnTo>
                  <a:lnTo>
                    <a:pt x="563414" y="1106835"/>
                  </a:lnTo>
                  <a:lnTo>
                    <a:pt x="563414" y="1109280"/>
                  </a:lnTo>
                  <a:lnTo>
                    <a:pt x="563414" y="1111726"/>
                  </a:lnTo>
                  <a:lnTo>
                    <a:pt x="565859" y="1114315"/>
                  </a:lnTo>
                  <a:lnTo>
                    <a:pt x="565859" y="1117048"/>
                  </a:lnTo>
                  <a:lnTo>
                    <a:pt x="568592" y="1117048"/>
                  </a:lnTo>
                  <a:lnTo>
                    <a:pt x="571038" y="1114315"/>
                  </a:lnTo>
                  <a:lnTo>
                    <a:pt x="571038" y="1111726"/>
                  </a:lnTo>
                  <a:lnTo>
                    <a:pt x="573627" y="1111726"/>
                  </a:lnTo>
                  <a:lnTo>
                    <a:pt x="573627" y="1109280"/>
                  </a:lnTo>
                  <a:lnTo>
                    <a:pt x="571038" y="1109280"/>
                  </a:lnTo>
                  <a:lnTo>
                    <a:pt x="571038" y="1106835"/>
                  </a:lnTo>
                  <a:lnTo>
                    <a:pt x="581394" y="1111726"/>
                  </a:lnTo>
                  <a:lnTo>
                    <a:pt x="583839" y="1111726"/>
                  </a:lnTo>
                  <a:lnTo>
                    <a:pt x="586285" y="1109280"/>
                  </a:lnTo>
                  <a:lnTo>
                    <a:pt x="586285" y="1106835"/>
                  </a:lnTo>
                  <a:lnTo>
                    <a:pt x="586285" y="1104102"/>
                  </a:lnTo>
                  <a:lnTo>
                    <a:pt x="583839" y="1104102"/>
                  </a:lnTo>
                  <a:lnTo>
                    <a:pt x="581394" y="1104102"/>
                  </a:lnTo>
                  <a:lnTo>
                    <a:pt x="578805" y="1101513"/>
                  </a:lnTo>
                  <a:lnTo>
                    <a:pt x="573627" y="1101513"/>
                  </a:lnTo>
                  <a:lnTo>
                    <a:pt x="571038" y="1101513"/>
                  </a:lnTo>
                  <a:lnTo>
                    <a:pt x="571038" y="1099068"/>
                  </a:lnTo>
                  <a:lnTo>
                    <a:pt x="568592" y="1101513"/>
                  </a:lnTo>
                  <a:lnTo>
                    <a:pt x="565859" y="1101513"/>
                  </a:lnTo>
                  <a:lnTo>
                    <a:pt x="563414" y="1101513"/>
                  </a:lnTo>
                  <a:lnTo>
                    <a:pt x="565859" y="1099068"/>
                  </a:lnTo>
                  <a:lnTo>
                    <a:pt x="568592" y="1096623"/>
                  </a:lnTo>
                  <a:lnTo>
                    <a:pt x="571038" y="1093890"/>
                  </a:lnTo>
                  <a:lnTo>
                    <a:pt x="573627" y="1093890"/>
                  </a:lnTo>
                  <a:lnTo>
                    <a:pt x="576072" y="1093890"/>
                  </a:lnTo>
                  <a:lnTo>
                    <a:pt x="576072" y="1096623"/>
                  </a:lnTo>
                  <a:lnTo>
                    <a:pt x="578805" y="1093890"/>
                  </a:lnTo>
                  <a:lnTo>
                    <a:pt x="578805" y="1096623"/>
                  </a:lnTo>
                  <a:lnTo>
                    <a:pt x="581394" y="1099068"/>
                  </a:lnTo>
                  <a:lnTo>
                    <a:pt x="581394" y="1096623"/>
                  </a:lnTo>
                  <a:lnTo>
                    <a:pt x="581394" y="1093890"/>
                  </a:lnTo>
                  <a:lnTo>
                    <a:pt x="583839" y="1096623"/>
                  </a:lnTo>
                  <a:lnTo>
                    <a:pt x="583839" y="1099068"/>
                  </a:lnTo>
                  <a:lnTo>
                    <a:pt x="589017" y="1101513"/>
                  </a:lnTo>
                  <a:lnTo>
                    <a:pt x="589017" y="1099068"/>
                  </a:lnTo>
                  <a:lnTo>
                    <a:pt x="586285" y="1096623"/>
                  </a:lnTo>
                  <a:lnTo>
                    <a:pt x="583839" y="1093890"/>
                  </a:lnTo>
                  <a:lnTo>
                    <a:pt x="583839" y="1091301"/>
                  </a:lnTo>
                  <a:lnTo>
                    <a:pt x="586285" y="1091301"/>
                  </a:lnTo>
                  <a:lnTo>
                    <a:pt x="586285" y="1088855"/>
                  </a:lnTo>
                  <a:lnTo>
                    <a:pt x="589017" y="1088855"/>
                  </a:lnTo>
                  <a:lnTo>
                    <a:pt x="589017" y="1086410"/>
                  </a:lnTo>
                  <a:lnTo>
                    <a:pt x="586285" y="1086410"/>
                  </a:lnTo>
                  <a:lnTo>
                    <a:pt x="581394" y="1083677"/>
                  </a:lnTo>
                  <a:lnTo>
                    <a:pt x="578805" y="1083677"/>
                  </a:lnTo>
                  <a:lnTo>
                    <a:pt x="581394" y="1081088"/>
                  </a:lnTo>
                  <a:lnTo>
                    <a:pt x="583839" y="1081088"/>
                  </a:lnTo>
                  <a:lnTo>
                    <a:pt x="586285" y="1076198"/>
                  </a:lnTo>
                  <a:lnTo>
                    <a:pt x="589017" y="1073465"/>
                  </a:lnTo>
                  <a:lnTo>
                    <a:pt x="591463" y="1073465"/>
                  </a:lnTo>
                  <a:lnTo>
                    <a:pt x="591463" y="1076198"/>
                  </a:lnTo>
                  <a:lnTo>
                    <a:pt x="594052" y="1076198"/>
                  </a:lnTo>
                  <a:lnTo>
                    <a:pt x="594052" y="1073465"/>
                  </a:lnTo>
                  <a:lnTo>
                    <a:pt x="596497" y="1073465"/>
                  </a:lnTo>
                  <a:lnTo>
                    <a:pt x="601675" y="1073465"/>
                  </a:lnTo>
                  <a:lnTo>
                    <a:pt x="604264" y="1073465"/>
                  </a:lnTo>
                  <a:lnTo>
                    <a:pt x="604264" y="1076198"/>
                  </a:lnTo>
                  <a:lnTo>
                    <a:pt x="604264" y="1081088"/>
                  </a:lnTo>
                  <a:lnTo>
                    <a:pt x="604264" y="1083677"/>
                  </a:lnTo>
                  <a:lnTo>
                    <a:pt x="606710" y="1083677"/>
                  </a:lnTo>
                  <a:lnTo>
                    <a:pt x="609155" y="1081088"/>
                  </a:lnTo>
                  <a:lnTo>
                    <a:pt x="609155" y="1078643"/>
                  </a:lnTo>
                  <a:lnTo>
                    <a:pt x="611888" y="1078643"/>
                  </a:lnTo>
                  <a:lnTo>
                    <a:pt x="609155" y="1076198"/>
                  </a:lnTo>
                  <a:lnTo>
                    <a:pt x="609155" y="1073465"/>
                  </a:lnTo>
                  <a:lnTo>
                    <a:pt x="606710" y="1073465"/>
                  </a:lnTo>
                  <a:lnTo>
                    <a:pt x="604264" y="1070876"/>
                  </a:lnTo>
                  <a:lnTo>
                    <a:pt x="601675" y="1070876"/>
                  </a:lnTo>
                  <a:lnTo>
                    <a:pt x="596497" y="1068430"/>
                  </a:lnTo>
                  <a:lnTo>
                    <a:pt x="596497" y="1065985"/>
                  </a:lnTo>
                  <a:lnTo>
                    <a:pt x="594052" y="1065985"/>
                  </a:lnTo>
                  <a:lnTo>
                    <a:pt x="596497" y="1060807"/>
                  </a:lnTo>
                  <a:lnTo>
                    <a:pt x="599230" y="1058218"/>
                  </a:lnTo>
                  <a:lnTo>
                    <a:pt x="601675" y="1055773"/>
                  </a:lnTo>
                  <a:lnTo>
                    <a:pt x="601675" y="1058218"/>
                  </a:lnTo>
                  <a:lnTo>
                    <a:pt x="601675" y="1060807"/>
                  </a:lnTo>
                  <a:lnTo>
                    <a:pt x="599230" y="1063252"/>
                  </a:lnTo>
                  <a:lnTo>
                    <a:pt x="604264" y="1065985"/>
                  </a:lnTo>
                  <a:lnTo>
                    <a:pt x="604264" y="1063252"/>
                  </a:lnTo>
                  <a:lnTo>
                    <a:pt x="606710" y="1063252"/>
                  </a:lnTo>
                  <a:lnTo>
                    <a:pt x="609155" y="1058218"/>
                  </a:lnTo>
                  <a:lnTo>
                    <a:pt x="611888" y="1058218"/>
                  </a:lnTo>
                  <a:lnTo>
                    <a:pt x="611888" y="1055773"/>
                  </a:lnTo>
                  <a:lnTo>
                    <a:pt x="614477" y="1053040"/>
                  </a:lnTo>
                  <a:lnTo>
                    <a:pt x="619367" y="1050451"/>
                  </a:lnTo>
                  <a:lnTo>
                    <a:pt x="622100" y="1050451"/>
                  </a:lnTo>
                  <a:lnTo>
                    <a:pt x="624689" y="1050451"/>
                  </a:lnTo>
                  <a:lnTo>
                    <a:pt x="627135" y="1048005"/>
                  </a:lnTo>
                  <a:lnTo>
                    <a:pt x="627135" y="1050451"/>
                  </a:lnTo>
                  <a:lnTo>
                    <a:pt x="629580" y="1050451"/>
                  </a:lnTo>
                  <a:lnTo>
                    <a:pt x="629580" y="1048005"/>
                  </a:lnTo>
                  <a:lnTo>
                    <a:pt x="629580" y="1045560"/>
                  </a:lnTo>
                  <a:lnTo>
                    <a:pt x="624689" y="1048005"/>
                  </a:lnTo>
                  <a:lnTo>
                    <a:pt x="622100" y="1048005"/>
                  </a:lnTo>
                  <a:lnTo>
                    <a:pt x="622100" y="1045560"/>
                  </a:lnTo>
                  <a:lnTo>
                    <a:pt x="622100" y="1042827"/>
                  </a:lnTo>
                  <a:lnTo>
                    <a:pt x="619367" y="1042827"/>
                  </a:lnTo>
                  <a:lnTo>
                    <a:pt x="616922" y="1042827"/>
                  </a:lnTo>
                  <a:lnTo>
                    <a:pt x="614477" y="1040382"/>
                  </a:lnTo>
                  <a:lnTo>
                    <a:pt x="611888" y="1042827"/>
                  </a:lnTo>
                  <a:lnTo>
                    <a:pt x="611888" y="1045560"/>
                  </a:lnTo>
                  <a:lnTo>
                    <a:pt x="609155" y="1045560"/>
                  </a:lnTo>
                  <a:lnTo>
                    <a:pt x="609155" y="1048005"/>
                  </a:lnTo>
                  <a:lnTo>
                    <a:pt x="604264" y="1048005"/>
                  </a:lnTo>
                  <a:lnTo>
                    <a:pt x="604264" y="1045560"/>
                  </a:lnTo>
                  <a:lnTo>
                    <a:pt x="606710" y="1045560"/>
                  </a:lnTo>
                  <a:lnTo>
                    <a:pt x="606710" y="1042827"/>
                  </a:lnTo>
                  <a:lnTo>
                    <a:pt x="606710" y="1040382"/>
                  </a:lnTo>
                  <a:lnTo>
                    <a:pt x="606710" y="1037793"/>
                  </a:lnTo>
                  <a:lnTo>
                    <a:pt x="609155" y="1037793"/>
                  </a:lnTo>
                  <a:lnTo>
                    <a:pt x="611888" y="1037793"/>
                  </a:lnTo>
                  <a:lnTo>
                    <a:pt x="611888" y="1035348"/>
                  </a:lnTo>
                  <a:lnTo>
                    <a:pt x="619367" y="1032615"/>
                  </a:lnTo>
                  <a:lnTo>
                    <a:pt x="619367" y="1035348"/>
                  </a:lnTo>
                  <a:lnTo>
                    <a:pt x="616922" y="1037793"/>
                  </a:lnTo>
                  <a:lnTo>
                    <a:pt x="616922" y="1040382"/>
                  </a:lnTo>
                  <a:lnTo>
                    <a:pt x="619367" y="1040382"/>
                  </a:lnTo>
                  <a:lnTo>
                    <a:pt x="622100" y="1040382"/>
                  </a:lnTo>
                  <a:lnTo>
                    <a:pt x="619367" y="1037793"/>
                  </a:lnTo>
                  <a:lnTo>
                    <a:pt x="622100" y="1037793"/>
                  </a:lnTo>
                  <a:lnTo>
                    <a:pt x="624689" y="1035348"/>
                  </a:lnTo>
                  <a:lnTo>
                    <a:pt x="627135" y="1035348"/>
                  </a:lnTo>
                  <a:lnTo>
                    <a:pt x="629580" y="1037793"/>
                  </a:lnTo>
                  <a:lnTo>
                    <a:pt x="634902" y="1040382"/>
                  </a:lnTo>
                  <a:lnTo>
                    <a:pt x="632313" y="1045560"/>
                  </a:lnTo>
                  <a:lnTo>
                    <a:pt x="634902" y="1045560"/>
                  </a:lnTo>
                  <a:lnTo>
                    <a:pt x="637347" y="1042827"/>
                  </a:lnTo>
                  <a:lnTo>
                    <a:pt x="639792" y="1042827"/>
                  </a:lnTo>
                  <a:lnTo>
                    <a:pt x="639792" y="1045560"/>
                  </a:lnTo>
                  <a:lnTo>
                    <a:pt x="642525" y="1045560"/>
                  </a:lnTo>
                  <a:lnTo>
                    <a:pt x="642525" y="1042827"/>
                  </a:lnTo>
                  <a:lnTo>
                    <a:pt x="642525" y="1040382"/>
                  </a:lnTo>
                  <a:lnTo>
                    <a:pt x="637347" y="1037793"/>
                  </a:lnTo>
                  <a:lnTo>
                    <a:pt x="639792" y="1037793"/>
                  </a:lnTo>
                  <a:lnTo>
                    <a:pt x="639792" y="1035348"/>
                  </a:lnTo>
                  <a:lnTo>
                    <a:pt x="637347" y="1032615"/>
                  </a:lnTo>
                  <a:lnTo>
                    <a:pt x="634902" y="1035348"/>
                  </a:lnTo>
                  <a:lnTo>
                    <a:pt x="632313" y="1035348"/>
                  </a:lnTo>
                  <a:lnTo>
                    <a:pt x="634902" y="1032615"/>
                  </a:lnTo>
                  <a:lnTo>
                    <a:pt x="632313" y="1030169"/>
                  </a:lnTo>
                  <a:lnTo>
                    <a:pt x="634902" y="1027580"/>
                  </a:lnTo>
                  <a:lnTo>
                    <a:pt x="634902" y="1025135"/>
                  </a:lnTo>
                  <a:lnTo>
                    <a:pt x="634902" y="1022690"/>
                  </a:lnTo>
                  <a:lnTo>
                    <a:pt x="637347" y="1022690"/>
                  </a:lnTo>
                  <a:lnTo>
                    <a:pt x="645114" y="1025135"/>
                  </a:lnTo>
                  <a:lnTo>
                    <a:pt x="637347" y="1030169"/>
                  </a:lnTo>
                  <a:lnTo>
                    <a:pt x="639792" y="1030169"/>
                  </a:lnTo>
                  <a:lnTo>
                    <a:pt x="642525" y="1030169"/>
                  </a:lnTo>
                  <a:lnTo>
                    <a:pt x="642525" y="1032615"/>
                  </a:lnTo>
                  <a:lnTo>
                    <a:pt x="645114" y="1032615"/>
                  </a:lnTo>
                  <a:lnTo>
                    <a:pt x="647560" y="1032615"/>
                  </a:lnTo>
                  <a:lnTo>
                    <a:pt x="647560" y="1035348"/>
                  </a:lnTo>
                  <a:lnTo>
                    <a:pt x="645114" y="1035348"/>
                  </a:lnTo>
                  <a:lnTo>
                    <a:pt x="645114" y="1037793"/>
                  </a:lnTo>
                  <a:lnTo>
                    <a:pt x="647560" y="1042827"/>
                  </a:lnTo>
                  <a:lnTo>
                    <a:pt x="645114" y="1045560"/>
                  </a:lnTo>
                  <a:lnTo>
                    <a:pt x="645114" y="1048005"/>
                  </a:lnTo>
                  <a:lnTo>
                    <a:pt x="642525" y="1048005"/>
                  </a:lnTo>
                  <a:lnTo>
                    <a:pt x="639792" y="1048005"/>
                  </a:lnTo>
                  <a:lnTo>
                    <a:pt x="637347" y="1048005"/>
                  </a:lnTo>
                  <a:lnTo>
                    <a:pt x="637347" y="1050450"/>
                  </a:lnTo>
                  <a:lnTo>
                    <a:pt x="637347" y="1050451"/>
                  </a:lnTo>
                  <a:lnTo>
                    <a:pt x="637347" y="1053040"/>
                  </a:lnTo>
                  <a:lnTo>
                    <a:pt x="634902" y="1053040"/>
                  </a:lnTo>
                  <a:lnTo>
                    <a:pt x="634902" y="1055773"/>
                  </a:lnTo>
                  <a:lnTo>
                    <a:pt x="637347" y="1055773"/>
                  </a:lnTo>
                  <a:lnTo>
                    <a:pt x="634902" y="1060807"/>
                  </a:lnTo>
                  <a:lnTo>
                    <a:pt x="634902" y="1058218"/>
                  </a:lnTo>
                  <a:lnTo>
                    <a:pt x="632313" y="1058218"/>
                  </a:lnTo>
                  <a:lnTo>
                    <a:pt x="632313" y="1060807"/>
                  </a:lnTo>
                  <a:lnTo>
                    <a:pt x="634902" y="1060807"/>
                  </a:lnTo>
                  <a:lnTo>
                    <a:pt x="634902" y="1065985"/>
                  </a:lnTo>
                  <a:lnTo>
                    <a:pt x="634902" y="1068430"/>
                  </a:lnTo>
                  <a:lnTo>
                    <a:pt x="632313" y="1070876"/>
                  </a:lnTo>
                  <a:lnTo>
                    <a:pt x="629580" y="1070876"/>
                  </a:lnTo>
                  <a:lnTo>
                    <a:pt x="629580" y="1073465"/>
                  </a:lnTo>
                  <a:lnTo>
                    <a:pt x="627135" y="1081088"/>
                  </a:lnTo>
                  <a:lnTo>
                    <a:pt x="627135" y="1083677"/>
                  </a:lnTo>
                  <a:lnTo>
                    <a:pt x="627135" y="1086410"/>
                  </a:lnTo>
                  <a:lnTo>
                    <a:pt x="629580" y="1086410"/>
                  </a:lnTo>
                  <a:lnTo>
                    <a:pt x="639792" y="1086410"/>
                  </a:lnTo>
                  <a:lnTo>
                    <a:pt x="642525" y="1088855"/>
                  </a:lnTo>
                  <a:lnTo>
                    <a:pt x="642525" y="1091301"/>
                  </a:lnTo>
                  <a:lnTo>
                    <a:pt x="642525" y="1093890"/>
                  </a:lnTo>
                  <a:lnTo>
                    <a:pt x="634902" y="1099068"/>
                  </a:lnTo>
                  <a:lnTo>
                    <a:pt x="629580" y="1104102"/>
                  </a:lnTo>
                  <a:lnTo>
                    <a:pt x="624689" y="1106835"/>
                  </a:lnTo>
                  <a:lnTo>
                    <a:pt x="619367" y="1111726"/>
                  </a:lnTo>
                  <a:lnTo>
                    <a:pt x="616922" y="1117048"/>
                  </a:lnTo>
                  <a:lnTo>
                    <a:pt x="614477" y="1121938"/>
                  </a:lnTo>
                  <a:lnTo>
                    <a:pt x="611888" y="1119493"/>
                  </a:lnTo>
                  <a:lnTo>
                    <a:pt x="611888" y="1121938"/>
                  </a:lnTo>
                  <a:lnTo>
                    <a:pt x="611888" y="1124527"/>
                  </a:lnTo>
                  <a:lnTo>
                    <a:pt x="614477" y="1126973"/>
                  </a:lnTo>
                  <a:lnTo>
                    <a:pt x="616922" y="1126973"/>
                  </a:lnTo>
                  <a:lnTo>
                    <a:pt x="616922" y="1129705"/>
                  </a:lnTo>
                  <a:lnTo>
                    <a:pt x="619367" y="1132151"/>
                  </a:lnTo>
                  <a:lnTo>
                    <a:pt x="624689" y="1132151"/>
                  </a:lnTo>
                  <a:lnTo>
                    <a:pt x="627135" y="1132151"/>
                  </a:lnTo>
                  <a:lnTo>
                    <a:pt x="629580" y="1134596"/>
                  </a:lnTo>
                  <a:lnTo>
                    <a:pt x="629580" y="1137185"/>
                  </a:lnTo>
                  <a:lnTo>
                    <a:pt x="632313" y="1134596"/>
                  </a:lnTo>
                  <a:lnTo>
                    <a:pt x="629580" y="1132151"/>
                  </a:lnTo>
                  <a:lnTo>
                    <a:pt x="632313" y="1129705"/>
                  </a:lnTo>
                  <a:lnTo>
                    <a:pt x="634902" y="1129705"/>
                  </a:lnTo>
                  <a:lnTo>
                    <a:pt x="634902" y="1132151"/>
                  </a:lnTo>
                  <a:lnTo>
                    <a:pt x="637347" y="1132151"/>
                  </a:lnTo>
                  <a:lnTo>
                    <a:pt x="637347" y="1134596"/>
                  </a:lnTo>
                  <a:lnTo>
                    <a:pt x="639792" y="1132151"/>
                  </a:lnTo>
                  <a:lnTo>
                    <a:pt x="647560" y="1137185"/>
                  </a:lnTo>
                  <a:lnTo>
                    <a:pt x="657772" y="1134596"/>
                  </a:lnTo>
                  <a:lnTo>
                    <a:pt x="657772" y="1129705"/>
                  </a:lnTo>
                  <a:lnTo>
                    <a:pt x="660217" y="1129705"/>
                  </a:lnTo>
                  <a:lnTo>
                    <a:pt x="662950" y="1126973"/>
                  </a:lnTo>
                  <a:lnTo>
                    <a:pt x="667985" y="1124527"/>
                  </a:lnTo>
                  <a:lnTo>
                    <a:pt x="670430" y="1124527"/>
                  </a:lnTo>
                  <a:lnTo>
                    <a:pt x="670430" y="1126973"/>
                  </a:lnTo>
                  <a:lnTo>
                    <a:pt x="673163" y="1126973"/>
                  </a:lnTo>
                  <a:lnTo>
                    <a:pt x="673163" y="1124527"/>
                  </a:lnTo>
                  <a:lnTo>
                    <a:pt x="675608" y="1121938"/>
                  </a:lnTo>
                  <a:lnTo>
                    <a:pt x="678197" y="1111726"/>
                  </a:lnTo>
                  <a:lnTo>
                    <a:pt x="683088" y="1106835"/>
                  </a:lnTo>
                  <a:lnTo>
                    <a:pt x="683088" y="1104102"/>
                  </a:lnTo>
                  <a:lnTo>
                    <a:pt x="683088" y="1101513"/>
                  </a:lnTo>
                  <a:lnTo>
                    <a:pt x="683088" y="1099068"/>
                  </a:lnTo>
                  <a:lnTo>
                    <a:pt x="683088" y="1096623"/>
                  </a:lnTo>
                  <a:lnTo>
                    <a:pt x="683088" y="1093890"/>
                  </a:lnTo>
                  <a:lnTo>
                    <a:pt x="688410" y="1093890"/>
                  </a:lnTo>
                  <a:lnTo>
                    <a:pt x="693300" y="1091301"/>
                  </a:lnTo>
                  <a:lnTo>
                    <a:pt x="701067" y="1096623"/>
                  </a:lnTo>
                  <a:lnTo>
                    <a:pt x="703513" y="1096623"/>
                  </a:lnTo>
                  <a:lnTo>
                    <a:pt x="703513" y="1093890"/>
                  </a:lnTo>
                  <a:lnTo>
                    <a:pt x="706246" y="1096623"/>
                  </a:lnTo>
                  <a:lnTo>
                    <a:pt x="706246" y="1093890"/>
                  </a:lnTo>
                  <a:lnTo>
                    <a:pt x="708835" y="1096623"/>
                  </a:lnTo>
                  <a:lnTo>
                    <a:pt x="713725" y="1099068"/>
                  </a:lnTo>
                  <a:lnTo>
                    <a:pt x="719047" y="1099068"/>
                  </a:lnTo>
                  <a:lnTo>
                    <a:pt x="721492" y="1099068"/>
                  </a:lnTo>
                  <a:lnTo>
                    <a:pt x="723938" y="1101513"/>
                  </a:lnTo>
                  <a:lnTo>
                    <a:pt x="726671" y="1104102"/>
                  </a:lnTo>
                  <a:lnTo>
                    <a:pt x="729260" y="1104102"/>
                  </a:lnTo>
                  <a:lnTo>
                    <a:pt x="731705" y="1104102"/>
                  </a:lnTo>
                  <a:lnTo>
                    <a:pt x="741918" y="1106835"/>
                  </a:lnTo>
                  <a:lnTo>
                    <a:pt x="744363" y="1109280"/>
                  </a:lnTo>
                  <a:lnTo>
                    <a:pt x="747096" y="1114315"/>
                  </a:lnTo>
                  <a:lnTo>
                    <a:pt x="757020" y="1119493"/>
                  </a:lnTo>
                  <a:lnTo>
                    <a:pt x="764788" y="1129705"/>
                  </a:lnTo>
                  <a:lnTo>
                    <a:pt x="772555" y="1137185"/>
                  </a:lnTo>
                  <a:lnTo>
                    <a:pt x="777446" y="1144808"/>
                  </a:lnTo>
                  <a:lnTo>
                    <a:pt x="785213" y="1165233"/>
                  </a:lnTo>
                  <a:lnTo>
                    <a:pt x="790391" y="1170556"/>
                  </a:lnTo>
                  <a:lnTo>
                    <a:pt x="787658" y="1170556"/>
                  </a:lnTo>
                  <a:lnTo>
                    <a:pt x="759897" y="1165233"/>
                  </a:lnTo>
                  <a:lnTo>
                    <a:pt x="754575" y="1180768"/>
                  </a:lnTo>
                  <a:lnTo>
                    <a:pt x="747096" y="1213851"/>
                  </a:lnTo>
                  <a:lnTo>
                    <a:pt x="741918" y="1234276"/>
                  </a:lnTo>
                  <a:lnTo>
                    <a:pt x="739472" y="1246934"/>
                  </a:lnTo>
                  <a:lnTo>
                    <a:pt x="739472" y="1249379"/>
                  </a:lnTo>
                  <a:lnTo>
                    <a:pt x="736883" y="1249379"/>
                  </a:lnTo>
                  <a:lnTo>
                    <a:pt x="731705" y="1269804"/>
                  </a:lnTo>
                  <a:lnTo>
                    <a:pt x="729260" y="1287784"/>
                  </a:lnTo>
                  <a:lnTo>
                    <a:pt x="723938" y="1303030"/>
                  </a:lnTo>
                  <a:lnTo>
                    <a:pt x="723938" y="1308209"/>
                  </a:lnTo>
                  <a:lnTo>
                    <a:pt x="721492" y="1318421"/>
                  </a:lnTo>
                  <a:lnTo>
                    <a:pt x="716458" y="1328634"/>
                  </a:lnTo>
                  <a:lnTo>
                    <a:pt x="711280" y="1353949"/>
                  </a:lnTo>
                  <a:lnTo>
                    <a:pt x="719047" y="1364162"/>
                  </a:lnTo>
                  <a:lnTo>
                    <a:pt x="729260" y="1376819"/>
                  </a:lnTo>
                  <a:lnTo>
                    <a:pt x="741918" y="1394799"/>
                  </a:lnTo>
                  <a:lnTo>
                    <a:pt x="767233" y="1427882"/>
                  </a:lnTo>
                  <a:lnTo>
                    <a:pt x="792980" y="1463842"/>
                  </a:lnTo>
                  <a:lnTo>
                    <a:pt x="843899" y="1476499"/>
                  </a:lnTo>
                  <a:lnTo>
                    <a:pt x="846488" y="1476499"/>
                  </a:lnTo>
                  <a:lnTo>
                    <a:pt x="846488" y="1473767"/>
                  </a:lnTo>
                  <a:lnTo>
                    <a:pt x="848933" y="1476499"/>
                  </a:lnTo>
                  <a:lnTo>
                    <a:pt x="854111" y="1476499"/>
                  </a:lnTo>
                  <a:lnTo>
                    <a:pt x="861591" y="1478945"/>
                  </a:lnTo>
                  <a:lnTo>
                    <a:pt x="859146" y="1504404"/>
                  </a:lnTo>
                  <a:lnTo>
                    <a:pt x="856700" y="1507137"/>
                  </a:lnTo>
                  <a:lnTo>
                    <a:pt x="856700" y="1512027"/>
                  </a:lnTo>
                  <a:lnTo>
                    <a:pt x="856700" y="1514617"/>
                  </a:lnTo>
                  <a:lnTo>
                    <a:pt x="874536" y="1537774"/>
                  </a:lnTo>
                  <a:lnTo>
                    <a:pt x="879571" y="1545254"/>
                  </a:lnTo>
                  <a:lnTo>
                    <a:pt x="882016" y="1547987"/>
                  </a:lnTo>
                  <a:lnTo>
                    <a:pt x="884749" y="1550432"/>
                  </a:lnTo>
                  <a:lnTo>
                    <a:pt x="902441" y="1575748"/>
                  </a:lnTo>
                  <a:lnTo>
                    <a:pt x="920421" y="1601495"/>
                  </a:lnTo>
                  <a:lnTo>
                    <a:pt x="920421" y="1603940"/>
                  </a:lnTo>
                  <a:lnTo>
                    <a:pt x="928188" y="1611707"/>
                  </a:lnTo>
                  <a:lnTo>
                    <a:pt x="958682" y="1657448"/>
                  </a:lnTo>
                  <a:lnTo>
                    <a:pt x="978963" y="1685640"/>
                  </a:lnTo>
                  <a:lnTo>
                    <a:pt x="981696" y="1688085"/>
                  </a:lnTo>
                  <a:lnTo>
                    <a:pt x="989175" y="1700743"/>
                  </a:lnTo>
                  <a:lnTo>
                    <a:pt x="991764" y="1700743"/>
                  </a:lnTo>
                  <a:lnTo>
                    <a:pt x="994354" y="1706065"/>
                  </a:lnTo>
                  <a:lnTo>
                    <a:pt x="994354" y="1708510"/>
                  </a:lnTo>
                  <a:lnTo>
                    <a:pt x="1022402" y="1749360"/>
                  </a:lnTo>
                  <a:lnTo>
                    <a:pt x="1029882" y="1749360"/>
                  </a:lnTo>
                  <a:lnTo>
                    <a:pt x="1032615" y="1749360"/>
                  </a:lnTo>
                  <a:lnTo>
                    <a:pt x="1037649" y="1749360"/>
                  </a:lnTo>
                  <a:lnTo>
                    <a:pt x="1055629" y="1751806"/>
                  </a:lnTo>
                  <a:lnTo>
                    <a:pt x="1058074" y="1751806"/>
                  </a:lnTo>
                  <a:lnTo>
                    <a:pt x="1063108" y="1751806"/>
                  </a:lnTo>
                  <a:lnTo>
                    <a:pt x="1065841" y="1751806"/>
                  </a:lnTo>
                  <a:lnTo>
                    <a:pt x="1076054" y="1751806"/>
                  </a:lnTo>
                  <a:lnTo>
                    <a:pt x="1080944" y="1754251"/>
                  </a:lnTo>
                  <a:lnTo>
                    <a:pt x="1103814" y="1754251"/>
                  </a:lnTo>
                  <a:lnTo>
                    <a:pt x="1119349" y="1756840"/>
                  </a:lnTo>
                  <a:lnTo>
                    <a:pt x="1121794" y="1759573"/>
                  </a:lnTo>
                  <a:lnTo>
                    <a:pt x="1124239" y="1762018"/>
                  </a:lnTo>
                  <a:lnTo>
                    <a:pt x="1134452" y="1777265"/>
                  </a:lnTo>
                  <a:lnTo>
                    <a:pt x="1137041" y="1779998"/>
                  </a:lnTo>
                  <a:lnTo>
                    <a:pt x="1139774" y="1782443"/>
                  </a:lnTo>
                  <a:lnTo>
                    <a:pt x="1152432" y="1797546"/>
                  </a:lnTo>
                  <a:lnTo>
                    <a:pt x="1162644" y="1810636"/>
                  </a:lnTo>
                  <a:lnTo>
                    <a:pt x="1170268" y="1818115"/>
                  </a:lnTo>
                  <a:lnTo>
                    <a:pt x="1175302" y="1828184"/>
                  </a:lnTo>
                  <a:lnTo>
                    <a:pt x="1177747" y="1828184"/>
                  </a:lnTo>
                  <a:lnTo>
                    <a:pt x="1185515" y="1838396"/>
                  </a:lnTo>
                  <a:lnTo>
                    <a:pt x="1193282" y="1848609"/>
                  </a:lnTo>
                  <a:lnTo>
                    <a:pt x="1198172" y="1851198"/>
                  </a:lnTo>
                  <a:lnTo>
                    <a:pt x="1205940" y="1851198"/>
                  </a:lnTo>
                  <a:lnTo>
                    <a:pt x="1205940" y="1853931"/>
                  </a:lnTo>
                  <a:lnTo>
                    <a:pt x="1210974" y="1853931"/>
                  </a:lnTo>
                  <a:lnTo>
                    <a:pt x="1213707" y="1853931"/>
                  </a:lnTo>
                  <a:lnTo>
                    <a:pt x="1284907" y="1874356"/>
                  </a:lnTo>
                  <a:lnTo>
                    <a:pt x="1287640" y="1874356"/>
                  </a:lnTo>
                  <a:lnTo>
                    <a:pt x="1297852" y="1879246"/>
                  </a:lnTo>
                  <a:lnTo>
                    <a:pt x="1300297" y="1879246"/>
                  </a:lnTo>
                  <a:lnTo>
                    <a:pt x="1318277" y="1884568"/>
                  </a:lnTo>
                  <a:lnTo>
                    <a:pt x="1379265" y="1902260"/>
                  </a:lnTo>
                  <a:lnTo>
                    <a:pt x="1384443" y="1904993"/>
                  </a:lnTo>
                  <a:lnTo>
                    <a:pt x="1397101" y="1907439"/>
                  </a:lnTo>
                  <a:lnTo>
                    <a:pt x="1399546" y="1907439"/>
                  </a:lnTo>
                  <a:lnTo>
                    <a:pt x="1404868" y="1909884"/>
                  </a:lnTo>
                  <a:lnTo>
                    <a:pt x="1412491" y="1912329"/>
                  </a:lnTo>
                  <a:lnTo>
                    <a:pt x="1425293" y="1914918"/>
                  </a:lnTo>
                  <a:lnTo>
                    <a:pt x="1427738" y="1917651"/>
                  </a:lnTo>
                  <a:lnTo>
                    <a:pt x="1478801" y="1932754"/>
                  </a:lnTo>
                  <a:lnTo>
                    <a:pt x="1481246" y="1932754"/>
                  </a:lnTo>
                  <a:lnTo>
                    <a:pt x="1483691" y="1932754"/>
                  </a:lnTo>
                  <a:lnTo>
                    <a:pt x="1483691" y="1935343"/>
                  </a:lnTo>
                  <a:lnTo>
                    <a:pt x="1486568" y="1935343"/>
                  </a:lnTo>
                  <a:lnTo>
                    <a:pt x="1516918" y="1945556"/>
                  </a:lnTo>
                  <a:lnTo>
                    <a:pt x="1542521" y="1953179"/>
                  </a:lnTo>
                  <a:lnTo>
                    <a:pt x="1547555" y="1953179"/>
                  </a:lnTo>
                  <a:lnTo>
                    <a:pt x="1547555" y="1955768"/>
                  </a:lnTo>
                  <a:lnTo>
                    <a:pt x="1550288" y="1955768"/>
                  </a:lnTo>
                  <a:lnTo>
                    <a:pt x="1542521" y="2073140"/>
                  </a:lnTo>
                  <a:lnTo>
                    <a:pt x="1540076" y="2083353"/>
                  </a:lnTo>
                  <a:lnTo>
                    <a:pt x="1540076" y="2085942"/>
                  </a:lnTo>
                  <a:lnTo>
                    <a:pt x="1540076" y="2088387"/>
                  </a:lnTo>
                  <a:lnTo>
                    <a:pt x="1540076" y="2103634"/>
                  </a:lnTo>
                  <a:lnTo>
                    <a:pt x="1540076" y="2106367"/>
                  </a:lnTo>
                  <a:lnTo>
                    <a:pt x="1540076" y="2111257"/>
                  </a:lnTo>
                  <a:lnTo>
                    <a:pt x="1537343" y="2131682"/>
                  </a:lnTo>
                  <a:lnTo>
                    <a:pt x="1537343" y="2144484"/>
                  </a:lnTo>
                  <a:lnTo>
                    <a:pt x="1534754" y="2157430"/>
                  </a:lnTo>
                  <a:lnTo>
                    <a:pt x="1534754" y="2159875"/>
                  </a:lnTo>
                  <a:lnTo>
                    <a:pt x="1534754" y="2162320"/>
                  </a:lnTo>
                  <a:lnTo>
                    <a:pt x="1534754" y="2185190"/>
                  </a:lnTo>
                  <a:lnTo>
                    <a:pt x="1534754" y="2187779"/>
                  </a:lnTo>
                  <a:lnTo>
                    <a:pt x="1532308" y="2190512"/>
                  </a:lnTo>
                  <a:lnTo>
                    <a:pt x="1532308" y="2197992"/>
                  </a:lnTo>
                  <a:lnTo>
                    <a:pt x="1532308" y="2205615"/>
                  </a:lnTo>
                  <a:lnTo>
                    <a:pt x="1529863" y="2241575"/>
                  </a:lnTo>
                  <a:lnTo>
                    <a:pt x="1524541" y="2320398"/>
                  </a:lnTo>
                  <a:lnTo>
                    <a:pt x="1524541" y="2322987"/>
                  </a:lnTo>
                  <a:lnTo>
                    <a:pt x="1522096" y="2346001"/>
                  </a:lnTo>
                  <a:lnTo>
                    <a:pt x="1522096" y="2351036"/>
                  </a:lnTo>
                  <a:lnTo>
                    <a:pt x="1522096" y="2353481"/>
                  </a:lnTo>
                  <a:lnTo>
                    <a:pt x="1519651" y="2376495"/>
                  </a:lnTo>
                  <a:lnTo>
                    <a:pt x="1519651" y="2381673"/>
                  </a:lnTo>
                  <a:lnTo>
                    <a:pt x="1519651" y="2384118"/>
                  </a:lnTo>
                  <a:lnTo>
                    <a:pt x="1519651" y="2399509"/>
                  </a:lnTo>
                  <a:lnTo>
                    <a:pt x="1516918" y="2440215"/>
                  </a:lnTo>
                  <a:lnTo>
                    <a:pt x="1516918" y="2442948"/>
                  </a:lnTo>
                  <a:lnTo>
                    <a:pt x="1514329" y="2442948"/>
                  </a:lnTo>
                  <a:lnTo>
                    <a:pt x="1511883" y="2442948"/>
                  </a:lnTo>
                  <a:lnTo>
                    <a:pt x="1509438" y="2442948"/>
                  </a:lnTo>
                  <a:lnTo>
                    <a:pt x="1506705" y="2442948"/>
                  </a:lnTo>
                  <a:lnTo>
                    <a:pt x="1504260" y="2442948"/>
                  </a:lnTo>
                  <a:lnTo>
                    <a:pt x="1501671" y="2442948"/>
                  </a:lnTo>
                  <a:lnTo>
                    <a:pt x="1499226" y="2442948"/>
                  </a:lnTo>
                  <a:lnTo>
                    <a:pt x="1496493" y="2442948"/>
                  </a:lnTo>
                  <a:lnTo>
                    <a:pt x="1493904" y="2442948"/>
                  </a:lnTo>
                  <a:lnTo>
                    <a:pt x="1491458" y="2442948"/>
                  </a:lnTo>
                  <a:lnTo>
                    <a:pt x="1489013" y="2442948"/>
                  </a:lnTo>
                  <a:lnTo>
                    <a:pt x="1486568" y="2440215"/>
                  </a:lnTo>
                  <a:lnTo>
                    <a:pt x="1483691" y="2440215"/>
                  </a:lnTo>
                  <a:lnTo>
                    <a:pt x="1481246" y="2440215"/>
                  </a:lnTo>
                  <a:lnTo>
                    <a:pt x="1478801" y="2440215"/>
                  </a:lnTo>
                  <a:lnTo>
                    <a:pt x="1476355" y="2440215"/>
                  </a:lnTo>
                  <a:lnTo>
                    <a:pt x="1473622" y="2440215"/>
                  </a:lnTo>
                  <a:lnTo>
                    <a:pt x="1471033" y="2440215"/>
                  </a:lnTo>
                  <a:lnTo>
                    <a:pt x="1460821" y="2440215"/>
                  </a:lnTo>
                  <a:lnTo>
                    <a:pt x="1458376" y="2440215"/>
                  </a:lnTo>
                  <a:lnTo>
                    <a:pt x="1455930" y="2440215"/>
                  </a:lnTo>
                  <a:lnTo>
                    <a:pt x="1453197" y="2440215"/>
                  </a:lnTo>
                  <a:lnTo>
                    <a:pt x="1450608" y="2437626"/>
                  </a:lnTo>
                  <a:lnTo>
                    <a:pt x="1445718" y="2437626"/>
                  </a:lnTo>
                  <a:lnTo>
                    <a:pt x="1442985" y="2437626"/>
                  </a:lnTo>
                  <a:lnTo>
                    <a:pt x="1437951" y="2437626"/>
                  </a:lnTo>
                  <a:lnTo>
                    <a:pt x="1435505" y="2437626"/>
                  </a:lnTo>
                  <a:lnTo>
                    <a:pt x="1432772" y="2437626"/>
                  </a:lnTo>
                  <a:lnTo>
                    <a:pt x="1430183" y="2437626"/>
                  </a:lnTo>
                  <a:lnTo>
                    <a:pt x="1427738" y="2437626"/>
                  </a:lnTo>
                  <a:lnTo>
                    <a:pt x="1425293" y="2437626"/>
                  </a:lnTo>
                  <a:lnTo>
                    <a:pt x="1422560" y="2435181"/>
                  </a:lnTo>
                  <a:lnTo>
                    <a:pt x="1420115" y="2435181"/>
                  </a:lnTo>
                  <a:lnTo>
                    <a:pt x="1417526" y="2435181"/>
                  </a:lnTo>
                  <a:lnTo>
                    <a:pt x="1415080" y="2435181"/>
                  </a:lnTo>
                  <a:lnTo>
                    <a:pt x="1412491" y="2435181"/>
                  </a:lnTo>
                  <a:lnTo>
                    <a:pt x="1409902" y="2435181"/>
                  </a:lnTo>
                  <a:lnTo>
                    <a:pt x="1407313" y="2435181"/>
                  </a:lnTo>
                  <a:lnTo>
                    <a:pt x="1404868" y="2435181"/>
                  </a:lnTo>
                  <a:lnTo>
                    <a:pt x="1402423" y="2435181"/>
                  </a:lnTo>
                  <a:lnTo>
                    <a:pt x="1399546" y="2435181"/>
                  </a:lnTo>
                  <a:lnTo>
                    <a:pt x="1397101" y="2435181"/>
                  </a:lnTo>
                  <a:lnTo>
                    <a:pt x="1394655" y="2435181"/>
                  </a:lnTo>
                  <a:lnTo>
                    <a:pt x="1394655" y="2432736"/>
                  </a:lnTo>
                  <a:lnTo>
                    <a:pt x="1392210" y="2432736"/>
                  </a:lnTo>
                  <a:lnTo>
                    <a:pt x="1389477" y="2432736"/>
                  </a:lnTo>
                  <a:lnTo>
                    <a:pt x="1386888" y="2432736"/>
                  </a:lnTo>
                  <a:lnTo>
                    <a:pt x="1381998" y="2432736"/>
                  </a:lnTo>
                  <a:lnTo>
                    <a:pt x="1379265" y="2432736"/>
                  </a:lnTo>
                  <a:lnTo>
                    <a:pt x="1376676" y="2432736"/>
                  </a:lnTo>
                  <a:lnTo>
                    <a:pt x="1374230" y="2432736"/>
                  </a:lnTo>
                  <a:lnTo>
                    <a:pt x="1369052" y="2432736"/>
                  </a:lnTo>
                  <a:lnTo>
                    <a:pt x="1369052" y="2430147"/>
                  </a:lnTo>
                  <a:lnTo>
                    <a:pt x="1366463" y="2430147"/>
                  </a:lnTo>
                  <a:lnTo>
                    <a:pt x="1358840" y="2430147"/>
                  </a:lnTo>
                  <a:lnTo>
                    <a:pt x="1356250" y="2430147"/>
                  </a:lnTo>
                  <a:lnTo>
                    <a:pt x="1353805" y="2430147"/>
                  </a:lnTo>
                  <a:lnTo>
                    <a:pt x="1351360" y="2430147"/>
                  </a:lnTo>
                  <a:lnTo>
                    <a:pt x="1348627" y="2430147"/>
                  </a:lnTo>
                  <a:lnTo>
                    <a:pt x="1346038" y="2430147"/>
                  </a:lnTo>
                  <a:lnTo>
                    <a:pt x="1343593" y="2427414"/>
                  </a:lnTo>
                  <a:lnTo>
                    <a:pt x="1341148" y="2427414"/>
                  </a:lnTo>
                  <a:lnTo>
                    <a:pt x="1338702" y="2427414"/>
                  </a:lnTo>
                  <a:lnTo>
                    <a:pt x="1335969" y="2427414"/>
                  </a:lnTo>
                  <a:lnTo>
                    <a:pt x="1330935" y="2427414"/>
                  </a:lnTo>
                  <a:lnTo>
                    <a:pt x="1328490" y="2427414"/>
                  </a:lnTo>
                  <a:lnTo>
                    <a:pt x="1325757" y="2427414"/>
                  </a:lnTo>
                  <a:lnTo>
                    <a:pt x="1323168" y="2427414"/>
                  </a:lnTo>
                  <a:lnTo>
                    <a:pt x="1320722" y="2427414"/>
                  </a:lnTo>
                  <a:lnTo>
                    <a:pt x="1320722" y="2424968"/>
                  </a:lnTo>
                  <a:lnTo>
                    <a:pt x="1318277" y="2424968"/>
                  </a:lnTo>
                  <a:lnTo>
                    <a:pt x="1312955" y="2424968"/>
                  </a:lnTo>
                  <a:lnTo>
                    <a:pt x="1310510" y="2424968"/>
                  </a:lnTo>
                  <a:lnTo>
                    <a:pt x="1308065" y="2424968"/>
                  </a:lnTo>
                  <a:lnTo>
                    <a:pt x="1302743" y="2424968"/>
                  </a:lnTo>
                  <a:lnTo>
                    <a:pt x="1300297" y="2424968"/>
                  </a:lnTo>
                  <a:lnTo>
                    <a:pt x="1297852" y="2424968"/>
                  </a:lnTo>
                  <a:lnTo>
                    <a:pt x="1295119" y="2422523"/>
                  </a:lnTo>
                  <a:lnTo>
                    <a:pt x="1292530" y="2422523"/>
                  </a:lnTo>
                  <a:lnTo>
                    <a:pt x="1290085" y="2422523"/>
                  </a:lnTo>
                  <a:lnTo>
                    <a:pt x="1287640" y="2422523"/>
                  </a:lnTo>
                  <a:lnTo>
                    <a:pt x="1284907" y="2422523"/>
                  </a:lnTo>
                  <a:lnTo>
                    <a:pt x="1282318" y="2422523"/>
                  </a:lnTo>
                  <a:lnTo>
                    <a:pt x="1279872" y="2422523"/>
                  </a:lnTo>
                  <a:lnTo>
                    <a:pt x="1277427" y="2422523"/>
                  </a:lnTo>
                  <a:lnTo>
                    <a:pt x="1274694" y="2422523"/>
                  </a:lnTo>
                  <a:lnTo>
                    <a:pt x="1274694" y="2420078"/>
                  </a:lnTo>
                  <a:lnTo>
                    <a:pt x="1272105" y="2420078"/>
                  </a:lnTo>
                  <a:lnTo>
                    <a:pt x="1269660" y="2420078"/>
                  </a:lnTo>
                  <a:lnTo>
                    <a:pt x="1267215" y="2420078"/>
                  </a:lnTo>
                  <a:lnTo>
                    <a:pt x="1264626" y="2420078"/>
                  </a:lnTo>
                  <a:lnTo>
                    <a:pt x="1259447" y="2420078"/>
                  </a:lnTo>
                  <a:lnTo>
                    <a:pt x="1257002" y="2420078"/>
                  </a:lnTo>
                  <a:lnTo>
                    <a:pt x="1254413" y="2420078"/>
                  </a:lnTo>
                  <a:lnTo>
                    <a:pt x="1254413" y="2417201"/>
                  </a:lnTo>
                  <a:lnTo>
                    <a:pt x="1249235" y="2417201"/>
                  </a:lnTo>
                  <a:lnTo>
                    <a:pt x="1244344" y="2417201"/>
                  </a:lnTo>
                  <a:lnTo>
                    <a:pt x="1239022" y="2417201"/>
                  </a:lnTo>
                  <a:lnTo>
                    <a:pt x="1234132" y="2417201"/>
                  </a:lnTo>
                  <a:lnTo>
                    <a:pt x="1231399" y="2414756"/>
                  </a:lnTo>
                  <a:lnTo>
                    <a:pt x="1228810" y="2414756"/>
                  </a:lnTo>
                  <a:lnTo>
                    <a:pt x="1226365" y="2414756"/>
                  </a:lnTo>
                  <a:lnTo>
                    <a:pt x="1223919" y="2414756"/>
                  </a:lnTo>
                  <a:lnTo>
                    <a:pt x="1221186" y="2414756"/>
                  </a:lnTo>
                  <a:lnTo>
                    <a:pt x="1218597" y="2414756"/>
                  </a:lnTo>
                  <a:lnTo>
                    <a:pt x="1216152" y="2414756"/>
                  </a:lnTo>
                  <a:lnTo>
                    <a:pt x="1205940" y="2412311"/>
                  </a:lnTo>
                  <a:lnTo>
                    <a:pt x="1203494" y="2412311"/>
                  </a:lnTo>
                  <a:lnTo>
                    <a:pt x="1200761" y="2412311"/>
                  </a:lnTo>
                  <a:lnTo>
                    <a:pt x="1198172" y="2412311"/>
                  </a:lnTo>
                  <a:lnTo>
                    <a:pt x="1195727" y="2412311"/>
                  </a:lnTo>
                  <a:lnTo>
                    <a:pt x="1193282" y="2409722"/>
                  </a:lnTo>
                  <a:lnTo>
                    <a:pt x="1190693" y="2409722"/>
                  </a:lnTo>
                  <a:lnTo>
                    <a:pt x="1187960" y="2409722"/>
                  </a:lnTo>
                  <a:lnTo>
                    <a:pt x="1183069" y="2409722"/>
                  </a:lnTo>
                  <a:lnTo>
                    <a:pt x="1180624" y="2409722"/>
                  </a:lnTo>
                  <a:lnTo>
                    <a:pt x="1177747" y="2409722"/>
                  </a:lnTo>
                  <a:lnTo>
                    <a:pt x="1162644" y="2406989"/>
                  </a:lnTo>
                  <a:lnTo>
                    <a:pt x="1160199" y="2406989"/>
                  </a:lnTo>
                  <a:lnTo>
                    <a:pt x="1154877" y="2404543"/>
                  </a:lnTo>
                  <a:lnTo>
                    <a:pt x="1152432" y="2404543"/>
                  </a:lnTo>
                  <a:lnTo>
                    <a:pt x="1149986" y="2404543"/>
                  </a:lnTo>
                  <a:lnTo>
                    <a:pt x="1147110" y="2404543"/>
                  </a:lnTo>
                  <a:lnTo>
                    <a:pt x="1137041" y="2402098"/>
                  </a:lnTo>
                  <a:lnTo>
                    <a:pt x="1129561" y="2402098"/>
                  </a:lnTo>
                  <a:lnTo>
                    <a:pt x="1126829" y="2402098"/>
                  </a:lnTo>
                  <a:lnTo>
                    <a:pt x="1124239" y="2402098"/>
                  </a:lnTo>
                  <a:lnTo>
                    <a:pt x="1121794" y="2402098"/>
                  </a:lnTo>
                  <a:lnTo>
                    <a:pt x="1121794" y="2399509"/>
                  </a:lnTo>
                  <a:lnTo>
                    <a:pt x="1119349" y="2399509"/>
                  </a:lnTo>
                  <a:lnTo>
                    <a:pt x="1116760" y="2399509"/>
                  </a:lnTo>
                  <a:lnTo>
                    <a:pt x="1114027" y="2399509"/>
                  </a:lnTo>
                  <a:lnTo>
                    <a:pt x="1111582" y="2399509"/>
                  </a:lnTo>
                  <a:lnTo>
                    <a:pt x="1109136" y="2399509"/>
                  </a:lnTo>
                  <a:lnTo>
                    <a:pt x="1098924" y="2396776"/>
                  </a:lnTo>
                  <a:lnTo>
                    <a:pt x="1096335" y="2396776"/>
                  </a:lnTo>
                  <a:lnTo>
                    <a:pt x="1093602" y="2396776"/>
                  </a:lnTo>
                  <a:lnTo>
                    <a:pt x="1091157" y="2396776"/>
                  </a:lnTo>
                  <a:lnTo>
                    <a:pt x="1088711" y="2396776"/>
                  </a:lnTo>
                  <a:lnTo>
                    <a:pt x="1086266" y="2394331"/>
                  </a:lnTo>
                  <a:lnTo>
                    <a:pt x="1083533" y="2394331"/>
                  </a:lnTo>
                  <a:lnTo>
                    <a:pt x="1080944" y="2394331"/>
                  </a:lnTo>
                  <a:lnTo>
                    <a:pt x="1078499" y="2394331"/>
                  </a:lnTo>
                  <a:lnTo>
                    <a:pt x="1076054" y="2394331"/>
                  </a:lnTo>
                  <a:lnTo>
                    <a:pt x="1073177" y="2394331"/>
                  </a:lnTo>
                  <a:lnTo>
                    <a:pt x="1070732" y="2391886"/>
                  </a:lnTo>
                  <a:lnTo>
                    <a:pt x="1068286" y="2391886"/>
                  </a:lnTo>
                  <a:lnTo>
                    <a:pt x="1058074" y="2391886"/>
                  </a:lnTo>
                  <a:lnTo>
                    <a:pt x="1055629" y="2391886"/>
                  </a:lnTo>
                  <a:lnTo>
                    <a:pt x="1052896" y="2389440"/>
                  </a:lnTo>
                  <a:lnTo>
                    <a:pt x="1050307" y="2389440"/>
                  </a:lnTo>
                  <a:lnTo>
                    <a:pt x="1047861" y="2389440"/>
                  </a:lnTo>
                  <a:lnTo>
                    <a:pt x="1045416" y="2389440"/>
                  </a:lnTo>
                  <a:lnTo>
                    <a:pt x="1042827" y="2389440"/>
                  </a:lnTo>
                  <a:lnTo>
                    <a:pt x="1037649" y="2386707"/>
                  </a:lnTo>
                  <a:lnTo>
                    <a:pt x="1035204" y="2386707"/>
                  </a:lnTo>
                  <a:lnTo>
                    <a:pt x="1032615" y="2386707"/>
                  </a:lnTo>
                  <a:lnTo>
                    <a:pt x="1024991" y="2386707"/>
                  </a:lnTo>
                  <a:lnTo>
                    <a:pt x="1024991" y="2384118"/>
                  </a:lnTo>
                  <a:lnTo>
                    <a:pt x="1022402" y="2384118"/>
                  </a:lnTo>
                  <a:lnTo>
                    <a:pt x="1019669" y="2384118"/>
                  </a:lnTo>
                  <a:lnTo>
                    <a:pt x="1009457" y="2384118"/>
                  </a:lnTo>
                  <a:lnTo>
                    <a:pt x="1009457" y="2381673"/>
                  </a:lnTo>
                  <a:lnTo>
                    <a:pt x="1007011" y="2381673"/>
                  </a:lnTo>
                  <a:lnTo>
                    <a:pt x="1004566" y="2381673"/>
                  </a:lnTo>
                  <a:lnTo>
                    <a:pt x="1002121" y="2381673"/>
                  </a:lnTo>
                  <a:lnTo>
                    <a:pt x="999244" y="2381673"/>
                  </a:lnTo>
                  <a:lnTo>
                    <a:pt x="996799" y="2381673"/>
                  </a:lnTo>
                  <a:lnTo>
                    <a:pt x="996799" y="2379228"/>
                  </a:lnTo>
                  <a:lnTo>
                    <a:pt x="994354" y="2379228"/>
                  </a:lnTo>
                  <a:lnTo>
                    <a:pt x="986586" y="2379228"/>
                  </a:lnTo>
                  <a:lnTo>
                    <a:pt x="984141" y="2379228"/>
                  </a:lnTo>
                  <a:lnTo>
                    <a:pt x="981696" y="2379228"/>
                  </a:lnTo>
                  <a:lnTo>
                    <a:pt x="978963" y="2376495"/>
                  </a:lnTo>
                  <a:lnTo>
                    <a:pt x="976374" y="2376495"/>
                  </a:lnTo>
                  <a:lnTo>
                    <a:pt x="973929" y="2376495"/>
                  </a:lnTo>
                  <a:lnTo>
                    <a:pt x="968894" y="2376495"/>
                  </a:lnTo>
                  <a:lnTo>
                    <a:pt x="966161" y="2376495"/>
                  </a:lnTo>
                  <a:lnTo>
                    <a:pt x="955949" y="2373906"/>
                  </a:lnTo>
                  <a:lnTo>
                    <a:pt x="953504" y="2373906"/>
                  </a:lnTo>
                  <a:lnTo>
                    <a:pt x="951058" y="2371461"/>
                  </a:lnTo>
                  <a:lnTo>
                    <a:pt x="948469" y="2371461"/>
                  </a:lnTo>
                  <a:lnTo>
                    <a:pt x="945736" y="2371461"/>
                  </a:lnTo>
                  <a:lnTo>
                    <a:pt x="943291" y="2371461"/>
                  </a:lnTo>
                  <a:lnTo>
                    <a:pt x="940846" y="2371461"/>
                  </a:lnTo>
                  <a:lnTo>
                    <a:pt x="938257" y="2369015"/>
                  </a:lnTo>
                  <a:lnTo>
                    <a:pt x="935524" y="2369015"/>
                  </a:lnTo>
                  <a:lnTo>
                    <a:pt x="933079" y="2369015"/>
                  </a:lnTo>
                  <a:lnTo>
                    <a:pt x="930633" y="2369015"/>
                  </a:lnTo>
                  <a:lnTo>
                    <a:pt x="925311" y="2366282"/>
                  </a:lnTo>
                  <a:lnTo>
                    <a:pt x="922866" y="2366282"/>
                  </a:lnTo>
                  <a:lnTo>
                    <a:pt x="920421" y="2366282"/>
                  </a:lnTo>
                  <a:lnTo>
                    <a:pt x="917832" y="2366282"/>
                  </a:lnTo>
                  <a:lnTo>
                    <a:pt x="915099" y="2366282"/>
                  </a:lnTo>
                  <a:lnTo>
                    <a:pt x="910208" y="2363693"/>
                  </a:lnTo>
                  <a:lnTo>
                    <a:pt x="905030" y="2363693"/>
                  </a:lnTo>
                  <a:lnTo>
                    <a:pt x="902441" y="2363693"/>
                  </a:lnTo>
                  <a:lnTo>
                    <a:pt x="899996" y="2363693"/>
                  </a:lnTo>
                  <a:lnTo>
                    <a:pt x="897550" y="2361248"/>
                  </a:lnTo>
                  <a:lnTo>
                    <a:pt x="892228" y="2361248"/>
                  </a:lnTo>
                  <a:lnTo>
                    <a:pt x="889783" y="2361248"/>
                  </a:lnTo>
                  <a:lnTo>
                    <a:pt x="887338" y="2361248"/>
                  </a:lnTo>
                  <a:lnTo>
                    <a:pt x="887338" y="2358803"/>
                  </a:lnTo>
                  <a:lnTo>
                    <a:pt x="884749" y="2358803"/>
                  </a:lnTo>
                  <a:lnTo>
                    <a:pt x="882016" y="2358803"/>
                  </a:lnTo>
                  <a:lnTo>
                    <a:pt x="877125" y="2358803"/>
                  </a:lnTo>
                  <a:lnTo>
                    <a:pt x="874536" y="2358803"/>
                  </a:lnTo>
                  <a:lnTo>
                    <a:pt x="874536" y="2356070"/>
                  </a:lnTo>
                  <a:lnTo>
                    <a:pt x="871803" y="2356070"/>
                  </a:lnTo>
                  <a:lnTo>
                    <a:pt x="864324" y="2356070"/>
                  </a:lnTo>
                  <a:lnTo>
                    <a:pt x="861591" y="2356070"/>
                  </a:lnTo>
                  <a:lnTo>
                    <a:pt x="856700" y="2353481"/>
                  </a:lnTo>
                  <a:lnTo>
                    <a:pt x="854111" y="2353481"/>
                  </a:lnTo>
                  <a:lnTo>
                    <a:pt x="851378" y="2353481"/>
                  </a:lnTo>
                  <a:lnTo>
                    <a:pt x="848933" y="2353481"/>
                  </a:lnTo>
                  <a:lnTo>
                    <a:pt x="848933" y="2351036"/>
                  </a:lnTo>
                  <a:lnTo>
                    <a:pt x="843899" y="2351036"/>
                  </a:lnTo>
                  <a:lnTo>
                    <a:pt x="841166" y="2351036"/>
                  </a:lnTo>
                  <a:lnTo>
                    <a:pt x="838721" y="2351036"/>
                  </a:lnTo>
                  <a:lnTo>
                    <a:pt x="836275" y="2351036"/>
                  </a:lnTo>
                  <a:lnTo>
                    <a:pt x="828508" y="2348590"/>
                  </a:lnTo>
                  <a:lnTo>
                    <a:pt x="823474" y="2346001"/>
                  </a:lnTo>
                  <a:lnTo>
                    <a:pt x="821029" y="2346001"/>
                  </a:lnTo>
                  <a:lnTo>
                    <a:pt x="818296" y="2346001"/>
                  </a:lnTo>
                  <a:lnTo>
                    <a:pt x="815850" y="2346001"/>
                  </a:lnTo>
                  <a:lnTo>
                    <a:pt x="813405" y="2346001"/>
                  </a:lnTo>
                  <a:lnTo>
                    <a:pt x="810816" y="2343268"/>
                  </a:lnTo>
                  <a:lnTo>
                    <a:pt x="808083" y="2343268"/>
                  </a:lnTo>
                  <a:lnTo>
                    <a:pt x="805638" y="2343268"/>
                  </a:lnTo>
                  <a:lnTo>
                    <a:pt x="803193" y="2343268"/>
                  </a:lnTo>
                  <a:lnTo>
                    <a:pt x="800603" y="2340823"/>
                  </a:lnTo>
                  <a:lnTo>
                    <a:pt x="797871" y="2340823"/>
                  </a:lnTo>
                  <a:lnTo>
                    <a:pt x="790391" y="2340823"/>
                  </a:lnTo>
                  <a:lnTo>
                    <a:pt x="787658" y="2338378"/>
                  </a:lnTo>
                  <a:lnTo>
                    <a:pt x="782768" y="2338378"/>
                  </a:lnTo>
                  <a:lnTo>
                    <a:pt x="775000" y="2335933"/>
                  </a:lnTo>
                  <a:lnTo>
                    <a:pt x="772555" y="2335933"/>
                  </a:lnTo>
                  <a:lnTo>
                    <a:pt x="762343" y="2333056"/>
                  </a:lnTo>
                  <a:lnTo>
                    <a:pt x="759897" y="2333056"/>
                  </a:lnTo>
                  <a:lnTo>
                    <a:pt x="757020" y="2333056"/>
                  </a:lnTo>
                  <a:lnTo>
                    <a:pt x="754575" y="2333056"/>
                  </a:lnTo>
                  <a:lnTo>
                    <a:pt x="752130" y="2330611"/>
                  </a:lnTo>
                  <a:lnTo>
                    <a:pt x="749541" y="2330611"/>
                  </a:lnTo>
                  <a:lnTo>
                    <a:pt x="744363" y="2330611"/>
                  </a:lnTo>
                  <a:lnTo>
                    <a:pt x="741918" y="2328165"/>
                  </a:lnTo>
                  <a:lnTo>
                    <a:pt x="739472" y="2328165"/>
                  </a:lnTo>
                  <a:lnTo>
                    <a:pt x="736883" y="2328165"/>
                  </a:lnTo>
                  <a:lnTo>
                    <a:pt x="734150" y="2328165"/>
                  </a:lnTo>
                  <a:lnTo>
                    <a:pt x="731705" y="2328165"/>
                  </a:lnTo>
                  <a:lnTo>
                    <a:pt x="729260" y="2325720"/>
                  </a:lnTo>
                  <a:lnTo>
                    <a:pt x="726671" y="2325720"/>
                  </a:lnTo>
                  <a:lnTo>
                    <a:pt x="723938" y="2325720"/>
                  </a:lnTo>
                  <a:lnTo>
                    <a:pt x="719047" y="2322987"/>
                  </a:lnTo>
                  <a:lnTo>
                    <a:pt x="716458" y="2322987"/>
                  </a:lnTo>
                  <a:lnTo>
                    <a:pt x="713725" y="2322987"/>
                  </a:lnTo>
                  <a:lnTo>
                    <a:pt x="711280" y="2322987"/>
                  </a:lnTo>
                  <a:lnTo>
                    <a:pt x="708835" y="2320398"/>
                  </a:lnTo>
                  <a:lnTo>
                    <a:pt x="703513" y="2320398"/>
                  </a:lnTo>
                  <a:lnTo>
                    <a:pt x="698622" y="2320398"/>
                  </a:lnTo>
                  <a:lnTo>
                    <a:pt x="698622" y="2317953"/>
                  </a:lnTo>
                  <a:lnTo>
                    <a:pt x="688410" y="2317953"/>
                  </a:lnTo>
                  <a:lnTo>
                    <a:pt x="683088" y="2315364"/>
                  </a:lnTo>
                  <a:lnTo>
                    <a:pt x="678197" y="2315364"/>
                  </a:lnTo>
                  <a:lnTo>
                    <a:pt x="675608" y="2312631"/>
                  </a:lnTo>
                  <a:lnTo>
                    <a:pt x="673163" y="2312631"/>
                  </a:lnTo>
                  <a:lnTo>
                    <a:pt x="670430" y="2312631"/>
                  </a:lnTo>
                  <a:lnTo>
                    <a:pt x="667985" y="2312631"/>
                  </a:lnTo>
                  <a:lnTo>
                    <a:pt x="667985" y="2310186"/>
                  </a:lnTo>
                  <a:lnTo>
                    <a:pt x="665539" y="2310186"/>
                  </a:lnTo>
                  <a:lnTo>
                    <a:pt x="660217" y="2310186"/>
                  </a:lnTo>
                  <a:lnTo>
                    <a:pt x="657772" y="2310186"/>
                  </a:lnTo>
                  <a:lnTo>
                    <a:pt x="657772" y="2307740"/>
                  </a:lnTo>
                  <a:lnTo>
                    <a:pt x="655327" y="2307740"/>
                  </a:lnTo>
                  <a:lnTo>
                    <a:pt x="652738" y="2307740"/>
                  </a:lnTo>
                  <a:lnTo>
                    <a:pt x="645114" y="2305295"/>
                  </a:lnTo>
                  <a:lnTo>
                    <a:pt x="642525" y="2305295"/>
                  </a:lnTo>
                  <a:lnTo>
                    <a:pt x="639792" y="2305295"/>
                  </a:lnTo>
                  <a:lnTo>
                    <a:pt x="637347" y="2305295"/>
                  </a:lnTo>
                  <a:lnTo>
                    <a:pt x="634902" y="2302418"/>
                  </a:lnTo>
                  <a:lnTo>
                    <a:pt x="632313" y="2302418"/>
                  </a:lnTo>
                  <a:lnTo>
                    <a:pt x="629580" y="2302418"/>
                  </a:lnTo>
                  <a:lnTo>
                    <a:pt x="616922" y="2299973"/>
                  </a:lnTo>
                  <a:lnTo>
                    <a:pt x="616922" y="2297528"/>
                  </a:lnTo>
                  <a:lnTo>
                    <a:pt x="614477" y="2297528"/>
                  </a:lnTo>
                  <a:lnTo>
                    <a:pt x="611888" y="2297528"/>
                  </a:lnTo>
                  <a:lnTo>
                    <a:pt x="609155" y="2297528"/>
                  </a:lnTo>
                  <a:lnTo>
                    <a:pt x="606710" y="2297528"/>
                  </a:lnTo>
                  <a:lnTo>
                    <a:pt x="604264" y="2295083"/>
                  </a:lnTo>
                  <a:lnTo>
                    <a:pt x="601675" y="2295083"/>
                  </a:lnTo>
                  <a:lnTo>
                    <a:pt x="599230" y="2295083"/>
                  </a:lnTo>
                  <a:lnTo>
                    <a:pt x="596497" y="2292350"/>
                  </a:lnTo>
                  <a:lnTo>
                    <a:pt x="594052" y="2292350"/>
                  </a:lnTo>
                  <a:lnTo>
                    <a:pt x="591463" y="2292350"/>
                  </a:lnTo>
                  <a:lnTo>
                    <a:pt x="589017" y="2292350"/>
                  </a:lnTo>
                  <a:lnTo>
                    <a:pt x="586285" y="2292350"/>
                  </a:lnTo>
                  <a:lnTo>
                    <a:pt x="586285" y="2289761"/>
                  </a:lnTo>
                  <a:lnTo>
                    <a:pt x="583839" y="2289761"/>
                  </a:lnTo>
                  <a:lnTo>
                    <a:pt x="578805" y="2289761"/>
                  </a:lnTo>
                  <a:lnTo>
                    <a:pt x="576072" y="2287315"/>
                  </a:lnTo>
                  <a:lnTo>
                    <a:pt x="573627" y="2287315"/>
                  </a:lnTo>
                  <a:lnTo>
                    <a:pt x="571038" y="2287315"/>
                  </a:lnTo>
                  <a:lnTo>
                    <a:pt x="568592" y="2287315"/>
                  </a:lnTo>
                  <a:lnTo>
                    <a:pt x="565859" y="2284870"/>
                  </a:lnTo>
                  <a:lnTo>
                    <a:pt x="563414" y="2284870"/>
                  </a:lnTo>
                  <a:lnTo>
                    <a:pt x="555647" y="2282137"/>
                  </a:lnTo>
                  <a:lnTo>
                    <a:pt x="553202" y="2282137"/>
                  </a:lnTo>
                  <a:lnTo>
                    <a:pt x="550757" y="2282137"/>
                  </a:lnTo>
                  <a:lnTo>
                    <a:pt x="548167" y="2282137"/>
                  </a:lnTo>
                  <a:lnTo>
                    <a:pt x="548167" y="2279548"/>
                  </a:lnTo>
                  <a:lnTo>
                    <a:pt x="545434" y="2279548"/>
                  </a:lnTo>
                  <a:lnTo>
                    <a:pt x="540544" y="2279548"/>
                  </a:lnTo>
                  <a:lnTo>
                    <a:pt x="537955" y="2277103"/>
                  </a:lnTo>
                  <a:lnTo>
                    <a:pt x="535222" y="2277103"/>
                  </a:lnTo>
                  <a:lnTo>
                    <a:pt x="532777" y="2277103"/>
                  </a:lnTo>
                  <a:lnTo>
                    <a:pt x="530332" y="2274658"/>
                  </a:lnTo>
                  <a:lnTo>
                    <a:pt x="527742" y="2274658"/>
                  </a:lnTo>
                  <a:lnTo>
                    <a:pt x="525297" y="2274658"/>
                  </a:lnTo>
                  <a:lnTo>
                    <a:pt x="520119" y="2271925"/>
                  </a:lnTo>
                  <a:lnTo>
                    <a:pt x="517530" y="2271925"/>
                  </a:lnTo>
                  <a:lnTo>
                    <a:pt x="515085" y="2271925"/>
                  </a:lnTo>
                  <a:lnTo>
                    <a:pt x="512352" y="2271925"/>
                  </a:lnTo>
                  <a:lnTo>
                    <a:pt x="507461" y="2269336"/>
                  </a:lnTo>
                  <a:lnTo>
                    <a:pt x="502139" y="2269336"/>
                  </a:lnTo>
                  <a:lnTo>
                    <a:pt x="499694" y="2266890"/>
                  </a:lnTo>
                  <a:lnTo>
                    <a:pt x="497105" y="2266890"/>
                  </a:lnTo>
                  <a:lnTo>
                    <a:pt x="494660" y="2266890"/>
                  </a:lnTo>
                  <a:lnTo>
                    <a:pt x="491927" y="2264445"/>
                  </a:lnTo>
                  <a:lnTo>
                    <a:pt x="489481" y="2264445"/>
                  </a:lnTo>
                  <a:lnTo>
                    <a:pt x="487036" y="2264445"/>
                  </a:lnTo>
                  <a:lnTo>
                    <a:pt x="484447" y="2264445"/>
                  </a:lnTo>
                  <a:lnTo>
                    <a:pt x="481714" y="2261712"/>
                  </a:lnTo>
                  <a:lnTo>
                    <a:pt x="479269" y="2261712"/>
                  </a:lnTo>
                  <a:lnTo>
                    <a:pt x="476824" y="2261712"/>
                  </a:lnTo>
                  <a:lnTo>
                    <a:pt x="474235" y="2259123"/>
                  </a:lnTo>
                  <a:lnTo>
                    <a:pt x="469056" y="2259123"/>
                  </a:lnTo>
                  <a:lnTo>
                    <a:pt x="466611" y="2259123"/>
                  </a:lnTo>
                  <a:lnTo>
                    <a:pt x="464022" y="2256678"/>
                  </a:lnTo>
                  <a:lnTo>
                    <a:pt x="461289" y="2256678"/>
                  </a:lnTo>
                  <a:lnTo>
                    <a:pt x="458844" y="2256678"/>
                  </a:lnTo>
                  <a:lnTo>
                    <a:pt x="453810" y="2254233"/>
                  </a:lnTo>
                  <a:lnTo>
                    <a:pt x="451364" y="2254233"/>
                  </a:lnTo>
                  <a:lnTo>
                    <a:pt x="446186" y="2251643"/>
                  </a:lnTo>
                  <a:lnTo>
                    <a:pt x="443597" y="2251643"/>
                  </a:lnTo>
                  <a:lnTo>
                    <a:pt x="441152" y="2248911"/>
                  </a:lnTo>
                  <a:lnTo>
                    <a:pt x="438419" y="2248911"/>
                  </a:lnTo>
                  <a:lnTo>
                    <a:pt x="428206" y="2246465"/>
                  </a:lnTo>
                  <a:lnTo>
                    <a:pt x="425761" y="2246465"/>
                  </a:lnTo>
                  <a:lnTo>
                    <a:pt x="423172" y="2244020"/>
                  </a:lnTo>
                  <a:lnTo>
                    <a:pt x="420727" y="2244020"/>
                  </a:lnTo>
                  <a:lnTo>
                    <a:pt x="417994" y="2244020"/>
                  </a:lnTo>
                  <a:lnTo>
                    <a:pt x="415549" y="2241575"/>
                  </a:lnTo>
                  <a:lnTo>
                    <a:pt x="413103" y="2241575"/>
                  </a:lnTo>
                  <a:lnTo>
                    <a:pt x="410514" y="2241575"/>
                  </a:lnTo>
                  <a:lnTo>
                    <a:pt x="407781" y="2241575"/>
                  </a:lnTo>
                  <a:lnTo>
                    <a:pt x="405336" y="2238842"/>
                  </a:lnTo>
                  <a:lnTo>
                    <a:pt x="402747" y="2238842"/>
                  </a:lnTo>
                  <a:lnTo>
                    <a:pt x="400302" y="2238842"/>
                  </a:lnTo>
                  <a:lnTo>
                    <a:pt x="397569" y="2238842"/>
                  </a:lnTo>
                  <a:lnTo>
                    <a:pt x="395124" y="2236253"/>
                  </a:lnTo>
                  <a:lnTo>
                    <a:pt x="392678" y="2236253"/>
                  </a:lnTo>
                  <a:lnTo>
                    <a:pt x="390089" y="2233808"/>
                  </a:lnTo>
                  <a:lnTo>
                    <a:pt x="387356" y="2233808"/>
                  </a:lnTo>
                  <a:lnTo>
                    <a:pt x="382466" y="2233808"/>
                  </a:lnTo>
                  <a:lnTo>
                    <a:pt x="382466" y="2231362"/>
                  </a:lnTo>
                  <a:lnTo>
                    <a:pt x="379877" y="2231362"/>
                  </a:lnTo>
                  <a:lnTo>
                    <a:pt x="377431" y="2231362"/>
                  </a:lnTo>
                  <a:lnTo>
                    <a:pt x="374699" y="2231362"/>
                  </a:lnTo>
                  <a:lnTo>
                    <a:pt x="372253" y="2228629"/>
                  </a:lnTo>
                  <a:lnTo>
                    <a:pt x="369664" y="2228629"/>
                  </a:lnTo>
                  <a:lnTo>
                    <a:pt x="367219" y="2228629"/>
                  </a:lnTo>
                  <a:lnTo>
                    <a:pt x="364486" y="2228629"/>
                  </a:lnTo>
                  <a:lnTo>
                    <a:pt x="362041" y="2226040"/>
                  </a:lnTo>
                  <a:lnTo>
                    <a:pt x="359452" y="2226040"/>
                  </a:lnTo>
                  <a:lnTo>
                    <a:pt x="357006" y="2223595"/>
                  </a:lnTo>
                  <a:lnTo>
                    <a:pt x="351828" y="2223595"/>
                  </a:lnTo>
                  <a:lnTo>
                    <a:pt x="349239" y="2223595"/>
                  </a:lnTo>
                  <a:lnTo>
                    <a:pt x="346794" y="2221150"/>
                  </a:lnTo>
                  <a:lnTo>
                    <a:pt x="344061" y="2221150"/>
                  </a:lnTo>
                  <a:lnTo>
                    <a:pt x="341616" y="2221150"/>
                  </a:lnTo>
                  <a:lnTo>
                    <a:pt x="339171" y="2218273"/>
                  </a:lnTo>
                  <a:lnTo>
                    <a:pt x="336581" y="2218273"/>
                  </a:lnTo>
                  <a:lnTo>
                    <a:pt x="333848" y="2218273"/>
                  </a:lnTo>
                  <a:lnTo>
                    <a:pt x="331403" y="2215828"/>
                  </a:lnTo>
                  <a:lnTo>
                    <a:pt x="328814" y="2215828"/>
                  </a:lnTo>
                  <a:lnTo>
                    <a:pt x="326369" y="2215828"/>
                  </a:lnTo>
                  <a:lnTo>
                    <a:pt x="323636" y="2215828"/>
                  </a:lnTo>
                  <a:lnTo>
                    <a:pt x="323636" y="2213383"/>
                  </a:lnTo>
                  <a:lnTo>
                    <a:pt x="318745" y="2213383"/>
                  </a:lnTo>
                  <a:lnTo>
                    <a:pt x="313423" y="2210937"/>
                  </a:lnTo>
                  <a:lnTo>
                    <a:pt x="310978" y="2210937"/>
                  </a:lnTo>
                  <a:lnTo>
                    <a:pt x="308533" y="2210937"/>
                  </a:lnTo>
                  <a:lnTo>
                    <a:pt x="303499" y="2208204"/>
                  </a:lnTo>
                  <a:lnTo>
                    <a:pt x="298320" y="2205615"/>
                  </a:lnTo>
                  <a:lnTo>
                    <a:pt x="295731" y="2205615"/>
                  </a:lnTo>
                  <a:lnTo>
                    <a:pt x="293286" y="2203170"/>
                  </a:lnTo>
                  <a:lnTo>
                    <a:pt x="290553" y="2203170"/>
                  </a:lnTo>
                  <a:lnTo>
                    <a:pt x="288108" y="2203170"/>
                  </a:lnTo>
                  <a:lnTo>
                    <a:pt x="285519" y="2200725"/>
                  </a:lnTo>
                  <a:lnTo>
                    <a:pt x="285519" y="2197992"/>
                  </a:lnTo>
                  <a:lnTo>
                    <a:pt x="283074" y="2192958"/>
                  </a:lnTo>
                  <a:lnTo>
                    <a:pt x="283074" y="2190512"/>
                  </a:lnTo>
                  <a:lnTo>
                    <a:pt x="280341" y="2187779"/>
                  </a:lnTo>
                  <a:lnTo>
                    <a:pt x="280341" y="2185190"/>
                  </a:lnTo>
                  <a:lnTo>
                    <a:pt x="280341" y="2182745"/>
                  </a:lnTo>
                  <a:lnTo>
                    <a:pt x="280341" y="2180300"/>
                  </a:lnTo>
                  <a:lnTo>
                    <a:pt x="277895" y="2174978"/>
                  </a:lnTo>
                  <a:lnTo>
                    <a:pt x="277895" y="2172532"/>
                  </a:lnTo>
                  <a:lnTo>
                    <a:pt x="280341" y="2170087"/>
                  </a:lnTo>
                  <a:lnTo>
                    <a:pt x="277895" y="2170087"/>
                  </a:lnTo>
                  <a:lnTo>
                    <a:pt x="277895" y="2167498"/>
                  </a:lnTo>
                  <a:lnTo>
                    <a:pt x="277895" y="2164765"/>
                  </a:lnTo>
                  <a:lnTo>
                    <a:pt x="277895" y="2162320"/>
                  </a:lnTo>
                  <a:lnTo>
                    <a:pt x="277895" y="2157430"/>
                  </a:lnTo>
                  <a:lnTo>
                    <a:pt x="277895" y="2154553"/>
                  </a:lnTo>
                  <a:lnTo>
                    <a:pt x="280341" y="2152107"/>
                  </a:lnTo>
                  <a:lnTo>
                    <a:pt x="280341" y="2149662"/>
                  </a:lnTo>
                  <a:lnTo>
                    <a:pt x="283074" y="2147217"/>
                  </a:lnTo>
                  <a:lnTo>
                    <a:pt x="280341" y="2144484"/>
                  </a:lnTo>
                  <a:lnTo>
                    <a:pt x="277895" y="2144484"/>
                  </a:lnTo>
                  <a:lnTo>
                    <a:pt x="275306" y="2141895"/>
                  </a:lnTo>
                  <a:lnTo>
                    <a:pt x="272861" y="2141895"/>
                  </a:lnTo>
                  <a:lnTo>
                    <a:pt x="272861" y="2139450"/>
                  </a:lnTo>
                  <a:lnTo>
                    <a:pt x="275306" y="2134272"/>
                  </a:lnTo>
                  <a:lnTo>
                    <a:pt x="272861" y="2131682"/>
                  </a:lnTo>
                  <a:lnTo>
                    <a:pt x="272861" y="2129237"/>
                  </a:lnTo>
                  <a:lnTo>
                    <a:pt x="272861" y="2126792"/>
                  </a:lnTo>
                  <a:lnTo>
                    <a:pt x="270128" y="2119025"/>
                  </a:lnTo>
                  <a:lnTo>
                    <a:pt x="270128" y="2113847"/>
                  </a:lnTo>
                  <a:lnTo>
                    <a:pt x="272861" y="2113847"/>
                  </a:lnTo>
                  <a:lnTo>
                    <a:pt x="275306" y="2111257"/>
                  </a:lnTo>
                  <a:lnTo>
                    <a:pt x="277895" y="2111257"/>
                  </a:lnTo>
                  <a:lnTo>
                    <a:pt x="280341" y="2106367"/>
                  </a:lnTo>
                  <a:lnTo>
                    <a:pt x="280341" y="2103634"/>
                  </a:lnTo>
                  <a:lnTo>
                    <a:pt x="280341" y="2101045"/>
                  </a:lnTo>
                  <a:lnTo>
                    <a:pt x="280341" y="2098600"/>
                  </a:lnTo>
                  <a:lnTo>
                    <a:pt x="280341" y="2096154"/>
                  </a:lnTo>
                  <a:lnTo>
                    <a:pt x="280341" y="2093421"/>
                  </a:lnTo>
                  <a:lnTo>
                    <a:pt x="283074" y="2088387"/>
                  </a:lnTo>
                  <a:lnTo>
                    <a:pt x="283074" y="2085942"/>
                  </a:lnTo>
                  <a:lnTo>
                    <a:pt x="280341" y="2085942"/>
                  </a:lnTo>
                  <a:lnTo>
                    <a:pt x="277895" y="2085942"/>
                  </a:lnTo>
                  <a:lnTo>
                    <a:pt x="275306" y="2085942"/>
                  </a:lnTo>
                  <a:lnTo>
                    <a:pt x="275306" y="2083353"/>
                  </a:lnTo>
                  <a:lnTo>
                    <a:pt x="272861" y="2083353"/>
                  </a:lnTo>
                  <a:lnTo>
                    <a:pt x="270128" y="2080620"/>
                  </a:lnTo>
                  <a:lnTo>
                    <a:pt x="267683" y="2083353"/>
                  </a:lnTo>
                  <a:lnTo>
                    <a:pt x="265094" y="2085942"/>
                  </a:lnTo>
                  <a:lnTo>
                    <a:pt x="265094" y="2090832"/>
                  </a:lnTo>
                  <a:lnTo>
                    <a:pt x="262649" y="2093421"/>
                  </a:lnTo>
                  <a:lnTo>
                    <a:pt x="259916" y="2090832"/>
                  </a:lnTo>
                  <a:lnTo>
                    <a:pt x="257470" y="2090832"/>
                  </a:lnTo>
                  <a:lnTo>
                    <a:pt x="257470" y="2088387"/>
                  </a:lnTo>
                  <a:lnTo>
                    <a:pt x="255025" y="2088387"/>
                  </a:lnTo>
                  <a:lnTo>
                    <a:pt x="252436" y="2088387"/>
                  </a:lnTo>
                  <a:lnTo>
                    <a:pt x="247258" y="2088387"/>
                  </a:lnTo>
                  <a:lnTo>
                    <a:pt x="244813" y="2088387"/>
                  </a:lnTo>
                  <a:lnTo>
                    <a:pt x="239491" y="2090832"/>
                  </a:lnTo>
                  <a:lnTo>
                    <a:pt x="237045" y="2090832"/>
                  </a:lnTo>
                  <a:lnTo>
                    <a:pt x="234456" y="2090832"/>
                  </a:lnTo>
                  <a:lnTo>
                    <a:pt x="232011" y="2090832"/>
                  </a:lnTo>
                  <a:lnTo>
                    <a:pt x="229566" y="2088387"/>
                  </a:lnTo>
                  <a:lnTo>
                    <a:pt x="226833" y="2085942"/>
                  </a:lnTo>
                  <a:lnTo>
                    <a:pt x="224388" y="2083353"/>
                  </a:lnTo>
                  <a:lnTo>
                    <a:pt x="221798" y="2083353"/>
                  </a:lnTo>
                  <a:lnTo>
                    <a:pt x="221798" y="2080620"/>
                  </a:lnTo>
                  <a:lnTo>
                    <a:pt x="219353" y="2080620"/>
                  </a:lnTo>
                  <a:lnTo>
                    <a:pt x="216620" y="2080620"/>
                  </a:lnTo>
                  <a:lnTo>
                    <a:pt x="216620" y="2078175"/>
                  </a:lnTo>
                  <a:lnTo>
                    <a:pt x="216620" y="2075729"/>
                  </a:lnTo>
                  <a:lnTo>
                    <a:pt x="214175" y="2073140"/>
                  </a:lnTo>
                  <a:lnTo>
                    <a:pt x="214175" y="2070407"/>
                  </a:lnTo>
                  <a:lnTo>
                    <a:pt x="211586" y="2070407"/>
                  </a:lnTo>
                  <a:lnTo>
                    <a:pt x="211586" y="2067962"/>
                  </a:lnTo>
                  <a:lnTo>
                    <a:pt x="209141" y="2070407"/>
                  </a:lnTo>
                  <a:lnTo>
                    <a:pt x="206408" y="2070407"/>
                  </a:lnTo>
                  <a:lnTo>
                    <a:pt x="203963" y="2073140"/>
                  </a:lnTo>
                  <a:lnTo>
                    <a:pt x="203963" y="2075729"/>
                  </a:lnTo>
                  <a:lnTo>
                    <a:pt x="201373" y="2075729"/>
                  </a:lnTo>
                  <a:lnTo>
                    <a:pt x="198928" y="2075729"/>
                  </a:lnTo>
                  <a:lnTo>
                    <a:pt x="196195" y="2073140"/>
                  </a:lnTo>
                  <a:lnTo>
                    <a:pt x="196195" y="2070407"/>
                  </a:lnTo>
                  <a:lnTo>
                    <a:pt x="198928" y="2067962"/>
                  </a:lnTo>
                  <a:lnTo>
                    <a:pt x="196195" y="2067962"/>
                  </a:lnTo>
                  <a:lnTo>
                    <a:pt x="193750" y="2067962"/>
                  </a:lnTo>
                  <a:lnTo>
                    <a:pt x="191161" y="2065517"/>
                  </a:lnTo>
                  <a:lnTo>
                    <a:pt x="188716" y="2067962"/>
                  </a:lnTo>
                  <a:lnTo>
                    <a:pt x="188716" y="2070407"/>
                  </a:lnTo>
                  <a:lnTo>
                    <a:pt x="188716" y="2073140"/>
                  </a:lnTo>
                  <a:lnTo>
                    <a:pt x="185983" y="2073140"/>
                  </a:lnTo>
                  <a:lnTo>
                    <a:pt x="183538" y="2073140"/>
                  </a:lnTo>
                  <a:lnTo>
                    <a:pt x="180948" y="2073140"/>
                  </a:lnTo>
                  <a:lnTo>
                    <a:pt x="178503" y="2070407"/>
                  </a:lnTo>
                  <a:lnTo>
                    <a:pt x="175770" y="2067962"/>
                  </a:lnTo>
                  <a:lnTo>
                    <a:pt x="173325" y="2065517"/>
                  </a:lnTo>
                  <a:lnTo>
                    <a:pt x="170736" y="2065517"/>
                  </a:lnTo>
                  <a:lnTo>
                    <a:pt x="168291" y="2067962"/>
                  </a:lnTo>
                  <a:lnTo>
                    <a:pt x="165558" y="2070407"/>
                  </a:lnTo>
                  <a:lnTo>
                    <a:pt x="163113" y="2070407"/>
                  </a:lnTo>
                  <a:lnTo>
                    <a:pt x="163113" y="2067962"/>
                  </a:lnTo>
                  <a:lnTo>
                    <a:pt x="160523" y="2065517"/>
                  </a:lnTo>
                  <a:lnTo>
                    <a:pt x="158078" y="2063071"/>
                  </a:lnTo>
                  <a:lnTo>
                    <a:pt x="155633" y="2065517"/>
                  </a:lnTo>
                  <a:lnTo>
                    <a:pt x="155633" y="2063071"/>
                  </a:lnTo>
                  <a:lnTo>
                    <a:pt x="152900" y="2063071"/>
                  </a:lnTo>
                  <a:lnTo>
                    <a:pt x="152900" y="2060339"/>
                  </a:lnTo>
                  <a:lnTo>
                    <a:pt x="155633" y="2057750"/>
                  </a:lnTo>
                  <a:lnTo>
                    <a:pt x="158078" y="2055304"/>
                  </a:lnTo>
                  <a:lnTo>
                    <a:pt x="155633" y="2055304"/>
                  </a:lnTo>
                  <a:lnTo>
                    <a:pt x="155633" y="2052859"/>
                  </a:lnTo>
                  <a:lnTo>
                    <a:pt x="158078" y="2050126"/>
                  </a:lnTo>
                  <a:lnTo>
                    <a:pt x="158078" y="2047537"/>
                  </a:lnTo>
                  <a:lnTo>
                    <a:pt x="158078" y="2045092"/>
                  </a:lnTo>
                  <a:lnTo>
                    <a:pt x="160523" y="2045092"/>
                  </a:lnTo>
                  <a:lnTo>
                    <a:pt x="160523" y="2039914"/>
                  </a:lnTo>
                  <a:lnTo>
                    <a:pt x="160523" y="2034879"/>
                  </a:lnTo>
                  <a:lnTo>
                    <a:pt x="160523" y="2032434"/>
                  </a:lnTo>
                  <a:lnTo>
                    <a:pt x="160523" y="2029701"/>
                  </a:lnTo>
                  <a:lnTo>
                    <a:pt x="158078" y="2029701"/>
                  </a:lnTo>
                  <a:lnTo>
                    <a:pt x="155633" y="2029701"/>
                  </a:lnTo>
                  <a:lnTo>
                    <a:pt x="152900" y="2029701"/>
                  </a:lnTo>
                  <a:lnTo>
                    <a:pt x="152900" y="2024667"/>
                  </a:lnTo>
                  <a:lnTo>
                    <a:pt x="155633" y="2024667"/>
                  </a:lnTo>
                  <a:lnTo>
                    <a:pt x="155633" y="2022221"/>
                  </a:lnTo>
                  <a:lnTo>
                    <a:pt x="158078" y="2022221"/>
                  </a:lnTo>
                  <a:lnTo>
                    <a:pt x="160523" y="2019489"/>
                  </a:lnTo>
                  <a:lnTo>
                    <a:pt x="163113" y="2016900"/>
                  </a:lnTo>
                  <a:lnTo>
                    <a:pt x="163113" y="2014454"/>
                  </a:lnTo>
                  <a:lnTo>
                    <a:pt x="165558" y="2012009"/>
                  </a:lnTo>
                  <a:lnTo>
                    <a:pt x="163113" y="2009276"/>
                  </a:lnTo>
                  <a:lnTo>
                    <a:pt x="165558" y="2006687"/>
                  </a:lnTo>
                  <a:lnTo>
                    <a:pt x="165558" y="2004242"/>
                  </a:lnTo>
                  <a:lnTo>
                    <a:pt x="165558" y="2001796"/>
                  </a:lnTo>
                  <a:lnTo>
                    <a:pt x="165558" y="1999064"/>
                  </a:lnTo>
                  <a:lnTo>
                    <a:pt x="165558" y="1996475"/>
                  </a:lnTo>
                  <a:lnTo>
                    <a:pt x="168291" y="1996475"/>
                  </a:lnTo>
                  <a:lnTo>
                    <a:pt x="168291" y="1994029"/>
                  </a:lnTo>
                  <a:lnTo>
                    <a:pt x="165558" y="1994029"/>
                  </a:lnTo>
                  <a:lnTo>
                    <a:pt x="165558" y="1991584"/>
                  </a:lnTo>
                  <a:lnTo>
                    <a:pt x="165558" y="1988995"/>
                  </a:lnTo>
                  <a:lnTo>
                    <a:pt x="165558" y="1986262"/>
                  </a:lnTo>
                  <a:lnTo>
                    <a:pt x="168291" y="1983817"/>
                  </a:lnTo>
                  <a:lnTo>
                    <a:pt x="168291" y="1981371"/>
                  </a:lnTo>
                  <a:lnTo>
                    <a:pt x="165558" y="1981371"/>
                  </a:lnTo>
                  <a:lnTo>
                    <a:pt x="163113" y="1981371"/>
                  </a:lnTo>
                  <a:lnTo>
                    <a:pt x="163113" y="1978783"/>
                  </a:lnTo>
                  <a:lnTo>
                    <a:pt x="163113" y="1976050"/>
                  </a:lnTo>
                  <a:lnTo>
                    <a:pt x="163113" y="1973604"/>
                  </a:lnTo>
                  <a:lnTo>
                    <a:pt x="160523" y="1973604"/>
                  </a:lnTo>
                  <a:lnTo>
                    <a:pt x="158078" y="1973604"/>
                  </a:lnTo>
                  <a:lnTo>
                    <a:pt x="155633" y="1973604"/>
                  </a:lnTo>
                  <a:lnTo>
                    <a:pt x="155633" y="1971159"/>
                  </a:lnTo>
                  <a:lnTo>
                    <a:pt x="152900" y="1971159"/>
                  </a:lnTo>
                  <a:lnTo>
                    <a:pt x="150311" y="1971159"/>
                  </a:lnTo>
                  <a:lnTo>
                    <a:pt x="147866" y="1968714"/>
                  </a:lnTo>
                  <a:lnTo>
                    <a:pt x="145420" y="1965981"/>
                  </a:lnTo>
                  <a:lnTo>
                    <a:pt x="142687" y="1963392"/>
                  </a:lnTo>
                  <a:lnTo>
                    <a:pt x="142687" y="1960946"/>
                  </a:lnTo>
                  <a:lnTo>
                    <a:pt x="142687" y="1958501"/>
                  </a:lnTo>
                  <a:lnTo>
                    <a:pt x="142687" y="1955768"/>
                  </a:lnTo>
                  <a:lnTo>
                    <a:pt x="140242" y="1955768"/>
                  </a:lnTo>
                  <a:lnTo>
                    <a:pt x="137653" y="1953179"/>
                  </a:lnTo>
                  <a:lnTo>
                    <a:pt x="137653" y="1950734"/>
                  </a:lnTo>
                  <a:lnTo>
                    <a:pt x="137653" y="1948289"/>
                  </a:lnTo>
                  <a:lnTo>
                    <a:pt x="135208" y="1945556"/>
                  </a:lnTo>
                  <a:lnTo>
                    <a:pt x="135208" y="1942967"/>
                  </a:lnTo>
                  <a:lnTo>
                    <a:pt x="132475" y="1942967"/>
                  </a:lnTo>
                  <a:lnTo>
                    <a:pt x="132475" y="1940521"/>
                  </a:lnTo>
                  <a:lnTo>
                    <a:pt x="132475" y="1938076"/>
                  </a:lnTo>
                  <a:lnTo>
                    <a:pt x="130030" y="1932754"/>
                  </a:lnTo>
                  <a:lnTo>
                    <a:pt x="132475" y="1932754"/>
                  </a:lnTo>
                  <a:lnTo>
                    <a:pt x="132475" y="1930309"/>
                  </a:lnTo>
                  <a:lnTo>
                    <a:pt x="135208" y="1927864"/>
                  </a:lnTo>
                  <a:lnTo>
                    <a:pt x="135208" y="1925131"/>
                  </a:lnTo>
                  <a:lnTo>
                    <a:pt x="135208" y="1922542"/>
                  </a:lnTo>
                  <a:lnTo>
                    <a:pt x="130030" y="1922542"/>
                  </a:lnTo>
                  <a:lnTo>
                    <a:pt x="130030" y="1920096"/>
                  </a:lnTo>
                  <a:lnTo>
                    <a:pt x="127441" y="1920096"/>
                  </a:lnTo>
                  <a:lnTo>
                    <a:pt x="127441" y="1917651"/>
                  </a:lnTo>
                  <a:lnTo>
                    <a:pt x="127441" y="1912329"/>
                  </a:lnTo>
                  <a:lnTo>
                    <a:pt x="127441" y="1909884"/>
                  </a:lnTo>
                  <a:lnTo>
                    <a:pt x="127441" y="1907439"/>
                  </a:lnTo>
                  <a:lnTo>
                    <a:pt x="127441" y="1904993"/>
                  </a:lnTo>
                  <a:lnTo>
                    <a:pt x="127441" y="1902260"/>
                  </a:lnTo>
                  <a:lnTo>
                    <a:pt x="124995" y="1902260"/>
                  </a:lnTo>
                  <a:lnTo>
                    <a:pt x="124995" y="1899671"/>
                  </a:lnTo>
                  <a:lnTo>
                    <a:pt x="124995" y="1897226"/>
                  </a:lnTo>
                  <a:lnTo>
                    <a:pt x="124995" y="1894637"/>
                  </a:lnTo>
                  <a:lnTo>
                    <a:pt x="124995" y="1891904"/>
                  </a:lnTo>
                  <a:lnTo>
                    <a:pt x="124995" y="1889459"/>
                  </a:lnTo>
                  <a:lnTo>
                    <a:pt x="122262" y="1889459"/>
                  </a:lnTo>
                  <a:lnTo>
                    <a:pt x="122262" y="1887014"/>
                  </a:lnTo>
                  <a:lnTo>
                    <a:pt x="122262" y="1884568"/>
                  </a:lnTo>
                  <a:lnTo>
                    <a:pt x="119817" y="1881692"/>
                  </a:lnTo>
                  <a:lnTo>
                    <a:pt x="117228" y="1881692"/>
                  </a:lnTo>
                  <a:lnTo>
                    <a:pt x="117228" y="1879246"/>
                  </a:lnTo>
                  <a:lnTo>
                    <a:pt x="114783" y="1879246"/>
                  </a:lnTo>
                  <a:lnTo>
                    <a:pt x="112050" y="1881692"/>
                  </a:lnTo>
                  <a:lnTo>
                    <a:pt x="109605" y="1884568"/>
                  </a:lnTo>
                  <a:lnTo>
                    <a:pt x="107016" y="1887014"/>
                  </a:lnTo>
                  <a:lnTo>
                    <a:pt x="104570" y="1884568"/>
                  </a:lnTo>
                  <a:lnTo>
                    <a:pt x="104570" y="1881692"/>
                  </a:lnTo>
                  <a:lnTo>
                    <a:pt x="104570" y="1879246"/>
                  </a:lnTo>
                  <a:lnTo>
                    <a:pt x="104570" y="1876801"/>
                  </a:lnTo>
                  <a:lnTo>
                    <a:pt x="101837" y="1876801"/>
                  </a:lnTo>
                  <a:lnTo>
                    <a:pt x="99392" y="1876801"/>
                  </a:lnTo>
                  <a:lnTo>
                    <a:pt x="99392" y="1874356"/>
                  </a:lnTo>
                  <a:lnTo>
                    <a:pt x="96803" y="1874356"/>
                  </a:lnTo>
                  <a:lnTo>
                    <a:pt x="96803" y="1871623"/>
                  </a:lnTo>
                  <a:lnTo>
                    <a:pt x="94358" y="1871623"/>
                  </a:lnTo>
                  <a:lnTo>
                    <a:pt x="94358" y="1874356"/>
                  </a:lnTo>
                  <a:lnTo>
                    <a:pt x="89180" y="1871623"/>
                  </a:lnTo>
                  <a:lnTo>
                    <a:pt x="89180" y="1869034"/>
                  </a:lnTo>
                  <a:lnTo>
                    <a:pt x="89180" y="1866589"/>
                  </a:lnTo>
                  <a:lnTo>
                    <a:pt x="86591" y="1866589"/>
                  </a:lnTo>
                  <a:lnTo>
                    <a:pt x="86591" y="1864143"/>
                  </a:lnTo>
                  <a:lnTo>
                    <a:pt x="89180" y="1864143"/>
                  </a:lnTo>
                  <a:lnTo>
                    <a:pt x="91625" y="1861410"/>
                  </a:lnTo>
                  <a:lnTo>
                    <a:pt x="91625" y="1858821"/>
                  </a:lnTo>
                  <a:lnTo>
                    <a:pt x="91625" y="1856376"/>
                  </a:lnTo>
                  <a:lnTo>
                    <a:pt x="89180" y="1853931"/>
                  </a:lnTo>
                  <a:lnTo>
                    <a:pt x="89180" y="1851198"/>
                  </a:lnTo>
                  <a:lnTo>
                    <a:pt x="91625" y="1851198"/>
                  </a:lnTo>
                  <a:lnTo>
                    <a:pt x="91625" y="1848609"/>
                  </a:lnTo>
                  <a:lnTo>
                    <a:pt x="91625" y="1846164"/>
                  </a:lnTo>
                  <a:lnTo>
                    <a:pt x="94358" y="1843718"/>
                  </a:lnTo>
                  <a:lnTo>
                    <a:pt x="96803" y="1843718"/>
                  </a:lnTo>
                  <a:lnTo>
                    <a:pt x="99392" y="1840985"/>
                  </a:lnTo>
                  <a:lnTo>
                    <a:pt x="96803" y="1840985"/>
                  </a:lnTo>
                  <a:lnTo>
                    <a:pt x="96803" y="1838396"/>
                  </a:lnTo>
                  <a:lnTo>
                    <a:pt x="94358" y="1838396"/>
                  </a:lnTo>
                  <a:lnTo>
                    <a:pt x="94358" y="1835951"/>
                  </a:lnTo>
                  <a:lnTo>
                    <a:pt x="99392" y="1835951"/>
                  </a:lnTo>
                  <a:lnTo>
                    <a:pt x="99392" y="1833506"/>
                  </a:lnTo>
                  <a:lnTo>
                    <a:pt x="101837" y="1833506"/>
                  </a:lnTo>
                  <a:lnTo>
                    <a:pt x="104570" y="1830773"/>
                  </a:lnTo>
                  <a:lnTo>
                    <a:pt x="104570" y="1828184"/>
                  </a:lnTo>
                  <a:lnTo>
                    <a:pt x="104570" y="1825738"/>
                  </a:lnTo>
                  <a:lnTo>
                    <a:pt x="101837" y="1825738"/>
                  </a:lnTo>
                  <a:lnTo>
                    <a:pt x="101837" y="1823293"/>
                  </a:lnTo>
                  <a:lnTo>
                    <a:pt x="99392" y="1823293"/>
                  </a:lnTo>
                  <a:lnTo>
                    <a:pt x="99392" y="1820848"/>
                  </a:lnTo>
                  <a:lnTo>
                    <a:pt x="99392" y="1818115"/>
                  </a:lnTo>
                  <a:lnTo>
                    <a:pt x="96803" y="1815526"/>
                  </a:lnTo>
                  <a:lnTo>
                    <a:pt x="96803" y="1813081"/>
                  </a:lnTo>
                  <a:lnTo>
                    <a:pt x="94358" y="1813081"/>
                  </a:lnTo>
                  <a:lnTo>
                    <a:pt x="94358" y="1810636"/>
                  </a:lnTo>
                  <a:lnTo>
                    <a:pt x="96803" y="1807903"/>
                  </a:lnTo>
                  <a:lnTo>
                    <a:pt x="94358" y="1805313"/>
                  </a:lnTo>
                  <a:lnTo>
                    <a:pt x="96803" y="1802868"/>
                  </a:lnTo>
                  <a:lnTo>
                    <a:pt x="94358" y="1802868"/>
                  </a:lnTo>
                  <a:lnTo>
                    <a:pt x="94358" y="1800423"/>
                  </a:lnTo>
                  <a:lnTo>
                    <a:pt x="94358" y="1797546"/>
                  </a:lnTo>
                  <a:lnTo>
                    <a:pt x="94358" y="1792656"/>
                  </a:lnTo>
                  <a:lnTo>
                    <a:pt x="94358" y="1790211"/>
                  </a:lnTo>
                  <a:lnTo>
                    <a:pt x="94358" y="1787478"/>
                  </a:lnTo>
                  <a:lnTo>
                    <a:pt x="94358" y="1784888"/>
                  </a:lnTo>
                  <a:lnTo>
                    <a:pt x="94358" y="1782443"/>
                  </a:lnTo>
                  <a:lnTo>
                    <a:pt x="91625" y="1779998"/>
                  </a:lnTo>
                  <a:lnTo>
                    <a:pt x="91625" y="1777265"/>
                  </a:lnTo>
                  <a:lnTo>
                    <a:pt x="94358" y="1774676"/>
                  </a:lnTo>
                  <a:lnTo>
                    <a:pt x="96803" y="1777265"/>
                  </a:lnTo>
                  <a:lnTo>
                    <a:pt x="96803" y="1774676"/>
                  </a:lnTo>
                  <a:lnTo>
                    <a:pt x="96803" y="1772231"/>
                  </a:lnTo>
                  <a:lnTo>
                    <a:pt x="99392" y="1769785"/>
                  </a:lnTo>
                  <a:lnTo>
                    <a:pt x="101837" y="1769785"/>
                  </a:lnTo>
                  <a:lnTo>
                    <a:pt x="104570" y="1764463"/>
                  </a:lnTo>
                  <a:lnTo>
                    <a:pt x="107016" y="1762018"/>
                  </a:lnTo>
                  <a:lnTo>
                    <a:pt x="107016" y="1759573"/>
                  </a:lnTo>
                  <a:lnTo>
                    <a:pt x="109605" y="1759573"/>
                  </a:lnTo>
                  <a:lnTo>
                    <a:pt x="109605" y="1756840"/>
                  </a:lnTo>
                  <a:lnTo>
                    <a:pt x="107016" y="1756840"/>
                  </a:lnTo>
                  <a:lnTo>
                    <a:pt x="104570" y="1756840"/>
                  </a:lnTo>
                  <a:lnTo>
                    <a:pt x="101837" y="1754251"/>
                  </a:lnTo>
                  <a:lnTo>
                    <a:pt x="101837" y="1751806"/>
                  </a:lnTo>
                  <a:lnTo>
                    <a:pt x="99392" y="1751806"/>
                  </a:lnTo>
                  <a:lnTo>
                    <a:pt x="99392" y="1749360"/>
                  </a:lnTo>
                  <a:lnTo>
                    <a:pt x="99392" y="1746627"/>
                  </a:lnTo>
                  <a:lnTo>
                    <a:pt x="99392" y="1744038"/>
                  </a:lnTo>
                  <a:lnTo>
                    <a:pt x="99392" y="1741593"/>
                  </a:lnTo>
                  <a:lnTo>
                    <a:pt x="99392" y="1739148"/>
                  </a:lnTo>
                  <a:lnTo>
                    <a:pt x="99392" y="1736415"/>
                  </a:lnTo>
                  <a:lnTo>
                    <a:pt x="96803" y="1736415"/>
                  </a:lnTo>
                  <a:lnTo>
                    <a:pt x="96803" y="1733826"/>
                  </a:lnTo>
                  <a:lnTo>
                    <a:pt x="96803" y="1731381"/>
                  </a:lnTo>
                  <a:lnTo>
                    <a:pt x="96803" y="1728935"/>
                  </a:lnTo>
                  <a:lnTo>
                    <a:pt x="94358" y="1728935"/>
                  </a:lnTo>
                  <a:lnTo>
                    <a:pt x="94358" y="1726490"/>
                  </a:lnTo>
                  <a:lnTo>
                    <a:pt x="91625" y="1726490"/>
                  </a:lnTo>
                  <a:lnTo>
                    <a:pt x="91625" y="1723757"/>
                  </a:lnTo>
                  <a:lnTo>
                    <a:pt x="91625" y="1721168"/>
                  </a:lnTo>
                  <a:lnTo>
                    <a:pt x="94358" y="1721168"/>
                  </a:lnTo>
                  <a:lnTo>
                    <a:pt x="96803" y="1721168"/>
                  </a:lnTo>
                  <a:lnTo>
                    <a:pt x="99392" y="1718723"/>
                  </a:lnTo>
                  <a:lnTo>
                    <a:pt x="99392" y="1721168"/>
                  </a:lnTo>
                  <a:lnTo>
                    <a:pt x="101837" y="1721168"/>
                  </a:lnTo>
                  <a:lnTo>
                    <a:pt x="104570" y="1721168"/>
                  </a:lnTo>
                  <a:lnTo>
                    <a:pt x="109605" y="1718723"/>
                  </a:lnTo>
                  <a:lnTo>
                    <a:pt x="109605" y="1716278"/>
                  </a:lnTo>
                  <a:lnTo>
                    <a:pt x="109605" y="1713545"/>
                  </a:lnTo>
                  <a:lnTo>
                    <a:pt x="112050" y="1710956"/>
                  </a:lnTo>
                  <a:lnTo>
                    <a:pt x="112050" y="1708510"/>
                  </a:lnTo>
                  <a:lnTo>
                    <a:pt x="114783" y="1708510"/>
                  </a:lnTo>
                  <a:lnTo>
                    <a:pt x="114783" y="1710956"/>
                  </a:lnTo>
                  <a:lnTo>
                    <a:pt x="117228" y="1710956"/>
                  </a:lnTo>
                  <a:lnTo>
                    <a:pt x="117228" y="1708510"/>
                  </a:lnTo>
                  <a:lnTo>
                    <a:pt x="117228" y="1706065"/>
                  </a:lnTo>
                  <a:lnTo>
                    <a:pt x="117228" y="1703332"/>
                  </a:lnTo>
                  <a:lnTo>
                    <a:pt x="117228" y="1700743"/>
                  </a:lnTo>
                  <a:lnTo>
                    <a:pt x="117228" y="1698298"/>
                  </a:lnTo>
                  <a:lnTo>
                    <a:pt x="114783" y="1698298"/>
                  </a:lnTo>
                  <a:lnTo>
                    <a:pt x="114783" y="1695853"/>
                  </a:lnTo>
                  <a:lnTo>
                    <a:pt x="114783" y="1693120"/>
                  </a:lnTo>
                  <a:lnTo>
                    <a:pt x="117228" y="1693120"/>
                  </a:lnTo>
                  <a:lnTo>
                    <a:pt x="114783" y="1690531"/>
                  </a:lnTo>
                  <a:lnTo>
                    <a:pt x="114783" y="1688085"/>
                  </a:lnTo>
                  <a:lnTo>
                    <a:pt x="112050" y="1688085"/>
                  </a:lnTo>
                  <a:lnTo>
                    <a:pt x="109605" y="1688085"/>
                  </a:lnTo>
                  <a:lnTo>
                    <a:pt x="109605" y="1685640"/>
                  </a:lnTo>
                  <a:lnTo>
                    <a:pt x="112050" y="1682907"/>
                  </a:lnTo>
                  <a:lnTo>
                    <a:pt x="112050" y="1680318"/>
                  </a:lnTo>
                  <a:lnTo>
                    <a:pt x="112050" y="1677873"/>
                  </a:lnTo>
                  <a:lnTo>
                    <a:pt x="109605" y="1680318"/>
                  </a:lnTo>
                  <a:lnTo>
                    <a:pt x="104570" y="1680318"/>
                  </a:lnTo>
                  <a:lnTo>
                    <a:pt x="101837" y="1680318"/>
                  </a:lnTo>
                  <a:lnTo>
                    <a:pt x="101837" y="1677873"/>
                  </a:lnTo>
                  <a:lnTo>
                    <a:pt x="101837" y="1675428"/>
                  </a:lnTo>
                  <a:lnTo>
                    <a:pt x="101837" y="1672695"/>
                  </a:lnTo>
                  <a:lnTo>
                    <a:pt x="104570" y="1672695"/>
                  </a:lnTo>
                  <a:lnTo>
                    <a:pt x="107016" y="1672695"/>
                  </a:lnTo>
                  <a:lnTo>
                    <a:pt x="109605" y="1670106"/>
                  </a:lnTo>
                  <a:lnTo>
                    <a:pt x="114783" y="1672695"/>
                  </a:lnTo>
                  <a:lnTo>
                    <a:pt x="114783" y="1670106"/>
                  </a:lnTo>
                  <a:lnTo>
                    <a:pt x="117228" y="1667660"/>
                  </a:lnTo>
                  <a:lnTo>
                    <a:pt x="114783" y="1665215"/>
                  </a:lnTo>
                  <a:lnTo>
                    <a:pt x="117228" y="1665215"/>
                  </a:lnTo>
                  <a:lnTo>
                    <a:pt x="117228" y="1662482"/>
                  </a:lnTo>
                  <a:lnTo>
                    <a:pt x="119817" y="1662482"/>
                  </a:lnTo>
                  <a:lnTo>
                    <a:pt x="117228" y="1659893"/>
                  </a:lnTo>
                  <a:lnTo>
                    <a:pt x="114783" y="1659893"/>
                  </a:lnTo>
                  <a:lnTo>
                    <a:pt x="114783" y="1657448"/>
                  </a:lnTo>
                  <a:lnTo>
                    <a:pt x="112050" y="1657448"/>
                  </a:lnTo>
                  <a:lnTo>
                    <a:pt x="112050" y="1659893"/>
                  </a:lnTo>
                  <a:lnTo>
                    <a:pt x="109605" y="1659893"/>
                  </a:lnTo>
                  <a:lnTo>
                    <a:pt x="107016" y="1659893"/>
                  </a:lnTo>
                  <a:lnTo>
                    <a:pt x="107016" y="1655003"/>
                  </a:lnTo>
                  <a:lnTo>
                    <a:pt x="104570" y="1655003"/>
                  </a:lnTo>
                  <a:lnTo>
                    <a:pt x="104570" y="1652270"/>
                  </a:lnTo>
                  <a:lnTo>
                    <a:pt x="104570" y="1649681"/>
                  </a:lnTo>
                  <a:lnTo>
                    <a:pt x="104570" y="1647235"/>
                  </a:lnTo>
                  <a:lnTo>
                    <a:pt x="101837" y="1644790"/>
                  </a:lnTo>
                  <a:lnTo>
                    <a:pt x="99392" y="1644790"/>
                  </a:lnTo>
                  <a:lnTo>
                    <a:pt x="99392" y="1639612"/>
                  </a:lnTo>
                  <a:lnTo>
                    <a:pt x="94358" y="1639612"/>
                  </a:lnTo>
                  <a:lnTo>
                    <a:pt x="94358" y="1637023"/>
                  </a:lnTo>
                  <a:lnTo>
                    <a:pt x="94358" y="1634578"/>
                  </a:lnTo>
                  <a:lnTo>
                    <a:pt x="91625" y="1634578"/>
                  </a:lnTo>
                  <a:lnTo>
                    <a:pt x="94358" y="1632132"/>
                  </a:lnTo>
                  <a:lnTo>
                    <a:pt x="94358" y="1629399"/>
                  </a:lnTo>
                  <a:lnTo>
                    <a:pt x="96803" y="1629399"/>
                  </a:lnTo>
                  <a:lnTo>
                    <a:pt x="96803" y="1626810"/>
                  </a:lnTo>
                  <a:lnTo>
                    <a:pt x="94358" y="1626810"/>
                  </a:lnTo>
                  <a:lnTo>
                    <a:pt x="91625" y="1626810"/>
                  </a:lnTo>
                  <a:lnTo>
                    <a:pt x="91625" y="1619187"/>
                  </a:lnTo>
                  <a:lnTo>
                    <a:pt x="91625" y="1614153"/>
                  </a:lnTo>
                  <a:lnTo>
                    <a:pt x="91625" y="1611707"/>
                  </a:lnTo>
                  <a:lnTo>
                    <a:pt x="94358" y="1611707"/>
                  </a:lnTo>
                  <a:lnTo>
                    <a:pt x="96803" y="1611707"/>
                  </a:lnTo>
                  <a:lnTo>
                    <a:pt x="96803" y="1608974"/>
                  </a:lnTo>
                  <a:lnTo>
                    <a:pt x="94358" y="1606385"/>
                  </a:lnTo>
                  <a:lnTo>
                    <a:pt x="96803" y="1603940"/>
                  </a:lnTo>
                  <a:lnTo>
                    <a:pt x="94358" y="1598762"/>
                  </a:lnTo>
                  <a:lnTo>
                    <a:pt x="91625" y="1596173"/>
                  </a:lnTo>
                  <a:lnTo>
                    <a:pt x="91625" y="1593728"/>
                  </a:lnTo>
                  <a:lnTo>
                    <a:pt x="96803" y="1593728"/>
                  </a:lnTo>
                  <a:lnTo>
                    <a:pt x="94358" y="1588549"/>
                  </a:lnTo>
                  <a:lnTo>
                    <a:pt x="96803" y="1585960"/>
                  </a:lnTo>
                  <a:lnTo>
                    <a:pt x="94358" y="1583515"/>
                  </a:lnTo>
                  <a:lnTo>
                    <a:pt x="94358" y="1578337"/>
                  </a:lnTo>
                  <a:lnTo>
                    <a:pt x="91625" y="1575748"/>
                  </a:lnTo>
                  <a:lnTo>
                    <a:pt x="91625" y="1573303"/>
                  </a:lnTo>
                  <a:lnTo>
                    <a:pt x="89180" y="1570857"/>
                  </a:lnTo>
                  <a:lnTo>
                    <a:pt x="86591" y="1570857"/>
                  </a:lnTo>
                  <a:lnTo>
                    <a:pt x="84145" y="1570857"/>
                  </a:lnTo>
                  <a:lnTo>
                    <a:pt x="81700" y="1570857"/>
                  </a:lnTo>
                  <a:lnTo>
                    <a:pt x="81700" y="1573303"/>
                  </a:lnTo>
                  <a:lnTo>
                    <a:pt x="78967" y="1573303"/>
                  </a:lnTo>
                  <a:lnTo>
                    <a:pt x="76378" y="1573303"/>
                  </a:lnTo>
                  <a:lnTo>
                    <a:pt x="73933" y="1573303"/>
                  </a:lnTo>
                  <a:lnTo>
                    <a:pt x="71488" y="1575748"/>
                  </a:lnTo>
                  <a:lnTo>
                    <a:pt x="68755" y="1575748"/>
                  </a:lnTo>
                  <a:lnTo>
                    <a:pt x="68755" y="1573303"/>
                  </a:lnTo>
                  <a:lnTo>
                    <a:pt x="68755" y="1570857"/>
                  </a:lnTo>
                  <a:lnTo>
                    <a:pt x="66309" y="1570857"/>
                  </a:lnTo>
                  <a:lnTo>
                    <a:pt x="63720" y="1568124"/>
                  </a:lnTo>
                  <a:lnTo>
                    <a:pt x="61275" y="1570857"/>
                  </a:lnTo>
                  <a:lnTo>
                    <a:pt x="61275" y="1568124"/>
                  </a:lnTo>
                  <a:lnTo>
                    <a:pt x="61275" y="1565535"/>
                  </a:lnTo>
                  <a:lnTo>
                    <a:pt x="63720" y="1565535"/>
                  </a:lnTo>
                  <a:lnTo>
                    <a:pt x="63720" y="1563090"/>
                  </a:lnTo>
                  <a:lnTo>
                    <a:pt x="66309" y="1563090"/>
                  </a:lnTo>
                  <a:lnTo>
                    <a:pt x="68755" y="1560645"/>
                  </a:lnTo>
                  <a:lnTo>
                    <a:pt x="71488" y="1560645"/>
                  </a:lnTo>
                  <a:lnTo>
                    <a:pt x="73933" y="1560645"/>
                  </a:lnTo>
                  <a:lnTo>
                    <a:pt x="73933" y="1558056"/>
                  </a:lnTo>
                  <a:lnTo>
                    <a:pt x="73933" y="1555323"/>
                  </a:lnTo>
                  <a:lnTo>
                    <a:pt x="73933" y="1552878"/>
                  </a:lnTo>
                  <a:lnTo>
                    <a:pt x="68755" y="1552878"/>
                  </a:lnTo>
                  <a:lnTo>
                    <a:pt x="68755" y="1550432"/>
                  </a:lnTo>
                  <a:lnTo>
                    <a:pt x="66309" y="1545254"/>
                  </a:lnTo>
                  <a:lnTo>
                    <a:pt x="66309" y="1542665"/>
                  </a:lnTo>
                  <a:lnTo>
                    <a:pt x="66309" y="1537774"/>
                  </a:lnTo>
                  <a:lnTo>
                    <a:pt x="66309" y="1535042"/>
                  </a:lnTo>
                  <a:lnTo>
                    <a:pt x="66309" y="1530007"/>
                  </a:lnTo>
                  <a:lnTo>
                    <a:pt x="63720" y="1527562"/>
                  </a:lnTo>
                  <a:lnTo>
                    <a:pt x="61275" y="1524829"/>
                  </a:lnTo>
                  <a:lnTo>
                    <a:pt x="61275" y="1519795"/>
                  </a:lnTo>
                  <a:lnTo>
                    <a:pt x="58542" y="1517349"/>
                  </a:lnTo>
                  <a:lnTo>
                    <a:pt x="56097" y="1514617"/>
                  </a:lnTo>
                  <a:lnTo>
                    <a:pt x="56097" y="1512027"/>
                  </a:lnTo>
                  <a:lnTo>
                    <a:pt x="53508" y="1512027"/>
                  </a:lnTo>
                  <a:lnTo>
                    <a:pt x="51063" y="1509582"/>
                  </a:lnTo>
                  <a:lnTo>
                    <a:pt x="48330" y="1509582"/>
                  </a:lnTo>
                  <a:lnTo>
                    <a:pt x="45884" y="1509582"/>
                  </a:lnTo>
                  <a:lnTo>
                    <a:pt x="45884" y="1507137"/>
                  </a:lnTo>
                  <a:lnTo>
                    <a:pt x="45884" y="1504404"/>
                  </a:lnTo>
                  <a:lnTo>
                    <a:pt x="45884" y="1501815"/>
                  </a:lnTo>
                  <a:lnTo>
                    <a:pt x="48330" y="1501815"/>
                  </a:lnTo>
                  <a:lnTo>
                    <a:pt x="51063" y="1501815"/>
                  </a:lnTo>
                  <a:lnTo>
                    <a:pt x="53508" y="1501815"/>
                  </a:lnTo>
                  <a:lnTo>
                    <a:pt x="53508" y="1499370"/>
                  </a:lnTo>
                  <a:lnTo>
                    <a:pt x="56097" y="1499370"/>
                  </a:lnTo>
                  <a:lnTo>
                    <a:pt x="56097" y="1496924"/>
                  </a:lnTo>
                  <a:lnTo>
                    <a:pt x="56097" y="1494192"/>
                  </a:lnTo>
                  <a:lnTo>
                    <a:pt x="58542" y="1491602"/>
                  </a:lnTo>
                  <a:lnTo>
                    <a:pt x="58542" y="1489157"/>
                  </a:lnTo>
                  <a:lnTo>
                    <a:pt x="61275" y="1489157"/>
                  </a:lnTo>
                  <a:lnTo>
                    <a:pt x="63720" y="1489157"/>
                  </a:lnTo>
                  <a:lnTo>
                    <a:pt x="63720" y="1486712"/>
                  </a:lnTo>
                  <a:lnTo>
                    <a:pt x="66309" y="1486712"/>
                  </a:lnTo>
                  <a:lnTo>
                    <a:pt x="68755" y="1486712"/>
                  </a:lnTo>
                  <a:lnTo>
                    <a:pt x="68755" y="1483979"/>
                  </a:lnTo>
                  <a:lnTo>
                    <a:pt x="71488" y="1483979"/>
                  </a:lnTo>
                  <a:lnTo>
                    <a:pt x="71488" y="1481534"/>
                  </a:lnTo>
                  <a:lnTo>
                    <a:pt x="68755" y="1481534"/>
                  </a:lnTo>
                  <a:lnTo>
                    <a:pt x="66309" y="1478945"/>
                  </a:lnTo>
                  <a:lnTo>
                    <a:pt x="63720" y="1476499"/>
                  </a:lnTo>
                  <a:lnTo>
                    <a:pt x="61275" y="1476499"/>
                  </a:lnTo>
                  <a:lnTo>
                    <a:pt x="63720" y="1471177"/>
                  </a:lnTo>
                  <a:lnTo>
                    <a:pt x="66309" y="1468732"/>
                  </a:lnTo>
                  <a:lnTo>
                    <a:pt x="68755" y="1466287"/>
                  </a:lnTo>
                  <a:lnTo>
                    <a:pt x="66309" y="1466287"/>
                  </a:lnTo>
                  <a:lnTo>
                    <a:pt x="63720" y="1468732"/>
                  </a:lnTo>
                  <a:lnTo>
                    <a:pt x="61275" y="1468732"/>
                  </a:lnTo>
                  <a:lnTo>
                    <a:pt x="58542" y="1468732"/>
                  </a:lnTo>
                  <a:lnTo>
                    <a:pt x="58542" y="1466287"/>
                  </a:lnTo>
                  <a:lnTo>
                    <a:pt x="56097" y="1463842"/>
                  </a:lnTo>
                  <a:lnTo>
                    <a:pt x="56097" y="1460965"/>
                  </a:lnTo>
                  <a:lnTo>
                    <a:pt x="56097" y="1458520"/>
                  </a:lnTo>
                  <a:lnTo>
                    <a:pt x="58542" y="1460965"/>
                  </a:lnTo>
                  <a:lnTo>
                    <a:pt x="61275" y="1460965"/>
                  </a:lnTo>
                  <a:lnTo>
                    <a:pt x="58542" y="1456074"/>
                  </a:lnTo>
                  <a:lnTo>
                    <a:pt x="63720" y="1453629"/>
                  </a:lnTo>
                  <a:lnTo>
                    <a:pt x="66309" y="1453629"/>
                  </a:lnTo>
                  <a:lnTo>
                    <a:pt x="68755" y="1453629"/>
                  </a:lnTo>
                  <a:lnTo>
                    <a:pt x="71488" y="1453629"/>
                  </a:lnTo>
                  <a:lnTo>
                    <a:pt x="71488" y="1450896"/>
                  </a:lnTo>
                  <a:lnTo>
                    <a:pt x="73933" y="1450896"/>
                  </a:lnTo>
                  <a:lnTo>
                    <a:pt x="76378" y="1445862"/>
                  </a:lnTo>
                  <a:lnTo>
                    <a:pt x="81700" y="1445862"/>
                  </a:lnTo>
                  <a:lnTo>
                    <a:pt x="84145" y="1445862"/>
                  </a:lnTo>
                  <a:lnTo>
                    <a:pt x="84145" y="1443417"/>
                  </a:lnTo>
                  <a:lnTo>
                    <a:pt x="86591" y="1443417"/>
                  </a:lnTo>
                  <a:lnTo>
                    <a:pt x="89180" y="1440684"/>
                  </a:lnTo>
                  <a:lnTo>
                    <a:pt x="91625" y="1440684"/>
                  </a:lnTo>
                  <a:lnTo>
                    <a:pt x="94358" y="1438094"/>
                  </a:lnTo>
                  <a:lnTo>
                    <a:pt x="94358" y="1435649"/>
                  </a:lnTo>
                  <a:lnTo>
                    <a:pt x="96803" y="1433204"/>
                  </a:lnTo>
                  <a:lnTo>
                    <a:pt x="99392" y="1430471"/>
                  </a:lnTo>
                  <a:lnTo>
                    <a:pt x="101837" y="1430471"/>
                  </a:lnTo>
                  <a:lnTo>
                    <a:pt x="101837" y="1427882"/>
                  </a:lnTo>
                  <a:lnTo>
                    <a:pt x="104570" y="1427882"/>
                  </a:lnTo>
                  <a:lnTo>
                    <a:pt x="104570" y="1425437"/>
                  </a:lnTo>
                  <a:lnTo>
                    <a:pt x="104570" y="1422991"/>
                  </a:lnTo>
                  <a:lnTo>
                    <a:pt x="104570" y="1420259"/>
                  </a:lnTo>
                  <a:lnTo>
                    <a:pt x="104570" y="1417669"/>
                  </a:lnTo>
                  <a:lnTo>
                    <a:pt x="101837" y="1415224"/>
                  </a:lnTo>
                  <a:lnTo>
                    <a:pt x="104570" y="1412779"/>
                  </a:lnTo>
                  <a:lnTo>
                    <a:pt x="104570" y="1410046"/>
                  </a:lnTo>
                  <a:lnTo>
                    <a:pt x="104570" y="1407457"/>
                  </a:lnTo>
                  <a:lnTo>
                    <a:pt x="101837" y="1407457"/>
                  </a:lnTo>
                  <a:lnTo>
                    <a:pt x="101837" y="1405012"/>
                  </a:lnTo>
                  <a:lnTo>
                    <a:pt x="101837" y="1402566"/>
                  </a:lnTo>
                  <a:lnTo>
                    <a:pt x="101837" y="1399834"/>
                  </a:lnTo>
                  <a:lnTo>
                    <a:pt x="99392" y="1397388"/>
                  </a:lnTo>
                  <a:lnTo>
                    <a:pt x="99392" y="1394799"/>
                  </a:lnTo>
                  <a:lnTo>
                    <a:pt x="96803" y="1392354"/>
                  </a:lnTo>
                  <a:lnTo>
                    <a:pt x="96803" y="1389621"/>
                  </a:lnTo>
                  <a:lnTo>
                    <a:pt x="99392" y="1387176"/>
                  </a:lnTo>
                  <a:lnTo>
                    <a:pt x="101837" y="1387176"/>
                  </a:lnTo>
                  <a:lnTo>
                    <a:pt x="101837" y="1384587"/>
                  </a:lnTo>
                  <a:lnTo>
                    <a:pt x="104570" y="1384587"/>
                  </a:lnTo>
                  <a:lnTo>
                    <a:pt x="107016" y="1384587"/>
                  </a:lnTo>
                  <a:lnTo>
                    <a:pt x="109605" y="1384587"/>
                  </a:lnTo>
                  <a:lnTo>
                    <a:pt x="112050" y="1384587"/>
                  </a:lnTo>
                  <a:lnTo>
                    <a:pt x="114783" y="1382141"/>
                  </a:lnTo>
                  <a:lnTo>
                    <a:pt x="114783" y="1379696"/>
                  </a:lnTo>
                  <a:lnTo>
                    <a:pt x="112050" y="1379696"/>
                  </a:lnTo>
                  <a:lnTo>
                    <a:pt x="109605" y="1379696"/>
                  </a:lnTo>
                  <a:lnTo>
                    <a:pt x="107016" y="1379696"/>
                  </a:lnTo>
                  <a:lnTo>
                    <a:pt x="107016" y="1376819"/>
                  </a:lnTo>
                  <a:lnTo>
                    <a:pt x="107016" y="1374374"/>
                  </a:lnTo>
                  <a:lnTo>
                    <a:pt x="107016" y="1371929"/>
                  </a:lnTo>
                  <a:lnTo>
                    <a:pt x="104570" y="1371929"/>
                  </a:lnTo>
                  <a:lnTo>
                    <a:pt x="101837" y="1371929"/>
                  </a:lnTo>
                  <a:lnTo>
                    <a:pt x="99392" y="1371929"/>
                  </a:lnTo>
                  <a:lnTo>
                    <a:pt x="99392" y="1374374"/>
                  </a:lnTo>
                  <a:lnTo>
                    <a:pt x="96803" y="1374374"/>
                  </a:lnTo>
                  <a:lnTo>
                    <a:pt x="94358" y="1374374"/>
                  </a:lnTo>
                  <a:lnTo>
                    <a:pt x="91625" y="1374374"/>
                  </a:lnTo>
                  <a:lnTo>
                    <a:pt x="91625" y="1376819"/>
                  </a:lnTo>
                  <a:lnTo>
                    <a:pt x="91625" y="1379696"/>
                  </a:lnTo>
                  <a:lnTo>
                    <a:pt x="89180" y="1379696"/>
                  </a:lnTo>
                  <a:lnTo>
                    <a:pt x="86591" y="1379696"/>
                  </a:lnTo>
                  <a:lnTo>
                    <a:pt x="84145" y="1379696"/>
                  </a:lnTo>
                  <a:lnTo>
                    <a:pt x="84145" y="1376819"/>
                  </a:lnTo>
                  <a:lnTo>
                    <a:pt x="81700" y="1376819"/>
                  </a:lnTo>
                  <a:lnTo>
                    <a:pt x="81700" y="1374374"/>
                  </a:lnTo>
                  <a:lnTo>
                    <a:pt x="86591" y="1371929"/>
                  </a:lnTo>
                  <a:lnTo>
                    <a:pt x="89180" y="1369484"/>
                  </a:lnTo>
                  <a:lnTo>
                    <a:pt x="89180" y="1366751"/>
                  </a:lnTo>
                  <a:lnTo>
                    <a:pt x="91625" y="1366751"/>
                  </a:lnTo>
                  <a:lnTo>
                    <a:pt x="91625" y="1364162"/>
                  </a:lnTo>
                  <a:lnTo>
                    <a:pt x="86591" y="1364162"/>
                  </a:lnTo>
                  <a:lnTo>
                    <a:pt x="84145" y="1361716"/>
                  </a:lnTo>
                  <a:lnTo>
                    <a:pt x="81700" y="1359271"/>
                  </a:lnTo>
                  <a:lnTo>
                    <a:pt x="81700" y="1361716"/>
                  </a:lnTo>
                  <a:lnTo>
                    <a:pt x="78967" y="1361716"/>
                  </a:lnTo>
                  <a:lnTo>
                    <a:pt x="76378" y="1361716"/>
                  </a:lnTo>
                  <a:lnTo>
                    <a:pt x="73933" y="1361716"/>
                  </a:lnTo>
                  <a:lnTo>
                    <a:pt x="71488" y="1361716"/>
                  </a:lnTo>
                  <a:lnTo>
                    <a:pt x="68755" y="1361716"/>
                  </a:lnTo>
                  <a:lnTo>
                    <a:pt x="68755" y="1364162"/>
                  </a:lnTo>
                  <a:lnTo>
                    <a:pt x="66309" y="1364162"/>
                  </a:lnTo>
                  <a:lnTo>
                    <a:pt x="63720" y="1364162"/>
                  </a:lnTo>
                  <a:lnTo>
                    <a:pt x="61275" y="1361716"/>
                  </a:lnTo>
                  <a:lnTo>
                    <a:pt x="61275" y="1359271"/>
                  </a:lnTo>
                  <a:lnTo>
                    <a:pt x="58542" y="1359271"/>
                  </a:lnTo>
                  <a:lnTo>
                    <a:pt x="56097" y="1359271"/>
                  </a:lnTo>
                  <a:lnTo>
                    <a:pt x="53508" y="1356538"/>
                  </a:lnTo>
                  <a:lnTo>
                    <a:pt x="56097" y="1356538"/>
                  </a:lnTo>
                  <a:lnTo>
                    <a:pt x="56097" y="1353949"/>
                  </a:lnTo>
                  <a:lnTo>
                    <a:pt x="58542" y="1353949"/>
                  </a:lnTo>
                  <a:lnTo>
                    <a:pt x="58542" y="1351504"/>
                  </a:lnTo>
                  <a:lnTo>
                    <a:pt x="61275" y="1349059"/>
                  </a:lnTo>
                  <a:lnTo>
                    <a:pt x="61275" y="1346326"/>
                  </a:lnTo>
                  <a:lnTo>
                    <a:pt x="58542" y="1346326"/>
                  </a:lnTo>
                  <a:lnTo>
                    <a:pt x="58542" y="1343737"/>
                  </a:lnTo>
                  <a:lnTo>
                    <a:pt x="61275" y="1341291"/>
                  </a:lnTo>
                  <a:lnTo>
                    <a:pt x="61275" y="1338846"/>
                  </a:lnTo>
                  <a:lnTo>
                    <a:pt x="63720" y="1338846"/>
                  </a:lnTo>
                  <a:lnTo>
                    <a:pt x="66309" y="1338846"/>
                  </a:lnTo>
                  <a:lnTo>
                    <a:pt x="68755" y="1338846"/>
                  </a:lnTo>
                  <a:lnTo>
                    <a:pt x="68755" y="1336113"/>
                  </a:lnTo>
                  <a:lnTo>
                    <a:pt x="71488" y="1336113"/>
                  </a:lnTo>
                  <a:lnTo>
                    <a:pt x="71488" y="1333524"/>
                  </a:lnTo>
                  <a:lnTo>
                    <a:pt x="71488" y="1331079"/>
                  </a:lnTo>
                  <a:lnTo>
                    <a:pt x="73933" y="1328634"/>
                  </a:lnTo>
                  <a:lnTo>
                    <a:pt x="73933" y="1325901"/>
                  </a:lnTo>
                  <a:lnTo>
                    <a:pt x="73933" y="1323312"/>
                  </a:lnTo>
                  <a:lnTo>
                    <a:pt x="73933" y="1320866"/>
                  </a:lnTo>
                  <a:lnTo>
                    <a:pt x="71488" y="1318421"/>
                  </a:lnTo>
                  <a:lnTo>
                    <a:pt x="66309" y="1318421"/>
                  </a:lnTo>
                  <a:lnTo>
                    <a:pt x="66309" y="1315688"/>
                  </a:lnTo>
                  <a:lnTo>
                    <a:pt x="63720" y="1315688"/>
                  </a:lnTo>
                  <a:lnTo>
                    <a:pt x="66309" y="1313099"/>
                  </a:lnTo>
                  <a:lnTo>
                    <a:pt x="66309" y="1310654"/>
                  </a:lnTo>
                  <a:lnTo>
                    <a:pt x="71488" y="1310654"/>
                  </a:lnTo>
                  <a:lnTo>
                    <a:pt x="71488" y="1305476"/>
                  </a:lnTo>
                  <a:lnTo>
                    <a:pt x="73933" y="1303030"/>
                  </a:lnTo>
                  <a:lnTo>
                    <a:pt x="76378" y="1303030"/>
                  </a:lnTo>
                  <a:lnTo>
                    <a:pt x="78967" y="1303030"/>
                  </a:lnTo>
                  <a:lnTo>
                    <a:pt x="78967" y="1305476"/>
                  </a:lnTo>
                  <a:lnTo>
                    <a:pt x="81700" y="1305476"/>
                  </a:lnTo>
                  <a:lnTo>
                    <a:pt x="81700" y="1303030"/>
                  </a:lnTo>
                  <a:lnTo>
                    <a:pt x="81700" y="1300441"/>
                  </a:lnTo>
                  <a:lnTo>
                    <a:pt x="81700" y="1297996"/>
                  </a:lnTo>
                  <a:lnTo>
                    <a:pt x="81700" y="1295263"/>
                  </a:lnTo>
                  <a:lnTo>
                    <a:pt x="81700" y="1292818"/>
                  </a:lnTo>
                  <a:lnTo>
                    <a:pt x="84145" y="1292818"/>
                  </a:lnTo>
                  <a:lnTo>
                    <a:pt x="86591" y="1292818"/>
                  </a:lnTo>
                  <a:lnTo>
                    <a:pt x="89180" y="1292818"/>
                  </a:lnTo>
                  <a:lnTo>
                    <a:pt x="89180" y="1290229"/>
                  </a:lnTo>
                  <a:lnTo>
                    <a:pt x="86591" y="1287784"/>
                  </a:lnTo>
                  <a:lnTo>
                    <a:pt x="86591" y="1285338"/>
                  </a:lnTo>
                  <a:lnTo>
                    <a:pt x="86591" y="1282605"/>
                  </a:lnTo>
                  <a:lnTo>
                    <a:pt x="84145" y="1280016"/>
                  </a:lnTo>
                  <a:lnTo>
                    <a:pt x="84145" y="1277571"/>
                  </a:lnTo>
                  <a:lnTo>
                    <a:pt x="86591" y="1277571"/>
                  </a:lnTo>
                  <a:lnTo>
                    <a:pt x="86591" y="1275126"/>
                  </a:lnTo>
                  <a:lnTo>
                    <a:pt x="86591" y="1272393"/>
                  </a:lnTo>
                  <a:lnTo>
                    <a:pt x="86591" y="1269804"/>
                  </a:lnTo>
                  <a:lnTo>
                    <a:pt x="84145" y="1267359"/>
                  </a:lnTo>
                  <a:lnTo>
                    <a:pt x="86591" y="1267359"/>
                  </a:lnTo>
                  <a:lnTo>
                    <a:pt x="89180" y="1267359"/>
                  </a:lnTo>
                  <a:lnTo>
                    <a:pt x="91625" y="1264913"/>
                  </a:lnTo>
                  <a:lnTo>
                    <a:pt x="91625" y="1262180"/>
                  </a:lnTo>
                  <a:lnTo>
                    <a:pt x="94358" y="1262180"/>
                  </a:lnTo>
                  <a:lnTo>
                    <a:pt x="94358" y="1259591"/>
                  </a:lnTo>
                  <a:lnTo>
                    <a:pt x="91625" y="1259591"/>
                  </a:lnTo>
                  <a:lnTo>
                    <a:pt x="91625" y="1257146"/>
                  </a:lnTo>
                  <a:lnTo>
                    <a:pt x="91625" y="1254701"/>
                  </a:lnTo>
                  <a:lnTo>
                    <a:pt x="91625" y="1251968"/>
                  </a:lnTo>
                  <a:lnTo>
                    <a:pt x="91625" y="1249379"/>
                  </a:lnTo>
                  <a:lnTo>
                    <a:pt x="91625" y="1246934"/>
                  </a:lnTo>
                  <a:lnTo>
                    <a:pt x="89180" y="1244488"/>
                  </a:lnTo>
                  <a:lnTo>
                    <a:pt x="86591" y="1239166"/>
                  </a:lnTo>
                  <a:lnTo>
                    <a:pt x="86591" y="1236721"/>
                  </a:lnTo>
                  <a:lnTo>
                    <a:pt x="89180" y="1236721"/>
                  </a:lnTo>
                  <a:lnTo>
                    <a:pt x="91625" y="1236721"/>
                  </a:lnTo>
                  <a:lnTo>
                    <a:pt x="94358" y="1236721"/>
                  </a:lnTo>
                  <a:lnTo>
                    <a:pt x="96803" y="1239166"/>
                  </a:lnTo>
                  <a:lnTo>
                    <a:pt x="99392" y="1239166"/>
                  </a:lnTo>
                  <a:lnTo>
                    <a:pt x="61275" y="1218885"/>
                  </a:lnTo>
                  <a:lnTo>
                    <a:pt x="58542" y="1218885"/>
                  </a:lnTo>
                  <a:lnTo>
                    <a:pt x="53508" y="1216296"/>
                  </a:lnTo>
                  <a:lnTo>
                    <a:pt x="51063" y="1216296"/>
                  </a:lnTo>
                  <a:lnTo>
                    <a:pt x="51063" y="1213851"/>
                  </a:lnTo>
                  <a:lnTo>
                    <a:pt x="48330" y="1213851"/>
                  </a:lnTo>
                  <a:lnTo>
                    <a:pt x="45884" y="1213851"/>
                  </a:lnTo>
                  <a:lnTo>
                    <a:pt x="43295" y="1211118"/>
                  </a:lnTo>
                  <a:lnTo>
                    <a:pt x="40850" y="1211118"/>
                  </a:lnTo>
                  <a:lnTo>
                    <a:pt x="40850" y="1208673"/>
                  </a:lnTo>
                  <a:lnTo>
                    <a:pt x="22870" y="1201193"/>
                  </a:lnTo>
                  <a:lnTo>
                    <a:pt x="0" y="1190981"/>
                  </a:lnTo>
                  <a:lnTo>
                    <a:pt x="0" y="1188248"/>
                  </a:lnTo>
                  <a:lnTo>
                    <a:pt x="0" y="1185658"/>
                  </a:lnTo>
                  <a:lnTo>
                    <a:pt x="0" y="1183213"/>
                  </a:lnTo>
                  <a:lnTo>
                    <a:pt x="0" y="1180768"/>
                  </a:lnTo>
                  <a:lnTo>
                    <a:pt x="2445" y="1180768"/>
                  </a:lnTo>
                  <a:lnTo>
                    <a:pt x="2445" y="1178035"/>
                  </a:lnTo>
                  <a:lnTo>
                    <a:pt x="2445" y="1175446"/>
                  </a:lnTo>
                  <a:lnTo>
                    <a:pt x="5034" y="1173001"/>
                  </a:lnTo>
                  <a:lnTo>
                    <a:pt x="5034" y="1170556"/>
                  </a:lnTo>
                  <a:lnTo>
                    <a:pt x="5034" y="1167823"/>
                  </a:lnTo>
                  <a:lnTo>
                    <a:pt x="7767" y="1167823"/>
                  </a:lnTo>
                  <a:lnTo>
                    <a:pt x="10213" y="1167823"/>
                  </a:lnTo>
                  <a:lnTo>
                    <a:pt x="10213" y="1165233"/>
                  </a:lnTo>
                  <a:lnTo>
                    <a:pt x="12658" y="1165233"/>
                  </a:lnTo>
                  <a:lnTo>
                    <a:pt x="12658" y="1162788"/>
                  </a:lnTo>
                  <a:lnTo>
                    <a:pt x="15247" y="1162788"/>
                  </a:lnTo>
                  <a:lnTo>
                    <a:pt x="15247" y="1160343"/>
                  </a:lnTo>
                  <a:lnTo>
                    <a:pt x="17692" y="1157610"/>
                  </a:lnTo>
                  <a:lnTo>
                    <a:pt x="17692" y="1155021"/>
                  </a:lnTo>
                  <a:lnTo>
                    <a:pt x="17692" y="1152576"/>
                  </a:lnTo>
                  <a:lnTo>
                    <a:pt x="20425" y="1150131"/>
                  </a:lnTo>
                  <a:lnTo>
                    <a:pt x="20425" y="1147398"/>
                  </a:lnTo>
                  <a:lnTo>
                    <a:pt x="20425" y="1144808"/>
                  </a:lnTo>
                  <a:lnTo>
                    <a:pt x="17692" y="1142363"/>
                  </a:lnTo>
                  <a:lnTo>
                    <a:pt x="20425" y="1142363"/>
                  </a:lnTo>
                  <a:lnTo>
                    <a:pt x="20425" y="1139918"/>
                  </a:lnTo>
                  <a:lnTo>
                    <a:pt x="22870" y="1139918"/>
                  </a:lnTo>
                  <a:lnTo>
                    <a:pt x="22870" y="1137185"/>
                  </a:lnTo>
                  <a:lnTo>
                    <a:pt x="22870" y="1134596"/>
                  </a:lnTo>
                  <a:lnTo>
                    <a:pt x="25459" y="1134596"/>
                  </a:lnTo>
                  <a:lnTo>
                    <a:pt x="25459" y="1132151"/>
                  </a:lnTo>
                  <a:lnTo>
                    <a:pt x="25459" y="1129705"/>
                  </a:lnTo>
                  <a:lnTo>
                    <a:pt x="27905" y="1126973"/>
                  </a:lnTo>
                  <a:lnTo>
                    <a:pt x="27905" y="1124527"/>
                  </a:lnTo>
                  <a:lnTo>
                    <a:pt x="27905" y="1121938"/>
                  </a:lnTo>
                  <a:lnTo>
                    <a:pt x="30638" y="1119493"/>
                  </a:lnTo>
                  <a:lnTo>
                    <a:pt x="27905" y="1119493"/>
                  </a:lnTo>
                  <a:lnTo>
                    <a:pt x="27905" y="1117048"/>
                  </a:lnTo>
                  <a:lnTo>
                    <a:pt x="25459" y="1117048"/>
                  </a:lnTo>
                  <a:lnTo>
                    <a:pt x="25459" y="1114315"/>
                  </a:lnTo>
                  <a:lnTo>
                    <a:pt x="22870" y="1114315"/>
                  </a:lnTo>
                  <a:lnTo>
                    <a:pt x="22870" y="1111726"/>
                  </a:lnTo>
                  <a:lnTo>
                    <a:pt x="30638" y="1096623"/>
                  </a:lnTo>
                  <a:lnTo>
                    <a:pt x="61275" y="1030169"/>
                  </a:lnTo>
                  <a:lnTo>
                    <a:pt x="71488" y="1012477"/>
                  </a:lnTo>
                  <a:lnTo>
                    <a:pt x="91625" y="971627"/>
                  </a:lnTo>
                  <a:lnTo>
                    <a:pt x="94358" y="971627"/>
                  </a:lnTo>
                  <a:lnTo>
                    <a:pt x="99392" y="979107"/>
                  </a:lnTo>
                  <a:lnTo>
                    <a:pt x="101837" y="979107"/>
                  </a:lnTo>
                  <a:lnTo>
                    <a:pt x="101837" y="981840"/>
                  </a:lnTo>
                  <a:lnTo>
                    <a:pt x="104570" y="979107"/>
                  </a:lnTo>
                  <a:lnTo>
                    <a:pt x="104570" y="981840"/>
                  </a:lnTo>
                  <a:lnTo>
                    <a:pt x="107016" y="984285"/>
                  </a:lnTo>
                  <a:lnTo>
                    <a:pt x="109605" y="984285"/>
                  </a:lnTo>
                  <a:lnTo>
                    <a:pt x="112050" y="989319"/>
                  </a:lnTo>
                  <a:lnTo>
                    <a:pt x="112050" y="994498"/>
                  </a:lnTo>
                  <a:lnTo>
                    <a:pt x="114783" y="1002265"/>
                  </a:lnTo>
                  <a:lnTo>
                    <a:pt x="117228" y="1004710"/>
                  </a:lnTo>
                  <a:lnTo>
                    <a:pt x="124995" y="999532"/>
                  </a:lnTo>
                  <a:lnTo>
                    <a:pt x="127441" y="996943"/>
                  </a:lnTo>
                  <a:lnTo>
                    <a:pt x="132475" y="999532"/>
                  </a:lnTo>
                  <a:lnTo>
                    <a:pt x="127441" y="994498"/>
                  </a:lnTo>
                  <a:lnTo>
                    <a:pt x="127441" y="992052"/>
                  </a:lnTo>
                  <a:lnTo>
                    <a:pt x="130030" y="989319"/>
                  </a:lnTo>
                  <a:lnTo>
                    <a:pt x="132475" y="992052"/>
                  </a:lnTo>
                  <a:lnTo>
                    <a:pt x="142399" y="992052"/>
                  </a:lnTo>
                  <a:lnTo>
                    <a:pt x="137367" y="989320"/>
                  </a:lnTo>
                  <a:lnTo>
                    <a:pt x="134921" y="986731"/>
                  </a:lnTo>
                  <a:lnTo>
                    <a:pt x="137367" y="984286"/>
                  </a:lnTo>
                  <a:lnTo>
                    <a:pt x="137367" y="981840"/>
                  </a:lnTo>
                  <a:lnTo>
                    <a:pt x="139956" y="979107"/>
                  </a:lnTo>
                  <a:lnTo>
                    <a:pt x="139956" y="976518"/>
                  </a:lnTo>
                  <a:lnTo>
                    <a:pt x="129743" y="974073"/>
                  </a:lnTo>
                  <a:lnTo>
                    <a:pt x="127154" y="974073"/>
                  </a:lnTo>
                  <a:lnTo>
                    <a:pt x="127154" y="966450"/>
                  </a:lnTo>
                  <a:lnTo>
                    <a:pt x="124709" y="961415"/>
                  </a:lnTo>
                  <a:lnTo>
                    <a:pt x="121976" y="958682"/>
                  </a:lnTo>
                  <a:lnTo>
                    <a:pt x="124709" y="953648"/>
                  </a:lnTo>
                  <a:lnTo>
                    <a:pt x="127154" y="951203"/>
                  </a:lnTo>
                  <a:lnTo>
                    <a:pt x="127154" y="946025"/>
                  </a:lnTo>
                  <a:lnTo>
                    <a:pt x="132189" y="943435"/>
                  </a:lnTo>
                  <a:lnTo>
                    <a:pt x="132189" y="946025"/>
                  </a:lnTo>
                  <a:lnTo>
                    <a:pt x="134921" y="946025"/>
                  </a:lnTo>
                  <a:lnTo>
                    <a:pt x="134921" y="940990"/>
                  </a:lnTo>
                  <a:lnTo>
                    <a:pt x="137367" y="938545"/>
                  </a:lnTo>
                  <a:lnTo>
                    <a:pt x="139956" y="938545"/>
                  </a:lnTo>
                  <a:lnTo>
                    <a:pt x="142401" y="943435"/>
                  </a:lnTo>
                  <a:lnTo>
                    <a:pt x="145134" y="946025"/>
                  </a:lnTo>
                  <a:lnTo>
                    <a:pt x="142401" y="953648"/>
                  </a:lnTo>
                  <a:lnTo>
                    <a:pt x="142401" y="956237"/>
                  </a:lnTo>
                  <a:lnTo>
                    <a:pt x="145134" y="956237"/>
                  </a:lnTo>
                  <a:lnTo>
                    <a:pt x="145134" y="953648"/>
                  </a:lnTo>
                  <a:lnTo>
                    <a:pt x="147579" y="943435"/>
                  </a:lnTo>
                  <a:lnTo>
                    <a:pt x="147579" y="938545"/>
                  </a:lnTo>
                  <a:lnTo>
                    <a:pt x="152614" y="938545"/>
                  </a:lnTo>
                  <a:lnTo>
                    <a:pt x="152614" y="940990"/>
                  </a:lnTo>
                  <a:lnTo>
                    <a:pt x="155346" y="940990"/>
                  </a:lnTo>
                  <a:lnTo>
                    <a:pt x="162826" y="953648"/>
                  </a:lnTo>
                  <a:lnTo>
                    <a:pt x="162826" y="948470"/>
                  </a:lnTo>
                  <a:lnTo>
                    <a:pt x="165271" y="943435"/>
                  </a:lnTo>
                  <a:lnTo>
                    <a:pt x="165271" y="935812"/>
                  </a:lnTo>
                  <a:lnTo>
                    <a:pt x="168004" y="935812"/>
                  </a:lnTo>
                  <a:lnTo>
                    <a:pt x="168004" y="933223"/>
                  </a:lnTo>
                  <a:lnTo>
                    <a:pt x="175484" y="933223"/>
                  </a:lnTo>
                  <a:lnTo>
                    <a:pt x="175484" y="935812"/>
                  </a:lnTo>
                  <a:lnTo>
                    <a:pt x="178217" y="933223"/>
                  </a:lnTo>
                  <a:lnTo>
                    <a:pt x="180950" y="933223"/>
                  </a:lnTo>
                  <a:lnTo>
                    <a:pt x="183539" y="935812"/>
                  </a:lnTo>
                  <a:lnTo>
                    <a:pt x="185984" y="935812"/>
                  </a:lnTo>
                  <a:lnTo>
                    <a:pt x="185984" y="938545"/>
                  </a:lnTo>
                  <a:lnTo>
                    <a:pt x="183539" y="940990"/>
                  </a:lnTo>
                  <a:lnTo>
                    <a:pt x="180950" y="940990"/>
                  </a:lnTo>
                  <a:lnTo>
                    <a:pt x="180950" y="946025"/>
                  </a:lnTo>
                  <a:lnTo>
                    <a:pt x="185984" y="946025"/>
                  </a:lnTo>
                  <a:lnTo>
                    <a:pt x="185984" y="943435"/>
                  </a:lnTo>
                  <a:lnTo>
                    <a:pt x="188717" y="943435"/>
                  </a:lnTo>
                  <a:lnTo>
                    <a:pt x="188717" y="940990"/>
                  </a:lnTo>
                  <a:lnTo>
                    <a:pt x="191162" y="938545"/>
                  </a:lnTo>
                  <a:lnTo>
                    <a:pt x="196197" y="940990"/>
                  </a:lnTo>
                  <a:lnTo>
                    <a:pt x="198929" y="948470"/>
                  </a:lnTo>
                  <a:lnTo>
                    <a:pt x="203964" y="946025"/>
                  </a:lnTo>
                  <a:lnTo>
                    <a:pt x="206409" y="943435"/>
                  </a:lnTo>
                  <a:lnTo>
                    <a:pt x="206409" y="940990"/>
                  </a:lnTo>
                  <a:lnTo>
                    <a:pt x="203964" y="938545"/>
                  </a:lnTo>
                  <a:lnTo>
                    <a:pt x="201375" y="938545"/>
                  </a:lnTo>
                  <a:lnTo>
                    <a:pt x="201375" y="943435"/>
                  </a:lnTo>
                  <a:lnTo>
                    <a:pt x="198929" y="943435"/>
                  </a:lnTo>
                  <a:lnTo>
                    <a:pt x="198929" y="938545"/>
                  </a:lnTo>
                  <a:lnTo>
                    <a:pt x="201375" y="935812"/>
                  </a:lnTo>
                  <a:lnTo>
                    <a:pt x="206409" y="935812"/>
                  </a:lnTo>
                  <a:lnTo>
                    <a:pt x="209142" y="933223"/>
                  </a:lnTo>
                  <a:lnTo>
                    <a:pt x="214176" y="928332"/>
                  </a:lnTo>
                  <a:close/>
                  <a:moveTo>
                    <a:pt x="1257002" y="894961"/>
                  </a:moveTo>
                  <a:lnTo>
                    <a:pt x="1257002" y="897694"/>
                  </a:lnTo>
                  <a:lnTo>
                    <a:pt x="1259448" y="900139"/>
                  </a:lnTo>
                  <a:close/>
                  <a:moveTo>
                    <a:pt x="1277427" y="872091"/>
                  </a:moveTo>
                  <a:lnTo>
                    <a:pt x="1279873" y="874536"/>
                  </a:lnTo>
                  <a:lnTo>
                    <a:pt x="1290085" y="887481"/>
                  </a:lnTo>
                  <a:lnTo>
                    <a:pt x="1292530" y="887481"/>
                  </a:lnTo>
                  <a:lnTo>
                    <a:pt x="1282318" y="874536"/>
                  </a:lnTo>
                  <a:lnTo>
                    <a:pt x="1279873" y="872091"/>
                  </a:lnTo>
                  <a:close/>
                  <a:moveTo>
                    <a:pt x="660218" y="782911"/>
                  </a:moveTo>
                  <a:lnTo>
                    <a:pt x="662951" y="785356"/>
                  </a:lnTo>
                  <a:lnTo>
                    <a:pt x="660218" y="785356"/>
                  </a:lnTo>
                  <a:close/>
                  <a:moveTo>
                    <a:pt x="1146966" y="730410"/>
                  </a:moveTo>
                  <a:lnTo>
                    <a:pt x="1149699" y="732855"/>
                  </a:lnTo>
                  <a:lnTo>
                    <a:pt x="1159911" y="740622"/>
                  </a:lnTo>
                  <a:lnTo>
                    <a:pt x="1164802" y="755006"/>
                  </a:lnTo>
                  <a:lnTo>
                    <a:pt x="1164802" y="767808"/>
                  </a:lnTo>
                  <a:lnTo>
                    <a:pt x="1162357" y="780466"/>
                  </a:lnTo>
                  <a:lnTo>
                    <a:pt x="1157035" y="788233"/>
                  </a:lnTo>
                  <a:lnTo>
                    <a:pt x="1157035" y="793411"/>
                  </a:lnTo>
                  <a:lnTo>
                    <a:pt x="1154589" y="798302"/>
                  </a:lnTo>
                  <a:lnTo>
                    <a:pt x="1154589" y="808514"/>
                  </a:lnTo>
                  <a:lnTo>
                    <a:pt x="1144377" y="808514"/>
                  </a:lnTo>
                  <a:lnTo>
                    <a:pt x="1141932" y="813836"/>
                  </a:lnTo>
                  <a:lnTo>
                    <a:pt x="1139486" y="813836"/>
                  </a:lnTo>
                  <a:lnTo>
                    <a:pt x="1139486" y="821316"/>
                  </a:lnTo>
                  <a:lnTo>
                    <a:pt x="1141932" y="821316"/>
                  </a:lnTo>
                  <a:lnTo>
                    <a:pt x="1144377" y="824049"/>
                  </a:lnTo>
                  <a:lnTo>
                    <a:pt x="1136754" y="824049"/>
                  </a:lnTo>
                  <a:lnTo>
                    <a:pt x="1136754" y="826494"/>
                  </a:lnTo>
                  <a:lnTo>
                    <a:pt x="1134164" y="826494"/>
                  </a:lnTo>
                  <a:lnTo>
                    <a:pt x="1131719" y="828939"/>
                  </a:lnTo>
                  <a:lnTo>
                    <a:pt x="1129274" y="828939"/>
                  </a:lnTo>
                  <a:lnTo>
                    <a:pt x="1123952" y="831528"/>
                  </a:lnTo>
                  <a:lnTo>
                    <a:pt x="1126541" y="836706"/>
                  </a:lnTo>
                  <a:lnTo>
                    <a:pt x="1131719" y="839152"/>
                  </a:lnTo>
                  <a:lnTo>
                    <a:pt x="1134164" y="839152"/>
                  </a:lnTo>
                  <a:lnTo>
                    <a:pt x="1141932" y="834261"/>
                  </a:lnTo>
                  <a:lnTo>
                    <a:pt x="1147110" y="828939"/>
                  </a:lnTo>
                  <a:lnTo>
                    <a:pt x="1154733" y="828939"/>
                  </a:lnTo>
                  <a:lnTo>
                    <a:pt x="1154733" y="831528"/>
                  </a:lnTo>
                  <a:lnTo>
                    <a:pt x="1157179" y="834261"/>
                  </a:lnTo>
                  <a:lnTo>
                    <a:pt x="1160055" y="831528"/>
                  </a:lnTo>
                  <a:lnTo>
                    <a:pt x="1162501" y="831528"/>
                  </a:lnTo>
                  <a:lnTo>
                    <a:pt x="1167391" y="828939"/>
                  </a:lnTo>
                  <a:lnTo>
                    <a:pt x="1170268" y="826494"/>
                  </a:lnTo>
                  <a:lnTo>
                    <a:pt x="1172713" y="828939"/>
                  </a:lnTo>
                  <a:lnTo>
                    <a:pt x="1167391" y="831528"/>
                  </a:lnTo>
                  <a:lnTo>
                    <a:pt x="1164946" y="834261"/>
                  </a:lnTo>
                  <a:lnTo>
                    <a:pt x="1160055" y="836706"/>
                  </a:lnTo>
                  <a:lnTo>
                    <a:pt x="1162501" y="839152"/>
                  </a:lnTo>
                  <a:lnTo>
                    <a:pt x="1162501" y="836706"/>
                  </a:lnTo>
                  <a:lnTo>
                    <a:pt x="1172713" y="831528"/>
                  </a:lnTo>
                  <a:lnTo>
                    <a:pt x="1172713" y="828939"/>
                  </a:lnTo>
                  <a:lnTo>
                    <a:pt x="1175158" y="824049"/>
                  </a:lnTo>
                  <a:lnTo>
                    <a:pt x="1170268" y="821316"/>
                  </a:lnTo>
                  <a:lnTo>
                    <a:pt x="1167391" y="821316"/>
                  </a:lnTo>
                  <a:lnTo>
                    <a:pt x="1167391" y="816281"/>
                  </a:lnTo>
                  <a:lnTo>
                    <a:pt x="1187816" y="793411"/>
                  </a:lnTo>
                  <a:lnTo>
                    <a:pt x="1190549" y="793411"/>
                  </a:lnTo>
                  <a:lnTo>
                    <a:pt x="1193138" y="790678"/>
                  </a:lnTo>
                  <a:lnTo>
                    <a:pt x="1198029" y="790678"/>
                  </a:lnTo>
                  <a:lnTo>
                    <a:pt x="1205796" y="795856"/>
                  </a:lnTo>
                  <a:lnTo>
                    <a:pt x="1205796" y="798302"/>
                  </a:lnTo>
                  <a:lnTo>
                    <a:pt x="1213563" y="800891"/>
                  </a:lnTo>
                  <a:lnTo>
                    <a:pt x="1218454" y="808514"/>
                  </a:lnTo>
                  <a:lnTo>
                    <a:pt x="1231255" y="816281"/>
                  </a:lnTo>
                  <a:lnTo>
                    <a:pt x="1254269" y="834261"/>
                  </a:lnTo>
                  <a:lnTo>
                    <a:pt x="1254269" y="838289"/>
                  </a:lnTo>
                  <a:lnTo>
                    <a:pt x="1261749" y="840878"/>
                  </a:lnTo>
                  <a:lnTo>
                    <a:pt x="1256859" y="846056"/>
                  </a:lnTo>
                  <a:lnTo>
                    <a:pt x="1259304" y="843611"/>
                  </a:lnTo>
                  <a:lnTo>
                    <a:pt x="1259304" y="851090"/>
                  </a:lnTo>
                  <a:lnTo>
                    <a:pt x="1254269" y="861303"/>
                  </a:lnTo>
                  <a:lnTo>
                    <a:pt x="1251536" y="863748"/>
                  </a:lnTo>
                  <a:lnTo>
                    <a:pt x="1246646" y="866481"/>
                  </a:lnTo>
                  <a:lnTo>
                    <a:pt x="1246646" y="871515"/>
                  </a:lnTo>
                  <a:lnTo>
                    <a:pt x="1241468" y="876693"/>
                  </a:lnTo>
                  <a:lnTo>
                    <a:pt x="1238879" y="879139"/>
                  </a:lnTo>
                  <a:lnTo>
                    <a:pt x="1228666" y="881728"/>
                  </a:lnTo>
                  <a:lnTo>
                    <a:pt x="1226221" y="884173"/>
                  </a:lnTo>
                  <a:lnTo>
                    <a:pt x="1223776" y="884173"/>
                  </a:lnTo>
                  <a:lnTo>
                    <a:pt x="1226221" y="881728"/>
                  </a:lnTo>
                  <a:lnTo>
                    <a:pt x="1223776" y="881728"/>
                  </a:lnTo>
                  <a:lnTo>
                    <a:pt x="1221043" y="884173"/>
                  </a:lnTo>
                  <a:lnTo>
                    <a:pt x="1221043" y="886906"/>
                  </a:lnTo>
                  <a:lnTo>
                    <a:pt x="1218454" y="889351"/>
                  </a:lnTo>
                  <a:lnTo>
                    <a:pt x="1216008" y="891796"/>
                  </a:lnTo>
                  <a:lnTo>
                    <a:pt x="1216008" y="894386"/>
                  </a:lnTo>
                  <a:lnTo>
                    <a:pt x="1218454" y="891796"/>
                  </a:lnTo>
                  <a:lnTo>
                    <a:pt x="1226221" y="886906"/>
                  </a:lnTo>
                  <a:lnTo>
                    <a:pt x="1226221" y="889351"/>
                  </a:lnTo>
                  <a:lnTo>
                    <a:pt x="1228666" y="886906"/>
                  </a:lnTo>
                  <a:lnTo>
                    <a:pt x="1231255" y="889351"/>
                  </a:lnTo>
                  <a:lnTo>
                    <a:pt x="1233988" y="886906"/>
                  </a:lnTo>
                  <a:lnTo>
                    <a:pt x="1236433" y="886906"/>
                  </a:lnTo>
                  <a:lnTo>
                    <a:pt x="1236433" y="889351"/>
                  </a:lnTo>
                  <a:lnTo>
                    <a:pt x="1231255" y="891796"/>
                  </a:lnTo>
                  <a:lnTo>
                    <a:pt x="1231255" y="897119"/>
                  </a:lnTo>
                  <a:lnTo>
                    <a:pt x="1233988" y="894386"/>
                  </a:lnTo>
                  <a:lnTo>
                    <a:pt x="1233988" y="897119"/>
                  </a:lnTo>
                  <a:lnTo>
                    <a:pt x="1236433" y="894386"/>
                  </a:lnTo>
                  <a:lnTo>
                    <a:pt x="1241468" y="894386"/>
                  </a:lnTo>
                  <a:lnTo>
                    <a:pt x="1244201" y="891796"/>
                  </a:lnTo>
                  <a:lnTo>
                    <a:pt x="1244201" y="889351"/>
                  </a:lnTo>
                  <a:lnTo>
                    <a:pt x="1238879" y="889351"/>
                  </a:lnTo>
                  <a:lnTo>
                    <a:pt x="1236433" y="884173"/>
                  </a:lnTo>
                  <a:lnTo>
                    <a:pt x="1238879" y="884173"/>
                  </a:lnTo>
                  <a:lnTo>
                    <a:pt x="1244201" y="881728"/>
                  </a:lnTo>
                  <a:lnTo>
                    <a:pt x="1249091" y="876693"/>
                  </a:lnTo>
                  <a:lnTo>
                    <a:pt x="1254269" y="873961"/>
                  </a:lnTo>
                  <a:lnTo>
                    <a:pt x="1254269" y="876693"/>
                  </a:lnTo>
                  <a:lnTo>
                    <a:pt x="1251536" y="879139"/>
                  </a:lnTo>
                  <a:lnTo>
                    <a:pt x="1249091" y="881728"/>
                  </a:lnTo>
                  <a:lnTo>
                    <a:pt x="1249091" y="884173"/>
                  </a:lnTo>
                  <a:lnTo>
                    <a:pt x="1246646" y="886906"/>
                  </a:lnTo>
                  <a:lnTo>
                    <a:pt x="1246646" y="889351"/>
                  </a:lnTo>
                  <a:lnTo>
                    <a:pt x="1251536" y="889351"/>
                  </a:lnTo>
                  <a:lnTo>
                    <a:pt x="1254269" y="891796"/>
                  </a:lnTo>
                  <a:lnTo>
                    <a:pt x="1256859" y="891796"/>
                  </a:lnTo>
                  <a:lnTo>
                    <a:pt x="1256859" y="889927"/>
                  </a:lnTo>
                  <a:lnTo>
                    <a:pt x="1259304" y="884748"/>
                  </a:lnTo>
                  <a:lnTo>
                    <a:pt x="1264482" y="882303"/>
                  </a:lnTo>
                  <a:lnTo>
                    <a:pt x="1264482" y="877269"/>
                  </a:lnTo>
                  <a:lnTo>
                    <a:pt x="1267071" y="874536"/>
                  </a:lnTo>
                  <a:lnTo>
                    <a:pt x="1267071" y="877269"/>
                  </a:lnTo>
                  <a:lnTo>
                    <a:pt x="1269516" y="877269"/>
                  </a:lnTo>
                  <a:lnTo>
                    <a:pt x="1271961" y="879714"/>
                  </a:lnTo>
                  <a:lnTo>
                    <a:pt x="1274551" y="877269"/>
                  </a:lnTo>
                  <a:lnTo>
                    <a:pt x="1271961" y="872091"/>
                  </a:lnTo>
                  <a:lnTo>
                    <a:pt x="1277284" y="864323"/>
                  </a:lnTo>
                  <a:lnTo>
                    <a:pt x="1279729" y="867056"/>
                  </a:lnTo>
                  <a:lnTo>
                    <a:pt x="1284763" y="869502"/>
                  </a:lnTo>
                  <a:lnTo>
                    <a:pt x="1287496" y="869502"/>
                  </a:lnTo>
                  <a:lnTo>
                    <a:pt x="1284763" y="872091"/>
                  </a:lnTo>
                  <a:lnTo>
                    <a:pt x="1287496" y="872091"/>
                  </a:lnTo>
                  <a:lnTo>
                    <a:pt x="1289941" y="869502"/>
                  </a:lnTo>
                  <a:lnTo>
                    <a:pt x="1292387" y="869502"/>
                  </a:lnTo>
                  <a:lnTo>
                    <a:pt x="1294976" y="874392"/>
                  </a:lnTo>
                  <a:lnTo>
                    <a:pt x="1297709" y="879570"/>
                  </a:lnTo>
                  <a:lnTo>
                    <a:pt x="1300154" y="884605"/>
                  </a:lnTo>
                  <a:lnTo>
                    <a:pt x="1300154" y="887338"/>
                  </a:lnTo>
                  <a:lnTo>
                    <a:pt x="1302743" y="887338"/>
                  </a:lnTo>
                  <a:lnTo>
                    <a:pt x="1305332" y="884605"/>
                  </a:lnTo>
                  <a:lnTo>
                    <a:pt x="1302743" y="879570"/>
                  </a:lnTo>
                  <a:lnTo>
                    <a:pt x="1295119" y="874392"/>
                  </a:lnTo>
                  <a:lnTo>
                    <a:pt x="1295119" y="869502"/>
                  </a:lnTo>
                  <a:lnTo>
                    <a:pt x="1297852" y="869502"/>
                  </a:lnTo>
                  <a:lnTo>
                    <a:pt x="1297852" y="872091"/>
                  </a:lnTo>
                  <a:lnTo>
                    <a:pt x="1300298" y="872091"/>
                  </a:lnTo>
                  <a:lnTo>
                    <a:pt x="1305332" y="879714"/>
                  </a:lnTo>
                  <a:lnTo>
                    <a:pt x="1308784" y="882447"/>
                  </a:lnTo>
                  <a:lnTo>
                    <a:pt x="1309935" y="881152"/>
                  </a:lnTo>
                  <a:lnTo>
                    <a:pt x="1308784" y="884892"/>
                  </a:lnTo>
                  <a:lnTo>
                    <a:pt x="1308784" y="890070"/>
                  </a:lnTo>
                  <a:lnTo>
                    <a:pt x="1306051" y="902728"/>
                  </a:lnTo>
                  <a:lnTo>
                    <a:pt x="1303462" y="931496"/>
                  </a:lnTo>
                  <a:lnTo>
                    <a:pt x="1301017" y="936530"/>
                  </a:lnTo>
                  <a:lnTo>
                    <a:pt x="1295839" y="972346"/>
                  </a:lnTo>
                  <a:lnTo>
                    <a:pt x="1293250" y="986730"/>
                  </a:lnTo>
                  <a:lnTo>
                    <a:pt x="1293250" y="989319"/>
                  </a:lnTo>
                  <a:lnTo>
                    <a:pt x="1290804" y="994497"/>
                  </a:lnTo>
                  <a:lnTo>
                    <a:pt x="1288359" y="1017367"/>
                  </a:lnTo>
                  <a:lnTo>
                    <a:pt x="1285626" y="1027580"/>
                  </a:lnTo>
                  <a:lnTo>
                    <a:pt x="1285626" y="1037792"/>
                  </a:lnTo>
                  <a:lnTo>
                    <a:pt x="1283037" y="1040381"/>
                  </a:lnTo>
                  <a:lnTo>
                    <a:pt x="1283037" y="1053039"/>
                  </a:lnTo>
                  <a:lnTo>
                    <a:pt x="1280592" y="1065985"/>
                  </a:lnTo>
                  <a:lnTo>
                    <a:pt x="1278147" y="1078642"/>
                  </a:lnTo>
                  <a:lnTo>
                    <a:pt x="1275414" y="1088855"/>
                  </a:lnTo>
                  <a:lnTo>
                    <a:pt x="1275414" y="1091300"/>
                  </a:lnTo>
                  <a:lnTo>
                    <a:pt x="1270379" y="1120068"/>
                  </a:lnTo>
                  <a:lnTo>
                    <a:pt x="1270379" y="1127547"/>
                  </a:lnTo>
                  <a:lnTo>
                    <a:pt x="1267934" y="1135171"/>
                  </a:lnTo>
                  <a:lnTo>
                    <a:pt x="1262612" y="1168397"/>
                  </a:lnTo>
                  <a:lnTo>
                    <a:pt x="1262612" y="1178610"/>
                  </a:lnTo>
                  <a:lnTo>
                    <a:pt x="1257722" y="1211693"/>
                  </a:lnTo>
                  <a:lnTo>
                    <a:pt x="1237296" y="1209248"/>
                  </a:lnTo>
                  <a:lnTo>
                    <a:pt x="1219317" y="1206658"/>
                  </a:lnTo>
                  <a:lnTo>
                    <a:pt x="1209104" y="1204213"/>
                  </a:lnTo>
                  <a:lnTo>
                    <a:pt x="1191412" y="1201768"/>
                  </a:lnTo>
                  <a:lnTo>
                    <a:pt x="1188679" y="1201768"/>
                  </a:lnTo>
                  <a:lnTo>
                    <a:pt x="1168254" y="1196446"/>
                  </a:lnTo>
                  <a:lnTo>
                    <a:pt x="1150706" y="1194000"/>
                  </a:lnTo>
                  <a:lnTo>
                    <a:pt x="1147973" y="1194000"/>
                  </a:lnTo>
                  <a:lnTo>
                    <a:pt x="1132726" y="1188822"/>
                  </a:lnTo>
                  <a:lnTo>
                    <a:pt x="1124959" y="1188822"/>
                  </a:lnTo>
                  <a:lnTo>
                    <a:pt x="1112301" y="1186233"/>
                  </a:lnTo>
                  <a:lnTo>
                    <a:pt x="1107267" y="1209248"/>
                  </a:lnTo>
                  <a:lnTo>
                    <a:pt x="1104534" y="1209248"/>
                  </a:lnTo>
                  <a:lnTo>
                    <a:pt x="1102089" y="1206658"/>
                  </a:lnTo>
                  <a:lnTo>
                    <a:pt x="1097054" y="1206658"/>
                  </a:lnTo>
                  <a:lnTo>
                    <a:pt x="1097054" y="1183788"/>
                  </a:lnTo>
                  <a:lnTo>
                    <a:pt x="1086986" y="1181343"/>
                  </a:lnTo>
                  <a:lnTo>
                    <a:pt x="1081663" y="1181343"/>
                  </a:lnTo>
                  <a:lnTo>
                    <a:pt x="1035923" y="1173575"/>
                  </a:lnTo>
                  <a:lnTo>
                    <a:pt x="1030601" y="1171130"/>
                  </a:lnTo>
                  <a:lnTo>
                    <a:pt x="1016217" y="1168397"/>
                  </a:lnTo>
                  <a:lnTo>
                    <a:pt x="1008450" y="1165808"/>
                  </a:lnTo>
                  <a:lnTo>
                    <a:pt x="983134" y="1160918"/>
                  </a:lnTo>
                  <a:lnTo>
                    <a:pt x="977812" y="1158185"/>
                  </a:lnTo>
                  <a:lnTo>
                    <a:pt x="947175" y="1153150"/>
                  </a:lnTo>
                  <a:lnTo>
                    <a:pt x="936962" y="1150705"/>
                  </a:lnTo>
                  <a:lnTo>
                    <a:pt x="934517" y="1150705"/>
                  </a:lnTo>
                  <a:lnTo>
                    <a:pt x="934517" y="1137760"/>
                  </a:lnTo>
                  <a:lnTo>
                    <a:pt x="939695" y="1130280"/>
                  </a:lnTo>
                  <a:lnTo>
                    <a:pt x="947175" y="1127547"/>
                  </a:lnTo>
                  <a:lnTo>
                    <a:pt x="957387" y="1125102"/>
                  </a:lnTo>
                  <a:lnTo>
                    <a:pt x="962709" y="1125102"/>
                  </a:lnTo>
                  <a:lnTo>
                    <a:pt x="983134" y="1122513"/>
                  </a:lnTo>
                  <a:lnTo>
                    <a:pt x="988025" y="1122513"/>
                  </a:lnTo>
                  <a:lnTo>
                    <a:pt x="990614" y="1125102"/>
                  </a:lnTo>
                  <a:lnTo>
                    <a:pt x="990614" y="1122513"/>
                  </a:lnTo>
                  <a:lnTo>
                    <a:pt x="1044266" y="1122513"/>
                  </a:lnTo>
                  <a:lnTo>
                    <a:pt x="1046855" y="1125102"/>
                  </a:lnTo>
                  <a:lnTo>
                    <a:pt x="1074759" y="1125102"/>
                  </a:lnTo>
                  <a:lnTo>
                    <a:pt x="1084828" y="1127547"/>
                  </a:lnTo>
                  <a:lnTo>
                    <a:pt x="1087705" y="1132725"/>
                  </a:lnTo>
                  <a:lnTo>
                    <a:pt x="1090150" y="1135171"/>
                  </a:lnTo>
                  <a:lnTo>
                    <a:pt x="1104534" y="1140493"/>
                  </a:lnTo>
                  <a:lnTo>
                    <a:pt x="1107267" y="1137760"/>
                  </a:lnTo>
                  <a:lnTo>
                    <a:pt x="1109856" y="1137760"/>
                  </a:lnTo>
                  <a:lnTo>
                    <a:pt x="1117479" y="1140493"/>
                  </a:lnTo>
                  <a:lnTo>
                    <a:pt x="1120068" y="1142938"/>
                  </a:lnTo>
                  <a:lnTo>
                    <a:pt x="1122514" y="1142938"/>
                  </a:lnTo>
                  <a:lnTo>
                    <a:pt x="1127548" y="1147972"/>
                  </a:lnTo>
                  <a:lnTo>
                    <a:pt x="1129849" y="1147972"/>
                  </a:lnTo>
                  <a:lnTo>
                    <a:pt x="1129849" y="1145383"/>
                  </a:lnTo>
                  <a:lnTo>
                    <a:pt x="1137329" y="1150705"/>
                  </a:lnTo>
                  <a:lnTo>
                    <a:pt x="1137329" y="1153150"/>
                  </a:lnTo>
                  <a:lnTo>
                    <a:pt x="1142507" y="1153150"/>
                  </a:lnTo>
                  <a:lnTo>
                    <a:pt x="1144952" y="1155596"/>
                  </a:lnTo>
                  <a:lnTo>
                    <a:pt x="1147541" y="1158185"/>
                  </a:lnTo>
                  <a:lnTo>
                    <a:pt x="1150274" y="1155596"/>
                  </a:lnTo>
                  <a:lnTo>
                    <a:pt x="1147541" y="1155596"/>
                  </a:lnTo>
                  <a:lnTo>
                    <a:pt x="1147541" y="1153150"/>
                  </a:lnTo>
                  <a:lnTo>
                    <a:pt x="1150274" y="1153150"/>
                  </a:lnTo>
                  <a:lnTo>
                    <a:pt x="1150274" y="1150705"/>
                  </a:lnTo>
                  <a:lnTo>
                    <a:pt x="1157610" y="1153150"/>
                  </a:lnTo>
                  <a:lnTo>
                    <a:pt x="1155165" y="1150705"/>
                  </a:lnTo>
                  <a:lnTo>
                    <a:pt x="1165377" y="1150705"/>
                  </a:lnTo>
                  <a:lnTo>
                    <a:pt x="1160487" y="1147972"/>
                  </a:lnTo>
                  <a:lnTo>
                    <a:pt x="1160487" y="1145383"/>
                  </a:lnTo>
                  <a:lnTo>
                    <a:pt x="1165377" y="1147972"/>
                  </a:lnTo>
                  <a:lnTo>
                    <a:pt x="1167823" y="1150705"/>
                  </a:lnTo>
                  <a:lnTo>
                    <a:pt x="1170699" y="1150705"/>
                  </a:lnTo>
                  <a:lnTo>
                    <a:pt x="1170699" y="1152719"/>
                  </a:lnTo>
                  <a:lnTo>
                    <a:pt x="1174871" y="1152719"/>
                  </a:lnTo>
                  <a:lnTo>
                    <a:pt x="1177316" y="1155164"/>
                  </a:lnTo>
                  <a:lnTo>
                    <a:pt x="1177316" y="1152719"/>
                  </a:lnTo>
                  <a:lnTo>
                    <a:pt x="1185083" y="1155164"/>
                  </a:lnTo>
                  <a:lnTo>
                    <a:pt x="1187528" y="1155164"/>
                  </a:lnTo>
                  <a:lnTo>
                    <a:pt x="1190261" y="1152719"/>
                  </a:lnTo>
                  <a:lnTo>
                    <a:pt x="1192850" y="1155164"/>
                  </a:lnTo>
                  <a:lnTo>
                    <a:pt x="1197741" y="1155164"/>
                  </a:lnTo>
                  <a:lnTo>
                    <a:pt x="1195296" y="1152719"/>
                  </a:lnTo>
                  <a:lnTo>
                    <a:pt x="1192850" y="1152719"/>
                  </a:lnTo>
                  <a:lnTo>
                    <a:pt x="1187528" y="1147541"/>
                  </a:lnTo>
                  <a:lnTo>
                    <a:pt x="1192850" y="1150274"/>
                  </a:lnTo>
                  <a:lnTo>
                    <a:pt x="1195296" y="1150274"/>
                  </a:lnTo>
                  <a:lnTo>
                    <a:pt x="1197741" y="1147541"/>
                  </a:lnTo>
                  <a:lnTo>
                    <a:pt x="1187528" y="1142506"/>
                  </a:lnTo>
                  <a:lnTo>
                    <a:pt x="1187528" y="1144952"/>
                  </a:lnTo>
                  <a:lnTo>
                    <a:pt x="1185083" y="1142506"/>
                  </a:lnTo>
                  <a:lnTo>
                    <a:pt x="1180193" y="1142506"/>
                  </a:lnTo>
                  <a:lnTo>
                    <a:pt x="1180193" y="1140061"/>
                  </a:lnTo>
                  <a:lnTo>
                    <a:pt x="1177460" y="1137328"/>
                  </a:lnTo>
                  <a:lnTo>
                    <a:pt x="1175015" y="1137328"/>
                  </a:lnTo>
                  <a:lnTo>
                    <a:pt x="1175015" y="1134739"/>
                  </a:lnTo>
                  <a:lnTo>
                    <a:pt x="1172569" y="1134739"/>
                  </a:lnTo>
                  <a:lnTo>
                    <a:pt x="1172569" y="1127116"/>
                  </a:lnTo>
                  <a:lnTo>
                    <a:pt x="1170124" y="1122081"/>
                  </a:lnTo>
                  <a:lnTo>
                    <a:pt x="1167247" y="1119636"/>
                  </a:lnTo>
                  <a:lnTo>
                    <a:pt x="1164802" y="1119636"/>
                  </a:lnTo>
                  <a:lnTo>
                    <a:pt x="1162357" y="1117191"/>
                  </a:lnTo>
                  <a:lnTo>
                    <a:pt x="1159911" y="1117191"/>
                  </a:lnTo>
                  <a:lnTo>
                    <a:pt x="1159911" y="1114458"/>
                  </a:lnTo>
                  <a:lnTo>
                    <a:pt x="1154589" y="1114458"/>
                  </a:lnTo>
                  <a:lnTo>
                    <a:pt x="1152144" y="1111869"/>
                  </a:lnTo>
                  <a:lnTo>
                    <a:pt x="1149699" y="1109424"/>
                  </a:lnTo>
                  <a:lnTo>
                    <a:pt x="1144377" y="1106979"/>
                  </a:lnTo>
                  <a:lnTo>
                    <a:pt x="1141932" y="1109424"/>
                  </a:lnTo>
                  <a:lnTo>
                    <a:pt x="1141932" y="1106979"/>
                  </a:lnTo>
                  <a:lnTo>
                    <a:pt x="1139630" y="1106979"/>
                  </a:lnTo>
                  <a:lnTo>
                    <a:pt x="1134308" y="1101656"/>
                  </a:lnTo>
                  <a:lnTo>
                    <a:pt x="1131863" y="1099211"/>
                  </a:lnTo>
                  <a:lnTo>
                    <a:pt x="1131863" y="1096766"/>
                  </a:lnTo>
                  <a:lnTo>
                    <a:pt x="1129418" y="1096766"/>
                  </a:lnTo>
                  <a:lnTo>
                    <a:pt x="1131863" y="1094033"/>
                  </a:lnTo>
                  <a:lnTo>
                    <a:pt x="1126685" y="1094033"/>
                  </a:lnTo>
                  <a:lnTo>
                    <a:pt x="1124096" y="1091444"/>
                  </a:lnTo>
                  <a:lnTo>
                    <a:pt x="1121650" y="1091444"/>
                  </a:lnTo>
                  <a:lnTo>
                    <a:pt x="1121650" y="1086553"/>
                  </a:lnTo>
                  <a:lnTo>
                    <a:pt x="1119205" y="1088999"/>
                  </a:lnTo>
                  <a:lnTo>
                    <a:pt x="1116616" y="1088999"/>
                  </a:lnTo>
                  <a:lnTo>
                    <a:pt x="1113883" y="1091444"/>
                  </a:lnTo>
                  <a:lnTo>
                    <a:pt x="1111438" y="1086553"/>
                  </a:lnTo>
                  <a:lnTo>
                    <a:pt x="1111438" y="1083821"/>
                  </a:lnTo>
                  <a:lnTo>
                    <a:pt x="1106404" y="1083821"/>
                  </a:lnTo>
                  <a:lnTo>
                    <a:pt x="1106404" y="1078786"/>
                  </a:lnTo>
                  <a:lnTo>
                    <a:pt x="1103671" y="1081231"/>
                  </a:lnTo>
                  <a:lnTo>
                    <a:pt x="1098780" y="1078786"/>
                  </a:lnTo>
                  <a:lnTo>
                    <a:pt x="1088712" y="1083821"/>
                  </a:lnTo>
                  <a:lnTo>
                    <a:pt x="1083390" y="1078786"/>
                  </a:lnTo>
                  <a:lnTo>
                    <a:pt x="1080944" y="1078786"/>
                  </a:lnTo>
                  <a:lnTo>
                    <a:pt x="1076054" y="1081231"/>
                  </a:lnTo>
                  <a:lnTo>
                    <a:pt x="1076054" y="1083821"/>
                  </a:lnTo>
                  <a:lnTo>
                    <a:pt x="1065841" y="1083821"/>
                  </a:lnTo>
                  <a:lnTo>
                    <a:pt x="1063108" y="1081231"/>
                  </a:lnTo>
                  <a:lnTo>
                    <a:pt x="1055629" y="1081231"/>
                  </a:lnTo>
                  <a:lnTo>
                    <a:pt x="1055629" y="1083821"/>
                  </a:lnTo>
                  <a:lnTo>
                    <a:pt x="1050594" y="1083821"/>
                  </a:lnTo>
                  <a:lnTo>
                    <a:pt x="1048149" y="1081231"/>
                  </a:lnTo>
                  <a:lnTo>
                    <a:pt x="1040382" y="1081231"/>
                  </a:lnTo>
                  <a:lnTo>
                    <a:pt x="1035491" y="1078786"/>
                  </a:lnTo>
                  <a:lnTo>
                    <a:pt x="1032902" y="1078786"/>
                  </a:lnTo>
                  <a:lnTo>
                    <a:pt x="1027724" y="1081231"/>
                  </a:lnTo>
                  <a:lnTo>
                    <a:pt x="1027724" y="1078786"/>
                  </a:lnTo>
                  <a:lnTo>
                    <a:pt x="1025279" y="1076341"/>
                  </a:lnTo>
                  <a:lnTo>
                    <a:pt x="1012477" y="1076341"/>
                  </a:lnTo>
                  <a:lnTo>
                    <a:pt x="1012477" y="1078786"/>
                  </a:lnTo>
                  <a:lnTo>
                    <a:pt x="1006436" y="1078786"/>
                  </a:lnTo>
                  <a:lnTo>
                    <a:pt x="1006436" y="1076053"/>
                  </a:lnTo>
                  <a:lnTo>
                    <a:pt x="1008881" y="1076053"/>
                  </a:lnTo>
                  <a:lnTo>
                    <a:pt x="1008881" y="1073320"/>
                  </a:lnTo>
                  <a:lnTo>
                    <a:pt x="1003991" y="1073320"/>
                  </a:lnTo>
                  <a:lnTo>
                    <a:pt x="1003991" y="1070731"/>
                  </a:lnTo>
                  <a:lnTo>
                    <a:pt x="1006436" y="1070731"/>
                  </a:lnTo>
                  <a:lnTo>
                    <a:pt x="1006436" y="1068286"/>
                  </a:lnTo>
                  <a:lnTo>
                    <a:pt x="998669" y="1065841"/>
                  </a:lnTo>
                  <a:lnTo>
                    <a:pt x="978388" y="1065841"/>
                  </a:lnTo>
                  <a:lnTo>
                    <a:pt x="965586" y="1060519"/>
                  </a:lnTo>
                  <a:lnTo>
                    <a:pt x="955374" y="1060519"/>
                  </a:lnTo>
                  <a:lnTo>
                    <a:pt x="955374" y="1058073"/>
                  </a:lnTo>
                  <a:lnTo>
                    <a:pt x="952928" y="1058073"/>
                  </a:lnTo>
                  <a:lnTo>
                    <a:pt x="955374" y="1063108"/>
                  </a:lnTo>
                  <a:lnTo>
                    <a:pt x="950483" y="1063108"/>
                  </a:lnTo>
                  <a:lnTo>
                    <a:pt x="950483" y="1060519"/>
                  </a:lnTo>
                  <a:lnTo>
                    <a:pt x="952928" y="1055628"/>
                  </a:lnTo>
                  <a:lnTo>
                    <a:pt x="950483" y="1058073"/>
                  </a:lnTo>
                  <a:lnTo>
                    <a:pt x="950483" y="1055628"/>
                  </a:lnTo>
                  <a:lnTo>
                    <a:pt x="947894" y="1055628"/>
                  </a:lnTo>
                  <a:lnTo>
                    <a:pt x="950483" y="1058073"/>
                  </a:lnTo>
                  <a:lnTo>
                    <a:pt x="947894" y="1058073"/>
                  </a:lnTo>
                  <a:lnTo>
                    <a:pt x="942716" y="1052895"/>
                  </a:lnTo>
                  <a:lnTo>
                    <a:pt x="942716" y="1047861"/>
                  </a:lnTo>
                  <a:lnTo>
                    <a:pt x="945161" y="1045416"/>
                  </a:lnTo>
                  <a:lnTo>
                    <a:pt x="942716" y="1042683"/>
                  </a:lnTo>
                  <a:lnTo>
                    <a:pt x="940271" y="1042683"/>
                  </a:lnTo>
                  <a:lnTo>
                    <a:pt x="940271" y="1037648"/>
                  </a:lnTo>
                  <a:lnTo>
                    <a:pt x="934949" y="1032470"/>
                  </a:lnTo>
                  <a:lnTo>
                    <a:pt x="932503" y="1030025"/>
                  </a:lnTo>
                  <a:lnTo>
                    <a:pt x="930058" y="1024991"/>
                  </a:lnTo>
                  <a:lnTo>
                    <a:pt x="924736" y="1009600"/>
                  </a:lnTo>
                  <a:lnTo>
                    <a:pt x="922291" y="1004566"/>
                  </a:lnTo>
                  <a:lnTo>
                    <a:pt x="922291" y="999388"/>
                  </a:lnTo>
                  <a:lnTo>
                    <a:pt x="924736" y="999388"/>
                  </a:lnTo>
                  <a:lnTo>
                    <a:pt x="927469" y="996798"/>
                  </a:lnTo>
                  <a:lnTo>
                    <a:pt x="940271" y="989175"/>
                  </a:lnTo>
                  <a:lnTo>
                    <a:pt x="952928" y="986586"/>
                  </a:lnTo>
                  <a:lnTo>
                    <a:pt x="960696" y="986586"/>
                  </a:lnTo>
                  <a:lnTo>
                    <a:pt x="978388" y="984141"/>
                  </a:lnTo>
                  <a:lnTo>
                    <a:pt x="978388" y="986586"/>
                  </a:lnTo>
                  <a:lnTo>
                    <a:pt x="981121" y="986586"/>
                  </a:lnTo>
                  <a:lnTo>
                    <a:pt x="981121" y="984141"/>
                  </a:lnTo>
                  <a:lnTo>
                    <a:pt x="993778" y="984141"/>
                  </a:lnTo>
                  <a:lnTo>
                    <a:pt x="1001546" y="978962"/>
                  </a:lnTo>
                  <a:lnTo>
                    <a:pt x="1006436" y="978962"/>
                  </a:lnTo>
                  <a:lnTo>
                    <a:pt x="1008881" y="976373"/>
                  </a:lnTo>
                  <a:lnTo>
                    <a:pt x="1024416" y="973928"/>
                  </a:lnTo>
                  <a:lnTo>
                    <a:pt x="1026861" y="976373"/>
                  </a:lnTo>
                  <a:lnTo>
                    <a:pt x="1024416" y="976373"/>
                  </a:lnTo>
                  <a:lnTo>
                    <a:pt x="1026861" y="978962"/>
                  </a:lnTo>
                  <a:lnTo>
                    <a:pt x="1047862" y="978962"/>
                  </a:lnTo>
                  <a:lnTo>
                    <a:pt x="1045416" y="976373"/>
                  </a:lnTo>
                  <a:lnTo>
                    <a:pt x="1037649" y="976373"/>
                  </a:lnTo>
                  <a:lnTo>
                    <a:pt x="1037649" y="973928"/>
                  </a:lnTo>
                  <a:lnTo>
                    <a:pt x="1032615" y="971483"/>
                  </a:lnTo>
                  <a:lnTo>
                    <a:pt x="1032615" y="968750"/>
                  </a:lnTo>
                  <a:lnTo>
                    <a:pt x="1027437" y="968750"/>
                  </a:lnTo>
                  <a:lnTo>
                    <a:pt x="1027437" y="966305"/>
                  </a:lnTo>
                  <a:lnTo>
                    <a:pt x="1045416" y="963716"/>
                  </a:lnTo>
                  <a:lnTo>
                    <a:pt x="1055629" y="963716"/>
                  </a:lnTo>
                  <a:lnTo>
                    <a:pt x="1055629" y="966305"/>
                  </a:lnTo>
                  <a:lnTo>
                    <a:pt x="1052896" y="966305"/>
                  </a:lnTo>
                  <a:lnTo>
                    <a:pt x="1058074" y="968750"/>
                  </a:lnTo>
                  <a:lnTo>
                    <a:pt x="1060519" y="971483"/>
                  </a:lnTo>
                  <a:lnTo>
                    <a:pt x="1063108" y="971483"/>
                  </a:lnTo>
                  <a:lnTo>
                    <a:pt x="1073321" y="968750"/>
                  </a:lnTo>
                  <a:lnTo>
                    <a:pt x="1073321" y="966305"/>
                  </a:lnTo>
                  <a:lnTo>
                    <a:pt x="1068287" y="966305"/>
                  </a:lnTo>
                  <a:lnTo>
                    <a:pt x="1065841" y="968750"/>
                  </a:lnTo>
                  <a:lnTo>
                    <a:pt x="1063108" y="966305"/>
                  </a:lnTo>
                  <a:lnTo>
                    <a:pt x="1060519" y="966305"/>
                  </a:lnTo>
                  <a:lnTo>
                    <a:pt x="1058074" y="963716"/>
                  </a:lnTo>
                  <a:lnTo>
                    <a:pt x="1055629" y="963716"/>
                  </a:lnTo>
                  <a:lnTo>
                    <a:pt x="1059944" y="961414"/>
                  </a:lnTo>
                  <a:lnTo>
                    <a:pt x="1062533" y="961414"/>
                  </a:lnTo>
                  <a:lnTo>
                    <a:pt x="1055053" y="956236"/>
                  </a:lnTo>
                  <a:lnTo>
                    <a:pt x="1032039" y="958681"/>
                  </a:lnTo>
                  <a:lnTo>
                    <a:pt x="1029306" y="958681"/>
                  </a:lnTo>
                  <a:lnTo>
                    <a:pt x="1026861" y="956236"/>
                  </a:lnTo>
                  <a:lnTo>
                    <a:pt x="1022114" y="956236"/>
                  </a:lnTo>
                  <a:lnTo>
                    <a:pt x="1014491" y="958681"/>
                  </a:lnTo>
                  <a:lnTo>
                    <a:pt x="1009169" y="958681"/>
                  </a:lnTo>
                  <a:lnTo>
                    <a:pt x="1001833" y="961414"/>
                  </a:lnTo>
                  <a:lnTo>
                    <a:pt x="991621" y="958681"/>
                  </a:lnTo>
                  <a:lnTo>
                    <a:pt x="986299" y="961414"/>
                  </a:lnTo>
                  <a:lnTo>
                    <a:pt x="983854" y="958681"/>
                  </a:lnTo>
                  <a:lnTo>
                    <a:pt x="981408" y="961414"/>
                  </a:lnTo>
                  <a:lnTo>
                    <a:pt x="976086" y="961414"/>
                  </a:lnTo>
                  <a:lnTo>
                    <a:pt x="978675" y="953647"/>
                  </a:lnTo>
                  <a:lnTo>
                    <a:pt x="981408" y="953647"/>
                  </a:lnTo>
                  <a:lnTo>
                    <a:pt x="981408" y="951202"/>
                  </a:lnTo>
                  <a:lnTo>
                    <a:pt x="978675" y="951202"/>
                  </a:lnTo>
                  <a:lnTo>
                    <a:pt x="976086" y="948469"/>
                  </a:lnTo>
                  <a:lnTo>
                    <a:pt x="978675" y="948469"/>
                  </a:lnTo>
                  <a:lnTo>
                    <a:pt x="976086" y="946023"/>
                  </a:lnTo>
                  <a:lnTo>
                    <a:pt x="973641" y="943434"/>
                  </a:lnTo>
                  <a:lnTo>
                    <a:pt x="973641" y="946023"/>
                  </a:lnTo>
                  <a:lnTo>
                    <a:pt x="971196" y="948469"/>
                  </a:lnTo>
                  <a:lnTo>
                    <a:pt x="971196" y="951202"/>
                  </a:lnTo>
                  <a:lnTo>
                    <a:pt x="973641" y="951202"/>
                  </a:lnTo>
                  <a:lnTo>
                    <a:pt x="976086" y="953647"/>
                  </a:lnTo>
                  <a:lnTo>
                    <a:pt x="973641" y="956236"/>
                  </a:lnTo>
                  <a:lnTo>
                    <a:pt x="971196" y="961414"/>
                  </a:lnTo>
                  <a:lnTo>
                    <a:pt x="965874" y="958681"/>
                  </a:lnTo>
                  <a:lnTo>
                    <a:pt x="965874" y="956236"/>
                  </a:lnTo>
                  <a:lnTo>
                    <a:pt x="963428" y="958681"/>
                  </a:lnTo>
                  <a:lnTo>
                    <a:pt x="960983" y="958681"/>
                  </a:lnTo>
                  <a:lnTo>
                    <a:pt x="958394" y="956236"/>
                  </a:lnTo>
                  <a:lnTo>
                    <a:pt x="955661" y="956236"/>
                  </a:lnTo>
                  <a:lnTo>
                    <a:pt x="945449" y="953647"/>
                  </a:lnTo>
                  <a:lnTo>
                    <a:pt x="945449" y="951202"/>
                  </a:lnTo>
                  <a:lnTo>
                    <a:pt x="943003" y="951202"/>
                  </a:lnTo>
                  <a:lnTo>
                    <a:pt x="943003" y="940989"/>
                  </a:lnTo>
                  <a:lnTo>
                    <a:pt x="948182" y="935811"/>
                  </a:lnTo>
                  <a:lnTo>
                    <a:pt x="955661" y="933222"/>
                  </a:lnTo>
                  <a:lnTo>
                    <a:pt x="960983" y="935811"/>
                  </a:lnTo>
                  <a:lnTo>
                    <a:pt x="963428" y="935811"/>
                  </a:lnTo>
                  <a:lnTo>
                    <a:pt x="963428" y="938544"/>
                  </a:lnTo>
                  <a:lnTo>
                    <a:pt x="968607" y="938544"/>
                  </a:lnTo>
                  <a:lnTo>
                    <a:pt x="965874" y="935811"/>
                  </a:lnTo>
                  <a:lnTo>
                    <a:pt x="973641" y="935811"/>
                  </a:lnTo>
                  <a:lnTo>
                    <a:pt x="968607" y="933222"/>
                  </a:lnTo>
                  <a:lnTo>
                    <a:pt x="968607" y="930777"/>
                  </a:lnTo>
                  <a:lnTo>
                    <a:pt x="965874" y="928331"/>
                  </a:lnTo>
                  <a:lnTo>
                    <a:pt x="965874" y="925598"/>
                  </a:lnTo>
                  <a:lnTo>
                    <a:pt x="963428" y="928331"/>
                  </a:lnTo>
                  <a:lnTo>
                    <a:pt x="963428" y="923009"/>
                  </a:lnTo>
                  <a:lnTo>
                    <a:pt x="971196" y="923009"/>
                  </a:lnTo>
                  <a:lnTo>
                    <a:pt x="971196" y="920564"/>
                  </a:lnTo>
                  <a:lnTo>
                    <a:pt x="965874" y="920564"/>
                  </a:lnTo>
                  <a:lnTo>
                    <a:pt x="965874" y="918119"/>
                  </a:lnTo>
                  <a:lnTo>
                    <a:pt x="960983" y="918119"/>
                  </a:lnTo>
                  <a:lnTo>
                    <a:pt x="955661" y="920564"/>
                  </a:lnTo>
                  <a:lnTo>
                    <a:pt x="953216" y="923009"/>
                  </a:lnTo>
                  <a:lnTo>
                    <a:pt x="953216" y="925598"/>
                  </a:lnTo>
                  <a:lnTo>
                    <a:pt x="948182" y="925598"/>
                  </a:lnTo>
                  <a:lnTo>
                    <a:pt x="945449" y="928331"/>
                  </a:lnTo>
                  <a:lnTo>
                    <a:pt x="945449" y="925598"/>
                  </a:lnTo>
                  <a:lnTo>
                    <a:pt x="943003" y="925598"/>
                  </a:lnTo>
                  <a:lnTo>
                    <a:pt x="943003" y="928331"/>
                  </a:lnTo>
                  <a:lnTo>
                    <a:pt x="940558" y="925598"/>
                  </a:lnTo>
                  <a:lnTo>
                    <a:pt x="943003" y="923009"/>
                  </a:lnTo>
                  <a:lnTo>
                    <a:pt x="945449" y="920564"/>
                  </a:lnTo>
                  <a:lnTo>
                    <a:pt x="943003" y="918119"/>
                  </a:lnTo>
                  <a:lnTo>
                    <a:pt x="940558" y="915386"/>
                  </a:lnTo>
                  <a:lnTo>
                    <a:pt x="937969" y="912797"/>
                  </a:lnTo>
                  <a:lnTo>
                    <a:pt x="935236" y="915386"/>
                  </a:lnTo>
                  <a:lnTo>
                    <a:pt x="932791" y="912797"/>
                  </a:lnTo>
                  <a:lnTo>
                    <a:pt x="927757" y="910352"/>
                  </a:lnTo>
                  <a:lnTo>
                    <a:pt x="927757" y="912797"/>
                  </a:lnTo>
                  <a:lnTo>
                    <a:pt x="925024" y="915386"/>
                  </a:lnTo>
                  <a:lnTo>
                    <a:pt x="925024" y="920564"/>
                  </a:lnTo>
                  <a:lnTo>
                    <a:pt x="922578" y="920564"/>
                  </a:lnTo>
                  <a:lnTo>
                    <a:pt x="922578" y="917831"/>
                  </a:lnTo>
                  <a:lnTo>
                    <a:pt x="917688" y="910064"/>
                  </a:lnTo>
                  <a:lnTo>
                    <a:pt x="920133" y="904886"/>
                  </a:lnTo>
                  <a:lnTo>
                    <a:pt x="920133" y="897406"/>
                  </a:lnTo>
                  <a:lnTo>
                    <a:pt x="925024" y="882015"/>
                  </a:lnTo>
                  <a:lnTo>
                    <a:pt x="932791" y="871803"/>
                  </a:lnTo>
                  <a:lnTo>
                    <a:pt x="937969" y="866769"/>
                  </a:lnTo>
                  <a:lnTo>
                    <a:pt x="945449" y="861590"/>
                  </a:lnTo>
                  <a:lnTo>
                    <a:pt x="948182" y="861590"/>
                  </a:lnTo>
                  <a:lnTo>
                    <a:pt x="950771" y="856556"/>
                  </a:lnTo>
                  <a:lnTo>
                    <a:pt x="953216" y="854111"/>
                  </a:lnTo>
                  <a:lnTo>
                    <a:pt x="958394" y="846344"/>
                  </a:lnTo>
                  <a:lnTo>
                    <a:pt x="963428" y="848789"/>
                  </a:lnTo>
                  <a:lnTo>
                    <a:pt x="971196" y="846344"/>
                  </a:lnTo>
                  <a:lnTo>
                    <a:pt x="976086" y="846344"/>
                  </a:lnTo>
                  <a:lnTo>
                    <a:pt x="976086" y="843898"/>
                  </a:lnTo>
                  <a:lnTo>
                    <a:pt x="981408" y="836131"/>
                  </a:lnTo>
                  <a:lnTo>
                    <a:pt x="978675" y="830953"/>
                  </a:lnTo>
                  <a:lnTo>
                    <a:pt x="973641" y="828364"/>
                  </a:lnTo>
                  <a:lnTo>
                    <a:pt x="971196" y="828364"/>
                  </a:lnTo>
                  <a:lnTo>
                    <a:pt x="968607" y="825919"/>
                  </a:lnTo>
                  <a:lnTo>
                    <a:pt x="965874" y="823473"/>
                  </a:lnTo>
                  <a:lnTo>
                    <a:pt x="965874" y="815706"/>
                  </a:lnTo>
                  <a:lnTo>
                    <a:pt x="973641" y="805494"/>
                  </a:lnTo>
                  <a:lnTo>
                    <a:pt x="973641" y="804343"/>
                  </a:lnTo>
                  <a:lnTo>
                    <a:pt x="994066" y="791397"/>
                  </a:lnTo>
                  <a:lnTo>
                    <a:pt x="1001833" y="791397"/>
                  </a:lnTo>
                  <a:lnTo>
                    <a:pt x="1004279" y="788952"/>
                  </a:lnTo>
                  <a:lnTo>
                    <a:pt x="1016936" y="778740"/>
                  </a:lnTo>
                  <a:lnTo>
                    <a:pt x="1024704" y="770972"/>
                  </a:lnTo>
                  <a:lnTo>
                    <a:pt x="1027149" y="768527"/>
                  </a:lnTo>
                  <a:lnTo>
                    <a:pt x="1039807" y="765938"/>
                  </a:lnTo>
                  <a:lnTo>
                    <a:pt x="1042539" y="763493"/>
                  </a:lnTo>
                  <a:lnTo>
                    <a:pt x="1050019" y="763493"/>
                  </a:lnTo>
                  <a:lnTo>
                    <a:pt x="1055341" y="761048"/>
                  </a:lnTo>
                  <a:lnTo>
                    <a:pt x="1057786" y="758315"/>
                  </a:lnTo>
                  <a:lnTo>
                    <a:pt x="1067999" y="755726"/>
                  </a:lnTo>
                  <a:lnTo>
                    <a:pt x="1075766" y="753280"/>
                  </a:lnTo>
                  <a:lnTo>
                    <a:pt x="1080657" y="750835"/>
                  </a:lnTo>
                  <a:lnTo>
                    <a:pt x="1085979" y="750835"/>
                  </a:lnTo>
                  <a:lnTo>
                    <a:pt x="1113739" y="743068"/>
                  </a:lnTo>
                  <a:lnTo>
                    <a:pt x="1116472" y="740622"/>
                  </a:lnTo>
                  <a:lnTo>
                    <a:pt x="1121507" y="740622"/>
                  </a:lnTo>
                  <a:lnTo>
                    <a:pt x="1134164" y="735301"/>
                  </a:lnTo>
                  <a:lnTo>
                    <a:pt x="1136754" y="735301"/>
                  </a:lnTo>
                  <a:lnTo>
                    <a:pt x="1141932" y="732855"/>
                  </a:lnTo>
                  <a:close/>
                  <a:moveTo>
                    <a:pt x="818296" y="497393"/>
                  </a:moveTo>
                  <a:lnTo>
                    <a:pt x="833831" y="499838"/>
                  </a:lnTo>
                  <a:lnTo>
                    <a:pt x="836276" y="499838"/>
                  </a:lnTo>
                  <a:lnTo>
                    <a:pt x="838721" y="502283"/>
                  </a:lnTo>
                  <a:lnTo>
                    <a:pt x="838721" y="499838"/>
                  </a:lnTo>
                  <a:lnTo>
                    <a:pt x="861592" y="504873"/>
                  </a:lnTo>
                  <a:lnTo>
                    <a:pt x="869359" y="502283"/>
                  </a:lnTo>
                  <a:lnTo>
                    <a:pt x="877126" y="504873"/>
                  </a:lnTo>
                  <a:lnTo>
                    <a:pt x="882017" y="504873"/>
                  </a:lnTo>
                  <a:lnTo>
                    <a:pt x="887339" y="507318"/>
                  </a:lnTo>
                  <a:lnTo>
                    <a:pt x="905031" y="510051"/>
                  </a:lnTo>
                  <a:lnTo>
                    <a:pt x="920421" y="507318"/>
                  </a:lnTo>
                  <a:lnTo>
                    <a:pt x="928189" y="504873"/>
                  </a:lnTo>
                  <a:lnTo>
                    <a:pt x="935524" y="507318"/>
                  </a:lnTo>
                  <a:lnTo>
                    <a:pt x="948470" y="517530"/>
                  </a:lnTo>
                  <a:lnTo>
                    <a:pt x="951059" y="527743"/>
                  </a:lnTo>
                  <a:lnTo>
                    <a:pt x="951059" y="530476"/>
                  </a:lnTo>
                  <a:lnTo>
                    <a:pt x="953504" y="532921"/>
                  </a:lnTo>
                  <a:lnTo>
                    <a:pt x="958682" y="540688"/>
                  </a:lnTo>
                  <a:lnTo>
                    <a:pt x="961272" y="543134"/>
                  </a:lnTo>
                  <a:lnTo>
                    <a:pt x="971484" y="555791"/>
                  </a:lnTo>
                  <a:lnTo>
                    <a:pt x="989176" y="568593"/>
                  </a:lnTo>
                  <a:lnTo>
                    <a:pt x="989176" y="571326"/>
                  </a:lnTo>
                  <a:lnTo>
                    <a:pt x="989176" y="573771"/>
                  </a:lnTo>
                  <a:lnTo>
                    <a:pt x="984142" y="578805"/>
                  </a:lnTo>
                  <a:lnTo>
                    <a:pt x="981697" y="581538"/>
                  </a:lnTo>
                  <a:lnTo>
                    <a:pt x="976374" y="586429"/>
                  </a:lnTo>
                  <a:lnTo>
                    <a:pt x="976374" y="589018"/>
                  </a:lnTo>
                  <a:lnTo>
                    <a:pt x="976374" y="596641"/>
                  </a:lnTo>
                  <a:lnTo>
                    <a:pt x="978964" y="599230"/>
                  </a:lnTo>
                  <a:lnTo>
                    <a:pt x="978964" y="596641"/>
                  </a:lnTo>
                  <a:lnTo>
                    <a:pt x="981697" y="596641"/>
                  </a:lnTo>
                  <a:lnTo>
                    <a:pt x="981697" y="589018"/>
                  </a:lnTo>
                  <a:lnTo>
                    <a:pt x="981697" y="586429"/>
                  </a:lnTo>
                  <a:lnTo>
                    <a:pt x="984142" y="583984"/>
                  </a:lnTo>
                  <a:lnTo>
                    <a:pt x="989176" y="581538"/>
                  </a:lnTo>
                  <a:lnTo>
                    <a:pt x="991765" y="578805"/>
                  </a:lnTo>
                  <a:lnTo>
                    <a:pt x="994354" y="573771"/>
                  </a:lnTo>
                  <a:lnTo>
                    <a:pt x="999245" y="576216"/>
                  </a:lnTo>
                  <a:lnTo>
                    <a:pt x="1002122" y="576216"/>
                  </a:lnTo>
                  <a:lnTo>
                    <a:pt x="1007012" y="578805"/>
                  </a:lnTo>
                  <a:lnTo>
                    <a:pt x="1007012" y="583984"/>
                  </a:lnTo>
                  <a:lnTo>
                    <a:pt x="1007012" y="586429"/>
                  </a:lnTo>
                  <a:lnTo>
                    <a:pt x="1007012" y="589018"/>
                  </a:lnTo>
                  <a:lnTo>
                    <a:pt x="1007012" y="591751"/>
                  </a:lnTo>
                  <a:lnTo>
                    <a:pt x="1004567" y="596641"/>
                  </a:lnTo>
                  <a:lnTo>
                    <a:pt x="1002122" y="596641"/>
                  </a:lnTo>
                  <a:lnTo>
                    <a:pt x="1002122" y="601676"/>
                  </a:lnTo>
                  <a:lnTo>
                    <a:pt x="999245" y="601676"/>
                  </a:lnTo>
                  <a:lnTo>
                    <a:pt x="996800" y="606854"/>
                  </a:lnTo>
                  <a:lnTo>
                    <a:pt x="996800" y="609443"/>
                  </a:lnTo>
                  <a:lnTo>
                    <a:pt x="999245" y="606854"/>
                  </a:lnTo>
                  <a:lnTo>
                    <a:pt x="1002122" y="609443"/>
                  </a:lnTo>
                  <a:lnTo>
                    <a:pt x="1002122" y="606854"/>
                  </a:lnTo>
                  <a:lnTo>
                    <a:pt x="1004567" y="606854"/>
                  </a:lnTo>
                  <a:lnTo>
                    <a:pt x="1009457" y="604409"/>
                  </a:lnTo>
                  <a:lnTo>
                    <a:pt x="1014779" y="596641"/>
                  </a:lnTo>
                  <a:lnTo>
                    <a:pt x="1017225" y="594196"/>
                  </a:lnTo>
                  <a:lnTo>
                    <a:pt x="1017225" y="591751"/>
                  </a:lnTo>
                  <a:lnTo>
                    <a:pt x="1014779" y="589018"/>
                  </a:lnTo>
                  <a:lnTo>
                    <a:pt x="1012190" y="586429"/>
                  </a:lnTo>
                  <a:lnTo>
                    <a:pt x="1019670" y="581538"/>
                  </a:lnTo>
                  <a:lnTo>
                    <a:pt x="1040095" y="581538"/>
                  </a:lnTo>
                  <a:lnTo>
                    <a:pt x="1042828" y="578805"/>
                  </a:lnTo>
                  <a:lnTo>
                    <a:pt x="1047862" y="578805"/>
                  </a:lnTo>
                  <a:lnTo>
                    <a:pt x="1060520" y="586429"/>
                  </a:lnTo>
                  <a:lnTo>
                    <a:pt x="1073178" y="594196"/>
                  </a:lnTo>
                  <a:lnTo>
                    <a:pt x="1078500" y="604409"/>
                  </a:lnTo>
                  <a:lnTo>
                    <a:pt x="1078500" y="606854"/>
                  </a:lnTo>
                  <a:lnTo>
                    <a:pt x="1088712" y="624834"/>
                  </a:lnTo>
                  <a:lnTo>
                    <a:pt x="1088712" y="627279"/>
                  </a:lnTo>
                  <a:lnTo>
                    <a:pt x="1091157" y="632313"/>
                  </a:lnTo>
                  <a:lnTo>
                    <a:pt x="1098925" y="650149"/>
                  </a:lnTo>
                  <a:lnTo>
                    <a:pt x="1098925" y="652738"/>
                  </a:lnTo>
                  <a:lnTo>
                    <a:pt x="1101370" y="657916"/>
                  </a:lnTo>
                  <a:lnTo>
                    <a:pt x="1109137" y="670574"/>
                  </a:lnTo>
                  <a:lnTo>
                    <a:pt x="1109137" y="673163"/>
                  </a:lnTo>
                  <a:lnTo>
                    <a:pt x="1111582" y="678341"/>
                  </a:lnTo>
                  <a:lnTo>
                    <a:pt x="1119350" y="683376"/>
                  </a:lnTo>
                  <a:lnTo>
                    <a:pt x="1119350" y="685821"/>
                  </a:lnTo>
                  <a:lnTo>
                    <a:pt x="1116761" y="688554"/>
                  </a:lnTo>
                  <a:lnTo>
                    <a:pt x="1119350" y="690999"/>
                  </a:lnTo>
                  <a:lnTo>
                    <a:pt x="1121795" y="693588"/>
                  </a:lnTo>
                  <a:lnTo>
                    <a:pt x="1124240" y="696034"/>
                  </a:lnTo>
                  <a:lnTo>
                    <a:pt x="1124240" y="703657"/>
                  </a:lnTo>
                  <a:lnTo>
                    <a:pt x="1124240" y="708979"/>
                  </a:lnTo>
                  <a:lnTo>
                    <a:pt x="1124240" y="711424"/>
                  </a:lnTo>
                  <a:lnTo>
                    <a:pt x="1121795" y="711424"/>
                  </a:lnTo>
                  <a:lnTo>
                    <a:pt x="1119350" y="711424"/>
                  </a:lnTo>
                  <a:lnTo>
                    <a:pt x="1116761" y="716459"/>
                  </a:lnTo>
                  <a:lnTo>
                    <a:pt x="1114028" y="716459"/>
                  </a:lnTo>
                  <a:lnTo>
                    <a:pt x="1111582" y="716459"/>
                  </a:lnTo>
                  <a:lnTo>
                    <a:pt x="1109137" y="719191"/>
                  </a:lnTo>
                  <a:lnTo>
                    <a:pt x="1106548" y="719191"/>
                  </a:lnTo>
                  <a:lnTo>
                    <a:pt x="1101370" y="724082"/>
                  </a:lnTo>
                  <a:lnTo>
                    <a:pt x="1098925" y="724082"/>
                  </a:lnTo>
                  <a:lnTo>
                    <a:pt x="1093603" y="726671"/>
                  </a:lnTo>
                  <a:lnTo>
                    <a:pt x="1086267" y="726671"/>
                  </a:lnTo>
                  <a:lnTo>
                    <a:pt x="1080945" y="729404"/>
                  </a:lnTo>
                  <a:lnTo>
                    <a:pt x="1073178" y="729404"/>
                  </a:lnTo>
                  <a:lnTo>
                    <a:pt x="1070732" y="731849"/>
                  </a:lnTo>
                  <a:lnTo>
                    <a:pt x="1068287" y="731849"/>
                  </a:lnTo>
                  <a:lnTo>
                    <a:pt x="1065842" y="731849"/>
                  </a:lnTo>
                  <a:lnTo>
                    <a:pt x="1060520" y="736884"/>
                  </a:lnTo>
                  <a:lnTo>
                    <a:pt x="1058075" y="736884"/>
                  </a:lnTo>
                  <a:lnTo>
                    <a:pt x="1052896" y="739616"/>
                  </a:lnTo>
                  <a:lnTo>
                    <a:pt x="1040095" y="744507"/>
                  </a:lnTo>
                  <a:lnTo>
                    <a:pt x="1037650" y="747096"/>
                  </a:lnTo>
                  <a:lnTo>
                    <a:pt x="1029882" y="747096"/>
                  </a:lnTo>
                  <a:lnTo>
                    <a:pt x="1024992" y="749829"/>
                  </a:lnTo>
                  <a:lnTo>
                    <a:pt x="1017225" y="752274"/>
                  </a:lnTo>
                  <a:lnTo>
                    <a:pt x="1017225" y="754720"/>
                  </a:lnTo>
                  <a:lnTo>
                    <a:pt x="1012190" y="757309"/>
                  </a:lnTo>
                  <a:lnTo>
                    <a:pt x="1009457" y="757309"/>
                  </a:lnTo>
                  <a:lnTo>
                    <a:pt x="1007012" y="760041"/>
                  </a:lnTo>
                  <a:lnTo>
                    <a:pt x="994354" y="764932"/>
                  </a:lnTo>
                  <a:lnTo>
                    <a:pt x="986587" y="767521"/>
                  </a:lnTo>
                  <a:lnTo>
                    <a:pt x="984142" y="767521"/>
                  </a:lnTo>
                  <a:lnTo>
                    <a:pt x="984142" y="769966"/>
                  </a:lnTo>
                  <a:lnTo>
                    <a:pt x="981697" y="769966"/>
                  </a:lnTo>
                  <a:lnTo>
                    <a:pt x="981697" y="772699"/>
                  </a:lnTo>
                  <a:lnTo>
                    <a:pt x="978964" y="775145"/>
                  </a:lnTo>
                  <a:lnTo>
                    <a:pt x="971484" y="772699"/>
                  </a:lnTo>
                  <a:lnTo>
                    <a:pt x="963717" y="775145"/>
                  </a:lnTo>
                  <a:lnTo>
                    <a:pt x="961272" y="777734"/>
                  </a:lnTo>
                  <a:lnTo>
                    <a:pt x="961272" y="780179"/>
                  </a:lnTo>
                  <a:lnTo>
                    <a:pt x="955949" y="780179"/>
                  </a:lnTo>
                  <a:lnTo>
                    <a:pt x="951059" y="782912"/>
                  </a:lnTo>
                  <a:lnTo>
                    <a:pt x="948470" y="787946"/>
                  </a:lnTo>
                  <a:lnTo>
                    <a:pt x="945737" y="790391"/>
                  </a:lnTo>
                  <a:lnTo>
                    <a:pt x="945737" y="793124"/>
                  </a:lnTo>
                  <a:lnTo>
                    <a:pt x="945737" y="795570"/>
                  </a:lnTo>
                  <a:lnTo>
                    <a:pt x="943292" y="795570"/>
                  </a:lnTo>
                  <a:lnTo>
                    <a:pt x="943292" y="798015"/>
                  </a:lnTo>
                  <a:lnTo>
                    <a:pt x="940846" y="800604"/>
                  </a:lnTo>
                  <a:lnTo>
                    <a:pt x="935524" y="810816"/>
                  </a:lnTo>
                  <a:lnTo>
                    <a:pt x="935524" y="815995"/>
                  </a:lnTo>
                  <a:lnTo>
                    <a:pt x="930634" y="818440"/>
                  </a:lnTo>
                  <a:lnTo>
                    <a:pt x="920421" y="821029"/>
                  </a:lnTo>
                  <a:lnTo>
                    <a:pt x="912654" y="828652"/>
                  </a:lnTo>
                  <a:lnTo>
                    <a:pt x="907764" y="828652"/>
                  </a:lnTo>
                  <a:lnTo>
                    <a:pt x="897551" y="823762"/>
                  </a:lnTo>
                  <a:lnTo>
                    <a:pt x="897551" y="821029"/>
                  </a:lnTo>
                  <a:lnTo>
                    <a:pt x="899996" y="821029"/>
                  </a:lnTo>
                  <a:lnTo>
                    <a:pt x="894962" y="818440"/>
                  </a:lnTo>
                  <a:lnTo>
                    <a:pt x="894962" y="823762"/>
                  </a:lnTo>
                  <a:lnTo>
                    <a:pt x="894962" y="826207"/>
                  </a:lnTo>
                  <a:lnTo>
                    <a:pt x="897551" y="828652"/>
                  </a:lnTo>
                  <a:lnTo>
                    <a:pt x="897551" y="833974"/>
                  </a:lnTo>
                  <a:lnTo>
                    <a:pt x="892229" y="844187"/>
                  </a:lnTo>
                  <a:lnTo>
                    <a:pt x="887339" y="849077"/>
                  </a:lnTo>
                  <a:lnTo>
                    <a:pt x="877126" y="856845"/>
                  </a:lnTo>
                  <a:lnTo>
                    <a:pt x="877126" y="859290"/>
                  </a:lnTo>
                  <a:lnTo>
                    <a:pt x="874537" y="867057"/>
                  </a:lnTo>
                  <a:lnTo>
                    <a:pt x="866914" y="884749"/>
                  </a:lnTo>
                  <a:lnTo>
                    <a:pt x="869359" y="889927"/>
                  </a:lnTo>
                  <a:lnTo>
                    <a:pt x="866914" y="894962"/>
                  </a:lnTo>
                  <a:lnTo>
                    <a:pt x="861592" y="902585"/>
                  </a:lnTo>
                  <a:lnTo>
                    <a:pt x="861592" y="905174"/>
                  </a:lnTo>
                  <a:lnTo>
                    <a:pt x="859146" y="907907"/>
                  </a:lnTo>
                  <a:lnTo>
                    <a:pt x="859146" y="910352"/>
                  </a:lnTo>
                  <a:lnTo>
                    <a:pt x="851379" y="912798"/>
                  </a:lnTo>
                  <a:lnTo>
                    <a:pt x="843899" y="915387"/>
                  </a:lnTo>
                  <a:lnTo>
                    <a:pt x="831098" y="918120"/>
                  </a:lnTo>
                  <a:lnTo>
                    <a:pt x="826064" y="918120"/>
                  </a:lnTo>
                  <a:lnTo>
                    <a:pt x="818296" y="920565"/>
                  </a:lnTo>
                  <a:lnTo>
                    <a:pt x="815851" y="918120"/>
                  </a:lnTo>
                  <a:lnTo>
                    <a:pt x="810817" y="912798"/>
                  </a:lnTo>
                  <a:lnTo>
                    <a:pt x="813406" y="912798"/>
                  </a:lnTo>
                  <a:lnTo>
                    <a:pt x="813406" y="910352"/>
                  </a:lnTo>
                  <a:lnTo>
                    <a:pt x="813406" y="907907"/>
                  </a:lnTo>
                  <a:lnTo>
                    <a:pt x="810817" y="905174"/>
                  </a:lnTo>
                  <a:lnTo>
                    <a:pt x="805639" y="900140"/>
                  </a:lnTo>
                  <a:lnTo>
                    <a:pt x="803193" y="900140"/>
                  </a:lnTo>
                  <a:lnTo>
                    <a:pt x="803193" y="902585"/>
                  </a:lnTo>
                  <a:lnTo>
                    <a:pt x="803193" y="905174"/>
                  </a:lnTo>
                  <a:lnTo>
                    <a:pt x="805639" y="905174"/>
                  </a:lnTo>
                  <a:lnTo>
                    <a:pt x="803193" y="907907"/>
                  </a:lnTo>
                  <a:lnTo>
                    <a:pt x="797871" y="910352"/>
                  </a:lnTo>
                  <a:lnTo>
                    <a:pt x="792981" y="915387"/>
                  </a:lnTo>
                  <a:lnTo>
                    <a:pt x="787659" y="920565"/>
                  </a:lnTo>
                  <a:lnTo>
                    <a:pt x="787659" y="923010"/>
                  </a:lnTo>
                  <a:lnTo>
                    <a:pt x="782768" y="923010"/>
                  </a:lnTo>
                  <a:lnTo>
                    <a:pt x="767234" y="925599"/>
                  </a:lnTo>
                  <a:lnTo>
                    <a:pt x="762343" y="928332"/>
                  </a:lnTo>
                  <a:lnTo>
                    <a:pt x="757021" y="930777"/>
                  </a:lnTo>
                  <a:lnTo>
                    <a:pt x="749542" y="938545"/>
                  </a:lnTo>
                  <a:lnTo>
                    <a:pt x="744363" y="935812"/>
                  </a:lnTo>
                  <a:lnTo>
                    <a:pt x="741918" y="935812"/>
                  </a:lnTo>
                  <a:lnTo>
                    <a:pt x="736884" y="935812"/>
                  </a:lnTo>
                  <a:lnTo>
                    <a:pt x="736884" y="933223"/>
                  </a:lnTo>
                  <a:lnTo>
                    <a:pt x="734151" y="930777"/>
                  </a:lnTo>
                  <a:lnTo>
                    <a:pt x="731706" y="920565"/>
                  </a:lnTo>
                  <a:lnTo>
                    <a:pt x="731706" y="918120"/>
                  </a:lnTo>
                  <a:lnTo>
                    <a:pt x="729260" y="912798"/>
                  </a:lnTo>
                  <a:lnTo>
                    <a:pt x="731706" y="887482"/>
                  </a:lnTo>
                  <a:lnTo>
                    <a:pt x="731706" y="884749"/>
                  </a:lnTo>
                  <a:lnTo>
                    <a:pt x="734151" y="879715"/>
                  </a:lnTo>
                  <a:lnTo>
                    <a:pt x="731706" y="874537"/>
                  </a:lnTo>
                  <a:lnTo>
                    <a:pt x="729260" y="872091"/>
                  </a:lnTo>
                  <a:lnTo>
                    <a:pt x="729260" y="869502"/>
                  </a:lnTo>
                  <a:lnTo>
                    <a:pt x="726671" y="869502"/>
                  </a:lnTo>
                  <a:lnTo>
                    <a:pt x="726671" y="849077"/>
                  </a:lnTo>
                  <a:lnTo>
                    <a:pt x="719048" y="836420"/>
                  </a:lnTo>
                  <a:lnTo>
                    <a:pt x="716459" y="836420"/>
                  </a:lnTo>
                  <a:lnTo>
                    <a:pt x="708835" y="828652"/>
                  </a:lnTo>
                  <a:lnTo>
                    <a:pt x="706246" y="826207"/>
                  </a:lnTo>
                  <a:lnTo>
                    <a:pt x="701068" y="818440"/>
                  </a:lnTo>
                  <a:lnTo>
                    <a:pt x="698623" y="815995"/>
                  </a:lnTo>
                  <a:lnTo>
                    <a:pt x="696034" y="810816"/>
                  </a:lnTo>
                  <a:lnTo>
                    <a:pt x="690856" y="803337"/>
                  </a:lnTo>
                  <a:lnTo>
                    <a:pt x="688410" y="798015"/>
                  </a:lnTo>
                  <a:lnTo>
                    <a:pt x="690856" y="798015"/>
                  </a:lnTo>
                  <a:lnTo>
                    <a:pt x="693301" y="798015"/>
                  </a:lnTo>
                  <a:lnTo>
                    <a:pt x="696034" y="800604"/>
                  </a:lnTo>
                  <a:lnTo>
                    <a:pt x="696034" y="798015"/>
                  </a:lnTo>
                  <a:lnTo>
                    <a:pt x="698623" y="798015"/>
                  </a:lnTo>
                  <a:lnTo>
                    <a:pt x="688410" y="793124"/>
                  </a:lnTo>
                  <a:lnTo>
                    <a:pt x="685821" y="793124"/>
                  </a:lnTo>
                  <a:lnTo>
                    <a:pt x="678198" y="793124"/>
                  </a:lnTo>
                  <a:lnTo>
                    <a:pt x="675609" y="793124"/>
                  </a:lnTo>
                  <a:lnTo>
                    <a:pt x="667985" y="790391"/>
                  </a:lnTo>
                  <a:lnTo>
                    <a:pt x="665540" y="790391"/>
                  </a:lnTo>
                  <a:lnTo>
                    <a:pt x="662951" y="787946"/>
                  </a:lnTo>
                  <a:lnTo>
                    <a:pt x="662951" y="785357"/>
                  </a:lnTo>
                  <a:lnTo>
                    <a:pt x="665540" y="787946"/>
                  </a:lnTo>
                  <a:lnTo>
                    <a:pt x="667985" y="787946"/>
                  </a:lnTo>
                  <a:lnTo>
                    <a:pt x="670431" y="787946"/>
                  </a:lnTo>
                  <a:lnTo>
                    <a:pt x="670431" y="785357"/>
                  </a:lnTo>
                  <a:lnTo>
                    <a:pt x="675609" y="780179"/>
                  </a:lnTo>
                  <a:lnTo>
                    <a:pt x="675609" y="777734"/>
                  </a:lnTo>
                  <a:lnTo>
                    <a:pt x="678198" y="775145"/>
                  </a:lnTo>
                  <a:lnTo>
                    <a:pt x="678198" y="772699"/>
                  </a:lnTo>
                  <a:lnTo>
                    <a:pt x="675609" y="769966"/>
                  </a:lnTo>
                  <a:lnTo>
                    <a:pt x="678198" y="769966"/>
                  </a:lnTo>
                  <a:lnTo>
                    <a:pt x="678198" y="767521"/>
                  </a:lnTo>
                  <a:lnTo>
                    <a:pt x="680643" y="764932"/>
                  </a:lnTo>
                  <a:lnTo>
                    <a:pt x="683088" y="764932"/>
                  </a:lnTo>
                  <a:lnTo>
                    <a:pt x="685821" y="764932"/>
                  </a:lnTo>
                  <a:lnTo>
                    <a:pt x="685821" y="762487"/>
                  </a:lnTo>
                  <a:lnTo>
                    <a:pt x="683088" y="762487"/>
                  </a:lnTo>
                  <a:lnTo>
                    <a:pt x="685821" y="760041"/>
                  </a:lnTo>
                  <a:lnTo>
                    <a:pt x="685821" y="757309"/>
                  </a:lnTo>
                  <a:lnTo>
                    <a:pt x="685821" y="754720"/>
                  </a:lnTo>
                  <a:lnTo>
                    <a:pt x="690856" y="754720"/>
                  </a:lnTo>
                  <a:lnTo>
                    <a:pt x="693301" y="754720"/>
                  </a:lnTo>
                  <a:lnTo>
                    <a:pt x="696034" y="749829"/>
                  </a:lnTo>
                  <a:lnTo>
                    <a:pt x="696034" y="747096"/>
                  </a:lnTo>
                  <a:lnTo>
                    <a:pt x="698623" y="744507"/>
                  </a:lnTo>
                  <a:lnTo>
                    <a:pt x="701068" y="744507"/>
                  </a:lnTo>
                  <a:lnTo>
                    <a:pt x="703513" y="742062"/>
                  </a:lnTo>
                  <a:lnTo>
                    <a:pt x="703513" y="739616"/>
                  </a:lnTo>
                  <a:lnTo>
                    <a:pt x="703513" y="736884"/>
                  </a:lnTo>
                  <a:lnTo>
                    <a:pt x="706246" y="736884"/>
                  </a:lnTo>
                  <a:lnTo>
                    <a:pt x="708835" y="736884"/>
                  </a:lnTo>
                  <a:lnTo>
                    <a:pt x="708835" y="734295"/>
                  </a:lnTo>
                  <a:lnTo>
                    <a:pt x="708835" y="731849"/>
                  </a:lnTo>
                  <a:lnTo>
                    <a:pt x="719048" y="726671"/>
                  </a:lnTo>
                  <a:lnTo>
                    <a:pt x="723938" y="724082"/>
                  </a:lnTo>
                  <a:lnTo>
                    <a:pt x="726671" y="724082"/>
                  </a:lnTo>
                  <a:lnTo>
                    <a:pt x="726671" y="726671"/>
                  </a:lnTo>
                  <a:lnTo>
                    <a:pt x="729260" y="724082"/>
                  </a:lnTo>
                  <a:lnTo>
                    <a:pt x="729260" y="719191"/>
                  </a:lnTo>
                  <a:lnTo>
                    <a:pt x="726671" y="716459"/>
                  </a:lnTo>
                  <a:lnTo>
                    <a:pt x="723938" y="714013"/>
                  </a:lnTo>
                  <a:lnTo>
                    <a:pt x="726671" y="714013"/>
                  </a:lnTo>
                  <a:lnTo>
                    <a:pt x="729260" y="714013"/>
                  </a:lnTo>
                  <a:lnTo>
                    <a:pt x="729260" y="711424"/>
                  </a:lnTo>
                  <a:lnTo>
                    <a:pt x="729260" y="708979"/>
                  </a:lnTo>
                  <a:lnTo>
                    <a:pt x="731706" y="708979"/>
                  </a:lnTo>
                  <a:lnTo>
                    <a:pt x="734151" y="708979"/>
                  </a:lnTo>
                  <a:lnTo>
                    <a:pt x="734151" y="706246"/>
                  </a:lnTo>
                  <a:lnTo>
                    <a:pt x="731706" y="703657"/>
                  </a:lnTo>
                  <a:lnTo>
                    <a:pt x="734151" y="701212"/>
                  </a:lnTo>
                  <a:lnTo>
                    <a:pt x="736884" y="698766"/>
                  </a:lnTo>
                  <a:lnTo>
                    <a:pt x="734151" y="693588"/>
                  </a:lnTo>
                  <a:lnTo>
                    <a:pt x="736884" y="693588"/>
                  </a:lnTo>
                  <a:lnTo>
                    <a:pt x="736884" y="690999"/>
                  </a:lnTo>
                  <a:lnTo>
                    <a:pt x="736884" y="688554"/>
                  </a:lnTo>
                  <a:lnTo>
                    <a:pt x="734151" y="685821"/>
                  </a:lnTo>
                  <a:lnTo>
                    <a:pt x="734151" y="683376"/>
                  </a:lnTo>
                  <a:lnTo>
                    <a:pt x="736884" y="683376"/>
                  </a:lnTo>
                  <a:lnTo>
                    <a:pt x="739473" y="683376"/>
                  </a:lnTo>
                  <a:lnTo>
                    <a:pt x="741918" y="685821"/>
                  </a:lnTo>
                  <a:lnTo>
                    <a:pt x="744363" y="685821"/>
                  </a:lnTo>
                  <a:lnTo>
                    <a:pt x="752131" y="685821"/>
                  </a:lnTo>
                  <a:lnTo>
                    <a:pt x="754576" y="688554"/>
                  </a:lnTo>
                  <a:lnTo>
                    <a:pt x="759898" y="685821"/>
                  </a:lnTo>
                  <a:lnTo>
                    <a:pt x="762343" y="685821"/>
                  </a:lnTo>
                  <a:lnTo>
                    <a:pt x="762343" y="683376"/>
                  </a:lnTo>
                  <a:lnTo>
                    <a:pt x="762343" y="678341"/>
                  </a:lnTo>
                  <a:lnTo>
                    <a:pt x="759898" y="673163"/>
                  </a:lnTo>
                  <a:lnTo>
                    <a:pt x="759898" y="670574"/>
                  </a:lnTo>
                  <a:lnTo>
                    <a:pt x="757021" y="670574"/>
                  </a:lnTo>
                  <a:lnTo>
                    <a:pt x="754576" y="670574"/>
                  </a:lnTo>
                  <a:lnTo>
                    <a:pt x="752131" y="665684"/>
                  </a:lnTo>
                  <a:lnTo>
                    <a:pt x="754576" y="657916"/>
                  </a:lnTo>
                  <a:lnTo>
                    <a:pt x="757021" y="657916"/>
                  </a:lnTo>
                  <a:lnTo>
                    <a:pt x="757021" y="660362"/>
                  </a:lnTo>
                  <a:lnTo>
                    <a:pt x="759898" y="660362"/>
                  </a:lnTo>
                  <a:lnTo>
                    <a:pt x="759898" y="657916"/>
                  </a:lnTo>
                  <a:lnTo>
                    <a:pt x="759898" y="655471"/>
                  </a:lnTo>
                  <a:lnTo>
                    <a:pt x="759898" y="652738"/>
                  </a:lnTo>
                  <a:lnTo>
                    <a:pt x="762343" y="655471"/>
                  </a:lnTo>
                  <a:lnTo>
                    <a:pt x="764788" y="652738"/>
                  </a:lnTo>
                  <a:lnTo>
                    <a:pt x="767234" y="647704"/>
                  </a:lnTo>
                  <a:lnTo>
                    <a:pt x="769967" y="647704"/>
                  </a:lnTo>
                  <a:lnTo>
                    <a:pt x="769967" y="645259"/>
                  </a:lnTo>
                  <a:lnTo>
                    <a:pt x="772556" y="642526"/>
                  </a:lnTo>
                  <a:lnTo>
                    <a:pt x="775001" y="642526"/>
                  </a:lnTo>
                  <a:lnTo>
                    <a:pt x="777446" y="635046"/>
                  </a:lnTo>
                  <a:lnTo>
                    <a:pt x="777446" y="632313"/>
                  </a:lnTo>
                  <a:lnTo>
                    <a:pt x="780179" y="629724"/>
                  </a:lnTo>
                  <a:lnTo>
                    <a:pt x="782768" y="629724"/>
                  </a:lnTo>
                  <a:lnTo>
                    <a:pt x="782768" y="627279"/>
                  </a:lnTo>
                  <a:lnTo>
                    <a:pt x="785213" y="627279"/>
                  </a:lnTo>
                  <a:lnTo>
                    <a:pt x="785213" y="624834"/>
                  </a:lnTo>
                  <a:lnTo>
                    <a:pt x="787659" y="622101"/>
                  </a:lnTo>
                  <a:lnTo>
                    <a:pt x="787659" y="619655"/>
                  </a:lnTo>
                  <a:lnTo>
                    <a:pt x="790392" y="619655"/>
                  </a:lnTo>
                  <a:lnTo>
                    <a:pt x="792981" y="619655"/>
                  </a:lnTo>
                  <a:lnTo>
                    <a:pt x="790392" y="617066"/>
                  </a:lnTo>
                  <a:lnTo>
                    <a:pt x="795426" y="614621"/>
                  </a:lnTo>
                  <a:lnTo>
                    <a:pt x="795426" y="617066"/>
                  </a:lnTo>
                  <a:lnTo>
                    <a:pt x="797871" y="617066"/>
                  </a:lnTo>
                  <a:lnTo>
                    <a:pt x="800604" y="614621"/>
                  </a:lnTo>
                  <a:lnTo>
                    <a:pt x="797871" y="614621"/>
                  </a:lnTo>
                  <a:lnTo>
                    <a:pt x="797871" y="611888"/>
                  </a:lnTo>
                  <a:lnTo>
                    <a:pt x="800604" y="611888"/>
                  </a:lnTo>
                  <a:lnTo>
                    <a:pt x="803193" y="611888"/>
                  </a:lnTo>
                  <a:lnTo>
                    <a:pt x="805639" y="606854"/>
                  </a:lnTo>
                  <a:lnTo>
                    <a:pt x="805639" y="604409"/>
                  </a:lnTo>
                  <a:lnTo>
                    <a:pt x="808084" y="599230"/>
                  </a:lnTo>
                  <a:lnTo>
                    <a:pt x="808084" y="596641"/>
                  </a:lnTo>
                  <a:lnTo>
                    <a:pt x="813406" y="591751"/>
                  </a:lnTo>
                  <a:lnTo>
                    <a:pt x="818296" y="591751"/>
                  </a:lnTo>
                  <a:lnTo>
                    <a:pt x="821029" y="589018"/>
                  </a:lnTo>
                  <a:lnTo>
                    <a:pt x="823475" y="586429"/>
                  </a:lnTo>
                  <a:lnTo>
                    <a:pt x="823475" y="583984"/>
                  </a:lnTo>
                  <a:lnTo>
                    <a:pt x="823475" y="581538"/>
                  </a:lnTo>
                  <a:lnTo>
                    <a:pt x="823475" y="578805"/>
                  </a:lnTo>
                  <a:lnTo>
                    <a:pt x="821029" y="573771"/>
                  </a:lnTo>
                  <a:lnTo>
                    <a:pt x="818296" y="571326"/>
                  </a:lnTo>
                  <a:lnTo>
                    <a:pt x="815851" y="571326"/>
                  </a:lnTo>
                  <a:lnTo>
                    <a:pt x="813406" y="566004"/>
                  </a:lnTo>
                  <a:lnTo>
                    <a:pt x="813406" y="563559"/>
                  </a:lnTo>
                  <a:lnTo>
                    <a:pt x="815851" y="558380"/>
                  </a:lnTo>
                  <a:lnTo>
                    <a:pt x="813406" y="553346"/>
                  </a:lnTo>
                  <a:lnTo>
                    <a:pt x="810817" y="550901"/>
                  </a:lnTo>
                  <a:lnTo>
                    <a:pt x="813406" y="550901"/>
                  </a:lnTo>
                  <a:lnTo>
                    <a:pt x="813406" y="548168"/>
                  </a:lnTo>
                  <a:lnTo>
                    <a:pt x="813406" y="540688"/>
                  </a:lnTo>
                  <a:lnTo>
                    <a:pt x="813406" y="537955"/>
                  </a:lnTo>
                  <a:lnTo>
                    <a:pt x="813406" y="532921"/>
                  </a:lnTo>
                  <a:lnTo>
                    <a:pt x="815851" y="532921"/>
                  </a:lnTo>
                  <a:lnTo>
                    <a:pt x="815851" y="530476"/>
                  </a:lnTo>
                  <a:lnTo>
                    <a:pt x="815851" y="525298"/>
                  </a:lnTo>
                  <a:lnTo>
                    <a:pt x="815851" y="517530"/>
                  </a:lnTo>
                  <a:lnTo>
                    <a:pt x="818296" y="515085"/>
                  </a:lnTo>
                  <a:lnTo>
                    <a:pt x="818296" y="512496"/>
                  </a:lnTo>
                  <a:lnTo>
                    <a:pt x="815851" y="510051"/>
                  </a:lnTo>
                  <a:lnTo>
                    <a:pt x="813406" y="507318"/>
                  </a:lnTo>
                  <a:lnTo>
                    <a:pt x="815851" y="504873"/>
                  </a:lnTo>
                  <a:lnTo>
                    <a:pt x="813406" y="504873"/>
                  </a:lnTo>
                  <a:lnTo>
                    <a:pt x="813406" y="502283"/>
                  </a:lnTo>
                  <a:lnTo>
                    <a:pt x="813406" y="499838"/>
                  </a:lnTo>
                  <a:close/>
                  <a:moveTo>
                    <a:pt x="1052896" y="341760"/>
                  </a:moveTo>
                  <a:lnTo>
                    <a:pt x="1055629" y="344205"/>
                  </a:lnTo>
                  <a:lnTo>
                    <a:pt x="1052896" y="344205"/>
                  </a:lnTo>
                  <a:close/>
                  <a:moveTo>
                    <a:pt x="1126829" y="331547"/>
                  </a:moveTo>
                  <a:lnTo>
                    <a:pt x="1132007" y="339027"/>
                  </a:lnTo>
                  <a:lnTo>
                    <a:pt x="1129562" y="341759"/>
                  </a:lnTo>
                  <a:lnTo>
                    <a:pt x="1126829" y="349239"/>
                  </a:lnTo>
                  <a:lnTo>
                    <a:pt x="1124240" y="349239"/>
                  </a:lnTo>
                  <a:lnTo>
                    <a:pt x="1124240" y="354417"/>
                  </a:lnTo>
                  <a:lnTo>
                    <a:pt x="1119350" y="359452"/>
                  </a:lnTo>
                  <a:lnTo>
                    <a:pt x="1116761" y="359452"/>
                  </a:lnTo>
                  <a:lnTo>
                    <a:pt x="1111582" y="367219"/>
                  </a:lnTo>
                  <a:lnTo>
                    <a:pt x="1111582" y="369664"/>
                  </a:lnTo>
                  <a:lnTo>
                    <a:pt x="1103815" y="377288"/>
                  </a:lnTo>
                  <a:lnTo>
                    <a:pt x="1103815" y="382609"/>
                  </a:lnTo>
                  <a:lnTo>
                    <a:pt x="1098925" y="390089"/>
                  </a:lnTo>
                  <a:lnTo>
                    <a:pt x="1088712" y="397713"/>
                  </a:lnTo>
                  <a:lnTo>
                    <a:pt x="1091157" y="397713"/>
                  </a:lnTo>
                  <a:lnTo>
                    <a:pt x="1073178" y="410514"/>
                  </a:lnTo>
                  <a:lnTo>
                    <a:pt x="1070732" y="407925"/>
                  </a:lnTo>
                  <a:lnTo>
                    <a:pt x="1068287" y="405480"/>
                  </a:lnTo>
                  <a:lnTo>
                    <a:pt x="1068287" y="403034"/>
                  </a:lnTo>
                  <a:lnTo>
                    <a:pt x="1063109" y="403034"/>
                  </a:lnTo>
                  <a:lnTo>
                    <a:pt x="1063109" y="400302"/>
                  </a:lnTo>
                  <a:lnTo>
                    <a:pt x="1065842" y="400302"/>
                  </a:lnTo>
                  <a:lnTo>
                    <a:pt x="1063109" y="397713"/>
                  </a:lnTo>
                  <a:lnTo>
                    <a:pt x="1060520" y="397713"/>
                  </a:lnTo>
                  <a:lnTo>
                    <a:pt x="1060520" y="395267"/>
                  </a:lnTo>
                  <a:lnTo>
                    <a:pt x="1055629" y="395267"/>
                  </a:lnTo>
                  <a:lnTo>
                    <a:pt x="1050307" y="392822"/>
                  </a:lnTo>
                  <a:lnTo>
                    <a:pt x="1050307" y="390089"/>
                  </a:lnTo>
                  <a:lnTo>
                    <a:pt x="1047862" y="387500"/>
                  </a:lnTo>
                  <a:lnTo>
                    <a:pt x="1050307" y="385055"/>
                  </a:lnTo>
                  <a:lnTo>
                    <a:pt x="1058075" y="377288"/>
                  </a:lnTo>
                  <a:lnTo>
                    <a:pt x="1063109" y="377288"/>
                  </a:lnTo>
                  <a:lnTo>
                    <a:pt x="1068287" y="372397"/>
                  </a:lnTo>
                  <a:lnTo>
                    <a:pt x="1070732" y="372397"/>
                  </a:lnTo>
                  <a:lnTo>
                    <a:pt x="1070732" y="367219"/>
                  </a:lnTo>
                  <a:lnTo>
                    <a:pt x="1080945" y="362184"/>
                  </a:lnTo>
                  <a:lnTo>
                    <a:pt x="1083534" y="357006"/>
                  </a:lnTo>
                  <a:lnTo>
                    <a:pt x="1086267" y="354417"/>
                  </a:lnTo>
                  <a:lnTo>
                    <a:pt x="1091157" y="351972"/>
                  </a:lnTo>
                  <a:lnTo>
                    <a:pt x="1093603" y="349239"/>
                  </a:lnTo>
                  <a:lnTo>
                    <a:pt x="1103815" y="349239"/>
                  </a:lnTo>
                  <a:lnTo>
                    <a:pt x="1109137" y="344205"/>
                  </a:lnTo>
                  <a:lnTo>
                    <a:pt x="1116761" y="341759"/>
                  </a:lnTo>
                  <a:lnTo>
                    <a:pt x="1116761" y="336581"/>
                  </a:lnTo>
                  <a:lnTo>
                    <a:pt x="1121795" y="333992"/>
                  </a:lnTo>
                  <a:close/>
                  <a:moveTo>
                    <a:pt x="1231399" y="300909"/>
                  </a:moveTo>
                  <a:lnTo>
                    <a:pt x="1234132" y="300909"/>
                  </a:lnTo>
                  <a:lnTo>
                    <a:pt x="1239022" y="300909"/>
                  </a:lnTo>
                  <a:lnTo>
                    <a:pt x="1234132" y="305943"/>
                  </a:lnTo>
                  <a:lnTo>
                    <a:pt x="1239022" y="305943"/>
                  </a:lnTo>
                  <a:lnTo>
                    <a:pt x="1246790" y="303354"/>
                  </a:lnTo>
                  <a:lnTo>
                    <a:pt x="1246790" y="308676"/>
                  </a:lnTo>
                  <a:lnTo>
                    <a:pt x="1249235" y="308676"/>
                  </a:lnTo>
                  <a:lnTo>
                    <a:pt x="1249235" y="311121"/>
                  </a:lnTo>
                  <a:lnTo>
                    <a:pt x="1254413" y="313567"/>
                  </a:lnTo>
                  <a:lnTo>
                    <a:pt x="1254413" y="323779"/>
                  </a:lnTo>
                  <a:lnTo>
                    <a:pt x="1251680" y="328814"/>
                  </a:lnTo>
                  <a:lnTo>
                    <a:pt x="1249235" y="328814"/>
                  </a:lnTo>
                  <a:lnTo>
                    <a:pt x="1251680" y="331547"/>
                  </a:lnTo>
                  <a:lnTo>
                    <a:pt x="1249235" y="333992"/>
                  </a:lnTo>
                  <a:lnTo>
                    <a:pt x="1251680" y="336581"/>
                  </a:lnTo>
                  <a:lnTo>
                    <a:pt x="1251680" y="339026"/>
                  </a:lnTo>
                  <a:lnTo>
                    <a:pt x="1251680" y="341759"/>
                  </a:lnTo>
                  <a:lnTo>
                    <a:pt x="1254413" y="341759"/>
                  </a:lnTo>
                  <a:lnTo>
                    <a:pt x="1254413" y="344204"/>
                  </a:lnTo>
                  <a:lnTo>
                    <a:pt x="1249235" y="346793"/>
                  </a:lnTo>
                  <a:lnTo>
                    <a:pt x="1251680" y="351972"/>
                  </a:lnTo>
                  <a:lnTo>
                    <a:pt x="1254413" y="351972"/>
                  </a:lnTo>
                  <a:lnTo>
                    <a:pt x="1257002" y="351972"/>
                  </a:lnTo>
                  <a:lnTo>
                    <a:pt x="1261893" y="351972"/>
                  </a:lnTo>
                  <a:lnTo>
                    <a:pt x="1267215" y="349239"/>
                  </a:lnTo>
                  <a:lnTo>
                    <a:pt x="1272105" y="351972"/>
                  </a:lnTo>
                  <a:lnTo>
                    <a:pt x="1272105" y="349239"/>
                  </a:lnTo>
                  <a:lnTo>
                    <a:pt x="1274694" y="346793"/>
                  </a:lnTo>
                  <a:lnTo>
                    <a:pt x="1279872" y="346793"/>
                  </a:lnTo>
                  <a:lnTo>
                    <a:pt x="1282318" y="349239"/>
                  </a:lnTo>
                  <a:lnTo>
                    <a:pt x="1284907" y="349239"/>
                  </a:lnTo>
                  <a:lnTo>
                    <a:pt x="1287640" y="346793"/>
                  </a:lnTo>
                  <a:lnTo>
                    <a:pt x="1292530" y="354417"/>
                  </a:lnTo>
                  <a:lnTo>
                    <a:pt x="1290085" y="357006"/>
                  </a:lnTo>
                  <a:lnTo>
                    <a:pt x="1295119" y="357006"/>
                  </a:lnTo>
                  <a:lnTo>
                    <a:pt x="1292530" y="359451"/>
                  </a:lnTo>
                  <a:lnTo>
                    <a:pt x="1295119" y="359451"/>
                  </a:lnTo>
                  <a:lnTo>
                    <a:pt x="1300297" y="362184"/>
                  </a:lnTo>
                  <a:lnTo>
                    <a:pt x="1300297" y="364629"/>
                  </a:lnTo>
                  <a:lnTo>
                    <a:pt x="1302743" y="364629"/>
                  </a:lnTo>
                  <a:lnTo>
                    <a:pt x="1305332" y="364629"/>
                  </a:lnTo>
                  <a:lnTo>
                    <a:pt x="1302743" y="367218"/>
                  </a:lnTo>
                  <a:lnTo>
                    <a:pt x="1300297" y="369664"/>
                  </a:lnTo>
                  <a:lnTo>
                    <a:pt x="1297852" y="374842"/>
                  </a:lnTo>
                  <a:lnTo>
                    <a:pt x="1300297" y="379876"/>
                  </a:lnTo>
                  <a:lnTo>
                    <a:pt x="1300297" y="385054"/>
                  </a:lnTo>
                  <a:lnTo>
                    <a:pt x="1302743" y="385054"/>
                  </a:lnTo>
                  <a:lnTo>
                    <a:pt x="1302743" y="387500"/>
                  </a:lnTo>
                  <a:lnTo>
                    <a:pt x="1312955" y="392822"/>
                  </a:lnTo>
                  <a:lnTo>
                    <a:pt x="1315401" y="400301"/>
                  </a:lnTo>
                  <a:lnTo>
                    <a:pt x="1320722" y="403034"/>
                  </a:lnTo>
                  <a:lnTo>
                    <a:pt x="1320722" y="407925"/>
                  </a:lnTo>
                  <a:lnTo>
                    <a:pt x="1318277" y="407925"/>
                  </a:lnTo>
                  <a:lnTo>
                    <a:pt x="1312955" y="410514"/>
                  </a:lnTo>
                  <a:lnTo>
                    <a:pt x="1305332" y="410514"/>
                  </a:lnTo>
                  <a:lnTo>
                    <a:pt x="1305332" y="413247"/>
                  </a:lnTo>
                  <a:lnTo>
                    <a:pt x="1302743" y="413247"/>
                  </a:lnTo>
                  <a:lnTo>
                    <a:pt x="1302743" y="415692"/>
                  </a:lnTo>
                  <a:lnTo>
                    <a:pt x="1300297" y="418137"/>
                  </a:lnTo>
                  <a:lnTo>
                    <a:pt x="1305332" y="418137"/>
                  </a:lnTo>
                  <a:lnTo>
                    <a:pt x="1308065" y="418137"/>
                  </a:lnTo>
                  <a:lnTo>
                    <a:pt x="1310510" y="420726"/>
                  </a:lnTo>
                  <a:lnTo>
                    <a:pt x="1312955" y="418137"/>
                  </a:lnTo>
                  <a:lnTo>
                    <a:pt x="1320722" y="418137"/>
                  </a:lnTo>
                  <a:lnTo>
                    <a:pt x="1325757" y="418137"/>
                  </a:lnTo>
                  <a:lnTo>
                    <a:pt x="1328490" y="418137"/>
                  </a:lnTo>
                  <a:lnTo>
                    <a:pt x="1325757" y="423171"/>
                  </a:lnTo>
                  <a:lnTo>
                    <a:pt x="1320722" y="420726"/>
                  </a:lnTo>
                  <a:lnTo>
                    <a:pt x="1323168" y="423171"/>
                  </a:lnTo>
                  <a:lnTo>
                    <a:pt x="1323168" y="425904"/>
                  </a:lnTo>
                  <a:lnTo>
                    <a:pt x="1325757" y="425904"/>
                  </a:lnTo>
                  <a:lnTo>
                    <a:pt x="1325757" y="428350"/>
                  </a:lnTo>
                  <a:lnTo>
                    <a:pt x="1325757" y="433384"/>
                  </a:lnTo>
                  <a:lnTo>
                    <a:pt x="1328490" y="436117"/>
                  </a:lnTo>
                  <a:lnTo>
                    <a:pt x="1325757" y="443596"/>
                  </a:lnTo>
                  <a:lnTo>
                    <a:pt x="1325757" y="448775"/>
                  </a:lnTo>
                  <a:lnTo>
                    <a:pt x="1323168" y="448775"/>
                  </a:lnTo>
                  <a:lnTo>
                    <a:pt x="1325757" y="456542"/>
                  </a:lnTo>
                  <a:lnTo>
                    <a:pt x="1325757" y="458987"/>
                  </a:lnTo>
                  <a:lnTo>
                    <a:pt x="1325757" y="464022"/>
                  </a:lnTo>
                  <a:lnTo>
                    <a:pt x="1335970" y="464022"/>
                  </a:lnTo>
                  <a:lnTo>
                    <a:pt x="1341148" y="461432"/>
                  </a:lnTo>
                  <a:lnTo>
                    <a:pt x="1343593" y="458987"/>
                  </a:lnTo>
                  <a:lnTo>
                    <a:pt x="1348627" y="461432"/>
                  </a:lnTo>
                  <a:lnTo>
                    <a:pt x="1351360" y="461432"/>
                  </a:lnTo>
                  <a:lnTo>
                    <a:pt x="1353805" y="461432"/>
                  </a:lnTo>
                  <a:lnTo>
                    <a:pt x="1356251" y="466754"/>
                  </a:lnTo>
                  <a:lnTo>
                    <a:pt x="1369052" y="466754"/>
                  </a:lnTo>
                  <a:lnTo>
                    <a:pt x="1374230" y="471789"/>
                  </a:lnTo>
                  <a:lnTo>
                    <a:pt x="1376676" y="471789"/>
                  </a:lnTo>
                  <a:lnTo>
                    <a:pt x="1374230" y="481857"/>
                  </a:lnTo>
                  <a:lnTo>
                    <a:pt x="1371785" y="494659"/>
                  </a:lnTo>
                  <a:lnTo>
                    <a:pt x="1366463" y="522707"/>
                  </a:lnTo>
                  <a:lnTo>
                    <a:pt x="1364018" y="550900"/>
                  </a:lnTo>
                  <a:lnTo>
                    <a:pt x="1361573" y="563558"/>
                  </a:lnTo>
                  <a:lnTo>
                    <a:pt x="1358840" y="563558"/>
                  </a:lnTo>
                  <a:lnTo>
                    <a:pt x="1351360" y="568592"/>
                  </a:lnTo>
                  <a:lnTo>
                    <a:pt x="1351360" y="566003"/>
                  </a:lnTo>
                  <a:lnTo>
                    <a:pt x="1348627" y="566003"/>
                  </a:lnTo>
                  <a:lnTo>
                    <a:pt x="1341148" y="563558"/>
                  </a:lnTo>
                  <a:lnTo>
                    <a:pt x="1341148" y="566003"/>
                  </a:lnTo>
                  <a:lnTo>
                    <a:pt x="1343593" y="568592"/>
                  </a:lnTo>
                  <a:lnTo>
                    <a:pt x="1341148" y="571325"/>
                  </a:lnTo>
                  <a:lnTo>
                    <a:pt x="1338702" y="571325"/>
                  </a:lnTo>
                  <a:lnTo>
                    <a:pt x="1335970" y="571325"/>
                  </a:lnTo>
                  <a:lnTo>
                    <a:pt x="1335970" y="568592"/>
                  </a:lnTo>
                  <a:lnTo>
                    <a:pt x="1333380" y="568592"/>
                  </a:lnTo>
                  <a:lnTo>
                    <a:pt x="1333380" y="571325"/>
                  </a:lnTo>
                  <a:lnTo>
                    <a:pt x="1330935" y="571325"/>
                  </a:lnTo>
                  <a:lnTo>
                    <a:pt x="1330935" y="568592"/>
                  </a:lnTo>
                  <a:lnTo>
                    <a:pt x="1328490" y="571325"/>
                  </a:lnTo>
                  <a:lnTo>
                    <a:pt x="1328490" y="573770"/>
                  </a:lnTo>
                  <a:lnTo>
                    <a:pt x="1330935" y="578804"/>
                  </a:lnTo>
                  <a:lnTo>
                    <a:pt x="1328490" y="581537"/>
                  </a:lnTo>
                  <a:lnTo>
                    <a:pt x="1325757" y="583983"/>
                  </a:lnTo>
                  <a:lnTo>
                    <a:pt x="1323168" y="583983"/>
                  </a:lnTo>
                  <a:lnTo>
                    <a:pt x="1320722" y="586428"/>
                  </a:lnTo>
                  <a:lnTo>
                    <a:pt x="1315401" y="586428"/>
                  </a:lnTo>
                  <a:lnTo>
                    <a:pt x="1312955" y="589017"/>
                  </a:lnTo>
                  <a:lnTo>
                    <a:pt x="1308065" y="591750"/>
                  </a:lnTo>
                  <a:lnTo>
                    <a:pt x="1305332" y="591750"/>
                  </a:lnTo>
                  <a:lnTo>
                    <a:pt x="1302743" y="596640"/>
                  </a:lnTo>
                  <a:lnTo>
                    <a:pt x="1297852" y="594195"/>
                  </a:lnTo>
                  <a:lnTo>
                    <a:pt x="1284907" y="604408"/>
                  </a:lnTo>
                  <a:lnTo>
                    <a:pt x="1277427" y="604408"/>
                  </a:lnTo>
                  <a:lnTo>
                    <a:pt x="1272105" y="606853"/>
                  </a:lnTo>
                  <a:lnTo>
                    <a:pt x="1251680" y="609442"/>
                  </a:lnTo>
                  <a:lnTo>
                    <a:pt x="1249235" y="609442"/>
                  </a:lnTo>
                  <a:lnTo>
                    <a:pt x="1246790" y="609442"/>
                  </a:lnTo>
                  <a:lnTo>
                    <a:pt x="1231399" y="606853"/>
                  </a:lnTo>
                  <a:lnTo>
                    <a:pt x="1218597" y="599230"/>
                  </a:lnTo>
                  <a:lnTo>
                    <a:pt x="1208385" y="594195"/>
                  </a:lnTo>
                  <a:lnTo>
                    <a:pt x="1208385" y="589017"/>
                  </a:lnTo>
                  <a:lnTo>
                    <a:pt x="1198172" y="578804"/>
                  </a:lnTo>
                  <a:lnTo>
                    <a:pt x="1198172" y="576215"/>
                  </a:lnTo>
                  <a:lnTo>
                    <a:pt x="1195727" y="573770"/>
                  </a:lnTo>
                  <a:lnTo>
                    <a:pt x="1193282" y="568592"/>
                  </a:lnTo>
                  <a:lnTo>
                    <a:pt x="1190693" y="561112"/>
                  </a:lnTo>
                  <a:lnTo>
                    <a:pt x="1190693" y="555790"/>
                  </a:lnTo>
                  <a:lnTo>
                    <a:pt x="1198172" y="550900"/>
                  </a:lnTo>
                  <a:lnTo>
                    <a:pt x="1210974" y="545722"/>
                  </a:lnTo>
                  <a:lnTo>
                    <a:pt x="1216152" y="543133"/>
                  </a:lnTo>
                  <a:lnTo>
                    <a:pt x="1226365" y="543133"/>
                  </a:lnTo>
                  <a:lnTo>
                    <a:pt x="1236577" y="543133"/>
                  </a:lnTo>
                  <a:lnTo>
                    <a:pt x="1239022" y="545722"/>
                  </a:lnTo>
                  <a:lnTo>
                    <a:pt x="1241468" y="545722"/>
                  </a:lnTo>
                  <a:lnTo>
                    <a:pt x="1239022" y="543133"/>
                  </a:lnTo>
                  <a:lnTo>
                    <a:pt x="1239022" y="540687"/>
                  </a:lnTo>
                  <a:lnTo>
                    <a:pt x="1236577" y="537954"/>
                  </a:lnTo>
                  <a:lnTo>
                    <a:pt x="1241468" y="537954"/>
                  </a:lnTo>
                  <a:lnTo>
                    <a:pt x="1244344" y="535365"/>
                  </a:lnTo>
                  <a:lnTo>
                    <a:pt x="1246790" y="532920"/>
                  </a:lnTo>
                  <a:lnTo>
                    <a:pt x="1254413" y="527742"/>
                  </a:lnTo>
                  <a:lnTo>
                    <a:pt x="1267215" y="527742"/>
                  </a:lnTo>
                  <a:lnTo>
                    <a:pt x="1274694" y="530475"/>
                  </a:lnTo>
                  <a:lnTo>
                    <a:pt x="1282318" y="530475"/>
                  </a:lnTo>
                  <a:lnTo>
                    <a:pt x="1284907" y="530475"/>
                  </a:lnTo>
                  <a:lnTo>
                    <a:pt x="1290085" y="530475"/>
                  </a:lnTo>
                  <a:lnTo>
                    <a:pt x="1292530" y="532920"/>
                  </a:lnTo>
                  <a:lnTo>
                    <a:pt x="1297852" y="535365"/>
                  </a:lnTo>
                  <a:lnTo>
                    <a:pt x="1305332" y="532920"/>
                  </a:lnTo>
                  <a:lnTo>
                    <a:pt x="1305332" y="530475"/>
                  </a:lnTo>
                  <a:lnTo>
                    <a:pt x="1305332" y="527742"/>
                  </a:lnTo>
                  <a:lnTo>
                    <a:pt x="1302743" y="527742"/>
                  </a:lnTo>
                  <a:lnTo>
                    <a:pt x="1302743" y="525297"/>
                  </a:lnTo>
                  <a:lnTo>
                    <a:pt x="1310510" y="525297"/>
                  </a:lnTo>
                  <a:lnTo>
                    <a:pt x="1312955" y="525297"/>
                  </a:lnTo>
                  <a:lnTo>
                    <a:pt x="1312955" y="522707"/>
                  </a:lnTo>
                  <a:lnTo>
                    <a:pt x="1312955" y="520262"/>
                  </a:lnTo>
                  <a:lnTo>
                    <a:pt x="1315401" y="520262"/>
                  </a:lnTo>
                  <a:lnTo>
                    <a:pt x="1325757" y="515084"/>
                  </a:lnTo>
                  <a:lnTo>
                    <a:pt x="1325757" y="512495"/>
                  </a:lnTo>
                  <a:lnTo>
                    <a:pt x="1330935" y="504872"/>
                  </a:lnTo>
                  <a:lnTo>
                    <a:pt x="1328490" y="504872"/>
                  </a:lnTo>
                  <a:lnTo>
                    <a:pt x="1325757" y="499837"/>
                  </a:lnTo>
                  <a:lnTo>
                    <a:pt x="1323168" y="502282"/>
                  </a:lnTo>
                  <a:lnTo>
                    <a:pt x="1320722" y="499837"/>
                  </a:lnTo>
                  <a:lnTo>
                    <a:pt x="1320722" y="504872"/>
                  </a:lnTo>
                  <a:lnTo>
                    <a:pt x="1315401" y="510050"/>
                  </a:lnTo>
                  <a:lnTo>
                    <a:pt x="1312955" y="510050"/>
                  </a:lnTo>
                  <a:lnTo>
                    <a:pt x="1312955" y="512495"/>
                  </a:lnTo>
                  <a:lnTo>
                    <a:pt x="1308065" y="512495"/>
                  </a:lnTo>
                  <a:lnTo>
                    <a:pt x="1308065" y="510050"/>
                  </a:lnTo>
                  <a:lnTo>
                    <a:pt x="1305332" y="510050"/>
                  </a:lnTo>
                  <a:lnTo>
                    <a:pt x="1305332" y="512495"/>
                  </a:lnTo>
                  <a:lnTo>
                    <a:pt x="1308065" y="515084"/>
                  </a:lnTo>
                  <a:lnTo>
                    <a:pt x="1305332" y="515084"/>
                  </a:lnTo>
                  <a:lnTo>
                    <a:pt x="1302743" y="515084"/>
                  </a:lnTo>
                  <a:lnTo>
                    <a:pt x="1300297" y="512495"/>
                  </a:lnTo>
                  <a:lnTo>
                    <a:pt x="1300297" y="510050"/>
                  </a:lnTo>
                  <a:lnTo>
                    <a:pt x="1297852" y="510050"/>
                  </a:lnTo>
                  <a:lnTo>
                    <a:pt x="1295119" y="512495"/>
                  </a:lnTo>
                  <a:lnTo>
                    <a:pt x="1295119" y="515084"/>
                  </a:lnTo>
                  <a:lnTo>
                    <a:pt x="1292530" y="512495"/>
                  </a:lnTo>
                  <a:lnTo>
                    <a:pt x="1287640" y="512495"/>
                  </a:lnTo>
                  <a:lnTo>
                    <a:pt x="1282318" y="512495"/>
                  </a:lnTo>
                  <a:lnTo>
                    <a:pt x="1274694" y="512495"/>
                  </a:lnTo>
                  <a:lnTo>
                    <a:pt x="1274694" y="507317"/>
                  </a:lnTo>
                  <a:lnTo>
                    <a:pt x="1277427" y="507317"/>
                  </a:lnTo>
                  <a:lnTo>
                    <a:pt x="1279872" y="504872"/>
                  </a:lnTo>
                  <a:lnTo>
                    <a:pt x="1282318" y="502282"/>
                  </a:lnTo>
                  <a:lnTo>
                    <a:pt x="1277427" y="499837"/>
                  </a:lnTo>
                  <a:lnTo>
                    <a:pt x="1279872" y="499837"/>
                  </a:lnTo>
                  <a:lnTo>
                    <a:pt x="1279872" y="497392"/>
                  </a:lnTo>
                  <a:lnTo>
                    <a:pt x="1279872" y="494659"/>
                  </a:lnTo>
                  <a:lnTo>
                    <a:pt x="1274694" y="499837"/>
                  </a:lnTo>
                  <a:lnTo>
                    <a:pt x="1274694" y="502282"/>
                  </a:lnTo>
                  <a:lnTo>
                    <a:pt x="1269660" y="502282"/>
                  </a:lnTo>
                  <a:lnTo>
                    <a:pt x="1269660" y="499837"/>
                  </a:lnTo>
                  <a:lnTo>
                    <a:pt x="1272105" y="492070"/>
                  </a:lnTo>
                  <a:lnTo>
                    <a:pt x="1269660" y="489625"/>
                  </a:lnTo>
                  <a:lnTo>
                    <a:pt x="1269660" y="492070"/>
                  </a:lnTo>
                  <a:lnTo>
                    <a:pt x="1267215" y="492070"/>
                  </a:lnTo>
                  <a:lnTo>
                    <a:pt x="1264626" y="497392"/>
                  </a:lnTo>
                  <a:lnTo>
                    <a:pt x="1267215" y="504872"/>
                  </a:lnTo>
                  <a:lnTo>
                    <a:pt x="1264626" y="507317"/>
                  </a:lnTo>
                  <a:lnTo>
                    <a:pt x="1264626" y="510050"/>
                  </a:lnTo>
                  <a:lnTo>
                    <a:pt x="1257002" y="512495"/>
                  </a:lnTo>
                  <a:lnTo>
                    <a:pt x="1251680" y="512495"/>
                  </a:lnTo>
                  <a:lnTo>
                    <a:pt x="1251680" y="504872"/>
                  </a:lnTo>
                  <a:lnTo>
                    <a:pt x="1244344" y="512495"/>
                  </a:lnTo>
                  <a:lnTo>
                    <a:pt x="1239022" y="512495"/>
                  </a:lnTo>
                  <a:lnTo>
                    <a:pt x="1234132" y="510050"/>
                  </a:lnTo>
                  <a:lnTo>
                    <a:pt x="1231399" y="510050"/>
                  </a:lnTo>
                  <a:lnTo>
                    <a:pt x="1228810" y="512495"/>
                  </a:lnTo>
                  <a:lnTo>
                    <a:pt x="1226365" y="510050"/>
                  </a:lnTo>
                  <a:lnTo>
                    <a:pt x="1221187" y="512495"/>
                  </a:lnTo>
                  <a:lnTo>
                    <a:pt x="1218597" y="507317"/>
                  </a:lnTo>
                  <a:lnTo>
                    <a:pt x="1223919" y="499837"/>
                  </a:lnTo>
                  <a:lnTo>
                    <a:pt x="1223919" y="497392"/>
                  </a:lnTo>
                  <a:lnTo>
                    <a:pt x="1228810" y="497392"/>
                  </a:lnTo>
                  <a:lnTo>
                    <a:pt x="1234132" y="494659"/>
                  </a:lnTo>
                  <a:lnTo>
                    <a:pt x="1234132" y="492070"/>
                  </a:lnTo>
                  <a:lnTo>
                    <a:pt x="1226365" y="494659"/>
                  </a:lnTo>
                  <a:lnTo>
                    <a:pt x="1223919" y="494659"/>
                  </a:lnTo>
                  <a:lnTo>
                    <a:pt x="1231399" y="476967"/>
                  </a:lnTo>
                  <a:lnTo>
                    <a:pt x="1234132" y="474234"/>
                  </a:lnTo>
                  <a:lnTo>
                    <a:pt x="1234132" y="471789"/>
                  </a:lnTo>
                  <a:lnTo>
                    <a:pt x="1241468" y="471789"/>
                  </a:lnTo>
                  <a:lnTo>
                    <a:pt x="1244344" y="469200"/>
                  </a:lnTo>
                  <a:lnTo>
                    <a:pt x="1246790" y="466754"/>
                  </a:lnTo>
                  <a:lnTo>
                    <a:pt x="1251680" y="466754"/>
                  </a:lnTo>
                  <a:lnTo>
                    <a:pt x="1251680" y="464022"/>
                  </a:lnTo>
                  <a:lnTo>
                    <a:pt x="1246790" y="464022"/>
                  </a:lnTo>
                  <a:lnTo>
                    <a:pt x="1249235" y="461432"/>
                  </a:lnTo>
                  <a:lnTo>
                    <a:pt x="1246790" y="461432"/>
                  </a:lnTo>
                  <a:lnTo>
                    <a:pt x="1239022" y="464022"/>
                  </a:lnTo>
                  <a:lnTo>
                    <a:pt x="1239022" y="466754"/>
                  </a:lnTo>
                  <a:lnTo>
                    <a:pt x="1228810" y="466754"/>
                  </a:lnTo>
                  <a:lnTo>
                    <a:pt x="1228810" y="458987"/>
                  </a:lnTo>
                  <a:lnTo>
                    <a:pt x="1228810" y="456542"/>
                  </a:lnTo>
                  <a:lnTo>
                    <a:pt x="1226365" y="453809"/>
                  </a:lnTo>
                  <a:lnTo>
                    <a:pt x="1226365" y="456542"/>
                  </a:lnTo>
                  <a:lnTo>
                    <a:pt x="1223919" y="461432"/>
                  </a:lnTo>
                  <a:lnTo>
                    <a:pt x="1223919" y="469200"/>
                  </a:lnTo>
                  <a:lnTo>
                    <a:pt x="1221187" y="471789"/>
                  </a:lnTo>
                  <a:lnTo>
                    <a:pt x="1216152" y="487180"/>
                  </a:lnTo>
                  <a:lnTo>
                    <a:pt x="1213707" y="484447"/>
                  </a:lnTo>
                  <a:lnTo>
                    <a:pt x="1210974" y="476967"/>
                  </a:lnTo>
                  <a:lnTo>
                    <a:pt x="1210974" y="474234"/>
                  </a:lnTo>
                  <a:lnTo>
                    <a:pt x="1205940" y="474234"/>
                  </a:lnTo>
                  <a:lnTo>
                    <a:pt x="1205940" y="471789"/>
                  </a:lnTo>
                  <a:lnTo>
                    <a:pt x="1200761" y="476967"/>
                  </a:lnTo>
                  <a:lnTo>
                    <a:pt x="1205940" y="476967"/>
                  </a:lnTo>
                  <a:lnTo>
                    <a:pt x="1208385" y="479412"/>
                  </a:lnTo>
                  <a:lnTo>
                    <a:pt x="1208385" y="481857"/>
                  </a:lnTo>
                  <a:lnTo>
                    <a:pt x="1208385" y="484447"/>
                  </a:lnTo>
                  <a:lnTo>
                    <a:pt x="1210974" y="489625"/>
                  </a:lnTo>
                  <a:lnTo>
                    <a:pt x="1208385" y="497392"/>
                  </a:lnTo>
                  <a:lnTo>
                    <a:pt x="1200761" y="504872"/>
                  </a:lnTo>
                  <a:lnTo>
                    <a:pt x="1198172" y="507317"/>
                  </a:lnTo>
                  <a:lnTo>
                    <a:pt x="1185515" y="512495"/>
                  </a:lnTo>
                  <a:lnTo>
                    <a:pt x="1177747" y="515084"/>
                  </a:lnTo>
                  <a:lnTo>
                    <a:pt x="1172857" y="507317"/>
                  </a:lnTo>
                  <a:lnTo>
                    <a:pt x="1175302" y="502282"/>
                  </a:lnTo>
                  <a:lnTo>
                    <a:pt x="1175302" y="497392"/>
                  </a:lnTo>
                  <a:lnTo>
                    <a:pt x="1177747" y="492070"/>
                  </a:lnTo>
                  <a:lnTo>
                    <a:pt x="1177747" y="481857"/>
                  </a:lnTo>
                  <a:lnTo>
                    <a:pt x="1170268" y="492070"/>
                  </a:lnTo>
                  <a:lnTo>
                    <a:pt x="1167535" y="492070"/>
                  </a:lnTo>
                  <a:lnTo>
                    <a:pt x="1165090" y="489625"/>
                  </a:lnTo>
                  <a:lnTo>
                    <a:pt x="1165090" y="487180"/>
                  </a:lnTo>
                  <a:lnTo>
                    <a:pt x="1162644" y="484447"/>
                  </a:lnTo>
                  <a:lnTo>
                    <a:pt x="1162644" y="489625"/>
                  </a:lnTo>
                  <a:lnTo>
                    <a:pt x="1162644" y="499837"/>
                  </a:lnTo>
                  <a:lnTo>
                    <a:pt x="1162644" y="502282"/>
                  </a:lnTo>
                  <a:lnTo>
                    <a:pt x="1157466" y="507317"/>
                  </a:lnTo>
                  <a:lnTo>
                    <a:pt x="1154877" y="507317"/>
                  </a:lnTo>
                  <a:lnTo>
                    <a:pt x="1147110" y="502282"/>
                  </a:lnTo>
                  <a:lnTo>
                    <a:pt x="1137041" y="489625"/>
                  </a:lnTo>
                  <a:lnTo>
                    <a:pt x="1144665" y="487180"/>
                  </a:lnTo>
                  <a:lnTo>
                    <a:pt x="1149987" y="484447"/>
                  </a:lnTo>
                  <a:lnTo>
                    <a:pt x="1147110" y="484447"/>
                  </a:lnTo>
                  <a:lnTo>
                    <a:pt x="1144665" y="484447"/>
                  </a:lnTo>
                  <a:lnTo>
                    <a:pt x="1139774" y="484447"/>
                  </a:lnTo>
                  <a:lnTo>
                    <a:pt x="1144665" y="471789"/>
                  </a:lnTo>
                  <a:lnTo>
                    <a:pt x="1142219" y="471789"/>
                  </a:lnTo>
                  <a:lnTo>
                    <a:pt x="1134452" y="474234"/>
                  </a:lnTo>
                  <a:lnTo>
                    <a:pt x="1132007" y="471789"/>
                  </a:lnTo>
                  <a:lnTo>
                    <a:pt x="1129562" y="474234"/>
                  </a:lnTo>
                  <a:lnTo>
                    <a:pt x="1126829" y="479412"/>
                  </a:lnTo>
                  <a:lnTo>
                    <a:pt x="1124240" y="479412"/>
                  </a:lnTo>
                  <a:lnTo>
                    <a:pt x="1119349" y="476967"/>
                  </a:lnTo>
                  <a:lnTo>
                    <a:pt x="1119349" y="471789"/>
                  </a:lnTo>
                  <a:lnTo>
                    <a:pt x="1111582" y="471789"/>
                  </a:lnTo>
                  <a:lnTo>
                    <a:pt x="1101369" y="464022"/>
                  </a:lnTo>
                  <a:lnTo>
                    <a:pt x="1101369" y="461432"/>
                  </a:lnTo>
                  <a:lnTo>
                    <a:pt x="1096335" y="453809"/>
                  </a:lnTo>
                  <a:lnTo>
                    <a:pt x="1096335" y="446329"/>
                  </a:lnTo>
                  <a:lnTo>
                    <a:pt x="1101369" y="446329"/>
                  </a:lnTo>
                  <a:lnTo>
                    <a:pt x="1101369" y="441151"/>
                  </a:lnTo>
                  <a:lnTo>
                    <a:pt x="1109137" y="436117"/>
                  </a:lnTo>
                  <a:lnTo>
                    <a:pt x="1111582" y="433384"/>
                  </a:lnTo>
                  <a:lnTo>
                    <a:pt x="1116760" y="425904"/>
                  </a:lnTo>
                  <a:lnTo>
                    <a:pt x="1124240" y="425904"/>
                  </a:lnTo>
                  <a:lnTo>
                    <a:pt x="1147110" y="433384"/>
                  </a:lnTo>
                  <a:lnTo>
                    <a:pt x="1152432" y="430939"/>
                  </a:lnTo>
                  <a:lnTo>
                    <a:pt x="1152432" y="436117"/>
                  </a:lnTo>
                  <a:lnTo>
                    <a:pt x="1160199" y="436117"/>
                  </a:lnTo>
                  <a:lnTo>
                    <a:pt x="1175302" y="425904"/>
                  </a:lnTo>
                  <a:lnTo>
                    <a:pt x="1185515" y="423171"/>
                  </a:lnTo>
                  <a:lnTo>
                    <a:pt x="1190693" y="425904"/>
                  </a:lnTo>
                  <a:lnTo>
                    <a:pt x="1190693" y="420726"/>
                  </a:lnTo>
                  <a:lnTo>
                    <a:pt x="1193282" y="415692"/>
                  </a:lnTo>
                  <a:lnTo>
                    <a:pt x="1200761" y="413247"/>
                  </a:lnTo>
                  <a:lnTo>
                    <a:pt x="1198172" y="410514"/>
                  </a:lnTo>
                  <a:lnTo>
                    <a:pt x="1190693" y="415692"/>
                  </a:lnTo>
                  <a:lnTo>
                    <a:pt x="1185515" y="415692"/>
                  </a:lnTo>
                  <a:lnTo>
                    <a:pt x="1177747" y="415692"/>
                  </a:lnTo>
                  <a:lnTo>
                    <a:pt x="1167535" y="418137"/>
                  </a:lnTo>
                  <a:lnTo>
                    <a:pt x="1162644" y="418137"/>
                  </a:lnTo>
                  <a:lnTo>
                    <a:pt x="1160199" y="420726"/>
                  </a:lnTo>
                  <a:lnTo>
                    <a:pt x="1157466" y="418137"/>
                  </a:lnTo>
                  <a:lnTo>
                    <a:pt x="1149987" y="420726"/>
                  </a:lnTo>
                  <a:lnTo>
                    <a:pt x="1147110" y="420726"/>
                  </a:lnTo>
                  <a:lnTo>
                    <a:pt x="1137041" y="415692"/>
                  </a:lnTo>
                  <a:lnTo>
                    <a:pt x="1121794" y="410514"/>
                  </a:lnTo>
                  <a:lnTo>
                    <a:pt x="1126829" y="400301"/>
                  </a:lnTo>
                  <a:lnTo>
                    <a:pt x="1134452" y="390089"/>
                  </a:lnTo>
                  <a:lnTo>
                    <a:pt x="1139774" y="387500"/>
                  </a:lnTo>
                  <a:lnTo>
                    <a:pt x="1142219" y="385054"/>
                  </a:lnTo>
                  <a:lnTo>
                    <a:pt x="1147110" y="385054"/>
                  </a:lnTo>
                  <a:lnTo>
                    <a:pt x="1157466" y="387500"/>
                  </a:lnTo>
                  <a:lnTo>
                    <a:pt x="1167535" y="390089"/>
                  </a:lnTo>
                  <a:lnTo>
                    <a:pt x="1177747" y="387500"/>
                  </a:lnTo>
                  <a:lnTo>
                    <a:pt x="1183069" y="385054"/>
                  </a:lnTo>
                  <a:lnTo>
                    <a:pt x="1183069" y="390089"/>
                  </a:lnTo>
                  <a:lnTo>
                    <a:pt x="1187960" y="390089"/>
                  </a:lnTo>
                  <a:lnTo>
                    <a:pt x="1193282" y="390089"/>
                  </a:lnTo>
                  <a:lnTo>
                    <a:pt x="1198172" y="387500"/>
                  </a:lnTo>
                  <a:lnTo>
                    <a:pt x="1208385" y="392822"/>
                  </a:lnTo>
                  <a:lnTo>
                    <a:pt x="1210974" y="390089"/>
                  </a:lnTo>
                  <a:lnTo>
                    <a:pt x="1216152" y="387500"/>
                  </a:lnTo>
                  <a:lnTo>
                    <a:pt x="1210974" y="385054"/>
                  </a:lnTo>
                  <a:lnTo>
                    <a:pt x="1208385" y="385054"/>
                  </a:lnTo>
                  <a:lnTo>
                    <a:pt x="1200761" y="385054"/>
                  </a:lnTo>
                  <a:lnTo>
                    <a:pt x="1183069" y="382609"/>
                  </a:lnTo>
                  <a:lnTo>
                    <a:pt x="1172857" y="379876"/>
                  </a:lnTo>
                  <a:lnTo>
                    <a:pt x="1170268" y="379876"/>
                  </a:lnTo>
                  <a:lnTo>
                    <a:pt x="1157466" y="377287"/>
                  </a:lnTo>
                  <a:lnTo>
                    <a:pt x="1152432" y="372397"/>
                  </a:lnTo>
                  <a:lnTo>
                    <a:pt x="1149987" y="369664"/>
                  </a:lnTo>
                  <a:lnTo>
                    <a:pt x="1152432" y="367218"/>
                  </a:lnTo>
                  <a:lnTo>
                    <a:pt x="1152432" y="362184"/>
                  </a:lnTo>
                  <a:lnTo>
                    <a:pt x="1157466" y="362184"/>
                  </a:lnTo>
                  <a:lnTo>
                    <a:pt x="1160199" y="364629"/>
                  </a:lnTo>
                  <a:lnTo>
                    <a:pt x="1162644" y="359451"/>
                  </a:lnTo>
                  <a:lnTo>
                    <a:pt x="1160199" y="359451"/>
                  </a:lnTo>
                  <a:lnTo>
                    <a:pt x="1162644" y="354417"/>
                  </a:lnTo>
                  <a:lnTo>
                    <a:pt x="1160199" y="357006"/>
                  </a:lnTo>
                  <a:lnTo>
                    <a:pt x="1157466" y="354417"/>
                  </a:lnTo>
                  <a:lnTo>
                    <a:pt x="1154877" y="354417"/>
                  </a:lnTo>
                  <a:lnTo>
                    <a:pt x="1157466" y="351972"/>
                  </a:lnTo>
                  <a:lnTo>
                    <a:pt x="1160199" y="344204"/>
                  </a:lnTo>
                  <a:lnTo>
                    <a:pt x="1162644" y="341759"/>
                  </a:lnTo>
                  <a:lnTo>
                    <a:pt x="1167535" y="339026"/>
                  </a:lnTo>
                  <a:lnTo>
                    <a:pt x="1172857" y="336581"/>
                  </a:lnTo>
                  <a:lnTo>
                    <a:pt x="1183069" y="333992"/>
                  </a:lnTo>
                  <a:lnTo>
                    <a:pt x="1185515" y="336581"/>
                  </a:lnTo>
                  <a:lnTo>
                    <a:pt x="1195727" y="339026"/>
                  </a:lnTo>
                  <a:lnTo>
                    <a:pt x="1203494" y="341759"/>
                  </a:lnTo>
                  <a:lnTo>
                    <a:pt x="1208385" y="341759"/>
                  </a:lnTo>
                  <a:lnTo>
                    <a:pt x="1208385" y="344204"/>
                  </a:lnTo>
                  <a:lnTo>
                    <a:pt x="1216152" y="349239"/>
                  </a:lnTo>
                  <a:lnTo>
                    <a:pt x="1221187" y="351972"/>
                  </a:lnTo>
                  <a:lnTo>
                    <a:pt x="1228810" y="351972"/>
                  </a:lnTo>
                  <a:lnTo>
                    <a:pt x="1228810" y="349239"/>
                  </a:lnTo>
                  <a:lnTo>
                    <a:pt x="1218597" y="346793"/>
                  </a:lnTo>
                  <a:lnTo>
                    <a:pt x="1216152" y="344204"/>
                  </a:lnTo>
                  <a:lnTo>
                    <a:pt x="1213707" y="339026"/>
                  </a:lnTo>
                  <a:lnTo>
                    <a:pt x="1193282" y="333992"/>
                  </a:lnTo>
                  <a:lnTo>
                    <a:pt x="1190693" y="331547"/>
                  </a:lnTo>
                  <a:lnTo>
                    <a:pt x="1190693" y="323779"/>
                  </a:lnTo>
                  <a:lnTo>
                    <a:pt x="1195727" y="318889"/>
                  </a:lnTo>
                  <a:lnTo>
                    <a:pt x="1195727" y="313567"/>
                  </a:lnTo>
                  <a:lnTo>
                    <a:pt x="1205940" y="308676"/>
                  </a:lnTo>
                  <a:lnTo>
                    <a:pt x="1208385" y="305943"/>
                  </a:lnTo>
                  <a:lnTo>
                    <a:pt x="1210974" y="303354"/>
                  </a:lnTo>
                  <a:lnTo>
                    <a:pt x="1213707" y="305943"/>
                  </a:lnTo>
                  <a:lnTo>
                    <a:pt x="1218597" y="305943"/>
                  </a:lnTo>
                  <a:lnTo>
                    <a:pt x="1221187" y="305943"/>
                  </a:lnTo>
                  <a:lnTo>
                    <a:pt x="1223919" y="303354"/>
                  </a:lnTo>
                  <a:lnTo>
                    <a:pt x="1226365" y="305943"/>
                  </a:lnTo>
                  <a:lnTo>
                    <a:pt x="1228810" y="303354"/>
                  </a:lnTo>
                  <a:close/>
                  <a:moveTo>
                    <a:pt x="1198172" y="160523"/>
                  </a:moveTo>
                  <a:lnTo>
                    <a:pt x="1200761" y="163256"/>
                  </a:lnTo>
                  <a:lnTo>
                    <a:pt x="1198172" y="163256"/>
                  </a:lnTo>
                  <a:lnTo>
                    <a:pt x="1195727" y="163256"/>
                  </a:lnTo>
                  <a:close/>
                  <a:moveTo>
                    <a:pt x="1200761" y="140386"/>
                  </a:moveTo>
                  <a:lnTo>
                    <a:pt x="1205939" y="142831"/>
                  </a:lnTo>
                  <a:lnTo>
                    <a:pt x="1216152" y="140386"/>
                  </a:lnTo>
                  <a:lnTo>
                    <a:pt x="1213707" y="142831"/>
                  </a:lnTo>
                  <a:lnTo>
                    <a:pt x="1216152" y="145277"/>
                  </a:lnTo>
                  <a:lnTo>
                    <a:pt x="1218597" y="147866"/>
                  </a:lnTo>
                  <a:lnTo>
                    <a:pt x="1221186" y="150599"/>
                  </a:lnTo>
                  <a:lnTo>
                    <a:pt x="1226364" y="153044"/>
                  </a:lnTo>
                  <a:lnTo>
                    <a:pt x="1221186" y="158078"/>
                  </a:lnTo>
                  <a:lnTo>
                    <a:pt x="1226364" y="160523"/>
                  </a:lnTo>
                  <a:lnTo>
                    <a:pt x="1231399" y="165702"/>
                  </a:lnTo>
                  <a:lnTo>
                    <a:pt x="1234132" y="170736"/>
                  </a:lnTo>
                  <a:lnTo>
                    <a:pt x="1239022" y="175914"/>
                  </a:lnTo>
                  <a:lnTo>
                    <a:pt x="1236577" y="180948"/>
                  </a:lnTo>
                  <a:lnTo>
                    <a:pt x="1239022" y="183681"/>
                  </a:lnTo>
                  <a:lnTo>
                    <a:pt x="1234132" y="186127"/>
                  </a:lnTo>
                  <a:lnTo>
                    <a:pt x="1234132" y="188716"/>
                  </a:lnTo>
                  <a:lnTo>
                    <a:pt x="1231399" y="188716"/>
                  </a:lnTo>
                  <a:lnTo>
                    <a:pt x="1228810" y="188716"/>
                  </a:lnTo>
                  <a:lnTo>
                    <a:pt x="1226364" y="188716"/>
                  </a:lnTo>
                  <a:lnTo>
                    <a:pt x="1223919" y="191161"/>
                  </a:lnTo>
                  <a:lnTo>
                    <a:pt x="1218597" y="191161"/>
                  </a:lnTo>
                  <a:lnTo>
                    <a:pt x="1218597" y="193894"/>
                  </a:lnTo>
                  <a:lnTo>
                    <a:pt x="1213707" y="196339"/>
                  </a:lnTo>
                  <a:lnTo>
                    <a:pt x="1208385" y="193894"/>
                  </a:lnTo>
                  <a:lnTo>
                    <a:pt x="1208385" y="196339"/>
                  </a:lnTo>
                  <a:lnTo>
                    <a:pt x="1208385" y="198928"/>
                  </a:lnTo>
                  <a:lnTo>
                    <a:pt x="1205939" y="201373"/>
                  </a:lnTo>
                  <a:lnTo>
                    <a:pt x="1203494" y="198928"/>
                  </a:lnTo>
                  <a:lnTo>
                    <a:pt x="1203494" y="204106"/>
                  </a:lnTo>
                  <a:lnTo>
                    <a:pt x="1200761" y="204106"/>
                  </a:lnTo>
                  <a:lnTo>
                    <a:pt x="1205939" y="206552"/>
                  </a:lnTo>
                  <a:lnTo>
                    <a:pt x="1203494" y="208997"/>
                  </a:lnTo>
                  <a:lnTo>
                    <a:pt x="1203494" y="211586"/>
                  </a:lnTo>
                  <a:lnTo>
                    <a:pt x="1205939" y="214319"/>
                  </a:lnTo>
                  <a:lnTo>
                    <a:pt x="1203494" y="216764"/>
                  </a:lnTo>
                  <a:lnTo>
                    <a:pt x="1208385" y="221798"/>
                  </a:lnTo>
                  <a:lnTo>
                    <a:pt x="1210974" y="224531"/>
                  </a:lnTo>
                  <a:lnTo>
                    <a:pt x="1218597" y="234744"/>
                  </a:lnTo>
                  <a:lnTo>
                    <a:pt x="1216152" y="237189"/>
                  </a:lnTo>
                  <a:lnTo>
                    <a:pt x="1208385" y="239634"/>
                  </a:lnTo>
                  <a:lnTo>
                    <a:pt x="1203494" y="237189"/>
                  </a:lnTo>
                  <a:lnTo>
                    <a:pt x="1203494" y="234744"/>
                  </a:lnTo>
                  <a:lnTo>
                    <a:pt x="1200761" y="229422"/>
                  </a:lnTo>
                  <a:lnTo>
                    <a:pt x="1195727" y="229422"/>
                  </a:lnTo>
                  <a:lnTo>
                    <a:pt x="1195727" y="232011"/>
                  </a:lnTo>
                  <a:lnTo>
                    <a:pt x="1198172" y="242223"/>
                  </a:lnTo>
                  <a:lnTo>
                    <a:pt x="1203494" y="244669"/>
                  </a:lnTo>
                  <a:lnTo>
                    <a:pt x="1205939" y="249847"/>
                  </a:lnTo>
                  <a:lnTo>
                    <a:pt x="1203494" y="257614"/>
                  </a:lnTo>
                  <a:lnTo>
                    <a:pt x="1205939" y="260059"/>
                  </a:lnTo>
                  <a:lnTo>
                    <a:pt x="1203494" y="265094"/>
                  </a:lnTo>
                  <a:lnTo>
                    <a:pt x="1205939" y="267827"/>
                  </a:lnTo>
                  <a:lnTo>
                    <a:pt x="1198172" y="270272"/>
                  </a:lnTo>
                  <a:lnTo>
                    <a:pt x="1195727" y="278039"/>
                  </a:lnTo>
                  <a:lnTo>
                    <a:pt x="1187960" y="278039"/>
                  </a:lnTo>
                  <a:lnTo>
                    <a:pt x="1187960" y="280484"/>
                  </a:lnTo>
                  <a:lnTo>
                    <a:pt x="1185514" y="280484"/>
                  </a:lnTo>
                  <a:lnTo>
                    <a:pt x="1183069" y="280484"/>
                  </a:lnTo>
                  <a:lnTo>
                    <a:pt x="1172857" y="280484"/>
                  </a:lnTo>
                  <a:lnTo>
                    <a:pt x="1172857" y="278039"/>
                  </a:lnTo>
                  <a:lnTo>
                    <a:pt x="1170267" y="280484"/>
                  </a:lnTo>
                  <a:lnTo>
                    <a:pt x="1170267" y="282930"/>
                  </a:lnTo>
                  <a:lnTo>
                    <a:pt x="1167535" y="282930"/>
                  </a:lnTo>
                  <a:lnTo>
                    <a:pt x="1167535" y="280484"/>
                  </a:lnTo>
                  <a:lnTo>
                    <a:pt x="1162644" y="280484"/>
                  </a:lnTo>
                  <a:lnTo>
                    <a:pt x="1160199" y="280484"/>
                  </a:lnTo>
                  <a:lnTo>
                    <a:pt x="1160199" y="288252"/>
                  </a:lnTo>
                  <a:lnTo>
                    <a:pt x="1160199" y="290697"/>
                  </a:lnTo>
                  <a:lnTo>
                    <a:pt x="1160199" y="293286"/>
                  </a:lnTo>
                  <a:lnTo>
                    <a:pt x="1160199" y="298464"/>
                  </a:lnTo>
                  <a:lnTo>
                    <a:pt x="1160199" y="303355"/>
                  </a:lnTo>
                  <a:lnTo>
                    <a:pt x="1157466" y="305944"/>
                  </a:lnTo>
                  <a:lnTo>
                    <a:pt x="1157466" y="308677"/>
                  </a:lnTo>
                  <a:lnTo>
                    <a:pt x="1149986" y="313567"/>
                  </a:lnTo>
                  <a:lnTo>
                    <a:pt x="1144664" y="313567"/>
                  </a:lnTo>
                  <a:lnTo>
                    <a:pt x="1144664" y="316156"/>
                  </a:lnTo>
                  <a:lnTo>
                    <a:pt x="1137041" y="316156"/>
                  </a:lnTo>
                  <a:lnTo>
                    <a:pt x="1134452" y="313567"/>
                  </a:lnTo>
                  <a:lnTo>
                    <a:pt x="1132006" y="311122"/>
                  </a:lnTo>
                  <a:lnTo>
                    <a:pt x="1134452" y="308677"/>
                  </a:lnTo>
                  <a:lnTo>
                    <a:pt x="1132006" y="303355"/>
                  </a:lnTo>
                  <a:lnTo>
                    <a:pt x="1129561" y="305944"/>
                  </a:lnTo>
                  <a:lnTo>
                    <a:pt x="1126828" y="303355"/>
                  </a:lnTo>
                  <a:lnTo>
                    <a:pt x="1126828" y="295731"/>
                  </a:lnTo>
                  <a:lnTo>
                    <a:pt x="1124239" y="290697"/>
                  </a:lnTo>
                  <a:lnTo>
                    <a:pt x="1126828" y="280484"/>
                  </a:lnTo>
                  <a:lnTo>
                    <a:pt x="1132006" y="275306"/>
                  </a:lnTo>
                  <a:lnTo>
                    <a:pt x="1132006" y="272861"/>
                  </a:lnTo>
                  <a:lnTo>
                    <a:pt x="1132006" y="270272"/>
                  </a:lnTo>
                  <a:lnTo>
                    <a:pt x="1137041" y="252436"/>
                  </a:lnTo>
                  <a:lnTo>
                    <a:pt x="1144664" y="249847"/>
                  </a:lnTo>
                  <a:lnTo>
                    <a:pt x="1144664" y="244669"/>
                  </a:lnTo>
                  <a:lnTo>
                    <a:pt x="1147110" y="239634"/>
                  </a:lnTo>
                  <a:lnTo>
                    <a:pt x="1149986" y="239634"/>
                  </a:lnTo>
                  <a:lnTo>
                    <a:pt x="1147110" y="237189"/>
                  </a:lnTo>
                  <a:lnTo>
                    <a:pt x="1147110" y="234744"/>
                  </a:lnTo>
                  <a:lnTo>
                    <a:pt x="1144664" y="234744"/>
                  </a:lnTo>
                  <a:lnTo>
                    <a:pt x="1142219" y="239634"/>
                  </a:lnTo>
                  <a:lnTo>
                    <a:pt x="1139774" y="242223"/>
                  </a:lnTo>
                  <a:lnTo>
                    <a:pt x="1134452" y="242223"/>
                  </a:lnTo>
                  <a:lnTo>
                    <a:pt x="1129561" y="237189"/>
                  </a:lnTo>
                  <a:lnTo>
                    <a:pt x="1126828" y="237189"/>
                  </a:lnTo>
                  <a:lnTo>
                    <a:pt x="1126828" y="239634"/>
                  </a:lnTo>
                  <a:lnTo>
                    <a:pt x="1129561" y="242223"/>
                  </a:lnTo>
                  <a:lnTo>
                    <a:pt x="1129561" y="244669"/>
                  </a:lnTo>
                  <a:lnTo>
                    <a:pt x="1126828" y="247402"/>
                  </a:lnTo>
                  <a:lnTo>
                    <a:pt x="1124239" y="242223"/>
                  </a:lnTo>
                  <a:lnTo>
                    <a:pt x="1121794" y="242223"/>
                  </a:lnTo>
                  <a:lnTo>
                    <a:pt x="1119349" y="249847"/>
                  </a:lnTo>
                  <a:lnTo>
                    <a:pt x="1121794" y="249847"/>
                  </a:lnTo>
                  <a:lnTo>
                    <a:pt x="1124239" y="254881"/>
                  </a:lnTo>
                  <a:lnTo>
                    <a:pt x="1119349" y="262649"/>
                  </a:lnTo>
                  <a:lnTo>
                    <a:pt x="1121794" y="267827"/>
                  </a:lnTo>
                  <a:lnTo>
                    <a:pt x="1116760" y="267827"/>
                  </a:lnTo>
                  <a:lnTo>
                    <a:pt x="1114027" y="267827"/>
                  </a:lnTo>
                  <a:lnTo>
                    <a:pt x="1114027" y="270272"/>
                  </a:lnTo>
                  <a:lnTo>
                    <a:pt x="1114027" y="272861"/>
                  </a:lnTo>
                  <a:lnTo>
                    <a:pt x="1111581" y="272861"/>
                  </a:lnTo>
                  <a:lnTo>
                    <a:pt x="1109136" y="272861"/>
                  </a:lnTo>
                  <a:lnTo>
                    <a:pt x="1103814" y="262649"/>
                  </a:lnTo>
                  <a:lnTo>
                    <a:pt x="1103814" y="267827"/>
                  </a:lnTo>
                  <a:lnTo>
                    <a:pt x="1098924" y="267827"/>
                  </a:lnTo>
                  <a:lnTo>
                    <a:pt x="1096335" y="272861"/>
                  </a:lnTo>
                  <a:lnTo>
                    <a:pt x="1098924" y="272861"/>
                  </a:lnTo>
                  <a:lnTo>
                    <a:pt x="1101369" y="275306"/>
                  </a:lnTo>
                  <a:lnTo>
                    <a:pt x="1101369" y="278039"/>
                  </a:lnTo>
                  <a:lnTo>
                    <a:pt x="1103814" y="278039"/>
                  </a:lnTo>
                  <a:lnTo>
                    <a:pt x="1106547" y="280484"/>
                  </a:lnTo>
                  <a:lnTo>
                    <a:pt x="1103814" y="298464"/>
                  </a:lnTo>
                  <a:lnTo>
                    <a:pt x="1101369" y="300909"/>
                  </a:lnTo>
                  <a:lnTo>
                    <a:pt x="1098924" y="303355"/>
                  </a:lnTo>
                  <a:lnTo>
                    <a:pt x="1088711" y="303355"/>
                  </a:lnTo>
                  <a:lnTo>
                    <a:pt x="1088711" y="311122"/>
                  </a:lnTo>
                  <a:lnTo>
                    <a:pt x="1088711" y="313567"/>
                  </a:lnTo>
                  <a:lnTo>
                    <a:pt x="1086266" y="316156"/>
                  </a:lnTo>
                  <a:lnTo>
                    <a:pt x="1083533" y="321334"/>
                  </a:lnTo>
                  <a:lnTo>
                    <a:pt x="1080944" y="321334"/>
                  </a:lnTo>
                  <a:lnTo>
                    <a:pt x="1078499" y="326369"/>
                  </a:lnTo>
                  <a:lnTo>
                    <a:pt x="1076053" y="323780"/>
                  </a:lnTo>
                  <a:lnTo>
                    <a:pt x="1073177" y="321334"/>
                  </a:lnTo>
                  <a:lnTo>
                    <a:pt x="1073177" y="318889"/>
                  </a:lnTo>
                  <a:lnTo>
                    <a:pt x="1073177" y="316156"/>
                  </a:lnTo>
                  <a:lnTo>
                    <a:pt x="1076053" y="303355"/>
                  </a:lnTo>
                  <a:lnTo>
                    <a:pt x="1073177" y="300909"/>
                  </a:lnTo>
                  <a:lnTo>
                    <a:pt x="1073177" y="293286"/>
                  </a:lnTo>
                  <a:lnTo>
                    <a:pt x="1076053" y="285519"/>
                  </a:lnTo>
                  <a:lnTo>
                    <a:pt x="1073177" y="285519"/>
                  </a:lnTo>
                  <a:lnTo>
                    <a:pt x="1070731" y="290697"/>
                  </a:lnTo>
                  <a:lnTo>
                    <a:pt x="1068286" y="288252"/>
                  </a:lnTo>
                  <a:lnTo>
                    <a:pt x="1068286" y="285519"/>
                  </a:lnTo>
                  <a:lnTo>
                    <a:pt x="1065841" y="288252"/>
                  </a:lnTo>
                  <a:lnTo>
                    <a:pt x="1068286" y="290697"/>
                  </a:lnTo>
                  <a:lnTo>
                    <a:pt x="1068286" y="293286"/>
                  </a:lnTo>
                  <a:lnTo>
                    <a:pt x="1068286" y="295731"/>
                  </a:lnTo>
                  <a:lnTo>
                    <a:pt x="1065841" y="295731"/>
                  </a:lnTo>
                  <a:lnTo>
                    <a:pt x="1063108" y="295731"/>
                  </a:lnTo>
                  <a:lnTo>
                    <a:pt x="1065841" y="298464"/>
                  </a:lnTo>
                  <a:lnTo>
                    <a:pt x="1065841" y="300909"/>
                  </a:lnTo>
                  <a:lnTo>
                    <a:pt x="1065841" y="305944"/>
                  </a:lnTo>
                  <a:lnTo>
                    <a:pt x="1065841" y="311122"/>
                  </a:lnTo>
                  <a:lnTo>
                    <a:pt x="1063108" y="308677"/>
                  </a:lnTo>
                  <a:lnTo>
                    <a:pt x="1063108" y="311122"/>
                  </a:lnTo>
                  <a:lnTo>
                    <a:pt x="1060519" y="311122"/>
                  </a:lnTo>
                  <a:lnTo>
                    <a:pt x="1060519" y="313567"/>
                  </a:lnTo>
                  <a:lnTo>
                    <a:pt x="1063108" y="316156"/>
                  </a:lnTo>
                  <a:lnTo>
                    <a:pt x="1065841" y="318889"/>
                  </a:lnTo>
                  <a:lnTo>
                    <a:pt x="1063108" y="318889"/>
                  </a:lnTo>
                  <a:lnTo>
                    <a:pt x="1060519" y="316156"/>
                  </a:lnTo>
                  <a:lnTo>
                    <a:pt x="1055628" y="316156"/>
                  </a:lnTo>
                  <a:lnTo>
                    <a:pt x="1060519" y="321334"/>
                  </a:lnTo>
                  <a:lnTo>
                    <a:pt x="1063108" y="331547"/>
                  </a:lnTo>
                  <a:lnTo>
                    <a:pt x="1060519" y="339027"/>
                  </a:lnTo>
                  <a:lnTo>
                    <a:pt x="1058074" y="339027"/>
                  </a:lnTo>
                  <a:lnTo>
                    <a:pt x="1058074" y="333992"/>
                  </a:lnTo>
                  <a:lnTo>
                    <a:pt x="1055628" y="333992"/>
                  </a:lnTo>
                  <a:lnTo>
                    <a:pt x="1055628" y="336581"/>
                  </a:lnTo>
                  <a:lnTo>
                    <a:pt x="1052895" y="339027"/>
                  </a:lnTo>
                  <a:lnTo>
                    <a:pt x="1052895" y="341760"/>
                  </a:lnTo>
                  <a:lnTo>
                    <a:pt x="1050306" y="341760"/>
                  </a:lnTo>
                  <a:lnTo>
                    <a:pt x="1050306" y="344205"/>
                  </a:lnTo>
                  <a:lnTo>
                    <a:pt x="1050306" y="346794"/>
                  </a:lnTo>
                  <a:lnTo>
                    <a:pt x="1040094" y="351972"/>
                  </a:lnTo>
                  <a:lnTo>
                    <a:pt x="1035203" y="349239"/>
                  </a:lnTo>
                  <a:lnTo>
                    <a:pt x="1035203" y="341760"/>
                  </a:lnTo>
                  <a:lnTo>
                    <a:pt x="1029881" y="349239"/>
                  </a:lnTo>
                  <a:lnTo>
                    <a:pt x="1029881" y="351972"/>
                  </a:lnTo>
                  <a:lnTo>
                    <a:pt x="1027436" y="351972"/>
                  </a:lnTo>
                  <a:lnTo>
                    <a:pt x="1024991" y="351972"/>
                  </a:lnTo>
                  <a:lnTo>
                    <a:pt x="1022402" y="346794"/>
                  </a:lnTo>
                  <a:lnTo>
                    <a:pt x="1024991" y="333992"/>
                  </a:lnTo>
                  <a:lnTo>
                    <a:pt x="1029881" y="328814"/>
                  </a:lnTo>
                  <a:lnTo>
                    <a:pt x="1029881" y="323780"/>
                  </a:lnTo>
                  <a:lnTo>
                    <a:pt x="1027436" y="323780"/>
                  </a:lnTo>
                  <a:lnTo>
                    <a:pt x="1024991" y="326369"/>
                  </a:lnTo>
                  <a:lnTo>
                    <a:pt x="1022402" y="318889"/>
                  </a:lnTo>
                  <a:lnTo>
                    <a:pt x="1024991" y="311122"/>
                  </a:lnTo>
                  <a:lnTo>
                    <a:pt x="1027436" y="311122"/>
                  </a:lnTo>
                  <a:lnTo>
                    <a:pt x="1027436" y="308677"/>
                  </a:lnTo>
                  <a:lnTo>
                    <a:pt x="1027436" y="305944"/>
                  </a:lnTo>
                  <a:lnTo>
                    <a:pt x="1024991" y="308677"/>
                  </a:lnTo>
                  <a:lnTo>
                    <a:pt x="1024991" y="305944"/>
                  </a:lnTo>
                  <a:lnTo>
                    <a:pt x="1029881" y="303355"/>
                  </a:lnTo>
                  <a:lnTo>
                    <a:pt x="1027436" y="300909"/>
                  </a:lnTo>
                  <a:lnTo>
                    <a:pt x="1029881" y="298464"/>
                  </a:lnTo>
                  <a:lnTo>
                    <a:pt x="1027436" y="298464"/>
                  </a:lnTo>
                  <a:lnTo>
                    <a:pt x="1024991" y="295731"/>
                  </a:lnTo>
                  <a:lnTo>
                    <a:pt x="1024991" y="293286"/>
                  </a:lnTo>
                  <a:lnTo>
                    <a:pt x="1017224" y="298464"/>
                  </a:lnTo>
                  <a:lnTo>
                    <a:pt x="1014778" y="303355"/>
                  </a:lnTo>
                  <a:lnTo>
                    <a:pt x="1014778" y="305944"/>
                  </a:lnTo>
                  <a:lnTo>
                    <a:pt x="1012189" y="311122"/>
                  </a:lnTo>
                  <a:lnTo>
                    <a:pt x="1014778" y="318889"/>
                  </a:lnTo>
                  <a:lnTo>
                    <a:pt x="1012189" y="326369"/>
                  </a:lnTo>
                  <a:lnTo>
                    <a:pt x="1009456" y="326369"/>
                  </a:lnTo>
                  <a:lnTo>
                    <a:pt x="1012189" y="318889"/>
                  </a:lnTo>
                  <a:lnTo>
                    <a:pt x="1007011" y="318889"/>
                  </a:lnTo>
                  <a:lnTo>
                    <a:pt x="1002121" y="321334"/>
                  </a:lnTo>
                  <a:lnTo>
                    <a:pt x="999244" y="326369"/>
                  </a:lnTo>
                  <a:lnTo>
                    <a:pt x="999244" y="328814"/>
                  </a:lnTo>
                  <a:lnTo>
                    <a:pt x="994353" y="323780"/>
                  </a:lnTo>
                  <a:lnTo>
                    <a:pt x="996799" y="321334"/>
                  </a:lnTo>
                  <a:lnTo>
                    <a:pt x="994353" y="313567"/>
                  </a:lnTo>
                  <a:lnTo>
                    <a:pt x="991764" y="311122"/>
                  </a:lnTo>
                  <a:lnTo>
                    <a:pt x="986586" y="308677"/>
                  </a:lnTo>
                  <a:lnTo>
                    <a:pt x="986586" y="305944"/>
                  </a:lnTo>
                  <a:lnTo>
                    <a:pt x="978963" y="305944"/>
                  </a:lnTo>
                  <a:lnTo>
                    <a:pt x="976374" y="303355"/>
                  </a:lnTo>
                  <a:lnTo>
                    <a:pt x="973928" y="308677"/>
                  </a:lnTo>
                  <a:lnTo>
                    <a:pt x="963716" y="316156"/>
                  </a:lnTo>
                  <a:lnTo>
                    <a:pt x="955949" y="311122"/>
                  </a:lnTo>
                  <a:lnTo>
                    <a:pt x="953503" y="308677"/>
                  </a:lnTo>
                  <a:lnTo>
                    <a:pt x="953503" y="305944"/>
                  </a:lnTo>
                  <a:lnTo>
                    <a:pt x="958682" y="303355"/>
                  </a:lnTo>
                  <a:lnTo>
                    <a:pt x="961271" y="300909"/>
                  </a:lnTo>
                  <a:lnTo>
                    <a:pt x="958682" y="300909"/>
                  </a:lnTo>
                  <a:lnTo>
                    <a:pt x="955949" y="298464"/>
                  </a:lnTo>
                  <a:lnTo>
                    <a:pt x="958682" y="298464"/>
                  </a:lnTo>
                  <a:lnTo>
                    <a:pt x="961271" y="298464"/>
                  </a:lnTo>
                  <a:lnTo>
                    <a:pt x="966161" y="290697"/>
                  </a:lnTo>
                  <a:lnTo>
                    <a:pt x="966161" y="288252"/>
                  </a:lnTo>
                  <a:lnTo>
                    <a:pt x="963716" y="288252"/>
                  </a:lnTo>
                  <a:lnTo>
                    <a:pt x="961271" y="285519"/>
                  </a:lnTo>
                  <a:lnTo>
                    <a:pt x="963716" y="285519"/>
                  </a:lnTo>
                  <a:lnTo>
                    <a:pt x="963716" y="282930"/>
                  </a:lnTo>
                  <a:lnTo>
                    <a:pt x="968894" y="285519"/>
                  </a:lnTo>
                  <a:lnTo>
                    <a:pt x="966161" y="282930"/>
                  </a:lnTo>
                  <a:lnTo>
                    <a:pt x="966161" y="278039"/>
                  </a:lnTo>
                  <a:lnTo>
                    <a:pt x="961271" y="280484"/>
                  </a:lnTo>
                  <a:lnTo>
                    <a:pt x="958682" y="282930"/>
                  </a:lnTo>
                  <a:lnTo>
                    <a:pt x="958682" y="280484"/>
                  </a:lnTo>
                  <a:lnTo>
                    <a:pt x="955949" y="285519"/>
                  </a:lnTo>
                  <a:lnTo>
                    <a:pt x="951058" y="288252"/>
                  </a:lnTo>
                  <a:lnTo>
                    <a:pt x="948469" y="288252"/>
                  </a:lnTo>
                  <a:lnTo>
                    <a:pt x="953503" y="280484"/>
                  </a:lnTo>
                  <a:lnTo>
                    <a:pt x="955949" y="278039"/>
                  </a:lnTo>
                  <a:lnTo>
                    <a:pt x="953503" y="278039"/>
                  </a:lnTo>
                  <a:lnTo>
                    <a:pt x="953503" y="272861"/>
                  </a:lnTo>
                  <a:lnTo>
                    <a:pt x="958682" y="278039"/>
                  </a:lnTo>
                  <a:lnTo>
                    <a:pt x="958682" y="275306"/>
                  </a:lnTo>
                  <a:lnTo>
                    <a:pt x="961271" y="270272"/>
                  </a:lnTo>
                  <a:lnTo>
                    <a:pt x="963716" y="272861"/>
                  </a:lnTo>
                  <a:lnTo>
                    <a:pt x="963716" y="267827"/>
                  </a:lnTo>
                  <a:lnTo>
                    <a:pt x="966161" y="270272"/>
                  </a:lnTo>
                  <a:lnTo>
                    <a:pt x="971483" y="257614"/>
                  </a:lnTo>
                  <a:lnTo>
                    <a:pt x="981696" y="252436"/>
                  </a:lnTo>
                  <a:lnTo>
                    <a:pt x="994353" y="249847"/>
                  </a:lnTo>
                  <a:lnTo>
                    <a:pt x="996799" y="249847"/>
                  </a:lnTo>
                  <a:lnTo>
                    <a:pt x="1004566" y="254881"/>
                  </a:lnTo>
                  <a:lnTo>
                    <a:pt x="1012189" y="252436"/>
                  </a:lnTo>
                  <a:lnTo>
                    <a:pt x="1014778" y="249847"/>
                  </a:lnTo>
                  <a:lnTo>
                    <a:pt x="1017224" y="247402"/>
                  </a:lnTo>
                  <a:lnTo>
                    <a:pt x="1019669" y="237189"/>
                  </a:lnTo>
                  <a:lnTo>
                    <a:pt x="1024991" y="237189"/>
                  </a:lnTo>
                  <a:lnTo>
                    <a:pt x="1027436" y="234744"/>
                  </a:lnTo>
                  <a:lnTo>
                    <a:pt x="1027436" y="232011"/>
                  </a:lnTo>
                  <a:lnTo>
                    <a:pt x="1029881" y="232011"/>
                  </a:lnTo>
                  <a:lnTo>
                    <a:pt x="1032614" y="224531"/>
                  </a:lnTo>
                  <a:lnTo>
                    <a:pt x="1035203" y="226977"/>
                  </a:lnTo>
                  <a:lnTo>
                    <a:pt x="1042827" y="224531"/>
                  </a:lnTo>
                  <a:lnTo>
                    <a:pt x="1050306" y="219353"/>
                  </a:lnTo>
                  <a:lnTo>
                    <a:pt x="1052895" y="219353"/>
                  </a:lnTo>
                  <a:lnTo>
                    <a:pt x="1055628" y="219353"/>
                  </a:lnTo>
                  <a:lnTo>
                    <a:pt x="1058074" y="216764"/>
                  </a:lnTo>
                  <a:lnTo>
                    <a:pt x="1060519" y="214319"/>
                  </a:lnTo>
                  <a:lnTo>
                    <a:pt x="1065841" y="208997"/>
                  </a:lnTo>
                  <a:lnTo>
                    <a:pt x="1065841" y="206552"/>
                  </a:lnTo>
                  <a:lnTo>
                    <a:pt x="1065841" y="204106"/>
                  </a:lnTo>
                  <a:lnTo>
                    <a:pt x="1073177" y="201373"/>
                  </a:lnTo>
                  <a:lnTo>
                    <a:pt x="1078499" y="193894"/>
                  </a:lnTo>
                  <a:lnTo>
                    <a:pt x="1080944" y="188716"/>
                  </a:lnTo>
                  <a:lnTo>
                    <a:pt x="1083533" y="186127"/>
                  </a:lnTo>
                  <a:lnTo>
                    <a:pt x="1086266" y="188716"/>
                  </a:lnTo>
                  <a:lnTo>
                    <a:pt x="1088711" y="183681"/>
                  </a:lnTo>
                  <a:lnTo>
                    <a:pt x="1093602" y="183681"/>
                  </a:lnTo>
                  <a:lnTo>
                    <a:pt x="1093602" y="175914"/>
                  </a:lnTo>
                  <a:lnTo>
                    <a:pt x="1098924" y="175914"/>
                  </a:lnTo>
                  <a:lnTo>
                    <a:pt x="1101369" y="173469"/>
                  </a:lnTo>
                  <a:lnTo>
                    <a:pt x="1103814" y="173469"/>
                  </a:lnTo>
                  <a:lnTo>
                    <a:pt x="1109136" y="170736"/>
                  </a:lnTo>
                  <a:lnTo>
                    <a:pt x="1111581" y="165702"/>
                  </a:lnTo>
                  <a:lnTo>
                    <a:pt x="1111581" y="163256"/>
                  </a:lnTo>
                  <a:lnTo>
                    <a:pt x="1114027" y="163256"/>
                  </a:lnTo>
                  <a:lnTo>
                    <a:pt x="1114027" y="160523"/>
                  </a:lnTo>
                  <a:lnTo>
                    <a:pt x="1119349" y="155489"/>
                  </a:lnTo>
                  <a:lnTo>
                    <a:pt x="1119349" y="153044"/>
                  </a:lnTo>
                  <a:lnTo>
                    <a:pt x="1124239" y="153044"/>
                  </a:lnTo>
                  <a:lnTo>
                    <a:pt x="1129561" y="155489"/>
                  </a:lnTo>
                  <a:lnTo>
                    <a:pt x="1134452" y="153044"/>
                  </a:lnTo>
                  <a:lnTo>
                    <a:pt x="1134452" y="150599"/>
                  </a:lnTo>
                  <a:lnTo>
                    <a:pt x="1137041" y="153044"/>
                  </a:lnTo>
                  <a:lnTo>
                    <a:pt x="1137041" y="147866"/>
                  </a:lnTo>
                  <a:lnTo>
                    <a:pt x="1139774" y="153044"/>
                  </a:lnTo>
                  <a:lnTo>
                    <a:pt x="1149986" y="155489"/>
                  </a:lnTo>
                  <a:lnTo>
                    <a:pt x="1154877" y="155489"/>
                  </a:lnTo>
                  <a:lnTo>
                    <a:pt x="1157466" y="155489"/>
                  </a:lnTo>
                  <a:lnTo>
                    <a:pt x="1160199" y="155489"/>
                  </a:lnTo>
                  <a:lnTo>
                    <a:pt x="1165089" y="153044"/>
                  </a:lnTo>
                  <a:lnTo>
                    <a:pt x="1165089" y="155489"/>
                  </a:lnTo>
                  <a:lnTo>
                    <a:pt x="1160199" y="158078"/>
                  </a:lnTo>
                  <a:lnTo>
                    <a:pt x="1167535" y="158078"/>
                  </a:lnTo>
                  <a:lnTo>
                    <a:pt x="1167535" y="163256"/>
                  </a:lnTo>
                  <a:lnTo>
                    <a:pt x="1170267" y="163256"/>
                  </a:lnTo>
                  <a:lnTo>
                    <a:pt x="1172857" y="165702"/>
                  </a:lnTo>
                  <a:lnTo>
                    <a:pt x="1175302" y="163256"/>
                  </a:lnTo>
                  <a:lnTo>
                    <a:pt x="1175302" y="168291"/>
                  </a:lnTo>
                  <a:lnTo>
                    <a:pt x="1180624" y="173469"/>
                  </a:lnTo>
                  <a:lnTo>
                    <a:pt x="1183069" y="173469"/>
                  </a:lnTo>
                  <a:lnTo>
                    <a:pt x="1185514" y="173469"/>
                  </a:lnTo>
                  <a:lnTo>
                    <a:pt x="1187960" y="173469"/>
                  </a:lnTo>
                  <a:lnTo>
                    <a:pt x="1190692" y="173469"/>
                  </a:lnTo>
                  <a:lnTo>
                    <a:pt x="1187960" y="170736"/>
                  </a:lnTo>
                  <a:lnTo>
                    <a:pt x="1187960" y="165702"/>
                  </a:lnTo>
                  <a:lnTo>
                    <a:pt x="1185514" y="168291"/>
                  </a:lnTo>
                  <a:lnTo>
                    <a:pt x="1185514" y="165702"/>
                  </a:lnTo>
                  <a:lnTo>
                    <a:pt x="1185514" y="163256"/>
                  </a:lnTo>
                  <a:lnTo>
                    <a:pt x="1193282" y="168291"/>
                  </a:lnTo>
                  <a:lnTo>
                    <a:pt x="1193282" y="173469"/>
                  </a:lnTo>
                  <a:lnTo>
                    <a:pt x="1198172" y="173469"/>
                  </a:lnTo>
                  <a:lnTo>
                    <a:pt x="1198172" y="170736"/>
                  </a:lnTo>
                  <a:lnTo>
                    <a:pt x="1203494" y="163256"/>
                  </a:lnTo>
                  <a:lnTo>
                    <a:pt x="1200761" y="160523"/>
                  </a:lnTo>
                  <a:lnTo>
                    <a:pt x="1198172" y="160523"/>
                  </a:lnTo>
                  <a:lnTo>
                    <a:pt x="1193282" y="160523"/>
                  </a:lnTo>
                  <a:lnTo>
                    <a:pt x="1193282" y="153044"/>
                  </a:lnTo>
                  <a:lnTo>
                    <a:pt x="1190692" y="155489"/>
                  </a:lnTo>
                  <a:lnTo>
                    <a:pt x="1190692" y="150599"/>
                  </a:lnTo>
                  <a:lnTo>
                    <a:pt x="1193282" y="147866"/>
                  </a:lnTo>
                  <a:lnTo>
                    <a:pt x="1193282" y="150599"/>
                  </a:lnTo>
                  <a:lnTo>
                    <a:pt x="1198172" y="150599"/>
                  </a:lnTo>
                  <a:lnTo>
                    <a:pt x="1203494" y="145277"/>
                  </a:lnTo>
                  <a:lnTo>
                    <a:pt x="1205939" y="145277"/>
                  </a:lnTo>
                  <a:lnTo>
                    <a:pt x="1200761" y="142831"/>
                  </a:lnTo>
                  <a:close/>
                  <a:moveTo>
                    <a:pt x="1397101" y="96803"/>
                  </a:moveTo>
                  <a:lnTo>
                    <a:pt x="1399546" y="96803"/>
                  </a:lnTo>
                  <a:lnTo>
                    <a:pt x="1399546" y="99536"/>
                  </a:lnTo>
                  <a:lnTo>
                    <a:pt x="1404868" y="104570"/>
                  </a:lnTo>
                  <a:lnTo>
                    <a:pt x="1409903" y="99536"/>
                  </a:lnTo>
                  <a:lnTo>
                    <a:pt x="1432773" y="99536"/>
                  </a:lnTo>
                  <a:lnTo>
                    <a:pt x="1435506" y="99536"/>
                  </a:lnTo>
                  <a:lnTo>
                    <a:pt x="1435506" y="101981"/>
                  </a:lnTo>
                  <a:lnTo>
                    <a:pt x="1432773" y="114783"/>
                  </a:lnTo>
                  <a:lnTo>
                    <a:pt x="1430184" y="127441"/>
                  </a:lnTo>
                  <a:lnTo>
                    <a:pt x="1427739" y="130173"/>
                  </a:lnTo>
                  <a:lnTo>
                    <a:pt x="1425293" y="127441"/>
                  </a:lnTo>
                  <a:lnTo>
                    <a:pt x="1422560" y="127441"/>
                  </a:lnTo>
                  <a:lnTo>
                    <a:pt x="1420115" y="130173"/>
                  </a:lnTo>
                  <a:lnTo>
                    <a:pt x="1417526" y="130173"/>
                  </a:lnTo>
                  <a:lnTo>
                    <a:pt x="1415081" y="127441"/>
                  </a:lnTo>
                  <a:lnTo>
                    <a:pt x="1412492" y="130173"/>
                  </a:lnTo>
                  <a:lnTo>
                    <a:pt x="1404868" y="132619"/>
                  </a:lnTo>
                  <a:lnTo>
                    <a:pt x="1402423" y="130173"/>
                  </a:lnTo>
                  <a:lnTo>
                    <a:pt x="1397101" y="132619"/>
                  </a:lnTo>
                  <a:lnTo>
                    <a:pt x="1397101" y="135208"/>
                  </a:lnTo>
                  <a:lnTo>
                    <a:pt x="1392211" y="137653"/>
                  </a:lnTo>
                  <a:lnTo>
                    <a:pt x="1399546" y="140386"/>
                  </a:lnTo>
                  <a:lnTo>
                    <a:pt x="1399546" y="145276"/>
                  </a:lnTo>
                  <a:lnTo>
                    <a:pt x="1402423" y="145276"/>
                  </a:lnTo>
                  <a:lnTo>
                    <a:pt x="1402423" y="147866"/>
                  </a:lnTo>
                  <a:lnTo>
                    <a:pt x="1407314" y="147866"/>
                  </a:lnTo>
                  <a:lnTo>
                    <a:pt x="1412492" y="147866"/>
                  </a:lnTo>
                  <a:lnTo>
                    <a:pt x="1415081" y="145276"/>
                  </a:lnTo>
                  <a:lnTo>
                    <a:pt x="1420115" y="150599"/>
                  </a:lnTo>
                  <a:lnTo>
                    <a:pt x="1420115" y="155489"/>
                  </a:lnTo>
                  <a:lnTo>
                    <a:pt x="1417526" y="160523"/>
                  </a:lnTo>
                  <a:lnTo>
                    <a:pt x="1417526" y="163256"/>
                  </a:lnTo>
                  <a:lnTo>
                    <a:pt x="1417526" y="170736"/>
                  </a:lnTo>
                  <a:lnTo>
                    <a:pt x="1412492" y="173469"/>
                  </a:lnTo>
                  <a:lnTo>
                    <a:pt x="1415081" y="180948"/>
                  </a:lnTo>
                  <a:lnTo>
                    <a:pt x="1407314" y="188716"/>
                  </a:lnTo>
                  <a:lnTo>
                    <a:pt x="1399546" y="191161"/>
                  </a:lnTo>
                  <a:lnTo>
                    <a:pt x="1402423" y="193894"/>
                  </a:lnTo>
                  <a:lnTo>
                    <a:pt x="1397101" y="191161"/>
                  </a:lnTo>
                  <a:lnTo>
                    <a:pt x="1392211" y="193894"/>
                  </a:lnTo>
                  <a:lnTo>
                    <a:pt x="1389478" y="193894"/>
                  </a:lnTo>
                  <a:lnTo>
                    <a:pt x="1389478" y="196339"/>
                  </a:lnTo>
                  <a:lnTo>
                    <a:pt x="1386889" y="198928"/>
                  </a:lnTo>
                  <a:lnTo>
                    <a:pt x="1384443" y="196339"/>
                  </a:lnTo>
                  <a:lnTo>
                    <a:pt x="1374231" y="193894"/>
                  </a:lnTo>
                  <a:lnTo>
                    <a:pt x="1371786" y="196339"/>
                  </a:lnTo>
                  <a:lnTo>
                    <a:pt x="1358840" y="198928"/>
                  </a:lnTo>
                  <a:lnTo>
                    <a:pt x="1358840" y="201373"/>
                  </a:lnTo>
                  <a:lnTo>
                    <a:pt x="1356251" y="201373"/>
                  </a:lnTo>
                  <a:lnTo>
                    <a:pt x="1348628" y="204106"/>
                  </a:lnTo>
                  <a:lnTo>
                    <a:pt x="1343593" y="201373"/>
                  </a:lnTo>
                  <a:lnTo>
                    <a:pt x="1335970" y="193894"/>
                  </a:lnTo>
                  <a:lnTo>
                    <a:pt x="1333381" y="188716"/>
                  </a:lnTo>
                  <a:lnTo>
                    <a:pt x="1333381" y="186127"/>
                  </a:lnTo>
                  <a:lnTo>
                    <a:pt x="1333381" y="183681"/>
                  </a:lnTo>
                  <a:lnTo>
                    <a:pt x="1333381" y="180948"/>
                  </a:lnTo>
                  <a:lnTo>
                    <a:pt x="1330936" y="180948"/>
                  </a:lnTo>
                  <a:lnTo>
                    <a:pt x="1328490" y="183681"/>
                  </a:lnTo>
                  <a:lnTo>
                    <a:pt x="1323168" y="178503"/>
                  </a:lnTo>
                  <a:lnTo>
                    <a:pt x="1320723" y="175914"/>
                  </a:lnTo>
                  <a:lnTo>
                    <a:pt x="1323168" y="170736"/>
                  </a:lnTo>
                  <a:lnTo>
                    <a:pt x="1318278" y="168291"/>
                  </a:lnTo>
                  <a:lnTo>
                    <a:pt x="1315401" y="165701"/>
                  </a:lnTo>
                  <a:lnTo>
                    <a:pt x="1320723" y="155489"/>
                  </a:lnTo>
                  <a:lnTo>
                    <a:pt x="1323168" y="155489"/>
                  </a:lnTo>
                  <a:lnTo>
                    <a:pt x="1320723" y="153044"/>
                  </a:lnTo>
                  <a:lnTo>
                    <a:pt x="1320723" y="147866"/>
                  </a:lnTo>
                  <a:lnTo>
                    <a:pt x="1318278" y="147866"/>
                  </a:lnTo>
                  <a:lnTo>
                    <a:pt x="1323168" y="137653"/>
                  </a:lnTo>
                  <a:lnTo>
                    <a:pt x="1320723" y="132619"/>
                  </a:lnTo>
                  <a:lnTo>
                    <a:pt x="1320723" y="122406"/>
                  </a:lnTo>
                  <a:lnTo>
                    <a:pt x="1323168" y="119961"/>
                  </a:lnTo>
                  <a:lnTo>
                    <a:pt x="1325757" y="114783"/>
                  </a:lnTo>
                  <a:lnTo>
                    <a:pt x="1325757" y="112194"/>
                  </a:lnTo>
                  <a:lnTo>
                    <a:pt x="1330936" y="112194"/>
                  </a:lnTo>
                  <a:lnTo>
                    <a:pt x="1330936" y="114783"/>
                  </a:lnTo>
                  <a:lnTo>
                    <a:pt x="1330936" y="117228"/>
                  </a:lnTo>
                  <a:lnTo>
                    <a:pt x="1338703" y="112194"/>
                  </a:lnTo>
                  <a:lnTo>
                    <a:pt x="1341148" y="109748"/>
                  </a:lnTo>
                  <a:lnTo>
                    <a:pt x="1343593" y="109748"/>
                  </a:lnTo>
                  <a:lnTo>
                    <a:pt x="1346039" y="112194"/>
                  </a:lnTo>
                  <a:lnTo>
                    <a:pt x="1346039" y="109748"/>
                  </a:lnTo>
                  <a:lnTo>
                    <a:pt x="1346039" y="107015"/>
                  </a:lnTo>
                  <a:lnTo>
                    <a:pt x="1353806" y="101981"/>
                  </a:lnTo>
                  <a:lnTo>
                    <a:pt x="1356251" y="104570"/>
                  </a:lnTo>
                  <a:lnTo>
                    <a:pt x="1361573" y="104570"/>
                  </a:lnTo>
                  <a:lnTo>
                    <a:pt x="1364018" y="101981"/>
                  </a:lnTo>
                  <a:lnTo>
                    <a:pt x="1369053" y="101981"/>
                  </a:lnTo>
                  <a:lnTo>
                    <a:pt x="1374231" y="99536"/>
                  </a:lnTo>
                  <a:lnTo>
                    <a:pt x="1374231" y="104570"/>
                  </a:lnTo>
                  <a:lnTo>
                    <a:pt x="1376676" y="104570"/>
                  </a:lnTo>
                  <a:lnTo>
                    <a:pt x="1384443" y="99536"/>
                  </a:lnTo>
                  <a:lnTo>
                    <a:pt x="1386889" y="99536"/>
                  </a:lnTo>
                  <a:close/>
                  <a:moveTo>
                    <a:pt x="1295119" y="79111"/>
                  </a:moveTo>
                  <a:lnTo>
                    <a:pt x="1297852" y="79111"/>
                  </a:lnTo>
                  <a:lnTo>
                    <a:pt x="1297852" y="84145"/>
                  </a:lnTo>
                  <a:lnTo>
                    <a:pt x="1295119" y="84145"/>
                  </a:lnTo>
                  <a:lnTo>
                    <a:pt x="1295119" y="86591"/>
                  </a:lnTo>
                  <a:lnTo>
                    <a:pt x="1295119" y="91769"/>
                  </a:lnTo>
                  <a:lnTo>
                    <a:pt x="1297852" y="94358"/>
                  </a:lnTo>
                  <a:lnTo>
                    <a:pt x="1302743" y="94358"/>
                  </a:lnTo>
                  <a:lnTo>
                    <a:pt x="1302743" y="96803"/>
                  </a:lnTo>
                  <a:lnTo>
                    <a:pt x="1300297" y="99536"/>
                  </a:lnTo>
                  <a:lnTo>
                    <a:pt x="1302743" y="99536"/>
                  </a:lnTo>
                  <a:lnTo>
                    <a:pt x="1302743" y="101981"/>
                  </a:lnTo>
                  <a:lnTo>
                    <a:pt x="1305332" y="104570"/>
                  </a:lnTo>
                  <a:lnTo>
                    <a:pt x="1302743" y="104570"/>
                  </a:lnTo>
                  <a:lnTo>
                    <a:pt x="1310510" y="112194"/>
                  </a:lnTo>
                  <a:lnTo>
                    <a:pt x="1312955" y="114783"/>
                  </a:lnTo>
                  <a:lnTo>
                    <a:pt x="1310510" y="117228"/>
                  </a:lnTo>
                  <a:lnTo>
                    <a:pt x="1312955" y="122406"/>
                  </a:lnTo>
                  <a:lnTo>
                    <a:pt x="1305332" y="130174"/>
                  </a:lnTo>
                  <a:lnTo>
                    <a:pt x="1300297" y="135208"/>
                  </a:lnTo>
                  <a:lnTo>
                    <a:pt x="1292530" y="135208"/>
                  </a:lnTo>
                  <a:lnTo>
                    <a:pt x="1287640" y="135208"/>
                  </a:lnTo>
                  <a:lnTo>
                    <a:pt x="1284907" y="130174"/>
                  </a:lnTo>
                  <a:lnTo>
                    <a:pt x="1282318" y="127441"/>
                  </a:lnTo>
                  <a:lnTo>
                    <a:pt x="1282318" y="122406"/>
                  </a:lnTo>
                  <a:lnTo>
                    <a:pt x="1277427" y="114783"/>
                  </a:lnTo>
                  <a:lnTo>
                    <a:pt x="1269660" y="94358"/>
                  </a:lnTo>
                  <a:lnTo>
                    <a:pt x="1272105" y="91769"/>
                  </a:lnTo>
                  <a:lnTo>
                    <a:pt x="1272105" y="94358"/>
                  </a:lnTo>
                  <a:lnTo>
                    <a:pt x="1274694" y="94358"/>
                  </a:lnTo>
                  <a:lnTo>
                    <a:pt x="1277427" y="91769"/>
                  </a:lnTo>
                  <a:lnTo>
                    <a:pt x="1277427" y="89323"/>
                  </a:lnTo>
                  <a:lnTo>
                    <a:pt x="1279872" y="91769"/>
                  </a:lnTo>
                  <a:lnTo>
                    <a:pt x="1279872" y="89323"/>
                  </a:lnTo>
                  <a:lnTo>
                    <a:pt x="1282318" y="84145"/>
                  </a:lnTo>
                  <a:lnTo>
                    <a:pt x="1290085" y="84145"/>
                  </a:lnTo>
                  <a:lnTo>
                    <a:pt x="1292530" y="81556"/>
                  </a:lnTo>
                  <a:close/>
                  <a:moveTo>
                    <a:pt x="1425293" y="0"/>
                  </a:moveTo>
                  <a:lnTo>
                    <a:pt x="1427739" y="0"/>
                  </a:lnTo>
                  <a:lnTo>
                    <a:pt x="1432773" y="2445"/>
                  </a:lnTo>
                  <a:lnTo>
                    <a:pt x="1435506" y="5178"/>
                  </a:lnTo>
                  <a:lnTo>
                    <a:pt x="1437951" y="5178"/>
                  </a:lnTo>
                  <a:lnTo>
                    <a:pt x="1440396" y="12658"/>
                  </a:lnTo>
                  <a:lnTo>
                    <a:pt x="1442985" y="12658"/>
                  </a:lnTo>
                  <a:lnTo>
                    <a:pt x="1448164" y="17836"/>
                  </a:lnTo>
                  <a:lnTo>
                    <a:pt x="1448164" y="20425"/>
                  </a:lnTo>
                  <a:lnTo>
                    <a:pt x="1448164" y="22870"/>
                  </a:lnTo>
                  <a:lnTo>
                    <a:pt x="1445718" y="33083"/>
                  </a:lnTo>
                  <a:lnTo>
                    <a:pt x="1440396" y="71344"/>
                  </a:lnTo>
                  <a:lnTo>
                    <a:pt x="1437951" y="71344"/>
                  </a:lnTo>
                  <a:lnTo>
                    <a:pt x="1437951" y="68899"/>
                  </a:lnTo>
                  <a:lnTo>
                    <a:pt x="1435506" y="68899"/>
                  </a:lnTo>
                  <a:lnTo>
                    <a:pt x="1422560" y="73933"/>
                  </a:lnTo>
                  <a:lnTo>
                    <a:pt x="1415081" y="68899"/>
                  </a:lnTo>
                  <a:lnTo>
                    <a:pt x="1412492" y="68899"/>
                  </a:lnTo>
                  <a:lnTo>
                    <a:pt x="1407314" y="61131"/>
                  </a:lnTo>
                  <a:lnTo>
                    <a:pt x="1407314" y="56241"/>
                  </a:lnTo>
                  <a:lnTo>
                    <a:pt x="1404868" y="53508"/>
                  </a:lnTo>
                  <a:lnTo>
                    <a:pt x="1402423" y="53508"/>
                  </a:lnTo>
                  <a:lnTo>
                    <a:pt x="1397101" y="53508"/>
                  </a:lnTo>
                  <a:lnTo>
                    <a:pt x="1397101" y="61131"/>
                  </a:lnTo>
                  <a:lnTo>
                    <a:pt x="1392211" y="61131"/>
                  </a:lnTo>
                  <a:lnTo>
                    <a:pt x="1392211" y="66166"/>
                  </a:lnTo>
                  <a:lnTo>
                    <a:pt x="1389478" y="68899"/>
                  </a:lnTo>
                  <a:lnTo>
                    <a:pt x="1384443" y="68899"/>
                  </a:lnTo>
                  <a:lnTo>
                    <a:pt x="1379265" y="66166"/>
                  </a:lnTo>
                  <a:lnTo>
                    <a:pt x="1379265" y="61131"/>
                  </a:lnTo>
                  <a:lnTo>
                    <a:pt x="1379265" y="53508"/>
                  </a:lnTo>
                  <a:lnTo>
                    <a:pt x="1376676" y="53508"/>
                  </a:lnTo>
                  <a:lnTo>
                    <a:pt x="1371786" y="51063"/>
                  </a:lnTo>
                  <a:lnTo>
                    <a:pt x="1366464" y="51063"/>
                  </a:lnTo>
                  <a:lnTo>
                    <a:pt x="1358840" y="51063"/>
                  </a:lnTo>
                  <a:lnTo>
                    <a:pt x="1353806" y="53508"/>
                  </a:lnTo>
                  <a:lnTo>
                    <a:pt x="1351361" y="56241"/>
                  </a:lnTo>
                  <a:lnTo>
                    <a:pt x="1351361" y="53508"/>
                  </a:lnTo>
                  <a:lnTo>
                    <a:pt x="1343593" y="58686"/>
                  </a:lnTo>
                  <a:lnTo>
                    <a:pt x="1338703" y="61131"/>
                  </a:lnTo>
                  <a:lnTo>
                    <a:pt x="1335970" y="58686"/>
                  </a:lnTo>
                  <a:lnTo>
                    <a:pt x="1335970" y="53508"/>
                  </a:lnTo>
                  <a:lnTo>
                    <a:pt x="1335970" y="48473"/>
                  </a:lnTo>
                  <a:lnTo>
                    <a:pt x="1335970" y="46028"/>
                  </a:lnTo>
                  <a:lnTo>
                    <a:pt x="1338703" y="46028"/>
                  </a:lnTo>
                  <a:lnTo>
                    <a:pt x="1341148" y="38261"/>
                  </a:lnTo>
                  <a:lnTo>
                    <a:pt x="1343593" y="38261"/>
                  </a:lnTo>
                  <a:lnTo>
                    <a:pt x="1346039" y="35816"/>
                  </a:lnTo>
                  <a:lnTo>
                    <a:pt x="1356251" y="30638"/>
                  </a:lnTo>
                  <a:lnTo>
                    <a:pt x="1371786" y="22870"/>
                  </a:lnTo>
                  <a:lnTo>
                    <a:pt x="1381998" y="22870"/>
                  </a:lnTo>
                  <a:lnTo>
                    <a:pt x="1384443" y="22870"/>
                  </a:lnTo>
                  <a:lnTo>
                    <a:pt x="1384443" y="25603"/>
                  </a:lnTo>
                  <a:lnTo>
                    <a:pt x="1386889" y="25603"/>
                  </a:lnTo>
                  <a:lnTo>
                    <a:pt x="1389478" y="25603"/>
                  </a:lnTo>
                  <a:lnTo>
                    <a:pt x="1399546" y="20425"/>
                  </a:lnTo>
                  <a:lnTo>
                    <a:pt x="1399546" y="17836"/>
                  </a:lnTo>
                  <a:lnTo>
                    <a:pt x="1402423" y="17836"/>
                  </a:lnTo>
                  <a:lnTo>
                    <a:pt x="1402423" y="15391"/>
                  </a:lnTo>
                  <a:lnTo>
                    <a:pt x="1402423" y="12658"/>
                  </a:lnTo>
                  <a:lnTo>
                    <a:pt x="1404868" y="12658"/>
                  </a:lnTo>
                  <a:lnTo>
                    <a:pt x="1407314" y="7623"/>
                  </a:lnTo>
                  <a:lnTo>
                    <a:pt x="1415081" y="5178"/>
                  </a:lnTo>
                  <a:lnTo>
                    <a:pt x="1420115" y="5178"/>
                  </a:lnTo>
                  <a:close/>
                </a:path>
              </a:pathLst>
            </a:custGeom>
            <a:grpFill/>
            <a:ln w="3594" cap="rnd">
              <a:solidFill>
                <a:srgbClr val="FFFFFF"/>
              </a:solidFill>
              <a:prstDash val="solid"/>
              <a:round/>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sp>
          <p:nvSpPr>
            <p:cNvPr id="82" name="Freeform: Shape 744">
              <a:extLst>
                <a:ext uri="{FF2B5EF4-FFF2-40B4-BE49-F238E27FC236}">
                  <a16:creationId xmlns:a16="http://schemas.microsoft.com/office/drawing/2014/main" id="{D7741487-237E-D0CB-2780-B72F115127A6}"/>
                </a:ext>
              </a:extLst>
            </p:cNvPr>
            <p:cNvSpPr/>
            <p:nvPr/>
          </p:nvSpPr>
          <p:spPr>
            <a:xfrm>
              <a:off x="6973247" y="7916"/>
              <a:ext cx="3109270" cy="4858765"/>
            </a:xfrm>
            <a:custGeom>
              <a:avLst/>
              <a:gdLst>
                <a:gd name="connsiteX0" fmla="*/ 2034591 w 2057605"/>
                <a:gd name="connsiteY0" fmla="*/ 2853318 h 3215359"/>
                <a:gd name="connsiteX1" fmla="*/ 2039626 w 2057605"/>
                <a:gd name="connsiteY1" fmla="*/ 2856051 h 3215359"/>
                <a:gd name="connsiteX2" fmla="*/ 2042071 w 2057605"/>
                <a:gd name="connsiteY2" fmla="*/ 2856051 h 3215359"/>
                <a:gd name="connsiteX3" fmla="*/ 2049838 w 2057605"/>
                <a:gd name="connsiteY3" fmla="*/ 2863531 h 3215359"/>
                <a:gd name="connsiteX4" fmla="*/ 2052283 w 2057605"/>
                <a:gd name="connsiteY4" fmla="*/ 2863531 h 3215359"/>
                <a:gd name="connsiteX5" fmla="*/ 2055160 w 2057605"/>
                <a:gd name="connsiteY5" fmla="*/ 2866264 h 3215359"/>
                <a:gd name="connsiteX6" fmla="*/ 2057605 w 2057605"/>
                <a:gd name="connsiteY6" fmla="*/ 2868709 h 3215359"/>
                <a:gd name="connsiteX7" fmla="*/ 2055160 w 2057605"/>
                <a:gd name="connsiteY7" fmla="*/ 2871154 h 3215359"/>
                <a:gd name="connsiteX8" fmla="*/ 2055160 w 2057605"/>
                <a:gd name="connsiteY8" fmla="*/ 2873743 h 3215359"/>
                <a:gd name="connsiteX9" fmla="*/ 2057605 w 2057605"/>
                <a:gd name="connsiteY9" fmla="*/ 2876476 h 3215359"/>
                <a:gd name="connsiteX10" fmla="*/ 2055160 w 2057605"/>
                <a:gd name="connsiteY10" fmla="*/ 2881367 h 3215359"/>
                <a:gd name="connsiteX11" fmla="*/ 2057605 w 2057605"/>
                <a:gd name="connsiteY11" fmla="*/ 2886689 h 3215359"/>
                <a:gd name="connsiteX12" fmla="*/ 2057605 w 2057605"/>
                <a:gd name="connsiteY12" fmla="*/ 2889134 h 3215359"/>
                <a:gd name="connsiteX13" fmla="*/ 2057605 w 2057605"/>
                <a:gd name="connsiteY13" fmla="*/ 2891579 h 3215359"/>
                <a:gd name="connsiteX14" fmla="*/ 2055160 w 2057605"/>
                <a:gd name="connsiteY14" fmla="*/ 2894168 h 3215359"/>
                <a:gd name="connsiteX15" fmla="*/ 2055160 w 2057605"/>
                <a:gd name="connsiteY15" fmla="*/ 2896901 h 3215359"/>
                <a:gd name="connsiteX16" fmla="*/ 2052283 w 2057605"/>
                <a:gd name="connsiteY16" fmla="*/ 2904381 h 3215359"/>
                <a:gd name="connsiteX17" fmla="*/ 2055160 w 2057605"/>
                <a:gd name="connsiteY17" fmla="*/ 2912004 h 3215359"/>
                <a:gd name="connsiteX18" fmla="*/ 2049838 w 2057605"/>
                <a:gd name="connsiteY18" fmla="*/ 2919771 h 3215359"/>
                <a:gd name="connsiteX19" fmla="*/ 2052283 w 2057605"/>
                <a:gd name="connsiteY19" fmla="*/ 2924662 h 3215359"/>
                <a:gd name="connsiteX20" fmla="*/ 2049838 w 2057605"/>
                <a:gd name="connsiteY20" fmla="*/ 2932429 h 3215359"/>
                <a:gd name="connsiteX21" fmla="*/ 2047393 w 2057605"/>
                <a:gd name="connsiteY21" fmla="*/ 2937463 h 3215359"/>
                <a:gd name="connsiteX22" fmla="*/ 2047393 w 2057605"/>
                <a:gd name="connsiteY22" fmla="*/ 2942642 h 3215359"/>
                <a:gd name="connsiteX23" fmla="*/ 2047393 w 2057605"/>
                <a:gd name="connsiteY23" fmla="*/ 2945087 h 3215359"/>
                <a:gd name="connsiteX24" fmla="*/ 2044804 w 2057605"/>
                <a:gd name="connsiteY24" fmla="*/ 2947676 h 3215359"/>
                <a:gd name="connsiteX25" fmla="*/ 2042071 w 2057605"/>
                <a:gd name="connsiteY25" fmla="*/ 2950409 h 3215359"/>
                <a:gd name="connsiteX26" fmla="*/ 2039626 w 2057605"/>
                <a:gd name="connsiteY26" fmla="*/ 2950409 h 3215359"/>
                <a:gd name="connsiteX27" fmla="*/ 2039626 w 2057605"/>
                <a:gd name="connsiteY27" fmla="*/ 2947676 h 3215359"/>
                <a:gd name="connsiteX28" fmla="*/ 2037180 w 2057605"/>
                <a:gd name="connsiteY28" fmla="*/ 2947676 h 3215359"/>
                <a:gd name="connsiteX29" fmla="*/ 2037180 w 2057605"/>
                <a:gd name="connsiteY29" fmla="*/ 2945087 h 3215359"/>
                <a:gd name="connsiteX30" fmla="*/ 2034591 w 2057605"/>
                <a:gd name="connsiteY30" fmla="*/ 2942642 h 3215359"/>
                <a:gd name="connsiteX31" fmla="*/ 2032146 w 2057605"/>
                <a:gd name="connsiteY31" fmla="*/ 2942642 h 3215359"/>
                <a:gd name="connsiteX32" fmla="*/ 2032146 w 2057605"/>
                <a:gd name="connsiteY32" fmla="*/ 2940196 h 3215359"/>
                <a:gd name="connsiteX33" fmla="*/ 2032146 w 2057605"/>
                <a:gd name="connsiteY33" fmla="*/ 2937463 h 3215359"/>
                <a:gd name="connsiteX34" fmla="*/ 2029413 w 2057605"/>
                <a:gd name="connsiteY34" fmla="*/ 2937463 h 3215359"/>
                <a:gd name="connsiteX35" fmla="*/ 2026968 w 2057605"/>
                <a:gd name="connsiteY35" fmla="*/ 2934874 h 3215359"/>
                <a:gd name="connsiteX36" fmla="*/ 2024523 w 2057605"/>
                <a:gd name="connsiteY36" fmla="*/ 2934874 h 3215359"/>
                <a:gd name="connsiteX37" fmla="*/ 2024523 w 2057605"/>
                <a:gd name="connsiteY37" fmla="*/ 2932429 h 3215359"/>
                <a:gd name="connsiteX38" fmla="*/ 2021934 w 2057605"/>
                <a:gd name="connsiteY38" fmla="*/ 2929984 h 3215359"/>
                <a:gd name="connsiteX39" fmla="*/ 2019201 w 2057605"/>
                <a:gd name="connsiteY39" fmla="*/ 2929984 h 3215359"/>
                <a:gd name="connsiteX40" fmla="*/ 2016755 w 2057605"/>
                <a:gd name="connsiteY40" fmla="*/ 2929984 h 3215359"/>
                <a:gd name="connsiteX41" fmla="*/ 2016755 w 2057605"/>
                <a:gd name="connsiteY41" fmla="*/ 2927395 h 3215359"/>
                <a:gd name="connsiteX42" fmla="*/ 2014310 w 2057605"/>
                <a:gd name="connsiteY42" fmla="*/ 2924662 h 3215359"/>
                <a:gd name="connsiteX43" fmla="*/ 2011721 w 2057605"/>
                <a:gd name="connsiteY43" fmla="*/ 2924662 h 3215359"/>
                <a:gd name="connsiteX44" fmla="*/ 2011721 w 2057605"/>
                <a:gd name="connsiteY44" fmla="*/ 2922217 h 3215359"/>
                <a:gd name="connsiteX45" fmla="*/ 2011721 w 2057605"/>
                <a:gd name="connsiteY45" fmla="*/ 2917326 h 3215359"/>
                <a:gd name="connsiteX46" fmla="*/ 2008988 w 2057605"/>
                <a:gd name="connsiteY46" fmla="*/ 2917326 h 3215359"/>
                <a:gd name="connsiteX47" fmla="*/ 2008988 w 2057605"/>
                <a:gd name="connsiteY47" fmla="*/ 2914449 h 3215359"/>
                <a:gd name="connsiteX48" fmla="*/ 2008988 w 2057605"/>
                <a:gd name="connsiteY48" fmla="*/ 2909559 h 3215359"/>
                <a:gd name="connsiteX49" fmla="*/ 2008988 w 2057605"/>
                <a:gd name="connsiteY49" fmla="*/ 2907114 h 3215359"/>
                <a:gd name="connsiteX50" fmla="*/ 2008988 w 2057605"/>
                <a:gd name="connsiteY50" fmla="*/ 2901792 h 3215359"/>
                <a:gd name="connsiteX51" fmla="*/ 2008988 w 2057605"/>
                <a:gd name="connsiteY51" fmla="*/ 2896901 h 3215359"/>
                <a:gd name="connsiteX52" fmla="*/ 2008988 w 2057605"/>
                <a:gd name="connsiteY52" fmla="*/ 2889134 h 3215359"/>
                <a:gd name="connsiteX53" fmla="*/ 2008988 w 2057605"/>
                <a:gd name="connsiteY53" fmla="*/ 2886689 h 3215359"/>
                <a:gd name="connsiteX54" fmla="*/ 2011721 w 2057605"/>
                <a:gd name="connsiteY54" fmla="*/ 2881367 h 3215359"/>
                <a:gd name="connsiteX55" fmla="*/ 2014310 w 2057605"/>
                <a:gd name="connsiteY55" fmla="*/ 2878921 h 3215359"/>
                <a:gd name="connsiteX56" fmla="*/ 2016755 w 2057605"/>
                <a:gd name="connsiteY56" fmla="*/ 2868709 h 3215359"/>
                <a:gd name="connsiteX57" fmla="*/ 2016755 w 2057605"/>
                <a:gd name="connsiteY57" fmla="*/ 2866264 h 3215359"/>
                <a:gd name="connsiteX58" fmla="*/ 2016755 w 2057605"/>
                <a:gd name="connsiteY58" fmla="*/ 2863531 h 3215359"/>
                <a:gd name="connsiteX59" fmla="*/ 2016755 w 2057605"/>
                <a:gd name="connsiteY59" fmla="*/ 2860942 h 3215359"/>
                <a:gd name="connsiteX60" fmla="*/ 2019201 w 2057605"/>
                <a:gd name="connsiteY60" fmla="*/ 2858496 h 3215359"/>
                <a:gd name="connsiteX61" fmla="*/ 2021934 w 2057605"/>
                <a:gd name="connsiteY61" fmla="*/ 2858496 h 3215359"/>
                <a:gd name="connsiteX62" fmla="*/ 2026968 w 2057605"/>
                <a:gd name="connsiteY62" fmla="*/ 2858496 h 3215359"/>
                <a:gd name="connsiteX63" fmla="*/ 2026968 w 2057605"/>
                <a:gd name="connsiteY63" fmla="*/ 2856051 h 3215359"/>
                <a:gd name="connsiteX64" fmla="*/ 2029413 w 2057605"/>
                <a:gd name="connsiteY64" fmla="*/ 2858496 h 3215359"/>
                <a:gd name="connsiteX65" fmla="*/ 1881547 w 2057605"/>
                <a:gd name="connsiteY65" fmla="*/ 2810023 h 3215359"/>
                <a:gd name="connsiteX66" fmla="*/ 1884280 w 2057605"/>
                <a:gd name="connsiteY66" fmla="*/ 2810023 h 3215359"/>
                <a:gd name="connsiteX67" fmla="*/ 1886869 w 2057605"/>
                <a:gd name="connsiteY67" fmla="*/ 2810023 h 3215359"/>
                <a:gd name="connsiteX68" fmla="*/ 1894205 w 2057605"/>
                <a:gd name="connsiteY68" fmla="*/ 2812756 h 3215359"/>
                <a:gd name="connsiteX69" fmla="*/ 1896938 w 2057605"/>
                <a:gd name="connsiteY69" fmla="*/ 2812756 h 3215359"/>
                <a:gd name="connsiteX70" fmla="*/ 1899527 w 2057605"/>
                <a:gd name="connsiteY70" fmla="*/ 2812756 h 3215359"/>
                <a:gd name="connsiteX71" fmla="*/ 1901972 w 2057605"/>
                <a:gd name="connsiteY71" fmla="*/ 2812756 h 3215359"/>
                <a:gd name="connsiteX72" fmla="*/ 1901972 w 2057605"/>
                <a:gd name="connsiteY72" fmla="*/ 2815201 h 3215359"/>
                <a:gd name="connsiteX73" fmla="*/ 1901972 w 2057605"/>
                <a:gd name="connsiteY73" fmla="*/ 2830304 h 3215359"/>
                <a:gd name="connsiteX74" fmla="*/ 1901972 w 2057605"/>
                <a:gd name="connsiteY74" fmla="*/ 2833037 h 3215359"/>
                <a:gd name="connsiteX75" fmla="*/ 1901972 w 2057605"/>
                <a:gd name="connsiteY75" fmla="*/ 2835626 h 3215359"/>
                <a:gd name="connsiteX76" fmla="*/ 1904418 w 2057605"/>
                <a:gd name="connsiteY76" fmla="*/ 2838071 h 3215359"/>
                <a:gd name="connsiteX77" fmla="*/ 1901972 w 2057605"/>
                <a:gd name="connsiteY77" fmla="*/ 2840517 h 3215359"/>
                <a:gd name="connsiteX78" fmla="*/ 1901972 w 2057605"/>
                <a:gd name="connsiteY78" fmla="*/ 2843250 h 3215359"/>
                <a:gd name="connsiteX79" fmla="*/ 1896938 w 2057605"/>
                <a:gd name="connsiteY79" fmla="*/ 2848284 h 3215359"/>
                <a:gd name="connsiteX80" fmla="*/ 1894205 w 2057605"/>
                <a:gd name="connsiteY80" fmla="*/ 2853318 h 3215359"/>
                <a:gd name="connsiteX81" fmla="*/ 1889315 w 2057605"/>
                <a:gd name="connsiteY81" fmla="*/ 2856051 h 3215359"/>
                <a:gd name="connsiteX82" fmla="*/ 1886869 w 2057605"/>
                <a:gd name="connsiteY82" fmla="*/ 2858496 h 3215359"/>
                <a:gd name="connsiteX83" fmla="*/ 1881547 w 2057605"/>
                <a:gd name="connsiteY83" fmla="*/ 2866264 h 3215359"/>
                <a:gd name="connsiteX84" fmla="*/ 1881547 w 2057605"/>
                <a:gd name="connsiteY84" fmla="*/ 2868709 h 3215359"/>
                <a:gd name="connsiteX85" fmla="*/ 1881547 w 2057605"/>
                <a:gd name="connsiteY85" fmla="*/ 2871154 h 3215359"/>
                <a:gd name="connsiteX86" fmla="*/ 1881547 w 2057605"/>
                <a:gd name="connsiteY86" fmla="*/ 2873743 h 3215359"/>
                <a:gd name="connsiteX87" fmla="*/ 1879102 w 2057605"/>
                <a:gd name="connsiteY87" fmla="*/ 2873743 h 3215359"/>
                <a:gd name="connsiteX88" fmla="*/ 1871335 w 2057605"/>
                <a:gd name="connsiteY88" fmla="*/ 2886689 h 3215359"/>
                <a:gd name="connsiteX89" fmla="*/ 1866300 w 2057605"/>
                <a:gd name="connsiteY89" fmla="*/ 2896901 h 3215359"/>
                <a:gd name="connsiteX90" fmla="*/ 1853643 w 2057605"/>
                <a:gd name="connsiteY90" fmla="*/ 2909559 h 3215359"/>
                <a:gd name="connsiteX91" fmla="*/ 1850910 w 2057605"/>
                <a:gd name="connsiteY91" fmla="*/ 2912004 h 3215359"/>
                <a:gd name="connsiteX92" fmla="*/ 1848465 w 2057605"/>
                <a:gd name="connsiteY92" fmla="*/ 2912004 h 3215359"/>
                <a:gd name="connsiteX93" fmla="*/ 1848465 w 2057605"/>
                <a:gd name="connsiteY93" fmla="*/ 2909559 h 3215359"/>
                <a:gd name="connsiteX94" fmla="*/ 1846019 w 2057605"/>
                <a:gd name="connsiteY94" fmla="*/ 2909559 h 3215359"/>
                <a:gd name="connsiteX95" fmla="*/ 1843430 w 2057605"/>
                <a:gd name="connsiteY95" fmla="*/ 2907114 h 3215359"/>
                <a:gd name="connsiteX96" fmla="*/ 1838252 w 2057605"/>
                <a:gd name="connsiteY96" fmla="*/ 2904381 h 3215359"/>
                <a:gd name="connsiteX97" fmla="*/ 1833218 w 2057605"/>
                <a:gd name="connsiteY97" fmla="*/ 2904381 h 3215359"/>
                <a:gd name="connsiteX98" fmla="*/ 1830485 w 2057605"/>
                <a:gd name="connsiteY98" fmla="*/ 2909559 h 3215359"/>
                <a:gd name="connsiteX99" fmla="*/ 1825594 w 2057605"/>
                <a:gd name="connsiteY99" fmla="*/ 2917326 h 3215359"/>
                <a:gd name="connsiteX100" fmla="*/ 1823005 w 2057605"/>
                <a:gd name="connsiteY100" fmla="*/ 2917326 h 3215359"/>
                <a:gd name="connsiteX101" fmla="*/ 1820272 w 2057605"/>
                <a:gd name="connsiteY101" fmla="*/ 2922217 h 3215359"/>
                <a:gd name="connsiteX102" fmla="*/ 1817827 w 2057605"/>
                <a:gd name="connsiteY102" fmla="*/ 2919772 h 3215359"/>
                <a:gd name="connsiteX103" fmla="*/ 1817827 w 2057605"/>
                <a:gd name="connsiteY103" fmla="*/ 2917326 h 3215359"/>
                <a:gd name="connsiteX104" fmla="*/ 1817827 w 2057605"/>
                <a:gd name="connsiteY104" fmla="*/ 2912004 h 3215359"/>
                <a:gd name="connsiteX105" fmla="*/ 1815382 w 2057605"/>
                <a:gd name="connsiteY105" fmla="*/ 2904381 h 3215359"/>
                <a:gd name="connsiteX106" fmla="*/ 1812793 w 2057605"/>
                <a:gd name="connsiteY106" fmla="*/ 2899347 h 3215359"/>
                <a:gd name="connsiteX107" fmla="*/ 1810347 w 2057605"/>
                <a:gd name="connsiteY107" fmla="*/ 2899347 h 3215359"/>
                <a:gd name="connsiteX108" fmla="*/ 1810347 w 2057605"/>
                <a:gd name="connsiteY108" fmla="*/ 2896901 h 3215359"/>
                <a:gd name="connsiteX109" fmla="*/ 1807614 w 2057605"/>
                <a:gd name="connsiteY109" fmla="*/ 2894168 h 3215359"/>
                <a:gd name="connsiteX110" fmla="*/ 1805169 w 2057605"/>
                <a:gd name="connsiteY110" fmla="*/ 2891579 h 3215359"/>
                <a:gd name="connsiteX111" fmla="*/ 1802580 w 2057605"/>
                <a:gd name="connsiteY111" fmla="*/ 2891579 h 3215359"/>
                <a:gd name="connsiteX112" fmla="*/ 1802580 w 2057605"/>
                <a:gd name="connsiteY112" fmla="*/ 2889134 h 3215359"/>
                <a:gd name="connsiteX113" fmla="*/ 1800135 w 2057605"/>
                <a:gd name="connsiteY113" fmla="*/ 2886689 h 3215359"/>
                <a:gd name="connsiteX114" fmla="*/ 1802580 w 2057605"/>
                <a:gd name="connsiteY114" fmla="*/ 2883956 h 3215359"/>
                <a:gd name="connsiteX115" fmla="*/ 1805169 w 2057605"/>
                <a:gd name="connsiteY115" fmla="*/ 2878922 h 3215359"/>
                <a:gd name="connsiteX116" fmla="*/ 1807614 w 2057605"/>
                <a:gd name="connsiteY116" fmla="*/ 2876476 h 3215359"/>
                <a:gd name="connsiteX117" fmla="*/ 1810347 w 2057605"/>
                <a:gd name="connsiteY117" fmla="*/ 2873743 h 3215359"/>
                <a:gd name="connsiteX118" fmla="*/ 1812793 w 2057605"/>
                <a:gd name="connsiteY118" fmla="*/ 2866264 h 3215359"/>
                <a:gd name="connsiteX119" fmla="*/ 1812793 w 2057605"/>
                <a:gd name="connsiteY119" fmla="*/ 2860942 h 3215359"/>
                <a:gd name="connsiteX120" fmla="*/ 1815382 w 2057605"/>
                <a:gd name="connsiteY120" fmla="*/ 2858496 h 3215359"/>
                <a:gd name="connsiteX121" fmla="*/ 1817827 w 2057605"/>
                <a:gd name="connsiteY121" fmla="*/ 2856051 h 3215359"/>
                <a:gd name="connsiteX122" fmla="*/ 1815382 w 2057605"/>
                <a:gd name="connsiteY122" fmla="*/ 2850729 h 3215359"/>
                <a:gd name="connsiteX123" fmla="*/ 1815382 w 2057605"/>
                <a:gd name="connsiteY123" fmla="*/ 2848284 h 3215359"/>
                <a:gd name="connsiteX124" fmla="*/ 1815382 w 2057605"/>
                <a:gd name="connsiteY124" fmla="*/ 2840517 h 3215359"/>
                <a:gd name="connsiteX125" fmla="*/ 1817827 w 2057605"/>
                <a:gd name="connsiteY125" fmla="*/ 2835626 h 3215359"/>
                <a:gd name="connsiteX126" fmla="*/ 1817827 w 2057605"/>
                <a:gd name="connsiteY126" fmla="*/ 2833037 h 3215359"/>
                <a:gd name="connsiteX127" fmla="*/ 1820272 w 2057605"/>
                <a:gd name="connsiteY127" fmla="*/ 2833037 h 3215359"/>
                <a:gd name="connsiteX128" fmla="*/ 1823005 w 2057605"/>
                <a:gd name="connsiteY128" fmla="*/ 2830304 h 3215359"/>
                <a:gd name="connsiteX129" fmla="*/ 1823005 w 2057605"/>
                <a:gd name="connsiteY129" fmla="*/ 2827859 h 3215359"/>
                <a:gd name="connsiteX130" fmla="*/ 1825594 w 2057605"/>
                <a:gd name="connsiteY130" fmla="*/ 2827859 h 3215359"/>
                <a:gd name="connsiteX131" fmla="*/ 1828039 w 2057605"/>
                <a:gd name="connsiteY131" fmla="*/ 2825414 h 3215359"/>
                <a:gd name="connsiteX132" fmla="*/ 1830485 w 2057605"/>
                <a:gd name="connsiteY132" fmla="*/ 2825414 h 3215359"/>
                <a:gd name="connsiteX133" fmla="*/ 1833218 w 2057605"/>
                <a:gd name="connsiteY133" fmla="*/ 2825414 h 3215359"/>
                <a:gd name="connsiteX134" fmla="*/ 1835807 w 2057605"/>
                <a:gd name="connsiteY134" fmla="*/ 2827859 h 3215359"/>
                <a:gd name="connsiteX135" fmla="*/ 1835807 w 2057605"/>
                <a:gd name="connsiteY135" fmla="*/ 2830304 h 3215359"/>
                <a:gd name="connsiteX136" fmla="*/ 1838252 w 2057605"/>
                <a:gd name="connsiteY136" fmla="*/ 2833037 h 3215359"/>
                <a:gd name="connsiteX137" fmla="*/ 1840697 w 2057605"/>
                <a:gd name="connsiteY137" fmla="*/ 2833037 h 3215359"/>
                <a:gd name="connsiteX138" fmla="*/ 1843430 w 2057605"/>
                <a:gd name="connsiteY138" fmla="*/ 2833037 h 3215359"/>
                <a:gd name="connsiteX139" fmla="*/ 1846019 w 2057605"/>
                <a:gd name="connsiteY139" fmla="*/ 2833037 h 3215359"/>
                <a:gd name="connsiteX140" fmla="*/ 1850910 w 2057605"/>
                <a:gd name="connsiteY140" fmla="*/ 2825414 h 3215359"/>
                <a:gd name="connsiteX141" fmla="*/ 1858677 w 2057605"/>
                <a:gd name="connsiteY141" fmla="*/ 2817646 h 3215359"/>
                <a:gd name="connsiteX142" fmla="*/ 1866300 w 2057605"/>
                <a:gd name="connsiteY142" fmla="*/ 2817646 h 3215359"/>
                <a:gd name="connsiteX143" fmla="*/ 1874068 w 2057605"/>
                <a:gd name="connsiteY143" fmla="*/ 2817646 h 3215359"/>
                <a:gd name="connsiteX144" fmla="*/ 1876657 w 2057605"/>
                <a:gd name="connsiteY144" fmla="*/ 2815201 h 3215359"/>
                <a:gd name="connsiteX145" fmla="*/ 1876657 w 2057605"/>
                <a:gd name="connsiteY145" fmla="*/ 2812756 h 3215359"/>
                <a:gd name="connsiteX146" fmla="*/ 1430471 w 2057605"/>
                <a:gd name="connsiteY146" fmla="*/ 2773776 h 3215359"/>
                <a:gd name="connsiteX147" fmla="*/ 1430471 w 2057605"/>
                <a:gd name="connsiteY147" fmla="*/ 2778810 h 3215359"/>
                <a:gd name="connsiteX148" fmla="*/ 1432916 w 2057605"/>
                <a:gd name="connsiteY148" fmla="*/ 2778810 h 3215359"/>
                <a:gd name="connsiteX149" fmla="*/ 1432916 w 2057605"/>
                <a:gd name="connsiteY149" fmla="*/ 2773776 h 3215359"/>
                <a:gd name="connsiteX150" fmla="*/ 1904418 w 2057605"/>
                <a:gd name="connsiteY150" fmla="*/ 2674815 h 3215359"/>
                <a:gd name="connsiteX151" fmla="*/ 1907151 w 2057605"/>
                <a:gd name="connsiteY151" fmla="*/ 2674815 h 3215359"/>
                <a:gd name="connsiteX152" fmla="*/ 1907151 w 2057605"/>
                <a:gd name="connsiteY152" fmla="*/ 2677548 h 3215359"/>
                <a:gd name="connsiteX153" fmla="*/ 1904418 w 2057605"/>
                <a:gd name="connsiteY153" fmla="*/ 2677548 h 3215359"/>
                <a:gd name="connsiteX154" fmla="*/ 1700600 w 2057605"/>
                <a:gd name="connsiteY154" fmla="*/ 2662732 h 3215359"/>
                <a:gd name="connsiteX155" fmla="*/ 1700600 w 2057605"/>
                <a:gd name="connsiteY155" fmla="*/ 2668054 h 3215359"/>
                <a:gd name="connsiteX156" fmla="*/ 1703045 w 2057605"/>
                <a:gd name="connsiteY156" fmla="*/ 2668054 h 3215359"/>
                <a:gd name="connsiteX157" fmla="*/ 1703045 w 2057605"/>
                <a:gd name="connsiteY157" fmla="*/ 2670499 h 3215359"/>
                <a:gd name="connsiteX158" fmla="*/ 1701895 w 2057605"/>
                <a:gd name="connsiteY158" fmla="*/ 2671650 h 3215359"/>
                <a:gd name="connsiteX159" fmla="*/ 1700600 w 2057605"/>
                <a:gd name="connsiteY159" fmla="*/ 2671650 h 3215359"/>
                <a:gd name="connsiteX160" fmla="*/ 1701229 w 2057605"/>
                <a:gd name="connsiteY160" fmla="*/ 2672316 h 3215359"/>
                <a:gd name="connsiteX161" fmla="*/ 1700600 w 2057605"/>
                <a:gd name="connsiteY161" fmla="*/ 2672945 h 3215359"/>
                <a:gd name="connsiteX162" fmla="*/ 1700600 w 2057605"/>
                <a:gd name="connsiteY162" fmla="*/ 2676972 h 3215359"/>
                <a:gd name="connsiteX163" fmla="*/ 1698154 w 2057605"/>
                <a:gd name="connsiteY163" fmla="*/ 2676972 h 3215359"/>
                <a:gd name="connsiteX164" fmla="*/ 1703045 w 2057605"/>
                <a:gd name="connsiteY164" fmla="*/ 2681863 h 3215359"/>
                <a:gd name="connsiteX165" fmla="*/ 1703045 w 2057605"/>
                <a:gd name="connsiteY165" fmla="*/ 2674239 h 3215359"/>
                <a:gd name="connsiteX166" fmla="*/ 1701229 w 2057605"/>
                <a:gd name="connsiteY166" fmla="*/ 2672316 h 3215359"/>
                <a:gd name="connsiteX167" fmla="*/ 1701895 w 2057605"/>
                <a:gd name="connsiteY167" fmla="*/ 2671650 h 3215359"/>
                <a:gd name="connsiteX168" fmla="*/ 1703045 w 2057605"/>
                <a:gd name="connsiteY168" fmla="*/ 2671650 h 3215359"/>
                <a:gd name="connsiteX169" fmla="*/ 1705055 w 2057605"/>
                <a:gd name="connsiteY169" fmla="*/ 2669852 h 3215359"/>
                <a:gd name="connsiteX170" fmla="*/ 1705778 w 2057605"/>
                <a:gd name="connsiteY170" fmla="*/ 2670499 h 3215359"/>
                <a:gd name="connsiteX171" fmla="*/ 1705778 w 2057605"/>
                <a:gd name="connsiteY171" fmla="*/ 2671650 h 3215359"/>
                <a:gd name="connsiteX172" fmla="*/ 1708367 w 2057605"/>
                <a:gd name="connsiteY172" fmla="*/ 2674239 h 3215359"/>
                <a:gd name="connsiteX173" fmla="*/ 1708367 w 2057605"/>
                <a:gd name="connsiteY173" fmla="*/ 2671650 h 3215359"/>
                <a:gd name="connsiteX174" fmla="*/ 1708367 w 2057605"/>
                <a:gd name="connsiteY174" fmla="*/ 2670499 h 3215359"/>
                <a:gd name="connsiteX175" fmla="*/ 1705778 w 2057605"/>
                <a:gd name="connsiteY175" fmla="*/ 2670499 h 3215359"/>
                <a:gd name="connsiteX176" fmla="*/ 1705778 w 2057605"/>
                <a:gd name="connsiteY176" fmla="*/ 2669205 h 3215359"/>
                <a:gd name="connsiteX177" fmla="*/ 1705055 w 2057605"/>
                <a:gd name="connsiteY177" fmla="*/ 2669852 h 3215359"/>
                <a:gd name="connsiteX178" fmla="*/ 1703045 w 2057605"/>
                <a:gd name="connsiteY178" fmla="*/ 2668054 h 3215359"/>
                <a:gd name="connsiteX179" fmla="*/ 1703045 w 2057605"/>
                <a:gd name="connsiteY179" fmla="*/ 2665609 h 3215359"/>
                <a:gd name="connsiteX180" fmla="*/ 1899528 w 2057605"/>
                <a:gd name="connsiteY180" fmla="*/ 2657123 h 3215359"/>
                <a:gd name="connsiteX181" fmla="*/ 1901973 w 2057605"/>
                <a:gd name="connsiteY181" fmla="*/ 2657123 h 3215359"/>
                <a:gd name="connsiteX182" fmla="*/ 1904419 w 2057605"/>
                <a:gd name="connsiteY182" fmla="*/ 2659568 h 3215359"/>
                <a:gd name="connsiteX183" fmla="*/ 1904419 w 2057605"/>
                <a:gd name="connsiteY183" fmla="*/ 2662157 h 3215359"/>
                <a:gd name="connsiteX184" fmla="*/ 1901973 w 2057605"/>
                <a:gd name="connsiteY184" fmla="*/ 2662157 h 3215359"/>
                <a:gd name="connsiteX185" fmla="*/ 1896939 w 2057605"/>
                <a:gd name="connsiteY185" fmla="*/ 2664890 h 3215359"/>
                <a:gd name="connsiteX186" fmla="*/ 1896939 w 2057605"/>
                <a:gd name="connsiteY186" fmla="*/ 2659568 h 3215359"/>
                <a:gd name="connsiteX187" fmla="*/ 1124527 w 2057605"/>
                <a:gd name="connsiteY187" fmla="*/ 2496312 h 3215359"/>
                <a:gd name="connsiteX188" fmla="*/ 1124527 w 2057605"/>
                <a:gd name="connsiteY188" fmla="*/ 2499045 h 3215359"/>
                <a:gd name="connsiteX189" fmla="*/ 1126973 w 2057605"/>
                <a:gd name="connsiteY189" fmla="*/ 2496312 h 3215359"/>
                <a:gd name="connsiteX190" fmla="*/ 1754107 w 2057605"/>
                <a:gd name="connsiteY190" fmla="*/ 2493723 h 3215359"/>
                <a:gd name="connsiteX191" fmla="*/ 1756552 w 2057605"/>
                <a:gd name="connsiteY191" fmla="*/ 2493723 h 3215359"/>
                <a:gd name="connsiteX192" fmla="*/ 1754107 w 2057605"/>
                <a:gd name="connsiteY192" fmla="*/ 2496312 h 3215359"/>
                <a:gd name="connsiteX193" fmla="*/ 1111582 w 2057605"/>
                <a:gd name="connsiteY193" fmla="*/ 2493723 h 3215359"/>
                <a:gd name="connsiteX194" fmla="*/ 1111582 w 2057605"/>
                <a:gd name="connsiteY194" fmla="*/ 2496312 h 3215359"/>
                <a:gd name="connsiteX195" fmla="*/ 1114315 w 2057605"/>
                <a:gd name="connsiteY195" fmla="*/ 2499045 h 3215359"/>
                <a:gd name="connsiteX196" fmla="*/ 1114315 w 2057605"/>
                <a:gd name="connsiteY196" fmla="*/ 2496312 h 3215359"/>
                <a:gd name="connsiteX197" fmla="*/ 1100794 w 2057605"/>
                <a:gd name="connsiteY197" fmla="*/ 2485956 h 3215359"/>
                <a:gd name="connsiteX198" fmla="*/ 1100794 w 2057605"/>
                <a:gd name="connsiteY198" fmla="*/ 2488833 h 3215359"/>
                <a:gd name="connsiteX199" fmla="*/ 1098349 w 2057605"/>
                <a:gd name="connsiteY199" fmla="*/ 2488833 h 3215359"/>
                <a:gd name="connsiteX200" fmla="*/ 1095760 w 2057605"/>
                <a:gd name="connsiteY200" fmla="*/ 2491278 h 3215359"/>
                <a:gd name="connsiteX201" fmla="*/ 1098349 w 2057605"/>
                <a:gd name="connsiteY201" fmla="*/ 2491278 h 3215359"/>
                <a:gd name="connsiteX202" fmla="*/ 1095760 w 2057605"/>
                <a:gd name="connsiteY202" fmla="*/ 2493723 h 3215359"/>
                <a:gd name="connsiteX203" fmla="*/ 1095760 w 2057605"/>
                <a:gd name="connsiteY203" fmla="*/ 2499045 h 3215359"/>
                <a:gd name="connsiteX204" fmla="*/ 1093314 w 2057605"/>
                <a:gd name="connsiteY204" fmla="*/ 2503936 h 3215359"/>
                <a:gd name="connsiteX205" fmla="*/ 1090581 w 2057605"/>
                <a:gd name="connsiteY205" fmla="*/ 2506525 h 3215359"/>
                <a:gd name="connsiteX206" fmla="*/ 1088136 w 2057605"/>
                <a:gd name="connsiteY206" fmla="*/ 2509258 h 3215359"/>
                <a:gd name="connsiteX207" fmla="*/ 1085547 w 2057605"/>
                <a:gd name="connsiteY207" fmla="*/ 2511703 h 3215359"/>
                <a:gd name="connsiteX208" fmla="*/ 1083677 w 2057605"/>
                <a:gd name="connsiteY208" fmla="*/ 2511703 h 3215359"/>
                <a:gd name="connsiteX209" fmla="*/ 1077924 w 2057605"/>
                <a:gd name="connsiteY209" fmla="*/ 2511703 h 3215359"/>
                <a:gd name="connsiteX210" fmla="*/ 1075335 w 2057605"/>
                <a:gd name="connsiteY210" fmla="*/ 2509258 h 3215359"/>
                <a:gd name="connsiteX211" fmla="*/ 1075335 w 2057605"/>
                <a:gd name="connsiteY211" fmla="*/ 2511703 h 3215359"/>
                <a:gd name="connsiteX212" fmla="*/ 1077924 w 2057605"/>
                <a:gd name="connsiteY212" fmla="*/ 2511703 h 3215359"/>
                <a:gd name="connsiteX213" fmla="*/ 1077924 w 2057605"/>
                <a:gd name="connsiteY213" fmla="*/ 2514148 h 3215359"/>
                <a:gd name="connsiteX214" fmla="*/ 1080369 w 2057605"/>
                <a:gd name="connsiteY214" fmla="*/ 2514148 h 3215359"/>
                <a:gd name="connsiteX215" fmla="*/ 1077924 w 2057605"/>
                <a:gd name="connsiteY215" fmla="*/ 2516737 h 3215359"/>
                <a:gd name="connsiteX216" fmla="*/ 1080944 w 2057605"/>
                <a:gd name="connsiteY216" fmla="*/ 2516737 h 3215359"/>
                <a:gd name="connsiteX217" fmla="*/ 1080944 w 2057605"/>
                <a:gd name="connsiteY217" fmla="*/ 2514148 h 3215359"/>
                <a:gd name="connsiteX218" fmla="*/ 1083677 w 2057605"/>
                <a:gd name="connsiteY218" fmla="*/ 2511703 h 3215359"/>
                <a:gd name="connsiteX219" fmla="*/ 1083677 w 2057605"/>
                <a:gd name="connsiteY219" fmla="*/ 2514148 h 3215359"/>
                <a:gd name="connsiteX220" fmla="*/ 1086123 w 2057605"/>
                <a:gd name="connsiteY220" fmla="*/ 2511703 h 3215359"/>
                <a:gd name="connsiteX221" fmla="*/ 1088711 w 2057605"/>
                <a:gd name="connsiteY221" fmla="*/ 2511703 h 3215359"/>
                <a:gd name="connsiteX222" fmla="*/ 1088711 w 2057605"/>
                <a:gd name="connsiteY222" fmla="*/ 2509258 h 3215359"/>
                <a:gd name="connsiteX223" fmla="*/ 1091157 w 2057605"/>
                <a:gd name="connsiteY223" fmla="*/ 2509258 h 3215359"/>
                <a:gd name="connsiteX224" fmla="*/ 1091157 w 2057605"/>
                <a:gd name="connsiteY224" fmla="*/ 2511703 h 3215359"/>
                <a:gd name="connsiteX225" fmla="*/ 1093890 w 2057605"/>
                <a:gd name="connsiteY225" fmla="*/ 2511703 h 3215359"/>
                <a:gd name="connsiteX226" fmla="*/ 1093890 w 2057605"/>
                <a:gd name="connsiteY226" fmla="*/ 2519470 h 3215359"/>
                <a:gd name="connsiteX227" fmla="*/ 1091157 w 2057605"/>
                <a:gd name="connsiteY227" fmla="*/ 2519470 h 3215359"/>
                <a:gd name="connsiteX228" fmla="*/ 1088711 w 2057605"/>
                <a:gd name="connsiteY228" fmla="*/ 2521915 h 3215359"/>
                <a:gd name="connsiteX229" fmla="*/ 1093890 w 2057605"/>
                <a:gd name="connsiteY229" fmla="*/ 2521915 h 3215359"/>
                <a:gd name="connsiteX230" fmla="*/ 1093890 w 2057605"/>
                <a:gd name="connsiteY230" fmla="*/ 2519470 h 3215359"/>
                <a:gd name="connsiteX231" fmla="*/ 1096335 w 2057605"/>
                <a:gd name="connsiteY231" fmla="*/ 2516737 h 3215359"/>
                <a:gd name="connsiteX232" fmla="*/ 1096335 w 2057605"/>
                <a:gd name="connsiteY232" fmla="*/ 2511703 h 3215359"/>
                <a:gd name="connsiteX233" fmla="*/ 1093890 w 2057605"/>
                <a:gd name="connsiteY233" fmla="*/ 2511703 h 3215359"/>
                <a:gd name="connsiteX234" fmla="*/ 1093890 w 2057605"/>
                <a:gd name="connsiteY234" fmla="*/ 2509258 h 3215359"/>
                <a:gd name="connsiteX235" fmla="*/ 1091157 w 2057605"/>
                <a:gd name="connsiteY235" fmla="*/ 2509258 h 3215359"/>
                <a:gd name="connsiteX236" fmla="*/ 1093890 w 2057605"/>
                <a:gd name="connsiteY236" fmla="*/ 2506525 h 3215359"/>
                <a:gd name="connsiteX237" fmla="*/ 1093890 w 2057605"/>
                <a:gd name="connsiteY237" fmla="*/ 2503936 h 3215359"/>
                <a:gd name="connsiteX238" fmla="*/ 1096335 w 2057605"/>
                <a:gd name="connsiteY238" fmla="*/ 2503936 h 3215359"/>
                <a:gd name="connsiteX239" fmla="*/ 1096335 w 2057605"/>
                <a:gd name="connsiteY239" fmla="*/ 2499045 h 3215359"/>
                <a:gd name="connsiteX240" fmla="*/ 1098924 w 2057605"/>
                <a:gd name="connsiteY240" fmla="*/ 2499045 h 3215359"/>
                <a:gd name="connsiteX241" fmla="*/ 1096335 w 2057605"/>
                <a:gd name="connsiteY241" fmla="*/ 2496312 h 3215359"/>
                <a:gd name="connsiteX242" fmla="*/ 1098924 w 2057605"/>
                <a:gd name="connsiteY242" fmla="*/ 2493723 h 3215359"/>
                <a:gd name="connsiteX243" fmla="*/ 1098924 w 2057605"/>
                <a:gd name="connsiteY243" fmla="*/ 2491278 h 3215359"/>
                <a:gd name="connsiteX244" fmla="*/ 1101369 w 2057605"/>
                <a:gd name="connsiteY244" fmla="*/ 2491278 h 3215359"/>
                <a:gd name="connsiteX245" fmla="*/ 1101369 w 2057605"/>
                <a:gd name="connsiteY245" fmla="*/ 2488833 h 3215359"/>
                <a:gd name="connsiteX246" fmla="*/ 1103959 w 2057605"/>
                <a:gd name="connsiteY246" fmla="*/ 2488833 h 3215359"/>
                <a:gd name="connsiteX247" fmla="*/ 1104102 w 2057605"/>
                <a:gd name="connsiteY247" fmla="*/ 2488976 h 3215359"/>
                <a:gd name="connsiteX248" fmla="*/ 1104102 w 2057605"/>
                <a:gd name="connsiteY248" fmla="*/ 2491278 h 3215359"/>
                <a:gd name="connsiteX249" fmla="*/ 1106548 w 2057605"/>
                <a:gd name="connsiteY249" fmla="*/ 2491278 h 3215359"/>
                <a:gd name="connsiteX250" fmla="*/ 1109136 w 2057605"/>
                <a:gd name="connsiteY250" fmla="*/ 2493723 h 3215359"/>
                <a:gd name="connsiteX251" fmla="*/ 1108561 w 2057605"/>
                <a:gd name="connsiteY251" fmla="*/ 2490846 h 3215359"/>
                <a:gd name="connsiteX252" fmla="*/ 1105972 w 2057605"/>
                <a:gd name="connsiteY252" fmla="*/ 2490846 h 3215359"/>
                <a:gd name="connsiteX253" fmla="*/ 1104102 w 2057605"/>
                <a:gd name="connsiteY253" fmla="*/ 2488976 h 3215359"/>
                <a:gd name="connsiteX254" fmla="*/ 1104102 w 2057605"/>
                <a:gd name="connsiteY254" fmla="*/ 2488833 h 3215359"/>
                <a:gd name="connsiteX255" fmla="*/ 1103959 w 2057605"/>
                <a:gd name="connsiteY255" fmla="*/ 2488833 h 3215359"/>
                <a:gd name="connsiteX256" fmla="*/ 1103527 w 2057605"/>
                <a:gd name="connsiteY256" fmla="*/ 2488401 h 3215359"/>
                <a:gd name="connsiteX257" fmla="*/ 1103527 w 2057605"/>
                <a:gd name="connsiteY257" fmla="*/ 2485956 h 3215359"/>
                <a:gd name="connsiteX258" fmla="*/ 1667661 w 2057605"/>
                <a:gd name="connsiteY258" fmla="*/ 2485955 h 3215359"/>
                <a:gd name="connsiteX259" fmla="*/ 1669818 w 2057605"/>
                <a:gd name="connsiteY259" fmla="*/ 2485955 h 3215359"/>
                <a:gd name="connsiteX260" fmla="*/ 1669818 w 2057605"/>
                <a:gd name="connsiteY260" fmla="*/ 2499332 h 3215359"/>
                <a:gd name="connsiteX261" fmla="*/ 1672264 w 2057605"/>
                <a:gd name="connsiteY261" fmla="*/ 2499332 h 3215359"/>
                <a:gd name="connsiteX262" fmla="*/ 1672264 w 2057605"/>
                <a:gd name="connsiteY262" fmla="*/ 2501777 h 3215359"/>
                <a:gd name="connsiteX263" fmla="*/ 1674996 w 2057605"/>
                <a:gd name="connsiteY263" fmla="*/ 2501777 h 3215359"/>
                <a:gd name="connsiteX264" fmla="*/ 1674996 w 2057605"/>
                <a:gd name="connsiteY264" fmla="*/ 2499332 h 3215359"/>
                <a:gd name="connsiteX265" fmla="*/ 1677586 w 2057605"/>
                <a:gd name="connsiteY265" fmla="*/ 2496599 h 3215359"/>
                <a:gd name="connsiteX266" fmla="*/ 1685209 w 2057605"/>
                <a:gd name="connsiteY266" fmla="*/ 2499332 h 3215359"/>
                <a:gd name="connsiteX267" fmla="*/ 1687798 w 2057605"/>
                <a:gd name="connsiteY267" fmla="*/ 2501777 h 3215359"/>
                <a:gd name="connsiteX268" fmla="*/ 1687798 w 2057605"/>
                <a:gd name="connsiteY268" fmla="*/ 2506811 h 3215359"/>
                <a:gd name="connsiteX269" fmla="*/ 1690244 w 2057605"/>
                <a:gd name="connsiteY269" fmla="*/ 2506811 h 3215359"/>
                <a:gd name="connsiteX270" fmla="*/ 1687798 w 2057605"/>
                <a:gd name="connsiteY270" fmla="*/ 2509544 h 3215359"/>
                <a:gd name="connsiteX271" fmla="*/ 1690244 w 2057605"/>
                <a:gd name="connsiteY271" fmla="*/ 2509544 h 3215359"/>
                <a:gd name="connsiteX272" fmla="*/ 1692689 w 2057605"/>
                <a:gd name="connsiteY272" fmla="*/ 2511990 h 3215359"/>
                <a:gd name="connsiteX273" fmla="*/ 1692689 w 2057605"/>
                <a:gd name="connsiteY273" fmla="*/ 2514435 h 3215359"/>
                <a:gd name="connsiteX274" fmla="*/ 1695421 w 2057605"/>
                <a:gd name="connsiteY274" fmla="*/ 2519757 h 3215359"/>
                <a:gd name="connsiteX275" fmla="*/ 1695421 w 2057605"/>
                <a:gd name="connsiteY275" fmla="*/ 2527236 h 3215359"/>
                <a:gd name="connsiteX276" fmla="*/ 1692689 w 2057605"/>
                <a:gd name="connsiteY276" fmla="*/ 2527236 h 3215359"/>
                <a:gd name="connsiteX277" fmla="*/ 1690244 w 2057605"/>
                <a:gd name="connsiteY277" fmla="*/ 2529969 h 3215359"/>
                <a:gd name="connsiteX278" fmla="*/ 1687798 w 2057605"/>
                <a:gd name="connsiteY278" fmla="*/ 2529969 h 3215359"/>
                <a:gd name="connsiteX279" fmla="*/ 1685209 w 2057605"/>
                <a:gd name="connsiteY279" fmla="*/ 2527236 h 3215359"/>
                <a:gd name="connsiteX280" fmla="*/ 1685209 w 2057605"/>
                <a:gd name="connsiteY280" fmla="*/ 2532415 h 3215359"/>
                <a:gd name="connsiteX281" fmla="*/ 1687798 w 2057605"/>
                <a:gd name="connsiteY281" fmla="*/ 2534860 h 3215359"/>
                <a:gd name="connsiteX282" fmla="*/ 1695421 w 2057605"/>
                <a:gd name="connsiteY282" fmla="*/ 2540182 h 3215359"/>
                <a:gd name="connsiteX283" fmla="*/ 1700456 w 2057605"/>
                <a:gd name="connsiteY283" fmla="*/ 2542627 h 3215359"/>
                <a:gd name="connsiteX284" fmla="*/ 1700456 w 2057605"/>
                <a:gd name="connsiteY284" fmla="*/ 2545073 h 3215359"/>
                <a:gd name="connsiteX285" fmla="*/ 1702901 w 2057605"/>
                <a:gd name="connsiteY285" fmla="*/ 2550394 h 3215359"/>
                <a:gd name="connsiteX286" fmla="*/ 1702901 w 2057605"/>
                <a:gd name="connsiteY286" fmla="*/ 2557874 h 3215359"/>
                <a:gd name="connsiteX287" fmla="*/ 1705634 w 2057605"/>
                <a:gd name="connsiteY287" fmla="*/ 2557874 h 3215359"/>
                <a:gd name="connsiteX288" fmla="*/ 1705634 w 2057605"/>
                <a:gd name="connsiteY288" fmla="*/ 2560463 h 3215359"/>
                <a:gd name="connsiteX289" fmla="*/ 1708223 w 2057605"/>
                <a:gd name="connsiteY289" fmla="*/ 2560463 h 3215359"/>
                <a:gd name="connsiteX290" fmla="*/ 1708223 w 2057605"/>
                <a:gd name="connsiteY290" fmla="*/ 2567943 h 3215359"/>
                <a:gd name="connsiteX291" fmla="*/ 1713114 w 2057605"/>
                <a:gd name="connsiteY291" fmla="*/ 2567943 h 3215359"/>
                <a:gd name="connsiteX292" fmla="*/ 1715847 w 2057605"/>
                <a:gd name="connsiteY292" fmla="*/ 2565354 h 3215359"/>
                <a:gd name="connsiteX293" fmla="*/ 1715847 w 2057605"/>
                <a:gd name="connsiteY293" fmla="*/ 2547518 h 3215359"/>
                <a:gd name="connsiteX294" fmla="*/ 1718292 w 2057605"/>
                <a:gd name="connsiteY294" fmla="*/ 2542483 h 3215359"/>
                <a:gd name="connsiteX295" fmla="*/ 1720881 w 2057605"/>
                <a:gd name="connsiteY295" fmla="*/ 2540038 h 3215359"/>
                <a:gd name="connsiteX296" fmla="*/ 1720881 w 2057605"/>
                <a:gd name="connsiteY296" fmla="*/ 2534716 h 3215359"/>
                <a:gd name="connsiteX297" fmla="*/ 1723326 w 2057605"/>
                <a:gd name="connsiteY297" fmla="*/ 2532271 h 3215359"/>
                <a:gd name="connsiteX298" fmla="*/ 1726059 w 2057605"/>
                <a:gd name="connsiteY298" fmla="*/ 2534716 h 3215359"/>
                <a:gd name="connsiteX299" fmla="*/ 1728504 w 2057605"/>
                <a:gd name="connsiteY299" fmla="*/ 2537305 h 3215359"/>
                <a:gd name="connsiteX300" fmla="*/ 1731094 w 2057605"/>
                <a:gd name="connsiteY300" fmla="*/ 2540038 h 3215359"/>
                <a:gd name="connsiteX301" fmla="*/ 1731094 w 2057605"/>
                <a:gd name="connsiteY301" fmla="*/ 2542483 h 3215359"/>
                <a:gd name="connsiteX302" fmla="*/ 1733539 w 2057605"/>
                <a:gd name="connsiteY302" fmla="*/ 2540038 h 3215359"/>
                <a:gd name="connsiteX303" fmla="*/ 1733539 w 2057605"/>
                <a:gd name="connsiteY303" fmla="*/ 2544929 h 3215359"/>
                <a:gd name="connsiteX304" fmla="*/ 1741306 w 2057605"/>
                <a:gd name="connsiteY304" fmla="*/ 2544929 h 3215359"/>
                <a:gd name="connsiteX305" fmla="*/ 1746197 w 2057605"/>
                <a:gd name="connsiteY305" fmla="*/ 2547518 h 3215359"/>
                <a:gd name="connsiteX306" fmla="*/ 1743751 w 2057605"/>
                <a:gd name="connsiteY306" fmla="*/ 2547518 h 3215359"/>
                <a:gd name="connsiteX307" fmla="*/ 1743751 w 2057605"/>
                <a:gd name="connsiteY307" fmla="*/ 2552696 h 3215359"/>
                <a:gd name="connsiteX308" fmla="*/ 1741306 w 2057605"/>
                <a:gd name="connsiteY308" fmla="*/ 2555141 h 3215359"/>
                <a:gd name="connsiteX309" fmla="*/ 1741306 w 2057605"/>
                <a:gd name="connsiteY309" fmla="*/ 2557730 h 3215359"/>
                <a:gd name="connsiteX310" fmla="*/ 1743751 w 2057605"/>
                <a:gd name="connsiteY310" fmla="*/ 2557730 h 3215359"/>
                <a:gd name="connsiteX311" fmla="*/ 1746197 w 2057605"/>
                <a:gd name="connsiteY311" fmla="*/ 2560463 h 3215359"/>
                <a:gd name="connsiteX312" fmla="*/ 1746197 w 2057605"/>
                <a:gd name="connsiteY312" fmla="*/ 2562909 h 3215359"/>
                <a:gd name="connsiteX313" fmla="*/ 1748929 w 2057605"/>
                <a:gd name="connsiteY313" fmla="*/ 2560463 h 3215359"/>
                <a:gd name="connsiteX314" fmla="*/ 1748929 w 2057605"/>
                <a:gd name="connsiteY314" fmla="*/ 2562909 h 3215359"/>
                <a:gd name="connsiteX315" fmla="*/ 1751519 w 2057605"/>
                <a:gd name="connsiteY315" fmla="*/ 2562909 h 3215359"/>
                <a:gd name="connsiteX316" fmla="*/ 1751519 w 2057605"/>
                <a:gd name="connsiteY316" fmla="*/ 2565354 h 3215359"/>
                <a:gd name="connsiteX317" fmla="*/ 1753964 w 2057605"/>
                <a:gd name="connsiteY317" fmla="*/ 2565354 h 3215359"/>
                <a:gd name="connsiteX318" fmla="*/ 1753964 w 2057605"/>
                <a:gd name="connsiteY318" fmla="*/ 2562909 h 3215359"/>
                <a:gd name="connsiteX319" fmla="*/ 1762163 w 2057605"/>
                <a:gd name="connsiteY319" fmla="*/ 2562909 h 3215359"/>
                <a:gd name="connsiteX320" fmla="*/ 1762163 w 2057605"/>
                <a:gd name="connsiteY320" fmla="*/ 2565354 h 3215359"/>
                <a:gd name="connsiteX321" fmla="*/ 1769786 w 2057605"/>
                <a:gd name="connsiteY321" fmla="*/ 2565354 h 3215359"/>
                <a:gd name="connsiteX322" fmla="*/ 1769786 w 2057605"/>
                <a:gd name="connsiteY322" fmla="*/ 2567943 h 3215359"/>
                <a:gd name="connsiteX323" fmla="*/ 1772375 w 2057605"/>
                <a:gd name="connsiteY323" fmla="*/ 2567943 h 3215359"/>
                <a:gd name="connsiteX324" fmla="*/ 1772375 w 2057605"/>
                <a:gd name="connsiteY324" fmla="*/ 2565354 h 3215359"/>
                <a:gd name="connsiteX325" fmla="*/ 1779998 w 2057605"/>
                <a:gd name="connsiteY325" fmla="*/ 2565354 h 3215359"/>
                <a:gd name="connsiteX326" fmla="*/ 1787478 w 2057605"/>
                <a:gd name="connsiteY326" fmla="*/ 2567943 h 3215359"/>
                <a:gd name="connsiteX327" fmla="*/ 1790211 w 2057605"/>
                <a:gd name="connsiteY327" fmla="*/ 2570676 h 3215359"/>
                <a:gd name="connsiteX328" fmla="*/ 1792800 w 2057605"/>
                <a:gd name="connsiteY328" fmla="*/ 2575566 h 3215359"/>
                <a:gd name="connsiteX329" fmla="*/ 1797690 w 2057605"/>
                <a:gd name="connsiteY329" fmla="*/ 2583334 h 3215359"/>
                <a:gd name="connsiteX330" fmla="*/ 1800423 w 2057605"/>
                <a:gd name="connsiteY330" fmla="*/ 2588224 h 3215359"/>
                <a:gd name="connsiteX331" fmla="*/ 1802869 w 2057605"/>
                <a:gd name="connsiteY331" fmla="*/ 2588224 h 3215359"/>
                <a:gd name="connsiteX332" fmla="*/ 1807903 w 2057605"/>
                <a:gd name="connsiteY332" fmla="*/ 2590813 h 3215359"/>
                <a:gd name="connsiteX333" fmla="*/ 1810636 w 2057605"/>
                <a:gd name="connsiteY333" fmla="*/ 2590813 h 3215359"/>
                <a:gd name="connsiteX334" fmla="*/ 1813081 w 2057605"/>
                <a:gd name="connsiteY334" fmla="*/ 2593546 h 3215359"/>
                <a:gd name="connsiteX335" fmla="*/ 1815670 w 2057605"/>
                <a:gd name="connsiteY335" fmla="*/ 2593546 h 3215359"/>
                <a:gd name="connsiteX336" fmla="*/ 1818116 w 2057605"/>
                <a:gd name="connsiteY336" fmla="*/ 2595991 h 3215359"/>
                <a:gd name="connsiteX337" fmla="*/ 1820561 w 2057605"/>
                <a:gd name="connsiteY337" fmla="*/ 2598437 h 3215359"/>
                <a:gd name="connsiteX338" fmla="*/ 1823294 w 2057605"/>
                <a:gd name="connsiteY338" fmla="*/ 2598437 h 3215359"/>
                <a:gd name="connsiteX339" fmla="*/ 1825883 w 2057605"/>
                <a:gd name="connsiteY339" fmla="*/ 2601026 h 3215359"/>
                <a:gd name="connsiteX340" fmla="*/ 1825883 w 2057605"/>
                <a:gd name="connsiteY340" fmla="*/ 2603759 h 3215359"/>
                <a:gd name="connsiteX341" fmla="*/ 1833794 w 2057605"/>
                <a:gd name="connsiteY341" fmla="*/ 2603759 h 3215359"/>
                <a:gd name="connsiteX342" fmla="*/ 1836383 w 2057605"/>
                <a:gd name="connsiteY342" fmla="*/ 2606204 h 3215359"/>
                <a:gd name="connsiteX343" fmla="*/ 1841274 w 2057605"/>
                <a:gd name="connsiteY343" fmla="*/ 2606204 h 3215359"/>
                <a:gd name="connsiteX344" fmla="*/ 1844006 w 2057605"/>
                <a:gd name="connsiteY344" fmla="*/ 2603759 h 3215359"/>
                <a:gd name="connsiteX345" fmla="*/ 1846596 w 2057605"/>
                <a:gd name="connsiteY345" fmla="*/ 2601026 h 3215359"/>
                <a:gd name="connsiteX346" fmla="*/ 1846596 w 2057605"/>
                <a:gd name="connsiteY346" fmla="*/ 2604334 h 3215359"/>
                <a:gd name="connsiteX347" fmla="*/ 1849041 w 2057605"/>
                <a:gd name="connsiteY347" fmla="*/ 2606779 h 3215359"/>
                <a:gd name="connsiteX348" fmla="*/ 1854219 w 2057605"/>
                <a:gd name="connsiteY348" fmla="*/ 2606779 h 3215359"/>
                <a:gd name="connsiteX349" fmla="*/ 1854219 w 2057605"/>
                <a:gd name="connsiteY349" fmla="*/ 2611813 h 3215359"/>
                <a:gd name="connsiteX350" fmla="*/ 1856808 w 2057605"/>
                <a:gd name="connsiteY350" fmla="*/ 2609224 h 3215359"/>
                <a:gd name="connsiteX351" fmla="*/ 1861699 w 2057605"/>
                <a:gd name="connsiteY351" fmla="*/ 2609224 h 3215359"/>
                <a:gd name="connsiteX352" fmla="*/ 1864431 w 2057605"/>
                <a:gd name="connsiteY352" fmla="*/ 2614546 h 3215359"/>
                <a:gd name="connsiteX353" fmla="*/ 1877233 w 2057605"/>
                <a:gd name="connsiteY353" fmla="*/ 2622026 h 3215359"/>
                <a:gd name="connsiteX354" fmla="*/ 1877233 w 2057605"/>
                <a:gd name="connsiteY354" fmla="*/ 2627204 h 3215359"/>
                <a:gd name="connsiteX355" fmla="*/ 1882124 w 2057605"/>
                <a:gd name="connsiteY355" fmla="*/ 2629649 h 3215359"/>
                <a:gd name="connsiteX356" fmla="*/ 1884857 w 2057605"/>
                <a:gd name="connsiteY356" fmla="*/ 2632238 h 3215359"/>
                <a:gd name="connsiteX357" fmla="*/ 1882124 w 2057605"/>
                <a:gd name="connsiteY357" fmla="*/ 2637417 h 3215359"/>
                <a:gd name="connsiteX358" fmla="*/ 1882124 w 2057605"/>
                <a:gd name="connsiteY358" fmla="*/ 2639862 h 3215359"/>
                <a:gd name="connsiteX359" fmla="*/ 1884857 w 2057605"/>
                <a:gd name="connsiteY359" fmla="*/ 2642451 h 3215359"/>
                <a:gd name="connsiteX360" fmla="*/ 1884857 w 2057605"/>
                <a:gd name="connsiteY360" fmla="*/ 2652663 h 3215359"/>
                <a:gd name="connsiteX361" fmla="*/ 1887302 w 2057605"/>
                <a:gd name="connsiteY361" fmla="*/ 2657842 h 3215359"/>
                <a:gd name="connsiteX362" fmla="*/ 1892336 w 2057605"/>
                <a:gd name="connsiteY362" fmla="*/ 2660287 h 3215359"/>
                <a:gd name="connsiteX363" fmla="*/ 1892336 w 2057605"/>
                <a:gd name="connsiteY363" fmla="*/ 2662732 h 3215359"/>
                <a:gd name="connsiteX364" fmla="*/ 1894781 w 2057605"/>
                <a:gd name="connsiteY364" fmla="*/ 2665609 h 3215359"/>
                <a:gd name="connsiteX365" fmla="*/ 1897514 w 2057605"/>
                <a:gd name="connsiteY365" fmla="*/ 2665609 h 3215359"/>
                <a:gd name="connsiteX366" fmla="*/ 1897514 w 2057605"/>
                <a:gd name="connsiteY366" fmla="*/ 2668054 h 3215359"/>
                <a:gd name="connsiteX367" fmla="*/ 1894781 w 2057605"/>
                <a:gd name="connsiteY367" fmla="*/ 2670499 h 3215359"/>
                <a:gd name="connsiteX368" fmla="*/ 1897514 w 2057605"/>
                <a:gd name="connsiteY368" fmla="*/ 2670499 h 3215359"/>
                <a:gd name="connsiteX369" fmla="*/ 1897514 w 2057605"/>
                <a:gd name="connsiteY369" fmla="*/ 2672945 h 3215359"/>
                <a:gd name="connsiteX370" fmla="*/ 1894781 w 2057605"/>
                <a:gd name="connsiteY370" fmla="*/ 2672945 h 3215359"/>
                <a:gd name="connsiteX371" fmla="*/ 1892336 w 2057605"/>
                <a:gd name="connsiteY371" fmla="*/ 2678267 h 3215359"/>
                <a:gd name="connsiteX372" fmla="*/ 1884857 w 2057605"/>
                <a:gd name="connsiteY372" fmla="*/ 2678267 h 3215359"/>
                <a:gd name="connsiteX373" fmla="*/ 1882124 w 2057605"/>
                <a:gd name="connsiteY373" fmla="*/ 2680712 h 3215359"/>
                <a:gd name="connsiteX374" fmla="*/ 1882124 w 2057605"/>
                <a:gd name="connsiteY374" fmla="*/ 2683157 h 3215359"/>
                <a:gd name="connsiteX375" fmla="*/ 1879678 w 2057605"/>
                <a:gd name="connsiteY375" fmla="*/ 2683157 h 3215359"/>
                <a:gd name="connsiteX376" fmla="*/ 1879678 w 2057605"/>
                <a:gd name="connsiteY376" fmla="*/ 2685746 h 3215359"/>
                <a:gd name="connsiteX377" fmla="*/ 1877233 w 2057605"/>
                <a:gd name="connsiteY377" fmla="*/ 2690924 h 3215359"/>
                <a:gd name="connsiteX378" fmla="*/ 1879678 w 2057605"/>
                <a:gd name="connsiteY378" fmla="*/ 2693370 h 3215359"/>
                <a:gd name="connsiteX379" fmla="*/ 1884857 w 2057605"/>
                <a:gd name="connsiteY379" fmla="*/ 2693370 h 3215359"/>
                <a:gd name="connsiteX380" fmla="*/ 1887302 w 2057605"/>
                <a:gd name="connsiteY380" fmla="*/ 2690924 h 3215359"/>
                <a:gd name="connsiteX381" fmla="*/ 1892336 w 2057605"/>
                <a:gd name="connsiteY381" fmla="*/ 2688479 h 3215359"/>
                <a:gd name="connsiteX382" fmla="*/ 1897514 w 2057605"/>
                <a:gd name="connsiteY382" fmla="*/ 2685746 h 3215359"/>
                <a:gd name="connsiteX383" fmla="*/ 1900103 w 2057605"/>
                <a:gd name="connsiteY383" fmla="*/ 2685746 h 3215359"/>
                <a:gd name="connsiteX384" fmla="*/ 1900103 w 2057605"/>
                <a:gd name="connsiteY384" fmla="*/ 2683157 h 3215359"/>
                <a:gd name="connsiteX385" fmla="*/ 1904994 w 2057605"/>
                <a:gd name="connsiteY385" fmla="*/ 2683157 h 3215359"/>
                <a:gd name="connsiteX386" fmla="*/ 1904994 w 2057605"/>
                <a:gd name="connsiteY386" fmla="*/ 2680712 h 3215359"/>
                <a:gd name="connsiteX387" fmla="*/ 1907727 w 2057605"/>
                <a:gd name="connsiteY387" fmla="*/ 2678267 h 3215359"/>
                <a:gd name="connsiteX388" fmla="*/ 1910316 w 2057605"/>
                <a:gd name="connsiteY388" fmla="*/ 2678267 h 3215359"/>
                <a:gd name="connsiteX389" fmla="*/ 1910316 w 2057605"/>
                <a:gd name="connsiteY389" fmla="*/ 2675534 h 3215359"/>
                <a:gd name="connsiteX390" fmla="*/ 1915206 w 2057605"/>
                <a:gd name="connsiteY390" fmla="*/ 2675534 h 3215359"/>
                <a:gd name="connsiteX391" fmla="*/ 1915206 w 2057605"/>
                <a:gd name="connsiteY391" fmla="*/ 2678267 h 3215359"/>
                <a:gd name="connsiteX392" fmla="*/ 1917939 w 2057605"/>
                <a:gd name="connsiteY392" fmla="*/ 2678267 h 3215359"/>
                <a:gd name="connsiteX393" fmla="*/ 1922974 w 2057605"/>
                <a:gd name="connsiteY393" fmla="*/ 2680712 h 3215359"/>
                <a:gd name="connsiteX394" fmla="*/ 1925419 w 2057605"/>
                <a:gd name="connsiteY394" fmla="*/ 2680712 h 3215359"/>
                <a:gd name="connsiteX395" fmla="*/ 1928152 w 2057605"/>
                <a:gd name="connsiteY395" fmla="*/ 2683157 h 3215359"/>
                <a:gd name="connsiteX396" fmla="*/ 1930741 w 2057605"/>
                <a:gd name="connsiteY396" fmla="*/ 2683157 h 3215359"/>
                <a:gd name="connsiteX397" fmla="*/ 1930741 w 2057605"/>
                <a:gd name="connsiteY397" fmla="*/ 2685746 h 3215359"/>
                <a:gd name="connsiteX398" fmla="*/ 1933186 w 2057605"/>
                <a:gd name="connsiteY398" fmla="*/ 2685746 h 3215359"/>
                <a:gd name="connsiteX399" fmla="*/ 1933186 w 2057605"/>
                <a:gd name="connsiteY399" fmla="*/ 2680712 h 3215359"/>
                <a:gd name="connsiteX400" fmla="*/ 1930741 w 2057605"/>
                <a:gd name="connsiteY400" fmla="*/ 2678267 h 3215359"/>
                <a:gd name="connsiteX401" fmla="*/ 1930741 w 2057605"/>
                <a:gd name="connsiteY401" fmla="*/ 2675534 h 3215359"/>
                <a:gd name="connsiteX402" fmla="*/ 1933186 w 2057605"/>
                <a:gd name="connsiteY402" fmla="*/ 2670499 h 3215359"/>
                <a:gd name="connsiteX403" fmla="*/ 1930741 w 2057605"/>
                <a:gd name="connsiteY403" fmla="*/ 2668054 h 3215359"/>
                <a:gd name="connsiteX404" fmla="*/ 1933186 w 2057605"/>
                <a:gd name="connsiteY404" fmla="*/ 2668054 h 3215359"/>
                <a:gd name="connsiteX405" fmla="*/ 1940953 w 2057605"/>
                <a:gd name="connsiteY405" fmla="*/ 2672945 h 3215359"/>
                <a:gd name="connsiteX406" fmla="*/ 1940953 w 2057605"/>
                <a:gd name="connsiteY406" fmla="*/ 2674815 h 3215359"/>
                <a:gd name="connsiteX407" fmla="*/ 1942679 w 2057605"/>
                <a:gd name="connsiteY407" fmla="*/ 2674815 h 3215359"/>
                <a:gd name="connsiteX408" fmla="*/ 1942679 w 2057605"/>
                <a:gd name="connsiteY408" fmla="*/ 2679993 h 3215359"/>
                <a:gd name="connsiteX409" fmla="*/ 1945125 w 2057605"/>
                <a:gd name="connsiteY409" fmla="*/ 2679993 h 3215359"/>
                <a:gd name="connsiteX410" fmla="*/ 1947858 w 2057605"/>
                <a:gd name="connsiteY410" fmla="*/ 2677548 h 3215359"/>
                <a:gd name="connsiteX411" fmla="*/ 1950447 w 2057605"/>
                <a:gd name="connsiteY411" fmla="*/ 2677548 h 3215359"/>
                <a:gd name="connsiteX412" fmla="*/ 1950447 w 2057605"/>
                <a:gd name="connsiteY412" fmla="*/ 2679993 h 3215359"/>
                <a:gd name="connsiteX413" fmla="*/ 1952892 w 2057605"/>
                <a:gd name="connsiteY413" fmla="*/ 2679993 h 3215359"/>
                <a:gd name="connsiteX414" fmla="*/ 1955337 w 2057605"/>
                <a:gd name="connsiteY414" fmla="*/ 2682438 h 3215359"/>
                <a:gd name="connsiteX415" fmla="*/ 1953036 w 2057605"/>
                <a:gd name="connsiteY415" fmla="*/ 2682438 h 3215359"/>
                <a:gd name="connsiteX416" fmla="*/ 1953036 w 2057605"/>
                <a:gd name="connsiteY416" fmla="*/ 2687760 h 3215359"/>
                <a:gd name="connsiteX417" fmla="*/ 1958214 w 2057605"/>
                <a:gd name="connsiteY417" fmla="*/ 2690205 h 3215359"/>
                <a:gd name="connsiteX418" fmla="*/ 1953036 w 2057605"/>
                <a:gd name="connsiteY418" fmla="*/ 2690205 h 3215359"/>
                <a:gd name="connsiteX419" fmla="*/ 1953036 w 2057605"/>
                <a:gd name="connsiteY419" fmla="*/ 2692650 h 3215359"/>
                <a:gd name="connsiteX420" fmla="*/ 1950591 w 2057605"/>
                <a:gd name="connsiteY420" fmla="*/ 2692650 h 3215359"/>
                <a:gd name="connsiteX421" fmla="*/ 1945269 w 2057605"/>
                <a:gd name="connsiteY421" fmla="*/ 2690205 h 3215359"/>
                <a:gd name="connsiteX422" fmla="*/ 1945269 w 2057605"/>
                <a:gd name="connsiteY422" fmla="*/ 2692650 h 3215359"/>
                <a:gd name="connsiteX423" fmla="*/ 1950591 w 2057605"/>
                <a:gd name="connsiteY423" fmla="*/ 2692650 h 3215359"/>
                <a:gd name="connsiteX424" fmla="*/ 1953036 w 2057605"/>
                <a:gd name="connsiteY424" fmla="*/ 2695240 h 3215359"/>
                <a:gd name="connsiteX425" fmla="*/ 1963248 w 2057605"/>
                <a:gd name="connsiteY425" fmla="*/ 2695240 h 3215359"/>
                <a:gd name="connsiteX426" fmla="*/ 1968139 w 2057605"/>
                <a:gd name="connsiteY426" fmla="*/ 2697973 h 3215359"/>
                <a:gd name="connsiteX427" fmla="*/ 1968139 w 2057605"/>
                <a:gd name="connsiteY427" fmla="*/ 2700418 h 3215359"/>
                <a:gd name="connsiteX428" fmla="*/ 1970872 w 2057605"/>
                <a:gd name="connsiteY428" fmla="*/ 2700418 h 3215359"/>
                <a:gd name="connsiteX429" fmla="*/ 1973461 w 2057605"/>
                <a:gd name="connsiteY429" fmla="*/ 2697973 h 3215359"/>
                <a:gd name="connsiteX430" fmla="*/ 1973461 w 2057605"/>
                <a:gd name="connsiteY430" fmla="*/ 2700418 h 3215359"/>
                <a:gd name="connsiteX431" fmla="*/ 1976050 w 2057605"/>
                <a:gd name="connsiteY431" fmla="*/ 2699842 h 3215359"/>
                <a:gd name="connsiteX432" fmla="*/ 1978495 w 2057605"/>
                <a:gd name="connsiteY432" fmla="*/ 2697397 h 3215359"/>
                <a:gd name="connsiteX433" fmla="*/ 1978495 w 2057605"/>
                <a:gd name="connsiteY433" fmla="*/ 2699842 h 3215359"/>
                <a:gd name="connsiteX434" fmla="*/ 1976050 w 2057605"/>
                <a:gd name="connsiteY434" fmla="*/ 2702288 h 3215359"/>
                <a:gd name="connsiteX435" fmla="*/ 1976050 w 2057605"/>
                <a:gd name="connsiteY435" fmla="*/ 2704877 h 3215359"/>
                <a:gd name="connsiteX436" fmla="*/ 1971016 w 2057605"/>
                <a:gd name="connsiteY436" fmla="*/ 2704877 h 3215359"/>
                <a:gd name="connsiteX437" fmla="*/ 1971016 w 2057605"/>
                <a:gd name="connsiteY437" fmla="*/ 2707610 h 3215359"/>
                <a:gd name="connsiteX438" fmla="*/ 1968283 w 2057605"/>
                <a:gd name="connsiteY438" fmla="*/ 2707610 h 3215359"/>
                <a:gd name="connsiteX439" fmla="*/ 1960947 w 2057605"/>
                <a:gd name="connsiteY439" fmla="*/ 2710055 h 3215359"/>
                <a:gd name="connsiteX440" fmla="*/ 1960947 w 2057605"/>
                <a:gd name="connsiteY440" fmla="*/ 2715089 h 3215359"/>
                <a:gd name="connsiteX441" fmla="*/ 1958358 w 2057605"/>
                <a:gd name="connsiteY441" fmla="*/ 2722713 h 3215359"/>
                <a:gd name="connsiteX442" fmla="*/ 1950734 w 2057605"/>
                <a:gd name="connsiteY442" fmla="*/ 2730480 h 3215359"/>
                <a:gd name="connsiteX443" fmla="*/ 1948145 w 2057605"/>
                <a:gd name="connsiteY443" fmla="*/ 2735370 h 3215359"/>
                <a:gd name="connsiteX444" fmla="*/ 1942967 w 2057605"/>
                <a:gd name="connsiteY444" fmla="*/ 2738247 h 3215359"/>
                <a:gd name="connsiteX445" fmla="*/ 1942967 w 2057605"/>
                <a:gd name="connsiteY445" fmla="*/ 2745583 h 3215359"/>
                <a:gd name="connsiteX446" fmla="*/ 1937933 w 2057605"/>
                <a:gd name="connsiteY446" fmla="*/ 2748460 h 3215359"/>
                <a:gd name="connsiteX447" fmla="*/ 1924987 w 2057605"/>
                <a:gd name="connsiteY447" fmla="*/ 2743138 h 3215359"/>
                <a:gd name="connsiteX448" fmla="*/ 1907295 w 2057605"/>
                <a:gd name="connsiteY448" fmla="*/ 2735370 h 3215359"/>
                <a:gd name="connsiteX449" fmla="*/ 1904562 w 2057605"/>
                <a:gd name="connsiteY449" fmla="*/ 2738247 h 3215359"/>
                <a:gd name="connsiteX450" fmla="*/ 1902117 w 2057605"/>
                <a:gd name="connsiteY450" fmla="*/ 2738247 h 3215359"/>
                <a:gd name="connsiteX451" fmla="*/ 1902117 w 2057605"/>
                <a:gd name="connsiteY451" fmla="*/ 2735370 h 3215359"/>
                <a:gd name="connsiteX452" fmla="*/ 1899672 w 2057605"/>
                <a:gd name="connsiteY452" fmla="*/ 2735370 h 3215359"/>
                <a:gd name="connsiteX453" fmla="*/ 1897083 w 2057605"/>
                <a:gd name="connsiteY453" fmla="*/ 2732925 h 3215359"/>
                <a:gd name="connsiteX454" fmla="*/ 1894350 w 2057605"/>
                <a:gd name="connsiteY454" fmla="*/ 2730480 h 3215359"/>
                <a:gd name="connsiteX455" fmla="*/ 1894350 w 2057605"/>
                <a:gd name="connsiteY455" fmla="*/ 2732925 h 3215359"/>
                <a:gd name="connsiteX456" fmla="*/ 1889459 w 2057605"/>
                <a:gd name="connsiteY456" fmla="*/ 2732925 h 3215359"/>
                <a:gd name="connsiteX457" fmla="*/ 1884425 w 2057605"/>
                <a:gd name="connsiteY457" fmla="*/ 2730480 h 3215359"/>
                <a:gd name="connsiteX458" fmla="*/ 1881692 w 2057605"/>
                <a:gd name="connsiteY458" fmla="*/ 2730480 h 3215359"/>
                <a:gd name="connsiteX459" fmla="*/ 1881692 w 2057605"/>
                <a:gd name="connsiteY459" fmla="*/ 2728035 h 3215359"/>
                <a:gd name="connsiteX460" fmla="*/ 1874213 w 2057605"/>
                <a:gd name="connsiteY460" fmla="*/ 2728035 h 3215359"/>
                <a:gd name="connsiteX461" fmla="*/ 1871480 w 2057605"/>
                <a:gd name="connsiteY461" fmla="*/ 2730480 h 3215359"/>
                <a:gd name="connsiteX462" fmla="*/ 1869034 w 2057605"/>
                <a:gd name="connsiteY462" fmla="*/ 2730480 h 3215359"/>
                <a:gd name="connsiteX463" fmla="*/ 1866733 w 2057605"/>
                <a:gd name="connsiteY463" fmla="*/ 2733069 h 3215359"/>
                <a:gd name="connsiteX464" fmla="*/ 1869178 w 2057605"/>
                <a:gd name="connsiteY464" fmla="*/ 2733069 h 3215359"/>
                <a:gd name="connsiteX465" fmla="*/ 1866733 w 2057605"/>
                <a:gd name="connsiteY465" fmla="*/ 2735514 h 3215359"/>
                <a:gd name="connsiteX466" fmla="*/ 1861411 w 2057605"/>
                <a:gd name="connsiteY466" fmla="*/ 2733069 h 3215359"/>
                <a:gd name="connsiteX467" fmla="*/ 1858966 w 2057605"/>
                <a:gd name="connsiteY467" fmla="*/ 2733069 h 3215359"/>
                <a:gd name="connsiteX468" fmla="*/ 1858966 w 2057605"/>
                <a:gd name="connsiteY468" fmla="*/ 2730624 h 3215359"/>
                <a:gd name="connsiteX469" fmla="*/ 1856520 w 2057605"/>
                <a:gd name="connsiteY469" fmla="*/ 2728178 h 3215359"/>
                <a:gd name="connsiteX470" fmla="*/ 1853931 w 2057605"/>
                <a:gd name="connsiteY470" fmla="*/ 2725446 h 3215359"/>
                <a:gd name="connsiteX471" fmla="*/ 1853931 w 2057605"/>
                <a:gd name="connsiteY471" fmla="*/ 2720411 h 3215359"/>
                <a:gd name="connsiteX472" fmla="*/ 1856520 w 2057605"/>
                <a:gd name="connsiteY472" fmla="*/ 2720411 h 3215359"/>
                <a:gd name="connsiteX473" fmla="*/ 1856520 w 2057605"/>
                <a:gd name="connsiteY473" fmla="*/ 2715233 h 3215359"/>
                <a:gd name="connsiteX474" fmla="*/ 1858966 w 2057605"/>
                <a:gd name="connsiteY474" fmla="*/ 2715233 h 3215359"/>
                <a:gd name="connsiteX475" fmla="*/ 1861411 w 2057605"/>
                <a:gd name="connsiteY475" fmla="*/ 2712644 h 3215359"/>
                <a:gd name="connsiteX476" fmla="*/ 1861411 w 2057605"/>
                <a:gd name="connsiteY476" fmla="*/ 2707753 h 3215359"/>
                <a:gd name="connsiteX477" fmla="*/ 1858966 w 2057605"/>
                <a:gd name="connsiteY477" fmla="*/ 2705021 h 3215359"/>
                <a:gd name="connsiteX478" fmla="*/ 1858966 w 2057605"/>
                <a:gd name="connsiteY478" fmla="*/ 2702432 h 3215359"/>
                <a:gd name="connsiteX479" fmla="*/ 1853931 w 2057605"/>
                <a:gd name="connsiteY479" fmla="*/ 2702432 h 3215359"/>
                <a:gd name="connsiteX480" fmla="*/ 1848753 w 2057605"/>
                <a:gd name="connsiteY480" fmla="*/ 2699986 h 3215359"/>
                <a:gd name="connsiteX481" fmla="*/ 1838541 w 2057605"/>
                <a:gd name="connsiteY481" fmla="*/ 2699986 h 3215359"/>
                <a:gd name="connsiteX482" fmla="*/ 1838541 w 2057605"/>
                <a:gd name="connsiteY482" fmla="*/ 2702432 h 3215359"/>
                <a:gd name="connsiteX483" fmla="*/ 1836095 w 2057605"/>
                <a:gd name="connsiteY483" fmla="*/ 2699986 h 3215359"/>
                <a:gd name="connsiteX484" fmla="*/ 1830773 w 2057605"/>
                <a:gd name="connsiteY484" fmla="*/ 2699986 h 3215359"/>
                <a:gd name="connsiteX485" fmla="*/ 1828328 w 2057605"/>
                <a:gd name="connsiteY485" fmla="*/ 2702432 h 3215359"/>
                <a:gd name="connsiteX486" fmla="*/ 1825883 w 2057605"/>
                <a:gd name="connsiteY486" fmla="*/ 2705021 h 3215359"/>
                <a:gd name="connsiteX487" fmla="*/ 1822718 w 2057605"/>
                <a:gd name="connsiteY487" fmla="*/ 2705021 h 3215359"/>
                <a:gd name="connsiteX488" fmla="*/ 1819985 w 2057605"/>
                <a:gd name="connsiteY488" fmla="*/ 2702432 h 3215359"/>
                <a:gd name="connsiteX489" fmla="*/ 1817540 w 2057605"/>
                <a:gd name="connsiteY489" fmla="*/ 2702432 h 3215359"/>
                <a:gd name="connsiteX490" fmla="*/ 1817540 w 2057605"/>
                <a:gd name="connsiteY490" fmla="*/ 2697541 h 3215359"/>
                <a:gd name="connsiteX491" fmla="*/ 1819985 w 2057605"/>
                <a:gd name="connsiteY491" fmla="*/ 2692219 h 3215359"/>
                <a:gd name="connsiteX492" fmla="*/ 1825308 w 2057605"/>
                <a:gd name="connsiteY492" fmla="*/ 2687328 h 3215359"/>
                <a:gd name="connsiteX493" fmla="*/ 1825308 w 2057605"/>
                <a:gd name="connsiteY493" fmla="*/ 2682007 h 3215359"/>
                <a:gd name="connsiteX494" fmla="*/ 1822718 w 2057605"/>
                <a:gd name="connsiteY494" fmla="*/ 2679561 h 3215359"/>
                <a:gd name="connsiteX495" fmla="*/ 1822718 w 2057605"/>
                <a:gd name="connsiteY495" fmla="*/ 2677116 h 3215359"/>
                <a:gd name="connsiteX496" fmla="*/ 1817540 w 2057605"/>
                <a:gd name="connsiteY496" fmla="*/ 2677116 h 3215359"/>
                <a:gd name="connsiteX497" fmla="*/ 1815095 w 2057605"/>
                <a:gd name="connsiteY497" fmla="*/ 2682007 h 3215359"/>
                <a:gd name="connsiteX498" fmla="*/ 1815095 w 2057605"/>
                <a:gd name="connsiteY498" fmla="*/ 2684596 h 3215359"/>
                <a:gd name="connsiteX499" fmla="*/ 1807328 w 2057605"/>
                <a:gd name="connsiteY499" fmla="*/ 2684596 h 3215359"/>
                <a:gd name="connsiteX500" fmla="*/ 1804882 w 2057605"/>
                <a:gd name="connsiteY500" fmla="*/ 2687328 h 3215359"/>
                <a:gd name="connsiteX501" fmla="*/ 1804882 w 2057605"/>
                <a:gd name="connsiteY501" fmla="*/ 2689630 h 3215359"/>
                <a:gd name="connsiteX502" fmla="*/ 1802293 w 2057605"/>
                <a:gd name="connsiteY502" fmla="*/ 2687185 h 3215359"/>
                <a:gd name="connsiteX503" fmla="*/ 1799848 w 2057605"/>
                <a:gd name="connsiteY503" fmla="*/ 2687185 h 3215359"/>
                <a:gd name="connsiteX504" fmla="*/ 1797115 w 2057605"/>
                <a:gd name="connsiteY504" fmla="*/ 2689630 h 3215359"/>
                <a:gd name="connsiteX505" fmla="*/ 1794670 w 2057605"/>
                <a:gd name="connsiteY505" fmla="*/ 2692075 h 3215359"/>
                <a:gd name="connsiteX506" fmla="*/ 1794670 w 2057605"/>
                <a:gd name="connsiteY506" fmla="*/ 2699842 h 3215359"/>
                <a:gd name="connsiteX507" fmla="*/ 1792225 w 2057605"/>
                <a:gd name="connsiteY507" fmla="*/ 2699842 h 3215359"/>
                <a:gd name="connsiteX508" fmla="*/ 1789636 w 2057605"/>
                <a:gd name="connsiteY508" fmla="*/ 2702288 h 3215359"/>
                <a:gd name="connsiteX509" fmla="*/ 1794670 w 2057605"/>
                <a:gd name="connsiteY509" fmla="*/ 2710055 h 3215359"/>
                <a:gd name="connsiteX510" fmla="*/ 1794670 w 2057605"/>
                <a:gd name="connsiteY510" fmla="*/ 2717822 h 3215359"/>
                <a:gd name="connsiteX511" fmla="*/ 1797115 w 2057605"/>
                <a:gd name="connsiteY511" fmla="*/ 2722713 h 3215359"/>
                <a:gd name="connsiteX512" fmla="*/ 1797115 w 2057605"/>
                <a:gd name="connsiteY512" fmla="*/ 2730480 h 3215359"/>
                <a:gd name="connsiteX513" fmla="*/ 1790067 w 2057605"/>
                <a:gd name="connsiteY513" fmla="*/ 2730480 h 3215359"/>
                <a:gd name="connsiteX514" fmla="*/ 1790067 w 2057605"/>
                <a:gd name="connsiteY514" fmla="*/ 2733932 h 3215359"/>
                <a:gd name="connsiteX515" fmla="*/ 1787334 w 2057605"/>
                <a:gd name="connsiteY515" fmla="*/ 2736377 h 3215359"/>
                <a:gd name="connsiteX516" fmla="*/ 1784889 w 2057605"/>
                <a:gd name="connsiteY516" fmla="*/ 2739254 h 3215359"/>
                <a:gd name="connsiteX517" fmla="*/ 1784889 w 2057605"/>
                <a:gd name="connsiteY517" fmla="*/ 2741699 h 3215359"/>
                <a:gd name="connsiteX518" fmla="*/ 1782444 w 2057605"/>
                <a:gd name="connsiteY518" fmla="*/ 2744145 h 3215359"/>
                <a:gd name="connsiteX519" fmla="*/ 1779855 w 2057605"/>
                <a:gd name="connsiteY519" fmla="*/ 2746590 h 3215359"/>
                <a:gd name="connsiteX520" fmla="*/ 1777122 w 2057605"/>
                <a:gd name="connsiteY520" fmla="*/ 2749467 h 3215359"/>
                <a:gd name="connsiteX521" fmla="*/ 1777122 w 2057605"/>
                <a:gd name="connsiteY521" fmla="*/ 2754357 h 3215359"/>
                <a:gd name="connsiteX522" fmla="*/ 1774676 w 2057605"/>
                <a:gd name="connsiteY522" fmla="*/ 2754357 h 3215359"/>
                <a:gd name="connsiteX523" fmla="*/ 1772231 w 2057605"/>
                <a:gd name="connsiteY523" fmla="*/ 2751912 h 3215359"/>
                <a:gd name="connsiteX524" fmla="*/ 1764464 w 2057605"/>
                <a:gd name="connsiteY524" fmla="*/ 2751912 h 3215359"/>
                <a:gd name="connsiteX525" fmla="*/ 1764464 w 2057605"/>
                <a:gd name="connsiteY525" fmla="*/ 2756802 h 3215359"/>
                <a:gd name="connsiteX526" fmla="*/ 1762019 w 2057605"/>
                <a:gd name="connsiteY526" fmla="*/ 2762124 h 3215359"/>
                <a:gd name="connsiteX527" fmla="*/ 1762019 w 2057605"/>
                <a:gd name="connsiteY527" fmla="*/ 2767015 h 3215359"/>
                <a:gd name="connsiteX528" fmla="*/ 1759430 w 2057605"/>
                <a:gd name="connsiteY528" fmla="*/ 2767015 h 3215359"/>
                <a:gd name="connsiteX529" fmla="*/ 1759430 w 2057605"/>
                <a:gd name="connsiteY529" fmla="*/ 2782549 h 3215359"/>
                <a:gd name="connsiteX530" fmla="*/ 1754251 w 2057605"/>
                <a:gd name="connsiteY530" fmla="*/ 2792762 h 3215359"/>
                <a:gd name="connsiteX531" fmla="*/ 1749217 w 2057605"/>
                <a:gd name="connsiteY531" fmla="*/ 2797652 h 3215359"/>
                <a:gd name="connsiteX532" fmla="*/ 1746484 w 2057605"/>
                <a:gd name="connsiteY532" fmla="*/ 2797652 h 3215359"/>
                <a:gd name="connsiteX533" fmla="*/ 1744039 w 2057605"/>
                <a:gd name="connsiteY533" fmla="*/ 2802974 h 3215359"/>
                <a:gd name="connsiteX534" fmla="*/ 1736559 w 2057605"/>
                <a:gd name="connsiteY534" fmla="*/ 2810454 h 3215359"/>
                <a:gd name="connsiteX535" fmla="*/ 1731381 w 2057605"/>
                <a:gd name="connsiteY535" fmla="*/ 2813187 h 3215359"/>
                <a:gd name="connsiteX536" fmla="*/ 1728792 w 2057605"/>
                <a:gd name="connsiteY536" fmla="*/ 2813187 h 3215359"/>
                <a:gd name="connsiteX537" fmla="*/ 1728792 w 2057605"/>
                <a:gd name="connsiteY537" fmla="*/ 2815632 h 3215359"/>
                <a:gd name="connsiteX538" fmla="*/ 1723614 w 2057605"/>
                <a:gd name="connsiteY538" fmla="*/ 2818077 h 3215359"/>
                <a:gd name="connsiteX539" fmla="*/ 1718579 w 2057605"/>
                <a:gd name="connsiteY539" fmla="*/ 2820523 h 3215359"/>
                <a:gd name="connsiteX540" fmla="*/ 1708511 w 2057605"/>
                <a:gd name="connsiteY540" fmla="*/ 2820523 h 3215359"/>
                <a:gd name="connsiteX541" fmla="*/ 1708511 w 2057605"/>
                <a:gd name="connsiteY541" fmla="*/ 2818077 h 3215359"/>
                <a:gd name="connsiteX542" fmla="*/ 1705922 w 2057605"/>
                <a:gd name="connsiteY542" fmla="*/ 2818077 h 3215359"/>
                <a:gd name="connsiteX543" fmla="*/ 1703189 w 2057605"/>
                <a:gd name="connsiteY543" fmla="*/ 2815632 h 3215359"/>
                <a:gd name="connsiteX544" fmla="*/ 1700744 w 2057605"/>
                <a:gd name="connsiteY544" fmla="*/ 2813187 h 3215359"/>
                <a:gd name="connsiteX545" fmla="*/ 1698298 w 2057605"/>
                <a:gd name="connsiteY545" fmla="*/ 2802974 h 3215359"/>
                <a:gd name="connsiteX546" fmla="*/ 1695709 w 2057605"/>
                <a:gd name="connsiteY546" fmla="*/ 2787440 h 3215359"/>
                <a:gd name="connsiteX547" fmla="*/ 1695709 w 2057605"/>
                <a:gd name="connsiteY547" fmla="*/ 2784995 h 3215359"/>
                <a:gd name="connsiteX548" fmla="*/ 1698298 w 2057605"/>
                <a:gd name="connsiteY548" fmla="*/ 2779816 h 3215359"/>
                <a:gd name="connsiteX549" fmla="*/ 1698298 w 2057605"/>
                <a:gd name="connsiteY549" fmla="*/ 2774782 h 3215359"/>
                <a:gd name="connsiteX550" fmla="*/ 1695709 w 2057605"/>
                <a:gd name="connsiteY550" fmla="*/ 2769604 h 3215359"/>
                <a:gd name="connsiteX551" fmla="*/ 1695709 w 2057605"/>
                <a:gd name="connsiteY551" fmla="*/ 2754357 h 3215359"/>
                <a:gd name="connsiteX552" fmla="*/ 1690531 w 2057605"/>
                <a:gd name="connsiteY552" fmla="*/ 2754357 h 3215359"/>
                <a:gd name="connsiteX553" fmla="*/ 1690531 w 2057605"/>
                <a:gd name="connsiteY553" fmla="*/ 2749467 h 3215359"/>
                <a:gd name="connsiteX554" fmla="*/ 1688086 w 2057605"/>
                <a:gd name="connsiteY554" fmla="*/ 2746590 h 3215359"/>
                <a:gd name="connsiteX555" fmla="*/ 1690531 w 2057605"/>
                <a:gd name="connsiteY555" fmla="*/ 2744145 h 3215359"/>
                <a:gd name="connsiteX556" fmla="*/ 1692976 w 2057605"/>
                <a:gd name="connsiteY556" fmla="*/ 2741699 h 3215359"/>
                <a:gd name="connsiteX557" fmla="*/ 1690531 w 2057605"/>
                <a:gd name="connsiteY557" fmla="*/ 2739254 h 3215359"/>
                <a:gd name="connsiteX558" fmla="*/ 1692976 w 2057605"/>
                <a:gd name="connsiteY558" fmla="*/ 2729041 h 3215359"/>
                <a:gd name="connsiteX559" fmla="*/ 1690531 w 2057605"/>
                <a:gd name="connsiteY559" fmla="*/ 2731487 h 3215359"/>
                <a:gd name="connsiteX560" fmla="*/ 1695709 w 2057605"/>
                <a:gd name="connsiteY560" fmla="*/ 2723720 h 3215359"/>
                <a:gd name="connsiteX561" fmla="*/ 1700744 w 2057605"/>
                <a:gd name="connsiteY561" fmla="*/ 2718829 h 3215359"/>
                <a:gd name="connsiteX562" fmla="*/ 1703189 w 2057605"/>
                <a:gd name="connsiteY562" fmla="*/ 2718829 h 3215359"/>
                <a:gd name="connsiteX563" fmla="*/ 1703189 w 2057605"/>
                <a:gd name="connsiteY563" fmla="*/ 2705884 h 3215359"/>
                <a:gd name="connsiteX564" fmla="*/ 1705922 w 2057605"/>
                <a:gd name="connsiteY564" fmla="*/ 2700849 h 3215359"/>
                <a:gd name="connsiteX565" fmla="*/ 1703189 w 2057605"/>
                <a:gd name="connsiteY565" fmla="*/ 2698404 h 3215359"/>
                <a:gd name="connsiteX566" fmla="*/ 1705922 w 2057605"/>
                <a:gd name="connsiteY566" fmla="*/ 2690637 h 3215359"/>
                <a:gd name="connsiteX567" fmla="*/ 1705922 w 2057605"/>
                <a:gd name="connsiteY567" fmla="*/ 2685459 h 3215359"/>
                <a:gd name="connsiteX568" fmla="*/ 1703189 w 2057605"/>
                <a:gd name="connsiteY568" fmla="*/ 2685459 h 3215359"/>
                <a:gd name="connsiteX569" fmla="*/ 1703189 w 2057605"/>
                <a:gd name="connsiteY569" fmla="*/ 2693082 h 3215359"/>
                <a:gd name="connsiteX570" fmla="*/ 1700744 w 2057605"/>
                <a:gd name="connsiteY570" fmla="*/ 2700849 h 3215359"/>
                <a:gd name="connsiteX571" fmla="*/ 1703189 w 2057605"/>
                <a:gd name="connsiteY571" fmla="*/ 2705884 h 3215359"/>
                <a:gd name="connsiteX572" fmla="*/ 1700744 w 2057605"/>
                <a:gd name="connsiteY572" fmla="*/ 2708616 h 3215359"/>
                <a:gd name="connsiteX573" fmla="*/ 1700744 w 2057605"/>
                <a:gd name="connsiteY573" fmla="*/ 2716096 h 3215359"/>
                <a:gd name="connsiteX574" fmla="*/ 1695709 w 2057605"/>
                <a:gd name="connsiteY574" fmla="*/ 2716096 h 3215359"/>
                <a:gd name="connsiteX575" fmla="*/ 1692976 w 2057605"/>
                <a:gd name="connsiteY575" fmla="*/ 2718829 h 3215359"/>
                <a:gd name="connsiteX576" fmla="*/ 1690531 w 2057605"/>
                <a:gd name="connsiteY576" fmla="*/ 2726309 h 3215359"/>
                <a:gd name="connsiteX577" fmla="*/ 1690531 w 2057605"/>
                <a:gd name="connsiteY577" fmla="*/ 2729041 h 3215359"/>
                <a:gd name="connsiteX578" fmla="*/ 1688086 w 2057605"/>
                <a:gd name="connsiteY578" fmla="*/ 2729041 h 3215359"/>
                <a:gd name="connsiteX579" fmla="*/ 1688086 w 2057605"/>
                <a:gd name="connsiteY579" fmla="*/ 2731487 h 3215359"/>
                <a:gd name="connsiteX580" fmla="*/ 1690531 w 2057605"/>
                <a:gd name="connsiteY580" fmla="*/ 2733932 h 3215359"/>
                <a:gd name="connsiteX581" fmla="*/ 1688086 w 2057605"/>
                <a:gd name="connsiteY581" fmla="*/ 2739254 h 3215359"/>
                <a:gd name="connsiteX582" fmla="*/ 1685497 w 2057605"/>
                <a:gd name="connsiteY582" fmla="*/ 2741699 h 3215359"/>
                <a:gd name="connsiteX583" fmla="*/ 1685497 w 2057605"/>
                <a:gd name="connsiteY583" fmla="*/ 2751912 h 3215359"/>
                <a:gd name="connsiteX584" fmla="*/ 1677873 w 2057605"/>
                <a:gd name="connsiteY584" fmla="*/ 2751912 h 3215359"/>
                <a:gd name="connsiteX585" fmla="*/ 1677873 w 2057605"/>
                <a:gd name="connsiteY585" fmla="*/ 2756802 h 3215359"/>
                <a:gd name="connsiteX586" fmla="*/ 1672551 w 2057605"/>
                <a:gd name="connsiteY586" fmla="*/ 2756802 h 3215359"/>
                <a:gd name="connsiteX587" fmla="*/ 1670106 w 2057605"/>
                <a:gd name="connsiteY587" fmla="*/ 2759391 h 3215359"/>
                <a:gd name="connsiteX588" fmla="*/ 1662626 w 2057605"/>
                <a:gd name="connsiteY588" fmla="*/ 2762124 h 3215359"/>
                <a:gd name="connsiteX589" fmla="*/ 1662626 w 2057605"/>
                <a:gd name="connsiteY589" fmla="*/ 2764570 h 3215359"/>
                <a:gd name="connsiteX590" fmla="*/ 1659894 w 2057605"/>
                <a:gd name="connsiteY590" fmla="*/ 2764570 h 3215359"/>
                <a:gd name="connsiteX591" fmla="*/ 1659894 w 2057605"/>
                <a:gd name="connsiteY591" fmla="*/ 2762124 h 3215359"/>
                <a:gd name="connsiteX592" fmla="*/ 1644647 w 2057605"/>
                <a:gd name="connsiteY592" fmla="*/ 2762124 h 3215359"/>
                <a:gd name="connsiteX593" fmla="*/ 1639468 w 2057605"/>
                <a:gd name="connsiteY593" fmla="*/ 2764570 h 3215359"/>
                <a:gd name="connsiteX594" fmla="*/ 1639468 w 2057605"/>
                <a:gd name="connsiteY594" fmla="*/ 2767015 h 3215359"/>
                <a:gd name="connsiteX595" fmla="*/ 1634434 w 2057605"/>
                <a:gd name="connsiteY595" fmla="*/ 2774782 h 3215359"/>
                <a:gd name="connsiteX596" fmla="*/ 1626811 w 2057605"/>
                <a:gd name="connsiteY596" fmla="*/ 2777227 h 3215359"/>
                <a:gd name="connsiteX597" fmla="*/ 1616598 w 2057605"/>
                <a:gd name="connsiteY597" fmla="*/ 2777227 h 3215359"/>
                <a:gd name="connsiteX598" fmla="*/ 1614153 w 2057605"/>
                <a:gd name="connsiteY598" fmla="*/ 2774782 h 3215359"/>
                <a:gd name="connsiteX599" fmla="*/ 1614153 w 2057605"/>
                <a:gd name="connsiteY599" fmla="*/ 2772337 h 3215359"/>
                <a:gd name="connsiteX600" fmla="*/ 1611564 w 2057605"/>
                <a:gd name="connsiteY600" fmla="*/ 2769604 h 3215359"/>
                <a:gd name="connsiteX601" fmla="*/ 1611564 w 2057605"/>
                <a:gd name="connsiteY601" fmla="*/ 2759391 h 3215359"/>
                <a:gd name="connsiteX602" fmla="*/ 1614153 w 2057605"/>
                <a:gd name="connsiteY602" fmla="*/ 2756802 h 3215359"/>
                <a:gd name="connsiteX603" fmla="*/ 1619043 w 2057605"/>
                <a:gd name="connsiteY603" fmla="*/ 2741699 h 3215359"/>
                <a:gd name="connsiteX604" fmla="*/ 1621776 w 2057605"/>
                <a:gd name="connsiteY604" fmla="*/ 2736377 h 3215359"/>
                <a:gd name="connsiteX605" fmla="*/ 1626811 w 2057605"/>
                <a:gd name="connsiteY605" fmla="*/ 2733932 h 3215359"/>
                <a:gd name="connsiteX606" fmla="*/ 1626811 w 2057605"/>
                <a:gd name="connsiteY606" fmla="*/ 2731487 h 3215359"/>
                <a:gd name="connsiteX607" fmla="*/ 1629256 w 2057605"/>
                <a:gd name="connsiteY607" fmla="*/ 2729041 h 3215359"/>
                <a:gd name="connsiteX608" fmla="*/ 1631989 w 2057605"/>
                <a:gd name="connsiteY608" fmla="*/ 2729041 h 3215359"/>
                <a:gd name="connsiteX609" fmla="*/ 1639468 w 2057605"/>
                <a:gd name="connsiteY609" fmla="*/ 2723720 h 3215359"/>
                <a:gd name="connsiteX610" fmla="*/ 1642201 w 2057605"/>
                <a:gd name="connsiteY610" fmla="*/ 2721274 h 3215359"/>
                <a:gd name="connsiteX611" fmla="*/ 1644647 w 2057605"/>
                <a:gd name="connsiteY611" fmla="*/ 2718829 h 3215359"/>
                <a:gd name="connsiteX612" fmla="*/ 1647236 w 2057605"/>
                <a:gd name="connsiteY612" fmla="*/ 2718829 h 3215359"/>
                <a:gd name="connsiteX613" fmla="*/ 1647236 w 2057605"/>
                <a:gd name="connsiteY613" fmla="*/ 2716096 h 3215359"/>
                <a:gd name="connsiteX614" fmla="*/ 1649681 w 2057605"/>
                <a:gd name="connsiteY614" fmla="*/ 2716096 h 3215359"/>
                <a:gd name="connsiteX615" fmla="*/ 1649681 w 2057605"/>
                <a:gd name="connsiteY615" fmla="*/ 2712644 h 3215359"/>
                <a:gd name="connsiteX616" fmla="*/ 1654859 w 2057605"/>
                <a:gd name="connsiteY616" fmla="*/ 2712644 h 3215359"/>
                <a:gd name="connsiteX617" fmla="*/ 1657448 w 2057605"/>
                <a:gd name="connsiteY617" fmla="*/ 2710199 h 3215359"/>
                <a:gd name="connsiteX618" fmla="*/ 1659894 w 2057605"/>
                <a:gd name="connsiteY618" fmla="*/ 2710199 h 3215359"/>
                <a:gd name="connsiteX619" fmla="*/ 1659894 w 2057605"/>
                <a:gd name="connsiteY619" fmla="*/ 2702432 h 3215359"/>
                <a:gd name="connsiteX620" fmla="*/ 1657448 w 2057605"/>
                <a:gd name="connsiteY620" fmla="*/ 2702432 h 3215359"/>
                <a:gd name="connsiteX621" fmla="*/ 1659894 w 2057605"/>
                <a:gd name="connsiteY621" fmla="*/ 2699986 h 3215359"/>
                <a:gd name="connsiteX622" fmla="*/ 1657448 w 2057605"/>
                <a:gd name="connsiteY622" fmla="*/ 2699986 h 3215359"/>
                <a:gd name="connsiteX623" fmla="*/ 1652414 w 2057605"/>
                <a:gd name="connsiteY623" fmla="*/ 2692219 h 3215359"/>
                <a:gd name="connsiteX624" fmla="*/ 1652414 w 2057605"/>
                <a:gd name="connsiteY624" fmla="*/ 2687328 h 3215359"/>
                <a:gd name="connsiteX625" fmla="*/ 1649681 w 2057605"/>
                <a:gd name="connsiteY625" fmla="*/ 2687328 h 3215359"/>
                <a:gd name="connsiteX626" fmla="*/ 1649681 w 2057605"/>
                <a:gd name="connsiteY626" fmla="*/ 2684596 h 3215359"/>
                <a:gd name="connsiteX627" fmla="*/ 1647236 w 2057605"/>
                <a:gd name="connsiteY627" fmla="*/ 2684596 h 3215359"/>
                <a:gd name="connsiteX628" fmla="*/ 1647236 w 2057605"/>
                <a:gd name="connsiteY628" fmla="*/ 2669349 h 3215359"/>
                <a:gd name="connsiteX629" fmla="*/ 1644647 w 2057605"/>
                <a:gd name="connsiteY629" fmla="*/ 2669349 h 3215359"/>
                <a:gd name="connsiteX630" fmla="*/ 1644647 w 2057605"/>
                <a:gd name="connsiteY630" fmla="*/ 2661582 h 3215359"/>
                <a:gd name="connsiteX631" fmla="*/ 1642201 w 2057605"/>
                <a:gd name="connsiteY631" fmla="*/ 2651513 h 3215359"/>
                <a:gd name="connsiteX632" fmla="*/ 1644647 w 2057605"/>
                <a:gd name="connsiteY632" fmla="*/ 2646478 h 3215359"/>
                <a:gd name="connsiteX633" fmla="*/ 1644647 w 2057605"/>
                <a:gd name="connsiteY633" fmla="*/ 2638711 h 3215359"/>
                <a:gd name="connsiteX634" fmla="*/ 1647236 w 2057605"/>
                <a:gd name="connsiteY634" fmla="*/ 2633821 h 3215359"/>
                <a:gd name="connsiteX635" fmla="*/ 1647236 w 2057605"/>
                <a:gd name="connsiteY635" fmla="*/ 2628499 h 3215359"/>
                <a:gd name="connsiteX636" fmla="*/ 1649681 w 2057605"/>
                <a:gd name="connsiteY636" fmla="*/ 2626053 h 3215359"/>
                <a:gd name="connsiteX637" fmla="*/ 1647236 w 2057605"/>
                <a:gd name="connsiteY637" fmla="*/ 2623608 h 3215359"/>
                <a:gd name="connsiteX638" fmla="*/ 1649681 w 2057605"/>
                <a:gd name="connsiteY638" fmla="*/ 2623608 h 3215359"/>
                <a:gd name="connsiteX639" fmla="*/ 1649681 w 2057605"/>
                <a:gd name="connsiteY639" fmla="*/ 2610663 h 3215359"/>
                <a:gd name="connsiteX640" fmla="*/ 1652414 w 2057605"/>
                <a:gd name="connsiteY640" fmla="*/ 2608074 h 3215359"/>
                <a:gd name="connsiteX641" fmla="*/ 1647236 w 2057605"/>
                <a:gd name="connsiteY641" fmla="*/ 2605628 h 3215359"/>
                <a:gd name="connsiteX642" fmla="*/ 1647236 w 2057605"/>
                <a:gd name="connsiteY642" fmla="*/ 2595416 h 3215359"/>
                <a:gd name="connsiteX643" fmla="*/ 1649681 w 2057605"/>
                <a:gd name="connsiteY643" fmla="*/ 2587649 h 3215359"/>
                <a:gd name="connsiteX644" fmla="*/ 1649681 w 2057605"/>
                <a:gd name="connsiteY644" fmla="*/ 2580313 h 3215359"/>
                <a:gd name="connsiteX645" fmla="*/ 1647236 w 2057605"/>
                <a:gd name="connsiteY645" fmla="*/ 2567367 h 3215359"/>
                <a:gd name="connsiteX646" fmla="*/ 1647236 w 2057605"/>
                <a:gd name="connsiteY646" fmla="*/ 2557155 h 3215359"/>
                <a:gd name="connsiteX647" fmla="*/ 1644647 w 2057605"/>
                <a:gd name="connsiteY647" fmla="*/ 2554566 h 3215359"/>
                <a:gd name="connsiteX648" fmla="*/ 1644647 w 2057605"/>
                <a:gd name="connsiteY648" fmla="*/ 2541908 h 3215359"/>
                <a:gd name="connsiteX649" fmla="*/ 1647236 w 2057605"/>
                <a:gd name="connsiteY649" fmla="*/ 2536730 h 3215359"/>
                <a:gd name="connsiteX650" fmla="*/ 1647236 w 2057605"/>
                <a:gd name="connsiteY650" fmla="*/ 2513716 h 3215359"/>
                <a:gd name="connsiteX651" fmla="*/ 1649681 w 2057605"/>
                <a:gd name="connsiteY651" fmla="*/ 2508825 h 3215359"/>
                <a:gd name="connsiteX652" fmla="*/ 1652414 w 2057605"/>
                <a:gd name="connsiteY652" fmla="*/ 2506092 h 3215359"/>
                <a:gd name="connsiteX653" fmla="*/ 1654859 w 2057605"/>
                <a:gd name="connsiteY653" fmla="*/ 2498613 h 3215359"/>
                <a:gd name="connsiteX654" fmla="*/ 1657448 w 2057605"/>
                <a:gd name="connsiteY654" fmla="*/ 2495880 h 3215359"/>
                <a:gd name="connsiteX655" fmla="*/ 1659894 w 2057605"/>
                <a:gd name="connsiteY655" fmla="*/ 2493291 h 3215359"/>
                <a:gd name="connsiteX656" fmla="*/ 1659894 w 2057605"/>
                <a:gd name="connsiteY656" fmla="*/ 2490845 h 3215359"/>
                <a:gd name="connsiteX657" fmla="*/ 1662626 w 2057605"/>
                <a:gd name="connsiteY657" fmla="*/ 2490845 h 3215359"/>
                <a:gd name="connsiteX658" fmla="*/ 1685352 w 2057605"/>
                <a:gd name="connsiteY658" fmla="*/ 2470852 h 3215359"/>
                <a:gd name="connsiteX659" fmla="*/ 1687941 w 2057605"/>
                <a:gd name="connsiteY659" fmla="*/ 2470852 h 3215359"/>
                <a:gd name="connsiteX660" fmla="*/ 1690386 w 2057605"/>
                <a:gd name="connsiteY660" fmla="*/ 2470852 h 3215359"/>
                <a:gd name="connsiteX661" fmla="*/ 1692832 w 2057605"/>
                <a:gd name="connsiteY661" fmla="*/ 2476174 h 3215359"/>
                <a:gd name="connsiteX662" fmla="*/ 1692832 w 2057605"/>
                <a:gd name="connsiteY662" fmla="*/ 2473441 h 3215359"/>
                <a:gd name="connsiteX663" fmla="*/ 1692832 w 2057605"/>
                <a:gd name="connsiteY663" fmla="*/ 2470852 h 3215359"/>
                <a:gd name="connsiteX664" fmla="*/ 1695565 w 2057605"/>
                <a:gd name="connsiteY664" fmla="*/ 2470852 h 3215359"/>
                <a:gd name="connsiteX665" fmla="*/ 1698154 w 2057605"/>
                <a:gd name="connsiteY665" fmla="*/ 2476174 h 3215359"/>
                <a:gd name="connsiteX666" fmla="*/ 1700599 w 2057605"/>
                <a:gd name="connsiteY666" fmla="*/ 2476174 h 3215359"/>
                <a:gd name="connsiteX667" fmla="*/ 1700599 w 2057605"/>
                <a:gd name="connsiteY667" fmla="*/ 2478619 h 3215359"/>
                <a:gd name="connsiteX668" fmla="*/ 1698154 w 2057605"/>
                <a:gd name="connsiteY668" fmla="*/ 2478619 h 3215359"/>
                <a:gd name="connsiteX669" fmla="*/ 1703044 w 2057605"/>
                <a:gd name="connsiteY669" fmla="*/ 2483654 h 3215359"/>
                <a:gd name="connsiteX670" fmla="*/ 1705777 w 2057605"/>
                <a:gd name="connsiteY670" fmla="*/ 2486387 h 3215359"/>
                <a:gd name="connsiteX671" fmla="*/ 1708222 w 2057605"/>
                <a:gd name="connsiteY671" fmla="*/ 2488832 h 3215359"/>
                <a:gd name="connsiteX672" fmla="*/ 1705777 w 2057605"/>
                <a:gd name="connsiteY672" fmla="*/ 2488832 h 3215359"/>
                <a:gd name="connsiteX673" fmla="*/ 1703044 w 2057605"/>
                <a:gd name="connsiteY673" fmla="*/ 2488832 h 3215359"/>
                <a:gd name="connsiteX674" fmla="*/ 1703044 w 2057605"/>
                <a:gd name="connsiteY674" fmla="*/ 2491277 h 3215359"/>
                <a:gd name="connsiteX675" fmla="*/ 1705777 w 2057605"/>
                <a:gd name="connsiteY675" fmla="*/ 2491277 h 3215359"/>
                <a:gd name="connsiteX676" fmla="*/ 1708222 w 2057605"/>
                <a:gd name="connsiteY676" fmla="*/ 2491277 h 3215359"/>
                <a:gd name="connsiteX677" fmla="*/ 1708222 w 2057605"/>
                <a:gd name="connsiteY677" fmla="*/ 2493722 h 3215359"/>
                <a:gd name="connsiteX678" fmla="*/ 1710811 w 2057605"/>
                <a:gd name="connsiteY678" fmla="*/ 2496311 h 3215359"/>
                <a:gd name="connsiteX679" fmla="*/ 1713257 w 2057605"/>
                <a:gd name="connsiteY679" fmla="*/ 2499044 h 3215359"/>
                <a:gd name="connsiteX680" fmla="*/ 1713257 w 2057605"/>
                <a:gd name="connsiteY680" fmla="*/ 2501490 h 3215359"/>
                <a:gd name="connsiteX681" fmla="*/ 1713257 w 2057605"/>
                <a:gd name="connsiteY681" fmla="*/ 2503935 h 3215359"/>
                <a:gd name="connsiteX682" fmla="*/ 1715990 w 2057605"/>
                <a:gd name="connsiteY682" fmla="*/ 2509257 h 3215359"/>
                <a:gd name="connsiteX683" fmla="*/ 1718435 w 2057605"/>
                <a:gd name="connsiteY683" fmla="*/ 2509257 h 3215359"/>
                <a:gd name="connsiteX684" fmla="*/ 1718435 w 2057605"/>
                <a:gd name="connsiteY684" fmla="*/ 2511702 h 3215359"/>
                <a:gd name="connsiteX685" fmla="*/ 1715990 w 2057605"/>
                <a:gd name="connsiteY685" fmla="*/ 2511702 h 3215359"/>
                <a:gd name="connsiteX686" fmla="*/ 1718435 w 2057605"/>
                <a:gd name="connsiteY686" fmla="*/ 2514147 h 3215359"/>
                <a:gd name="connsiteX687" fmla="*/ 1718435 w 2057605"/>
                <a:gd name="connsiteY687" fmla="*/ 2516736 h 3215359"/>
                <a:gd name="connsiteX688" fmla="*/ 1718435 w 2057605"/>
                <a:gd name="connsiteY688" fmla="*/ 2519469 h 3215359"/>
                <a:gd name="connsiteX689" fmla="*/ 1715990 w 2057605"/>
                <a:gd name="connsiteY689" fmla="*/ 2521915 h 3215359"/>
                <a:gd name="connsiteX690" fmla="*/ 1715990 w 2057605"/>
                <a:gd name="connsiteY690" fmla="*/ 2524360 h 3215359"/>
                <a:gd name="connsiteX691" fmla="*/ 1713257 w 2057605"/>
                <a:gd name="connsiteY691" fmla="*/ 2524360 h 3215359"/>
                <a:gd name="connsiteX692" fmla="*/ 1713257 w 2057605"/>
                <a:gd name="connsiteY692" fmla="*/ 2526949 h 3215359"/>
                <a:gd name="connsiteX693" fmla="*/ 1708222 w 2057605"/>
                <a:gd name="connsiteY693" fmla="*/ 2524360 h 3215359"/>
                <a:gd name="connsiteX694" fmla="*/ 1708222 w 2057605"/>
                <a:gd name="connsiteY694" fmla="*/ 2521915 h 3215359"/>
                <a:gd name="connsiteX695" fmla="*/ 1705777 w 2057605"/>
                <a:gd name="connsiteY695" fmla="*/ 2514147 h 3215359"/>
                <a:gd name="connsiteX696" fmla="*/ 1703044 w 2057605"/>
                <a:gd name="connsiteY696" fmla="*/ 2514147 h 3215359"/>
                <a:gd name="connsiteX697" fmla="*/ 1692832 w 2057605"/>
                <a:gd name="connsiteY697" fmla="*/ 2506524 h 3215359"/>
                <a:gd name="connsiteX698" fmla="*/ 1690386 w 2057605"/>
                <a:gd name="connsiteY698" fmla="*/ 2503935 h 3215359"/>
                <a:gd name="connsiteX699" fmla="*/ 1690386 w 2057605"/>
                <a:gd name="connsiteY699" fmla="*/ 2499044 h 3215359"/>
                <a:gd name="connsiteX700" fmla="*/ 1690386 w 2057605"/>
                <a:gd name="connsiteY700" fmla="*/ 2496311 h 3215359"/>
                <a:gd name="connsiteX701" fmla="*/ 1687941 w 2057605"/>
                <a:gd name="connsiteY701" fmla="*/ 2488832 h 3215359"/>
                <a:gd name="connsiteX702" fmla="*/ 1687941 w 2057605"/>
                <a:gd name="connsiteY702" fmla="*/ 2486387 h 3215359"/>
                <a:gd name="connsiteX703" fmla="*/ 1685352 w 2057605"/>
                <a:gd name="connsiteY703" fmla="*/ 2481065 h 3215359"/>
                <a:gd name="connsiteX704" fmla="*/ 1685352 w 2057605"/>
                <a:gd name="connsiteY704" fmla="*/ 2476174 h 3215359"/>
                <a:gd name="connsiteX705" fmla="*/ 1148117 w 2057605"/>
                <a:gd name="connsiteY705" fmla="*/ 2467976 h 3215359"/>
                <a:gd name="connsiteX706" fmla="*/ 1148117 w 2057605"/>
                <a:gd name="connsiteY706" fmla="*/ 2472866 h 3215359"/>
                <a:gd name="connsiteX707" fmla="*/ 1147398 w 2057605"/>
                <a:gd name="connsiteY707" fmla="*/ 2472866 h 3215359"/>
                <a:gd name="connsiteX708" fmla="*/ 1147398 w 2057605"/>
                <a:gd name="connsiteY708" fmla="*/ 2473814 h 3215359"/>
                <a:gd name="connsiteX709" fmla="*/ 1145672 w 2057605"/>
                <a:gd name="connsiteY709" fmla="*/ 2475743 h 3215359"/>
                <a:gd name="connsiteX710" fmla="*/ 1145672 w 2057605"/>
                <a:gd name="connsiteY710" fmla="*/ 2477325 h 3215359"/>
                <a:gd name="connsiteX711" fmla="*/ 1144952 w 2057605"/>
                <a:gd name="connsiteY711" fmla="*/ 2478045 h 3215359"/>
                <a:gd name="connsiteX712" fmla="*/ 1144952 w 2057605"/>
                <a:gd name="connsiteY712" fmla="*/ 2478189 h 3215359"/>
                <a:gd name="connsiteX713" fmla="*/ 1142939 w 2057605"/>
                <a:gd name="connsiteY713" fmla="*/ 2478189 h 3215359"/>
                <a:gd name="connsiteX714" fmla="*/ 1142759 w 2057605"/>
                <a:gd name="connsiteY714" fmla="*/ 2478528 h 3215359"/>
                <a:gd name="connsiteX715" fmla="*/ 1142219 w 2057605"/>
                <a:gd name="connsiteY715" fmla="*/ 2478045 h 3215359"/>
                <a:gd name="connsiteX716" fmla="*/ 1142219 w 2057605"/>
                <a:gd name="connsiteY716" fmla="*/ 2479548 h 3215359"/>
                <a:gd name="connsiteX717" fmla="*/ 1141720 w 2057605"/>
                <a:gd name="connsiteY717" fmla="*/ 2480490 h 3215359"/>
                <a:gd name="connsiteX718" fmla="*/ 1140925 w 2057605"/>
                <a:gd name="connsiteY718" fmla="*/ 2480490 h 3215359"/>
                <a:gd name="connsiteX719" fmla="*/ 1140853 w 2057605"/>
                <a:gd name="connsiteY719" fmla="*/ 2480634 h 3215359"/>
                <a:gd name="connsiteX720" fmla="*/ 1140349 w 2057605"/>
                <a:gd name="connsiteY720" fmla="*/ 2480634 h 3215359"/>
                <a:gd name="connsiteX721" fmla="*/ 1140349 w 2057605"/>
                <a:gd name="connsiteY721" fmla="*/ 2481641 h 3215359"/>
                <a:gd name="connsiteX722" fmla="*/ 1139630 w 2057605"/>
                <a:gd name="connsiteY722" fmla="*/ 2483079 h 3215359"/>
                <a:gd name="connsiteX723" fmla="*/ 1139630 w 2057605"/>
                <a:gd name="connsiteY723" fmla="*/ 2483223 h 3215359"/>
                <a:gd name="connsiteX724" fmla="*/ 1137904 w 2057605"/>
                <a:gd name="connsiteY724" fmla="*/ 2483223 h 3215359"/>
                <a:gd name="connsiteX725" fmla="*/ 1135459 w 2057605"/>
                <a:gd name="connsiteY725" fmla="*/ 2488401 h 3215359"/>
                <a:gd name="connsiteX726" fmla="*/ 1132007 w 2057605"/>
                <a:gd name="connsiteY726" fmla="*/ 2488401 h 3215359"/>
                <a:gd name="connsiteX727" fmla="*/ 1129418 w 2057605"/>
                <a:gd name="connsiteY727" fmla="*/ 2490846 h 3215359"/>
                <a:gd name="connsiteX728" fmla="*/ 1129418 w 2057605"/>
                <a:gd name="connsiteY728" fmla="*/ 2493291 h 3215359"/>
                <a:gd name="connsiteX729" fmla="*/ 1132007 w 2057605"/>
                <a:gd name="connsiteY729" fmla="*/ 2490846 h 3215359"/>
                <a:gd name="connsiteX730" fmla="*/ 1134740 w 2057605"/>
                <a:gd name="connsiteY730" fmla="*/ 2490846 h 3215359"/>
                <a:gd name="connsiteX731" fmla="*/ 1137185 w 2057605"/>
                <a:gd name="connsiteY731" fmla="*/ 2488401 h 3215359"/>
                <a:gd name="connsiteX732" fmla="*/ 1139630 w 2057605"/>
                <a:gd name="connsiteY732" fmla="*/ 2485956 h 3215359"/>
                <a:gd name="connsiteX733" fmla="*/ 1139630 w 2057605"/>
                <a:gd name="connsiteY733" fmla="*/ 2483223 h 3215359"/>
                <a:gd name="connsiteX734" fmla="*/ 1140349 w 2057605"/>
                <a:gd name="connsiteY734" fmla="*/ 2483223 h 3215359"/>
                <a:gd name="connsiteX735" fmla="*/ 1140349 w 2057605"/>
                <a:gd name="connsiteY735" fmla="*/ 2481641 h 3215359"/>
                <a:gd name="connsiteX736" fmla="*/ 1140853 w 2057605"/>
                <a:gd name="connsiteY736" fmla="*/ 2480634 h 3215359"/>
                <a:gd name="connsiteX737" fmla="*/ 1141644 w 2057605"/>
                <a:gd name="connsiteY737" fmla="*/ 2480634 h 3215359"/>
                <a:gd name="connsiteX738" fmla="*/ 1141720 w 2057605"/>
                <a:gd name="connsiteY738" fmla="*/ 2480490 h 3215359"/>
                <a:gd name="connsiteX739" fmla="*/ 1142219 w 2057605"/>
                <a:gd name="connsiteY739" fmla="*/ 2480490 h 3215359"/>
                <a:gd name="connsiteX740" fmla="*/ 1142219 w 2057605"/>
                <a:gd name="connsiteY740" fmla="*/ 2479548 h 3215359"/>
                <a:gd name="connsiteX741" fmla="*/ 1142759 w 2057605"/>
                <a:gd name="connsiteY741" fmla="*/ 2478528 h 3215359"/>
                <a:gd name="connsiteX742" fmla="*/ 1144952 w 2057605"/>
                <a:gd name="connsiteY742" fmla="*/ 2480490 h 3215359"/>
                <a:gd name="connsiteX743" fmla="*/ 1144952 w 2057605"/>
                <a:gd name="connsiteY743" fmla="*/ 2478189 h 3215359"/>
                <a:gd name="connsiteX744" fmla="*/ 1145672 w 2057605"/>
                <a:gd name="connsiteY744" fmla="*/ 2478189 h 3215359"/>
                <a:gd name="connsiteX745" fmla="*/ 1145672 w 2057605"/>
                <a:gd name="connsiteY745" fmla="*/ 2477325 h 3215359"/>
                <a:gd name="connsiteX746" fmla="*/ 1147398 w 2057605"/>
                <a:gd name="connsiteY746" fmla="*/ 2475599 h 3215359"/>
                <a:gd name="connsiteX747" fmla="*/ 1147398 w 2057605"/>
                <a:gd name="connsiteY747" fmla="*/ 2473814 h 3215359"/>
                <a:gd name="connsiteX748" fmla="*/ 1148117 w 2057605"/>
                <a:gd name="connsiteY748" fmla="*/ 2473010 h 3215359"/>
                <a:gd name="connsiteX749" fmla="*/ 1148117 w 2057605"/>
                <a:gd name="connsiteY749" fmla="*/ 2472866 h 3215359"/>
                <a:gd name="connsiteX750" fmla="*/ 1149843 w 2057605"/>
                <a:gd name="connsiteY750" fmla="*/ 2472866 h 3215359"/>
                <a:gd name="connsiteX751" fmla="*/ 1149843 w 2057605"/>
                <a:gd name="connsiteY751" fmla="*/ 2470278 h 3215359"/>
                <a:gd name="connsiteX752" fmla="*/ 1149843 w 2057605"/>
                <a:gd name="connsiteY752" fmla="*/ 2467976 h 3215359"/>
                <a:gd name="connsiteX753" fmla="*/ 1718435 w 2057605"/>
                <a:gd name="connsiteY753" fmla="*/ 2453017 h 3215359"/>
                <a:gd name="connsiteX754" fmla="*/ 1721024 w 2057605"/>
                <a:gd name="connsiteY754" fmla="*/ 2453017 h 3215359"/>
                <a:gd name="connsiteX755" fmla="*/ 1726202 w 2057605"/>
                <a:gd name="connsiteY755" fmla="*/ 2455750 h 3215359"/>
                <a:gd name="connsiteX756" fmla="*/ 1728648 w 2057605"/>
                <a:gd name="connsiteY756" fmla="*/ 2458195 h 3215359"/>
                <a:gd name="connsiteX757" fmla="*/ 1733682 w 2057605"/>
                <a:gd name="connsiteY757" fmla="*/ 2458195 h 3215359"/>
                <a:gd name="connsiteX758" fmla="*/ 1736415 w 2057605"/>
                <a:gd name="connsiteY758" fmla="*/ 2460640 h 3215359"/>
                <a:gd name="connsiteX759" fmla="*/ 1738860 w 2057605"/>
                <a:gd name="connsiteY759" fmla="*/ 2460640 h 3215359"/>
                <a:gd name="connsiteX760" fmla="*/ 1738860 w 2057605"/>
                <a:gd name="connsiteY760" fmla="*/ 2458195 h 3215359"/>
                <a:gd name="connsiteX761" fmla="*/ 1741449 w 2057605"/>
                <a:gd name="connsiteY761" fmla="*/ 2458195 h 3215359"/>
                <a:gd name="connsiteX762" fmla="*/ 1741449 w 2057605"/>
                <a:gd name="connsiteY762" fmla="*/ 2460640 h 3215359"/>
                <a:gd name="connsiteX763" fmla="*/ 1741449 w 2057605"/>
                <a:gd name="connsiteY763" fmla="*/ 2463229 h 3215359"/>
                <a:gd name="connsiteX764" fmla="*/ 1743894 w 2057605"/>
                <a:gd name="connsiteY764" fmla="*/ 2463229 h 3215359"/>
                <a:gd name="connsiteX765" fmla="*/ 1749073 w 2057605"/>
                <a:gd name="connsiteY765" fmla="*/ 2465962 h 3215359"/>
                <a:gd name="connsiteX766" fmla="*/ 1749073 w 2057605"/>
                <a:gd name="connsiteY766" fmla="*/ 2468408 h 3215359"/>
                <a:gd name="connsiteX767" fmla="*/ 1756552 w 2057605"/>
                <a:gd name="connsiteY767" fmla="*/ 2473442 h 3215359"/>
                <a:gd name="connsiteX768" fmla="*/ 1759285 w 2057605"/>
                <a:gd name="connsiteY768" fmla="*/ 2476175 h 3215359"/>
                <a:gd name="connsiteX769" fmla="*/ 1759285 w 2057605"/>
                <a:gd name="connsiteY769" fmla="*/ 2478620 h 3215359"/>
                <a:gd name="connsiteX770" fmla="*/ 1759285 w 2057605"/>
                <a:gd name="connsiteY770" fmla="*/ 2481065 h 3215359"/>
                <a:gd name="connsiteX771" fmla="*/ 1759285 w 2057605"/>
                <a:gd name="connsiteY771" fmla="*/ 2483654 h 3215359"/>
                <a:gd name="connsiteX772" fmla="*/ 1754107 w 2057605"/>
                <a:gd name="connsiteY772" fmla="*/ 2488833 h 3215359"/>
                <a:gd name="connsiteX773" fmla="*/ 1756552 w 2057605"/>
                <a:gd name="connsiteY773" fmla="*/ 2488833 h 3215359"/>
                <a:gd name="connsiteX774" fmla="*/ 1759285 w 2057605"/>
                <a:gd name="connsiteY774" fmla="*/ 2488833 h 3215359"/>
                <a:gd name="connsiteX775" fmla="*/ 1759285 w 2057605"/>
                <a:gd name="connsiteY775" fmla="*/ 2491278 h 3215359"/>
                <a:gd name="connsiteX776" fmla="*/ 1761874 w 2057605"/>
                <a:gd name="connsiteY776" fmla="*/ 2491278 h 3215359"/>
                <a:gd name="connsiteX777" fmla="*/ 1764319 w 2057605"/>
                <a:gd name="connsiteY777" fmla="*/ 2493723 h 3215359"/>
                <a:gd name="connsiteX778" fmla="*/ 1769498 w 2057605"/>
                <a:gd name="connsiteY778" fmla="*/ 2493723 h 3215359"/>
                <a:gd name="connsiteX779" fmla="*/ 1769498 w 2057605"/>
                <a:gd name="connsiteY779" fmla="*/ 2496312 h 3215359"/>
                <a:gd name="connsiteX780" fmla="*/ 1772087 w 2057605"/>
                <a:gd name="connsiteY780" fmla="*/ 2499045 h 3215359"/>
                <a:gd name="connsiteX781" fmla="*/ 1772087 w 2057605"/>
                <a:gd name="connsiteY781" fmla="*/ 2496312 h 3215359"/>
                <a:gd name="connsiteX782" fmla="*/ 1774532 w 2057605"/>
                <a:gd name="connsiteY782" fmla="*/ 2496312 h 3215359"/>
                <a:gd name="connsiteX783" fmla="*/ 1776977 w 2057605"/>
                <a:gd name="connsiteY783" fmla="*/ 2496312 h 3215359"/>
                <a:gd name="connsiteX784" fmla="*/ 1779710 w 2057605"/>
                <a:gd name="connsiteY784" fmla="*/ 2496312 h 3215359"/>
                <a:gd name="connsiteX785" fmla="*/ 1787190 w 2057605"/>
                <a:gd name="connsiteY785" fmla="*/ 2496312 h 3215359"/>
                <a:gd name="connsiteX786" fmla="*/ 1787190 w 2057605"/>
                <a:gd name="connsiteY786" fmla="*/ 2499045 h 3215359"/>
                <a:gd name="connsiteX787" fmla="*/ 1782299 w 2057605"/>
                <a:gd name="connsiteY787" fmla="*/ 2499045 h 3215359"/>
                <a:gd name="connsiteX788" fmla="*/ 1784744 w 2057605"/>
                <a:gd name="connsiteY788" fmla="*/ 2501490 h 3215359"/>
                <a:gd name="connsiteX789" fmla="*/ 1784744 w 2057605"/>
                <a:gd name="connsiteY789" fmla="*/ 2503936 h 3215359"/>
                <a:gd name="connsiteX790" fmla="*/ 1782299 w 2057605"/>
                <a:gd name="connsiteY790" fmla="*/ 2503936 h 3215359"/>
                <a:gd name="connsiteX791" fmla="*/ 1779710 w 2057605"/>
                <a:gd name="connsiteY791" fmla="*/ 2503936 h 3215359"/>
                <a:gd name="connsiteX792" fmla="*/ 1782299 w 2057605"/>
                <a:gd name="connsiteY792" fmla="*/ 2506525 h 3215359"/>
                <a:gd name="connsiteX793" fmla="*/ 1779710 w 2057605"/>
                <a:gd name="connsiteY793" fmla="*/ 2509258 h 3215359"/>
                <a:gd name="connsiteX794" fmla="*/ 1776977 w 2057605"/>
                <a:gd name="connsiteY794" fmla="*/ 2506525 h 3215359"/>
                <a:gd name="connsiteX795" fmla="*/ 1772087 w 2057605"/>
                <a:gd name="connsiteY795" fmla="*/ 2503936 h 3215359"/>
                <a:gd name="connsiteX796" fmla="*/ 1769498 w 2057605"/>
                <a:gd name="connsiteY796" fmla="*/ 2503936 h 3215359"/>
                <a:gd name="connsiteX797" fmla="*/ 1766765 w 2057605"/>
                <a:gd name="connsiteY797" fmla="*/ 2506525 h 3215359"/>
                <a:gd name="connsiteX798" fmla="*/ 1766765 w 2057605"/>
                <a:gd name="connsiteY798" fmla="*/ 2503936 h 3215359"/>
                <a:gd name="connsiteX799" fmla="*/ 1764319 w 2057605"/>
                <a:gd name="connsiteY799" fmla="*/ 2503936 h 3215359"/>
                <a:gd name="connsiteX800" fmla="*/ 1764319 w 2057605"/>
                <a:gd name="connsiteY800" fmla="*/ 2506525 h 3215359"/>
                <a:gd name="connsiteX801" fmla="*/ 1761874 w 2057605"/>
                <a:gd name="connsiteY801" fmla="*/ 2506525 h 3215359"/>
                <a:gd name="connsiteX802" fmla="*/ 1759285 w 2057605"/>
                <a:gd name="connsiteY802" fmla="*/ 2503936 h 3215359"/>
                <a:gd name="connsiteX803" fmla="*/ 1756552 w 2057605"/>
                <a:gd name="connsiteY803" fmla="*/ 2509257 h 3215359"/>
                <a:gd name="connsiteX804" fmla="*/ 1756552 w 2057605"/>
                <a:gd name="connsiteY804" fmla="*/ 2506524 h 3215359"/>
                <a:gd name="connsiteX805" fmla="*/ 1756552 w 2057605"/>
                <a:gd name="connsiteY805" fmla="*/ 2503935 h 3215359"/>
                <a:gd name="connsiteX806" fmla="*/ 1759284 w 2057605"/>
                <a:gd name="connsiteY806" fmla="*/ 2503935 h 3215359"/>
                <a:gd name="connsiteX807" fmla="*/ 1756552 w 2057605"/>
                <a:gd name="connsiteY807" fmla="*/ 2501490 h 3215359"/>
                <a:gd name="connsiteX808" fmla="*/ 1756552 w 2057605"/>
                <a:gd name="connsiteY808" fmla="*/ 2499045 h 3215359"/>
                <a:gd name="connsiteX809" fmla="*/ 1759285 w 2057605"/>
                <a:gd name="connsiteY809" fmla="*/ 2496312 h 3215359"/>
                <a:gd name="connsiteX810" fmla="*/ 1761874 w 2057605"/>
                <a:gd name="connsiteY810" fmla="*/ 2496312 h 3215359"/>
                <a:gd name="connsiteX811" fmla="*/ 1756552 w 2057605"/>
                <a:gd name="connsiteY811" fmla="*/ 2493723 h 3215359"/>
                <a:gd name="connsiteX812" fmla="*/ 1756552 w 2057605"/>
                <a:gd name="connsiteY812" fmla="*/ 2491278 h 3215359"/>
                <a:gd name="connsiteX813" fmla="*/ 1754107 w 2057605"/>
                <a:gd name="connsiteY813" fmla="*/ 2493723 h 3215359"/>
                <a:gd name="connsiteX814" fmla="*/ 1751662 w 2057605"/>
                <a:gd name="connsiteY814" fmla="*/ 2493723 h 3215359"/>
                <a:gd name="connsiteX815" fmla="*/ 1749073 w 2057605"/>
                <a:gd name="connsiteY815" fmla="*/ 2499045 h 3215359"/>
                <a:gd name="connsiteX816" fmla="*/ 1746340 w 2057605"/>
                <a:gd name="connsiteY816" fmla="*/ 2499045 h 3215359"/>
                <a:gd name="connsiteX817" fmla="*/ 1746340 w 2057605"/>
                <a:gd name="connsiteY817" fmla="*/ 2496312 h 3215359"/>
                <a:gd name="connsiteX818" fmla="*/ 1743894 w 2057605"/>
                <a:gd name="connsiteY818" fmla="*/ 2496312 h 3215359"/>
                <a:gd name="connsiteX819" fmla="*/ 1743894 w 2057605"/>
                <a:gd name="connsiteY819" fmla="*/ 2499045 h 3215359"/>
                <a:gd name="connsiteX820" fmla="*/ 1741449 w 2057605"/>
                <a:gd name="connsiteY820" fmla="*/ 2496312 h 3215359"/>
                <a:gd name="connsiteX821" fmla="*/ 1738860 w 2057605"/>
                <a:gd name="connsiteY821" fmla="*/ 2496312 h 3215359"/>
                <a:gd name="connsiteX822" fmla="*/ 1738860 w 2057605"/>
                <a:gd name="connsiteY822" fmla="*/ 2493723 h 3215359"/>
                <a:gd name="connsiteX823" fmla="*/ 1741449 w 2057605"/>
                <a:gd name="connsiteY823" fmla="*/ 2491278 h 3215359"/>
                <a:gd name="connsiteX824" fmla="*/ 1738860 w 2057605"/>
                <a:gd name="connsiteY824" fmla="*/ 2486387 h 3215359"/>
                <a:gd name="connsiteX825" fmla="*/ 1738860 w 2057605"/>
                <a:gd name="connsiteY825" fmla="*/ 2481065 h 3215359"/>
                <a:gd name="connsiteX826" fmla="*/ 1738860 w 2057605"/>
                <a:gd name="connsiteY826" fmla="*/ 2478620 h 3215359"/>
                <a:gd name="connsiteX827" fmla="*/ 1736415 w 2057605"/>
                <a:gd name="connsiteY827" fmla="*/ 2478620 h 3215359"/>
                <a:gd name="connsiteX828" fmla="*/ 1733682 w 2057605"/>
                <a:gd name="connsiteY828" fmla="*/ 2473442 h 3215359"/>
                <a:gd name="connsiteX829" fmla="*/ 1733682 w 2057605"/>
                <a:gd name="connsiteY829" fmla="*/ 2470853 h 3215359"/>
                <a:gd name="connsiteX830" fmla="*/ 1731237 w 2057605"/>
                <a:gd name="connsiteY830" fmla="*/ 2470853 h 3215359"/>
                <a:gd name="connsiteX831" fmla="*/ 1723469 w 2057605"/>
                <a:gd name="connsiteY831" fmla="*/ 2470853 h 3215359"/>
                <a:gd name="connsiteX832" fmla="*/ 1718435 w 2057605"/>
                <a:gd name="connsiteY832" fmla="*/ 2465962 h 3215359"/>
                <a:gd name="connsiteX833" fmla="*/ 1718435 w 2057605"/>
                <a:gd name="connsiteY833" fmla="*/ 2463229 h 3215359"/>
                <a:gd name="connsiteX834" fmla="*/ 1718435 w 2057605"/>
                <a:gd name="connsiteY834" fmla="*/ 2458195 h 3215359"/>
                <a:gd name="connsiteX835" fmla="*/ 1718435 w 2057605"/>
                <a:gd name="connsiteY835" fmla="*/ 2455750 h 3215359"/>
                <a:gd name="connsiteX836" fmla="*/ 1157610 w 2057605"/>
                <a:gd name="connsiteY836" fmla="*/ 2449853 h 3215359"/>
                <a:gd name="connsiteX837" fmla="*/ 1157610 w 2057605"/>
                <a:gd name="connsiteY837" fmla="*/ 2455174 h 3215359"/>
                <a:gd name="connsiteX838" fmla="*/ 1154877 w 2057605"/>
                <a:gd name="connsiteY838" fmla="*/ 2455174 h 3215359"/>
                <a:gd name="connsiteX839" fmla="*/ 1154877 w 2057605"/>
                <a:gd name="connsiteY839" fmla="*/ 2460065 h 3215359"/>
                <a:gd name="connsiteX840" fmla="*/ 1157610 w 2057605"/>
                <a:gd name="connsiteY840" fmla="*/ 2455174 h 3215359"/>
                <a:gd name="connsiteX841" fmla="*/ 1160055 w 2057605"/>
                <a:gd name="connsiteY841" fmla="*/ 2452441 h 3215359"/>
                <a:gd name="connsiteX842" fmla="*/ 1160055 w 2057605"/>
                <a:gd name="connsiteY842" fmla="*/ 2449853 h 3215359"/>
                <a:gd name="connsiteX843" fmla="*/ 1160055 w 2057605"/>
                <a:gd name="connsiteY843" fmla="*/ 2432592 h 3215359"/>
                <a:gd name="connsiteX844" fmla="*/ 1157610 w 2057605"/>
                <a:gd name="connsiteY844" fmla="*/ 2437770 h 3215359"/>
                <a:gd name="connsiteX845" fmla="*/ 1157610 w 2057605"/>
                <a:gd name="connsiteY845" fmla="*/ 2442804 h 3215359"/>
                <a:gd name="connsiteX846" fmla="*/ 1160055 w 2057605"/>
                <a:gd name="connsiteY846" fmla="*/ 2442804 h 3215359"/>
                <a:gd name="connsiteX847" fmla="*/ 1160055 w 2057605"/>
                <a:gd name="connsiteY847" fmla="*/ 2445537 h 3215359"/>
                <a:gd name="connsiteX848" fmla="*/ 1162644 w 2057605"/>
                <a:gd name="connsiteY848" fmla="*/ 2445537 h 3215359"/>
                <a:gd name="connsiteX849" fmla="*/ 1162644 w 2057605"/>
                <a:gd name="connsiteY849" fmla="*/ 2442804 h 3215359"/>
                <a:gd name="connsiteX850" fmla="*/ 1160055 w 2057605"/>
                <a:gd name="connsiteY850" fmla="*/ 2442804 h 3215359"/>
                <a:gd name="connsiteX851" fmla="*/ 1160055 w 2057605"/>
                <a:gd name="connsiteY851" fmla="*/ 2422379 h 3215359"/>
                <a:gd name="connsiteX852" fmla="*/ 1160055 w 2057605"/>
                <a:gd name="connsiteY852" fmla="*/ 2425112 h 3215359"/>
                <a:gd name="connsiteX853" fmla="*/ 1162644 w 2057605"/>
                <a:gd name="connsiteY853" fmla="*/ 2427558 h 3215359"/>
                <a:gd name="connsiteX854" fmla="*/ 1160055 w 2057605"/>
                <a:gd name="connsiteY854" fmla="*/ 2427558 h 3215359"/>
                <a:gd name="connsiteX855" fmla="*/ 1160055 w 2057605"/>
                <a:gd name="connsiteY855" fmla="*/ 2432016 h 3215359"/>
                <a:gd name="connsiteX856" fmla="*/ 1162644 w 2057605"/>
                <a:gd name="connsiteY856" fmla="*/ 2429428 h 3215359"/>
                <a:gd name="connsiteX857" fmla="*/ 1162644 w 2057605"/>
                <a:gd name="connsiteY857" fmla="*/ 2427558 h 3215359"/>
                <a:gd name="connsiteX858" fmla="*/ 1162644 w 2057605"/>
                <a:gd name="connsiteY858" fmla="*/ 2426982 h 3215359"/>
                <a:gd name="connsiteX859" fmla="*/ 1165090 w 2057605"/>
                <a:gd name="connsiteY859" fmla="*/ 2426982 h 3215359"/>
                <a:gd name="connsiteX860" fmla="*/ 1165090 w 2057605"/>
                <a:gd name="connsiteY860" fmla="*/ 2425112 h 3215359"/>
                <a:gd name="connsiteX861" fmla="*/ 1162644 w 2057605"/>
                <a:gd name="connsiteY861" fmla="*/ 2425112 h 3215359"/>
                <a:gd name="connsiteX862" fmla="*/ 1165090 w 2057605"/>
                <a:gd name="connsiteY862" fmla="*/ 2417345 h 3215359"/>
                <a:gd name="connsiteX863" fmla="*/ 1165090 w 2057605"/>
                <a:gd name="connsiteY863" fmla="*/ 2419790 h 3215359"/>
                <a:gd name="connsiteX864" fmla="*/ 1167823 w 2057605"/>
                <a:gd name="connsiteY864" fmla="*/ 2422379 h 3215359"/>
                <a:gd name="connsiteX865" fmla="*/ 1165090 w 2057605"/>
                <a:gd name="connsiteY865" fmla="*/ 2422379 h 3215359"/>
                <a:gd name="connsiteX866" fmla="*/ 1165090 w 2057605"/>
                <a:gd name="connsiteY866" fmla="*/ 2424537 h 3215359"/>
                <a:gd name="connsiteX867" fmla="*/ 1167823 w 2057605"/>
                <a:gd name="connsiteY867" fmla="*/ 2426982 h 3215359"/>
                <a:gd name="connsiteX868" fmla="*/ 1167823 w 2057605"/>
                <a:gd name="connsiteY868" fmla="*/ 2422379 h 3215359"/>
                <a:gd name="connsiteX869" fmla="*/ 1167823 w 2057605"/>
                <a:gd name="connsiteY869" fmla="*/ 2419215 h 3215359"/>
                <a:gd name="connsiteX870" fmla="*/ 1167823 w 2057605"/>
                <a:gd name="connsiteY870" fmla="*/ 2417345 h 3215359"/>
                <a:gd name="connsiteX871" fmla="*/ 1142219 w 2057605"/>
                <a:gd name="connsiteY871" fmla="*/ 2389296 h 3215359"/>
                <a:gd name="connsiteX872" fmla="*/ 1144952 w 2057605"/>
                <a:gd name="connsiteY872" fmla="*/ 2389296 h 3215359"/>
                <a:gd name="connsiteX873" fmla="*/ 1144952 w 2057605"/>
                <a:gd name="connsiteY873" fmla="*/ 2392029 h 3215359"/>
                <a:gd name="connsiteX874" fmla="*/ 1142219 w 2057605"/>
                <a:gd name="connsiteY874" fmla="*/ 2392029 h 3215359"/>
                <a:gd name="connsiteX875" fmla="*/ 1190693 w 2057605"/>
                <a:gd name="connsiteY875" fmla="*/ 2363262 h 3215359"/>
                <a:gd name="connsiteX876" fmla="*/ 1188248 w 2057605"/>
                <a:gd name="connsiteY876" fmla="*/ 2365707 h 3215359"/>
                <a:gd name="connsiteX877" fmla="*/ 1193282 w 2057605"/>
                <a:gd name="connsiteY877" fmla="*/ 2365707 h 3215359"/>
                <a:gd name="connsiteX878" fmla="*/ 1192994 w 2057605"/>
                <a:gd name="connsiteY878" fmla="*/ 2363262 h 3215359"/>
                <a:gd name="connsiteX879" fmla="*/ 1180480 w 2057605"/>
                <a:gd name="connsiteY879" fmla="*/ 2351179 h 3215359"/>
                <a:gd name="connsiteX880" fmla="*/ 1180480 w 2057605"/>
                <a:gd name="connsiteY880" fmla="*/ 2353624 h 3215359"/>
                <a:gd name="connsiteX881" fmla="*/ 1180480 w 2057605"/>
                <a:gd name="connsiteY881" fmla="*/ 2356069 h 3215359"/>
                <a:gd name="connsiteX882" fmla="*/ 1183069 w 2057605"/>
                <a:gd name="connsiteY882" fmla="*/ 2353624 h 3215359"/>
                <a:gd name="connsiteX883" fmla="*/ 1183069 w 2057605"/>
                <a:gd name="connsiteY883" fmla="*/ 2356069 h 3215359"/>
                <a:gd name="connsiteX884" fmla="*/ 1183069 w 2057605"/>
                <a:gd name="connsiteY884" fmla="*/ 2358658 h 3215359"/>
                <a:gd name="connsiteX885" fmla="*/ 1180480 w 2057605"/>
                <a:gd name="connsiteY885" fmla="*/ 2361391 h 3215359"/>
                <a:gd name="connsiteX886" fmla="*/ 1178035 w 2057605"/>
                <a:gd name="connsiteY886" fmla="*/ 2361391 h 3215359"/>
                <a:gd name="connsiteX887" fmla="*/ 1178035 w 2057605"/>
                <a:gd name="connsiteY887" fmla="*/ 2358658 h 3215359"/>
                <a:gd name="connsiteX888" fmla="*/ 1172857 w 2057605"/>
                <a:gd name="connsiteY888" fmla="*/ 2356069 h 3215359"/>
                <a:gd name="connsiteX889" fmla="*/ 1178035 w 2057605"/>
                <a:gd name="connsiteY889" fmla="*/ 2356069 h 3215359"/>
                <a:gd name="connsiteX890" fmla="*/ 583839 w 2057605"/>
                <a:gd name="connsiteY890" fmla="*/ 2345857 h 3215359"/>
                <a:gd name="connsiteX891" fmla="*/ 583839 w 2057605"/>
                <a:gd name="connsiteY891" fmla="*/ 2353624 h 3215359"/>
                <a:gd name="connsiteX892" fmla="*/ 581250 w 2057605"/>
                <a:gd name="connsiteY892" fmla="*/ 2361392 h 3215359"/>
                <a:gd name="connsiteX893" fmla="*/ 581250 w 2057605"/>
                <a:gd name="connsiteY893" fmla="*/ 2358659 h 3215359"/>
                <a:gd name="connsiteX894" fmla="*/ 581250 w 2057605"/>
                <a:gd name="connsiteY894" fmla="*/ 2353624 h 3215359"/>
                <a:gd name="connsiteX895" fmla="*/ 581250 w 2057605"/>
                <a:gd name="connsiteY895" fmla="*/ 2351179 h 3215359"/>
                <a:gd name="connsiteX896" fmla="*/ 571038 w 2057605"/>
                <a:gd name="connsiteY896" fmla="*/ 2343412 h 3215359"/>
                <a:gd name="connsiteX897" fmla="*/ 573627 w 2057605"/>
                <a:gd name="connsiteY897" fmla="*/ 2348446 h 3215359"/>
                <a:gd name="connsiteX898" fmla="*/ 576360 w 2057605"/>
                <a:gd name="connsiteY898" fmla="*/ 2353625 h 3215359"/>
                <a:gd name="connsiteX899" fmla="*/ 576360 w 2057605"/>
                <a:gd name="connsiteY899" fmla="*/ 2358659 h 3215359"/>
                <a:gd name="connsiteX900" fmla="*/ 573627 w 2057605"/>
                <a:gd name="connsiteY900" fmla="*/ 2358659 h 3215359"/>
                <a:gd name="connsiteX901" fmla="*/ 571038 w 2057605"/>
                <a:gd name="connsiteY901" fmla="*/ 2353625 h 3215359"/>
                <a:gd name="connsiteX902" fmla="*/ 571038 w 2057605"/>
                <a:gd name="connsiteY902" fmla="*/ 2348446 h 3215359"/>
                <a:gd name="connsiteX903" fmla="*/ 581250 w 2057605"/>
                <a:gd name="connsiteY903" fmla="*/ 2340966 h 3215359"/>
                <a:gd name="connsiteX904" fmla="*/ 583695 w 2057605"/>
                <a:gd name="connsiteY904" fmla="*/ 2340966 h 3215359"/>
                <a:gd name="connsiteX905" fmla="*/ 583695 w 2057605"/>
                <a:gd name="connsiteY905" fmla="*/ 2343411 h 3215359"/>
                <a:gd name="connsiteX906" fmla="*/ 581250 w 2057605"/>
                <a:gd name="connsiteY906" fmla="*/ 2343411 h 3215359"/>
                <a:gd name="connsiteX907" fmla="*/ 1162644 w 2057605"/>
                <a:gd name="connsiteY907" fmla="*/ 2338234 h 3215359"/>
                <a:gd name="connsiteX908" fmla="*/ 1165089 w 2057605"/>
                <a:gd name="connsiteY908" fmla="*/ 2338234 h 3215359"/>
                <a:gd name="connsiteX909" fmla="*/ 1162644 w 2057605"/>
                <a:gd name="connsiteY909" fmla="*/ 2340967 h 3215359"/>
                <a:gd name="connsiteX910" fmla="*/ 594052 w 2057605"/>
                <a:gd name="connsiteY910" fmla="*/ 2338234 h 3215359"/>
                <a:gd name="connsiteX911" fmla="*/ 596785 w 2057605"/>
                <a:gd name="connsiteY911" fmla="*/ 2343412 h 3215359"/>
                <a:gd name="connsiteX912" fmla="*/ 596785 w 2057605"/>
                <a:gd name="connsiteY912" fmla="*/ 2345857 h 3215359"/>
                <a:gd name="connsiteX913" fmla="*/ 599230 w 2057605"/>
                <a:gd name="connsiteY913" fmla="*/ 2345857 h 3215359"/>
                <a:gd name="connsiteX914" fmla="*/ 599230 w 2057605"/>
                <a:gd name="connsiteY914" fmla="*/ 2351180 h 3215359"/>
                <a:gd name="connsiteX915" fmla="*/ 599230 w 2057605"/>
                <a:gd name="connsiteY915" fmla="*/ 2353625 h 3215359"/>
                <a:gd name="connsiteX916" fmla="*/ 599230 w 2057605"/>
                <a:gd name="connsiteY916" fmla="*/ 2356070 h 3215359"/>
                <a:gd name="connsiteX917" fmla="*/ 599230 w 2057605"/>
                <a:gd name="connsiteY917" fmla="*/ 2358659 h 3215359"/>
                <a:gd name="connsiteX918" fmla="*/ 596785 w 2057605"/>
                <a:gd name="connsiteY918" fmla="*/ 2358659 h 3215359"/>
                <a:gd name="connsiteX919" fmla="*/ 594052 w 2057605"/>
                <a:gd name="connsiteY919" fmla="*/ 2358659 h 3215359"/>
                <a:gd name="connsiteX920" fmla="*/ 594052 w 2057605"/>
                <a:gd name="connsiteY920" fmla="*/ 2356070 h 3215359"/>
                <a:gd name="connsiteX921" fmla="*/ 591463 w 2057605"/>
                <a:gd name="connsiteY921" fmla="*/ 2353625 h 3215359"/>
                <a:gd name="connsiteX922" fmla="*/ 594052 w 2057605"/>
                <a:gd name="connsiteY922" fmla="*/ 2351180 h 3215359"/>
                <a:gd name="connsiteX923" fmla="*/ 594052 w 2057605"/>
                <a:gd name="connsiteY923" fmla="*/ 2348447 h 3215359"/>
                <a:gd name="connsiteX924" fmla="*/ 591463 w 2057605"/>
                <a:gd name="connsiteY924" fmla="*/ 2340967 h 3215359"/>
                <a:gd name="connsiteX925" fmla="*/ 594052 w 2057605"/>
                <a:gd name="connsiteY925" fmla="*/ 2340967 h 3215359"/>
                <a:gd name="connsiteX926" fmla="*/ 594052 w 2057605"/>
                <a:gd name="connsiteY926" fmla="*/ 2318096 h 3215359"/>
                <a:gd name="connsiteX927" fmla="*/ 596785 w 2057605"/>
                <a:gd name="connsiteY927" fmla="*/ 2318096 h 3215359"/>
                <a:gd name="connsiteX928" fmla="*/ 596785 w 2057605"/>
                <a:gd name="connsiteY928" fmla="*/ 2320541 h 3215359"/>
                <a:gd name="connsiteX929" fmla="*/ 594052 w 2057605"/>
                <a:gd name="connsiteY929" fmla="*/ 2320541 h 3215359"/>
                <a:gd name="connsiteX930" fmla="*/ 594052 w 2057605"/>
                <a:gd name="connsiteY930" fmla="*/ 2307884 h 3215359"/>
                <a:gd name="connsiteX931" fmla="*/ 596785 w 2057605"/>
                <a:gd name="connsiteY931" fmla="*/ 2310329 h 3215359"/>
                <a:gd name="connsiteX932" fmla="*/ 596785 w 2057605"/>
                <a:gd name="connsiteY932" fmla="*/ 2312775 h 3215359"/>
                <a:gd name="connsiteX933" fmla="*/ 596785 w 2057605"/>
                <a:gd name="connsiteY933" fmla="*/ 2317953 h 3215359"/>
                <a:gd name="connsiteX934" fmla="*/ 594052 w 2057605"/>
                <a:gd name="connsiteY934" fmla="*/ 2310329 h 3215359"/>
                <a:gd name="connsiteX935" fmla="*/ 586572 w 2057605"/>
                <a:gd name="connsiteY935" fmla="*/ 2284726 h 3215359"/>
                <a:gd name="connsiteX936" fmla="*/ 589017 w 2057605"/>
                <a:gd name="connsiteY936" fmla="*/ 2287459 h 3215359"/>
                <a:gd name="connsiteX937" fmla="*/ 589017 w 2057605"/>
                <a:gd name="connsiteY937" fmla="*/ 2289904 h 3215359"/>
                <a:gd name="connsiteX938" fmla="*/ 589017 w 2057605"/>
                <a:gd name="connsiteY938" fmla="*/ 2292349 h 3215359"/>
                <a:gd name="connsiteX939" fmla="*/ 589017 w 2057605"/>
                <a:gd name="connsiteY939" fmla="*/ 2294939 h 3215359"/>
                <a:gd name="connsiteX940" fmla="*/ 586572 w 2057605"/>
                <a:gd name="connsiteY940" fmla="*/ 2300117 h 3215359"/>
                <a:gd name="connsiteX941" fmla="*/ 583839 w 2057605"/>
                <a:gd name="connsiteY941" fmla="*/ 2300117 h 3215359"/>
                <a:gd name="connsiteX942" fmla="*/ 583839 w 2057605"/>
                <a:gd name="connsiteY942" fmla="*/ 2302562 h 3215359"/>
                <a:gd name="connsiteX943" fmla="*/ 586572 w 2057605"/>
                <a:gd name="connsiteY943" fmla="*/ 2307884 h 3215359"/>
                <a:gd name="connsiteX944" fmla="*/ 583839 w 2057605"/>
                <a:gd name="connsiteY944" fmla="*/ 2307884 h 3215359"/>
                <a:gd name="connsiteX945" fmla="*/ 581250 w 2057605"/>
                <a:gd name="connsiteY945" fmla="*/ 2302562 h 3215359"/>
                <a:gd name="connsiteX946" fmla="*/ 581250 w 2057605"/>
                <a:gd name="connsiteY946" fmla="*/ 2300117 h 3215359"/>
                <a:gd name="connsiteX947" fmla="*/ 581250 w 2057605"/>
                <a:gd name="connsiteY947" fmla="*/ 2297672 h 3215359"/>
                <a:gd name="connsiteX948" fmla="*/ 581250 w 2057605"/>
                <a:gd name="connsiteY948" fmla="*/ 2292349 h 3215359"/>
                <a:gd name="connsiteX949" fmla="*/ 583839 w 2057605"/>
                <a:gd name="connsiteY949" fmla="*/ 2292349 h 3215359"/>
                <a:gd name="connsiteX950" fmla="*/ 586572 w 2057605"/>
                <a:gd name="connsiteY950" fmla="*/ 2289904 h 3215359"/>
                <a:gd name="connsiteX951" fmla="*/ 586572 w 2057605"/>
                <a:gd name="connsiteY951" fmla="*/ 2287459 h 3215359"/>
                <a:gd name="connsiteX952" fmla="*/ 571038 w 2057605"/>
                <a:gd name="connsiteY952" fmla="*/ 2284726 h 3215359"/>
                <a:gd name="connsiteX953" fmla="*/ 573627 w 2057605"/>
                <a:gd name="connsiteY953" fmla="*/ 2284726 h 3215359"/>
                <a:gd name="connsiteX954" fmla="*/ 576360 w 2057605"/>
                <a:gd name="connsiteY954" fmla="*/ 2284726 h 3215359"/>
                <a:gd name="connsiteX955" fmla="*/ 576360 w 2057605"/>
                <a:gd name="connsiteY955" fmla="*/ 2287459 h 3215359"/>
                <a:gd name="connsiteX956" fmla="*/ 578805 w 2057605"/>
                <a:gd name="connsiteY956" fmla="*/ 2289904 h 3215359"/>
                <a:gd name="connsiteX957" fmla="*/ 576360 w 2057605"/>
                <a:gd name="connsiteY957" fmla="*/ 2289904 h 3215359"/>
                <a:gd name="connsiteX958" fmla="*/ 573627 w 2057605"/>
                <a:gd name="connsiteY958" fmla="*/ 2289904 h 3215359"/>
                <a:gd name="connsiteX959" fmla="*/ 573627 w 2057605"/>
                <a:gd name="connsiteY959" fmla="*/ 2287459 h 3215359"/>
                <a:gd name="connsiteX960" fmla="*/ 1147397 w 2057605"/>
                <a:gd name="connsiteY960" fmla="*/ 2279691 h 3215359"/>
                <a:gd name="connsiteX961" fmla="*/ 1149842 w 2057605"/>
                <a:gd name="connsiteY961" fmla="*/ 2282136 h 3215359"/>
                <a:gd name="connsiteX962" fmla="*/ 1149842 w 2057605"/>
                <a:gd name="connsiteY962" fmla="*/ 2284725 h 3215359"/>
                <a:gd name="connsiteX963" fmla="*/ 1144952 w 2057605"/>
                <a:gd name="connsiteY963" fmla="*/ 2287458 h 3215359"/>
                <a:gd name="connsiteX964" fmla="*/ 1142219 w 2057605"/>
                <a:gd name="connsiteY964" fmla="*/ 2287458 h 3215359"/>
                <a:gd name="connsiteX965" fmla="*/ 1142219 w 2057605"/>
                <a:gd name="connsiteY965" fmla="*/ 2284725 h 3215359"/>
                <a:gd name="connsiteX966" fmla="*/ 1144952 w 2057605"/>
                <a:gd name="connsiteY966" fmla="*/ 2284725 h 3215359"/>
                <a:gd name="connsiteX967" fmla="*/ 1144952 w 2057605"/>
                <a:gd name="connsiteY967" fmla="*/ 2282136 h 3215359"/>
                <a:gd name="connsiteX968" fmla="*/ 1147397 w 2057605"/>
                <a:gd name="connsiteY968" fmla="*/ 2282136 h 3215359"/>
                <a:gd name="connsiteX969" fmla="*/ 576360 w 2057605"/>
                <a:gd name="connsiteY969" fmla="*/ 2274513 h 3215359"/>
                <a:gd name="connsiteX970" fmla="*/ 578805 w 2057605"/>
                <a:gd name="connsiteY970" fmla="*/ 2277246 h 3215359"/>
                <a:gd name="connsiteX971" fmla="*/ 576360 w 2057605"/>
                <a:gd name="connsiteY971" fmla="*/ 2279691 h 3215359"/>
                <a:gd name="connsiteX972" fmla="*/ 563414 w 2057605"/>
                <a:gd name="connsiteY972" fmla="*/ 2271924 h 3215359"/>
                <a:gd name="connsiteX973" fmla="*/ 566147 w 2057605"/>
                <a:gd name="connsiteY973" fmla="*/ 2274513 h 3215359"/>
                <a:gd name="connsiteX974" fmla="*/ 566147 w 2057605"/>
                <a:gd name="connsiteY974" fmla="*/ 2277246 h 3215359"/>
                <a:gd name="connsiteX975" fmla="*/ 568592 w 2057605"/>
                <a:gd name="connsiteY975" fmla="*/ 2271924 h 3215359"/>
                <a:gd name="connsiteX976" fmla="*/ 571037 w 2057605"/>
                <a:gd name="connsiteY976" fmla="*/ 2271924 h 3215359"/>
                <a:gd name="connsiteX977" fmla="*/ 571037 w 2057605"/>
                <a:gd name="connsiteY977" fmla="*/ 2274513 h 3215359"/>
                <a:gd name="connsiteX978" fmla="*/ 571037 w 2057605"/>
                <a:gd name="connsiteY978" fmla="*/ 2277246 h 3215359"/>
                <a:gd name="connsiteX979" fmla="*/ 571037 w 2057605"/>
                <a:gd name="connsiteY979" fmla="*/ 2279691 h 3215359"/>
                <a:gd name="connsiteX980" fmla="*/ 568592 w 2057605"/>
                <a:gd name="connsiteY980" fmla="*/ 2284726 h 3215359"/>
                <a:gd name="connsiteX981" fmla="*/ 566147 w 2057605"/>
                <a:gd name="connsiteY981" fmla="*/ 2284726 h 3215359"/>
                <a:gd name="connsiteX982" fmla="*/ 566147 w 2057605"/>
                <a:gd name="connsiteY982" fmla="*/ 2287459 h 3215359"/>
                <a:gd name="connsiteX983" fmla="*/ 560825 w 2057605"/>
                <a:gd name="connsiteY983" fmla="*/ 2279691 h 3215359"/>
                <a:gd name="connsiteX984" fmla="*/ 581250 w 2057605"/>
                <a:gd name="connsiteY984" fmla="*/ 2267034 h 3215359"/>
                <a:gd name="connsiteX985" fmla="*/ 583839 w 2057605"/>
                <a:gd name="connsiteY985" fmla="*/ 2267034 h 3215359"/>
                <a:gd name="connsiteX986" fmla="*/ 586572 w 2057605"/>
                <a:gd name="connsiteY986" fmla="*/ 2269479 h 3215359"/>
                <a:gd name="connsiteX987" fmla="*/ 589017 w 2057605"/>
                <a:gd name="connsiteY987" fmla="*/ 2271924 h 3215359"/>
                <a:gd name="connsiteX988" fmla="*/ 589017 w 2057605"/>
                <a:gd name="connsiteY988" fmla="*/ 2277247 h 3215359"/>
                <a:gd name="connsiteX989" fmla="*/ 589017 w 2057605"/>
                <a:gd name="connsiteY989" fmla="*/ 2282137 h 3215359"/>
                <a:gd name="connsiteX990" fmla="*/ 586572 w 2057605"/>
                <a:gd name="connsiteY990" fmla="*/ 2282137 h 3215359"/>
                <a:gd name="connsiteX991" fmla="*/ 586572 w 2057605"/>
                <a:gd name="connsiteY991" fmla="*/ 2279692 h 3215359"/>
                <a:gd name="connsiteX992" fmla="*/ 583839 w 2057605"/>
                <a:gd name="connsiteY992" fmla="*/ 2282137 h 3215359"/>
                <a:gd name="connsiteX993" fmla="*/ 581250 w 2057605"/>
                <a:gd name="connsiteY993" fmla="*/ 2282137 h 3215359"/>
                <a:gd name="connsiteX994" fmla="*/ 581250 w 2057605"/>
                <a:gd name="connsiteY994" fmla="*/ 2284726 h 3215359"/>
                <a:gd name="connsiteX995" fmla="*/ 581250 w 2057605"/>
                <a:gd name="connsiteY995" fmla="*/ 2287459 h 3215359"/>
                <a:gd name="connsiteX996" fmla="*/ 581250 w 2057605"/>
                <a:gd name="connsiteY996" fmla="*/ 2292349 h 3215359"/>
                <a:gd name="connsiteX997" fmla="*/ 578805 w 2057605"/>
                <a:gd name="connsiteY997" fmla="*/ 2289904 h 3215359"/>
                <a:gd name="connsiteX998" fmla="*/ 578805 w 2057605"/>
                <a:gd name="connsiteY998" fmla="*/ 2282137 h 3215359"/>
                <a:gd name="connsiteX999" fmla="*/ 578805 w 2057605"/>
                <a:gd name="connsiteY999" fmla="*/ 2279692 h 3215359"/>
                <a:gd name="connsiteX1000" fmla="*/ 581250 w 2057605"/>
                <a:gd name="connsiteY1000" fmla="*/ 2279692 h 3215359"/>
                <a:gd name="connsiteX1001" fmla="*/ 578805 w 2057605"/>
                <a:gd name="connsiteY1001" fmla="*/ 2277247 h 3215359"/>
                <a:gd name="connsiteX1002" fmla="*/ 1012190 w 2057605"/>
                <a:gd name="connsiteY1002" fmla="*/ 2249054 h 3215359"/>
                <a:gd name="connsiteX1003" fmla="*/ 1012190 w 2057605"/>
                <a:gd name="connsiteY1003" fmla="*/ 2251499 h 3215359"/>
                <a:gd name="connsiteX1004" fmla="*/ 1012190 w 2057605"/>
                <a:gd name="connsiteY1004" fmla="*/ 2254088 h 3215359"/>
                <a:gd name="connsiteX1005" fmla="*/ 1012190 w 2057605"/>
                <a:gd name="connsiteY1005" fmla="*/ 2256821 h 3215359"/>
                <a:gd name="connsiteX1006" fmla="*/ 1012190 w 2057605"/>
                <a:gd name="connsiteY1006" fmla="*/ 2259267 h 3215359"/>
                <a:gd name="connsiteX1007" fmla="*/ 1012190 w 2057605"/>
                <a:gd name="connsiteY1007" fmla="*/ 2261712 h 3215359"/>
                <a:gd name="connsiteX1008" fmla="*/ 1009745 w 2057605"/>
                <a:gd name="connsiteY1008" fmla="*/ 2261712 h 3215359"/>
                <a:gd name="connsiteX1009" fmla="*/ 1007012 w 2057605"/>
                <a:gd name="connsiteY1009" fmla="*/ 2256821 h 3215359"/>
                <a:gd name="connsiteX1010" fmla="*/ 1007012 w 2057605"/>
                <a:gd name="connsiteY1010" fmla="*/ 2254088 h 3215359"/>
                <a:gd name="connsiteX1011" fmla="*/ 1134740 w 2057605"/>
                <a:gd name="connsiteY1011" fmla="*/ 2228629 h 3215359"/>
                <a:gd name="connsiteX1012" fmla="*/ 1134740 w 2057605"/>
                <a:gd name="connsiteY1012" fmla="*/ 2231074 h 3215359"/>
                <a:gd name="connsiteX1013" fmla="*/ 1134740 w 2057605"/>
                <a:gd name="connsiteY1013" fmla="*/ 2233663 h 3215359"/>
                <a:gd name="connsiteX1014" fmla="*/ 1137185 w 2057605"/>
                <a:gd name="connsiteY1014" fmla="*/ 2231074 h 3215359"/>
                <a:gd name="connsiteX1015" fmla="*/ 1137185 w 2057605"/>
                <a:gd name="connsiteY1015" fmla="*/ 2233663 h 3215359"/>
                <a:gd name="connsiteX1016" fmla="*/ 1132007 w 2057605"/>
                <a:gd name="connsiteY1016" fmla="*/ 2236396 h 3215359"/>
                <a:gd name="connsiteX1017" fmla="*/ 1129562 w 2057605"/>
                <a:gd name="connsiteY1017" fmla="*/ 2236396 h 3215359"/>
                <a:gd name="connsiteX1018" fmla="*/ 1129562 w 2057605"/>
                <a:gd name="connsiteY1018" fmla="*/ 2233663 h 3215359"/>
                <a:gd name="connsiteX1019" fmla="*/ 1152432 w 2057605"/>
                <a:gd name="connsiteY1019" fmla="*/ 2226184 h 3215359"/>
                <a:gd name="connsiteX1020" fmla="*/ 1154877 w 2057605"/>
                <a:gd name="connsiteY1020" fmla="*/ 2226184 h 3215359"/>
                <a:gd name="connsiteX1021" fmla="*/ 1152432 w 2057605"/>
                <a:gd name="connsiteY1021" fmla="*/ 2228629 h 3215359"/>
                <a:gd name="connsiteX1022" fmla="*/ 583839 w 2057605"/>
                <a:gd name="connsiteY1022" fmla="*/ 2226184 h 3215359"/>
                <a:gd name="connsiteX1023" fmla="*/ 586572 w 2057605"/>
                <a:gd name="connsiteY1023" fmla="*/ 2226184 h 3215359"/>
                <a:gd name="connsiteX1024" fmla="*/ 589017 w 2057605"/>
                <a:gd name="connsiteY1024" fmla="*/ 2226184 h 3215359"/>
                <a:gd name="connsiteX1025" fmla="*/ 591462 w 2057605"/>
                <a:gd name="connsiteY1025" fmla="*/ 2226184 h 3215359"/>
                <a:gd name="connsiteX1026" fmla="*/ 591462 w 2057605"/>
                <a:gd name="connsiteY1026" fmla="*/ 2228629 h 3215359"/>
                <a:gd name="connsiteX1027" fmla="*/ 589017 w 2057605"/>
                <a:gd name="connsiteY1027" fmla="*/ 2228629 h 3215359"/>
                <a:gd name="connsiteX1028" fmla="*/ 589017 w 2057605"/>
                <a:gd name="connsiteY1028" fmla="*/ 2233664 h 3215359"/>
                <a:gd name="connsiteX1029" fmla="*/ 586572 w 2057605"/>
                <a:gd name="connsiteY1029" fmla="*/ 2236396 h 3215359"/>
                <a:gd name="connsiteX1030" fmla="*/ 583839 w 2057605"/>
                <a:gd name="connsiteY1030" fmla="*/ 2236396 h 3215359"/>
                <a:gd name="connsiteX1031" fmla="*/ 581250 w 2057605"/>
                <a:gd name="connsiteY1031" fmla="*/ 2233664 h 3215359"/>
                <a:gd name="connsiteX1032" fmla="*/ 581250 w 2057605"/>
                <a:gd name="connsiteY1032" fmla="*/ 2231074 h 3215359"/>
                <a:gd name="connsiteX1033" fmla="*/ 583839 w 2057605"/>
                <a:gd name="connsiteY1033" fmla="*/ 2228629 h 3215359"/>
                <a:gd name="connsiteX1034" fmla="*/ 497105 w 2057605"/>
                <a:gd name="connsiteY1034" fmla="*/ 2226184 h 3215359"/>
                <a:gd name="connsiteX1035" fmla="*/ 497105 w 2057605"/>
                <a:gd name="connsiteY1035" fmla="*/ 2228629 h 3215359"/>
                <a:gd name="connsiteX1036" fmla="*/ 499694 w 2057605"/>
                <a:gd name="connsiteY1036" fmla="*/ 2231218 h 3215359"/>
                <a:gd name="connsiteX1037" fmla="*/ 499694 w 2057605"/>
                <a:gd name="connsiteY1037" fmla="*/ 2228629 h 3215359"/>
                <a:gd name="connsiteX1038" fmla="*/ 1129562 w 2057605"/>
                <a:gd name="connsiteY1038" fmla="*/ 2223738 h 3215359"/>
                <a:gd name="connsiteX1039" fmla="*/ 1132007 w 2057605"/>
                <a:gd name="connsiteY1039" fmla="*/ 2223738 h 3215359"/>
                <a:gd name="connsiteX1040" fmla="*/ 1129562 w 2057605"/>
                <a:gd name="connsiteY1040" fmla="*/ 2226183 h 3215359"/>
                <a:gd name="connsiteX1041" fmla="*/ 423172 w 2057605"/>
                <a:gd name="connsiteY1041" fmla="*/ 2223738 h 3215359"/>
                <a:gd name="connsiteX1042" fmla="*/ 423172 w 2057605"/>
                <a:gd name="connsiteY1042" fmla="*/ 2226183 h 3215359"/>
                <a:gd name="connsiteX1043" fmla="*/ 423172 w 2057605"/>
                <a:gd name="connsiteY1043" fmla="*/ 2228628 h 3215359"/>
                <a:gd name="connsiteX1044" fmla="*/ 420727 w 2057605"/>
                <a:gd name="connsiteY1044" fmla="*/ 2226183 h 3215359"/>
                <a:gd name="connsiteX1045" fmla="*/ 537955 w 2057605"/>
                <a:gd name="connsiteY1045" fmla="*/ 2218416 h 3215359"/>
                <a:gd name="connsiteX1046" fmla="*/ 540400 w 2057605"/>
                <a:gd name="connsiteY1046" fmla="*/ 2220861 h 3215359"/>
                <a:gd name="connsiteX1047" fmla="*/ 543133 w 2057605"/>
                <a:gd name="connsiteY1047" fmla="*/ 2220861 h 3215359"/>
                <a:gd name="connsiteX1048" fmla="*/ 543133 w 2057605"/>
                <a:gd name="connsiteY1048" fmla="*/ 2218416 h 3215359"/>
                <a:gd name="connsiteX1049" fmla="*/ 545722 w 2057605"/>
                <a:gd name="connsiteY1049" fmla="*/ 2220861 h 3215359"/>
                <a:gd name="connsiteX1050" fmla="*/ 548167 w 2057605"/>
                <a:gd name="connsiteY1050" fmla="*/ 2220861 h 3215359"/>
                <a:gd name="connsiteX1051" fmla="*/ 550613 w 2057605"/>
                <a:gd name="connsiteY1051" fmla="*/ 2223738 h 3215359"/>
                <a:gd name="connsiteX1052" fmla="*/ 550613 w 2057605"/>
                <a:gd name="connsiteY1052" fmla="*/ 2226183 h 3215359"/>
                <a:gd name="connsiteX1053" fmla="*/ 550613 w 2057605"/>
                <a:gd name="connsiteY1053" fmla="*/ 2228629 h 3215359"/>
                <a:gd name="connsiteX1054" fmla="*/ 550613 w 2057605"/>
                <a:gd name="connsiteY1054" fmla="*/ 2233663 h 3215359"/>
                <a:gd name="connsiteX1055" fmla="*/ 548167 w 2057605"/>
                <a:gd name="connsiteY1055" fmla="*/ 2233663 h 3215359"/>
                <a:gd name="connsiteX1056" fmla="*/ 545722 w 2057605"/>
                <a:gd name="connsiteY1056" fmla="*/ 2233663 h 3215359"/>
                <a:gd name="connsiteX1057" fmla="*/ 548167 w 2057605"/>
                <a:gd name="connsiteY1057" fmla="*/ 2236396 h 3215359"/>
                <a:gd name="connsiteX1058" fmla="*/ 545722 w 2057605"/>
                <a:gd name="connsiteY1058" fmla="*/ 2236396 h 3215359"/>
                <a:gd name="connsiteX1059" fmla="*/ 543133 w 2057605"/>
                <a:gd name="connsiteY1059" fmla="*/ 2233663 h 3215359"/>
                <a:gd name="connsiteX1060" fmla="*/ 543133 w 2057605"/>
                <a:gd name="connsiteY1060" fmla="*/ 2231074 h 3215359"/>
                <a:gd name="connsiteX1061" fmla="*/ 540400 w 2057605"/>
                <a:gd name="connsiteY1061" fmla="*/ 2228629 h 3215359"/>
                <a:gd name="connsiteX1062" fmla="*/ 545722 w 2057605"/>
                <a:gd name="connsiteY1062" fmla="*/ 2231074 h 3215359"/>
                <a:gd name="connsiteX1063" fmla="*/ 543133 w 2057605"/>
                <a:gd name="connsiteY1063" fmla="*/ 2226183 h 3215359"/>
                <a:gd name="connsiteX1064" fmla="*/ 537955 w 2057605"/>
                <a:gd name="connsiteY1064" fmla="*/ 2223738 h 3215359"/>
                <a:gd name="connsiteX1065" fmla="*/ 1061095 w 2057605"/>
                <a:gd name="connsiteY1065" fmla="*/ 2216259 h 3215359"/>
                <a:gd name="connsiteX1066" fmla="*/ 1061095 w 2057605"/>
                <a:gd name="connsiteY1066" fmla="*/ 2218704 h 3215359"/>
                <a:gd name="connsiteX1067" fmla="*/ 1065985 w 2057605"/>
                <a:gd name="connsiteY1067" fmla="*/ 2218704 h 3215359"/>
                <a:gd name="connsiteX1068" fmla="*/ 1063540 w 2057605"/>
                <a:gd name="connsiteY1068" fmla="*/ 2216259 h 3215359"/>
                <a:gd name="connsiteX1069" fmla="*/ 762343 w 2057605"/>
                <a:gd name="connsiteY1069" fmla="*/ 2215971 h 3215359"/>
                <a:gd name="connsiteX1070" fmla="*/ 762343 w 2057605"/>
                <a:gd name="connsiteY1070" fmla="*/ 2220862 h 3215359"/>
                <a:gd name="connsiteX1071" fmla="*/ 759754 w 2057605"/>
                <a:gd name="connsiteY1071" fmla="*/ 2223738 h 3215359"/>
                <a:gd name="connsiteX1072" fmla="*/ 762343 w 2057605"/>
                <a:gd name="connsiteY1072" fmla="*/ 2226184 h 3215359"/>
                <a:gd name="connsiteX1073" fmla="*/ 759754 w 2057605"/>
                <a:gd name="connsiteY1073" fmla="*/ 2226184 h 3215359"/>
                <a:gd name="connsiteX1074" fmla="*/ 757308 w 2057605"/>
                <a:gd name="connsiteY1074" fmla="*/ 2231074 h 3215359"/>
                <a:gd name="connsiteX1075" fmla="*/ 754863 w 2057605"/>
                <a:gd name="connsiteY1075" fmla="*/ 2228629 h 3215359"/>
                <a:gd name="connsiteX1076" fmla="*/ 754863 w 2057605"/>
                <a:gd name="connsiteY1076" fmla="*/ 2223738 h 3215359"/>
                <a:gd name="connsiteX1077" fmla="*/ 754863 w 2057605"/>
                <a:gd name="connsiteY1077" fmla="*/ 2220862 h 3215359"/>
                <a:gd name="connsiteX1078" fmla="*/ 757308 w 2057605"/>
                <a:gd name="connsiteY1078" fmla="*/ 2223738 h 3215359"/>
                <a:gd name="connsiteX1079" fmla="*/ 759754 w 2057605"/>
                <a:gd name="connsiteY1079" fmla="*/ 2220862 h 3215359"/>
                <a:gd name="connsiteX1080" fmla="*/ 759754 w 2057605"/>
                <a:gd name="connsiteY1080" fmla="*/ 2218416 h 3215359"/>
                <a:gd name="connsiteX1081" fmla="*/ 527023 w 2057605"/>
                <a:gd name="connsiteY1081" fmla="*/ 2214389 h 3215359"/>
                <a:gd name="connsiteX1082" fmla="*/ 527742 w 2057605"/>
                <a:gd name="connsiteY1082" fmla="*/ 2214677 h 3215359"/>
                <a:gd name="connsiteX1083" fmla="*/ 527742 w 2057605"/>
                <a:gd name="connsiteY1083" fmla="*/ 2215971 h 3215359"/>
                <a:gd name="connsiteX1084" fmla="*/ 961128 w 2057605"/>
                <a:gd name="connsiteY1084" fmla="*/ 2213526 h 3215359"/>
                <a:gd name="connsiteX1085" fmla="*/ 963717 w 2057605"/>
                <a:gd name="connsiteY1085" fmla="*/ 2213526 h 3215359"/>
                <a:gd name="connsiteX1086" fmla="*/ 963717 w 2057605"/>
                <a:gd name="connsiteY1086" fmla="*/ 2215971 h 3215359"/>
                <a:gd name="connsiteX1087" fmla="*/ 963717 w 2057605"/>
                <a:gd name="connsiteY1087" fmla="*/ 2218416 h 3215359"/>
                <a:gd name="connsiteX1088" fmla="*/ 963717 w 2057605"/>
                <a:gd name="connsiteY1088" fmla="*/ 2220862 h 3215359"/>
                <a:gd name="connsiteX1089" fmla="*/ 961128 w 2057605"/>
                <a:gd name="connsiteY1089" fmla="*/ 2223739 h 3215359"/>
                <a:gd name="connsiteX1090" fmla="*/ 958682 w 2057605"/>
                <a:gd name="connsiteY1090" fmla="*/ 2220862 h 3215359"/>
                <a:gd name="connsiteX1091" fmla="*/ 956237 w 2057605"/>
                <a:gd name="connsiteY1091" fmla="*/ 2218416 h 3215359"/>
                <a:gd name="connsiteX1092" fmla="*/ 958682 w 2057605"/>
                <a:gd name="connsiteY1092" fmla="*/ 2218416 h 3215359"/>
                <a:gd name="connsiteX1093" fmla="*/ 460282 w 2057605"/>
                <a:gd name="connsiteY1093" fmla="*/ 2212088 h 3215359"/>
                <a:gd name="connsiteX1094" fmla="*/ 458988 w 2057605"/>
                <a:gd name="connsiteY1094" fmla="*/ 2215971 h 3215359"/>
                <a:gd name="connsiteX1095" fmla="*/ 456255 w 2057605"/>
                <a:gd name="connsiteY1095" fmla="*/ 2215971 h 3215359"/>
                <a:gd name="connsiteX1096" fmla="*/ 453810 w 2057605"/>
                <a:gd name="connsiteY1096" fmla="*/ 2218417 h 3215359"/>
                <a:gd name="connsiteX1097" fmla="*/ 448919 w 2057605"/>
                <a:gd name="connsiteY1097" fmla="*/ 2218417 h 3215359"/>
                <a:gd name="connsiteX1098" fmla="*/ 448919 w 2057605"/>
                <a:gd name="connsiteY1098" fmla="*/ 2215971 h 3215359"/>
                <a:gd name="connsiteX1099" fmla="*/ 451364 w 2057605"/>
                <a:gd name="connsiteY1099" fmla="*/ 2215971 h 3215359"/>
                <a:gd name="connsiteX1100" fmla="*/ 453810 w 2057605"/>
                <a:gd name="connsiteY1100" fmla="*/ 2215971 h 3215359"/>
                <a:gd name="connsiteX1101" fmla="*/ 456255 w 2057605"/>
                <a:gd name="connsiteY1101" fmla="*/ 2213526 h 3215359"/>
                <a:gd name="connsiteX1102" fmla="*/ 458988 w 2057605"/>
                <a:gd name="connsiteY1102" fmla="*/ 2213526 h 3215359"/>
                <a:gd name="connsiteX1103" fmla="*/ 601675 w 2057605"/>
                <a:gd name="connsiteY1103" fmla="*/ 2210793 h 3215359"/>
                <a:gd name="connsiteX1104" fmla="*/ 604121 w 2057605"/>
                <a:gd name="connsiteY1104" fmla="*/ 2210793 h 3215359"/>
                <a:gd name="connsiteX1105" fmla="*/ 604121 w 2057605"/>
                <a:gd name="connsiteY1105" fmla="*/ 2213526 h 3215359"/>
                <a:gd name="connsiteX1106" fmla="*/ 609443 w 2057605"/>
                <a:gd name="connsiteY1106" fmla="*/ 2215971 h 3215359"/>
                <a:gd name="connsiteX1107" fmla="*/ 604121 w 2057605"/>
                <a:gd name="connsiteY1107" fmla="*/ 2218416 h 3215359"/>
                <a:gd name="connsiteX1108" fmla="*/ 606997 w 2057605"/>
                <a:gd name="connsiteY1108" fmla="*/ 2218416 h 3215359"/>
                <a:gd name="connsiteX1109" fmla="*/ 606997 w 2057605"/>
                <a:gd name="connsiteY1109" fmla="*/ 2220862 h 3215359"/>
                <a:gd name="connsiteX1110" fmla="*/ 604121 w 2057605"/>
                <a:gd name="connsiteY1110" fmla="*/ 2220862 h 3215359"/>
                <a:gd name="connsiteX1111" fmla="*/ 601675 w 2057605"/>
                <a:gd name="connsiteY1111" fmla="*/ 2223739 h 3215359"/>
                <a:gd name="connsiteX1112" fmla="*/ 601675 w 2057605"/>
                <a:gd name="connsiteY1112" fmla="*/ 2226184 h 3215359"/>
                <a:gd name="connsiteX1113" fmla="*/ 599230 w 2057605"/>
                <a:gd name="connsiteY1113" fmla="*/ 2226184 h 3215359"/>
                <a:gd name="connsiteX1114" fmla="*/ 596785 w 2057605"/>
                <a:gd name="connsiteY1114" fmla="*/ 2226184 h 3215359"/>
                <a:gd name="connsiteX1115" fmla="*/ 596785 w 2057605"/>
                <a:gd name="connsiteY1115" fmla="*/ 2223739 h 3215359"/>
                <a:gd name="connsiteX1116" fmla="*/ 599230 w 2057605"/>
                <a:gd name="connsiteY1116" fmla="*/ 2220862 h 3215359"/>
                <a:gd name="connsiteX1117" fmla="*/ 599230 w 2057605"/>
                <a:gd name="connsiteY1117" fmla="*/ 2218416 h 3215359"/>
                <a:gd name="connsiteX1118" fmla="*/ 599230 w 2057605"/>
                <a:gd name="connsiteY1118" fmla="*/ 2213526 h 3215359"/>
                <a:gd name="connsiteX1119" fmla="*/ 601675 w 2057605"/>
                <a:gd name="connsiteY1119" fmla="*/ 2213526 h 3215359"/>
                <a:gd name="connsiteX1120" fmla="*/ 525297 w 2057605"/>
                <a:gd name="connsiteY1120" fmla="*/ 2210793 h 3215359"/>
                <a:gd name="connsiteX1121" fmla="*/ 527023 w 2057605"/>
                <a:gd name="connsiteY1121" fmla="*/ 2214389 h 3215359"/>
                <a:gd name="connsiteX1122" fmla="*/ 525297 w 2057605"/>
                <a:gd name="connsiteY1122" fmla="*/ 2213526 h 3215359"/>
                <a:gd name="connsiteX1123" fmla="*/ 741918 w 2057605"/>
                <a:gd name="connsiteY1123" fmla="*/ 2208204 h 3215359"/>
                <a:gd name="connsiteX1124" fmla="*/ 744651 w 2057605"/>
                <a:gd name="connsiteY1124" fmla="*/ 2208204 h 3215359"/>
                <a:gd name="connsiteX1125" fmla="*/ 744651 w 2057605"/>
                <a:gd name="connsiteY1125" fmla="*/ 2210649 h 3215359"/>
                <a:gd name="connsiteX1126" fmla="*/ 741918 w 2057605"/>
                <a:gd name="connsiteY1126" fmla="*/ 2210649 h 3215359"/>
                <a:gd name="connsiteX1127" fmla="*/ 461577 w 2057605"/>
                <a:gd name="connsiteY1127" fmla="*/ 2208204 h 3215359"/>
                <a:gd name="connsiteX1128" fmla="*/ 464022 w 2057605"/>
                <a:gd name="connsiteY1128" fmla="*/ 2208204 h 3215359"/>
                <a:gd name="connsiteX1129" fmla="*/ 461577 w 2057605"/>
                <a:gd name="connsiteY1129" fmla="*/ 2210793 h 3215359"/>
                <a:gd name="connsiteX1130" fmla="*/ 460282 w 2057605"/>
                <a:gd name="connsiteY1130" fmla="*/ 2212088 h 3215359"/>
                <a:gd name="connsiteX1131" fmla="*/ 576360 w 2057605"/>
                <a:gd name="connsiteY1131" fmla="*/ 2200580 h 3215359"/>
                <a:gd name="connsiteX1132" fmla="*/ 578805 w 2057605"/>
                <a:gd name="connsiteY1132" fmla="*/ 2200580 h 3215359"/>
                <a:gd name="connsiteX1133" fmla="*/ 578805 w 2057605"/>
                <a:gd name="connsiteY1133" fmla="*/ 2205758 h 3215359"/>
                <a:gd name="connsiteX1134" fmla="*/ 576360 w 2057605"/>
                <a:gd name="connsiteY1134" fmla="*/ 2205758 h 3215359"/>
                <a:gd name="connsiteX1135" fmla="*/ 576360 w 2057605"/>
                <a:gd name="connsiteY1135" fmla="*/ 2203313 h 3215359"/>
                <a:gd name="connsiteX1136" fmla="*/ 525297 w 2057605"/>
                <a:gd name="connsiteY1136" fmla="*/ 2200580 h 3215359"/>
                <a:gd name="connsiteX1137" fmla="*/ 530188 w 2057605"/>
                <a:gd name="connsiteY1137" fmla="*/ 2203313 h 3215359"/>
                <a:gd name="connsiteX1138" fmla="*/ 527742 w 2057605"/>
                <a:gd name="connsiteY1138" fmla="*/ 2203313 h 3215359"/>
                <a:gd name="connsiteX1139" fmla="*/ 533064 w 2057605"/>
                <a:gd name="connsiteY1139" fmla="*/ 2208203 h 3215359"/>
                <a:gd name="connsiteX1140" fmla="*/ 533064 w 2057605"/>
                <a:gd name="connsiteY1140" fmla="*/ 2210792 h 3215359"/>
                <a:gd name="connsiteX1141" fmla="*/ 533064 w 2057605"/>
                <a:gd name="connsiteY1141" fmla="*/ 2213525 h 3215359"/>
                <a:gd name="connsiteX1142" fmla="*/ 533064 w 2057605"/>
                <a:gd name="connsiteY1142" fmla="*/ 2215971 h 3215359"/>
                <a:gd name="connsiteX1143" fmla="*/ 530188 w 2057605"/>
                <a:gd name="connsiteY1143" fmla="*/ 2215971 h 3215359"/>
                <a:gd name="connsiteX1144" fmla="*/ 527742 w 2057605"/>
                <a:gd name="connsiteY1144" fmla="*/ 2214676 h 3215359"/>
                <a:gd name="connsiteX1145" fmla="*/ 527742 w 2057605"/>
                <a:gd name="connsiteY1145" fmla="*/ 2213525 h 3215359"/>
                <a:gd name="connsiteX1146" fmla="*/ 525297 w 2057605"/>
                <a:gd name="connsiteY1146" fmla="*/ 2208203 h 3215359"/>
                <a:gd name="connsiteX1147" fmla="*/ 522852 w 2057605"/>
                <a:gd name="connsiteY1147" fmla="*/ 2205758 h 3215359"/>
                <a:gd name="connsiteX1148" fmla="*/ 525297 w 2057605"/>
                <a:gd name="connsiteY1148" fmla="*/ 2205758 h 3215359"/>
                <a:gd name="connsiteX1149" fmla="*/ 527742 w 2057605"/>
                <a:gd name="connsiteY1149" fmla="*/ 2208203 h 3215359"/>
                <a:gd name="connsiteX1150" fmla="*/ 527742 w 2057605"/>
                <a:gd name="connsiteY1150" fmla="*/ 2205758 h 3215359"/>
                <a:gd name="connsiteX1151" fmla="*/ 1060807 w 2057605"/>
                <a:gd name="connsiteY1151" fmla="*/ 2190368 h 3215359"/>
                <a:gd name="connsiteX1152" fmla="*/ 1063252 w 2057605"/>
                <a:gd name="connsiteY1152" fmla="*/ 2190368 h 3215359"/>
                <a:gd name="connsiteX1153" fmla="*/ 1063252 w 2057605"/>
                <a:gd name="connsiteY1153" fmla="*/ 2193101 h 3215359"/>
                <a:gd name="connsiteX1154" fmla="*/ 509907 w 2057605"/>
                <a:gd name="connsiteY1154" fmla="*/ 2190368 h 3215359"/>
                <a:gd name="connsiteX1155" fmla="*/ 509907 w 2057605"/>
                <a:gd name="connsiteY1155" fmla="*/ 2195546 h 3215359"/>
                <a:gd name="connsiteX1156" fmla="*/ 507318 w 2057605"/>
                <a:gd name="connsiteY1156" fmla="*/ 2197991 h 3215359"/>
                <a:gd name="connsiteX1157" fmla="*/ 504872 w 2057605"/>
                <a:gd name="connsiteY1157" fmla="*/ 2197991 h 3215359"/>
                <a:gd name="connsiteX1158" fmla="*/ 502427 w 2057605"/>
                <a:gd name="connsiteY1158" fmla="*/ 2195546 h 3215359"/>
                <a:gd name="connsiteX1159" fmla="*/ 334136 w 2057605"/>
                <a:gd name="connsiteY1159" fmla="*/ 2190368 h 3215359"/>
                <a:gd name="connsiteX1160" fmla="*/ 341616 w 2057605"/>
                <a:gd name="connsiteY1160" fmla="*/ 2190368 h 3215359"/>
                <a:gd name="connsiteX1161" fmla="*/ 344349 w 2057605"/>
                <a:gd name="connsiteY1161" fmla="*/ 2190368 h 3215359"/>
                <a:gd name="connsiteX1162" fmla="*/ 346794 w 2057605"/>
                <a:gd name="connsiteY1162" fmla="*/ 2190368 h 3215359"/>
                <a:gd name="connsiteX1163" fmla="*/ 349239 w 2057605"/>
                <a:gd name="connsiteY1163" fmla="*/ 2193101 h 3215359"/>
                <a:gd name="connsiteX1164" fmla="*/ 346794 w 2057605"/>
                <a:gd name="connsiteY1164" fmla="*/ 2193101 h 3215359"/>
                <a:gd name="connsiteX1165" fmla="*/ 341616 w 2057605"/>
                <a:gd name="connsiteY1165" fmla="*/ 2193101 h 3215359"/>
                <a:gd name="connsiteX1166" fmla="*/ 339026 w 2057605"/>
                <a:gd name="connsiteY1166" fmla="*/ 2193101 h 3215359"/>
                <a:gd name="connsiteX1167" fmla="*/ 336581 w 2057605"/>
                <a:gd name="connsiteY1167" fmla="*/ 2193101 h 3215359"/>
                <a:gd name="connsiteX1168" fmla="*/ 308389 w 2057605"/>
                <a:gd name="connsiteY1168" fmla="*/ 2187779 h 3215359"/>
                <a:gd name="connsiteX1169" fmla="*/ 318602 w 2057605"/>
                <a:gd name="connsiteY1169" fmla="*/ 2190368 h 3215359"/>
                <a:gd name="connsiteX1170" fmla="*/ 316156 w 2057605"/>
                <a:gd name="connsiteY1170" fmla="*/ 2190368 h 3215359"/>
                <a:gd name="connsiteX1171" fmla="*/ 313711 w 2057605"/>
                <a:gd name="connsiteY1171" fmla="*/ 2190368 h 3215359"/>
                <a:gd name="connsiteX1172" fmla="*/ 714013 w 2057605"/>
                <a:gd name="connsiteY1172" fmla="*/ 2185334 h 3215359"/>
                <a:gd name="connsiteX1173" fmla="*/ 716458 w 2057605"/>
                <a:gd name="connsiteY1173" fmla="*/ 2185334 h 3215359"/>
                <a:gd name="connsiteX1174" fmla="*/ 716458 w 2057605"/>
                <a:gd name="connsiteY1174" fmla="*/ 2187779 h 3215359"/>
                <a:gd name="connsiteX1175" fmla="*/ 714013 w 2057605"/>
                <a:gd name="connsiteY1175" fmla="*/ 2187779 h 3215359"/>
                <a:gd name="connsiteX1176" fmla="*/ 520120 w 2057605"/>
                <a:gd name="connsiteY1176" fmla="*/ 2185334 h 3215359"/>
                <a:gd name="connsiteX1177" fmla="*/ 520120 w 2057605"/>
                <a:gd name="connsiteY1177" fmla="*/ 2187779 h 3215359"/>
                <a:gd name="connsiteX1178" fmla="*/ 517531 w 2057605"/>
                <a:gd name="connsiteY1178" fmla="*/ 2187779 h 3215359"/>
                <a:gd name="connsiteX1179" fmla="*/ 517531 w 2057605"/>
                <a:gd name="connsiteY1179" fmla="*/ 2190368 h 3215359"/>
                <a:gd name="connsiteX1180" fmla="*/ 515085 w 2057605"/>
                <a:gd name="connsiteY1180" fmla="*/ 2193101 h 3215359"/>
                <a:gd name="connsiteX1181" fmla="*/ 512640 w 2057605"/>
                <a:gd name="connsiteY1181" fmla="*/ 2193101 h 3215359"/>
                <a:gd name="connsiteX1182" fmla="*/ 512640 w 2057605"/>
                <a:gd name="connsiteY1182" fmla="*/ 2190368 h 3215359"/>
                <a:gd name="connsiteX1183" fmla="*/ 515085 w 2057605"/>
                <a:gd name="connsiteY1183" fmla="*/ 2187779 h 3215359"/>
                <a:gd name="connsiteX1184" fmla="*/ 300910 w 2057605"/>
                <a:gd name="connsiteY1184" fmla="*/ 2185334 h 3215359"/>
                <a:gd name="connsiteX1185" fmla="*/ 305944 w 2057605"/>
                <a:gd name="connsiteY1185" fmla="*/ 2185334 h 3215359"/>
                <a:gd name="connsiteX1186" fmla="*/ 308390 w 2057605"/>
                <a:gd name="connsiteY1186" fmla="*/ 2187779 h 3215359"/>
                <a:gd name="connsiteX1187" fmla="*/ 308389 w 2057605"/>
                <a:gd name="connsiteY1187" fmla="*/ 2187779 h 3215359"/>
                <a:gd name="connsiteX1188" fmla="*/ 303499 w 2057605"/>
                <a:gd name="connsiteY1188" fmla="*/ 2187779 h 3215359"/>
                <a:gd name="connsiteX1189" fmla="*/ 525297 w 2057605"/>
                <a:gd name="connsiteY1189" fmla="*/ 2180155 h 3215359"/>
                <a:gd name="connsiteX1190" fmla="*/ 525297 w 2057605"/>
                <a:gd name="connsiteY1190" fmla="*/ 2185333 h 3215359"/>
                <a:gd name="connsiteX1191" fmla="*/ 520119 w 2057605"/>
                <a:gd name="connsiteY1191" fmla="*/ 2185333 h 3215359"/>
                <a:gd name="connsiteX1192" fmla="*/ 741918 w 2057605"/>
                <a:gd name="connsiteY1192" fmla="*/ 2164908 h 3215359"/>
                <a:gd name="connsiteX1193" fmla="*/ 757308 w 2057605"/>
                <a:gd name="connsiteY1193" fmla="*/ 2172675 h 3215359"/>
                <a:gd name="connsiteX1194" fmla="*/ 762343 w 2057605"/>
                <a:gd name="connsiteY1194" fmla="*/ 2177566 h 3215359"/>
                <a:gd name="connsiteX1195" fmla="*/ 765076 w 2057605"/>
                <a:gd name="connsiteY1195" fmla="*/ 2182888 h 3215359"/>
                <a:gd name="connsiteX1196" fmla="*/ 762343 w 2057605"/>
                <a:gd name="connsiteY1196" fmla="*/ 2187778 h 3215359"/>
                <a:gd name="connsiteX1197" fmla="*/ 762343 w 2057605"/>
                <a:gd name="connsiteY1197" fmla="*/ 2190367 h 3215359"/>
                <a:gd name="connsiteX1198" fmla="*/ 759754 w 2057605"/>
                <a:gd name="connsiteY1198" fmla="*/ 2193100 h 3215359"/>
                <a:gd name="connsiteX1199" fmla="*/ 754863 w 2057605"/>
                <a:gd name="connsiteY1199" fmla="*/ 2193100 h 3215359"/>
                <a:gd name="connsiteX1200" fmla="*/ 749541 w 2057605"/>
                <a:gd name="connsiteY1200" fmla="*/ 2190367 h 3215359"/>
                <a:gd name="connsiteX1201" fmla="*/ 744651 w 2057605"/>
                <a:gd name="connsiteY1201" fmla="*/ 2185333 h 3215359"/>
                <a:gd name="connsiteX1202" fmla="*/ 739329 w 2057605"/>
                <a:gd name="connsiteY1202" fmla="*/ 2182888 h 3215359"/>
                <a:gd name="connsiteX1203" fmla="*/ 739329 w 2057605"/>
                <a:gd name="connsiteY1203" fmla="*/ 2177566 h 3215359"/>
                <a:gd name="connsiteX1204" fmla="*/ 736883 w 2057605"/>
                <a:gd name="connsiteY1204" fmla="*/ 2172675 h 3215359"/>
                <a:gd name="connsiteX1205" fmla="*/ 734438 w 2057605"/>
                <a:gd name="connsiteY1205" fmla="*/ 2169942 h 3215359"/>
                <a:gd name="connsiteX1206" fmla="*/ 736883 w 2057605"/>
                <a:gd name="connsiteY1206" fmla="*/ 2169942 h 3215359"/>
                <a:gd name="connsiteX1207" fmla="*/ 438707 w 2057605"/>
                <a:gd name="connsiteY1207" fmla="*/ 2157285 h 3215359"/>
                <a:gd name="connsiteX1208" fmla="*/ 438707 w 2057605"/>
                <a:gd name="connsiteY1208" fmla="*/ 2162463 h 3215359"/>
                <a:gd name="connsiteX1209" fmla="*/ 433385 w 2057605"/>
                <a:gd name="connsiteY1209" fmla="*/ 2159730 h 3215359"/>
                <a:gd name="connsiteX1210" fmla="*/ 430939 w 2057605"/>
                <a:gd name="connsiteY1210" fmla="*/ 2157285 h 3215359"/>
                <a:gd name="connsiteX1211" fmla="*/ 433384 w 2057605"/>
                <a:gd name="connsiteY1211" fmla="*/ 2159730 h 3215359"/>
                <a:gd name="connsiteX1212" fmla="*/ 430939 w 2057605"/>
                <a:gd name="connsiteY1212" fmla="*/ 2164908 h 3215359"/>
                <a:gd name="connsiteX1213" fmla="*/ 430939 w 2057605"/>
                <a:gd name="connsiteY1213" fmla="*/ 2167354 h 3215359"/>
                <a:gd name="connsiteX1214" fmla="*/ 428494 w 2057605"/>
                <a:gd name="connsiteY1214" fmla="*/ 2167354 h 3215359"/>
                <a:gd name="connsiteX1215" fmla="*/ 425761 w 2057605"/>
                <a:gd name="connsiteY1215" fmla="*/ 2167354 h 3215359"/>
                <a:gd name="connsiteX1216" fmla="*/ 425761 w 2057605"/>
                <a:gd name="connsiteY1216" fmla="*/ 2164908 h 3215359"/>
                <a:gd name="connsiteX1217" fmla="*/ 425761 w 2057605"/>
                <a:gd name="connsiteY1217" fmla="*/ 2162463 h 3215359"/>
                <a:gd name="connsiteX1218" fmla="*/ 428494 w 2057605"/>
                <a:gd name="connsiteY1218" fmla="*/ 2162463 h 3215359"/>
                <a:gd name="connsiteX1219" fmla="*/ 428494 w 2057605"/>
                <a:gd name="connsiteY1219" fmla="*/ 2159730 h 3215359"/>
                <a:gd name="connsiteX1220" fmla="*/ 876982 w 2057605"/>
                <a:gd name="connsiteY1220" fmla="*/ 2149518 h 3215359"/>
                <a:gd name="connsiteX1221" fmla="*/ 879571 w 2057605"/>
                <a:gd name="connsiteY1221" fmla="*/ 2149518 h 3215359"/>
                <a:gd name="connsiteX1222" fmla="*/ 882304 w 2057605"/>
                <a:gd name="connsiteY1222" fmla="*/ 2149518 h 3215359"/>
                <a:gd name="connsiteX1223" fmla="*/ 887195 w 2057605"/>
                <a:gd name="connsiteY1223" fmla="*/ 2152251 h 3215359"/>
                <a:gd name="connsiteX1224" fmla="*/ 887195 w 2057605"/>
                <a:gd name="connsiteY1224" fmla="*/ 2154696 h 3215359"/>
                <a:gd name="connsiteX1225" fmla="*/ 889784 w 2057605"/>
                <a:gd name="connsiteY1225" fmla="*/ 2154696 h 3215359"/>
                <a:gd name="connsiteX1226" fmla="*/ 889784 w 2057605"/>
                <a:gd name="connsiteY1226" fmla="*/ 2159731 h 3215359"/>
                <a:gd name="connsiteX1227" fmla="*/ 889784 w 2057605"/>
                <a:gd name="connsiteY1227" fmla="*/ 2162463 h 3215359"/>
                <a:gd name="connsiteX1228" fmla="*/ 889784 w 2057605"/>
                <a:gd name="connsiteY1228" fmla="*/ 2164909 h 3215359"/>
                <a:gd name="connsiteX1229" fmla="*/ 889784 w 2057605"/>
                <a:gd name="connsiteY1229" fmla="*/ 2167354 h 3215359"/>
                <a:gd name="connsiteX1230" fmla="*/ 889784 w 2057605"/>
                <a:gd name="connsiteY1230" fmla="*/ 2169943 h 3215359"/>
                <a:gd name="connsiteX1231" fmla="*/ 889784 w 2057605"/>
                <a:gd name="connsiteY1231" fmla="*/ 2172676 h 3215359"/>
                <a:gd name="connsiteX1232" fmla="*/ 889784 w 2057605"/>
                <a:gd name="connsiteY1232" fmla="*/ 2175121 h 3215359"/>
                <a:gd name="connsiteX1233" fmla="*/ 884749 w 2057605"/>
                <a:gd name="connsiteY1233" fmla="*/ 2169943 h 3215359"/>
                <a:gd name="connsiteX1234" fmla="*/ 884749 w 2057605"/>
                <a:gd name="connsiteY1234" fmla="*/ 2175121 h 3215359"/>
                <a:gd name="connsiteX1235" fmla="*/ 884749 w 2057605"/>
                <a:gd name="connsiteY1235" fmla="*/ 2180156 h 3215359"/>
                <a:gd name="connsiteX1236" fmla="*/ 882304 w 2057605"/>
                <a:gd name="connsiteY1236" fmla="*/ 2182888 h 3215359"/>
                <a:gd name="connsiteX1237" fmla="*/ 879571 w 2057605"/>
                <a:gd name="connsiteY1237" fmla="*/ 2180156 h 3215359"/>
                <a:gd name="connsiteX1238" fmla="*/ 879571 w 2057605"/>
                <a:gd name="connsiteY1238" fmla="*/ 2177566 h 3215359"/>
                <a:gd name="connsiteX1239" fmla="*/ 876982 w 2057605"/>
                <a:gd name="connsiteY1239" fmla="*/ 2175121 h 3215359"/>
                <a:gd name="connsiteX1240" fmla="*/ 872092 w 2057605"/>
                <a:gd name="connsiteY1240" fmla="*/ 2175121 h 3215359"/>
                <a:gd name="connsiteX1241" fmla="*/ 872092 w 2057605"/>
                <a:gd name="connsiteY1241" fmla="*/ 2172676 h 3215359"/>
                <a:gd name="connsiteX1242" fmla="*/ 864324 w 2057605"/>
                <a:gd name="connsiteY1242" fmla="*/ 2169943 h 3215359"/>
                <a:gd name="connsiteX1243" fmla="*/ 861879 w 2057605"/>
                <a:gd name="connsiteY1243" fmla="*/ 2167354 h 3215359"/>
                <a:gd name="connsiteX1244" fmla="*/ 859146 w 2057605"/>
                <a:gd name="connsiteY1244" fmla="*/ 2164909 h 3215359"/>
                <a:gd name="connsiteX1245" fmla="*/ 861879 w 2057605"/>
                <a:gd name="connsiteY1245" fmla="*/ 2162463 h 3215359"/>
                <a:gd name="connsiteX1246" fmla="*/ 869359 w 2057605"/>
                <a:gd name="connsiteY1246" fmla="*/ 2159731 h 3215359"/>
                <a:gd name="connsiteX1247" fmla="*/ 872092 w 2057605"/>
                <a:gd name="connsiteY1247" fmla="*/ 2157285 h 3215359"/>
                <a:gd name="connsiteX1248" fmla="*/ 874537 w 2057605"/>
                <a:gd name="connsiteY1248" fmla="*/ 2154696 h 3215359"/>
                <a:gd name="connsiteX1249" fmla="*/ 874537 w 2057605"/>
                <a:gd name="connsiteY1249" fmla="*/ 2152251 h 3215359"/>
                <a:gd name="connsiteX1250" fmla="*/ 1012190 w 2057605"/>
                <a:gd name="connsiteY1250" fmla="*/ 2142038 h 3215359"/>
                <a:gd name="connsiteX1251" fmla="*/ 1014779 w 2057605"/>
                <a:gd name="connsiteY1251" fmla="*/ 2144483 h 3215359"/>
                <a:gd name="connsiteX1252" fmla="*/ 1012190 w 2057605"/>
                <a:gd name="connsiteY1252" fmla="*/ 2144483 h 3215359"/>
                <a:gd name="connsiteX1253" fmla="*/ 948469 w 2057605"/>
                <a:gd name="connsiteY1253" fmla="*/ 2126648 h 3215359"/>
                <a:gd name="connsiteX1254" fmla="*/ 951058 w 2057605"/>
                <a:gd name="connsiteY1254" fmla="*/ 2126648 h 3215359"/>
                <a:gd name="connsiteX1255" fmla="*/ 953504 w 2057605"/>
                <a:gd name="connsiteY1255" fmla="*/ 2129381 h 3215359"/>
                <a:gd name="connsiteX1256" fmla="*/ 956237 w 2057605"/>
                <a:gd name="connsiteY1256" fmla="*/ 2131826 h 3215359"/>
                <a:gd name="connsiteX1257" fmla="*/ 956237 w 2057605"/>
                <a:gd name="connsiteY1257" fmla="*/ 2134271 h 3215359"/>
                <a:gd name="connsiteX1258" fmla="*/ 958682 w 2057605"/>
                <a:gd name="connsiteY1258" fmla="*/ 2139593 h 3215359"/>
                <a:gd name="connsiteX1259" fmla="*/ 958682 w 2057605"/>
                <a:gd name="connsiteY1259" fmla="*/ 2142039 h 3215359"/>
                <a:gd name="connsiteX1260" fmla="*/ 961127 w 2057605"/>
                <a:gd name="connsiteY1260" fmla="*/ 2142039 h 3215359"/>
                <a:gd name="connsiteX1261" fmla="*/ 961127 w 2057605"/>
                <a:gd name="connsiteY1261" fmla="*/ 2144484 h 3215359"/>
                <a:gd name="connsiteX1262" fmla="*/ 961127 w 2057605"/>
                <a:gd name="connsiteY1262" fmla="*/ 2149518 h 3215359"/>
                <a:gd name="connsiteX1263" fmla="*/ 958682 w 2057605"/>
                <a:gd name="connsiteY1263" fmla="*/ 2149518 h 3215359"/>
                <a:gd name="connsiteX1264" fmla="*/ 958682 w 2057605"/>
                <a:gd name="connsiteY1264" fmla="*/ 2152251 h 3215359"/>
                <a:gd name="connsiteX1265" fmla="*/ 961127 w 2057605"/>
                <a:gd name="connsiteY1265" fmla="*/ 2152251 h 3215359"/>
                <a:gd name="connsiteX1266" fmla="*/ 961127 w 2057605"/>
                <a:gd name="connsiteY1266" fmla="*/ 2154696 h 3215359"/>
                <a:gd name="connsiteX1267" fmla="*/ 961127 w 2057605"/>
                <a:gd name="connsiteY1267" fmla="*/ 2157285 h 3215359"/>
                <a:gd name="connsiteX1268" fmla="*/ 958682 w 2057605"/>
                <a:gd name="connsiteY1268" fmla="*/ 2157285 h 3215359"/>
                <a:gd name="connsiteX1269" fmla="*/ 958682 w 2057605"/>
                <a:gd name="connsiteY1269" fmla="*/ 2159731 h 3215359"/>
                <a:gd name="connsiteX1270" fmla="*/ 958682 w 2057605"/>
                <a:gd name="connsiteY1270" fmla="*/ 2162464 h 3215359"/>
                <a:gd name="connsiteX1271" fmla="*/ 956237 w 2057605"/>
                <a:gd name="connsiteY1271" fmla="*/ 2159731 h 3215359"/>
                <a:gd name="connsiteX1272" fmla="*/ 953504 w 2057605"/>
                <a:gd name="connsiteY1272" fmla="*/ 2159731 h 3215359"/>
                <a:gd name="connsiteX1273" fmla="*/ 953504 w 2057605"/>
                <a:gd name="connsiteY1273" fmla="*/ 2162464 h 3215359"/>
                <a:gd name="connsiteX1274" fmla="*/ 953504 w 2057605"/>
                <a:gd name="connsiteY1274" fmla="*/ 2164909 h 3215359"/>
                <a:gd name="connsiteX1275" fmla="*/ 951058 w 2057605"/>
                <a:gd name="connsiteY1275" fmla="*/ 2164909 h 3215359"/>
                <a:gd name="connsiteX1276" fmla="*/ 951058 w 2057605"/>
                <a:gd name="connsiteY1276" fmla="*/ 2167353 h 3215359"/>
                <a:gd name="connsiteX1277" fmla="*/ 951058 w 2057605"/>
                <a:gd name="connsiteY1277" fmla="*/ 2169942 h 3215359"/>
                <a:gd name="connsiteX1278" fmla="*/ 948469 w 2057605"/>
                <a:gd name="connsiteY1278" fmla="*/ 2167353 h 3215359"/>
                <a:gd name="connsiteX1279" fmla="*/ 951057 w 2057605"/>
                <a:gd name="connsiteY1279" fmla="*/ 2164909 h 3215359"/>
                <a:gd name="connsiteX1280" fmla="*/ 948469 w 2057605"/>
                <a:gd name="connsiteY1280" fmla="*/ 2164909 h 3215359"/>
                <a:gd name="connsiteX1281" fmla="*/ 946024 w 2057605"/>
                <a:gd name="connsiteY1281" fmla="*/ 2159731 h 3215359"/>
                <a:gd name="connsiteX1282" fmla="*/ 948469 w 2057605"/>
                <a:gd name="connsiteY1282" fmla="*/ 2159731 h 3215359"/>
                <a:gd name="connsiteX1283" fmla="*/ 948469 w 2057605"/>
                <a:gd name="connsiteY1283" fmla="*/ 2157285 h 3215359"/>
                <a:gd name="connsiteX1284" fmla="*/ 946024 w 2057605"/>
                <a:gd name="connsiteY1284" fmla="*/ 2157285 h 3215359"/>
                <a:gd name="connsiteX1285" fmla="*/ 943291 w 2057605"/>
                <a:gd name="connsiteY1285" fmla="*/ 2157285 h 3215359"/>
                <a:gd name="connsiteX1286" fmla="*/ 943291 w 2057605"/>
                <a:gd name="connsiteY1286" fmla="*/ 2159731 h 3215359"/>
                <a:gd name="connsiteX1287" fmla="*/ 943291 w 2057605"/>
                <a:gd name="connsiteY1287" fmla="*/ 2162464 h 3215359"/>
                <a:gd name="connsiteX1288" fmla="*/ 940846 w 2057605"/>
                <a:gd name="connsiteY1288" fmla="*/ 2159731 h 3215359"/>
                <a:gd name="connsiteX1289" fmla="*/ 940846 w 2057605"/>
                <a:gd name="connsiteY1289" fmla="*/ 2154696 h 3215359"/>
                <a:gd name="connsiteX1290" fmla="*/ 940846 w 2057605"/>
                <a:gd name="connsiteY1290" fmla="*/ 2152251 h 3215359"/>
                <a:gd name="connsiteX1291" fmla="*/ 940846 w 2057605"/>
                <a:gd name="connsiteY1291" fmla="*/ 2149518 h 3215359"/>
                <a:gd name="connsiteX1292" fmla="*/ 940846 w 2057605"/>
                <a:gd name="connsiteY1292" fmla="*/ 2144484 h 3215359"/>
                <a:gd name="connsiteX1293" fmla="*/ 940846 w 2057605"/>
                <a:gd name="connsiteY1293" fmla="*/ 2142039 h 3215359"/>
                <a:gd name="connsiteX1294" fmla="*/ 940846 w 2057605"/>
                <a:gd name="connsiteY1294" fmla="*/ 2139593 h 3215359"/>
                <a:gd name="connsiteX1295" fmla="*/ 943291 w 2057605"/>
                <a:gd name="connsiteY1295" fmla="*/ 2142039 h 3215359"/>
                <a:gd name="connsiteX1296" fmla="*/ 943291 w 2057605"/>
                <a:gd name="connsiteY1296" fmla="*/ 2136717 h 3215359"/>
                <a:gd name="connsiteX1297" fmla="*/ 940846 w 2057605"/>
                <a:gd name="connsiteY1297" fmla="*/ 2131826 h 3215359"/>
                <a:gd name="connsiteX1298" fmla="*/ 943291 w 2057605"/>
                <a:gd name="connsiteY1298" fmla="*/ 2129381 h 3215359"/>
                <a:gd name="connsiteX1299" fmla="*/ 1407313 w 2057605"/>
                <a:gd name="connsiteY1299" fmla="*/ 2111401 h 3215359"/>
                <a:gd name="connsiteX1300" fmla="*/ 1410046 w 2057605"/>
                <a:gd name="connsiteY1300" fmla="*/ 2113846 h 3215359"/>
                <a:gd name="connsiteX1301" fmla="*/ 1412491 w 2057605"/>
                <a:gd name="connsiteY1301" fmla="*/ 2111401 h 3215359"/>
                <a:gd name="connsiteX1302" fmla="*/ 1412491 w 2057605"/>
                <a:gd name="connsiteY1302" fmla="*/ 2113846 h 3215359"/>
                <a:gd name="connsiteX1303" fmla="*/ 1412491 w 2057605"/>
                <a:gd name="connsiteY1303" fmla="*/ 2116435 h 3215359"/>
                <a:gd name="connsiteX1304" fmla="*/ 1415080 w 2057605"/>
                <a:gd name="connsiteY1304" fmla="*/ 2116435 h 3215359"/>
                <a:gd name="connsiteX1305" fmla="*/ 1415080 w 2057605"/>
                <a:gd name="connsiteY1305" fmla="*/ 2119168 h 3215359"/>
                <a:gd name="connsiteX1306" fmla="*/ 1412491 w 2057605"/>
                <a:gd name="connsiteY1306" fmla="*/ 2121613 h 3215359"/>
                <a:gd name="connsiteX1307" fmla="*/ 1412491 w 2057605"/>
                <a:gd name="connsiteY1307" fmla="*/ 2119168 h 3215359"/>
                <a:gd name="connsiteX1308" fmla="*/ 1410046 w 2057605"/>
                <a:gd name="connsiteY1308" fmla="*/ 2119168 h 3215359"/>
                <a:gd name="connsiteX1309" fmla="*/ 1407313 w 2057605"/>
                <a:gd name="connsiteY1309" fmla="*/ 2116435 h 3215359"/>
                <a:gd name="connsiteX1310" fmla="*/ 1407313 w 2057605"/>
                <a:gd name="connsiteY1310" fmla="*/ 2113846 h 3215359"/>
                <a:gd name="connsiteX1311" fmla="*/ 963716 w 2057605"/>
                <a:gd name="connsiteY1311" fmla="*/ 2111401 h 3215359"/>
                <a:gd name="connsiteX1312" fmla="*/ 966449 w 2057605"/>
                <a:gd name="connsiteY1312" fmla="*/ 2116435 h 3215359"/>
                <a:gd name="connsiteX1313" fmla="*/ 968894 w 2057605"/>
                <a:gd name="connsiteY1313" fmla="*/ 2119168 h 3215359"/>
                <a:gd name="connsiteX1314" fmla="*/ 966449 w 2057605"/>
                <a:gd name="connsiteY1314" fmla="*/ 2121613 h 3215359"/>
                <a:gd name="connsiteX1315" fmla="*/ 968894 w 2057605"/>
                <a:gd name="connsiteY1315" fmla="*/ 2126648 h 3215359"/>
                <a:gd name="connsiteX1316" fmla="*/ 971340 w 2057605"/>
                <a:gd name="connsiteY1316" fmla="*/ 2131826 h 3215359"/>
                <a:gd name="connsiteX1317" fmla="*/ 971340 w 2057605"/>
                <a:gd name="connsiteY1317" fmla="*/ 2134271 h 3215359"/>
                <a:gd name="connsiteX1318" fmla="*/ 971340 w 2057605"/>
                <a:gd name="connsiteY1318" fmla="*/ 2136716 h 3215359"/>
                <a:gd name="connsiteX1319" fmla="*/ 971340 w 2057605"/>
                <a:gd name="connsiteY1319" fmla="*/ 2139593 h 3215359"/>
                <a:gd name="connsiteX1320" fmla="*/ 966449 w 2057605"/>
                <a:gd name="connsiteY1320" fmla="*/ 2139593 h 3215359"/>
                <a:gd name="connsiteX1321" fmla="*/ 963716 w 2057605"/>
                <a:gd name="connsiteY1321" fmla="*/ 2139593 h 3215359"/>
                <a:gd name="connsiteX1322" fmla="*/ 961127 w 2057605"/>
                <a:gd name="connsiteY1322" fmla="*/ 2136716 h 3215359"/>
                <a:gd name="connsiteX1323" fmla="*/ 958682 w 2057605"/>
                <a:gd name="connsiteY1323" fmla="*/ 2131826 h 3215359"/>
                <a:gd name="connsiteX1324" fmla="*/ 958682 w 2057605"/>
                <a:gd name="connsiteY1324" fmla="*/ 2129381 h 3215359"/>
                <a:gd name="connsiteX1325" fmla="*/ 958682 w 2057605"/>
                <a:gd name="connsiteY1325" fmla="*/ 2124059 h 3215359"/>
                <a:gd name="connsiteX1326" fmla="*/ 958682 w 2057605"/>
                <a:gd name="connsiteY1326" fmla="*/ 2121613 h 3215359"/>
                <a:gd name="connsiteX1327" fmla="*/ 963716 w 2057605"/>
                <a:gd name="connsiteY1327" fmla="*/ 2116435 h 3215359"/>
                <a:gd name="connsiteX1328" fmla="*/ 963716 w 2057605"/>
                <a:gd name="connsiteY1328" fmla="*/ 2113846 h 3215359"/>
                <a:gd name="connsiteX1329" fmla="*/ 1386888 w 2057605"/>
                <a:gd name="connsiteY1329" fmla="*/ 2098743 h 3215359"/>
                <a:gd name="connsiteX1330" fmla="*/ 1388183 w 2057605"/>
                <a:gd name="connsiteY1330" fmla="*/ 2098743 h 3215359"/>
                <a:gd name="connsiteX1331" fmla="*/ 1386888 w 2057605"/>
                <a:gd name="connsiteY1331" fmla="*/ 2101188 h 3215359"/>
                <a:gd name="connsiteX1332" fmla="*/ 1257002 w 2057605"/>
                <a:gd name="connsiteY1332" fmla="*/ 2098743 h 3215359"/>
                <a:gd name="connsiteX1333" fmla="*/ 1259447 w 2057605"/>
                <a:gd name="connsiteY1333" fmla="*/ 2098743 h 3215359"/>
                <a:gd name="connsiteX1334" fmla="*/ 1257002 w 2057605"/>
                <a:gd name="connsiteY1334" fmla="*/ 2101188 h 3215359"/>
                <a:gd name="connsiteX1335" fmla="*/ 1402279 w 2057605"/>
                <a:gd name="connsiteY1335" fmla="*/ 2072996 h 3215359"/>
                <a:gd name="connsiteX1336" fmla="*/ 1404868 w 2057605"/>
                <a:gd name="connsiteY1336" fmla="*/ 2072996 h 3215359"/>
                <a:gd name="connsiteX1337" fmla="*/ 1404868 w 2057605"/>
                <a:gd name="connsiteY1337" fmla="*/ 2075585 h 3215359"/>
                <a:gd name="connsiteX1338" fmla="*/ 1407313 w 2057605"/>
                <a:gd name="connsiteY1338" fmla="*/ 2078318 h 3215359"/>
                <a:gd name="connsiteX1339" fmla="*/ 1407313 w 2057605"/>
                <a:gd name="connsiteY1339" fmla="*/ 2072996 h 3215359"/>
                <a:gd name="connsiteX1340" fmla="*/ 1410046 w 2057605"/>
                <a:gd name="connsiteY1340" fmla="*/ 2075585 h 3215359"/>
                <a:gd name="connsiteX1341" fmla="*/ 1410046 w 2057605"/>
                <a:gd name="connsiteY1341" fmla="*/ 2078318 h 3215359"/>
                <a:gd name="connsiteX1342" fmla="*/ 1410046 w 2057605"/>
                <a:gd name="connsiteY1342" fmla="*/ 2083209 h 3215359"/>
                <a:gd name="connsiteX1343" fmla="*/ 1407313 w 2057605"/>
                <a:gd name="connsiteY1343" fmla="*/ 2088531 h 3215359"/>
                <a:gd name="connsiteX1344" fmla="*/ 1407313 w 2057605"/>
                <a:gd name="connsiteY1344" fmla="*/ 2090976 h 3215359"/>
                <a:gd name="connsiteX1345" fmla="*/ 1407313 w 2057605"/>
                <a:gd name="connsiteY1345" fmla="*/ 2096010 h 3215359"/>
                <a:gd name="connsiteX1346" fmla="*/ 1404868 w 2057605"/>
                <a:gd name="connsiteY1346" fmla="*/ 2098743 h 3215359"/>
                <a:gd name="connsiteX1347" fmla="*/ 1402279 w 2057605"/>
                <a:gd name="connsiteY1347" fmla="*/ 2098743 h 3215359"/>
                <a:gd name="connsiteX1348" fmla="*/ 1399834 w 2057605"/>
                <a:gd name="connsiteY1348" fmla="*/ 2096010 h 3215359"/>
                <a:gd name="connsiteX1349" fmla="*/ 1399834 w 2057605"/>
                <a:gd name="connsiteY1349" fmla="*/ 2090976 h 3215359"/>
                <a:gd name="connsiteX1350" fmla="*/ 1397101 w 2057605"/>
                <a:gd name="connsiteY1350" fmla="*/ 2090976 h 3215359"/>
                <a:gd name="connsiteX1351" fmla="*/ 1397101 w 2057605"/>
                <a:gd name="connsiteY1351" fmla="*/ 2093421 h 3215359"/>
                <a:gd name="connsiteX1352" fmla="*/ 1397101 w 2057605"/>
                <a:gd name="connsiteY1352" fmla="*/ 2096010 h 3215359"/>
                <a:gd name="connsiteX1353" fmla="*/ 1397101 w 2057605"/>
                <a:gd name="connsiteY1353" fmla="*/ 2098743 h 3215359"/>
                <a:gd name="connsiteX1354" fmla="*/ 1399834 w 2057605"/>
                <a:gd name="connsiteY1354" fmla="*/ 2098743 h 3215359"/>
                <a:gd name="connsiteX1355" fmla="*/ 1399834 w 2057605"/>
                <a:gd name="connsiteY1355" fmla="*/ 2101188 h 3215359"/>
                <a:gd name="connsiteX1356" fmla="*/ 1397101 w 2057605"/>
                <a:gd name="connsiteY1356" fmla="*/ 2101188 h 3215359"/>
                <a:gd name="connsiteX1357" fmla="*/ 1397101 w 2057605"/>
                <a:gd name="connsiteY1357" fmla="*/ 2103634 h 3215359"/>
                <a:gd name="connsiteX1358" fmla="*/ 1394655 w 2057605"/>
                <a:gd name="connsiteY1358" fmla="*/ 2101188 h 3215359"/>
                <a:gd name="connsiteX1359" fmla="*/ 1394655 w 2057605"/>
                <a:gd name="connsiteY1359" fmla="*/ 2103634 h 3215359"/>
                <a:gd name="connsiteX1360" fmla="*/ 1392066 w 2057605"/>
                <a:gd name="connsiteY1360" fmla="*/ 2103634 h 3215359"/>
                <a:gd name="connsiteX1361" fmla="*/ 1389621 w 2057605"/>
                <a:gd name="connsiteY1361" fmla="*/ 2103634 h 3215359"/>
                <a:gd name="connsiteX1362" fmla="*/ 1389621 w 2057605"/>
                <a:gd name="connsiteY1362" fmla="*/ 2098743 h 3215359"/>
                <a:gd name="connsiteX1363" fmla="*/ 1388183 w 2057605"/>
                <a:gd name="connsiteY1363" fmla="*/ 2098743 h 3215359"/>
                <a:gd name="connsiteX1364" fmla="*/ 1389621 w 2057605"/>
                <a:gd name="connsiteY1364" fmla="*/ 2096010 h 3215359"/>
                <a:gd name="connsiteX1365" fmla="*/ 1386888 w 2057605"/>
                <a:gd name="connsiteY1365" fmla="*/ 2096010 h 3215359"/>
                <a:gd name="connsiteX1366" fmla="*/ 1386888 w 2057605"/>
                <a:gd name="connsiteY1366" fmla="*/ 2093421 h 3215359"/>
                <a:gd name="connsiteX1367" fmla="*/ 1389621 w 2057605"/>
                <a:gd name="connsiteY1367" fmla="*/ 2090976 h 3215359"/>
                <a:gd name="connsiteX1368" fmla="*/ 1389621 w 2057605"/>
                <a:gd name="connsiteY1368" fmla="*/ 2088531 h 3215359"/>
                <a:gd name="connsiteX1369" fmla="*/ 1389621 w 2057605"/>
                <a:gd name="connsiteY1369" fmla="*/ 2085798 h 3215359"/>
                <a:gd name="connsiteX1370" fmla="*/ 1389621 w 2057605"/>
                <a:gd name="connsiteY1370" fmla="*/ 2083209 h 3215359"/>
                <a:gd name="connsiteX1371" fmla="*/ 1394655 w 2057605"/>
                <a:gd name="connsiteY1371" fmla="*/ 2085798 h 3215359"/>
                <a:gd name="connsiteX1372" fmla="*/ 1394655 w 2057605"/>
                <a:gd name="connsiteY1372" fmla="*/ 2080763 h 3215359"/>
                <a:gd name="connsiteX1373" fmla="*/ 1394655 w 2057605"/>
                <a:gd name="connsiteY1373" fmla="*/ 2078318 h 3215359"/>
                <a:gd name="connsiteX1374" fmla="*/ 1397101 w 2057605"/>
                <a:gd name="connsiteY1374" fmla="*/ 2078318 h 3215359"/>
                <a:gd name="connsiteX1375" fmla="*/ 1399834 w 2057605"/>
                <a:gd name="connsiteY1375" fmla="*/ 2078318 h 3215359"/>
                <a:gd name="connsiteX1376" fmla="*/ 1402279 w 2057605"/>
                <a:gd name="connsiteY1376" fmla="*/ 2075585 h 3215359"/>
                <a:gd name="connsiteX1377" fmla="*/ 1119349 w 2057605"/>
                <a:gd name="connsiteY1377" fmla="*/ 2062927 h 3215359"/>
                <a:gd name="connsiteX1378" fmla="*/ 1121794 w 2057605"/>
                <a:gd name="connsiteY1378" fmla="*/ 2062927 h 3215359"/>
                <a:gd name="connsiteX1379" fmla="*/ 1121794 w 2057605"/>
                <a:gd name="connsiteY1379" fmla="*/ 2065372 h 3215359"/>
                <a:gd name="connsiteX1380" fmla="*/ 1126972 w 2057605"/>
                <a:gd name="connsiteY1380" fmla="*/ 2065372 h 3215359"/>
                <a:gd name="connsiteX1381" fmla="*/ 1129561 w 2057605"/>
                <a:gd name="connsiteY1381" fmla="*/ 2065372 h 3215359"/>
                <a:gd name="connsiteX1382" fmla="*/ 1132007 w 2057605"/>
                <a:gd name="connsiteY1382" fmla="*/ 2062927 h 3215359"/>
                <a:gd name="connsiteX1383" fmla="*/ 1134740 w 2057605"/>
                <a:gd name="connsiteY1383" fmla="*/ 2068105 h 3215359"/>
                <a:gd name="connsiteX1384" fmla="*/ 1137185 w 2057605"/>
                <a:gd name="connsiteY1384" fmla="*/ 2070550 h 3215359"/>
                <a:gd name="connsiteX1385" fmla="*/ 1139630 w 2057605"/>
                <a:gd name="connsiteY1385" fmla="*/ 2068105 h 3215359"/>
                <a:gd name="connsiteX1386" fmla="*/ 1139630 w 2057605"/>
                <a:gd name="connsiteY1386" fmla="*/ 2065372 h 3215359"/>
                <a:gd name="connsiteX1387" fmla="*/ 1142219 w 2057605"/>
                <a:gd name="connsiteY1387" fmla="*/ 2065372 h 3215359"/>
                <a:gd name="connsiteX1388" fmla="*/ 1142219 w 2057605"/>
                <a:gd name="connsiteY1388" fmla="*/ 2062927 h 3215359"/>
                <a:gd name="connsiteX1389" fmla="*/ 1144952 w 2057605"/>
                <a:gd name="connsiteY1389" fmla="*/ 2065372 h 3215359"/>
                <a:gd name="connsiteX1390" fmla="*/ 1144952 w 2057605"/>
                <a:gd name="connsiteY1390" fmla="*/ 2068105 h 3215359"/>
                <a:gd name="connsiteX1391" fmla="*/ 1147397 w 2057605"/>
                <a:gd name="connsiteY1391" fmla="*/ 2070550 h 3215359"/>
                <a:gd name="connsiteX1392" fmla="*/ 1147397 w 2057605"/>
                <a:gd name="connsiteY1392" fmla="*/ 2072996 h 3215359"/>
                <a:gd name="connsiteX1393" fmla="*/ 1147397 w 2057605"/>
                <a:gd name="connsiteY1393" fmla="*/ 2078318 h 3215359"/>
                <a:gd name="connsiteX1394" fmla="*/ 1144952 w 2057605"/>
                <a:gd name="connsiteY1394" fmla="*/ 2080763 h 3215359"/>
                <a:gd name="connsiteX1395" fmla="*/ 1144952 w 2057605"/>
                <a:gd name="connsiteY1395" fmla="*/ 2083208 h 3215359"/>
                <a:gd name="connsiteX1396" fmla="*/ 1144952 w 2057605"/>
                <a:gd name="connsiteY1396" fmla="*/ 2085797 h 3215359"/>
                <a:gd name="connsiteX1397" fmla="*/ 1144952 w 2057605"/>
                <a:gd name="connsiteY1397" fmla="*/ 2088530 h 3215359"/>
                <a:gd name="connsiteX1398" fmla="*/ 1144952 w 2057605"/>
                <a:gd name="connsiteY1398" fmla="*/ 2093421 h 3215359"/>
                <a:gd name="connsiteX1399" fmla="*/ 1134740 w 2057605"/>
                <a:gd name="connsiteY1399" fmla="*/ 2083208 h 3215359"/>
                <a:gd name="connsiteX1400" fmla="*/ 1132007 w 2057605"/>
                <a:gd name="connsiteY1400" fmla="*/ 2080763 h 3215359"/>
                <a:gd name="connsiteX1401" fmla="*/ 1132007 w 2057605"/>
                <a:gd name="connsiteY1401" fmla="*/ 2078318 h 3215359"/>
                <a:gd name="connsiteX1402" fmla="*/ 1129561 w 2057605"/>
                <a:gd name="connsiteY1402" fmla="*/ 2078318 h 3215359"/>
                <a:gd name="connsiteX1403" fmla="*/ 1126972 w 2057605"/>
                <a:gd name="connsiteY1403" fmla="*/ 2075585 h 3215359"/>
                <a:gd name="connsiteX1404" fmla="*/ 1366751 w 2057605"/>
                <a:gd name="connsiteY1404" fmla="*/ 2055160 h 3215359"/>
                <a:gd name="connsiteX1405" fmla="*/ 1369196 w 2057605"/>
                <a:gd name="connsiteY1405" fmla="*/ 2055160 h 3215359"/>
                <a:gd name="connsiteX1406" fmla="*/ 1371785 w 2057605"/>
                <a:gd name="connsiteY1406" fmla="*/ 2057893 h 3215359"/>
                <a:gd name="connsiteX1407" fmla="*/ 1371785 w 2057605"/>
                <a:gd name="connsiteY1407" fmla="*/ 2060338 h 3215359"/>
                <a:gd name="connsiteX1408" fmla="*/ 1369196 w 2057605"/>
                <a:gd name="connsiteY1408" fmla="*/ 2062927 h 3215359"/>
                <a:gd name="connsiteX1409" fmla="*/ 1366751 w 2057605"/>
                <a:gd name="connsiteY1409" fmla="*/ 2060338 h 3215359"/>
                <a:gd name="connsiteX1410" fmla="*/ 1364018 w 2057605"/>
                <a:gd name="connsiteY1410" fmla="*/ 2060338 h 3215359"/>
                <a:gd name="connsiteX1411" fmla="*/ 1364018 w 2057605"/>
                <a:gd name="connsiteY1411" fmla="*/ 2057893 h 3215359"/>
                <a:gd name="connsiteX1412" fmla="*/ 1366751 w 2057605"/>
                <a:gd name="connsiteY1412" fmla="*/ 2057893 h 3215359"/>
                <a:gd name="connsiteX1413" fmla="*/ 1160056 w 2057605"/>
                <a:gd name="connsiteY1413" fmla="*/ 2055160 h 3215359"/>
                <a:gd name="connsiteX1414" fmla="*/ 1162645 w 2057605"/>
                <a:gd name="connsiteY1414" fmla="*/ 2057893 h 3215359"/>
                <a:gd name="connsiteX1415" fmla="*/ 1165090 w 2057605"/>
                <a:gd name="connsiteY1415" fmla="*/ 2057893 h 3215359"/>
                <a:gd name="connsiteX1416" fmla="*/ 1165090 w 2057605"/>
                <a:gd name="connsiteY1416" fmla="*/ 2060338 h 3215359"/>
                <a:gd name="connsiteX1417" fmla="*/ 1167823 w 2057605"/>
                <a:gd name="connsiteY1417" fmla="*/ 2060338 h 3215359"/>
                <a:gd name="connsiteX1418" fmla="*/ 1170268 w 2057605"/>
                <a:gd name="connsiteY1418" fmla="*/ 2060338 h 3215359"/>
                <a:gd name="connsiteX1419" fmla="*/ 1172857 w 2057605"/>
                <a:gd name="connsiteY1419" fmla="*/ 2062927 h 3215359"/>
                <a:gd name="connsiteX1420" fmla="*/ 1180481 w 2057605"/>
                <a:gd name="connsiteY1420" fmla="*/ 2072996 h 3215359"/>
                <a:gd name="connsiteX1421" fmla="*/ 1178035 w 2057605"/>
                <a:gd name="connsiteY1421" fmla="*/ 2072996 h 3215359"/>
                <a:gd name="connsiteX1422" fmla="*/ 1178035 w 2057605"/>
                <a:gd name="connsiteY1422" fmla="*/ 2075585 h 3215359"/>
                <a:gd name="connsiteX1423" fmla="*/ 1178035 w 2057605"/>
                <a:gd name="connsiteY1423" fmla="*/ 2078318 h 3215359"/>
                <a:gd name="connsiteX1424" fmla="*/ 1178035 w 2057605"/>
                <a:gd name="connsiteY1424" fmla="*/ 2083208 h 3215359"/>
                <a:gd name="connsiteX1425" fmla="*/ 1178035 w 2057605"/>
                <a:gd name="connsiteY1425" fmla="*/ 2085797 h 3215359"/>
                <a:gd name="connsiteX1426" fmla="*/ 1175302 w 2057605"/>
                <a:gd name="connsiteY1426" fmla="*/ 2088530 h 3215359"/>
                <a:gd name="connsiteX1427" fmla="*/ 1175302 w 2057605"/>
                <a:gd name="connsiteY1427" fmla="*/ 2090976 h 3215359"/>
                <a:gd name="connsiteX1428" fmla="*/ 1172857 w 2057605"/>
                <a:gd name="connsiteY1428" fmla="*/ 2090976 h 3215359"/>
                <a:gd name="connsiteX1429" fmla="*/ 1172857 w 2057605"/>
                <a:gd name="connsiteY1429" fmla="*/ 2093421 h 3215359"/>
                <a:gd name="connsiteX1430" fmla="*/ 1170268 w 2057605"/>
                <a:gd name="connsiteY1430" fmla="*/ 2093421 h 3215359"/>
                <a:gd name="connsiteX1431" fmla="*/ 1170268 w 2057605"/>
                <a:gd name="connsiteY1431" fmla="*/ 2096010 h 3215359"/>
                <a:gd name="connsiteX1432" fmla="*/ 1167823 w 2057605"/>
                <a:gd name="connsiteY1432" fmla="*/ 2093421 h 3215359"/>
                <a:gd name="connsiteX1433" fmla="*/ 1162645 w 2057605"/>
                <a:gd name="connsiteY1433" fmla="*/ 2096010 h 3215359"/>
                <a:gd name="connsiteX1434" fmla="*/ 1160056 w 2057605"/>
                <a:gd name="connsiteY1434" fmla="*/ 2093421 h 3215359"/>
                <a:gd name="connsiteX1435" fmla="*/ 1162645 w 2057605"/>
                <a:gd name="connsiteY1435" fmla="*/ 2093421 h 3215359"/>
                <a:gd name="connsiteX1436" fmla="*/ 1165090 w 2057605"/>
                <a:gd name="connsiteY1436" fmla="*/ 2093421 h 3215359"/>
                <a:gd name="connsiteX1437" fmla="*/ 1162645 w 2057605"/>
                <a:gd name="connsiteY1437" fmla="*/ 2090976 h 3215359"/>
                <a:gd name="connsiteX1438" fmla="*/ 1165090 w 2057605"/>
                <a:gd name="connsiteY1438" fmla="*/ 2090976 h 3215359"/>
                <a:gd name="connsiteX1439" fmla="*/ 1165090 w 2057605"/>
                <a:gd name="connsiteY1439" fmla="*/ 2088530 h 3215359"/>
                <a:gd name="connsiteX1440" fmla="*/ 1162645 w 2057605"/>
                <a:gd name="connsiteY1440" fmla="*/ 2088530 h 3215359"/>
                <a:gd name="connsiteX1441" fmla="*/ 1167823 w 2057605"/>
                <a:gd name="connsiteY1441" fmla="*/ 2085797 h 3215359"/>
                <a:gd name="connsiteX1442" fmla="*/ 1165090 w 2057605"/>
                <a:gd name="connsiteY1442" fmla="*/ 2080763 h 3215359"/>
                <a:gd name="connsiteX1443" fmla="*/ 1165090 w 2057605"/>
                <a:gd name="connsiteY1443" fmla="*/ 2078318 h 3215359"/>
                <a:gd name="connsiteX1444" fmla="*/ 1165090 w 2057605"/>
                <a:gd name="connsiteY1444" fmla="*/ 2075585 h 3215359"/>
                <a:gd name="connsiteX1445" fmla="*/ 1165090 w 2057605"/>
                <a:gd name="connsiteY1445" fmla="*/ 2070551 h 3215359"/>
                <a:gd name="connsiteX1446" fmla="*/ 1165090 w 2057605"/>
                <a:gd name="connsiteY1446" fmla="*/ 2068105 h 3215359"/>
                <a:gd name="connsiteX1447" fmla="*/ 1160056 w 2057605"/>
                <a:gd name="connsiteY1447" fmla="*/ 2062927 h 3215359"/>
                <a:gd name="connsiteX1448" fmla="*/ 1157610 w 2057605"/>
                <a:gd name="connsiteY1448" fmla="*/ 2065372 h 3215359"/>
                <a:gd name="connsiteX1449" fmla="*/ 1160056 w 2057605"/>
                <a:gd name="connsiteY1449" fmla="*/ 2068105 h 3215359"/>
                <a:gd name="connsiteX1450" fmla="*/ 1160056 w 2057605"/>
                <a:gd name="connsiteY1450" fmla="*/ 2070551 h 3215359"/>
                <a:gd name="connsiteX1451" fmla="*/ 1160056 w 2057605"/>
                <a:gd name="connsiteY1451" fmla="*/ 2075585 h 3215359"/>
                <a:gd name="connsiteX1452" fmla="*/ 1162645 w 2057605"/>
                <a:gd name="connsiteY1452" fmla="*/ 2078318 h 3215359"/>
                <a:gd name="connsiteX1453" fmla="*/ 1160056 w 2057605"/>
                <a:gd name="connsiteY1453" fmla="*/ 2078318 h 3215359"/>
                <a:gd name="connsiteX1454" fmla="*/ 1160056 w 2057605"/>
                <a:gd name="connsiteY1454" fmla="*/ 2083208 h 3215359"/>
                <a:gd name="connsiteX1455" fmla="*/ 1157610 w 2057605"/>
                <a:gd name="connsiteY1455" fmla="*/ 2083208 h 3215359"/>
                <a:gd name="connsiteX1456" fmla="*/ 1157610 w 2057605"/>
                <a:gd name="connsiteY1456" fmla="*/ 2085797 h 3215359"/>
                <a:gd name="connsiteX1457" fmla="*/ 1157610 w 2057605"/>
                <a:gd name="connsiteY1457" fmla="*/ 2088530 h 3215359"/>
                <a:gd name="connsiteX1458" fmla="*/ 1157610 w 2057605"/>
                <a:gd name="connsiteY1458" fmla="*/ 2090976 h 3215359"/>
                <a:gd name="connsiteX1459" fmla="*/ 1157610 w 2057605"/>
                <a:gd name="connsiteY1459" fmla="*/ 2093421 h 3215359"/>
                <a:gd name="connsiteX1460" fmla="*/ 1154877 w 2057605"/>
                <a:gd name="connsiteY1460" fmla="*/ 2090976 h 3215359"/>
                <a:gd name="connsiteX1461" fmla="*/ 1152432 w 2057605"/>
                <a:gd name="connsiteY1461" fmla="*/ 2093421 h 3215359"/>
                <a:gd name="connsiteX1462" fmla="*/ 1149843 w 2057605"/>
                <a:gd name="connsiteY1462" fmla="*/ 2090976 h 3215359"/>
                <a:gd name="connsiteX1463" fmla="*/ 1152432 w 2057605"/>
                <a:gd name="connsiteY1463" fmla="*/ 2090976 h 3215359"/>
                <a:gd name="connsiteX1464" fmla="*/ 1152432 w 2057605"/>
                <a:gd name="connsiteY1464" fmla="*/ 2088530 h 3215359"/>
                <a:gd name="connsiteX1465" fmla="*/ 1152432 w 2057605"/>
                <a:gd name="connsiteY1465" fmla="*/ 2085797 h 3215359"/>
                <a:gd name="connsiteX1466" fmla="*/ 1152432 w 2057605"/>
                <a:gd name="connsiteY1466" fmla="*/ 2083208 h 3215359"/>
                <a:gd name="connsiteX1467" fmla="*/ 1154877 w 2057605"/>
                <a:gd name="connsiteY1467" fmla="*/ 2083208 h 3215359"/>
                <a:gd name="connsiteX1468" fmla="*/ 1152432 w 2057605"/>
                <a:gd name="connsiteY1468" fmla="*/ 2080763 h 3215359"/>
                <a:gd name="connsiteX1469" fmla="*/ 1152432 w 2057605"/>
                <a:gd name="connsiteY1469" fmla="*/ 2072996 h 3215359"/>
                <a:gd name="connsiteX1470" fmla="*/ 1152432 w 2057605"/>
                <a:gd name="connsiteY1470" fmla="*/ 2070551 h 3215359"/>
                <a:gd name="connsiteX1471" fmla="*/ 1152432 w 2057605"/>
                <a:gd name="connsiteY1471" fmla="*/ 2060338 h 3215359"/>
                <a:gd name="connsiteX1472" fmla="*/ 1154877 w 2057605"/>
                <a:gd name="connsiteY1472" fmla="*/ 2060338 h 3215359"/>
                <a:gd name="connsiteX1473" fmla="*/ 1160056 w 2057605"/>
                <a:gd name="connsiteY1473" fmla="*/ 2060338 h 3215359"/>
                <a:gd name="connsiteX1474" fmla="*/ 1157610 w 2057605"/>
                <a:gd name="connsiteY1474" fmla="*/ 2057893 h 3215359"/>
                <a:gd name="connsiteX1475" fmla="*/ 1160056 w 2057605"/>
                <a:gd name="connsiteY1475" fmla="*/ 2057893 h 3215359"/>
                <a:gd name="connsiteX1476" fmla="*/ 912941 w 2057605"/>
                <a:gd name="connsiteY1476" fmla="*/ 2055160 h 3215359"/>
                <a:gd name="connsiteX1477" fmla="*/ 915386 w 2057605"/>
                <a:gd name="connsiteY1477" fmla="*/ 2055160 h 3215359"/>
                <a:gd name="connsiteX1478" fmla="*/ 917831 w 2057605"/>
                <a:gd name="connsiteY1478" fmla="*/ 2055160 h 3215359"/>
                <a:gd name="connsiteX1479" fmla="*/ 917831 w 2057605"/>
                <a:gd name="connsiteY1479" fmla="*/ 2057893 h 3215359"/>
                <a:gd name="connsiteX1480" fmla="*/ 917831 w 2057605"/>
                <a:gd name="connsiteY1480" fmla="*/ 2060338 h 3215359"/>
                <a:gd name="connsiteX1481" fmla="*/ 920421 w 2057605"/>
                <a:gd name="connsiteY1481" fmla="*/ 2057893 h 3215359"/>
                <a:gd name="connsiteX1482" fmla="*/ 923154 w 2057605"/>
                <a:gd name="connsiteY1482" fmla="*/ 2062927 h 3215359"/>
                <a:gd name="connsiteX1483" fmla="*/ 923154 w 2057605"/>
                <a:gd name="connsiteY1483" fmla="*/ 2060338 h 3215359"/>
                <a:gd name="connsiteX1484" fmla="*/ 925599 w 2057605"/>
                <a:gd name="connsiteY1484" fmla="*/ 2062927 h 3215359"/>
                <a:gd name="connsiteX1485" fmla="*/ 925599 w 2057605"/>
                <a:gd name="connsiteY1485" fmla="*/ 2065372 h 3215359"/>
                <a:gd name="connsiteX1486" fmla="*/ 928044 w 2057605"/>
                <a:gd name="connsiteY1486" fmla="*/ 2070551 h 3215359"/>
                <a:gd name="connsiteX1487" fmla="*/ 930633 w 2057605"/>
                <a:gd name="connsiteY1487" fmla="*/ 2070551 h 3215359"/>
                <a:gd name="connsiteX1488" fmla="*/ 928044 w 2057605"/>
                <a:gd name="connsiteY1488" fmla="*/ 2072996 h 3215359"/>
                <a:gd name="connsiteX1489" fmla="*/ 925599 w 2057605"/>
                <a:gd name="connsiteY1489" fmla="*/ 2070551 h 3215359"/>
                <a:gd name="connsiteX1490" fmla="*/ 923154 w 2057605"/>
                <a:gd name="connsiteY1490" fmla="*/ 2075585 h 3215359"/>
                <a:gd name="connsiteX1491" fmla="*/ 923154 w 2057605"/>
                <a:gd name="connsiteY1491" fmla="*/ 2078318 h 3215359"/>
                <a:gd name="connsiteX1492" fmla="*/ 923154 w 2057605"/>
                <a:gd name="connsiteY1492" fmla="*/ 2080763 h 3215359"/>
                <a:gd name="connsiteX1493" fmla="*/ 920421 w 2057605"/>
                <a:gd name="connsiteY1493" fmla="*/ 2080763 h 3215359"/>
                <a:gd name="connsiteX1494" fmla="*/ 917831 w 2057605"/>
                <a:gd name="connsiteY1494" fmla="*/ 2080763 h 3215359"/>
                <a:gd name="connsiteX1495" fmla="*/ 917831 w 2057605"/>
                <a:gd name="connsiteY1495" fmla="*/ 2083208 h 3215359"/>
                <a:gd name="connsiteX1496" fmla="*/ 915386 w 2057605"/>
                <a:gd name="connsiteY1496" fmla="*/ 2080763 h 3215359"/>
                <a:gd name="connsiteX1497" fmla="*/ 915386 w 2057605"/>
                <a:gd name="connsiteY1497" fmla="*/ 2078318 h 3215359"/>
                <a:gd name="connsiteX1498" fmla="*/ 912941 w 2057605"/>
                <a:gd name="connsiteY1498" fmla="*/ 2072996 h 3215359"/>
                <a:gd name="connsiteX1499" fmla="*/ 917831 w 2057605"/>
                <a:gd name="connsiteY1499" fmla="*/ 2075585 h 3215359"/>
                <a:gd name="connsiteX1500" fmla="*/ 917831 w 2057605"/>
                <a:gd name="connsiteY1500" fmla="*/ 2072996 h 3215359"/>
                <a:gd name="connsiteX1501" fmla="*/ 917831 w 2057605"/>
                <a:gd name="connsiteY1501" fmla="*/ 2070551 h 3215359"/>
                <a:gd name="connsiteX1502" fmla="*/ 917831 w 2057605"/>
                <a:gd name="connsiteY1502" fmla="*/ 2068105 h 3215359"/>
                <a:gd name="connsiteX1503" fmla="*/ 917831 w 2057605"/>
                <a:gd name="connsiteY1503" fmla="*/ 2065372 h 3215359"/>
                <a:gd name="connsiteX1504" fmla="*/ 915386 w 2057605"/>
                <a:gd name="connsiteY1504" fmla="*/ 2065372 h 3215359"/>
                <a:gd name="connsiteX1505" fmla="*/ 915386 w 2057605"/>
                <a:gd name="connsiteY1505" fmla="*/ 2068105 h 3215359"/>
                <a:gd name="connsiteX1506" fmla="*/ 912941 w 2057605"/>
                <a:gd name="connsiteY1506" fmla="*/ 2062927 h 3215359"/>
                <a:gd name="connsiteX1507" fmla="*/ 910208 w 2057605"/>
                <a:gd name="connsiteY1507" fmla="*/ 2060338 h 3215359"/>
                <a:gd name="connsiteX1508" fmla="*/ 1300298 w 2057605"/>
                <a:gd name="connsiteY1508" fmla="*/ 2042502 h 3215359"/>
                <a:gd name="connsiteX1509" fmla="*/ 1302743 w 2057605"/>
                <a:gd name="connsiteY1509" fmla="*/ 2042502 h 3215359"/>
                <a:gd name="connsiteX1510" fmla="*/ 1300298 w 2057605"/>
                <a:gd name="connsiteY1510" fmla="*/ 2045235 h 3215359"/>
                <a:gd name="connsiteX1511" fmla="*/ 1157610 w 2057605"/>
                <a:gd name="connsiteY1511" fmla="*/ 2039913 h 3215359"/>
                <a:gd name="connsiteX1512" fmla="*/ 1160055 w 2057605"/>
                <a:gd name="connsiteY1512" fmla="*/ 2039913 h 3215359"/>
                <a:gd name="connsiteX1513" fmla="*/ 1160055 w 2057605"/>
                <a:gd name="connsiteY1513" fmla="*/ 2042502 h 3215359"/>
                <a:gd name="connsiteX1514" fmla="*/ 1343593 w 2057605"/>
                <a:gd name="connsiteY1514" fmla="*/ 2027255 h 3215359"/>
                <a:gd name="connsiteX1515" fmla="*/ 1346326 w 2057605"/>
                <a:gd name="connsiteY1515" fmla="*/ 2029700 h 3215359"/>
                <a:gd name="connsiteX1516" fmla="*/ 1346326 w 2057605"/>
                <a:gd name="connsiteY1516" fmla="*/ 2027255 h 3215359"/>
                <a:gd name="connsiteX1517" fmla="*/ 1348771 w 2057605"/>
                <a:gd name="connsiteY1517" fmla="*/ 2029700 h 3215359"/>
                <a:gd name="connsiteX1518" fmla="*/ 1348771 w 2057605"/>
                <a:gd name="connsiteY1518" fmla="*/ 2032289 h 3215359"/>
                <a:gd name="connsiteX1519" fmla="*/ 1341147 w 2057605"/>
                <a:gd name="connsiteY1519" fmla="*/ 2035022 h 3215359"/>
                <a:gd name="connsiteX1520" fmla="*/ 1336113 w 2057605"/>
                <a:gd name="connsiteY1520" fmla="*/ 2032289 h 3215359"/>
                <a:gd name="connsiteX1521" fmla="*/ 1338558 w 2057605"/>
                <a:gd name="connsiteY1521" fmla="*/ 2032289 h 3215359"/>
                <a:gd name="connsiteX1522" fmla="*/ 1333380 w 2057605"/>
                <a:gd name="connsiteY1522" fmla="*/ 2022077 h 3215359"/>
                <a:gd name="connsiteX1523" fmla="*/ 1336113 w 2057605"/>
                <a:gd name="connsiteY1523" fmla="*/ 2022077 h 3215359"/>
                <a:gd name="connsiteX1524" fmla="*/ 1338558 w 2057605"/>
                <a:gd name="connsiteY1524" fmla="*/ 2022077 h 3215359"/>
                <a:gd name="connsiteX1525" fmla="*/ 1341148 w 2057605"/>
                <a:gd name="connsiteY1525" fmla="*/ 2022077 h 3215359"/>
                <a:gd name="connsiteX1526" fmla="*/ 1341148 w 2057605"/>
                <a:gd name="connsiteY1526" fmla="*/ 2024810 h 3215359"/>
                <a:gd name="connsiteX1527" fmla="*/ 1333380 w 2057605"/>
                <a:gd name="connsiteY1527" fmla="*/ 2029700 h 3215359"/>
                <a:gd name="connsiteX1528" fmla="*/ 1330935 w 2057605"/>
                <a:gd name="connsiteY1528" fmla="*/ 2024810 h 3215359"/>
                <a:gd name="connsiteX1529" fmla="*/ 1333380 w 2057605"/>
                <a:gd name="connsiteY1529" fmla="*/ 2024810 h 3215359"/>
                <a:gd name="connsiteX1530" fmla="*/ 1060807 w 2057605"/>
                <a:gd name="connsiteY1530" fmla="*/ 2022077 h 3215359"/>
                <a:gd name="connsiteX1531" fmla="*/ 1063252 w 2057605"/>
                <a:gd name="connsiteY1531" fmla="*/ 2022077 h 3215359"/>
                <a:gd name="connsiteX1532" fmla="*/ 1068286 w 2057605"/>
                <a:gd name="connsiteY1532" fmla="*/ 2022077 h 3215359"/>
                <a:gd name="connsiteX1533" fmla="*/ 1068286 w 2057605"/>
                <a:gd name="connsiteY1533" fmla="*/ 2024810 h 3215359"/>
                <a:gd name="connsiteX1534" fmla="*/ 1071019 w 2057605"/>
                <a:gd name="connsiteY1534" fmla="*/ 2024810 h 3215359"/>
                <a:gd name="connsiteX1535" fmla="*/ 1073464 w 2057605"/>
                <a:gd name="connsiteY1535" fmla="*/ 2027255 h 3215359"/>
                <a:gd name="connsiteX1536" fmla="*/ 1075910 w 2057605"/>
                <a:gd name="connsiteY1536" fmla="*/ 2027255 h 3215359"/>
                <a:gd name="connsiteX1537" fmla="*/ 1075910 w 2057605"/>
                <a:gd name="connsiteY1537" fmla="*/ 2032290 h 3215359"/>
                <a:gd name="connsiteX1538" fmla="*/ 1080944 w 2057605"/>
                <a:gd name="connsiteY1538" fmla="*/ 2035022 h 3215359"/>
                <a:gd name="connsiteX1539" fmla="*/ 1080944 w 2057605"/>
                <a:gd name="connsiteY1539" fmla="*/ 2037468 h 3215359"/>
                <a:gd name="connsiteX1540" fmla="*/ 1083677 w 2057605"/>
                <a:gd name="connsiteY1540" fmla="*/ 2037468 h 3215359"/>
                <a:gd name="connsiteX1541" fmla="*/ 1088711 w 2057605"/>
                <a:gd name="connsiteY1541" fmla="*/ 2039913 h 3215359"/>
                <a:gd name="connsiteX1542" fmla="*/ 1088711 w 2057605"/>
                <a:gd name="connsiteY1542" fmla="*/ 2042502 h 3215359"/>
                <a:gd name="connsiteX1543" fmla="*/ 1088711 w 2057605"/>
                <a:gd name="connsiteY1543" fmla="*/ 2045235 h 3215359"/>
                <a:gd name="connsiteX1544" fmla="*/ 1091156 w 2057605"/>
                <a:gd name="connsiteY1544" fmla="*/ 2045235 h 3215359"/>
                <a:gd name="connsiteX1545" fmla="*/ 1091156 w 2057605"/>
                <a:gd name="connsiteY1545" fmla="*/ 2047680 h 3215359"/>
                <a:gd name="connsiteX1546" fmla="*/ 1088711 w 2057605"/>
                <a:gd name="connsiteY1546" fmla="*/ 2047680 h 3215359"/>
                <a:gd name="connsiteX1547" fmla="*/ 1088711 w 2057605"/>
                <a:gd name="connsiteY1547" fmla="*/ 2050125 h 3215359"/>
                <a:gd name="connsiteX1548" fmla="*/ 1086122 w 2057605"/>
                <a:gd name="connsiteY1548" fmla="*/ 2047680 h 3215359"/>
                <a:gd name="connsiteX1549" fmla="*/ 1086122 w 2057605"/>
                <a:gd name="connsiteY1549" fmla="*/ 2050125 h 3215359"/>
                <a:gd name="connsiteX1550" fmla="*/ 1083677 w 2057605"/>
                <a:gd name="connsiteY1550" fmla="*/ 2050125 h 3215359"/>
                <a:gd name="connsiteX1551" fmla="*/ 1083677 w 2057605"/>
                <a:gd name="connsiteY1551" fmla="*/ 2052715 h 3215359"/>
                <a:gd name="connsiteX1552" fmla="*/ 1086122 w 2057605"/>
                <a:gd name="connsiteY1552" fmla="*/ 2052715 h 3215359"/>
                <a:gd name="connsiteX1553" fmla="*/ 1088711 w 2057605"/>
                <a:gd name="connsiteY1553" fmla="*/ 2057893 h 3215359"/>
                <a:gd name="connsiteX1554" fmla="*/ 1088711 w 2057605"/>
                <a:gd name="connsiteY1554" fmla="*/ 2060338 h 3215359"/>
                <a:gd name="connsiteX1555" fmla="*/ 1088711 w 2057605"/>
                <a:gd name="connsiteY1555" fmla="*/ 2062927 h 3215359"/>
                <a:gd name="connsiteX1556" fmla="*/ 1091156 w 2057605"/>
                <a:gd name="connsiteY1556" fmla="*/ 2057893 h 3215359"/>
                <a:gd name="connsiteX1557" fmla="*/ 1091156 w 2057605"/>
                <a:gd name="connsiteY1557" fmla="*/ 2055160 h 3215359"/>
                <a:gd name="connsiteX1558" fmla="*/ 1091156 w 2057605"/>
                <a:gd name="connsiteY1558" fmla="*/ 2050125 h 3215359"/>
                <a:gd name="connsiteX1559" fmla="*/ 1093889 w 2057605"/>
                <a:gd name="connsiteY1559" fmla="*/ 2050125 h 3215359"/>
                <a:gd name="connsiteX1560" fmla="*/ 1096335 w 2057605"/>
                <a:gd name="connsiteY1560" fmla="*/ 2047680 h 3215359"/>
                <a:gd name="connsiteX1561" fmla="*/ 1096335 w 2057605"/>
                <a:gd name="connsiteY1561" fmla="*/ 2050125 h 3215359"/>
                <a:gd name="connsiteX1562" fmla="*/ 1098924 w 2057605"/>
                <a:gd name="connsiteY1562" fmla="*/ 2050125 h 3215359"/>
                <a:gd name="connsiteX1563" fmla="*/ 1098924 w 2057605"/>
                <a:gd name="connsiteY1563" fmla="*/ 2055160 h 3215359"/>
                <a:gd name="connsiteX1564" fmla="*/ 1101369 w 2057605"/>
                <a:gd name="connsiteY1564" fmla="*/ 2055160 h 3215359"/>
                <a:gd name="connsiteX1565" fmla="*/ 1101369 w 2057605"/>
                <a:gd name="connsiteY1565" fmla="*/ 2057893 h 3215359"/>
                <a:gd name="connsiteX1566" fmla="*/ 1101369 w 2057605"/>
                <a:gd name="connsiteY1566" fmla="*/ 2060338 h 3215359"/>
                <a:gd name="connsiteX1567" fmla="*/ 1101369 w 2057605"/>
                <a:gd name="connsiteY1567" fmla="*/ 2062927 h 3215359"/>
                <a:gd name="connsiteX1568" fmla="*/ 1104102 w 2057605"/>
                <a:gd name="connsiteY1568" fmla="*/ 2065372 h 3215359"/>
                <a:gd name="connsiteX1569" fmla="*/ 1106547 w 2057605"/>
                <a:gd name="connsiteY1569" fmla="*/ 2068105 h 3215359"/>
                <a:gd name="connsiteX1570" fmla="*/ 1108992 w 2057605"/>
                <a:gd name="connsiteY1570" fmla="*/ 2070550 h 3215359"/>
                <a:gd name="connsiteX1571" fmla="*/ 1108992 w 2057605"/>
                <a:gd name="connsiteY1571" fmla="*/ 2072996 h 3215359"/>
                <a:gd name="connsiteX1572" fmla="*/ 1111581 w 2057605"/>
                <a:gd name="connsiteY1572" fmla="*/ 2072996 h 3215359"/>
                <a:gd name="connsiteX1573" fmla="*/ 1111581 w 2057605"/>
                <a:gd name="connsiteY1573" fmla="*/ 2075585 h 3215359"/>
                <a:gd name="connsiteX1574" fmla="*/ 1114314 w 2057605"/>
                <a:gd name="connsiteY1574" fmla="*/ 2072996 h 3215359"/>
                <a:gd name="connsiteX1575" fmla="*/ 1116760 w 2057605"/>
                <a:gd name="connsiteY1575" fmla="*/ 2072996 h 3215359"/>
                <a:gd name="connsiteX1576" fmla="*/ 1119349 w 2057605"/>
                <a:gd name="connsiteY1576" fmla="*/ 2078318 h 3215359"/>
                <a:gd name="connsiteX1577" fmla="*/ 1121794 w 2057605"/>
                <a:gd name="connsiteY1577" fmla="*/ 2080763 h 3215359"/>
                <a:gd name="connsiteX1578" fmla="*/ 1124527 w 2057605"/>
                <a:gd name="connsiteY1578" fmla="*/ 2080763 h 3215359"/>
                <a:gd name="connsiteX1579" fmla="*/ 1129561 w 2057605"/>
                <a:gd name="connsiteY1579" fmla="*/ 2088530 h 3215359"/>
                <a:gd name="connsiteX1580" fmla="*/ 1137185 w 2057605"/>
                <a:gd name="connsiteY1580" fmla="*/ 2090975 h 3215359"/>
                <a:gd name="connsiteX1581" fmla="*/ 1137185 w 2057605"/>
                <a:gd name="connsiteY1581" fmla="*/ 2093421 h 3215359"/>
                <a:gd name="connsiteX1582" fmla="*/ 1139630 w 2057605"/>
                <a:gd name="connsiteY1582" fmla="*/ 2098743 h 3215359"/>
                <a:gd name="connsiteX1583" fmla="*/ 1142219 w 2057605"/>
                <a:gd name="connsiteY1583" fmla="*/ 2098743 h 3215359"/>
                <a:gd name="connsiteX1584" fmla="*/ 1142219 w 2057605"/>
                <a:gd name="connsiteY1584" fmla="*/ 2101188 h 3215359"/>
                <a:gd name="connsiteX1585" fmla="*/ 1142219 w 2057605"/>
                <a:gd name="connsiteY1585" fmla="*/ 2103633 h 3215359"/>
                <a:gd name="connsiteX1586" fmla="*/ 1142219 w 2057605"/>
                <a:gd name="connsiteY1586" fmla="*/ 2111401 h 3215359"/>
                <a:gd name="connsiteX1587" fmla="*/ 1142219 w 2057605"/>
                <a:gd name="connsiteY1587" fmla="*/ 2113846 h 3215359"/>
                <a:gd name="connsiteX1588" fmla="*/ 1139630 w 2057605"/>
                <a:gd name="connsiteY1588" fmla="*/ 2113846 h 3215359"/>
                <a:gd name="connsiteX1589" fmla="*/ 1139630 w 2057605"/>
                <a:gd name="connsiteY1589" fmla="*/ 2116435 h 3215359"/>
                <a:gd name="connsiteX1590" fmla="*/ 1142219 w 2057605"/>
                <a:gd name="connsiteY1590" fmla="*/ 2116435 h 3215359"/>
                <a:gd name="connsiteX1591" fmla="*/ 1142219 w 2057605"/>
                <a:gd name="connsiteY1591" fmla="*/ 2119168 h 3215359"/>
                <a:gd name="connsiteX1592" fmla="*/ 1139630 w 2057605"/>
                <a:gd name="connsiteY1592" fmla="*/ 2121613 h 3215359"/>
                <a:gd name="connsiteX1593" fmla="*/ 1142219 w 2057605"/>
                <a:gd name="connsiteY1593" fmla="*/ 2121613 h 3215359"/>
                <a:gd name="connsiteX1594" fmla="*/ 1142219 w 2057605"/>
                <a:gd name="connsiteY1594" fmla="*/ 2131826 h 3215359"/>
                <a:gd name="connsiteX1595" fmla="*/ 1144952 w 2057605"/>
                <a:gd name="connsiteY1595" fmla="*/ 2131826 h 3215359"/>
                <a:gd name="connsiteX1596" fmla="*/ 1147397 w 2057605"/>
                <a:gd name="connsiteY1596" fmla="*/ 2129380 h 3215359"/>
                <a:gd name="connsiteX1597" fmla="*/ 1144952 w 2057605"/>
                <a:gd name="connsiteY1597" fmla="*/ 2129380 h 3215359"/>
                <a:gd name="connsiteX1598" fmla="*/ 1144952 w 2057605"/>
                <a:gd name="connsiteY1598" fmla="*/ 2121613 h 3215359"/>
                <a:gd name="connsiteX1599" fmla="*/ 1144952 w 2057605"/>
                <a:gd name="connsiteY1599" fmla="*/ 2119168 h 3215359"/>
                <a:gd name="connsiteX1600" fmla="*/ 1147397 w 2057605"/>
                <a:gd name="connsiteY1600" fmla="*/ 2119168 h 3215359"/>
                <a:gd name="connsiteX1601" fmla="*/ 1144952 w 2057605"/>
                <a:gd name="connsiteY1601" fmla="*/ 2116435 h 3215359"/>
                <a:gd name="connsiteX1602" fmla="*/ 1144952 w 2057605"/>
                <a:gd name="connsiteY1602" fmla="*/ 2113846 h 3215359"/>
                <a:gd name="connsiteX1603" fmla="*/ 1147397 w 2057605"/>
                <a:gd name="connsiteY1603" fmla="*/ 2108955 h 3215359"/>
                <a:gd name="connsiteX1604" fmla="*/ 1147397 w 2057605"/>
                <a:gd name="connsiteY1604" fmla="*/ 2106222 h 3215359"/>
                <a:gd name="connsiteX1605" fmla="*/ 1149843 w 2057605"/>
                <a:gd name="connsiteY1605" fmla="*/ 2108955 h 3215359"/>
                <a:gd name="connsiteX1606" fmla="*/ 1149843 w 2057605"/>
                <a:gd name="connsiteY1606" fmla="*/ 2111401 h 3215359"/>
                <a:gd name="connsiteX1607" fmla="*/ 1152431 w 2057605"/>
                <a:gd name="connsiteY1607" fmla="*/ 2116435 h 3215359"/>
                <a:gd name="connsiteX1608" fmla="*/ 1152431 w 2057605"/>
                <a:gd name="connsiteY1608" fmla="*/ 2119168 h 3215359"/>
                <a:gd name="connsiteX1609" fmla="*/ 1152431 w 2057605"/>
                <a:gd name="connsiteY1609" fmla="*/ 2121613 h 3215359"/>
                <a:gd name="connsiteX1610" fmla="*/ 1152431 w 2057605"/>
                <a:gd name="connsiteY1610" fmla="*/ 2124058 h 3215359"/>
                <a:gd name="connsiteX1611" fmla="*/ 1154877 w 2057605"/>
                <a:gd name="connsiteY1611" fmla="*/ 2124058 h 3215359"/>
                <a:gd name="connsiteX1612" fmla="*/ 1154877 w 2057605"/>
                <a:gd name="connsiteY1612" fmla="*/ 2126647 h 3215359"/>
                <a:gd name="connsiteX1613" fmla="*/ 1152431 w 2057605"/>
                <a:gd name="connsiteY1613" fmla="*/ 2129380 h 3215359"/>
                <a:gd name="connsiteX1614" fmla="*/ 1154877 w 2057605"/>
                <a:gd name="connsiteY1614" fmla="*/ 2134271 h 3215359"/>
                <a:gd name="connsiteX1615" fmla="*/ 1154877 w 2057605"/>
                <a:gd name="connsiteY1615" fmla="*/ 2136716 h 3215359"/>
                <a:gd name="connsiteX1616" fmla="*/ 1157610 w 2057605"/>
                <a:gd name="connsiteY1616" fmla="*/ 2139593 h 3215359"/>
                <a:gd name="connsiteX1617" fmla="*/ 1157610 w 2057605"/>
                <a:gd name="connsiteY1617" fmla="*/ 2144483 h 3215359"/>
                <a:gd name="connsiteX1618" fmla="*/ 1157610 w 2057605"/>
                <a:gd name="connsiteY1618" fmla="*/ 2147072 h 3215359"/>
                <a:gd name="connsiteX1619" fmla="*/ 1157610 w 2057605"/>
                <a:gd name="connsiteY1619" fmla="*/ 2149518 h 3215359"/>
                <a:gd name="connsiteX1620" fmla="*/ 1157610 w 2057605"/>
                <a:gd name="connsiteY1620" fmla="*/ 2152251 h 3215359"/>
                <a:gd name="connsiteX1621" fmla="*/ 1160055 w 2057605"/>
                <a:gd name="connsiteY1621" fmla="*/ 2152251 h 3215359"/>
                <a:gd name="connsiteX1622" fmla="*/ 1162644 w 2057605"/>
                <a:gd name="connsiteY1622" fmla="*/ 2149518 h 3215359"/>
                <a:gd name="connsiteX1623" fmla="*/ 1162644 w 2057605"/>
                <a:gd name="connsiteY1623" fmla="*/ 2152251 h 3215359"/>
                <a:gd name="connsiteX1624" fmla="*/ 1165089 w 2057605"/>
                <a:gd name="connsiteY1624" fmla="*/ 2154696 h 3215359"/>
                <a:gd name="connsiteX1625" fmla="*/ 1165089 w 2057605"/>
                <a:gd name="connsiteY1625" fmla="*/ 2157285 h 3215359"/>
                <a:gd name="connsiteX1626" fmla="*/ 1172857 w 2057605"/>
                <a:gd name="connsiteY1626" fmla="*/ 2157285 h 3215359"/>
                <a:gd name="connsiteX1627" fmla="*/ 1175302 w 2057605"/>
                <a:gd name="connsiteY1627" fmla="*/ 2152251 h 3215359"/>
                <a:gd name="connsiteX1628" fmla="*/ 1175302 w 2057605"/>
                <a:gd name="connsiteY1628" fmla="*/ 2149518 h 3215359"/>
                <a:gd name="connsiteX1629" fmla="*/ 1178035 w 2057605"/>
                <a:gd name="connsiteY1629" fmla="*/ 2149518 h 3215359"/>
                <a:gd name="connsiteX1630" fmla="*/ 1180480 w 2057605"/>
                <a:gd name="connsiteY1630" fmla="*/ 2149518 h 3215359"/>
                <a:gd name="connsiteX1631" fmla="*/ 1180480 w 2057605"/>
                <a:gd name="connsiteY1631" fmla="*/ 2147072 h 3215359"/>
                <a:gd name="connsiteX1632" fmla="*/ 1183069 w 2057605"/>
                <a:gd name="connsiteY1632" fmla="*/ 2149518 h 3215359"/>
                <a:gd name="connsiteX1633" fmla="*/ 1183069 w 2057605"/>
                <a:gd name="connsiteY1633" fmla="*/ 2152251 h 3215359"/>
                <a:gd name="connsiteX1634" fmla="*/ 1188247 w 2057605"/>
                <a:gd name="connsiteY1634" fmla="*/ 2152251 h 3215359"/>
                <a:gd name="connsiteX1635" fmla="*/ 1185514 w 2057605"/>
                <a:gd name="connsiteY1635" fmla="*/ 2154696 h 3215359"/>
                <a:gd name="connsiteX1636" fmla="*/ 1185514 w 2057605"/>
                <a:gd name="connsiteY1636" fmla="*/ 2157285 h 3215359"/>
                <a:gd name="connsiteX1637" fmla="*/ 1185514 w 2057605"/>
                <a:gd name="connsiteY1637" fmla="*/ 2159730 h 3215359"/>
                <a:gd name="connsiteX1638" fmla="*/ 1183069 w 2057605"/>
                <a:gd name="connsiteY1638" fmla="*/ 2162463 h 3215359"/>
                <a:gd name="connsiteX1639" fmla="*/ 1180480 w 2057605"/>
                <a:gd name="connsiteY1639" fmla="*/ 2164908 h 3215359"/>
                <a:gd name="connsiteX1640" fmla="*/ 1178035 w 2057605"/>
                <a:gd name="connsiteY1640" fmla="*/ 2164908 h 3215359"/>
                <a:gd name="connsiteX1641" fmla="*/ 1175302 w 2057605"/>
                <a:gd name="connsiteY1641" fmla="*/ 2169943 h 3215359"/>
                <a:gd name="connsiteX1642" fmla="*/ 1172857 w 2057605"/>
                <a:gd name="connsiteY1642" fmla="*/ 2172676 h 3215359"/>
                <a:gd name="connsiteX1643" fmla="*/ 1172857 w 2057605"/>
                <a:gd name="connsiteY1643" fmla="*/ 2169943 h 3215359"/>
                <a:gd name="connsiteX1644" fmla="*/ 1170267 w 2057605"/>
                <a:gd name="connsiteY1644" fmla="*/ 2167354 h 3215359"/>
                <a:gd name="connsiteX1645" fmla="*/ 1170267 w 2057605"/>
                <a:gd name="connsiteY1645" fmla="*/ 2164908 h 3215359"/>
                <a:gd name="connsiteX1646" fmla="*/ 1167822 w 2057605"/>
                <a:gd name="connsiteY1646" fmla="*/ 2164908 h 3215359"/>
                <a:gd name="connsiteX1647" fmla="*/ 1167822 w 2057605"/>
                <a:gd name="connsiteY1647" fmla="*/ 2167354 h 3215359"/>
                <a:gd name="connsiteX1648" fmla="*/ 1165089 w 2057605"/>
                <a:gd name="connsiteY1648" fmla="*/ 2167354 h 3215359"/>
                <a:gd name="connsiteX1649" fmla="*/ 1162644 w 2057605"/>
                <a:gd name="connsiteY1649" fmla="*/ 2169943 h 3215359"/>
                <a:gd name="connsiteX1650" fmla="*/ 1162644 w 2057605"/>
                <a:gd name="connsiteY1650" fmla="*/ 2167354 h 3215359"/>
                <a:gd name="connsiteX1651" fmla="*/ 1160055 w 2057605"/>
                <a:gd name="connsiteY1651" fmla="*/ 2167354 h 3215359"/>
                <a:gd name="connsiteX1652" fmla="*/ 1160055 w 2057605"/>
                <a:gd name="connsiteY1652" fmla="*/ 2169943 h 3215359"/>
                <a:gd name="connsiteX1653" fmla="*/ 1160055 w 2057605"/>
                <a:gd name="connsiteY1653" fmla="*/ 2172676 h 3215359"/>
                <a:gd name="connsiteX1654" fmla="*/ 1160055 w 2057605"/>
                <a:gd name="connsiteY1654" fmla="*/ 2175121 h 3215359"/>
                <a:gd name="connsiteX1655" fmla="*/ 1157610 w 2057605"/>
                <a:gd name="connsiteY1655" fmla="*/ 2175121 h 3215359"/>
                <a:gd name="connsiteX1656" fmla="*/ 1157610 w 2057605"/>
                <a:gd name="connsiteY1656" fmla="*/ 2177566 h 3215359"/>
                <a:gd name="connsiteX1657" fmla="*/ 1157610 w 2057605"/>
                <a:gd name="connsiteY1657" fmla="*/ 2180155 h 3215359"/>
                <a:gd name="connsiteX1658" fmla="*/ 1157610 w 2057605"/>
                <a:gd name="connsiteY1658" fmla="*/ 2182888 h 3215359"/>
                <a:gd name="connsiteX1659" fmla="*/ 1157610 w 2057605"/>
                <a:gd name="connsiteY1659" fmla="*/ 2185333 h 3215359"/>
                <a:gd name="connsiteX1660" fmla="*/ 1154877 w 2057605"/>
                <a:gd name="connsiteY1660" fmla="*/ 2185333 h 3215359"/>
                <a:gd name="connsiteX1661" fmla="*/ 1154877 w 2057605"/>
                <a:gd name="connsiteY1661" fmla="*/ 2182888 h 3215359"/>
                <a:gd name="connsiteX1662" fmla="*/ 1152431 w 2057605"/>
                <a:gd name="connsiteY1662" fmla="*/ 2182888 h 3215359"/>
                <a:gd name="connsiteX1663" fmla="*/ 1149843 w 2057605"/>
                <a:gd name="connsiteY1663" fmla="*/ 2185333 h 3215359"/>
                <a:gd name="connsiteX1664" fmla="*/ 1147397 w 2057605"/>
                <a:gd name="connsiteY1664" fmla="*/ 2190368 h 3215359"/>
                <a:gd name="connsiteX1665" fmla="*/ 1144952 w 2057605"/>
                <a:gd name="connsiteY1665" fmla="*/ 2190368 h 3215359"/>
                <a:gd name="connsiteX1666" fmla="*/ 1144952 w 2057605"/>
                <a:gd name="connsiteY1666" fmla="*/ 2193101 h 3215359"/>
                <a:gd name="connsiteX1667" fmla="*/ 1139630 w 2057605"/>
                <a:gd name="connsiteY1667" fmla="*/ 2200580 h 3215359"/>
                <a:gd name="connsiteX1668" fmla="*/ 1137185 w 2057605"/>
                <a:gd name="connsiteY1668" fmla="*/ 2203313 h 3215359"/>
                <a:gd name="connsiteX1669" fmla="*/ 1134739 w 2057605"/>
                <a:gd name="connsiteY1669" fmla="*/ 2203313 h 3215359"/>
                <a:gd name="connsiteX1670" fmla="*/ 1132006 w 2057605"/>
                <a:gd name="connsiteY1670" fmla="*/ 2203313 h 3215359"/>
                <a:gd name="connsiteX1671" fmla="*/ 1129561 w 2057605"/>
                <a:gd name="connsiteY1671" fmla="*/ 2203313 h 3215359"/>
                <a:gd name="connsiteX1672" fmla="*/ 1129561 w 2057605"/>
                <a:gd name="connsiteY1672" fmla="*/ 2205758 h 3215359"/>
                <a:gd name="connsiteX1673" fmla="*/ 1126972 w 2057605"/>
                <a:gd name="connsiteY1673" fmla="*/ 2205758 h 3215359"/>
                <a:gd name="connsiteX1674" fmla="*/ 1124527 w 2057605"/>
                <a:gd name="connsiteY1674" fmla="*/ 2205758 h 3215359"/>
                <a:gd name="connsiteX1675" fmla="*/ 1121794 w 2057605"/>
                <a:gd name="connsiteY1675" fmla="*/ 2203313 h 3215359"/>
                <a:gd name="connsiteX1676" fmla="*/ 1121794 w 2057605"/>
                <a:gd name="connsiteY1676" fmla="*/ 2200580 h 3215359"/>
                <a:gd name="connsiteX1677" fmla="*/ 1119349 w 2057605"/>
                <a:gd name="connsiteY1677" fmla="*/ 2203313 h 3215359"/>
                <a:gd name="connsiteX1678" fmla="*/ 1114314 w 2057605"/>
                <a:gd name="connsiteY1678" fmla="*/ 2197991 h 3215359"/>
                <a:gd name="connsiteX1679" fmla="*/ 1108992 w 2057605"/>
                <a:gd name="connsiteY1679" fmla="*/ 2195546 h 3215359"/>
                <a:gd name="connsiteX1680" fmla="*/ 1106547 w 2057605"/>
                <a:gd name="connsiteY1680" fmla="*/ 2193101 h 3215359"/>
                <a:gd name="connsiteX1681" fmla="*/ 1104102 w 2057605"/>
                <a:gd name="connsiteY1681" fmla="*/ 2193101 h 3215359"/>
                <a:gd name="connsiteX1682" fmla="*/ 1101369 w 2057605"/>
                <a:gd name="connsiteY1682" fmla="*/ 2190368 h 3215359"/>
                <a:gd name="connsiteX1683" fmla="*/ 1101369 w 2057605"/>
                <a:gd name="connsiteY1683" fmla="*/ 2187779 h 3215359"/>
                <a:gd name="connsiteX1684" fmla="*/ 1101369 w 2057605"/>
                <a:gd name="connsiteY1684" fmla="*/ 2185333 h 3215359"/>
                <a:gd name="connsiteX1685" fmla="*/ 1098924 w 2057605"/>
                <a:gd name="connsiteY1685" fmla="*/ 2185333 h 3215359"/>
                <a:gd name="connsiteX1686" fmla="*/ 1098924 w 2057605"/>
                <a:gd name="connsiteY1686" fmla="*/ 2187779 h 3215359"/>
                <a:gd name="connsiteX1687" fmla="*/ 1098924 w 2057605"/>
                <a:gd name="connsiteY1687" fmla="*/ 2190368 h 3215359"/>
                <a:gd name="connsiteX1688" fmla="*/ 1098924 w 2057605"/>
                <a:gd name="connsiteY1688" fmla="*/ 2193101 h 3215359"/>
                <a:gd name="connsiteX1689" fmla="*/ 1101369 w 2057605"/>
                <a:gd name="connsiteY1689" fmla="*/ 2195546 h 3215359"/>
                <a:gd name="connsiteX1690" fmla="*/ 1098924 w 2057605"/>
                <a:gd name="connsiteY1690" fmla="*/ 2197991 h 3215359"/>
                <a:gd name="connsiteX1691" fmla="*/ 1096335 w 2057605"/>
                <a:gd name="connsiteY1691" fmla="*/ 2197991 h 3215359"/>
                <a:gd name="connsiteX1692" fmla="*/ 1093889 w 2057605"/>
                <a:gd name="connsiteY1692" fmla="*/ 2195546 h 3215359"/>
                <a:gd name="connsiteX1693" fmla="*/ 1091156 w 2057605"/>
                <a:gd name="connsiteY1693" fmla="*/ 2195546 h 3215359"/>
                <a:gd name="connsiteX1694" fmla="*/ 1088711 w 2057605"/>
                <a:gd name="connsiteY1694" fmla="*/ 2193101 h 3215359"/>
                <a:gd name="connsiteX1695" fmla="*/ 1086122 w 2057605"/>
                <a:gd name="connsiteY1695" fmla="*/ 2193101 h 3215359"/>
                <a:gd name="connsiteX1696" fmla="*/ 1083677 w 2057605"/>
                <a:gd name="connsiteY1696" fmla="*/ 2193101 h 3215359"/>
                <a:gd name="connsiteX1697" fmla="*/ 1083677 w 2057605"/>
                <a:gd name="connsiteY1697" fmla="*/ 2190368 h 3215359"/>
                <a:gd name="connsiteX1698" fmla="*/ 1080944 w 2057605"/>
                <a:gd name="connsiteY1698" fmla="*/ 2190368 h 3215359"/>
                <a:gd name="connsiteX1699" fmla="*/ 1078499 w 2057605"/>
                <a:gd name="connsiteY1699" fmla="*/ 2187779 h 3215359"/>
                <a:gd name="connsiteX1700" fmla="*/ 1073464 w 2057605"/>
                <a:gd name="connsiteY1700" fmla="*/ 2185333 h 3215359"/>
                <a:gd name="connsiteX1701" fmla="*/ 1073464 w 2057605"/>
                <a:gd name="connsiteY1701" fmla="*/ 2182888 h 3215359"/>
                <a:gd name="connsiteX1702" fmla="*/ 1073464 w 2057605"/>
                <a:gd name="connsiteY1702" fmla="*/ 2180155 h 3215359"/>
                <a:gd name="connsiteX1703" fmla="*/ 1071019 w 2057605"/>
                <a:gd name="connsiteY1703" fmla="*/ 2180155 h 3215359"/>
                <a:gd name="connsiteX1704" fmla="*/ 1071019 w 2057605"/>
                <a:gd name="connsiteY1704" fmla="*/ 2177566 h 3215359"/>
                <a:gd name="connsiteX1705" fmla="*/ 1068286 w 2057605"/>
                <a:gd name="connsiteY1705" fmla="*/ 2177566 h 3215359"/>
                <a:gd name="connsiteX1706" fmla="*/ 1068286 w 2057605"/>
                <a:gd name="connsiteY1706" fmla="*/ 2180155 h 3215359"/>
                <a:gd name="connsiteX1707" fmla="*/ 1065697 w 2057605"/>
                <a:gd name="connsiteY1707" fmla="*/ 2177566 h 3215359"/>
                <a:gd name="connsiteX1708" fmla="*/ 1065697 w 2057605"/>
                <a:gd name="connsiteY1708" fmla="*/ 2175121 h 3215359"/>
                <a:gd name="connsiteX1709" fmla="*/ 1058074 w 2057605"/>
                <a:gd name="connsiteY1709" fmla="*/ 2172676 h 3215359"/>
                <a:gd name="connsiteX1710" fmla="*/ 1055485 w 2057605"/>
                <a:gd name="connsiteY1710" fmla="*/ 2175121 h 3215359"/>
                <a:gd name="connsiteX1711" fmla="*/ 1053039 w 2057605"/>
                <a:gd name="connsiteY1711" fmla="*/ 2175121 h 3215359"/>
                <a:gd name="connsiteX1712" fmla="*/ 1053039 w 2057605"/>
                <a:gd name="connsiteY1712" fmla="*/ 2172676 h 3215359"/>
                <a:gd name="connsiteX1713" fmla="*/ 1050594 w 2057605"/>
                <a:gd name="connsiteY1713" fmla="*/ 2172676 h 3215359"/>
                <a:gd name="connsiteX1714" fmla="*/ 1050594 w 2057605"/>
                <a:gd name="connsiteY1714" fmla="*/ 2169943 h 3215359"/>
                <a:gd name="connsiteX1715" fmla="*/ 1047861 w 2057605"/>
                <a:gd name="connsiteY1715" fmla="*/ 2169943 h 3215359"/>
                <a:gd name="connsiteX1716" fmla="*/ 1047861 w 2057605"/>
                <a:gd name="connsiteY1716" fmla="*/ 2167354 h 3215359"/>
                <a:gd name="connsiteX1717" fmla="*/ 1045416 w 2057605"/>
                <a:gd name="connsiteY1717" fmla="*/ 2164908 h 3215359"/>
                <a:gd name="connsiteX1718" fmla="*/ 1047861 w 2057605"/>
                <a:gd name="connsiteY1718" fmla="*/ 2162463 h 3215359"/>
                <a:gd name="connsiteX1719" fmla="*/ 1050594 w 2057605"/>
                <a:gd name="connsiteY1719" fmla="*/ 2159730 h 3215359"/>
                <a:gd name="connsiteX1720" fmla="*/ 1050594 w 2057605"/>
                <a:gd name="connsiteY1720" fmla="*/ 2157285 h 3215359"/>
                <a:gd name="connsiteX1721" fmla="*/ 1047861 w 2057605"/>
                <a:gd name="connsiteY1721" fmla="*/ 2154696 h 3215359"/>
                <a:gd name="connsiteX1722" fmla="*/ 1042827 w 2057605"/>
                <a:gd name="connsiteY1722" fmla="*/ 2152251 h 3215359"/>
                <a:gd name="connsiteX1723" fmla="*/ 1040382 w 2057605"/>
                <a:gd name="connsiteY1723" fmla="*/ 2154696 h 3215359"/>
                <a:gd name="connsiteX1724" fmla="*/ 1040382 w 2057605"/>
                <a:gd name="connsiteY1724" fmla="*/ 2157285 h 3215359"/>
                <a:gd name="connsiteX1725" fmla="*/ 1042827 w 2057605"/>
                <a:gd name="connsiteY1725" fmla="*/ 2159730 h 3215359"/>
                <a:gd name="connsiteX1726" fmla="*/ 1042827 w 2057605"/>
                <a:gd name="connsiteY1726" fmla="*/ 2162463 h 3215359"/>
                <a:gd name="connsiteX1727" fmla="*/ 1040382 w 2057605"/>
                <a:gd name="connsiteY1727" fmla="*/ 2164908 h 3215359"/>
                <a:gd name="connsiteX1728" fmla="*/ 1037649 w 2057605"/>
                <a:gd name="connsiteY1728" fmla="*/ 2167354 h 3215359"/>
                <a:gd name="connsiteX1729" fmla="*/ 1035203 w 2057605"/>
                <a:gd name="connsiteY1729" fmla="*/ 2164908 h 3215359"/>
                <a:gd name="connsiteX1730" fmla="*/ 1035203 w 2057605"/>
                <a:gd name="connsiteY1730" fmla="*/ 2162463 h 3215359"/>
                <a:gd name="connsiteX1731" fmla="*/ 1032614 w 2057605"/>
                <a:gd name="connsiteY1731" fmla="*/ 2162463 h 3215359"/>
                <a:gd name="connsiteX1732" fmla="*/ 1032614 w 2057605"/>
                <a:gd name="connsiteY1732" fmla="*/ 2159730 h 3215359"/>
                <a:gd name="connsiteX1733" fmla="*/ 1030169 w 2057605"/>
                <a:gd name="connsiteY1733" fmla="*/ 2159730 h 3215359"/>
                <a:gd name="connsiteX1734" fmla="*/ 1027436 w 2057605"/>
                <a:gd name="connsiteY1734" fmla="*/ 2159730 h 3215359"/>
                <a:gd name="connsiteX1735" fmla="*/ 1024847 w 2057605"/>
                <a:gd name="connsiteY1735" fmla="*/ 2159730 h 3215359"/>
                <a:gd name="connsiteX1736" fmla="*/ 1022402 w 2057605"/>
                <a:gd name="connsiteY1736" fmla="*/ 2154696 h 3215359"/>
                <a:gd name="connsiteX1737" fmla="*/ 1019957 w 2057605"/>
                <a:gd name="connsiteY1737" fmla="*/ 2152251 h 3215359"/>
                <a:gd name="connsiteX1738" fmla="*/ 1019957 w 2057605"/>
                <a:gd name="connsiteY1738" fmla="*/ 2149518 h 3215359"/>
                <a:gd name="connsiteX1739" fmla="*/ 1022402 w 2057605"/>
                <a:gd name="connsiteY1739" fmla="*/ 2147072 h 3215359"/>
                <a:gd name="connsiteX1740" fmla="*/ 1022402 w 2057605"/>
                <a:gd name="connsiteY1740" fmla="*/ 2144483 h 3215359"/>
                <a:gd name="connsiteX1741" fmla="*/ 1022402 w 2057605"/>
                <a:gd name="connsiteY1741" fmla="*/ 2142038 h 3215359"/>
                <a:gd name="connsiteX1742" fmla="*/ 1019957 w 2057605"/>
                <a:gd name="connsiteY1742" fmla="*/ 2139593 h 3215359"/>
                <a:gd name="connsiteX1743" fmla="*/ 1017224 w 2057605"/>
                <a:gd name="connsiteY1743" fmla="*/ 2139593 h 3215359"/>
                <a:gd name="connsiteX1744" fmla="*/ 1014778 w 2057605"/>
                <a:gd name="connsiteY1744" fmla="*/ 2139593 h 3215359"/>
                <a:gd name="connsiteX1745" fmla="*/ 1012189 w 2057605"/>
                <a:gd name="connsiteY1745" fmla="*/ 2139593 h 3215359"/>
                <a:gd name="connsiteX1746" fmla="*/ 1012189 w 2057605"/>
                <a:gd name="connsiteY1746" fmla="*/ 2142038 h 3215359"/>
                <a:gd name="connsiteX1747" fmla="*/ 1007011 w 2057605"/>
                <a:gd name="connsiteY1747" fmla="*/ 2144483 h 3215359"/>
                <a:gd name="connsiteX1748" fmla="*/ 1009744 w 2057605"/>
                <a:gd name="connsiteY1748" fmla="*/ 2144483 h 3215359"/>
                <a:gd name="connsiteX1749" fmla="*/ 1009744 w 2057605"/>
                <a:gd name="connsiteY1749" fmla="*/ 2147072 h 3215359"/>
                <a:gd name="connsiteX1750" fmla="*/ 1012189 w 2057605"/>
                <a:gd name="connsiteY1750" fmla="*/ 2147072 h 3215359"/>
                <a:gd name="connsiteX1751" fmla="*/ 1012189 w 2057605"/>
                <a:gd name="connsiteY1751" fmla="*/ 2149518 h 3215359"/>
                <a:gd name="connsiteX1752" fmla="*/ 1012189 w 2057605"/>
                <a:gd name="connsiteY1752" fmla="*/ 2152251 h 3215359"/>
                <a:gd name="connsiteX1753" fmla="*/ 1009744 w 2057605"/>
                <a:gd name="connsiteY1753" fmla="*/ 2149518 h 3215359"/>
                <a:gd name="connsiteX1754" fmla="*/ 1007011 w 2057605"/>
                <a:gd name="connsiteY1754" fmla="*/ 2152251 h 3215359"/>
                <a:gd name="connsiteX1755" fmla="*/ 1004566 w 2057605"/>
                <a:gd name="connsiteY1755" fmla="*/ 2152251 h 3215359"/>
                <a:gd name="connsiteX1756" fmla="*/ 1007011 w 2057605"/>
                <a:gd name="connsiteY1756" fmla="*/ 2154696 h 3215359"/>
                <a:gd name="connsiteX1757" fmla="*/ 1004566 w 2057605"/>
                <a:gd name="connsiteY1757" fmla="*/ 2154696 h 3215359"/>
                <a:gd name="connsiteX1758" fmla="*/ 1001977 w 2057605"/>
                <a:gd name="connsiteY1758" fmla="*/ 2149518 h 3215359"/>
                <a:gd name="connsiteX1759" fmla="*/ 997086 w 2057605"/>
                <a:gd name="connsiteY1759" fmla="*/ 2147072 h 3215359"/>
                <a:gd name="connsiteX1760" fmla="*/ 994353 w 2057605"/>
                <a:gd name="connsiteY1760" fmla="*/ 2147072 h 3215359"/>
                <a:gd name="connsiteX1761" fmla="*/ 994353 w 2057605"/>
                <a:gd name="connsiteY1761" fmla="*/ 2144483 h 3215359"/>
                <a:gd name="connsiteX1762" fmla="*/ 994353 w 2057605"/>
                <a:gd name="connsiteY1762" fmla="*/ 2142038 h 3215359"/>
                <a:gd name="connsiteX1763" fmla="*/ 994353 w 2057605"/>
                <a:gd name="connsiteY1763" fmla="*/ 2139593 h 3215359"/>
                <a:gd name="connsiteX1764" fmla="*/ 991764 w 2057605"/>
                <a:gd name="connsiteY1764" fmla="*/ 2136716 h 3215359"/>
                <a:gd name="connsiteX1765" fmla="*/ 994353 w 2057605"/>
                <a:gd name="connsiteY1765" fmla="*/ 2136716 h 3215359"/>
                <a:gd name="connsiteX1766" fmla="*/ 994353 w 2057605"/>
                <a:gd name="connsiteY1766" fmla="*/ 2134271 h 3215359"/>
                <a:gd name="connsiteX1767" fmla="*/ 991764 w 2057605"/>
                <a:gd name="connsiteY1767" fmla="*/ 2134271 h 3215359"/>
                <a:gd name="connsiteX1768" fmla="*/ 989319 w 2057605"/>
                <a:gd name="connsiteY1768" fmla="*/ 2131826 h 3215359"/>
                <a:gd name="connsiteX1769" fmla="*/ 989319 w 2057605"/>
                <a:gd name="connsiteY1769" fmla="*/ 2129380 h 3215359"/>
                <a:gd name="connsiteX1770" fmla="*/ 989319 w 2057605"/>
                <a:gd name="connsiteY1770" fmla="*/ 2126647 h 3215359"/>
                <a:gd name="connsiteX1771" fmla="*/ 991764 w 2057605"/>
                <a:gd name="connsiteY1771" fmla="*/ 2126647 h 3215359"/>
                <a:gd name="connsiteX1772" fmla="*/ 991764 w 2057605"/>
                <a:gd name="connsiteY1772" fmla="*/ 2124058 h 3215359"/>
                <a:gd name="connsiteX1773" fmla="*/ 991764 w 2057605"/>
                <a:gd name="connsiteY1773" fmla="*/ 2121613 h 3215359"/>
                <a:gd name="connsiteX1774" fmla="*/ 991764 w 2057605"/>
                <a:gd name="connsiteY1774" fmla="*/ 2119168 h 3215359"/>
                <a:gd name="connsiteX1775" fmla="*/ 994353 w 2057605"/>
                <a:gd name="connsiteY1775" fmla="*/ 2119168 h 3215359"/>
                <a:gd name="connsiteX1776" fmla="*/ 994353 w 2057605"/>
                <a:gd name="connsiteY1776" fmla="*/ 2116435 h 3215359"/>
                <a:gd name="connsiteX1777" fmla="*/ 997086 w 2057605"/>
                <a:gd name="connsiteY1777" fmla="*/ 2119168 h 3215359"/>
                <a:gd name="connsiteX1778" fmla="*/ 997086 w 2057605"/>
                <a:gd name="connsiteY1778" fmla="*/ 2116435 h 3215359"/>
                <a:gd name="connsiteX1779" fmla="*/ 999532 w 2057605"/>
                <a:gd name="connsiteY1779" fmla="*/ 2119168 h 3215359"/>
                <a:gd name="connsiteX1780" fmla="*/ 1001977 w 2057605"/>
                <a:gd name="connsiteY1780" fmla="*/ 2116435 h 3215359"/>
                <a:gd name="connsiteX1781" fmla="*/ 1001977 w 2057605"/>
                <a:gd name="connsiteY1781" fmla="*/ 2113846 h 3215359"/>
                <a:gd name="connsiteX1782" fmla="*/ 1004566 w 2057605"/>
                <a:gd name="connsiteY1782" fmla="*/ 2116435 h 3215359"/>
                <a:gd name="connsiteX1783" fmla="*/ 1004566 w 2057605"/>
                <a:gd name="connsiteY1783" fmla="*/ 2113846 h 3215359"/>
                <a:gd name="connsiteX1784" fmla="*/ 1007011 w 2057605"/>
                <a:gd name="connsiteY1784" fmla="*/ 2116435 h 3215359"/>
                <a:gd name="connsiteX1785" fmla="*/ 1009744 w 2057605"/>
                <a:gd name="connsiteY1785" fmla="*/ 2116435 h 3215359"/>
                <a:gd name="connsiteX1786" fmla="*/ 1009744 w 2057605"/>
                <a:gd name="connsiteY1786" fmla="*/ 2113846 h 3215359"/>
                <a:gd name="connsiteX1787" fmla="*/ 1012189 w 2057605"/>
                <a:gd name="connsiteY1787" fmla="*/ 2116435 h 3215359"/>
                <a:gd name="connsiteX1788" fmla="*/ 1014778 w 2057605"/>
                <a:gd name="connsiteY1788" fmla="*/ 2116435 h 3215359"/>
                <a:gd name="connsiteX1789" fmla="*/ 1017224 w 2057605"/>
                <a:gd name="connsiteY1789" fmla="*/ 2113846 h 3215359"/>
                <a:gd name="connsiteX1790" fmla="*/ 1017224 w 2057605"/>
                <a:gd name="connsiteY1790" fmla="*/ 2111401 h 3215359"/>
                <a:gd name="connsiteX1791" fmla="*/ 1019957 w 2057605"/>
                <a:gd name="connsiteY1791" fmla="*/ 2108955 h 3215359"/>
                <a:gd name="connsiteX1792" fmla="*/ 1019957 w 2057605"/>
                <a:gd name="connsiteY1792" fmla="*/ 2111401 h 3215359"/>
                <a:gd name="connsiteX1793" fmla="*/ 1022402 w 2057605"/>
                <a:gd name="connsiteY1793" fmla="*/ 2111401 h 3215359"/>
                <a:gd name="connsiteX1794" fmla="*/ 1022402 w 2057605"/>
                <a:gd name="connsiteY1794" fmla="*/ 2113846 h 3215359"/>
                <a:gd name="connsiteX1795" fmla="*/ 1027436 w 2057605"/>
                <a:gd name="connsiteY1795" fmla="*/ 2111401 h 3215359"/>
                <a:gd name="connsiteX1796" fmla="*/ 1030169 w 2057605"/>
                <a:gd name="connsiteY1796" fmla="*/ 2108955 h 3215359"/>
                <a:gd name="connsiteX1797" fmla="*/ 1030169 w 2057605"/>
                <a:gd name="connsiteY1797" fmla="*/ 2106222 h 3215359"/>
                <a:gd name="connsiteX1798" fmla="*/ 1030169 w 2057605"/>
                <a:gd name="connsiteY1798" fmla="*/ 2103633 h 3215359"/>
                <a:gd name="connsiteX1799" fmla="*/ 1030169 w 2057605"/>
                <a:gd name="connsiteY1799" fmla="*/ 2101188 h 3215359"/>
                <a:gd name="connsiteX1800" fmla="*/ 1030169 w 2057605"/>
                <a:gd name="connsiteY1800" fmla="*/ 2098743 h 3215359"/>
                <a:gd name="connsiteX1801" fmla="*/ 1032614 w 2057605"/>
                <a:gd name="connsiteY1801" fmla="*/ 2098743 h 3215359"/>
                <a:gd name="connsiteX1802" fmla="*/ 1032614 w 2057605"/>
                <a:gd name="connsiteY1802" fmla="*/ 2096010 h 3215359"/>
                <a:gd name="connsiteX1803" fmla="*/ 1035203 w 2057605"/>
                <a:gd name="connsiteY1803" fmla="*/ 2098743 h 3215359"/>
                <a:gd name="connsiteX1804" fmla="*/ 1037649 w 2057605"/>
                <a:gd name="connsiteY1804" fmla="*/ 2098743 h 3215359"/>
                <a:gd name="connsiteX1805" fmla="*/ 1037649 w 2057605"/>
                <a:gd name="connsiteY1805" fmla="*/ 2096010 h 3215359"/>
                <a:gd name="connsiteX1806" fmla="*/ 1040382 w 2057605"/>
                <a:gd name="connsiteY1806" fmla="*/ 2096010 h 3215359"/>
                <a:gd name="connsiteX1807" fmla="*/ 1042827 w 2057605"/>
                <a:gd name="connsiteY1807" fmla="*/ 2096010 h 3215359"/>
                <a:gd name="connsiteX1808" fmla="*/ 1042827 w 2057605"/>
                <a:gd name="connsiteY1808" fmla="*/ 2093421 h 3215359"/>
                <a:gd name="connsiteX1809" fmla="*/ 1042827 w 2057605"/>
                <a:gd name="connsiteY1809" fmla="*/ 2090975 h 3215359"/>
                <a:gd name="connsiteX1810" fmla="*/ 1040382 w 2057605"/>
                <a:gd name="connsiteY1810" fmla="*/ 2093421 h 3215359"/>
                <a:gd name="connsiteX1811" fmla="*/ 1040382 w 2057605"/>
                <a:gd name="connsiteY1811" fmla="*/ 2090975 h 3215359"/>
                <a:gd name="connsiteX1812" fmla="*/ 1040382 w 2057605"/>
                <a:gd name="connsiteY1812" fmla="*/ 2088530 h 3215359"/>
                <a:gd name="connsiteX1813" fmla="*/ 1042827 w 2057605"/>
                <a:gd name="connsiteY1813" fmla="*/ 2088530 h 3215359"/>
                <a:gd name="connsiteX1814" fmla="*/ 1040382 w 2057605"/>
                <a:gd name="connsiteY1814" fmla="*/ 2085797 h 3215359"/>
                <a:gd name="connsiteX1815" fmla="*/ 1037649 w 2057605"/>
                <a:gd name="connsiteY1815" fmla="*/ 2085797 h 3215359"/>
                <a:gd name="connsiteX1816" fmla="*/ 1035203 w 2057605"/>
                <a:gd name="connsiteY1816" fmla="*/ 2078318 h 3215359"/>
                <a:gd name="connsiteX1817" fmla="*/ 1035203 w 2057605"/>
                <a:gd name="connsiteY1817" fmla="*/ 2072996 h 3215359"/>
                <a:gd name="connsiteX1818" fmla="*/ 1037649 w 2057605"/>
                <a:gd name="connsiteY1818" fmla="*/ 2072996 h 3215359"/>
                <a:gd name="connsiteX1819" fmla="*/ 1037649 w 2057605"/>
                <a:gd name="connsiteY1819" fmla="*/ 2075585 h 3215359"/>
                <a:gd name="connsiteX1820" fmla="*/ 1040382 w 2057605"/>
                <a:gd name="connsiteY1820" fmla="*/ 2075585 h 3215359"/>
                <a:gd name="connsiteX1821" fmla="*/ 1042827 w 2057605"/>
                <a:gd name="connsiteY1821" fmla="*/ 2075585 h 3215359"/>
                <a:gd name="connsiteX1822" fmla="*/ 1040382 w 2057605"/>
                <a:gd name="connsiteY1822" fmla="*/ 2070550 h 3215359"/>
                <a:gd name="connsiteX1823" fmla="*/ 1037649 w 2057605"/>
                <a:gd name="connsiteY1823" fmla="*/ 2070550 h 3215359"/>
                <a:gd name="connsiteX1824" fmla="*/ 1035203 w 2057605"/>
                <a:gd name="connsiteY1824" fmla="*/ 2068105 h 3215359"/>
                <a:gd name="connsiteX1825" fmla="*/ 1035203 w 2057605"/>
                <a:gd name="connsiteY1825" fmla="*/ 2065372 h 3215359"/>
                <a:gd name="connsiteX1826" fmla="*/ 1035203 w 2057605"/>
                <a:gd name="connsiteY1826" fmla="*/ 2062927 h 3215359"/>
                <a:gd name="connsiteX1827" fmla="*/ 1037649 w 2057605"/>
                <a:gd name="connsiteY1827" fmla="*/ 2062927 h 3215359"/>
                <a:gd name="connsiteX1828" fmla="*/ 1037649 w 2057605"/>
                <a:gd name="connsiteY1828" fmla="*/ 2060338 h 3215359"/>
                <a:gd name="connsiteX1829" fmla="*/ 1040382 w 2057605"/>
                <a:gd name="connsiteY1829" fmla="*/ 2060338 h 3215359"/>
                <a:gd name="connsiteX1830" fmla="*/ 1042827 w 2057605"/>
                <a:gd name="connsiteY1830" fmla="*/ 2062927 h 3215359"/>
                <a:gd name="connsiteX1831" fmla="*/ 1047861 w 2057605"/>
                <a:gd name="connsiteY1831" fmla="*/ 2065372 h 3215359"/>
                <a:gd name="connsiteX1832" fmla="*/ 1050594 w 2057605"/>
                <a:gd name="connsiteY1832" fmla="*/ 2070550 h 3215359"/>
                <a:gd name="connsiteX1833" fmla="*/ 1053039 w 2057605"/>
                <a:gd name="connsiteY1833" fmla="*/ 2075585 h 3215359"/>
                <a:gd name="connsiteX1834" fmla="*/ 1055485 w 2057605"/>
                <a:gd name="connsiteY1834" fmla="*/ 2075585 h 3215359"/>
                <a:gd name="connsiteX1835" fmla="*/ 1055485 w 2057605"/>
                <a:gd name="connsiteY1835" fmla="*/ 2078318 h 3215359"/>
                <a:gd name="connsiteX1836" fmla="*/ 1058074 w 2057605"/>
                <a:gd name="connsiteY1836" fmla="*/ 2078318 h 3215359"/>
                <a:gd name="connsiteX1837" fmla="*/ 1058074 w 2057605"/>
                <a:gd name="connsiteY1837" fmla="*/ 2080763 h 3215359"/>
                <a:gd name="connsiteX1838" fmla="*/ 1060807 w 2057605"/>
                <a:gd name="connsiteY1838" fmla="*/ 2080763 h 3215359"/>
                <a:gd name="connsiteX1839" fmla="*/ 1060807 w 2057605"/>
                <a:gd name="connsiteY1839" fmla="*/ 2078318 h 3215359"/>
                <a:gd name="connsiteX1840" fmla="*/ 1058074 w 2057605"/>
                <a:gd name="connsiteY1840" fmla="*/ 2075585 h 3215359"/>
                <a:gd name="connsiteX1841" fmla="*/ 1058074 w 2057605"/>
                <a:gd name="connsiteY1841" fmla="*/ 2072996 h 3215359"/>
                <a:gd name="connsiteX1842" fmla="*/ 1055485 w 2057605"/>
                <a:gd name="connsiteY1842" fmla="*/ 2072996 h 3215359"/>
                <a:gd name="connsiteX1843" fmla="*/ 1053039 w 2057605"/>
                <a:gd name="connsiteY1843" fmla="*/ 2068105 h 3215359"/>
                <a:gd name="connsiteX1844" fmla="*/ 1053039 w 2057605"/>
                <a:gd name="connsiteY1844" fmla="*/ 2065372 h 3215359"/>
                <a:gd name="connsiteX1845" fmla="*/ 1050594 w 2057605"/>
                <a:gd name="connsiteY1845" fmla="*/ 2060338 h 3215359"/>
                <a:gd name="connsiteX1846" fmla="*/ 1047861 w 2057605"/>
                <a:gd name="connsiteY1846" fmla="*/ 2060338 h 3215359"/>
                <a:gd name="connsiteX1847" fmla="*/ 1045416 w 2057605"/>
                <a:gd name="connsiteY1847" fmla="*/ 2057893 h 3215359"/>
                <a:gd name="connsiteX1848" fmla="*/ 1050594 w 2057605"/>
                <a:gd name="connsiteY1848" fmla="*/ 2039913 h 3215359"/>
                <a:gd name="connsiteX1849" fmla="*/ 1055485 w 2057605"/>
                <a:gd name="connsiteY1849" fmla="*/ 2032290 h 3215359"/>
                <a:gd name="connsiteX1850" fmla="*/ 1058074 w 2057605"/>
                <a:gd name="connsiteY1850" fmla="*/ 2032290 h 3215359"/>
                <a:gd name="connsiteX1851" fmla="*/ 1060807 w 2057605"/>
                <a:gd name="connsiteY1851" fmla="*/ 2027255 h 3215359"/>
                <a:gd name="connsiteX1852" fmla="*/ 1060807 w 2057605"/>
                <a:gd name="connsiteY1852" fmla="*/ 2024810 h 3215359"/>
                <a:gd name="connsiteX1853" fmla="*/ 907619 w 2057605"/>
                <a:gd name="connsiteY1853" fmla="*/ 1981227 h 3215359"/>
                <a:gd name="connsiteX1854" fmla="*/ 910208 w 2057605"/>
                <a:gd name="connsiteY1854" fmla="*/ 1983960 h 3215359"/>
                <a:gd name="connsiteX1855" fmla="*/ 907619 w 2057605"/>
                <a:gd name="connsiteY1855" fmla="*/ 1983960 h 3215359"/>
                <a:gd name="connsiteX1856" fmla="*/ 963716 w 2057605"/>
                <a:gd name="connsiteY1856" fmla="*/ 1927719 h 3215359"/>
                <a:gd name="connsiteX1857" fmla="*/ 966449 w 2057605"/>
                <a:gd name="connsiteY1857" fmla="*/ 1927719 h 3215359"/>
                <a:gd name="connsiteX1858" fmla="*/ 971339 w 2057605"/>
                <a:gd name="connsiteY1858" fmla="*/ 1930452 h 3215359"/>
                <a:gd name="connsiteX1859" fmla="*/ 971339 w 2057605"/>
                <a:gd name="connsiteY1859" fmla="*/ 1932897 h 3215359"/>
                <a:gd name="connsiteX1860" fmla="*/ 968894 w 2057605"/>
                <a:gd name="connsiteY1860" fmla="*/ 1932897 h 3215359"/>
                <a:gd name="connsiteX1861" fmla="*/ 968894 w 2057605"/>
                <a:gd name="connsiteY1861" fmla="*/ 1930452 h 3215359"/>
                <a:gd name="connsiteX1862" fmla="*/ 966449 w 2057605"/>
                <a:gd name="connsiteY1862" fmla="*/ 1930452 h 3215359"/>
                <a:gd name="connsiteX1863" fmla="*/ 948469 w 2057605"/>
                <a:gd name="connsiteY1863" fmla="*/ 1914918 h 3215359"/>
                <a:gd name="connsiteX1864" fmla="*/ 951058 w 2057605"/>
                <a:gd name="connsiteY1864" fmla="*/ 1914918 h 3215359"/>
                <a:gd name="connsiteX1865" fmla="*/ 951058 w 2057605"/>
                <a:gd name="connsiteY1865" fmla="*/ 1917507 h 3215359"/>
                <a:gd name="connsiteX1866" fmla="*/ 953503 w 2057605"/>
                <a:gd name="connsiteY1866" fmla="*/ 1920240 h 3215359"/>
                <a:gd name="connsiteX1867" fmla="*/ 953503 w 2057605"/>
                <a:gd name="connsiteY1867" fmla="*/ 1917507 h 3215359"/>
                <a:gd name="connsiteX1868" fmla="*/ 956236 w 2057605"/>
                <a:gd name="connsiteY1868" fmla="*/ 1917507 h 3215359"/>
                <a:gd name="connsiteX1869" fmla="*/ 956236 w 2057605"/>
                <a:gd name="connsiteY1869" fmla="*/ 1920240 h 3215359"/>
                <a:gd name="connsiteX1870" fmla="*/ 958682 w 2057605"/>
                <a:gd name="connsiteY1870" fmla="*/ 1917507 h 3215359"/>
                <a:gd name="connsiteX1871" fmla="*/ 961127 w 2057605"/>
                <a:gd name="connsiteY1871" fmla="*/ 1922685 h 3215359"/>
                <a:gd name="connsiteX1872" fmla="*/ 963716 w 2057605"/>
                <a:gd name="connsiteY1872" fmla="*/ 1922685 h 3215359"/>
                <a:gd name="connsiteX1873" fmla="*/ 963716 w 2057605"/>
                <a:gd name="connsiteY1873" fmla="*/ 1925130 h 3215359"/>
                <a:gd name="connsiteX1874" fmla="*/ 963716 w 2057605"/>
                <a:gd name="connsiteY1874" fmla="*/ 1927719 h 3215359"/>
                <a:gd name="connsiteX1875" fmla="*/ 963716 w 2057605"/>
                <a:gd name="connsiteY1875" fmla="*/ 1927720 h 3215359"/>
                <a:gd name="connsiteX1876" fmla="*/ 961127 w 2057605"/>
                <a:gd name="connsiteY1876" fmla="*/ 1927720 h 3215359"/>
                <a:gd name="connsiteX1877" fmla="*/ 961127 w 2057605"/>
                <a:gd name="connsiteY1877" fmla="*/ 1932898 h 3215359"/>
                <a:gd name="connsiteX1878" fmla="*/ 963716 w 2057605"/>
                <a:gd name="connsiteY1878" fmla="*/ 1932898 h 3215359"/>
                <a:gd name="connsiteX1879" fmla="*/ 966449 w 2057605"/>
                <a:gd name="connsiteY1879" fmla="*/ 1935343 h 3215359"/>
                <a:gd name="connsiteX1880" fmla="*/ 963716 w 2057605"/>
                <a:gd name="connsiteY1880" fmla="*/ 1937932 h 3215359"/>
                <a:gd name="connsiteX1881" fmla="*/ 966449 w 2057605"/>
                <a:gd name="connsiteY1881" fmla="*/ 1940665 h 3215359"/>
                <a:gd name="connsiteX1882" fmla="*/ 966449 w 2057605"/>
                <a:gd name="connsiteY1882" fmla="*/ 1943110 h 3215359"/>
                <a:gd name="connsiteX1883" fmla="*/ 961127 w 2057605"/>
                <a:gd name="connsiteY1883" fmla="*/ 1943110 h 3215359"/>
                <a:gd name="connsiteX1884" fmla="*/ 958682 w 2057605"/>
                <a:gd name="connsiteY1884" fmla="*/ 1940665 h 3215359"/>
                <a:gd name="connsiteX1885" fmla="*/ 956236 w 2057605"/>
                <a:gd name="connsiteY1885" fmla="*/ 1940665 h 3215359"/>
                <a:gd name="connsiteX1886" fmla="*/ 953503 w 2057605"/>
                <a:gd name="connsiteY1886" fmla="*/ 1935343 h 3215359"/>
                <a:gd name="connsiteX1887" fmla="*/ 951058 w 2057605"/>
                <a:gd name="connsiteY1887" fmla="*/ 1932898 h 3215359"/>
                <a:gd name="connsiteX1888" fmla="*/ 951058 w 2057605"/>
                <a:gd name="connsiteY1888" fmla="*/ 1927720 h 3215359"/>
                <a:gd name="connsiteX1889" fmla="*/ 951058 w 2057605"/>
                <a:gd name="connsiteY1889" fmla="*/ 1922685 h 3215359"/>
                <a:gd name="connsiteX1890" fmla="*/ 948469 w 2057605"/>
                <a:gd name="connsiteY1890" fmla="*/ 1920240 h 3215359"/>
                <a:gd name="connsiteX1891" fmla="*/ 1124527 w 2057605"/>
                <a:gd name="connsiteY1891" fmla="*/ 1843574 h 3215359"/>
                <a:gd name="connsiteX1892" fmla="*/ 1126972 w 2057605"/>
                <a:gd name="connsiteY1892" fmla="*/ 1843574 h 3215359"/>
                <a:gd name="connsiteX1893" fmla="*/ 1126972 w 2057605"/>
                <a:gd name="connsiteY1893" fmla="*/ 1848752 h 3215359"/>
                <a:gd name="connsiteX1894" fmla="*/ 1132006 w 2057605"/>
                <a:gd name="connsiteY1894" fmla="*/ 1851197 h 3215359"/>
                <a:gd name="connsiteX1895" fmla="*/ 1129561 w 2057605"/>
                <a:gd name="connsiteY1895" fmla="*/ 1853787 h 3215359"/>
                <a:gd name="connsiteX1896" fmla="*/ 1124527 w 2057605"/>
                <a:gd name="connsiteY1896" fmla="*/ 1853787 h 3215359"/>
                <a:gd name="connsiteX1897" fmla="*/ 1121794 w 2057605"/>
                <a:gd name="connsiteY1897" fmla="*/ 1851197 h 3215359"/>
                <a:gd name="connsiteX1898" fmla="*/ 1124527 w 2057605"/>
                <a:gd name="connsiteY1898" fmla="*/ 1848752 h 3215359"/>
                <a:gd name="connsiteX1899" fmla="*/ 1124527 w 2057605"/>
                <a:gd name="connsiteY1899" fmla="*/ 1846307 h 3215359"/>
                <a:gd name="connsiteX1900" fmla="*/ 1027436 w 2057605"/>
                <a:gd name="connsiteY1900" fmla="*/ 1830772 h 3215359"/>
                <a:gd name="connsiteX1901" fmla="*/ 1030169 w 2057605"/>
                <a:gd name="connsiteY1901" fmla="*/ 1836094 h 3215359"/>
                <a:gd name="connsiteX1902" fmla="*/ 1027436 w 2057605"/>
                <a:gd name="connsiteY1902" fmla="*/ 1838539 h 3215359"/>
                <a:gd name="connsiteX1903" fmla="*/ 1027436 w 2057605"/>
                <a:gd name="connsiteY1903" fmla="*/ 1840985 h 3215359"/>
                <a:gd name="connsiteX1904" fmla="*/ 1024847 w 2057605"/>
                <a:gd name="connsiteY1904" fmla="*/ 1838539 h 3215359"/>
                <a:gd name="connsiteX1905" fmla="*/ 1022402 w 2057605"/>
                <a:gd name="connsiteY1905" fmla="*/ 1838539 h 3215359"/>
                <a:gd name="connsiteX1906" fmla="*/ 1024847 w 2057605"/>
                <a:gd name="connsiteY1906" fmla="*/ 1833361 h 3215359"/>
                <a:gd name="connsiteX1907" fmla="*/ 1108993 w 2057605"/>
                <a:gd name="connsiteY1907" fmla="*/ 1782587 h 3215359"/>
                <a:gd name="connsiteX1908" fmla="*/ 1114315 w 2057605"/>
                <a:gd name="connsiteY1908" fmla="*/ 1782587 h 3215359"/>
                <a:gd name="connsiteX1909" fmla="*/ 1114315 w 2057605"/>
                <a:gd name="connsiteY1909" fmla="*/ 1785032 h 3215359"/>
                <a:gd name="connsiteX1910" fmla="*/ 1114315 w 2057605"/>
                <a:gd name="connsiteY1910" fmla="*/ 1787478 h 3215359"/>
                <a:gd name="connsiteX1911" fmla="*/ 1108993 w 2057605"/>
                <a:gd name="connsiteY1911" fmla="*/ 1790067 h 3215359"/>
                <a:gd name="connsiteX1912" fmla="*/ 1106548 w 2057605"/>
                <a:gd name="connsiteY1912" fmla="*/ 1787478 h 3215359"/>
                <a:gd name="connsiteX1913" fmla="*/ 1108993 w 2057605"/>
                <a:gd name="connsiteY1913" fmla="*/ 1785032 h 3215359"/>
                <a:gd name="connsiteX1914" fmla="*/ 1175302 w 2057605"/>
                <a:gd name="connsiteY1914" fmla="*/ 1769641 h 3215359"/>
                <a:gd name="connsiteX1915" fmla="*/ 1178035 w 2057605"/>
                <a:gd name="connsiteY1915" fmla="*/ 1769641 h 3215359"/>
                <a:gd name="connsiteX1916" fmla="*/ 1180481 w 2057605"/>
                <a:gd name="connsiteY1916" fmla="*/ 1774819 h 3215359"/>
                <a:gd name="connsiteX1917" fmla="*/ 1178035 w 2057605"/>
                <a:gd name="connsiteY1917" fmla="*/ 1785032 h 3215359"/>
                <a:gd name="connsiteX1918" fmla="*/ 1175302 w 2057605"/>
                <a:gd name="connsiteY1918" fmla="*/ 1785032 h 3215359"/>
                <a:gd name="connsiteX1919" fmla="*/ 1172857 w 2057605"/>
                <a:gd name="connsiteY1919" fmla="*/ 1785032 h 3215359"/>
                <a:gd name="connsiteX1920" fmla="*/ 1170268 w 2057605"/>
                <a:gd name="connsiteY1920" fmla="*/ 1785032 h 3215359"/>
                <a:gd name="connsiteX1921" fmla="*/ 1170268 w 2057605"/>
                <a:gd name="connsiteY1921" fmla="*/ 1782586 h 3215359"/>
                <a:gd name="connsiteX1922" fmla="*/ 1172857 w 2057605"/>
                <a:gd name="connsiteY1922" fmla="*/ 1782586 h 3215359"/>
                <a:gd name="connsiteX1923" fmla="*/ 1172857 w 2057605"/>
                <a:gd name="connsiteY1923" fmla="*/ 1779854 h 3215359"/>
                <a:gd name="connsiteX1924" fmla="*/ 1175302 w 2057605"/>
                <a:gd name="connsiteY1924" fmla="*/ 1779854 h 3215359"/>
                <a:gd name="connsiteX1925" fmla="*/ 1175302 w 2057605"/>
                <a:gd name="connsiteY1925" fmla="*/ 1777265 h 3215359"/>
                <a:gd name="connsiteX1926" fmla="*/ 1172857 w 2057605"/>
                <a:gd name="connsiteY1926" fmla="*/ 1774819 h 3215359"/>
                <a:gd name="connsiteX1927" fmla="*/ 1209104 w 2057605"/>
                <a:gd name="connsiteY1927" fmla="*/ 1749648 h 3215359"/>
                <a:gd name="connsiteX1928" fmla="*/ 1211549 w 2057605"/>
                <a:gd name="connsiteY1928" fmla="*/ 1752381 h 3215359"/>
                <a:gd name="connsiteX1929" fmla="*/ 1211549 w 2057605"/>
                <a:gd name="connsiteY1929" fmla="*/ 1756265 h 3215359"/>
                <a:gd name="connsiteX1930" fmla="*/ 1213995 w 2057605"/>
                <a:gd name="connsiteY1930" fmla="*/ 1756265 h 3215359"/>
                <a:gd name="connsiteX1931" fmla="*/ 1216584 w 2057605"/>
                <a:gd name="connsiteY1931" fmla="*/ 1758854 h 3215359"/>
                <a:gd name="connsiteX1932" fmla="*/ 1213995 w 2057605"/>
                <a:gd name="connsiteY1932" fmla="*/ 1761587 h 3215359"/>
                <a:gd name="connsiteX1933" fmla="*/ 1211549 w 2057605"/>
                <a:gd name="connsiteY1933" fmla="*/ 1761587 h 3215359"/>
                <a:gd name="connsiteX1934" fmla="*/ 1213995 w 2057605"/>
                <a:gd name="connsiteY1934" fmla="*/ 1764032 h 3215359"/>
                <a:gd name="connsiteX1935" fmla="*/ 1213995 w 2057605"/>
                <a:gd name="connsiteY1935" fmla="*/ 1769066 h 3215359"/>
                <a:gd name="connsiteX1936" fmla="*/ 1209104 w 2057605"/>
                <a:gd name="connsiteY1936" fmla="*/ 1769066 h 3215359"/>
                <a:gd name="connsiteX1937" fmla="*/ 1209104 w 2057605"/>
                <a:gd name="connsiteY1937" fmla="*/ 1766477 h 3215359"/>
                <a:gd name="connsiteX1938" fmla="*/ 1206371 w 2057605"/>
                <a:gd name="connsiteY1938" fmla="*/ 1769066 h 3215359"/>
                <a:gd name="connsiteX1939" fmla="*/ 1203926 w 2057605"/>
                <a:gd name="connsiteY1939" fmla="*/ 1769066 h 3215359"/>
                <a:gd name="connsiteX1940" fmla="*/ 1203926 w 2057605"/>
                <a:gd name="connsiteY1940" fmla="*/ 1771799 h 3215359"/>
                <a:gd name="connsiteX1941" fmla="*/ 1201337 w 2057605"/>
                <a:gd name="connsiteY1941" fmla="*/ 1769066 h 3215359"/>
                <a:gd name="connsiteX1942" fmla="*/ 1196159 w 2057605"/>
                <a:gd name="connsiteY1942" fmla="*/ 1769066 h 3215359"/>
                <a:gd name="connsiteX1943" fmla="*/ 1203926 w 2057605"/>
                <a:gd name="connsiteY1943" fmla="*/ 1774244 h 3215359"/>
                <a:gd name="connsiteX1944" fmla="*/ 1203926 w 2057605"/>
                <a:gd name="connsiteY1944" fmla="*/ 1771799 h 3215359"/>
                <a:gd name="connsiteX1945" fmla="*/ 1209104 w 2057605"/>
                <a:gd name="connsiteY1945" fmla="*/ 1769066 h 3215359"/>
                <a:gd name="connsiteX1946" fmla="*/ 1206371 w 2057605"/>
                <a:gd name="connsiteY1946" fmla="*/ 1774244 h 3215359"/>
                <a:gd name="connsiteX1947" fmla="*/ 1206371 w 2057605"/>
                <a:gd name="connsiteY1947" fmla="*/ 1776690 h 3215359"/>
                <a:gd name="connsiteX1948" fmla="*/ 1209104 w 2057605"/>
                <a:gd name="connsiteY1948" fmla="*/ 1776690 h 3215359"/>
                <a:gd name="connsiteX1949" fmla="*/ 1206371 w 2057605"/>
                <a:gd name="connsiteY1949" fmla="*/ 1779279 h 3215359"/>
                <a:gd name="connsiteX1950" fmla="*/ 1206371 w 2057605"/>
                <a:gd name="connsiteY1950" fmla="*/ 1782012 h 3215359"/>
                <a:gd name="connsiteX1951" fmla="*/ 1209104 w 2057605"/>
                <a:gd name="connsiteY1951" fmla="*/ 1784457 h 3215359"/>
                <a:gd name="connsiteX1952" fmla="*/ 1211549 w 2057605"/>
                <a:gd name="connsiteY1952" fmla="*/ 1782012 h 3215359"/>
                <a:gd name="connsiteX1953" fmla="*/ 1211549 w 2057605"/>
                <a:gd name="connsiteY1953" fmla="*/ 1774244 h 3215359"/>
                <a:gd name="connsiteX1954" fmla="*/ 1213995 w 2057605"/>
                <a:gd name="connsiteY1954" fmla="*/ 1774244 h 3215359"/>
                <a:gd name="connsiteX1955" fmla="*/ 1213995 w 2057605"/>
                <a:gd name="connsiteY1955" fmla="*/ 1776690 h 3215359"/>
                <a:gd name="connsiteX1956" fmla="*/ 1216584 w 2057605"/>
                <a:gd name="connsiteY1956" fmla="*/ 1774244 h 3215359"/>
                <a:gd name="connsiteX1957" fmla="*/ 1219317 w 2057605"/>
                <a:gd name="connsiteY1957" fmla="*/ 1774244 h 3215359"/>
                <a:gd name="connsiteX1958" fmla="*/ 1216584 w 2057605"/>
                <a:gd name="connsiteY1958" fmla="*/ 1779279 h 3215359"/>
                <a:gd name="connsiteX1959" fmla="*/ 1216584 w 2057605"/>
                <a:gd name="connsiteY1959" fmla="*/ 1791936 h 3215359"/>
                <a:gd name="connsiteX1960" fmla="*/ 1221762 w 2057605"/>
                <a:gd name="connsiteY1960" fmla="*/ 1784457 h 3215359"/>
                <a:gd name="connsiteX1961" fmla="*/ 1221762 w 2057605"/>
                <a:gd name="connsiteY1961" fmla="*/ 1776690 h 3215359"/>
                <a:gd name="connsiteX1962" fmla="*/ 1223344 w 2057605"/>
                <a:gd name="connsiteY1962" fmla="*/ 1776690 h 3215359"/>
                <a:gd name="connsiteX1963" fmla="*/ 1225933 w 2057605"/>
                <a:gd name="connsiteY1963" fmla="*/ 1779279 h 3215359"/>
                <a:gd name="connsiteX1964" fmla="*/ 1228378 w 2057605"/>
                <a:gd name="connsiteY1964" fmla="*/ 1779279 h 3215359"/>
                <a:gd name="connsiteX1965" fmla="*/ 1231111 w 2057605"/>
                <a:gd name="connsiteY1965" fmla="*/ 1776690 h 3215359"/>
                <a:gd name="connsiteX1966" fmla="*/ 1231111 w 2057605"/>
                <a:gd name="connsiteY1966" fmla="*/ 1779279 h 3215359"/>
                <a:gd name="connsiteX1967" fmla="*/ 1236146 w 2057605"/>
                <a:gd name="connsiteY1967" fmla="*/ 1782012 h 3215359"/>
                <a:gd name="connsiteX1968" fmla="*/ 1238447 w 2057605"/>
                <a:gd name="connsiteY1968" fmla="*/ 1782012 h 3215359"/>
                <a:gd name="connsiteX1969" fmla="*/ 1241180 w 2057605"/>
                <a:gd name="connsiteY1969" fmla="*/ 1779279 h 3215359"/>
                <a:gd name="connsiteX1970" fmla="*/ 1243625 w 2057605"/>
                <a:gd name="connsiteY1970" fmla="*/ 1782012 h 3215359"/>
                <a:gd name="connsiteX1971" fmla="*/ 1243625 w 2057605"/>
                <a:gd name="connsiteY1971" fmla="*/ 1789491 h 3215359"/>
                <a:gd name="connsiteX1972" fmla="*/ 1238447 w 2057605"/>
                <a:gd name="connsiteY1972" fmla="*/ 1794669 h 3215359"/>
                <a:gd name="connsiteX1973" fmla="*/ 1251392 w 2057605"/>
                <a:gd name="connsiteY1973" fmla="*/ 1807327 h 3215359"/>
                <a:gd name="connsiteX1974" fmla="*/ 1253838 w 2057605"/>
                <a:gd name="connsiteY1974" fmla="*/ 1809916 h 3215359"/>
                <a:gd name="connsiteX1975" fmla="*/ 1258872 w 2057605"/>
                <a:gd name="connsiteY1975" fmla="*/ 1809916 h 3215359"/>
                <a:gd name="connsiteX1976" fmla="*/ 1258872 w 2057605"/>
                <a:gd name="connsiteY1976" fmla="*/ 1815238 h 3215359"/>
                <a:gd name="connsiteX1977" fmla="*/ 1261605 w 2057605"/>
                <a:gd name="connsiteY1977" fmla="*/ 1815238 h 3215359"/>
                <a:gd name="connsiteX1978" fmla="*/ 1266639 w 2057605"/>
                <a:gd name="connsiteY1978" fmla="*/ 1820129 h 3215359"/>
                <a:gd name="connsiteX1979" fmla="*/ 1266639 w 2057605"/>
                <a:gd name="connsiteY1979" fmla="*/ 1830341 h 3215359"/>
                <a:gd name="connsiteX1980" fmla="*/ 1271817 w 2057605"/>
                <a:gd name="connsiteY1980" fmla="*/ 1830341 h 3215359"/>
                <a:gd name="connsiteX1981" fmla="*/ 1274263 w 2057605"/>
                <a:gd name="connsiteY1981" fmla="*/ 1832930 h 3215359"/>
                <a:gd name="connsiteX1982" fmla="*/ 1274263 w 2057605"/>
                <a:gd name="connsiteY1982" fmla="*/ 1838109 h 3215359"/>
                <a:gd name="connsiteX1983" fmla="*/ 1276852 w 2057605"/>
                <a:gd name="connsiteY1983" fmla="*/ 1843143 h 3215359"/>
                <a:gd name="connsiteX1984" fmla="*/ 1276852 w 2057605"/>
                <a:gd name="connsiteY1984" fmla="*/ 1850766 h 3215359"/>
                <a:gd name="connsiteX1985" fmla="*/ 1279297 w 2057605"/>
                <a:gd name="connsiteY1985" fmla="*/ 1853355 h 3215359"/>
                <a:gd name="connsiteX1986" fmla="*/ 1282030 w 2057605"/>
                <a:gd name="connsiteY1986" fmla="*/ 1858534 h 3215359"/>
                <a:gd name="connsiteX1987" fmla="*/ 1279297 w 2057605"/>
                <a:gd name="connsiteY1987" fmla="*/ 1871191 h 3215359"/>
                <a:gd name="connsiteX1988" fmla="*/ 1282030 w 2057605"/>
                <a:gd name="connsiteY1988" fmla="*/ 1873780 h 3215359"/>
                <a:gd name="connsiteX1989" fmla="*/ 1282030 w 2057605"/>
                <a:gd name="connsiteY1989" fmla="*/ 1876513 h 3215359"/>
                <a:gd name="connsiteX1990" fmla="*/ 1279297 w 2057605"/>
                <a:gd name="connsiteY1990" fmla="*/ 1878959 h 3215359"/>
                <a:gd name="connsiteX1991" fmla="*/ 1279297 w 2057605"/>
                <a:gd name="connsiteY1991" fmla="*/ 1891616 h 3215359"/>
                <a:gd name="connsiteX1992" fmla="*/ 1284475 w 2057605"/>
                <a:gd name="connsiteY1992" fmla="*/ 1896651 h 3215359"/>
                <a:gd name="connsiteX1993" fmla="*/ 1279297 w 2057605"/>
                <a:gd name="connsiteY1993" fmla="*/ 1899384 h 3215359"/>
                <a:gd name="connsiteX1994" fmla="*/ 1276852 w 2057605"/>
                <a:gd name="connsiteY1994" fmla="*/ 1896651 h 3215359"/>
                <a:gd name="connsiteX1995" fmla="*/ 1276852 w 2057605"/>
                <a:gd name="connsiteY1995" fmla="*/ 1894062 h 3215359"/>
                <a:gd name="connsiteX1996" fmla="*/ 1274263 w 2057605"/>
                <a:gd name="connsiteY1996" fmla="*/ 1891616 h 3215359"/>
                <a:gd name="connsiteX1997" fmla="*/ 1274263 w 2057605"/>
                <a:gd name="connsiteY1997" fmla="*/ 1894062 h 3215359"/>
                <a:gd name="connsiteX1998" fmla="*/ 1276852 w 2057605"/>
                <a:gd name="connsiteY1998" fmla="*/ 1899384 h 3215359"/>
                <a:gd name="connsiteX1999" fmla="*/ 1279297 w 2057605"/>
                <a:gd name="connsiteY1999" fmla="*/ 1899384 h 3215359"/>
                <a:gd name="connsiteX2000" fmla="*/ 1279297 w 2057605"/>
                <a:gd name="connsiteY2000" fmla="*/ 1901829 h 3215359"/>
                <a:gd name="connsiteX2001" fmla="*/ 1288359 w 2057605"/>
                <a:gd name="connsiteY2001" fmla="*/ 1901829 h 3215359"/>
                <a:gd name="connsiteX2002" fmla="*/ 1290804 w 2057605"/>
                <a:gd name="connsiteY2002" fmla="*/ 1906863 h 3215359"/>
                <a:gd name="connsiteX2003" fmla="*/ 1293537 w 2057605"/>
                <a:gd name="connsiteY2003" fmla="*/ 1906863 h 3215359"/>
                <a:gd name="connsiteX2004" fmla="*/ 1293537 w 2057605"/>
                <a:gd name="connsiteY2004" fmla="*/ 1912041 h 3215359"/>
                <a:gd name="connsiteX2005" fmla="*/ 1290804 w 2057605"/>
                <a:gd name="connsiteY2005" fmla="*/ 1912041 h 3215359"/>
                <a:gd name="connsiteX2006" fmla="*/ 1290804 w 2057605"/>
                <a:gd name="connsiteY2006" fmla="*/ 1914487 h 3215359"/>
                <a:gd name="connsiteX2007" fmla="*/ 1293537 w 2057605"/>
                <a:gd name="connsiteY2007" fmla="*/ 1914487 h 3215359"/>
                <a:gd name="connsiteX2008" fmla="*/ 1290804 w 2057605"/>
                <a:gd name="connsiteY2008" fmla="*/ 1917076 h 3215359"/>
                <a:gd name="connsiteX2009" fmla="*/ 1293537 w 2057605"/>
                <a:gd name="connsiteY2009" fmla="*/ 1917076 h 3215359"/>
                <a:gd name="connsiteX2010" fmla="*/ 1293537 w 2057605"/>
                <a:gd name="connsiteY2010" fmla="*/ 1919809 h 3215359"/>
                <a:gd name="connsiteX2011" fmla="*/ 1295982 w 2057605"/>
                <a:gd name="connsiteY2011" fmla="*/ 1917076 h 3215359"/>
                <a:gd name="connsiteX2012" fmla="*/ 1301017 w 2057605"/>
                <a:gd name="connsiteY2012" fmla="*/ 1919809 h 3215359"/>
                <a:gd name="connsiteX2013" fmla="*/ 1303462 w 2057605"/>
                <a:gd name="connsiteY2013" fmla="*/ 1919809 h 3215359"/>
                <a:gd name="connsiteX2014" fmla="*/ 1303462 w 2057605"/>
                <a:gd name="connsiteY2014" fmla="*/ 1922254 h 3215359"/>
                <a:gd name="connsiteX2015" fmla="*/ 1306195 w 2057605"/>
                <a:gd name="connsiteY2015" fmla="*/ 1922254 h 3215359"/>
                <a:gd name="connsiteX2016" fmla="*/ 1308640 w 2057605"/>
                <a:gd name="connsiteY2016" fmla="*/ 1927288 h 3215359"/>
                <a:gd name="connsiteX2017" fmla="*/ 1308640 w 2057605"/>
                <a:gd name="connsiteY2017" fmla="*/ 1932466 h 3215359"/>
                <a:gd name="connsiteX2018" fmla="*/ 1311229 w 2057605"/>
                <a:gd name="connsiteY2018" fmla="*/ 1930021 h 3215359"/>
                <a:gd name="connsiteX2019" fmla="*/ 1311229 w 2057605"/>
                <a:gd name="connsiteY2019" fmla="*/ 1924699 h 3215359"/>
                <a:gd name="connsiteX2020" fmla="*/ 1313674 w 2057605"/>
                <a:gd name="connsiteY2020" fmla="*/ 1927288 h 3215359"/>
                <a:gd name="connsiteX2021" fmla="*/ 1316407 w 2057605"/>
                <a:gd name="connsiteY2021" fmla="*/ 1930021 h 3215359"/>
                <a:gd name="connsiteX2022" fmla="*/ 1313674 w 2057605"/>
                <a:gd name="connsiteY2022" fmla="*/ 1932466 h 3215359"/>
                <a:gd name="connsiteX2023" fmla="*/ 1311229 w 2057605"/>
                <a:gd name="connsiteY2023" fmla="*/ 1932466 h 3215359"/>
                <a:gd name="connsiteX2024" fmla="*/ 1311229 w 2057605"/>
                <a:gd name="connsiteY2024" fmla="*/ 1939861 h 3215359"/>
                <a:gd name="connsiteX2025" fmla="*/ 1312955 w 2057605"/>
                <a:gd name="connsiteY2025" fmla="*/ 1937932 h 3215359"/>
                <a:gd name="connsiteX2026" fmla="*/ 1312955 w 2057605"/>
                <a:gd name="connsiteY2026" fmla="*/ 1940665 h 3215359"/>
                <a:gd name="connsiteX2027" fmla="*/ 1310773 w 2057605"/>
                <a:gd name="connsiteY2027" fmla="*/ 1940665 h 3215359"/>
                <a:gd name="connsiteX2028" fmla="*/ 1308640 w 2057605"/>
                <a:gd name="connsiteY2028" fmla="*/ 1942679 h 3215359"/>
                <a:gd name="connsiteX2029" fmla="*/ 1316407 w 2057605"/>
                <a:gd name="connsiteY2029" fmla="*/ 1945124 h 3215359"/>
                <a:gd name="connsiteX2030" fmla="*/ 1318853 w 2057605"/>
                <a:gd name="connsiteY2030" fmla="*/ 1942679 h 3215359"/>
                <a:gd name="connsiteX2031" fmla="*/ 1318853 w 2057605"/>
                <a:gd name="connsiteY2031" fmla="*/ 1947713 h 3215359"/>
                <a:gd name="connsiteX2032" fmla="*/ 1321442 w 2057605"/>
                <a:gd name="connsiteY2032" fmla="*/ 1950446 h 3215359"/>
                <a:gd name="connsiteX2033" fmla="*/ 1321442 w 2057605"/>
                <a:gd name="connsiteY2033" fmla="*/ 1952891 h 3215359"/>
                <a:gd name="connsiteX2034" fmla="*/ 1318853 w 2057605"/>
                <a:gd name="connsiteY2034" fmla="*/ 1957926 h 3215359"/>
                <a:gd name="connsiteX2035" fmla="*/ 1321442 w 2057605"/>
                <a:gd name="connsiteY2035" fmla="*/ 1955337 h 3215359"/>
                <a:gd name="connsiteX2036" fmla="*/ 1321442 w 2057605"/>
                <a:gd name="connsiteY2036" fmla="*/ 1960659 h 3215359"/>
                <a:gd name="connsiteX2037" fmla="*/ 1323887 w 2057605"/>
                <a:gd name="connsiteY2037" fmla="*/ 1957926 h 3215359"/>
                <a:gd name="connsiteX2038" fmla="*/ 1323887 w 2057605"/>
                <a:gd name="connsiteY2038" fmla="*/ 1963104 h 3215359"/>
                <a:gd name="connsiteX2039" fmla="*/ 1321442 w 2057605"/>
                <a:gd name="connsiteY2039" fmla="*/ 1965549 h 3215359"/>
                <a:gd name="connsiteX2040" fmla="*/ 1318853 w 2057605"/>
                <a:gd name="connsiteY2040" fmla="*/ 1965549 h 3215359"/>
                <a:gd name="connsiteX2041" fmla="*/ 1318853 w 2057605"/>
                <a:gd name="connsiteY2041" fmla="*/ 1968138 h 3215359"/>
                <a:gd name="connsiteX2042" fmla="*/ 1321442 w 2057605"/>
                <a:gd name="connsiteY2042" fmla="*/ 1968138 h 3215359"/>
                <a:gd name="connsiteX2043" fmla="*/ 1321442 w 2057605"/>
                <a:gd name="connsiteY2043" fmla="*/ 1965549 h 3215359"/>
                <a:gd name="connsiteX2044" fmla="*/ 1323887 w 2057605"/>
                <a:gd name="connsiteY2044" fmla="*/ 1965549 h 3215359"/>
                <a:gd name="connsiteX2045" fmla="*/ 1323887 w 2057605"/>
                <a:gd name="connsiteY2045" fmla="*/ 1968138 h 3215359"/>
                <a:gd name="connsiteX2046" fmla="*/ 1326620 w 2057605"/>
                <a:gd name="connsiteY2046" fmla="*/ 1968138 h 3215359"/>
                <a:gd name="connsiteX2047" fmla="*/ 1326620 w 2057605"/>
                <a:gd name="connsiteY2047" fmla="*/ 1966268 h 3215359"/>
                <a:gd name="connsiteX2048" fmla="*/ 1331654 w 2057605"/>
                <a:gd name="connsiteY2048" fmla="*/ 1966268 h 3215359"/>
                <a:gd name="connsiteX2049" fmla="*/ 1329065 w 2057605"/>
                <a:gd name="connsiteY2049" fmla="*/ 1963823 h 3215359"/>
                <a:gd name="connsiteX2050" fmla="*/ 1329065 w 2057605"/>
                <a:gd name="connsiteY2050" fmla="*/ 1961378 h 3215359"/>
                <a:gd name="connsiteX2051" fmla="*/ 1326620 w 2057605"/>
                <a:gd name="connsiteY2051" fmla="*/ 1958645 h 3215359"/>
                <a:gd name="connsiteX2052" fmla="*/ 1329065 w 2057605"/>
                <a:gd name="connsiteY2052" fmla="*/ 1958645 h 3215359"/>
                <a:gd name="connsiteX2053" fmla="*/ 1331654 w 2057605"/>
                <a:gd name="connsiteY2053" fmla="*/ 1961378 h 3215359"/>
                <a:gd name="connsiteX2054" fmla="*/ 1334099 w 2057605"/>
                <a:gd name="connsiteY2054" fmla="*/ 1958645 h 3215359"/>
                <a:gd name="connsiteX2055" fmla="*/ 1336832 w 2057605"/>
                <a:gd name="connsiteY2055" fmla="*/ 1961378 h 3215359"/>
                <a:gd name="connsiteX2056" fmla="*/ 1336832 w 2057605"/>
                <a:gd name="connsiteY2056" fmla="*/ 1981515 h 3215359"/>
                <a:gd name="connsiteX2057" fmla="*/ 1341291 w 2057605"/>
                <a:gd name="connsiteY2057" fmla="*/ 1981515 h 3215359"/>
                <a:gd name="connsiteX2058" fmla="*/ 1338702 w 2057605"/>
                <a:gd name="connsiteY2058" fmla="*/ 1978926 h 3215359"/>
                <a:gd name="connsiteX2059" fmla="*/ 1338702 w 2057605"/>
                <a:gd name="connsiteY2059" fmla="*/ 1974036 h 3215359"/>
                <a:gd name="connsiteX2060" fmla="*/ 1343737 w 2057605"/>
                <a:gd name="connsiteY2060" fmla="*/ 1981515 h 3215359"/>
                <a:gd name="connsiteX2061" fmla="*/ 1346470 w 2057605"/>
                <a:gd name="connsiteY2061" fmla="*/ 1981515 h 3215359"/>
                <a:gd name="connsiteX2062" fmla="*/ 1343737 w 2057605"/>
                <a:gd name="connsiteY2062" fmla="*/ 1986693 h 3215359"/>
                <a:gd name="connsiteX2063" fmla="*/ 1338702 w 2057605"/>
                <a:gd name="connsiteY2063" fmla="*/ 1989139 h 3215359"/>
                <a:gd name="connsiteX2064" fmla="*/ 1333524 w 2057605"/>
                <a:gd name="connsiteY2064" fmla="*/ 1989139 h 3215359"/>
                <a:gd name="connsiteX2065" fmla="*/ 1326045 w 2057605"/>
                <a:gd name="connsiteY2065" fmla="*/ 1991728 h 3215359"/>
                <a:gd name="connsiteX2066" fmla="*/ 1320866 w 2057605"/>
                <a:gd name="connsiteY2066" fmla="*/ 1989139 h 3215359"/>
                <a:gd name="connsiteX2067" fmla="*/ 1318277 w 2057605"/>
                <a:gd name="connsiteY2067" fmla="*/ 1984248 h 3215359"/>
                <a:gd name="connsiteX2068" fmla="*/ 1313099 w 2057605"/>
                <a:gd name="connsiteY2068" fmla="*/ 1981515 h 3215359"/>
                <a:gd name="connsiteX2069" fmla="*/ 1315832 w 2057605"/>
                <a:gd name="connsiteY2069" fmla="*/ 1974036 h 3215359"/>
                <a:gd name="connsiteX2070" fmla="*/ 1313099 w 2057605"/>
                <a:gd name="connsiteY2070" fmla="*/ 1978926 h 3215359"/>
                <a:gd name="connsiteX2071" fmla="*/ 1310654 w 2057605"/>
                <a:gd name="connsiteY2071" fmla="*/ 1974036 h 3215359"/>
                <a:gd name="connsiteX2072" fmla="*/ 1310654 w 2057605"/>
                <a:gd name="connsiteY2072" fmla="*/ 1976481 h 3215359"/>
                <a:gd name="connsiteX2073" fmla="*/ 1308065 w 2057605"/>
                <a:gd name="connsiteY2073" fmla="*/ 1976481 h 3215359"/>
                <a:gd name="connsiteX2074" fmla="*/ 1310654 w 2057605"/>
                <a:gd name="connsiteY2074" fmla="*/ 1978926 h 3215359"/>
                <a:gd name="connsiteX2075" fmla="*/ 1310654 w 2057605"/>
                <a:gd name="connsiteY2075" fmla="*/ 1981515 h 3215359"/>
                <a:gd name="connsiteX2076" fmla="*/ 1308065 w 2057605"/>
                <a:gd name="connsiteY2076" fmla="*/ 1984248 h 3215359"/>
                <a:gd name="connsiteX2077" fmla="*/ 1305620 w 2057605"/>
                <a:gd name="connsiteY2077" fmla="*/ 1981515 h 3215359"/>
                <a:gd name="connsiteX2078" fmla="*/ 1302887 w 2057605"/>
                <a:gd name="connsiteY2078" fmla="*/ 1984248 h 3215359"/>
                <a:gd name="connsiteX2079" fmla="*/ 1305620 w 2057605"/>
                <a:gd name="connsiteY2079" fmla="*/ 1984248 h 3215359"/>
                <a:gd name="connsiteX2080" fmla="*/ 1305620 w 2057605"/>
                <a:gd name="connsiteY2080" fmla="*/ 1986693 h 3215359"/>
                <a:gd name="connsiteX2081" fmla="*/ 1302887 w 2057605"/>
                <a:gd name="connsiteY2081" fmla="*/ 1994461 h 3215359"/>
                <a:gd name="connsiteX2082" fmla="*/ 1300441 w 2057605"/>
                <a:gd name="connsiteY2082" fmla="*/ 1996906 h 3215359"/>
                <a:gd name="connsiteX2083" fmla="*/ 1302887 w 2057605"/>
                <a:gd name="connsiteY2083" fmla="*/ 1996906 h 3215359"/>
                <a:gd name="connsiteX2084" fmla="*/ 1302887 w 2057605"/>
                <a:gd name="connsiteY2084" fmla="*/ 2001940 h 3215359"/>
                <a:gd name="connsiteX2085" fmla="*/ 1305620 w 2057605"/>
                <a:gd name="connsiteY2085" fmla="*/ 1999351 h 3215359"/>
                <a:gd name="connsiteX2086" fmla="*/ 1305620 w 2057605"/>
                <a:gd name="connsiteY2086" fmla="*/ 1996906 h 3215359"/>
                <a:gd name="connsiteX2087" fmla="*/ 1308065 w 2057605"/>
                <a:gd name="connsiteY2087" fmla="*/ 1996906 h 3215359"/>
                <a:gd name="connsiteX2088" fmla="*/ 1308065 w 2057605"/>
                <a:gd name="connsiteY2088" fmla="*/ 1993598 h 3215359"/>
                <a:gd name="connsiteX2089" fmla="*/ 1313099 w 2057605"/>
                <a:gd name="connsiteY2089" fmla="*/ 1993598 h 3215359"/>
                <a:gd name="connsiteX2090" fmla="*/ 1313099 w 2057605"/>
                <a:gd name="connsiteY2090" fmla="*/ 1996043 h 3215359"/>
                <a:gd name="connsiteX2091" fmla="*/ 1308065 w 2057605"/>
                <a:gd name="connsiteY2091" fmla="*/ 2001077 h 3215359"/>
                <a:gd name="connsiteX2092" fmla="*/ 1311229 w 2057605"/>
                <a:gd name="connsiteY2092" fmla="*/ 2001077 h 3215359"/>
                <a:gd name="connsiteX2093" fmla="*/ 1316407 w 2057605"/>
                <a:gd name="connsiteY2093" fmla="*/ 1998488 h 3215359"/>
                <a:gd name="connsiteX2094" fmla="*/ 1316407 w 2057605"/>
                <a:gd name="connsiteY2094" fmla="*/ 1993598 h 3215359"/>
                <a:gd name="connsiteX2095" fmla="*/ 1323887 w 2057605"/>
                <a:gd name="connsiteY2095" fmla="*/ 1996043 h 3215359"/>
                <a:gd name="connsiteX2096" fmla="*/ 1326620 w 2057605"/>
                <a:gd name="connsiteY2096" fmla="*/ 2001077 h 3215359"/>
                <a:gd name="connsiteX2097" fmla="*/ 1329065 w 2057605"/>
                <a:gd name="connsiteY2097" fmla="*/ 2003810 h 3215359"/>
                <a:gd name="connsiteX2098" fmla="*/ 1323887 w 2057605"/>
                <a:gd name="connsiteY2098" fmla="*/ 2008701 h 3215359"/>
                <a:gd name="connsiteX2099" fmla="*/ 1321442 w 2057605"/>
                <a:gd name="connsiteY2099" fmla="*/ 2006255 h 3215359"/>
                <a:gd name="connsiteX2100" fmla="*/ 1321442 w 2057605"/>
                <a:gd name="connsiteY2100" fmla="*/ 2008701 h 3215359"/>
                <a:gd name="connsiteX2101" fmla="*/ 1318853 w 2057605"/>
                <a:gd name="connsiteY2101" fmla="*/ 2011290 h 3215359"/>
                <a:gd name="connsiteX2102" fmla="*/ 1318853 w 2057605"/>
                <a:gd name="connsiteY2102" fmla="*/ 2015317 h 3215359"/>
                <a:gd name="connsiteX2103" fmla="*/ 1316407 w 2057605"/>
                <a:gd name="connsiteY2103" fmla="*/ 2017762 h 3215359"/>
                <a:gd name="connsiteX2104" fmla="*/ 1313674 w 2057605"/>
                <a:gd name="connsiteY2104" fmla="*/ 2017762 h 3215359"/>
                <a:gd name="connsiteX2105" fmla="*/ 1316407 w 2057605"/>
                <a:gd name="connsiteY2105" fmla="*/ 2020208 h 3215359"/>
                <a:gd name="connsiteX2106" fmla="*/ 1313674 w 2057605"/>
                <a:gd name="connsiteY2106" fmla="*/ 2022797 h 3215359"/>
                <a:gd name="connsiteX2107" fmla="*/ 1308640 w 2057605"/>
                <a:gd name="connsiteY2107" fmla="*/ 2027975 h 3215359"/>
                <a:gd name="connsiteX2108" fmla="*/ 1306195 w 2057605"/>
                <a:gd name="connsiteY2108" fmla="*/ 2030420 h 3215359"/>
                <a:gd name="connsiteX2109" fmla="*/ 1301017 w 2057605"/>
                <a:gd name="connsiteY2109" fmla="*/ 2033009 h 3215359"/>
                <a:gd name="connsiteX2110" fmla="*/ 1301017 w 2057605"/>
                <a:gd name="connsiteY2110" fmla="*/ 2038187 h 3215359"/>
                <a:gd name="connsiteX2111" fmla="*/ 1298428 w 2057605"/>
                <a:gd name="connsiteY2111" fmla="*/ 2035742 h 3215359"/>
                <a:gd name="connsiteX2112" fmla="*/ 1298428 w 2057605"/>
                <a:gd name="connsiteY2112" fmla="*/ 2038187 h 3215359"/>
                <a:gd name="connsiteX2113" fmla="*/ 1295982 w 2057605"/>
                <a:gd name="connsiteY2113" fmla="*/ 2038187 h 3215359"/>
                <a:gd name="connsiteX2114" fmla="*/ 1295982 w 2057605"/>
                <a:gd name="connsiteY2114" fmla="*/ 2040633 h 3215359"/>
                <a:gd name="connsiteX2115" fmla="*/ 1293537 w 2057605"/>
                <a:gd name="connsiteY2115" fmla="*/ 2043222 h 3215359"/>
                <a:gd name="connsiteX2116" fmla="*/ 1290804 w 2057605"/>
                <a:gd name="connsiteY2116" fmla="*/ 2043222 h 3215359"/>
                <a:gd name="connsiteX2117" fmla="*/ 1290804 w 2057605"/>
                <a:gd name="connsiteY2117" fmla="*/ 2045955 h 3215359"/>
                <a:gd name="connsiteX2118" fmla="*/ 1301017 w 2057605"/>
                <a:gd name="connsiteY2118" fmla="*/ 2045955 h 3215359"/>
                <a:gd name="connsiteX2119" fmla="*/ 1298428 w 2057605"/>
                <a:gd name="connsiteY2119" fmla="*/ 2048400 h 3215359"/>
                <a:gd name="connsiteX2120" fmla="*/ 1301017 w 2057605"/>
                <a:gd name="connsiteY2120" fmla="*/ 2048400 h 3215359"/>
                <a:gd name="connsiteX2121" fmla="*/ 1306195 w 2057605"/>
                <a:gd name="connsiteY2121" fmla="*/ 2045955 h 3215359"/>
                <a:gd name="connsiteX2122" fmla="*/ 1313674 w 2057605"/>
                <a:gd name="connsiteY2122" fmla="*/ 2050845 h 3215359"/>
                <a:gd name="connsiteX2123" fmla="*/ 1316407 w 2057605"/>
                <a:gd name="connsiteY2123" fmla="*/ 2048400 h 3215359"/>
                <a:gd name="connsiteX2124" fmla="*/ 1316407 w 2057605"/>
                <a:gd name="connsiteY2124" fmla="*/ 2050845 h 3215359"/>
                <a:gd name="connsiteX2125" fmla="*/ 1318853 w 2057605"/>
                <a:gd name="connsiteY2125" fmla="*/ 2053434 h 3215359"/>
                <a:gd name="connsiteX2126" fmla="*/ 1313674 w 2057605"/>
                <a:gd name="connsiteY2126" fmla="*/ 2053434 h 3215359"/>
                <a:gd name="connsiteX2127" fmla="*/ 1316407 w 2057605"/>
                <a:gd name="connsiteY2127" fmla="*/ 2055880 h 3215359"/>
                <a:gd name="connsiteX2128" fmla="*/ 1318853 w 2057605"/>
                <a:gd name="connsiteY2128" fmla="*/ 2058612 h 3215359"/>
                <a:gd name="connsiteX2129" fmla="*/ 1323887 w 2057605"/>
                <a:gd name="connsiteY2129" fmla="*/ 2063647 h 3215359"/>
                <a:gd name="connsiteX2130" fmla="*/ 1329065 w 2057605"/>
                <a:gd name="connsiteY2130" fmla="*/ 2066092 h 3215359"/>
                <a:gd name="connsiteX2131" fmla="*/ 1339278 w 2057605"/>
                <a:gd name="connsiteY2131" fmla="*/ 2073715 h 3215359"/>
                <a:gd name="connsiteX2132" fmla="*/ 1339278 w 2057605"/>
                <a:gd name="connsiteY2132" fmla="*/ 2071270 h 3215359"/>
                <a:gd name="connsiteX2133" fmla="*/ 1336832 w 2057605"/>
                <a:gd name="connsiteY2133" fmla="*/ 2068825 h 3215359"/>
                <a:gd name="connsiteX2134" fmla="*/ 1341004 w 2057605"/>
                <a:gd name="connsiteY2134" fmla="*/ 2063647 h 3215359"/>
                <a:gd name="connsiteX2135" fmla="*/ 1338415 w 2057605"/>
                <a:gd name="connsiteY2135" fmla="*/ 2063647 h 3215359"/>
                <a:gd name="connsiteX2136" fmla="*/ 1341004 w 2057605"/>
                <a:gd name="connsiteY2136" fmla="*/ 2061058 h 3215359"/>
                <a:gd name="connsiteX2137" fmla="*/ 1343449 w 2057605"/>
                <a:gd name="connsiteY2137" fmla="*/ 2061058 h 3215359"/>
                <a:gd name="connsiteX2138" fmla="*/ 1346182 w 2057605"/>
                <a:gd name="connsiteY2138" fmla="*/ 2055880 h 3215359"/>
                <a:gd name="connsiteX2139" fmla="*/ 1346182 w 2057605"/>
                <a:gd name="connsiteY2139" fmla="*/ 2053434 h 3215359"/>
                <a:gd name="connsiteX2140" fmla="*/ 1348627 w 2057605"/>
                <a:gd name="connsiteY2140" fmla="*/ 2053434 h 3215359"/>
                <a:gd name="connsiteX2141" fmla="*/ 1348627 w 2057605"/>
                <a:gd name="connsiteY2141" fmla="*/ 2050845 h 3215359"/>
                <a:gd name="connsiteX2142" fmla="*/ 1351216 w 2057605"/>
                <a:gd name="connsiteY2142" fmla="*/ 2048400 h 3215359"/>
                <a:gd name="connsiteX2143" fmla="*/ 1354381 w 2057605"/>
                <a:gd name="connsiteY2143" fmla="*/ 2048400 h 3215359"/>
                <a:gd name="connsiteX2144" fmla="*/ 1357114 w 2057605"/>
                <a:gd name="connsiteY2144" fmla="*/ 2050845 h 3215359"/>
                <a:gd name="connsiteX2145" fmla="*/ 1359559 w 2057605"/>
                <a:gd name="connsiteY2145" fmla="*/ 2048400 h 3215359"/>
                <a:gd name="connsiteX2146" fmla="*/ 1359559 w 2057605"/>
                <a:gd name="connsiteY2146" fmla="*/ 2053434 h 3215359"/>
                <a:gd name="connsiteX2147" fmla="*/ 1362148 w 2057605"/>
                <a:gd name="connsiteY2147" fmla="*/ 2050845 h 3215359"/>
                <a:gd name="connsiteX2148" fmla="*/ 1362148 w 2057605"/>
                <a:gd name="connsiteY2148" fmla="*/ 2053434 h 3215359"/>
                <a:gd name="connsiteX2149" fmla="*/ 1359559 w 2057605"/>
                <a:gd name="connsiteY2149" fmla="*/ 2055880 h 3215359"/>
                <a:gd name="connsiteX2150" fmla="*/ 1359559 w 2057605"/>
                <a:gd name="connsiteY2150" fmla="*/ 2061058 h 3215359"/>
                <a:gd name="connsiteX2151" fmla="*/ 1357114 w 2057605"/>
                <a:gd name="connsiteY2151" fmla="*/ 2063647 h 3215359"/>
                <a:gd name="connsiteX2152" fmla="*/ 1349346 w 2057605"/>
                <a:gd name="connsiteY2152" fmla="*/ 2063647 h 3215359"/>
                <a:gd name="connsiteX2153" fmla="*/ 1349346 w 2057605"/>
                <a:gd name="connsiteY2153" fmla="*/ 2066092 h 3215359"/>
                <a:gd name="connsiteX2154" fmla="*/ 1357114 w 2057605"/>
                <a:gd name="connsiteY2154" fmla="*/ 2066092 h 3215359"/>
                <a:gd name="connsiteX2155" fmla="*/ 1357114 w 2057605"/>
                <a:gd name="connsiteY2155" fmla="*/ 2063647 h 3215359"/>
                <a:gd name="connsiteX2156" fmla="*/ 1359559 w 2057605"/>
                <a:gd name="connsiteY2156" fmla="*/ 2063647 h 3215359"/>
                <a:gd name="connsiteX2157" fmla="*/ 1362148 w 2057605"/>
                <a:gd name="connsiteY2157" fmla="*/ 2061058 h 3215359"/>
                <a:gd name="connsiteX2158" fmla="*/ 1364593 w 2057605"/>
                <a:gd name="connsiteY2158" fmla="*/ 2061058 h 3215359"/>
                <a:gd name="connsiteX2159" fmla="*/ 1364593 w 2057605"/>
                <a:gd name="connsiteY2159" fmla="*/ 2063647 h 3215359"/>
                <a:gd name="connsiteX2160" fmla="*/ 1367326 w 2057605"/>
                <a:gd name="connsiteY2160" fmla="*/ 2063647 h 3215359"/>
                <a:gd name="connsiteX2161" fmla="*/ 1367326 w 2057605"/>
                <a:gd name="connsiteY2161" fmla="*/ 2066092 h 3215359"/>
                <a:gd name="connsiteX2162" fmla="*/ 1369771 w 2057605"/>
                <a:gd name="connsiteY2162" fmla="*/ 2066092 h 3215359"/>
                <a:gd name="connsiteX2163" fmla="*/ 1372360 w 2057605"/>
                <a:gd name="connsiteY2163" fmla="*/ 2063647 h 3215359"/>
                <a:gd name="connsiteX2164" fmla="*/ 1367326 w 2057605"/>
                <a:gd name="connsiteY2164" fmla="*/ 2068825 h 3215359"/>
                <a:gd name="connsiteX2165" fmla="*/ 1367326 w 2057605"/>
                <a:gd name="connsiteY2165" fmla="*/ 2071270 h 3215359"/>
                <a:gd name="connsiteX2166" fmla="*/ 1364593 w 2057605"/>
                <a:gd name="connsiteY2166" fmla="*/ 2073715 h 3215359"/>
                <a:gd name="connsiteX2167" fmla="*/ 1367326 w 2057605"/>
                <a:gd name="connsiteY2167" fmla="*/ 2073715 h 3215359"/>
                <a:gd name="connsiteX2168" fmla="*/ 1369771 w 2057605"/>
                <a:gd name="connsiteY2168" fmla="*/ 2071270 h 3215359"/>
                <a:gd name="connsiteX2169" fmla="*/ 1369771 w 2057605"/>
                <a:gd name="connsiteY2169" fmla="*/ 2068825 h 3215359"/>
                <a:gd name="connsiteX2170" fmla="*/ 1374806 w 2057605"/>
                <a:gd name="connsiteY2170" fmla="*/ 2066092 h 3215359"/>
                <a:gd name="connsiteX2171" fmla="*/ 1372360 w 2057605"/>
                <a:gd name="connsiteY2171" fmla="*/ 2071270 h 3215359"/>
                <a:gd name="connsiteX2172" fmla="*/ 1377251 w 2057605"/>
                <a:gd name="connsiteY2172" fmla="*/ 2068825 h 3215359"/>
                <a:gd name="connsiteX2173" fmla="*/ 1377251 w 2057605"/>
                <a:gd name="connsiteY2173" fmla="*/ 2066092 h 3215359"/>
                <a:gd name="connsiteX2174" fmla="*/ 1379984 w 2057605"/>
                <a:gd name="connsiteY2174" fmla="*/ 2068825 h 3215359"/>
                <a:gd name="connsiteX2175" fmla="*/ 1379984 w 2057605"/>
                <a:gd name="connsiteY2175" fmla="*/ 2071270 h 3215359"/>
                <a:gd name="connsiteX2176" fmla="*/ 1382429 w 2057605"/>
                <a:gd name="connsiteY2176" fmla="*/ 2068825 h 3215359"/>
                <a:gd name="connsiteX2177" fmla="*/ 1382429 w 2057605"/>
                <a:gd name="connsiteY2177" fmla="*/ 2066092 h 3215359"/>
                <a:gd name="connsiteX2178" fmla="*/ 1379984 w 2057605"/>
                <a:gd name="connsiteY2178" fmla="*/ 2066092 h 3215359"/>
                <a:gd name="connsiteX2179" fmla="*/ 1379984 w 2057605"/>
                <a:gd name="connsiteY2179" fmla="*/ 2063647 h 3215359"/>
                <a:gd name="connsiteX2180" fmla="*/ 1381566 w 2057605"/>
                <a:gd name="connsiteY2180" fmla="*/ 2063647 h 3215359"/>
                <a:gd name="connsiteX2181" fmla="*/ 1384155 w 2057605"/>
                <a:gd name="connsiteY2181" fmla="*/ 2061058 h 3215359"/>
                <a:gd name="connsiteX2182" fmla="*/ 1386601 w 2057605"/>
                <a:gd name="connsiteY2182" fmla="*/ 2061058 h 3215359"/>
                <a:gd name="connsiteX2183" fmla="*/ 1386601 w 2057605"/>
                <a:gd name="connsiteY2183" fmla="*/ 2063647 h 3215359"/>
                <a:gd name="connsiteX2184" fmla="*/ 1391779 w 2057605"/>
                <a:gd name="connsiteY2184" fmla="*/ 2063647 h 3215359"/>
                <a:gd name="connsiteX2185" fmla="*/ 1394368 w 2057605"/>
                <a:gd name="connsiteY2185" fmla="*/ 2066092 h 3215359"/>
                <a:gd name="connsiteX2186" fmla="*/ 1394368 w 2057605"/>
                <a:gd name="connsiteY2186" fmla="*/ 2068825 h 3215359"/>
                <a:gd name="connsiteX2187" fmla="*/ 1397676 w 2057605"/>
                <a:gd name="connsiteY2187" fmla="*/ 2065373 h 3215359"/>
                <a:gd name="connsiteX2188" fmla="*/ 1397676 w 2057605"/>
                <a:gd name="connsiteY2188" fmla="*/ 2070551 h 3215359"/>
                <a:gd name="connsiteX2189" fmla="*/ 1399834 w 2057605"/>
                <a:gd name="connsiteY2189" fmla="*/ 2070551 h 3215359"/>
                <a:gd name="connsiteX2190" fmla="*/ 1399834 w 2057605"/>
                <a:gd name="connsiteY2190" fmla="*/ 2072996 h 3215359"/>
                <a:gd name="connsiteX2191" fmla="*/ 1397101 w 2057605"/>
                <a:gd name="connsiteY2191" fmla="*/ 2072996 h 3215359"/>
                <a:gd name="connsiteX2192" fmla="*/ 1397101 w 2057605"/>
                <a:gd name="connsiteY2192" fmla="*/ 2071126 h 3215359"/>
                <a:gd name="connsiteX2193" fmla="*/ 1392642 w 2057605"/>
                <a:gd name="connsiteY2193" fmla="*/ 2075585 h 3215359"/>
                <a:gd name="connsiteX2194" fmla="*/ 1390196 w 2057605"/>
                <a:gd name="connsiteY2194" fmla="*/ 2072996 h 3215359"/>
                <a:gd name="connsiteX2195" fmla="*/ 1385018 w 2057605"/>
                <a:gd name="connsiteY2195" fmla="*/ 2070551 h 3215359"/>
                <a:gd name="connsiteX2196" fmla="*/ 1387464 w 2057605"/>
                <a:gd name="connsiteY2196" fmla="*/ 2072996 h 3215359"/>
                <a:gd name="connsiteX2197" fmla="*/ 1387464 w 2057605"/>
                <a:gd name="connsiteY2197" fmla="*/ 2075585 h 3215359"/>
                <a:gd name="connsiteX2198" fmla="*/ 1390196 w 2057605"/>
                <a:gd name="connsiteY2198" fmla="*/ 2075585 h 3215359"/>
                <a:gd name="connsiteX2199" fmla="*/ 1390196 w 2057605"/>
                <a:gd name="connsiteY2199" fmla="*/ 2078318 h 3215359"/>
                <a:gd name="connsiteX2200" fmla="*/ 1387464 w 2057605"/>
                <a:gd name="connsiteY2200" fmla="*/ 2078318 h 3215359"/>
                <a:gd name="connsiteX2201" fmla="*/ 1385018 w 2057605"/>
                <a:gd name="connsiteY2201" fmla="*/ 2080764 h 3215359"/>
                <a:gd name="connsiteX2202" fmla="*/ 1379984 w 2057605"/>
                <a:gd name="connsiteY2202" fmla="*/ 2083209 h 3215359"/>
                <a:gd name="connsiteX2203" fmla="*/ 1382429 w 2057605"/>
                <a:gd name="connsiteY2203" fmla="*/ 2083209 h 3215359"/>
                <a:gd name="connsiteX2204" fmla="*/ 1382429 w 2057605"/>
                <a:gd name="connsiteY2204" fmla="*/ 2086230 h 3215359"/>
                <a:gd name="connsiteX2205" fmla="*/ 1379984 w 2057605"/>
                <a:gd name="connsiteY2205" fmla="*/ 2088962 h 3215359"/>
                <a:gd name="connsiteX2206" fmla="*/ 1382312 w 2057605"/>
                <a:gd name="connsiteY2206" fmla="*/ 2088962 h 3215359"/>
                <a:gd name="connsiteX2207" fmla="*/ 1381854 w 2057605"/>
                <a:gd name="connsiteY2207" fmla="*/ 2088530 h 3215359"/>
                <a:gd name="connsiteX2208" fmla="*/ 1389621 w 2057605"/>
                <a:gd name="connsiteY2208" fmla="*/ 2080763 h 3215359"/>
                <a:gd name="connsiteX2209" fmla="*/ 1389621 w 2057605"/>
                <a:gd name="connsiteY2209" fmla="*/ 2083208 h 3215359"/>
                <a:gd name="connsiteX2210" fmla="*/ 1384443 w 2057605"/>
                <a:gd name="connsiteY2210" fmla="*/ 2093421 h 3215359"/>
                <a:gd name="connsiteX2211" fmla="*/ 1384443 w 2057605"/>
                <a:gd name="connsiteY2211" fmla="*/ 2090975 h 3215359"/>
                <a:gd name="connsiteX2212" fmla="*/ 1382429 w 2057605"/>
                <a:gd name="connsiteY2212" fmla="*/ 2089073 h 3215359"/>
                <a:gd name="connsiteX2213" fmla="*/ 1382429 w 2057605"/>
                <a:gd name="connsiteY2213" fmla="*/ 2093853 h 3215359"/>
                <a:gd name="connsiteX2214" fmla="*/ 1379984 w 2057605"/>
                <a:gd name="connsiteY2214" fmla="*/ 2099175 h 3215359"/>
                <a:gd name="connsiteX2215" fmla="*/ 1379984 w 2057605"/>
                <a:gd name="connsiteY2215" fmla="*/ 2096442 h 3215359"/>
                <a:gd name="connsiteX2216" fmla="*/ 1376388 w 2057605"/>
                <a:gd name="connsiteY2216" fmla="*/ 2096442 h 3215359"/>
                <a:gd name="connsiteX2217" fmla="*/ 1376388 w 2057605"/>
                <a:gd name="connsiteY2217" fmla="*/ 2093853 h 3215359"/>
                <a:gd name="connsiteX2218" fmla="*/ 1373943 w 2057605"/>
                <a:gd name="connsiteY2218" fmla="*/ 2093853 h 3215359"/>
                <a:gd name="connsiteX2219" fmla="*/ 1371497 w 2057605"/>
                <a:gd name="connsiteY2219" fmla="*/ 2096442 h 3215359"/>
                <a:gd name="connsiteX2220" fmla="*/ 1368908 w 2057605"/>
                <a:gd name="connsiteY2220" fmla="*/ 2093853 h 3215359"/>
                <a:gd name="connsiteX2221" fmla="*/ 1371497 w 2057605"/>
                <a:gd name="connsiteY2221" fmla="*/ 2093853 h 3215359"/>
                <a:gd name="connsiteX2222" fmla="*/ 1373943 w 2057605"/>
                <a:gd name="connsiteY2222" fmla="*/ 2091408 h 3215359"/>
                <a:gd name="connsiteX2223" fmla="*/ 1373943 w 2057605"/>
                <a:gd name="connsiteY2223" fmla="*/ 2086230 h 3215359"/>
                <a:gd name="connsiteX2224" fmla="*/ 1371497 w 2057605"/>
                <a:gd name="connsiteY2224" fmla="*/ 2088962 h 3215359"/>
                <a:gd name="connsiteX2225" fmla="*/ 1371497 w 2057605"/>
                <a:gd name="connsiteY2225" fmla="*/ 2091408 h 3215359"/>
                <a:gd name="connsiteX2226" fmla="*/ 1368908 w 2057605"/>
                <a:gd name="connsiteY2226" fmla="*/ 2091408 h 3215359"/>
                <a:gd name="connsiteX2227" fmla="*/ 1368908 w 2057605"/>
                <a:gd name="connsiteY2227" fmla="*/ 2093853 h 3215359"/>
                <a:gd name="connsiteX2228" fmla="*/ 1363730 w 2057605"/>
                <a:gd name="connsiteY2228" fmla="*/ 2093853 h 3215359"/>
                <a:gd name="connsiteX2229" fmla="*/ 1358696 w 2057605"/>
                <a:gd name="connsiteY2229" fmla="*/ 2091408 h 3215359"/>
                <a:gd name="connsiteX2230" fmla="*/ 1358696 w 2057605"/>
                <a:gd name="connsiteY2230" fmla="*/ 2093853 h 3215359"/>
                <a:gd name="connsiteX2231" fmla="*/ 1363730 w 2057605"/>
                <a:gd name="connsiteY2231" fmla="*/ 2093853 h 3215359"/>
                <a:gd name="connsiteX2232" fmla="*/ 1366463 w 2057605"/>
                <a:gd name="connsiteY2232" fmla="*/ 2096442 h 3215359"/>
                <a:gd name="connsiteX2233" fmla="*/ 1366463 w 2057605"/>
                <a:gd name="connsiteY2233" fmla="*/ 2099175 h 3215359"/>
                <a:gd name="connsiteX2234" fmla="*/ 1368908 w 2057605"/>
                <a:gd name="connsiteY2234" fmla="*/ 2099175 h 3215359"/>
                <a:gd name="connsiteX2235" fmla="*/ 1371497 w 2057605"/>
                <a:gd name="connsiteY2235" fmla="*/ 2101620 h 3215359"/>
                <a:gd name="connsiteX2236" fmla="*/ 1373943 w 2057605"/>
                <a:gd name="connsiteY2236" fmla="*/ 2104065 h 3215359"/>
                <a:gd name="connsiteX2237" fmla="*/ 1376388 w 2057605"/>
                <a:gd name="connsiteY2237" fmla="*/ 2106655 h 3215359"/>
                <a:gd name="connsiteX2238" fmla="*/ 1379121 w 2057605"/>
                <a:gd name="connsiteY2238" fmla="*/ 2109387 h 3215359"/>
                <a:gd name="connsiteX2239" fmla="*/ 1381566 w 2057605"/>
                <a:gd name="connsiteY2239" fmla="*/ 2111833 h 3215359"/>
                <a:gd name="connsiteX2240" fmla="*/ 1384155 w 2057605"/>
                <a:gd name="connsiteY2240" fmla="*/ 2114278 h 3215359"/>
                <a:gd name="connsiteX2241" fmla="*/ 1386601 w 2057605"/>
                <a:gd name="connsiteY2241" fmla="*/ 2116867 h 3215359"/>
                <a:gd name="connsiteX2242" fmla="*/ 1389333 w 2057605"/>
                <a:gd name="connsiteY2242" fmla="*/ 2119600 h 3215359"/>
                <a:gd name="connsiteX2243" fmla="*/ 1389333 w 2057605"/>
                <a:gd name="connsiteY2243" fmla="*/ 2122045 h 3215359"/>
                <a:gd name="connsiteX2244" fmla="*/ 1391779 w 2057605"/>
                <a:gd name="connsiteY2244" fmla="*/ 2122045 h 3215359"/>
                <a:gd name="connsiteX2245" fmla="*/ 1389333 w 2057605"/>
                <a:gd name="connsiteY2245" fmla="*/ 2124490 h 3215359"/>
                <a:gd name="connsiteX2246" fmla="*/ 1389333 w 2057605"/>
                <a:gd name="connsiteY2246" fmla="*/ 2129812 h 3215359"/>
                <a:gd name="connsiteX2247" fmla="*/ 1391779 w 2057605"/>
                <a:gd name="connsiteY2247" fmla="*/ 2129812 h 3215359"/>
                <a:gd name="connsiteX2248" fmla="*/ 1394368 w 2057605"/>
                <a:gd name="connsiteY2248" fmla="*/ 2134703 h 3215359"/>
                <a:gd name="connsiteX2249" fmla="*/ 1394368 w 2057605"/>
                <a:gd name="connsiteY2249" fmla="*/ 2140025 h 3215359"/>
                <a:gd name="connsiteX2250" fmla="*/ 1396813 w 2057605"/>
                <a:gd name="connsiteY2250" fmla="*/ 2140025 h 3215359"/>
                <a:gd name="connsiteX2251" fmla="*/ 1399546 w 2057605"/>
                <a:gd name="connsiteY2251" fmla="*/ 2142470 h 3215359"/>
                <a:gd name="connsiteX2252" fmla="*/ 1401991 w 2057605"/>
                <a:gd name="connsiteY2252" fmla="*/ 2142470 h 3215359"/>
                <a:gd name="connsiteX2253" fmla="*/ 1399546 w 2057605"/>
                <a:gd name="connsiteY2253" fmla="*/ 2147505 h 3215359"/>
                <a:gd name="connsiteX2254" fmla="*/ 1401991 w 2057605"/>
                <a:gd name="connsiteY2254" fmla="*/ 2147505 h 3215359"/>
                <a:gd name="connsiteX2255" fmla="*/ 1401991 w 2057605"/>
                <a:gd name="connsiteY2255" fmla="*/ 2149950 h 3215359"/>
                <a:gd name="connsiteX2256" fmla="*/ 1401037 w 2057605"/>
                <a:gd name="connsiteY2256" fmla="*/ 2149950 h 3215359"/>
                <a:gd name="connsiteX2257" fmla="*/ 1400265 w 2057605"/>
                <a:gd name="connsiteY2257" fmla="*/ 2149087 h 3215359"/>
                <a:gd name="connsiteX2258" fmla="*/ 1399402 w 2057605"/>
                <a:gd name="connsiteY2258" fmla="*/ 2149950 h 3215359"/>
                <a:gd name="connsiteX2259" fmla="*/ 1396813 w 2057605"/>
                <a:gd name="connsiteY2259" fmla="*/ 2149950 h 3215359"/>
                <a:gd name="connsiteX2260" fmla="*/ 1394368 w 2057605"/>
                <a:gd name="connsiteY2260" fmla="*/ 2152683 h 3215359"/>
                <a:gd name="connsiteX2261" fmla="*/ 1394368 w 2057605"/>
                <a:gd name="connsiteY2261" fmla="*/ 2155128 h 3215359"/>
                <a:gd name="connsiteX2262" fmla="*/ 1397532 w 2057605"/>
                <a:gd name="connsiteY2262" fmla="*/ 2155128 h 3215359"/>
                <a:gd name="connsiteX2263" fmla="*/ 1397532 w 2057605"/>
                <a:gd name="connsiteY2263" fmla="*/ 2151820 h 3215359"/>
                <a:gd name="connsiteX2264" fmla="*/ 1399402 w 2057605"/>
                <a:gd name="connsiteY2264" fmla="*/ 2149950 h 3215359"/>
                <a:gd name="connsiteX2265" fmla="*/ 1401037 w 2057605"/>
                <a:gd name="connsiteY2265" fmla="*/ 2149950 h 3215359"/>
                <a:gd name="connsiteX2266" fmla="*/ 1402710 w 2057605"/>
                <a:gd name="connsiteY2266" fmla="*/ 2151820 h 3215359"/>
                <a:gd name="connsiteX2267" fmla="*/ 1402710 w 2057605"/>
                <a:gd name="connsiteY2267" fmla="*/ 2156710 h 3215359"/>
                <a:gd name="connsiteX2268" fmla="*/ 1400265 w 2057605"/>
                <a:gd name="connsiteY2268" fmla="*/ 2156710 h 3215359"/>
                <a:gd name="connsiteX2269" fmla="*/ 1400265 w 2057605"/>
                <a:gd name="connsiteY2269" fmla="*/ 2164477 h 3215359"/>
                <a:gd name="connsiteX2270" fmla="*/ 1402710 w 2057605"/>
                <a:gd name="connsiteY2270" fmla="*/ 2166923 h 3215359"/>
                <a:gd name="connsiteX2271" fmla="*/ 1402710 w 2057605"/>
                <a:gd name="connsiteY2271" fmla="*/ 2169512 h 3215359"/>
                <a:gd name="connsiteX2272" fmla="*/ 1400265 w 2057605"/>
                <a:gd name="connsiteY2272" fmla="*/ 2172245 h 3215359"/>
                <a:gd name="connsiteX2273" fmla="*/ 1400265 w 2057605"/>
                <a:gd name="connsiteY2273" fmla="*/ 2177135 h 3215359"/>
                <a:gd name="connsiteX2274" fmla="*/ 1402710 w 2057605"/>
                <a:gd name="connsiteY2274" fmla="*/ 2179724 h 3215359"/>
                <a:gd name="connsiteX2275" fmla="*/ 1402710 w 2057605"/>
                <a:gd name="connsiteY2275" fmla="*/ 2182457 h 3215359"/>
                <a:gd name="connsiteX2276" fmla="*/ 1400265 w 2057605"/>
                <a:gd name="connsiteY2276" fmla="*/ 2182457 h 3215359"/>
                <a:gd name="connsiteX2277" fmla="*/ 1402710 w 2057605"/>
                <a:gd name="connsiteY2277" fmla="*/ 2189937 h 3215359"/>
                <a:gd name="connsiteX2278" fmla="*/ 1400265 w 2057605"/>
                <a:gd name="connsiteY2278" fmla="*/ 2195115 h 3215359"/>
                <a:gd name="connsiteX2279" fmla="*/ 1397532 w 2057605"/>
                <a:gd name="connsiteY2279" fmla="*/ 2197560 h 3215359"/>
                <a:gd name="connsiteX2280" fmla="*/ 1400265 w 2057605"/>
                <a:gd name="connsiteY2280" fmla="*/ 2200149 h 3215359"/>
                <a:gd name="connsiteX2281" fmla="*/ 1400265 w 2057605"/>
                <a:gd name="connsiteY2281" fmla="*/ 2202882 h 3215359"/>
                <a:gd name="connsiteX2282" fmla="*/ 1407745 w 2057605"/>
                <a:gd name="connsiteY2282" fmla="*/ 2205328 h 3215359"/>
                <a:gd name="connsiteX2283" fmla="*/ 1412923 w 2057605"/>
                <a:gd name="connsiteY2283" fmla="*/ 2207773 h 3215359"/>
                <a:gd name="connsiteX2284" fmla="*/ 1407745 w 2057605"/>
                <a:gd name="connsiteY2284" fmla="*/ 2210362 h 3215359"/>
                <a:gd name="connsiteX2285" fmla="*/ 1402710 w 2057605"/>
                <a:gd name="connsiteY2285" fmla="*/ 2213095 h 3215359"/>
                <a:gd name="connsiteX2286" fmla="*/ 1405299 w 2057605"/>
                <a:gd name="connsiteY2286" fmla="*/ 2213095 h 3215359"/>
                <a:gd name="connsiteX2287" fmla="*/ 1407745 w 2057605"/>
                <a:gd name="connsiteY2287" fmla="*/ 2210362 h 3215359"/>
                <a:gd name="connsiteX2288" fmla="*/ 1412923 w 2057605"/>
                <a:gd name="connsiteY2288" fmla="*/ 2210362 h 3215359"/>
                <a:gd name="connsiteX2289" fmla="*/ 1412923 w 2057605"/>
                <a:gd name="connsiteY2289" fmla="*/ 2220574 h 3215359"/>
                <a:gd name="connsiteX2290" fmla="*/ 1415512 w 2057605"/>
                <a:gd name="connsiteY2290" fmla="*/ 2220574 h 3215359"/>
                <a:gd name="connsiteX2291" fmla="*/ 1415512 w 2057605"/>
                <a:gd name="connsiteY2291" fmla="*/ 2223307 h 3215359"/>
                <a:gd name="connsiteX2292" fmla="*/ 1417957 w 2057605"/>
                <a:gd name="connsiteY2292" fmla="*/ 2225753 h 3215359"/>
                <a:gd name="connsiteX2293" fmla="*/ 1420690 w 2057605"/>
                <a:gd name="connsiteY2293" fmla="*/ 2223307 h 3215359"/>
                <a:gd name="connsiteX2294" fmla="*/ 1423135 w 2057605"/>
                <a:gd name="connsiteY2294" fmla="*/ 2220574 h 3215359"/>
                <a:gd name="connsiteX2295" fmla="*/ 1420690 w 2057605"/>
                <a:gd name="connsiteY2295" fmla="*/ 2215540 h 3215359"/>
                <a:gd name="connsiteX2296" fmla="*/ 1417957 w 2057605"/>
                <a:gd name="connsiteY2296" fmla="*/ 2215540 h 3215359"/>
                <a:gd name="connsiteX2297" fmla="*/ 1417957 w 2057605"/>
                <a:gd name="connsiteY2297" fmla="*/ 2213095 h 3215359"/>
                <a:gd name="connsiteX2298" fmla="*/ 1423135 w 2057605"/>
                <a:gd name="connsiteY2298" fmla="*/ 2210362 h 3215359"/>
                <a:gd name="connsiteX2299" fmla="*/ 1423135 w 2057605"/>
                <a:gd name="connsiteY2299" fmla="*/ 2207773 h 3215359"/>
                <a:gd name="connsiteX2300" fmla="*/ 1425581 w 2057605"/>
                <a:gd name="connsiteY2300" fmla="*/ 2207773 h 3215359"/>
                <a:gd name="connsiteX2301" fmla="*/ 1425581 w 2057605"/>
                <a:gd name="connsiteY2301" fmla="*/ 2197560 h 3215359"/>
                <a:gd name="connsiteX2302" fmla="*/ 1430759 w 2057605"/>
                <a:gd name="connsiteY2302" fmla="*/ 2195115 h 3215359"/>
                <a:gd name="connsiteX2303" fmla="*/ 1430759 w 2057605"/>
                <a:gd name="connsiteY2303" fmla="*/ 2192670 h 3215359"/>
                <a:gd name="connsiteX2304" fmla="*/ 1433204 w 2057605"/>
                <a:gd name="connsiteY2304" fmla="*/ 2189937 h 3215359"/>
                <a:gd name="connsiteX2305" fmla="*/ 1430759 w 2057605"/>
                <a:gd name="connsiteY2305" fmla="*/ 2187348 h 3215359"/>
                <a:gd name="connsiteX2306" fmla="*/ 1430759 w 2057605"/>
                <a:gd name="connsiteY2306" fmla="*/ 2184903 h 3215359"/>
                <a:gd name="connsiteX2307" fmla="*/ 1428026 w 2057605"/>
                <a:gd name="connsiteY2307" fmla="*/ 2182457 h 3215359"/>
                <a:gd name="connsiteX2308" fmla="*/ 1428026 w 2057605"/>
                <a:gd name="connsiteY2308" fmla="*/ 2179724 h 3215359"/>
                <a:gd name="connsiteX2309" fmla="*/ 1425581 w 2057605"/>
                <a:gd name="connsiteY2309" fmla="*/ 2174690 h 3215359"/>
                <a:gd name="connsiteX2310" fmla="*/ 1428026 w 2057605"/>
                <a:gd name="connsiteY2310" fmla="*/ 2169512 h 3215359"/>
                <a:gd name="connsiteX2311" fmla="*/ 1430759 w 2057605"/>
                <a:gd name="connsiteY2311" fmla="*/ 2166923 h 3215359"/>
                <a:gd name="connsiteX2312" fmla="*/ 1433204 w 2057605"/>
                <a:gd name="connsiteY2312" fmla="*/ 2162032 h 3215359"/>
                <a:gd name="connsiteX2313" fmla="*/ 1433204 w 2057605"/>
                <a:gd name="connsiteY2313" fmla="*/ 2166923 h 3215359"/>
                <a:gd name="connsiteX2314" fmla="*/ 1435793 w 2057605"/>
                <a:gd name="connsiteY2314" fmla="*/ 2169512 h 3215359"/>
                <a:gd name="connsiteX2315" fmla="*/ 1435793 w 2057605"/>
                <a:gd name="connsiteY2315" fmla="*/ 2149806 h 3215359"/>
                <a:gd name="connsiteX2316" fmla="*/ 1433204 w 2057605"/>
                <a:gd name="connsiteY2316" fmla="*/ 2147361 h 3215359"/>
                <a:gd name="connsiteX2317" fmla="*/ 1435793 w 2057605"/>
                <a:gd name="connsiteY2317" fmla="*/ 2144772 h 3215359"/>
                <a:gd name="connsiteX2318" fmla="*/ 1430759 w 2057605"/>
                <a:gd name="connsiteY2318" fmla="*/ 2134559 h 3215359"/>
                <a:gd name="connsiteX2319" fmla="*/ 1433204 w 2057605"/>
                <a:gd name="connsiteY2319" fmla="*/ 2132114 h 3215359"/>
                <a:gd name="connsiteX2320" fmla="*/ 1435793 w 2057605"/>
                <a:gd name="connsiteY2320" fmla="*/ 2124347 h 3215359"/>
                <a:gd name="connsiteX2321" fmla="*/ 1435793 w 2057605"/>
                <a:gd name="connsiteY2321" fmla="*/ 2119456 h 3215359"/>
                <a:gd name="connsiteX2322" fmla="*/ 1438238 w 2057605"/>
                <a:gd name="connsiteY2322" fmla="*/ 2119456 h 3215359"/>
                <a:gd name="connsiteX2323" fmla="*/ 1438238 w 2057605"/>
                <a:gd name="connsiteY2323" fmla="*/ 2116723 h 3215359"/>
                <a:gd name="connsiteX2324" fmla="*/ 1443417 w 2057605"/>
                <a:gd name="connsiteY2324" fmla="*/ 2114134 h 3215359"/>
                <a:gd name="connsiteX2325" fmla="*/ 1446006 w 2057605"/>
                <a:gd name="connsiteY2325" fmla="*/ 2101476 h 3215359"/>
                <a:gd name="connsiteX2326" fmla="*/ 1446006 w 2057605"/>
                <a:gd name="connsiteY2326" fmla="*/ 2096298 h 3215359"/>
                <a:gd name="connsiteX2327" fmla="*/ 1450896 w 2057605"/>
                <a:gd name="connsiteY2327" fmla="*/ 2093709 h 3215359"/>
                <a:gd name="connsiteX2328" fmla="*/ 1456218 w 2057605"/>
                <a:gd name="connsiteY2328" fmla="*/ 2091264 h 3215359"/>
                <a:gd name="connsiteX2329" fmla="*/ 1458663 w 2057605"/>
                <a:gd name="connsiteY2329" fmla="*/ 2091264 h 3215359"/>
                <a:gd name="connsiteX2330" fmla="*/ 1463842 w 2057605"/>
                <a:gd name="connsiteY2330" fmla="*/ 2093709 h 3215359"/>
                <a:gd name="connsiteX2331" fmla="*/ 1466287 w 2057605"/>
                <a:gd name="connsiteY2331" fmla="*/ 2093709 h 3215359"/>
                <a:gd name="connsiteX2332" fmla="*/ 1468876 w 2057605"/>
                <a:gd name="connsiteY2332" fmla="*/ 2101476 h 3215359"/>
                <a:gd name="connsiteX2333" fmla="*/ 1471321 w 2057605"/>
                <a:gd name="connsiteY2333" fmla="*/ 2106511 h 3215359"/>
                <a:gd name="connsiteX2334" fmla="*/ 1476499 w 2057605"/>
                <a:gd name="connsiteY2334" fmla="*/ 2114134 h 3215359"/>
                <a:gd name="connsiteX2335" fmla="*/ 1481534 w 2057605"/>
                <a:gd name="connsiteY2335" fmla="*/ 2116723 h 3215359"/>
                <a:gd name="connsiteX2336" fmla="*/ 1484267 w 2057605"/>
                <a:gd name="connsiteY2336" fmla="*/ 2119456 h 3215359"/>
                <a:gd name="connsiteX2337" fmla="*/ 1491746 w 2057605"/>
                <a:gd name="connsiteY2337" fmla="*/ 2124347 h 3215359"/>
                <a:gd name="connsiteX2338" fmla="*/ 1501959 w 2057605"/>
                <a:gd name="connsiteY2338" fmla="*/ 2132114 h 3215359"/>
                <a:gd name="connsiteX2339" fmla="*/ 1507137 w 2057605"/>
                <a:gd name="connsiteY2339" fmla="*/ 2137148 h 3215359"/>
                <a:gd name="connsiteX2340" fmla="*/ 1509726 w 2057605"/>
                <a:gd name="connsiteY2340" fmla="*/ 2142326 h 3215359"/>
                <a:gd name="connsiteX2341" fmla="*/ 1512171 w 2057605"/>
                <a:gd name="connsiteY2341" fmla="*/ 2144772 h 3215359"/>
                <a:gd name="connsiteX2342" fmla="*/ 1514904 w 2057605"/>
                <a:gd name="connsiteY2342" fmla="*/ 2147361 h 3215359"/>
                <a:gd name="connsiteX2343" fmla="*/ 1514904 w 2057605"/>
                <a:gd name="connsiteY2343" fmla="*/ 2149806 h 3215359"/>
                <a:gd name="connsiteX2344" fmla="*/ 1517349 w 2057605"/>
                <a:gd name="connsiteY2344" fmla="*/ 2152539 h 3215359"/>
                <a:gd name="connsiteX2345" fmla="*/ 1517349 w 2057605"/>
                <a:gd name="connsiteY2345" fmla="*/ 2157429 h 3215359"/>
                <a:gd name="connsiteX2346" fmla="*/ 1519938 w 2057605"/>
                <a:gd name="connsiteY2346" fmla="*/ 2160018 h 3215359"/>
                <a:gd name="connsiteX2347" fmla="*/ 1519938 w 2057605"/>
                <a:gd name="connsiteY2347" fmla="*/ 2175409 h 3215359"/>
                <a:gd name="connsiteX2348" fmla="*/ 1522384 w 2057605"/>
                <a:gd name="connsiteY2348" fmla="*/ 2180443 h 3215359"/>
                <a:gd name="connsiteX2349" fmla="*/ 1522384 w 2057605"/>
                <a:gd name="connsiteY2349" fmla="*/ 2183176 h 3215359"/>
                <a:gd name="connsiteX2350" fmla="*/ 1524829 w 2057605"/>
                <a:gd name="connsiteY2350" fmla="*/ 2185622 h 3215359"/>
                <a:gd name="connsiteX2351" fmla="*/ 1524829 w 2057605"/>
                <a:gd name="connsiteY2351" fmla="*/ 2188067 h 3215359"/>
                <a:gd name="connsiteX2352" fmla="*/ 1527562 w 2057605"/>
                <a:gd name="connsiteY2352" fmla="*/ 2190656 h 3215359"/>
                <a:gd name="connsiteX2353" fmla="*/ 1527562 w 2057605"/>
                <a:gd name="connsiteY2353" fmla="*/ 2213814 h 3215359"/>
                <a:gd name="connsiteX2354" fmla="*/ 1524829 w 2057605"/>
                <a:gd name="connsiteY2354" fmla="*/ 2216259 h 3215359"/>
                <a:gd name="connsiteX2355" fmla="*/ 1524829 w 2057605"/>
                <a:gd name="connsiteY2355" fmla="*/ 2218704 h 3215359"/>
                <a:gd name="connsiteX2356" fmla="*/ 1522384 w 2057605"/>
                <a:gd name="connsiteY2356" fmla="*/ 2218704 h 3215359"/>
                <a:gd name="connsiteX2357" fmla="*/ 1519938 w 2057605"/>
                <a:gd name="connsiteY2357" fmla="*/ 2216259 h 3215359"/>
                <a:gd name="connsiteX2358" fmla="*/ 1512171 w 2057605"/>
                <a:gd name="connsiteY2358" fmla="*/ 2216259 h 3215359"/>
                <a:gd name="connsiteX2359" fmla="*/ 1512171 w 2057605"/>
                <a:gd name="connsiteY2359" fmla="*/ 2208492 h 3215359"/>
                <a:gd name="connsiteX2360" fmla="*/ 1509726 w 2057605"/>
                <a:gd name="connsiteY2360" fmla="*/ 2198279 h 3215359"/>
                <a:gd name="connsiteX2361" fmla="*/ 1509726 w 2057605"/>
                <a:gd name="connsiteY2361" fmla="*/ 2200293 h 3215359"/>
                <a:gd name="connsiteX2362" fmla="*/ 1507137 w 2057605"/>
                <a:gd name="connsiteY2362" fmla="*/ 2203026 h 3215359"/>
                <a:gd name="connsiteX2363" fmla="*/ 1507137 w 2057605"/>
                <a:gd name="connsiteY2363" fmla="*/ 2207917 h 3215359"/>
                <a:gd name="connsiteX2364" fmla="*/ 1501959 w 2057605"/>
                <a:gd name="connsiteY2364" fmla="*/ 2210506 h 3215359"/>
                <a:gd name="connsiteX2365" fmla="*/ 1504692 w 2057605"/>
                <a:gd name="connsiteY2365" fmla="*/ 2218129 h 3215359"/>
                <a:gd name="connsiteX2366" fmla="*/ 1507137 w 2057605"/>
                <a:gd name="connsiteY2366" fmla="*/ 2220718 h 3215359"/>
                <a:gd name="connsiteX2367" fmla="*/ 1507137 w 2057605"/>
                <a:gd name="connsiteY2367" fmla="*/ 2223451 h 3215359"/>
                <a:gd name="connsiteX2368" fmla="*/ 1509726 w 2057605"/>
                <a:gd name="connsiteY2368" fmla="*/ 2228342 h 3215359"/>
                <a:gd name="connsiteX2369" fmla="*/ 1509726 w 2057605"/>
                <a:gd name="connsiteY2369" fmla="*/ 2233376 h 3215359"/>
                <a:gd name="connsiteX2370" fmla="*/ 1507137 w 2057605"/>
                <a:gd name="connsiteY2370" fmla="*/ 2236109 h 3215359"/>
                <a:gd name="connsiteX2371" fmla="*/ 1507137 w 2057605"/>
                <a:gd name="connsiteY2371" fmla="*/ 2240999 h 3215359"/>
                <a:gd name="connsiteX2372" fmla="*/ 1504692 w 2057605"/>
                <a:gd name="connsiteY2372" fmla="*/ 2243588 h 3215359"/>
                <a:gd name="connsiteX2373" fmla="*/ 1507137 w 2057605"/>
                <a:gd name="connsiteY2373" fmla="*/ 2243588 h 3215359"/>
                <a:gd name="connsiteX2374" fmla="*/ 1504692 w 2057605"/>
                <a:gd name="connsiteY2374" fmla="*/ 2246321 h 3215359"/>
                <a:gd name="connsiteX2375" fmla="*/ 1507137 w 2057605"/>
                <a:gd name="connsiteY2375" fmla="*/ 2248767 h 3215359"/>
                <a:gd name="connsiteX2376" fmla="*/ 1504692 w 2057605"/>
                <a:gd name="connsiteY2376" fmla="*/ 2248767 h 3215359"/>
                <a:gd name="connsiteX2377" fmla="*/ 1504692 w 2057605"/>
                <a:gd name="connsiteY2377" fmla="*/ 2251212 h 3215359"/>
                <a:gd name="connsiteX2378" fmla="*/ 1507137 w 2057605"/>
                <a:gd name="connsiteY2378" fmla="*/ 2253801 h 3215359"/>
                <a:gd name="connsiteX2379" fmla="*/ 1509726 w 2057605"/>
                <a:gd name="connsiteY2379" fmla="*/ 2258979 h 3215359"/>
                <a:gd name="connsiteX2380" fmla="*/ 1509726 w 2057605"/>
                <a:gd name="connsiteY2380" fmla="*/ 2261424 h 3215359"/>
                <a:gd name="connsiteX2381" fmla="*/ 1512171 w 2057605"/>
                <a:gd name="connsiteY2381" fmla="*/ 2264014 h 3215359"/>
                <a:gd name="connsiteX2382" fmla="*/ 1514904 w 2057605"/>
                <a:gd name="connsiteY2382" fmla="*/ 2271637 h 3215359"/>
                <a:gd name="connsiteX2383" fmla="*/ 1517349 w 2057605"/>
                <a:gd name="connsiteY2383" fmla="*/ 2274226 h 3215359"/>
                <a:gd name="connsiteX2384" fmla="*/ 1517349 w 2057605"/>
                <a:gd name="connsiteY2384" fmla="*/ 2276959 h 3215359"/>
                <a:gd name="connsiteX2385" fmla="*/ 1519938 w 2057605"/>
                <a:gd name="connsiteY2385" fmla="*/ 2276959 h 3215359"/>
                <a:gd name="connsiteX2386" fmla="*/ 1519938 w 2057605"/>
                <a:gd name="connsiteY2386" fmla="*/ 2287171 h 3215359"/>
                <a:gd name="connsiteX2387" fmla="*/ 1527562 w 2057605"/>
                <a:gd name="connsiteY2387" fmla="*/ 2292062 h 3215359"/>
                <a:gd name="connsiteX2388" fmla="*/ 1530151 w 2057605"/>
                <a:gd name="connsiteY2388" fmla="*/ 2292062 h 3215359"/>
                <a:gd name="connsiteX2389" fmla="*/ 1532596 w 2057605"/>
                <a:gd name="connsiteY2389" fmla="*/ 2294651 h 3215359"/>
                <a:gd name="connsiteX2390" fmla="*/ 1532596 w 2057605"/>
                <a:gd name="connsiteY2390" fmla="*/ 2297384 h 3215359"/>
                <a:gd name="connsiteX2391" fmla="*/ 1535041 w 2057605"/>
                <a:gd name="connsiteY2391" fmla="*/ 2297384 h 3215359"/>
                <a:gd name="connsiteX2392" fmla="*/ 1535041 w 2057605"/>
                <a:gd name="connsiteY2392" fmla="*/ 2299829 h 3215359"/>
                <a:gd name="connsiteX2393" fmla="*/ 1537774 w 2057605"/>
                <a:gd name="connsiteY2393" fmla="*/ 2302274 h 3215359"/>
                <a:gd name="connsiteX2394" fmla="*/ 1540363 w 2057605"/>
                <a:gd name="connsiteY2394" fmla="*/ 2304864 h 3215359"/>
                <a:gd name="connsiteX2395" fmla="*/ 1542809 w 2057605"/>
                <a:gd name="connsiteY2395" fmla="*/ 2307597 h 3215359"/>
                <a:gd name="connsiteX2396" fmla="*/ 1545254 w 2057605"/>
                <a:gd name="connsiteY2396" fmla="*/ 2312487 h 3215359"/>
                <a:gd name="connsiteX2397" fmla="*/ 1550432 w 2057605"/>
                <a:gd name="connsiteY2397" fmla="*/ 2320254 h 3215359"/>
                <a:gd name="connsiteX2398" fmla="*/ 1555466 w 2057605"/>
                <a:gd name="connsiteY2398" fmla="*/ 2320254 h 3215359"/>
                <a:gd name="connsiteX2399" fmla="*/ 1555466 w 2057605"/>
                <a:gd name="connsiteY2399" fmla="*/ 2327734 h 3215359"/>
                <a:gd name="connsiteX2400" fmla="*/ 1558199 w 2057605"/>
                <a:gd name="connsiteY2400" fmla="*/ 2327734 h 3215359"/>
                <a:gd name="connsiteX2401" fmla="*/ 1558199 w 2057605"/>
                <a:gd name="connsiteY2401" fmla="*/ 2330467 h 3215359"/>
                <a:gd name="connsiteX2402" fmla="*/ 1560645 w 2057605"/>
                <a:gd name="connsiteY2402" fmla="*/ 2332912 h 3215359"/>
                <a:gd name="connsiteX2403" fmla="*/ 1560645 w 2057605"/>
                <a:gd name="connsiteY2403" fmla="*/ 2337946 h 3215359"/>
                <a:gd name="connsiteX2404" fmla="*/ 1558199 w 2057605"/>
                <a:gd name="connsiteY2404" fmla="*/ 2340679 h 3215359"/>
                <a:gd name="connsiteX2405" fmla="*/ 1555466 w 2057605"/>
                <a:gd name="connsiteY2405" fmla="*/ 2343125 h 3215359"/>
                <a:gd name="connsiteX2406" fmla="*/ 1558199 w 2057605"/>
                <a:gd name="connsiteY2406" fmla="*/ 2345570 h 3215359"/>
                <a:gd name="connsiteX2407" fmla="*/ 1558199 w 2057605"/>
                <a:gd name="connsiteY2407" fmla="*/ 2348159 h 3215359"/>
                <a:gd name="connsiteX2408" fmla="*/ 1560645 w 2057605"/>
                <a:gd name="connsiteY2408" fmla="*/ 2345570 h 3215359"/>
                <a:gd name="connsiteX2409" fmla="*/ 1560645 w 2057605"/>
                <a:gd name="connsiteY2409" fmla="*/ 2343125 h 3215359"/>
                <a:gd name="connsiteX2410" fmla="*/ 1565679 w 2057605"/>
                <a:gd name="connsiteY2410" fmla="*/ 2343125 h 3215359"/>
                <a:gd name="connsiteX2411" fmla="*/ 1565679 w 2057605"/>
                <a:gd name="connsiteY2411" fmla="*/ 2353337 h 3215359"/>
                <a:gd name="connsiteX2412" fmla="*/ 1568412 w 2057605"/>
                <a:gd name="connsiteY2412" fmla="*/ 2353337 h 3215359"/>
                <a:gd name="connsiteX2413" fmla="*/ 1568412 w 2057605"/>
                <a:gd name="connsiteY2413" fmla="*/ 2343125 h 3215359"/>
                <a:gd name="connsiteX2414" fmla="*/ 1570857 w 2057605"/>
                <a:gd name="connsiteY2414" fmla="*/ 2340679 h 3215359"/>
                <a:gd name="connsiteX2415" fmla="*/ 1570857 w 2057605"/>
                <a:gd name="connsiteY2415" fmla="*/ 2335357 h 3215359"/>
                <a:gd name="connsiteX2416" fmla="*/ 1573446 w 2057605"/>
                <a:gd name="connsiteY2416" fmla="*/ 2335357 h 3215359"/>
                <a:gd name="connsiteX2417" fmla="*/ 1573446 w 2057605"/>
                <a:gd name="connsiteY2417" fmla="*/ 2340679 h 3215359"/>
                <a:gd name="connsiteX2418" fmla="*/ 1575891 w 2057605"/>
                <a:gd name="connsiteY2418" fmla="*/ 2335357 h 3215359"/>
                <a:gd name="connsiteX2419" fmla="*/ 1575891 w 2057605"/>
                <a:gd name="connsiteY2419" fmla="*/ 2332912 h 3215359"/>
                <a:gd name="connsiteX2420" fmla="*/ 1581070 w 2057605"/>
                <a:gd name="connsiteY2420" fmla="*/ 2332912 h 3215359"/>
                <a:gd name="connsiteX2421" fmla="*/ 1578624 w 2057605"/>
                <a:gd name="connsiteY2421" fmla="*/ 2327734 h 3215359"/>
                <a:gd name="connsiteX2422" fmla="*/ 1578624 w 2057605"/>
                <a:gd name="connsiteY2422" fmla="*/ 2326008 h 3215359"/>
                <a:gd name="connsiteX2423" fmla="*/ 1575891 w 2057605"/>
                <a:gd name="connsiteY2423" fmla="*/ 2326008 h 3215359"/>
                <a:gd name="connsiteX2424" fmla="*/ 1573446 w 2057605"/>
                <a:gd name="connsiteY2424" fmla="*/ 2323563 h 3215359"/>
                <a:gd name="connsiteX2425" fmla="*/ 1573446 w 2057605"/>
                <a:gd name="connsiteY2425" fmla="*/ 2321117 h 3215359"/>
                <a:gd name="connsiteX2426" fmla="*/ 1578624 w 2057605"/>
                <a:gd name="connsiteY2426" fmla="*/ 2321117 h 3215359"/>
                <a:gd name="connsiteX2427" fmla="*/ 1583659 w 2057605"/>
                <a:gd name="connsiteY2427" fmla="*/ 2313350 h 3215359"/>
                <a:gd name="connsiteX2428" fmla="*/ 1586104 w 2057605"/>
                <a:gd name="connsiteY2428" fmla="*/ 2310905 h 3215359"/>
                <a:gd name="connsiteX2429" fmla="*/ 1593871 w 2057605"/>
                <a:gd name="connsiteY2429" fmla="*/ 2318672 h 3215359"/>
                <a:gd name="connsiteX2430" fmla="*/ 1593871 w 2057605"/>
                <a:gd name="connsiteY2430" fmla="*/ 2313350 h 3215359"/>
                <a:gd name="connsiteX2431" fmla="*/ 1596316 w 2057605"/>
                <a:gd name="connsiteY2431" fmla="*/ 2313350 h 3215359"/>
                <a:gd name="connsiteX2432" fmla="*/ 1596316 w 2057605"/>
                <a:gd name="connsiteY2432" fmla="*/ 2321117 h 3215359"/>
                <a:gd name="connsiteX2433" fmla="*/ 1598762 w 2057605"/>
                <a:gd name="connsiteY2433" fmla="*/ 2318672 h 3215359"/>
                <a:gd name="connsiteX2434" fmla="*/ 1601495 w 2057605"/>
                <a:gd name="connsiteY2434" fmla="*/ 2318672 h 3215359"/>
                <a:gd name="connsiteX2435" fmla="*/ 1601495 w 2057605"/>
                <a:gd name="connsiteY2435" fmla="*/ 2315795 h 3215359"/>
                <a:gd name="connsiteX2436" fmla="*/ 1598762 w 2057605"/>
                <a:gd name="connsiteY2436" fmla="*/ 2313350 h 3215359"/>
                <a:gd name="connsiteX2437" fmla="*/ 1598762 w 2057605"/>
                <a:gd name="connsiteY2437" fmla="*/ 2304864 h 3215359"/>
                <a:gd name="connsiteX2438" fmla="*/ 1601495 w 2057605"/>
                <a:gd name="connsiteY2438" fmla="*/ 2302274 h 3215359"/>
                <a:gd name="connsiteX2439" fmla="*/ 1598762 w 2057605"/>
                <a:gd name="connsiteY2439" fmla="*/ 2299829 h 3215359"/>
                <a:gd name="connsiteX2440" fmla="*/ 1598762 w 2057605"/>
                <a:gd name="connsiteY2440" fmla="*/ 2297384 h 3215359"/>
                <a:gd name="connsiteX2441" fmla="*/ 1601495 w 2057605"/>
                <a:gd name="connsiteY2441" fmla="*/ 2289617 h 3215359"/>
                <a:gd name="connsiteX2442" fmla="*/ 1598762 w 2057605"/>
                <a:gd name="connsiteY2442" fmla="*/ 2287171 h 3215359"/>
                <a:gd name="connsiteX2443" fmla="*/ 1598762 w 2057605"/>
                <a:gd name="connsiteY2443" fmla="*/ 2281849 h 3215359"/>
                <a:gd name="connsiteX2444" fmla="*/ 1596316 w 2057605"/>
                <a:gd name="connsiteY2444" fmla="*/ 2281849 h 3215359"/>
                <a:gd name="connsiteX2445" fmla="*/ 1596316 w 2057605"/>
                <a:gd name="connsiteY2445" fmla="*/ 2276959 h 3215359"/>
                <a:gd name="connsiteX2446" fmla="*/ 1598762 w 2057605"/>
                <a:gd name="connsiteY2446" fmla="*/ 2266746 h 3215359"/>
                <a:gd name="connsiteX2447" fmla="*/ 1601495 w 2057605"/>
                <a:gd name="connsiteY2447" fmla="*/ 2261424 h 3215359"/>
                <a:gd name="connsiteX2448" fmla="*/ 1604084 w 2057605"/>
                <a:gd name="connsiteY2448" fmla="*/ 2256534 h 3215359"/>
                <a:gd name="connsiteX2449" fmla="*/ 1604084 w 2057605"/>
                <a:gd name="connsiteY2449" fmla="*/ 2253801 h 3215359"/>
                <a:gd name="connsiteX2450" fmla="*/ 1606529 w 2057605"/>
                <a:gd name="connsiteY2450" fmla="*/ 2248767 h 3215359"/>
                <a:gd name="connsiteX2451" fmla="*/ 1608974 w 2057605"/>
                <a:gd name="connsiteY2451" fmla="*/ 2248767 h 3215359"/>
                <a:gd name="connsiteX2452" fmla="*/ 1608974 w 2057605"/>
                <a:gd name="connsiteY2452" fmla="*/ 2233376 h 3215359"/>
                <a:gd name="connsiteX2453" fmla="*/ 1611707 w 2057605"/>
                <a:gd name="connsiteY2453" fmla="*/ 2233376 h 3215359"/>
                <a:gd name="connsiteX2454" fmla="*/ 1611707 w 2057605"/>
                <a:gd name="connsiteY2454" fmla="*/ 2238554 h 3215359"/>
                <a:gd name="connsiteX2455" fmla="*/ 1619187 w 2057605"/>
                <a:gd name="connsiteY2455" fmla="*/ 2228342 h 3215359"/>
                <a:gd name="connsiteX2456" fmla="*/ 1619187 w 2057605"/>
                <a:gd name="connsiteY2456" fmla="*/ 2218129 h 3215359"/>
                <a:gd name="connsiteX2457" fmla="*/ 1621920 w 2057605"/>
                <a:gd name="connsiteY2457" fmla="*/ 2218129 h 3215359"/>
                <a:gd name="connsiteX2458" fmla="*/ 1619187 w 2057605"/>
                <a:gd name="connsiteY2458" fmla="*/ 2215684 h 3215359"/>
                <a:gd name="connsiteX2459" fmla="*/ 1619187 w 2057605"/>
                <a:gd name="connsiteY2459" fmla="*/ 2213238 h 3215359"/>
                <a:gd name="connsiteX2460" fmla="*/ 1621920 w 2057605"/>
                <a:gd name="connsiteY2460" fmla="*/ 2207917 h 3215359"/>
                <a:gd name="connsiteX2461" fmla="*/ 1619187 w 2057605"/>
                <a:gd name="connsiteY2461" fmla="*/ 2205471 h 3215359"/>
                <a:gd name="connsiteX2462" fmla="*/ 1619187 w 2057605"/>
                <a:gd name="connsiteY2462" fmla="*/ 2200293 h 3215359"/>
                <a:gd name="connsiteX2463" fmla="*/ 1621920 w 2057605"/>
                <a:gd name="connsiteY2463" fmla="*/ 2197704 h 3215359"/>
                <a:gd name="connsiteX2464" fmla="*/ 1619187 w 2057605"/>
                <a:gd name="connsiteY2464" fmla="*/ 2195259 h 3215359"/>
                <a:gd name="connsiteX2465" fmla="*/ 1621920 w 2057605"/>
                <a:gd name="connsiteY2465" fmla="*/ 2192813 h 3215359"/>
                <a:gd name="connsiteX2466" fmla="*/ 1621920 w 2057605"/>
                <a:gd name="connsiteY2466" fmla="*/ 2179868 h 3215359"/>
                <a:gd name="connsiteX2467" fmla="*/ 1624509 w 2057605"/>
                <a:gd name="connsiteY2467" fmla="*/ 2177279 h 3215359"/>
                <a:gd name="connsiteX2468" fmla="*/ 1621201 w 2057605"/>
                <a:gd name="connsiteY2468" fmla="*/ 2177279 h 3215359"/>
                <a:gd name="connsiteX2469" fmla="*/ 1621201 w 2057605"/>
                <a:gd name="connsiteY2469" fmla="*/ 2164621 h 3215359"/>
                <a:gd name="connsiteX2470" fmla="*/ 1618468 w 2057605"/>
                <a:gd name="connsiteY2470" fmla="*/ 2164621 h 3215359"/>
                <a:gd name="connsiteX2471" fmla="*/ 1618468 w 2057605"/>
                <a:gd name="connsiteY2471" fmla="*/ 2151963 h 3215359"/>
                <a:gd name="connsiteX2472" fmla="*/ 1621201 w 2057605"/>
                <a:gd name="connsiteY2472" fmla="*/ 2151963 h 3215359"/>
                <a:gd name="connsiteX2473" fmla="*/ 1621201 w 2057605"/>
                <a:gd name="connsiteY2473" fmla="*/ 2141751 h 3215359"/>
                <a:gd name="connsiteX2474" fmla="*/ 1626235 w 2057605"/>
                <a:gd name="connsiteY2474" fmla="*/ 2141751 h 3215359"/>
                <a:gd name="connsiteX2475" fmla="*/ 1628680 w 2057605"/>
                <a:gd name="connsiteY2475" fmla="*/ 2139306 h 3215359"/>
                <a:gd name="connsiteX2476" fmla="*/ 1628680 w 2057605"/>
                <a:gd name="connsiteY2476" fmla="*/ 2136573 h 3215359"/>
                <a:gd name="connsiteX2477" fmla="*/ 1623790 w 2057605"/>
                <a:gd name="connsiteY2477" fmla="*/ 2136573 h 3215359"/>
                <a:gd name="connsiteX2478" fmla="*/ 1626235 w 2057605"/>
                <a:gd name="connsiteY2478" fmla="*/ 2133984 h 3215359"/>
                <a:gd name="connsiteX2479" fmla="*/ 1633858 w 2057605"/>
                <a:gd name="connsiteY2479" fmla="*/ 2136573 h 3215359"/>
                <a:gd name="connsiteX2480" fmla="*/ 1633858 w 2057605"/>
                <a:gd name="connsiteY2480" fmla="*/ 2139306 h 3215359"/>
                <a:gd name="connsiteX2481" fmla="*/ 1636447 w 2057605"/>
                <a:gd name="connsiteY2481" fmla="*/ 2141751 h 3215359"/>
                <a:gd name="connsiteX2482" fmla="*/ 1641626 w 2057605"/>
                <a:gd name="connsiteY2482" fmla="*/ 2141751 h 3215359"/>
                <a:gd name="connsiteX2483" fmla="*/ 1638893 w 2057605"/>
                <a:gd name="connsiteY2483" fmla="*/ 2139306 h 3215359"/>
                <a:gd name="connsiteX2484" fmla="*/ 1636447 w 2057605"/>
                <a:gd name="connsiteY2484" fmla="*/ 2139306 h 3215359"/>
                <a:gd name="connsiteX2485" fmla="*/ 1636447 w 2057605"/>
                <a:gd name="connsiteY2485" fmla="*/ 2136573 h 3215359"/>
                <a:gd name="connsiteX2486" fmla="*/ 1656872 w 2057605"/>
                <a:gd name="connsiteY2486" fmla="*/ 2136573 h 3215359"/>
                <a:gd name="connsiteX2487" fmla="*/ 1662051 w 2057605"/>
                <a:gd name="connsiteY2487" fmla="*/ 2139306 h 3215359"/>
                <a:gd name="connsiteX2488" fmla="*/ 1662051 w 2057605"/>
                <a:gd name="connsiteY2488" fmla="*/ 2136573 h 3215359"/>
                <a:gd name="connsiteX2489" fmla="*/ 1659318 w 2057605"/>
                <a:gd name="connsiteY2489" fmla="*/ 2133984 h 3215359"/>
                <a:gd name="connsiteX2490" fmla="*/ 1662051 w 2057605"/>
                <a:gd name="connsiteY2490" fmla="*/ 2131538 h 3215359"/>
                <a:gd name="connsiteX2491" fmla="*/ 1656872 w 2057605"/>
                <a:gd name="connsiteY2491" fmla="*/ 2131538 h 3215359"/>
                <a:gd name="connsiteX2492" fmla="*/ 1656872 w 2057605"/>
                <a:gd name="connsiteY2492" fmla="*/ 2126360 h 3215359"/>
                <a:gd name="connsiteX2493" fmla="*/ 1654283 w 2057605"/>
                <a:gd name="connsiteY2493" fmla="*/ 2126360 h 3215359"/>
                <a:gd name="connsiteX2494" fmla="*/ 1649105 w 2057605"/>
                <a:gd name="connsiteY2494" fmla="*/ 2129093 h 3215359"/>
                <a:gd name="connsiteX2495" fmla="*/ 1641626 w 2057605"/>
                <a:gd name="connsiteY2495" fmla="*/ 2129093 h 3215359"/>
                <a:gd name="connsiteX2496" fmla="*/ 1638893 w 2057605"/>
                <a:gd name="connsiteY2496" fmla="*/ 2126360 h 3215359"/>
                <a:gd name="connsiteX2497" fmla="*/ 1638893 w 2057605"/>
                <a:gd name="connsiteY2497" fmla="*/ 2124634 h 3215359"/>
                <a:gd name="connsiteX2498" fmla="*/ 1641626 w 2057605"/>
                <a:gd name="connsiteY2498" fmla="*/ 2122189 h 3215359"/>
                <a:gd name="connsiteX2499" fmla="*/ 1646660 w 2057605"/>
                <a:gd name="connsiteY2499" fmla="*/ 2124634 h 3215359"/>
                <a:gd name="connsiteX2500" fmla="*/ 1644071 w 2057605"/>
                <a:gd name="connsiteY2500" fmla="*/ 2122189 h 3215359"/>
                <a:gd name="connsiteX2501" fmla="*/ 1649105 w 2057605"/>
                <a:gd name="connsiteY2501" fmla="*/ 2122189 h 3215359"/>
                <a:gd name="connsiteX2502" fmla="*/ 1649105 w 2057605"/>
                <a:gd name="connsiteY2502" fmla="*/ 2119744 h 3215359"/>
                <a:gd name="connsiteX2503" fmla="*/ 1644071 w 2057605"/>
                <a:gd name="connsiteY2503" fmla="*/ 2119744 h 3215359"/>
                <a:gd name="connsiteX2504" fmla="*/ 1644071 w 2057605"/>
                <a:gd name="connsiteY2504" fmla="*/ 2117011 h 3215359"/>
                <a:gd name="connsiteX2505" fmla="*/ 1646660 w 2057605"/>
                <a:gd name="connsiteY2505" fmla="*/ 2117011 h 3215359"/>
                <a:gd name="connsiteX2506" fmla="*/ 1646660 w 2057605"/>
                <a:gd name="connsiteY2506" fmla="*/ 2114422 h 3215359"/>
                <a:gd name="connsiteX2507" fmla="*/ 1644071 w 2057605"/>
                <a:gd name="connsiteY2507" fmla="*/ 2117011 h 3215359"/>
                <a:gd name="connsiteX2508" fmla="*/ 1641626 w 2057605"/>
                <a:gd name="connsiteY2508" fmla="*/ 2114422 h 3215359"/>
                <a:gd name="connsiteX2509" fmla="*/ 1638893 w 2057605"/>
                <a:gd name="connsiteY2509" fmla="*/ 2111976 h 3215359"/>
                <a:gd name="connsiteX2510" fmla="*/ 1654283 w 2057605"/>
                <a:gd name="connsiteY2510" fmla="*/ 2111976 h 3215359"/>
                <a:gd name="connsiteX2511" fmla="*/ 1654283 w 2057605"/>
                <a:gd name="connsiteY2511" fmla="*/ 2108956 h 3215359"/>
                <a:gd name="connsiteX2512" fmla="*/ 1649105 w 2057605"/>
                <a:gd name="connsiteY2512" fmla="*/ 2106223 h 3215359"/>
                <a:gd name="connsiteX2513" fmla="*/ 1649105 w 2057605"/>
                <a:gd name="connsiteY2513" fmla="*/ 2103634 h 3215359"/>
                <a:gd name="connsiteX2514" fmla="*/ 1651838 w 2057605"/>
                <a:gd name="connsiteY2514" fmla="*/ 2103634 h 3215359"/>
                <a:gd name="connsiteX2515" fmla="*/ 1651838 w 2057605"/>
                <a:gd name="connsiteY2515" fmla="*/ 2098743 h 3215359"/>
                <a:gd name="connsiteX2516" fmla="*/ 1659318 w 2057605"/>
                <a:gd name="connsiteY2516" fmla="*/ 2101189 h 3215359"/>
                <a:gd name="connsiteX2517" fmla="*/ 1664496 w 2057605"/>
                <a:gd name="connsiteY2517" fmla="*/ 2103634 h 3215359"/>
                <a:gd name="connsiteX2518" fmla="*/ 1664496 w 2057605"/>
                <a:gd name="connsiteY2518" fmla="*/ 2101189 h 3215359"/>
                <a:gd name="connsiteX2519" fmla="*/ 1667085 w 2057605"/>
                <a:gd name="connsiteY2519" fmla="*/ 2101189 h 3215359"/>
                <a:gd name="connsiteX2520" fmla="*/ 1664496 w 2057605"/>
                <a:gd name="connsiteY2520" fmla="*/ 2098743 h 3215359"/>
                <a:gd name="connsiteX2521" fmla="*/ 1664496 w 2057605"/>
                <a:gd name="connsiteY2521" fmla="*/ 2101189 h 3215359"/>
                <a:gd name="connsiteX2522" fmla="*/ 1662051 w 2057605"/>
                <a:gd name="connsiteY2522" fmla="*/ 2101189 h 3215359"/>
                <a:gd name="connsiteX2523" fmla="*/ 1659318 w 2057605"/>
                <a:gd name="connsiteY2523" fmla="*/ 2098743 h 3215359"/>
                <a:gd name="connsiteX2524" fmla="*/ 1654283 w 2057605"/>
                <a:gd name="connsiteY2524" fmla="*/ 2098743 h 3215359"/>
                <a:gd name="connsiteX2525" fmla="*/ 1654283 w 2057605"/>
                <a:gd name="connsiteY2525" fmla="*/ 2096010 h 3215359"/>
                <a:gd name="connsiteX2526" fmla="*/ 1656872 w 2057605"/>
                <a:gd name="connsiteY2526" fmla="*/ 2096010 h 3215359"/>
                <a:gd name="connsiteX2527" fmla="*/ 1654283 w 2057605"/>
                <a:gd name="connsiteY2527" fmla="*/ 2093421 h 3215359"/>
                <a:gd name="connsiteX2528" fmla="*/ 1649105 w 2057605"/>
                <a:gd name="connsiteY2528" fmla="*/ 2096010 h 3215359"/>
                <a:gd name="connsiteX2529" fmla="*/ 1646660 w 2057605"/>
                <a:gd name="connsiteY2529" fmla="*/ 2093421 h 3215359"/>
                <a:gd name="connsiteX2530" fmla="*/ 1646660 w 2057605"/>
                <a:gd name="connsiteY2530" fmla="*/ 2090976 h 3215359"/>
                <a:gd name="connsiteX2531" fmla="*/ 1641626 w 2057605"/>
                <a:gd name="connsiteY2531" fmla="*/ 2090976 h 3215359"/>
                <a:gd name="connsiteX2532" fmla="*/ 1644071 w 2057605"/>
                <a:gd name="connsiteY2532" fmla="*/ 2088531 h 3215359"/>
                <a:gd name="connsiteX2533" fmla="*/ 1641626 w 2057605"/>
                <a:gd name="connsiteY2533" fmla="*/ 2088531 h 3215359"/>
                <a:gd name="connsiteX2534" fmla="*/ 1638893 w 2057605"/>
                <a:gd name="connsiteY2534" fmla="*/ 2090976 h 3215359"/>
                <a:gd name="connsiteX2535" fmla="*/ 1636447 w 2057605"/>
                <a:gd name="connsiteY2535" fmla="*/ 2090976 h 3215359"/>
                <a:gd name="connsiteX2536" fmla="*/ 1638893 w 2057605"/>
                <a:gd name="connsiteY2536" fmla="*/ 2088531 h 3215359"/>
                <a:gd name="connsiteX2537" fmla="*/ 1638893 w 2057605"/>
                <a:gd name="connsiteY2537" fmla="*/ 2085798 h 3215359"/>
                <a:gd name="connsiteX2538" fmla="*/ 1641626 w 2057605"/>
                <a:gd name="connsiteY2538" fmla="*/ 2085798 h 3215359"/>
                <a:gd name="connsiteX2539" fmla="*/ 1641626 w 2057605"/>
                <a:gd name="connsiteY2539" fmla="*/ 2083209 h 3215359"/>
                <a:gd name="connsiteX2540" fmla="*/ 1638893 w 2057605"/>
                <a:gd name="connsiteY2540" fmla="*/ 2083209 h 3215359"/>
                <a:gd name="connsiteX2541" fmla="*/ 1638893 w 2057605"/>
                <a:gd name="connsiteY2541" fmla="*/ 2085798 h 3215359"/>
                <a:gd name="connsiteX2542" fmla="*/ 1633858 w 2057605"/>
                <a:gd name="connsiteY2542" fmla="*/ 2085798 h 3215359"/>
                <a:gd name="connsiteX2543" fmla="*/ 1633858 w 2057605"/>
                <a:gd name="connsiteY2543" fmla="*/ 2090976 h 3215359"/>
                <a:gd name="connsiteX2544" fmla="*/ 1631413 w 2057605"/>
                <a:gd name="connsiteY2544" fmla="*/ 2090976 h 3215359"/>
                <a:gd name="connsiteX2545" fmla="*/ 1628680 w 2057605"/>
                <a:gd name="connsiteY2545" fmla="*/ 2088531 h 3215359"/>
                <a:gd name="connsiteX2546" fmla="*/ 1631413 w 2057605"/>
                <a:gd name="connsiteY2546" fmla="*/ 2083209 h 3215359"/>
                <a:gd name="connsiteX2547" fmla="*/ 1623790 w 2057605"/>
                <a:gd name="connsiteY2547" fmla="*/ 2083209 h 3215359"/>
                <a:gd name="connsiteX2548" fmla="*/ 1623790 w 2057605"/>
                <a:gd name="connsiteY2548" fmla="*/ 2079038 h 3215359"/>
                <a:gd name="connsiteX2549" fmla="*/ 1621201 w 2057605"/>
                <a:gd name="connsiteY2549" fmla="*/ 2076305 h 3215359"/>
                <a:gd name="connsiteX2550" fmla="*/ 1621201 w 2057605"/>
                <a:gd name="connsiteY2550" fmla="*/ 2073715 h 3215359"/>
                <a:gd name="connsiteX2551" fmla="*/ 1618468 w 2057605"/>
                <a:gd name="connsiteY2551" fmla="*/ 2068825 h 3215359"/>
                <a:gd name="connsiteX2552" fmla="*/ 1621201 w 2057605"/>
                <a:gd name="connsiteY2552" fmla="*/ 2068825 h 3215359"/>
                <a:gd name="connsiteX2553" fmla="*/ 1621201 w 2057605"/>
                <a:gd name="connsiteY2553" fmla="*/ 2070695 h 3215359"/>
                <a:gd name="connsiteX2554" fmla="*/ 1626235 w 2057605"/>
                <a:gd name="connsiteY2554" fmla="*/ 2070695 h 3215359"/>
                <a:gd name="connsiteX2555" fmla="*/ 1626235 w 2057605"/>
                <a:gd name="connsiteY2555" fmla="*/ 2068250 h 3215359"/>
                <a:gd name="connsiteX2556" fmla="*/ 1621201 w 2057605"/>
                <a:gd name="connsiteY2556" fmla="*/ 2068250 h 3215359"/>
                <a:gd name="connsiteX2557" fmla="*/ 1618468 w 2057605"/>
                <a:gd name="connsiteY2557" fmla="*/ 2063072 h 3215359"/>
                <a:gd name="connsiteX2558" fmla="*/ 1621201 w 2057605"/>
                <a:gd name="connsiteY2558" fmla="*/ 2063072 h 3215359"/>
                <a:gd name="connsiteX2559" fmla="*/ 1618468 w 2057605"/>
                <a:gd name="connsiteY2559" fmla="*/ 2060482 h 3215359"/>
                <a:gd name="connsiteX2560" fmla="*/ 1616022 w 2057605"/>
                <a:gd name="connsiteY2560" fmla="*/ 2058037 h 3215359"/>
                <a:gd name="connsiteX2561" fmla="*/ 1616022 w 2057605"/>
                <a:gd name="connsiteY2561" fmla="*/ 2055304 h 3215359"/>
                <a:gd name="connsiteX2562" fmla="*/ 1618468 w 2057605"/>
                <a:gd name="connsiteY2562" fmla="*/ 2055304 h 3215359"/>
                <a:gd name="connsiteX2563" fmla="*/ 1621201 w 2057605"/>
                <a:gd name="connsiteY2563" fmla="*/ 2058037 h 3215359"/>
                <a:gd name="connsiteX2564" fmla="*/ 1621201 w 2057605"/>
                <a:gd name="connsiteY2564" fmla="*/ 2052859 h 3215359"/>
                <a:gd name="connsiteX2565" fmla="*/ 1618468 w 2057605"/>
                <a:gd name="connsiteY2565" fmla="*/ 2050270 h 3215359"/>
                <a:gd name="connsiteX2566" fmla="*/ 1616022 w 2057605"/>
                <a:gd name="connsiteY2566" fmla="*/ 2052859 h 3215359"/>
                <a:gd name="connsiteX2567" fmla="*/ 1616022 w 2057605"/>
                <a:gd name="connsiteY2567" fmla="*/ 2047825 h 3215359"/>
                <a:gd name="connsiteX2568" fmla="*/ 1613577 w 2057605"/>
                <a:gd name="connsiteY2568" fmla="*/ 2047825 h 3215359"/>
                <a:gd name="connsiteX2569" fmla="*/ 1613577 w 2057605"/>
                <a:gd name="connsiteY2569" fmla="*/ 2042646 h 3215359"/>
                <a:gd name="connsiteX2570" fmla="*/ 1616022 w 2057605"/>
                <a:gd name="connsiteY2570" fmla="*/ 2040057 h 3215359"/>
                <a:gd name="connsiteX2571" fmla="*/ 1616022 w 2057605"/>
                <a:gd name="connsiteY2571" fmla="*/ 2036893 h 3215359"/>
                <a:gd name="connsiteX2572" fmla="*/ 1618468 w 2057605"/>
                <a:gd name="connsiteY2572" fmla="*/ 2034448 h 3215359"/>
                <a:gd name="connsiteX2573" fmla="*/ 1616022 w 2057605"/>
                <a:gd name="connsiteY2573" fmla="*/ 2031715 h 3215359"/>
                <a:gd name="connsiteX2574" fmla="*/ 1613577 w 2057605"/>
                <a:gd name="connsiteY2574" fmla="*/ 2031715 h 3215359"/>
                <a:gd name="connsiteX2575" fmla="*/ 1610988 w 2057605"/>
                <a:gd name="connsiteY2575" fmla="*/ 2026681 h 3215359"/>
                <a:gd name="connsiteX2576" fmla="*/ 1610988 w 2057605"/>
                <a:gd name="connsiteY2576" fmla="*/ 2021502 h 3215359"/>
                <a:gd name="connsiteX2577" fmla="*/ 1616022 w 2057605"/>
                <a:gd name="connsiteY2577" fmla="*/ 2021502 h 3215359"/>
                <a:gd name="connsiteX2578" fmla="*/ 1616022 w 2057605"/>
                <a:gd name="connsiteY2578" fmla="*/ 2016468 h 3215359"/>
                <a:gd name="connsiteX2579" fmla="*/ 1613577 w 2057605"/>
                <a:gd name="connsiteY2579" fmla="*/ 2014023 h 3215359"/>
                <a:gd name="connsiteX2580" fmla="*/ 1610988 w 2057605"/>
                <a:gd name="connsiteY2580" fmla="*/ 2014023 h 3215359"/>
                <a:gd name="connsiteX2581" fmla="*/ 1610988 w 2057605"/>
                <a:gd name="connsiteY2581" fmla="*/ 2011290 h 3215359"/>
                <a:gd name="connsiteX2582" fmla="*/ 1613577 w 2057605"/>
                <a:gd name="connsiteY2582" fmla="*/ 2008701 h 3215359"/>
                <a:gd name="connsiteX2583" fmla="*/ 1616022 w 2057605"/>
                <a:gd name="connsiteY2583" fmla="*/ 2008701 h 3215359"/>
                <a:gd name="connsiteX2584" fmla="*/ 1616022 w 2057605"/>
                <a:gd name="connsiteY2584" fmla="*/ 2014023 h 3215359"/>
                <a:gd name="connsiteX2585" fmla="*/ 1618468 w 2057605"/>
                <a:gd name="connsiteY2585" fmla="*/ 2011290 h 3215359"/>
                <a:gd name="connsiteX2586" fmla="*/ 1618468 w 2057605"/>
                <a:gd name="connsiteY2586" fmla="*/ 2004673 h 3215359"/>
                <a:gd name="connsiteX2587" fmla="*/ 1610988 w 2057605"/>
                <a:gd name="connsiteY2587" fmla="*/ 2004673 h 3215359"/>
                <a:gd name="connsiteX2588" fmla="*/ 1605810 w 2057605"/>
                <a:gd name="connsiteY2588" fmla="*/ 2007119 h 3215359"/>
                <a:gd name="connsiteX2589" fmla="*/ 1605810 w 2057605"/>
                <a:gd name="connsiteY2589" fmla="*/ 1999351 h 3215359"/>
                <a:gd name="connsiteX2590" fmla="*/ 1608255 w 2057605"/>
                <a:gd name="connsiteY2590" fmla="*/ 1999351 h 3215359"/>
                <a:gd name="connsiteX2591" fmla="*/ 1608255 w 2057605"/>
                <a:gd name="connsiteY2591" fmla="*/ 2001940 h 3215359"/>
                <a:gd name="connsiteX2592" fmla="*/ 1618468 w 2057605"/>
                <a:gd name="connsiteY2592" fmla="*/ 2001940 h 3215359"/>
                <a:gd name="connsiteX2593" fmla="*/ 1623790 w 2057605"/>
                <a:gd name="connsiteY2593" fmla="*/ 2007119 h 3215359"/>
                <a:gd name="connsiteX2594" fmla="*/ 1631413 w 2057605"/>
                <a:gd name="connsiteY2594" fmla="*/ 2009564 h 3215359"/>
                <a:gd name="connsiteX2595" fmla="*/ 1628680 w 2057605"/>
                <a:gd name="connsiteY2595" fmla="*/ 2007119 h 3215359"/>
                <a:gd name="connsiteX2596" fmla="*/ 1633858 w 2057605"/>
                <a:gd name="connsiteY2596" fmla="*/ 2001940 h 3215359"/>
                <a:gd name="connsiteX2597" fmla="*/ 1636447 w 2057605"/>
                <a:gd name="connsiteY2597" fmla="*/ 2004673 h 3215359"/>
                <a:gd name="connsiteX2598" fmla="*/ 1638893 w 2057605"/>
                <a:gd name="connsiteY2598" fmla="*/ 2001940 h 3215359"/>
                <a:gd name="connsiteX2599" fmla="*/ 1638893 w 2057605"/>
                <a:gd name="connsiteY2599" fmla="*/ 1999351 h 3215359"/>
                <a:gd name="connsiteX2600" fmla="*/ 1638317 w 2057605"/>
                <a:gd name="connsiteY2600" fmla="*/ 1999351 h 3215359"/>
                <a:gd name="connsiteX2601" fmla="*/ 1638317 w 2057605"/>
                <a:gd name="connsiteY2601" fmla="*/ 1996906 h 3215359"/>
                <a:gd name="connsiteX2602" fmla="*/ 1643496 w 2057605"/>
                <a:gd name="connsiteY2602" fmla="*/ 1996906 h 3215359"/>
                <a:gd name="connsiteX2603" fmla="*/ 1645941 w 2057605"/>
                <a:gd name="connsiteY2603" fmla="*/ 1999351 h 3215359"/>
                <a:gd name="connsiteX2604" fmla="*/ 1650975 w 2057605"/>
                <a:gd name="connsiteY2604" fmla="*/ 1994461 h 3215359"/>
                <a:gd name="connsiteX2605" fmla="*/ 1658742 w 2057605"/>
                <a:gd name="connsiteY2605" fmla="*/ 1994461 h 3215359"/>
                <a:gd name="connsiteX2606" fmla="*/ 1663921 w 2057605"/>
                <a:gd name="connsiteY2606" fmla="*/ 1996906 h 3215359"/>
                <a:gd name="connsiteX2607" fmla="*/ 1671400 w 2057605"/>
                <a:gd name="connsiteY2607" fmla="*/ 1996906 h 3215359"/>
                <a:gd name="connsiteX2608" fmla="*/ 1671400 w 2057605"/>
                <a:gd name="connsiteY2608" fmla="*/ 1998488 h 3215359"/>
                <a:gd name="connsiteX2609" fmla="*/ 1673845 w 2057605"/>
                <a:gd name="connsiteY2609" fmla="*/ 2001077 h 3215359"/>
                <a:gd name="connsiteX2610" fmla="*/ 1676578 w 2057605"/>
                <a:gd name="connsiteY2610" fmla="*/ 2001077 h 3215359"/>
                <a:gd name="connsiteX2611" fmla="*/ 1676578 w 2057605"/>
                <a:gd name="connsiteY2611" fmla="*/ 2003810 h 3215359"/>
                <a:gd name="connsiteX2612" fmla="*/ 1691825 w 2057605"/>
                <a:gd name="connsiteY2612" fmla="*/ 2008701 h 3215359"/>
                <a:gd name="connsiteX2613" fmla="*/ 1699592 w 2057605"/>
                <a:gd name="connsiteY2613" fmla="*/ 2011290 h 3215359"/>
                <a:gd name="connsiteX2614" fmla="*/ 1699592 w 2057605"/>
                <a:gd name="connsiteY2614" fmla="*/ 2008701 h 3215359"/>
                <a:gd name="connsiteX2615" fmla="*/ 1702038 w 2057605"/>
                <a:gd name="connsiteY2615" fmla="*/ 2011290 h 3215359"/>
                <a:gd name="connsiteX2616" fmla="*/ 1704483 w 2057605"/>
                <a:gd name="connsiteY2616" fmla="*/ 2014023 h 3215359"/>
                <a:gd name="connsiteX2617" fmla="*/ 1709805 w 2057605"/>
                <a:gd name="connsiteY2617" fmla="*/ 2014023 h 3215359"/>
                <a:gd name="connsiteX2618" fmla="*/ 1709805 w 2057605"/>
                <a:gd name="connsiteY2618" fmla="*/ 2011290 h 3215359"/>
                <a:gd name="connsiteX2619" fmla="*/ 1704483 w 2057605"/>
                <a:gd name="connsiteY2619" fmla="*/ 2011290 h 3215359"/>
                <a:gd name="connsiteX2620" fmla="*/ 1702038 w 2057605"/>
                <a:gd name="connsiteY2620" fmla="*/ 2008701 h 3215359"/>
                <a:gd name="connsiteX2621" fmla="*/ 1709805 w 2057605"/>
                <a:gd name="connsiteY2621" fmla="*/ 2008701 h 3215359"/>
                <a:gd name="connsiteX2622" fmla="*/ 1709805 w 2057605"/>
                <a:gd name="connsiteY2622" fmla="*/ 2006255 h 3215359"/>
                <a:gd name="connsiteX2623" fmla="*/ 1724189 w 2057605"/>
                <a:gd name="connsiteY2623" fmla="*/ 2006255 h 3215359"/>
                <a:gd name="connsiteX2624" fmla="*/ 1726922 w 2057605"/>
                <a:gd name="connsiteY2624" fmla="*/ 2003810 h 3215359"/>
                <a:gd name="connsiteX2625" fmla="*/ 1729367 w 2057605"/>
                <a:gd name="connsiteY2625" fmla="*/ 2006255 h 3215359"/>
                <a:gd name="connsiteX2626" fmla="*/ 1734401 w 2057605"/>
                <a:gd name="connsiteY2626" fmla="*/ 2006255 h 3215359"/>
                <a:gd name="connsiteX2627" fmla="*/ 1739579 w 2057605"/>
                <a:gd name="connsiteY2627" fmla="*/ 2003810 h 3215359"/>
                <a:gd name="connsiteX2628" fmla="*/ 1737134 w 2057605"/>
                <a:gd name="connsiteY2628" fmla="*/ 2003810 h 3215359"/>
                <a:gd name="connsiteX2629" fmla="*/ 1737134 w 2057605"/>
                <a:gd name="connsiteY2629" fmla="*/ 2001077 h 3215359"/>
                <a:gd name="connsiteX2630" fmla="*/ 1742168 w 2057605"/>
                <a:gd name="connsiteY2630" fmla="*/ 2001077 h 3215359"/>
                <a:gd name="connsiteX2631" fmla="*/ 1742168 w 2057605"/>
                <a:gd name="connsiteY2631" fmla="*/ 2003810 h 3215359"/>
                <a:gd name="connsiteX2632" fmla="*/ 1744614 w 2057605"/>
                <a:gd name="connsiteY2632" fmla="*/ 2003810 h 3215359"/>
                <a:gd name="connsiteX2633" fmla="*/ 1744614 w 2057605"/>
                <a:gd name="connsiteY2633" fmla="*/ 2006255 h 3215359"/>
                <a:gd name="connsiteX2634" fmla="*/ 1757271 w 2057605"/>
                <a:gd name="connsiteY2634" fmla="*/ 2008701 h 3215359"/>
                <a:gd name="connsiteX2635" fmla="*/ 1752381 w 2057605"/>
                <a:gd name="connsiteY2635" fmla="*/ 2008701 h 3215359"/>
                <a:gd name="connsiteX2636" fmla="*/ 1752381 w 2057605"/>
                <a:gd name="connsiteY2636" fmla="*/ 2011290 h 3215359"/>
                <a:gd name="connsiteX2637" fmla="*/ 1749792 w 2057605"/>
                <a:gd name="connsiteY2637" fmla="*/ 2011290 h 3215359"/>
                <a:gd name="connsiteX2638" fmla="*/ 1749792 w 2057605"/>
                <a:gd name="connsiteY2638" fmla="*/ 2014023 h 3215359"/>
                <a:gd name="connsiteX2639" fmla="*/ 1747059 w 2057605"/>
                <a:gd name="connsiteY2639" fmla="*/ 2008701 h 3215359"/>
                <a:gd name="connsiteX2640" fmla="*/ 1739579 w 2057605"/>
                <a:gd name="connsiteY2640" fmla="*/ 2008701 h 3215359"/>
                <a:gd name="connsiteX2641" fmla="*/ 1742168 w 2057605"/>
                <a:gd name="connsiteY2641" fmla="*/ 2011290 h 3215359"/>
                <a:gd name="connsiteX2642" fmla="*/ 1739579 w 2057605"/>
                <a:gd name="connsiteY2642" fmla="*/ 2011290 h 3215359"/>
                <a:gd name="connsiteX2643" fmla="*/ 1741305 w 2057605"/>
                <a:gd name="connsiteY2643" fmla="*/ 2014598 h 3215359"/>
                <a:gd name="connsiteX2644" fmla="*/ 1743751 w 2057605"/>
                <a:gd name="connsiteY2644" fmla="*/ 2014598 h 3215359"/>
                <a:gd name="connsiteX2645" fmla="*/ 1743751 w 2057605"/>
                <a:gd name="connsiteY2645" fmla="*/ 2017043 h 3215359"/>
                <a:gd name="connsiteX2646" fmla="*/ 1736271 w 2057605"/>
                <a:gd name="connsiteY2646" fmla="*/ 2017043 h 3215359"/>
                <a:gd name="connsiteX2647" fmla="*/ 1736271 w 2057605"/>
                <a:gd name="connsiteY2647" fmla="*/ 2019489 h 3215359"/>
                <a:gd name="connsiteX2648" fmla="*/ 1743751 w 2057605"/>
                <a:gd name="connsiteY2648" fmla="*/ 2019489 h 3215359"/>
                <a:gd name="connsiteX2649" fmla="*/ 1743751 w 2057605"/>
                <a:gd name="connsiteY2649" fmla="*/ 2022078 h 3215359"/>
                <a:gd name="connsiteX2650" fmla="*/ 1746196 w 2057605"/>
                <a:gd name="connsiteY2650" fmla="*/ 2022078 h 3215359"/>
                <a:gd name="connsiteX2651" fmla="*/ 1746196 w 2057605"/>
                <a:gd name="connsiteY2651" fmla="*/ 2024811 h 3215359"/>
                <a:gd name="connsiteX2652" fmla="*/ 1748929 w 2057605"/>
                <a:gd name="connsiteY2652" fmla="*/ 2024811 h 3215359"/>
                <a:gd name="connsiteX2653" fmla="*/ 1748929 w 2057605"/>
                <a:gd name="connsiteY2653" fmla="*/ 2027256 h 3215359"/>
                <a:gd name="connsiteX2654" fmla="*/ 1718291 w 2057605"/>
                <a:gd name="connsiteY2654" fmla="*/ 2027256 h 3215359"/>
                <a:gd name="connsiteX2655" fmla="*/ 1718291 w 2057605"/>
                <a:gd name="connsiteY2655" fmla="*/ 2024811 h 3215359"/>
                <a:gd name="connsiteX2656" fmla="*/ 1713113 w 2057605"/>
                <a:gd name="connsiteY2656" fmla="*/ 2024811 h 3215359"/>
                <a:gd name="connsiteX2657" fmla="*/ 1713113 w 2057605"/>
                <a:gd name="connsiteY2657" fmla="*/ 2027256 h 3215359"/>
                <a:gd name="connsiteX2658" fmla="*/ 1715846 w 2057605"/>
                <a:gd name="connsiteY2658" fmla="*/ 2027256 h 3215359"/>
                <a:gd name="connsiteX2659" fmla="*/ 1720880 w 2057605"/>
                <a:gd name="connsiteY2659" fmla="*/ 2029701 h 3215359"/>
                <a:gd name="connsiteX2660" fmla="*/ 1741305 w 2057605"/>
                <a:gd name="connsiteY2660" fmla="*/ 2032290 h 3215359"/>
                <a:gd name="connsiteX2661" fmla="*/ 1743751 w 2057605"/>
                <a:gd name="connsiteY2661" fmla="*/ 2032290 h 3215359"/>
                <a:gd name="connsiteX2662" fmla="*/ 1751518 w 2057605"/>
                <a:gd name="connsiteY2662" fmla="*/ 2035023 h 3215359"/>
                <a:gd name="connsiteX2663" fmla="*/ 1753963 w 2057605"/>
                <a:gd name="connsiteY2663" fmla="*/ 2035023 h 3215359"/>
                <a:gd name="connsiteX2664" fmla="*/ 1761730 w 2057605"/>
                <a:gd name="connsiteY2664" fmla="*/ 2037468 h 3215359"/>
                <a:gd name="connsiteX2665" fmla="*/ 1761730 w 2057605"/>
                <a:gd name="connsiteY2665" fmla="*/ 2039914 h 3215359"/>
                <a:gd name="connsiteX2666" fmla="*/ 1759141 w 2057605"/>
                <a:gd name="connsiteY2666" fmla="*/ 2039914 h 3215359"/>
                <a:gd name="connsiteX2667" fmla="*/ 1756408 w 2057605"/>
                <a:gd name="connsiteY2667" fmla="*/ 2037468 h 3215359"/>
                <a:gd name="connsiteX2668" fmla="*/ 1753963 w 2057605"/>
                <a:gd name="connsiteY2668" fmla="*/ 2039914 h 3215359"/>
                <a:gd name="connsiteX2669" fmla="*/ 1756265 w 2057605"/>
                <a:gd name="connsiteY2669" fmla="*/ 2039914 h 3215359"/>
                <a:gd name="connsiteX2670" fmla="*/ 1758998 w 2057605"/>
                <a:gd name="connsiteY2670" fmla="*/ 2042503 h 3215359"/>
                <a:gd name="connsiteX2671" fmla="*/ 1764032 w 2057605"/>
                <a:gd name="connsiteY2671" fmla="*/ 2047681 h 3215359"/>
                <a:gd name="connsiteX2672" fmla="*/ 1766477 w 2057605"/>
                <a:gd name="connsiteY2672" fmla="*/ 2047681 h 3215359"/>
                <a:gd name="connsiteX2673" fmla="*/ 1766477 w 2057605"/>
                <a:gd name="connsiteY2673" fmla="*/ 2052715 h 3215359"/>
                <a:gd name="connsiteX2674" fmla="*/ 1761587 w 2057605"/>
                <a:gd name="connsiteY2674" fmla="*/ 2050126 h 3215359"/>
                <a:gd name="connsiteX2675" fmla="*/ 1764032 w 2057605"/>
                <a:gd name="connsiteY2675" fmla="*/ 2055160 h 3215359"/>
                <a:gd name="connsiteX2676" fmla="*/ 1761587 w 2057605"/>
                <a:gd name="connsiteY2676" fmla="*/ 2055160 h 3215359"/>
                <a:gd name="connsiteX2677" fmla="*/ 1764032 w 2057605"/>
                <a:gd name="connsiteY2677" fmla="*/ 2057893 h 3215359"/>
                <a:gd name="connsiteX2678" fmla="*/ 1769210 w 2057605"/>
                <a:gd name="connsiteY2678" fmla="*/ 2057893 h 3215359"/>
                <a:gd name="connsiteX2679" fmla="*/ 1774244 w 2057605"/>
                <a:gd name="connsiteY2679" fmla="*/ 2055160 h 3215359"/>
                <a:gd name="connsiteX2680" fmla="*/ 1771799 w 2057605"/>
                <a:gd name="connsiteY2680" fmla="*/ 2052715 h 3215359"/>
                <a:gd name="connsiteX2681" fmla="*/ 1782012 w 2057605"/>
                <a:gd name="connsiteY2681" fmla="*/ 2052715 h 3215359"/>
                <a:gd name="connsiteX2682" fmla="*/ 1786902 w 2057605"/>
                <a:gd name="connsiteY2682" fmla="*/ 2050126 h 3215359"/>
                <a:gd name="connsiteX2683" fmla="*/ 1789635 w 2057605"/>
                <a:gd name="connsiteY2683" fmla="*/ 2050126 h 3215359"/>
                <a:gd name="connsiteX2684" fmla="*/ 1792224 w 2057605"/>
                <a:gd name="connsiteY2684" fmla="*/ 2052715 h 3215359"/>
                <a:gd name="connsiteX2685" fmla="*/ 1794669 w 2057605"/>
                <a:gd name="connsiteY2685" fmla="*/ 2052715 h 3215359"/>
                <a:gd name="connsiteX2686" fmla="*/ 1797115 w 2057605"/>
                <a:gd name="connsiteY2686" fmla="*/ 2057893 h 3215359"/>
                <a:gd name="connsiteX2687" fmla="*/ 1799848 w 2057605"/>
                <a:gd name="connsiteY2687" fmla="*/ 2057893 h 3215359"/>
                <a:gd name="connsiteX2688" fmla="*/ 1802293 w 2057605"/>
                <a:gd name="connsiteY2688" fmla="*/ 2055160 h 3215359"/>
                <a:gd name="connsiteX2689" fmla="*/ 1804882 w 2057605"/>
                <a:gd name="connsiteY2689" fmla="*/ 2055160 h 3215359"/>
                <a:gd name="connsiteX2690" fmla="*/ 1804882 w 2057605"/>
                <a:gd name="connsiteY2690" fmla="*/ 2057893 h 3215359"/>
                <a:gd name="connsiteX2691" fmla="*/ 1810060 w 2057605"/>
                <a:gd name="connsiteY2691" fmla="*/ 2065373 h 3215359"/>
                <a:gd name="connsiteX2692" fmla="*/ 1810060 w 2057605"/>
                <a:gd name="connsiteY2692" fmla="*/ 2070551 h 3215359"/>
                <a:gd name="connsiteX2693" fmla="*/ 1807327 w 2057605"/>
                <a:gd name="connsiteY2693" fmla="*/ 2070551 h 3215359"/>
                <a:gd name="connsiteX2694" fmla="*/ 1807327 w 2057605"/>
                <a:gd name="connsiteY2694" fmla="*/ 2068106 h 3215359"/>
                <a:gd name="connsiteX2695" fmla="*/ 1804882 w 2057605"/>
                <a:gd name="connsiteY2695" fmla="*/ 2070551 h 3215359"/>
                <a:gd name="connsiteX2696" fmla="*/ 1804882 w 2057605"/>
                <a:gd name="connsiteY2696" fmla="*/ 2072996 h 3215359"/>
                <a:gd name="connsiteX2697" fmla="*/ 1802293 w 2057605"/>
                <a:gd name="connsiteY2697" fmla="*/ 2072996 h 3215359"/>
                <a:gd name="connsiteX2698" fmla="*/ 1802293 w 2057605"/>
                <a:gd name="connsiteY2698" fmla="*/ 2080764 h 3215359"/>
                <a:gd name="connsiteX2699" fmla="*/ 1799848 w 2057605"/>
                <a:gd name="connsiteY2699" fmla="*/ 2083209 h 3215359"/>
                <a:gd name="connsiteX2700" fmla="*/ 1797115 w 2057605"/>
                <a:gd name="connsiteY2700" fmla="*/ 2083209 h 3215359"/>
                <a:gd name="connsiteX2701" fmla="*/ 1795389 w 2057605"/>
                <a:gd name="connsiteY2701" fmla="*/ 2085510 h 3215359"/>
                <a:gd name="connsiteX2702" fmla="*/ 1795389 w 2057605"/>
                <a:gd name="connsiteY2702" fmla="*/ 2090688 h 3215359"/>
                <a:gd name="connsiteX2703" fmla="*/ 1790354 w 2057605"/>
                <a:gd name="connsiteY2703" fmla="*/ 2095723 h 3215359"/>
                <a:gd name="connsiteX2704" fmla="*/ 1780142 w 2057605"/>
                <a:gd name="connsiteY2704" fmla="*/ 2100901 h 3215359"/>
                <a:gd name="connsiteX2705" fmla="*/ 1785176 w 2057605"/>
                <a:gd name="connsiteY2705" fmla="*/ 2100901 h 3215359"/>
                <a:gd name="connsiteX2706" fmla="*/ 1790354 w 2057605"/>
                <a:gd name="connsiteY2706" fmla="*/ 2095723 h 3215359"/>
                <a:gd name="connsiteX2707" fmla="*/ 1797834 w 2057605"/>
                <a:gd name="connsiteY2707" fmla="*/ 2095723 h 3215359"/>
                <a:gd name="connsiteX2708" fmla="*/ 1797834 w 2057605"/>
                <a:gd name="connsiteY2708" fmla="*/ 2093134 h 3215359"/>
                <a:gd name="connsiteX2709" fmla="*/ 1800567 w 2057605"/>
                <a:gd name="connsiteY2709" fmla="*/ 2095723 h 3215359"/>
                <a:gd name="connsiteX2710" fmla="*/ 1800567 w 2057605"/>
                <a:gd name="connsiteY2710" fmla="*/ 2098456 h 3215359"/>
                <a:gd name="connsiteX2711" fmla="*/ 1803012 w 2057605"/>
                <a:gd name="connsiteY2711" fmla="*/ 2098456 h 3215359"/>
                <a:gd name="connsiteX2712" fmla="*/ 1803012 w 2057605"/>
                <a:gd name="connsiteY2712" fmla="*/ 2103346 h 3215359"/>
                <a:gd name="connsiteX2713" fmla="*/ 1805601 w 2057605"/>
                <a:gd name="connsiteY2713" fmla="*/ 2103346 h 3215359"/>
                <a:gd name="connsiteX2714" fmla="*/ 1805601 w 2057605"/>
                <a:gd name="connsiteY2714" fmla="*/ 2098456 h 3215359"/>
                <a:gd name="connsiteX2715" fmla="*/ 1808046 w 2057605"/>
                <a:gd name="connsiteY2715" fmla="*/ 2098456 h 3215359"/>
                <a:gd name="connsiteX2716" fmla="*/ 1810779 w 2057605"/>
                <a:gd name="connsiteY2716" fmla="*/ 2095723 h 3215359"/>
                <a:gd name="connsiteX2717" fmla="*/ 1810779 w 2057605"/>
                <a:gd name="connsiteY2717" fmla="*/ 2098456 h 3215359"/>
                <a:gd name="connsiteX2718" fmla="*/ 1815814 w 2057605"/>
                <a:gd name="connsiteY2718" fmla="*/ 2098456 h 3215359"/>
                <a:gd name="connsiteX2719" fmla="*/ 1815814 w 2057605"/>
                <a:gd name="connsiteY2719" fmla="*/ 2103346 h 3215359"/>
                <a:gd name="connsiteX2720" fmla="*/ 1818259 w 2057605"/>
                <a:gd name="connsiteY2720" fmla="*/ 2103346 h 3215359"/>
                <a:gd name="connsiteX2721" fmla="*/ 1818259 w 2057605"/>
                <a:gd name="connsiteY2721" fmla="*/ 2105935 h 3215359"/>
                <a:gd name="connsiteX2722" fmla="*/ 1820704 w 2057605"/>
                <a:gd name="connsiteY2722" fmla="*/ 2108668 h 3215359"/>
                <a:gd name="connsiteX2723" fmla="*/ 1820704 w 2057605"/>
                <a:gd name="connsiteY2723" fmla="*/ 2111113 h 3215359"/>
                <a:gd name="connsiteX2724" fmla="*/ 1818259 w 2057605"/>
                <a:gd name="connsiteY2724" fmla="*/ 2111113 h 3215359"/>
                <a:gd name="connsiteX2725" fmla="*/ 1820704 w 2057605"/>
                <a:gd name="connsiteY2725" fmla="*/ 2121326 h 3215359"/>
                <a:gd name="connsiteX2726" fmla="*/ 1818259 w 2057605"/>
                <a:gd name="connsiteY2726" fmla="*/ 2118881 h 3215359"/>
                <a:gd name="connsiteX2727" fmla="*/ 1815814 w 2057605"/>
                <a:gd name="connsiteY2727" fmla="*/ 2118881 h 3215359"/>
                <a:gd name="connsiteX2728" fmla="*/ 1815814 w 2057605"/>
                <a:gd name="connsiteY2728" fmla="*/ 2121326 h 3215359"/>
                <a:gd name="connsiteX2729" fmla="*/ 1818259 w 2057605"/>
                <a:gd name="connsiteY2729" fmla="*/ 2121326 h 3215359"/>
                <a:gd name="connsiteX2730" fmla="*/ 1818259 w 2057605"/>
                <a:gd name="connsiteY2730" fmla="*/ 2123771 h 3215359"/>
                <a:gd name="connsiteX2731" fmla="*/ 1820704 w 2057605"/>
                <a:gd name="connsiteY2731" fmla="*/ 2123771 h 3215359"/>
                <a:gd name="connsiteX2732" fmla="*/ 1820704 w 2057605"/>
                <a:gd name="connsiteY2732" fmla="*/ 2126360 h 3215359"/>
                <a:gd name="connsiteX2733" fmla="*/ 1818259 w 2057605"/>
                <a:gd name="connsiteY2733" fmla="*/ 2126360 h 3215359"/>
                <a:gd name="connsiteX2734" fmla="*/ 1818259 w 2057605"/>
                <a:gd name="connsiteY2734" fmla="*/ 2132258 h 3215359"/>
                <a:gd name="connsiteX2735" fmla="*/ 1815814 w 2057605"/>
                <a:gd name="connsiteY2735" fmla="*/ 2132258 h 3215359"/>
                <a:gd name="connsiteX2736" fmla="*/ 1813224 w 2057605"/>
                <a:gd name="connsiteY2736" fmla="*/ 2134703 h 3215359"/>
                <a:gd name="connsiteX2737" fmla="*/ 1813224 w 2057605"/>
                <a:gd name="connsiteY2737" fmla="*/ 2137292 h 3215359"/>
                <a:gd name="connsiteX2738" fmla="*/ 1808046 w 2057605"/>
                <a:gd name="connsiteY2738" fmla="*/ 2142470 h 3215359"/>
                <a:gd name="connsiteX2739" fmla="*/ 1800567 w 2057605"/>
                <a:gd name="connsiteY2739" fmla="*/ 2142470 h 3215359"/>
                <a:gd name="connsiteX2740" fmla="*/ 1800567 w 2057605"/>
                <a:gd name="connsiteY2740" fmla="*/ 2152683 h 3215359"/>
                <a:gd name="connsiteX2741" fmla="*/ 1797834 w 2057605"/>
                <a:gd name="connsiteY2741" fmla="*/ 2152683 h 3215359"/>
                <a:gd name="connsiteX2742" fmla="*/ 1795389 w 2057605"/>
                <a:gd name="connsiteY2742" fmla="*/ 2155128 h 3215359"/>
                <a:gd name="connsiteX2743" fmla="*/ 1795389 w 2057605"/>
                <a:gd name="connsiteY2743" fmla="*/ 2157573 h 3215359"/>
                <a:gd name="connsiteX2744" fmla="*/ 1792943 w 2057605"/>
                <a:gd name="connsiteY2744" fmla="*/ 2155128 h 3215359"/>
                <a:gd name="connsiteX2745" fmla="*/ 1790354 w 2057605"/>
                <a:gd name="connsiteY2745" fmla="*/ 2155128 h 3215359"/>
                <a:gd name="connsiteX2746" fmla="*/ 1787621 w 2057605"/>
                <a:gd name="connsiteY2746" fmla="*/ 2149950 h 3215359"/>
                <a:gd name="connsiteX2747" fmla="*/ 1782731 w 2057605"/>
                <a:gd name="connsiteY2747" fmla="*/ 2147505 h 3215359"/>
                <a:gd name="connsiteX2748" fmla="*/ 1777409 w 2057605"/>
                <a:gd name="connsiteY2748" fmla="*/ 2144915 h 3215359"/>
                <a:gd name="connsiteX2749" fmla="*/ 1777409 w 2057605"/>
                <a:gd name="connsiteY2749" fmla="*/ 2147505 h 3215359"/>
                <a:gd name="connsiteX2750" fmla="*/ 1782731 w 2057605"/>
                <a:gd name="connsiteY2750" fmla="*/ 2149950 h 3215359"/>
                <a:gd name="connsiteX2751" fmla="*/ 1782731 w 2057605"/>
                <a:gd name="connsiteY2751" fmla="*/ 2155128 h 3215359"/>
                <a:gd name="connsiteX2752" fmla="*/ 1769929 w 2057605"/>
                <a:gd name="connsiteY2752" fmla="*/ 2155128 h 3215359"/>
                <a:gd name="connsiteX2753" fmla="*/ 1769929 w 2057605"/>
                <a:gd name="connsiteY2753" fmla="*/ 2152970 h 3215359"/>
                <a:gd name="connsiteX2754" fmla="*/ 1764751 w 2057605"/>
                <a:gd name="connsiteY2754" fmla="*/ 2150237 h 3215359"/>
                <a:gd name="connsiteX2755" fmla="*/ 1762306 w 2057605"/>
                <a:gd name="connsiteY2755" fmla="*/ 2150237 h 3215359"/>
                <a:gd name="connsiteX2756" fmla="*/ 1762306 w 2057605"/>
                <a:gd name="connsiteY2756" fmla="*/ 2152970 h 3215359"/>
                <a:gd name="connsiteX2757" fmla="*/ 1764751 w 2057605"/>
                <a:gd name="connsiteY2757" fmla="*/ 2152970 h 3215359"/>
                <a:gd name="connsiteX2758" fmla="*/ 1764751 w 2057605"/>
                <a:gd name="connsiteY2758" fmla="*/ 2155416 h 3215359"/>
                <a:gd name="connsiteX2759" fmla="*/ 1767196 w 2057605"/>
                <a:gd name="connsiteY2759" fmla="*/ 2155416 h 3215359"/>
                <a:gd name="connsiteX2760" fmla="*/ 1769929 w 2057605"/>
                <a:gd name="connsiteY2760" fmla="*/ 2157861 h 3215359"/>
                <a:gd name="connsiteX2761" fmla="*/ 1767196 w 2057605"/>
                <a:gd name="connsiteY2761" fmla="*/ 2157861 h 3215359"/>
                <a:gd name="connsiteX2762" fmla="*/ 1767196 w 2057605"/>
                <a:gd name="connsiteY2762" fmla="*/ 2160450 h 3215359"/>
                <a:gd name="connsiteX2763" fmla="*/ 1762306 w 2057605"/>
                <a:gd name="connsiteY2763" fmla="*/ 2160450 h 3215359"/>
                <a:gd name="connsiteX2764" fmla="*/ 1764751 w 2057605"/>
                <a:gd name="connsiteY2764" fmla="*/ 2165628 h 3215359"/>
                <a:gd name="connsiteX2765" fmla="*/ 1767196 w 2057605"/>
                <a:gd name="connsiteY2765" fmla="*/ 2163183 h 3215359"/>
                <a:gd name="connsiteX2766" fmla="*/ 1769929 w 2057605"/>
                <a:gd name="connsiteY2766" fmla="*/ 2163183 h 3215359"/>
                <a:gd name="connsiteX2767" fmla="*/ 1769929 w 2057605"/>
                <a:gd name="connsiteY2767" fmla="*/ 2165628 h 3215359"/>
                <a:gd name="connsiteX2768" fmla="*/ 1772518 w 2057605"/>
                <a:gd name="connsiteY2768" fmla="*/ 2165628 h 3215359"/>
                <a:gd name="connsiteX2769" fmla="*/ 1774964 w 2057605"/>
                <a:gd name="connsiteY2769" fmla="*/ 2168073 h 3215359"/>
                <a:gd name="connsiteX2770" fmla="*/ 1785176 w 2057605"/>
                <a:gd name="connsiteY2770" fmla="*/ 2168073 h 3215359"/>
                <a:gd name="connsiteX2771" fmla="*/ 1782731 w 2057605"/>
                <a:gd name="connsiteY2771" fmla="*/ 2165628 h 3215359"/>
                <a:gd name="connsiteX2772" fmla="*/ 1787621 w 2057605"/>
                <a:gd name="connsiteY2772" fmla="*/ 2165628 h 3215359"/>
                <a:gd name="connsiteX2773" fmla="*/ 1787621 w 2057605"/>
                <a:gd name="connsiteY2773" fmla="*/ 2168073 h 3215359"/>
                <a:gd name="connsiteX2774" fmla="*/ 1792943 w 2057605"/>
                <a:gd name="connsiteY2774" fmla="*/ 2168073 h 3215359"/>
                <a:gd name="connsiteX2775" fmla="*/ 1792943 w 2057605"/>
                <a:gd name="connsiteY2775" fmla="*/ 2173395 h 3215359"/>
                <a:gd name="connsiteX2776" fmla="*/ 1790354 w 2057605"/>
                <a:gd name="connsiteY2776" fmla="*/ 2173395 h 3215359"/>
                <a:gd name="connsiteX2777" fmla="*/ 1787621 w 2057605"/>
                <a:gd name="connsiteY2777" fmla="*/ 2170662 h 3215359"/>
                <a:gd name="connsiteX2778" fmla="*/ 1777409 w 2057605"/>
                <a:gd name="connsiteY2778" fmla="*/ 2170662 h 3215359"/>
                <a:gd name="connsiteX2779" fmla="*/ 1780142 w 2057605"/>
                <a:gd name="connsiteY2779" fmla="*/ 2173395 h 3215359"/>
                <a:gd name="connsiteX2780" fmla="*/ 1777409 w 2057605"/>
                <a:gd name="connsiteY2780" fmla="*/ 2173395 h 3215359"/>
                <a:gd name="connsiteX2781" fmla="*/ 1772518 w 2057605"/>
                <a:gd name="connsiteY2781" fmla="*/ 2175841 h 3215359"/>
                <a:gd name="connsiteX2782" fmla="*/ 1774964 w 2057605"/>
                <a:gd name="connsiteY2782" fmla="*/ 2175841 h 3215359"/>
                <a:gd name="connsiteX2783" fmla="*/ 1774964 w 2057605"/>
                <a:gd name="connsiteY2783" fmla="*/ 2178286 h 3215359"/>
                <a:gd name="connsiteX2784" fmla="*/ 1777409 w 2057605"/>
                <a:gd name="connsiteY2784" fmla="*/ 2180875 h 3215359"/>
                <a:gd name="connsiteX2785" fmla="*/ 1780142 w 2057605"/>
                <a:gd name="connsiteY2785" fmla="*/ 2180875 h 3215359"/>
                <a:gd name="connsiteX2786" fmla="*/ 1780142 w 2057605"/>
                <a:gd name="connsiteY2786" fmla="*/ 2178286 h 3215359"/>
                <a:gd name="connsiteX2787" fmla="*/ 1782731 w 2057605"/>
                <a:gd name="connsiteY2787" fmla="*/ 2175841 h 3215359"/>
                <a:gd name="connsiteX2788" fmla="*/ 1782731 w 2057605"/>
                <a:gd name="connsiteY2788" fmla="*/ 2178286 h 3215359"/>
                <a:gd name="connsiteX2789" fmla="*/ 1785176 w 2057605"/>
                <a:gd name="connsiteY2789" fmla="*/ 2180875 h 3215359"/>
                <a:gd name="connsiteX2790" fmla="*/ 1782731 w 2057605"/>
                <a:gd name="connsiteY2790" fmla="*/ 2186053 h 3215359"/>
                <a:gd name="connsiteX2791" fmla="*/ 1782731 w 2057605"/>
                <a:gd name="connsiteY2791" fmla="*/ 2193820 h 3215359"/>
                <a:gd name="connsiteX2792" fmla="*/ 1785176 w 2057605"/>
                <a:gd name="connsiteY2792" fmla="*/ 2196266 h 3215359"/>
                <a:gd name="connsiteX2793" fmla="*/ 1790354 w 2057605"/>
                <a:gd name="connsiteY2793" fmla="*/ 2196266 h 3215359"/>
                <a:gd name="connsiteX2794" fmla="*/ 1792943 w 2057605"/>
                <a:gd name="connsiteY2794" fmla="*/ 2188499 h 3215359"/>
                <a:gd name="connsiteX2795" fmla="*/ 1795389 w 2057605"/>
                <a:gd name="connsiteY2795" fmla="*/ 2183608 h 3215359"/>
                <a:gd name="connsiteX2796" fmla="*/ 1797834 w 2057605"/>
                <a:gd name="connsiteY2796" fmla="*/ 2186053 h 3215359"/>
                <a:gd name="connsiteX2797" fmla="*/ 1797834 w 2057605"/>
                <a:gd name="connsiteY2797" fmla="*/ 2191087 h 3215359"/>
                <a:gd name="connsiteX2798" fmla="*/ 1795389 w 2057605"/>
                <a:gd name="connsiteY2798" fmla="*/ 2193820 h 3215359"/>
                <a:gd name="connsiteX2799" fmla="*/ 1795389 w 2057605"/>
                <a:gd name="connsiteY2799" fmla="*/ 2196266 h 3215359"/>
                <a:gd name="connsiteX2800" fmla="*/ 1792943 w 2057605"/>
                <a:gd name="connsiteY2800" fmla="*/ 2198711 h 3215359"/>
                <a:gd name="connsiteX2801" fmla="*/ 1795389 w 2057605"/>
                <a:gd name="connsiteY2801" fmla="*/ 2198711 h 3215359"/>
                <a:gd name="connsiteX2802" fmla="*/ 1792943 w 2057605"/>
                <a:gd name="connsiteY2802" fmla="*/ 2201300 h 3215359"/>
                <a:gd name="connsiteX2803" fmla="*/ 1792943 w 2057605"/>
                <a:gd name="connsiteY2803" fmla="*/ 2206478 h 3215359"/>
                <a:gd name="connsiteX2804" fmla="*/ 1795389 w 2057605"/>
                <a:gd name="connsiteY2804" fmla="*/ 2206478 h 3215359"/>
                <a:gd name="connsiteX2805" fmla="*/ 1792943 w 2057605"/>
                <a:gd name="connsiteY2805" fmla="*/ 2208924 h 3215359"/>
                <a:gd name="connsiteX2806" fmla="*/ 1792943 w 2057605"/>
                <a:gd name="connsiteY2806" fmla="*/ 2211512 h 3215359"/>
                <a:gd name="connsiteX2807" fmla="*/ 1795389 w 2057605"/>
                <a:gd name="connsiteY2807" fmla="*/ 2214245 h 3215359"/>
                <a:gd name="connsiteX2808" fmla="*/ 1795389 w 2057605"/>
                <a:gd name="connsiteY2808" fmla="*/ 2219136 h 3215359"/>
                <a:gd name="connsiteX2809" fmla="*/ 1797834 w 2057605"/>
                <a:gd name="connsiteY2809" fmla="*/ 2221725 h 3215359"/>
                <a:gd name="connsiteX2810" fmla="*/ 1805601 w 2057605"/>
                <a:gd name="connsiteY2810" fmla="*/ 2231937 h 3215359"/>
                <a:gd name="connsiteX2811" fmla="*/ 1813224 w 2057605"/>
                <a:gd name="connsiteY2811" fmla="*/ 2234383 h 3215359"/>
                <a:gd name="connsiteX2812" fmla="*/ 1813224 w 2057605"/>
                <a:gd name="connsiteY2812" fmla="*/ 2239561 h 3215359"/>
                <a:gd name="connsiteX2813" fmla="*/ 1823437 w 2057605"/>
                <a:gd name="connsiteY2813" fmla="*/ 2244595 h 3215359"/>
                <a:gd name="connsiteX2814" fmla="*/ 1826026 w 2057605"/>
                <a:gd name="connsiteY2814" fmla="*/ 2249774 h 3215359"/>
                <a:gd name="connsiteX2815" fmla="*/ 1833649 w 2057605"/>
                <a:gd name="connsiteY2815" fmla="*/ 2254808 h 3215359"/>
                <a:gd name="connsiteX2816" fmla="*/ 1836239 w 2057605"/>
                <a:gd name="connsiteY2816" fmla="*/ 2254808 h 3215359"/>
                <a:gd name="connsiteX2817" fmla="*/ 1838684 w 2057605"/>
                <a:gd name="connsiteY2817" fmla="*/ 2259986 h 3215359"/>
                <a:gd name="connsiteX2818" fmla="*/ 1841129 w 2057605"/>
                <a:gd name="connsiteY2818" fmla="*/ 2262431 h 3215359"/>
                <a:gd name="connsiteX2819" fmla="*/ 1846451 w 2057605"/>
                <a:gd name="connsiteY2819" fmla="*/ 2270199 h 3215359"/>
                <a:gd name="connsiteX2820" fmla="*/ 1848897 w 2057605"/>
                <a:gd name="connsiteY2820" fmla="*/ 2270199 h 3215359"/>
                <a:gd name="connsiteX2821" fmla="*/ 1848897 w 2057605"/>
                <a:gd name="connsiteY2821" fmla="*/ 2272356 h 3215359"/>
                <a:gd name="connsiteX2822" fmla="*/ 1846451 w 2057605"/>
                <a:gd name="connsiteY2822" fmla="*/ 2274945 h 3215359"/>
                <a:gd name="connsiteX2823" fmla="*/ 1846451 w 2057605"/>
                <a:gd name="connsiteY2823" fmla="*/ 2277678 h 3215359"/>
                <a:gd name="connsiteX2824" fmla="*/ 1843862 w 2057605"/>
                <a:gd name="connsiteY2824" fmla="*/ 2295370 h 3215359"/>
                <a:gd name="connsiteX2825" fmla="*/ 1846451 w 2057605"/>
                <a:gd name="connsiteY2825" fmla="*/ 2298103 h 3215359"/>
                <a:gd name="connsiteX2826" fmla="*/ 1846451 w 2057605"/>
                <a:gd name="connsiteY2826" fmla="*/ 2320973 h 3215359"/>
                <a:gd name="connsiteX2827" fmla="*/ 1843862 w 2057605"/>
                <a:gd name="connsiteY2827" fmla="*/ 2320973 h 3215359"/>
                <a:gd name="connsiteX2828" fmla="*/ 1843862 w 2057605"/>
                <a:gd name="connsiteY2828" fmla="*/ 2328453 h 3215359"/>
                <a:gd name="connsiteX2829" fmla="*/ 1841129 w 2057605"/>
                <a:gd name="connsiteY2829" fmla="*/ 2331186 h 3215359"/>
                <a:gd name="connsiteX2830" fmla="*/ 1838684 w 2057605"/>
                <a:gd name="connsiteY2830" fmla="*/ 2328453 h 3215359"/>
                <a:gd name="connsiteX2831" fmla="*/ 1836239 w 2057605"/>
                <a:gd name="connsiteY2831" fmla="*/ 2331186 h 3215359"/>
                <a:gd name="connsiteX2832" fmla="*/ 1836239 w 2057605"/>
                <a:gd name="connsiteY2832" fmla="*/ 2333631 h 3215359"/>
                <a:gd name="connsiteX2833" fmla="*/ 1830917 w 2057605"/>
                <a:gd name="connsiteY2833" fmla="*/ 2333631 h 3215359"/>
                <a:gd name="connsiteX2834" fmla="*/ 1828471 w 2057605"/>
                <a:gd name="connsiteY2834" fmla="*/ 2331186 h 3215359"/>
                <a:gd name="connsiteX2835" fmla="*/ 1826026 w 2057605"/>
                <a:gd name="connsiteY2835" fmla="*/ 2333631 h 3215359"/>
                <a:gd name="connsiteX2836" fmla="*/ 1823437 w 2057605"/>
                <a:gd name="connsiteY2836" fmla="*/ 2336076 h 3215359"/>
                <a:gd name="connsiteX2837" fmla="*/ 1823437 w 2057605"/>
                <a:gd name="connsiteY2837" fmla="*/ 2338665 h 3215359"/>
                <a:gd name="connsiteX2838" fmla="*/ 1820704 w 2057605"/>
                <a:gd name="connsiteY2838" fmla="*/ 2338665 h 3215359"/>
                <a:gd name="connsiteX2839" fmla="*/ 1823437 w 2057605"/>
                <a:gd name="connsiteY2839" fmla="*/ 2341398 h 3215359"/>
                <a:gd name="connsiteX2840" fmla="*/ 1820704 w 2057605"/>
                <a:gd name="connsiteY2840" fmla="*/ 2341398 h 3215359"/>
                <a:gd name="connsiteX2841" fmla="*/ 1820704 w 2057605"/>
                <a:gd name="connsiteY2841" fmla="*/ 2343844 h 3215359"/>
                <a:gd name="connsiteX2842" fmla="*/ 1823437 w 2057605"/>
                <a:gd name="connsiteY2842" fmla="*/ 2343844 h 3215359"/>
                <a:gd name="connsiteX2843" fmla="*/ 1823437 w 2057605"/>
                <a:gd name="connsiteY2843" fmla="*/ 2346289 h 3215359"/>
                <a:gd name="connsiteX2844" fmla="*/ 1820704 w 2057605"/>
                <a:gd name="connsiteY2844" fmla="*/ 2346289 h 3215359"/>
                <a:gd name="connsiteX2845" fmla="*/ 1820704 w 2057605"/>
                <a:gd name="connsiteY2845" fmla="*/ 2354056 h 3215359"/>
                <a:gd name="connsiteX2846" fmla="*/ 1818259 w 2057605"/>
                <a:gd name="connsiteY2846" fmla="*/ 2356501 h 3215359"/>
                <a:gd name="connsiteX2847" fmla="*/ 1818259 w 2057605"/>
                <a:gd name="connsiteY2847" fmla="*/ 2358659 h 3215359"/>
                <a:gd name="connsiteX2848" fmla="*/ 1815814 w 2057605"/>
                <a:gd name="connsiteY2848" fmla="*/ 2361392 h 3215359"/>
                <a:gd name="connsiteX2849" fmla="*/ 1815814 w 2057605"/>
                <a:gd name="connsiteY2849" fmla="*/ 2363837 h 3215359"/>
                <a:gd name="connsiteX2850" fmla="*/ 1818259 w 2057605"/>
                <a:gd name="connsiteY2850" fmla="*/ 2363837 h 3215359"/>
                <a:gd name="connsiteX2851" fmla="*/ 1818259 w 2057605"/>
                <a:gd name="connsiteY2851" fmla="*/ 2368872 h 3215359"/>
                <a:gd name="connsiteX2852" fmla="*/ 1813224 w 2057605"/>
                <a:gd name="connsiteY2852" fmla="*/ 2366282 h 3215359"/>
                <a:gd name="connsiteX2853" fmla="*/ 1813224 w 2057605"/>
                <a:gd name="connsiteY2853" fmla="*/ 2368872 h 3215359"/>
                <a:gd name="connsiteX2854" fmla="*/ 1808046 w 2057605"/>
                <a:gd name="connsiteY2854" fmla="*/ 2366282 h 3215359"/>
                <a:gd name="connsiteX2855" fmla="*/ 1808046 w 2057605"/>
                <a:gd name="connsiteY2855" fmla="*/ 2371604 h 3215359"/>
                <a:gd name="connsiteX2856" fmla="*/ 1805601 w 2057605"/>
                <a:gd name="connsiteY2856" fmla="*/ 2371604 h 3215359"/>
                <a:gd name="connsiteX2857" fmla="*/ 1805601 w 2057605"/>
                <a:gd name="connsiteY2857" fmla="*/ 2374050 h 3215359"/>
                <a:gd name="connsiteX2858" fmla="*/ 1803012 w 2057605"/>
                <a:gd name="connsiteY2858" fmla="*/ 2374050 h 3215359"/>
                <a:gd name="connsiteX2859" fmla="*/ 1805601 w 2057605"/>
                <a:gd name="connsiteY2859" fmla="*/ 2376495 h 3215359"/>
                <a:gd name="connsiteX2860" fmla="*/ 1803012 w 2057605"/>
                <a:gd name="connsiteY2860" fmla="*/ 2379084 h 3215359"/>
                <a:gd name="connsiteX2861" fmla="*/ 1800567 w 2057605"/>
                <a:gd name="connsiteY2861" fmla="*/ 2381817 h 3215359"/>
                <a:gd name="connsiteX2862" fmla="*/ 1800567 w 2057605"/>
                <a:gd name="connsiteY2862" fmla="*/ 2389297 h 3215359"/>
                <a:gd name="connsiteX2863" fmla="*/ 1797834 w 2057605"/>
                <a:gd name="connsiteY2863" fmla="*/ 2389297 h 3215359"/>
                <a:gd name="connsiteX2864" fmla="*/ 1792943 w 2057605"/>
                <a:gd name="connsiteY2864" fmla="*/ 2392029 h 3215359"/>
                <a:gd name="connsiteX2865" fmla="*/ 1792943 w 2057605"/>
                <a:gd name="connsiteY2865" fmla="*/ 2389297 h 3215359"/>
                <a:gd name="connsiteX2866" fmla="*/ 1787621 w 2057605"/>
                <a:gd name="connsiteY2866" fmla="*/ 2392029 h 3215359"/>
                <a:gd name="connsiteX2867" fmla="*/ 1785176 w 2057605"/>
                <a:gd name="connsiteY2867" fmla="*/ 2392029 h 3215359"/>
                <a:gd name="connsiteX2868" fmla="*/ 1785176 w 2057605"/>
                <a:gd name="connsiteY2868" fmla="*/ 2394475 h 3215359"/>
                <a:gd name="connsiteX2869" fmla="*/ 1782731 w 2057605"/>
                <a:gd name="connsiteY2869" fmla="*/ 2394475 h 3215359"/>
                <a:gd name="connsiteX2870" fmla="*/ 1782731 w 2057605"/>
                <a:gd name="connsiteY2870" fmla="*/ 2404687 h 3215359"/>
                <a:gd name="connsiteX2871" fmla="*/ 1776833 w 2057605"/>
                <a:gd name="connsiteY2871" fmla="*/ 2404687 h 3215359"/>
                <a:gd name="connsiteX2872" fmla="*/ 1776833 w 2057605"/>
                <a:gd name="connsiteY2872" fmla="*/ 2407133 h 3215359"/>
                <a:gd name="connsiteX2873" fmla="*/ 1774388 w 2057605"/>
                <a:gd name="connsiteY2873" fmla="*/ 2409578 h 3215359"/>
                <a:gd name="connsiteX2874" fmla="*/ 1771943 w 2057605"/>
                <a:gd name="connsiteY2874" fmla="*/ 2412167 h 3215359"/>
                <a:gd name="connsiteX2875" fmla="*/ 1771943 w 2057605"/>
                <a:gd name="connsiteY2875" fmla="*/ 2414900 h 3215359"/>
                <a:gd name="connsiteX2876" fmla="*/ 1769354 w 2057605"/>
                <a:gd name="connsiteY2876" fmla="*/ 2417345 h 3215359"/>
                <a:gd name="connsiteX2877" fmla="*/ 1766621 w 2057605"/>
                <a:gd name="connsiteY2877" fmla="*/ 2419790 h 3215359"/>
                <a:gd name="connsiteX2878" fmla="*/ 1766621 w 2057605"/>
                <a:gd name="connsiteY2878" fmla="*/ 2417345 h 3215359"/>
                <a:gd name="connsiteX2879" fmla="*/ 1764176 w 2057605"/>
                <a:gd name="connsiteY2879" fmla="*/ 2419790 h 3215359"/>
                <a:gd name="connsiteX2880" fmla="*/ 1764176 w 2057605"/>
                <a:gd name="connsiteY2880" fmla="*/ 2422379 h 3215359"/>
                <a:gd name="connsiteX2881" fmla="*/ 1761730 w 2057605"/>
                <a:gd name="connsiteY2881" fmla="*/ 2422379 h 3215359"/>
                <a:gd name="connsiteX2882" fmla="*/ 1761730 w 2057605"/>
                <a:gd name="connsiteY2882" fmla="*/ 2419790 h 3215359"/>
                <a:gd name="connsiteX2883" fmla="*/ 1759141 w 2057605"/>
                <a:gd name="connsiteY2883" fmla="*/ 2422379 h 3215359"/>
                <a:gd name="connsiteX2884" fmla="*/ 1756408 w 2057605"/>
                <a:gd name="connsiteY2884" fmla="*/ 2422379 h 3215359"/>
                <a:gd name="connsiteX2885" fmla="*/ 1756408 w 2057605"/>
                <a:gd name="connsiteY2885" fmla="*/ 2417345 h 3215359"/>
                <a:gd name="connsiteX2886" fmla="*/ 1759141 w 2057605"/>
                <a:gd name="connsiteY2886" fmla="*/ 2419790 h 3215359"/>
                <a:gd name="connsiteX2887" fmla="*/ 1759141 w 2057605"/>
                <a:gd name="connsiteY2887" fmla="*/ 2414900 h 3215359"/>
                <a:gd name="connsiteX2888" fmla="*/ 1753963 w 2057605"/>
                <a:gd name="connsiteY2888" fmla="*/ 2409578 h 3215359"/>
                <a:gd name="connsiteX2889" fmla="*/ 1751518 w 2057605"/>
                <a:gd name="connsiteY2889" fmla="*/ 2407133 h 3215359"/>
                <a:gd name="connsiteX2890" fmla="*/ 1741305 w 2057605"/>
                <a:gd name="connsiteY2890" fmla="*/ 2417345 h 3215359"/>
                <a:gd name="connsiteX2891" fmla="*/ 1743751 w 2057605"/>
                <a:gd name="connsiteY2891" fmla="*/ 2422379 h 3215359"/>
                <a:gd name="connsiteX2892" fmla="*/ 1741305 w 2057605"/>
                <a:gd name="connsiteY2892" fmla="*/ 2422379 h 3215359"/>
                <a:gd name="connsiteX2893" fmla="*/ 1741305 w 2057605"/>
                <a:gd name="connsiteY2893" fmla="*/ 2425112 h 3215359"/>
                <a:gd name="connsiteX2894" fmla="*/ 1743751 w 2057605"/>
                <a:gd name="connsiteY2894" fmla="*/ 2427558 h 3215359"/>
                <a:gd name="connsiteX2895" fmla="*/ 1748929 w 2057605"/>
                <a:gd name="connsiteY2895" fmla="*/ 2430003 h 3215359"/>
                <a:gd name="connsiteX2896" fmla="*/ 1748929 w 2057605"/>
                <a:gd name="connsiteY2896" fmla="*/ 2435325 h 3215359"/>
                <a:gd name="connsiteX2897" fmla="*/ 1751518 w 2057605"/>
                <a:gd name="connsiteY2897" fmla="*/ 2437770 h 3215359"/>
                <a:gd name="connsiteX2898" fmla="*/ 1753963 w 2057605"/>
                <a:gd name="connsiteY2898" fmla="*/ 2440215 h 3215359"/>
                <a:gd name="connsiteX2899" fmla="*/ 1753963 w 2057605"/>
                <a:gd name="connsiteY2899" fmla="*/ 2442804 h 3215359"/>
                <a:gd name="connsiteX2900" fmla="*/ 1751662 w 2057605"/>
                <a:gd name="connsiteY2900" fmla="*/ 2442804 h 3215359"/>
                <a:gd name="connsiteX2901" fmla="*/ 1751662 w 2057605"/>
                <a:gd name="connsiteY2901" fmla="*/ 2445537 h 3215359"/>
                <a:gd name="connsiteX2902" fmla="*/ 1749073 w 2057605"/>
                <a:gd name="connsiteY2902" fmla="*/ 2447983 h 3215359"/>
                <a:gd name="connsiteX2903" fmla="*/ 1746340 w 2057605"/>
                <a:gd name="connsiteY2903" fmla="*/ 2447983 h 3215359"/>
                <a:gd name="connsiteX2904" fmla="*/ 1746340 w 2057605"/>
                <a:gd name="connsiteY2904" fmla="*/ 2445537 h 3215359"/>
                <a:gd name="connsiteX2905" fmla="*/ 1749073 w 2057605"/>
                <a:gd name="connsiteY2905" fmla="*/ 2442804 h 3215359"/>
                <a:gd name="connsiteX2906" fmla="*/ 1749073 w 2057605"/>
                <a:gd name="connsiteY2906" fmla="*/ 2440215 h 3215359"/>
                <a:gd name="connsiteX2907" fmla="*/ 1746340 w 2057605"/>
                <a:gd name="connsiteY2907" fmla="*/ 2442804 h 3215359"/>
                <a:gd name="connsiteX2908" fmla="*/ 1741449 w 2057605"/>
                <a:gd name="connsiteY2908" fmla="*/ 2442804 h 3215359"/>
                <a:gd name="connsiteX2909" fmla="*/ 1741449 w 2057605"/>
                <a:gd name="connsiteY2909" fmla="*/ 2440215 h 3215359"/>
                <a:gd name="connsiteX2910" fmla="*/ 1733682 w 2057605"/>
                <a:gd name="connsiteY2910" fmla="*/ 2437770 h 3215359"/>
                <a:gd name="connsiteX2911" fmla="*/ 1731237 w 2057605"/>
                <a:gd name="connsiteY2911" fmla="*/ 2435325 h 3215359"/>
                <a:gd name="connsiteX2912" fmla="*/ 1728648 w 2057605"/>
                <a:gd name="connsiteY2912" fmla="*/ 2430003 h 3215359"/>
                <a:gd name="connsiteX2913" fmla="*/ 1726203 w 2057605"/>
                <a:gd name="connsiteY2913" fmla="*/ 2430003 h 3215359"/>
                <a:gd name="connsiteX2914" fmla="*/ 1723470 w 2057605"/>
                <a:gd name="connsiteY2914" fmla="*/ 2432592 h 3215359"/>
                <a:gd name="connsiteX2915" fmla="*/ 1721024 w 2057605"/>
                <a:gd name="connsiteY2915" fmla="*/ 2432592 h 3215359"/>
                <a:gd name="connsiteX2916" fmla="*/ 1721024 w 2057605"/>
                <a:gd name="connsiteY2916" fmla="*/ 2435325 h 3215359"/>
                <a:gd name="connsiteX2917" fmla="*/ 1723470 w 2057605"/>
                <a:gd name="connsiteY2917" fmla="*/ 2435325 h 3215359"/>
                <a:gd name="connsiteX2918" fmla="*/ 1723470 w 2057605"/>
                <a:gd name="connsiteY2918" fmla="*/ 2437770 h 3215359"/>
                <a:gd name="connsiteX2919" fmla="*/ 1721024 w 2057605"/>
                <a:gd name="connsiteY2919" fmla="*/ 2437770 h 3215359"/>
                <a:gd name="connsiteX2920" fmla="*/ 1718435 w 2057605"/>
                <a:gd name="connsiteY2920" fmla="*/ 2435325 h 3215359"/>
                <a:gd name="connsiteX2921" fmla="*/ 1718435 w 2057605"/>
                <a:gd name="connsiteY2921" fmla="*/ 2432592 h 3215359"/>
                <a:gd name="connsiteX2922" fmla="*/ 1715990 w 2057605"/>
                <a:gd name="connsiteY2922" fmla="*/ 2432592 h 3215359"/>
                <a:gd name="connsiteX2923" fmla="*/ 1715990 w 2057605"/>
                <a:gd name="connsiteY2923" fmla="*/ 2427558 h 3215359"/>
                <a:gd name="connsiteX2924" fmla="*/ 1713257 w 2057605"/>
                <a:gd name="connsiteY2924" fmla="*/ 2425112 h 3215359"/>
                <a:gd name="connsiteX2925" fmla="*/ 1710812 w 2057605"/>
                <a:gd name="connsiteY2925" fmla="*/ 2425112 h 3215359"/>
                <a:gd name="connsiteX2926" fmla="*/ 1710812 w 2057605"/>
                <a:gd name="connsiteY2926" fmla="*/ 2422379 h 3215359"/>
                <a:gd name="connsiteX2927" fmla="*/ 1708367 w 2057605"/>
                <a:gd name="connsiteY2927" fmla="*/ 2427558 h 3215359"/>
                <a:gd name="connsiteX2928" fmla="*/ 1705777 w 2057605"/>
                <a:gd name="connsiteY2928" fmla="*/ 2427558 h 3215359"/>
                <a:gd name="connsiteX2929" fmla="*/ 1705777 w 2057605"/>
                <a:gd name="connsiteY2929" fmla="*/ 2430003 h 3215359"/>
                <a:gd name="connsiteX2930" fmla="*/ 1708367 w 2057605"/>
                <a:gd name="connsiteY2930" fmla="*/ 2432592 h 3215359"/>
                <a:gd name="connsiteX2931" fmla="*/ 1710812 w 2057605"/>
                <a:gd name="connsiteY2931" fmla="*/ 2435325 h 3215359"/>
                <a:gd name="connsiteX2932" fmla="*/ 1713257 w 2057605"/>
                <a:gd name="connsiteY2932" fmla="*/ 2437770 h 3215359"/>
                <a:gd name="connsiteX2933" fmla="*/ 1715990 w 2057605"/>
                <a:gd name="connsiteY2933" fmla="*/ 2440215 h 3215359"/>
                <a:gd name="connsiteX2934" fmla="*/ 1718435 w 2057605"/>
                <a:gd name="connsiteY2934" fmla="*/ 2442804 h 3215359"/>
                <a:gd name="connsiteX2935" fmla="*/ 1721024 w 2057605"/>
                <a:gd name="connsiteY2935" fmla="*/ 2447983 h 3215359"/>
                <a:gd name="connsiteX2936" fmla="*/ 1721024 w 2057605"/>
                <a:gd name="connsiteY2936" fmla="*/ 2450428 h 3215359"/>
                <a:gd name="connsiteX2937" fmla="*/ 1715990 w 2057605"/>
                <a:gd name="connsiteY2937" fmla="*/ 2450428 h 3215359"/>
                <a:gd name="connsiteX2938" fmla="*/ 1713257 w 2057605"/>
                <a:gd name="connsiteY2938" fmla="*/ 2447983 h 3215359"/>
                <a:gd name="connsiteX2939" fmla="*/ 1710812 w 2057605"/>
                <a:gd name="connsiteY2939" fmla="*/ 2442804 h 3215359"/>
                <a:gd name="connsiteX2940" fmla="*/ 1707935 w 2057605"/>
                <a:gd name="connsiteY2940" fmla="*/ 2445537 h 3215359"/>
                <a:gd name="connsiteX2941" fmla="*/ 1705346 w 2057605"/>
                <a:gd name="connsiteY2941" fmla="*/ 2445537 h 3215359"/>
                <a:gd name="connsiteX2942" fmla="*/ 1700168 w 2057605"/>
                <a:gd name="connsiteY2942" fmla="*/ 2447983 h 3215359"/>
                <a:gd name="connsiteX2943" fmla="*/ 1697722 w 2057605"/>
                <a:gd name="connsiteY2943" fmla="*/ 2442804 h 3215359"/>
                <a:gd name="connsiteX2944" fmla="*/ 1692400 w 2057605"/>
                <a:gd name="connsiteY2944" fmla="*/ 2440215 h 3215359"/>
                <a:gd name="connsiteX2945" fmla="*/ 1692400 w 2057605"/>
                <a:gd name="connsiteY2945" fmla="*/ 2442804 h 3215359"/>
                <a:gd name="connsiteX2946" fmla="*/ 1689955 w 2057605"/>
                <a:gd name="connsiteY2946" fmla="*/ 2445537 h 3215359"/>
                <a:gd name="connsiteX2947" fmla="*/ 1687510 w 2057605"/>
                <a:gd name="connsiteY2947" fmla="*/ 2440215 h 3215359"/>
                <a:gd name="connsiteX2948" fmla="*/ 1684921 w 2057605"/>
                <a:gd name="connsiteY2948" fmla="*/ 2440215 h 3215359"/>
                <a:gd name="connsiteX2949" fmla="*/ 1682188 w 2057605"/>
                <a:gd name="connsiteY2949" fmla="*/ 2435325 h 3215359"/>
                <a:gd name="connsiteX2950" fmla="*/ 1682188 w 2057605"/>
                <a:gd name="connsiteY2950" fmla="*/ 2440215 h 3215359"/>
                <a:gd name="connsiteX2951" fmla="*/ 1679743 w 2057605"/>
                <a:gd name="connsiteY2951" fmla="*/ 2442804 h 3215359"/>
                <a:gd name="connsiteX2952" fmla="*/ 1677297 w 2057605"/>
                <a:gd name="connsiteY2952" fmla="*/ 2442804 h 3215359"/>
                <a:gd name="connsiteX2953" fmla="*/ 1674708 w 2057605"/>
                <a:gd name="connsiteY2953" fmla="*/ 2437770 h 3215359"/>
                <a:gd name="connsiteX2954" fmla="*/ 1671975 w 2057605"/>
                <a:gd name="connsiteY2954" fmla="*/ 2430003 h 3215359"/>
                <a:gd name="connsiteX2955" fmla="*/ 1669530 w 2057605"/>
                <a:gd name="connsiteY2955" fmla="*/ 2419790 h 3215359"/>
                <a:gd name="connsiteX2956" fmla="*/ 1667085 w 2057605"/>
                <a:gd name="connsiteY2956" fmla="*/ 2414900 h 3215359"/>
                <a:gd name="connsiteX2957" fmla="*/ 1662051 w 2057605"/>
                <a:gd name="connsiteY2957" fmla="*/ 2409578 h 3215359"/>
                <a:gd name="connsiteX2958" fmla="*/ 1662051 w 2057605"/>
                <a:gd name="connsiteY2958" fmla="*/ 2404687 h 3215359"/>
                <a:gd name="connsiteX2959" fmla="*/ 1659318 w 2057605"/>
                <a:gd name="connsiteY2959" fmla="*/ 2404687 h 3215359"/>
                <a:gd name="connsiteX2960" fmla="*/ 1659318 w 2057605"/>
                <a:gd name="connsiteY2960" fmla="*/ 2407133 h 3215359"/>
                <a:gd name="connsiteX2961" fmla="*/ 1656872 w 2057605"/>
                <a:gd name="connsiteY2961" fmla="*/ 2409578 h 3215359"/>
                <a:gd name="connsiteX2962" fmla="*/ 1654283 w 2057605"/>
                <a:gd name="connsiteY2962" fmla="*/ 2409578 h 3215359"/>
                <a:gd name="connsiteX2963" fmla="*/ 1654283 w 2057605"/>
                <a:gd name="connsiteY2963" fmla="*/ 2412167 h 3215359"/>
                <a:gd name="connsiteX2964" fmla="*/ 1651838 w 2057605"/>
                <a:gd name="connsiteY2964" fmla="*/ 2414900 h 3215359"/>
                <a:gd name="connsiteX2965" fmla="*/ 1646660 w 2057605"/>
                <a:gd name="connsiteY2965" fmla="*/ 2417345 h 3215359"/>
                <a:gd name="connsiteX2966" fmla="*/ 1636447 w 2057605"/>
                <a:gd name="connsiteY2966" fmla="*/ 2417345 h 3215359"/>
                <a:gd name="connsiteX2967" fmla="*/ 1638893 w 2057605"/>
                <a:gd name="connsiteY2967" fmla="*/ 2422379 h 3215359"/>
                <a:gd name="connsiteX2968" fmla="*/ 1636447 w 2057605"/>
                <a:gd name="connsiteY2968" fmla="*/ 2419790 h 3215359"/>
                <a:gd name="connsiteX2969" fmla="*/ 1628680 w 2057605"/>
                <a:gd name="connsiteY2969" fmla="*/ 2419790 h 3215359"/>
                <a:gd name="connsiteX2970" fmla="*/ 1623790 w 2057605"/>
                <a:gd name="connsiteY2970" fmla="*/ 2414900 h 3215359"/>
                <a:gd name="connsiteX2971" fmla="*/ 1623790 w 2057605"/>
                <a:gd name="connsiteY2971" fmla="*/ 2419790 h 3215359"/>
                <a:gd name="connsiteX2972" fmla="*/ 1621201 w 2057605"/>
                <a:gd name="connsiteY2972" fmla="*/ 2417345 h 3215359"/>
                <a:gd name="connsiteX2973" fmla="*/ 1621201 w 2057605"/>
                <a:gd name="connsiteY2973" fmla="*/ 2414900 h 3215359"/>
                <a:gd name="connsiteX2974" fmla="*/ 1618468 w 2057605"/>
                <a:gd name="connsiteY2974" fmla="*/ 2414900 h 3215359"/>
                <a:gd name="connsiteX2975" fmla="*/ 1618468 w 2057605"/>
                <a:gd name="connsiteY2975" fmla="*/ 2419790 h 3215359"/>
                <a:gd name="connsiteX2976" fmla="*/ 1616022 w 2057605"/>
                <a:gd name="connsiteY2976" fmla="*/ 2419790 h 3215359"/>
                <a:gd name="connsiteX2977" fmla="*/ 1613577 w 2057605"/>
                <a:gd name="connsiteY2977" fmla="*/ 2417345 h 3215359"/>
                <a:gd name="connsiteX2978" fmla="*/ 1608255 w 2057605"/>
                <a:gd name="connsiteY2978" fmla="*/ 2414900 h 3215359"/>
                <a:gd name="connsiteX2979" fmla="*/ 1608255 w 2057605"/>
                <a:gd name="connsiteY2979" fmla="*/ 2419790 h 3215359"/>
                <a:gd name="connsiteX2980" fmla="*/ 1600776 w 2057605"/>
                <a:gd name="connsiteY2980" fmla="*/ 2419790 h 3215359"/>
                <a:gd name="connsiteX2981" fmla="*/ 1600776 w 2057605"/>
                <a:gd name="connsiteY2981" fmla="*/ 2425112 h 3215359"/>
                <a:gd name="connsiteX2982" fmla="*/ 1603365 w 2057605"/>
                <a:gd name="connsiteY2982" fmla="*/ 2427558 h 3215359"/>
                <a:gd name="connsiteX2983" fmla="*/ 1605810 w 2057605"/>
                <a:gd name="connsiteY2983" fmla="*/ 2430003 h 3215359"/>
                <a:gd name="connsiteX2984" fmla="*/ 1598043 w 2057605"/>
                <a:gd name="connsiteY2984" fmla="*/ 2430003 h 3215359"/>
                <a:gd name="connsiteX2985" fmla="*/ 1598043 w 2057605"/>
                <a:gd name="connsiteY2985" fmla="*/ 2432592 h 3215359"/>
                <a:gd name="connsiteX2986" fmla="*/ 1600776 w 2057605"/>
                <a:gd name="connsiteY2986" fmla="*/ 2432592 h 3215359"/>
                <a:gd name="connsiteX2987" fmla="*/ 1603365 w 2057605"/>
                <a:gd name="connsiteY2987" fmla="*/ 2437770 h 3215359"/>
                <a:gd name="connsiteX2988" fmla="*/ 1605810 w 2057605"/>
                <a:gd name="connsiteY2988" fmla="*/ 2442804 h 3215359"/>
                <a:gd name="connsiteX2989" fmla="*/ 1608255 w 2057605"/>
                <a:gd name="connsiteY2989" fmla="*/ 2442804 h 3215359"/>
                <a:gd name="connsiteX2990" fmla="*/ 1608255 w 2057605"/>
                <a:gd name="connsiteY2990" fmla="*/ 2446257 h 3215359"/>
                <a:gd name="connsiteX2991" fmla="*/ 1610988 w 2057605"/>
                <a:gd name="connsiteY2991" fmla="*/ 2446257 h 3215359"/>
                <a:gd name="connsiteX2992" fmla="*/ 1616022 w 2057605"/>
                <a:gd name="connsiteY2992" fmla="*/ 2448702 h 3215359"/>
                <a:gd name="connsiteX2993" fmla="*/ 1623790 w 2057605"/>
                <a:gd name="connsiteY2993" fmla="*/ 2448702 h 3215359"/>
                <a:gd name="connsiteX2994" fmla="*/ 1628680 w 2057605"/>
                <a:gd name="connsiteY2994" fmla="*/ 2451147 h 3215359"/>
                <a:gd name="connsiteX2995" fmla="*/ 1631413 w 2057605"/>
                <a:gd name="connsiteY2995" fmla="*/ 2451147 h 3215359"/>
                <a:gd name="connsiteX2996" fmla="*/ 1636447 w 2057605"/>
                <a:gd name="connsiteY2996" fmla="*/ 2453736 h 3215359"/>
                <a:gd name="connsiteX2997" fmla="*/ 1638893 w 2057605"/>
                <a:gd name="connsiteY2997" fmla="*/ 2456469 h 3215359"/>
                <a:gd name="connsiteX2998" fmla="*/ 1644071 w 2057605"/>
                <a:gd name="connsiteY2998" fmla="*/ 2456469 h 3215359"/>
                <a:gd name="connsiteX2999" fmla="*/ 1646660 w 2057605"/>
                <a:gd name="connsiteY2999" fmla="*/ 2458914 h 3215359"/>
                <a:gd name="connsiteX3000" fmla="*/ 1644071 w 2057605"/>
                <a:gd name="connsiteY3000" fmla="*/ 2463949 h 3215359"/>
                <a:gd name="connsiteX3001" fmla="*/ 1641626 w 2057605"/>
                <a:gd name="connsiteY3001" fmla="*/ 2466682 h 3215359"/>
                <a:gd name="connsiteX3002" fmla="*/ 1644071 w 2057605"/>
                <a:gd name="connsiteY3002" fmla="*/ 2471572 h 3215359"/>
                <a:gd name="connsiteX3003" fmla="*/ 1644071 w 2057605"/>
                <a:gd name="connsiteY3003" fmla="*/ 2475599 h 3215359"/>
                <a:gd name="connsiteX3004" fmla="*/ 1641626 w 2057605"/>
                <a:gd name="connsiteY3004" fmla="*/ 2478045 h 3215359"/>
                <a:gd name="connsiteX3005" fmla="*/ 1638893 w 2057605"/>
                <a:gd name="connsiteY3005" fmla="*/ 2478045 h 3215359"/>
                <a:gd name="connsiteX3006" fmla="*/ 1638893 w 2057605"/>
                <a:gd name="connsiteY3006" fmla="*/ 2480490 h 3215359"/>
                <a:gd name="connsiteX3007" fmla="*/ 1636879 w 2057605"/>
                <a:gd name="connsiteY3007" fmla="*/ 2480490 h 3215359"/>
                <a:gd name="connsiteX3008" fmla="*/ 1636879 w 2057605"/>
                <a:gd name="connsiteY3008" fmla="*/ 2483079 h 3215359"/>
                <a:gd name="connsiteX3009" fmla="*/ 1634290 w 2057605"/>
                <a:gd name="connsiteY3009" fmla="*/ 2483079 h 3215359"/>
                <a:gd name="connsiteX3010" fmla="*/ 1634290 w 2057605"/>
                <a:gd name="connsiteY3010" fmla="*/ 2485812 h 3215359"/>
                <a:gd name="connsiteX3011" fmla="*/ 1631844 w 2057605"/>
                <a:gd name="connsiteY3011" fmla="*/ 2488257 h 3215359"/>
                <a:gd name="connsiteX3012" fmla="*/ 1629112 w 2057605"/>
                <a:gd name="connsiteY3012" fmla="*/ 2493148 h 3215359"/>
                <a:gd name="connsiteX3013" fmla="*/ 1624221 w 2057605"/>
                <a:gd name="connsiteY3013" fmla="*/ 2493148 h 3215359"/>
                <a:gd name="connsiteX3014" fmla="*/ 1624221 w 2057605"/>
                <a:gd name="connsiteY3014" fmla="*/ 2503360 h 3215359"/>
                <a:gd name="connsiteX3015" fmla="*/ 1621632 w 2057605"/>
                <a:gd name="connsiteY3015" fmla="*/ 2505949 h 3215359"/>
                <a:gd name="connsiteX3016" fmla="*/ 1624221 w 2057605"/>
                <a:gd name="connsiteY3016" fmla="*/ 2508682 h 3215359"/>
                <a:gd name="connsiteX3017" fmla="*/ 1626666 w 2057605"/>
                <a:gd name="connsiteY3017" fmla="*/ 2511128 h 3215359"/>
                <a:gd name="connsiteX3018" fmla="*/ 1624221 w 2057605"/>
                <a:gd name="connsiteY3018" fmla="*/ 2516162 h 3215359"/>
                <a:gd name="connsiteX3019" fmla="*/ 1621632 w 2057605"/>
                <a:gd name="connsiteY3019" fmla="*/ 2518895 h 3215359"/>
                <a:gd name="connsiteX3020" fmla="*/ 1621632 w 2057605"/>
                <a:gd name="connsiteY3020" fmla="*/ 2521340 h 3215359"/>
                <a:gd name="connsiteX3021" fmla="*/ 1618899 w 2057605"/>
                <a:gd name="connsiteY3021" fmla="*/ 2521340 h 3215359"/>
                <a:gd name="connsiteX3022" fmla="*/ 1618899 w 2057605"/>
                <a:gd name="connsiteY3022" fmla="*/ 2523785 h 3215359"/>
                <a:gd name="connsiteX3023" fmla="*/ 1616454 w 2057605"/>
                <a:gd name="connsiteY3023" fmla="*/ 2523785 h 3215359"/>
                <a:gd name="connsiteX3024" fmla="*/ 1614009 w 2057605"/>
                <a:gd name="connsiteY3024" fmla="*/ 2526374 h 3215359"/>
                <a:gd name="connsiteX3025" fmla="*/ 1614009 w 2057605"/>
                <a:gd name="connsiteY3025" fmla="*/ 2529107 h 3215359"/>
                <a:gd name="connsiteX3026" fmla="*/ 1612139 w 2057605"/>
                <a:gd name="connsiteY3026" fmla="*/ 2532416 h 3215359"/>
                <a:gd name="connsiteX3027" fmla="*/ 1609406 w 2057605"/>
                <a:gd name="connsiteY3027" fmla="*/ 2534861 h 3215359"/>
                <a:gd name="connsiteX3028" fmla="*/ 1609406 w 2057605"/>
                <a:gd name="connsiteY3028" fmla="*/ 2537450 h 3215359"/>
                <a:gd name="connsiteX3029" fmla="*/ 1606961 w 2057605"/>
                <a:gd name="connsiteY3029" fmla="*/ 2537450 h 3215359"/>
                <a:gd name="connsiteX3030" fmla="*/ 1606961 w 2057605"/>
                <a:gd name="connsiteY3030" fmla="*/ 2540183 h 3215359"/>
                <a:gd name="connsiteX3031" fmla="*/ 1604515 w 2057605"/>
                <a:gd name="connsiteY3031" fmla="*/ 2540183 h 3215359"/>
                <a:gd name="connsiteX3032" fmla="*/ 1601926 w 2057605"/>
                <a:gd name="connsiteY3032" fmla="*/ 2542628 h 3215359"/>
                <a:gd name="connsiteX3033" fmla="*/ 1599193 w 2057605"/>
                <a:gd name="connsiteY3033" fmla="*/ 2542628 h 3215359"/>
                <a:gd name="connsiteX3034" fmla="*/ 1599193 w 2057605"/>
                <a:gd name="connsiteY3034" fmla="*/ 2547662 h 3215359"/>
                <a:gd name="connsiteX3035" fmla="*/ 1596748 w 2057605"/>
                <a:gd name="connsiteY3035" fmla="*/ 2547662 h 3215359"/>
                <a:gd name="connsiteX3036" fmla="*/ 1594303 w 2057605"/>
                <a:gd name="connsiteY3036" fmla="*/ 2550395 h 3215359"/>
                <a:gd name="connsiteX3037" fmla="*/ 1591714 w 2057605"/>
                <a:gd name="connsiteY3037" fmla="*/ 2550395 h 3215359"/>
                <a:gd name="connsiteX3038" fmla="*/ 1591714 w 2057605"/>
                <a:gd name="connsiteY3038" fmla="*/ 2555286 h 3215359"/>
                <a:gd name="connsiteX3039" fmla="*/ 1594303 w 2057605"/>
                <a:gd name="connsiteY3039" fmla="*/ 2557875 h 3215359"/>
                <a:gd name="connsiteX3040" fmla="*/ 1591714 w 2057605"/>
                <a:gd name="connsiteY3040" fmla="*/ 2563053 h 3215359"/>
                <a:gd name="connsiteX3041" fmla="*/ 1586536 w 2057605"/>
                <a:gd name="connsiteY3041" fmla="*/ 2565498 h 3215359"/>
                <a:gd name="connsiteX3042" fmla="*/ 1581501 w 2057605"/>
                <a:gd name="connsiteY3042" fmla="*/ 2568088 h 3215359"/>
                <a:gd name="connsiteX3043" fmla="*/ 1573878 w 2057605"/>
                <a:gd name="connsiteY3043" fmla="*/ 2570820 h 3215359"/>
                <a:gd name="connsiteX3044" fmla="*/ 1550864 w 2057605"/>
                <a:gd name="connsiteY3044" fmla="*/ 2570820 h 3215359"/>
                <a:gd name="connsiteX3045" fmla="*/ 1543240 w 2057605"/>
                <a:gd name="connsiteY3045" fmla="*/ 2568088 h 3215359"/>
                <a:gd name="connsiteX3046" fmla="*/ 1538206 w 2057605"/>
                <a:gd name="connsiteY3046" fmla="*/ 2565498 h 3215359"/>
                <a:gd name="connsiteX3047" fmla="*/ 1538206 w 2057605"/>
                <a:gd name="connsiteY3047" fmla="*/ 2563053 h 3215359"/>
                <a:gd name="connsiteX3048" fmla="*/ 1535329 w 2057605"/>
                <a:gd name="connsiteY3048" fmla="*/ 2563053 h 3215359"/>
                <a:gd name="connsiteX3049" fmla="*/ 1535329 w 2057605"/>
                <a:gd name="connsiteY3049" fmla="*/ 2560608 h 3215359"/>
                <a:gd name="connsiteX3050" fmla="*/ 1532884 w 2057605"/>
                <a:gd name="connsiteY3050" fmla="*/ 2557875 h 3215359"/>
                <a:gd name="connsiteX3051" fmla="*/ 1532884 w 2057605"/>
                <a:gd name="connsiteY3051" fmla="*/ 2555573 h 3215359"/>
                <a:gd name="connsiteX3052" fmla="*/ 1530439 w 2057605"/>
                <a:gd name="connsiteY3052" fmla="*/ 2553128 h 3215359"/>
                <a:gd name="connsiteX3053" fmla="*/ 1527850 w 2057605"/>
                <a:gd name="connsiteY3053" fmla="*/ 2550683 h 3215359"/>
                <a:gd name="connsiteX3054" fmla="*/ 1522671 w 2057605"/>
                <a:gd name="connsiteY3054" fmla="*/ 2545361 h 3215359"/>
                <a:gd name="connsiteX3055" fmla="*/ 1507425 w 2057605"/>
                <a:gd name="connsiteY3055" fmla="*/ 2540470 h 3215359"/>
                <a:gd name="connsiteX3056" fmla="*/ 1515192 w 2057605"/>
                <a:gd name="connsiteY3056" fmla="*/ 2537738 h 3215359"/>
                <a:gd name="connsiteX3057" fmla="*/ 1517637 w 2057605"/>
                <a:gd name="connsiteY3057" fmla="*/ 2537738 h 3215359"/>
                <a:gd name="connsiteX3058" fmla="*/ 1512459 w 2057605"/>
                <a:gd name="connsiteY3058" fmla="*/ 2535148 h 3215359"/>
                <a:gd name="connsiteX3059" fmla="*/ 1507425 w 2057605"/>
                <a:gd name="connsiteY3059" fmla="*/ 2532703 h 3215359"/>
                <a:gd name="connsiteX3060" fmla="*/ 1492034 w 2057605"/>
                <a:gd name="connsiteY3060" fmla="*/ 2532703 h 3215359"/>
                <a:gd name="connsiteX3061" fmla="*/ 1489589 w 2057605"/>
                <a:gd name="connsiteY3061" fmla="*/ 2527525 h 3215359"/>
                <a:gd name="connsiteX3062" fmla="*/ 1487000 w 2057605"/>
                <a:gd name="connsiteY3062" fmla="*/ 2524936 h 3215359"/>
                <a:gd name="connsiteX3063" fmla="*/ 1487000 w 2057605"/>
                <a:gd name="connsiteY3063" fmla="*/ 2522491 h 3215359"/>
                <a:gd name="connsiteX3064" fmla="*/ 1479376 w 2057605"/>
                <a:gd name="connsiteY3064" fmla="*/ 2517312 h 3215359"/>
                <a:gd name="connsiteX3065" fmla="*/ 1476787 w 2057605"/>
                <a:gd name="connsiteY3065" fmla="*/ 2514723 h 3215359"/>
                <a:gd name="connsiteX3066" fmla="*/ 1471609 w 2057605"/>
                <a:gd name="connsiteY3066" fmla="*/ 2514723 h 3215359"/>
                <a:gd name="connsiteX3067" fmla="*/ 1466575 w 2057605"/>
                <a:gd name="connsiteY3067" fmla="*/ 2512278 h 3215359"/>
                <a:gd name="connsiteX3068" fmla="*/ 1456506 w 2057605"/>
                <a:gd name="connsiteY3068" fmla="*/ 2504511 h 3215359"/>
                <a:gd name="connsiteX3069" fmla="*/ 1453917 w 2057605"/>
                <a:gd name="connsiteY3069" fmla="*/ 2502066 h 3215359"/>
                <a:gd name="connsiteX3070" fmla="*/ 1451184 w 2057605"/>
                <a:gd name="connsiteY3070" fmla="*/ 2502066 h 3215359"/>
                <a:gd name="connsiteX3071" fmla="*/ 1451184 w 2057605"/>
                <a:gd name="connsiteY3071" fmla="*/ 2507100 h 3215359"/>
                <a:gd name="connsiteX3072" fmla="*/ 1446293 w 2057605"/>
                <a:gd name="connsiteY3072" fmla="*/ 2507100 h 3215359"/>
                <a:gd name="connsiteX3073" fmla="*/ 1453917 w 2057605"/>
                <a:gd name="connsiteY3073" fmla="*/ 2509833 h 3215359"/>
                <a:gd name="connsiteX3074" fmla="*/ 1456506 w 2057605"/>
                <a:gd name="connsiteY3074" fmla="*/ 2514723 h 3215359"/>
                <a:gd name="connsiteX3075" fmla="*/ 1458951 w 2057605"/>
                <a:gd name="connsiteY3075" fmla="*/ 2514723 h 3215359"/>
                <a:gd name="connsiteX3076" fmla="*/ 1456506 w 2057605"/>
                <a:gd name="connsiteY3076" fmla="*/ 2517312 h 3215359"/>
                <a:gd name="connsiteX3077" fmla="*/ 1453917 w 2057605"/>
                <a:gd name="connsiteY3077" fmla="*/ 2517312 h 3215359"/>
                <a:gd name="connsiteX3078" fmla="*/ 1443704 w 2057605"/>
                <a:gd name="connsiteY3078" fmla="*/ 2514723 h 3215359"/>
                <a:gd name="connsiteX3079" fmla="*/ 1441259 w 2057605"/>
                <a:gd name="connsiteY3079" fmla="*/ 2512278 h 3215359"/>
                <a:gd name="connsiteX3080" fmla="*/ 1438526 w 2057605"/>
                <a:gd name="connsiteY3080" fmla="*/ 2512278 h 3215359"/>
                <a:gd name="connsiteX3081" fmla="*/ 1433492 w 2057605"/>
                <a:gd name="connsiteY3081" fmla="*/ 2514723 h 3215359"/>
                <a:gd name="connsiteX3082" fmla="*/ 1425868 w 2057605"/>
                <a:gd name="connsiteY3082" fmla="*/ 2514723 h 3215359"/>
                <a:gd name="connsiteX3083" fmla="*/ 1425868 w 2057605"/>
                <a:gd name="connsiteY3083" fmla="*/ 2517169 h 3215359"/>
                <a:gd name="connsiteX3084" fmla="*/ 1428314 w 2057605"/>
                <a:gd name="connsiteY3084" fmla="*/ 2519902 h 3215359"/>
                <a:gd name="connsiteX3085" fmla="*/ 1441259 w 2057605"/>
                <a:gd name="connsiteY3085" fmla="*/ 2524792 h 3215359"/>
                <a:gd name="connsiteX3086" fmla="*/ 1453917 w 2057605"/>
                <a:gd name="connsiteY3086" fmla="*/ 2527381 h 3215359"/>
                <a:gd name="connsiteX3087" fmla="*/ 1456506 w 2057605"/>
                <a:gd name="connsiteY3087" fmla="*/ 2527381 h 3215359"/>
                <a:gd name="connsiteX3088" fmla="*/ 1456506 w 2057605"/>
                <a:gd name="connsiteY3088" fmla="*/ 2532559 h 3215359"/>
                <a:gd name="connsiteX3089" fmla="*/ 1464129 w 2057605"/>
                <a:gd name="connsiteY3089" fmla="*/ 2535005 h 3215359"/>
                <a:gd name="connsiteX3090" fmla="*/ 1466575 w 2057605"/>
                <a:gd name="connsiteY3090" fmla="*/ 2540327 h 3215359"/>
                <a:gd name="connsiteX3091" fmla="*/ 1471609 w 2057605"/>
                <a:gd name="connsiteY3091" fmla="*/ 2542772 h 3215359"/>
                <a:gd name="connsiteX3092" fmla="*/ 1481821 w 2057605"/>
                <a:gd name="connsiteY3092" fmla="*/ 2555430 h 3215359"/>
                <a:gd name="connsiteX3093" fmla="*/ 1489589 w 2057605"/>
                <a:gd name="connsiteY3093" fmla="*/ 2565642 h 3215359"/>
                <a:gd name="connsiteX3094" fmla="*/ 1494767 w 2057605"/>
                <a:gd name="connsiteY3094" fmla="*/ 2573409 h 3215359"/>
                <a:gd name="connsiteX3095" fmla="*/ 1499801 w 2057605"/>
                <a:gd name="connsiteY3095" fmla="*/ 2575855 h 3215359"/>
                <a:gd name="connsiteX3096" fmla="*/ 1499801 w 2057605"/>
                <a:gd name="connsiteY3096" fmla="*/ 2578300 h 3215359"/>
                <a:gd name="connsiteX3097" fmla="*/ 1525117 w 2057605"/>
                <a:gd name="connsiteY3097" fmla="*/ 2578300 h 3215359"/>
                <a:gd name="connsiteX3098" fmla="*/ 1530439 w 2057605"/>
                <a:gd name="connsiteY3098" fmla="*/ 2581177 h 3215359"/>
                <a:gd name="connsiteX3099" fmla="*/ 1550720 w 2057605"/>
                <a:gd name="connsiteY3099" fmla="*/ 2581177 h 3215359"/>
                <a:gd name="connsiteX3100" fmla="*/ 1553309 w 2057605"/>
                <a:gd name="connsiteY3100" fmla="*/ 2578300 h 3215359"/>
                <a:gd name="connsiteX3101" fmla="*/ 1558487 w 2057605"/>
                <a:gd name="connsiteY3101" fmla="*/ 2575855 h 3215359"/>
                <a:gd name="connsiteX3102" fmla="*/ 1563521 w 2057605"/>
                <a:gd name="connsiteY3102" fmla="*/ 2578300 h 3215359"/>
                <a:gd name="connsiteX3103" fmla="*/ 1563521 w 2057605"/>
                <a:gd name="connsiteY3103" fmla="*/ 2575855 h 3215359"/>
                <a:gd name="connsiteX3104" fmla="*/ 1571145 w 2057605"/>
                <a:gd name="connsiteY3104" fmla="*/ 2575855 h 3215359"/>
                <a:gd name="connsiteX3105" fmla="*/ 1576179 w 2057605"/>
                <a:gd name="connsiteY3105" fmla="*/ 2573409 h 3215359"/>
                <a:gd name="connsiteX3106" fmla="*/ 1578912 w 2057605"/>
                <a:gd name="connsiteY3106" fmla="*/ 2573409 h 3215359"/>
                <a:gd name="connsiteX3107" fmla="*/ 1586392 w 2057605"/>
                <a:gd name="connsiteY3107" fmla="*/ 2575855 h 3215359"/>
                <a:gd name="connsiteX3108" fmla="*/ 1599049 w 2057605"/>
                <a:gd name="connsiteY3108" fmla="*/ 2575855 h 3215359"/>
                <a:gd name="connsiteX3109" fmla="*/ 1601782 w 2057605"/>
                <a:gd name="connsiteY3109" fmla="*/ 2578300 h 3215359"/>
                <a:gd name="connsiteX3110" fmla="*/ 1601782 w 2057605"/>
                <a:gd name="connsiteY3110" fmla="*/ 2581177 h 3215359"/>
                <a:gd name="connsiteX3111" fmla="*/ 1604372 w 2057605"/>
                <a:gd name="connsiteY3111" fmla="*/ 2581177 h 3215359"/>
                <a:gd name="connsiteX3112" fmla="*/ 1604372 w 2057605"/>
                <a:gd name="connsiteY3112" fmla="*/ 2583622 h 3215359"/>
                <a:gd name="connsiteX3113" fmla="*/ 1606817 w 2057605"/>
                <a:gd name="connsiteY3113" fmla="*/ 2586067 h 3215359"/>
                <a:gd name="connsiteX3114" fmla="*/ 1606817 w 2057605"/>
                <a:gd name="connsiteY3114" fmla="*/ 2588513 h 3215359"/>
                <a:gd name="connsiteX3115" fmla="*/ 1609262 w 2057605"/>
                <a:gd name="connsiteY3115" fmla="*/ 2591102 h 3215359"/>
                <a:gd name="connsiteX3116" fmla="*/ 1606817 w 2057605"/>
                <a:gd name="connsiteY3116" fmla="*/ 2593834 h 3215359"/>
                <a:gd name="connsiteX3117" fmla="*/ 1606817 w 2057605"/>
                <a:gd name="connsiteY3117" fmla="*/ 2601314 h 3215359"/>
                <a:gd name="connsiteX3118" fmla="*/ 1604372 w 2057605"/>
                <a:gd name="connsiteY3118" fmla="*/ 2604047 h 3215359"/>
                <a:gd name="connsiteX3119" fmla="*/ 1601782 w 2057605"/>
                <a:gd name="connsiteY3119" fmla="*/ 2606492 h 3215359"/>
                <a:gd name="connsiteX3120" fmla="*/ 1604372 w 2057605"/>
                <a:gd name="connsiteY3120" fmla="*/ 2608938 h 3215359"/>
                <a:gd name="connsiteX3121" fmla="*/ 1604372 w 2057605"/>
                <a:gd name="connsiteY3121" fmla="*/ 2611527 h 3215359"/>
                <a:gd name="connsiteX3122" fmla="*/ 1599049 w 2057605"/>
                <a:gd name="connsiteY3122" fmla="*/ 2614259 h 3215359"/>
                <a:gd name="connsiteX3123" fmla="*/ 1599049 w 2057605"/>
                <a:gd name="connsiteY3123" fmla="*/ 2616705 h 3215359"/>
                <a:gd name="connsiteX3124" fmla="*/ 1596604 w 2057605"/>
                <a:gd name="connsiteY3124" fmla="*/ 2619150 h 3215359"/>
                <a:gd name="connsiteX3125" fmla="*/ 1594159 w 2057605"/>
                <a:gd name="connsiteY3125" fmla="*/ 2626917 h 3215359"/>
                <a:gd name="connsiteX3126" fmla="*/ 1594159 w 2057605"/>
                <a:gd name="connsiteY3126" fmla="*/ 2637130 h 3215359"/>
                <a:gd name="connsiteX3127" fmla="*/ 1591570 w 2057605"/>
                <a:gd name="connsiteY3127" fmla="*/ 2637130 h 3215359"/>
                <a:gd name="connsiteX3128" fmla="*/ 1591570 w 2057605"/>
                <a:gd name="connsiteY3128" fmla="*/ 2639575 h 3215359"/>
                <a:gd name="connsiteX3129" fmla="*/ 1589125 w 2057605"/>
                <a:gd name="connsiteY3129" fmla="*/ 2642164 h 3215359"/>
                <a:gd name="connsiteX3130" fmla="*/ 1589125 w 2057605"/>
                <a:gd name="connsiteY3130" fmla="*/ 2644897 h 3215359"/>
                <a:gd name="connsiteX3131" fmla="*/ 1586392 w 2057605"/>
                <a:gd name="connsiteY3131" fmla="*/ 2642164 h 3215359"/>
                <a:gd name="connsiteX3132" fmla="*/ 1586392 w 2057605"/>
                <a:gd name="connsiteY3132" fmla="*/ 2647342 h 3215359"/>
                <a:gd name="connsiteX3133" fmla="*/ 1583946 w 2057605"/>
                <a:gd name="connsiteY3133" fmla="*/ 2649788 h 3215359"/>
                <a:gd name="connsiteX3134" fmla="*/ 1583946 w 2057605"/>
                <a:gd name="connsiteY3134" fmla="*/ 2652377 h 3215359"/>
                <a:gd name="connsiteX3135" fmla="*/ 1586392 w 2057605"/>
                <a:gd name="connsiteY3135" fmla="*/ 2655109 h 3215359"/>
                <a:gd name="connsiteX3136" fmla="*/ 1583946 w 2057605"/>
                <a:gd name="connsiteY3136" fmla="*/ 2655109 h 3215359"/>
                <a:gd name="connsiteX3137" fmla="*/ 1583946 w 2057605"/>
                <a:gd name="connsiteY3137" fmla="*/ 2660000 h 3215359"/>
                <a:gd name="connsiteX3138" fmla="*/ 1581357 w 2057605"/>
                <a:gd name="connsiteY3138" fmla="*/ 2662445 h 3215359"/>
                <a:gd name="connsiteX3139" fmla="*/ 1578193 w 2057605"/>
                <a:gd name="connsiteY3139" fmla="*/ 2662445 h 3215359"/>
                <a:gd name="connsiteX3140" fmla="*/ 1575460 w 2057605"/>
                <a:gd name="connsiteY3140" fmla="*/ 2665322 h 3215359"/>
                <a:gd name="connsiteX3141" fmla="*/ 1570426 w 2057605"/>
                <a:gd name="connsiteY3141" fmla="*/ 2667767 h 3215359"/>
                <a:gd name="connsiteX3142" fmla="*/ 1570426 w 2057605"/>
                <a:gd name="connsiteY3142" fmla="*/ 2685459 h 3215359"/>
                <a:gd name="connsiteX3143" fmla="*/ 1567981 w 2057605"/>
                <a:gd name="connsiteY3143" fmla="*/ 2688192 h 3215359"/>
                <a:gd name="connsiteX3144" fmla="*/ 1565248 w 2057605"/>
                <a:gd name="connsiteY3144" fmla="*/ 2690638 h 3215359"/>
                <a:gd name="connsiteX3145" fmla="*/ 1565248 w 2057605"/>
                <a:gd name="connsiteY3145" fmla="*/ 2693083 h 3215359"/>
                <a:gd name="connsiteX3146" fmla="*/ 1562802 w 2057605"/>
                <a:gd name="connsiteY3146" fmla="*/ 2695672 h 3215359"/>
                <a:gd name="connsiteX3147" fmla="*/ 1562802 w 2057605"/>
                <a:gd name="connsiteY3147" fmla="*/ 2700850 h 3215359"/>
                <a:gd name="connsiteX3148" fmla="*/ 1560213 w 2057605"/>
                <a:gd name="connsiteY3148" fmla="*/ 2700850 h 3215359"/>
                <a:gd name="connsiteX3149" fmla="*/ 1562802 w 2057605"/>
                <a:gd name="connsiteY3149" fmla="*/ 2703295 h 3215359"/>
                <a:gd name="connsiteX3150" fmla="*/ 1562802 w 2057605"/>
                <a:gd name="connsiteY3150" fmla="*/ 2708617 h 3215359"/>
                <a:gd name="connsiteX3151" fmla="*/ 1560213 w 2057605"/>
                <a:gd name="connsiteY3151" fmla="*/ 2708617 h 3215359"/>
                <a:gd name="connsiteX3152" fmla="*/ 1560213 w 2057605"/>
                <a:gd name="connsiteY3152" fmla="*/ 2713508 h 3215359"/>
                <a:gd name="connsiteX3153" fmla="*/ 1557768 w 2057605"/>
                <a:gd name="connsiteY3153" fmla="*/ 2713508 h 3215359"/>
                <a:gd name="connsiteX3154" fmla="*/ 1555035 w 2057605"/>
                <a:gd name="connsiteY3154" fmla="*/ 2711063 h 3215359"/>
                <a:gd name="connsiteX3155" fmla="*/ 1552590 w 2057605"/>
                <a:gd name="connsiteY3155" fmla="*/ 2713508 h 3215359"/>
                <a:gd name="connsiteX3156" fmla="*/ 1552590 w 2057605"/>
                <a:gd name="connsiteY3156" fmla="*/ 2716097 h 3215359"/>
                <a:gd name="connsiteX3157" fmla="*/ 1550864 w 2057605"/>
                <a:gd name="connsiteY3157" fmla="*/ 2716097 h 3215359"/>
                <a:gd name="connsiteX3158" fmla="*/ 1550864 w 2057605"/>
                <a:gd name="connsiteY3158" fmla="*/ 2717823 h 3215359"/>
                <a:gd name="connsiteX3159" fmla="*/ 1548419 w 2057605"/>
                <a:gd name="connsiteY3159" fmla="*/ 2717823 h 3215359"/>
                <a:gd name="connsiteX3160" fmla="*/ 1545686 w 2057605"/>
                <a:gd name="connsiteY3160" fmla="*/ 2720268 h 3215359"/>
                <a:gd name="connsiteX3161" fmla="*/ 1545686 w 2057605"/>
                <a:gd name="connsiteY3161" fmla="*/ 2722714 h 3215359"/>
                <a:gd name="connsiteX3162" fmla="*/ 1543240 w 2057605"/>
                <a:gd name="connsiteY3162" fmla="*/ 2722714 h 3215359"/>
                <a:gd name="connsiteX3163" fmla="*/ 1543240 w 2057605"/>
                <a:gd name="connsiteY3163" fmla="*/ 2725303 h 3215359"/>
                <a:gd name="connsiteX3164" fmla="*/ 1538206 w 2057605"/>
                <a:gd name="connsiteY3164" fmla="*/ 2725303 h 3215359"/>
                <a:gd name="connsiteX3165" fmla="*/ 1540795 w 2057605"/>
                <a:gd name="connsiteY3165" fmla="*/ 2728036 h 3215359"/>
                <a:gd name="connsiteX3166" fmla="*/ 1535473 w 2057605"/>
                <a:gd name="connsiteY3166" fmla="*/ 2728036 h 3215359"/>
                <a:gd name="connsiteX3167" fmla="*/ 1538206 w 2057605"/>
                <a:gd name="connsiteY3167" fmla="*/ 2730481 h 3215359"/>
                <a:gd name="connsiteX3168" fmla="*/ 1532308 w 2057605"/>
                <a:gd name="connsiteY3168" fmla="*/ 2730481 h 3215359"/>
                <a:gd name="connsiteX3169" fmla="*/ 1527274 w 2057605"/>
                <a:gd name="connsiteY3169" fmla="*/ 2732926 h 3215359"/>
                <a:gd name="connsiteX3170" fmla="*/ 1522096 w 2057605"/>
                <a:gd name="connsiteY3170" fmla="*/ 2732926 h 3215359"/>
                <a:gd name="connsiteX3171" fmla="*/ 1511883 w 2057605"/>
                <a:gd name="connsiteY3171" fmla="*/ 2730481 h 3215359"/>
                <a:gd name="connsiteX3172" fmla="*/ 1509438 w 2057605"/>
                <a:gd name="connsiteY3172" fmla="*/ 2730481 h 3215359"/>
                <a:gd name="connsiteX3173" fmla="*/ 1506849 w 2057605"/>
                <a:gd name="connsiteY3173" fmla="*/ 2728036 h 3215359"/>
                <a:gd name="connsiteX3174" fmla="*/ 1506849 w 2057605"/>
                <a:gd name="connsiteY3174" fmla="*/ 2725303 h 3215359"/>
                <a:gd name="connsiteX3175" fmla="*/ 1504404 w 2057605"/>
                <a:gd name="connsiteY3175" fmla="*/ 2722714 h 3215359"/>
                <a:gd name="connsiteX3176" fmla="*/ 1501671 w 2057605"/>
                <a:gd name="connsiteY3176" fmla="*/ 2720268 h 3215359"/>
                <a:gd name="connsiteX3177" fmla="*/ 1504404 w 2057605"/>
                <a:gd name="connsiteY3177" fmla="*/ 2725303 h 3215359"/>
                <a:gd name="connsiteX3178" fmla="*/ 1509438 w 2057605"/>
                <a:gd name="connsiteY3178" fmla="*/ 2732926 h 3215359"/>
                <a:gd name="connsiteX3179" fmla="*/ 1509438 w 2057605"/>
                <a:gd name="connsiteY3179" fmla="*/ 2738248 h 3215359"/>
                <a:gd name="connsiteX3180" fmla="*/ 1506274 w 2057605"/>
                <a:gd name="connsiteY3180" fmla="*/ 2738248 h 3215359"/>
                <a:gd name="connsiteX3181" fmla="*/ 1506274 w 2057605"/>
                <a:gd name="connsiteY3181" fmla="*/ 2735371 h 3215359"/>
                <a:gd name="connsiteX3182" fmla="*/ 1503829 w 2057605"/>
                <a:gd name="connsiteY3182" fmla="*/ 2735371 h 3215359"/>
                <a:gd name="connsiteX3183" fmla="*/ 1501096 w 2057605"/>
                <a:gd name="connsiteY3183" fmla="*/ 2732926 h 3215359"/>
                <a:gd name="connsiteX3184" fmla="*/ 1501096 w 2057605"/>
                <a:gd name="connsiteY3184" fmla="*/ 2738248 h 3215359"/>
                <a:gd name="connsiteX3185" fmla="*/ 1498650 w 2057605"/>
                <a:gd name="connsiteY3185" fmla="*/ 2732926 h 3215359"/>
                <a:gd name="connsiteX3186" fmla="*/ 1496061 w 2057605"/>
                <a:gd name="connsiteY3186" fmla="*/ 2732926 h 3215359"/>
                <a:gd name="connsiteX3187" fmla="*/ 1496061 w 2057605"/>
                <a:gd name="connsiteY3187" fmla="*/ 2730481 h 3215359"/>
                <a:gd name="connsiteX3188" fmla="*/ 1493616 w 2057605"/>
                <a:gd name="connsiteY3188" fmla="*/ 2730481 h 3215359"/>
                <a:gd name="connsiteX3189" fmla="*/ 1490883 w 2057605"/>
                <a:gd name="connsiteY3189" fmla="*/ 2732926 h 3215359"/>
                <a:gd name="connsiteX3190" fmla="*/ 1488438 w 2057605"/>
                <a:gd name="connsiteY3190" fmla="*/ 2728036 h 3215359"/>
                <a:gd name="connsiteX3191" fmla="*/ 1488438 w 2057605"/>
                <a:gd name="connsiteY3191" fmla="*/ 2730481 h 3215359"/>
                <a:gd name="connsiteX3192" fmla="*/ 1485849 w 2057605"/>
                <a:gd name="connsiteY3192" fmla="*/ 2730481 h 3215359"/>
                <a:gd name="connsiteX3193" fmla="*/ 1485849 w 2057605"/>
                <a:gd name="connsiteY3193" fmla="*/ 2733789 h 3215359"/>
                <a:gd name="connsiteX3194" fmla="*/ 1488438 w 2057605"/>
                <a:gd name="connsiteY3194" fmla="*/ 2736234 h 3215359"/>
                <a:gd name="connsiteX3195" fmla="*/ 1483404 w 2057605"/>
                <a:gd name="connsiteY3195" fmla="*/ 2733789 h 3215359"/>
                <a:gd name="connsiteX3196" fmla="*/ 1483404 w 2057605"/>
                <a:gd name="connsiteY3196" fmla="*/ 2731344 h 3215359"/>
                <a:gd name="connsiteX3197" fmla="*/ 1480671 w 2057605"/>
                <a:gd name="connsiteY3197" fmla="*/ 2728899 h 3215359"/>
                <a:gd name="connsiteX3198" fmla="*/ 1479088 w 2057605"/>
                <a:gd name="connsiteY3198" fmla="*/ 2728899 h 3215359"/>
                <a:gd name="connsiteX3199" fmla="*/ 1479088 w 2057605"/>
                <a:gd name="connsiteY3199" fmla="*/ 2726166 h 3215359"/>
                <a:gd name="connsiteX3200" fmla="*/ 1476499 w 2057605"/>
                <a:gd name="connsiteY3200" fmla="*/ 2726166 h 3215359"/>
                <a:gd name="connsiteX3201" fmla="*/ 1479088 w 2057605"/>
                <a:gd name="connsiteY3201" fmla="*/ 2731344 h 3215359"/>
                <a:gd name="connsiteX3202" fmla="*/ 1476499 w 2057605"/>
                <a:gd name="connsiteY3202" fmla="*/ 2728899 h 3215359"/>
                <a:gd name="connsiteX3203" fmla="*/ 1471321 w 2057605"/>
                <a:gd name="connsiteY3203" fmla="*/ 2723577 h 3215359"/>
                <a:gd name="connsiteX3204" fmla="*/ 1471321 w 2057605"/>
                <a:gd name="connsiteY3204" fmla="*/ 2721131 h 3215359"/>
                <a:gd name="connsiteX3205" fmla="*/ 1468876 w 2057605"/>
                <a:gd name="connsiteY3205" fmla="*/ 2721131 h 3215359"/>
                <a:gd name="connsiteX3206" fmla="*/ 1466287 w 2057605"/>
                <a:gd name="connsiteY3206" fmla="*/ 2718686 h 3215359"/>
                <a:gd name="connsiteX3207" fmla="*/ 1463842 w 2057605"/>
                <a:gd name="connsiteY3207" fmla="*/ 2718686 h 3215359"/>
                <a:gd name="connsiteX3208" fmla="*/ 1461109 w 2057605"/>
                <a:gd name="connsiteY3208" fmla="*/ 2721131 h 3215359"/>
                <a:gd name="connsiteX3209" fmla="*/ 1458663 w 2057605"/>
                <a:gd name="connsiteY3209" fmla="*/ 2721131 h 3215359"/>
                <a:gd name="connsiteX3210" fmla="*/ 1458663 w 2057605"/>
                <a:gd name="connsiteY3210" fmla="*/ 2723577 h 3215359"/>
                <a:gd name="connsiteX3211" fmla="*/ 1463842 w 2057605"/>
                <a:gd name="connsiteY3211" fmla="*/ 2726166 h 3215359"/>
                <a:gd name="connsiteX3212" fmla="*/ 1463842 w 2057605"/>
                <a:gd name="connsiteY3212" fmla="*/ 2723577 h 3215359"/>
                <a:gd name="connsiteX3213" fmla="*/ 1466287 w 2057605"/>
                <a:gd name="connsiteY3213" fmla="*/ 2723577 h 3215359"/>
                <a:gd name="connsiteX3214" fmla="*/ 1466287 w 2057605"/>
                <a:gd name="connsiteY3214" fmla="*/ 2728899 h 3215359"/>
                <a:gd name="connsiteX3215" fmla="*/ 1468876 w 2057605"/>
                <a:gd name="connsiteY3215" fmla="*/ 2731344 h 3215359"/>
                <a:gd name="connsiteX3216" fmla="*/ 1471321 w 2057605"/>
                <a:gd name="connsiteY3216" fmla="*/ 2733789 h 3215359"/>
                <a:gd name="connsiteX3217" fmla="*/ 1466287 w 2057605"/>
                <a:gd name="connsiteY3217" fmla="*/ 2733789 h 3215359"/>
                <a:gd name="connsiteX3218" fmla="*/ 1468876 w 2057605"/>
                <a:gd name="connsiteY3218" fmla="*/ 2736234 h 3215359"/>
                <a:gd name="connsiteX3219" fmla="*/ 1466287 w 2057605"/>
                <a:gd name="connsiteY3219" fmla="*/ 2736234 h 3215359"/>
                <a:gd name="connsiteX3220" fmla="*/ 1466287 w 2057605"/>
                <a:gd name="connsiteY3220" fmla="*/ 2739111 h 3215359"/>
                <a:gd name="connsiteX3221" fmla="*/ 1471321 w 2057605"/>
                <a:gd name="connsiteY3221" fmla="*/ 2739111 h 3215359"/>
                <a:gd name="connsiteX3222" fmla="*/ 1474054 w 2057605"/>
                <a:gd name="connsiteY3222" fmla="*/ 2741556 h 3215359"/>
                <a:gd name="connsiteX3223" fmla="*/ 1471321 w 2057605"/>
                <a:gd name="connsiteY3223" fmla="*/ 2741556 h 3215359"/>
                <a:gd name="connsiteX3224" fmla="*/ 1471321 w 2057605"/>
                <a:gd name="connsiteY3224" fmla="*/ 2744002 h 3215359"/>
                <a:gd name="connsiteX3225" fmla="*/ 1468876 w 2057605"/>
                <a:gd name="connsiteY3225" fmla="*/ 2744002 h 3215359"/>
                <a:gd name="connsiteX3226" fmla="*/ 1466287 w 2057605"/>
                <a:gd name="connsiteY3226" fmla="*/ 2746447 h 3215359"/>
                <a:gd name="connsiteX3227" fmla="*/ 1463842 w 2057605"/>
                <a:gd name="connsiteY3227" fmla="*/ 2746447 h 3215359"/>
                <a:gd name="connsiteX3228" fmla="*/ 1466287 w 2057605"/>
                <a:gd name="connsiteY3228" fmla="*/ 2744002 h 3215359"/>
                <a:gd name="connsiteX3229" fmla="*/ 1466287 w 2057605"/>
                <a:gd name="connsiteY3229" fmla="*/ 2741556 h 3215359"/>
                <a:gd name="connsiteX3230" fmla="*/ 1463842 w 2057605"/>
                <a:gd name="connsiteY3230" fmla="*/ 2741556 h 3215359"/>
                <a:gd name="connsiteX3231" fmla="*/ 1463842 w 2057605"/>
                <a:gd name="connsiteY3231" fmla="*/ 2739111 h 3215359"/>
                <a:gd name="connsiteX3232" fmla="*/ 1461109 w 2057605"/>
                <a:gd name="connsiteY3232" fmla="*/ 2739111 h 3215359"/>
                <a:gd name="connsiteX3233" fmla="*/ 1461109 w 2057605"/>
                <a:gd name="connsiteY3233" fmla="*/ 2744002 h 3215359"/>
                <a:gd name="connsiteX3234" fmla="*/ 1458663 w 2057605"/>
                <a:gd name="connsiteY3234" fmla="*/ 2741556 h 3215359"/>
                <a:gd name="connsiteX3235" fmla="*/ 1456218 w 2057605"/>
                <a:gd name="connsiteY3235" fmla="*/ 2741556 h 3215359"/>
                <a:gd name="connsiteX3236" fmla="*/ 1453629 w 2057605"/>
                <a:gd name="connsiteY3236" fmla="*/ 2739111 h 3215359"/>
                <a:gd name="connsiteX3237" fmla="*/ 1450896 w 2057605"/>
                <a:gd name="connsiteY3237" fmla="*/ 2739111 h 3215359"/>
                <a:gd name="connsiteX3238" fmla="*/ 1453629 w 2057605"/>
                <a:gd name="connsiteY3238" fmla="*/ 2744002 h 3215359"/>
                <a:gd name="connsiteX3239" fmla="*/ 1458663 w 2057605"/>
                <a:gd name="connsiteY3239" fmla="*/ 2749324 h 3215359"/>
                <a:gd name="connsiteX3240" fmla="*/ 1458663 w 2057605"/>
                <a:gd name="connsiteY3240" fmla="*/ 2751769 h 3215359"/>
                <a:gd name="connsiteX3241" fmla="*/ 1463842 w 2057605"/>
                <a:gd name="connsiteY3241" fmla="*/ 2756659 h 3215359"/>
                <a:gd name="connsiteX3242" fmla="*/ 1466287 w 2057605"/>
                <a:gd name="connsiteY3242" fmla="*/ 2759248 h 3215359"/>
                <a:gd name="connsiteX3243" fmla="*/ 1466287 w 2057605"/>
                <a:gd name="connsiteY3243" fmla="*/ 2763851 h 3215359"/>
                <a:gd name="connsiteX3244" fmla="*/ 1463122 w 2057605"/>
                <a:gd name="connsiteY3244" fmla="*/ 2763851 h 3215359"/>
                <a:gd name="connsiteX3245" fmla="*/ 1463122 w 2057605"/>
                <a:gd name="connsiteY3245" fmla="*/ 2761406 h 3215359"/>
                <a:gd name="connsiteX3246" fmla="*/ 1460389 w 2057605"/>
                <a:gd name="connsiteY3246" fmla="*/ 2763851 h 3215359"/>
                <a:gd name="connsiteX3247" fmla="*/ 1460389 w 2057605"/>
                <a:gd name="connsiteY3247" fmla="*/ 2768886 h 3215359"/>
                <a:gd name="connsiteX3248" fmla="*/ 1457944 w 2057605"/>
                <a:gd name="connsiteY3248" fmla="*/ 2768886 h 3215359"/>
                <a:gd name="connsiteX3249" fmla="*/ 1457944 w 2057605"/>
                <a:gd name="connsiteY3249" fmla="*/ 2776509 h 3215359"/>
                <a:gd name="connsiteX3250" fmla="*/ 1455499 w 2057605"/>
                <a:gd name="connsiteY3250" fmla="*/ 2776509 h 3215359"/>
                <a:gd name="connsiteX3251" fmla="*/ 1455499 w 2057605"/>
                <a:gd name="connsiteY3251" fmla="*/ 2781831 h 3215359"/>
                <a:gd name="connsiteX3252" fmla="*/ 1457944 w 2057605"/>
                <a:gd name="connsiteY3252" fmla="*/ 2781831 h 3215359"/>
                <a:gd name="connsiteX3253" fmla="*/ 1452910 w 2057605"/>
                <a:gd name="connsiteY3253" fmla="*/ 2784276 h 3215359"/>
                <a:gd name="connsiteX3254" fmla="*/ 1450177 w 2057605"/>
                <a:gd name="connsiteY3254" fmla="*/ 2784276 h 3215359"/>
                <a:gd name="connsiteX3255" fmla="*/ 1447732 w 2057605"/>
                <a:gd name="connsiteY3255" fmla="*/ 2779098 h 3215359"/>
                <a:gd name="connsiteX3256" fmla="*/ 1447732 w 2057605"/>
                <a:gd name="connsiteY3256" fmla="*/ 2781831 h 3215359"/>
                <a:gd name="connsiteX3257" fmla="*/ 1445286 w 2057605"/>
                <a:gd name="connsiteY3257" fmla="*/ 2784276 h 3215359"/>
                <a:gd name="connsiteX3258" fmla="*/ 1440252 w 2057605"/>
                <a:gd name="connsiteY3258" fmla="*/ 2784276 h 3215359"/>
                <a:gd name="connsiteX3259" fmla="*/ 1440252 w 2057605"/>
                <a:gd name="connsiteY3259" fmla="*/ 2779098 h 3215359"/>
                <a:gd name="connsiteX3260" fmla="*/ 1442697 w 2057605"/>
                <a:gd name="connsiteY3260" fmla="*/ 2779098 h 3215359"/>
                <a:gd name="connsiteX3261" fmla="*/ 1437519 w 2057605"/>
                <a:gd name="connsiteY3261" fmla="*/ 2776509 h 3215359"/>
                <a:gd name="connsiteX3262" fmla="*/ 1435362 w 2057605"/>
                <a:gd name="connsiteY3262" fmla="*/ 2776509 h 3215359"/>
                <a:gd name="connsiteX3263" fmla="*/ 1435362 w 2057605"/>
                <a:gd name="connsiteY3263" fmla="*/ 2779098 h 3215359"/>
                <a:gd name="connsiteX3264" fmla="*/ 1432772 w 2057605"/>
                <a:gd name="connsiteY3264" fmla="*/ 2781831 h 3215359"/>
                <a:gd name="connsiteX3265" fmla="*/ 1427594 w 2057605"/>
                <a:gd name="connsiteY3265" fmla="*/ 2784276 h 3215359"/>
                <a:gd name="connsiteX3266" fmla="*/ 1425149 w 2057605"/>
                <a:gd name="connsiteY3266" fmla="*/ 2784276 h 3215359"/>
                <a:gd name="connsiteX3267" fmla="*/ 1425149 w 2057605"/>
                <a:gd name="connsiteY3267" fmla="*/ 2786722 h 3215359"/>
                <a:gd name="connsiteX3268" fmla="*/ 1414936 w 2057605"/>
                <a:gd name="connsiteY3268" fmla="*/ 2786722 h 3215359"/>
                <a:gd name="connsiteX3269" fmla="*/ 1409902 w 2057605"/>
                <a:gd name="connsiteY3269" fmla="*/ 2784276 h 3215359"/>
                <a:gd name="connsiteX3270" fmla="*/ 1402135 w 2057605"/>
                <a:gd name="connsiteY3270" fmla="*/ 2781831 h 3215359"/>
                <a:gd name="connsiteX3271" fmla="*/ 1396957 w 2057605"/>
                <a:gd name="connsiteY3271" fmla="*/ 2781831 h 3215359"/>
                <a:gd name="connsiteX3272" fmla="*/ 1414936 w 2057605"/>
                <a:gd name="connsiteY3272" fmla="*/ 2792044 h 3215359"/>
                <a:gd name="connsiteX3273" fmla="*/ 1422560 w 2057605"/>
                <a:gd name="connsiteY3273" fmla="*/ 2792044 h 3215359"/>
                <a:gd name="connsiteX3274" fmla="*/ 1425149 w 2057605"/>
                <a:gd name="connsiteY3274" fmla="*/ 2794489 h 3215359"/>
                <a:gd name="connsiteX3275" fmla="*/ 1425149 w 2057605"/>
                <a:gd name="connsiteY3275" fmla="*/ 2792044 h 3215359"/>
                <a:gd name="connsiteX3276" fmla="*/ 1427594 w 2057605"/>
                <a:gd name="connsiteY3276" fmla="*/ 2792044 h 3215359"/>
                <a:gd name="connsiteX3277" fmla="*/ 1430327 w 2057605"/>
                <a:gd name="connsiteY3277" fmla="*/ 2796934 h 3215359"/>
                <a:gd name="connsiteX3278" fmla="*/ 1427594 w 2057605"/>
                <a:gd name="connsiteY3278" fmla="*/ 2796934 h 3215359"/>
                <a:gd name="connsiteX3279" fmla="*/ 1432772 w 2057605"/>
                <a:gd name="connsiteY3279" fmla="*/ 2799523 h 3215359"/>
                <a:gd name="connsiteX3280" fmla="*/ 1432772 w 2057605"/>
                <a:gd name="connsiteY3280" fmla="*/ 2804701 h 3215359"/>
                <a:gd name="connsiteX3281" fmla="*/ 1430327 w 2057605"/>
                <a:gd name="connsiteY3281" fmla="*/ 2804701 h 3215359"/>
                <a:gd name="connsiteX3282" fmla="*/ 1430327 w 2057605"/>
                <a:gd name="connsiteY3282" fmla="*/ 2814914 h 3215359"/>
                <a:gd name="connsiteX3283" fmla="*/ 1432772 w 2057605"/>
                <a:gd name="connsiteY3283" fmla="*/ 2817359 h 3215359"/>
                <a:gd name="connsiteX3284" fmla="*/ 1427594 w 2057605"/>
                <a:gd name="connsiteY3284" fmla="*/ 2817359 h 3215359"/>
                <a:gd name="connsiteX3285" fmla="*/ 1427594 w 2057605"/>
                <a:gd name="connsiteY3285" fmla="*/ 2819804 h 3215359"/>
                <a:gd name="connsiteX3286" fmla="*/ 1430327 w 2057605"/>
                <a:gd name="connsiteY3286" fmla="*/ 2819804 h 3215359"/>
                <a:gd name="connsiteX3287" fmla="*/ 1427594 w 2057605"/>
                <a:gd name="connsiteY3287" fmla="*/ 2822681 h 3215359"/>
                <a:gd name="connsiteX3288" fmla="*/ 1430327 w 2057605"/>
                <a:gd name="connsiteY3288" fmla="*/ 2825126 h 3215359"/>
                <a:gd name="connsiteX3289" fmla="*/ 1430327 w 2057605"/>
                <a:gd name="connsiteY3289" fmla="*/ 2830017 h 3215359"/>
                <a:gd name="connsiteX3290" fmla="*/ 1432772 w 2057605"/>
                <a:gd name="connsiteY3290" fmla="*/ 2832750 h 3215359"/>
                <a:gd name="connsiteX3291" fmla="*/ 1432772 w 2057605"/>
                <a:gd name="connsiteY3291" fmla="*/ 2835339 h 3215359"/>
                <a:gd name="connsiteX3292" fmla="*/ 1435362 w 2057605"/>
                <a:gd name="connsiteY3292" fmla="*/ 2837784 h 3215359"/>
                <a:gd name="connsiteX3293" fmla="*/ 1432772 w 2057605"/>
                <a:gd name="connsiteY3293" fmla="*/ 2837784 h 3215359"/>
                <a:gd name="connsiteX3294" fmla="*/ 1435362 w 2057605"/>
                <a:gd name="connsiteY3294" fmla="*/ 2840229 h 3215359"/>
                <a:gd name="connsiteX3295" fmla="*/ 1432772 w 2057605"/>
                <a:gd name="connsiteY3295" fmla="*/ 2840229 h 3215359"/>
                <a:gd name="connsiteX3296" fmla="*/ 1432772 w 2057605"/>
                <a:gd name="connsiteY3296" fmla="*/ 2842962 h 3215359"/>
                <a:gd name="connsiteX3297" fmla="*/ 1435362 w 2057605"/>
                <a:gd name="connsiteY3297" fmla="*/ 2845551 h 3215359"/>
                <a:gd name="connsiteX3298" fmla="*/ 1435362 w 2057605"/>
                <a:gd name="connsiteY3298" fmla="*/ 2853606 h 3215359"/>
                <a:gd name="connsiteX3299" fmla="*/ 1432772 w 2057605"/>
                <a:gd name="connsiteY3299" fmla="*/ 2853606 h 3215359"/>
                <a:gd name="connsiteX3300" fmla="*/ 1432772 w 2057605"/>
                <a:gd name="connsiteY3300" fmla="*/ 2858784 h 3215359"/>
                <a:gd name="connsiteX3301" fmla="*/ 1430327 w 2057605"/>
                <a:gd name="connsiteY3301" fmla="*/ 2858784 h 3215359"/>
                <a:gd name="connsiteX3302" fmla="*/ 1432772 w 2057605"/>
                <a:gd name="connsiteY3302" fmla="*/ 2861230 h 3215359"/>
                <a:gd name="connsiteX3303" fmla="*/ 1427594 w 2057605"/>
                <a:gd name="connsiteY3303" fmla="*/ 2866552 h 3215359"/>
                <a:gd name="connsiteX3304" fmla="*/ 1414936 w 2057605"/>
                <a:gd name="connsiteY3304" fmla="*/ 2866552 h 3215359"/>
                <a:gd name="connsiteX3305" fmla="*/ 1414936 w 2057605"/>
                <a:gd name="connsiteY3305" fmla="*/ 2868997 h 3215359"/>
                <a:gd name="connsiteX3306" fmla="*/ 1412347 w 2057605"/>
                <a:gd name="connsiteY3306" fmla="*/ 2871442 h 3215359"/>
                <a:gd name="connsiteX3307" fmla="*/ 1407169 w 2057605"/>
                <a:gd name="connsiteY3307" fmla="*/ 2871442 h 3215359"/>
                <a:gd name="connsiteX3308" fmla="*/ 1407169 w 2057605"/>
                <a:gd name="connsiteY3308" fmla="*/ 2876764 h 3215359"/>
                <a:gd name="connsiteX3309" fmla="*/ 1404724 w 2057605"/>
                <a:gd name="connsiteY3309" fmla="*/ 2879209 h 3215359"/>
                <a:gd name="connsiteX3310" fmla="*/ 1404724 w 2057605"/>
                <a:gd name="connsiteY3310" fmla="*/ 2876764 h 3215359"/>
                <a:gd name="connsiteX3311" fmla="*/ 1402135 w 2057605"/>
                <a:gd name="connsiteY3311" fmla="*/ 2876764 h 3215359"/>
                <a:gd name="connsiteX3312" fmla="*/ 1402135 w 2057605"/>
                <a:gd name="connsiteY3312" fmla="*/ 2879209 h 3215359"/>
                <a:gd name="connsiteX3313" fmla="*/ 1396957 w 2057605"/>
                <a:gd name="connsiteY3313" fmla="*/ 2879209 h 3215359"/>
                <a:gd name="connsiteX3314" fmla="*/ 1396957 w 2057605"/>
                <a:gd name="connsiteY3314" fmla="*/ 2881655 h 3215359"/>
                <a:gd name="connsiteX3315" fmla="*/ 1399690 w 2057605"/>
                <a:gd name="connsiteY3315" fmla="*/ 2881655 h 3215359"/>
                <a:gd name="connsiteX3316" fmla="*/ 1399690 w 2057605"/>
                <a:gd name="connsiteY3316" fmla="*/ 2884244 h 3215359"/>
                <a:gd name="connsiteX3317" fmla="*/ 1381710 w 2057605"/>
                <a:gd name="connsiteY3317" fmla="*/ 2884244 h 3215359"/>
                <a:gd name="connsiteX3318" fmla="*/ 1381710 w 2057605"/>
                <a:gd name="connsiteY3318" fmla="*/ 2881655 h 3215359"/>
                <a:gd name="connsiteX3319" fmla="*/ 1369052 w 2057605"/>
                <a:gd name="connsiteY3319" fmla="*/ 2881655 h 3215359"/>
                <a:gd name="connsiteX3320" fmla="*/ 1361429 w 2057605"/>
                <a:gd name="connsiteY3320" fmla="*/ 2879209 h 3215359"/>
                <a:gd name="connsiteX3321" fmla="*/ 1356394 w 2057605"/>
                <a:gd name="connsiteY3321" fmla="*/ 2879209 h 3215359"/>
                <a:gd name="connsiteX3322" fmla="*/ 1358840 w 2057605"/>
                <a:gd name="connsiteY3322" fmla="*/ 2881655 h 3215359"/>
                <a:gd name="connsiteX3323" fmla="*/ 1361429 w 2057605"/>
                <a:gd name="connsiteY3323" fmla="*/ 2881655 h 3215359"/>
                <a:gd name="connsiteX3324" fmla="*/ 1361429 w 2057605"/>
                <a:gd name="connsiteY3324" fmla="*/ 2886977 h 3215359"/>
                <a:gd name="connsiteX3325" fmla="*/ 1358840 w 2057605"/>
                <a:gd name="connsiteY3325" fmla="*/ 2886977 h 3215359"/>
                <a:gd name="connsiteX3326" fmla="*/ 1358840 w 2057605"/>
                <a:gd name="connsiteY3326" fmla="*/ 2884244 h 3215359"/>
                <a:gd name="connsiteX3327" fmla="*/ 1356394 w 2057605"/>
                <a:gd name="connsiteY3327" fmla="*/ 2884244 h 3215359"/>
                <a:gd name="connsiteX3328" fmla="*/ 1358840 w 2057605"/>
                <a:gd name="connsiteY3328" fmla="*/ 2886977 h 3215359"/>
                <a:gd name="connsiteX3329" fmla="*/ 1356394 w 2057605"/>
                <a:gd name="connsiteY3329" fmla="*/ 2886977 h 3215359"/>
                <a:gd name="connsiteX3330" fmla="*/ 1353661 w 2057605"/>
                <a:gd name="connsiteY3330" fmla="*/ 2884244 h 3215359"/>
                <a:gd name="connsiteX3331" fmla="*/ 1353661 w 2057605"/>
                <a:gd name="connsiteY3331" fmla="*/ 2881655 h 3215359"/>
                <a:gd name="connsiteX3332" fmla="*/ 1351216 w 2057605"/>
                <a:gd name="connsiteY3332" fmla="*/ 2884244 h 3215359"/>
                <a:gd name="connsiteX3333" fmla="*/ 1351216 w 2057605"/>
                <a:gd name="connsiteY3333" fmla="*/ 2881655 h 3215359"/>
                <a:gd name="connsiteX3334" fmla="*/ 1343449 w 2057605"/>
                <a:gd name="connsiteY3334" fmla="*/ 2881655 h 3215359"/>
                <a:gd name="connsiteX3335" fmla="*/ 1341004 w 2057605"/>
                <a:gd name="connsiteY3335" fmla="*/ 2884244 h 3215359"/>
                <a:gd name="connsiteX3336" fmla="*/ 1343449 w 2057605"/>
                <a:gd name="connsiteY3336" fmla="*/ 2886977 h 3215359"/>
                <a:gd name="connsiteX3337" fmla="*/ 1343449 w 2057605"/>
                <a:gd name="connsiteY3337" fmla="*/ 2891867 h 3215359"/>
                <a:gd name="connsiteX3338" fmla="*/ 1346182 w 2057605"/>
                <a:gd name="connsiteY3338" fmla="*/ 2891867 h 3215359"/>
                <a:gd name="connsiteX3339" fmla="*/ 1348627 w 2057605"/>
                <a:gd name="connsiteY3339" fmla="*/ 2894456 h 3215359"/>
                <a:gd name="connsiteX3340" fmla="*/ 1348627 w 2057605"/>
                <a:gd name="connsiteY3340" fmla="*/ 2897189 h 3215359"/>
                <a:gd name="connsiteX3341" fmla="*/ 1351216 w 2057605"/>
                <a:gd name="connsiteY3341" fmla="*/ 2897189 h 3215359"/>
                <a:gd name="connsiteX3342" fmla="*/ 1353661 w 2057605"/>
                <a:gd name="connsiteY3342" fmla="*/ 2899634 h 3215359"/>
                <a:gd name="connsiteX3343" fmla="*/ 1356394 w 2057605"/>
                <a:gd name="connsiteY3343" fmla="*/ 2899634 h 3215359"/>
                <a:gd name="connsiteX3344" fmla="*/ 1356394 w 2057605"/>
                <a:gd name="connsiteY3344" fmla="*/ 2902080 h 3215359"/>
                <a:gd name="connsiteX3345" fmla="*/ 1366607 w 2057605"/>
                <a:gd name="connsiteY3345" fmla="*/ 2902080 h 3215359"/>
                <a:gd name="connsiteX3346" fmla="*/ 1371641 w 2057605"/>
                <a:gd name="connsiteY3346" fmla="*/ 2904669 h 3215359"/>
                <a:gd name="connsiteX3347" fmla="*/ 1374086 w 2057605"/>
                <a:gd name="connsiteY3347" fmla="*/ 2907402 h 3215359"/>
                <a:gd name="connsiteX3348" fmla="*/ 1374086 w 2057605"/>
                <a:gd name="connsiteY3348" fmla="*/ 2909847 h 3215359"/>
                <a:gd name="connsiteX3349" fmla="*/ 1369052 w 2057605"/>
                <a:gd name="connsiteY3349" fmla="*/ 2912292 h 3215359"/>
                <a:gd name="connsiteX3350" fmla="*/ 1369052 w 2057605"/>
                <a:gd name="connsiteY3350" fmla="*/ 2914738 h 3215359"/>
                <a:gd name="connsiteX3351" fmla="*/ 1366607 w 2057605"/>
                <a:gd name="connsiteY3351" fmla="*/ 2917470 h 3215359"/>
                <a:gd name="connsiteX3352" fmla="*/ 1363874 w 2057605"/>
                <a:gd name="connsiteY3352" fmla="*/ 2917470 h 3215359"/>
                <a:gd name="connsiteX3353" fmla="*/ 1358840 w 2057605"/>
                <a:gd name="connsiteY3353" fmla="*/ 2914738 h 3215359"/>
                <a:gd name="connsiteX3354" fmla="*/ 1356394 w 2057605"/>
                <a:gd name="connsiteY3354" fmla="*/ 2914738 h 3215359"/>
                <a:gd name="connsiteX3355" fmla="*/ 1356394 w 2057605"/>
                <a:gd name="connsiteY3355" fmla="*/ 2912292 h 3215359"/>
                <a:gd name="connsiteX3356" fmla="*/ 1353661 w 2057605"/>
                <a:gd name="connsiteY3356" fmla="*/ 2909847 h 3215359"/>
                <a:gd name="connsiteX3357" fmla="*/ 1351216 w 2057605"/>
                <a:gd name="connsiteY3357" fmla="*/ 2909847 h 3215359"/>
                <a:gd name="connsiteX3358" fmla="*/ 1351216 w 2057605"/>
                <a:gd name="connsiteY3358" fmla="*/ 2912292 h 3215359"/>
                <a:gd name="connsiteX3359" fmla="*/ 1349490 w 2057605"/>
                <a:gd name="connsiteY3359" fmla="*/ 2912292 h 3215359"/>
                <a:gd name="connsiteX3360" fmla="*/ 1349490 w 2057605"/>
                <a:gd name="connsiteY3360" fmla="*/ 2917470 h 3215359"/>
                <a:gd name="connsiteX3361" fmla="*/ 1341867 w 2057605"/>
                <a:gd name="connsiteY3361" fmla="*/ 2917470 h 3215359"/>
                <a:gd name="connsiteX3362" fmla="*/ 1334099 w 2057605"/>
                <a:gd name="connsiteY3362" fmla="*/ 2912292 h 3215359"/>
                <a:gd name="connsiteX3363" fmla="*/ 1334099 w 2057605"/>
                <a:gd name="connsiteY3363" fmla="*/ 2914738 h 3215359"/>
                <a:gd name="connsiteX3364" fmla="*/ 1336832 w 2057605"/>
                <a:gd name="connsiteY3364" fmla="*/ 2914738 h 3215359"/>
                <a:gd name="connsiteX3365" fmla="*/ 1336832 w 2057605"/>
                <a:gd name="connsiteY3365" fmla="*/ 2917470 h 3215359"/>
                <a:gd name="connsiteX3366" fmla="*/ 1338702 w 2057605"/>
                <a:gd name="connsiteY3366" fmla="*/ 2919772 h 3215359"/>
                <a:gd name="connsiteX3367" fmla="*/ 1338702 w 2057605"/>
                <a:gd name="connsiteY3367" fmla="*/ 2924662 h 3215359"/>
                <a:gd name="connsiteX3368" fmla="*/ 1328490 w 2057605"/>
                <a:gd name="connsiteY3368" fmla="*/ 2924662 h 3215359"/>
                <a:gd name="connsiteX3369" fmla="*/ 1326045 w 2057605"/>
                <a:gd name="connsiteY3369" fmla="*/ 2927395 h 3215359"/>
                <a:gd name="connsiteX3370" fmla="*/ 1326045 w 2057605"/>
                <a:gd name="connsiteY3370" fmla="*/ 2929984 h 3215359"/>
                <a:gd name="connsiteX3371" fmla="*/ 1328490 w 2057605"/>
                <a:gd name="connsiteY3371" fmla="*/ 2929984 h 3215359"/>
                <a:gd name="connsiteX3372" fmla="*/ 1328490 w 2057605"/>
                <a:gd name="connsiteY3372" fmla="*/ 2934875 h 3215359"/>
                <a:gd name="connsiteX3373" fmla="*/ 1331079 w 2057605"/>
                <a:gd name="connsiteY3373" fmla="*/ 2934875 h 3215359"/>
                <a:gd name="connsiteX3374" fmla="*/ 1328490 w 2057605"/>
                <a:gd name="connsiteY3374" fmla="*/ 2937464 h 3215359"/>
                <a:gd name="connsiteX3375" fmla="*/ 1326045 w 2057605"/>
                <a:gd name="connsiteY3375" fmla="*/ 2937464 h 3215359"/>
                <a:gd name="connsiteX3376" fmla="*/ 1333524 w 2057605"/>
                <a:gd name="connsiteY3376" fmla="*/ 2940197 h 3215359"/>
                <a:gd name="connsiteX3377" fmla="*/ 1336257 w 2057605"/>
                <a:gd name="connsiteY3377" fmla="*/ 2940197 h 3215359"/>
                <a:gd name="connsiteX3378" fmla="*/ 1338702 w 2057605"/>
                <a:gd name="connsiteY3378" fmla="*/ 2950409 h 3215359"/>
                <a:gd name="connsiteX3379" fmla="*/ 1336257 w 2057605"/>
                <a:gd name="connsiteY3379" fmla="*/ 2950409 h 3215359"/>
                <a:gd name="connsiteX3380" fmla="*/ 1338702 w 2057605"/>
                <a:gd name="connsiteY3380" fmla="*/ 2952855 h 3215359"/>
                <a:gd name="connsiteX3381" fmla="*/ 1338702 w 2057605"/>
                <a:gd name="connsiteY3381" fmla="*/ 2960622 h 3215359"/>
                <a:gd name="connsiteX3382" fmla="*/ 1336257 w 2057605"/>
                <a:gd name="connsiteY3382" fmla="*/ 2960622 h 3215359"/>
                <a:gd name="connsiteX3383" fmla="*/ 1336257 w 2057605"/>
                <a:gd name="connsiteY3383" fmla="*/ 2955300 h 3215359"/>
                <a:gd name="connsiteX3384" fmla="*/ 1333524 w 2057605"/>
                <a:gd name="connsiteY3384" fmla="*/ 2952855 h 3215359"/>
                <a:gd name="connsiteX3385" fmla="*/ 1333524 w 2057605"/>
                <a:gd name="connsiteY3385" fmla="*/ 2950409 h 3215359"/>
                <a:gd name="connsiteX3386" fmla="*/ 1331079 w 2057605"/>
                <a:gd name="connsiteY3386" fmla="*/ 2950409 h 3215359"/>
                <a:gd name="connsiteX3387" fmla="*/ 1331079 w 2057605"/>
                <a:gd name="connsiteY3387" fmla="*/ 2947677 h 3215359"/>
                <a:gd name="connsiteX3388" fmla="*/ 1328490 w 2057605"/>
                <a:gd name="connsiteY3388" fmla="*/ 2945087 h 3215359"/>
                <a:gd name="connsiteX3389" fmla="*/ 1320866 w 2057605"/>
                <a:gd name="connsiteY3389" fmla="*/ 2945087 h 3215359"/>
                <a:gd name="connsiteX3390" fmla="*/ 1310654 w 2057605"/>
                <a:gd name="connsiteY3390" fmla="*/ 2942642 h 3215359"/>
                <a:gd name="connsiteX3391" fmla="*/ 1310654 w 2057605"/>
                <a:gd name="connsiteY3391" fmla="*/ 2945087 h 3215359"/>
                <a:gd name="connsiteX3392" fmla="*/ 1313099 w 2057605"/>
                <a:gd name="connsiteY3392" fmla="*/ 2945087 h 3215359"/>
                <a:gd name="connsiteX3393" fmla="*/ 1320866 w 2057605"/>
                <a:gd name="connsiteY3393" fmla="*/ 2947677 h 3215359"/>
                <a:gd name="connsiteX3394" fmla="*/ 1326045 w 2057605"/>
                <a:gd name="connsiteY3394" fmla="*/ 2950409 h 3215359"/>
                <a:gd name="connsiteX3395" fmla="*/ 1326045 w 2057605"/>
                <a:gd name="connsiteY3395" fmla="*/ 2952855 h 3215359"/>
                <a:gd name="connsiteX3396" fmla="*/ 1328490 w 2057605"/>
                <a:gd name="connsiteY3396" fmla="*/ 2955300 h 3215359"/>
                <a:gd name="connsiteX3397" fmla="*/ 1323312 w 2057605"/>
                <a:gd name="connsiteY3397" fmla="*/ 2957889 h 3215359"/>
                <a:gd name="connsiteX3398" fmla="*/ 1320866 w 2057605"/>
                <a:gd name="connsiteY3398" fmla="*/ 2957889 h 3215359"/>
                <a:gd name="connsiteX3399" fmla="*/ 1320866 w 2057605"/>
                <a:gd name="connsiteY3399" fmla="*/ 2955300 h 3215359"/>
                <a:gd name="connsiteX3400" fmla="*/ 1318277 w 2057605"/>
                <a:gd name="connsiteY3400" fmla="*/ 2955300 h 3215359"/>
                <a:gd name="connsiteX3401" fmla="*/ 1318277 w 2057605"/>
                <a:gd name="connsiteY3401" fmla="*/ 2957889 h 3215359"/>
                <a:gd name="connsiteX3402" fmla="*/ 1313099 w 2057605"/>
                <a:gd name="connsiteY3402" fmla="*/ 2957889 h 3215359"/>
                <a:gd name="connsiteX3403" fmla="*/ 1315832 w 2057605"/>
                <a:gd name="connsiteY3403" fmla="*/ 2960622 h 3215359"/>
                <a:gd name="connsiteX3404" fmla="*/ 1315832 w 2057605"/>
                <a:gd name="connsiteY3404" fmla="*/ 2963067 h 3215359"/>
                <a:gd name="connsiteX3405" fmla="*/ 1310654 w 2057605"/>
                <a:gd name="connsiteY3405" fmla="*/ 2960622 h 3215359"/>
                <a:gd name="connsiteX3406" fmla="*/ 1308065 w 2057605"/>
                <a:gd name="connsiteY3406" fmla="*/ 2957889 h 3215359"/>
                <a:gd name="connsiteX3407" fmla="*/ 1305620 w 2057605"/>
                <a:gd name="connsiteY3407" fmla="*/ 2957889 h 3215359"/>
                <a:gd name="connsiteX3408" fmla="*/ 1305620 w 2057605"/>
                <a:gd name="connsiteY3408" fmla="*/ 2960622 h 3215359"/>
                <a:gd name="connsiteX3409" fmla="*/ 1308065 w 2057605"/>
                <a:gd name="connsiteY3409" fmla="*/ 2960622 h 3215359"/>
                <a:gd name="connsiteX3410" fmla="*/ 1310654 w 2057605"/>
                <a:gd name="connsiteY3410" fmla="*/ 2963067 h 3215359"/>
                <a:gd name="connsiteX3411" fmla="*/ 1300441 w 2057605"/>
                <a:gd name="connsiteY3411" fmla="*/ 2960622 h 3215359"/>
                <a:gd name="connsiteX3412" fmla="*/ 1300441 w 2057605"/>
                <a:gd name="connsiteY3412" fmla="*/ 2963786 h 3215359"/>
                <a:gd name="connsiteX3413" fmla="*/ 1305620 w 2057605"/>
                <a:gd name="connsiteY3413" fmla="*/ 2963786 h 3215359"/>
                <a:gd name="connsiteX3414" fmla="*/ 1305620 w 2057605"/>
                <a:gd name="connsiteY3414" fmla="*/ 2968821 h 3215359"/>
                <a:gd name="connsiteX3415" fmla="*/ 1315832 w 2057605"/>
                <a:gd name="connsiteY3415" fmla="*/ 2968821 h 3215359"/>
                <a:gd name="connsiteX3416" fmla="*/ 1315832 w 2057605"/>
                <a:gd name="connsiteY3416" fmla="*/ 2973999 h 3215359"/>
                <a:gd name="connsiteX3417" fmla="*/ 1313099 w 2057605"/>
                <a:gd name="connsiteY3417" fmla="*/ 2973999 h 3215359"/>
                <a:gd name="connsiteX3418" fmla="*/ 1310654 w 2057605"/>
                <a:gd name="connsiteY3418" fmla="*/ 2971554 h 3215359"/>
                <a:gd name="connsiteX3419" fmla="*/ 1308065 w 2057605"/>
                <a:gd name="connsiteY3419" fmla="*/ 2971554 h 3215359"/>
                <a:gd name="connsiteX3420" fmla="*/ 1308065 w 2057605"/>
                <a:gd name="connsiteY3420" fmla="*/ 2973999 h 3215359"/>
                <a:gd name="connsiteX3421" fmla="*/ 1310654 w 2057605"/>
                <a:gd name="connsiteY3421" fmla="*/ 2976444 h 3215359"/>
                <a:gd name="connsiteX3422" fmla="*/ 1302887 w 2057605"/>
                <a:gd name="connsiteY3422" fmla="*/ 2976444 h 3215359"/>
                <a:gd name="connsiteX3423" fmla="*/ 1305620 w 2057605"/>
                <a:gd name="connsiteY3423" fmla="*/ 2979033 h 3215359"/>
                <a:gd name="connsiteX3424" fmla="*/ 1305620 w 2057605"/>
                <a:gd name="connsiteY3424" fmla="*/ 2981766 h 3215359"/>
                <a:gd name="connsiteX3425" fmla="*/ 1308065 w 2057605"/>
                <a:gd name="connsiteY3425" fmla="*/ 2981766 h 3215359"/>
                <a:gd name="connsiteX3426" fmla="*/ 1308065 w 2057605"/>
                <a:gd name="connsiteY3426" fmla="*/ 2984211 h 3215359"/>
                <a:gd name="connsiteX3427" fmla="*/ 1303030 w 2057605"/>
                <a:gd name="connsiteY3427" fmla="*/ 2984211 h 3215359"/>
                <a:gd name="connsiteX3428" fmla="*/ 1303030 w 2057605"/>
                <a:gd name="connsiteY3428" fmla="*/ 2981766 h 3215359"/>
                <a:gd name="connsiteX3429" fmla="*/ 1300585 w 2057605"/>
                <a:gd name="connsiteY3429" fmla="*/ 2981766 h 3215359"/>
                <a:gd name="connsiteX3430" fmla="*/ 1300585 w 2057605"/>
                <a:gd name="connsiteY3430" fmla="*/ 2976444 h 3215359"/>
                <a:gd name="connsiteX3431" fmla="*/ 1297996 w 2057605"/>
                <a:gd name="connsiteY3431" fmla="*/ 2976444 h 3215359"/>
                <a:gd name="connsiteX3432" fmla="*/ 1297996 w 2057605"/>
                <a:gd name="connsiteY3432" fmla="*/ 2979033 h 3215359"/>
                <a:gd name="connsiteX3433" fmla="*/ 1293106 w 2057605"/>
                <a:gd name="connsiteY3433" fmla="*/ 2979033 h 3215359"/>
                <a:gd name="connsiteX3434" fmla="*/ 1290373 w 2057605"/>
                <a:gd name="connsiteY3434" fmla="*/ 2976444 h 3215359"/>
                <a:gd name="connsiteX3435" fmla="*/ 1290373 w 2057605"/>
                <a:gd name="connsiteY3435" fmla="*/ 2979033 h 3215359"/>
                <a:gd name="connsiteX3436" fmla="*/ 1295551 w 2057605"/>
                <a:gd name="connsiteY3436" fmla="*/ 2981766 h 3215359"/>
                <a:gd name="connsiteX3437" fmla="*/ 1297996 w 2057605"/>
                <a:gd name="connsiteY3437" fmla="*/ 2981766 h 3215359"/>
                <a:gd name="connsiteX3438" fmla="*/ 1297996 w 2057605"/>
                <a:gd name="connsiteY3438" fmla="*/ 2984211 h 3215359"/>
                <a:gd name="connsiteX3439" fmla="*/ 1300585 w 2057605"/>
                <a:gd name="connsiteY3439" fmla="*/ 2986657 h 3215359"/>
                <a:gd name="connsiteX3440" fmla="*/ 1303030 w 2057605"/>
                <a:gd name="connsiteY3440" fmla="*/ 2986657 h 3215359"/>
                <a:gd name="connsiteX3441" fmla="*/ 1303030 w 2057605"/>
                <a:gd name="connsiteY3441" fmla="*/ 2989246 h 3215359"/>
                <a:gd name="connsiteX3442" fmla="*/ 1297996 w 2057605"/>
                <a:gd name="connsiteY3442" fmla="*/ 2989246 h 3215359"/>
                <a:gd name="connsiteX3443" fmla="*/ 1297996 w 2057605"/>
                <a:gd name="connsiteY3443" fmla="*/ 2986657 h 3215359"/>
                <a:gd name="connsiteX3444" fmla="*/ 1295551 w 2057605"/>
                <a:gd name="connsiteY3444" fmla="*/ 2989246 h 3215359"/>
                <a:gd name="connsiteX3445" fmla="*/ 1297996 w 2057605"/>
                <a:gd name="connsiteY3445" fmla="*/ 2991979 h 3215359"/>
                <a:gd name="connsiteX3446" fmla="*/ 1297996 w 2057605"/>
                <a:gd name="connsiteY3446" fmla="*/ 2996869 h 3215359"/>
                <a:gd name="connsiteX3447" fmla="*/ 1295551 w 2057605"/>
                <a:gd name="connsiteY3447" fmla="*/ 2996869 h 3215359"/>
                <a:gd name="connsiteX3448" fmla="*/ 1295551 w 2057605"/>
                <a:gd name="connsiteY3448" fmla="*/ 2994424 h 3215359"/>
                <a:gd name="connsiteX3449" fmla="*/ 1293106 w 2057605"/>
                <a:gd name="connsiteY3449" fmla="*/ 2994424 h 3215359"/>
                <a:gd name="connsiteX3450" fmla="*/ 1293106 w 2057605"/>
                <a:gd name="connsiteY3450" fmla="*/ 2991979 h 3215359"/>
                <a:gd name="connsiteX3451" fmla="*/ 1287927 w 2057605"/>
                <a:gd name="connsiteY3451" fmla="*/ 2991979 h 3215359"/>
                <a:gd name="connsiteX3452" fmla="*/ 1287927 w 2057605"/>
                <a:gd name="connsiteY3452" fmla="*/ 2989246 h 3215359"/>
                <a:gd name="connsiteX3453" fmla="*/ 1285338 w 2057605"/>
                <a:gd name="connsiteY3453" fmla="*/ 2989246 h 3215359"/>
                <a:gd name="connsiteX3454" fmla="*/ 1280160 w 2057605"/>
                <a:gd name="connsiteY3454" fmla="*/ 2986657 h 3215359"/>
                <a:gd name="connsiteX3455" fmla="*/ 1280160 w 2057605"/>
                <a:gd name="connsiteY3455" fmla="*/ 2989246 h 3215359"/>
                <a:gd name="connsiteX3456" fmla="*/ 1285338 w 2057605"/>
                <a:gd name="connsiteY3456" fmla="*/ 2994424 h 3215359"/>
                <a:gd name="connsiteX3457" fmla="*/ 1287927 w 2057605"/>
                <a:gd name="connsiteY3457" fmla="*/ 2994424 h 3215359"/>
                <a:gd name="connsiteX3458" fmla="*/ 1287927 w 2057605"/>
                <a:gd name="connsiteY3458" fmla="*/ 2996869 h 3215359"/>
                <a:gd name="connsiteX3459" fmla="*/ 1280160 w 2057605"/>
                <a:gd name="connsiteY3459" fmla="*/ 2996869 h 3215359"/>
                <a:gd name="connsiteX3460" fmla="*/ 1280160 w 2057605"/>
                <a:gd name="connsiteY3460" fmla="*/ 2999314 h 3215359"/>
                <a:gd name="connsiteX3461" fmla="*/ 1282893 w 2057605"/>
                <a:gd name="connsiteY3461" fmla="*/ 3002191 h 3215359"/>
                <a:gd name="connsiteX3462" fmla="*/ 1285338 w 2057605"/>
                <a:gd name="connsiteY3462" fmla="*/ 3002191 h 3215359"/>
                <a:gd name="connsiteX3463" fmla="*/ 1290373 w 2057605"/>
                <a:gd name="connsiteY3463" fmla="*/ 3007082 h 3215359"/>
                <a:gd name="connsiteX3464" fmla="*/ 1300585 w 2057605"/>
                <a:gd name="connsiteY3464" fmla="*/ 3007082 h 3215359"/>
                <a:gd name="connsiteX3465" fmla="*/ 1300585 w 2057605"/>
                <a:gd name="connsiteY3465" fmla="*/ 3012260 h 3215359"/>
                <a:gd name="connsiteX3466" fmla="*/ 1293106 w 2057605"/>
                <a:gd name="connsiteY3466" fmla="*/ 3012260 h 3215359"/>
                <a:gd name="connsiteX3467" fmla="*/ 1290373 w 2057605"/>
                <a:gd name="connsiteY3467" fmla="*/ 3009527 h 3215359"/>
                <a:gd name="connsiteX3468" fmla="*/ 1293106 w 2057605"/>
                <a:gd name="connsiteY3468" fmla="*/ 3014849 h 3215359"/>
                <a:gd name="connsiteX3469" fmla="*/ 1297996 w 2057605"/>
                <a:gd name="connsiteY3469" fmla="*/ 3014849 h 3215359"/>
                <a:gd name="connsiteX3470" fmla="*/ 1297996 w 2057605"/>
                <a:gd name="connsiteY3470" fmla="*/ 3017294 h 3215359"/>
                <a:gd name="connsiteX3471" fmla="*/ 1295551 w 2057605"/>
                <a:gd name="connsiteY3471" fmla="*/ 3017294 h 3215359"/>
                <a:gd name="connsiteX3472" fmla="*/ 1290373 w 2057605"/>
                <a:gd name="connsiteY3472" fmla="*/ 3019739 h 3215359"/>
                <a:gd name="connsiteX3473" fmla="*/ 1285338 w 2057605"/>
                <a:gd name="connsiteY3473" fmla="*/ 3019739 h 3215359"/>
                <a:gd name="connsiteX3474" fmla="*/ 1285338 w 2057605"/>
                <a:gd name="connsiteY3474" fmla="*/ 3022328 h 3215359"/>
                <a:gd name="connsiteX3475" fmla="*/ 1282893 w 2057605"/>
                <a:gd name="connsiteY3475" fmla="*/ 3025061 h 3215359"/>
                <a:gd name="connsiteX3476" fmla="*/ 1277715 w 2057605"/>
                <a:gd name="connsiteY3476" fmla="*/ 3027507 h 3215359"/>
                <a:gd name="connsiteX3477" fmla="*/ 1277715 w 2057605"/>
                <a:gd name="connsiteY3477" fmla="*/ 3029952 h 3215359"/>
                <a:gd name="connsiteX3478" fmla="*/ 1275126 w 2057605"/>
                <a:gd name="connsiteY3478" fmla="*/ 3032541 h 3215359"/>
                <a:gd name="connsiteX3479" fmla="*/ 1275126 w 2057605"/>
                <a:gd name="connsiteY3479" fmla="*/ 3034411 h 3215359"/>
                <a:gd name="connsiteX3480" fmla="*/ 1272680 w 2057605"/>
                <a:gd name="connsiteY3480" fmla="*/ 3034411 h 3215359"/>
                <a:gd name="connsiteX3481" fmla="*/ 1273975 w 2057605"/>
                <a:gd name="connsiteY3481" fmla="*/ 3036856 h 3215359"/>
                <a:gd name="connsiteX3482" fmla="*/ 1272680 w 2057605"/>
                <a:gd name="connsiteY3482" fmla="*/ 3036856 h 3215359"/>
                <a:gd name="connsiteX3483" fmla="*/ 1269948 w 2057605"/>
                <a:gd name="connsiteY3483" fmla="*/ 3034411 h 3215359"/>
                <a:gd name="connsiteX3484" fmla="*/ 1267502 w 2057605"/>
                <a:gd name="connsiteY3484" fmla="*/ 3034411 h 3215359"/>
                <a:gd name="connsiteX3485" fmla="*/ 1267502 w 2057605"/>
                <a:gd name="connsiteY3485" fmla="*/ 3036856 h 3215359"/>
                <a:gd name="connsiteX3486" fmla="*/ 1264913 w 2057605"/>
                <a:gd name="connsiteY3486" fmla="*/ 3039301 h 3215359"/>
                <a:gd name="connsiteX3487" fmla="*/ 1262468 w 2057605"/>
                <a:gd name="connsiteY3487" fmla="*/ 3044623 h 3215359"/>
                <a:gd name="connsiteX3488" fmla="*/ 1262468 w 2057605"/>
                <a:gd name="connsiteY3488" fmla="*/ 3049514 h 3215359"/>
                <a:gd name="connsiteX3489" fmla="*/ 1264913 w 2057605"/>
                <a:gd name="connsiteY3489" fmla="*/ 3052103 h 3215359"/>
                <a:gd name="connsiteX3490" fmla="*/ 1262468 w 2057605"/>
                <a:gd name="connsiteY3490" fmla="*/ 3052103 h 3215359"/>
                <a:gd name="connsiteX3491" fmla="*/ 1264913 w 2057605"/>
                <a:gd name="connsiteY3491" fmla="*/ 3054836 h 3215359"/>
                <a:gd name="connsiteX3492" fmla="*/ 1269948 w 2057605"/>
                <a:gd name="connsiteY3492" fmla="*/ 3054836 h 3215359"/>
                <a:gd name="connsiteX3493" fmla="*/ 1272680 w 2057605"/>
                <a:gd name="connsiteY3493" fmla="*/ 3057281 h 3215359"/>
                <a:gd name="connsiteX3494" fmla="*/ 1272680 w 2057605"/>
                <a:gd name="connsiteY3494" fmla="*/ 3059726 h 3215359"/>
                <a:gd name="connsiteX3495" fmla="*/ 1269948 w 2057605"/>
                <a:gd name="connsiteY3495" fmla="*/ 3059726 h 3215359"/>
                <a:gd name="connsiteX3496" fmla="*/ 1269948 w 2057605"/>
                <a:gd name="connsiteY3496" fmla="*/ 3062316 h 3215359"/>
                <a:gd name="connsiteX3497" fmla="*/ 1264913 w 2057605"/>
                <a:gd name="connsiteY3497" fmla="*/ 3065048 h 3215359"/>
                <a:gd name="connsiteX3498" fmla="*/ 1259879 w 2057605"/>
                <a:gd name="connsiteY3498" fmla="*/ 3065048 h 3215359"/>
                <a:gd name="connsiteX3499" fmla="*/ 1257434 w 2057605"/>
                <a:gd name="connsiteY3499" fmla="*/ 3062316 h 3215359"/>
                <a:gd name="connsiteX3500" fmla="*/ 1257434 w 2057605"/>
                <a:gd name="connsiteY3500" fmla="*/ 3065048 h 3215359"/>
                <a:gd name="connsiteX3501" fmla="*/ 1259879 w 2057605"/>
                <a:gd name="connsiteY3501" fmla="*/ 3067494 h 3215359"/>
                <a:gd name="connsiteX3502" fmla="*/ 1259879 w 2057605"/>
                <a:gd name="connsiteY3502" fmla="*/ 3077706 h 3215359"/>
                <a:gd name="connsiteX3503" fmla="*/ 1257434 w 2057605"/>
                <a:gd name="connsiteY3503" fmla="*/ 3077706 h 3215359"/>
                <a:gd name="connsiteX3504" fmla="*/ 1257434 w 2057605"/>
                <a:gd name="connsiteY3504" fmla="*/ 3080151 h 3215359"/>
                <a:gd name="connsiteX3505" fmla="*/ 1259879 w 2057605"/>
                <a:gd name="connsiteY3505" fmla="*/ 3080151 h 3215359"/>
                <a:gd name="connsiteX3506" fmla="*/ 1259879 w 2057605"/>
                <a:gd name="connsiteY3506" fmla="*/ 3082597 h 3215359"/>
                <a:gd name="connsiteX3507" fmla="*/ 1257434 w 2057605"/>
                <a:gd name="connsiteY3507" fmla="*/ 3082597 h 3215359"/>
                <a:gd name="connsiteX3508" fmla="*/ 1257434 w 2057605"/>
                <a:gd name="connsiteY3508" fmla="*/ 3085473 h 3215359"/>
                <a:gd name="connsiteX3509" fmla="*/ 1259879 w 2057605"/>
                <a:gd name="connsiteY3509" fmla="*/ 3085473 h 3215359"/>
                <a:gd name="connsiteX3510" fmla="*/ 1262612 w 2057605"/>
                <a:gd name="connsiteY3510" fmla="*/ 3087919 h 3215359"/>
                <a:gd name="connsiteX3511" fmla="*/ 1257434 w 2057605"/>
                <a:gd name="connsiteY3511" fmla="*/ 3090364 h 3215359"/>
                <a:gd name="connsiteX3512" fmla="*/ 1252399 w 2057605"/>
                <a:gd name="connsiteY3512" fmla="*/ 3090364 h 3215359"/>
                <a:gd name="connsiteX3513" fmla="*/ 1254845 w 2057605"/>
                <a:gd name="connsiteY3513" fmla="*/ 3092809 h 3215359"/>
                <a:gd name="connsiteX3514" fmla="*/ 1252399 w 2057605"/>
                <a:gd name="connsiteY3514" fmla="*/ 3095542 h 3215359"/>
                <a:gd name="connsiteX3515" fmla="*/ 1252399 w 2057605"/>
                <a:gd name="connsiteY3515" fmla="*/ 3103022 h 3215359"/>
                <a:gd name="connsiteX3516" fmla="*/ 1249666 w 2057605"/>
                <a:gd name="connsiteY3516" fmla="*/ 3110789 h 3215359"/>
                <a:gd name="connsiteX3517" fmla="*/ 1244632 w 2057605"/>
                <a:gd name="connsiteY3517" fmla="*/ 3115823 h 3215359"/>
                <a:gd name="connsiteX3518" fmla="*/ 1242187 w 2057605"/>
                <a:gd name="connsiteY3518" fmla="*/ 3121001 h 3215359"/>
                <a:gd name="connsiteX3519" fmla="*/ 1242187 w 2057605"/>
                <a:gd name="connsiteY3519" fmla="*/ 3123447 h 3215359"/>
                <a:gd name="connsiteX3520" fmla="*/ 1239454 w 2057605"/>
                <a:gd name="connsiteY3520" fmla="*/ 3128769 h 3215359"/>
                <a:gd name="connsiteX3521" fmla="*/ 1239454 w 2057605"/>
                <a:gd name="connsiteY3521" fmla="*/ 3136248 h 3215359"/>
                <a:gd name="connsiteX3522" fmla="*/ 1231974 w 2057605"/>
                <a:gd name="connsiteY3522" fmla="*/ 3143872 h 3215359"/>
                <a:gd name="connsiteX3523" fmla="*/ 1231974 w 2057605"/>
                <a:gd name="connsiteY3523" fmla="*/ 3154084 h 3215359"/>
                <a:gd name="connsiteX3524" fmla="*/ 1229241 w 2057605"/>
                <a:gd name="connsiteY3524" fmla="*/ 3156529 h 3215359"/>
                <a:gd name="connsiteX3525" fmla="*/ 1226796 w 2057605"/>
                <a:gd name="connsiteY3525" fmla="*/ 3156529 h 3215359"/>
                <a:gd name="connsiteX3526" fmla="*/ 1226796 w 2057605"/>
                <a:gd name="connsiteY3526" fmla="*/ 3154084 h 3215359"/>
                <a:gd name="connsiteX3527" fmla="*/ 1221762 w 2057605"/>
                <a:gd name="connsiteY3527" fmla="*/ 3154084 h 3215359"/>
                <a:gd name="connsiteX3528" fmla="*/ 1219317 w 2057605"/>
                <a:gd name="connsiteY3528" fmla="*/ 3156529 h 3215359"/>
                <a:gd name="connsiteX3529" fmla="*/ 1224207 w 2057605"/>
                <a:gd name="connsiteY3529" fmla="*/ 3161852 h 3215359"/>
                <a:gd name="connsiteX3530" fmla="*/ 1226796 w 2057605"/>
                <a:gd name="connsiteY3530" fmla="*/ 3166742 h 3215359"/>
                <a:gd name="connsiteX3531" fmla="*/ 1226796 w 2057605"/>
                <a:gd name="connsiteY3531" fmla="*/ 3172064 h 3215359"/>
                <a:gd name="connsiteX3532" fmla="*/ 1224207 w 2057605"/>
                <a:gd name="connsiteY3532" fmla="*/ 3184722 h 3215359"/>
                <a:gd name="connsiteX3533" fmla="*/ 1226796 w 2057605"/>
                <a:gd name="connsiteY3533" fmla="*/ 3192489 h 3215359"/>
                <a:gd name="connsiteX3534" fmla="*/ 1224207 w 2057605"/>
                <a:gd name="connsiteY3534" fmla="*/ 3192489 h 3215359"/>
                <a:gd name="connsiteX3535" fmla="*/ 1224207 w 2057605"/>
                <a:gd name="connsiteY3535" fmla="*/ 3202702 h 3215359"/>
                <a:gd name="connsiteX3536" fmla="*/ 1221762 w 2057605"/>
                <a:gd name="connsiteY3536" fmla="*/ 3207592 h 3215359"/>
                <a:gd name="connsiteX3537" fmla="*/ 1221762 w 2057605"/>
                <a:gd name="connsiteY3537" fmla="*/ 3212914 h 3215359"/>
                <a:gd name="connsiteX3538" fmla="*/ 1218885 w 2057605"/>
                <a:gd name="connsiteY3538" fmla="*/ 3212914 h 3215359"/>
                <a:gd name="connsiteX3539" fmla="*/ 1218885 w 2057605"/>
                <a:gd name="connsiteY3539" fmla="*/ 3215359 h 3215359"/>
                <a:gd name="connsiteX3540" fmla="*/ 1040813 w 2057605"/>
                <a:gd name="connsiteY3540" fmla="*/ 3215359 h 3215359"/>
                <a:gd name="connsiteX3541" fmla="*/ 1038080 w 2057605"/>
                <a:gd name="connsiteY3541" fmla="*/ 3212914 h 3215359"/>
                <a:gd name="connsiteX3542" fmla="*/ 956668 w 2057605"/>
                <a:gd name="connsiteY3542" fmla="*/ 3212914 h 3215359"/>
                <a:gd name="connsiteX3543" fmla="*/ 953935 w 2057605"/>
                <a:gd name="connsiteY3543" fmla="*/ 3210181 h 3215359"/>
                <a:gd name="connsiteX3544" fmla="*/ 897838 w 2057605"/>
                <a:gd name="connsiteY3544" fmla="*/ 3210181 h 3215359"/>
                <a:gd name="connsiteX3545" fmla="*/ 897838 w 2057605"/>
                <a:gd name="connsiteY3545" fmla="*/ 3207592 h 3215359"/>
                <a:gd name="connsiteX3546" fmla="*/ 854687 w 2057605"/>
                <a:gd name="connsiteY3546" fmla="*/ 3207592 h 3215359"/>
                <a:gd name="connsiteX3547" fmla="*/ 852241 w 2057605"/>
                <a:gd name="connsiteY3547" fmla="*/ 3205147 h 3215359"/>
                <a:gd name="connsiteX3548" fmla="*/ 811391 w 2057605"/>
                <a:gd name="connsiteY3548" fmla="*/ 3205147 h 3215359"/>
                <a:gd name="connsiteX3549" fmla="*/ 811391 w 2057605"/>
                <a:gd name="connsiteY3549" fmla="*/ 3203277 h 3215359"/>
                <a:gd name="connsiteX3550" fmla="*/ 806213 w 2057605"/>
                <a:gd name="connsiteY3550" fmla="*/ 3203277 h 3215359"/>
                <a:gd name="connsiteX3551" fmla="*/ 806213 w 2057605"/>
                <a:gd name="connsiteY3551" fmla="*/ 3200544 h 3215359"/>
                <a:gd name="connsiteX3552" fmla="*/ 808946 w 2057605"/>
                <a:gd name="connsiteY3552" fmla="*/ 3159982 h 3215359"/>
                <a:gd name="connsiteX3553" fmla="*/ 808946 w 2057605"/>
                <a:gd name="connsiteY3553" fmla="*/ 3136824 h 3215359"/>
                <a:gd name="connsiteX3554" fmla="*/ 811391 w 2057605"/>
                <a:gd name="connsiteY3554" fmla="*/ 3113810 h 3215359"/>
                <a:gd name="connsiteX3555" fmla="*/ 811391 w 2057605"/>
                <a:gd name="connsiteY3555" fmla="*/ 3106330 h 3215359"/>
                <a:gd name="connsiteX3556" fmla="*/ 813837 w 2057605"/>
                <a:gd name="connsiteY3556" fmla="*/ 3083172 h 3215359"/>
                <a:gd name="connsiteX3557" fmla="*/ 813837 w 2057605"/>
                <a:gd name="connsiteY3557" fmla="*/ 3080727 h 3215359"/>
                <a:gd name="connsiteX3558" fmla="*/ 819159 w 2057605"/>
                <a:gd name="connsiteY3558" fmla="*/ 3001903 h 3215359"/>
                <a:gd name="connsiteX3559" fmla="*/ 821604 w 2057605"/>
                <a:gd name="connsiteY3559" fmla="*/ 2965944 h 3215359"/>
                <a:gd name="connsiteX3560" fmla="*/ 821604 w 2057605"/>
                <a:gd name="connsiteY3560" fmla="*/ 2950841 h 3215359"/>
                <a:gd name="connsiteX3561" fmla="*/ 824049 w 2057605"/>
                <a:gd name="connsiteY3561" fmla="*/ 2948108 h 3215359"/>
                <a:gd name="connsiteX3562" fmla="*/ 824049 w 2057605"/>
                <a:gd name="connsiteY3562" fmla="*/ 2917614 h 3215359"/>
                <a:gd name="connsiteX3563" fmla="*/ 826638 w 2057605"/>
                <a:gd name="connsiteY3563" fmla="*/ 2904813 h 3215359"/>
                <a:gd name="connsiteX3564" fmla="*/ 826638 w 2057605"/>
                <a:gd name="connsiteY3564" fmla="*/ 2892011 h 3215359"/>
                <a:gd name="connsiteX3565" fmla="*/ 829371 w 2057605"/>
                <a:gd name="connsiteY3565" fmla="*/ 2871586 h 3215359"/>
                <a:gd name="connsiteX3566" fmla="*/ 829371 w 2057605"/>
                <a:gd name="connsiteY3566" fmla="*/ 2843681 h 3215359"/>
                <a:gd name="connsiteX3567" fmla="*/ 831816 w 2057605"/>
                <a:gd name="connsiteY3567" fmla="*/ 2833469 h 3215359"/>
                <a:gd name="connsiteX3568" fmla="*/ 839584 w 2057605"/>
                <a:gd name="connsiteY3568" fmla="*/ 2716097 h 3215359"/>
                <a:gd name="connsiteX3569" fmla="*/ 836851 w 2057605"/>
                <a:gd name="connsiteY3569" fmla="*/ 2716097 h 3215359"/>
                <a:gd name="connsiteX3570" fmla="*/ 836851 w 2057605"/>
                <a:gd name="connsiteY3570" fmla="*/ 2714371 h 3215359"/>
                <a:gd name="connsiteX3571" fmla="*/ 831816 w 2057605"/>
                <a:gd name="connsiteY3571" fmla="*/ 2714371 h 3215359"/>
                <a:gd name="connsiteX3572" fmla="*/ 806213 w 2057605"/>
                <a:gd name="connsiteY3572" fmla="*/ 2706748 h 3215359"/>
                <a:gd name="connsiteX3573" fmla="*/ 775863 w 2057605"/>
                <a:gd name="connsiteY3573" fmla="*/ 2696535 h 3215359"/>
                <a:gd name="connsiteX3574" fmla="*/ 772411 w 2057605"/>
                <a:gd name="connsiteY3574" fmla="*/ 2696535 h 3215359"/>
                <a:gd name="connsiteX3575" fmla="*/ 772411 w 2057605"/>
                <a:gd name="connsiteY3575" fmla="*/ 2693946 h 3215359"/>
                <a:gd name="connsiteX3576" fmla="*/ 767377 w 2057605"/>
                <a:gd name="connsiteY3576" fmla="*/ 2693946 h 3215359"/>
                <a:gd name="connsiteX3577" fmla="*/ 716314 w 2057605"/>
                <a:gd name="connsiteY3577" fmla="*/ 2678843 h 3215359"/>
                <a:gd name="connsiteX3578" fmla="*/ 713869 w 2057605"/>
                <a:gd name="connsiteY3578" fmla="*/ 2676110 h 3215359"/>
                <a:gd name="connsiteX3579" fmla="*/ 701211 w 2057605"/>
                <a:gd name="connsiteY3579" fmla="*/ 2673521 h 3215359"/>
                <a:gd name="connsiteX3580" fmla="*/ 693444 w 2057605"/>
                <a:gd name="connsiteY3580" fmla="*/ 2671076 h 3215359"/>
                <a:gd name="connsiteX3581" fmla="*/ 688266 w 2057605"/>
                <a:gd name="connsiteY3581" fmla="*/ 2668630 h 3215359"/>
                <a:gd name="connsiteX3582" fmla="*/ 685677 w 2057605"/>
                <a:gd name="connsiteY3582" fmla="*/ 2668630 h 3215359"/>
                <a:gd name="connsiteX3583" fmla="*/ 673019 w 2057605"/>
                <a:gd name="connsiteY3583" fmla="*/ 2666185 h 3215359"/>
                <a:gd name="connsiteX3584" fmla="*/ 667841 w 2057605"/>
                <a:gd name="connsiteY3584" fmla="*/ 2663308 h 3215359"/>
                <a:gd name="connsiteX3585" fmla="*/ 606853 w 2057605"/>
                <a:gd name="connsiteY3585" fmla="*/ 2645760 h 3215359"/>
                <a:gd name="connsiteX3586" fmla="*/ 588874 w 2057605"/>
                <a:gd name="connsiteY3586" fmla="*/ 2640438 h 3215359"/>
                <a:gd name="connsiteX3587" fmla="*/ 587435 w 2057605"/>
                <a:gd name="connsiteY3587" fmla="*/ 2640438 h 3215359"/>
                <a:gd name="connsiteX3588" fmla="*/ 577223 w 2057605"/>
                <a:gd name="connsiteY3588" fmla="*/ 2635547 h 3215359"/>
                <a:gd name="connsiteX3589" fmla="*/ 574490 w 2057605"/>
                <a:gd name="connsiteY3589" fmla="*/ 2635547 h 3215359"/>
                <a:gd name="connsiteX3590" fmla="*/ 502571 w 2057605"/>
                <a:gd name="connsiteY3590" fmla="*/ 2615122 h 3215359"/>
                <a:gd name="connsiteX3591" fmla="*/ 495523 w 2057605"/>
                <a:gd name="connsiteY3591" fmla="*/ 2615122 h 3215359"/>
                <a:gd name="connsiteX3592" fmla="*/ 495523 w 2057605"/>
                <a:gd name="connsiteY3592" fmla="*/ 2612390 h 3215359"/>
                <a:gd name="connsiteX3593" fmla="*/ 487755 w 2057605"/>
                <a:gd name="connsiteY3593" fmla="*/ 2612390 h 3215359"/>
                <a:gd name="connsiteX3594" fmla="*/ 482865 w 2057605"/>
                <a:gd name="connsiteY3594" fmla="*/ 2609801 h 3215359"/>
                <a:gd name="connsiteX3595" fmla="*/ 475098 w 2057605"/>
                <a:gd name="connsiteY3595" fmla="*/ 2599588 h 3215359"/>
                <a:gd name="connsiteX3596" fmla="*/ 467330 w 2057605"/>
                <a:gd name="connsiteY3596" fmla="*/ 2589376 h 3215359"/>
                <a:gd name="connsiteX3597" fmla="*/ 464885 w 2057605"/>
                <a:gd name="connsiteY3597" fmla="*/ 2589376 h 3215359"/>
                <a:gd name="connsiteX3598" fmla="*/ 459995 w 2057605"/>
                <a:gd name="connsiteY3598" fmla="*/ 2579163 h 3215359"/>
                <a:gd name="connsiteX3599" fmla="*/ 452227 w 2057605"/>
                <a:gd name="connsiteY3599" fmla="*/ 2571827 h 3215359"/>
                <a:gd name="connsiteX3600" fmla="*/ 442015 w 2057605"/>
                <a:gd name="connsiteY3600" fmla="*/ 2558882 h 3215359"/>
                <a:gd name="connsiteX3601" fmla="*/ 429357 w 2057605"/>
                <a:gd name="connsiteY3601" fmla="*/ 2543635 h 3215359"/>
                <a:gd name="connsiteX3602" fmla="*/ 426624 w 2057605"/>
                <a:gd name="connsiteY3602" fmla="*/ 2541190 h 3215359"/>
                <a:gd name="connsiteX3603" fmla="*/ 424035 w 2057605"/>
                <a:gd name="connsiteY3603" fmla="*/ 2538457 h 3215359"/>
                <a:gd name="connsiteX3604" fmla="*/ 413823 w 2057605"/>
                <a:gd name="connsiteY3604" fmla="*/ 2523210 h 3215359"/>
                <a:gd name="connsiteX3605" fmla="*/ 411377 w 2057605"/>
                <a:gd name="connsiteY3605" fmla="*/ 2520765 h 3215359"/>
                <a:gd name="connsiteX3606" fmla="*/ 408932 w 2057605"/>
                <a:gd name="connsiteY3606" fmla="*/ 2518032 h 3215359"/>
                <a:gd name="connsiteX3607" fmla="*/ 393398 w 2057605"/>
                <a:gd name="connsiteY3607" fmla="*/ 2515443 h 3215359"/>
                <a:gd name="connsiteX3608" fmla="*/ 370527 w 2057605"/>
                <a:gd name="connsiteY3608" fmla="*/ 2515443 h 3215359"/>
                <a:gd name="connsiteX3609" fmla="*/ 365637 w 2057605"/>
                <a:gd name="connsiteY3609" fmla="*/ 2512997 h 3215359"/>
                <a:gd name="connsiteX3610" fmla="*/ 345212 w 2057605"/>
                <a:gd name="connsiteY3610" fmla="*/ 2512997 h 3215359"/>
                <a:gd name="connsiteX3611" fmla="*/ 327232 w 2057605"/>
                <a:gd name="connsiteY3611" fmla="*/ 2510552 h 3215359"/>
                <a:gd name="connsiteX3612" fmla="*/ 311985 w 2057605"/>
                <a:gd name="connsiteY3612" fmla="*/ 2510552 h 3215359"/>
                <a:gd name="connsiteX3613" fmla="*/ 283217 w 2057605"/>
                <a:gd name="connsiteY3613" fmla="*/ 2469702 h 3215359"/>
                <a:gd name="connsiteX3614" fmla="*/ 283217 w 2057605"/>
                <a:gd name="connsiteY3614" fmla="*/ 2467257 h 3215359"/>
                <a:gd name="connsiteX3615" fmla="*/ 280772 w 2057605"/>
                <a:gd name="connsiteY3615" fmla="*/ 2461935 h 3215359"/>
                <a:gd name="connsiteX3616" fmla="*/ 278039 w 2057605"/>
                <a:gd name="connsiteY3616" fmla="*/ 2461935 h 3215359"/>
                <a:gd name="connsiteX3617" fmla="*/ 270560 w 2057605"/>
                <a:gd name="connsiteY3617" fmla="*/ 2449277 h 3215359"/>
                <a:gd name="connsiteX3618" fmla="*/ 267827 w 2057605"/>
                <a:gd name="connsiteY3618" fmla="*/ 2446832 h 3215359"/>
                <a:gd name="connsiteX3619" fmla="*/ 247546 w 2057605"/>
                <a:gd name="connsiteY3619" fmla="*/ 2418064 h 3215359"/>
                <a:gd name="connsiteX3620" fmla="*/ 216908 w 2057605"/>
                <a:gd name="connsiteY3620" fmla="*/ 2372324 h 3215359"/>
                <a:gd name="connsiteX3621" fmla="*/ 209285 w 2057605"/>
                <a:gd name="connsiteY3621" fmla="*/ 2364556 h 3215359"/>
                <a:gd name="connsiteX3622" fmla="*/ 209285 w 2057605"/>
                <a:gd name="connsiteY3622" fmla="*/ 2362111 h 3215359"/>
                <a:gd name="connsiteX3623" fmla="*/ 191305 w 2057605"/>
                <a:gd name="connsiteY3623" fmla="*/ 2336364 h 3215359"/>
                <a:gd name="connsiteX3624" fmla="*/ 173613 w 2057605"/>
                <a:gd name="connsiteY3624" fmla="*/ 2311049 h 3215359"/>
                <a:gd name="connsiteX3625" fmla="*/ 170880 w 2057605"/>
                <a:gd name="connsiteY3625" fmla="*/ 2308603 h 3215359"/>
                <a:gd name="connsiteX3626" fmla="*/ 168435 w 2057605"/>
                <a:gd name="connsiteY3626" fmla="*/ 2305870 h 3215359"/>
                <a:gd name="connsiteX3627" fmla="*/ 163400 w 2057605"/>
                <a:gd name="connsiteY3627" fmla="*/ 2298391 h 3215359"/>
                <a:gd name="connsiteX3628" fmla="*/ 145564 w 2057605"/>
                <a:gd name="connsiteY3628" fmla="*/ 2275233 h 3215359"/>
                <a:gd name="connsiteX3629" fmla="*/ 145564 w 2057605"/>
                <a:gd name="connsiteY3629" fmla="*/ 2267753 h 3215359"/>
                <a:gd name="connsiteX3630" fmla="*/ 148010 w 2057605"/>
                <a:gd name="connsiteY3630" fmla="*/ 2265020 h 3215359"/>
                <a:gd name="connsiteX3631" fmla="*/ 150455 w 2057605"/>
                <a:gd name="connsiteY3631" fmla="*/ 2239561 h 3215359"/>
                <a:gd name="connsiteX3632" fmla="*/ 142975 w 2057605"/>
                <a:gd name="connsiteY3632" fmla="*/ 2237116 h 3215359"/>
                <a:gd name="connsiteX3633" fmla="*/ 137653 w 2057605"/>
                <a:gd name="connsiteY3633" fmla="*/ 2237116 h 3215359"/>
                <a:gd name="connsiteX3634" fmla="*/ 135208 w 2057605"/>
                <a:gd name="connsiteY3634" fmla="*/ 2234383 h 3215359"/>
                <a:gd name="connsiteX3635" fmla="*/ 135208 w 2057605"/>
                <a:gd name="connsiteY3635" fmla="*/ 2237116 h 3215359"/>
                <a:gd name="connsiteX3636" fmla="*/ 132619 w 2057605"/>
                <a:gd name="connsiteY3636" fmla="*/ 2237116 h 3215359"/>
                <a:gd name="connsiteX3637" fmla="*/ 81700 w 2057605"/>
                <a:gd name="connsiteY3637" fmla="*/ 2224458 h 3215359"/>
                <a:gd name="connsiteX3638" fmla="*/ 55953 w 2057605"/>
                <a:gd name="connsiteY3638" fmla="*/ 2188499 h 3215359"/>
                <a:gd name="connsiteX3639" fmla="*/ 30638 w 2057605"/>
                <a:gd name="connsiteY3639" fmla="*/ 2155416 h 3215359"/>
                <a:gd name="connsiteX3640" fmla="*/ 17980 w 2057605"/>
                <a:gd name="connsiteY3640" fmla="*/ 2137580 h 3215359"/>
                <a:gd name="connsiteX3641" fmla="*/ 7767 w 2057605"/>
                <a:gd name="connsiteY3641" fmla="*/ 2124778 h 3215359"/>
                <a:gd name="connsiteX3642" fmla="*/ 0 w 2057605"/>
                <a:gd name="connsiteY3642" fmla="*/ 2114565 h 3215359"/>
                <a:gd name="connsiteX3643" fmla="*/ 5178 w 2057605"/>
                <a:gd name="connsiteY3643" fmla="*/ 2089250 h 3215359"/>
                <a:gd name="connsiteX3644" fmla="*/ 10213 w 2057605"/>
                <a:gd name="connsiteY3644" fmla="*/ 2079038 h 3215359"/>
                <a:gd name="connsiteX3645" fmla="*/ 12658 w 2057605"/>
                <a:gd name="connsiteY3645" fmla="*/ 2068825 h 3215359"/>
                <a:gd name="connsiteX3646" fmla="*/ 12658 w 2057605"/>
                <a:gd name="connsiteY3646" fmla="*/ 2062784 h 3215359"/>
                <a:gd name="connsiteX3647" fmla="*/ 17980 w 2057605"/>
                <a:gd name="connsiteY3647" fmla="*/ 2047537 h 3215359"/>
                <a:gd name="connsiteX3648" fmla="*/ 20425 w 2057605"/>
                <a:gd name="connsiteY3648" fmla="*/ 2029557 h 3215359"/>
                <a:gd name="connsiteX3649" fmla="*/ 25603 w 2057605"/>
                <a:gd name="connsiteY3649" fmla="*/ 2009132 h 3215359"/>
                <a:gd name="connsiteX3650" fmla="*/ 28192 w 2057605"/>
                <a:gd name="connsiteY3650" fmla="*/ 2009132 h 3215359"/>
                <a:gd name="connsiteX3651" fmla="*/ 28192 w 2057605"/>
                <a:gd name="connsiteY3651" fmla="*/ 2006687 h 3215359"/>
                <a:gd name="connsiteX3652" fmla="*/ 30638 w 2057605"/>
                <a:gd name="connsiteY3652" fmla="*/ 1994029 h 3215359"/>
                <a:gd name="connsiteX3653" fmla="*/ 35816 w 2057605"/>
                <a:gd name="connsiteY3653" fmla="*/ 1973604 h 3215359"/>
                <a:gd name="connsiteX3654" fmla="*/ 43295 w 2057605"/>
                <a:gd name="connsiteY3654" fmla="*/ 1940521 h 3215359"/>
                <a:gd name="connsiteX3655" fmla="*/ 48474 w 2057605"/>
                <a:gd name="connsiteY3655" fmla="*/ 1924987 h 3215359"/>
                <a:gd name="connsiteX3656" fmla="*/ 76666 w 2057605"/>
                <a:gd name="connsiteY3656" fmla="*/ 1930884 h 3215359"/>
                <a:gd name="connsiteX3657" fmla="*/ 79399 w 2057605"/>
                <a:gd name="connsiteY3657" fmla="*/ 1930884 h 3215359"/>
                <a:gd name="connsiteX3658" fmla="*/ 81988 w 2057605"/>
                <a:gd name="connsiteY3658" fmla="*/ 1935775 h 3215359"/>
                <a:gd name="connsiteX3659" fmla="*/ 86878 w 2057605"/>
                <a:gd name="connsiteY3659" fmla="*/ 1941097 h 3215359"/>
                <a:gd name="connsiteX3660" fmla="*/ 92200 w 2057605"/>
                <a:gd name="connsiteY3660" fmla="*/ 1945987 h 3215359"/>
                <a:gd name="connsiteX3661" fmla="*/ 99824 w 2057605"/>
                <a:gd name="connsiteY3661" fmla="*/ 1948576 h 3215359"/>
                <a:gd name="connsiteX3662" fmla="*/ 99824 w 2057605"/>
                <a:gd name="connsiteY3662" fmla="*/ 1951309 h 3215359"/>
                <a:gd name="connsiteX3663" fmla="*/ 102125 w 2057605"/>
                <a:gd name="connsiteY3663" fmla="*/ 1951309 h 3215359"/>
                <a:gd name="connsiteX3664" fmla="*/ 107016 w 2057605"/>
                <a:gd name="connsiteY3664" fmla="*/ 1953754 h 3215359"/>
                <a:gd name="connsiteX3665" fmla="*/ 122550 w 2057605"/>
                <a:gd name="connsiteY3665" fmla="*/ 1961809 h 3215359"/>
                <a:gd name="connsiteX3666" fmla="*/ 127585 w 2057605"/>
                <a:gd name="connsiteY3666" fmla="*/ 1966700 h 3215359"/>
                <a:gd name="connsiteX3667" fmla="*/ 135352 w 2057605"/>
                <a:gd name="connsiteY3667" fmla="*/ 1969289 h 3215359"/>
                <a:gd name="connsiteX3668" fmla="*/ 142975 w 2057605"/>
                <a:gd name="connsiteY3668" fmla="*/ 1976912 h 3215359"/>
                <a:gd name="connsiteX3669" fmla="*/ 144989 w 2057605"/>
                <a:gd name="connsiteY3669" fmla="*/ 1976912 h 3215359"/>
                <a:gd name="connsiteX3670" fmla="*/ 149880 w 2057605"/>
                <a:gd name="connsiteY3670" fmla="*/ 1989570 h 3215359"/>
                <a:gd name="connsiteX3671" fmla="*/ 149880 w 2057605"/>
                <a:gd name="connsiteY3671" fmla="*/ 1992159 h 3215359"/>
                <a:gd name="connsiteX3672" fmla="*/ 152612 w 2057605"/>
                <a:gd name="connsiteY3672" fmla="*/ 1994892 h 3215359"/>
                <a:gd name="connsiteX3673" fmla="*/ 157647 w 2057605"/>
                <a:gd name="connsiteY3673" fmla="*/ 1999783 h 3215359"/>
                <a:gd name="connsiteX3674" fmla="*/ 160092 w 2057605"/>
                <a:gd name="connsiteY3674" fmla="*/ 2005105 h 3215359"/>
                <a:gd name="connsiteX3675" fmla="*/ 165414 w 2057605"/>
                <a:gd name="connsiteY3675" fmla="*/ 2009995 h 3215359"/>
                <a:gd name="connsiteX3676" fmla="*/ 167859 w 2057605"/>
                <a:gd name="connsiteY3676" fmla="*/ 2009995 h 3215359"/>
                <a:gd name="connsiteX3677" fmla="*/ 173037 w 2057605"/>
                <a:gd name="connsiteY3677" fmla="*/ 2015317 h 3215359"/>
                <a:gd name="connsiteX3678" fmla="*/ 178072 w 2057605"/>
                <a:gd name="connsiteY3678" fmla="*/ 2017762 h 3215359"/>
                <a:gd name="connsiteX3679" fmla="*/ 180517 w 2057605"/>
                <a:gd name="connsiteY3679" fmla="*/ 2020208 h 3215359"/>
                <a:gd name="connsiteX3680" fmla="*/ 185839 w 2057605"/>
                <a:gd name="connsiteY3680" fmla="*/ 2020208 h 3215359"/>
                <a:gd name="connsiteX3681" fmla="*/ 188284 w 2057605"/>
                <a:gd name="connsiteY3681" fmla="*/ 2022797 h 3215359"/>
                <a:gd name="connsiteX3682" fmla="*/ 190730 w 2057605"/>
                <a:gd name="connsiteY3682" fmla="*/ 2025530 h 3215359"/>
                <a:gd name="connsiteX3683" fmla="*/ 193319 w 2057605"/>
                <a:gd name="connsiteY3683" fmla="*/ 2025530 h 3215359"/>
                <a:gd name="connsiteX3684" fmla="*/ 196052 w 2057605"/>
                <a:gd name="connsiteY3684" fmla="*/ 2030420 h 3215359"/>
                <a:gd name="connsiteX3685" fmla="*/ 198497 w 2057605"/>
                <a:gd name="connsiteY3685" fmla="*/ 2033009 h 3215359"/>
                <a:gd name="connsiteX3686" fmla="*/ 200942 w 2057605"/>
                <a:gd name="connsiteY3686" fmla="*/ 2035742 h 3215359"/>
                <a:gd name="connsiteX3687" fmla="*/ 203387 w 2057605"/>
                <a:gd name="connsiteY3687" fmla="*/ 2033009 h 3215359"/>
                <a:gd name="connsiteX3688" fmla="*/ 206264 w 2057605"/>
                <a:gd name="connsiteY3688" fmla="*/ 2033009 h 3215359"/>
                <a:gd name="connsiteX3689" fmla="*/ 208709 w 2057605"/>
                <a:gd name="connsiteY3689" fmla="*/ 2035742 h 3215359"/>
                <a:gd name="connsiteX3690" fmla="*/ 208709 w 2057605"/>
                <a:gd name="connsiteY3690" fmla="*/ 2030420 h 3215359"/>
                <a:gd name="connsiteX3691" fmla="*/ 213600 w 2057605"/>
                <a:gd name="connsiteY3691" fmla="*/ 2038187 h 3215359"/>
                <a:gd name="connsiteX3692" fmla="*/ 216333 w 2057605"/>
                <a:gd name="connsiteY3692" fmla="*/ 2038187 h 3215359"/>
                <a:gd name="connsiteX3693" fmla="*/ 223812 w 2057605"/>
                <a:gd name="connsiteY3693" fmla="*/ 2043222 h 3215359"/>
                <a:gd name="connsiteX3694" fmla="*/ 223812 w 2057605"/>
                <a:gd name="connsiteY3694" fmla="*/ 2045955 h 3215359"/>
                <a:gd name="connsiteX3695" fmla="*/ 231580 w 2057605"/>
                <a:gd name="connsiteY3695" fmla="*/ 2045955 h 3215359"/>
                <a:gd name="connsiteX3696" fmla="*/ 231580 w 2057605"/>
                <a:gd name="connsiteY3696" fmla="*/ 2043222 h 3215359"/>
                <a:gd name="connsiteX3697" fmla="*/ 236758 w 2057605"/>
                <a:gd name="connsiteY3697" fmla="*/ 2048400 h 3215359"/>
                <a:gd name="connsiteX3698" fmla="*/ 239347 w 2057605"/>
                <a:gd name="connsiteY3698" fmla="*/ 2050845 h 3215359"/>
                <a:gd name="connsiteX3699" fmla="*/ 239347 w 2057605"/>
                <a:gd name="connsiteY3699" fmla="*/ 2053434 h 3215359"/>
                <a:gd name="connsiteX3700" fmla="*/ 244237 w 2057605"/>
                <a:gd name="connsiteY3700" fmla="*/ 2055880 h 3215359"/>
                <a:gd name="connsiteX3701" fmla="*/ 246970 w 2057605"/>
                <a:gd name="connsiteY3701" fmla="*/ 2055880 h 3215359"/>
                <a:gd name="connsiteX3702" fmla="*/ 246970 w 2057605"/>
                <a:gd name="connsiteY3702" fmla="*/ 2058612 h 3215359"/>
                <a:gd name="connsiteX3703" fmla="*/ 249559 w 2057605"/>
                <a:gd name="connsiteY3703" fmla="*/ 2058612 h 3215359"/>
                <a:gd name="connsiteX3704" fmla="*/ 252005 w 2057605"/>
                <a:gd name="connsiteY3704" fmla="*/ 2055880 h 3215359"/>
                <a:gd name="connsiteX3705" fmla="*/ 246970 w 2057605"/>
                <a:gd name="connsiteY3705" fmla="*/ 2053434 h 3215359"/>
                <a:gd name="connsiteX3706" fmla="*/ 244237 w 2057605"/>
                <a:gd name="connsiteY3706" fmla="*/ 2048400 h 3215359"/>
                <a:gd name="connsiteX3707" fmla="*/ 246970 w 2057605"/>
                <a:gd name="connsiteY3707" fmla="*/ 2048400 h 3215359"/>
                <a:gd name="connsiteX3708" fmla="*/ 239347 w 2057605"/>
                <a:gd name="connsiteY3708" fmla="*/ 2038187 h 3215359"/>
                <a:gd name="connsiteX3709" fmla="*/ 236758 w 2057605"/>
                <a:gd name="connsiteY3709" fmla="*/ 2038187 h 3215359"/>
                <a:gd name="connsiteX3710" fmla="*/ 236758 w 2057605"/>
                <a:gd name="connsiteY3710" fmla="*/ 2035742 h 3215359"/>
                <a:gd name="connsiteX3711" fmla="*/ 239347 w 2057605"/>
                <a:gd name="connsiteY3711" fmla="*/ 2035742 h 3215359"/>
                <a:gd name="connsiteX3712" fmla="*/ 241792 w 2057605"/>
                <a:gd name="connsiteY3712" fmla="*/ 2033009 h 3215359"/>
                <a:gd name="connsiteX3713" fmla="*/ 244237 w 2057605"/>
                <a:gd name="connsiteY3713" fmla="*/ 2033009 h 3215359"/>
                <a:gd name="connsiteX3714" fmla="*/ 257183 w 2057605"/>
                <a:gd name="connsiteY3714" fmla="*/ 2043222 h 3215359"/>
                <a:gd name="connsiteX3715" fmla="*/ 259772 w 2057605"/>
                <a:gd name="connsiteY3715" fmla="*/ 2045955 h 3215359"/>
                <a:gd name="connsiteX3716" fmla="*/ 259772 w 2057605"/>
                <a:gd name="connsiteY3716" fmla="*/ 2043222 h 3215359"/>
                <a:gd name="connsiteX3717" fmla="*/ 262217 w 2057605"/>
                <a:gd name="connsiteY3717" fmla="*/ 2043222 h 3215359"/>
                <a:gd name="connsiteX3718" fmla="*/ 262217 w 2057605"/>
                <a:gd name="connsiteY3718" fmla="*/ 2040633 h 3215359"/>
                <a:gd name="connsiteX3719" fmla="*/ 257183 w 2057605"/>
                <a:gd name="connsiteY3719" fmla="*/ 2033009 h 3215359"/>
                <a:gd name="connsiteX3720" fmla="*/ 264662 w 2057605"/>
                <a:gd name="connsiteY3720" fmla="*/ 2038187 h 3215359"/>
                <a:gd name="connsiteX3721" fmla="*/ 267251 w 2057605"/>
                <a:gd name="connsiteY3721" fmla="*/ 2040633 h 3215359"/>
                <a:gd name="connsiteX3722" fmla="*/ 269984 w 2057605"/>
                <a:gd name="connsiteY3722" fmla="*/ 2040633 h 3215359"/>
                <a:gd name="connsiteX3723" fmla="*/ 272430 w 2057605"/>
                <a:gd name="connsiteY3723" fmla="*/ 2045955 h 3215359"/>
                <a:gd name="connsiteX3724" fmla="*/ 275738 w 2057605"/>
                <a:gd name="connsiteY3724" fmla="*/ 2045955 h 3215359"/>
                <a:gd name="connsiteX3725" fmla="*/ 278327 w 2057605"/>
                <a:gd name="connsiteY3725" fmla="*/ 2048400 h 3215359"/>
                <a:gd name="connsiteX3726" fmla="*/ 285950 w 2057605"/>
                <a:gd name="connsiteY3726" fmla="*/ 2053434 h 3215359"/>
                <a:gd name="connsiteX3727" fmla="*/ 285950 w 2057605"/>
                <a:gd name="connsiteY3727" fmla="*/ 2055880 h 3215359"/>
                <a:gd name="connsiteX3728" fmla="*/ 288396 w 2057605"/>
                <a:gd name="connsiteY3728" fmla="*/ 2058612 h 3215359"/>
                <a:gd name="connsiteX3729" fmla="*/ 288396 w 2057605"/>
                <a:gd name="connsiteY3729" fmla="*/ 2061058 h 3215359"/>
                <a:gd name="connsiteX3730" fmla="*/ 291272 w 2057605"/>
                <a:gd name="connsiteY3730" fmla="*/ 2061058 h 3215359"/>
                <a:gd name="connsiteX3731" fmla="*/ 291272 w 2057605"/>
                <a:gd name="connsiteY3731" fmla="*/ 2058612 h 3215359"/>
                <a:gd name="connsiteX3732" fmla="*/ 293718 w 2057605"/>
                <a:gd name="connsiteY3732" fmla="*/ 2061058 h 3215359"/>
                <a:gd name="connsiteX3733" fmla="*/ 296163 w 2057605"/>
                <a:gd name="connsiteY3733" fmla="*/ 2061058 h 3215359"/>
                <a:gd name="connsiteX3734" fmla="*/ 296163 w 2057605"/>
                <a:gd name="connsiteY3734" fmla="*/ 2066092 h 3215359"/>
                <a:gd name="connsiteX3735" fmla="*/ 298608 w 2057605"/>
                <a:gd name="connsiteY3735" fmla="*/ 2066092 h 3215359"/>
                <a:gd name="connsiteX3736" fmla="*/ 298608 w 2057605"/>
                <a:gd name="connsiteY3736" fmla="*/ 2068825 h 3215359"/>
                <a:gd name="connsiteX3737" fmla="*/ 301341 w 2057605"/>
                <a:gd name="connsiteY3737" fmla="*/ 2068825 h 3215359"/>
                <a:gd name="connsiteX3738" fmla="*/ 301341 w 2057605"/>
                <a:gd name="connsiteY3738" fmla="*/ 2075298 h 3215359"/>
                <a:gd name="connsiteX3739" fmla="*/ 306375 w 2057605"/>
                <a:gd name="connsiteY3739" fmla="*/ 2078031 h 3215359"/>
                <a:gd name="connsiteX3740" fmla="*/ 308821 w 2057605"/>
                <a:gd name="connsiteY3740" fmla="*/ 2078031 h 3215359"/>
                <a:gd name="connsiteX3741" fmla="*/ 311554 w 2057605"/>
                <a:gd name="connsiteY3741" fmla="*/ 2080476 h 3215359"/>
                <a:gd name="connsiteX3742" fmla="*/ 311554 w 2057605"/>
                <a:gd name="connsiteY3742" fmla="*/ 2085510 h 3215359"/>
                <a:gd name="connsiteX3743" fmla="*/ 314143 w 2057605"/>
                <a:gd name="connsiteY3743" fmla="*/ 2085510 h 3215359"/>
                <a:gd name="connsiteX3744" fmla="*/ 311554 w 2057605"/>
                <a:gd name="connsiteY3744" fmla="*/ 2088243 h 3215359"/>
                <a:gd name="connsiteX3745" fmla="*/ 314143 w 2057605"/>
                <a:gd name="connsiteY3745" fmla="*/ 2093134 h 3215359"/>
                <a:gd name="connsiteX3746" fmla="*/ 314143 w 2057605"/>
                <a:gd name="connsiteY3746" fmla="*/ 2095723 h 3215359"/>
                <a:gd name="connsiteX3747" fmla="*/ 319033 w 2057605"/>
                <a:gd name="connsiteY3747" fmla="*/ 2100901 h 3215359"/>
                <a:gd name="connsiteX3748" fmla="*/ 321766 w 2057605"/>
                <a:gd name="connsiteY3748" fmla="*/ 2105935 h 3215359"/>
                <a:gd name="connsiteX3749" fmla="*/ 321766 w 2057605"/>
                <a:gd name="connsiteY3749" fmla="*/ 2108668 h 3215359"/>
                <a:gd name="connsiteX3750" fmla="*/ 324355 w 2057605"/>
                <a:gd name="connsiteY3750" fmla="*/ 2111113 h 3215359"/>
                <a:gd name="connsiteX3751" fmla="*/ 326800 w 2057605"/>
                <a:gd name="connsiteY3751" fmla="*/ 2121326 h 3215359"/>
                <a:gd name="connsiteX3752" fmla="*/ 324355 w 2057605"/>
                <a:gd name="connsiteY3752" fmla="*/ 2123771 h 3215359"/>
                <a:gd name="connsiteX3753" fmla="*/ 324355 w 2057605"/>
                <a:gd name="connsiteY3753" fmla="*/ 2121326 h 3215359"/>
                <a:gd name="connsiteX3754" fmla="*/ 321766 w 2057605"/>
                <a:gd name="connsiteY3754" fmla="*/ 2121326 h 3215359"/>
                <a:gd name="connsiteX3755" fmla="*/ 321766 w 2057605"/>
                <a:gd name="connsiteY3755" fmla="*/ 2126360 h 3215359"/>
                <a:gd name="connsiteX3756" fmla="*/ 324355 w 2057605"/>
                <a:gd name="connsiteY3756" fmla="*/ 2126360 h 3215359"/>
                <a:gd name="connsiteX3757" fmla="*/ 324355 w 2057605"/>
                <a:gd name="connsiteY3757" fmla="*/ 2128949 h 3215359"/>
                <a:gd name="connsiteX3758" fmla="*/ 326800 w 2057605"/>
                <a:gd name="connsiteY3758" fmla="*/ 2126217 h 3215359"/>
                <a:gd name="connsiteX3759" fmla="*/ 329246 w 2057605"/>
                <a:gd name="connsiteY3759" fmla="*/ 2123627 h 3215359"/>
                <a:gd name="connsiteX3760" fmla="*/ 331979 w 2057605"/>
                <a:gd name="connsiteY3760" fmla="*/ 2126217 h 3215359"/>
                <a:gd name="connsiteX3761" fmla="*/ 329246 w 2057605"/>
                <a:gd name="connsiteY3761" fmla="*/ 2128949 h 3215359"/>
                <a:gd name="connsiteX3762" fmla="*/ 326800 w 2057605"/>
                <a:gd name="connsiteY3762" fmla="*/ 2128949 h 3215359"/>
                <a:gd name="connsiteX3763" fmla="*/ 329246 w 2057605"/>
                <a:gd name="connsiteY3763" fmla="*/ 2131395 h 3215359"/>
                <a:gd name="connsiteX3764" fmla="*/ 329246 w 2057605"/>
                <a:gd name="connsiteY3764" fmla="*/ 2133840 h 3215359"/>
                <a:gd name="connsiteX3765" fmla="*/ 326800 w 2057605"/>
                <a:gd name="connsiteY3765" fmla="*/ 2133840 h 3215359"/>
                <a:gd name="connsiteX3766" fmla="*/ 324355 w 2057605"/>
                <a:gd name="connsiteY3766" fmla="*/ 2136429 h 3215359"/>
                <a:gd name="connsiteX3767" fmla="*/ 324355 w 2057605"/>
                <a:gd name="connsiteY3767" fmla="*/ 2139162 h 3215359"/>
                <a:gd name="connsiteX3768" fmla="*/ 321766 w 2057605"/>
                <a:gd name="connsiteY3768" fmla="*/ 2139162 h 3215359"/>
                <a:gd name="connsiteX3769" fmla="*/ 321766 w 2057605"/>
                <a:gd name="connsiteY3769" fmla="*/ 2146642 h 3215359"/>
                <a:gd name="connsiteX3770" fmla="*/ 316588 w 2057605"/>
                <a:gd name="connsiteY3770" fmla="*/ 2146642 h 3215359"/>
                <a:gd name="connsiteX3771" fmla="*/ 314143 w 2057605"/>
                <a:gd name="connsiteY3771" fmla="*/ 2144052 h 3215359"/>
                <a:gd name="connsiteX3772" fmla="*/ 308821 w 2057605"/>
                <a:gd name="connsiteY3772" fmla="*/ 2144052 h 3215359"/>
                <a:gd name="connsiteX3773" fmla="*/ 303930 w 2057605"/>
                <a:gd name="connsiteY3773" fmla="*/ 2141607 h 3215359"/>
                <a:gd name="connsiteX3774" fmla="*/ 301341 w 2057605"/>
                <a:gd name="connsiteY3774" fmla="*/ 2139162 h 3215359"/>
                <a:gd name="connsiteX3775" fmla="*/ 296163 w 2057605"/>
                <a:gd name="connsiteY3775" fmla="*/ 2141607 h 3215359"/>
                <a:gd name="connsiteX3776" fmla="*/ 293718 w 2057605"/>
                <a:gd name="connsiteY3776" fmla="*/ 2141607 h 3215359"/>
                <a:gd name="connsiteX3777" fmla="*/ 285950 w 2057605"/>
                <a:gd name="connsiteY3777" fmla="*/ 2136429 h 3215359"/>
                <a:gd name="connsiteX3778" fmla="*/ 283505 w 2057605"/>
                <a:gd name="connsiteY3778" fmla="*/ 2131395 h 3215359"/>
                <a:gd name="connsiteX3779" fmla="*/ 278327 w 2057605"/>
                <a:gd name="connsiteY3779" fmla="*/ 2131395 h 3215359"/>
                <a:gd name="connsiteX3780" fmla="*/ 283505 w 2057605"/>
                <a:gd name="connsiteY3780" fmla="*/ 2136429 h 3215359"/>
                <a:gd name="connsiteX3781" fmla="*/ 283505 w 2057605"/>
                <a:gd name="connsiteY3781" fmla="*/ 2139162 h 3215359"/>
                <a:gd name="connsiteX3782" fmla="*/ 285950 w 2057605"/>
                <a:gd name="connsiteY3782" fmla="*/ 2144052 h 3215359"/>
                <a:gd name="connsiteX3783" fmla="*/ 288396 w 2057605"/>
                <a:gd name="connsiteY3783" fmla="*/ 2146642 h 3215359"/>
                <a:gd name="connsiteX3784" fmla="*/ 283505 w 2057605"/>
                <a:gd name="connsiteY3784" fmla="*/ 2144052 h 3215359"/>
                <a:gd name="connsiteX3785" fmla="*/ 283505 w 2057605"/>
                <a:gd name="connsiteY3785" fmla="*/ 2149087 h 3215359"/>
                <a:gd name="connsiteX3786" fmla="*/ 281060 w 2057605"/>
                <a:gd name="connsiteY3786" fmla="*/ 2146642 h 3215359"/>
                <a:gd name="connsiteX3787" fmla="*/ 281060 w 2057605"/>
                <a:gd name="connsiteY3787" fmla="*/ 2149087 h 3215359"/>
                <a:gd name="connsiteX3788" fmla="*/ 270847 w 2057605"/>
                <a:gd name="connsiteY3788" fmla="*/ 2141607 h 3215359"/>
                <a:gd name="connsiteX3789" fmla="*/ 266388 w 2057605"/>
                <a:gd name="connsiteY3789" fmla="*/ 2141607 h 3215359"/>
                <a:gd name="connsiteX3790" fmla="*/ 265525 w 2057605"/>
                <a:gd name="connsiteY3790" fmla="*/ 2139162 h 3215359"/>
                <a:gd name="connsiteX3791" fmla="*/ 265525 w 2057605"/>
                <a:gd name="connsiteY3791" fmla="*/ 2141607 h 3215359"/>
                <a:gd name="connsiteX3792" fmla="*/ 266388 w 2057605"/>
                <a:gd name="connsiteY3792" fmla="*/ 2141607 h 3215359"/>
                <a:gd name="connsiteX3793" fmla="*/ 268114 w 2057605"/>
                <a:gd name="connsiteY3793" fmla="*/ 2146642 h 3215359"/>
                <a:gd name="connsiteX3794" fmla="*/ 263080 w 2057605"/>
                <a:gd name="connsiteY3794" fmla="*/ 2151820 h 3215359"/>
                <a:gd name="connsiteX3795" fmla="*/ 263080 w 2057605"/>
                <a:gd name="connsiteY3795" fmla="*/ 2154265 h 3215359"/>
                <a:gd name="connsiteX3796" fmla="*/ 260635 w 2057605"/>
                <a:gd name="connsiteY3796" fmla="*/ 2156710 h 3215359"/>
                <a:gd name="connsiteX3797" fmla="*/ 260635 w 2057605"/>
                <a:gd name="connsiteY3797" fmla="*/ 2159299 h 3215359"/>
                <a:gd name="connsiteX3798" fmla="*/ 263080 w 2057605"/>
                <a:gd name="connsiteY3798" fmla="*/ 2162032 h 3215359"/>
                <a:gd name="connsiteX3799" fmla="*/ 265525 w 2057605"/>
                <a:gd name="connsiteY3799" fmla="*/ 2162032 h 3215359"/>
                <a:gd name="connsiteX3800" fmla="*/ 265525 w 2057605"/>
                <a:gd name="connsiteY3800" fmla="*/ 2164477 h 3215359"/>
                <a:gd name="connsiteX3801" fmla="*/ 258046 w 2057605"/>
                <a:gd name="connsiteY3801" fmla="*/ 2164477 h 3215359"/>
                <a:gd name="connsiteX3802" fmla="*/ 252868 w 2057605"/>
                <a:gd name="connsiteY3802" fmla="*/ 2166923 h 3215359"/>
                <a:gd name="connsiteX3803" fmla="*/ 234888 w 2057605"/>
                <a:gd name="connsiteY3803" fmla="*/ 2166923 h 3215359"/>
                <a:gd name="connsiteX3804" fmla="*/ 242655 w 2057605"/>
                <a:gd name="connsiteY3804" fmla="*/ 2169512 h 3215359"/>
                <a:gd name="connsiteX3805" fmla="*/ 242655 w 2057605"/>
                <a:gd name="connsiteY3805" fmla="*/ 2172820 h 3215359"/>
                <a:gd name="connsiteX3806" fmla="*/ 245100 w 2057605"/>
                <a:gd name="connsiteY3806" fmla="*/ 2172820 h 3215359"/>
                <a:gd name="connsiteX3807" fmla="*/ 247833 w 2057605"/>
                <a:gd name="connsiteY3807" fmla="*/ 2175265 h 3215359"/>
                <a:gd name="connsiteX3808" fmla="*/ 258046 w 2057605"/>
                <a:gd name="connsiteY3808" fmla="*/ 2175265 h 3215359"/>
                <a:gd name="connsiteX3809" fmla="*/ 258046 w 2057605"/>
                <a:gd name="connsiteY3809" fmla="*/ 2177711 h 3215359"/>
                <a:gd name="connsiteX3810" fmla="*/ 260635 w 2057605"/>
                <a:gd name="connsiteY3810" fmla="*/ 2177711 h 3215359"/>
                <a:gd name="connsiteX3811" fmla="*/ 260635 w 2057605"/>
                <a:gd name="connsiteY3811" fmla="*/ 2185478 h 3215359"/>
                <a:gd name="connsiteX3812" fmla="*/ 258046 w 2057605"/>
                <a:gd name="connsiteY3812" fmla="*/ 2187923 h 3215359"/>
                <a:gd name="connsiteX3813" fmla="*/ 264375 w 2057605"/>
                <a:gd name="connsiteY3813" fmla="*/ 2187923 h 3215359"/>
                <a:gd name="connsiteX3814" fmla="*/ 266964 w 2057605"/>
                <a:gd name="connsiteY3814" fmla="*/ 2190512 h 3215359"/>
                <a:gd name="connsiteX3815" fmla="*/ 279909 w 2057605"/>
                <a:gd name="connsiteY3815" fmla="*/ 2190512 h 3215359"/>
                <a:gd name="connsiteX3816" fmla="*/ 279909 w 2057605"/>
                <a:gd name="connsiteY3816" fmla="*/ 2193245 h 3215359"/>
                <a:gd name="connsiteX3817" fmla="*/ 282354 w 2057605"/>
                <a:gd name="connsiteY3817" fmla="*/ 2195690 h 3215359"/>
                <a:gd name="connsiteX3818" fmla="*/ 284800 w 2057605"/>
                <a:gd name="connsiteY3818" fmla="*/ 2195690 h 3215359"/>
                <a:gd name="connsiteX3819" fmla="*/ 287245 w 2057605"/>
                <a:gd name="connsiteY3819" fmla="*/ 2193245 h 3215359"/>
                <a:gd name="connsiteX3820" fmla="*/ 287245 w 2057605"/>
                <a:gd name="connsiteY3820" fmla="*/ 2195690 h 3215359"/>
                <a:gd name="connsiteX3821" fmla="*/ 290122 w 2057605"/>
                <a:gd name="connsiteY3821" fmla="*/ 2198136 h 3215359"/>
                <a:gd name="connsiteX3822" fmla="*/ 292567 w 2057605"/>
                <a:gd name="connsiteY3822" fmla="*/ 2200725 h 3215359"/>
                <a:gd name="connsiteX3823" fmla="*/ 295012 w 2057605"/>
                <a:gd name="connsiteY3823" fmla="*/ 2203458 h 3215359"/>
                <a:gd name="connsiteX3824" fmla="*/ 297457 w 2057605"/>
                <a:gd name="connsiteY3824" fmla="*/ 2205903 h 3215359"/>
                <a:gd name="connsiteX3825" fmla="*/ 300190 w 2057605"/>
                <a:gd name="connsiteY3825" fmla="*/ 2205903 h 3215359"/>
                <a:gd name="connsiteX3826" fmla="*/ 302779 w 2057605"/>
                <a:gd name="connsiteY3826" fmla="*/ 2208348 h 3215359"/>
                <a:gd name="connsiteX3827" fmla="*/ 307670 w 2057605"/>
                <a:gd name="connsiteY3827" fmla="*/ 2208348 h 3215359"/>
                <a:gd name="connsiteX3828" fmla="*/ 317883 w 2057605"/>
                <a:gd name="connsiteY3828" fmla="*/ 2213670 h 3215359"/>
                <a:gd name="connsiteX3829" fmla="*/ 346650 w 2057605"/>
                <a:gd name="connsiteY3829" fmla="*/ 2218561 h 3215359"/>
                <a:gd name="connsiteX3830" fmla="*/ 349095 w 2057605"/>
                <a:gd name="connsiteY3830" fmla="*/ 2221150 h 3215359"/>
                <a:gd name="connsiteX3831" fmla="*/ 349095 w 2057605"/>
                <a:gd name="connsiteY3831" fmla="*/ 2223883 h 3215359"/>
                <a:gd name="connsiteX3832" fmla="*/ 361897 w 2057605"/>
                <a:gd name="connsiteY3832" fmla="*/ 2223883 h 3215359"/>
                <a:gd name="connsiteX3833" fmla="*/ 364630 w 2057605"/>
                <a:gd name="connsiteY3833" fmla="*/ 2226328 h 3215359"/>
                <a:gd name="connsiteX3834" fmla="*/ 367075 w 2057605"/>
                <a:gd name="connsiteY3834" fmla="*/ 2226328 h 3215359"/>
                <a:gd name="connsiteX3835" fmla="*/ 379733 w 2057605"/>
                <a:gd name="connsiteY3835" fmla="*/ 2228773 h 3215359"/>
                <a:gd name="connsiteX3836" fmla="*/ 387500 w 2057605"/>
                <a:gd name="connsiteY3836" fmla="*/ 2226328 h 3215359"/>
                <a:gd name="connsiteX3837" fmla="*/ 387500 w 2057605"/>
                <a:gd name="connsiteY3837" fmla="*/ 2223883 h 3215359"/>
                <a:gd name="connsiteX3838" fmla="*/ 385343 w 2057605"/>
                <a:gd name="connsiteY3838" fmla="*/ 2223883 h 3215359"/>
                <a:gd name="connsiteX3839" fmla="*/ 387932 w 2057605"/>
                <a:gd name="connsiteY3839" fmla="*/ 2221150 h 3215359"/>
                <a:gd name="connsiteX3840" fmla="*/ 395555 w 2057605"/>
                <a:gd name="connsiteY3840" fmla="*/ 2223883 h 3215359"/>
                <a:gd name="connsiteX3841" fmla="*/ 403035 w 2057605"/>
                <a:gd name="connsiteY3841" fmla="*/ 2223883 h 3215359"/>
                <a:gd name="connsiteX3842" fmla="*/ 403035 w 2057605"/>
                <a:gd name="connsiteY3842" fmla="*/ 2231362 h 3215359"/>
                <a:gd name="connsiteX3843" fmla="*/ 405768 w 2057605"/>
                <a:gd name="connsiteY3843" fmla="*/ 2231362 h 3215359"/>
                <a:gd name="connsiteX3844" fmla="*/ 405768 w 2057605"/>
                <a:gd name="connsiteY3844" fmla="*/ 2233807 h 3215359"/>
                <a:gd name="connsiteX3845" fmla="*/ 408357 w 2057605"/>
                <a:gd name="connsiteY3845" fmla="*/ 2231362 h 3215359"/>
                <a:gd name="connsiteX3846" fmla="*/ 408357 w 2057605"/>
                <a:gd name="connsiteY3846" fmla="*/ 2228773 h 3215359"/>
                <a:gd name="connsiteX3847" fmla="*/ 405768 w 2057605"/>
                <a:gd name="connsiteY3847" fmla="*/ 2228773 h 3215359"/>
                <a:gd name="connsiteX3848" fmla="*/ 405768 w 2057605"/>
                <a:gd name="connsiteY3848" fmla="*/ 2223883 h 3215359"/>
                <a:gd name="connsiteX3849" fmla="*/ 408357 w 2057605"/>
                <a:gd name="connsiteY3849" fmla="*/ 2223883 h 3215359"/>
                <a:gd name="connsiteX3850" fmla="*/ 413247 w 2057605"/>
                <a:gd name="connsiteY3850" fmla="*/ 2226328 h 3215359"/>
                <a:gd name="connsiteX3851" fmla="*/ 413247 w 2057605"/>
                <a:gd name="connsiteY3851" fmla="*/ 2228773 h 3215359"/>
                <a:gd name="connsiteX3852" fmla="*/ 415836 w 2057605"/>
                <a:gd name="connsiteY3852" fmla="*/ 2226328 h 3215359"/>
                <a:gd name="connsiteX3853" fmla="*/ 421015 w 2057605"/>
                <a:gd name="connsiteY3853" fmla="*/ 2231362 h 3215359"/>
                <a:gd name="connsiteX3854" fmla="*/ 423460 w 2057605"/>
                <a:gd name="connsiteY3854" fmla="*/ 2231362 h 3215359"/>
                <a:gd name="connsiteX3855" fmla="*/ 423460 w 2057605"/>
                <a:gd name="connsiteY3855" fmla="*/ 2228773 h 3215359"/>
                <a:gd name="connsiteX3856" fmla="*/ 426049 w 2057605"/>
                <a:gd name="connsiteY3856" fmla="*/ 2228773 h 3215359"/>
                <a:gd name="connsiteX3857" fmla="*/ 426049 w 2057605"/>
                <a:gd name="connsiteY3857" fmla="*/ 2226328 h 3215359"/>
                <a:gd name="connsiteX3858" fmla="*/ 428782 w 2057605"/>
                <a:gd name="connsiteY3858" fmla="*/ 2228773 h 3215359"/>
                <a:gd name="connsiteX3859" fmla="*/ 426049 w 2057605"/>
                <a:gd name="connsiteY3859" fmla="*/ 2231362 h 3215359"/>
                <a:gd name="connsiteX3860" fmla="*/ 431227 w 2057605"/>
                <a:gd name="connsiteY3860" fmla="*/ 2231362 h 3215359"/>
                <a:gd name="connsiteX3861" fmla="*/ 431227 w 2057605"/>
                <a:gd name="connsiteY3861" fmla="*/ 2228773 h 3215359"/>
                <a:gd name="connsiteX3862" fmla="*/ 433672 w 2057605"/>
                <a:gd name="connsiteY3862" fmla="*/ 2226328 h 3215359"/>
                <a:gd name="connsiteX3863" fmla="*/ 433672 w 2057605"/>
                <a:gd name="connsiteY3863" fmla="*/ 2223883 h 3215359"/>
                <a:gd name="connsiteX3864" fmla="*/ 436261 w 2057605"/>
                <a:gd name="connsiteY3864" fmla="*/ 2221150 h 3215359"/>
                <a:gd name="connsiteX3865" fmla="*/ 443885 w 2057605"/>
                <a:gd name="connsiteY3865" fmla="*/ 2221150 h 3215359"/>
                <a:gd name="connsiteX3866" fmla="*/ 441440 w 2057605"/>
                <a:gd name="connsiteY3866" fmla="*/ 2223883 h 3215359"/>
                <a:gd name="connsiteX3867" fmla="*/ 441440 w 2057605"/>
                <a:gd name="connsiteY3867" fmla="*/ 2228773 h 3215359"/>
                <a:gd name="connsiteX3868" fmla="*/ 446330 w 2057605"/>
                <a:gd name="connsiteY3868" fmla="*/ 2226328 h 3215359"/>
                <a:gd name="connsiteX3869" fmla="*/ 446330 w 2057605"/>
                <a:gd name="connsiteY3869" fmla="*/ 2231362 h 3215359"/>
                <a:gd name="connsiteX3870" fmla="*/ 454097 w 2057605"/>
                <a:gd name="connsiteY3870" fmla="*/ 2228773 h 3215359"/>
                <a:gd name="connsiteX3871" fmla="*/ 454097 w 2057605"/>
                <a:gd name="connsiteY3871" fmla="*/ 2226328 h 3215359"/>
                <a:gd name="connsiteX3872" fmla="*/ 456543 w 2057605"/>
                <a:gd name="connsiteY3872" fmla="*/ 2226328 h 3215359"/>
                <a:gd name="connsiteX3873" fmla="*/ 459419 w 2057605"/>
                <a:gd name="connsiteY3873" fmla="*/ 2223883 h 3215359"/>
                <a:gd name="connsiteX3874" fmla="*/ 461145 w 2057605"/>
                <a:gd name="connsiteY3874" fmla="*/ 2223883 h 3215359"/>
                <a:gd name="connsiteX3875" fmla="*/ 463591 w 2057605"/>
                <a:gd name="connsiteY3875" fmla="*/ 2221150 h 3215359"/>
                <a:gd name="connsiteX3876" fmla="*/ 466036 w 2057605"/>
                <a:gd name="connsiteY3876" fmla="*/ 2221150 h 3215359"/>
                <a:gd name="connsiteX3877" fmla="*/ 466036 w 2057605"/>
                <a:gd name="connsiteY3877" fmla="*/ 2218561 h 3215359"/>
                <a:gd name="connsiteX3878" fmla="*/ 473803 w 2057605"/>
                <a:gd name="connsiteY3878" fmla="*/ 2218561 h 3215359"/>
                <a:gd name="connsiteX3879" fmla="*/ 473803 w 2057605"/>
                <a:gd name="connsiteY3879" fmla="*/ 2216115 h 3215359"/>
                <a:gd name="connsiteX3880" fmla="*/ 476105 w 2057605"/>
                <a:gd name="connsiteY3880" fmla="*/ 2216115 h 3215359"/>
                <a:gd name="connsiteX3881" fmla="*/ 476105 w 2057605"/>
                <a:gd name="connsiteY3881" fmla="*/ 2213670 h 3215359"/>
                <a:gd name="connsiteX3882" fmla="*/ 478837 w 2057605"/>
                <a:gd name="connsiteY3882" fmla="*/ 2213670 h 3215359"/>
                <a:gd name="connsiteX3883" fmla="*/ 481427 w 2057605"/>
                <a:gd name="connsiteY3883" fmla="*/ 2210937 h 3215359"/>
                <a:gd name="connsiteX3884" fmla="*/ 481427 w 2057605"/>
                <a:gd name="connsiteY3884" fmla="*/ 2213670 h 3215359"/>
                <a:gd name="connsiteX3885" fmla="*/ 483872 w 2057605"/>
                <a:gd name="connsiteY3885" fmla="*/ 2210937 h 3215359"/>
                <a:gd name="connsiteX3886" fmla="*/ 488906 w 2057605"/>
                <a:gd name="connsiteY3886" fmla="*/ 2210937 h 3215359"/>
                <a:gd name="connsiteX3887" fmla="*/ 491639 w 2057605"/>
                <a:gd name="connsiteY3887" fmla="*/ 2208348 h 3215359"/>
                <a:gd name="connsiteX3888" fmla="*/ 494084 w 2057605"/>
                <a:gd name="connsiteY3888" fmla="*/ 2205903 h 3215359"/>
                <a:gd name="connsiteX3889" fmla="*/ 496530 w 2057605"/>
                <a:gd name="connsiteY3889" fmla="*/ 2208348 h 3215359"/>
                <a:gd name="connsiteX3890" fmla="*/ 499119 w 2057605"/>
                <a:gd name="connsiteY3890" fmla="*/ 2210937 h 3215359"/>
                <a:gd name="connsiteX3891" fmla="*/ 499119 w 2057605"/>
                <a:gd name="connsiteY3891" fmla="*/ 2216115 h 3215359"/>
                <a:gd name="connsiteX3892" fmla="*/ 496530 w 2057605"/>
                <a:gd name="connsiteY3892" fmla="*/ 2221150 h 3215359"/>
                <a:gd name="connsiteX3893" fmla="*/ 496530 w 2057605"/>
                <a:gd name="connsiteY3893" fmla="*/ 2223883 h 3215359"/>
                <a:gd name="connsiteX3894" fmla="*/ 501852 w 2057605"/>
                <a:gd name="connsiteY3894" fmla="*/ 2223883 h 3215359"/>
                <a:gd name="connsiteX3895" fmla="*/ 504297 w 2057605"/>
                <a:gd name="connsiteY3895" fmla="*/ 2226328 h 3215359"/>
                <a:gd name="connsiteX3896" fmla="*/ 504297 w 2057605"/>
                <a:gd name="connsiteY3896" fmla="*/ 2228773 h 3215359"/>
                <a:gd name="connsiteX3897" fmla="*/ 506742 w 2057605"/>
                <a:gd name="connsiteY3897" fmla="*/ 2231362 h 3215359"/>
                <a:gd name="connsiteX3898" fmla="*/ 509331 w 2057605"/>
                <a:gd name="connsiteY3898" fmla="*/ 2233807 h 3215359"/>
                <a:gd name="connsiteX3899" fmla="*/ 509331 w 2057605"/>
                <a:gd name="connsiteY3899" fmla="*/ 2236540 h 3215359"/>
                <a:gd name="connsiteX3900" fmla="*/ 506742 w 2057605"/>
                <a:gd name="connsiteY3900" fmla="*/ 2236540 h 3215359"/>
                <a:gd name="connsiteX3901" fmla="*/ 506742 w 2057605"/>
                <a:gd name="connsiteY3901" fmla="*/ 2238986 h 3215359"/>
                <a:gd name="connsiteX3902" fmla="*/ 509331 w 2057605"/>
                <a:gd name="connsiteY3902" fmla="*/ 2241431 h 3215359"/>
                <a:gd name="connsiteX3903" fmla="*/ 512064 w 2057605"/>
                <a:gd name="connsiteY3903" fmla="*/ 2241431 h 3215359"/>
                <a:gd name="connsiteX3904" fmla="*/ 512064 w 2057605"/>
                <a:gd name="connsiteY3904" fmla="*/ 2244020 h 3215359"/>
                <a:gd name="connsiteX3905" fmla="*/ 509331 w 2057605"/>
                <a:gd name="connsiteY3905" fmla="*/ 2244020 h 3215359"/>
                <a:gd name="connsiteX3906" fmla="*/ 506742 w 2057605"/>
                <a:gd name="connsiteY3906" fmla="*/ 2241431 h 3215359"/>
                <a:gd name="connsiteX3907" fmla="*/ 506742 w 2057605"/>
                <a:gd name="connsiteY3907" fmla="*/ 2246465 h 3215359"/>
                <a:gd name="connsiteX3908" fmla="*/ 509331 w 2057605"/>
                <a:gd name="connsiteY3908" fmla="*/ 2246465 h 3215359"/>
                <a:gd name="connsiteX3909" fmla="*/ 512064 w 2057605"/>
                <a:gd name="connsiteY3909" fmla="*/ 2248911 h 3215359"/>
                <a:gd name="connsiteX3910" fmla="*/ 519544 w 2057605"/>
                <a:gd name="connsiteY3910" fmla="*/ 2248911 h 3215359"/>
                <a:gd name="connsiteX3911" fmla="*/ 519544 w 2057605"/>
                <a:gd name="connsiteY3911" fmla="*/ 2246465 h 3215359"/>
                <a:gd name="connsiteX3912" fmla="*/ 516955 w 2057605"/>
                <a:gd name="connsiteY3912" fmla="*/ 2243732 h 3215359"/>
                <a:gd name="connsiteX3913" fmla="*/ 522852 w 2057605"/>
                <a:gd name="connsiteY3913" fmla="*/ 2243732 h 3215359"/>
                <a:gd name="connsiteX3914" fmla="*/ 522852 w 2057605"/>
                <a:gd name="connsiteY3914" fmla="*/ 2238841 h 3215359"/>
                <a:gd name="connsiteX3915" fmla="*/ 525297 w 2057605"/>
                <a:gd name="connsiteY3915" fmla="*/ 2241430 h 3215359"/>
                <a:gd name="connsiteX3916" fmla="*/ 522995 w 2057605"/>
                <a:gd name="connsiteY3916" fmla="*/ 2243732 h 3215359"/>
                <a:gd name="connsiteX3917" fmla="*/ 525009 w 2057605"/>
                <a:gd name="connsiteY3917" fmla="*/ 2243732 h 3215359"/>
                <a:gd name="connsiteX3918" fmla="*/ 527455 w 2057605"/>
                <a:gd name="connsiteY3918" fmla="*/ 2246465 h 3215359"/>
                <a:gd name="connsiteX3919" fmla="*/ 530044 w 2057605"/>
                <a:gd name="connsiteY3919" fmla="*/ 2246465 h 3215359"/>
                <a:gd name="connsiteX3920" fmla="*/ 535222 w 2057605"/>
                <a:gd name="connsiteY3920" fmla="*/ 2248911 h 3215359"/>
                <a:gd name="connsiteX3921" fmla="*/ 535222 w 2057605"/>
                <a:gd name="connsiteY3921" fmla="*/ 2246465 h 3215359"/>
                <a:gd name="connsiteX3922" fmla="*/ 537667 w 2057605"/>
                <a:gd name="connsiteY3922" fmla="*/ 2246465 h 3215359"/>
                <a:gd name="connsiteX3923" fmla="*/ 540113 w 2057605"/>
                <a:gd name="connsiteY3923" fmla="*/ 2248911 h 3215359"/>
                <a:gd name="connsiteX3924" fmla="*/ 537667 w 2057605"/>
                <a:gd name="connsiteY3924" fmla="*/ 2248911 h 3215359"/>
                <a:gd name="connsiteX3925" fmla="*/ 537667 w 2057605"/>
                <a:gd name="connsiteY3925" fmla="*/ 2251356 h 3215359"/>
                <a:gd name="connsiteX3926" fmla="*/ 540113 w 2057605"/>
                <a:gd name="connsiteY3926" fmla="*/ 2259123 h 3215359"/>
                <a:gd name="connsiteX3927" fmla="*/ 537667 w 2057605"/>
                <a:gd name="connsiteY3927" fmla="*/ 2271781 h 3215359"/>
                <a:gd name="connsiteX3928" fmla="*/ 540113 w 2057605"/>
                <a:gd name="connsiteY3928" fmla="*/ 2274370 h 3215359"/>
                <a:gd name="connsiteX3929" fmla="*/ 537667 w 2057605"/>
                <a:gd name="connsiteY3929" fmla="*/ 2277103 h 3215359"/>
                <a:gd name="connsiteX3930" fmla="*/ 535222 w 2057605"/>
                <a:gd name="connsiteY3930" fmla="*/ 2279548 h 3215359"/>
                <a:gd name="connsiteX3931" fmla="*/ 535222 w 2057605"/>
                <a:gd name="connsiteY3931" fmla="*/ 2284582 h 3215359"/>
                <a:gd name="connsiteX3932" fmla="*/ 537667 w 2057605"/>
                <a:gd name="connsiteY3932" fmla="*/ 2284582 h 3215359"/>
                <a:gd name="connsiteX3933" fmla="*/ 537667 w 2057605"/>
                <a:gd name="connsiteY3933" fmla="*/ 2289761 h 3215359"/>
                <a:gd name="connsiteX3934" fmla="*/ 540113 w 2057605"/>
                <a:gd name="connsiteY3934" fmla="*/ 2287315 h 3215359"/>
                <a:gd name="connsiteX3935" fmla="*/ 540113 w 2057605"/>
                <a:gd name="connsiteY3935" fmla="*/ 2294795 h 3215359"/>
                <a:gd name="connsiteX3936" fmla="*/ 542846 w 2057605"/>
                <a:gd name="connsiteY3936" fmla="*/ 2294795 h 3215359"/>
                <a:gd name="connsiteX3937" fmla="*/ 545434 w 2057605"/>
                <a:gd name="connsiteY3937" fmla="*/ 2289761 h 3215359"/>
                <a:gd name="connsiteX3938" fmla="*/ 547880 w 2057605"/>
                <a:gd name="connsiteY3938" fmla="*/ 2284582 h 3215359"/>
                <a:gd name="connsiteX3939" fmla="*/ 547880 w 2057605"/>
                <a:gd name="connsiteY3939" fmla="*/ 2275233 h 3215359"/>
                <a:gd name="connsiteX3940" fmla="*/ 553058 w 2057605"/>
                <a:gd name="connsiteY3940" fmla="*/ 2267753 h 3215359"/>
                <a:gd name="connsiteX3941" fmla="*/ 550325 w 2057605"/>
                <a:gd name="connsiteY3941" fmla="*/ 2265020 h 3215359"/>
                <a:gd name="connsiteX3942" fmla="*/ 553058 w 2057605"/>
                <a:gd name="connsiteY3942" fmla="*/ 2265020 h 3215359"/>
                <a:gd name="connsiteX3943" fmla="*/ 553058 w 2057605"/>
                <a:gd name="connsiteY3943" fmla="*/ 2262431 h 3215359"/>
                <a:gd name="connsiteX3944" fmla="*/ 555647 w 2057605"/>
                <a:gd name="connsiteY3944" fmla="*/ 2265020 h 3215359"/>
                <a:gd name="connsiteX3945" fmla="*/ 558092 w 2057605"/>
                <a:gd name="connsiteY3945" fmla="*/ 2270199 h 3215359"/>
                <a:gd name="connsiteX3946" fmla="*/ 558092 w 2057605"/>
                <a:gd name="connsiteY3946" fmla="*/ 2299829 h 3215359"/>
                <a:gd name="connsiteX3947" fmla="*/ 560538 w 2057605"/>
                <a:gd name="connsiteY3947" fmla="*/ 2297384 h 3215359"/>
                <a:gd name="connsiteX3948" fmla="*/ 560538 w 2057605"/>
                <a:gd name="connsiteY3948" fmla="*/ 2294651 h 3215359"/>
                <a:gd name="connsiteX3949" fmla="*/ 563127 w 2057605"/>
                <a:gd name="connsiteY3949" fmla="*/ 2292062 h 3215359"/>
                <a:gd name="connsiteX3950" fmla="*/ 563127 w 2057605"/>
                <a:gd name="connsiteY3950" fmla="*/ 2289617 h 3215359"/>
                <a:gd name="connsiteX3951" fmla="*/ 565859 w 2057605"/>
                <a:gd name="connsiteY3951" fmla="*/ 2289617 h 3215359"/>
                <a:gd name="connsiteX3952" fmla="*/ 565859 w 2057605"/>
                <a:gd name="connsiteY3952" fmla="*/ 2287171 h 3215359"/>
                <a:gd name="connsiteX3953" fmla="*/ 568305 w 2057605"/>
                <a:gd name="connsiteY3953" fmla="*/ 2289617 h 3215359"/>
                <a:gd name="connsiteX3954" fmla="*/ 568305 w 2057605"/>
                <a:gd name="connsiteY3954" fmla="*/ 2294651 h 3215359"/>
                <a:gd name="connsiteX3955" fmla="*/ 570750 w 2057605"/>
                <a:gd name="connsiteY3955" fmla="*/ 2294651 h 3215359"/>
                <a:gd name="connsiteX3956" fmla="*/ 570750 w 2057605"/>
                <a:gd name="connsiteY3956" fmla="*/ 2299829 h 3215359"/>
                <a:gd name="connsiteX3957" fmla="*/ 578517 w 2057605"/>
                <a:gd name="connsiteY3957" fmla="*/ 2310042 h 3215359"/>
                <a:gd name="connsiteX3958" fmla="*/ 578517 w 2057605"/>
                <a:gd name="connsiteY3958" fmla="*/ 2307597 h 3215359"/>
                <a:gd name="connsiteX3959" fmla="*/ 580963 w 2057605"/>
                <a:gd name="connsiteY3959" fmla="*/ 2310042 h 3215359"/>
                <a:gd name="connsiteX3960" fmla="*/ 580963 w 2057605"/>
                <a:gd name="connsiteY3960" fmla="*/ 2322699 h 3215359"/>
                <a:gd name="connsiteX3961" fmla="*/ 583552 w 2057605"/>
                <a:gd name="connsiteY3961" fmla="*/ 2327734 h 3215359"/>
                <a:gd name="connsiteX3962" fmla="*/ 583552 w 2057605"/>
                <a:gd name="connsiteY3962" fmla="*/ 2330467 h 3215359"/>
                <a:gd name="connsiteX3963" fmla="*/ 586285 w 2057605"/>
                <a:gd name="connsiteY3963" fmla="*/ 2327734 h 3215359"/>
                <a:gd name="connsiteX3964" fmla="*/ 586285 w 2057605"/>
                <a:gd name="connsiteY3964" fmla="*/ 2335357 h 3215359"/>
                <a:gd name="connsiteX3965" fmla="*/ 583552 w 2057605"/>
                <a:gd name="connsiteY3965" fmla="*/ 2337946 h 3215359"/>
                <a:gd name="connsiteX3966" fmla="*/ 583552 w 2057605"/>
                <a:gd name="connsiteY3966" fmla="*/ 2332912 h 3215359"/>
                <a:gd name="connsiteX3967" fmla="*/ 580963 w 2057605"/>
                <a:gd name="connsiteY3967" fmla="*/ 2327734 h 3215359"/>
                <a:gd name="connsiteX3968" fmla="*/ 580963 w 2057605"/>
                <a:gd name="connsiteY3968" fmla="*/ 2341398 h 3215359"/>
                <a:gd name="connsiteX3969" fmla="*/ 576072 w 2057605"/>
                <a:gd name="connsiteY3969" fmla="*/ 2336076 h 3215359"/>
                <a:gd name="connsiteX3970" fmla="*/ 573339 w 2057605"/>
                <a:gd name="connsiteY3970" fmla="*/ 2338665 h 3215359"/>
                <a:gd name="connsiteX3971" fmla="*/ 570750 w 2057605"/>
                <a:gd name="connsiteY3971" fmla="*/ 2338665 h 3215359"/>
                <a:gd name="connsiteX3972" fmla="*/ 570750 w 2057605"/>
                <a:gd name="connsiteY3972" fmla="*/ 2336076 h 3215359"/>
                <a:gd name="connsiteX3973" fmla="*/ 568305 w 2057605"/>
                <a:gd name="connsiteY3973" fmla="*/ 2336076 h 3215359"/>
                <a:gd name="connsiteX3974" fmla="*/ 568305 w 2057605"/>
                <a:gd name="connsiteY3974" fmla="*/ 2338665 h 3215359"/>
                <a:gd name="connsiteX3975" fmla="*/ 565859 w 2057605"/>
                <a:gd name="connsiteY3975" fmla="*/ 2338665 h 3215359"/>
                <a:gd name="connsiteX3976" fmla="*/ 565859 w 2057605"/>
                <a:gd name="connsiteY3976" fmla="*/ 2343844 h 3215359"/>
                <a:gd name="connsiteX3977" fmla="*/ 560538 w 2057605"/>
                <a:gd name="connsiteY3977" fmla="*/ 2341398 h 3215359"/>
                <a:gd name="connsiteX3978" fmla="*/ 553058 w 2057605"/>
                <a:gd name="connsiteY3978" fmla="*/ 2331186 h 3215359"/>
                <a:gd name="connsiteX3979" fmla="*/ 550325 w 2057605"/>
                <a:gd name="connsiteY3979" fmla="*/ 2325864 h 3215359"/>
                <a:gd name="connsiteX3980" fmla="*/ 550325 w 2057605"/>
                <a:gd name="connsiteY3980" fmla="*/ 2323419 h 3215359"/>
                <a:gd name="connsiteX3981" fmla="*/ 547880 w 2057605"/>
                <a:gd name="connsiteY3981" fmla="*/ 2323419 h 3215359"/>
                <a:gd name="connsiteX3982" fmla="*/ 550325 w 2057605"/>
                <a:gd name="connsiteY3982" fmla="*/ 2331186 h 3215359"/>
                <a:gd name="connsiteX3983" fmla="*/ 550325 w 2057605"/>
                <a:gd name="connsiteY3983" fmla="*/ 2338665 h 3215359"/>
                <a:gd name="connsiteX3984" fmla="*/ 553058 w 2057605"/>
                <a:gd name="connsiteY3984" fmla="*/ 2338665 h 3215359"/>
                <a:gd name="connsiteX3985" fmla="*/ 553058 w 2057605"/>
                <a:gd name="connsiteY3985" fmla="*/ 2336076 h 3215359"/>
                <a:gd name="connsiteX3986" fmla="*/ 555647 w 2057605"/>
                <a:gd name="connsiteY3986" fmla="*/ 2336076 h 3215359"/>
                <a:gd name="connsiteX3987" fmla="*/ 558092 w 2057605"/>
                <a:gd name="connsiteY3987" fmla="*/ 2338665 h 3215359"/>
                <a:gd name="connsiteX3988" fmla="*/ 558092 w 2057605"/>
                <a:gd name="connsiteY3988" fmla="*/ 2343844 h 3215359"/>
                <a:gd name="connsiteX3989" fmla="*/ 565859 w 2057605"/>
                <a:gd name="connsiteY3989" fmla="*/ 2348878 h 3215359"/>
                <a:gd name="connsiteX3990" fmla="*/ 568305 w 2057605"/>
                <a:gd name="connsiteY3990" fmla="*/ 2354056 h 3215359"/>
                <a:gd name="connsiteX3991" fmla="*/ 565859 w 2057605"/>
                <a:gd name="connsiteY3991" fmla="*/ 2356501 h 3215359"/>
                <a:gd name="connsiteX3992" fmla="*/ 565859 w 2057605"/>
                <a:gd name="connsiteY3992" fmla="*/ 2361823 h 3215359"/>
                <a:gd name="connsiteX3993" fmla="*/ 563127 w 2057605"/>
                <a:gd name="connsiteY3993" fmla="*/ 2361823 h 3215359"/>
                <a:gd name="connsiteX3994" fmla="*/ 565859 w 2057605"/>
                <a:gd name="connsiteY3994" fmla="*/ 2364269 h 3215359"/>
                <a:gd name="connsiteX3995" fmla="*/ 568305 w 2057605"/>
                <a:gd name="connsiteY3995" fmla="*/ 2364269 h 3215359"/>
                <a:gd name="connsiteX3996" fmla="*/ 570750 w 2057605"/>
                <a:gd name="connsiteY3996" fmla="*/ 2361823 h 3215359"/>
                <a:gd name="connsiteX3997" fmla="*/ 570750 w 2057605"/>
                <a:gd name="connsiteY3997" fmla="*/ 2366714 h 3215359"/>
                <a:gd name="connsiteX3998" fmla="*/ 573339 w 2057605"/>
                <a:gd name="connsiteY3998" fmla="*/ 2366714 h 3215359"/>
                <a:gd name="connsiteX3999" fmla="*/ 573339 w 2057605"/>
                <a:gd name="connsiteY3999" fmla="*/ 2382248 h 3215359"/>
                <a:gd name="connsiteX4000" fmla="*/ 576072 w 2057605"/>
                <a:gd name="connsiteY4000" fmla="*/ 2384694 h 3215359"/>
                <a:gd name="connsiteX4001" fmla="*/ 576072 w 2057605"/>
                <a:gd name="connsiteY4001" fmla="*/ 2382248 h 3215359"/>
                <a:gd name="connsiteX4002" fmla="*/ 578517 w 2057605"/>
                <a:gd name="connsiteY4002" fmla="*/ 2379516 h 3215359"/>
                <a:gd name="connsiteX4003" fmla="*/ 576072 w 2057605"/>
                <a:gd name="connsiteY4003" fmla="*/ 2376926 h 3215359"/>
                <a:gd name="connsiteX4004" fmla="*/ 576072 w 2057605"/>
                <a:gd name="connsiteY4004" fmla="*/ 2374481 h 3215359"/>
                <a:gd name="connsiteX4005" fmla="*/ 578517 w 2057605"/>
                <a:gd name="connsiteY4005" fmla="*/ 2376926 h 3215359"/>
                <a:gd name="connsiteX4006" fmla="*/ 580963 w 2057605"/>
                <a:gd name="connsiteY4006" fmla="*/ 2382248 h 3215359"/>
                <a:gd name="connsiteX4007" fmla="*/ 580963 w 2057605"/>
                <a:gd name="connsiteY4007" fmla="*/ 2384694 h 3215359"/>
                <a:gd name="connsiteX4008" fmla="*/ 583552 w 2057605"/>
                <a:gd name="connsiteY4008" fmla="*/ 2389728 h 3215359"/>
                <a:gd name="connsiteX4009" fmla="*/ 586285 w 2057605"/>
                <a:gd name="connsiteY4009" fmla="*/ 2392461 h 3215359"/>
                <a:gd name="connsiteX4010" fmla="*/ 580963 w 2057605"/>
                <a:gd name="connsiteY4010" fmla="*/ 2392461 h 3215359"/>
                <a:gd name="connsiteX4011" fmla="*/ 580963 w 2057605"/>
                <a:gd name="connsiteY4011" fmla="*/ 2394906 h 3215359"/>
                <a:gd name="connsiteX4012" fmla="*/ 586285 w 2057605"/>
                <a:gd name="connsiteY4012" fmla="*/ 2397351 h 3215359"/>
                <a:gd name="connsiteX4013" fmla="*/ 586285 w 2057605"/>
                <a:gd name="connsiteY4013" fmla="*/ 2405119 h 3215359"/>
                <a:gd name="connsiteX4014" fmla="*/ 588730 w 2057605"/>
                <a:gd name="connsiteY4014" fmla="*/ 2407564 h 3215359"/>
                <a:gd name="connsiteX4015" fmla="*/ 588730 w 2057605"/>
                <a:gd name="connsiteY4015" fmla="*/ 2402674 h 3215359"/>
                <a:gd name="connsiteX4016" fmla="*/ 591175 w 2057605"/>
                <a:gd name="connsiteY4016" fmla="*/ 2405119 h 3215359"/>
                <a:gd name="connsiteX4017" fmla="*/ 591175 w 2057605"/>
                <a:gd name="connsiteY4017" fmla="*/ 2410009 h 3215359"/>
                <a:gd name="connsiteX4018" fmla="*/ 593764 w 2057605"/>
                <a:gd name="connsiteY4018" fmla="*/ 2410009 h 3215359"/>
                <a:gd name="connsiteX4019" fmla="*/ 593764 w 2057605"/>
                <a:gd name="connsiteY4019" fmla="*/ 2415331 h 3215359"/>
                <a:gd name="connsiteX4020" fmla="*/ 596497 w 2057605"/>
                <a:gd name="connsiteY4020" fmla="*/ 2417776 h 3215359"/>
                <a:gd name="connsiteX4021" fmla="*/ 598942 w 2057605"/>
                <a:gd name="connsiteY4021" fmla="*/ 2425544 h 3215359"/>
                <a:gd name="connsiteX4022" fmla="*/ 601388 w 2057605"/>
                <a:gd name="connsiteY4022" fmla="*/ 2430434 h 3215359"/>
                <a:gd name="connsiteX4023" fmla="*/ 603977 w 2057605"/>
                <a:gd name="connsiteY4023" fmla="*/ 2430434 h 3215359"/>
                <a:gd name="connsiteX4024" fmla="*/ 603977 w 2057605"/>
                <a:gd name="connsiteY4024" fmla="*/ 2427989 h 3215359"/>
                <a:gd name="connsiteX4025" fmla="*/ 601388 w 2057605"/>
                <a:gd name="connsiteY4025" fmla="*/ 2425544 h 3215359"/>
                <a:gd name="connsiteX4026" fmla="*/ 603977 w 2057605"/>
                <a:gd name="connsiteY4026" fmla="*/ 2425544 h 3215359"/>
                <a:gd name="connsiteX4027" fmla="*/ 603977 w 2057605"/>
                <a:gd name="connsiteY4027" fmla="*/ 2422811 h 3215359"/>
                <a:gd name="connsiteX4028" fmla="*/ 596497 w 2057605"/>
                <a:gd name="connsiteY4028" fmla="*/ 2412598 h 3215359"/>
                <a:gd name="connsiteX4029" fmla="*/ 596497 w 2057605"/>
                <a:gd name="connsiteY4029" fmla="*/ 2410009 h 3215359"/>
                <a:gd name="connsiteX4030" fmla="*/ 593764 w 2057605"/>
                <a:gd name="connsiteY4030" fmla="*/ 2410009 h 3215359"/>
                <a:gd name="connsiteX4031" fmla="*/ 593764 w 2057605"/>
                <a:gd name="connsiteY4031" fmla="*/ 2407564 h 3215359"/>
                <a:gd name="connsiteX4032" fmla="*/ 591175 w 2057605"/>
                <a:gd name="connsiteY4032" fmla="*/ 2402674 h 3215359"/>
                <a:gd name="connsiteX4033" fmla="*/ 591175 w 2057605"/>
                <a:gd name="connsiteY4033" fmla="*/ 2392461 h 3215359"/>
                <a:gd name="connsiteX4034" fmla="*/ 586285 w 2057605"/>
                <a:gd name="connsiteY4034" fmla="*/ 2387139 h 3215359"/>
                <a:gd name="connsiteX4035" fmla="*/ 586285 w 2057605"/>
                <a:gd name="connsiteY4035" fmla="*/ 2384694 h 3215359"/>
                <a:gd name="connsiteX4036" fmla="*/ 583552 w 2057605"/>
                <a:gd name="connsiteY4036" fmla="*/ 2382248 h 3215359"/>
                <a:gd name="connsiteX4037" fmla="*/ 580963 w 2057605"/>
                <a:gd name="connsiteY4037" fmla="*/ 2379516 h 3215359"/>
                <a:gd name="connsiteX4038" fmla="*/ 580963 w 2057605"/>
                <a:gd name="connsiteY4038" fmla="*/ 2374481 h 3215359"/>
                <a:gd name="connsiteX4039" fmla="*/ 583552 w 2057605"/>
                <a:gd name="connsiteY4039" fmla="*/ 2374481 h 3215359"/>
                <a:gd name="connsiteX4040" fmla="*/ 583552 w 2057605"/>
                <a:gd name="connsiteY4040" fmla="*/ 2379516 h 3215359"/>
                <a:gd name="connsiteX4041" fmla="*/ 586285 w 2057605"/>
                <a:gd name="connsiteY4041" fmla="*/ 2376926 h 3215359"/>
                <a:gd name="connsiteX4042" fmla="*/ 586285 w 2057605"/>
                <a:gd name="connsiteY4042" fmla="*/ 2351611 h 3215359"/>
                <a:gd name="connsiteX4043" fmla="*/ 588730 w 2057605"/>
                <a:gd name="connsiteY4043" fmla="*/ 2346289 h 3215359"/>
                <a:gd name="connsiteX4044" fmla="*/ 588730 w 2057605"/>
                <a:gd name="connsiteY4044" fmla="*/ 2348878 h 3215359"/>
                <a:gd name="connsiteX4045" fmla="*/ 591175 w 2057605"/>
                <a:gd name="connsiteY4045" fmla="*/ 2354056 h 3215359"/>
                <a:gd name="connsiteX4046" fmla="*/ 588730 w 2057605"/>
                <a:gd name="connsiteY4046" fmla="*/ 2354056 h 3215359"/>
                <a:gd name="connsiteX4047" fmla="*/ 591175 w 2057605"/>
                <a:gd name="connsiteY4047" fmla="*/ 2356501 h 3215359"/>
                <a:gd name="connsiteX4048" fmla="*/ 591175 w 2057605"/>
                <a:gd name="connsiteY4048" fmla="*/ 2361823 h 3215359"/>
                <a:gd name="connsiteX4049" fmla="*/ 593764 w 2057605"/>
                <a:gd name="connsiteY4049" fmla="*/ 2364269 h 3215359"/>
                <a:gd name="connsiteX4050" fmla="*/ 593764 w 2057605"/>
                <a:gd name="connsiteY4050" fmla="*/ 2361823 h 3215359"/>
                <a:gd name="connsiteX4051" fmla="*/ 596497 w 2057605"/>
                <a:gd name="connsiteY4051" fmla="*/ 2361823 h 3215359"/>
                <a:gd name="connsiteX4052" fmla="*/ 596497 w 2057605"/>
                <a:gd name="connsiteY4052" fmla="*/ 2364269 h 3215359"/>
                <a:gd name="connsiteX4053" fmla="*/ 593764 w 2057605"/>
                <a:gd name="connsiteY4053" fmla="*/ 2369303 h 3215359"/>
                <a:gd name="connsiteX4054" fmla="*/ 596497 w 2057605"/>
                <a:gd name="connsiteY4054" fmla="*/ 2369303 h 3215359"/>
                <a:gd name="connsiteX4055" fmla="*/ 596497 w 2057605"/>
                <a:gd name="connsiteY4055" fmla="*/ 2366714 h 3215359"/>
                <a:gd name="connsiteX4056" fmla="*/ 598942 w 2057605"/>
                <a:gd name="connsiteY4056" fmla="*/ 2366714 h 3215359"/>
                <a:gd name="connsiteX4057" fmla="*/ 598942 w 2057605"/>
                <a:gd name="connsiteY4057" fmla="*/ 2372036 h 3215359"/>
                <a:gd name="connsiteX4058" fmla="*/ 601388 w 2057605"/>
                <a:gd name="connsiteY4058" fmla="*/ 2372036 h 3215359"/>
                <a:gd name="connsiteX4059" fmla="*/ 598942 w 2057605"/>
                <a:gd name="connsiteY4059" fmla="*/ 2366714 h 3215359"/>
                <a:gd name="connsiteX4060" fmla="*/ 598942 w 2057605"/>
                <a:gd name="connsiteY4060" fmla="*/ 2364269 h 3215359"/>
                <a:gd name="connsiteX4061" fmla="*/ 601388 w 2057605"/>
                <a:gd name="connsiteY4061" fmla="*/ 2364269 h 3215359"/>
                <a:gd name="connsiteX4062" fmla="*/ 601388 w 2057605"/>
                <a:gd name="connsiteY4062" fmla="*/ 2361823 h 3215359"/>
                <a:gd name="connsiteX4063" fmla="*/ 603977 w 2057605"/>
                <a:gd name="connsiteY4063" fmla="*/ 2361823 h 3215359"/>
                <a:gd name="connsiteX4064" fmla="*/ 603977 w 2057605"/>
                <a:gd name="connsiteY4064" fmla="*/ 2359090 h 3215359"/>
                <a:gd name="connsiteX4065" fmla="*/ 601388 w 2057605"/>
                <a:gd name="connsiteY4065" fmla="*/ 2356501 h 3215359"/>
                <a:gd name="connsiteX4066" fmla="*/ 601388 w 2057605"/>
                <a:gd name="connsiteY4066" fmla="*/ 2353481 h 3215359"/>
                <a:gd name="connsiteX4067" fmla="*/ 603977 w 2057605"/>
                <a:gd name="connsiteY4067" fmla="*/ 2351036 h 3215359"/>
                <a:gd name="connsiteX4068" fmla="*/ 609155 w 2057605"/>
                <a:gd name="connsiteY4068" fmla="*/ 2358515 h 3215359"/>
                <a:gd name="connsiteX4069" fmla="*/ 611600 w 2057605"/>
                <a:gd name="connsiteY4069" fmla="*/ 2363693 h 3215359"/>
                <a:gd name="connsiteX4070" fmla="*/ 614189 w 2057605"/>
                <a:gd name="connsiteY4070" fmla="*/ 2373906 h 3215359"/>
                <a:gd name="connsiteX4071" fmla="*/ 616922 w 2057605"/>
                <a:gd name="connsiteY4071" fmla="*/ 2373906 h 3215359"/>
                <a:gd name="connsiteX4072" fmla="*/ 616922 w 2057605"/>
                <a:gd name="connsiteY4072" fmla="*/ 2371461 h 3215359"/>
                <a:gd name="connsiteX4073" fmla="*/ 614189 w 2057605"/>
                <a:gd name="connsiteY4073" fmla="*/ 2366139 h 3215359"/>
                <a:gd name="connsiteX4074" fmla="*/ 614189 w 2057605"/>
                <a:gd name="connsiteY4074" fmla="*/ 2361248 h 3215359"/>
                <a:gd name="connsiteX4075" fmla="*/ 611600 w 2057605"/>
                <a:gd name="connsiteY4075" fmla="*/ 2361248 h 3215359"/>
                <a:gd name="connsiteX4076" fmla="*/ 614189 w 2057605"/>
                <a:gd name="connsiteY4076" fmla="*/ 2358515 h 3215359"/>
                <a:gd name="connsiteX4077" fmla="*/ 614189 w 2057605"/>
                <a:gd name="connsiteY4077" fmla="*/ 2355926 h 3215359"/>
                <a:gd name="connsiteX4078" fmla="*/ 603977 w 2057605"/>
                <a:gd name="connsiteY4078" fmla="*/ 2343268 h 3215359"/>
                <a:gd name="connsiteX4079" fmla="*/ 606710 w 2057605"/>
                <a:gd name="connsiteY4079" fmla="*/ 2343268 h 3215359"/>
                <a:gd name="connsiteX4080" fmla="*/ 606710 w 2057605"/>
                <a:gd name="connsiteY4080" fmla="*/ 2340823 h 3215359"/>
                <a:gd name="connsiteX4081" fmla="*/ 603977 w 2057605"/>
                <a:gd name="connsiteY4081" fmla="*/ 2340823 h 3215359"/>
                <a:gd name="connsiteX4082" fmla="*/ 601388 w 2057605"/>
                <a:gd name="connsiteY4082" fmla="*/ 2338090 h 3215359"/>
                <a:gd name="connsiteX4083" fmla="*/ 598942 w 2057605"/>
                <a:gd name="connsiteY4083" fmla="*/ 2338090 h 3215359"/>
                <a:gd name="connsiteX4084" fmla="*/ 598942 w 2057605"/>
                <a:gd name="connsiteY4084" fmla="*/ 2335501 h 3215359"/>
                <a:gd name="connsiteX4085" fmla="*/ 596497 w 2057605"/>
                <a:gd name="connsiteY4085" fmla="*/ 2333056 h 3215359"/>
                <a:gd name="connsiteX4086" fmla="*/ 596497 w 2057605"/>
                <a:gd name="connsiteY4086" fmla="*/ 2322843 h 3215359"/>
                <a:gd name="connsiteX4087" fmla="*/ 598942 w 2057605"/>
                <a:gd name="connsiteY4087" fmla="*/ 2322843 h 3215359"/>
                <a:gd name="connsiteX4088" fmla="*/ 601388 w 2057605"/>
                <a:gd name="connsiteY4088" fmla="*/ 2327878 h 3215359"/>
                <a:gd name="connsiteX4089" fmla="*/ 603977 w 2057605"/>
                <a:gd name="connsiteY4089" fmla="*/ 2330611 h 3215359"/>
                <a:gd name="connsiteX4090" fmla="*/ 603977 w 2057605"/>
                <a:gd name="connsiteY4090" fmla="*/ 2333056 h 3215359"/>
                <a:gd name="connsiteX4091" fmla="*/ 606710 w 2057605"/>
                <a:gd name="connsiteY4091" fmla="*/ 2335501 h 3215359"/>
                <a:gd name="connsiteX4092" fmla="*/ 609155 w 2057605"/>
                <a:gd name="connsiteY4092" fmla="*/ 2338090 h 3215359"/>
                <a:gd name="connsiteX4093" fmla="*/ 609155 w 2057605"/>
                <a:gd name="connsiteY4093" fmla="*/ 2340823 h 3215359"/>
                <a:gd name="connsiteX4094" fmla="*/ 611600 w 2057605"/>
                <a:gd name="connsiteY4094" fmla="*/ 2338090 h 3215359"/>
                <a:gd name="connsiteX4095" fmla="*/ 611600 w 2057605"/>
                <a:gd name="connsiteY4095" fmla="*/ 2335501 h 3215359"/>
                <a:gd name="connsiteX4096" fmla="*/ 619367 w 2057605"/>
                <a:gd name="connsiteY4096" fmla="*/ 2335501 h 3215359"/>
                <a:gd name="connsiteX4097" fmla="*/ 619367 w 2057605"/>
                <a:gd name="connsiteY4097" fmla="*/ 2333056 h 3215359"/>
                <a:gd name="connsiteX4098" fmla="*/ 609155 w 2057605"/>
                <a:gd name="connsiteY4098" fmla="*/ 2333056 h 3215359"/>
                <a:gd name="connsiteX4099" fmla="*/ 609155 w 2057605"/>
                <a:gd name="connsiteY4099" fmla="*/ 2330611 h 3215359"/>
                <a:gd name="connsiteX4100" fmla="*/ 606710 w 2057605"/>
                <a:gd name="connsiteY4100" fmla="*/ 2333056 h 3215359"/>
                <a:gd name="connsiteX4101" fmla="*/ 606710 w 2057605"/>
                <a:gd name="connsiteY4101" fmla="*/ 2330611 h 3215359"/>
                <a:gd name="connsiteX4102" fmla="*/ 603977 w 2057605"/>
                <a:gd name="connsiteY4102" fmla="*/ 2330611 h 3215359"/>
                <a:gd name="connsiteX4103" fmla="*/ 601388 w 2057605"/>
                <a:gd name="connsiteY4103" fmla="*/ 2322843 h 3215359"/>
                <a:gd name="connsiteX4104" fmla="*/ 598942 w 2057605"/>
                <a:gd name="connsiteY4104" fmla="*/ 2320398 h 3215359"/>
                <a:gd name="connsiteX4105" fmla="*/ 601388 w 2057605"/>
                <a:gd name="connsiteY4105" fmla="*/ 2317953 h 3215359"/>
                <a:gd name="connsiteX4106" fmla="*/ 601388 w 2057605"/>
                <a:gd name="connsiteY4106" fmla="*/ 2315076 h 3215359"/>
                <a:gd name="connsiteX4107" fmla="*/ 598942 w 2057605"/>
                <a:gd name="connsiteY4107" fmla="*/ 2315076 h 3215359"/>
                <a:gd name="connsiteX4108" fmla="*/ 598942 w 2057605"/>
                <a:gd name="connsiteY4108" fmla="*/ 2307740 h 3215359"/>
                <a:gd name="connsiteX4109" fmla="*/ 596497 w 2057605"/>
                <a:gd name="connsiteY4109" fmla="*/ 2307740 h 3215359"/>
                <a:gd name="connsiteX4110" fmla="*/ 596497 w 2057605"/>
                <a:gd name="connsiteY4110" fmla="*/ 2299973 h 3215359"/>
                <a:gd name="connsiteX4111" fmla="*/ 593764 w 2057605"/>
                <a:gd name="connsiteY4111" fmla="*/ 2297528 h 3215359"/>
                <a:gd name="connsiteX4112" fmla="*/ 596497 w 2057605"/>
                <a:gd name="connsiteY4112" fmla="*/ 2297528 h 3215359"/>
                <a:gd name="connsiteX4113" fmla="*/ 598942 w 2057605"/>
                <a:gd name="connsiteY4113" fmla="*/ 2299973 h 3215359"/>
                <a:gd name="connsiteX4114" fmla="*/ 598942 w 2057605"/>
                <a:gd name="connsiteY4114" fmla="*/ 2292206 h 3215359"/>
                <a:gd name="connsiteX4115" fmla="*/ 601388 w 2057605"/>
                <a:gd name="connsiteY4115" fmla="*/ 2287315 h 3215359"/>
                <a:gd name="connsiteX4116" fmla="*/ 603977 w 2057605"/>
                <a:gd name="connsiteY4116" fmla="*/ 2287315 h 3215359"/>
                <a:gd name="connsiteX4117" fmla="*/ 601388 w 2057605"/>
                <a:gd name="connsiteY4117" fmla="*/ 2284582 h 3215359"/>
                <a:gd name="connsiteX4118" fmla="*/ 601388 w 2057605"/>
                <a:gd name="connsiteY4118" fmla="*/ 2282281 h 3215359"/>
                <a:gd name="connsiteX4119" fmla="*/ 598942 w 2057605"/>
                <a:gd name="connsiteY4119" fmla="*/ 2282281 h 3215359"/>
                <a:gd name="connsiteX4120" fmla="*/ 601388 w 2057605"/>
                <a:gd name="connsiteY4120" fmla="*/ 2279836 h 3215359"/>
                <a:gd name="connsiteX4121" fmla="*/ 598942 w 2057605"/>
                <a:gd name="connsiteY4121" fmla="*/ 2277390 h 3215359"/>
                <a:gd name="connsiteX4122" fmla="*/ 596497 w 2057605"/>
                <a:gd name="connsiteY4122" fmla="*/ 2272068 h 3215359"/>
                <a:gd name="connsiteX4123" fmla="*/ 596497 w 2057605"/>
                <a:gd name="connsiteY4123" fmla="*/ 2269623 h 3215359"/>
                <a:gd name="connsiteX4124" fmla="*/ 593764 w 2057605"/>
                <a:gd name="connsiteY4124" fmla="*/ 2269623 h 3215359"/>
                <a:gd name="connsiteX4125" fmla="*/ 591175 w 2057605"/>
                <a:gd name="connsiteY4125" fmla="*/ 2267178 h 3215359"/>
                <a:gd name="connsiteX4126" fmla="*/ 591175 w 2057605"/>
                <a:gd name="connsiteY4126" fmla="*/ 2264445 h 3215359"/>
                <a:gd name="connsiteX4127" fmla="*/ 588730 w 2057605"/>
                <a:gd name="connsiteY4127" fmla="*/ 2261856 h 3215359"/>
                <a:gd name="connsiteX4128" fmla="*/ 586285 w 2057605"/>
                <a:gd name="connsiteY4128" fmla="*/ 2254232 h 3215359"/>
                <a:gd name="connsiteX4129" fmla="*/ 586285 w 2057605"/>
                <a:gd name="connsiteY4129" fmla="*/ 2251643 h 3215359"/>
                <a:gd name="connsiteX4130" fmla="*/ 588730 w 2057605"/>
                <a:gd name="connsiteY4130" fmla="*/ 2246753 h 3215359"/>
                <a:gd name="connsiteX4131" fmla="*/ 591175 w 2057605"/>
                <a:gd name="connsiteY4131" fmla="*/ 2241431 h 3215359"/>
                <a:gd name="connsiteX4132" fmla="*/ 591175 w 2057605"/>
                <a:gd name="connsiteY4132" fmla="*/ 2239129 h 3215359"/>
                <a:gd name="connsiteX4133" fmla="*/ 593764 w 2057605"/>
                <a:gd name="connsiteY4133" fmla="*/ 2241575 h 3215359"/>
                <a:gd name="connsiteX4134" fmla="*/ 596497 w 2057605"/>
                <a:gd name="connsiteY4134" fmla="*/ 2241575 h 3215359"/>
                <a:gd name="connsiteX4135" fmla="*/ 598942 w 2057605"/>
                <a:gd name="connsiteY4135" fmla="*/ 2239129 h 3215359"/>
                <a:gd name="connsiteX4136" fmla="*/ 603977 w 2057605"/>
                <a:gd name="connsiteY4136" fmla="*/ 2239129 h 3215359"/>
                <a:gd name="connsiteX4137" fmla="*/ 606710 w 2057605"/>
                <a:gd name="connsiteY4137" fmla="*/ 2233951 h 3215359"/>
                <a:gd name="connsiteX4138" fmla="*/ 609155 w 2057605"/>
                <a:gd name="connsiteY4138" fmla="*/ 2228917 h 3215359"/>
                <a:gd name="connsiteX4139" fmla="*/ 606710 w 2057605"/>
                <a:gd name="connsiteY4139" fmla="*/ 2231506 h 3215359"/>
                <a:gd name="connsiteX4140" fmla="*/ 603977 w 2057605"/>
                <a:gd name="connsiteY4140" fmla="*/ 2228917 h 3215359"/>
                <a:gd name="connsiteX4141" fmla="*/ 603977 w 2057605"/>
                <a:gd name="connsiteY4141" fmla="*/ 2224026 h 3215359"/>
                <a:gd name="connsiteX4142" fmla="*/ 606710 w 2057605"/>
                <a:gd name="connsiteY4142" fmla="*/ 2221294 h 3215359"/>
                <a:gd name="connsiteX4143" fmla="*/ 609155 w 2057605"/>
                <a:gd name="connsiteY4143" fmla="*/ 2221294 h 3215359"/>
                <a:gd name="connsiteX4144" fmla="*/ 609155 w 2057605"/>
                <a:gd name="connsiteY4144" fmla="*/ 2218704 h 3215359"/>
                <a:gd name="connsiteX4145" fmla="*/ 614189 w 2057605"/>
                <a:gd name="connsiteY4145" fmla="*/ 2218704 h 3215359"/>
                <a:gd name="connsiteX4146" fmla="*/ 621813 w 2057605"/>
                <a:gd name="connsiteY4146" fmla="*/ 2221294 h 3215359"/>
                <a:gd name="connsiteX4147" fmla="*/ 627135 w 2057605"/>
                <a:gd name="connsiteY4147" fmla="*/ 2218704 h 3215359"/>
                <a:gd name="connsiteX4148" fmla="*/ 632025 w 2057605"/>
                <a:gd name="connsiteY4148" fmla="*/ 2216259 h 3215359"/>
                <a:gd name="connsiteX4149" fmla="*/ 632025 w 2057605"/>
                <a:gd name="connsiteY4149" fmla="*/ 2213814 h 3215359"/>
                <a:gd name="connsiteX4150" fmla="*/ 635046 w 2057605"/>
                <a:gd name="connsiteY4150" fmla="*/ 2213814 h 3215359"/>
                <a:gd name="connsiteX4151" fmla="*/ 635046 w 2057605"/>
                <a:gd name="connsiteY4151" fmla="*/ 2218704 h 3215359"/>
                <a:gd name="connsiteX4152" fmla="*/ 637635 w 2057605"/>
                <a:gd name="connsiteY4152" fmla="*/ 2218704 h 3215359"/>
                <a:gd name="connsiteX4153" fmla="*/ 637635 w 2057605"/>
                <a:gd name="connsiteY4153" fmla="*/ 2216259 h 3215359"/>
                <a:gd name="connsiteX4154" fmla="*/ 640368 w 2057605"/>
                <a:gd name="connsiteY4154" fmla="*/ 2216259 h 3215359"/>
                <a:gd name="connsiteX4155" fmla="*/ 642813 w 2057605"/>
                <a:gd name="connsiteY4155" fmla="*/ 2218704 h 3215359"/>
                <a:gd name="connsiteX4156" fmla="*/ 645258 w 2057605"/>
                <a:gd name="connsiteY4156" fmla="*/ 2218704 h 3215359"/>
                <a:gd name="connsiteX4157" fmla="*/ 642813 w 2057605"/>
                <a:gd name="connsiteY4157" fmla="*/ 2216259 h 3215359"/>
                <a:gd name="connsiteX4158" fmla="*/ 650580 w 2057605"/>
                <a:gd name="connsiteY4158" fmla="*/ 2216259 h 3215359"/>
                <a:gd name="connsiteX4159" fmla="*/ 653026 w 2057605"/>
                <a:gd name="connsiteY4159" fmla="*/ 2218704 h 3215359"/>
                <a:gd name="connsiteX4160" fmla="*/ 653026 w 2057605"/>
                <a:gd name="connsiteY4160" fmla="*/ 2213814 h 3215359"/>
                <a:gd name="connsiteX4161" fmla="*/ 655471 w 2057605"/>
                <a:gd name="connsiteY4161" fmla="*/ 2213814 h 3215359"/>
                <a:gd name="connsiteX4162" fmla="*/ 653026 w 2057605"/>
                <a:gd name="connsiteY4162" fmla="*/ 2211081 h 3215359"/>
                <a:gd name="connsiteX4163" fmla="*/ 653026 w 2057605"/>
                <a:gd name="connsiteY4163" fmla="*/ 2203601 h 3215359"/>
                <a:gd name="connsiteX4164" fmla="*/ 658060 w 2057605"/>
                <a:gd name="connsiteY4164" fmla="*/ 2203601 h 3215359"/>
                <a:gd name="connsiteX4165" fmla="*/ 655471 w 2057605"/>
                <a:gd name="connsiteY4165" fmla="*/ 2206047 h 3215359"/>
                <a:gd name="connsiteX4166" fmla="*/ 655471 w 2057605"/>
                <a:gd name="connsiteY4166" fmla="*/ 2208492 h 3215359"/>
                <a:gd name="connsiteX4167" fmla="*/ 658060 w 2057605"/>
                <a:gd name="connsiteY4167" fmla="*/ 2208492 h 3215359"/>
                <a:gd name="connsiteX4168" fmla="*/ 658060 w 2057605"/>
                <a:gd name="connsiteY4168" fmla="*/ 2211081 h 3215359"/>
                <a:gd name="connsiteX4169" fmla="*/ 660793 w 2057605"/>
                <a:gd name="connsiteY4169" fmla="*/ 2211081 h 3215359"/>
                <a:gd name="connsiteX4170" fmla="*/ 660793 w 2057605"/>
                <a:gd name="connsiteY4170" fmla="*/ 2200868 h 3215359"/>
                <a:gd name="connsiteX4171" fmla="*/ 663094 w 2057605"/>
                <a:gd name="connsiteY4171" fmla="*/ 2200868 h 3215359"/>
                <a:gd name="connsiteX4172" fmla="*/ 668128 w 2057605"/>
                <a:gd name="connsiteY4172" fmla="*/ 2208492 h 3215359"/>
                <a:gd name="connsiteX4173" fmla="*/ 668128 w 2057605"/>
                <a:gd name="connsiteY4173" fmla="*/ 2211081 h 3215359"/>
                <a:gd name="connsiteX4174" fmla="*/ 673307 w 2057605"/>
                <a:gd name="connsiteY4174" fmla="*/ 2211081 h 3215359"/>
                <a:gd name="connsiteX4175" fmla="*/ 670861 w 2057605"/>
                <a:gd name="connsiteY4175" fmla="*/ 2208492 h 3215359"/>
                <a:gd name="connsiteX4176" fmla="*/ 670861 w 2057605"/>
                <a:gd name="connsiteY4176" fmla="*/ 2206047 h 3215359"/>
                <a:gd name="connsiteX4177" fmla="*/ 665539 w 2057605"/>
                <a:gd name="connsiteY4177" fmla="*/ 2203601 h 3215359"/>
                <a:gd name="connsiteX4178" fmla="*/ 668128 w 2057605"/>
                <a:gd name="connsiteY4178" fmla="*/ 2200868 h 3215359"/>
                <a:gd name="connsiteX4179" fmla="*/ 668128 w 2057605"/>
                <a:gd name="connsiteY4179" fmla="*/ 2195834 h 3215359"/>
                <a:gd name="connsiteX4180" fmla="*/ 670861 w 2057605"/>
                <a:gd name="connsiteY4180" fmla="*/ 2198279 h 3215359"/>
                <a:gd name="connsiteX4181" fmla="*/ 670861 w 2057605"/>
                <a:gd name="connsiteY4181" fmla="*/ 2193389 h 3215359"/>
                <a:gd name="connsiteX4182" fmla="*/ 668128 w 2057605"/>
                <a:gd name="connsiteY4182" fmla="*/ 2193389 h 3215359"/>
                <a:gd name="connsiteX4183" fmla="*/ 670861 w 2057605"/>
                <a:gd name="connsiteY4183" fmla="*/ 2190656 h 3215359"/>
                <a:gd name="connsiteX4184" fmla="*/ 675752 w 2057605"/>
                <a:gd name="connsiteY4184" fmla="*/ 2190656 h 3215359"/>
                <a:gd name="connsiteX4185" fmla="*/ 675752 w 2057605"/>
                <a:gd name="connsiteY4185" fmla="*/ 2188067 h 3215359"/>
                <a:gd name="connsiteX4186" fmla="*/ 681074 w 2057605"/>
                <a:gd name="connsiteY4186" fmla="*/ 2185622 h 3215359"/>
                <a:gd name="connsiteX4187" fmla="*/ 683519 w 2057605"/>
                <a:gd name="connsiteY4187" fmla="*/ 2185622 h 3215359"/>
                <a:gd name="connsiteX4188" fmla="*/ 683519 w 2057605"/>
                <a:gd name="connsiteY4188" fmla="*/ 2188067 h 3215359"/>
                <a:gd name="connsiteX4189" fmla="*/ 681074 w 2057605"/>
                <a:gd name="connsiteY4189" fmla="*/ 2190656 h 3215359"/>
                <a:gd name="connsiteX4190" fmla="*/ 678341 w 2057605"/>
                <a:gd name="connsiteY4190" fmla="*/ 2190656 h 3215359"/>
                <a:gd name="connsiteX4191" fmla="*/ 678341 w 2057605"/>
                <a:gd name="connsiteY4191" fmla="*/ 2193389 h 3215359"/>
                <a:gd name="connsiteX4192" fmla="*/ 681074 w 2057605"/>
                <a:gd name="connsiteY4192" fmla="*/ 2193389 h 3215359"/>
                <a:gd name="connsiteX4193" fmla="*/ 683519 w 2057605"/>
                <a:gd name="connsiteY4193" fmla="*/ 2190656 h 3215359"/>
                <a:gd name="connsiteX4194" fmla="*/ 685964 w 2057605"/>
                <a:gd name="connsiteY4194" fmla="*/ 2188067 h 3215359"/>
                <a:gd name="connsiteX4195" fmla="*/ 688553 w 2057605"/>
                <a:gd name="connsiteY4195" fmla="*/ 2185622 h 3215359"/>
                <a:gd name="connsiteX4196" fmla="*/ 691286 w 2057605"/>
                <a:gd name="connsiteY4196" fmla="*/ 2188067 h 3215359"/>
                <a:gd name="connsiteX4197" fmla="*/ 691286 w 2057605"/>
                <a:gd name="connsiteY4197" fmla="*/ 2185622 h 3215359"/>
                <a:gd name="connsiteX4198" fmla="*/ 693732 w 2057605"/>
                <a:gd name="connsiteY4198" fmla="*/ 2185622 h 3215359"/>
                <a:gd name="connsiteX4199" fmla="*/ 693732 w 2057605"/>
                <a:gd name="connsiteY4199" fmla="*/ 2183176 h 3215359"/>
                <a:gd name="connsiteX4200" fmla="*/ 696177 w 2057605"/>
                <a:gd name="connsiteY4200" fmla="*/ 2185622 h 3215359"/>
                <a:gd name="connsiteX4201" fmla="*/ 696177 w 2057605"/>
                <a:gd name="connsiteY4201" fmla="*/ 2183176 h 3215359"/>
                <a:gd name="connsiteX4202" fmla="*/ 698766 w 2057605"/>
                <a:gd name="connsiteY4202" fmla="*/ 2183176 h 3215359"/>
                <a:gd name="connsiteX4203" fmla="*/ 701499 w 2057605"/>
                <a:gd name="connsiteY4203" fmla="*/ 2180443 h 3215359"/>
                <a:gd name="connsiteX4204" fmla="*/ 701499 w 2057605"/>
                <a:gd name="connsiteY4204" fmla="*/ 2185622 h 3215359"/>
                <a:gd name="connsiteX4205" fmla="*/ 703944 w 2057605"/>
                <a:gd name="connsiteY4205" fmla="*/ 2185622 h 3215359"/>
                <a:gd name="connsiteX4206" fmla="*/ 703944 w 2057605"/>
                <a:gd name="connsiteY4206" fmla="*/ 2183176 h 3215359"/>
                <a:gd name="connsiteX4207" fmla="*/ 706389 w 2057605"/>
                <a:gd name="connsiteY4207" fmla="*/ 2177854 h 3215359"/>
                <a:gd name="connsiteX4208" fmla="*/ 706389 w 2057605"/>
                <a:gd name="connsiteY4208" fmla="*/ 2172964 h 3215359"/>
                <a:gd name="connsiteX4209" fmla="*/ 703944 w 2057605"/>
                <a:gd name="connsiteY4209" fmla="*/ 2167642 h 3215359"/>
                <a:gd name="connsiteX4210" fmla="*/ 706389 w 2057605"/>
                <a:gd name="connsiteY4210" fmla="*/ 2165197 h 3215359"/>
                <a:gd name="connsiteX4211" fmla="*/ 708835 w 2057605"/>
                <a:gd name="connsiteY4211" fmla="*/ 2162751 h 3215359"/>
                <a:gd name="connsiteX4212" fmla="*/ 711424 w 2057605"/>
                <a:gd name="connsiteY4212" fmla="*/ 2160018 h 3215359"/>
                <a:gd name="connsiteX4213" fmla="*/ 708835 w 2057605"/>
                <a:gd name="connsiteY4213" fmla="*/ 2160018 h 3215359"/>
                <a:gd name="connsiteX4214" fmla="*/ 708835 w 2057605"/>
                <a:gd name="connsiteY4214" fmla="*/ 2157429 h 3215359"/>
                <a:gd name="connsiteX4215" fmla="*/ 706389 w 2057605"/>
                <a:gd name="connsiteY4215" fmla="*/ 2157429 h 3215359"/>
                <a:gd name="connsiteX4216" fmla="*/ 706389 w 2057605"/>
                <a:gd name="connsiteY4216" fmla="*/ 2160018 h 3215359"/>
                <a:gd name="connsiteX4217" fmla="*/ 703944 w 2057605"/>
                <a:gd name="connsiteY4217" fmla="*/ 2160018 h 3215359"/>
                <a:gd name="connsiteX4218" fmla="*/ 703944 w 2057605"/>
                <a:gd name="connsiteY4218" fmla="*/ 2157429 h 3215359"/>
                <a:gd name="connsiteX4219" fmla="*/ 698191 w 2057605"/>
                <a:gd name="connsiteY4219" fmla="*/ 2157429 h 3215359"/>
                <a:gd name="connsiteX4220" fmla="*/ 690711 w 2057605"/>
                <a:gd name="connsiteY4220" fmla="*/ 2160018 h 3215359"/>
                <a:gd name="connsiteX4221" fmla="*/ 687978 w 2057605"/>
                <a:gd name="connsiteY4221" fmla="*/ 2162751 h 3215359"/>
                <a:gd name="connsiteX4222" fmla="*/ 686109 w 2057605"/>
                <a:gd name="connsiteY4222" fmla="*/ 2162751 h 3215359"/>
                <a:gd name="connsiteX4223" fmla="*/ 688266 w 2057605"/>
                <a:gd name="connsiteY4223" fmla="*/ 2164908 h 3215359"/>
                <a:gd name="connsiteX4224" fmla="*/ 685821 w 2057605"/>
                <a:gd name="connsiteY4224" fmla="*/ 2164908 h 3215359"/>
                <a:gd name="connsiteX4225" fmla="*/ 685821 w 2057605"/>
                <a:gd name="connsiteY4225" fmla="*/ 2162751 h 3215359"/>
                <a:gd name="connsiteX4226" fmla="*/ 680499 w 2057605"/>
                <a:gd name="connsiteY4226" fmla="*/ 2162751 h 3215359"/>
                <a:gd name="connsiteX4227" fmla="*/ 680499 w 2057605"/>
                <a:gd name="connsiteY4227" fmla="*/ 2165197 h 3215359"/>
                <a:gd name="connsiteX4228" fmla="*/ 677766 w 2057605"/>
                <a:gd name="connsiteY4228" fmla="*/ 2165197 h 3215359"/>
                <a:gd name="connsiteX4229" fmla="*/ 675177 w 2057605"/>
                <a:gd name="connsiteY4229" fmla="*/ 2167642 h 3215359"/>
                <a:gd name="connsiteX4230" fmla="*/ 668272 w 2057605"/>
                <a:gd name="connsiteY4230" fmla="*/ 2167642 h 3215359"/>
                <a:gd name="connsiteX4231" fmla="*/ 670813 w 2057605"/>
                <a:gd name="connsiteY4231" fmla="*/ 2170049 h 3215359"/>
                <a:gd name="connsiteX4232" fmla="*/ 670718 w 2057605"/>
                <a:gd name="connsiteY4232" fmla="*/ 2169943 h 3215359"/>
                <a:gd name="connsiteX4233" fmla="*/ 673163 w 2057605"/>
                <a:gd name="connsiteY4233" fmla="*/ 2169943 h 3215359"/>
                <a:gd name="connsiteX4234" fmla="*/ 675608 w 2057605"/>
                <a:gd name="connsiteY4234" fmla="*/ 2169943 h 3215359"/>
                <a:gd name="connsiteX4235" fmla="*/ 673163 w 2057605"/>
                <a:gd name="connsiteY4235" fmla="*/ 2172676 h 3215359"/>
                <a:gd name="connsiteX4236" fmla="*/ 670976 w 2057605"/>
                <a:gd name="connsiteY4236" fmla="*/ 2170231 h 3215359"/>
                <a:gd name="connsiteX4237" fmla="*/ 665683 w 2057605"/>
                <a:gd name="connsiteY4237" fmla="*/ 2170231 h 3215359"/>
                <a:gd name="connsiteX4238" fmla="*/ 671005 w 2057605"/>
                <a:gd name="connsiteY4238" fmla="*/ 2172964 h 3215359"/>
                <a:gd name="connsiteX4239" fmla="*/ 671005 w 2057605"/>
                <a:gd name="connsiteY4239" fmla="*/ 2175409 h 3215359"/>
                <a:gd name="connsiteX4240" fmla="*/ 668272 w 2057605"/>
                <a:gd name="connsiteY4240" fmla="*/ 2177854 h 3215359"/>
                <a:gd name="connsiteX4241" fmla="*/ 665683 w 2057605"/>
                <a:gd name="connsiteY4241" fmla="*/ 2175409 h 3215359"/>
                <a:gd name="connsiteX4242" fmla="*/ 668272 w 2057605"/>
                <a:gd name="connsiteY4242" fmla="*/ 2175409 h 3215359"/>
                <a:gd name="connsiteX4243" fmla="*/ 668272 w 2057605"/>
                <a:gd name="connsiteY4243" fmla="*/ 2172964 h 3215359"/>
                <a:gd name="connsiteX4244" fmla="*/ 665683 w 2057605"/>
                <a:gd name="connsiteY4244" fmla="*/ 2172964 h 3215359"/>
                <a:gd name="connsiteX4245" fmla="*/ 663238 w 2057605"/>
                <a:gd name="connsiteY4245" fmla="*/ 2175409 h 3215359"/>
                <a:gd name="connsiteX4246" fmla="*/ 665683 w 2057605"/>
                <a:gd name="connsiteY4246" fmla="*/ 2177854 h 3215359"/>
                <a:gd name="connsiteX4247" fmla="*/ 665683 w 2057605"/>
                <a:gd name="connsiteY4247" fmla="*/ 2180443 h 3215359"/>
                <a:gd name="connsiteX4248" fmla="*/ 671005 w 2057605"/>
                <a:gd name="connsiteY4248" fmla="*/ 2180443 h 3215359"/>
                <a:gd name="connsiteX4249" fmla="*/ 671005 w 2057605"/>
                <a:gd name="connsiteY4249" fmla="*/ 2183176 h 3215359"/>
                <a:gd name="connsiteX4250" fmla="*/ 668272 w 2057605"/>
                <a:gd name="connsiteY4250" fmla="*/ 2188067 h 3215359"/>
                <a:gd name="connsiteX4251" fmla="*/ 665683 w 2057605"/>
                <a:gd name="connsiteY4251" fmla="*/ 2188067 h 3215359"/>
                <a:gd name="connsiteX4252" fmla="*/ 665683 w 2057605"/>
                <a:gd name="connsiteY4252" fmla="*/ 2195834 h 3215359"/>
                <a:gd name="connsiteX4253" fmla="*/ 663238 w 2057605"/>
                <a:gd name="connsiteY4253" fmla="*/ 2195834 h 3215359"/>
                <a:gd name="connsiteX4254" fmla="*/ 663238 w 2057605"/>
                <a:gd name="connsiteY4254" fmla="*/ 2193389 h 3215359"/>
                <a:gd name="connsiteX4255" fmla="*/ 660793 w 2057605"/>
                <a:gd name="connsiteY4255" fmla="*/ 2193389 h 3215359"/>
                <a:gd name="connsiteX4256" fmla="*/ 660793 w 2057605"/>
                <a:gd name="connsiteY4256" fmla="*/ 2188067 h 3215359"/>
                <a:gd name="connsiteX4257" fmla="*/ 658060 w 2057605"/>
                <a:gd name="connsiteY4257" fmla="*/ 2188067 h 3215359"/>
                <a:gd name="connsiteX4258" fmla="*/ 658060 w 2057605"/>
                <a:gd name="connsiteY4258" fmla="*/ 2183176 h 3215359"/>
                <a:gd name="connsiteX4259" fmla="*/ 655471 w 2057605"/>
                <a:gd name="connsiteY4259" fmla="*/ 2180443 h 3215359"/>
                <a:gd name="connsiteX4260" fmla="*/ 653026 w 2057605"/>
                <a:gd name="connsiteY4260" fmla="*/ 2183176 h 3215359"/>
                <a:gd name="connsiteX4261" fmla="*/ 655471 w 2057605"/>
                <a:gd name="connsiteY4261" fmla="*/ 2185622 h 3215359"/>
                <a:gd name="connsiteX4262" fmla="*/ 653026 w 2057605"/>
                <a:gd name="connsiteY4262" fmla="*/ 2185622 h 3215359"/>
                <a:gd name="connsiteX4263" fmla="*/ 653026 w 2057605"/>
                <a:gd name="connsiteY4263" fmla="*/ 2188067 h 3215359"/>
                <a:gd name="connsiteX4264" fmla="*/ 655471 w 2057605"/>
                <a:gd name="connsiteY4264" fmla="*/ 2188067 h 3215359"/>
                <a:gd name="connsiteX4265" fmla="*/ 653026 w 2057605"/>
                <a:gd name="connsiteY4265" fmla="*/ 2190656 h 3215359"/>
                <a:gd name="connsiteX4266" fmla="*/ 650580 w 2057605"/>
                <a:gd name="connsiteY4266" fmla="*/ 2188067 h 3215359"/>
                <a:gd name="connsiteX4267" fmla="*/ 650580 w 2057605"/>
                <a:gd name="connsiteY4267" fmla="*/ 2190656 h 3215359"/>
                <a:gd name="connsiteX4268" fmla="*/ 647847 w 2057605"/>
                <a:gd name="connsiteY4268" fmla="*/ 2188067 h 3215359"/>
                <a:gd name="connsiteX4269" fmla="*/ 647847 w 2057605"/>
                <a:gd name="connsiteY4269" fmla="*/ 2185622 h 3215359"/>
                <a:gd name="connsiteX4270" fmla="*/ 645258 w 2057605"/>
                <a:gd name="connsiteY4270" fmla="*/ 2183176 h 3215359"/>
                <a:gd name="connsiteX4271" fmla="*/ 645258 w 2057605"/>
                <a:gd name="connsiteY4271" fmla="*/ 2185622 h 3215359"/>
                <a:gd name="connsiteX4272" fmla="*/ 644970 w 2057605"/>
                <a:gd name="connsiteY4272" fmla="*/ 2185919 h 3215359"/>
                <a:gd name="connsiteX4273" fmla="*/ 644970 w 2057605"/>
                <a:gd name="connsiteY4273" fmla="*/ 2187779 h 3215359"/>
                <a:gd name="connsiteX4274" fmla="*/ 644970 w 2057605"/>
                <a:gd name="connsiteY4274" fmla="*/ 2190368 h 3215359"/>
                <a:gd name="connsiteX4275" fmla="*/ 647559 w 2057605"/>
                <a:gd name="connsiteY4275" fmla="*/ 2193101 h 3215359"/>
                <a:gd name="connsiteX4276" fmla="*/ 650292 w 2057605"/>
                <a:gd name="connsiteY4276" fmla="*/ 2193101 h 3215359"/>
                <a:gd name="connsiteX4277" fmla="*/ 647559 w 2057605"/>
                <a:gd name="connsiteY4277" fmla="*/ 2195546 h 3215359"/>
                <a:gd name="connsiteX4278" fmla="*/ 644970 w 2057605"/>
                <a:gd name="connsiteY4278" fmla="*/ 2197992 h 3215359"/>
                <a:gd name="connsiteX4279" fmla="*/ 644970 w 2057605"/>
                <a:gd name="connsiteY4279" fmla="*/ 2193101 h 3215359"/>
                <a:gd name="connsiteX4280" fmla="*/ 642525 w 2057605"/>
                <a:gd name="connsiteY4280" fmla="*/ 2193101 h 3215359"/>
                <a:gd name="connsiteX4281" fmla="*/ 642525 w 2057605"/>
                <a:gd name="connsiteY4281" fmla="*/ 2190368 h 3215359"/>
                <a:gd name="connsiteX4282" fmla="*/ 642525 w 2057605"/>
                <a:gd name="connsiteY4282" fmla="*/ 2188436 h 3215359"/>
                <a:gd name="connsiteX4283" fmla="*/ 640368 w 2057605"/>
                <a:gd name="connsiteY4283" fmla="*/ 2190656 h 3215359"/>
                <a:gd name="connsiteX4284" fmla="*/ 637635 w 2057605"/>
                <a:gd name="connsiteY4284" fmla="*/ 2190656 h 3215359"/>
                <a:gd name="connsiteX4285" fmla="*/ 637635 w 2057605"/>
                <a:gd name="connsiteY4285" fmla="*/ 2195834 h 3215359"/>
                <a:gd name="connsiteX4286" fmla="*/ 632600 w 2057605"/>
                <a:gd name="connsiteY4286" fmla="*/ 2193389 h 3215359"/>
                <a:gd name="connsiteX4287" fmla="*/ 630155 w 2057605"/>
                <a:gd name="connsiteY4287" fmla="*/ 2190656 h 3215359"/>
                <a:gd name="connsiteX4288" fmla="*/ 630155 w 2057605"/>
                <a:gd name="connsiteY4288" fmla="*/ 2188067 h 3215359"/>
                <a:gd name="connsiteX4289" fmla="*/ 619943 w 2057605"/>
                <a:gd name="connsiteY4289" fmla="*/ 2188067 h 3215359"/>
                <a:gd name="connsiteX4290" fmla="*/ 622388 w 2057605"/>
                <a:gd name="connsiteY4290" fmla="*/ 2185622 h 3215359"/>
                <a:gd name="connsiteX4291" fmla="*/ 622388 w 2057605"/>
                <a:gd name="connsiteY4291" fmla="*/ 2183176 h 3215359"/>
                <a:gd name="connsiteX4292" fmla="*/ 617498 w 2057605"/>
                <a:gd name="connsiteY4292" fmla="*/ 2183176 h 3215359"/>
                <a:gd name="connsiteX4293" fmla="*/ 617498 w 2057605"/>
                <a:gd name="connsiteY4293" fmla="*/ 2180443 h 3215359"/>
                <a:gd name="connsiteX4294" fmla="*/ 612175 w 2057605"/>
                <a:gd name="connsiteY4294" fmla="*/ 2183176 h 3215359"/>
                <a:gd name="connsiteX4295" fmla="*/ 604552 w 2057605"/>
                <a:gd name="connsiteY4295" fmla="*/ 2183176 h 3215359"/>
                <a:gd name="connsiteX4296" fmla="*/ 604552 w 2057605"/>
                <a:gd name="connsiteY4296" fmla="*/ 2193389 h 3215359"/>
                <a:gd name="connsiteX4297" fmla="*/ 609730 w 2057605"/>
                <a:gd name="connsiteY4297" fmla="*/ 2195834 h 3215359"/>
                <a:gd name="connsiteX4298" fmla="*/ 609730 w 2057605"/>
                <a:gd name="connsiteY4298" fmla="*/ 2200868 h 3215359"/>
                <a:gd name="connsiteX4299" fmla="*/ 614765 w 2057605"/>
                <a:gd name="connsiteY4299" fmla="*/ 2203601 h 3215359"/>
                <a:gd name="connsiteX4300" fmla="*/ 614765 w 2057605"/>
                <a:gd name="connsiteY4300" fmla="*/ 2206047 h 3215359"/>
                <a:gd name="connsiteX4301" fmla="*/ 609730 w 2057605"/>
                <a:gd name="connsiteY4301" fmla="*/ 2203601 h 3215359"/>
                <a:gd name="connsiteX4302" fmla="*/ 604552 w 2057605"/>
                <a:gd name="connsiteY4302" fmla="*/ 2200868 h 3215359"/>
                <a:gd name="connsiteX4303" fmla="*/ 601963 w 2057605"/>
                <a:gd name="connsiteY4303" fmla="*/ 2203601 h 3215359"/>
                <a:gd name="connsiteX4304" fmla="*/ 601963 w 2057605"/>
                <a:gd name="connsiteY4304" fmla="*/ 2206047 h 3215359"/>
                <a:gd name="connsiteX4305" fmla="*/ 597073 w 2057605"/>
                <a:gd name="connsiteY4305" fmla="*/ 2206047 h 3215359"/>
                <a:gd name="connsiteX4306" fmla="*/ 594340 w 2057605"/>
                <a:gd name="connsiteY4306" fmla="*/ 2203601 h 3215359"/>
                <a:gd name="connsiteX4307" fmla="*/ 597073 w 2057605"/>
                <a:gd name="connsiteY4307" fmla="*/ 2203601 h 3215359"/>
                <a:gd name="connsiteX4308" fmla="*/ 594340 w 2057605"/>
                <a:gd name="connsiteY4308" fmla="*/ 2200868 h 3215359"/>
                <a:gd name="connsiteX4309" fmla="*/ 589305 w 2057605"/>
                <a:gd name="connsiteY4309" fmla="*/ 2200868 h 3215359"/>
                <a:gd name="connsiteX4310" fmla="*/ 584127 w 2057605"/>
                <a:gd name="connsiteY4310" fmla="*/ 2203601 h 3215359"/>
                <a:gd name="connsiteX4311" fmla="*/ 581538 w 2057605"/>
                <a:gd name="connsiteY4311" fmla="*/ 2206047 h 3215359"/>
                <a:gd name="connsiteX4312" fmla="*/ 579093 w 2057605"/>
                <a:gd name="connsiteY4312" fmla="*/ 2206047 h 3215359"/>
                <a:gd name="connsiteX4313" fmla="*/ 581538 w 2057605"/>
                <a:gd name="connsiteY4313" fmla="*/ 2203601 h 3215359"/>
                <a:gd name="connsiteX4314" fmla="*/ 581538 w 2057605"/>
                <a:gd name="connsiteY4314" fmla="*/ 2193389 h 3215359"/>
                <a:gd name="connsiteX4315" fmla="*/ 579093 w 2057605"/>
                <a:gd name="connsiteY4315" fmla="*/ 2193389 h 3215359"/>
                <a:gd name="connsiteX4316" fmla="*/ 579093 w 2057605"/>
                <a:gd name="connsiteY4316" fmla="*/ 2198279 h 3215359"/>
                <a:gd name="connsiteX4317" fmla="*/ 576647 w 2057605"/>
                <a:gd name="connsiteY4317" fmla="*/ 2198279 h 3215359"/>
                <a:gd name="connsiteX4318" fmla="*/ 576647 w 2057605"/>
                <a:gd name="connsiteY4318" fmla="*/ 2195115 h 3215359"/>
                <a:gd name="connsiteX4319" fmla="*/ 581538 w 2057605"/>
                <a:gd name="connsiteY4319" fmla="*/ 2184903 h 3215359"/>
                <a:gd name="connsiteX4320" fmla="*/ 581538 w 2057605"/>
                <a:gd name="connsiteY4320" fmla="*/ 2182457 h 3215359"/>
                <a:gd name="connsiteX4321" fmla="*/ 579093 w 2057605"/>
                <a:gd name="connsiteY4321" fmla="*/ 2184903 h 3215359"/>
                <a:gd name="connsiteX4322" fmla="*/ 579093 w 2057605"/>
                <a:gd name="connsiteY4322" fmla="*/ 2182457 h 3215359"/>
                <a:gd name="connsiteX4323" fmla="*/ 576647 w 2057605"/>
                <a:gd name="connsiteY4323" fmla="*/ 2182457 h 3215359"/>
                <a:gd name="connsiteX4324" fmla="*/ 573915 w 2057605"/>
                <a:gd name="connsiteY4324" fmla="*/ 2184903 h 3215359"/>
                <a:gd name="connsiteX4325" fmla="*/ 571325 w 2057605"/>
                <a:gd name="connsiteY4325" fmla="*/ 2184903 h 3215359"/>
                <a:gd name="connsiteX4326" fmla="*/ 571325 w 2057605"/>
                <a:gd name="connsiteY4326" fmla="*/ 2187348 h 3215359"/>
                <a:gd name="connsiteX4327" fmla="*/ 568880 w 2057605"/>
                <a:gd name="connsiteY4327" fmla="*/ 2184903 h 3215359"/>
                <a:gd name="connsiteX4328" fmla="*/ 563702 w 2057605"/>
                <a:gd name="connsiteY4328" fmla="*/ 2187348 h 3215359"/>
                <a:gd name="connsiteX4329" fmla="*/ 561113 w 2057605"/>
                <a:gd name="connsiteY4329" fmla="*/ 2189937 h 3215359"/>
                <a:gd name="connsiteX4330" fmla="*/ 561113 w 2057605"/>
                <a:gd name="connsiteY4330" fmla="*/ 2182457 h 3215359"/>
                <a:gd name="connsiteX4331" fmla="*/ 563702 w 2057605"/>
                <a:gd name="connsiteY4331" fmla="*/ 2179724 h 3215359"/>
                <a:gd name="connsiteX4332" fmla="*/ 563702 w 2057605"/>
                <a:gd name="connsiteY4332" fmla="*/ 2177135 h 3215359"/>
                <a:gd name="connsiteX4333" fmla="*/ 566435 w 2057605"/>
                <a:gd name="connsiteY4333" fmla="*/ 2177135 h 3215359"/>
                <a:gd name="connsiteX4334" fmla="*/ 566435 w 2057605"/>
                <a:gd name="connsiteY4334" fmla="*/ 2174690 h 3215359"/>
                <a:gd name="connsiteX4335" fmla="*/ 568880 w 2057605"/>
                <a:gd name="connsiteY4335" fmla="*/ 2172245 h 3215359"/>
                <a:gd name="connsiteX4336" fmla="*/ 571325 w 2057605"/>
                <a:gd name="connsiteY4336" fmla="*/ 2169512 h 3215359"/>
                <a:gd name="connsiteX4337" fmla="*/ 573915 w 2057605"/>
                <a:gd name="connsiteY4337" fmla="*/ 2166923 h 3215359"/>
                <a:gd name="connsiteX4338" fmla="*/ 576647 w 2057605"/>
                <a:gd name="connsiteY4338" fmla="*/ 2164477 h 3215359"/>
                <a:gd name="connsiteX4339" fmla="*/ 576647 w 2057605"/>
                <a:gd name="connsiteY4339" fmla="*/ 2162032 h 3215359"/>
                <a:gd name="connsiteX4340" fmla="*/ 579093 w 2057605"/>
                <a:gd name="connsiteY4340" fmla="*/ 2159299 h 3215359"/>
                <a:gd name="connsiteX4341" fmla="*/ 584127 w 2057605"/>
                <a:gd name="connsiteY4341" fmla="*/ 2151820 h 3215359"/>
                <a:gd name="connsiteX4342" fmla="*/ 586860 w 2057605"/>
                <a:gd name="connsiteY4342" fmla="*/ 2144052 h 3215359"/>
                <a:gd name="connsiteX4343" fmla="*/ 591750 w 2057605"/>
                <a:gd name="connsiteY4343" fmla="*/ 2141607 h 3215359"/>
                <a:gd name="connsiteX4344" fmla="*/ 601963 w 2057605"/>
                <a:gd name="connsiteY4344" fmla="*/ 2144052 h 3215359"/>
                <a:gd name="connsiteX4345" fmla="*/ 622388 w 2057605"/>
                <a:gd name="connsiteY4345" fmla="*/ 2144052 h 3215359"/>
                <a:gd name="connsiteX4346" fmla="*/ 624833 w 2057605"/>
                <a:gd name="connsiteY4346" fmla="*/ 2141607 h 3215359"/>
                <a:gd name="connsiteX4347" fmla="*/ 635046 w 2057605"/>
                <a:gd name="connsiteY4347" fmla="*/ 2141607 h 3215359"/>
                <a:gd name="connsiteX4348" fmla="*/ 637635 w 2057605"/>
                <a:gd name="connsiteY4348" fmla="*/ 2139162 h 3215359"/>
                <a:gd name="connsiteX4349" fmla="*/ 653026 w 2057605"/>
                <a:gd name="connsiteY4349" fmla="*/ 2133840 h 3215359"/>
                <a:gd name="connsiteX4350" fmla="*/ 655471 w 2057605"/>
                <a:gd name="connsiteY4350" fmla="*/ 2133840 h 3215359"/>
                <a:gd name="connsiteX4351" fmla="*/ 660793 w 2057605"/>
                <a:gd name="connsiteY4351" fmla="*/ 2131395 h 3215359"/>
                <a:gd name="connsiteX4352" fmla="*/ 660793 w 2057605"/>
                <a:gd name="connsiteY4352" fmla="*/ 2128949 h 3215359"/>
                <a:gd name="connsiteX4353" fmla="*/ 667409 w 2057605"/>
                <a:gd name="connsiteY4353" fmla="*/ 2128949 h 3215359"/>
                <a:gd name="connsiteX4354" fmla="*/ 670142 w 2057605"/>
                <a:gd name="connsiteY4354" fmla="*/ 2126217 h 3215359"/>
                <a:gd name="connsiteX4355" fmla="*/ 672588 w 2057605"/>
                <a:gd name="connsiteY4355" fmla="*/ 2126217 h 3215359"/>
                <a:gd name="connsiteX4356" fmla="*/ 687834 w 2057605"/>
                <a:gd name="connsiteY4356" fmla="*/ 2121182 h 3215359"/>
                <a:gd name="connsiteX4357" fmla="*/ 687834 w 2057605"/>
                <a:gd name="connsiteY4357" fmla="*/ 2123627 h 3215359"/>
                <a:gd name="connsiteX4358" fmla="*/ 698047 w 2057605"/>
                <a:gd name="connsiteY4358" fmla="*/ 2131395 h 3215359"/>
                <a:gd name="connsiteX4359" fmla="*/ 710705 w 2057605"/>
                <a:gd name="connsiteY4359" fmla="*/ 2139162 h 3215359"/>
                <a:gd name="connsiteX4360" fmla="*/ 713438 w 2057605"/>
                <a:gd name="connsiteY4360" fmla="*/ 2146642 h 3215359"/>
                <a:gd name="connsiteX4361" fmla="*/ 715883 w 2057605"/>
                <a:gd name="connsiteY4361" fmla="*/ 2149087 h 3215359"/>
                <a:gd name="connsiteX4362" fmla="*/ 715883 w 2057605"/>
                <a:gd name="connsiteY4362" fmla="*/ 2169512 h 3215359"/>
                <a:gd name="connsiteX4363" fmla="*/ 718328 w 2057605"/>
                <a:gd name="connsiteY4363" fmla="*/ 2169512 h 3215359"/>
                <a:gd name="connsiteX4364" fmla="*/ 718328 w 2057605"/>
                <a:gd name="connsiteY4364" fmla="*/ 2177854 h 3215359"/>
                <a:gd name="connsiteX4365" fmla="*/ 715883 w 2057605"/>
                <a:gd name="connsiteY4365" fmla="*/ 2177854 h 3215359"/>
                <a:gd name="connsiteX4366" fmla="*/ 715883 w 2057605"/>
                <a:gd name="connsiteY4366" fmla="*/ 2183176 h 3215359"/>
                <a:gd name="connsiteX4367" fmla="*/ 713438 w 2057605"/>
                <a:gd name="connsiteY4367" fmla="*/ 2183176 h 3215359"/>
                <a:gd name="connsiteX4368" fmla="*/ 710705 w 2057605"/>
                <a:gd name="connsiteY4368" fmla="*/ 2185622 h 3215359"/>
                <a:gd name="connsiteX4369" fmla="*/ 710705 w 2057605"/>
                <a:gd name="connsiteY4369" fmla="*/ 2188067 h 3215359"/>
                <a:gd name="connsiteX4370" fmla="*/ 713438 w 2057605"/>
                <a:gd name="connsiteY4370" fmla="*/ 2188067 h 3215359"/>
                <a:gd name="connsiteX4371" fmla="*/ 713438 w 2057605"/>
                <a:gd name="connsiteY4371" fmla="*/ 2190656 h 3215359"/>
                <a:gd name="connsiteX4372" fmla="*/ 710705 w 2057605"/>
                <a:gd name="connsiteY4372" fmla="*/ 2190656 h 3215359"/>
                <a:gd name="connsiteX4373" fmla="*/ 718328 w 2057605"/>
                <a:gd name="connsiteY4373" fmla="*/ 2195834 h 3215359"/>
                <a:gd name="connsiteX4374" fmla="*/ 724082 w 2057605"/>
                <a:gd name="connsiteY4374" fmla="*/ 2195834 h 3215359"/>
                <a:gd name="connsiteX4375" fmla="*/ 728972 w 2057605"/>
                <a:gd name="connsiteY4375" fmla="*/ 2203601 h 3215359"/>
                <a:gd name="connsiteX4376" fmla="*/ 728972 w 2057605"/>
                <a:gd name="connsiteY4376" fmla="*/ 2206047 h 3215359"/>
                <a:gd name="connsiteX4377" fmla="*/ 731561 w 2057605"/>
                <a:gd name="connsiteY4377" fmla="*/ 2206047 h 3215359"/>
                <a:gd name="connsiteX4378" fmla="*/ 734294 w 2057605"/>
                <a:gd name="connsiteY4378" fmla="*/ 2208492 h 3215359"/>
                <a:gd name="connsiteX4379" fmla="*/ 734294 w 2057605"/>
                <a:gd name="connsiteY4379" fmla="*/ 2206047 h 3215359"/>
                <a:gd name="connsiteX4380" fmla="*/ 731561 w 2057605"/>
                <a:gd name="connsiteY4380" fmla="*/ 2200868 h 3215359"/>
                <a:gd name="connsiteX4381" fmla="*/ 731561 w 2057605"/>
                <a:gd name="connsiteY4381" fmla="*/ 2195834 h 3215359"/>
                <a:gd name="connsiteX4382" fmla="*/ 734294 w 2057605"/>
                <a:gd name="connsiteY4382" fmla="*/ 2198279 h 3215359"/>
                <a:gd name="connsiteX4383" fmla="*/ 734294 w 2057605"/>
                <a:gd name="connsiteY4383" fmla="*/ 2200868 h 3215359"/>
                <a:gd name="connsiteX4384" fmla="*/ 736739 w 2057605"/>
                <a:gd name="connsiteY4384" fmla="*/ 2198279 h 3215359"/>
                <a:gd name="connsiteX4385" fmla="*/ 736739 w 2057605"/>
                <a:gd name="connsiteY4385" fmla="*/ 2200725 h 3215359"/>
                <a:gd name="connsiteX4386" fmla="*/ 741774 w 2057605"/>
                <a:gd name="connsiteY4386" fmla="*/ 2200725 h 3215359"/>
                <a:gd name="connsiteX4387" fmla="*/ 739185 w 2057605"/>
                <a:gd name="connsiteY4387" fmla="*/ 2198136 h 3215359"/>
                <a:gd name="connsiteX4388" fmla="*/ 741774 w 2057605"/>
                <a:gd name="connsiteY4388" fmla="*/ 2198136 h 3215359"/>
                <a:gd name="connsiteX4389" fmla="*/ 744507 w 2057605"/>
                <a:gd name="connsiteY4389" fmla="*/ 2200725 h 3215359"/>
                <a:gd name="connsiteX4390" fmla="*/ 744507 w 2057605"/>
                <a:gd name="connsiteY4390" fmla="*/ 2203458 h 3215359"/>
                <a:gd name="connsiteX4391" fmla="*/ 741774 w 2057605"/>
                <a:gd name="connsiteY4391" fmla="*/ 2205903 h 3215359"/>
                <a:gd name="connsiteX4392" fmla="*/ 739185 w 2057605"/>
                <a:gd name="connsiteY4392" fmla="*/ 2205903 h 3215359"/>
                <a:gd name="connsiteX4393" fmla="*/ 739185 w 2057605"/>
                <a:gd name="connsiteY4393" fmla="*/ 2208348 h 3215359"/>
                <a:gd name="connsiteX4394" fmla="*/ 736739 w 2057605"/>
                <a:gd name="connsiteY4394" fmla="*/ 2208348 h 3215359"/>
                <a:gd name="connsiteX4395" fmla="*/ 736739 w 2057605"/>
                <a:gd name="connsiteY4395" fmla="*/ 2210937 h 3215359"/>
                <a:gd name="connsiteX4396" fmla="*/ 741774 w 2057605"/>
                <a:gd name="connsiteY4396" fmla="*/ 2210937 h 3215359"/>
                <a:gd name="connsiteX4397" fmla="*/ 744507 w 2057605"/>
                <a:gd name="connsiteY4397" fmla="*/ 2213670 h 3215359"/>
                <a:gd name="connsiteX4398" fmla="*/ 744507 w 2057605"/>
                <a:gd name="connsiteY4398" fmla="*/ 2210937 h 3215359"/>
                <a:gd name="connsiteX4399" fmla="*/ 754719 w 2057605"/>
                <a:gd name="connsiteY4399" fmla="*/ 2210937 h 3215359"/>
                <a:gd name="connsiteX4400" fmla="*/ 754719 w 2057605"/>
                <a:gd name="connsiteY4400" fmla="*/ 2213670 h 3215359"/>
                <a:gd name="connsiteX4401" fmla="*/ 751986 w 2057605"/>
                <a:gd name="connsiteY4401" fmla="*/ 2213670 h 3215359"/>
                <a:gd name="connsiteX4402" fmla="*/ 751986 w 2057605"/>
                <a:gd name="connsiteY4402" fmla="*/ 2221150 h 3215359"/>
                <a:gd name="connsiteX4403" fmla="*/ 749397 w 2057605"/>
                <a:gd name="connsiteY4403" fmla="*/ 2223883 h 3215359"/>
                <a:gd name="connsiteX4404" fmla="*/ 751986 w 2057605"/>
                <a:gd name="connsiteY4404" fmla="*/ 2223883 h 3215359"/>
                <a:gd name="connsiteX4405" fmla="*/ 751986 w 2057605"/>
                <a:gd name="connsiteY4405" fmla="*/ 2226328 h 3215359"/>
                <a:gd name="connsiteX4406" fmla="*/ 754719 w 2057605"/>
                <a:gd name="connsiteY4406" fmla="*/ 2228773 h 3215359"/>
                <a:gd name="connsiteX4407" fmla="*/ 751986 w 2057605"/>
                <a:gd name="connsiteY4407" fmla="*/ 2233807 h 3215359"/>
                <a:gd name="connsiteX4408" fmla="*/ 754719 w 2057605"/>
                <a:gd name="connsiteY4408" fmla="*/ 2236540 h 3215359"/>
                <a:gd name="connsiteX4409" fmla="*/ 754719 w 2057605"/>
                <a:gd name="connsiteY4409" fmla="*/ 2241431 h 3215359"/>
                <a:gd name="connsiteX4410" fmla="*/ 757164 w 2057605"/>
                <a:gd name="connsiteY4410" fmla="*/ 2241431 h 3215359"/>
                <a:gd name="connsiteX4411" fmla="*/ 757164 w 2057605"/>
                <a:gd name="connsiteY4411" fmla="*/ 2238986 h 3215359"/>
                <a:gd name="connsiteX4412" fmla="*/ 762199 w 2057605"/>
                <a:gd name="connsiteY4412" fmla="*/ 2238986 h 3215359"/>
                <a:gd name="connsiteX4413" fmla="*/ 762199 w 2057605"/>
                <a:gd name="connsiteY4413" fmla="*/ 2236540 h 3215359"/>
                <a:gd name="connsiteX4414" fmla="*/ 764932 w 2057605"/>
                <a:gd name="connsiteY4414" fmla="*/ 2238986 h 3215359"/>
                <a:gd name="connsiteX4415" fmla="*/ 767377 w 2057605"/>
                <a:gd name="connsiteY4415" fmla="*/ 2241431 h 3215359"/>
                <a:gd name="connsiteX4416" fmla="*/ 772411 w 2057605"/>
                <a:gd name="connsiteY4416" fmla="*/ 2241431 h 3215359"/>
                <a:gd name="connsiteX4417" fmla="*/ 777589 w 2057605"/>
                <a:gd name="connsiteY4417" fmla="*/ 2238986 h 3215359"/>
                <a:gd name="connsiteX4418" fmla="*/ 780035 w 2057605"/>
                <a:gd name="connsiteY4418" fmla="*/ 2241431 h 3215359"/>
                <a:gd name="connsiteX4419" fmla="*/ 785069 w 2057605"/>
                <a:gd name="connsiteY4419" fmla="*/ 2241431 h 3215359"/>
                <a:gd name="connsiteX4420" fmla="*/ 785069 w 2057605"/>
                <a:gd name="connsiteY4420" fmla="*/ 2244020 h 3215359"/>
                <a:gd name="connsiteX4421" fmla="*/ 790247 w 2057605"/>
                <a:gd name="connsiteY4421" fmla="*/ 2241431 h 3215359"/>
                <a:gd name="connsiteX4422" fmla="*/ 793268 w 2057605"/>
                <a:gd name="connsiteY4422" fmla="*/ 2236540 h 3215359"/>
                <a:gd name="connsiteX4423" fmla="*/ 795857 w 2057605"/>
                <a:gd name="connsiteY4423" fmla="*/ 2236540 h 3215359"/>
                <a:gd name="connsiteX4424" fmla="*/ 795857 w 2057605"/>
                <a:gd name="connsiteY4424" fmla="*/ 2238986 h 3215359"/>
                <a:gd name="connsiteX4425" fmla="*/ 801035 w 2057605"/>
                <a:gd name="connsiteY4425" fmla="*/ 2238986 h 3215359"/>
                <a:gd name="connsiteX4426" fmla="*/ 801035 w 2057605"/>
                <a:gd name="connsiteY4426" fmla="*/ 2231362 h 3215359"/>
                <a:gd name="connsiteX4427" fmla="*/ 803480 w 2057605"/>
                <a:gd name="connsiteY4427" fmla="*/ 2228773 h 3215359"/>
                <a:gd name="connsiteX4428" fmla="*/ 806069 w 2057605"/>
                <a:gd name="connsiteY4428" fmla="*/ 2226328 h 3215359"/>
                <a:gd name="connsiteX4429" fmla="*/ 806069 w 2057605"/>
                <a:gd name="connsiteY4429" fmla="*/ 2228773 h 3215359"/>
                <a:gd name="connsiteX4430" fmla="*/ 811248 w 2057605"/>
                <a:gd name="connsiteY4430" fmla="*/ 2233807 h 3215359"/>
                <a:gd name="connsiteX4431" fmla="*/ 811248 w 2057605"/>
                <a:gd name="connsiteY4431" fmla="*/ 2236540 h 3215359"/>
                <a:gd name="connsiteX4432" fmla="*/ 808802 w 2057605"/>
                <a:gd name="connsiteY4432" fmla="*/ 2236540 h 3215359"/>
                <a:gd name="connsiteX4433" fmla="*/ 808802 w 2057605"/>
                <a:gd name="connsiteY4433" fmla="*/ 2238986 h 3215359"/>
                <a:gd name="connsiteX4434" fmla="*/ 806069 w 2057605"/>
                <a:gd name="connsiteY4434" fmla="*/ 2241431 h 3215359"/>
                <a:gd name="connsiteX4435" fmla="*/ 808802 w 2057605"/>
                <a:gd name="connsiteY4435" fmla="*/ 2241431 h 3215359"/>
                <a:gd name="connsiteX4436" fmla="*/ 808802 w 2057605"/>
                <a:gd name="connsiteY4436" fmla="*/ 2247328 h 3215359"/>
                <a:gd name="connsiteX4437" fmla="*/ 813693 w 2057605"/>
                <a:gd name="connsiteY4437" fmla="*/ 2252219 h 3215359"/>
                <a:gd name="connsiteX4438" fmla="*/ 813693 w 2057605"/>
                <a:gd name="connsiteY4438" fmla="*/ 2254808 h 3215359"/>
                <a:gd name="connsiteX4439" fmla="*/ 819015 w 2057605"/>
                <a:gd name="connsiteY4439" fmla="*/ 2254808 h 3215359"/>
                <a:gd name="connsiteX4440" fmla="*/ 819015 w 2057605"/>
                <a:gd name="connsiteY4440" fmla="*/ 2259986 h 3215359"/>
                <a:gd name="connsiteX4441" fmla="*/ 820597 w 2057605"/>
                <a:gd name="connsiteY4441" fmla="*/ 2259986 h 3215359"/>
                <a:gd name="connsiteX4442" fmla="*/ 823042 w 2057605"/>
                <a:gd name="connsiteY4442" fmla="*/ 2262431 h 3215359"/>
                <a:gd name="connsiteX4443" fmla="*/ 825631 w 2057605"/>
                <a:gd name="connsiteY4443" fmla="*/ 2259986 h 3215359"/>
                <a:gd name="connsiteX4444" fmla="*/ 825631 w 2057605"/>
                <a:gd name="connsiteY4444" fmla="*/ 2262431 h 3215359"/>
                <a:gd name="connsiteX4445" fmla="*/ 828364 w 2057605"/>
                <a:gd name="connsiteY4445" fmla="*/ 2270199 h 3215359"/>
                <a:gd name="connsiteX4446" fmla="*/ 828364 w 2057605"/>
                <a:gd name="connsiteY4446" fmla="*/ 2271781 h 3215359"/>
                <a:gd name="connsiteX4447" fmla="*/ 838577 w 2057605"/>
                <a:gd name="connsiteY4447" fmla="*/ 2277103 h 3215359"/>
                <a:gd name="connsiteX4448" fmla="*/ 846056 w 2057605"/>
                <a:gd name="connsiteY4448" fmla="*/ 2277103 h 3215359"/>
                <a:gd name="connsiteX4449" fmla="*/ 848789 w 2057605"/>
                <a:gd name="connsiteY4449" fmla="*/ 2279548 h 3215359"/>
                <a:gd name="connsiteX4450" fmla="*/ 851235 w 2057605"/>
                <a:gd name="connsiteY4450" fmla="*/ 2281993 h 3215359"/>
                <a:gd name="connsiteX4451" fmla="*/ 851235 w 2057605"/>
                <a:gd name="connsiteY4451" fmla="*/ 2284582 h 3215359"/>
                <a:gd name="connsiteX4452" fmla="*/ 853680 w 2057605"/>
                <a:gd name="connsiteY4452" fmla="*/ 2287315 h 3215359"/>
                <a:gd name="connsiteX4453" fmla="*/ 853680 w 2057605"/>
                <a:gd name="connsiteY4453" fmla="*/ 2284582 h 3215359"/>
                <a:gd name="connsiteX4454" fmla="*/ 856269 w 2057605"/>
                <a:gd name="connsiteY4454" fmla="*/ 2284582 h 3215359"/>
                <a:gd name="connsiteX4455" fmla="*/ 858714 w 2057605"/>
                <a:gd name="connsiteY4455" fmla="*/ 2279548 h 3215359"/>
                <a:gd name="connsiteX4456" fmla="*/ 861447 w 2057605"/>
                <a:gd name="connsiteY4456" fmla="*/ 2281993 h 3215359"/>
                <a:gd name="connsiteX4457" fmla="*/ 863892 w 2057605"/>
                <a:gd name="connsiteY4457" fmla="*/ 2284582 h 3215359"/>
                <a:gd name="connsiteX4458" fmla="*/ 866337 w 2057605"/>
                <a:gd name="connsiteY4458" fmla="*/ 2284582 h 3215359"/>
                <a:gd name="connsiteX4459" fmla="*/ 866337 w 2057605"/>
                <a:gd name="connsiteY4459" fmla="*/ 2281993 h 3215359"/>
                <a:gd name="connsiteX4460" fmla="*/ 868927 w 2057605"/>
                <a:gd name="connsiteY4460" fmla="*/ 2281993 h 3215359"/>
                <a:gd name="connsiteX4461" fmla="*/ 871660 w 2057605"/>
                <a:gd name="connsiteY4461" fmla="*/ 2277103 h 3215359"/>
                <a:gd name="connsiteX4462" fmla="*/ 871660 w 2057605"/>
                <a:gd name="connsiteY4462" fmla="*/ 2284582 h 3215359"/>
                <a:gd name="connsiteX4463" fmla="*/ 876550 w 2057605"/>
                <a:gd name="connsiteY4463" fmla="*/ 2284582 h 3215359"/>
                <a:gd name="connsiteX4464" fmla="*/ 874680 w 2057605"/>
                <a:gd name="connsiteY4464" fmla="*/ 2287315 h 3215359"/>
                <a:gd name="connsiteX4465" fmla="*/ 877125 w 2057605"/>
                <a:gd name="connsiteY4465" fmla="*/ 2292206 h 3215359"/>
                <a:gd name="connsiteX4466" fmla="*/ 879715 w 2057605"/>
                <a:gd name="connsiteY4466" fmla="*/ 2289761 h 3215359"/>
                <a:gd name="connsiteX4467" fmla="*/ 879715 w 2057605"/>
                <a:gd name="connsiteY4467" fmla="*/ 2287315 h 3215359"/>
                <a:gd name="connsiteX4468" fmla="*/ 882448 w 2057605"/>
                <a:gd name="connsiteY4468" fmla="*/ 2287315 h 3215359"/>
                <a:gd name="connsiteX4469" fmla="*/ 882448 w 2057605"/>
                <a:gd name="connsiteY4469" fmla="*/ 2292206 h 3215359"/>
                <a:gd name="connsiteX4470" fmla="*/ 884893 w 2057605"/>
                <a:gd name="connsiteY4470" fmla="*/ 2292206 h 3215359"/>
                <a:gd name="connsiteX4471" fmla="*/ 884893 w 2057605"/>
                <a:gd name="connsiteY4471" fmla="*/ 2289761 h 3215359"/>
                <a:gd name="connsiteX4472" fmla="*/ 887338 w 2057605"/>
                <a:gd name="connsiteY4472" fmla="*/ 2292206 h 3215359"/>
                <a:gd name="connsiteX4473" fmla="*/ 887338 w 2057605"/>
                <a:gd name="connsiteY4473" fmla="*/ 2294795 h 3215359"/>
                <a:gd name="connsiteX4474" fmla="*/ 889927 w 2057605"/>
                <a:gd name="connsiteY4474" fmla="*/ 2294795 h 3215359"/>
                <a:gd name="connsiteX4475" fmla="*/ 889927 w 2057605"/>
                <a:gd name="connsiteY4475" fmla="*/ 2292206 h 3215359"/>
                <a:gd name="connsiteX4476" fmla="*/ 895105 w 2057605"/>
                <a:gd name="connsiteY4476" fmla="*/ 2292206 h 3215359"/>
                <a:gd name="connsiteX4477" fmla="*/ 895105 w 2057605"/>
                <a:gd name="connsiteY4477" fmla="*/ 2289761 h 3215359"/>
                <a:gd name="connsiteX4478" fmla="*/ 897551 w 2057605"/>
                <a:gd name="connsiteY4478" fmla="*/ 2287315 h 3215359"/>
                <a:gd name="connsiteX4479" fmla="*/ 897551 w 2057605"/>
                <a:gd name="connsiteY4479" fmla="*/ 2289761 h 3215359"/>
                <a:gd name="connsiteX4480" fmla="*/ 900140 w 2057605"/>
                <a:gd name="connsiteY4480" fmla="*/ 2289761 h 3215359"/>
                <a:gd name="connsiteX4481" fmla="*/ 900140 w 2057605"/>
                <a:gd name="connsiteY4481" fmla="*/ 2287315 h 3215359"/>
                <a:gd name="connsiteX4482" fmla="*/ 902873 w 2057605"/>
                <a:gd name="connsiteY4482" fmla="*/ 2289761 h 3215359"/>
                <a:gd name="connsiteX4483" fmla="*/ 905318 w 2057605"/>
                <a:gd name="connsiteY4483" fmla="*/ 2284582 h 3215359"/>
                <a:gd name="connsiteX4484" fmla="*/ 905318 w 2057605"/>
                <a:gd name="connsiteY4484" fmla="*/ 2281993 h 3215359"/>
                <a:gd name="connsiteX4485" fmla="*/ 908194 w 2057605"/>
                <a:gd name="connsiteY4485" fmla="*/ 2281993 h 3215359"/>
                <a:gd name="connsiteX4486" fmla="*/ 908194 w 2057605"/>
                <a:gd name="connsiteY4486" fmla="*/ 2284582 h 3215359"/>
                <a:gd name="connsiteX4487" fmla="*/ 910208 w 2057605"/>
                <a:gd name="connsiteY4487" fmla="*/ 2284582 h 3215359"/>
                <a:gd name="connsiteX4488" fmla="*/ 910208 w 2057605"/>
                <a:gd name="connsiteY4488" fmla="*/ 2282137 h 3215359"/>
                <a:gd name="connsiteX4489" fmla="*/ 912941 w 2057605"/>
                <a:gd name="connsiteY4489" fmla="*/ 2282137 h 3215359"/>
                <a:gd name="connsiteX4490" fmla="*/ 912941 w 2057605"/>
                <a:gd name="connsiteY4490" fmla="*/ 2284582 h 3215359"/>
                <a:gd name="connsiteX4491" fmla="*/ 910784 w 2057605"/>
                <a:gd name="connsiteY4491" fmla="*/ 2284582 h 3215359"/>
                <a:gd name="connsiteX4492" fmla="*/ 910784 w 2057605"/>
                <a:gd name="connsiteY4492" fmla="*/ 2287315 h 3215359"/>
                <a:gd name="connsiteX4493" fmla="*/ 915962 w 2057605"/>
                <a:gd name="connsiteY4493" fmla="*/ 2287315 h 3215359"/>
                <a:gd name="connsiteX4494" fmla="*/ 920996 w 2057605"/>
                <a:gd name="connsiteY4494" fmla="*/ 2284582 h 3215359"/>
                <a:gd name="connsiteX4495" fmla="*/ 920996 w 2057605"/>
                <a:gd name="connsiteY4495" fmla="*/ 2281993 h 3215359"/>
                <a:gd name="connsiteX4496" fmla="*/ 926174 w 2057605"/>
                <a:gd name="connsiteY4496" fmla="*/ 2281993 h 3215359"/>
                <a:gd name="connsiteX4497" fmla="*/ 928619 w 2057605"/>
                <a:gd name="connsiteY4497" fmla="*/ 2279548 h 3215359"/>
                <a:gd name="connsiteX4498" fmla="*/ 931209 w 2057605"/>
                <a:gd name="connsiteY4498" fmla="*/ 2274370 h 3215359"/>
                <a:gd name="connsiteX4499" fmla="*/ 933654 w 2057605"/>
                <a:gd name="connsiteY4499" fmla="*/ 2274370 h 3215359"/>
                <a:gd name="connsiteX4500" fmla="*/ 933654 w 2057605"/>
                <a:gd name="connsiteY4500" fmla="*/ 2277103 h 3215359"/>
                <a:gd name="connsiteX4501" fmla="*/ 936387 w 2057605"/>
                <a:gd name="connsiteY4501" fmla="*/ 2277103 h 3215359"/>
                <a:gd name="connsiteX4502" fmla="*/ 936387 w 2057605"/>
                <a:gd name="connsiteY4502" fmla="*/ 2281993 h 3215359"/>
                <a:gd name="connsiteX4503" fmla="*/ 938832 w 2057605"/>
                <a:gd name="connsiteY4503" fmla="*/ 2279548 h 3215359"/>
                <a:gd name="connsiteX4504" fmla="*/ 943866 w 2057605"/>
                <a:gd name="connsiteY4504" fmla="*/ 2277103 h 3215359"/>
                <a:gd name="connsiteX4505" fmla="*/ 949044 w 2057605"/>
                <a:gd name="connsiteY4505" fmla="*/ 2277103 h 3215359"/>
                <a:gd name="connsiteX4506" fmla="*/ 951634 w 2057605"/>
                <a:gd name="connsiteY4506" fmla="*/ 2274370 h 3215359"/>
                <a:gd name="connsiteX4507" fmla="*/ 954079 w 2057605"/>
                <a:gd name="connsiteY4507" fmla="*/ 2274370 h 3215359"/>
                <a:gd name="connsiteX4508" fmla="*/ 954079 w 2057605"/>
                <a:gd name="connsiteY4508" fmla="*/ 2277103 h 3215359"/>
                <a:gd name="connsiteX4509" fmla="*/ 956812 w 2057605"/>
                <a:gd name="connsiteY4509" fmla="*/ 2279548 h 3215359"/>
                <a:gd name="connsiteX4510" fmla="*/ 961702 w 2057605"/>
                <a:gd name="connsiteY4510" fmla="*/ 2281993 h 3215359"/>
                <a:gd name="connsiteX4511" fmla="*/ 961702 w 2057605"/>
                <a:gd name="connsiteY4511" fmla="*/ 2279548 h 3215359"/>
                <a:gd name="connsiteX4512" fmla="*/ 967024 w 2057605"/>
                <a:gd name="connsiteY4512" fmla="*/ 2281993 h 3215359"/>
                <a:gd name="connsiteX4513" fmla="*/ 969470 w 2057605"/>
                <a:gd name="connsiteY4513" fmla="*/ 2279548 h 3215359"/>
                <a:gd name="connsiteX4514" fmla="*/ 969470 w 2057605"/>
                <a:gd name="connsiteY4514" fmla="*/ 2281993 h 3215359"/>
                <a:gd name="connsiteX4515" fmla="*/ 974504 w 2057605"/>
                <a:gd name="connsiteY4515" fmla="*/ 2281993 h 3215359"/>
                <a:gd name="connsiteX4516" fmla="*/ 974504 w 2057605"/>
                <a:gd name="connsiteY4516" fmla="*/ 2279548 h 3215359"/>
                <a:gd name="connsiteX4517" fmla="*/ 977237 w 2057605"/>
                <a:gd name="connsiteY4517" fmla="*/ 2281993 h 3215359"/>
                <a:gd name="connsiteX4518" fmla="*/ 978963 w 2057605"/>
                <a:gd name="connsiteY4518" fmla="*/ 2281993 h 3215359"/>
                <a:gd name="connsiteX4519" fmla="*/ 978963 w 2057605"/>
                <a:gd name="connsiteY4519" fmla="*/ 2284582 h 3215359"/>
                <a:gd name="connsiteX4520" fmla="*/ 981408 w 2057605"/>
                <a:gd name="connsiteY4520" fmla="*/ 2284582 h 3215359"/>
                <a:gd name="connsiteX4521" fmla="*/ 983997 w 2057605"/>
                <a:gd name="connsiteY4521" fmla="*/ 2281993 h 3215359"/>
                <a:gd name="connsiteX4522" fmla="*/ 983997 w 2057605"/>
                <a:gd name="connsiteY4522" fmla="*/ 2284582 h 3215359"/>
                <a:gd name="connsiteX4523" fmla="*/ 986730 w 2057605"/>
                <a:gd name="connsiteY4523" fmla="*/ 2284582 h 3215359"/>
                <a:gd name="connsiteX4524" fmla="*/ 989175 w 2057605"/>
                <a:gd name="connsiteY4524" fmla="*/ 2287315 h 3215359"/>
                <a:gd name="connsiteX4525" fmla="*/ 989175 w 2057605"/>
                <a:gd name="connsiteY4525" fmla="*/ 2284582 h 3215359"/>
                <a:gd name="connsiteX4526" fmla="*/ 991621 w 2057605"/>
                <a:gd name="connsiteY4526" fmla="*/ 2284582 h 3215359"/>
                <a:gd name="connsiteX4527" fmla="*/ 991621 w 2057605"/>
                <a:gd name="connsiteY4527" fmla="*/ 2287315 h 3215359"/>
                <a:gd name="connsiteX4528" fmla="*/ 993922 w 2057605"/>
                <a:gd name="connsiteY4528" fmla="*/ 2287315 h 3215359"/>
                <a:gd name="connsiteX4529" fmla="*/ 996655 w 2057605"/>
                <a:gd name="connsiteY4529" fmla="*/ 2289761 h 3215359"/>
                <a:gd name="connsiteX4530" fmla="*/ 999100 w 2057605"/>
                <a:gd name="connsiteY4530" fmla="*/ 2294795 h 3215359"/>
                <a:gd name="connsiteX4531" fmla="*/ 1001546 w 2057605"/>
                <a:gd name="connsiteY4531" fmla="*/ 2294795 h 3215359"/>
                <a:gd name="connsiteX4532" fmla="*/ 1004135 w 2057605"/>
                <a:gd name="connsiteY4532" fmla="*/ 2292206 h 3215359"/>
                <a:gd name="connsiteX4533" fmla="*/ 1006580 w 2057605"/>
                <a:gd name="connsiteY4533" fmla="*/ 2294795 h 3215359"/>
                <a:gd name="connsiteX4534" fmla="*/ 1009313 w 2057605"/>
                <a:gd name="connsiteY4534" fmla="*/ 2294795 h 3215359"/>
                <a:gd name="connsiteX4535" fmla="*/ 1009313 w 2057605"/>
                <a:gd name="connsiteY4535" fmla="*/ 2292206 h 3215359"/>
                <a:gd name="connsiteX4536" fmla="*/ 1011758 w 2057605"/>
                <a:gd name="connsiteY4536" fmla="*/ 2297528 h 3215359"/>
                <a:gd name="connsiteX4537" fmla="*/ 1014347 w 2057605"/>
                <a:gd name="connsiteY4537" fmla="*/ 2297528 h 3215359"/>
                <a:gd name="connsiteX4538" fmla="*/ 1014347 w 2057605"/>
                <a:gd name="connsiteY4538" fmla="*/ 2289761 h 3215359"/>
                <a:gd name="connsiteX4539" fmla="*/ 1016792 w 2057605"/>
                <a:gd name="connsiteY4539" fmla="*/ 2289761 h 3215359"/>
                <a:gd name="connsiteX4540" fmla="*/ 1016792 w 2057605"/>
                <a:gd name="connsiteY4540" fmla="*/ 2292206 h 3215359"/>
                <a:gd name="connsiteX4541" fmla="*/ 1019525 w 2057605"/>
                <a:gd name="connsiteY4541" fmla="*/ 2292206 h 3215359"/>
                <a:gd name="connsiteX4542" fmla="*/ 1021971 w 2057605"/>
                <a:gd name="connsiteY4542" fmla="*/ 2289761 h 3215359"/>
                <a:gd name="connsiteX4543" fmla="*/ 1021971 w 2057605"/>
                <a:gd name="connsiteY4543" fmla="*/ 2287315 h 3215359"/>
                <a:gd name="connsiteX4544" fmla="*/ 1024560 w 2057605"/>
                <a:gd name="connsiteY4544" fmla="*/ 2287315 h 3215359"/>
                <a:gd name="connsiteX4545" fmla="*/ 1024560 w 2057605"/>
                <a:gd name="connsiteY4545" fmla="*/ 2284582 h 3215359"/>
                <a:gd name="connsiteX4546" fmla="*/ 1027005 w 2057605"/>
                <a:gd name="connsiteY4546" fmla="*/ 2287315 h 3215359"/>
                <a:gd name="connsiteX4547" fmla="*/ 1029738 w 2057605"/>
                <a:gd name="connsiteY4547" fmla="*/ 2287315 h 3215359"/>
                <a:gd name="connsiteX4548" fmla="*/ 1032183 w 2057605"/>
                <a:gd name="connsiteY4548" fmla="*/ 2284582 h 3215359"/>
                <a:gd name="connsiteX4549" fmla="*/ 1034772 w 2057605"/>
                <a:gd name="connsiteY4549" fmla="*/ 2284582 h 3215359"/>
                <a:gd name="connsiteX4550" fmla="*/ 1034772 w 2057605"/>
                <a:gd name="connsiteY4550" fmla="*/ 2287603 h 3215359"/>
                <a:gd name="connsiteX4551" fmla="*/ 1039950 w 2057605"/>
                <a:gd name="connsiteY4551" fmla="*/ 2287603 h 3215359"/>
                <a:gd name="connsiteX4552" fmla="*/ 1034772 w 2057605"/>
                <a:gd name="connsiteY4552" fmla="*/ 2277390 h 3215359"/>
                <a:gd name="connsiteX4553" fmla="*/ 1034772 w 2057605"/>
                <a:gd name="connsiteY4553" fmla="*/ 2274657 h 3215359"/>
                <a:gd name="connsiteX4554" fmla="*/ 1032183 w 2057605"/>
                <a:gd name="connsiteY4554" fmla="*/ 2277390 h 3215359"/>
                <a:gd name="connsiteX4555" fmla="*/ 1029738 w 2057605"/>
                <a:gd name="connsiteY4555" fmla="*/ 2277390 h 3215359"/>
                <a:gd name="connsiteX4556" fmla="*/ 1024560 w 2057605"/>
                <a:gd name="connsiteY4556" fmla="*/ 2264445 h 3215359"/>
                <a:gd name="connsiteX4557" fmla="*/ 1021971 w 2057605"/>
                <a:gd name="connsiteY4557" fmla="*/ 2259411 h 3215359"/>
                <a:gd name="connsiteX4558" fmla="*/ 1021971 w 2057605"/>
                <a:gd name="connsiteY4558" fmla="*/ 2251643 h 3215359"/>
                <a:gd name="connsiteX4559" fmla="*/ 1027005 w 2057605"/>
                <a:gd name="connsiteY4559" fmla="*/ 2251643 h 3215359"/>
                <a:gd name="connsiteX4560" fmla="*/ 1029738 w 2057605"/>
                <a:gd name="connsiteY4560" fmla="*/ 2246753 h 3215359"/>
                <a:gd name="connsiteX4561" fmla="*/ 1029738 w 2057605"/>
                <a:gd name="connsiteY4561" fmla="*/ 2249198 h 3215359"/>
                <a:gd name="connsiteX4562" fmla="*/ 1032183 w 2057605"/>
                <a:gd name="connsiteY4562" fmla="*/ 2249198 h 3215359"/>
                <a:gd name="connsiteX4563" fmla="*/ 1032183 w 2057605"/>
                <a:gd name="connsiteY4563" fmla="*/ 2244020 h 3215359"/>
                <a:gd name="connsiteX4564" fmla="*/ 1029738 w 2057605"/>
                <a:gd name="connsiteY4564" fmla="*/ 2241431 h 3215359"/>
                <a:gd name="connsiteX4565" fmla="*/ 1034772 w 2057605"/>
                <a:gd name="connsiteY4565" fmla="*/ 2241431 h 3215359"/>
                <a:gd name="connsiteX4566" fmla="*/ 1034772 w 2057605"/>
                <a:gd name="connsiteY4566" fmla="*/ 2236684 h 3215359"/>
                <a:gd name="connsiteX4567" fmla="*/ 1037937 w 2057605"/>
                <a:gd name="connsiteY4567" fmla="*/ 2236684 h 3215359"/>
                <a:gd name="connsiteX4568" fmla="*/ 1037937 w 2057605"/>
                <a:gd name="connsiteY4568" fmla="*/ 2244164 h 3215359"/>
                <a:gd name="connsiteX4569" fmla="*/ 1040670 w 2057605"/>
                <a:gd name="connsiteY4569" fmla="*/ 2249342 h 3215359"/>
                <a:gd name="connsiteX4570" fmla="*/ 1043115 w 2057605"/>
                <a:gd name="connsiteY4570" fmla="*/ 2249342 h 3215359"/>
                <a:gd name="connsiteX4571" fmla="*/ 1043115 w 2057605"/>
                <a:gd name="connsiteY4571" fmla="*/ 2239129 h 3215359"/>
                <a:gd name="connsiteX4572" fmla="*/ 1037937 w 2057605"/>
                <a:gd name="connsiteY4572" fmla="*/ 2233951 h 3215359"/>
                <a:gd name="connsiteX4573" fmla="*/ 1035491 w 2057605"/>
                <a:gd name="connsiteY4573" fmla="*/ 2233951 h 3215359"/>
                <a:gd name="connsiteX4574" fmla="*/ 1035491 w 2057605"/>
                <a:gd name="connsiteY4574" fmla="*/ 2228917 h 3215359"/>
                <a:gd name="connsiteX4575" fmla="*/ 1032902 w 2057605"/>
                <a:gd name="connsiteY4575" fmla="*/ 2226472 h 3215359"/>
                <a:gd name="connsiteX4576" fmla="*/ 1030457 w 2057605"/>
                <a:gd name="connsiteY4576" fmla="*/ 2221294 h 3215359"/>
                <a:gd name="connsiteX4577" fmla="*/ 1027724 w 2057605"/>
                <a:gd name="connsiteY4577" fmla="*/ 2218704 h 3215359"/>
                <a:gd name="connsiteX4578" fmla="*/ 1025279 w 2057605"/>
                <a:gd name="connsiteY4578" fmla="*/ 2213814 h 3215359"/>
                <a:gd name="connsiteX4579" fmla="*/ 1025279 w 2057605"/>
                <a:gd name="connsiteY4579" fmla="*/ 2211081 h 3215359"/>
                <a:gd name="connsiteX4580" fmla="*/ 1027724 w 2057605"/>
                <a:gd name="connsiteY4580" fmla="*/ 2211081 h 3215359"/>
                <a:gd name="connsiteX4581" fmla="*/ 1027724 w 2057605"/>
                <a:gd name="connsiteY4581" fmla="*/ 2213814 h 3215359"/>
                <a:gd name="connsiteX4582" fmla="*/ 1030457 w 2057605"/>
                <a:gd name="connsiteY4582" fmla="*/ 2211081 h 3215359"/>
                <a:gd name="connsiteX4583" fmla="*/ 1030457 w 2057605"/>
                <a:gd name="connsiteY4583" fmla="*/ 2213814 h 3215359"/>
                <a:gd name="connsiteX4584" fmla="*/ 1032902 w 2057605"/>
                <a:gd name="connsiteY4584" fmla="*/ 2216259 h 3215359"/>
                <a:gd name="connsiteX4585" fmla="*/ 1035491 w 2057605"/>
                <a:gd name="connsiteY4585" fmla="*/ 2218704 h 3215359"/>
                <a:gd name="connsiteX4586" fmla="*/ 1035491 w 2057605"/>
                <a:gd name="connsiteY4586" fmla="*/ 2213814 h 3215359"/>
                <a:gd name="connsiteX4587" fmla="*/ 1037937 w 2057605"/>
                <a:gd name="connsiteY4587" fmla="*/ 2216259 h 3215359"/>
                <a:gd name="connsiteX4588" fmla="*/ 1035491 w 2057605"/>
                <a:gd name="connsiteY4588" fmla="*/ 2211081 h 3215359"/>
                <a:gd name="connsiteX4589" fmla="*/ 1035491 w 2057605"/>
                <a:gd name="connsiteY4589" fmla="*/ 2208492 h 3215359"/>
                <a:gd name="connsiteX4590" fmla="*/ 1037937 w 2057605"/>
                <a:gd name="connsiteY4590" fmla="*/ 2211081 h 3215359"/>
                <a:gd name="connsiteX4591" fmla="*/ 1037937 w 2057605"/>
                <a:gd name="connsiteY4591" fmla="*/ 2213814 h 3215359"/>
                <a:gd name="connsiteX4592" fmla="*/ 1040670 w 2057605"/>
                <a:gd name="connsiteY4592" fmla="*/ 2213814 h 3215359"/>
                <a:gd name="connsiteX4593" fmla="*/ 1040670 w 2057605"/>
                <a:gd name="connsiteY4593" fmla="*/ 2211081 h 3215359"/>
                <a:gd name="connsiteX4594" fmla="*/ 1043115 w 2057605"/>
                <a:gd name="connsiteY4594" fmla="*/ 2213814 h 3215359"/>
                <a:gd name="connsiteX4595" fmla="*/ 1043115 w 2057605"/>
                <a:gd name="connsiteY4595" fmla="*/ 2216259 h 3215359"/>
                <a:gd name="connsiteX4596" fmla="*/ 1045560 w 2057605"/>
                <a:gd name="connsiteY4596" fmla="*/ 2216259 h 3215359"/>
                <a:gd name="connsiteX4597" fmla="*/ 1045560 w 2057605"/>
                <a:gd name="connsiteY4597" fmla="*/ 2218704 h 3215359"/>
                <a:gd name="connsiteX4598" fmla="*/ 1048149 w 2057605"/>
                <a:gd name="connsiteY4598" fmla="*/ 2221294 h 3215359"/>
                <a:gd name="connsiteX4599" fmla="*/ 1048149 w 2057605"/>
                <a:gd name="connsiteY4599" fmla="*/ 2224026 h 3215359"/>
                <a:gd name="connsiteX4600" fmla="*/ 1050882 w 2057605"/>
                <a:gd name="connsiteY4600" fmla="*/ 2224026 h 3215359"/>
                <a:gd name="connsiteX4601" fmla="*/ 1050882 w 2057605"/>
                <a:gd name="connsiteY4601" fmla="*/ 2218704 h 3215359"/>
                <a:gd name="connsiteX4602" fmla="*/ 1055773 w 2057605"/>
                <a:gd name="connsiteY4602" fmla="*/ 2218704 h 3215359"/>
                <a:gd name="connsiteX4603" fmla="*/ 1053327 w 2057605"/>
                <a:gd name="connsiteY4603" fmla="*/ 2216259 h 3215359"/>
                <a:gd name="connsiteX4604" fmla="*/ 1055773 w 2057605"/>
                <a:gd name="connsiteY4604" fmla="*/ 2213814 h 3215359"/>
                <a:gd name="connsiteX4605" fmla="*/ 1055773 w 2057605"/>
                <a:gd name="connsiteY4605" fmla="*/ 2216259 h 3215359"/>
                <a:gd name="connsiteX4606" fmla="*/ 1060232 w 2057605"/>
                <a:gd name="connsiteY4606" fmla="*/ 2216259 h 3215359"/>
                <a:gd name="connsiteX4607" fmla="*/ 1060232 w 2057605"/>
                <a:gd name="connsiteY4607" fmla="*/ 2213814 h 3215359"/>
                <a:gd name="connsiteX4608" fmla="*/ 1067711 w 2057605"/>
                <a:gd name="connsiteY4608" fmla="*/ 2213814 h 3215359"/>
                <a:gd name="connsiteX4609" fmla="*/ 1070444 w 2057605"/>
                <a:gd name="connsiteY4609" fmla="*/ 2216259 h 3215359"/>
                <a:gd name="connsiteX4610" fmla="*/ 1070444 w 2057605"/>
                <a:gd name="connsiteY4610" fmla="*/ 2211081 h 3215359"/>
                <a:gd name="connsiteX4611" fmla="*/ 1067711 w 2057605"/>
                <a:gd name="connsiteY4611" fmla="*/ 2208492 h 3215359"/>
                <a:gd name="connsiteX4612" fmla="*/ 1062677 w 2057605"/>
                <a:gd name="connsiteY4612" fmla="*/ 2208492 h 3215359"/>
                <a:gd name="connsiteX4613" fmla="*/ 1062677 w 2057605"/>
                <a:gd name="connsiteY4613" fmla="*/ 2206047 h 3215359"/>
                <a:gd name="connsiteX4614" fmla="*/ 1065122 w 2057605"/>
                <a:gd name="connsiteY4614" fmla="*/ 2203601 h 3215359"/>
                <a:gd name="connsiteX4615" fmla="*/ 1062677 w 2057605"/>
                <a:gd name="connsiteY4615" fmla="*/ 2203601 h 3215359"/>
                <a:gd name="connsiteX4616" fmla="*/ 1060232 w 2057605"/>
                <a:gd name="connsiteY4616" fmla="*/ 2200868 h 3215359"/>
                <a:gd name="connsiteX4617" fmla="*/ 1057499 w 2057605"/>
                <a:gd name="connsiteY4617" fmla="*/ 2198279 h 3215359"/>
                <a:gd name="connsiteX4618" fmla="*/ 1057499 w 2057605"/>
                <a:gd name="connsiteY4618" fmla="*/ 2193389 h 3215359"/>
                <a:gd name="connsiteX4619" fmla="*/ 1060232 w 2057605"/>
                <a:gd name="connsiteY4619" fmla="*/ 2193389 h 3215359"/>
                <a:gd name="connsiteX4620" fmla="*/ 1062677 w 2057605"/>
                <a:gd name="connsiteY4620" fmla="*/ 2195834 h 3215359"/>
                <a:gd name="connsiteX4621" fmla="*/ 1062677 w 2057605"/>
                <a:gd name="connsiteY4621" fmla="*/ 2193389 h 3215359"/>
                <a:gd name="connsiteX4622" fmla="*/ 1065122 w 2057605"/>
                <a:gd name="connsiteY4622" fmla="*/ 2195834 h 3215359"/>
                <a:gd name="connsiteX4623" fmla="*/ 1065122 w 2057605"/>
                <a:gd name="connsiteY4623" fmla="*/ 2190656 h 3215359"/>
                <a:gd name="connsiteX4624" fmla="*/ 1067711 w 2057605"/>
                <a:gd name="connsiteY4624" fmla="*/ 2193389 h 3215359"/>
                <a:gd name="connsiteX4625" fmla="*/ 1067711 w 2057605"/>
                <a:gd name="connsiteY4625" fmla="*/ 2195834 h 3215359"/>
                <a:gd name="connsiteX4626" fmla="*/ 1070444 w 2057605"/>
                <a:gd name="connsiteY4626" fmla="*/ 2195834 h 3215359"/>
                <a:gd name="connsiteX4627" fmla="*/ 1070444 w 2057605"/>
                <a:gd name="connsiteY4627" fmla="*/ 2193389 h 3215359"/>
                <a:gd name="connsiteX4628" fmla="*/ 1072889 w 2057605"/>
                <a:gd name="connsiteY4628" fmla="*/ 2195834 h 3215359"/>
                <a:gd name="connsiteX4629" fmla="*/ 1075335 w 2057605"/>
                <a:gd name="connsiteY4629" fmla="*/ 2198279 h 3215359"/>
                <a:gd name="connsiteX4630" fmla="*/ 1075335 w 2057605"/>
                <a:gd name="connsiteY4630" fmla="*/ 2200868 h 3215359"/>
                <a:gd name="connsiteX4631" fmla="*/ 1072889 w 2057605"/>
                <a:gd name="connsiteY4631" fmla="*/ 2200868 h 3215359"/>
                <a:gd name="connsiteX4632" fmla="*/ 1075335 w 2057605"/>
                <a:gd name="connsiteY4632" fmla="*/ 2203601 h 3215359"/>
                <a:gd name="connsiteX4633" fmla="*/ 1075335 w 2057605"/>
                <a:gd name="connsiteY4633" fmla="*/ 2206047 h 3215359"/>
                <a:gd name="connsiteX4634" fmla="*/ 1077924 w 2057605"/>
                <a:gd name="connsiteY4634" fmla="*/ 2208492 h 3215359"/>
                <a:gd name="connsiteX4635" fmla="*/ 1080369 w 2057605"/>
                <a:gd name="connsiteY4635" fmla="*/ 2211081 h 3215359"/>
                <a:gd name="connsiteX4636" fmla="*/ 1080369 w 2057605"/>
                <a:gd name="connsiteY4636" fmla="*/ 2206047 h 3215359"/>
                <a:gd name="connsiteX4637" fmla="*/ 1077924 w 2057605"/>
                <a:gd name="connsiteY4637" fmla="*/ 2206047 h 3215359"/>
                <a:gd name="connsiteX4638" fmla="*/ 1075335 w 2057605"/>
                <a:gd name="connsiteY4638" fmla="*/ 2203601 h 3215359"/>
                <a:gd name="connsiteX4639" fmla="*/ 1075335 w 2057605"/>
                <a:gd name="connsiteY4639" fmla="*/ 2200868 h 3215359"/>
                <a:gd name="connsiteX4640" fmla="*/ 1077924 w 2057605"/>
                <a:gd name="connsiteY4640" fmla="*/ 2198279 h 3215359"/>
                <a:gd name="connsiteX4641" fmla="*/ 1088855 w 2057605"/>
                <a:gd name="connsiteY4641" fmla="*/ 2198279 h 3215359"/>
                <a:gd name="connsiteX4642" fmla="*/ 1088855 w 2057605"/>
                <a:gd name="connsiteY4642" fmla="*/ 2200725 h 3215359"/>
                <a:gd name="connsiteX4643" fmla="*/ 1091300 w 2057605"/>
                <a:gd name="connsiteY4643" fmla="*/ 2200725 h 3215359"/>
                <a:gd name="connsiteX4644" fmla="*/ 1091300 w 2057605"/>
                <a:gd name="connsiteY4644" fmla="*/ 2203458 h 3215359"/>
                <a:gd name="connsiteX4645" fmla="*/ 1094033 w 2057605"/>
                <a:gd name="connsiteY4645" fmla="*/ 2203458 h 3215359"/>
                <a:gd name="connsiteX4646" fmla="*/ 1094033 w 2057605"/>
                <a:gd name="connsiteY4646" fmla="*/ 2205903 h 3215359"/>
                <a:gd name="connsiteX4647" fmla="*/ 1096479 w 2057605"/>
                <a:gd name="connsiteY4647" fmla="*/ 2208348 h 3215359"/>
                <a:gd name="connsiteX4648" fmla="*/ 1096479 w 2057605"/>
                <a:gd name="connsiteY4648" fmla="*/ 2210937 h 3215359"/>
                <a:gd name="connsiteX4649" fmla="*/ 1099068 w 2057605"/>
                <a:gd name="connsiteY4649" fmla="*/ 2213670 h 3215359"/>
                <a:gd name="connsiteX4650" fmla="*/ 1099068 w 2057605"/>
                <a:gd name="connsiteY4650" fmla="*/ 2216115 h 3215359"/>
                <a:gd name="connsiteX4651" fmla="*/ 1101513 w 2057605"/>
                <a:gd name="connsiteY4651" fmla="*/ 2218561 h 3215359"/>
                <a:gd name="connsiteX4652" fmla="*/ 1104246 w 2057605"/>
                <a:gd name="connsiteY4652" fmla="*/ 2218561 h 3215359"/>
                <a:gd name="connsiteX4653" fmla="*/ 1106691 w 2057605"/>
                <a:gd name="connsiteY4653" fmla="*/ 2223883 h 3215359"/>
                <a:gd name="connsiteX4654" fmla="*/ 1106691 w 2057605"/>
                <a:gd name="connsiteY4654" fmla="*/ 2226328 h 3215359"/>
                <a:gd name="connsiteX4655" fmla="*/ 1104246 w 2057605"/>
                <a:gd name="connsiteY4655" fmla="*/ 2223883 h 3215359"/>
                <a:gd name="connsiteX4656" fmla="*/ 1104246 w 2057605"/>
                <a:gd name="connsiteY4656" fmla="*/ 2226328 h 3215359"/>
                <a:gd name="connsiteX4657" fmla="*/ 1106691 w 2057605"/>
                <a:gd name="connsiteY4657" fmla="*/ 2231362 h 3215359"/>
                <a:gd name="connsiteX4658" fmla="*/ 1112301 w 2057605"/>
                <a:gd name="connsiteY4658" fmla="*/ 2231362 h 3215359"/>
                <a:gd name="connsiteX4659" fmla="*/ 1109856 w 2057605"/>
                <a:gd name="connsiteY4659" fmla="*/ 2228773 h 3215359"/>
                <a:gd name="connsiteX4660" fmla="*/ 1115034 w 2057605"/>
                <a:gd name="connsiteY4660" fmla="*/ 2228773 h 3215359"/>
                <a:gd name="connsiteX4661" fmla="*/ 1115034 w 2057605"/>
                <a:gd name="connsiteY4661" fmla="*/ 2226328 h 3215359"/>
                <a:gd name="connsiteX4662" fmla="*/ 1117479 w 2057605"/>
                <a:gd name="connsiteY4662" fmla="*/ 2228773 h 3215359"/>
                <a:gd name="connsiteX4663" fmla="*/ 1120068 w 2057605"/>
                <a:gd name="connsiteY4663" fmla="*/ 2226328 h 3215359"/>
                <a:gd name="connsiteX4664" fmla="*/ 1120068 w 2057605"/>
                <a:gd name="connsiteY4664" fmla="*/ 2233807 h 3215359"/>
                <a:gd name="connsiteX4665" fmla="*/ 1122514 w 2057605"/>
                <a:gd name="connsiteY4665" fmla="*/ 2231362 h 3215359"/>
                <a:gd name="connsiteX4666" fmla="*/ 1125246 w 2057605"/>
                <a:gd name="connsiteY4666" fmla="*/ 2231362 h 3215359"/>
                <a:gd name="connsiteX4667" fmla="*/ 1125246 w 2057605"/>
                <a:gd name="connsiteY4667" fmla="*/ 2226328 h 3215359"/>
                <a:gd name="connsiteX4668" fmla="*/ 1130137 w 2057605"/>
                <a:gd name="connsiteY4668" fmla="*/ 2226328 h 3215359"/>
                <a:gd name="connsiteX4669" fmla="*/ 1130137 w 2057605"/>
                <a:gd name="connsiteY4669" fmla="*/ 2231362 h 3215359"/>
                <a:gd name="connsiteX4670" fmla="*/ 1127692 w 2057605"/>
                <a:gd name="connsiteY4670" fmla="*/ 2236540 h 3215359"/>
                <a:gd name="connsiteX4671" fmla="*/ 1127692 w 2057605"/>
                <a:gd name="connsiteY4671" fmla="*/ 2238986 h 3215359"/>
                <a:gd name="connsiteX4672" fmla="*/ 1122514 w 2057605"/>
                <a:gd name="connsiteY4672" fmla="*/ 2241431 h 3215359"/>
                <a:gd name="connsiteX4673" fmla="*/ 1122514 w 2057605"/>
                <a:gd name="connsiteY4673" fmla="*/ 2249630 h 3215359"/>
                <a:gd name="connsiteX4674" fmla="*/ 1120068 w 2057605"/>
                <a:gd name="connsiteY4674" fmla="*/ 2247184 h 3215359"/>
                <a:gd name="connsiteX4675" fmla="*/ 1120068 w 2057605"/>
                <a:gd name="connsiteY4675" fmla="*/ 2252075 h 3215359"/>
                <a:gd name="connsiteX4676" fmla="*/ 1112301 w 2057605"/>
                <a:gd name="connsiteY4676" fmla="*/ 2249630 h 3215359"/>
                <a:gd name="connsiteX4677" fmla="*/ 1115034 w 2057605"/>
                <a:gd name="connsiteY4677" fmla="*/ 2252075 h 3215359"/>
                <a:gd name="connsiteX4678" fmla="*/ 1115034 w 2057605"/>
                <a:gd name="connsiteY4678" fmla="*/ 2259842 h 3215359"/>
                <a:gd name="connsiteX4679" fmla="*/ 1120068 w 2057605"/>
                <a:gd name="connsiteY4679" fmla="*/ 2259842 h 3215359"/>
                <a:gd name="connsiteX4680" fmla="*/ 1122514 w 2057605"/>
                <a:gd name="connsiteY4680" fmla="*/ 2257397 h 3215359"/>
                <a:gd name="connsiteX4681" fmla="*/ 1122514 w 2057605"/>
                <a:gd name="connsiteY4681" fmla="*/ 2254664 h 3215359"/>
                <a:gd name="connsiteX4682" fmla="*/ 1125246 w 2057605"/>
                <a:gd name="connsiteY4682" fmla="*/ 2254664 h 3215359"/>
                <a:gd name="connsiteX4683" fmla="*/ 1127692 w 2057605"/>
                <a:gd name="connsiteY4683" fmla="*/ 2257397 h 3215359"/>
                <a:gd name="connsiteX4684" fmla="*/ 1130137 w 2057605"/>
                <a:gd name="connsiteY4684" fmla="*/ 2257397 h 3215359"/>
                <a:gd name="connsiteX4685" fmla="*/ 1127692 w 2057605"/>
                <a:gd name="connsiteY4685" fmla="*/ 2254664 h 3215359"/>
                <a:gd name="connsiteX4686" fmla="*/ 1130137 w 2057605"/>
                <a:gd name="connsiteY4686" fmla="*/ 2249630 h 3215359"/>
                <a:gd name="connsiteX4687" fmla="*/ 1127692 w 2057605"/>
                <a:gd name="connsiteY4687" fmla="*/ 2252075 h 3215359"/>
                <a:gd name="connsiteX4688" fmla="*/ 1125246 w 2057605"/>
                <a:gd name="connsiteY4688" fmla="*/ 2252075 h 3215359"/>
                <a:gd name="connsiteX4689" fmla="*/ 1127692 w 2057605"/>
                <a:gd name="connsiteY4689" fmla="*/ 2247184 h 3215359"/>
                <a:gd name="connsiteX4690" fmla="*/ 1130137 w 2057605"/>
                <a:gd name="connsiteY4690" fmla="*/ 2244452 h 3215359"/>
                <a:gd name="connsiteX4691" fmla="*/ 1135459 w 2057605"/>
                <a:gd name="connsiteY4691" fmla="*/ 2239417 h 3215359"/>
                <a:gd name="connsiteX4692" fmla="*/ 1137904 w 2057605"/>
                <a:gd name="connsiteY4692" fmla="*/ 2236972 h 3215359"/>
                <a:gd name="connsiteX4693" fmla="*/ 1137904 w 2057605"/>
                <a:gd name="connsiteY4693" fmla="*/ 2239417 h 3215359"/>
                <a:gd name="connsiteX4694" fmla="*/ 1140349 w 2057605"/>
                <a:gd name="connsiteY4694" fmla="*/ 2236972 h 3215359"/>
                <a:gd name="connsiteX4695" fmla="*/ 1145672 w 2057605"/>
                <a:gd name="connsiteY4695" fmla="*/ 2234239 h 3215359"/>
                <a:gd name="connsiteX4696" fmla="*/ 1150562 w 2057605"/>
                <a:gd name="connsiteY4696" fmla="*/ 2231794 h 3215359"/>
                <a:gd name="connsiteX4697" fmla="*/ 1153151 w 2057605"/>
                <a:gd name="connsiteY4697" fmla="*/ 2229205 h 3215359"/>
                <a:gd name="connsiteX4698" fmla="*/ 1153151 w 2057605"/>
                <a:gd name="connsiteY4698" fmla="*/ 2231794 h 3215359"/>
                <a:gd name="connsiteX4699" fmla="*/ 1150562 w 2057605"/>
                <a:gd name="connsiteY4699" fmla="*/ 2234239 h 3215359"/>
                <a:gd name="connsiteX4700" fmla="*/ 1150562 w 2057605"/>
                <a:gd name="connsiteY4700" fmla="*/ 2236972 h 3215359"/>
                <a:gd name="connsiteX4701" fmla="*/ 1148117 w 2057605"/>
                <a:gd name="connsiteY4701" fmla="*/ 2239417 h 3215359"/>
                <a:gd name="connsiteX4702" fmla="*/ 1148117 w 2057605"/>
                <a:gd name="connsiteY4702" fmla="*/ 2244452 h 3215359"/>
                <a:gd name="connsiteX4703" fmla="*/ 1150562 w 2057605"/>
                <a:gd name="connsiteY4703" fmla="*/ 2244452 h 3215359"/>
                <a:gd name="connsiteX4704" fmla="*/ 1150562 w 2057605"/>
                <a:gd name="connsiteY4704" fmla="*/ 2249630 h 3215359"/>
                <a:gd name="connsiteX4705" fmla="*/ 1148117 w 2057605"/>
                <a:gd name="connsiteY4705" fmla="*/ 2259842 h 3215359"/>
                <a:gd name="connsiteX4706" fmla="*/ 1145672 w 2057605"/>
                <a:gd name="connsiteY4706" fmla="*/ 2262287 h 3215359"/>
                <a:gd name="connsiteX4707" fmla="*/ 1145672 w 2057605"/>
                <a:gd name="connsiteY4707" fmla="*/ 2270055 h 3215359"/>
                <a:gd name="connsiteX4708" fmla="*/ 1142939 w 2057605"/>
                <a:gd name="connsiteY4708" fmla="*/ 2275089 h 3215359"/>
                <a:gd name="connsiteX4709" fmla="*/ 1142939 w 2057605"/>
                <a:gd name="connsiteY4709" fmla="*/ 2277822 h 3215359"/>
                <a:gd name="connsiteX4710" fmla="*/ 1140349 w 2057605"/>
                <a:gd name="connsiteY4710" fmla="*/ 2280267 h 3215359"/>
                <a:gd name="connsiteX4711" fmla="*/ 1140349 w 2057605"/>
                <a:gd name="connsiteY4711" fmla="*/ 2292925 h 3215359"/>
                <a:gd name="connsiteX4712" fmla="*/ 1145672 w 2057605"/>
                <a:gd name="connsiteY4712" fmla="*/ 2292925 h 3215359"/>
                <a:gd name="connsiteX4713" fmla="*/ 1142939 w 2057605"/>
                <a:gd name="connsiteY4713" fmla="*/ 2295514 h 3215359"/>
                <a:gd name="connsiteX4714" fmla="*/ 1140349 w 2057605"/>
                <a:gd name="connsiteY4714" fmla="*/ 2300692 h 3215359"/>
                <a:gd name="connsiteX4715" fmla="*/ 1140349 w 2057605"/>
                <a:gd name="connsiteY4715" fmla="*/ 2303137 h 3215359"/>
                <a:gd name="connsiteX4716" fmla="*/ 1142939 w 2057605"/>
                <a:gd name="connsiteY4716" fmla="*/ 2303137 h 3215359"/>
                <a:gd name="connsiteX4717" fmla="*/ 1142939 w 2057605"/>
                <a:gd name="connsiteY4717" fmla="*/ 2308460 h 3215359"/>
                <a:gd name="connsiteX4718" fmla="*/ 1137904 w 2057605"/>
                <a:gd name="connsiteY4718" fmla="*/ 2308460 h 3215359"/>
                <a:gd name="connsiteX4719" fmla="*/ 1137904 w 2057605"/>
                <a:gd name="connsiteY4719" fmla="*/ 2303137 h 3215359"/>
                <a:gd name="connsiteX4720" fmla="*/ 1135459 w 2057605"/>
                <a:gd name="connsiteY4720" fmla="*/ 2298247 h 3215359"/>
                <a:gd name="connsiteX4721" fmla="*/ 1135459 w 2057605"/>
                <a:gd name="connsiteY4721" fmla="*/ 2313350 h 3215359"/>
                <a:gd name="connsiteX4722" fmla="*/ 1132582 w 2057605"/>
                <a:gd name="connsiteY4722" fmla="*/ 2314932 h 3215359"/>
                <a:gd name="connsiteX4723" fmla="*/ 1127548 w 2057605"/>
                <a:gd name="connsiteY4723" fmla="*/ 2317809 h 3215359"/>
                <a:gd name="connsiteX4724" fmla="*/ 1127548 w 2057605"/>
                <a:gd name="connsiteY4724" fmla="*/ 2320254 h 3215359"/>
                <a:gd name="connsiteX4725" fmla="*/ 1125103 w 2057605"/>
                <a:gd name="connsiteY4725" fmla="*/ 2322699 h 3215359"/>
                <a:gd name="connsiteX4726" fmla="*/ 1122370 w 2057605"/>
                <a:gd name="connsiteY4726" fmla="*/ 2322699 h 3215359"/>
                <a:gd name="connsiteX4727" fmla="*/ 1122370 w 2057605"/>
                <a:gd name="connsiteY4727" fmla="*/ 2325145 h 3215359"/>
                <a:gd name="connsiteX4728" fmla="*/ 1119924 w 2057605"/>
                <a:gd name="connsiteY4728" fmla="*/ 2325145 h 3215359"/>
                <a:gd name="connsiteX4729" fmla="*/ 1119924 w 2057605"/>
                <a:gd name="connsiteY4729" fmla="*/ 2330467 h 3215359"/>
                <a:gd name="connsiteX4730" fmla="*/ 1122370 w 2057605"/>
                <a:gd name="connsiteY4730" fmla="*/ 2330467 h 3215359"/>
                <a:gd name="connsiteX4731" fmla="*/ 1127548 w 2057605"/>
                <a:gd name="connsiteY4731" fmla="*/ 2325145 h 3215359"/>
                <a:gd name="connsiteX4732" fmla="*/ 1129993 w 2057605"/>
                <a:gd name="connsiteY4732" fmla="*/ 2322699 h 3215359"/>
                <a:gd name="connsiteX4733" fmla="*/ 1129993 w 2057605"/>
                <a:gd name="connsiteY4733" fmla="*/ 2325145 h 3215359"/>
                <a:gd name="connsiteX4734" fmla="*/ 1132582 w 2057605"/>
                <a:gd name="connsiteY4734" fmla="*/ 2322699 h 3215359"/>
                <a:gd name="connsiteX4735" fmla="*/ 1132582 w 2057605"/>
                <a:gd name="connsiteY4735" fmla="*/ 2330467 h 3215359"/>
                <a:gd name="connsiteX4736" fmla="*/ 1140206 w 2057605"/>
                <a:gd name="connsiteY4736" fmla="*/ 2330467 h 3215359"/>
                <a:gd name="connsiteX4737" fmla="*/ 1140206 w 2057605"/>
                <a:gd name="connsiteY4737" fmla="*/ 2332912 h 3215359"/>
                <a:gd name="connsiteX4738" fmla="*/ 1142795 w 2057605"/>
                <a:gd name="connsiteY4738" fmla="*/ 2332912 h 3215359"/>
                <a:gd name="connsiteX4739" fmla="*/ 1145528 w 2057605"/>
                <a:gd name="connsiteY4739" fmla="*/ 2327734 h 3215359"/>
                <a:gd name="connsiteX4740" fmla="*/ 1145528 w 2057605"/>
                <a:gd name="connsiteY4740" fmla="*/ 2331186 h 3215359"/>
                <a:gd name="connsiteX4741" fmla="*/ 1147973 w 2057605"/>
                <a:gd name="connsiteY4741" fmla="*/ 2331186 h 3215359"/>
                <a:gd name="connsiteX4742" fmla="*/ 1147973 w 2057605"/>
                <a:gd name="connsiteY4742" fmla="*/ 2333631 h 3215359"/>
                <a:gd name="connsiteX4743" fmla="*/ 1145528 w 2057605"/>
                <a:gd name="connsiteY4743" fmla="*/ 2333631 h 3215359"/>
                <a:gd name="connsiteX4744" fmla="*/ 1145528 w 2057605"/>
                <a:gd name="connsiteY4744" fmla="*/ 2338665 h 3215359"/>
                <a:gd name="connsiteX4745" fmla="*/ 1142795 w 2057605"/>
                <a:gd name="connsiteY4745" fmla="*/ 2341398 h 3215359"/>
                <a:gd name="connsiteX4746" fmla="*/ 1142795 w 2057605"/>
                <a:gd name="connsiteY4746" fmla="*/ 2343844 h 3215359"/>
                <a:gd name="connsiteX4747" fmla="*/ 1140206 w 2057605"/>
                <a:gd name="connsiteY4747" fmla="*/ 2346289 h 3215359"/>
                <a:gd name="connsiteX4748" fmla="*/ 1140206 w 2057605"/>
                <a:gd name="connsiteY4748" fmla="*/ 2351611 h 3215359"/>
                <a:gd name="connsiteX4749" fmla="*/ 1137760 w 2057605"/>
                <a:gd name="connsiteY4749" fmla="*/ 2354056 h 3215359"/>
                <a:gd name="connsiteX4750" fmla="*/ 1145528 w 2057605"/>
                <a:gd name="connsiteY4750" fmla="*/ 2354056 h 3215359"/>
                <a:gd name="connsiteX4751" fmla="*/ 1145528 w 2057605"/>
                <a:gd name="connsiteY4751" fmla="*/ 2359090 h 3215359"/>
                <a:gd name="connsiteX4752" fmla="*/ 1147973 w 2057605"/>
                <a:gd name="connsiteY4752" fmla="*/ 2356501 h 3215359"/>
                <a:gd name="connsiteX4753" fmla="*/ 1150418 w 2057605"/>
                <a:gd name="connsiteY4753" fmla="*/ 2354056 h 3215359"/>
                <a:gd name="connsiteX4754" fmla="*/ 1158185 w 2057605"/>
                <a:gd name="connsiteY4754" fmla="*/ 2348878 h 3215359"/>
                <a:gd name="connsiteX4755" fmla="*/ 1163220 w 2057605"/>
                <a:gd name="connsiteY4755" fmla="*/ 2341398 h 3215359"/>
                <a:gd name="connsiteX4756" fmla="*/ 1165665 w 2057605"/>
                <a:gd name="connsiteY4756" fmla="*/ 2341398 h 3215359"/>
                <a:gd name="connsiteX4757" fmla="*/ 1165665 w 2057605"/>
                <a:gd name="connsiteY4757" fmla="*/ 2343844 h 3215359"/>
                <a:gd name="connsiteX4758" fmla="*/ 1168398 w 2057605"/>
                <a:gd name="connsiteY4758" fmla="*/ 2343844 h 3215359"/>
                <a:gd name="connsiteX4759" fmla="*/ 1168398 w 2057605"/>
                <a:gd name="connsiteY4759" fmla="*/ 2341398 h 3215359"/>
                <a:gd name="connsiteX4760" fmla="*/ 1170843 w 2057605"/>
                <a:gd name="connsiteY4760" fmla="*/ 2338665 h 3215359"/>
                <a:gd name="connsiteX4761" fmla="*/ 1173432 w 2057605"/>
                <a:gd name="connsiteY4761" fmla="*/ 2338665 h 3215359"/>
                <a:gd name="connsiteX4762" fmla="*/ 1173432 w 2057605"/>
                <a:gd name="connsiteY4762" fmla="*/ 2346289 h 3215359"/>
                <a:gd name="connsiteX4763" fmla="*/ 1165665 w 2057605"/>
                <a:gd name="connsiteY4763" fmla="*/ 2356501 h 3215359"/>
                <a:gd name="connsiteX4764" fmla="*/ 1163220 w 2057605"/>
                <a:gd name="connsiteY4764" fmla="*/ 2359090 h 3215359"/>
                <a:gd name="connsiteX4765" fmla="*/ 1163220 w 2057605"/>
                <a:gd name="connsiteY4765" fmla="*/ 2361823 h 3215359"/>
                <a:gd name="connsiteX4766" fmla="*/ 1160631 w 2057605"/>
                <a:gd name="connsiteY4766" fmla="*/ 2364269 h 3215359"/>
                <a:gd name="connsiteX4767" fmla="*/ 1158185 w 2057605"/>
                <a:gd name="connsiteY4767" fmla="*/ 2366714 h 3215359"/>
                <a:gd name="connsiteX4768" fmla="*/ 1160631 w 2057605"/>
                <a:gd name="connsiteY4768" fmla="*/ 2366714 h 3215359"/>
                <a:gd name="connsiteX4769" fmla="*/ 1165665 w 2057605"/>
                <a:gd name="connsiteY4769" fmla="*/ 2361823 h 3215359"/>
                <a:gd name="connsiteX4770" fmla="*/ 1165665 w 2057605"/>
                <a:gd name="connsiteY4770" fmla="*/ 2359090 h 3215359"/>
                <a:gd name="connsiteX4771" fmla="*/ 1168398 w 2057605"/>
                <a:gd name="connsiteY4771" fmla="*/ 2356501 h 3215359"/>
                <a:gd name="connsiteX4772" fmla="*/ 1168398 w 2057605"/>
                <a:gd name="connsiteY4772" fmla="*/ 2361680 h 3215359"/>
                <a:gd name="connsiteX4773" fmla="*/ 1173432 w 2057605"/>
                <a:gd name="connsiteY4773" fmla="*/ 2358947 h 3215359"/>
                <a:gd name="connsiteX4774" fmla="*/ 1175877 w 2057605"/>
                <a:gd name="connsiteY4774" fmla="*/ 2361680 h 3215359"/>
                <a:gd name="connsiteX4775" fmla="*/ 1175877 w 2057605"/>
                <a:gd name="connsiteY4775" fmla="*/ 2369159 h 3215359"/>
                <a:gd name="connsiteX4776" fmla="*/ 1180960 w 2057605"/>
                <a:gd name="connsiteY4776" fmla="*/ 2366618 h 3215359"/>
                <a:gd name="connsiteX4777" fmla="*/ 1181056 w 2057605"/>
                <a:gd name="connsiteY4777" fmla="*/ 2366714 h 3215359"/>
                <a:gd name="connsiteX4778" fmla="*/ 1181056 w 2057605"/>
                <a:gd name="connsiteY4778" fmla="*/ 2371892 h 3215359"/>
                <a:gd name="connsiteX4779" fmla="*/ 1178610 w 2057605"/>
                <a:gd name="connsiteY4779" fmla="*/ 2374337 h 3215359"/>
                <a:gd name="connsiteX4780" fmla="*/ 1178610 w 2057605"/>
                <a:gd name="connsiteY4780" fmla="*/ 2376783 h 3215359"/>
                <a:gd name="connsiteX4781" fmla="*/ 1181056 w 2057605"/>
                <a:gd name="connsiteY4781" fmla="*/ 2379372 h 3215359"/>
                <a:gd name="connsiteX4782" fmla="*/ 1183645 w 2057605"/>
                <a:gd name="connsiteY4782" fmla="*/ 2379372 h 3215359"/>
                <a:gd name="connsiteX4783" fmla="*/ 1183645 w 2057605"/>
                <a:gd name="connsiteY4783" fmla="*/ 2382003 h 3215359"/>
                <a:gd name="connsiteX4784" fmla="*/ 1182782 w 2057605"/>
                <a:gd name="connsiteY4784" fmla="*/ 2383831 h 3215359"/>
                <a:gd name="connsiteX4785" fmla="*/ 1183645 w 2057605"/>
                <a:gd name="connsiteY4785" fmla="*/ 2383831 h 3215359"/>
                <a:gd name="connsiteX4786" fmla="*/ 1183645 w 2057605"/>
                <a:gd name="connsiteY4786" fmla="*/ 2389584 h 3215359"/>
                <a:gd name="connsiteX4787" fmla="*/ 1181056 w 2057605"/>
                <a:gd name="connsiteY4787" fmla="*/ 2389584 h 3215359"/>
                <a:gd name="connsiteX4788" fmla="*/ 1181056 w 2057605"/>
                <a:gd name="connsiteY4788" fmla="*/ 2386995 h 3215359"/>
                <a:gd name="connsiteX4789" fmla="*/ 1178610 w 2057605"/>
                <a:gd name="connsiteY4789" fmla="*/ 2389584 h 3215359"/>
                <a:gd name="connsiteX4790" fmla="*/ 1178610 w 2057605"/>
                <a:gd name="connsiteY4790" fmla="*/ 2392317 h 3215359"/>
                <a:gd name="connsiteX4791" fmla="*/ 1170268 w 2057605"/>
                <a:gd name="connsiteY4791" fmla="*/ 2392317 h 3215359"/>
                <a:gd name="connsiteX4792" fmla="*/ 1172857 w 2057605"/>
                <a:gd name="connsiteY4792" fmla="*/ 2389584 h 3215359"/>
                <a:gd name="connsiteX4793" fmla="*/ 1167823 w 2057605"/>
                <a:gd name="connsiteY4793" fmla="*/ 2389584 h 3215359"/>
                <a:gd name="connsiteX4794" fmla="*/ 1170268 w 2057605"/>
                <a:gd name="connsiteY4794" fmla="*/ 2386995 h 3215359"/>
                <a:gd name="connsiteX4795" fmla="*/ 1167823 w 2057605"/>
                <a:gd name="connsiteY4795" fmla="*/ 2386995 h 3215359"/>
                <a:gd name="connsiteX4796" fmla="*/ 1165090 w 2057605"/>
                <a:gd name="connsiteY4796" fmla="*/ 2389584 h 3215359"/>
                <a:gd name="connsiteX4797" fmla="*/ 1162644 w 2057605"/>
                <a:gd name="connsiteY4797" fmla="*/ 2389584 h 3215359"/>
                <a:gd name="connsiteX4798" fmla="*/ 1162644 w 2057605"/>
                <a:gd name="connsiteY4798" fmla="*/ 2392317 h 3215359"/>
                <a:gd name="connsiteX4799" fmla="*/ 1160055 w 2057605"/>
                <a:gd name="connsiteY4799" fmla="*/ 2389584 h 3215359"/>
                <a:gd name="connsiteX4800" fmla="*/ 1158253 w 2057605"/>
                <a:gd name="connsiteY4800" fmla="*/ 2391598 h 3215359"/>
                <a:gd name="connsiteX4801" fmla="*/ 1157322 w 2057605"/>
                <a:gd name="connsiteY4801" fmla="*/ 2391598 h 3215359"/>
                <a:gd name="connsiteX4802" fmla="*/ 1156518 w 2057605"/>
                <a:gd name="connsiteY4802" fmla="*/ 2392317 h 3215359"/>
                <a:gd name="connsiteX4803" fmla="*/ 1154877 w 2057605"/>
                <a:gd name="connsiteY4803" fmla="*/ 2392317 h 3215359"/>
                <a:gd name="connsiteX4804" fmla="*/ 1154589 w 2057605"/>
                <a:gd name="connsiteY4804" fmla="*/ 2391995 h 3215359"/>
                <a:gd name="connsiteX4805" fmla="*/ 1154589 w 2057605"/>
                <a:gd name="connsiteY4805" fmla="*/ 2391598 h 3215359"/>
                <a:gd name="connsiteX4806" fmla="*/ 1154234 w 2057605"/>
                <a:gd name="connsiteY4806" fmla="*/ 2391598 h 3215359"/>
                <a:gd name="connsiteX4807" fmla="*/ 1152432 w 2057605"/>
                <a:gd name="connsiteY4807" fmla="*/ 2389584 h 3215359"/>
                <a:gd name="connsiteX4808" fmla="*/ 1152432 w 2057605"/>
                <a:gd name="connsiteY4808" fmla="*/ 2384550 h 3215359"/>
                <a:gd name="connsiteX4809" fmla="*/ 1149843 w 2057605"/>
                <a:gd name="connsiteY4809" fmla="*/ 2382105 h 3215359"/>
                <a:gd name="connsiteX4810" fmla="*/ 1152432 w 2057605"/>
                <a:gd name="connsiteY4810" fmla="*/ 2382105 h 3215359"/>
                <a:gd name="connsiteX4811" fmla="*/ 1152432 w 2057605"/>
                <a:gd name="connsiteY4811" fmla="*/ 2376783 h 3215359"/>
                <a:gd name="connsiteX4812" fmla="*/ 1149843 w 2057605"/>
                <a:gd name="connsiteY4812" fmla="*/ 2379372 h 3215359"/>
                <a:gd name="connsiteX4813" fmla="*/ 1149843 w 2057605"/>
                <a:gd name="connsiteY4813" fmla="*/ 2382105 h 3215359"/>
                <a:gd name="connsiteX4814" fmla="*/ 1147398 w 2057605"/>
                <a:gd name="connsiteY4814" fmla="*/ 2384550 h 3215359"/>
                <a:gd name="connsiteX4815" fmla="*/ 1149843 w 2057605"/>
                <a:gd name="connsiteY4815" fmla="*/ 2384550 h 3215359"/>
                <a:gd name="connsiteX4816" fmla="*/ 1149843 w 2057605"/>
                <a:gd name="connsiteY4816" fmla="*/ 2389584 h 3215359"/>
                <a:gd name="connsiteX4817" fmla="*/ 1145672 w 2057605"/>
                <a:gd name="connsiteY4817" fmla="*/ 2389584 h 3215359"/>
                <a:gd name="connsiteX4818" fmla="*/ 1145672 w 2057605"/>
                <a:gd name="connsiteY4818" fmla="*/ 2386995 h 3215359"/>
                <a:gd name="connsiteX4819" fmla="*/ 1140349 w 2057605"/>
                <a:gd name="connsiteY4819" fmla="*/ 2386995 h 3215359"/>
                <a:gd name="connsiteX4820" fmla="*/ 1140349 w 2057605"/>
                <a:gd name="connsiteY4820" fmla="*/ 2384550 h 3215359"/>
                <a:gd name="connsiteX4821" fmla="*/ 1135459 w 2057605"/>
                <a:gd name="connsiteY4821" fmla="*/ 2384550 h 3215359"/>
                <a:gd name="connsiteX4822" fmla="*/ 1135459 w 2057605"/>
                <a:gd name="connsiteY4822" fmla="*/ 2382105 h 3215359"/>
                <a:gd name="connsiteX4823" fmla="*/ 1137185 w 2057605"/>
                <a:gd name="connsiteY4823" fmla="*/ 2382105 h 3215359"/>
                <a:gd name="connsiteX4824" fmla="*/ 1137185 w 2057605"/>
                <a:gd name="connsiteY4824" fmla="*/ 2376783 h 3215359"/>
                <a:gd name="connsiteX4825" fmla="*/ 1132007 w 2057605"/>
                <a:gd name="connsiteY4825" fmla="*/ 2376783 h 3215359"/>
                <a:gd name="connsiteX4826" fmla="*/ 1132007 w 2057605"/>
                <a:gd name="connsiteY4826" fmla="*/ 2374337 h 3215359"/>
                <a:gd name="connsiteX4827" fmla="*/ 1129418 w 2057605"/>
                <a:gd name="connsiteY4827" fmla="*/ 2374337 h 3215359"/>
                <a:gd name="connsiteX4828" fmla="*/ 1129418 w 2057605"/>
                <a:gd name="connsiteY4828" fmla="*/ 2376783 h 3215359"/>
                <a:gd name="connsiteX4829" fmla="*/ 1126973 w 2057605"/>
                <a:gd name="connsiteY4829" fmla="*/ 2376783 h 3215359"/>
                <a:gd name="connsiteX4830" fmla="*/ 1129418 w 2057605"/>
                <a:gd name="connsiteY4830" fmla="*/ 2379372 h 3215359"/>
                <a:gd name="connsiteX4831" fmla="*/ 1129418 w 2057605"/>
                <a:gd name="connsiteY4831" fmla="*/ 2386995 h 3215359"/>
                <a:gd name="connsiteX4832" fmla="*/ 1134740 w 2057605"/>
                <a:gd name="connsiteY4832" fmla="*/ 2386995 h 3215359"/>
                <a:gd name="connsiteX4833" fmla="*/ 1137185 w 2057605"/>
                <a:gd name="connsiteY4833" fmla="*/ 2389584 h 3215359"/>
                <a:gd name="connsiteX4834" fmla="*/ 1137185 w 2057605"/>
                <a:gd name="connsiteY4834" fmla="*/ 2394762 h 3215359"/>
                <a:gd name="connsiteX4835" fmla="*/ 1139630 w 2057605"/>
                <a:gd name="connsiteY4835" fmla="*/ 2394762 h 3215359"/>
                <a:gd name="connsiteX4836" fmla="*/ 1139630 w 2057605"/>
                <a:gd name="connsiteY4836" fmla="*/ 2397208 h 3215359"/>
                <a:gd name="connsiteX4837" fmla="*/ 1144952 w 2057605"/>
                <a:gd name="connsiteY4837" fmla="*/ 2397208 h 3215359"/>
                <a:gd name="connsiteX4838" fmla="*/ 1144952 w 2057605"/>
                <a:gd name="connsiteY4838" fmla="*/ 2404975 h 3215359"/>
                <a:gd name="connsiteX4839" fmla="*/ 1147398 w 2057605"/>
                <a:gd name="connsiteY4839" fmla="*/ 2404975 h 3215359"/>
                <a:gd name="connsiteX4840" fmla="*/ 1147398 w 2057605"/>
                <a:gd name="connsiteY4840" fmla="*/ 2407420 h 3215359"/>
                <a:gd name="connsiteX4841" fmla="*/ 1149843 w 2057605"/>
                <a:gd name="connsiteY4841" fmla="*/ 2407420 h 3215359"/>
                <a:gd name="connsiteX4842" fmla="*/ 1149843 w 2057605"/>
                <a:gd name="connsiteY4842" fmla="*/ 2409866 h 3215359"/>
                <a:gd name="connsiteX4843" fmla="*/ 1152432 w 2057605"/>
                <a:gd name="connsiteY4843" fmla="*/ 2409866 h 3215359"/>
                <a:gd name="connsiteX4844" fmla="*/ 1152432 w 2057605"/>
                <a:gd name="connsiteY4844" fmla="*/ 2412454 h 3215359"/>
                <a:gd name="connsiteX4845" fmla="*/ 1157610 w 2057605"/>
                <a:gd name="connsiteY4845" fmla="*/ 2412454 h 3215359"/>
                <a:gd name="connsiteX4846" fmla="*/ 1157610 w 2057605"/>
                <a:gd name="connsiteY4846" fmla="*/ 2420078 h 3215359"/>
                <a:gd name="connsiteX4847" fmla="*/ 1162644 w 2057605"/>
                <a:gd name="connsiteY4847" fmla="*/ 2420078 h 3215359"/>
                <a:gd name="connsiteX4848" fmla="*/ 1160055 w 2057605"/>
                <a:gd name="connsiteY4848" fmla="*/ 2415187 h 3215359"/>
                <a:gd name="connsiteX4849" fmla="*/ 1157610 w 2057605"/>
                <a:gd name="connsiteY4849" fmla="*/ 2412454 h 3215359"/>
                <a:gd name="connsiteX4850" fmla="*/ 1154877 w 2057605"/>
                <a:gd name="connsiteY4850" fmla="*/ 2407420 h 3215359"/>
                <a:gd name="connsiteX4851" fmla="*/ 1154877 w 2057605"/>
                <a:gd name="connsiteY4851" fmla="*/ 2404975 h 3215359"/>
                <a:gd name="connsiteX4852" fmla="*/ 1152432 w 2057605"/>
                <a:gd name="connsiteY4852" fmla="*/ 2404975 h 3215359"/>
                <a:gd name="connsiteX4853" fmla="*/ 1149843 w 2057605"/>
                <a:gd name="connsiteY4853" fmla="*/ 2402530 h 3215359"/>
                <a:gd name="connsiteX4854" fmla="*/ 1149843 w 2057605"/>
                <a:gd name="connsiteY4854" fmla="*/ 2399653 h 3215359"/>
                <a:gd name="connsiteX4855" fmla="*/ 1147110 w 2057605"/>
                <a:gd name="connsiteY4855" fmla="*/ 2399653 h 3215359"/>
                <a:gd name="connsiteX4856" fmla="*/ 1147110 w 2057605"/>
                <a:gd name="connsiteY4856" fmla="*/ 2396488 h 3215359"/>
                <a:gd name="connsiteX4857" fmla="*/ 1144665 w 2057605"/>
                <a:gd name="connsiteY4857" fmla="*/ 2394043 h 3215359"/>
                <a:gd name="connsiteX4858" fmla="*/ 1147110 w 2057605"/>
                <a:gd name="connsiteY4858" fmla="*/ 2394043 h 3215359"/>
                <a:gd name="connsiteX4859" fmla="*/ 1147110 w 2057605"/>
                <a:gd name="connsiteY4859" fmla="*/ 2391598 h 3215359"/>
                <a:gd name="connsiteX4860" fmla="*/ 1154234 w 2057605"/>
                <a:gd name="connsiteY4860" fmla="*/ 2391598 h 3215359"/>
                <a:gd name="connsiteX4861" fmla="*/ 1154589 w 2057605"/>
                <a:gd name="connsiteY4861" fmla="*/ 2391995 h 3215359"/>
                <a:gd name="connsiteX4862" fmla="*/ 1154589 w 2057605"/>
                <a:gd name="connsiteY4862" fmla="*/ 2394043 h 3215359"/>
                <a:gd name="connsiteX4863" fmla="*/ 1156518 w 2057605"/>
                <a:gd name="connsiteY4863" fmla="*/ 2392317 h 3215359"/>
                <a:gd name="connsiteX4864" fmla="*/ 1157610 w 2057605"/>
                <a:gd name="connsiteY4864" fmla="*/ 2392317 h 3215359"/>
                <a:gd name="connsiteX4865" fmla="*/ 1158253 w 2057605"/>
                <a:gd name="connsiteY4865" fmla="*/ 2391598 h 3215359"/>
                <a:gd name="connsiteX4866" fmla="*/ 1159768 w 2057605"/>
                <a:gd name="connsiteY4866" fmla="*/ 2391598 h 3215359"/>
                <a:gd name="connsiteX4867" fmla="*/ 1159768 w 2057605"/>
                <a:gd name="connsiteY4867" fmla="*/ 2394043 h 3215359"/>
                <a:gd name="connsiteX4868" fmla="*/ 1162357 w 2057605"/>
                <a:gd name="connsiteY4868" fmla="*/ 2394043 h 3215359"/>
                <a:gd name="connsiteX4869" fmla="*/ 1159768 w 2057605"/>
                <a:gd name="connsiteY4869" fmla="*/ 2396488 h 3215359"/>
                <a:gd name="connsiteX4870" fmla="*/ 1164802 w 2057605"/>
                <a:gd name="connsiteY4870" fmla="*/ 2396488 h 3215359"/>
                <a:gd name="connsiteX4871" fmla="*/ 1164802 w 2057605"/>
                <a:gd name="connsiteY4871" fmla="*/ 2394043 h 3215359"/>
                <a:gd name="connsiteX4872" fmla="*/ 1167535 w 2057605"/>
                <a:gd name="connsiteY4872" fmla="*/ 2396488 h 3215359"/>
                <a:gd name="connsiteX4873" fmla="*/ 1169980 w 2057605"/>
                <a:gd name="connsiteY4873" fmla="*/ 2394043 h 3215359"/>
                <a:gd name="connsiteX4874" fmla="*/ 1172569 w 2057605"/>
                <a:gd name="connsiteY4874" fmla="*/ 2394043 h 3215359"/>
                <a:gd name="connsiteX4875" fmla="*/ 1172569 w 2057605"/>
                <a:gd name="connsiteY4875" fmla="*/ 2396488 h 3215359"/>
                <a:gd name="connsiteX4876" fmla="*/ 1175014 w 2057605"/>
                <a:gd name="connsiteY4876" fmla="*/ 2394043 h 3215359"/>
                <a:gd name="connsiteX4877" fmla="*/ 1180193 w 2057605"/>
                <a:gd name="connsiteY4877" fmla="*/ 2394043 h 3215359"/>
                <a:gd name="connsiteX4878" fmla="*/ 1182782 w 2057605"/>
                <a:gd name="connsiteY4878" fmla="*/ 2396488 h 3215359"/>
                <a:gd name="connsiteX4879" fmla="*/ 1185227 w 2057605"/>
                <a:gd name="connsiteY4879" fmla="*/ 2396488 h 3215359"/>
                <a:gd name="connsiteX4880" fmla="*/ 1185227 w 2057605"/>
                <a:gd name="connsiteY4880" fmla="*/ 2394043 h 3215359"/>
                <a:gd name="connsiteX4881" fmla="*/ 1187960 w 2057605"/>
                <a:gd name="connsiteY4881" fmla="*/ 2394043 h 3215359"/>
                <a:gd name="connsiteX4882" fmla="*/ 1187960 w 2057605"/>
                <a:gd name="connsiteY4882" fmla="*/ 2391598 h 3215359"/>
                <a:gd name="connsiteX4883" fmla="*/ 1185227 w 2057605"/>
                <a:gd name="connsiteY4883" fmla="*/ 2391598 h 3215359"/>
                <a:gd name="connsiteX4884" fmla="*/ 1187960 w 2057605"/>
                <a:gd name="connsiteY4884" fmla="*/ 2388865 h 3215359"/>
                <a:gd name="connsiteX4885" fmla="*/ 1187960 w 2057605"/>
                <a:gd name="connsiteY4885" fmla="*/ 2383831 h 3215359"/>
                <a:gd name="connsiteX4886" fmla="*/ 1183645 w 2057605"/>
                <a:gd name="connsiteY4886" fmla="*/ 2383831 h 3215359"/>
                <a:gd name="connsiteX4887" fmla="*/ 1183645 w 2057605"/>
                <a:gd name="connsiteY4887" fmla="*/ 2382003 h 3215359"/>
                <a:gd name="connsiteX4888" fmla="*/ 1185227 w 2057605"/>
                <a:gd name="connsiteY4888" fmla="*/ 2378652 h 3215359"/>
                <a:gd name="connsiteX4889" fmla="*/ 1182782 w 2057605"/>
                <a:gd name="connsiteY4889" fmla="*/ 2376063 h 3215359"/>
                <a:gd name="connsiteX4890" fmla="*/ 1182782 w 2057605"/>
                <a:gd name="connsiteY4890" fmla="*/ 2368440 h 3215359"/>
                <a:gd name="connsiteX4891" fmla="*/ 1187960 w 2057605"/>
                <a:gd name="connsiteY4891" fmla="*/ 2368440 h 3215359"/>
                <a:gd name="connsiteX4892" fmla="*/ 1185227 w 2057605"/>
                <a:gd name="connsiteY4892" fmla="*/ 2365851 h 3215359"/>
                <a:gd name="connsiteX4893" fmla="*/ 1182782 w 2057605"/>
                <a:gd name="connsiteY4893" fmla="*/ 2365851 h 3215359"/>
                <a:gd name="connsiteX4894" fmla="*/ 1182782 w 2057605"/>
                <a:gd name="connsiteY4894" fmla="*/ 2368440 h 3215359"/>
                <a:gd name="connsiteX4895" fmla="*/ 1181056 w 2057605"/>
                <a:gd name="connsiteY4895" fmla="*/ 2366714 h 3215359"/>
                <a:gd name="connsiteX4896" fmla="*/ 1181056 w 2057605"/>
                <a:gd name="connsiteY4896" fmla="*/ 2366570 h 3215359"/>
                <a:gd name="connsiteX4897" fmla="*/ 1180960 w 2057605"/>
                <a:gd name="connsiteY4897" fmla="*/ 2366618 h 3215359"/>
                <a:gd name="connsiteX4898" fmla="*/ 1180193 w 2057605"/>
                <a:gd name="connsiteY4898" fmla="*/ 2365851 h 3215359"/>
                <a:gd name="connsiteX4899" fmla="*/ 1182782 w 2057605"/>
                <a:gd name="connsiteY4899" fmla="*/ 2363406 h 3215359"/>
                <a:gd name="connsiteX4900" fmla="*/ 1185227 w 2057605"/>
                <a:gd name="connsiteY4900" fmla="*/ 2360960 h 3215359"/>
                <a:gd name="connsiteX4901" fmla="*/ 1187960 w 2057605"/>
                <a:gd name="connsiteY4901" fmla="*/ 2355638 h 3215359"/>
                <a:gd name="connsiteX4902" fmla="*/ 1185227 w 2057605"/>
                <a:gd name="connsiteY4902" fmla="*/ 2350748 h 3215359"/>
                <a:gd name="connsiteX4903" fmla="*/ 1190405 w 2057605"/>
                <a:gd name="connsiteY4903" fmla="*/ 2350748 h 3215359"/>
                <a:gd name="connsiteX4904" fmla="*/ 1190405 w 2057605"/>
                <a:gd name="connsiteY4904" fmla="*/ 2348015 h 3215359"/>
                <a:gd name="connsiteX4905" fmla="*/ 1187960 w 2057605"/>
                <a:gd name="connsiteY4905" fmla="*/ 2345426 h 3215359"/>
                <a:gd name="connsiteX4906" fmla="*/ 1182782 w 2057605"/>
                <a:gd name="connsiteY4906" fmla="*/ 2342981 h 3215359"/>
                <a:gd name="connsiteX4907" fmla="*/ 1182782 w 2057605"/>
                <a:gd name="connsiteY4907" fmla="*/ 2337802 h 3215359"/>
                <a:gd name="connsiteX4908" fmla="*/ 1180193 w 2057605"/>
                <a:gd name="connsiteY4908" fmla="*/ 2335213 h 3215359"/>
                <a:gd name="connsiteX4909" fmla="*/ 1180193 w 2057605"/>
                <a:gd name="connsiteY4909" fmla="*/ 2327590 h 3215359"/>
                <a:gd name="connsiteX4910" fmla="*/ 1182782 w 2057605"/>
                <a:gd name="connsiteY4910" fmla="*/ 2322556 h 3215359"/>
                <a:gd name="connsiteX4911" fmla="*/ 1182782 w 2057605"/>
                <a:gd name="connsiteY4911" fmla="*/ 2317665 h 3215359"/>
                <a:gd name="connsiteX4912" fmla="*/ 1177747 w 2057605"/>
                <a:gd name="connsiteY4912" fmla="*/ 2309898 h 3215359"/>
                <a:gd name="connsiteX4913" fmla="*/ 1175014 w 2057605"/>
                <a:gd name="connsiteY4913" fmla="*/ 2304720 h 3215359"/>
                <a:gd name="connsiteX4914" fmla="*/ 1172569 w 2057605"/>
                <a:gd name="connsiteY4914" fmla="*/ 2304720 h 3215359"/>
                <a:gd name="connsiteX4915" fmla="*/ 1169980 w 2057605"/>
                <a:gd name="connsiteY4915" fmla="*/ 2302131 h 3215359"/>
                <a:gd name="connsiteX4916" fmla="*/ 1167535 w 2057605"/>
                <a:gd name="connsiteY4916" fmla="*/ 2302131 h 3215359"/>
                <a:gd name="connsiteX4917" fmla="*/ 1164802 w 2057605"/>
                <a:gd name="connsiteY4917" fmla="*/ 2299685 h 3215359"/>
                <a:gd name="connsiteX4918" fmla="*/ 1164802 w 2057605"/>
                <a:gd name="connsiteY4918" fmla="*/ 2291918 h 3215359"/>
                <a:gd name="connsiteX4919" fmla="*/ 1167535 w 2057605"/>
                <a:gd name="connsiteY4919" fmla="*/ 2289473 h 3215359"/>
                <a:gd name="connsiteX4920" fmla="*/ 1169980 w 2057605"/>
                <a:gd name="connsiteY4920" fmla="*/ 2289473 h 3215359"/>
                <a:gd name="connsiteX4921" fmla="*/ 1167535 w 2057605"/>
                <a:gd name="connsiteY4921" fmla="*/ 2287028 h 3215359"/>
                <a:gd name="connsiteX4922" fmla="*/ 1169980 w 2057605"/>
                <a:gd name="connsiteY4922" fmla="*/ 2287028 h 3215359"/>
                <a:gd name="connsiteX4923" fmla="*/ 1172569 w 2057605"/>
                <a:gd name="connsiteY4923" fmla="*/ 2281706 h 3215359"/>
                <a:gd name="connsiteX4924" fmla="*/ 1172569 w 2057605"/>
                <a:gd name="connsiteY4924" fmla="*/ 2274082 h 3215359"/>
                <a:gd name="connsiteX4925" fmla="*/ 1169980 w 2057605"/>
                <a:gd name="connsiteY4925" fmla="*/ 2274082 h 3215359"/>
                <a:gd name="connsiteX4926" fmla="*/ 1172569 w 2057605"/>
                <a:gd name="connsiteY4926" fmla="*/ 2271493 h 3215359"/>
                <a:gd name="connsiteX4927" fmla="*/ 1172569 w 2057605"/>
                <a:gd name="connsiteY4927" fmla="*/ 2269048 h 3215359"/>
                <a:gd name="connsiteX4928" fmla="*/ 1175014 w 2057605"/>
                <a:gd name="connsiteY4928" fmla="*/ 2263870 h 3215359"/>
                <a:gd name="connsiteX4929" fmla="*/ 1177747 w 2057605"/>
                <a:gd name="connsiteY4929" fmla="*/ 2258835 h 3215359"/>
                <a:gd name="connsiteX4930" fmla="*/ 1172569 w 2057605"/>
                <a:gd name="connsiteY4930" fmla="*/ 2253657 h 3215359"/>
                <a:gd name="connsiteX4931" fmla="*/ 1182782 w 2057605"/>
                <a:gd name="connsiteY4931" fmla="*/ 2253657 h 3215359"/>
                <a:gd name="connsiteX4932" fmla="*/ 1185227 w 2057605"/>
                <a:gd name="connsiteY4932" fmla="*/ 2251068 h 3215359"/>
                <a:gd name="connsiteX4933" fmla="*/ 1185227 w 2057605"/>
                <a:gd name="connsiteY4933" fmla="*/ 2256390 h 3215359"/>
                <a:gd name="connsiteX4934" fmla="*/ 1182782 w 2057605"/>
                <a:gd name="connsiteY4934" fmla="*/ 2258835 h 3215359"/>
                <a:gd name="connsiteX4935" fmla="*/ 1185227 w 2057605"/>
                <a:gd name="connsiteY4935" fmla="*/ 2258835 h 3215359"/>
                <a:gd name="connsiteX4936" fmla="*/ 1190405 w 2057605"/>
                <a:gd name="connsiteY4936" fmla="*/ 2251068 h 3215359"/>
                <a:gd name="connsiteX4937" fmla="*/ 1192994 w 2057605"/>
                <a:gd name="connsiteY4937" fmla="*/ 2251068 h 3215359"/>
                <a:gd name="connsiteX4938" fmla="*/ 1192994 w 2057605"/>
                <a:gd name="connsiteY4938" fmla="*/ 2253657 h 3215359"/>
                <a:gd name="connsiteX4939" fmla="*/ 1196015 w 2057605"/>
                <a:gd name="connsiteY4939" fmla="*/ 2253657 h 3215359"/>
                <a:gd name="connsiteX4940" fmla="*/ 1196015 w 2057605"/>
                <a:gd name="connsiteY4940" fmla="*/ 2256390 h 3215359"/>
                <a:gd name="connsiteX4941" fmla="*/ 1208960 w 2057605"/>
                <a:gd name="connsiteY4941" fmla="*/ 2256390 h 3215359"/>
                <a:gd name="connsiteX4942" fmla="*/ 1208960 w 2057605"/>
                <a:gd name="connsiteY4942" fmla="*/ 2253657 h 3215359"/>
                <a:gd name="connsiteX4943" fmla="*/ 1211405 w 2057605"/>
                <a:gd name="connsiteY4943" fmla="*/ 2253657 h 3215359"/>
                <a:gd name="connsiteX4944" fmla="*/ 1211405 w 2057605"/>
                <a:gd name="connsiteY4944" fmla="*/ 2248623 h 3215359"/>
                <a:gd name="connsiteX4945" fmla="*/ 1213851 w 2057605"/>
                <a:gd name="connsiteY4945" fmla="*/ 2246178 h 3215359"/>
                <a:gd name="connsiteX4946" fmla="*/ 1216440 w 2057605"/>
                <a:gd name="connsiteY4946" fmla="*/ 2243445 h 3215359"/>
                <a:gd name="connsiteX4947" fmla="*/ 1219173 w 2057605"/>
                <a:gd name="connsiteY4947" fmla="*/ 2240856 h 3215359"/>
                <a:gd name="connsiteX4948" fmla="*/ 1221618 w 2057605"/>
                <a:gd name="connsiteY4948" fmla="*/ 2238410 h 3215359"/>
                <a:gd name="connsiteX4949" fmla="*/ 1224063 w 2057605"/>
                <a:gd name="connsiteY4949" fmla="*/ 2235965 h 3215359"/>
                <a:gd name="connsiteX4950" fmla="*/ 1226652 w 2057605"/>
                <a:gd name="connsiteY4950" fmla="*/ 2233232 h 3215359"/>
                <a:gd name="connsiteX4951" fmla="*/ 1229098 w 2057605"/>
                <a:gd name="connsiteY4951" fmla="*/ 2230787 h 3215359"/>
                <a:gd name="connsiteX4952" fmla="*/ 1234276 w 2057605"/>
                <a:gd name="connsiteY4952" fmla="*/ 2228198 h 3215359"/>
                <a:gd name="connsiteX4953" fmla="*/ 1234276 w 2057605"/>
                <a:gd name="connsiteY4953" fmla="*/ 2213095 h 3215359"/>
                <a:gd name="connsiteX4954" fmla="*/ 1242043 w 2057605"/>
                <a:gd name="connsiteY4954" fmla="*/ 2202882 h 3215359"/>
                <a:gd name="connsiteX4955" fmla="*/ 1244488 w 2057605"/>
                <a:gd name="connsiteY4955" fmla="*/ 2200149 h 3215359"/>
                <a:gd name="connsiteX4956" fmla="*/ 1249523 w 2057605"/>
                <a:gd name="connsiteY4956" fmla="*/ 2200149 h 3215359"/>
                <a:gd name="connsiteX4957" fmla="*/ 1252255 w 2057605"/>
                <a:gd name="connsiteY4957" fmla="*/ 2197560 h 3215359"/>
                <a:gd name="connsiteX4958" fmla="*/ 1254701 w 2057605"/>
                <a:gd name="connsiteY4958" fmla="*/ 2195115 h 3215359"/>
                <a:gd name="connsiteX4959" fmla="*/ 1257290 w 2057605"/>
                <a:gd name="connsiteY4959" fmla="*/ 2195115 h 3215359"/>
                <a:gd name="connsiteX4960" fmla="*/ 1259735 w 2057605"/>
                <a:gd name="connsiteY4960" fmla="*/ 2189937 h 3215359"/>
                <a:gd name="connsiteX4961" fmla="*/ 1262468 w 2057605"/>
                <a:gd name="connsiteY4961" fmla="*/ 2187348 h 3215359"/>
                <a:gd name="connsiteX4962" fmla="*/ 1262468 w 2057605"/>
                <a:gd name="connsiteY4962" fmla="*/ 2184903 h 3215359"/>
                <a:gd name="connsiteX4963" fmla="*/ 1264913 w 2057605"/>
                <a:gd name="connsiteY4963" fmla="*/ 2182457 h 3215359"/>
                <a:gd name="connsiteX4964" fmla="*/ 1259016 w 2057605"/>
                <a:gd name="connsiteY4964" fmla="*/ 2182457 h 3215359"/>
                <a:gd name="connsiteX4965" fmla="*/ 1256571 w 2057605"/>
                <a:gd name="connsiteY4965" fmla="*/ 2179724 h 3215359"/>
                <a:gd name="connsiteX4966" fmla="*/ 1256571 w 2057605"/>
                <a:gd name="connsiteY4966" fmla="*/ 2182457 h 3215359"/>
                <a:gd name="connsiteX4967" fmla="*/ 1251536 w 2057605"/>
                <a:gd name="connsiteY4967" fmla="*/ 2182457 h 3215359"/>
                <a:gd name="connsiteX4968" fmla="*/ 1253982 w 2057605"/>
                <a:gd name="connsiteY4968" fmla="*/ 2179724 h 3215359"/>
                <a:gd name="connsiteX4969" fmla="*/ 1253982 w 2057605"/>
                <a:gd name="connsiteY4969" fmla="*/ 2177135 h 3215359"/>
                <a:gd name="connsiteX4970" fmla="*/ 1256571 w 2057605"/>
                <a:gd name="connsiteY4970" fmla="*/ 2169512 h 3215359"/>
                <a:gd name="connsiteX4971" fmla="*/ 1253982 w 2057605"/>
                <a:gd name="connsiteY4971" fmla="*/ 2166923 h 3215359"/>
                <a:gd name="connsiteX4972" fmla="*/ 1256571 w 2057605"/>
                <a:gd name="connsiteY4972" fmla="*/ 2164477 h 3215359"/>
                <a:gd name="connsiteX4973" fmla="*/ 1256571 w 2057605"/>
                <a:gd name="connsiteY4973" fmla="*/ 2159299 h 3215359"/>
                <a:gd name="connsiteX4974" fmla="*/ 1259016 w 2057605"/>
                <a:gd name="connsiteY4974" fmla="*/ 2154265 h 3215359"/>
                <a:gd name="connsiteX4975" fmla="*/ 1256571 w 2057605"/>
                <a:gd name="connsiteY4975" fmla="*/ 2149087 h 3215359"/>
                <a:gd name="connsiteX4976" fmla="*/ 1256571 w 2057605"/>
                <a:gd name="connsiteY4976" fmla="*/ 2139162 h 3215359"/>
                <a:gd name="connsiteX4977" fmla="*/ 1253982 w 2057605"/>
                <a:gd name="connsiteY4977" fmla="*/ 2136429 h 3215359"/>
                <a:gd name="connsiteX4978" fmla="*/ 1251536 w 2057605"/>
                <a:gd name="connsiteY4978" fmla="*/ 2139162 h 3215359"/>
                <a:gd name="connsiteX4979" fmla="*/ 1251536 w 2057605"/>
                <a:gd name="connsiteY4979" fmla="*/ 2136429 h 3215359"/>
                <a:gd name="connsiteX4980" fmla="*/ 1248803 w 2057605"/>
                <a:gd name="connsiteY4980" fmla="*/ 2139162 h 3215359"/>
                <a:gd name="connsiteX4981" fmla="*/ 1246358 w 2057605"/>
                <a:gd name="connsiteY4981" fmla="*/ 2139162 h 3215359"/>
                <a:gd name="connsiteX4982" fmla="*/ 1246358 w 2057605"/>
                <a:gd name="connsiteY4982" fmla="*/ 2133840 h 3215359"/>
                <a:gd name="connsiteX4983" fmla="*/ 1243769 w 2057605"/>
                <a:gd name="connsiteY4983" fmla="*/ 2136429 h 3215359"/>
                <a:gd name="connsiteX4984" fmla="*/ 1241324 w 2057605"/>
                <a:gd name="connsiteY4984" fmla="*/ 2141607 h 3215359"/>
                <a:gd name="connsiteX4985" fmla="*/ 1241324 w 2057605"/>
                <a:gd name="connsiteY4985" fmla="*/ 2144052 h 3215359"/>
                <a:gd name="connsiteX4986" fmla="*/ 1238591 w 2057605"/>
                <a:gd name="connsiteY4986" fmla="*/ 2146642 h 3215359"/>
                <a:gd name="connsiteX4987" fmla="*/ 1236146 w 2057605"/>
                <a:gd name="connsiteY4987" fmla="*/ 2149087 h 3215359"/>
                <a:gd name="connsiteX4988" fmla="*/ 1236146 w 2057605"/>
                <a:gd name="connsiteY4988" fmla="*/ 2151820 h 3215359"/>
                <a:gd name="connsiteX4989" fmla="*/ 1238591 w 2057605"/>
                <a:gd name="connsiteY4989" fmla="*/ 2151820 h 3215359"/>
                <a:gd name="connsiteX4990" fmla="*/ 1236146 w 2057605"/>
                <a:gd name="connsiteY4990" fmla="*/ 2154265 h 3215359"/>
                <a:gd name="connsiteX4991" fmla="*/ 1238591 w 2057605"/>
                <a:gd name="connsiteY4991" fmla="*/ 2154265 h 3215359"/>
                <a:gd name="connsiteX4992" fmla="*/ 1241324 w 2057605"/>
                <a:gd name="connsiteY4992" fmla="*/ 2149087 h 3215359"/>
                <a:gd name="connsiteX4993" fmla="*/ 1243769 w 2057605"/>
                <a:gd name="connsiteY4993" fmla="*/ 2149087 h 3215359"/>
                <a:gd name="connsiteX4994" fmla="*/ 1243769 w 2057605"/>
                <a:gd name="connsiteY4994" fmla="*/ 2151820 h 3215359"/>
                <a:gd name="connsiteX4995" fmla="*/ 1248803 w 2057605"/>
                <a:gd name="connsiteY4995" fmla="*/ 2149087 h 3215359"/>
                <a:gd name="connsiteX4996" fmla="*/ 1243769 w 2057605"/>
                <a:gd name="connsiteY4996" fmla="*/ 2154265 h 3215359"/>
                <a:gd name="connsiteX4997" fmla="*/ 1241324 w 2057605"/>
                <a:gd name="connsiteY4997" fmla="*/ 2159299 h 3215359"/>
                <a:gd name="connsiteX4998" fmla="*/ 1238591 w 2057605"/>
                <a:gd name="connsiteY4998" fmla="*/ 2162032 h 3215359"/>
                <a:gd name="connsiteX4999" fmla="*/ 1236146 w 2057605"/>
                <a:gd name="connsiteY4999" fmla="*/ 2164477 h 3215359"/>
                <a:gd name="connsiteX5000" fmla="*/ 1233557 w 2057605"/>
                <a:gd name="connsiteY5000" fmla="*/ 2166923 h 3215359"/>
                <a:gd name="connsiteX5001" fmla="*/ 1225933 w 2057605"/>
                <a:gd name="connsiteY5001" fmla="*/ 2166923 h 3215359"/>
                <a:gd name="connsiteX5002" fmla="*/ 1223344 w 2057605"/>
                <a:gd name="connsiteY5002" fmla="*/ 2169512 h 3215359"/>
                <a:gd name="connsiteX5003" fmla="*/ 1215721 w 2057605"/>
                <a:gd name="connsiteY5003" fmla="*/ 2169512 h 3215359"/>
                <a:gd name="connsiteX5004" fmla="*/ 1215721 w 2057605"/>
                <a:gd name="connsiteY5004" fmla="*/ 2167930 h 3215359"/>
                <a:gd name="connsiteX5005" fmla="*/ 1213131 w 2057605"/>
                <a:gd name="connsiteY5005" fmla="*/ 2167930 h 3215359"/>
                <a:gd name="connsiteX5006" fmla="*/ 1213131 w 2057605"/>
                <a:gd name="connsiteY5006" fmla="*/ 2165484 h 3215359"/>
                <a:gd name="connsiteX5007" fmla="*/ 1210686 w 2057605"/>
                <a:gd name="connsiteY5007" fmla="*/ 2167930 h 3215359"/>
                <a:gd name="connsiteX5008" fmla="*/ 1213131 w 2057605"/>
                <a:gd name="connsiteY5008" fmla="*/ 2163039 h 3215359"/>
                <a:gd name="connsiteX5009" fmla="*/ 1213131 w 2057605"/>
                <a:gd name="connsiteY5009" fmla="*/ 2157717 h 3215359"/>
                <a:gd name="connsiteX5010" fmla="*/ 1215721 w 2057605"/>
                <a:gd name="connsiteY5010" fmla="*/ 2150094 h 3215359"/>
                <a:gd name="connsiteX5011" fmla="*/ 1213131 w 2057605"/>
                <a:gd name="connsiteY5011" fmla="*/ 2147648 h 3215359"/>
                <a:gd name="connsiteX5012" fmla="*/ 1213131 w 2057605"/>
                <a:gd name="connsiteY5012" fmla="*/ 2140169 h 3215359"/>
                <a:gd name="connsiteX5013" fmla="*/ 1218454 w 2057605"/>
                <a:gd name="connsiteY5013" fmla="*/ 2140169 h 3215359"/>
                <a:gd name="connsiteX5014" fmla="*/ 1218454 w 2057605"/>
                <a:gd name="connsiteY5014" fmla="*/ 2142614 h 3215359"/>
                <a:gd name="connsiteX5015" fmla="*/ 1220899 w 2057605"/>
                <a:gd name="connsiteY5015" fmla="*/ 2142614 h 3215359"/>
                <a:gd name="connsiteX5016" fmla="*/ 1223344 w 2057605"/>
                <a:gd name="connsiteY5016" fmla="*/ 2140169 h 3215359"/>
                <a:gd name="connsiteX5017" fmla="*/ 1223344 w 2057605"/>
                <a:gd name="connsiteY5017" fmla="*/ 2132401 h 3215359"/>
                <a:gd name="connsiteX5018" fmla="*/ 1231111 w 2057605"/>
                <a:gd name="connsiteY5018" fmla="*/ 2132401 h 3215359"/>
                <a:gd name="connsiteX5019" fmla="*/ 1231111 w 2057605"/>
                <a:gd name="connsiteY5019" fmla="*/ 2129956 h 3215359"/>
                <a:gd name="connsiteX5020" fmla="*/ 1233557 w 2057605"/>
                <a:gd name="connsiteY5020" fmla="*/ 2129956 h 3215359"/>
                <a:gd name="connsiteX5021" fmla="*/ 1233557 w 2057605"/>
                <a:gd name="connsiteY5021" fmla="*/ 2127223 h 3215359"/>
                <a:gd name="connsiteX5022" fmla="*/ 1231111 w 2057605"/>
                <a:gd name="connsiteY5022" fmla="*/ 2124634 h 3215359"/>
                <a:gd name="connsiteX5023" fmla="*/ 1233557 w 2057605"/>
                <a:gd name="connsiteY5023" fmla="*/ 2122189 h 3215359"/>
                <a:gd name="connsiteX5024" fmla="*/ 1236146 w 2057605"/>
                <a:gd name="connsiteY5024" fmla="*/ 2122189 h 3215359"/>
                <a:gd name="connsiteX5025" fmla="*/ 1236146 w 2057605"/>
                <a:gd name="connsiteY5025" fmla="*/ 2119744 h 3215359"/>
                <a:gd name="connsiteX5026" fmla="*/ 1238591 w 2057605"/>
                <a:gd name="connsiteY5026" fmla="*/ 2114422 h 3215359"/>
                <a:gd name="connsiteX5027" fmla="*/ 1236146 w 2057605"/>
                <a:gd name="connsiteY5027" fmla="*/ 2117011 h 3215359"/>
                <a:gd name="connsiteX5028" fmla="*/ 1236146 w 2057605"/>
                <a:gd name="connsiteY5028" fmla="*/ 2119744 h 3215359"/>
                <a:gd name="connsiteX5029" fmla="*/ 1231830 w 2057605"/>
                <a:gd name="connsiteY5029" fmla="*/ 2119744 h 3215359"/>
                <a:gd name="connsiteX5030" fmla="*/ 1229098 w 2057605"/>
                <a:gd name="connsiteY5030" fmla="*/ 2122189 h 3215359"/>
                <a:gd name="connsiteX5031" fmla="*/ 1226652 w 2057605"/>
                <a:gd name="connsiteY5031" fmla="*/ 2117011 h 3215359"/>
                <a:gd name="connsiteX5032" fmla="*/ 1226652 w 2057605"/>
                <a:gd name="connsiteY5032" fmla="*/ 2114422 h 3215359"/>
                <a:gd name="connsiteX5033" fmla="*/ 1229098 w 2057605"/>
                <a:gd name="connsiteY5033" fmla="*/ 2101764 h 3215359"/>
                <a:gd name="connsiteX5034" fmla="*/ 1226652 w 2057605"/>
                <a:gd name="connsiteY5034" fmla="*/ 2099319 h 3215359"/>
                <a:gd name="connsiteX5035" fmla="*/ 1226652 w 2057605"/>
                <a:gd name="connsiteY5035" fmla="*/ 2096586 h 3215359"/>
                <a:gd name="connsiteX5036" fmla="*/ 1234276 w 2057605"/>
                <a:gd name="connsiteY5036" fmla="*/ 2091551 h 3215359"/>
                <a:gd name="connsiteX5037" fmla="*/ 1244488 w 2057605"/>
                <a:gd name="connsiteY5037" fmla="*/ 2091551 h 3215359"/>
                <a:gd name="connsiteX5038" fmla="*/ 1247077 w 2057605"/>
                <a:gd name="connsiteY5038" fmla="*/ 2089106 h 3215359"/>
                <a:gd name="connsiteX5039" fmla="*/ 1247077 w 2057605"/>
                <a:gd name="connsiteY5039" fmla="*/ 2091551 h 3215359"/>
                <a:gd name="connsiteX5040" fmla="*/ 1249523 w 2057605"/>
                <a:gd name="connsiteY5040" fmla="*/ 2091551 h 3215359"/>
                <a:gd name="connsiteX5041" fmla="*/ 1252255 w 2057605"/>
                <a:gd name="connsiteY5041" fmla="*/ 2083784 h 3215359"/>
                <a:gd name="connsiteX5042" fmla="*/ 1259735 w 2057605"/>
                <a:gd name="connsiteY5042" fmla="*/ 2081339 h 3215359"/>
                <a:gd name="connsiteX5043" fmla="*/ 1259735 w 2057605"/>
                <a:gd name="connsiteY5043" fmla="*/ 2083784 h 3215359"/>
                <a:gd name="connsiteX5044" fmla="*/ 1257290 w 2057605"/>
                <a:gd name="connsiteY5044" fmla="*/ 2083784 h 3215359"/>
                <a:gd name="connsiteX5045" fmla="*/ 1254701 w 2057605"/>
                <a:gd name="connsiteY5045" fmla="*/ 2089106 h 3215359"/>
                <a:gd name="connsiteX5046" fmla="*/ 1254701 w 2057605"/>
                <a:gd name="connsiteY5046" fmla="*/ 2091551 h 3215359"/>
                <a:gd name="connsiteX5047" fmla="*/ 1252255 w 2057605"/>
                <a:gd name="connsiteY5047" fmla="*/ 2091551 h 3215359"/>
                <a:gd name="connsiteX5048" fmla="*/ 1252255 w 2057605"/>
                <a:gd name="connsiteY5048" fmla="*/ 2096586 h 3215359"/>
                <a:gd name="connsiteX5049" fmla="*/ 1249523 w 2057605"/>
                <a:gd name="connsiteY5049" fmla="*/ 2093997 h 3215359"/>
                <a:gd name="connsiteX5050" fmla="*/ 1249523 w 2057605"/>
                <a:gd name="connsiteY5050" fmla="*/ 2096586 h 3215359"/>
                <a:gd name="connsiteX5051" fmla="*/ 1247077 w 2057605"/>
                <a:gd name="connsiteY5051" fmla="*/ 2101764 h 3215359"/>
                <a:gd name="connsiteX5052" fmla="*/ 1244488 w 2057605"/>
                <a:gd name="connsiteY5052" fmla="*/ 2104209 h 3215359"/>
                <a:gd name="connsiteX5053" fmla="*/ 1247077 w 2057605"/>
                <a:gd name="connsiteY5053" fmla="*/ 2104209 h 3215359"/>
                <a:gd name="connsiteX5054" fmla="*/ 1247077 w 2057605"/>
                <a:gd name="connsiteY5054" fmla="*/ 2101764 h 3215359"/>
                <a:gd name="connsiteX5055" fmla="*/ 1249523 w 2057605"/>
                <a:gd name="connsiteY5055" fmla="*/ 2101764 h 3215359"/>
                <a:gd name="connsiteX5056" fmla="*/ 1244488 w 2057605"/>
                <a:gd name="connsiteY5056" fmla="*/ 2106798 h 3215359"/>
                <a:gd name="connsiteX5057" fmla="*/ 1247077 w 2057605"/>
                <a:gd name="connsiteY5057" fmla="*/ 2109531 h 3215359"/>
                <a:gd name="connsiteX5058" fmla="*/ 1249523 w 2057605"/>
                <a:gd name="connsiteY5058" fmla="*/ 2109531 h 3215359"/>
                <a:gd name="connsiteX5059" fmla="*/ 1247077 w 2057605"/>
                <a:gd name="connsiteY5059" fmla="*/ 2111976 h 3215359"/>
                <a:gd name="connsiteX5060" fmla="*/ 1247077 w 2057605"/>
                <a:gd name="connsiteY5060" fmla="*/ 2113702 h 3215359"/>
                <a:gd name="connsiteX5061" fmla="*/ 1249523 w 2057605"/>
                <a:gd name="connsiteY5061" fmla="*/ 2113702 h 3215359"/>
                <a:gd name="connsiteX5062" fmla="*/ 1249523 w 2057605"/>
                <a:gd name="connsiteY5062" fmla="*/ 2109531 h 3215359"/>
                <a:gd name="connsiteX5063" fmla="*/ 1249523 w 2057605"/>
                <a:gd name="connsiteY5063" fmla="*/ 2108812 h 3215359"/>
                <a:gd name="connsiteX5064" fmla="*/ 1257290 w 2057605"/>
                <a:gd name="connsiteY5064" fmla="*/ 2103490 h 3215359"/>
                <a:gd name="connsiteX5065" fmla="*/ 1259735 w 2057605"/>
                <a:gd name="connsiteY5065" fmla="*/ 2098600 h 3215359"/>
                <a:gd name="connsiteX5066" fmla="*/ 1259735 w 2057605"/>
                <a:gd name="connsiteY5066" fmla="*/ 2095867 h 3215359"/>
                <a:gd name="connsiteX5067" fmla="*/ 1264913 w 2057605"/>
                <a:gd name="connsiteY5067" fmla="*/ 2093277 h 3215359"/>
                <a:gd name="connsiteX5068" fmla="*/ 1264913 w 2057605"/>
                <a:gd name="connsiteY5068" fmla="*/ 2090832 h 3215359"/>
                <a:gd name="connsiteX5069" fmla="*/ 1267502 w 2057605"/>
                <a:gd name="connsiteY5069" fmla="*/ 2088387 h 3215359"/>
                <a:gd name="connsiteX5070" fmla="*/ 1267502 w 2057605"/>
                <a:gd name="connsiteY5070" fmla="*/ 2085654 h 3215359"/>
                <a:gd name="connsiteX5071" fmla="*/ 1264913 w 2057605"/>
                <a:gd name="connsiteY5071" fmla="*/ 2085654 h 3215359"/>
                <a:gd name="connsiteX5072" fmla="*/ 1264913 w 2057605"/>
                <a:gd name="connsiteY5072" fmla="*/ 2088387 h 3215359"/>
                <a:gd name="connsiteX5073" fmla="*/ 1257290 w 2057605"/>
                <a:gd name="connsiteY5073" fmla="*/ 2088387 h 3215359"/>
                <a:gd name="connsiteX5074" fmla="*/ 1264913 w 2057605"/>
                <a:gd name="connsiteY5074" fmla="*/ 2075442 h 3215359"/>
                <a:gd name="connsiteX5075" fmla="*/ 1262612 w 2057605"/>
                <a:gd name="connsiteY5075" fmla="*/ 2075442 h 3215359"/>
                <a:gd name="connsiteX5076" fmla="*/ 1262612 w 2057605"/>
                <a:gd name="connsiteY5076" fmla="*/ 2070407 h 3215359"/>
                <a:gd name="connsiteX5077" fmla="*/ 1257434 w 2057605"/>
                <a:gd name="connsiteY5077" fmla="*/ 2067962 h 3215359"/>
                <a:gd name="connsiteX5078" fmla="*/ 1254845 w 2057605"/>
                <a:gd name="connsiteY5078" fmla="*/ 2067962 h 3215359"/>
                <a:gd name="connsiteX5079" fmla="*/ 1252399 w 2057605"/>
                <a:gd name="connsiteY5079" fmla="*/ 2070407 h 3215359"/>
                <a:gd name="connsiteX5080" fmla="*/ 1252399 w 2057605"/>
                <a:gd name="connsiteY5080" fmla="*/ 2072852 h 3215359"/>
                <a:gd name="connsiteX5081" fmla="*/ 1247221 w 2057605"/>
                <a:gd name="connsiteY5081" fmla="*/ 2072852 h 3215359"/>
                <a:gd name="connsiteX5082" fmla="*/ 1247221 w 2057605"/>
                <a:gd name="connsiteY5082" fmla="*/ 2078174 h 3215359"/>
                <a:gd name="connsiteX5083" fmla="*/ 1244632 w 2057605"/>
                <a:gd name="connsiteY5083" fmla="*/ 2078174 h 3215359"/>
                <a:gd name="connsiteX5084" fmla="*/ 1244632 w 2057605"/>
                <a:gd name="connsiteY5084" fmla="*/ 2080620 h 3215359"/>
                <a:gd name="connsiteX5085" fmla="*/ 1226796 w 2057605"/>
                <a:gd name="connsiteY5085" fmla="*/ 2080620 h 3215359"/>
                <a:gd name="connsiteX5086" fmla="*/ 1221762 w 2057605"/>
                <a:gd name="connsiteY5086" fmla="*/ 2072852 h 3215359"/>
                <a:gd name="connsiteX5087" fmla="*/ 1221762 w 2057605"/>
                <a:gd name="connsiteY5087" fmla="*/ 2070407 h 3215359"/>
                <a:gd name="connsiteX5088" fmla="*/ 1218597 w 2057605"/>
                <a:gd name="connsiteY5088" fmla="*/ 2070407 h 3215359"/>
                <a:gd name="connsiteX5089" fmla="*/ 1215864 w 2057605"/>
                <a:gd name="connsiteY5089" fmla="*/ 2065229 h 3215359"/>
                <a:gd name="connsiteX5090" fmla="*/ 1213275 w 2057605"/>
                <a:gd name="connsiteY5090" fmla="*/ 2057749 h 3215359"/>
                <a:gd name="connsiteX5091" fmla="*/ 1213275 w 2057605"/>
                <a:gd name="connsiteY5091" fmla="*/ 2055016 h 3215359"/>
                <a:gd name="connsiteX5092" fmla="*/ 1210830 w 2057605"/>
                <a:gd name="connsiteY5092" fmla="*/ 2055016 h 3215359"/>
                <a:gd name="connsiteX5093" fmla="*/ 1210830 w 2057605"/>
                <a:gd name="connsiteY5093" fmla="*/ 2049982 h 3215359"/>
                <a:gd name="connsiteX5094" fmla="*/ 1213275 w 2057605"/>
                <a:gd name="connsiteY5094" fmla="*/ 2049982 h 3215359"/>
                <a:gd name="connsiteX5095" fmla="*/ 1213275 w 2057605"/>
                <a:gd name="connsiteY5095" fmla="*/ 2047537 h 3215359"/>
                <a:gd name="connsiteX5096" fmla="*/ 1210830 w 2057605"/>
                <a:gd name="connsiteY5096" fmla="*/ 2049982 h 3215359"/>
                <a:gd name="connsiteX5097" fmla="*/ 1205652 w 2057605"/>
                <a:gd name="connsiteY5097" fmla="*/ 2049982 h 3215359"/>
                <a:gd name="connsiteX5098" fmla="*/ 1205652 w 2057605"/>
                <a:gd name="connsiteY5098" fmla="*/ 2052571 h 3215359"/>
                <a:gd name="connsiteX5099" fmla="*/ 1203207 w 2057605"/>
                <a:gd name="connsiteY5099" fmla="*/ 2052571 h 3215359"/>
                <a:gd name="connsiteX5100" fmla="*/ 1203207 w 2057605"/>
                <a:gd name="connsiteY5100" fmla="*/ 2055016 h 3215359"/>
                <a:gd name="connsiteX5101" fmla="*/ 1205652 w 2057605"/>
                <a:gd name="connsiteY5101" fmla="*/ 2057749 h 3215359"/>
                <a:gd name="connsiteX5102" fmla="*/ 1205652 w 2057605"/>
                <a:gd name="connsiteY5102" fmla="*/ 2060195 h 3215359"/>
                <a:gd name="connsiteX5103" fmla="*/ 1203207 w 2057605"/>
                <a:gd name="connsiteY5103" fmla="*/ 2065229 h 3215359"/>
                <a:gd name="connsiteX5104" fmla="*/ 1200618 w 2057605"/>
                <a:gd name="connsiteY5104" fmla="*/ 2065229 h 3215359"/>
                <a:gd name="connsiteX5105" fmla="*/ 1195439 w 2057605"/>
                <a:gd name="connsiteY5105" fmla="*/ 2062784 h 3215359"/>
                <a:gd name="connsiteX5106" fmla="*/ 1195439 w 2057605"/>
                <a:gd name="connsiteY5106" fmla="*/ 2060195 h 3215359"/>
                <a:gd name="connsiteX5107" fmla="*/ 1192994 w 2057605"/>
                <a:gd name="connsiteY5107" fmla="*/ 2060195 h 3215359"/>
                <a:gd name="connsiteX5108" fmla="*/ 1192994 w 2057605"/>
                <a:gd name="connsiteY5108" fmla="*/ 2057749 h 3215359"/>
                <a:gd name="connsiteX5109" fmla="*/ 1191268 w 2057605"/>
                <a:gd name="connsiteY5109" fmla="*/ 2057749 h 3215359"/>
                <a:gd name="connsiteX5110" fmla="*/ 1191268 w 2057605"/>
                <a:gd name="connsiteY5110" fmla="*/ 2060195 h 3215359"/>
                <a:gd name="connsiteX5111" fmla="*/ 1188823 w 2057605"/>
                <a:gd name="connsiteY5111" fmla="*/ 2060195 h 3215359"/>
                <a:gd name="connsiteX5112" fmla="*/ 1188823 w 2057605"/>
                <a:gd name="connsiteY5112" fmla="*/ 2055016 h 3215359"/>
                <a:gd name="connsiteX5113" fmla="*/ 1186090 w 2057605"/>
                <a:gd name="connsiteY5113" fmla="*/ 2055016 h 3215359"/>
                <a:gd name="connsiteX5114" fmla="*/ 1181056 w 2057605"/>
                <a:gd name="connsiteY5114" fmla="*/ 2052571 h 3215359"/>
                <a:gd name="connsiteX5115" fmla="*/ 1178610 w 2057605"/>
                <a:gd name="connsiteY5115" fmla="*/ 2049982 h 3215359"/>
                <a:gd name="connsiteX5116" fmla="*/ 1175302 w 2057605"/>
                <a:gd name="connsiteY5116" fmla="*/ 2049982 h 3215359"/>
                <a:gd name="connsiteX5117" fmla="*/ 1167823 w 2057605"/>
                <a:gd name="connsiteY5117" fmla="*/ 2042359 h 3215359"/>
                <a:gd name="connsiteX5118" fmla="*/ 1167823 w 2057605"/>
                <a:gd name="connsiteY5118" fmla="*/ 2039770 h 3215359"/>
                <a:gd name="connsiteX5119" fmla="*/ 1165090 w 2057605"/>
                <a:gd name="connsiteY5119" fmla="*/ 2037324 h 3215359"/>
                <a:gd name="connsiteX5120" fmla="*/ 1162644 w 2057605"/>
                <a:gd name="connsiteY5120" fmla="*/ 2037324 h 3215359"/>
                <a:gd name="connsiteX5121" fmla="*/ 1160055 w 2057605"/>
                <a:gd name="connsiteY5121" fmla="*/ 2039770 h 3215359"/>
                <a:gd name="connsiteX5122" fmla="*/ 1157610 w 2057605"/>
                <a:gd name="connsiteY5122" fmla="*/ 2037324 h 3215359"/>
                <a:gd name="connsiteX5123" fmla="*/ 1160055 w 2057605"/>
                <a:gd name="connsiteY5123" fmla="*/ 2037324 h 3215359"/>
                <a:gd name="connsiteX5124" fmla="*/ 1160055 w 2057605"/>
                <a:gd name="connsiteY5124" fmla="*/ 2034879 h 3215359"/>
                <a:gd name="connsiteX5125" fmla="*/ 1157610 w 2057605"/>
                <a:gd name="connsiteY5125" fmla="*/ 2034879 h 3215359"/>
                <a:gd name="connsiteX5126" fmla="*/ 1157610 w 2057605"/>
                <a:gd name="connsiteY5126" fmla="*/ 2037324 h 3215359"/>
                <a:gd name="connsiteX5127" fmla="*/ 1154877 w 2057605"/>
                <a:gd name="connsiteY5127" fmla="*/ 2037324 h 3215359"/>
                <a:gd name="connsiteX5128" fmla="*/ 1154877 w 2057605"/>
                <a:gd name="connsiteY5128" fmla="*/ 2039770 h 3215359"/>
                <a:gd name="connsiteX5129" fmla="*/ 1152432 w 2057605"/>
                <a:gd name="connsiteY5129" fmla="*/ 2034879 h 3215359"/>
                <a:gd name="connsiteX5130" fmla="*/ 1152432 w 2057605"/>
                <a:gd name="connsiteY5130" fmla="*/ 2037324 h 3215359"/>
                <a:gd name="connsiteX5131" fmla="*/ 1149843 w 2057605"/>
                <a:gd name="connsiteY5131" fmla="*/ 2032146 h 3215359"/>
                <a:gd name="connsiteX5132" fmla="*/ 1147398 w 2057605"/>
                <a:gd name="connsiteY5132" fmla="*/ 2032146 h 3215359"/>
                <a:gd name="connsiteX5133" fmla="*/ 1147398 w 2057605"/>
                <a:gd name="connsiteY5133" fmla="*/ 2029557 h 3215359"/>
                <a:gd name="connsiteX5134" fmla="*/ 1144952 w 2057605"/>
                <a:gd name="connsiteY5134" fmla="*/ 2029557 h 3215359"/>
                <a:gd name="connsiteX5135" fmla="*/ 1142219 w 2057605"/>
                <a:gd name="connsiteY5135" fmla="*/ 2027112 h 3215359"/>
                <a:gd name="connsiteX5136" fmla="*/ 1147398 w 2057605"/>
                <a:gd name="connsiteY5136" fmla="*/ 2027112 h 3215359"/>
                <a:gd name="connsiteX5137" fmla="*/ 1144952 w 2057605"/>
                <a:gd name="connsiteY5137" fmla="*/ 2024667 h 3215359"/>
                <a:gd name="connsiteX5138" fmla="*/ 1147398 w 2057605"/>
                <a:gd name="connsiteY5138" fmla="*/ 2024667 h 3215359"/>
                <a:gd name="connsiteX5139" fmla="*/ 1147398 w 2057605"/>
                <a:gd name="connsiteY5139" fmla="*/ 2021934 h 3215359"/>
                <a:gd name="connsiteX5140" fmla="*/ 1144952 w 2057605"/>
                <a:gd name="connsiteY5140" fmla="*/ 2021934 h 3215359"/>
                <a:gd name="connsiteX5141" fmla="*/ 1144952 w 2057605"/>
                <a:gd name="connsiteY5141" fmla="*/ 2016899 h 3215359"/>
                <a:gd name="connsiteX5142" fmla="*/ 1147398 w 2057605"/>
                <a:gd name="connsiteY5142" fmla="*/ 2019345 h 3215359"/>
                <a:gd name="connsiteX5143" fmla="*/ 1147398 w 2057605"/>
                <a:gd name="connsiteY5143" fmla="*/ 2016899 h 3215359"/>
                <a:gd name="connsiteX5144" fmla="*/ 1144952 w 2057605"/>
                <a:gd name="connsiteY5144" fmla="*/ 2014454 h 3215359"/>
                <a:gd name="connsiteX5145" fmla="*/ 1137185 w 2057605"/>
                <a:gd name="connsiteY5145" fmla="*/ 2014454 h 3215359"/>
                <a:gd name="connsiteX5146" fmla="*/ 1137185 w 2057605"/>
                <a:gd name="connsiteY5146" fmla="*/ 2009132 h 3215359"/>
                <a:gd name="connsiteX5147" fmla="*/ 1129418 w 2057605"/>
                <a:gd name="connsiteY5147" fmla="*/ 1998920 h 3215359"/>
                <a:gd name="connsiteX5148" fmla="*/ 1129418 w 2057605"/>
                <a:gd name="connsiteY5148" fmla="*/ 1996474 h 3215359"/>
                <a:gd name="connsiteX5149" fmla="*/ 1126973 w 2057605"/>
                <a:gd name="connsiteY5149" fmla="*/ 1991296 h 3215359"/>
                <a:gd name="connsiteX5150" fmla="*/ 1126973 w 2057605"/>
                <a:gd name="connsiteY5150" fmla="*/ 1963392 h 3215359"/>
                <a:gd name="connsiteX5151" fmla="*/ 1129418 w 2057605"/>
                <a:gd name="connsiteY5151" fmla="*/ 1958213 h 3215359"/>
                <a:gd name="connsiteX5152" fmla="*/ 1132007 w 2057605"/>
                <a:gd name="connsiteY5152" fmla="*/ 1958213 h 3215359"/>
                <a:gd name="connsiteX5153" fmla="*/ 1132007 w 2057605"/>
                <a:gd name="connsiteY5153" fmla="*/ 1955624 h 3215359"/>
                <a:gd name="connsiteX5154" fmla="*/ 1134740 w 2057605"/>
                <a:gd name="connsiteY5154" fmla="*/ 1958213 h 3215359"/>
                <a:gd name="connsiteX5155" fmla="*/ 1134740 w 2057605"/>
                <a:gd name="connsiteY5155" fmla="*/ 1955624 h 3215359"/>
                <a:gd name="connsiteX5156" fmla="*/ 1137185 w 2057605"/>
                <a:gd name="connsiteY5156" fmla="*/ 1945412 h 3215359"/>
                <a:gd name="connsiteX5157" fmla="*/ 1137185 w 2057605"/>
                <a:gd name="connsiteY5157" fmla="*/ 1942967 h 3215359"/>
                <a:gd name="connsiteX5158" fmla="*/ 1139630 w 2057605"/>
                <a:gd name="connsiteY5158" fmla="*/ 1940521 h 3215359"/>
                <a:gd name="connsiteX5159" fmla="*/ 1139630 w 2057605"/>
                <a:gd name="connsiteY5159" fmla="*/ 1937788 h 3215359"/>
                <a:gd name="connsiteX5160" fmla="*/ 1142219 w 2057605"/>
                <a:gd name="connsiteY5160" fmla="*/ 1937788 h 3215359"/>
                <a:gd name="connsiteX5161" fmla="*/ 1142219 w 2057605"/>
                <a:gd name="connsiteY5161" fmla="*/ 1942967 h 3215359"/>
                <a:gd name="connsiteX5162" fmla="*/ 1144952 w 2057605"/>
                <a:gd name="connsiteY5162" fmla="*/ 1940521 h 3215359"/>
                <a:gd name="connsiteX5163" fmla="*/ 1144952 w 2057605"/>
                <a:gd name="connsiteY5163" fmla="*/ 1935199 h 3215359"/>
                <a:gd name="connsiteX5164" fmla="*/ 1149843 w 2057605"/>
                <a:gd name="connsiteY5164" fmla="*/ 1935199 h 3215359"/>
                <a:gd name="connsiteX5165" fmla="*/ 1154877 w 2057605"/>
                <a:gd name="connsiteY5165" fmla="*/ 1940521 h 3215359"/>
                <a:gd name="connsiteX5166" fmla="*/ 1157610 w 2057605"/>
                <a:gd name="connsiteY5166" fmla="*/ 1940521 h 3215359"/>
                <a:gd name="connsiteX5167" fmla="*/ 1157610 w 2057605"/>
                <a:gd name="connsiteY5167" fmla="*/ 1937788 h 3215359"/>
                <a:gd name="connsiteX5168" fmla="*/ 1154877 w 2057605"/>
                <a:gd name="connsiteY5168" fmla="*/ 1937788 h 3215359"/>
                <a:gd name="connsiteX5169" fmla="*/ 1152432 w 2057605"/>
                <a:gd name="connsiteY5169" fmla="*/ 1935199 h 3215359"/>
                <a:gd name="connsiteX5170" fmla="*/ 1149843 w 2057605"/>
                <a:gd name="connsiteY5170" fmla="*/ 1935199 h 3215359"/>
                <a:gd name="connsiteX5171" fmla="*/ 1147398 w 2057605"/>
                <a:gd name="connsiteY5171" fmla="*/ 1930309 h 3215359"/>
                <a:gd name="connsiteX5172" fmla="*/ 1147398 w 2057605"/>
                <a:gd name="connsiteY5172" fmla="*/ 1927576 h 3215359"/>
                <a:gd name="connsiteX5173" fmla="*/ 1152432 w 2057605"/>
                <a:gd name="connsiteY5173" fmla="*/ 1924987 h 3215359"/>
                <a:gd name="connsiteX5174" fmla="*/ 1152432 w 2057605"/>
                <a:gd name="connsiteY5174" fmla="*/ 1922542 h 3215359"/>
                <a:gd name="connsiteX5175" fmla="*/ 1154877 w 2057605"/>
                <a:gd name="connsiteY5175" fmla="*/ 1920096 h 3215359"/>
                <a:gd name="connsiteX5176" fmla="*/ 1160055 w 2057605"/>
                <a:gd name="connsiteY5176" fmla="*/ 1917363 h 3215359"/>
                <a:gd name="connsiteX5177" fmla="*/ 1157610 w 2057605"/>
                <a:gd name="connsiteY5177" fmla="*/ 1917363 h 3215359"/>
                <a:gd name="connsiteX5178" fmla="*/ 1154877 w 2057605"/>
                <a:gd name="connsiteY5178" fmla="*/ 1920096 h 3215359"/>
                <a:gd name="connsiteX5179" fmla="*/ 1152432 w 2057605"/>
                <a:gd name="connsiteY5179" fmla="*/ 1920096 h 3215359"/>
                <a:gd name="connsiteX5180" fmla="*/ 1149843 w 2057605"/>
                <a:gd name="connsiteY5180" fmla="*/ 1922542 h 3215359"/>
                <a:gd name="connsiteX5181" fmla="*/ 1148117 w 2057605"/>
                <a:gd name="connsiteY5181" fmla="*/ 1922542 h 3215359"/>
                <a:gd name="connsiteX5182" fmla="*/ 1148117 w 2057605"/>
                <a:gd name="connsiteY5182" fmla="*/ 1924987 h 3215359"/>
                <a:gd name="connsiteX5183" fmla="*/ 1145672 w 2057605"/>
                <a:gd name="connsiteY5183" fmla="*/ 1924987 h 3215359"/>
                <a:gd name="connsiteX5184" fmla="*/ 1145672 w 2057605"/>
                <a:gd name="connsiteY5184" fmla="*/ 1928295 h 3215359"/>
                <a:gd name="connsiteX5185" fmla="*/ 1142939 w 2057605"/>
                <a:gd name="connsiteY5185" fmla="*/ 1931028 h 3215359"/>
                <a:gd name="connsiteX5186" fmla="*/ 1140349 w 2057605"/>
                <a:gd name="connsiteY5186" fmla="*/ 1928295 h 3215359"/>
                <a:gd name="connsiteX5187" fmla="*/ 1135459 w 2057605"/>
                <a:gd name="connsiteY5187" fmla="*/ 1923261 h 3215359"/>
                <a:gd name="connsiteX5188" fmla="*/ 1132726 w 2057605"/>
                <a:gd name="connsiteY5188" fmla="*/ 1915493 h 3215359"/>
                <a:gd name="connsiteX5189" fmla="*/ 1132726 w 2057605"/>
                <a:gd name="connsiteY5189" fmla="*/ 1913048 h 3215359"/>
                <a:gd name="connsiteX5190" fmla="*/ 1125246 w 2057605"/>
                <a:gd name="connsiteY5190" fmla="*/ 1910603 h 3215359"/>
                <a:gd name="connsiteX5191" fmla="*/ 1125246 w 2057605"/>
                <a:gd name="connsiteY5191" fmla="*/ 1902980 h 3215359"/>
                <a:gd name="connsiteX5192" fmla="*/ 1130137 w 2057605"/>
                <a:gd name="connsiteY5192" fmla="*/ 1890322 h 3215359"/>
                <a:gd name="connsiteX5193" fmla="*/ 1130137 w 2057605"/>
                <a:gd name="connsiteY5193" fmla="*/ 1877664 h 3215359"/>
                <a:gd name="connsiteX5194" fmla="*/ 1135459 w 2057605"/>
                <a:gd name="connsiteY5194" fmla="*/ 1872342 h 3215359"/>
                <a:gd name="connsiteX5195" fmla="*/ 1135459 w 2057605"/>
                <a:gd name="connsiteY5195" fmla="*/ 1869897 h 3215359"/>
                <a:gd name="connsiteX5196" fmla="*/ 1135459 w 2057605"/>
                <a:gd name="connsiteY5196" fmla="*/ 1867452 h 3215359"/>
                <a:gd name="connsiteX5197" fmla="*/ 1132726 w 2057605"/>
                <a:gd name="connsiteY5197" fmla="*/ 1867452 h 3215359"/>
                <a:gd name="connsiteX5198" fmla="*/ 1135459 w 2057605"/>
                <a:gd name="connsiteY5198" fmla="*/ 1869897 h 3215359"/>
                <a:gd name="connsiteX5199" fmla="*/ 1132726 w 2057605"/>
                <a:gd name="connsiteY5199" fmla="*/ 1872342 h 3215359"/>
                <a:gd name="connsiteX5200" fmla="*/ 1127692 w 2057605"/>
                <a:gd name="connsiteY5200" fmla="*/ 1867452 h 3215359"/>
                <a:gd name="connsiteX5201" fmla="*/ 1127692 w 2057605"/>
                <a:gd name="connsiteY5201" fmla="*/ 1863424 h 3215359"/>
                <a:gd name="connsiteX5202" fmla="*/ 1132726 w 2057605"/>
                <a:gd name="connsiteY5202" fmla="*/ 1858390 h 3215359"/>
                <a:gd name="connsiteX5203" fmla="*/ 1135459 w 2057605"/>
                <a:gd name="connsiteY5203" fmla="*/ 1863424 h 3215359"/>
                <a:gd name="connsiteX5204" fmla="*/ 1135459 w 2057605"/>
                <a:gd name="connsiteY5204" fmla="*/ 1860835 h 3215359"/>
                <a:gd name="connsiteX5205" fmla="*/ 1132726 w 2057605"/>
                <a:gd name="connsiteY5205" fmla="*/ 1858390 h 3215359"/>
                <a:gd name="connsiteX5206" fmla="*/ 1132726 w 2057605"/>
                <a:gd name="connsiteY5206" fmla="*/ 1848177 h 3215359"/>
                <a:gd name="connsiteX5207" fmla="*/ 1137904 w 2057605"/>
                <a:gd name="connsiteY5207" fmla="*/ 1845732 h 3215359"/>
                <a:gd name="connsiteX5208" fmla="*/ 1132726 w 2057605"/>
                <a:gd name="connsiteY5208" fmla="*/ 1845732 h 3215359"/>
                <a:gd name="connsiteX5209" fmla="*/ 1132726 w 2057605"/>
                <a:gd name="connsiteY5209" fmla="*/ 1848177 h 3215359"/>
                <a:gd name="connsiteX5210" fmla="*/ 1130137 w 2057605"/>
                <a:gd name="connsiteY5210" fmla="*/ 1848177 h 3215359"/>
                <a:gd name="connsiteX5211" fmla="*/ 1130137 w 2057605"/>
                <a:gd name="connsiteY5211" fmla="*/ 1845732 h 3215359"/>
                <a:gd name="connsiteX5212" fmla="*/ 1135459 w 2057605"/>
                <a:gd name="connsiteY5212" fmla="*/ 1842999 h 3215359"/>
                <a:gd name="connsiteX5213" fmla="*/ 1137616 w 2057605"/>
                <a:gd name="connsiteY5213" fmla="*/ 1842999 h 3215359"/>
                <a:gd name="connsiteX5214" fmla="*/ 1142651 w 2057605"/>
                <a:gd name="connsiteY5214" fmla="*/ 1830197 h 3215359"/>
                <a:gd name="connsiteX5215" fmla="*/ 1147829 w 2057605"/>
                <a:gd name="connsiteY5215" fmla="*/ 1827752 h 3215359"/>
                <a:gd name="connsiteX5216" fmla="*/ 1147829 w 2057605"/>
                <a:gd name="connsiteY5216" fmla="*/ 1825307 h 3215359"/>
                <a:gd name="connsiteX5217" fmla="*/ 1152863 w 2057605"/>
                <a:gd name="connsiteY5217" fmla="*/ 1827752 h 3215359"/>
                <a:gd name="connsiteX5218" fmla="*/ 1155309 w 2057605"/>
                <a:gd name="connsiteY5218" fmla="*/ 1827752 h 3215359"/>
                <a:gd name="connsiteX5219" fmla="*/ 1155309 w 2057605"/>
                <a:gd name="connsiteY5219" fmla="*/ 1832786 h 3215359"/>
                <a:gd name="connsiteX5220" fmla="*/ 1160487 w 2057605"/>
                <a:gd name="connsiteY5220" fmla="*/ 1837965 h 3215359"/>
                <a:gd name="connsiteX5221" fmla="*/ 1163076 w 2057605"/>
                <a:gd name="connsiteY5221" fmla="*/ 1840410 h 3215359"/>
                <a:gd name="connsiteX5222" fmla="*/ 1165521 w 2057605"/>
                <a:gd name="connsiteY5222" fmla="*/ 1842999 h 3215359"/>
                <a:gd name="connsiteX5223" fmla="*/ 1170699 w 2057605"/>
                <a:gd name="connsiteY5223" fmla="*/ 1842999 h 3215359"/>
                <a:gd name="connsiteX5224" fmla="*/ 1170699 w 2057605"/>
                <a:gd name="connsiteY5224" fmla="*/ 1837965 h 3215359"/>
                <a:gd name="connsiteX5225" fmla="*/ 1168254 w 2057605"/>
                <a:gd name="connsiteY5225" fmla="*/ 1835519 h 3215359"/>
                <a:gd name="connsiteX5226" fmla="*/ 1173288 w 2057605"/>
                <a:gd name="connsiteY5226" fmla="*/ 1835519 h 3215359"/>
                <a:gd name="connsiteX5227" fmla="*/ 1173288 w 2057605"/>
                <a:gd name="connsiteY5227" fmla="*/ 1832786 h 3215359"/>
                <a:gd name="connsiteX5228" fmla="*/ 1175734 w 2057605"/>
                <a:gd name="connsiteY5228" fmla="*/ 1832786 h 3215359"/>
                <a:gd name="connsiteX5229" fmla="*/ 1173288 w 2057605"/>
                <a:gd name="connsiteY5229" fmla="*/ 1830197 h 3215359"/>
                <a:gd name="connsiteX5230" fmla="*/ 1168254 w 2057605"/>
                <a:gd name="connsiteY5230" fmla="*/ 1827752 h 3215359"/>
                <a:gd name="connsiteX5231" fmla="*/ 1168254 w 2057605"/>
                <a:gd name="connsiteY5231" fmla="*/ 1825307 h 3215359"/>
                <a:gd name="connsiteX5232" fmla="*/ 1170699 w 2057605"/>
                <a:gd name="connsiteY5232" fmla="*/ 1825307 h 3215359"/>
                <a:gd name="connsiteX5233" fmla="*/ 1170699 w 2057605"/>
                <a:gd name="connsiteY5233" fmla="*/ 1819985 h 3215359"/>
                <a:gd name="connsiteX5234" fmla="*/ 1173288 w 2057605"/>
                <a:gd name="connsiteY5234" fmla="*/ 1819985 h 3215359"/>
                <a:gd name="connsiteX5235" fmla="*/ 1175734 w 2057605"/>
                <a:gd name="connsiteY5235" fmla="*/ 1815094 h 3215359"/>
                <a:gd name="connsiteX5236" fmla="*/ 1183501 w 2057605"/>
                <a:gd name="connsiteY5236" fmla="*/ 1812361 h 3215359"/>
                <a:gd name="connsiteX5237" fmla="*/ 1178467 w 2057605"/>
                <a:gd name="connsiteY5237" fmla="*/ 1812361 h 3215359"/>
                <a:gd name="connsiteX5238" fmla="*/ 1175734 w 2057605"/>
                <a:gd name="connsiteY5238" fmla="*/ 1815094 h 3215359"/>
                <a:gd name="connsiteX5239" fmla="*/ 1170699 w 2057605"/>
                <a:gd name="connsiteY5239" fmla="*/ 1815094 h 3215359"/>
                <a:gd name="connsiteX5240" fmla="*/ 1170699 w 2057605"/>
                <a:gd name="connsiteY5240" fmla="*/ 1817540 h 3215359"/>
                <a:gd name="connsiteX5241" fmla="*/ 1165521 w 2057605"/>
                <a:gd name="connsiteY5241" fmla="*/ 1815094 h 3215359"/>
                <a:gd name="connsiteX5242" fmla="*/ 1160487 w 2057605"/>
                <a:gd name="connsiteY5242" fmla="*/ 1815094 h 3215359"/>
                <a:gd name="connsiteX5243" fmla="*/ 1158042 w 2057605"/>
                <a:gd name="connsiteY5243" fmla="*/ 1812361 h 3215359"/>
                <a:gd name="connsiteX5244" fmla="*/ 1155309 w 2057605"/>
                <a:gd name="connsiteY5244" fmla="*/ 1809916 h 3215359"/>
                <a:gd name="connsiteX5245" fmla="*/ 1152863 w 2057605"/>
                <a:gd name="connsiteY5245" fmla="*/ 1809916 h 3215359"/>
                <a:gd name="connsiteX5246" fmla="*/ 1152863 w 2057605"/>
                <a:gd name="connsiteY5246" fmla="*/ 1808334 h 3215359"/>
                <a:gd name="connsiteX5247" fmla="*/ 1155309 w 2057605"/>
                <a:gd name="connsiteY5247" fmla="*/ 1805889 h 3215359"/>
                <a:gd name="connsiteX5248" fmla="*/ 1155309 w 2057605"/>
                <a:gd name="connsiteY5248" fmla="*/ 1800711 h 3215359"/>
                <a:gd name="connsiteX5249" fmla="*/ 1163076 w 2057605"/>
                <a:gd name="connsiteY5249" fmla="*/ 1800711 h 3215359"/>
                <a:gd name="connsiteX5250" fmla="*/ 1163076 w 2057605"/>
                <a:gd name="connsiteY5250" fmla="*/ 1798122 h 3215359"/>
                <a:gd name="connsiteX5251" fmla="*/ 1165521 w 2057605"/>
                <a:gd name="connsiteY5251" fmla="*/ 1795676 h 3215359"/>
                <a:gd name="connsiteX5252" fmla="*/ 1163076 w 2057605"/>
                <a:gd name="connsiteY5252" fmla="*/ 1795676 h 3215359"/>
                <a:gd name="connsiteX5253" fmla="*/ 1165521 w 2057605"/>
                <a:gd name="connsiteY5253" fmla="*/ 1792943 h 3215359"/>
                <a:gd name="connsiteX5254" fmla="*/ 1168254 w 2057605"/>
                <a:gd name="connsiteY5254" fmla="*/ 1790498 h 3215359"/>
                <a:gd name="connsiteX5255" fmla="*/ 1170699 w 2057605"/>
                <a:gd name="connsiteY5255" fmla="*/ 1787909 h 3215359"/>
                <a:gd name="connsiteX5256" fmla="*/ 1183501 w 2057605"/>
                <a:gd name="connsiteY5256" fmla="*/ 1787909 h 3215359"/>
                <a:gd name="connsiteX5257" fmla="*/ 1180912 w 2057605"/>
                <a:gd name="connsiteY5257" fmla="*/ 1785464 h 3215359"/>
                <a:gd name="connsiteX5258" fmla="*/ 1180912 w 2057605"/>
                <a:gd name="connsiteY5258" fmla="*/ 1772806 h 3215359"/>
                <a:gd name="connsiteX5259" fmla="*/ 1182782 w 2057605"/>
                <a:gd name="connsiteY5259" fmla="*/ 1772806 h 3215359"/>
                <a:gd name="connsiteX5260" fmla="*/ 1183501 w 2057605"/>
                <a:gd name="connsiteY5260" fmla="*/ 1772806 h 3215359"/>
                <a:gd name="connsiteX5261" fmla="*/ 1185946 w 2057605"/>
                <a:gd name="connsiteY5261" fmla="*/ 1772806 h 3215359"/>
                <a:gd name="connsiteX5262" fmla="*/ 1185946 w 2057605"/>
                <a:gd name="connsiteY5262" fmla="*/ 1770936 h 3215359"/>
                <a:gd name="connsiteX5263" fmla="*/ 1188679 w 2057605"/>
                <a:gd name="connsiteY5263" fmla="*/ 1770073 h 3215359"/>
                <a:gd name="connsiteX5264" fmla="*/ 1185946 w 2057605"/>
                <a:gd name="connsiteY5264" fmla="*/ 1770073 h 3215359"/>
                <a:gd name="connsiteX5265" fmla="*/ 1185946 w 2057605"/>
                <a:gd name="connsiteY5265" fmla="*/ 1770936 h 3215359"/>
                <a:gd name="connsiteX5266" fmla="*/ 1182782 w 2057605"/>
                <a:gd name="connsiteY5266" fmla="*/ 1772087 h 3215359"/>
                <a:gd name="connsiteX5267" fmla="*/ 1180912 w 2057605"/>
                <a:gd name="connsiteY5267" fmla="*/ 1770073 h 3215359"/>
                <a:gd name="connsiteX5268" fmla="*/ 1183501 w 2057605"/>
                <a:gd name="connsiteY5268" fmla="*/ 1767484 h 3215359"/>
                <a:gd name="connsiteX5269" fmla="*/ 1180912 w 2057605"/>
                <a:gd name="connsiteY5269" fmla="*/ 1765039 h 3215359"/>
                <a:gd name="connsiteX5270" fmla="*/ 1183501 w 2057605"/>
                <a:gd name="connsiteY5270" fmla="*/ 1759860 h 3215359"/>
                <a:gd name="connsiteX5271" fmla="*/ 1183501 w 2057605"/>
                <a:gd name="connsiteY5271" fmla="*/ 1757271 h 3215359"/>
                <a:gd name="connsiteX5272" fmla="*/ 1188679 w 2057605"/>
                <a:gd name="connsiteY5272" fmla="*/ 1754826 h 3215359"/>
                <a:gd name="connsiteX5273" fmla="*/ 1196159 w 2057605"/>
                <a:gd name="connsiteY5273" fmla="*/ 1754826 h 3215359"/>
                <a:gd name="connsiteX5274" fmla="*/ 1198892 w 2057605"/>
                <a:gd name="connsiteY5274" fmla="*/ 1752381 h 3215359"/>
                <a:gd name="connsiteX5275" fmla="*/ 1201337 w 2057605"/>
                <a:gd name="connsiteY5275" fmla="*/ 1752381 h 3215359"/>
                <a:gd name="connsiteX5276" fmla="*/ 1228810 w 2057605"/>
                <a:gd name="connsiteY5276" fmla="*/ 1741737 h 3215359"/>
                <a:gd name="connsiteX5277" fmla="*/ 1228810 w 2057605"/>
                <a:gd name="connsiteY5277" fmla="*/ 1744182 h 3215359"/>
                <a:gd name="connsiteX5278" fmla="*/ 1228810 w 2057605"/>
                <a:gd name="connsiteY5278" fmla="*/ 1746627 h 3215359"/>
                <a:gd name="connsiteX5279" fmla="*/ 1228810 w 2057605"/>
                <a:gd name="connsiteY5279" fmla="*/ 1749217 h 3215359"/>
                <a:gd name="connsiteX5280" fmla="*/ 1226365 w 2057605"/>
                <a:gd name="connsiteY5280" fmla="*/ 1751949 h 3215359"/>
                <a:gd name="connsiteX5281" fmla="*/ 1223775 w 2057605"/>
                <a:gd name="connsiteY5281" fmla="*/ 1751949 h 3215359"/>
                <a:gd name="connsiteX5282" fmla="*/ 1223775 w 2057605"/>
                <a:gd name="connsiteY5282" fmla="*/ 1749217 h 3215359"/>
                <a:gd name="connsiteX5283" fmla="*/ 1221330 w 2057605"/>
                <a:gd name="connsiteY5283" fmla="*/ 1749217 h 3215359"/>
                <a:gd name="connsiteX5284" fmla="*/ 1218885 w 2057605"/>
                <a:gd name="connsiteY5284" fmla="*/ 1749217 h 3215359"/>
                <a:gd name="connsiteX5285" fmla="*/ 1216152 w 2057605"/>
                <a:gd name="connsiteY5285" fmla="*/ 1746627 h 3215359"/>
                <a:gd name="connsiteX5286" fmla="*/ 1221330 w 2057605"/>
                <a:gd name="connsiteY5286" fmla="*/ 1746627 h 3215359"/>
                <a:gd name="connsiteX5287" fmla="*/ 1226365 w 2057605"/>
                <a:gd name="connsiteY5287" fmla="*/ 1746627 h 3215359"/>
                <a:gd name="connsiteX5288" fmla="*/ 1226365 w 2057605"/>
                <a:gd name="connsiteY5288" fmla="*/ 1744182 h 3215359"/>
                <a:gd name="connsiteX5289" fmla="*/ 782624 w 2057605"/>
                <a:gd name="connsiteY5289" fmla="*/ 1665071 h 3215359"/>
                <a:gd name="connsiteX5290" fmla="*/ 780179 w 2057605"/>
                <a:gd name="connsiteY5290" fmla="*/ 1672694 h 3215359"/>
                <a:gd name="connsiteX5291" fmla="*/ 780179 w 2057605"/>
                <a:gd name="connsiteY5291" fmla="*/ 1667804 h 3215359"/>
                <a:gd name="connsiteX5292" fmla="*/ 1157610 w 2057605"/>
                <a:gd name="connsiteY5292" fmla="*/ 1634433 h 3215359"/>
                <a:gd name="connsiteX5293" fmla="*/ 1160055 w 2057605"/>
                <a:gd name="connsiteY5293" fmla="*/ 1634433 h 3215359"/>
                <a:gd name="connsiteX5294" fmla="*/ 1162644 w 2057605"/>
                <a:gd name="connsiteY5294" fmla="*/ 1637166 h 3215359"/>
                <a:gd name="connsiteX5295" fmla="*/ 1160055 w 2057605"/>
                <a:gd name="connsiteY5295" fmla="*/ 1644645 h 3215359"/>
                <a:gd name="connsiteX5296" fmla="*/ 1160055 w 2057605"/>
                <a:gd name="connsiteY5296" fmla="*/ 1642056 h 3215359"/>
                <a:gd name="connsiteX5297" fmla="*/ 1157610 w 2057605"/>
                <a:gd name="connsiteY5297" fmla="*/ 1642056 h 3215359"/>
                <a:gd name="connsiteX5298" fmla="*/ 1157610 w 2057605"/>
                <a:gd name="connsiteY5298" fmla="*/ 1639611 h 3215359"/>
                <a:gd name="connsiteX5299" fmla="*/ 1154877 w 2057605"/>
                <a:gd name="connsiteY5299" fmla="*/ 1637166 h 3215359"/>
                <a:gd name="connsiteX5300" fmla="*/ 1124528 w 2057605"/>
                <a:gd name="connsiteY5300" fmla="*/ 1629399 h 3215359"/>
                <a:gd name="connsiteX5301" fmla="*/ 1124528 w 2057605"/>
                <a:gd name="connsiteY5301" fmla="*/ 1631988 h 3215359"/>
                <a:gd name="connsiteX5302" fmla="*/ 1124528 w 2057605"/>
                <a:gd name="connsiteY5302" fmla="*/ 1637166 h 3215359"/>
                <a:gd name="connsiteX5303" fmla="*/ 1126973 w 2057605"/>
                <a:gd name="connsiteY5303" fmla="*/ 1644646 h 3215359"/>
                <a:gd name="connsiteX5304" fmla="*/ 1126973 w 2057605"/>
                <a:gd name="connsiteY5304" fmla="*/ 1647379 h 3215359"/>
                <a:gd name="connsiteX5305" fmla="*/ 1121795 w 2057605"/>
                <a:gd name="connsiteY5305" fmla="*/ 1652413 h 3215359"/>
                <a:gd name="connsiteX5306" fmla="*/ 1114315 w 2057605"/>
                <a:gd name="connsiteY5306" fmla="*/ 1649824 h 3215359"/>
                <a:gd name="connsiteX5307" fmla="*/ 1111582 w 2057605"/>
                <a:gd name="connsiteY5307" fmla="*/ 1647379 h 3215359"/>
                <a:gd name="connsiteX5308" fmla="*/ 1111582 w 2057605"/>
                <a:gd name="connsiteY5308" fmla="*/ 1644646 h 3215359"/>
                <a:gd name="connsiteX5309" fmla="*/ 1114315 w 2057605"/>
                <a:gd name="connsiteY5309" fmla="*/ 1644646 h 3215359"/>
                <a:gd name="connsiteX5310" fmla="*/ 1114315 w 2057605"/>
                <a:gd name="connsiteY5310" fmla="*/ 1642057 h 3215359"/>
                <a:gd name="connsiteX5311" fmla="*/ 1116760 w 2057605"/>
                <a:gd name="connsiteY5311" fmla="*/ 1639612 h 3215359"/>
                <a:gd name="connsiteX5312" fmla="*/ 1114315 w 2057605"/>
                <a:gd name="connsiteY5312" fmla="*/ 1639612 h 3215359"/>
                <a:gd name="connsiteX5313" fmla="*/ 1116760 w 2057605"/>
                <a:gd name="connsiteY5313" fmla="*/ 1634433 h 3215359"/>
                <a:gd name="connsiteX5314" fmla="*/ 780179 w 2057605"/>
                <a:gd name="connsiteY5314" fmla="*/ 1629399 h 3215359"/>
                <a:gd name="connsiteX5315" fmla="*/ 782624 w 2057605"/>
                <a:gd name="connsiteY5315" fmla="*/ 1631988 h 3215359"/>
                <a:gd name="connsiteX5316" fmla="*/ 780179 w 2057605"/>
                <a:gd name="connsiteY5316" fmla="*/ 1634433 h 3215359"/>
                <a:gd name="connsiteX5317" fmla="*/ 780179 w 2057605"/>
                <a:gd name="connsiteY5317" fmla="*/ 1631988 h 3215359"/>
                <a:gd name="connsiteX5318" fmla="*/ 930633 w 2057605"/>
                <a:gd name="connsiteY5318" fmla="*/ 1619186 h 3215359"/>
                <a:gd name="connsiteX5319" fmla="*/ 933078 w 2057605"/>
                <a:gd name="connsiteY5319" fmla="*/ 1619186 h 3215359"/>
                <a:gd name="connsiteX5320" fmla="*/ 930633 w 2057605"/>
                <a:gd name="connsiteY5320" fmla="*/ 1621775 h 3215359"/>
                <a:gd name="connsiteX5321" fmla="*/ 1160055 w 2057605"/>
                <a:gd name="connsiteY5321" fmla="*/ 1614296 h 3215359"/>
                <a:gd name="connsiteX5322" fmla="*/ 1160055 w 2057605"/>
                <a:gd name="connsiteY5322" fmla="*/ 1616741 h 3215359"/>
                <a:gd name="connsiteX5323" fmla="*/ 1160055 w 2057605"/>
                <a:gd name="connsiteY5323" fmla="*/ 1619186 h 3215359"/>
                <a:gd name="connsiteX5324" fmla="*/ 1160055 w 2057605"/>
                <a:gd name="connsiteY5324" fmla="*/ 1621776 h 3215359"/>
                <a:gd name="connsiteX5325" fmla="*/ 1160055 w 2057605"/>
                <a:gd name="connsiteY5325" fmla="*/ 1624221 h 3215359"/>
                <a:gd name="connsiteX5326" fmla="*/ 1162644 w 2057605"/>
                <a:gd name="connsiteY5326" fmla="*/ 1624221 h 3215359"/>
                <a:gd name="connsiteX5327" fmla="*/ 1162644 w 2057605"/>
                <a:gd name="connsiteY5327" fmla="*/ 1626954 h 3215359"/>
                <a:gd name="connsiteX5328" fmla="*/ 1157610 w 2057605"/>
                <a:gd name="connsiteY5328" fmla="*/ 1631988 h 3215359"/>
                <a:gd name="connsiteX5329" fmla="*/ 1157610 w 2057605"/>
                <a:gd name="connsiteY5329" fmla="*/ 1629399 h 3215359"/>
                <a:gd name="connsiteX5330" fmla="*/ 1157610 w 2057605"/>
                <a:gd name="connsiteY5330" fmla="*/ 1621776 h 3215359"/>
                <a:gd name="connsiteX5331" fmla="*/ 1157610 w 2057605"/>
                <a:gd name="connsiteY5331" fmla="*/ 1619186 h 3215359"/>
                <a:gd name="connsiteX5332" fmla="*/ 1157610 w 2057605"/>
                <a:gd name="connsiteY5332" fmla="*/ 1616741 h 3215359"/>
                <a:gd name="connsiteX5333" fmla="*/ 769966 w 2057605"/>
                <a:gd name="connsiteY5333" fmla="*/ 1608542 h 3215359"/>
                <a:gd name="connsiteX5334" fmla="*/ 769966 w 2057605"/>
                <a:gd name="connsiteY5334" fmla="*/ 1611562 h 3215359"/>
                <a:gd name="connsiteX5335" fmla="*/ 772555 w 2057605"/>
                <a:gd name="connsiteY5335" fmla="*/ 1613864 h 3215359"/>
                <a:gd name="connsiteX5336" fmla="*/ 772555 w 2057605"/>
                <a:gd name="connsiteY5336" fmla="*/ 1611131 h 3215359"/>
                <a:gd name="connsiteX5337" fmla="*/ 775288 w 2057605"/>
                <a:gd name="connsiteY5337" fmla="*/ 1606529 h 3215359"/>
                <a:gd name="connsiteX5338" fmla="*/ 777733 w 2057605"/>
                <a:gd name="connsiteY5338" fmla="*/ 1606529 h 3215359"/>
                <a:gd name="connsiteX5339" fmla="*/ 777733 w 2057605"/>
                <a:gd name="connsiteY5339" fmla="*/ 1608974 h 3215359"/>
                <a:gd name="connsiteX5340" fmla="*/ 777733 w 2057605"/>
                <a:gd name="connsiteY5340" fmla="*/ 1611563 h 3215359"/>
                <a:gd name="connsiteX5341" fmla="*/ 1160055 w 2057605"/>
                <a:gd name="connsiteY5341" fmla="*/ 1596316 h 3215359"/>
                <a:gd name="connsiteX5342" fmla="*/ 1160055 w 2057605"/>
                <a:gd name="connsiteY5342" fmla="*/ 1598761 h 3215359"/>
                <a:gd name="connsiteX5343" fmla="*/ 1162644 w 2057605"/>
                <a:gd name="connsiteY5343" fmla="*/ 1601350 h 3215359"/>
                <a:gd name="connsiteX5344" fmla="*/ 1160055 w 2057605"/>
                <a:gd name="connsiteY5344" fmla="*/ 1606528 h 3215359"/>
                <a:gd name="connsiteX5345" fmla="*/ 1157610 w 2057605"/>
                <a:gd name="connsiteY5345" fmla="*/ 1606528 h 3215359"/>
                <a:gd name="connsiteX5346" fmla="*/ 1154877 w 2057605"/>
                <a:gd name="connsiteY5346" fmla="*/ 1604083 h 3215359"/>
                <a:gd name="connsiteX5347" fmla="*/ 1154877 w 2057605"/>
                <a:gd name="connsiteY5347" fmla="*/ 1601350 h 3215359"/>
                <a:gd name="connsiteX5348" fmla="*/ 1154877 w 2057605"/>
                <a:gd name="connsiteY5348" fmla="*/ 1598761 h 3215359"/>
                <a:gd name="connsiteX5349" fmla="*/ 1157610 w 2057605"/>
                <a:gd name="connsiteY5349" fmla="*/ 1598761 h 3215359"/>
                <a:gd name="connsiteX5350" fmla="*/ 1114315 w 2057605"/>
                <a:gd name="connsiteY5350" fmla="*/ 1591138 h 3215359"/>
                <a:gd name="connsiteX5351" fmla="*/ 1119350 w 2057605"/>
                <a:gd name="connsiteY5351" fmla="*/ 1591138 h 3215359"/>
                <a:gd name="connsiteX5352" fmla="*/ 1121795 w 2057605"/>
                <a:gd name="connsiteY5352" fmla="*/ 1593871 h 3215359"/>
                <a:gd name="connsiteX5353" fmla="*/ 1121795 w 2057605"/>
                <a:gd name="connsiteY5353" fmla="*/ 1601350 h 3215359"/>
                <a:gd name="connsiteX5354" fmla="*/ 1124528 w 2057605"/>
                <a:gd name="connsiteY5354" fmla="*/ 1598761 h 3215359"/>
                <a:gd name="connsiteX5355" fmla="*/ 1126973 w 2057605"/>
                <a:gd name="connsiteY5355" fmla="*/ 1601350 h 3215359"/>
                <a:gd name="connsiteX5356" fmla="*/ 1129562 w 2057605"/>
                <a:gd name="connsiteY5356" fmla="*/ 1606529 h 3215359"/>
                <a:gd name="connsiteX5357" fmla="*/ 1129562 w 2057605"/>
                <a:gd name="connsiteY5357" fmla="*/ 1611563 h 3215359"/>
                <a:gd name="connsiteX5358" fmla="*/ 1129562 w 2057605"/>
                <a:gd name="connsiteY5358" fmla="*/ 1614296 h 3215359"/>
                <a:gd name="connsiteX5359" fmla="*/ 1126973 w 2057605"/>
                <a:gd name="connsiteY5359" fmla="*/ 1616741 h 3215359"/>
                <a:gd name="connsiteX5360" fmla="*/ 1126973 w 2057605"/>
                <a:gd name="connsiteY5360" fmla="*/ 1619186 h 3215359"/>
                <a:gd name="connsiteX5361" fmla="*/ 1126973 w 2057605"/>
                <a:gd name="connsiteY5361" fmla="*/ 1621775 h 3215359"/>
                <a:gd name="connsiteX5362" fmla="*/ 1124528 w 2057605"/>
                <a:gd name="connsiteY5362" fmla="*/ 1624221 h 3215359"/>
                <a:gd name="connsiteX5363" fmla="*/ 1114315 w 2057605"/>
                <a:gd name="connsiteY5363" fmla="*/ 1626954 h 3215359"/>
                <a:gd name="connsiteX5364" fmla="*/ 1108993 w 2057605"/>
                <a:gd name="connsiteY5364" fmla="*/ 1621775 h 3215359"/>
                <a:gd name="connsiteX5365" fmla="*/ 1106548 w 2057605"/>
                <a:gd name="connsiteY5365" fmla="*/ 1604083 h 3215359"/>
                <a:gd name="connsiteX5366" fmla="*/ 1111582 w 2057605"/>
                <a:gd name="connsiteY5366" fmla="*/ 1593871 h 3215359"/>
                <a:gd name="connsiteX5367" fmla="*/ 1116760 w 2057605"/>
                <a:gd name="connsiteY5367" fmla="*/ 1583658 h 3215359"/>
                <a:gd name="connsiteX5368" fmla="*/ 1116760 w 2057605"/>
                <a:gd name="connsiteY5368" fmla="*/ 1586103 h 3215359"/>
                <a:gd name="connsiteX5369" fmla="*/ 1114315 w 2057605"/>
                <a:gd name="connsiteY5369" fmla="*/ 1586103 h 3215359"/>
                <a:gd name="connsiteX5370" fmla="*/ 1114315 w 2057605"/>
                <a:gd name="connsiteY5370" fmla="*/ 1578336 h 3215359"/>
                <a:gd name="connsiteX5371" fmla="*/ 1114315 w 2057605"/>
                <a:gd name="connsiteY5371" fmla="*/ 1583658 h 3215359"/>
                <a:gd name="connsiteX5372" fmla="*/ 1114315 w 2057605"/>
                <a:gd name="connsiteY5372" fmla="*/ 1586103 h 3215359"/>
                <a:gd name="connsiteX5373" fmla="*/ 1108993 w 2057605"/>
                <a:gd name="connsiteY5373" fmla="*/ 1586103 h 3215359"/>
                <a:gd name="connsiteX5374" fmla="*/ 1106548 w 2057605"/>
                <a:gd name="connsiteY5374" fmla="*/ 1583658 h 3215359"/>
                <a:gd name="connsiteX5375" fmla="*/ 1106548 w 2057605"/>
                <a:gd name="connsiteY5375" fmla="*/ 1580925 h 3215359"/>
                <a:gd name="connsiteX5376" fmla="*/ 687834 w 2057605"/>
                <a:gd name="connsiteY5376" fmla="*/ 1537342 h 3215359"/>
                <a:gd name="connsiteX5377" fmla="*/ 700780 w 2057605"/>
                <a:gd name="connsiteY5377" fmla="*/ 1544965 h 3215359"/>
                <a:gd name="connsiteX5378" fmla="*/ 703225 w 2057605"/>
                <a:gd name="connsiteY5378" fmla="*/ 1544965 h 3215359"/>
                <a:gd name="connsiteX5379" fmla="*/ 703225 w 2057605"/>
                <a:gd name="connsiteY5379" fmla="*/ 1547554 h 3215359"/>
                <a:gd name="connsiteX5380" fmla="*/ 710705 w 2057605"/>
                <a:gd name="connsiteY5380" fmla="*/ 1555178 h 3215359"/>
                <a:gd name="connsiteX5381" fmla="*/ 715883 w 2057605"/>
                <a:gd name="connsiteY5381" fmla="*/ 1562945 h 3215359"/>
                <a:gd name="connsiteX5382" fmla="*/ 715883 w 2057605"/>
                <a:gd name="connsiteY5382" fmla="*/ 1565390 h 3215359"/>
                <a:gd name="connsiteX5383" fmla="*/ 718328 w 2057605"/>
                <a:gd name="connsiteY5383" fmla="*/ 1565390 h 3215359"/>
                <a:gd name="connsiteX5384" fmla="*/ 718328 w 2057605"/>
                <a:gd name="connsiteY5384" fmla="*/ 1568123 h 3215359"/>
                <a:gd name="connsiteX5385" fmla="*/ 727246 w 2057605"/>
                <a:gd name="connsiteY5385" fmla="*/ 1568123 h 3215359"/>
                <a:gd name="connsiteX5386" fmla="*/ 724801 w 2057605"/>
                <a:gd name="connsiteY5386" fmla="*/ 1565678 h 3215359"/>
                <a:gd name="connsiteX5387" fmla="*/ 722068 w 2057605"/>
                <a:gd name="connsiteY5387" fmla="*/ 1560500 h 3215359"/>
                <a:gd name="connsiteX5388" fmla="*/ 719479 w 2057605"/>
                <a:gd name="connsiteY5388" fmla="*/ 1557911 h 3215359"/>
                <a:gd name="connsiteX5389" fmla="*/ 722068 w 2057605"/>
                <a:gd name="connsiteY5389" fmla="*/ 1553020 h 3215359"/>
                <a:gd name="connsiteX5390" fmla="*/ 727246 w 2057605"/>
                <a:gd name="connsiteY5390" fmla="*/ 1553020 h 3215359"/>
                <a:gd name="connsiteX5391" fmla="*/ 727246 w 2057605"/>
                <a:gd name="connsiteY5391" fmla="*/ 1550287 h 3215359"/>
                <a:gd name="connsiteX5392" fmla="*/ 732280 w 2057605"/>
                <a:gd name="connsiteY5392" fmla="*/ 1550287 h 3215359"/>
                <a:gd name="connsiteX5393" fmla="*/ 735013 w 2057605"/>
                <a:gd name="connsiteY5393" fmla="*/ 1553020 h 3215359"/>
                <a:gd name="connsiteX5394" fmla="*/ 735013 w 2057605"/>
                <a:gd name="connsiteY5394" fmla="*/ 1560500 h 3215359"/>
                <a:gd name="connsiteX5395" fmla="*/ 737458 w 2057605"/>
                <a:gd name="connsiteY5395" fmla="*/ 1560500 h 3215359"/>
                <a:gd name="connsiteX5396" fmla="*/ 737458 w 2057605"/>
                <a:gd name="connsiteY5396" fmla="*/ 1563233 h 3215359"/>
                <a:gd name="connsiteX5397" fmla="*/ 739904 w 2057605"/>
                <a:gd name="connsiteY5397" fmla="*/ 1563233 h 3215359"/>
                <a:gd name="connsiteX5398" fmla="*/ 742493 w 2057605"/>
                <a:gd name="connsiteY5398" fmla="*/ 1565678 h 3215359"/>
                <a:gd name="connsiteX5399" fmla="*/ 739904 w 2057605"/>
                <a:gd name="connsiteY5399" fmla="*/ 1560500 h 3215359"/>
                <a:gd name="connsiteX5400" fmla="*/ 742493 w 2057605"/>
                <a:gd name="connsiteY5400" fmla="*/ 1560500 h 3215359"/>
                <a:gd name="connsiteX5401" fmla="*/ 745226 w 2057605"/>
                <a:gd name="connsiteY5401" fmla="*/ 1563233 h 3215359"/>
                <a:gd name="connsiteX5402" fmla="*/ 745226 w 2057605"/>
                <a:gd name="connsiteY5402" fmla="*/ 1568123 h 3215359"/>
                <a:gd name="connsiteX5403" fmla="*/ 747671 w 2057605"/>
                <a:gd name="connsiteY5403" fmla="*/ 1573445 h 3215359"/>
                <a:gd name="connsiteX5404" fmla="*/ 750116 w 2057605"/>
                <a:gd name="connsiteY5404" fmla="*/ 1578336 h 3215359"/>
                <a:gd name="connsiteX5405" fmla="*/ 752705 w 2057605"/>
                <a:gd name="connsiteY5405" fmla="*/ 1586103 h 3215359"/>
                <a:gd name="connsiteX5406" fmla="*/ 757883 w 2057605"/>
                <a:gd name="connsiteY5406" fmla="*/ 1586103 h 3215359"/>
                <a:gd name="connsiteX5407" fmla="*/ 757883 w 2057605"/>
                <a:gd name="connsiteY5407" fmla="*/ 1588548 h 3215359"/>
                <a:gd name="connsiteX5408" fmla="*/ 765651 w 2057605"/>
                <a:gd name="connsiteY5408" fmla="*/ 1588548 h 3215359"/>
                <a:gd name="connsiteX5409" fmla="*/ 765651 w 2057605"/>
                <a:gd name="connsiteY5409" fmla="*/ 1596316 h 3215359"/>
                <a:gd name="connsiteX5410" fmla="*/ 768096 w 2057605"/>
                <a:gd name="connsiteY5410" fmla="*/ 1598761 h 3215359"/>
                <a:gd name="connsiteX5411" fmla="*/ 768096 w 2057605"/>
                <a:gd name="connsiteY5411" fmla="*/ 1601350 h 3215359"/>
                <a:gd name="connsiteX5412" fmla="*/ 770541 w 2057605"/>
                <a:gd name="connsiteY5412" fmla="*/ 1604083 h 3215359"/>
                <a:gd name="connsiteX5413" fmla="*/ 770541 w 2057605"/>
                <a:gd name="connsiteY5413" fmla="*/ 1606528 h 3215359"/>
                <a:gd name="connsiteX5414" fmla="*/ 773130 w 2057605"/>
                <a:gd name="connsiteY5414" fmla="*/ 1606528 h 3215359"/>
                <a:gd name="connsiteX5415" fmla="*/ 773130 w 2057605"/>
                <a:gd name="connsiteY5415" fmla="*/ 1608973 h 3215359"/>
                <a:gd name="connsiteX5416" fmla="*/ 775863 w 2057605"/>
                <a:gd name="connsiteY5416" fmla="*/ 1611562 h 3215359"/>
                <a:gd name="connsiteX5417" fmla="*/ 775863 w 2057605"/>
                <a:gd name="connsiteY5417" fmla="*/ 1611563 h 3215359"/>
                <a:gd name="connsiteX5418" fmla="*/ 777733 w 2057605"/>
                <a:gd name="connsiteY5418" fmla="*/ 1611563 h 3215359"/>
                <a:gd name="connsiteX5419" fmla="*/ 782624 w 2057605"/>
                <a:gd name="connsiteY5419" fmla="*/ 1621775 h 3215359"/>
                <a:gd name="connsiteX5420" fmla="*/ 782624 w 2057605"/>
                <a:gd name="connsiteY5420" fmla="*/ 1624221 h 3215359"/>
                <a:gd name="connsiteX5421" fmla="*/ 777733 w 2057605"/>
                <a:gd name="connsiteY5421" fmla="*/ 1616741 h 3215359"/>
                <a:gd name="connsiteX5422" fmla="*/ 777733 w 2057605"/>
                <a:gd name="connsiteY5422" fmla="*/ 1614296 h 3215359"/>
                <a:gd name="connsiteX5423" fmla="*/ 775863 w 2057605"/>
                <a:gd name="connsiteY5423" fmla="*/ 1612206 h 3215359"/>
                <a:gd name="connsiteX5424" fmla="*/ 775863 w 2057605"/>
                <a:gd name="connsiteY5424" fmla="*/ 1616741 h 3215359"/>
                <a:gd name="connsiteX5425" fmla="*/ 780754 w 2057605"/>
                <a:gd name="connsiteY5425" fmla="*/ 1626953 h 3215359"/>
                <a:gd name="connsiteX5426" fmla="*/ 780754 w 2057605"/>
                <a:gd name="connsiteY5426" fmla="*/ 1629398 h 3215359"/>
                <a:gd name="connsiteX5427" fmla="*/ 778308 w 2057605"/>
                <a:gd name="connsiteY5427" fmla="*/ 1629398 h 3215359"/>
                <a:gd name="connsiteX5428" fmla="*/ 778308 w 2057605"/>
                <a:gd name="connsiteY5428" fmla="*/ 1626953 h 3215359"/>
                <a:gd name="connsiteX5429" fmla="*/ 775863 w 2057605"/>
                <a:gd name="connsiteY5429" fmla="*/ 1624220 h 3215359"/>
                <a:gd name="connsiteX5430" fmla="*/ 773130 w 2057605"/>
                <a:gd name="connsiteY5430" fmla="*/ 1624220 h 3215359"/>
                <a:gd name="connsiteX5431" fmla="*/ 775863 w 2057605"/>
                <a:gd name="connsiteY5431" fmla="*/ 1626953 h 3215359"/>
                <a:gd name="connsiteX5432" fmla="*/ 778308 w 2057605"/>
                <a:gd name="connsiteY5432" fmla="*/ 1634433 h 3215359"/>
                <a:gd name="connsiteX5433" fmla="*/ 775863 w 2057605"/>
                <a:gd name="connsiteY5433" fmla="*/ 1634433 h 3215359"/>
                <a:gd name="connsiteX5434" fmla="*/ 775863 w 2057605"/>
                <a:gd name="connsiteY5434" fmla="*/ 1639611 h 3215359"/>
                <a:gd name="connsiteX5435" fmla="*/ 777589 w 2057605"/>
                <a:gd name="connsiteY5435" fmla="*/ 1639611 h 3215359"/>
                <a:gd name="connsiteX5436" fmla="*/ 780034 w 2057605"/>
                <a:gd name="connsiteY5436" fmla="*/ 1644645 h 3215359"/>
                <a:gd name="connsiteX5437" fmla="*/ 780034 w 2057605"/>
                <a:gd name="connsiteY5437" fmla="*/ 1647378 h 3215359"/>
                <a:gd name="connsiteX5438" fmla="*/ 777589 w 2057605"/>
                <a:gd name="connsiteY5438" fmla="*/ 1647378 h 3215359"/>
                <a:gd name="connsiteX5439" fmla="*/ 780034 w 2057605"/>
                <a:gd name="connsiteY5439" fmla="*/ 1657591 h 3215359"/>
                <a:gd name="connsiteX5440" fmla="*/ 780034 w 2057605"/>
                <a:gd name="connsiteY5440" fmla="*/ 1660036 h 3215359"/>
                <a:gd name="connsiteX5441" fmla="*/ 782624 w 2057605"/>
                <a:gd name="connsiteY5441" fmla="*/ 1660036 h 3215359"/>
                <a:gd name="connsiteX5442" fmla="*/ 782624 w 2057605"/>
                <a:gd name="connsiteY5442" fmla="*/ 1662481 h 3215359"/>
                <a:gd name="connsiteX5443" fmla="*/ 780034 w 2057605"/>
                <a:gd name="connsiteY5443" fmla="*/ 1662481 h 3215359"/>
                <a:gd name="connsiteX5444" fmla="*/ 780034 w 2057605"/>
                <a:gd name="connsiteY5444" fmla="*/ 1667803 h 3215359"/>
                <a:gd name="connsiteX5445" fmla="*/ 777589 w 2057605"/>
                <a:gd name="connsiteY5445" fmla="*/ 1667803 h 3215359"/>
                <a:gd name="connsiteX5446" fmla="*/ 777589 w 2057605"/>
                <a:gd name="connsiteY5446" fmla="*/ 1670248 h 3215359"/>
                <a:gd name="connsiteX5447" fmla="*/ 780034 w 2057605"/>
                <a:gd name="connsiteY5447" fmla="*/ 1675283 h 3215359"/>
                <a:gd name="connsiteX5448" fmla="*/ 780034 w 2057605"/>
                <a:gd name="connsiteY5448" fmla="*/ 1680461 h 3215359"/>
                <a:gd name="connsiteX5449" fmla="*/ 782624 w 2057605"/>
                <a:gd name="connsiteY5449" fmla="*/ 1680461 h 3215359"/>
                <a:gd name="connsiteX5450" fmla="*/ 782624 w 2057605"/>
                <a:gd name="connsiteY5450" fmla="*/ 1685927 h 3215359"/>
                <a:gd name="connsiteX5451" fmla="*/ 785069 w 2057605"/>
                <a:gd name="connsiteY5451" fmla="*/ 1698872 h 3215359"/>
                <a:gd name="connsiteX5452" fmla="*/ 787802 w 2057605"/>
                <a:gd name="connsiteY5452" fmla="*/ 1708797 h 3215359"/>
                <a:gd name="connsiteX5453" fmla="*/ 787802 w 2057605"/>
                <a:gd name="connsiteY5453" fmla="*/ 1711530 h 3215359"/>
                <a:gd name="connsiteX5454" fmla="*/ 785069 w 2057605"/>
                <a:gd name="connsiteY5454" fmla="*/ 1713975 h 3215359"/>
                <a:gd name="connsiteX5455" fmla="*/ 785069 w 2057605"/>
                <a:gd name="connsiteY5455" fmla="*/ 1721743 h 3215359"/>
                <a:gd name="connsiteX5456" fmla="*/ 787802 w 2057605"/>
                <a:gd name="connsiteY5456" fmla="*/ 1721743 h 3215359"/>
                <a:gd name="connsiteX5457" fmla="*/ 790247 w 2057605"/>
                <a:gd name="connsiteY5457" fmla="*/ 1731955 h 3215359"/>
                <a:gd name="connsiteX5458" fmla="*/ 790247 w 2057605"/>
                <a:gd name="connsiteY5458" fmla="*/ 1739435 h 3215359"/>
                <a:gd name="connsiteX5459" fmla="*/ 787802 w 2057605"/>
                <a:gd name="connsiteY5459" fmla="*/ 1739435 h 3215359"/>
                <a:gd name="connsiteX5460" fmla="*/ 790247 w 2057605"/>
                <a:gd name="connsiteY5460" fmla="*/ 1742168 h 3215359"/>
                <a:gd name="connsiteX5461" fmla="*/ 790247 w 2057605"/>
                <a:gd name="connsiteY5461" fmla="*/ 1744613 h 3215359"/>
                <a:gd name="connsiteX5462" fmla="*/ 787802 w 2057605"/>
                <a:gd name="connsiteY5462" fmla="*/ 1747058 h 3215359"/>
                <a:gd name="connsiteX5463" fmla="*/ 790247 w 2057605"/>
                <a:gd name="connsiteY5463" fmla="*/ 1752380 h 3215359"/>
                <a:gd name="connsiteX5464" fmla="*/ 792692 w 2057605"/>
                <a:gd name="connsiteY5464" fmla="*/ 1752380 h 3215359"/>
                <a:gd name="connsiteX5465" fmla="*/ 792692 w 2057605"/>
                <a:gd name="connsiteY5465" fmla="*/ 1754538 h 3215359"/>
                <a:gd name="connsiteX5466" fmla="*/ 795282 w 2057605"/>
                <a:gd name="connsiteY5466" fmla="*/ 1754538 h 3215359"/>
                <a:gd name="connsiteX5467" fmla="*/ 795282 w 2057605"/>
                <a:gd name="connsiteY5467" fmla="*/ 1759572 h 3215359"/>
                <a:gd name="connsiteX5468" fmla="*/ 798014 w 2057605"/>
                <a:gd name="connsiteY5468" fmla="*/ 1764750 h 3215359"/>
                <a:gd name="connsiteX5469" fmla="*/ 800460 w 2057605"/>
                <a:gd name="connsiteY5469" fmla="*/ 1769784 h 3215359"/>
                <a:gd name="connsiteX5470" fmla="*/ 800460 w 2057605"/>
                <a:gd name="connsiteY5470" fmla="*/ 1774963 h 3215359"/>
                <a:gd name="connsiteX5471" fmla="*/ 802905 w 2057605"/>
                <a:gd name="connsiteY5471" fmla="*/ 1774963 h 3215359"/>
                <a:gd name="connsiteX5472" fmla="*/ 802905 w 2057605"/>
                <a:gd name="connsiteY5472" fmla="*/ 1779997 h 3215359"/>
                <a:gd name="connsiteX5473" fmla="*/ 805494 w 2057605"/>
                <a:gd name="connsiteY5473" fmla="*/ 1785175 h 3215359"/>
                <a:gd name="connsiteX5474" fmla="*/ 805494 w 2057605"/>
                <a:gd name="connsiteY5474" fmla="*/ 1787620 h 3215359"/>
                <a:gd name="connsiteX5475" fmla="*/ 802905 w 2057605"/>
                <a:gd name="connsiteY5475" fmla="*/ 1797833 h 3215359"/>
                <a:gd name="connsiteX5476" fmla="*/ 802905 w 2057605"/>
                <a:gd name="connsiteY5476" fmla="*/ 1802867 h 3215359"/>
                <a:gd name="connsiteX5477" fmla="*/ 805494 w 2057605"/>
                <a:gd name="connsiteY5477" fmla="*/ 1805600 h 3215359"/>
                <a:gd name="connsiteX5478" fmla="*/ 805494 w 2057605"/>
                <a:gd name="connsiteY5478" fmla="*/ 1818258 h 3215359"/>
                <a:gd name="connsiteX5479" fmla="*/ 802905 w 2057605"/>
                <a:gd name="connsiteY5479" fmla="*/ 1820703 h 3215359"/>
                <a:gd name="connsiteX5480" fmla="*/ 802905 w 2057605"/>
                <a:gd name="connsiteY5480" fmla="*/ 1815813 h 3215359"/>
                <a:gd name="connsiteX5481" fmla="*/ 800460 w 2057605"/>
                <a:gd name="connsiteY5481" fmla="*/ 1815813 h 3215359"/>
                <a:gd name="connsiteX5482" fmla="*/ 795282 w 2057605"/>
                <a:gd name="connsiteY5482" fmla="*/ 1818258 h 3215359"/>
                <a:gd name="connsiteX5483" fmla="*/ 795282 w 2057605"/>
                <a:gd name="connsiteY5483" fmla="*/ 1826025 h 3215359"/>
                <a:gd name="connsiteX5484" fmla="*/ 798014 w 2057605"/>
                <a:gd name="connsiteY5484" fmla="*/ 1828471 h 3215359"/>
                <a:gd name="connsiteX5485" fmla="*/ 798014 w 2057605"/>
                <a:gd name="connsiteY5485" fmla="*/ 1833505 h 3215359"/>
                <a:gd name="connsiteX5486" fmla="*/ 795282 w 2057605"/>
                <a:gd name="connsiteY5486" fmla="*/ 1836238 h 3215359"/>
                <a:gd name="connsiteX5487" fmla="*/ 795282 w 2057605"/>
                <a:gd name="connsiteY5487" fmla="*/ 1838683 h 3215359"/>
                <a:gd name="connsiteX5488" fmla="*/ 798014 w 2057605"/>
                <a:gd name="connsiteY5488" fmla="*/ 1841128 h 3215359"/>
                <a:gd name="connsiteX5489" fmla="*/ 795282 w 2057605"/>
                <a:gd name="connsiteY5489" fmla="*/ 1841128 h 3215359"/>
                <a:gd name="connsiteX5490" fmla="*/ 792692 w 2057605"/>
                <a:gd name="connsiteY5490" fmla="*/ 1838683 h 3215359"/>
                <a:gd name="connsiteX5491" fmla="*/ 792692 w 2057605"/>
                <a:gd name="connsiteY5491" fmla="*/ 1841704 h 3215359"/>
                <a:gd name="connsiteX5492" fmla="*/ 790247 w 2057605"/>
                <a:gd name="connsiteY5492" fmla="*/ 1847026 h 3215359"/>
                <a:gd name="connsiteX5493" fmla="*/ 788233 w 2057605"/>
                <a:gd name="connsiteY5493" fmla="*/ 1847026 h 3215359"/>
                <a:gd name="connsiteX5494" fmla="*/ 790679 w 2057605"/>
                <a:gd name="connsiteY5494" fmla="*/ 1851916 h 3215359"/>
                <a:gd name="connsiteX5495" fmla="*/ 790679 w 2057605"/>
                <a:gd name="connsiteY5495" fmla="*/ 1857238 h 3215359"/>
                <a:gd name="connsiteX5496" fmla="*/ 793124 w 2057605"/>
                <a:gd name="connsiteY5496" fmla="*/ 1862129 h 3215359"/>
                <a:gd name="connsiteX5497" fmla="*/ 793124 w 2057605"/>
                <a:gd name="connsiteY5497" fmla="*/ 1864718 h 3215359"/>
                <a:gd name="connsiteX5498" fmla="*/ 795713 w 2057605"/>
                <a:gd name="connsiteY5498" fmla="*/ 1864718 h 3215359"/>
                <a:gd name="connsiteX5499" fmla="*/ 798446 w 2057605"/>
                <a:gd name="connsiteY5499" fmla="*/ 1867451 h 3215359"/>
                <a:gd name="connsiteX5500" fmla="*/ 800891 w 2057605"/>
                <a:gd name="connsiteY5500" fmla="*/ 1867451 h 3215359"/>
                <a:gd name="connsiteX5501" fmla="*/ 800891 w 2057605"/>
                <a:gd name="connsiteY5501" fmla="*/ 1869752 h 3215359"/>
                <a:gd name="connsiteX5502" fmla="*/ 803336 w 2057605"/>
                <a:gd name="connsiteY5502" fmla="*/ 1869752 h 3215359"/>
                <a:gd name="connsiteX5503" fmla="*/ 803336 w 2057605"/>
                <a:gd name="connsiteY5503" fmla="*/ 1872197 h 3215359"/>
                <a:gd name="connsiteX5504" fmla="*/ 805925 w 2057605"/>
                <a:gd name="connsiteY5504" fmla="*/ 1872197 h 3215359"/>
                <a:gd name="connsiteX5505" fmla="*/ 805925 w 2057605"/>
                <a:gd name="connsiteY5505" fmla="*/ 1877519 h 3215359"/>
                <a:gd name="connsiteX5506" fmla="*/ 808658 w 2057605"/>
                <a:gd name="connsiteY5506" fmla="*/ 1877519 h 3215359"/>
                <a:gd name="connsiteX5507" fmla="*/ 808658 w 2057605"/>
                <a:gd name="connsiteY5507" fmla="*/ 1890177 h 3215359"/>
                <a:gd name="connsiteX5508" fmla="*/ 811104 w 2057605"/>
                <a:gd name="connsiteY5508" fmla="*/ 1895068 h 3215359"/>
                <a:gd name="connsiteX5509" fmla="*/ 811104 w 2057605"/>
                <a:gd name="connsiteY5509" fmla="*/ 1900389 h 3215359"/>
                <a:gd name="connsiteX5510" fmla="*/ 813549 w 2057605"/>
                <a:gd name="connsiteY5510" fmla="*/ 1900389 h 3215359"/>
                <a:gd name="connsiteX5511" fmla="*/ 813549 w 2057605"/>
                <a:gd name="connsiteY5511" fmla="*/ 1897657 h 3215359"/>
                <a:gd name="connsiteX5512" fmla="*/ 816138 w 2057605"/>
                <a:gd name="connsiteY5512" fmla="*/ 1897657 h 3215359"/>
                <a:gd name="connsiteX5513" fmla="*/ 821316 w 2057605"/>
                <a:gd name="connsiteY5513" fmla="*/ 1905280 h 3215359"/>
                <a:gd name="connsiteX5514" fmla="*/ 823761 w 2057605"/>
                <a:gd name="connsiteY5514" fmla="*/ 1910602 h 3215359"/>
                <a:gd name="connsiteX5515" fmla="*/ 823761 w 2057605"/>
                <a:gd name="connsiteY5515" fmla="*/ 1912041 h 3215359"/>
                <a:gd name="connsiteX5516" fmla="*/ 826350 w 2057605"/>
                <a:gd name="connsiteY5516" fmla="*/ 1912041 h 3215359"/>
                <a:gd name="connsiteX5517" fmla="*/ 826350 w 2057605"/>
                <a:gd name="connsiteY5517" fmla="*/ 1919808 h 3215359"/>
                <a:gd name="connsiteX5518" fmla="*/ 839296 w 2057605"/>
                <a:gd name="connsiteY5518" fmla="*/ 1919808 h 3215359"/>
                <a:gd name="connsiteX5519" fmla="*/ 839296 w 2057605"/>
                <a:gd name="connsiteY5519" fmla="*/ 1922253 h 3215359"/>
                <a:gd name="connsiteX5520" fmla="*/ 844186 w 2057605"/>
                <a:gd name="connsiteY5520" fmla="*/ 1927287 h 3215359"/>
                <a:gd name="connsiteX5521" fmla="*/ 844186 w 2057605"/>
                <a:gd name="connsiteY5521" fmla="*/ 1932466 h 3215359"/>
                <a:gd name="connsiteX5522" fmla="*/ 854399 w 2057605"/>
                <a:gd name="connsiteY5522" fmla="*/ 1932466 h 3215359"/>
                <a:gd name="connsiteX5523" fmla="*/ 851954 w 2057605"/>
                <a:gd name="connsiteY5523" fmla="*/ 1930020 h 3215359"/>
                <a:gd name="connsiteX5524" fmla="*/ 849508 w 2057605"/>
                <a:gd name="connsiteY5524" fmla="*/ 1927287 h 3215359"/>
                <a:gd name="connsiteX5525" fmla="*/ 846775 w 2057605"/>
                <a:gd name="connsiteY5525" fmla="*/ 1927287 h 3215359"/>
                <a:gd name="connsiteX5526" fmla="*/ 846775 w 2057605"/>
                <a:gd name="connsiteY5526" fmla="*/ 1909595 h 3215359"/>
                <a:gd name="connsiteX5527" fmla="*/ 849508 w 2057605"/>
                <a:gd name="connsiteY5527" fmla="*/ 1909595 h 3215359"/>
                <a:gd name="connsiteX5528" fmla="*/ 851954 w 2057605"/>
                <a:gd name="connsiteY5528" fmla="*/ 1912041 h 3215359"/>
                <a:gd name="connsiteX5529" fmla="*/ 854399 w 2057605"/>
                <a:gd name="connsiteY5529" fmla="*/ 1914486 h 3215359"/>
                <a:gd name="connsiteX5530" fmla="*/ 854399 w 2057605"/>
                <a:gd name="connsiteY5530" fmla="*/ 1919808 h 3215359"/>
                <a:gd name="connsiteX5531" fmla="*/ 856988 w 2057605"/>
                <a:gd name="connsiteY5531" fmla="*/ 1919808 h 3215359"/>
                <a:gd name="connsiteX5532" fmla="*/ 856988 w 2057605"/>
                <a:gd name="connsiteY5532" fmla="*/ 1932466 h 3215359"/>
                <a:gd name="connsiteX5533" fmla="*/ 862166 w 2057605"/>
                <a:gd name="connsiteY5533" fmla="*/ 1932466 h 3215359"/>
                <a:gd name="connsiteX5534" fmla="*/ 862166 w 2057605"/>
                <a:gd name="connsiteY5534" fmla="*/ 1934911 h 3215359"/>
                <a:gd name="connsiteX5535" fmla="*/ 863892 w 2057605"/>
                <a:gd name="connsiteY5535" fmla="*/ 1934911 h 3215359"/>
                <a:gd name="connsiteX5536" fmla="*/ 866337 w 2057605"/>
                <a:gd name="connsiteY5536" fmla="*/ 1940233 h 3215359"/>
                <a:gd name="connsiteX5537" fmla="*/ 868927 w 2057605"/>
                <a:gd name="connsiteY5537" fmla="*/ 1940233 h 3215359"/>
                <a:gd name="connsiteX5538" fmla="*/ 871660 w 2057605"/>
                <a:gd name="connsiteY5538" fmla="*/ 1942678 h 3215359"/>
                <a:gd name="connsiteX5539" fmla="*/ 871660 w 2057605"/>
                <a:gd name="connsiteY5539" fmla="*/ 1945123 h 3215359"/>
                <a:gd name="connsiteX5540" fmla="*/ 876550 w 2057605"/>
                <a:gd name="connsiteY5540" fmla="*/ 1945123 h 3215359"/>
                <a:gd name="connsiteX5541" fmla="*/ 876550 w 2057605"/>
                <a:gd name="connsiteY5541" fmla="*/ 1950445 h 3215359"/>
                <a:gd name="connsiteX5542" fmla="*/ 879571 w 2057605"/>
                <a:gd name="connsiteY5542" fmla="*/ 1950445 h 3215359"/>
                <a:gd name="connsiteX5543" fmla="*/ 882303 w 2057605"/>
                <a:gd name="connsiteY5543" fmla="*/ 1955336 h 3215359"/>
                <a:gd name="connsiteX5544" fmla="*/ 882303 w 2057605"/>
                <a:gd name="connsiteY5544" fmla="*/ 1957925 h 3215359"/>
                <a:gd name="connsiteX5545" fmla="*/ 884749 w 2057605"/>
                <a:gd name="connsiteY5545" fmla="*/ 1957925 h 3215359"/>
                <a:gd name="connsiteX5546" fmla="*/ 884749 w 2057605"/>
                <a:gd name="connsiteY5546" fmla="*/ 1955336 h 3215359"/>
                <a:gd name="connsiteX5547" fmla="*/ 887194 w 2057605"/>
                <a:gd name="connsiteY5547" fmla="*/ 1957925 h 3215359"/>
                <a:gd name="connsiteX5548" fmla="*/ 887194 w 2057605"/>
                <a:gd name="connsiteY5548" fmla="*/ 1960658 h 3215359"/>
                <a:gd name="connsiteX5549" fmla="*/ 889783 w 2057605"/>
                <a:gd name="connsiteY5549" fmla="*/ 1963103 h 3215359"/>
                <a:gd name="connsiteX5550" fmla="*/ 892516 w 2057605"/>
                <a:gd name="connsiteY5550" fmla="*/ 1963103 h 3215359"/>
                <a:gd name="connsiteX5551" fmla="*/ 892516 w 2057605"/>
                <a:gd name="connsiteY5551" fmla="*/ 1965548 h 3215359"/>
                <a:gd name="connsiteX5552" fmla="*/ 894961 w 2057605"/>
                <a:gd name="connsiteY5552" fmla="*/ 1968137 h 3215359"/>
                <a:gd name="connsiteX5553" fmla="*/ 894961 w 2057605"/>
                <a:gd name="connsiteY5553" fmla="*/ 1965980 h 3215359"/>
                <a:gd name="connsiteX5554" fmla="*/ 897407 w 2057605"/>
                <a:gd name="connsiteY5554" fmla="*/ 1968569 h 3215359"/>
                <a:gd name="connsiteX5555" fmla="*/ 899996 w 2057605"/>
                <a:gd name="connsiteY5555" fmla="*/ 1965980 h 3215359"/>
                <a:gd name="connsiteX5556" fmla="*/ 897407 w 2057605"/>
                <a:gd name="connsiteY5556" fmla="*/ 1965980 h 3215359"/>
                <a:gd name="connsiteX5557" fmla="*/ 897407 w 2057605"/>
                <a:gd name="connsiteY5557" fmla="*/ 1963534 h 3215359"/>
                <a:gd name="connsiteX5558" fmla="*/ 905174 w 2057605"/>
                <a:gd name="connsiteY5558" fmla="*/ 1963534 h 3215359"/>
                <a:gd name="connsiteX5559" fmla="*/ 910208 w 2057605"/>
                <a:gd name="connsiteY5559" fmla="*/ 1968569 h 3215359"/>
                <a:gd name="connsiteX5560" fmla="*/ 907619 w 2057605"/>
                <a:gd name="connsiteY5560" fmla="*/ 1968569 h 3215359"/>
                <a:gd name="connsiteX5561" fmla="*/ 905174 w 2057605"/>
                <a:gd name="connsiteY5561" fmla="*/ 1971014 h 3215359"/>
                <a:gd name="connsiteX5562" fmla="*/ 905174 w 2057605"/>
                <a:gd name="connsiteY5562" fmla="*/ 1981227 h 3215359"/>
                <a:gd name="connsiteX5563" fmla="*/ 907619 w 2057605"/>
                <a:gd name="connsiteY5563" fmla="*/ 1983960 h 3215359"/>
                <a:gd name="connsiteX5564" fmla="*/ 910208 w 2057605"/>
                <a:gd name="connsiteY5564" fmla="*/ 1986405 h 3215359"/>
                <a:gd name="connsiteX5565" fmla="*/ 910208 w 2057605"/>
                <a:gd name="connsiteY5565" fmla="*/ 1983960 h 3215359"/>
                <a:gd name="connsiteX5566" fmla="*/ 912941 w 2057605"/>
                <a:gd name="connsiteY5566" fmla="*/ 1983960 h 3215359"/>
                <a:gd name="connsiteX5567" fmla="*/ 912941 w 2057605"/>
                <a:gd name="connsiteY5567" fmla="*/ 1986405 h 3215359"/>
                <a:gd name="connsiteX5568" fmla="*/ 915386 w 2057605"/>
                <a:gd name="connsiteY5568" fmla="*/ 1986405 h 3215359"/>
                <a:gd name="connsiteX5569" fmla="*/ 915386 w 2057605"/>
                <a:gd name="connsiteY5569" fmla="*/ 1981227 h 3215359"/>
                <a:gd name="connsiteX5570" fmla="*/ 917832 w 2057605"/>
                <a:gd name="connsiteY5570" fmla="*/ 1981227 h 3215359"/>
                <a:gd name="connsiteX5571" fmla="*/ 920421 w 2057605"/>
                <a:gd name="connsiteY5571" fmla="*/ 1983960 h 3215359"/>
                <a:gd name="connsiteX5572" fmla="*/ 925599 w 2057605"/>
                <a:gd name="connsiteY5572" fmla="*/ 1983960 h 3215359"/>
                <a:gd name="connsiteX5573" fmla="*/ 925599 w 2057605"/>
                <a:gd name="connsiteY5573" fmla="*/ 1981227 h 3215359"/>
                <a:gd name="connsiteX5574" fmla="*/ 928044 w 2057605"/>
                <a:gd name="connsiteY5574" fmla="*/ 1981227 h 3215359"/>
                <a:gd name="connsiteX5575" fmla="*/ 928044 w 2057605"/>
                <a:gd name="connsiteY5575" fmla="*/ 1976192 h 3215359"/>
                <a:gd name="connsiteX5576" fmla="*/ 930633 w 2057605"/>
                <a:gd name="connsiteY5576" fmla="*/ 1978638 h 3215359"/>
                <a:gd name="connsiteX5577" fmla="*/ 933078 w 2057605"/>
                <a:gd name="connsiteY5577" fmla="*/ 1978638 h 3215359"/>
                <a:gd name="connsiteX5578" fmla="*/ 933078 w 2057605"/>
                <a:gd name="connsiteY5578" fmla="*/ 1986405 h 3215359"/>
                <a:gd name="connsiteX5579" fmla="*/ 930633 w 2057605"/>
                <a:gd name="connsiteY5579" fmla="*/ 1986405 h 3215359"/>
                <a:gd name="connsiteX5580" fmla="*/ 930633 w 2057605"/>
                <a:gd name="connsiteY5580" fmla="*/ 1988850 h 3215359"/>
                <a:gd name="connsiteX5581" fmla="*/ 933078 w 2057605"/>
                <a:gd name="connsiteY5581" fmla="*/ 1988850 h 3215359"/>
                <a:gd name="connsiteX5582" fmla="*/ 930633 w 2057605"/>
                <a:gd name="connsiteY5582" fmla="*/ 1991439 h 3215359"/>
                <a:gd name="connsiteX5583" fmla="*/ 933078 w 2057605"/>
                <a:gd name="connsiteY5583" fmla="*/ 1991439 h 3215359"/>
                <a:gd name="connsiteX5584" fmla="*/ 933078 w 2057605"/>
                <a:gd name="connsiteY5584" fmla="*/ 1994172 h 3215359"/>
                <a:gd name="connsiteX5585" fmla="*/ 935380 w 2057605"/>
                <a:gd name="connsiteY5585" fmla="*/ 1996905 h 3215359"/>
                <a:gd name="connsiteX5586" fmla="*/ 935380 w 2057605"/>
                <a:gd name="connsiteY5586" fmla="*/ 2008700 h 3215359"/>
                <a:gd name="connsiteX5587" fmla="*/ 932647 w 2057605"/>
                <a:gd name="connsiteY5587" fmla="*/ 2011289 h 3215359"/>
                <a:gd name="connsiteX5588" fmla="*/ 932647 w 2057605"/>
                <a:gd name="connsiteY5588" fmla="*/ 2014022 h 3215359"/>
                <a:gd name="connsiteX5589" fmla="*/ 935380 w 2057605"/>
                <a:gd name="connsiteY5589" fmla="*/ 2014022 h 3215359"/>
                <a:gd name="connsiteX5590" fmla="*/ 935380 w 2057605"/>
                <a:gd name="connsiteY5590" fmla="*/ 2031714 h 3215359"/>
                <a:gd name="connsiteX5591" fmla="*/ 932647 w 2057605"/>
                <a:gd name="connsiteY5591" fmla="*/ 2034447 h 3215359"/>
                <a:gd name="connsiteX5592" fmla="*/ 930202 w 2057605"/>
                <a:gd name="connsiteY5592" fmla="*/ 2036892 h 3215359"/>
                <a:gd name="connsiteX5593" fmla="*/ 932647 w 2057605"/>
                <a:gd name="connsiteY5593" fmla="*/ 2041926 h 3215359"/>
                <a:gd name="connsiteX5594" fmla="*/ 930202 w 2057605"/>
                <a:gd name="connsiteY5594" fmla="*/ 2044659 h 3215359"/>
                <a:gd name="connsiteX5595" fmla="*/ 927613 w 2057605"/>
                <a:gd name="connsiteY5595" fmla="*/ 2044659 h 3215359"/>
                <a:gd name="connsiteX5596" fmla="*/ 925167 w 2057605"/>
                <a:gd name="connsiteY5596" fmla="*/ 2047105 h 3215359"/>
                <a:gd name="connsiteX5597" fmla="*/ 922722 w 2057605"/>
                <a:gd name="connsiteY5597" fmla="*/ 2044659 h 3215359"/>
                <a:gd name="connsiteX5598" fmla="*/ 922722 w 2057605"/>
                <a:gd name="connsiteY5598" fmla="*/ 2041926 h 3215359"/>
                <a:gd name="connsiteX5599" fmla="*/ 919989 w 2057605"/>
                <a:gd name="connsiteY5599" fmla="*/ 2041926 h 3215359"/>
                <a:gd name="connsiteX5600" fmla="*/ 919989 w 2057605"/>
                <a:gd name="connsiteY5600" fmla="*/ 2044659 h 3215359"/>
                <a:gd name="connsiteX5601" fmla="*/ 914955 w 2057605"/>
                <a:gd name="connsiteY5601" fmla="*/ 2044659 h 3215359"/>
                <a:gd name="connsiteX5602" fmla="*/ 914955 w 2057605"/>
                <a:gd name="connsiteY5602" fmla="*/ 2041926 h 3215359"/>
                <a:gd name="connsiteX5603" fmla="*/ 912510 w 2057605"/>
                <a:gd name="connsiteY5603" fmla="*/ 2034447 h 3215359"/>
                <a:gd name="connsiteX5604" fmla="*/ 912510 w 2057605"/>
                <a:gd name="connsiteY5604" fmla="*/ 2031714 h 3215359"/>
                <a:gd name="connsiteX5605" fmla="*/ 909777 w 2057605"/>
                <a:gd name="connsiteY5605" fmla="*/ 2029125 h 3215359"/>
                <a:gd name="connsiteX5606" fmla="*/ 909777 w 2057605"/>
                <a:gd name="connsiteY5606" fmla="*/ 2021501 h 3215359"/>
                <a:gd name="connsiteX5607" fmla="*/ 912510 w 2057605"/>
                <a:gd name="connsiteY5607" fmla="*/ 2021501 h 3215359"/>
                <a:gd name="connsiteX5608" fmla="*/ 912510 w 2057605"/>
                <a:gd name="connsiteY5608" fmla="*/ 2011289 h 3215359"/>
                <a:gd name="connsiteX5609" fmla="*/ 909777 w 2057605"/>
                <a:gd name="connsiteY5609" fmla="*/ 2011289 h 3215359"/>
                <a:gd name="connsiteX5610" fmla="*/ 909777 w 2057605"/>
                <a:gd name="connsiteY5610" fmla="*/ 2019631 h 3215359"/>
                <a:gd name="connsiteX5611" fmla="*/ 907188 w 2057605"/>
                <a:gd name="connsiteY5611" fmla="*/ 2022220 h 3215359"/>
                <a:gd name="connsiteX5612" fmla="*/ 907188 w 2057605"/>
                <a:gd name="connsiteY5612" fmla="*/ 2027399 h 3215359"/>
                <a:gd name="connsiteX5613" fmla="*/ 904742 w 2057605"/>
                <a:gd name="connsiteY5613" fmla="*/ 2027399 h 3215359"/>
                <a:gd name="connsiteX5614" fmla="*/ 904742 w 2057605"/>
                <a:gd name="connsiteY5614" fmla="*/ 2037611 h 3215359"/>
                <a:gd name="connsiteX5615" fmla="*/ 902297 w 2057605"/>
                <a:gd name="connsiteY5615" fmla="*/ 2040056 h 3215359"/>
                <a:gd name="connsiteX5616" fmla="*/ 899564 w 2057605"/>
                <a:gd name="connsiteY5616" fmla="*/ 2040056 h 3215359"/>
                <a:gd name="connsiteX5617" fmla="*/ 899564 w 2057605"/>
                <a:gd name="connsiteY5617" fmla="*/ 2043221 h 3215359"/>
                <a:gd name="connsiteX5618" fmla="*/ 896975 w 2057605"/>
                <a:gd name="connsiteY5618" fmla="*/ 2038187 h 3215359"/>
                <a:gd name="connsiteX5619" fmla="*/ 894530 w 2057605"/>
                <a:gd name="connsiteY5619" fmla="*/ 2038187 h 3215359"/>
                <a:gd name="connsiteX5620" fmla="*/ 892085 w 2057605"/>
                <a:gd name="connsiteY5620" fmla="*/ 2033008 h 3215359"/>
                <a:gd name="connsiteX5621" fmla="*/ 889352 w 2057605"/>
                <a:gd name="connsiteY5621" fmla="*/ 2035741 h 3215359"/>
                <a:gd name="connsiteX5622" fmla="*/ 886763 w 2057605"/>
                <a:gd name="connsiteY5622" fmla="*/ 2033008 h 3215359"/>
                <a:gd name="connsiteX5623" fmla="*/ 886763 w 2057605"/>
                <a:gd name="connsiteY5623" fmla="*/ 2025529 h 3215359"/>
                <a:gd name="connsiteX5624" fmla="*/ 884317 w 2057605"/>
                <a:gd name="connsiteY5624" fmla="*/ 2020207 h 3215359"/>
                <a:gd name="connsiteX5625" fmla="*/ 881872 w 2057605"/>
                <a:gd name="connsiteY5625" fmla="*/ 2020207 h 3215359"/>
                <a:gd name="connsiteX5626" fmla="*/ 881872 w 2057605"/>
                <a:gd name="connsiteY5626" fmla="*/ 2022796 h 3215359"/>
                <a:gd name="connsiteX5627" fmla="*/ 879139 w 2057605"/>
                <a:gd name="connsiteY5627" fmla="*/ 2020207 h 3215359"/>
                <a:gd name="connsiteX5628" fmla="*/ 879139 w 2057605"/>
                <a:gd name="connsiteY5628" fmla="*/ 2012583 h 3215359"/>
                <a:gd name="connsiteX5629" fmla="*/ 876550 w 2057605"/>
                <a:gd name="connsiteY5629" fmla="*/ 2009994 h 3215359"/>
                <a:gd name="connsiteX5630" fmla="*/ 876550 w 2057605"/>
                <a:gd name="connsiteY5630" fmla="*/ 2020207 h 3215359"/>
                <a:gd name="connsiteX5631" fmla="*/ 872379 w 2057605"/>
                <a:gd name="connsiteY5631" fmla="*/ 2020207 h 3215359"/>
                <a:gd name="connsiteX5632" fmla="*/ 872379 w 2057605"/>
                <a:gd name="connsiteY5632" fmla="*/ 2022796 h 3215359"/>
                <a:gd name="connsiteX5633" fmla="*/ 874824 w 2057605"/>
                <a:gd name="connsiteY5633" fmla="*/ 2025529 h 3215359"/>
                <a:gd name="connsiteX5634" fmla="*/ 872379 w 2057605"/>
                <a:gd name="connsiteY5634" fmla="*/ 2027974 h 3215359"/>
                <a:gd name="connsiteX5635" fmla="*/ 872379 w 2057605"/>
                <a:gd name="connsiteY5635" fmla="*/ 2030419 h 3215359"/>
                <a:gd name="connsiteX5636" fmla="*/ 869646 w 2057605"/>
                <a:gd name="connsiteY5636" fmla="*/ 2030419 h 3215359"/>
                <a:gd name="connsiteX5637" fmla="*/ 869646 w 2057605"/>
                <a:gd name="connsiteY5637" fmla="*/ 2027974 h 3215359"/>
                <a:gd name="connsiteX5638" fmla="*/ 867057 w 2057605"/>
                <a:gd name="connsiteY5638" fmla="*/ 2027974 h 3215359"/>
                <a:gd name="connsiteX5639" fmla="*/ 867057 w 2057605"/>
                <a:gd name="connsiteY5639" fmla="*/ 2025529 h 3215359"/>
                <a:gd name="connsiteX5640" fmla="*/ 864611 w 2057605"/>
                <a:gd name="connsiteY5640" fmla="*/ 2030419 h 3215359"/>
                <a:gd name="connsiteX5641" fmla="*/ 862166 w 2057605"/>
                <a:gd name="connsiteY5641" fmla="*/ 2030419 h 3215359"/>
                <a:gd name="connsiteX5642" fmla="*/ 862166 w 2057605"/>
                <a:gd name="connsiteY5642" fmla="*/ 2033008 h 3215359"/>
                <a:gd name="connsiteX5643" fmla="*/ 859577 w 2057605"/>
                <a:gd name="connsiteY5643" fmla="*/ 2033008 h 3215359"/>
                <a:gd name="connsiteX5644" fmla="*/ 857132 w 2057605"/>
                <a:gd name="connsiteY5644" fmla="*/ 2027974 h 3215359"/>
                <a:gd name="connsiteX5645" fmla="*/ 857132 w 2057605"/>
                <a:gd name="connsiteY5645" fmla="*/ 2035741 h 3215359"/>
                <a:gd name="connsiteX5646" fmla="*/ 859577 w 2057605"/>
                <a:gd name="connsiteY5646" fmla="*/ 2038187 h 3215359"/>
                <a:gd name="connsiteX5647" fmla="*/ 864755 w 2057605"/>
                <a:gd name="connsiteY5647" fmla="*/ 2038187 h 3215359"/>
                <a:gd name="connsiteX5648" fmla="*/ 864755 w 2057605"/>
                <a:gd name="connsiteY5648" fmla="*/ 2053433 h 3215359"/>
                <a:gd name="connsiteX5649" fmla="*/ 862310 w 2057605"/>
                <a:gd name="connsiteY5649" fmla="*/ 2055879 h 3215359"/>
                <a:gd name="connsiteX5650" fmla="*/ 857132 w 2057605"/>
                <a:gd name="connsiteY5650" fmla="*/ 2058612 h 3215359"/>
                <a:gd name="connsiteX5651" fmla="*/ 854543 w 2057605"/>
                <a:gd name="connsiteY5651" fmla="*/ 2055879 h 3215359"/>
                <a:gd name="connsiteX5652" fmla="*/ 849652 w 2057605"/>
                <a:gd name="connsiteY5652" fmla="*/ 2058612 h 3215359"/>
                <a:gd name="connsiteX5653" fmla="*/ 846919 w 2057605"/>
                <a:gd name="connsiteY5653" fmla="*/ 2055879 h 3215359"/>
                <a:gd name="connsiteX5654" fmla="*/ 844330 w 2057605"/>
                <a:gd name="connsiteY5654" fmla="*/ 2055879 h 3215359"/>
                <a:gd name="connsiteX5655" fmla="*/ 841885 w 2057605"/>
                <a:gd name="connsiteY5655" fmla="*/ 2050844 h 3215359"/>
                <a:gd name="connsiteX5656" fmla="*/ 834118 w 2057605"/>
                <a:gd name="connsiteY5656" fmla="*/ 2045954 h 3215359"/>
                <a:gd name="connsiteX5657" fmla="*/ 831673 w 2057605"/>
                <a:gd name="connsiteY5657" fmla="*/ 2040632 h 3215359"/>
                <a:gd name="connsiteX5658" fmla="*/ 829227 w 2057605"/>
                <a:gd name="connsiteY5658" fmla="*/ 2035741 h 3215359"/>
                <a:gd name="connsiteX5659" fmla="*/ 826494 w 2057605"/>
                <a:gd name="connsiteY5659" fmla="*/ 2035741 h 3215359"/>
                <a:gd name="connsiteX5660" fmla="*/ 826494 w 2057605"/>
                <a:gd name="connsiteY5660" fmla="*/ 2038187 h 3215359"/>
                <a:gd name="connsiteX5661" fmla="*/ 823905 w 2057605"/>
                <a:gd name="connsiteY5661" fmla="*/ 2035741 h 3215359"/>
                <a:gd name="connsiteX5662" fmla="*/ 823905 w 2057605"/>
                <a:gd name="connsiteY5662" fmla="*/ 2033008 h 3215359"/>
                <a:gd name="connsiteX5663" fmla="*/ 821460 w 2057605"/>
                <a:gd name="connsiteY5663" fmla="*/ 2035741 h 3215359"/>
                <a:gd name="connsiteX5664" fmla="*/ 821460 w 2057605"/>
                <a:gd name="connsiteY5664" fmla="*/ 2040632 h 3215359"/>
                <a:gd name="connsiteX5665" fmla="*/ 819015 w 2057605"/>
                <a:gd name="connsiteY5665" fmla="*/ 2043221 h 3215359"/>
                <a:gd name="connsiteX5666" fmla="*/ 819015 w 2057605"/>
                <a:gd name="connsiteY5666" fmla="*/ 2045954 h 3215359"/>
                <a:gd name="connsiteX5667" fmla="*/ 821316 w 2057605"/>
                <a:gd name="connsiteY5667" fmla="*/ 2045954 h 3215359"/>
                <a:gd name="connsiteX5668" fmla="*/ 821316 w 2057605"/>
                <a:gd name="connsiteY5668" fmla="*/ 2043221 h 3215359"/>
                <a:gd name="connsiteX5669" fmla="*/ 823761 w 2057605"/>
                <a:gd name="connsiteY5669" fmla="*/ 2048399 h 3215359"/>
                <a:gd name="connsiteX5670" fmla="*/ 823761 w 2057605"/>
                <a:gd name="connsiteY5670" fmla="*/ 2050844 h 3215359"/>
                <a:gd name="connsiteX5671" fmla="*/ 826350 w 2057605"/>
                <a:gd name="connsiteY5671" fmla="*/ 2050844 h 3215359"/>
                <a:gd name="connsiteX5672" fmla="*/ 829083 w 2057605"/>
                <a:gd name="connsiteY5672" fmla="*/ 2053433 h 3215359"/>
                <a:gd name="connsiteX5673" fmla="*/ 831529 w 2057605"/>
                <a:gd name="connsiteY5673" fmla="*/ 2050844 h 3215359"/>
                <a:gd name="connsiteX5674" fmla="*/ 831529 w 2057605"/>
                <a:gd name="connsiteY5674" fmla="*/ 2053433 h 3215359"/>
                <a:gd name="connsiteX5675" fmla="*/ 833974 w 2057605"/>
                <a:gd name="connsiteY5675" fmla="*/ 2066091 h 3215359"/>
                <a:gd name="connsiteX5676" fmla="*/ 831529 w 2057605"/>
                <a:gd name="connsiteY5676" fmla="*/ 2071269 h 3215359"/>
                <a:gd name="connsiteX5677" fmla="*/ 833974 w 2057605"/>
                <a:gd name="connsiteY5677" fmla="*/ 2071269 h 3215359"/>
                <a:gd name="connsiteX5678" fmla="*/ 833974 w 2057605"/>
                <a:gd name="connsiteY5678" fmla="*/ 2066091 h 3215359"/>
                <a:gd name="connsiteX5679" fmla="*/ 833974 w 2057605"/>
                <a:gd name="connsiteY5679" fmla="*/ 2061057 h 3215359"/>
                <a:gd name="connsiteX5680" fmla="*/ 836563 w 2057605"/>
                <a:gd name="connsiteY5680" fmla="*/ 2058612 h 3215359"/>
                <a:gd name="connsiteX5681" fmla="*/ 839296 w 2057605"/>
                <a:gd name="connsiteY5681" fmla="*/ 2068824 h 3215359"/>
                <a:gd name="connsiteX5682" fmla="*/ 839296 w 2057605"/>
                <a:gd name="connsiteY5682" fmla="*/ 2073715 h 3215359"/>
                <a:gd name="connsiteX5683" fmla="*/ 836563 w 2057605"/>
                <a:gd name="connsiteY5683" fmla="*/ 2076304 h 3215359"/>
                <a:gd name="connsiteX5684" fmla="*/ 836563 w 2057605"/>
                <a:gd name="connsiteY5684" fmla="*/ 2091694 h 3215359"/>
                <a:gd name="connsiteX5685" fmla="*/ 831529 w 2057605"/>
                <a:gd name="connsiteY5685" fmla="*/ 2096729 h 3215359"/>
                <a:gd name="connsiteX5686" fmla="*/ 829083 w 2057605"/>
                <a:gd name="connsiteY5686" fmla="*/ 2099462 h 3215359"/>
                <a:gd name="connsiteX5687" fmla="*/ 826350 w 2057605"/>
                <a:gd name="connsiteY5687" fmla="*/ 2099462 h 3215359"/>
                <a:gd name="connsiteX5688" fmla="*/ 826350 w 2057605"/>
                <a:gd name="connsiteY5688" fmla="*/ 2112119 h 3215359"/>
                <a:gd name="connsiteX5689" fmla="*/ 829083 w 2057605"/>
                <a:gd name="connsiteY5689" fmla="*/ 2109674 h 3215359"/>
                <a:gd name="connsiteX5690" fmla="*/ 831529 w 2057605"/>
                <a:gd name="connsiteY5690" fmla="*/ 2104352 h 3215359"/>
                <a:gd name="connsiteX5691" fmla="*/ 831529 w 2057605"/>
                <a:gd name="connsiteY5691" fmla="*/ 2101907 h 3215359"/>
                <a:gd name="connsiteX5692" fmla="*/ 833974 w 2057605"/>
                <a:gd name="connsiteY5692" fmla="*/ 2101907 h 3215359"/>
                <a:gd name="connsiteX5693" fmla="*/ 833974 w 2057605"/>
                <a:gd name="connsiteY5693" fmla="*/ 2099462 h 3215359"/>
                <a:gd name="connsiteX5694" fmla="*/ 836563 w 2057605"/>
                <a:gd name="connsiteY5694" fmla="*/ 2096729 h 3215359"/>
                <a:gd name="connsiteX5695" fmla="*/ 836563 w 2057605"/>
                <a:gd name="connsiteY5695" fmla="*/ 2094140 h 3215359"/>
                <a:gd name="connsiteX5696" fmla="*/ 839296 w 2057605"/>
                <a:gd name="connsiteY5696" fmla="*/ 2089249 h 3215359"/>
                <a:gd name="connsiteX5697" fmla="*/ 844186 w 2057605"/>
                <a:gd name="connsiteY5697" fmla="*/ 2086516 h 3215359"/>
                <a:gd name="connsiteX5698" fmla="*/ 844186 w 2057605"/>
                <a:gd name="connsiteY5698" fmla="*/ 2079037 h 3215359"/>
                <a:gd name="connsiteX5699" fmla="*/ 846775 w 2057605"/>
                <a:gd name="connsiteY5699" fmla="*/ 2079037 h 3215359"/>
                <a:gd name="connsiteX5700" fmla="*/ 846775 w 2057605"/>
                <a:gd name="connsiteY5700" fmla="*/ 2076304 h 3215359"/>
                <a:gd name="connsiteX5701" fmla="*/ 849508 w 2057605"/>
                <a:gd name="connsiteY5701" fmla="*/ 2076304 h 3215359"/>
                <a:gd name="connsiteX5702" fmla="*/ 849508 w 2057605"/>
                <a:gd name="connsiteY5702" fmla="*/ 2079037 h 3215359"/>
                <a:gd name="connsiteX5703" fmla="*/ 851954 w 2057605"/>
                <a:gd name="connsiteY5703" fmla="*/ 2076304 h 3215359"/>
                <a:gd name="connsiteX5704" fmla="*/ 854399 w 2057605"/>
                <a:gd name="connsiteY5704" fmla="*/ 2073715 h 3215359"/>
                <a:gd name="connsiteX5705" fmla="*/ 854399 w 2057605"/>
                <a:gd name="connsiteY5705" fmla="*/ 2076304 h 3215359"/>
                <a:gd name="connsiteX5706" fmla="*/ 856988 w 2057605"/>
                <a:gd name="connsiteY5706" fmla="*/ 2073715 h 3215359"/>
                <a:gd name="connsiteX5707" fmla="*/ 862166 w 2057605"/>
                <a:gd name="connsiteY5707" fmla="*/ 2073715 h 3215359"/>
                <a:gd name="connsiteX5708" fmla="*/ 862166 w 2057605"/>
                <a:gd name="connsiteY5708" fmla="*/ 2066091 h 3215359"/>
                <a:gd name="connsiteX5709" fmla="*/ 863892 w 2057605"/>
                <a:gd name="connsiteY5709" fmla="*/ 2066091 h 3215359"/>
                <a:gd name="connsiteX5710" fmla="*/ 863892 w 2057605"/>
                <a:gd name="connsiteY5710" fmla="*/ 2063646 h 3215359"/>
                <a:gd name="connsiteX5711" fmla="*/ 866337 w 2057605"/>
                <a:gd name="connsiteY5711" fmla="*/ 2066091 h 3215359"/>
                <a:gd name="connsiteX5712" fmla="*/ 868927 w 2057605"/>
                <a:gd name="connsiteY5712" fmla="*/ 2068824 h 3215359"/>
                <a:gd name="connsiteX5713" fmla="*/ 871660 w 2057605"/>
                <a:gd name="connsiteY5713" fmla="*/ 2066091 h 3215359"/>
                <a:gd name="connsiteX5714" fmla="*/ 868927 w 2057605"/>
                <a:gd name="connsiteY5714" fmla="*/ 2066091 h 3215359"/>
                <a:gd name="connsiteX5715" fmla="*/ 868927 w 2057605"/>
                <a:gd name="connsiteY5715" fmla="*/ 2063646 h 3215359"/>
                <a:gd name="connsiteX5716" fmla="*/ 871660 w 2057605"/>
                <a:gd name="connsiteY5716" fmla="*/ 2063646 h 3215359"/>
                <a:gd name="connsiteX5717" fmla="*/ 874105 w 2057605"/>
                <a:gd name="connsiteY5717" fmla="*/ 2066091 h 3215359"/>
                <a:gd name="connsiteX5718" fmla="*/ 874105 w 2057605"/>
                <a:gd name="connsiteY5718" fmla="*/ 2063646 h 3215359"/>
                <a:gd name="connsiteX5719" fmla="*/ 876550 w 2057605"/>
                <a:gd name="connsiteY5719" fmla="*/ 2066091 h 3215359"/>
                <a:gd name="connsiteX5720" fmla="*/ 879139 w 2057605"/>
                <a:gd name="connsiteY5720" fmla="*/ 2066091 h 3215359"/>
                <a:gd name="connsiteX5721" fmla="*/ 881872 w 2057605"/>
                <a:gd name="connsiteY5721" fmla="*/ 2068824 h 3215359"/>
                <a:gd name="connsiteX5722" fmla="*/ 881872 w 2057605"/>
                <a:gd name="connsiteY5722" fmla="*/ 2070550 h 3215359"/>
                <a:gd name="connsiteX5723" fmla="*/ 884317 w 2057605"/>
                <a:gd name="connsiteY5723" fmla="*/ 2070550 h 3215359"/>
                <a:gd name="connsiteX5724" fmla="*/ 884317 w 2057605"/>
                <a:gd name="connsiteY5724" fmla="*/ 2080763 h 3215359"/>
                <a:gd name="connsiteX5725" fmla="*/ 881872 w 2057605"/>
                <a:gd name="connsiteY5725" fmla="*/ 2080763 h 3215359"/>
                <a:gd name="connsiteX5726" fmla="*/ 881872 w 2057605"/>
                <a:gd name="connsiteY5726" fmla="*/ 2083208 h 3215359"/>
                <a:gd name="connsiteX5727" fmla="*/ 876550 w 2057605"/>
                <a:gd name="connsiteY5727" fmla="*/ 2080763 h 3215359"/>
                <a:gd name="connsiteX5728" fmla="*/ 874105 w 2057605"/>
                <a:gd name="connsiteY5728" fmla="*/ 2083208 h 3215359"/>
                <a:gd name="connsiteX5729" fmla="*/ 876550 w 2057605"/>
                <a:gd name="connsiteY5729" fmla="*/ 2085797 h 3215359"/>
                <a:gd name="connsiteX5730" fmla="*/ 876550 w 2057605"/>
                <a:gd name="connsiteY5730" fmla="*/ 2083208 h 3215359"/>
                <a:gd name="connsiteX5731" fmla="*/ 879858 w 2057605"/>
                <a:gd name="connsiteY5731" fmla="*/ 2083208 h 3215359"/>
                <a:gd name="connsiteX5732" fmla="*/ 879858 w 2057605"/>
                <a:gd name="connsiteY5732" fmla="*/ 2095722 h 3215359"/>
                <a:gd name="connsiteX5733" fmla="*/ 877269 w 2057605"/>
                <a:gd name="connsiteY5733" fmla="*/ 2095722 h 3215359"/>
                <a:gd name="connsiteX5734" fmla="*/ 874824 w 2057605"/>
                <a:gd name="connsiteY5734" fmla="*/ 2090688 h 3215359"/>
                <a:gd name="connsiteX5735" fmla="*/ 872379 w 2057605"/>
                <a:gd name="connsiteY5735" fmla="*/ 2098455 h 3215359"/>
                <a:gd name="connsiteX5736" fmla="*/ 874824 w 2057605"/>
                <a:gd name="connsiteY5736" fmla="*/ 2098455 h 3215359"/>
                <a:gd name="connsiteX5737" fmla="*/ 874824 w 2057605"/>
                <a:gd name="connsiteY5737" fmla="*/ 2103345 h 3215359"/>
                <a:gd name="connsiteX5738" fmla="*/ 877269 w 2057605"/>
                <a:gd name="connsiteY5738" fmla="*/ 2103345 h 3215359"/>
                <a:gd name="connsiteX5739" fmla="*/ 879858 w 2057605"/>
                <a:gd name="connsiteY5739" fmla="*/ 2100900 h 3215359"/>
                <a:gd name="connsiteX5740" fmla="*/ 879858 w 2057605"/>
                <a:gd name="connsiteY5740" fmla="*/ 2095722 h 3215359"/>
                <a:gd name="connsiteX5741" fmla="*/ 882591 w 2057605"/>
                <a:gd name="connsiteY5741" fmla="*/ 2095722 h 3215359"/>
                <a:gd name="connsiteX5742" fmla="*/ 882591 w 2057605"/>
                <a:gd name="connsiteY5742" fmla="*/ 2093133 h 3215359"/>
                <a:gd name="connsiteX5743" fmla="*/ 885036 w 2057605"/>
                <a:gd name="connsiteY5743" fmla="*/ 2093133 h 3215359"/>
                <a:gd name="connsiteX5744" fmla="*/ 887482 w 2057605"/>
                <a:gd name="connsiteY5744" fmla="*/ 2095722 h 3215359"/>
                <a:gd name="connsiteX5745" fmla="*/ 885036 w 2057605"/>
                <a:gd name="connsiteY5745" fmla="*/ 2095722 h 3215359"/>
                <a:gd name="connsiteX5746" fmla="*/ 885036 w 2057605"/>
                <a:gd name="connsiteY5746" fmla="*/ 2098455 h 3215359"/>
                <a:gd name="connsiteX5747" fmla="*/ 887482 w 2057605"/>
                <a:gd name="connsiteY5747" fmla="*/ 2098455 h 3215359"/>
                <a:gd name="connsiteX5748" fmla="*/ 892804 w 2057605"/>
                <a:gd name="connsiteY5748" fmla="*/ 2103345 h 3215359"/>
                <a:gd name="connsiteX5749" fmla="*/ 892804 w 2057605"/>
                <a:gd name="connsiteY5749" fmla="*/ 2111113 h 3215359"/>
                <a:gd name="connsiteX5750" fmla="*/ 890071 w 2057605"/>
                <a:gd name="connsiteY5750" fmla="*/ 2116147 h 3215359"/>
                <a:gd name="connsiteX5751" fmla="*/ 887482 w 2057605"/>
                <a:gd name="connsiteY5751" fmla="*/ 2118880 h 3215359"/>
                <a:gd name="connsiteX5752" fmla="*/ 887482 w 2057605"/>
                <a:gd name="connsiteY5752" fmla="*/ 2121325 h 3215359"/>
                <a:gd name="connsiteX5753" fmla="*/ 885036 w 2057605"/>
                <a:gd name="connsiteY5753" fmla="*/ 2121325 h 3215359"/>
                <a:gd name="connsiteX5754" fmla="*/ 887482 w 2057605"/>
                <a:gd name="connsiteY5754" fmla="*/ 2123770 h 3215359"/>
                <a:gd name="connsiteX5755" fmla="*/ 887482 w 2057605"/>
                <a:gd name="connsiteY5755" fmla="*/ 2129092 h 3215359"/>
                <a:gd name="connsiteX5756" fmla="*/ 879858 w 2057605"/>
                <a:gd name="connsiteY5756" fmla="*/ 2131538 h 3215359"/>
                <a:gd name="connsiteX5757" fmla="*/ 874824 w 2057605"/>
                <a:gd name="connsiteY5757" fmla="*/ 2126359 h 3215359"/>
                <a:gd name="connsiteX5758" fmla="*/ 874824 w 2057605"/>
                <a:gd name="connsiteY5758" fmla="*/ 2131538 h 3215359"/>
                <a:gd name="connsiteX5759" fmla="*/ 869646 w 2057605"/>
                <a:gd name="connsiteY5759" fmla="*/ 2131538 h 3215359"/>
                <a:gd name="connsiteX5760" fmla="*/ 869646 w 2057605"/>
                <a:gd name="connsiteY5760" fmla="*/ 2133983 h 3215359"/>
                <a:gd name="connsiteX5761" fmla="*/ 864611 w 2057605"/>
                <a:gd name="connsiteY5761" fmla="*/ 2133983 h 3215359"/>
                <a:gd name="connsiteX5762" fmla="*/ 864611 w 2057605"/>
                <a:gd name="connsiteY5762" fmla="*/ 2131538 h 3215359"/>
                <a:gd name="connsiteX5763" fmla="*/ 859433 w 2057605"/>
                <a:gd name="connsiteY5763" fmla="*/ 2131538 h 3215359"/>
                <a:gd name="connsiteX5764" fmla="*/ 859433 w 2057605"/>
                <a:gd name="connsiteY5764" fmla="*/ 2133983 h 3215359"/>
                <a:gd name="connsiteX5765" fmla="*/ 862166 w 2057605"/>
                <a:gd name="connsiteY5765" fmla="*/ 2133983 h 3215359"/>
                <a:gd name="connsiteX5766" fmla="*/ 862166 w 2057605"/>
                <a:gd name="connsiteY5766" fmla="*/ 2136572 h 3215359"/>
                <a:gd name="connsiteX5767" fmla="*/ 859577 w 2057605"/>
                <a:gd name="connsiteY5767" fmla="*/ 2136572 h 3215359"/>
                <a:gd name="connsiteX5768" fmla="*/ 859577 w 2057605"/>
                <a:gd name="connsiteY5768" fmla="*/ 2141750 h 3215359"/>
                <a:gd name="connsiteX5769" fmla="*/ 854543 w 2057605"/>
                <a:gd name="connsiteY5769" fmla="*/ 2141750 h 3215359"/>
                <a:gd name="connsiteX5770" fmla="*/ 844330 w 2057605"/>
                <a:gd name="connsiteY5770" fmla="*/ 2136572 h 3215359"/>
                <a:gd name="connsiteX5771" fmla="*/ 844330 w 2057605"/>
                <a:gd name="connsiteY5771" fmla="*/ 2139305 h 3215359"/>
                <a:gd name="connsiteX5772" fmla="*/ 846919 w 2057605"/>
                <a:gd name="connsiteY5772" fmla="*/ 2139305 h 3215359"/>
                <a:gd name="connsiteX5773" fmla="*/ 844330 w 2057605"/>
                <a:gd name="connsiteY5773" fmla="*/ 2141750 h 3215359"/>
                <a:gd name="connsiteX5774" fmla="*/ 844330 w 2057605"/>
                <a:gd name="connsiteY5774" fmla="*/ 2146784 h 3215359"/>
                <a:gd name="connsiteX5775" fmla="*/ 841885 w 2057605"/>
                <a:gd name="connsiteY5775" fmla="*/ 2146784 h 3215359"/>
                <a:gd name="connsiteX5776" fmla="*/ 839440 w 2057605"/>
                <a:gd name="connsiteY5776" fmla="*/ 2144195 h 3215359"/>
                <a:gd name="connsiteX5777" fmla="*/ 839440 w 2057605"/>
                <a:gd name="connsiteY5777" fmla="*/ 2146784 h 3215359"/>
                <a:gd name="connsiteX5778" fmla="*/ 836707 w 2057605"/>
                <a:gd name="connsiteY5778" fmla="*/ 2149230 h 3215359"/>
                <a:gd name="connsiteX5779" fmla="*/ 831673 w 2057605"/>
                <a:gd name="connsiteY5779" fmla="*/ 2149230 h 3215359"/>
                <a:gd name="connsiteX5780" fmla="*/ 831673 w 2057605"/>
                <a:gd name="connsiteY5780" fmla="*/ 2146784 h 3215359"/>
                <a:gd name="connsiteX5781" fmla="*/ 829227 w 2057605"/>
                <a:gd name="connsiteY5781" fmla="*/ 2146784 h 3215359"/>
                <a:gd name="connsiteX5782" fmla="*/ 829227 w 2057605"/>
                <a:gd name="connsiteY5782" fmla="*/ 2144195 h 3215359"/>
                <a:gd name="connsiteX5783" fmla="*/ 826494 w 2057605"/>
                <a:gd name="connsiteY5783" fmla="*/ 2141750 h 3215359"/>
                <a:gd name="connsiteX5784" fmla="*/ 821460 w 2057605"/>
                <a:gd name="connsiteY5784" fmla="*/ 2144195 h 3215359"/>
                <a:gd name="connsiteX5785" fmla="*/ 816282 w 2057605"/>
                <a:gd name="connsiteY5785" fmla="*/ 2144195 h 3215359"/>
                <a:gd name="connsiteX5786" fmla="*/ 816282 w 2057605"/>
                <a:gd name="connsiteY5786" fmla="*/ 2146784 h 3215359"/>
                <a:gd name="connsiteX5787" fmla="*/ 819015 w 2057605"/>
                <a:gd name="connsiteY5787" fmla="*/ 2149230 h 3215359"/>
                <a:gd name="connsiteX5788" fmla="*/ 813837 w 2057605"/>
                <a:gd name="connsiteY5788" fmla="*/ 2149230 h 3215359"/>
                <a:gd name="connsiteX5789" fmla="*/ 813837 w 2057605"/>
                <a:gd name="connsiteY5789" fmla="*/ 2146784 h 3215359"/>
                <a:gd name="connsiteX5790" fmla="*/ 811391 w 2057605"/>
                <a:gd name="connsiteY5790" fmla="*/ 2144195 h 3215359"/>
                <a:gd name="connsiteX5791" fmla="*/ 801179 w 2057605"/>
                <a:gd name="connsiteY5791" fmla="*/ 2144195 h 3215359"/>
                <a:gd name="connsiteX5792" fmla="*/ 798733 w 2057605"/>
                <a:gd name="connsiteY5792" fmla="*/ 2141750 h 3215359"/>
                <a:gd name="connsiteX5793" fmla="*/ 793412 w 2057605"/>
                <a:gd name="connsiteY5793" fmla="*/ 2141750 h 3215359"/>
                <a:gd name="connsiteX5794" fmla="*/ 793412 w 2057605"/>
                <a:gd name="connsiteY5794" fmla="*/ 2136572 h 3215359"/>
                <a:gd name="connsiteX5795" fmla="*/ 790966 w 2057605"/>
                <a:gd name="connsiteY5795" fmla="*/ 2136572 h 3215359"/>
                <a:gd name="connsiteX5796" fmla="*/ 788521 w 2057605"/>
                <a:gd name="connsiteY5796" fmla="*/ 2139305 h 3215359"/>
                <a:gd name="connsiteX5797" fmla="*/ 785788 w 2057605"/>
                <a:gd name="connsiteY5797" fmla="*/ 2139305 h 3215359"/>
                <a:gd name="connsiteX5798" fmla="*/ 783343 w 2057605"/>
                <a:gd name="connsiteY5798" fmla="*/ 2136572 h 3215359"/>
                <a:gd name="connsiteX5799" fmla="*/ 780754 w 2057605"/>
                <a:gd name="connsiteY5799" fmla="*/ 2131538 h 3215359"/>
                <a:gd name="connsiteX5800" fmla="*/ 778308 w 2057605"/>
                <a:gd name="connsiteY5800" fmla="*/ 2131538 h 3215359"/>
                <a:gd name="connsiteX5801" fmla="*/ 778308 w 2057605"/>
                <a:gd name="connsiteY5801" fmla="*/ 2123770 h 3215359"/>
                <a:gd name="connsiteX5802" fmla="*/ 775863 w 2057605"/>
                <a:gd name="connsiteY5802" fmla="*/ 2123770 h 3215359"/>
                <a:gd name="connsiteX5803" fmla="*/ 775863 w 2057605"/>
                <a:gd name="connsiteY5803" fmla="*/ 2126359 h 3215359"/>
                <a:gd name="connsiteX5804" fmla="*/ 777733 w 2057605"/>
                <a:gd name="connsiteY5804" fmla="*/ 2129955 h 3215359"/>
                <a:gd name="connsiteX5805" fmla="*/ 775288 w 2057605"/>
                <a:gd name="connsiteY5805" fmla="*/ 2129955 h 3215359"/>
                <a:gd name="connsiteX5806" fmla="*/ 775288 w 2057605"/>
                <a:gd name="connsiteY5806" fmla="*/ 2132401 h 3215359"/>
                <a:gd name="connsiteX5807" fmla="*/ 772555 w 2057605"/>
                <a:gd name="connsiteY5807" fmla="*/ 2129955 h 3215359"/>
                <a:gd name="connsiteX5808" fmla="*/ 772555 w 2057605"/>
                <a:gd name="connsiteY5808" fmla="*/ 2122188 h 3215359"/>
                <a:gd name="connsiteX5809" fmla="*/ 769966 w 2057605"/>
                <a:gd name="connsiteY5809" fmla="*/ 2124633 h 3215359"/>
                <a:gd name="connsiteX5810" fmla="*/ 767521 w 2057605"/>
                <a:gd name="connsiteY5810" fmla="*/ 2124633 h 3215359"/>
                <a:gd name="connsiteX5811" fmla="*/ 767521 w 2057605"/>
                <a:gd name="connsiteY5811" fmla="*/ 2129955 h 3215359"/>
                <a:gd name="connsiteX5812" fmla="*/ 765075 w 2057605"/>
                <a:gd name="connsiteY5812" fmla="*/ 2132401 h 3215359"/>
                <a:gd name="connsiteX5813" fmla="*/ 762342 w 2057605"/>
                <a:gd name="connsiteY5813" fmla="*/ 2134846 h 3215359"/>
                <a:gd name="connsiteX5814" fmla="*/ 757308 w 2057605"/>
                <a:gd name="connsiteY5814" fmla="*/ 2134846 h 3215359"/>
                <a:gd name="connsiteX5815" fmla="*/ 749541 w 2057605"/>
                <a:gd name="connsiteY5815" fmla="*/ 2132401 h 3215359"/>
                <a:gd name="connsiteX5816" fmla="*/ 744650 w 2057605"/>
                <a:gd name="connsiteY5816" fmla="*/ 2132401 h 3215359"/>
                <a:gd name="connsiteX5817" fmla="*/ 741917 w 2057605"/>
                <a:gd name="connsiteY5817" fmla="*/ 2129955 h 3215359"/>
                <a:gd name="connsiteX5818" fmla="*/ 736883 w 2057605"/>
                <a:gd name="connsiteY5818" fmla="*/ 2127222 h 3215359"/>
                <a:gd name="connsiteX5819" fmla="*/ 734438 w 2057605"/>
                <a:gd name="connsiteY5819" fmla="*/ 2122188 h 3215359"/>
                <a:gd name="connsiteX5820" fmla="*/ 731705 w 2057605"/>
                <a:gd name="connsiteY5820" fmla="*/ 2119743 h 3215359"/>
                <a:gd name="connsiteX5821" fmla="*/ 736883 w 2057605"/>
                <a:gd name="connsiteY5821" fmla="*/ 2119743 h 3215359"/>
                <a:gd name="connsiteX5822" fmla="*/ 736883 w 2057605"/>
                <a:gd name="connsiteY5822" fmla="*/ 2117010 h 3215359"/>
                <a:gd name="connsiteX5823" fmla="*/ 739328 w 2057605"/>
                <a:gd name="connsiteY5823" fmla="*/ 2117010 h 3215359"/>
                <a:gd name="connsiteX5824" fmla="*/ 744650 w 2057605"/>
                <a:gd name="connsiteY5824" fmla="*/ 2111976 h 3215359"/>
                <a:gd name="connsiteX5825" fmla="*/ 749541 w 2057605"/>
                <a:gd name="connsiteY5825" fmla="*/ 2111976 h 3215359"/>
                <a:gd name="connsiteX5826" fmla="*/ 749541 w 2057605"/>
                <a:gd name="connsiteY5826" fmla="*/ 2105934 h 3215359"/>
                <a:gd name="connsiteX5827" fmla="*/ 747096 w 2057605"/>
                <a:gd name="connsiteY5827" fmla="*/ 2103345 h 3215359"/>
                <a:gd name="connsiteX5828" fmla="*/ 744794 w 2057605"/>
                <a:gd name="connsiteY5828" fmla="*/ 2103345 h 3215359"/>
                <a:gd name="connsiteX5829" fmla="*/ 744794 w 2057605"/>
                <a:gd name="connsiteY5829" fmla="*/ 2098455 h 3215359"/>
                <a:gd name="connsiteX5830" fmla="*/ 742061 w 2057605"/>
                <a:gd name="connsiteY5830" fmla="*/ 2100900 h 3215359"/>
                <a:gd name="connsiteX5831" fmla="*/ 734582 w 2057605"/>
                <a:gd name="connsiteY5831" fmla="*/ 2100900 h 3215359"/>
                <a:gd name="connsiteX5832" fmla="*/ 739472 w 2057605"/>
                <a:gd name="connsiteY5832" fmla="*/ 2103345 h 3215359"/>
                <a:gd name="connsiteX5833" fmla="*/ 744794 w 2057605"/>
                <a:gd name="connsiteY5833" fmla="*/ 2103345 h 3215359"/>
                <a:gd name="connsiteX5834" fmla="*/ 744794 w 2057605"/>
                <a:gd name="connsiteY5834" fmla="*/ 2105934 h 3215359"/>
                <a:gd name="connsiteX5835" fmla="*/ 742061 w 2057605"/>
                <a:gd name="connsiteY5835" fmla="*/ 2105934 h 3215359"/>
                <a:gd name="connsiteX5836" fmla="*/ 742061 w 2057605"/>
                <a:gd name="connsiteY5836" fmla="*/ 2108667 h 3215359"/>
                <a:gd name="connsiteX5837" fmla="*/ 739472 w 2057605"/>
                <a:gd name="connsiteY5837" fmla="*/ 2105934 h 3215359"/>
                <a:gd name="connsiteX5838" fmla="*/ 734582 w 2057605"/>
                <a:gd name="connsiteY5838" fmla="*/ 2103345 h 3215359"/>
                <a:gd name="connsiteX5839" fmla="*/ 729260 w 2057605"/>
                <a:gd name="connsiteY5839" fmla="*/ 2100900 h 3215359"/>
                <a:gd name="connsiteX5840" fmla="*/ 726814 w 2057605"/>
                <a:gd name="connsiteY5840" fmla="*/ 2100900 h 3215359"/>
                <a:gd name="connsiteX5841" fmla="*/ 724369 w 2057605"/>
                <a:gd name="connsiteY5841" fmla="*/ 2093133 h 3215359"/>
                <a:gd name="connsiteX5842" fmla="*/ 721636 w 2057605"/>
                <a:gd name="connsiteY5842" fmla="*/ 2093133 h 3215359"/>
                <a:gd name="connsiteX5843" fmla="*/ 714157 w 2057605"/>
                <a:gd name="connsiteY5843" fmla="*/ 2088242 h 3215359"/>
                <a:gd name="connsiteX5844" fmla="*/ 708835 w 2057605"/>
                <a:gd name="connsiteY5844" fmla="*/ 2088242 h 3215359"/>
                <a:gd name="connsiteX5845" fmla="*/ 703944 w 2057605"/>
                <a:gd name="connsiteY5845" fmla="*/ 2093133 h 3215359"/>
                <a:gd name="connsiteX5846" fmla="*/ 703944 w 2057605"/>
                <a:gd name="connsiteY5846" fmla="*/ 2090688 h 3215359"/>
                <a:gd name="connsiteX5847" fmla="*/ 698910 w 2057605"/>
                <a:gd name="connsiteY5847" fmla="*/ 2090688 h 3215359"/>
                <a:gd name="connsiteX5848" fmla="*/ 696321 w 2057605"/>
                <a:gd name="connsiteY5848" fmla="*/ 2088242 h 3215359"/>
                <a:gd name="connsiteX5849" fmla="*/ 696321 w 2057605"/>
                <a:gd name="connsiteY5849" fmla="*/ 2093133 h 3215359"/>
                <a:gd name="connsiteX5850" fmla="*/ 693876 w 2057605"/>
                <a:gd name="connsiteY5850" fmla="*/ 2090688 h 3215359"/>
                <a:gd name="connsiteX5851" fmla="*/ 693876 w 2057605"/>
                <a:gd name="connsiteY5851" fmla="*/ 2088242 h 3215359"/>
                <a:gd name="connsiteX5852" fmla="*/ 688697 w 2057605"/>
                <a:gd name="connsiteY5852" fmla="*/ 2088242 h 3215359"/>
                <a:gd name="connsiteX5853" fmla="*/ 688697 w 2057605"/>
                <a:gd name="connsiteY5853" fmla="*/ 2085509 h 3215359"/>
                <a:gd name="connsiteX5854" fmla="*/ 686108 w 2057605"/>
                <a:gd name="connsiteY5854" fmla="*/ 2085509 h 3215359"/>
                <a:gd name="connsiteX5855" fmla="*/ 683663 w 2057605"/>
                <a:gd name="connsiteY5855" fmla="*/ 2082920 h 3215359"/>
                <a:gd name="connsiteX5856" fmla="*/ 686108 w 2057605"/>
                <a:gd name="connsiteY5856" fmla="*/ 2080475 h 3215359"/>
                <a:gd name="connsiteX5857" fmla="*/ 686108 w 2057605"/>
                <a:gd name="connsiteY5857" fmla="*/ 2078030 h 3215359"/>
                <a:gd name="connsiteX5858" fmla="*/ 691430 w 2057605"/>
                <a:gd name="connsiteY5858" fmla="*/ 2075297 h 3215359"/>
                <a:gd name="connsiteX5859" fmla="*/ 691430 w 2057605"/>
                <a:gd name="connsiteY5859" fmla="*/ 2072708 h 3215359"/>
                <a:gd name="connsiteX5860" fmla="*/ 693876 w 2057605"/>
                <a:gd name="connsiteY5860" fmla="*/ 2072708 h 3215359"/>
                <a:gd name="connsiteX5861" fmla="*/ 691430 w 2057605"/>
                <a:gd name="connsiteY5861" fmla="*/ 2070263 h 3215359"/>
                <a:gd name="connsiteX5862" fmla="*/ 691430 w 2057605"/>
                <a:gd name="connsiteY5862" fmla="*/ 2057605 h 3215359"/>
                <a:gd name="connsiteX5863" fmla="*/ 688697 w 2057605"/>
                <a:gd name="connsiteY5863" fmla="*/ 2054872 h 3215359"/>
                <a:gd name="connsiteX5864" fmla="*/ 686108 w 2057605"/>
                <a:gd name="connsiteY5864" fmla="*/ 2047392 h 3215359"/>
                <a:gd name="connsiteX5865" fmla="*/ 683663 w 2057605"/>
                <a:gd name="connsiteY5865" fmla="*/ 2047392 h 3215359"/>
                <a:gd name="connsiteX5866" fmla="*/ 683663 w 2057605"/>
                <a:gd name="connsiteY5866" fmla="*/ 2044947 h 3215359"/>
                <a:gd name="connsiteX5867" fmla="*/ 678485 w 2057605"/>
                <a:gd name="connsiteY5867" fmla="*/ 2047392 h 3215359"/>
                <a:gd name="connsiteX5868" fmla="*/ 678485 w 2057605"/>
                <a:gd name="connsiteY5868" fmla="*/ 2049837 h 3215359"/>
                <a:gd name="connsiteX5869" fmla="*/ 675896 w 2057605"/>
                <a:gd name="connsiteY5869" fmla="*/ 2047392 h 3215359"/>
                <a:gd name="connsiteX5870" fmla="*/ 675896 w 2057605"/>
                <a:gd name="connsiteY5870" fmla="*/ 2049837 h 3215359"/>
                <a:gd name="connsiteX5871" fmla="*/ 673451 w 2057605"/>
                <a:gd name="connsiteY5871" fmla="*/ 2057605 h 3215359"/>
                <a:gd name="connsiteX5872" fmla="*/ 671005 w 2057605"/>
                <a:gd name="connsiteY5872" fmla="*/ 2057605 h 3215359"/>
                <a:gd name="connsiteX5873" fmla="*/ 663238 w 2057605"/>
                <a:gd name="connsiteY5873" fmla="*/ 2060050 h 3215359"/>
                <a:gd name="connsiteX5874" fmla="*/ 663238 w 2057605"/>
                <a:gd name="connsiteY5874" fmla="*/ 2075297 h 3215359"/>
                <a:gd name="connsiteX5875" fmla="*/ 660793 w 2057605"/>
                <a:gd name="connsiteY5875" fmla="*/ 2078030 h 3215359"/>
                <a:gd name="connsiteX5876" fmla="*/ 660793 w 2057605"/>
                <a:gd name="connsiteY5876" fmla="*/ 2080475 h 3215359"/>
                <a:gd name="connsiteX5877" fmla="*/ 655327 w 2057605"/>
                <a:gd name="connsiteY5877" fmla="*/ 2080475 h 3215359"/>
                <a:gd name="connsiteX5878" fmla="*/ 655327 w 2057605"/>
                <a:gd name="connsiteY5878" fmla="*/ 2085509 h 3215359"/>
                <a:gd name="connsiteX5879" fmla="*/ 652882 w 2057605"/>
                <a:gd name="connsiteY5879" fmla="*/ 2082920 h 3215359"/>
                <a:gd name="connsiteX5880" fmla="*/ 650436 w 2057605"/>
                <a:gd name="connsiteY5880" fmla="*/ 2088242 h 3215359"/>
                <a:gd name="connsiteX5881" fmla="*/ 647703 w 2057605"/>
                <a:gd name="connsiteY5881" fmla="*/ 2090688 h 3215359"/>
                <a:gd name="connsiteX5882" fmla="*/ 647703 w 2057605"/>
                <a:gd name="connsiteY5882" fmla="*/ 2093133 h 3215359"/>
                <a:gd name="connsiteX5883" fmla="*/ 645114 w 2057605"/>
                <a:gd name="connsiteY5883" fmla="*/ 2093133 h 3215359"/>
                <a:gd name="connsiteX5884" fmla="*/ 645114 w 2057605"/>
                <a:gd name="connsiteY5884" fmla="*/ 2095722 h 3215359"/>
                <a:gd name="connsiteX5885" fmla="*/ 642669 w 2057605"/>
                <a:gd name="connsiteY5885" fmla="*/ 2095722 h 3215359"/>
                <a:gd name="connsiteX5886" fmla="*/ 642669 w 2057605"/>
                <a:gd name="connsiteY5886" fmla="*/ 2098455 h 3215359"/>
                <a:gd name="connsiteX5887" fmla="*/ 640224 w 2057605"/>
                <a:gd name="connsiteY5887" fmla="*/ 2100900 h 3215359"/>
                <a:gd name="connsiteX5888" fmla="*/ 637491 w 2057605"/>
                <a:gd name="connsiteY5888" fmla="*/ 2103345 h 3215359"/>
                <a:gd name="connsiteX5889" fmla="*/ 634902 w 2057605"/>
                <a:gd name="connsiteY5889" fmla="*/ 2103345 h 3215359"/>
                <a:gd name="connsiteX5890" fmla="*/ 604408 w 2057605"/>
                <a:gd name="connsiteY5890" fmla="*/ 2105934 h 3215359"/>
                <a:gd name="connsiteX5891" fmla="*/ 599374 w 2057605"/>
                <a:gd name="connsiteY5891" fmla="*/ 2105934 h 3215359"/>
                <a:gd name="connsiteX5892" fmla="*/ 591607 w 2057605"/>
                <a:gd name="connsiteY5892" fmla="*/ 2103345 h 3215359"/>
                <a:gd name="connsiteX5893" fmla="*/ 583983 w 2057605"/>
                <a:gd name="connsiteY5893" fmla="*/ 2103345 h 3215359"/>
                <a:gd name="connsiteX5894" fmla="*/ 583983 w 2057605"/>
                <a:gd name="connsiteY5894" fmla="*/ 2108667 h 3215359"/>
                <a:gd name="connsiteX5895" fmla="*/ 576503 w 2057605"/>
                <a:gd name="connsiteY5895" fmla="*/ 2116147 h 3215359"/>
                <a:gd name="connsiteX5896" fmla="*/ 573771 w 2057605"/>
                <a:gd name="connsiteY5896" fmla="*/ 2116147 h 3215359"/>
                <a:gd name="connsiteX5897" fmla="*/ 566291 w 2057605"/>
                <a:gd name="connsiteY5897" fmla="*/ 2121325 h 3215359"/>
                <a:gd name="connsiteX5898" fmla="*/ 563558 w 2057605"/>
                <a:gd name="connsiteY5898" fmla="*/ 2123770 h 3215359"/>
                <a:gd name="connsiteX5899" fmla="*/ 560969 w 2057605"/>
                <a:gd name="connsiteY5899" fmla="*/ 2123770 h 3215359"/>
                <a:gd name="connsiteX5900" fmla="*/ 553489 w 2057605"/>
                <a:gd name="connsiteY5900" fmla="*/ 2126359 h 3215359"/>
                <a:gd name="connsiteX5901" fmla="*/ 540544 w 2057605"/>
                <a:gd name="connsiteY5901" fmla="*/ 2126359 h 3215359"/>
                <a:gd name="connsiteX5902" fmla="*/ 538099 w 2057605"/>
                <a:gd name="connsiteY5902" fmla="*/ 2129092 h 3215359"/>
                <a:gd name="connsiteX5903" fmla="*/ 530475 w 2057605"/>
                <a:gd name="connsiteY5903" fmla="*/ 2131538 h 3215359"/>
                <a:gd name="connsiteX5904" fmla="*/ 510050 w 2057605"/>
                <a:gd name="connsiteY5904" fmla="*/ 2131538 h 3215359"/>
                <a:gd name="connsiteX5905" fmla="*/ 505016 w 2057605"/>
                <a:gd name="connsiteY5905" fmla="*/ 2129092 h 3215359"/>
                <a:gd name="connsiteX5906" fmla="*/ 502571 w 2057605"/>
                <a:gd name="connsiteY5906" fmla="*/ 2131538 h 3215359"/>
                <a:gd name="connsiteX5907" fmla="*/ 499262 w 2057605"/>
                <a:gd name="connsiteY5907" fmla="*/ 2131538 h 3215359"/>
                <a:gd name="connsiteX5908" fmla="*/ 496673 w 2057605"/>
                <a:gd name="connsiteY5908" fmla="*/ 2133983 h 3215359"/>
                <a:gd name="connsiteX5909" fmla="*/ 494228 w 2057605"/>
                <a:gd name="connsiteY5909" fmla="*/ 2133983 h 3215359"/>
                <a:gd name="connsiteX5910" fmla="*/ 494228 w 2057605"/>
                <a:gd name="connsiteY5910" fmla="*/ 2131538 h 3215359"/>
                <a:gd name="connsiteX5911" fmla="*/ 489050 w 2057605"/>
                <a:gd name="connsiteY5911" fmla="*/ 2129092 h 3215359"/>
                <a:gd name="connsiteX5912" fmla="*/ 491783 w 2057605"/>
                <a:gd name="connsiteY5912" fmla="*/ 2126359 h 3215359"/>
                <a:gd name="connsiteX5913" fmla="*/ 491783 w 2057605"/>
                <a:gd name="connsiteY5913" fmla="*/ 2123770 h 3215359"/>
                <a:gd name="connsiteX5914" fmla="*/ 489050 w 2057605"/>
                <a:gd name="connsiteY5914" fmla="*/ 2126359 h 3215359"/>
                <a:gd name="connsiteX5915" fmla="*/ 484016 w 2057605"/>
                <a:gd name="connsiteY5915" fmla="*/ 2126359 h 3215359"/>
                <a:gd name="connsiteX5916" fmla="*/ 484016 w 2057605"/>
                <a:gd name="connsiteY5916" fmla="*/ 2129092 h 3215359"/>
                <a:gd name="connsiteX5917" fmla="*/ 481570 w 2057605"/>
                <a:gd name="connsiteY5917" fmla="*/ 2129092 h 3215359"/>
                <a:gd name="connsiteX5918" fmla="*/ 481570 w 2057605"/>
                <a:gd name="connsiteY5918" fmla="*/ 2131538 h 3215359"/>
                <a:gd name="connsiteX5919" fmla="*/ 466036 w 2057605"/>
                <a:gd name="connsiteY5919" fmla="*/ 2133983 h 3215359"/>
                <a:gd name="connsiteX5920" fmla="*/ 463591 w 2057605"/>
                <a:gd name="connsiteY5920" fmla="*/ 2131538 h 3215359"/>
                <a:gd name="connsiteX5921" fmla="*/ 466036 w 2057605"/>
                <a:gd name="connsiteY5921" fmla="*/ 2131538 h 3215359"/>
                <a:gd name="connsiteX5922" fmla="*/ 466036 w 2057605"/>
                <a:gd name="connsiteY5922" fmla="*/ 2129092 h 3215359"/>
                <a:gd name="connsiteX5923" fmla="*/ 473803 w 2057605"/>
                <a:gd name="connsiteY5923" fmla="*/ 2129092 h 3215359"/>
                <a:gd name="connsiteX5924" fmla="*/ 473803 w 2057605"/>
                <a:gd name="connsiteY5924" fmla="*/ 2126359 h 3215359"/>
                <a:gd name="connsiteX5925" fmla="*/ 465892 w 2057605"/>
                <a:gd name="connsiteY5925" fmla="*/ 2126359 h 3215359"/>
                <a:gd name="connsiteX5926" fmla="*/ 463447 w 2057605"/>
                <a:gd name="connsiteY5926" fmla="*/ 2129092 h 3215359"/>
                <a:gd name="connsiteX5927" fmla="*/ 461001 w 2057605"/>
                <a:gd name="connsiteY5927" fmla="*/ 2129092 h 3215359"/>
                <a:gd name="connsiteX5928" fmla="*/ 455679 w 2057605"/>
                <a:gd name="connsiteY5928" fmla="*/ 2126359 h 3215359"/>
                <a:gd name="connsiteX5929" fmla="*/ 450789 w 2057605"/>
                <a:gd name="connsiteY5929" fmla="*/ 2126359 h 3215359"/>
                <a:gd name="connsiteX5930" fmla="*/ 448344 w 2057605"/>
                <a:gd name="connsiteY5930" fmla="*/ 2129092 h 3215359"/>
                <a:gd name="connsiteX5931" fmla="*/ 450789 w 2057605"/>
                <a:gd name="connsiteY5931" fmla="*/ 2129092 h 3215359"/>
                <a:gd name="connsiteX5932" fmla="*/ 453234 w 2057605"/>
                <a:gd name="connsiteY5932" fmla="*/ 2131538 h 3215359"/>
                <a:gd name="connsiteX5933" fmla="*/ 455679 w 2057605"/>
                <a:gd name="connsiteY5933" fmla="*/ 2131538 h 3215359"/>
                <a:gd name="connsiteX5934" fmla="*/ 455679 w 2057605"/>
                <a:gd name="connsiteY5934" fmla="*/ 2136572 h 3215359"/>
                <a:gd name="connsiteX5935" fmla="*/ 448344 w 2057605"/>
                <a:gd name="connsiteY5935" fmla="*/ 2131538 h 3215359"/>
                <a:gd name="connsiteX5936" fmla="*/ 443022 w 2057605"/>
                <a:gd name="connsiteY5936" fmla="*/ 2131538 h 3215359"/>
                <a:gd name="connsiteX5937" fmla="*/ 435398 w 2057605"/>
                <a:gd name="connsiteY5937" fmla="*/ 2129092 h 3215359"/>
                <a:gd name="connsiteX5938" fmla="*/ 417706 w 2057605"/>
                <a:gd name="connsiteY5938" fmla="*/ 2129092 h 3215359"/>
                <a:gd name="connsiteX5939" fmla="*/ 417706 w 2057605"/>
                <a:gd name="connsiteY5939" fmla="*/ 2126359 h 3215359"/>
                <a:gd name="connsiteX5940" fmla="*/ 412384 w 2057605"/>
                <a:gd name="connsiteY5940" fmla="*/ 2126359 h 3215359"/>
                <a:gd name="connsiteX5941" fmla="*/ 412384 w 2057605"/>
                <a:gd name="connsiteY5941" fmla="*/ 2129092 h 3215359"/>
                <a:gd name="connsiteX5942" fmla="*/ 409939 w 2057605"/>
                <a:gd name="connsiteY5942" fmla="*/ 2129092 h 3215359"/>
                <a:gd name="connsiteX5943" fmla="*/ 409939 w 2057605"/>
                <a:gd name="connsiteY5943" fmla="*/ 2126359 h 3215359"/>
                <a:gd name="connsiteX5944" fmla="*/ 407494 w 2057605"/>
                <a:gd name="connsiteY5944" fmla="*/ 2126359 h 3215359"/>
                <a:gd name="connsiteX5945" fmla="*/ 404904 w 2057605"/>
                <a:gd name="connsiteY5945" fmla="*/ 2129092 h 3215359"/>
                <a:gd name="connsiteX5946" fmla="*/ 397281 w 2057605"/>
                <a:gd name="connsiteY5946" fmla="*/ 2129092 h 3215359"/>
                <a:gd name="connsiteX5947" fmla="*/ 394692 w 2057605"/>
                <a:gd name="connsiteY5947" fmla="*/ 2126359 h 3215359"/>
                <a:gd name="connsiteX5948" fmla="*/ 391959 w 2057605"/>
                <a:gd name="connsiteY5948" fmla="*/ 2126359 h 3215359"/>
                <a:gd name="connsiteX5949" fmla="*/ 391959 w 2057605"/>
                <a:gd name="connsiteY5949" fmla="*/ 2129092 h 3215359"/>
                <a:gd name="connsiteX5950" fmla="*/ 384479 w 2057605"/>
                <a:gd name="connsiteY5950" fmla="*/ 2129092 h 3215359"/>
                <a:gd name="connsiteX5951" fmla="*/ 381747 w 2057605"/>
                <a:gd name="connsiteY5951" fmla="*/ 2126359 h 3215359"/>
                <a:gd name="connsiteX5952" fmla="*/ 361465 w 2057605"/>
                <a:gd name="connsiteY5952" fmla="*/ 2126359 h 3215359"/>
                <a:gd name="connsiteX5953" fmla="*/ 361465 w 2057605"/>
                <a:gd name="connsiteY5953" fmla="*/ 2124777 h 3215359"/>
                <a:gd name="connsiteX5954" fmla="*/ 358876 w 2057605"/>
                <a:gd name="connsiteY5954" fmla="*/ 2124777 h 3215359"/>
                <a:gd name="connsiteX5955" fmla="*/ 361465 w 2057605"/>
                <a:gd name="connsiteY5955" fmla="*/ 2122332 h 3215359"/>
                <a:gd name="connsiteX5956" fmla="*/ 366644 w 2057605"/>
                <a:gd name="connsiteY5956" fmla="*/ 2122332 h 3215359"/>
                <a:gd name="connsiteX5957" fmla="*/ 371534 w 2057605"/>
                <a:gd name="connsiteY5957" fmla="*/ 2124777 h 3215359"/>
                <a:gd name="connsiteX5958" fmla="*/ 371534 w 2057605"/>
                <a:gd name="connsiteY5958" fmla="*/ 2119887 h 3215359"/>
                <a:gd name="connsiteX5959" fmla="*/ 369089 w 2057605"/>
                <a:gd name="connsiteY5959" fmla="*/ 2119887 h 3215359"/>
                <a:gd name="connsiteX5960" fmla="*/ 369089 w 2057605"/>
                <a:gd name="connsiteY5960" fmla="*/ 2117154 h 3215359"/>
                <a:gd name="connsiteX5961" fmla="*/ 366644 w 2057605"/>
                <a:gd name="connsiteY5961" fmla="*/ 2117154 h 3215359"/>
                <a:gd name="connsiteX5962" fmla="*/ 366644 w 2057605"/>
                <a:gd name="connsiteY5962" fmla="*/ 2114565 h 3215359"/>
                <a:gd name="connsiteX5963" fmla="*/ 364198 w 2057605"/>
                <a:gd name="connsiteY5963" fmla="*/ 2114565 h 3215359"/>
                <a:gd name="connsiteX5964" fmla="*/ 364198 w 2057605"/>
                <a:gd name="connsiteY5964" fmla="*/ 2112119 h 3215359"/>
                <a:gd name="connsiteX5965" fmla="*/ 361465 w 2057605"/>
                <a:gd name="connsiteY5965" fmla="*/ 2109674 h 3215359"/>
                <a:gd name="connsiteX5966" fmla="*/ 361465 w 2057605"/>
                <a:gd name="connsiteY5966" fmla="*/ 2104352 h 3215359"/>
                <a:gd name="connsiteX5967" fmla="*/ 358876 w 2057605"/>
                <a:gd name="connsiteY5967" fmla="*/ 2104352 h 3215359"/>
                <a:gd name="connsiteX5968" fmla="*/ 358876 w 2057605"/>
                <a:gd name="connsiteY5968" fmla="*/ 2094140 h 3215359"/>
                <a:gd name="connsiteX5969" fmla="*/ 356431 w 2057605"/>
                <a:gd name="connsiteY5969" fmla="*/ 2094140 h 3215359"/>
                <a:gd name="connsiteX5970" fmla="*/ 356431 w 2057605"/>
                <a:gd name="connsiteY5970" fmla="*/ 2091694 h 3215359"/>
                <a:gd name="connsiteX5971" fmla="*/ 353986 w 2057605"/>
                <a:gd name="connsiteY5971" fmla="*/ 2089249 h 3215359"/>
                <a:gd name="connsiteX5972" fmla="*/ 353986 w 2057605"/>
                <a:gd name="connsiteY5972" fmla="*/ 2081482 h 3215359"/>
                <a:gd name="connsiteX5973" fmla="*/ 351253 w 2057605"/>
                <a:gd name="connsiteY5973" fmla="*/ 2081482 h 3215359"/>
                <a:gd name="connsiteX5974" fmla="*/ 351253 w 2057605"/>
                <a:gd name="connsiteY5974" fmla="*/ 2076304 h 3215359"/>
                <a:gd name="connsiteX5975" fmla="*/ 353986 w 2057605"/>
                <a:gd name="connsiteY5975" fmla="*/ 2076304 h 3215359"/>
                <a:gd name="connsiteX5976" fmla="*/ 353986 w 2057605"/>
                <a:gd name="connsiteY5976" fmla="*/ 2068824 h 3215359"/>
                <a:gd name="connsiteX5977" fmla="*/ 356431 w 2057605"/>
                <a:gd name="connsiteY5977" fmla="*/ 2068824 h 3215359"/>
                <a:gd name="connsiteX5978" fmla="*/ 356431 w 2057605"/>
                <a:gd name="connsiteY5978" fmla="*/ 2065516 h 3215359"/>
                <a:gd name="connsiteX5979" fmla="*/ 358876 w 2057605"/>
                <a:gd name="connsiteY5979" fmla="*/ 2063071 h 3215359"/>
                <a:gd name="connsiteX5980" fmla="*/ 358876 w 2057605"/>
                <a:gd name="connsiteY5980" fmla="*/ 2058036 h 3215359"/>
                <a:gd name="connsiteX5981" fmla="*/ 361465 w 2057605"/>
                <a:gd name="connsiteY5981" fmla="*/ 2055303 h 3215359"/>
                <a:gd name="connsiteX5982" fmla="*/ 361465 w 2057605"/>
                <a:gd name="connsiteY5982" fmla="*/ 2052858 h 3215359"/>
                <a:gd name="connsiteX5983" fmla="*/ 364198 w 2057605"/>
                <a:gd name="connsiteY5983" fmla="*/ 2052858 h 3215359"/>
                <a:gd name="connsiteX5984" fmla="*/ 361465 w 2057605"/>
                <a:gd name="connsiteY5984" fmla="*/ 2050269 h 3215359"/>
                <a:gd name="connsiteX5985" fmla="*/ 358876 w 2057605"/>
                <a:gd name="connsiteY5985" fmla="*/ 2047824 h 3215359"/>
                <a:gd name="connsiteX5986" fmla="*/ 361465 w 2057605"/>
                <a:gd name="connsiteY5986" fmla="*/ 2047824 h 3215359"/>
                <a:gd name="connsiteX5987" fmla="*/ 361465 w 2057605"/>
                <a:gd name="connsiteY5987" fmla="*/ 2045378 h 3215359"/>
                <a:gd name="connsiteX5988" fmla="*/ 358876 w 2057605"/>
                <a:gd name="connsiteY5988" fmla="*/ 2045378 h 3215359"/>
                <a:gd name="connsiteX5989" fmla="*/ 361465 w 2057605"/>
                <a:gd name="connsiteY5989" fmla="*/ 2042645 h 3215359"/>
                <a:gd name="connsiteX5990" fmla="*/ 358876 w 2057605"/>
                <a:gd name="connsiteY5990" fmla="*/ 2040056 h 3215359"/>
                <a:gd name="connsiteX5991" fmla="*/ 364198 w 2057605"/>
                <a:gd name="connsiteY5991" fmla="*/ 2040056 h 3215359"/>
                <a:gd name="connsiteX5992" fmla="*/ 364198 w 2057605"/>
                <a:gd name="connsiteY5992" fmla="*/ 2036892 h 3215359"/>
                <a:gd name="connsiteX5993" fmla="*/ 358876 w 2057605"/>
                <a:gd name="connsiteY5993" fmla="*/ 2036892 h 3215359"/>
                <a:gd name="connsiteX5994" fmla="*/ 358876 w 2057605"/>
                <a:gd name="connsiteY5994" fmla="*/ 2034447 h 3215359"/>
                <a:gd name="connsiteX5995" fmla="*/ 364198 w 2057605"/>
                <a:gd name="connsiteY5995" fmla="*/ 2034447 h 3215359"/>
                <a:gd name="connsiteX5996" fmla="*/ 369089 w 2057605"/>
                <a:gd name="connsiteY5996" fmla="*/ 2036892 h 3215359"/>
                <a:gd name="connsiteX5997" fmla="*/ 369089 w 2057605"/>
                <a:gd name="connsiteY5997" fmla="*/ 2034447 h 3215359"/>
                <a:gd name="connsiteX5998" fmla="*/ 366644 w 2057605"/>
                <a:gd name="connsiteY5998" fmla="*/ 2031714 h 3215359"/>
                <a:gd name="connsiteX5999" fmla="*/ 364198 w 2057605"/>
                <a:gd name="connsiteY5999" fmla="*/ 2031714 h 3215359"/>
                <a:gd name="connsiteX6000" fmla="*/ 361465 w 2057605"/>
                <a:gd name="connsiteY6000" fmla="*/ 2029125 h 3215359"/>
                <a:gd name="connsiteX6001" fmla="*/ 358876 w 2057605"/>
                <a:gd name="connsiteY6001" fmla="*/ 2029125 h 3215359"/>
                <a:gd name="connsiteX6002" fmla="*/ 356431 w 2057605"/>
                <a:gd name="connsiteY6002" fmla="*/ 2026680 h 3215359"/>
                <a:gd name="connsiteX6003" fmla="*/ 353986 w 2057605"/>
                <a:gd name="connsiteY6003" fmla="*/ 2026680 h 3215359"/>
                <a:gd name="connsiteX6004" fmla="*/ 353986 w 2057605"/>
                <a:gd name="connsiteY6004" fmla="*/ 2024234 h 3215359"/>
                <a:gd name="connsiteX6005" fmla="*/ 351253 w 2057605"/>
                <a:gd name="connsiteY6005" fmla="*/ 2024234 h 3215359"/>
                <a:gd name="connsiteX6006" fmla="*/ 351253 w 2057605"/>
                <a:gd name="connsiteY6006" fmla="*/ 2021501 h 3215359"/>
                <a:gd name="connsiteX6007" fmla="*/ 343773 w 2057605"/>
                <a:gd name="connsiteY6007" fmla="*/ 2021501 h 3215359"/>
                <a:gd name="connsiteX6008" fmla="*/ 341040 w 2057605"/>
                <a:gd name="connsiteY6008" fmla="*/ 2018912 h 3215359"/>
                <a:gd name="connsiteX6009" fmla="*/ 341040 w 2057605"/>
                <a:gd name="connsiteY6009" fmla="*/ 2016467 h 3215359"/>
                <a:gd name="connsiteX6010" fmla="*/ 338451 w 2057605"/>
                <a:gd name="connsiteY6010" fmla="*/ 2016467 h 3215359"/>
                <a:gd name="connsiteX6011" fmla="*/ 338451 w 2057605"/>
                <a:gd name="connsiteY6011" fmla="*/ 2014022 h 3215359"/>
                <a:gd name="connsiteX6012" fmla="*/ 336006 w 2057605"/>
                <a:gd name="connsiteY6012" fmla="*/ 2014022 h 3215359"/>
                <a:gd name="connsiteX6013" fmla="*/ 330972 w 2057605"/>
                <a:gd name="connsiteY6013" fmla="*/ 2011289 h 3215359"/>
                <a:gd name="connsiteX6014" fmla="*/ 330972 w 2057605"/>
                <a:gd name="connsiteY6014" fmla="*/ 2014022 h 3215359"/>
                <a:gd name="connsiteX6015" fmla="*/ 323348 w 2057605"/>
                <a:gd name="connsiteY6015" fmla="*/ 2014022 h 3215359"/>
                <a:gd name="connsiteX6016" fmla="*/ 315581 w 2057605"/>
                <a:gd name="connsiteY6016" fmla="*/ 2011289 h 3215359"/>
                <a:gd name="connsiteX6017" fmla="*/ 311554 w 2057605"/>
                <a:gd name="connsiteY6017" fmla="*/ 2011289 h 3215359"/>
                <a:gd name="connsiteX6018" fmla="*/ 311554 w 2057605"/>
                <a:gd name="connsiteY6018" fmla="*/ 2008844 h 3215359"/>
                <a:gd name="connsiteX6019" fmla="*/ 306375 w 2057605"/>
                <a:gd name="connsiteY6019" fmla="*/ 2006398 h 3215359"/>
                <a:gd name="connsiteX6020" fmla="*/ 306375 w 2057605"/>
                <a:gd name="connsiteY6020" fmla="*/ 2008844 h 3215359"/>
                <a:gd name="connsiteX6021" fmla="*/ 298608 w 2057605"/>
                <a:gd name="connsiteY6021" fmla="*/ 2011433 h 3215359"/>
                <a:gd name="connsiteX6022" fmla="*/ 296163 w 2057605"/>
                <a:gd name="connsiteY6022" fmla="*/ 2008844 h 3215359"/>
                <a:gd name="connsiteX6023" fmla="*/ 293718 w 2057605"/>
                <a:gd name="connsiteY6023" fmla="*/ 2008844 h 3215359"/>
                <a:gd name="connsiteX6024" fmla="*/ 291272 w 2057605"/>
                <a:gd name="connsiteY6024" fmla="*/ 2006398 h 3215359"/>
                <a:gd name="connsiteX6025" fmla="*/ 283505 w 2057605"/>
                <a:gd name="connsiteY6025" fmla="*/ 2006398 h 3215359"/>
                <a:gd name="connsiteX6026" fmla="*/ 283505 w 2057605"/>
                <a:gd name="connsiteY6026" fmla="*/ 2003953 h 3215359"/>
                <a:gd name="connsiteX6027" fmla="*/ 281060 w 2057605"/>
                <a:gd name="connsiteY6027" fmla="*/ 2003953 h 3215359"/>
                <a:gd name="connsiteX6028" fmla="*/ 281060 w 2057605"/>
                <a:gd name="connsiteY6028" fmla="*/ 2001220 h 3215359"/>
                <a:gd name="connsiteX6029" fmla="*/ 275738 w 2057605"/>
                <a:gd name="connsiteY6029" fmla="*/ 2001220 h 3215359"/>
                <a:gd name="connsiteX6030" fmla="*/ 273292 w 2057605"/>
                <a:gd name="connsiteY6030" fmla="*/ 1998631 h 3215359"/>
                <a:gd name="connsiteX6031" fmla="*/ 265525 w 2057605"/>
                <a:gd name="connsiteY6031" fmla="*/ 1996186 h 3215359"/>
                <a:gd name="connsiteX6032" fmla="*/ 263080 w 2057605"/>
                <a:gd name="connsiteY6032" fmla="*/ 1993741 h 3215359"/>
                <a:gd name="connsiteX6033" fmla="*/ 263080 w 2057605"/>
                <a:gd name="connsiteY6033" fmla="*/ 1991008 h 3215359"/>
                <a:gd name="connsiteX6034" fmla="*/ 258046 w 2057605"/>
                <a:gd name="connsiteY6034" fmla="*/ 1988419 h 3215359"/>
                <a:gd name="connsiteX6035" fmla="*/ 255313 w 2057605"/>
                <a:gd name="connsiteY6035" fmla="*/ 1988419 h 3215359"/>
                <a:gd name="connsiteX6036" fmla="*/ 255313 w 2057605"/>
                <a:gd name="connsiteY6036" fmla="*/ 1985973 h 3215359"/>
                <a:gd name="connsiteX6037" fmla="*/ 250422 w 2057605"/>
                <a:gd name="connsiteY6037" fmla="*/ 1980795 h 3215359"/>
                <a:gd name="connsiteX6038" fmla="*/ 245100 w 2057605"/>
                <a:gd name="connsiteY6038" fmla="*/ 1978206 h 3215359"/>
                <a:gd name="connsiteX6039" fmla="*/ 242655 w 2057605"/>
                <a:gd name="connsiteY6039" fmla="*/ 1975761 h 3215359"/>
                <a:gd name="connsiteX6040" fmla="*/ 240210 w 2057605"/>
                <a:gd name="connsiteY6040" fmla="*/ 1970583 h 3215359"/>
                <a:gd name="connsiteX6041" fmla="*/ 240210 w 2057605"/>
                <a:gd name="connsiteY6041" fmla="*/ 1968137 h 3215359"/>
                <a:gd name="connsiteX6042" fmla="*/ 242655 w 2057605"/>
                <a:gd name="connsiteY6042" fmla="*/ 1965548 h 3215359"/>
                <a:gd name="connsiteX6043" fmla="*/ 245100 w 2057605"/>
                <a:gd name="connsiteY6043" fmla="*/ 1968137 h 3215359"/>
                <a:gd name="connsiteX6044" fmla="*/ 245100 w 2057605"/>
                <a:gd name="connsiteY6044" fmla="*/ 1966411 h 3215359"/>
                <a:gd name="connsiteX6045" fmla="*/ 242655 w 2057605"/>
                <a:gd name="connsiteY6045" fmla="*/ 1963966 h 3215359"/>
                <a:gd name="connsiteX6046" fmla="*/ 242655 w 2057605"/>
                <a:gd name="connsiteY6046" fmla="*/ 1961521 h 3215359"/>
                <a:gd name="connsiteX6047" fmla="*/ 245100 w 2057605"/>
                <a:gd name="connsiteY6047" fmla="*/ 1963966 h 3215359"/>
                <a:gd name="connsiteX6048" fmla="*/ 245100 w 2057605"/>
                <a:gd name="connsiteY6048" fmla="*/ 1958788 h 3215359"/>
                <a:gd name="connsiteX6049" fmla="*/ 242655 w 2057605"/>
                <a:gd name="connsiteY6049" fmla="*/ 1956199 h 3215359"/>
                <a:gd name="connsiteX6050" fmla="*/ 237621 w 2057605"/>
                <a:gd name="connsiteY6050" fmla="*/ 1953754 h 3215359"/>
                <a:gd name="connsiteX6051" fmla="*/ 237621 w 2057605"/>
                <a:gd name="connsiteY6051" fmla="*/ 1955768 h 3215359"/>
                <a:gd name="connsiteX6052" fmla="*/ 239634 w 2057605"/>
                <a:gd name="connsiteY6052" fmla="*/ 1955768 h 3215359"/>
                <a:gd name="connsiteX6053" fmla="*/ 239634 w 2057605"/>
                <a:gd name="connsiteY6053" fmla="*/ 1958213 h 3215359"/>
                <a:gd name="connsiteX6054" fmla="*/ 237189 w 2057605"/>
                <a:gd name="connsiteY6054" fmla="*/ 1958213 h 3215359"/>
                <a:gd name="connsiteX6055" fmla="*/ 237189 w 2057605"/>
                <a:gd name="connsiteY6055" fmla="*/ 1956199 h 3215359"/>
                <a:gd name="connsiteX6056" fmla="*/ 234888 w 2057605"/>
                <a:gd name="connsiteY6056" fmla="*/ 1956199 h 3215359"/>
                <a:gd name="connsiteX6057" fmla="*/ 234888 w 2057605"/>
                <a:gd name="connsiteY6057" fmla="*/ 1953754 h 3215359"/>
                <a:gd name="connsiteX6058" fmla="*/ 232443 w 2057605"/>
                <a:gd name="connsiteY6058" fmla="*/ 1953754 h 3215359"/>
                <a:gd name="connsiteX6059" fmla="*/ 232443 w 2057605"/>
                <a:gd name="connsiteY6059" fmla="*/ 1948719 h 3215359"/>
                <a:gd name="connsiteX6060" fmla="*/ 234888 w 2057605"/>
                <a:gd name="connsiteY6060" fmla="*/ 1951452 h 3215359"/>
                <a:gd name="connsiteX6061" fmla="*/ 234888 w 2057605"/>
                <a:gd name="connsiteY6061" fmla="*/ 1941240 h 3215359"/>
                <a:gd name="connsiteX6062" fmla="*/ 229997 w 2057605"/>
                <a:gd name="connsiteY6062" fmla="*/ 1938507 h 3215359"/>
                <a:gd name="connsiteX6063" fmla="*/ 229997 w 2057605"/>
                <a:gd name="connsiteY6063" fmla="*/ 1935918 h 3215359"/>
                <a:gd name="connsiteX6064" fmla="*/ 224675 w 2057605"/>
                <a:gd name="connsiteY6064" fmla="*/ 1931027 h 3215359"/>
                <a:gd name="connsiteX6065" fmla="*/ 224675 w 2057605"/>
                <a:gd name="connsiteY6065" fmla="*/ 1928294 h 3215359"/>
                <a:gd name="connsiteX6066" fmla="*/ 222230 w 2057605"/>
                <a:gd name="connsiteY6066" fmla="*/ 1928294 h 3215359"/>
                <a:gd name="connsiteX6067" fmla="*/ 222230 w 2057605"/>
                <a:gd name="connsiteY6067" fmla="*/ 1910602 h 3215359"/>
                <a:gd name="connsiteX6068" fmla="*/ 224675 w 2057605"/>
                <a:gd name="connsiteY6068" fmla="*/ 1910602 h 3215359"/>
                <a:gd name="connsiteX6069" fmla="*/ 234888 w 2057605"/>
                <a:gd name="connsiteY6069" fmla="*/ 1913047 h 3215359"/>
                <a:gd name="connsiteX6070" fmla="*/ 265525 w 2057605"/>
                <a:gd name="connsiteY6070" fmla="*/ 1918082 h 3215359"/>
                <a:gd name="connsiteX6071" fmla="*/ 270847 w 2057605"/>
                <a:gd name="connsiteY6071" fmla="*/ 1920815 h 3215359"/>
                <a:gd name="connsiteX6072" fmla="*/ 296163 w 2057605"/>
                <a:gd name="connsiteY6072" fmla="*/ 1925705 h 3215359"/>
                <a:gd name="connsiteX6073" fmla="*/ 303930 w 2057605"/>
                <a:gd name="connsiteY6073" fmla="*/ 1928294 h 3215359"/>
                <a:gd name="connsiteX6074" fmla="*/ 318314 w 2057605"/>
                <a:gd name="connsiteY6074" fmla="*/ 1931027 h 3215359"/>
                <a:gd name="connsiteX6075" fmla="*/ 323636 w 2057605"/>
                <a:gd name="connsiteY6075" fmla="*/ 1933472 h 3215359"/>
                <a:gd name="connsiteX6076" fmla="*/ 369376 w 2057605"/>
                <a:gd name="connsiteY6076" fmla="*/ 1941240 h 3215359"/>
                <a:gd name="connsiteX6077" fmla="*/ 374698 w 2057605"/>
                <a:gd name="connsiteY6077" fmla="*/ 1941240 h 3215359"/>
                <a:gd name="connsiteX6078" fmla="*/ 384767 w 2057605"/>
                <a:gd name="connsiteY6078" fmla="*/ 1943685 h 3215359"/>
                <a:gd name="connsiteX6079" fmla="*/ 384767 w 2057605"/>
                <a:gd name="connsiteY6079" fmla="*/ 1966555 h 3215359"/>
                <a:gd name="connsiteX6080" fmla="*/ 389802 w 2057605"/>
                <a:gd name="connsiteY6080" fmla="*/ 1966555 h 3215359"/>
                <a:gd name="connsiteX6081" fmla="*/ 392247 w 2057605"/>
                <a:gd name="connsiteY6081" fmla="*/ 1969144 h 3215359"/>
                <a:gd name="connsiteX6082" fmla="*/ 394980 w 2057605"/>
                <a:gd name="connsiteY6082" fmla="*/ 1969144 h 3215359"/>
                <a:gd name="connsiteX6083" fmla="*/ 400014 w 2057605"/>
                <a:gd name="connsiteY6083" fmla="*/ 1946130 h 3215359"/>
                <a:gd name="connsiteX6084" fmla="*/ 412672 w 2057605"/>
                <a:gd name="connsiteY6084" fmla="*/ 1948719 h 3215359"/>
                <a:gd name="connsiteX6085" fmla="*/ 420439 w 2057605"/>
                <a:gd name="connsiteY6085" fmla="*/ 1948719 h 3215359"/>
                <a:gd name="connsiteX6086" fmla="*/ 435686 w 2057605"/>
                <a:gd name="connsiteY6086" fmla="*/ 1953897 h 3215359"/>
                <a:gd name="connsiteX6087" fmla="*/ 438419 w 2057605"/>
                <a:gd name="connsiteY6087" fmla="*/ 1953897 h 3215359"/>
                <a:gd name="connsiteX6088" fmla="*/ 455967 w 2057605"/>
                <a:gd name="connsiteY6088" fmla="*/ 1956343 h 3215359"/>
                <a:gd name="connsiteX6089" fmla="*/ 476392 w 2057605"/>
                <a:gd name="connsiteY6089" fmla="*/ 1961665 h 3215359"/>
                <a:gd name="connsiteX6090" fmla="*/ 479125 w 2057605"/>
                <a:gd name="connsiteY6090" fmla="*/ 1961665 h 3215359"/>
                <a:gd name="connsiteX6091" fmla="*/ 496817 w 2057605"/>
                <a:gd name="connsiteY6091" fmla="*/ 1964110 h 3215359"/>
                <a:gd name="connsiteX6092" fmla="*/ 507030 w 2057605"/>
                <a:gd name="connsiteY6092" fmla="*/ 1966555 h 3215359"/>
                <a:gd name="connsiteX6093" fmla="*/ 525009 w 2057605"/>
                <a:gd name="connsiteY6093" fmla="*/ 1969144 h 3215359"/>
                <a:gd name="connsiteX6094" fmla="*/ 545434 w 2057605"/>
                <a:gd name="connsiteY6094" fmla="*/ 1971590 h 3215359"/>
                <a:gd name="connsiteX6095" fmla="*/ 550325 w 2057605"/>
                <a:gd name="connsiteY6095" fmla="*/ 1938507 h 3215359"/>
                <a:gd name="connsiteX6096" fmla="*/ 550325 w 2057605"/>
                <a:gd name="connsiteY6096" fmla="*/ 1928294 h 3215359"/>
                <a:gd name="connsiteX6097" fmla="*/ 555647 w 2057605"/>
                <a:gd name="connsiteY6097" fmla="*/ 1895068 h 3215359"/>
                <a:gd name="connsiteX6098" fmla="*/ 558092 w 2057605"/>
                <a:gd name="connsiteY6098" fmla="*/ 1887444 h 3215359"/>
                <a:gd name="connsiteX6099" fmla="*/ 558092 w 2057605"/>
                <a:gd name="connsiteY6099" fmla="*/ 1879964 h 3215359"/>
                <a:gd name="connsiteX6100" fmla="*/ 563127 w 2057605"/>
                <a:gd name="connsiteY6100" fmla="*/ 1851197 h 3215359"/>
                <a:gd name="connsiteX6101" fmla="*/ 563127 w 2057605"/>
                <a:gd name="connsiteY6101" fmla="*/ 1848752 h 3215359"/>
                <a:gd name="connsiteX6102" fmla="*/ 565859 w 2057605"/>
                <a:gd name="connsiteY6102" fmla="*/ 1838539 h 3215359"/>
                <a:gd name="connsiteX6103" fmla="*/ 568305 w 2057605"/>
                <a:gd name="connsiteY6103" fmla="*/ 1825881 h 3215359"/>
                <a:gd name="connsiteX6104" fmla="*/ 570750 w 2057605"/>
                <a:gd name="connsiteY6104" fmla="*/ 1812936 h 3215359"/>
                <a:gd name="connsiteX6105" fmla="*/ 570750 w 2057605"/>
                <a:gd name="connsiteY6105" fmla="*/ 1800278 h 3215359"/>
                <a:gd name="connsiteX6106" fmla="*/ 573339 w 2057605"/>
                <a:gd name="connsiteY6106" fmla="*/ 1797689 h 3215359"/>
                <a:gd name="connsiteX6107" fmla="*/ 573339 w 2057605"/>
                <a:gd name="connsiteY6107" fmla="*/ 1787477 h 3215359"/>
                <a:gd name="connsiteX6108" fmla="*/ 576072 w 2057605"/>
                <a:gd name="connsiteY6108" fmla="*/ 1777264 h 3215359"/>
                <a:gd name="connsiteX6109" fmla="*/ 578517 w 2057605"/>
                <a:gd name="connsiteY6109" fmla="*/ 1754394 h 3215359"/>
                <a:gd name="connsiteX6110" fmla="*/ 580962 w 2057605"/>
                <a:gd name="connsiteY6110" fmla="*/ 1749216 h 3215359"/>
                <a:gd name="connsiteX6111" fmla="*/ 580962 w 2057605"/>
                <a:gd name="connsiteY6111" fmla="*/ 1746627 h 3215359"/>
                <a:gd name="connsiteX6112" fmla="*/ 583552 w 2057605"/>
                <a:gd name="connsiteY6112" fmla="*/ 1732243 h 3215359"/>
                <a:gd name="connsiteX6113" fmla="*/ 588730 w 2057605"/>
                <a:gd name="connsiteY6113" fmla="*/ 1696427 h 3215359"/>
                <a:gd name="connsiteX6114" fmla="*/ 591175 w 2057605"/>
                <a:gd name="connsiteY6114" fmla="*/ 1691393 h 3215359"/>
                <a:gd name="connsiteX6115" fmla="*/ 593764 w 2057605"/>
                <a:gd name="connsiteY6115" fmla="*/ 1662625 h 3215359"/>
                <a:gd name="connsiteX6116" fmla="*/ 596497 w 2057605"/>
                <a:gd name="connsiteY6116" fmla="*/ 1649967 h 3215359"/>
                <a:gd name="connsiteX6117" fmla="*/ 596497 w 2057605"/>
                <a:gd name="connsiteY6117" fmla="*/ 1644789 h 3215359"/>
                <a:gd name="connsiteX6118" fmla="*/ 598942 w 2057605"/>
                <a:gd name="connsiteY6118" fmla="*/ 1637310 h 3215359"/>
                <a:gd name="connsiteX6119" fmla="*/ 598942 w 2057605"/>
                <a:gd name="connsiteY6119" fmla="*/ 1631556 h 3215359"/>
                <a:gd name="connsiteX6120" fmla="*/ 601387 w 2057605"/>
                <a:gd name="connsiteY6120" fmla="*/ 1626522 h 3215359"/>
                <a:gd name="connsiteX6121" fmla="*/ 601387 w 2057605"/>
                <a:gd name="connsiteY6121" fmla="*/ 1613864 h 3215359"/>
                <a:gd name="connsiteX6122" fmla="*/ 603977 w 2057605"/>
                <a:gd name="connsiteY6122" fmla="*/ 1611131 h 3215359"/>
                <a:gd name="connsiteX6123" fmla="*/ 606710 w 2057605"/>
                <a:gd name="connsiteY6123" fmla="*/ 1585672 h 3215359"/>
                <a:gd name="connsiteX6124" fmla="*/ 609155 w 2057605"/>
                <a:gd name="connsiteY6124" fmla="*/ 1585672 h 3215359"/>
                <a:gd name="connsiteX6125" fmla="*/ 609155 w 2057605"/>
                <a:gd name="connsiteY6125" fmla="*/ 1583226 h 3215359"/>
                <a:gd name="connsiteX6126" fmla="*/ 614189 w 2057605"/>
                <a:gd name="connsiteY6126" fmla="*/ 1583226 h 3215359"/>
                <a:gd name="connsiteX6127" fmla="*/ 614189 w 2057605"/>
                <a:gd name="connsiteY6127" fmla="*/ 1585672 h 3215359"/>
                <a:gd name="connsiteX6128" fmla="*/ 616922 w 2057605"/>
                <a:gd name="connsiteY6128" fmla="*/ 1588117 h 3215359"/>
                <a:gd name="connsiteX6129" fmla="*/ 611600 w 2057605"/>
                <a:gd name="connsiteY6129" fmla="*/ 1590706 h 3215359"/>
                <a:gd name="connsiteX6130" fmla="*/ 611600 w 2057605"/>
                <a:gd name="connsiteY6130" fmla="*/ 1595884 h 3215359"/>
                <a:gd name="connsiteX6131" fmla="*/ 621812 w 2057605"/>
                <a:gd name="connsiteY6131" fmla="*/ 1606097 h 3215359"/>
                <a:gd name="connsiteX6132" fmla="*/ 621812 w 2057605"/>
                <a:gd name="connsiteY6132" fmla="*/ 1611131 h 3215359"/>
                <a:gd name="connsiteX6133" fmla="*/ 629580 w 2057605"/>
                <a:gd name="connsiteY6133" fmla="*/ 1608542 h 3215359"/>
                <a:gd name="connsiteX6134" fmla="*/ 629580 w 2057605"/>
                <a:gd name="connsiteY6134" fmla="*/ 1611706 h 3215359"/>
                <a:gd name="connsiteX6135" fmla="*/ 634470 w 2057605"/>
                <a:gd name="connsiteY6135" fmla="*/ 1611706 h 3215359"/>
                <a:gd name="connsiteX6136" fmla="*/ 629580 w 2057605"/>
                <a:gd name="connsiteY6136" fmla="*/ 1614439 h 3215359"/>
                <a:gd name="connsiteX6137" fmla="*/ 632025 w 2057605"/>
                <a:gd name="connsiteY6137" fmla="*/ 1616885 h 3215359"/>
                <a:gd name="connsiteX6138" fmla="*/ 632025 w 2057605"/>
                <a:gd name="connsiteY6138" fmla="*/ 1621919 h 3215359"/>
                <a:gd name="connsiteX6139" fmla="*/ 637059 w 2057605"/>
                <a:gd name="connsiteY6139" fmla="*/ 1621919 h 3215359"/>
                <a:gd name="connsiteX6140" fmla="*/ 639792 w 2057605"/>
                <a:gd name="connsiteY6140" fmla="*/ 1624364 h 3215359"/>
                <a:gd name="connsiteX6141" fmla="*/ 634470 w 2057605"/>
                <a:gd name="connsiteY6141" fmla="*/ 1627097 h 3215359"/>
                <a:gd name="connsiteX6142" fmla="*/ 632025 w 2057605"/>
                <a:gd name="connsiteY6142" fmla="*/ 1637310 h 3215359"/>
                <a:gd name="connsiteX6143" fmla="*/ 634327 w 2057605"/>
                <a:gd name="connsiteY6143" fmla="*/ 1637310 h 3215359"/>
                <a:gd name="connsiteX6144" fmla="*/ 636915 w 2057605"/>
                <a:gd name="connsiteY6144" fmla="*/ 1634577 h 3215359"/>
                <a:gd name="connsiteX6145" fmla="*/ 639648 w 2057605"/>
                <a:gd name="connsiteY6145" fmla="*/ 1637310 h 3215359"/>
                <a:gd name="connsiteX6146" fmla="*/ 639648 w 2057605"/>
                <a:gd name="connsiteY6146" fmla="*/ 1634864 h 3215359"/>
                <a:gd name="connsiteX6147" fmla="*/ 642094 w 2057605"/>
                <a:gd name="connsiteY6147" fmla="*/ 1634864 h 3215359"/>
                <a:gd name="connsiteX6148" fmla="*/ 644539 w 2057605"/>
                <a:gd name="connsiteY6148" fmla="*/ 1637597 h 3215359"/>
                <a:gd name="connsiteX6149" fmla="*/ 647128 w 2057605"/>
                <a:gd name="connsiteY6149" fmla="*/ 1642632 h 3215359"/>
                <a:gd name="connsiteX6150" fmla="*/ 647128 w 2057605"/>
                <a:gd name="connsiteY6150" fmla="*/ 1652700 h 3215359"/>
                <a:gd name="connsiteX6151" fmla="*/ 644539 w 2057605"/>
                <a:gd name="connsiteY6151" fmla="*/ 1655289 h 3215359"/>
                <a:gd name="connsiteX6152" fmla="*/ 644539 w 2057605"/>
                <a:gd name="connsiteY6152" fmla="*/ 1658022 h 3215359"/>
                <a:gd name="connsiteX6153" fmla="*/ 642094 w 2057605"/>
                <a:gd name="connsiteY6153" fmla="*/ 1660467 h 3215359"/>
                <a:gd name="connsiteX6154" fmla="*/ 642094 w 2057605"/>
                <a:gd name="connsiteY6154" fmla="*/ 1673125 h 3215359"/>
                <a:gd name="connsiteX6155" fmla="*/ 644539 w 2057605"/>
                <a:gd name="connsiteY6155" fmla="*/ 1688660 h 3215359"/>
                <a:gd name="connsiteX6156" fmla="*/ 644539 w 2057605"/>
                <a:gd name="connsiteY6156" fmla="*/ 1696139 h 3215359"/>
                <a:gd name="connsiteX6157" fmla="*/ 647128 w 2057605"/>
                <a:gd name="connsiteY6157" fmla="*/ 1693550 h 3215359"/>
                <a:gd name="connsiteX6158" fmla="*/ 649861 w 2057605"/>
                <a:gd name="connsiteY6158" fmla="*/ 1693550 h 3215359"/>
                <a:gd name="connsiteX6159" fmla="*/ 649861 w 2057605"/>
                <a:gd name="connsiteY6159" fmla="*/ 1696139 h 3215359"/>
                <a:gd name="connsiteX6160" fmla="*/ 647128 w 2057605"/>
                <a:gd name="connsiteY6160" fmla="*/ 1696139 h 3215359"/>
                <a:gd name="connsiteX6161" fmla="*/ 647128 w 2057605"/>
                <a:gd name="connsiteY6161" fmla="*/ 1698872 h 3215359"/>
                <a:gd name="connsiteX6162" fmla="*/ 649861 w 2057605"/>
                <a:gd name="connsiteY6162" fmla="*/ 1701317 h 3215359"/>
                <a:gd name="connsiteX6163" fmla="*/ 647128 w 2057605"/>
                <a:gd name="connsiteY6163" fmla="*/ 1703763 h 3215359"/>
                <a:gd name="connsiteX6164" fmla="*/ 647128 w 2057605"/>
                <a:gd name="connsiteY6164" fmla="*/ 1708797 h 3215359"/>
                <a:gd name="connsiteX6165" fmla="*/ 644539 w 2057605"/>
                <a:gd name="connsiteY6165" fmla="*/ 1711530 h 3215359"/>
                <a:gd name="connsiteX6166" fmla="*/ 647128 w 2057605"/>
                <a:gd name="connsiteY6166" fmla="*/ 1713975 h 3215359"/>
                <a:gd name="connsiteX6167" fmla="*/ 649861 w 2057605"/>
                <a:gd name="connsiteY6167" fmla="*/ 1719010 h 3215359"/>
                <a:gd name="connsiteX6168" fmla="*/ 649861 w 2057605"/>
                <a:gd name="connsiteY6168" fmla="*/ 1721455 h 3215359"/>
                <a:gd name="connsiteX6169" fmla="*/ 647416 w 2057605"/>
                <a:gd name="connsiteY6169" fmla="*/ 1721455 h 3215359"/>
                <a:gd name="connsiteX6170" fmla="*/ 647416 w 2057605"/>
                <a:gd name="connsiteY6170" fmla="*/ 1723900 h 3215359"/>
                <a:gd name="connsiteX6171" fmla="*/ 649861 w 2057605"/>
                <a:gd name="connsiteY6171" fmla="*/ 1721455 h 3215359"/>
                <a:gd name="connsiteX6172" fmla="*/ 652306 w 2057605"/>
                <a:gd name="connsiteY6172" fmla="*/ 1719010 h 3215359"/>
                <a:gd name="connsiteX6173" fmla="*/ 654752 w 2057605"/>
                <a:gd name="connsiteY6173" fmla="*/ 1716564 h 3215359"/>
                <a:gd name="connsiteX6174" fmla="*/ 654752 w 2057605"/>
                <a:gd name="connsiteY6174" fmla="*/ 1721743 h 3215359"/>
                <a:gd name="connsiteX6175" fmla="*/ 652306 w 2057605"/>
                <a:gd name="connsiteY6175" fmla="*/ 1721743 h 3215359"/>
                <a:gd name="connsiteX6176" fmla="*/ 652306 w 2057605"/>
                <a:gd name="connsiteY6176" fmla="*/ 1726777 h 3215359"/>
                <a:gd name="connsiteX6177" fmla="*/ 649861 w 2057605"/>
                <a:gd name="connsiteY6177" fmla="*/ 1726777 h 3215359"/>
                <a:gd name="connsiteX6178" fmla="*/ 649861 w 2057605"/>
                <a:gd name="connsiteY6178" fmla="*/ 1729222 h 3215359"/>
                <a:gd name="connsiteX6179" fmla="*/ 647128 w 2057605"/>
                <a:gd name="connsiteY6179" fmla="*/ 1731955 h 3215359"/>
                <a:gd name="connsiteX6180" fmla="*/ 647128 w 2057605"/>
                <a:gd name="connsiteY6180" fmla="*/ 1742168 h 3215359"/>
                <a:gd name="connsiteX6181" fmla="*/ 649861 w 2057605"/>
                <a:gd name="connsiteY6181" fmla="*/ 1744613 h 3215359"/>
                <a:gd name="connsiteX6182" fmla="*/ 647128 w 2057605"/>
                <a:gd name="connsiteY6182" fmla="*/ 1747058 h 3215359"/>
                <a:gd name="connsiteX6183" fmla="*/ 649861 w 2057605"/>
                <a:gd name="connsiteY6183" fmla="*/ 1747058 h 3215359"/>
                <a:gd name="connsiteX6184" fmla="*/ 649861 w 2057605"/>
                <a:gd name="connsiteY6184" fmla="*/ 1749647 h 3215359"/>
                <a:gd name="connsiteX6185" fmla="*/ 647128 w 2057605"/>
                <a:gd name="connsiteY6185" fmla="*/ 1749647 h 3215359"/>
                <a:gd name="connsiteX6186" fmla="*/ 647128 w 2057605"/>
                <a:gd name="connsiteY6186" fmla="*/ 1752380 h 3215359"/>
                <a:gd name="connsiteX6187" fmla="*/ 649861 w 2057605"/>
                <a:gd name="connsiteY6187" fmla="*/ 1754825 h 3215359"/>
                <a:gd name="connsiteX6188" fmla="*/ 654752 w 2057605"/>
                <a:gd name="connsiteY6188" fmla="*/ 1752380 h 3215359"/>
                <a:gd name="connsiteX6189" fmla="*/ 654752 w 2057605"/>
                <a:gd name="connsiteY6189" fmla="*/ 1754106 h 3215359"/>
                <a:gd name="connsiteX6190" fmla="*/ 657340 w 2057605"/>
                <a:gd name="connsiteY6190" fmla="*/ 1756551 h 3215359"/>
                <a:gd name="connsiteX6191" fmla="*/ 657340 w 2057605"/>
                <a:gd name="connsiteY6191" fmla="*/ 1764319 h 3215359"/>
                <a:gd name="connsiteX6192" fmla="*/ 660073 w 2057605"/>
                <a:gd name="connsiteY6192" fmla="*/ 1761873 h 3215359"/>
                <a:gd name="connsiteX6193" fmla="*/ 662519 w 2057605"/>
                <a:gd name="connsiteY6193" fmla="*/ 1766764 h 3215359"/>
                <a:gd name="connsiteX6194" fmla="*/ 667553 w 2057605"/>
                <a:gd name="connsiteY6194" fmla="*/ 1766764 h 3215359"/>
                <a:gd name="connsiteX6195" fmla="*/ 667553 w 2057605"/>
                <a:gd name="connsiteY6195" fmla="*/ 1765038 h 3215359"/>
                <a:gd name="connsiteX6196" fmla="*/ 662519 w 2057605"/>
                <a:gd name="connsiteY6196" fmla="*/ 1759860 h 3215359"/>
                <a:gd name="connsiteX6197" fmla="*/ 662519 w 2057605"/>
                <a:gd name="connsiteY6197" fmla="*/ 1757271 h 3215359"/>
                <a:gd name="connsiteX6198" fmla="*/ 664964 w 2057605"/>
                <a:gd name="connsiteY6198" fmla="*/ 1754825 h 3215359"/>
                <a:gd name="connsiteX6199" fmla="*/ 664964 w 2057605"/>
                <a:gd name="connsiteY6199" fmla="*/ 1752380 h 3215359"/>
                <a:gd name="connsiteX6200" fmla="*/ 667553 w 2057605"/>
                <a:gd name="connsiteY6200" fmla="*/ 1754825 h 3215359"/>
                <a:gd name="connsiteX6201" fmla="*/ 667553 w 2057605"/>
                <a:gd name="connsiteY6201" fmla="*/ 1757271 h 3215359"/>
                <a:gd name="connsiteX6202" fmla="*/ 670286 w 2057605"/>
                <a:gd name="connsiteY6202" fmla="*/ 1757271 h 3215359"/>
                <a:gd name="connsiteX6203" fmla="*/ 670286 w 2057605"/>
                <a:gd name="connsiteY6203" fmla="*/ 1754825 h 3215359"/>
                <a:gd name="connsiteX6204" fmla="*/ 672731 w 2057605"/>
                <a:gd name="connsiteY6204" fmla="*/ 1752380 h 3215359"/>
                <a:gd name="connsiteX6205" fmla="*/ 672731 w 2057605"/>
                <a:gd name="connsiteY6205" fmla="*/ 1749216 h 3215359"/>
                <a:gd name="connsiteX6206" fmla="*/ 675177 w 2057605"/>
                <a:gd name="connsiteY6206" fmla="*/ 1749216 h 3215359"/>
                <a:gd name="connsiteX6207" fmla="*/ 680498 w 2057605"/>
                <a:gd name="connsiteY6207" fmla="*/ 1746627 h 3215359"/>
                <a:gd name="connsiteX6208" fmla="*/ 680498 w 2057605"/>
                <a:gd name="connsiteY6208" fmla="*/ 1744181 h 3215359"/>
                <a:gd name="connsiteX6209" fmla="*/ 685389 w 2057605"/>
                <a:gd name="connsiteY6209" fmla="*/ 1746627 h 3215359"/>
                <a:gd name="connsiteX6210" fmla="*/ 687978 w 2057605"/>
                <a:gd name="connsiteY6210" fmla="*/ 1746627 h 3215359"/>
                <a:gd name="connsiteX6211" fmla="*/ 687978 w 2057605"/>
                <a:gd name="connsiteY6211" fmla="*/ 1744181 h 3215359"/>
                <a:gd name="connsiteX6212" fmla="*/ 685389 w 2057605"/>
                <a:gd name="connsiteY6212" fmla="*/ 1741736 h 3215359"/>
                <a:gd name="connsiteX6213" fmla="*/ 680498 w 2057605"/>
                <a:gd name="connsiteY6213" fmla="*/ 1739003 h 3215359"/>
                <a:gd name="connsiteX6214" fmla="*/ 680498 w 2057605"/>
                <a:gd name="connsiteY6214" fmla="*/ 1733969 h 3215359"/>
                <a:gd name="connsiteX6215" fmla="*/ 685389 w 2057605"/>
                <a:gd name="connsiteY6215" fmla="*/ 1736414 h 3215359"/>
                <a:gd name="connsiteX6216" fmla="*/ 690711 w 2057605"/>
                <a:gd name="connsiteY6216" fmla="*/ 1733969 h 3215359"/>
                <a:gd name="connsiteX6217" fmla="*/ 690711 w 2057605"/>
                <a:gd name="connsiteY6217" fmla="*/ 1731524 h 3215359"/>
                <a:gd name="connsiteX6218" fmla="*/ 687978 w 2057605"/>
                <a:gd name="connsiteY6218" fmla="*/ 1728791 h 3215359"/>
                <a:gd name="connsiteX6219" fmla="*/ 685389 w 2057605"/>
                <a:gd name="connsiteY6219" fmla="*/ 1728791 h 3215359"/>
                <a:gd name="connsiteX6220" fmla="*/ 685389 w 2057605"/>
                <a:gd name="connsiteY6220" fmla="*/ 1721311 h 3215359"/>
                <a:gd name="connsiteX6221" fmla="*/ 680498 w 2057605"/>
                <a:gd name="connsiteY6221" fmla="*/ 1721311 h 3215359"/>
                <a:gd name="connsiteX6222" fmla="*/ 680498 w 2057605"/>
                <a:gd name="connsiteY6222" fmla="*/ 1718578 h 3215359"/>
                <a:gd name="connsiteX6223" fmla="*/ 677765 w 2057605"/>
                <a:gd name="connsiteY6223" fmla="*/ 1716133 h 3215359"/>
                <a:gd name="connsiteX6224" fmla="*/ 677765 w 2057605"/>
                <a:gd name="connsiteY6224" fmla="*/ 1700886 h 3215359"/>
                <a:gd name="connsiteX6225" fmla="*/ 675177 w 2057605"/>
                <a:gd name="connsiteY6225" fmla="*/ 1698441 h 3215359"/>
                <a:gd name="connsiteX6226" fmla="*/ 675177 w 2057605"/>
                <a:gd name="connsiteY6226" fmla="*/ 1678016 h 3215359"/>
                <a:gd name="connsiteX6227" fmla="*/ 677765 w 2057605"/>
                <a:gd name="connsiteY6227" fmla="*/ 1680461 h 3215359"/>
                <a:gd name="connsiteX6228" fmla="*/ 677765 w 2057605"/>
                <a:gd name="connsiteY6228" fmla="*/ 1672118 h 3215359"/>
                <a:gd name="connsiteX6229" fmla="*/ 675177 w 2057605"/>
                <a:gd name="connsiteY6229" fmla="*/ 1669673 h 3215359"/>
                <a:gd name="connsiteX6230" fmla="*/ 677765 w 2057605"/>
                <a:gd name="connsiteY6230" fmla="*/ 1669673 h 3215359"/>
                <a:gd name="connsiteX6231" fmla="*/ 677765 w 2057605"/>
                <a:gd name="connsiteY6231" fmla="*/ 1667228 h 3215359"/>
                <a:gd name="connsiteX6232" fmla="*/ 675177 w 2057605"/>
                <a:gd name="connsiteY6232" fmla="*/ 1661906 h 3215359"/>
                <a:gd name="connsiteX6233" fmla="*/ 677765 w 2057605"/>
                <a:gd name="connsiteY6233" fmla="*/ 1659461 h 3215359"/>
                <a:gd name="connsiteX6234" fmla="*/ 680498 w 2057605"/>
                <a:gd name="connsiteY6234" fmla="*/ 1659461 h 3215359"/>
                <a:gd name="connsiteX6235" fmla="*/ 675177 w 2057605"/>
                <a:gd name="connsiteY6235" fmla="*/ 1654282 h 3215359"/>
                <a:gd name="connsiteX6236" fmla="*/ 672731 w 2057605"/>
                <a:gd name="connsiteY6236" fmla="*/ 1651693 h 3215359"/>
                <a:gd name="connsiteX6237" fmla="*/ 672731 w 2057605"/>
                <a:gd name="connsiteY6237" fmla="*/ 1647091 h 3215359"/>
                <a:gd name="connsiteX6238" fmla="*/ 675177 w 2057605"/>
                <a:gd name="connsiteY6238" fmla="*/ 1649536 h 3215359"/>
                <a:gd name="connsiteX6239" fmla="*/ 677765 w 2057605"/>
                <a:gd name="connsiteY6239" fmla="*/ 1649536 h 3215359"/>
                <a:gd name="connsiteX6240" fmla="*/ 677765 w 2057605"/>
                <a:gd name="connsiteY6240" fmla="*/ 1639323 h 3215359"/>
                <a:gd name="connsiteX6241" fmla="*/ 675177 w 2057605"/>
                <a:gd name="connsiteY6241" fmla="*/ 1636878 h 3215359"/>
                <a:gd name="connsiteX6242" fmla="*/ 672731 w 2057605"/>
                <a:gd name="connsiteY6242" fmla="*/ 1634145 h 3215359"/>
                <a:gd name="connsiteX6243" fmla="*/ 672731 w 2057605"/>
                <a:gd name="connsiteY6243" fmla="*/ 1631700 h 3215359"/>
                <a:gd name="connsiteX6244" fmla="*/ 675177 w 2057605"/>
                <a:gd name="connsiteY6244" fmla="*/ 1634145 h 3215359"/>
                <a:gd name="connsiteX6245" fmla="*/ 675177 w 2057605"/>
                <a:gd name="connsiteY6245" fmla="*/ 1623933 h 3215359"/>
                <a:gd name="connsiteX6246" fmla="*/ 672731 w 2057605"/>
                <a:gd name="connsiteY6246" fmla="*/ 1618898 h 3215359"/>
                <a:gd name="connsiteX6247" fmla="*/ 675177 w 2057605"/>
                <a:gd name="connsiteY6247" fmla="*/ 1618898 h 3215359"/>
                <a:gd name="connsiteX6248" fmla="*/ 675177 w 2057605"/>
                <a:gd name="connsiteY6248" fmla="*/ 1614008 h 3215359"/>
                <a:gd name="connsiteX6249" fmla="*/ 672731 w 2057605"/>
                <a:gd name="connsiteY6249" fmla="*/ 1606240 h 3215359"/>
                <a:gd name="connsiteX6250" fmla="*/ 675177 w 2057605"/>
                <a:gd name="connsiteY6250" fmla="*/ 1606240 h 3215359"/>
                <a:gd name="connsiteX6251" fmla="*/ 675177 w 2057605"/>
                <a:gd name="connsiteY6251" fmla="*/ 1601062 h 3215359"/>
                <a:gd name="connsiteX6252" fmla="*/ 672731 w 2057605"/>
                <a:gd name="connsiteY6252" fmla="*/ 1601062 h 3215359"/>
                <a:gd name="connsiteX6253" fmla="*/ 675177 w 2057605"/>
                <a:gd name="connsiteY6253" fmla="*/ 1598473 h 3215359"/>
                <a:gd name="connsiteX6254" fmla="*/ 675177 w 2057605"/>
                <a:gd name="connsiteY6254" fmla="*/ 1580637 h 3215359"/>
                <a:gd name="connsiteX6255" fmla="*/ 672731 w 2057605"/>
                <a:gd name="connsiteY6255" fmla="*/ 1578048 h 3215359"/>
                <a:gd name="connsiteX6256" fmla="*/ 677765 w 2057605"/>
                <a:gd name="connsiteY6256" fmla="*/ 1578048 h 3215359"/>
                <a:gd name="connsiteX6257" fmla="*/ 675177 w 2057605"/>
                <a:gd name="connsiteY6257" fmla="*/ 1575603 h 3215359"/>
                <a:gd name="connsiteX6258" fmla="*/ 672731 w 2057605"/>
                <a:gd name="connsiteY6258" fmla="*/ 1570425 h 3215359"/>
                <a:gd name="connsiteX6259" fmla="*/ 672731 w 2057605"/>
                <a:gd name="connsiteY6259" fmla="*/ 1562945 h 3215359"/>
                <a:gd name="connsiteX6260" fmla="*/ 675177 w 2057605"/>
                <a:gd name="connsiteY6260" fmla="*/ 1560212 h 3215359"/>
                <a:gd name="connsiteX6261" fmla="*/ 675177 w 2057605"/>
                <a:gd name="connsiteY6261" fmla="*/ 1557623 h 3215359"/>
                <a:gd name="connsiteX6262" fmla="*/ 680355 w 2057605"/>
                <a:gd name="connsiteY6262" fmla="*/ 1557623 h 3215359"/>
                <a:gd name="connsiteX6263" fmla="*/ 682800 w 2057605"/>
                <a:gd name="connsiteY6263" fmla="*/ 1560212 h 3215359"/>
                <a:gd name="connsiteX6264" fmla="*/ 690567 w 2057605"/>
                <a:gd name="connsiteY6264" fmla="*/ 1560212 h 3215359"/>
                <a:gd name="connsiteX6265" fmla="*/ 680355 w 2057605"/>
                <a:gd name="connsiteY6265" fmla="*/ 1550000 h 3215359"/>
                <a:gd name="connsiteX6266" fmla="*/ 682800 w 2057605"/>
                <a:gd name="connsiteY6266" fmla="*/ 1547554 h 3215359"/>
                <a:gd name="connsiteX6267" fmla="*/ 680355 w 2057605"/>
                <a:gd name="connsiteY6267" fmla="*/ 1542520 h 3215359"/>
                <a:gd name="connsiteX6268" fmla="*/ 685245 w 2057605"/>
                <a:gd name="connsiteY6268" fmla="*/ 1542520 h 3215359"/>
                <a:gd name="connsiteX6269" fmla="*/ 685245 w 2057605"/>
                <a:gd name="connsiteY6269" fmla="*/ 1539787 h 3215359"/>
                <a:gd name="connsiteX6270" fmla="*/ 948470 w 2057605"/>
                <a:gd name="connsiteY6270" fmla="*/ 1529863 h 3215359"/>
                <a:gd name="connsiteX6271" fmla="*/ 951059 w 2057605"/>
                <a:gd name="connsiteY6271" fmla="*/ 1529863 h 3215359"/>
                <a:gd name="connsiteX6272" fmla="*/ 958682 w 2057605"/>
                <a:gd name="connsiteY6272" fmla="*/ 1532596 h 3215359"/>
                <a:gd name="connsiteX6273" fmla="*/ 961128 w 2057605"/>
                <a:gd name="connsiteY6273" fmla="*/ 1529863 h 3215359"/>
                <a:gd name="connsiteX6274" fmla="*/ 963717 w 2057605"/>
                <a:gd name="connsiteY6274" fmla="*/ 1537630 h 3215359"/>
                <a:gd name="connsiteX6275" fmla="*/ 968895 w 2057605"/>
                <a:gd name="connsiteY6275" fmla="*/ 1542808 h 3215359"/>
                <a:gd name="connsiteX6276" fmla="*/ 971340 w 2057605"/>
                <a:gd name="connsiteY6276" fmla="*/ 1550288 h 3215359"/>
                <a:gd name="connsiteX6277" fmla="*/ 976662 w 2057605"/>
                <a:gd name="connsiteY6277" fmla="*/ 1553021 h 3215359"/>
                <a:gd name="connsiteX6278" fmla="*/ 976662 w 2057605"/>
                <a:gd name="connsiteY6278" fmla="*/ 1555466 h 3215359"/>
                <a:gd name="connsiteX6279" fmla="*/ 979107 w 2057605"/>
                <a:gd name="connsiteY6279" fmla="*/ 1557912 h 3215359"/>
                <a:gd name="connsiteX6280" fmla="*/ 981553 w 2057605"/>
                <a:gd name="connsiteY6280" fmla="*/ 1563233 h 3215359"/>
                <a:gd name="connsiteX6281" fmla="*/ 979107 w 2057605"/>
                <a:gd name="connsiteY6281" fmla="*/ 1563233 h 3215359"/>
                <a:gd name="connsiteX6282" fmla="*/ 981553 w 2057605"/>
                <a:gd name="connsiteY6282" fmla="*/ 1568124 h 3215359"/>
                <a:gd name="connsiteX6283" fmla="*/ 981553 w 2057605"/>
                <a:gd name="connsiteY6283" fmla="*/ 1570713 h 3215359"/>
                <a:gd name="connsiteX6284" fmla="*/ 979107 w 2057605"/>
                <a:gd name="connsiteY6284" fmla="*/ 1568124 h 3215359"/>
                <a:gd name="connsiteX6285" fmla="*/ 976662 w 2057605"/>
                <a:gd name="connsiteY6285" fmla="*/ 1568124 h 3215359"/>
                <a:gd name="connsiteX6286" fmla="*/ 973929 w 2057605"/>
                <a:gd name="connsiteY6286" fmla="*/ 1570713 h 3215359"/>
                <a:gd name="connsiteX6287" fmla="*/ 971340 w 2057605"/>
                <a:gd name="connsiteY6287" fmla="*/ 1573446 h 3215359"/>
                <a:gd name="connsiteX6288" fmla="*/ 968895 w 2057605"/>
                <a:gd name="connsiteY6288" fmla="*/ 1573446 h 3215359"/>
                <a:gd name="connsiteX6289" fmla="*/ 966450 w 2057605"/>
                <a:gd name="connsiteY6289" fmla="*/ 1575891 h 3215359"/>
                <a:gd name="connsiteX6290" fmla="*/ 958682 w 2057605"/>
                <a:gd name="connsiteY6290" fmla="*/ 1570713 h 3215359"/>
                <a:gd name="connsiteX6291" fmla="*/ 953504 w 2057605"/>
                <a:gd name="connsiteY6291" fmla="*/ 1570713 h 3215359"/>
                <a:gd name="connsiteX6292" fmla="*/ 956237 w 2057605"/>
                <a:gd name="connsiteY6292" fmla="*/ 1565679 h 3215359"/>
                <a:gd name="connsiteX6293" fmla="*/ 951059 w 2057605"/>
                <a:gd name="connsiteY6293" fmla="*/ 1568124 h 3215359"/>
                <a:gd name="connsiteX6294" fmla="*/ 946025 w 2057605"/>
                <a:gd name="connsiteY6294" fmla="*/ 1563233 h 3215359"/>
                <a:gd name="connsiteX6295" fmla="*/ 946025 w 2057605"/>
                <a:gd name="connsiteY6295" fmla="*/ 1555466 h 3215359"/>
                <a:gd name="connsiteX6296" fmla="*/ 943292 w 2057605"/>
                <a:gd name="connsiteY6296" fmla="*/ 1555466 h 3215359"/>
                <a:gd name="connsiteX6297" fmla="*/ 940846 w 2057605"/>
                <a:gd name="connsiteY6297" fmla="*/ 1553021 h 3215359"/>
                <a:gd name="connsiteX6298" fmla="*/ 938257 w 2057605"/>
                <a:gd name="connsiteY6298" fmla="*/ 1553021 h 3215359"/>
                <a:gd name="connsiteX6299" fmla="*/ 938257 w 2057605"/>
                <a:gd name="connsiteY6299" fmla="*/ 1550288 h 3215359"/>
                <a:gd name="connsiteX6300" fmla="*/ 935812 w 2057605"/>
                <a:gd name="connsiteY6300" fmla="*/ 1550288 h 3215359"/>
                <a:gd name="connsiteX6301" fmla="*/ 935812 w 2057605"/>
                <a:gd name="connsiteY6301" fmla="*/ 1547843 h 3215359"/>
                <a:gd name="connsiteX6302" fmla="*/ 933079 w 2057605"/>
                <a:gd name="connsiteY6302" fmla="*/ 1545254 h 3215359"/>
                <a:gd name="connsiteX6303" fmla="*/ 933079 w 2057605"/>
                <a:gd name="connsiteY6303" fmla="*/ 1542808 h 3215359"/>
                <a:gd name="connsiteX6304" fmla="*/ 938257 w 2057605"/>
                <a:gd name="connsiteY6304" fmla="*/ 1542808 h 3215359"/>
                <a:gd name="connsiteX6305" fmla="*/ 938257 w 2057605"/>
                <a:gd name="connsiteY6305" fmla="*/ 1540075 h 3215359"/>
                <a:gd name="connsiteX6306" fmla="*/ 940846 w 2057605"/>
                <a:gd name="connsiteY6306" fmla="*/ 1537630 h 3215359"/>
                <a:gd name="connsiteX6307" fmla="*/ 943292 w 2057605"/>
                <a:gd name="connsiteY6307" fmla="*/ 1537630 h 3215359"/>
                <a:gd name="connsiteX6308" fmla="*/ 948470 w 2057605"/>
                <a:gd name="connsiteY6308" fmla="*/ 1535041 h 3215359"/>
                <a:gd name="connsiteX6309" fmla="*/ 1030169 w 2057605"/>
                <a:gd name="connsiteY6309" fmla="*/ 1501958 h 3215359"/>
                <a:gd name="connsiteX6310" fmla="*/ 1032614 w 2057605"/>
                <a:gd name="connsiteY6310" fmla="*/ 1501958 h 3215359"/>
                <a:gd name="connsiteX6311" fmla="*/ 1035203 w 2057605"/>
                <a:gd name="connsiteY6311" fmla="*/ 1501958 h 3215359"/>
                <a:gd name="connsiteX6312" fmla="*/ 1035204 w 2057605"/>
                <a:gd name="connsiteY6312" fmla="*/ 1501958 h 3215359"/>
                <a:gd name="connsiteX6313" fmla="*/ 1040382 w 2057605"/>
                <a:gd name="connsiteY6313" fmla="*/ 1501958 h 3215359"/>
                <a:gd name="connsiteX6314" fmla="*/ 1042827 w 2057605"/>
                <a:gd name="connsiteY6314" fmla="*/ 1501958 h 3215359"/>
                <a:gd name="connsiteX6315" fmla="*/ 1042827 w 2057605"/>
                <a:gd name="connsiteY6315" fmla="*/ 1504403 h 3215359"/>
                <a:gd name="connsiteX6316" fmla="*/ 1037649 w 2057605"/>
                <a:gd name="connsiteY6316" fmla="*/ 1504403 h 3215359"/>
                <a:gd name="connsiteX6317" fmla="*/ 1035203 w 2057605"/>
                <a:gd name="connsiteY6317" fmla="*/ 1504403 h 3215359"/>
                <a:gd name="connsiteX6318" fmla="*/ 1032614 w 2057605"/>
                <a:gd name="connsiteY6318" fmla="*/ 1504403 h 3215359"/>
                <a:gd name="connsiteX6319" fmla="*/ 1030169 w 2057605"/>
                <a:gd name="connsiteY6319" fmla="*/ 1504403 h 3215359"/>
                <a:gd name="connsiteX6320" fmla="*/ 765076 w 2057605"/>
                <a:gd name="connsiteY6320" fmla="*/ 1494191 h 3215359"/>
                <a:gd name="connsiteX6321" fmla="*/ 765076 w 2057605"/>
                <a:gd name="connsiteY6321" fmla="*/ 1496780 h 3215359"/>
                <a:gd name="connsiteX6322" fmla="*/ 769966 w 2057605"/>
                <a:gd name="connsiteY6322" fmla="*/ 1496780 h 3215359"/>
                <a:gd name="connsiteX6323" fmla="*/ 772411 w 2057605"/>
                <a:gd name="connsiteY6323" fmla="*/ 1496780 h 3215359"/>
                <a:gd name="connsiteX6324" fmla="*/ 782624 w 2057605"/>
                <a:gd name="connsiteY6324" fmla="*/ 1496780 h 3215359"/>
                <a:gd name="connsiteX6325" fmla="*/ 787946 w 2057605"/>
                <a:gd name="connsiteY6325" fmla="*/ 1494191 h 3215359"/>
                <a:gd name="connsiteX6326" fmla="*/ 795426 w 2057605"/>
                <a:gd name="connsiteY6326" fmla="*/ 1494191 h 3215359"/>
                <a:gd name="connsiteX6327" fmla="*/ 800604 w 2057605"/>
                <a:gd name="connsiteY6327" fmla="*/ 1496780 h 3215359"/>
                <a:gd name="connsiteX6328" fmla="*/ 803049 w 2057605"/>
                <a:gd name="connsiteY6328" fmla="*/ 1496780 h 3215359"/>
                <a:gd name="connsiteX6329" fmla="*/ 805638 w 2057605"/>
                <a:gd name="connsiteY6329" fmla="*/ 1499513 h 3215359"/>
                <a:gd name="connsiteX6330" fmla="*/ 805638 w 2057605"/>
                <a:gd name="connsiteY6330" fmla="*/ 1501958 h 3215359"/>
                <a:gd name="connsiteX6331" fmla="*/ 805638 w 2057605"/>
                <a:gd name="connsiteY6331" fmla="*/ 1504403 h 3215359"/>
                <a:gd name="connsiteX6332" fmla="*/ 813262 w 2057605"/>
                <a:gd name="connsiteY6332" fmla="*/ 1509725 h 3215359"/>
                <a:gd name="connsiteX6333" fmla="*/ 815851 w 2057605"/>
                <a:gd name="connsiteY6333" fmla="*/ 1514616 h 3215359"/>
                <a:gd name="connsiteX6334" fmla="*/ 818584 w 2057605"/>
                <a:gd name="connsiteY6334" fmla="*/ 1517205 h 3215359"/>
                <a:gd name="connsiteX6335" fmla="*/ 821029 w 2057605"/>
                <a:gd name="connsiteY6335" fmla="*/ 1519938 h 3215359"/>
                <a:gd name="connsiteX6336" fmla="*/ 826063 w 2057605"/>
                <a:gd name="connsiteY6336" fmla="*/ 1522383 h 3215359"/>
                <a:gd name="connsiteX6337" fmla="*/ 826063 w 2057605"/>
                <a:gd name="connsiteY6337" fmla="*/ 1527418 h 3215359"/>
                <a:gd name="connsiteX6338" fmla="*/ 823474 w 2057605"/>
                <a:gd name="connsiteY6338" fmla="*/ 1535041 h 3215359"/>
                <a:gd name="connsiteX6339" fmla="*/ 823474 w 2057605"/>
                <a:gd name="connsiteY6339" fmla="*/ 1537630 h 3215359"/>
                <a:gd name="connsiteX6340" fmla="*/ 821029 w 2057605"/>
                <a:gd name="connsiteY6340" fmla="*/ 1542808 h 3215359"/>
                <a:gd name="connsiteX6341" fmla="*/ 821029 w 2057605"/>
                <a:gd name="connsiteY6341" fmla="*/ 1545253 h 3215359"/>
                <a:gd name="connsiteX6342" fmla="*/ 821029 w 2057605"/>
                <a:gd name="connsiteY6342" fmla="*/ 1547843 h 3215359"/>
                <a:gd name="connsiteX6343" fmla="*/ 821029 w 2057605"/>
                <a:gd name="connsiteY6343" fmla="*/ 1555466 h 3215359"/>
                <a:gd name="connsiteX6344" fmla="*/ 821029 w 2057605"/>
                <a:gd name="connsiteY6344" fmla="*/ 1557911 h 3215359"/>
                <a:gd name="connsiteX6345" fmla="*/ 818584 w 2057605"/>
                <a:gd name="connsiteY6345" fmla="*/ 1557911 h 3215359"/>
                <a:gd name="connsiteX6346" fmla="*/ 815851 w 2057605"/>
                <a:gd name="connsiteY6346" fmla="*/ 1565678 h 3215359"/>
                <a:gd name="connsiteX6347" fmla="*/ 813262 w 2057605"/>
                <a:gd name="connsiteY6347" fmla="*/ 1568124 h 3215359"/>
                <a:gd name="connsiteX6348" fmla="*/ 813262 w 2057605"/>
                <a:gd name="connsiteY6348" fmla="*/ 1570713 h 3215359"/>
                <a:gd name="connsiteX6349" fmla="*/ 808371 w 2057605"/>
                <a:gd name="connsiteY6349" fmla="*/ 1573446 h 3215359"/>
                <a:gd name="connsiteX6350" fmla="*/ 808371 w 2057605"/>
                <a:gd name="connsiteY6350" fmla="*/ 1575891 h 3215359"/>
                <a:gd name="connsiteX6351" fmla="*/ 810816 w 2057605"/>
                <a:gd name="connsiteY6351" fmla="*/ 1575891 h 3215359"/>
                <a:gd name="connsiteX6352" fmla="*/ 810816 w 2057605"/>
                <a:gd name="connsiteY6352" fmla="*/ 1578336 h 3215359"/>
                <a:gd name="connsiteX6353" fmla="*/ 808371 w 2057605"/>
                <a:gd name="connsiteY6353" fmla="*/ 1578336 h 3215359"/>
                <a:gd name="connsiteX6354" fmla="*/ 805638 w 2057605"/>
                <a:gd name="connsiteY6354" fmla="*/ 1578336 h 3215359"/>
                <a:gd name="connsiteX6355" fmla="*/ 805638 w 2057605"/>
                <a:gd name="connsiteY6355" fmla="*/ 1583658 h 3215359"/>
                <a:gd name="connsiteX6356" fmla="*/ 803049 w 2057605"/>
                <a:gd name="connsiteY6356" fmla="*/ 1586104 h 3215359"/>
                <a:gd name="connsiteX6357" fmla="*/ 800604 w 2057605"/>
                <a:gd name="connsiteY6357" fmla="*/ 1586104 h 3215359"/>
                <a:gd name="connsiteX6358" fmla="*/ 800604 w 2057605"/>
                <a:gd name="connsiteY6358" fmla="*/ 1588549 h 3215359"/>
                <a:gd name="connsiteX6359" fmla="*/ 798159 w 2057605"/>
                <a:gd name="connsiteY6359" fmla="*/ 1596316 h 3215359"/>
                <a:gd name="connsiteX6360" fmla="*/ 798159 w 2057605"/>
                <a:gd name="connsiteY6360" fmla="*/ 1598761 h 3215359"/>
                <a:gd name="connsiteX6361" fmla="*/ 792980 w 2057605"/>
                <a:gd name="connsiteY6361" fmla="*/ 1601350 h 3215359"/>
                <a:gd name="connsiteX6362" fmla="*/ 790391 w 2057605"/>
                <a:gd name="connsiteY6362" fmla="*/ 1604083 h 3215359"/>
                <a:gd name="connsiteX6363" fmla="*/ 790391 w 2057605"/>
                <a:gd name="connsiteY6363" fmla="*/ 1606529 h 3215359"/>
                <a:gd name="connsiteX6364" fmla="*/ 787946 w 2057605"/>
                <a:gd name="connsiteY6364" fmla="*/ 1606529 h 3215359"/>
                <a:gd name="connsiteX6365" fmla="*/ 787946 w 2057605"/>
                <a:gd name="connsiteY6365" fmla="*/ 1604083 h 3215359"/>
                <a:gd name="connsiteX6366" fmla="*/ 785213 w 2057605"/>
                <a:gd name="connsiteY6366" fmla="*/ 1604083 h 3215359"/>
                <a:gd name="connsiteX6367" fmla="*/ 782624 w 2057605"/>
                <a:gd name="connsiteY6367" fmla="*/ 1604083 h 3215359"/>
                <a:gd name="connsiteX6368" fmla="*/ 785213 w 2057605"/>
                <a:gd name="connsiteY6368" fmla="*/ 1606529 h 3215359"/>
                <a:gd name="connsiteX6369" fmla="*/ 787946 w 2057605"/>
                <a:gd name="connsiteY6369" fmla="*/ 1608974 h 3215359"/>
                <a:gd name="connsiteX6370" fmla="*/ 787946 w 2057605"/>
                <a:gd name="connsiteY6370" fmla="*/ 1611563 h 3215359"/>
                <a:gd name="connsiteX6371" fmla="*/ 785213 w 2057605"/>
                <a:gd name="connsiteY6371" fmla="*/ 1608974 h 3215359"/>
                <a:gd name="connsiteX6372" fmla="*/ 782624 w 2057605"/>
                <a:gd name="connsiteY6372" fmla="*/ 1608974 h 3215359"/>
                <a:gd name="connsiteX6373" fmla="*/ 787946 w 2057605"/>
                <a:gd name="connsiteY6373" fmla="*/ 1614296 h 3215359"/>
                <a:gd name="connsiteX6374" fmla="*/ 785213 w 2057605"/>
                <a:gd name="connsiteY6374" fmla="*/ 1616741 h 3215359"/>
                <a:gd name="connsiteX6375" fmla="*/ 785213 w 2057605"/>
                <a:gd name="connsiteY6375" fmla="*/ 1619186 h 3215359"/>
                <a:gd name="connsiteX6376" fmla="*/ 782624 w 2057605"/>
                <a:gd name="connsiteY6376" fmla="*/ 1614296 h 3215359"/>
                <a:gd name="connsiteX6377" fmla="*/ 782624 w 2057605"/>
                <a:gd name="connsiteY6377" fmla="*/ 1611563 h 3215359"/>
                <a:gd name="connsiteX6378" fmla="*/ 780179 w 2057605"/>
                <a:gd name="connsiteY6378" fmla="*/ 1611563 h 3215359"/>
                <a:gd name="connsiteX6379" fmla="*/ 780179 w 2057605"/>
                <a:gd name="connsiteY6379" fmla="*/ 1606529 h 3215359"/>
                <a:gd name="connsiteX6380" fmla="*/ 777734 w 2057605"/>
                <a:gd name="connsiteY6380" fmla="*/ 1604083 h 3215359"/>
                <a:gd name="connsiteX6381" fmla="*/ 775288 w 2057605"/>
                <a:gd name="connsiteY6381" fmla="*/ 1601350 h 3215359"/>
                <a:gd name="connsiteX6382" fmla="*/ 775288 w 2057605"/>
                <a:gd name="connsiteY6382" fmla="*/ 1598761 h 3215359"/>
                <a:gd name="connsiteX6383" fmla="*/ 772411 w 2057605"/>
                <a:gd name="connsiteY6383" fmla="*/ 1596316 h 3215359"/>
                <a:gd name="connsiteX6384" fmla="*/ 769966 w 2057605"/>
                <a:gd name="connsiteY6384" fmla="*/ 1591138 h 3215359"/>
                <a:gd name="connsiteX6385" fmla="*/ 767521 w 2057605"/>
                <a:gd name="connsiteY6385" fmla="*/ 1586104 h 3215359"/>
                <a:gd name="connsiteX6386" fmla="*/ 767521 w 2057605"/>
                <a:gd name="connsiteY6386" fmla="*/ 1583658 h 3215359"/>
                <a:gd name="connsiteX6387" fmla="*/ 765076 w 2057605"/>
                <a:gd name="connsiteY6387" fmla="*/ 1578336 h 3215359"/>
                <a:gd name="connsiteX6388" fmla="*/ 765076 w 2057605"/>
                <a:gd name="connsiteY6388" fmla="*/ 1575891 h 3215359"/>
                <a:gd name="connsiteX6389" fmla="*/ 762343 w 2057605"/>
                <a:gd name="connsiteY6389" fmla="*/ 1575891 h 3215359"/>
                <a:gd name="connsiteX6390" fmla="*/ 762343 w 2057605"/>
                <a:gd name="connsiteY6390" fmla="*/ 1573446 h 3215359"/>
                <a:gd name="connsiteX6391" fmla="*/ 759754 w 2057605"/>
                <a:gd name="connsiteY6391" fmla="*/ 1570713 h 3215359"/>
                <a:gd name="connsiteX6392" fmla="*/ 757309 w 2057605"/>
                <a:gd name="connsiteY6392" fmla="*/ 1570713 h 3215359"/>
                <a:gd name="connsiteX6393" fmla="*/ 757309 w 2057605"/>
                <a:gd name="connsiteY6393" fmla="*/ 1565678 h 3215359"/>
                <a:gd name="connsiteX6394" fmla="*/ 757309 w 2057605"/>
                <a:gd name="connsiteY6394" fmla="*/ 1563233 h 3215359"/>
                <a:gd name="connsiteX6395" fmla="*/ 759754 w 2057605"/>
                <a:gd name="connsiteY6395" fmla="*/ 1565678 h 3215359"/>
                <a:gd name="connsiteX6396" fmla="*/ 759754 w 2057605"/>
                <a:gd name="connsiteY6396" fmla="*/ 1563233 h 3215359"/>
                <a:gd name="connsiteX6397" fmla="*/ 757309 w 2057605"/>
                <a:gd name="connsiteY6397" fmla="*/ 1560500 h 3215359"/>
                <a:gd name="connsiteX6398" fmla="*/ 754863 w 2057605"/>
                <a:gd name="connsiteY6398" fmla="*/ 1555466 h 3215359"/>
                <a:gd name="connsiteX6399" fmla="*/ 759754 w 2057605"/>
                <a:gd name="connsiteY6399" fmla="*/ 1557911 h 3215359"/>
                <a:gd name="connsiteX6400" fmla="*/ 759754 w 2057605"/>
                <a:gd name="connsiteY6400" fmla="*/ 1555466 h 3215359"/>
                <a:gd name="connsiteX6401" fmla="*/ 757309 w 2057605"/>
                <a:gd name="connsiteY6401" fmla="*/ 1555466 h 3215359"/>
                <a:gd name="connsiteX6402" fmla="*/ 757309 w 2057605"/>
                <a:gd name="connsiteY6402" fmla="*/ 1553021 h 3215359"/>
                <a:gd name="connsiteX6403" fmla="*/ 754863 w 2057605"/>
                <a:gd name="connsiteY6403" fmla="*/ 1553021 h 3215359"/>
                <a:gd name="connsiteX6404" fmla="*/ 752130 w 2057605"/>
                <a:gd name="connsiteY6404" fmla="*/ 1550288 h 3215359"/>
                <a:gd name="connsiteX6405" fmla="*/ 752130 w 2057605"/>
                <a:gd name="connsiteY6405" fmla="*/ 1547843 h 3215359"/>
                <a:gd name="connsiteX6406" fmla="*/ 749541 w 2057605"/>
                <a:gd name="connsiteY6406" fmla="*/ 1547843 h 3215359"/>
                <a:gd name="connsiteX6407" fmla="*/ 749541 w 2057605"/>
                <a:gd name="connsiteY6407" fmla="*/ 1545253 h 3215359"/>
                <a:gd name="connsiteX6408" fmla="*/ 747096 w 2057605"/>
                <a:gd name="connsiteY6408" fmla="*/ 1542808 h 3215359"/>
                <a:gd name="connsiteX6409" fmla="*/ 747096 w 2057605"/>
                <a:gd name="connsiteY6409" fmla="*/ 1540075 h 3215359"/>
                <a:gd name="connsiteX6410" fmla="*/ 744651 w 2057605"/>
                <a:gd name="connsiteY6410" fmla="*/ 1537630 h 3215359"/>
                <a:gd name="connsiteX6411" fmla="*/ 741918 w 2057605"/>
                <a:gd name="connsiteY6411" fmla="*/ 1537630 h 3215359"/>
                <a:gd name="connsiteX6412" fmla="*/ 739329 w 2057605"/>
                <a:gd name="connsiteY6412" fmla="*/ 1532596 h 3215359"/>
                <a:gd name="connsiteX6413" fmla="*/ 736883 w 2057605"/>
                <a:gd name="connsiteY6413" fmla="*/ 1529863 h 3215359"/>
                <a:gd name="connsiteX6414" fmla="*/ 734438 w 2057605"/>
                <a:gd name="connsiteY6414" fmla="*/ 1532596 h 3215359"/>
                <a:gd name="connsiteX6415" fmla="*/ 734438 w 2057605"/>
                <a:gd name="connsiteY6415" fmla="*/ 1529863 h 3215359"/>
                <a:gd name="connsiteX6416" fmla="*/ 731705 w 2057605"/>
                <a:gd name="connsiteY6416" fmla="*/ 1529863 h 3215359"/>
                <a:gd name="connsiteX6417" fmla="*/ 726671 w 2057605"/>
                <a:gd name="connsiteY6417" fmla="*/ 1527418 h 3215359"/>
                <a:gd name="connsiteX6418" fmla="*/ 731705 w 2057605"/>
                <a:gd name="connsiteY6418" fmla="*/ 1517205 h 3215359"/>
                <a:gd name="connsiteX6419" fmla="*/ 736883 w 2057605"/>
                <a:gd name="connsiteY6419" fmla="*/ 1514616 h 3215359"/>
                <a:gd name="connsiteX6420" fmla="*/ 744651 w 2057605"/>
                <a:gd name="connsiteY6420" fmla="*/ 1499513 h 3215359"/>
                <a:gd name="connsiteX6421" fmla="*/ 754863 w 2057605"/>
                <a:gd name="connsiteY6421" fmla="*/ 1496780 h 3215359"/>
                <a:gd name="connsiteX6422" fmla="*/ 1001977 w 2057605"/>
                <a:gd name="connsiteY6422" fmla="*/ 1483978 h 3215359"/>
                <a:gd name="connsiteX6423" fmla="*/ 1007011 w 2057605"/>
                <a:gd name="connsiteY6423" fmla="*/ 1486567 h 3215359"/>
                <a:gd name="connsiteX6424" fmla="*/ 1007011 w 2057605"/>
                <a:gd name="connsiteY6424" fmla="*/ 1489300 h 3215359"/>
                <a:gd name="connsiteX6425" fmla="*/ 1004566 w 2057605"/>
                <a:gd name="connsiteY6425" fmla="*/ 1491745 h 3215359"/>
                <a:gd name="connsiteX6426" fmla="*/ 1007011 w 2057605"/>
                <a:gd name="connsiteY6426" fmla="*/ 1494191 h 3215359"/>
                <a:gd name="connsiteX6427" fmla="*/ 1007011 w 2057605"/>
                <a:gd name="connsiteY6427" fmla="*/ 1496780 h 3215359"/>
                <a:gd name="connsiteX6428" fmla="*/ 1009744 w 2057605"/>
                <a:gd name="connsiteY6428" fmla="*/ 1496780 h 3215359"/>
                <a:gd name="connsiteX6429" fmla="*/ 1009744 w 2057605"/>
                <a:gd name="connsiteY6429" fmla="*/ 1499513 h 3215359"/>
                <a:gd name="connsiteX6430" fmla="*/ 1014779 w 2057605"/>
                <a:gd name="connsiteY6430" fmla="*/ 1499513 h 3215359"/>
                <a:gd name="connsiteX6431" fmla="*/ 1017224 w 2057605"/>
                <a:gd name="connsiteY6431" fmla="*/ 1501958 h 3215359"/>
                <a:gd name="connsiteX6432" fmla="*/ 1017224 w 2057605"/>
                <a:gd name="connsiteY6432" fmla="*/ 1504403 h 3215359"/>
                <a:gd name="connsiteX6433" fmla="*/ 1019957 w 2057605"/>
                <a:gd name="connsiteY6433" fmla="*/ 1504403 h 3215359"/>
                <a:gd name="connsiteX6434" fmla="*/ 1019957 w 2057605"/>
                <a:gd name="connsiteY6434" fmla="*/ 1506992 h 3215359"/>
                <a:gd name="connsiteX6435" fmla="*/ 1022402 w 2057605"/>
                <a:gd name="connsiteY6435" fmla="*/ 1506992 h 3215359"/>
                <a:gd name="connsiteX6436" fmla="*/ 1022402 w 2057605"/>
                <a:gd name="connsiteY6436" fmla="*/ 1512170 h 3215359"/>
                <a:gd name="connsiteX6437" fmla="*/ 1027436 w 2057605"/>
                <a:gd name="connsiteY6437" fmla="*/ 1517205 h 3215359"/>
                <a:gd name="connsiteX6438" fmla="*/ 1027436 w 2057605"/>
                <a:gd name="connsiteY6438" fmla="*/ 1519938 h 3215359"/>
                <a:gd name="connsiteX6439" fmla="*/ 1030169 w 2057605"/>
                <a:gd name="connsiteY6439" fmla="*/ 1522383 h 3215359"/>
                <a:gd name="connsiteX6440" fmla="*/ 1030169 w 2057605"/>
                <a:gd name="connsiteY6440" fmla="*/ 1517205 h 3215359"/>
                <a:gd name="connsiteX6441" fmla="*/ 1032615 w 2057605"/>
                <a:gd name="connsiteY6441" fmla="*/ 1512170 h 3215359"/>
                <a:gd name="connsiteX6442" fmla="*/ 1035204 w 2057605"/>
                <a:gd name="connsiteY6442" fmla="*/ 1514616 h 3215359"/>
                <a:gd name="connsiteX6443" fmla="*/ 1042827 w 2057605"/>
                <a:gd name="connsiteY6443" fmla="*/ 1512170 h 3215359"/>
                <a:gd name="connsiteX6444" fmla="*/ 1042827 w 2057605"/>
                <a:gd name="connsiteY6444" fmla="*/ 1514616 h 3215359"/>
                <a:gd name="connsiteX6445" fmla="*/ 1045416 w 2057605"/>
                <a:gd name="connsiteY6445" fmla="*/ 1512170 h 3215359"/>
                <a:gd name="connsiteX6446" fmla="*/ 1050594 w 2057605"/>
                <a:gd name="connsiteY6446" fmla="*/ 1509725 h 3215359"/>
                <a:gd name="connsiteX6447" fmla="*/ 1063252 w 2057605"/>
                <a:gd name="connsiteY6447" fmla="*/ 1506992 h 3215359"/>
                <a:gd name="connsiteX6448" fmla="*/ 1065697 w 2057605"/>
                <a:gd name="connsiteY6448" fmla="*/ 1504403 h 3215359"/>
                <a:gd name="connsiteX6449" fmla="*/ 1068286 w 2057605"/>
                <a:gd name="connsiteY6449" fmla="*/ 1506992 h 3215359"/>
                <a:gd name="connsiteX6450" fmla="*/ 1075910 w 2057605"/>
                <a:gd name="connsiteY6450" fmla="*/ 1499513 h 3215359"/>
                <a:gd name="connsiteX6451" fmla="*/ 1078499 w 2057605"/>
                <a:gd name="connsiteY6451" fmla="*/ 1494191 h 3215359"/>
                <a:gd name="connsiteX6452" fmla="*/ 1080944 w 2057605"/>
                <a:gd name="connsiteY6452" fmla="*/ 1494191 h 3215359"/>
                <a:gd name="connsiteX6453" fmla="*/ 1083677 w 2057605"/>
                <a:gd name="connsiteY6453" fmla="*/ 1491745 h 3215359"/>
                <a:gd name="connsiteX6454" fmla="*/ 1083677 w 2057605"/>
                <a:gd name="connsiteY6454" fmla="*/ 1494191 h 3215359"/>
                <a:gd name="connsiteX6455" fmla="*/ 1083677 w 2057605"/>
                <a:gd name="connsiteY6455" fmla="*/ 1496780 h 3215359"/>
                <a:gd name="connsiteX6456" fmla="*/ 1080944 w 2057605"/>
                <a:gd name="connsiteY6456" fmla="*/ 1499513 h 3215359"/>
                <a:gd name="connsiteX6457" fmla="*/ 1088711 w 2057605"/>
                <a:gd name="connsiteY6457" fmla="*/ 1494191 h 3215359"/>
                <a:gd name="connsiteX6458" fmla="*/ 1093890 w 2057605"/>
                <a:gd name="connsiteY6458" fmla="*/ 1496780 h 3215359"/>
                <a:gd name="connsiteX6459" fmla="*/ 1093890 w 2057605"/>
                <a:gd name="connsiteY6459" fmla="*/ 1499513 h 3215359"/>
                <a:gd name="connsiteX6460" fmla="*/ 1098924 w 2057605"/>
                <a:gd name="connsiteY6460" fmla="*/ 1499513 h 3215359"/>
                <a:gd name="connsiteX6461" fmla="*/ 1104102 w 2057605"/>
                <a:gd name="connsiteY6461" fmla="*/ 1501958 h 3215359"/>
                <a:gd name="connsiteX6462" fmla="*/ 1108993 w 2057605"/>
                <a:gd name="connsiteY6462" fmla="*/ 1504403 h 3215359"/>
                <a:gd name="connsiteX6463" fmla="*/ 1111582 w 2057605"/>
                <a:gd name="connsiteY6463" fmla="*/ 1514616 h 3215359"/>
                <a:gd name="connsiteX6464" fmla="*/ 1114315 w 2057605"/>
                <a:gd name="connsiteY6464" fmla="*/ 1517205 h 3215359"/>
                <a:gd name="connsiteX6465" fmla="*/ 1114315 w 2057605"/>
                <a:gd name="connsiteY6465" fmla="*/ 1524828 h 3215359"/>
                <a:gd name="connsiteX6466" fmla="*/ 1111582 w 2057605"/>
                <a:gd name="connsiteY6466" fmla="*/ 1532595 h 3215359"/>
                <a:gd name="connsiteX6467" fmla="*/ 1108993 w 2057605"/>
                <a:gd name="connsiteY6467" fmla="*/ 1535041 h 3215359"/>
                <a:gd name="connsiteX6468" fmla="*/ 1106547 w 2057605"/>
                <a:gd name="connsiteY6468" fmla="*/ 1535041 h 3215359"/>
                <a:gd name="connsiteX6469" fmla="*/ 1106547 w 2057605"/>
                <a:gd name="connsiteY6469" fmla="*/ 1537630 h 3215359"/>
                <a:gd name="connsiteX6470" fmla="*/ 1104102 w 2057605"/>
                <a:gd name="connsiteY6470" fmla="*/ 1540075 h 3215359"/>
                <a:gd name="connsiteX6471" fmla="*/ 1098924 w 2057605"/>
                <a:gd name="connsiteY6471" fmla="*/ 1540075 h 3215359"/>
                <a:gd name="connsiteX6472" fmla="*/ 1096335 w 2057605"/>
                <a:gd name="connsiteY6472" fmla="*/ 1537630 h 3215359"/>
                <a:gd name="connsiteX6473" fmla="*/ 1091157 w 2057605"/>
                <a:gd name="connsiteY6473" fmla="*/ 1540075 h 3215359"/>
                <a:gd name="connsiteX6474" fmla="*/ 1093890 w 2057605"/>
                <a:gd name="connsiteY6474" fmla="*/ 1542808 h 3215359"/>
                <a:gd name="connsiteX6475" fmla="*/ 1093890 w 2057605"/>
                <a:gd name="connsiteY6475" fmla="*/ 1545253 h 3215359"/>
                <a:gd name="connsiteX6476" fmla="*/ 1093890 w 2057605"/>
                <a:gd name="connsiteY6476" fmla="*/ 1547842 h 3215359"/>
                <a:gd name="connsiteX6477" fmla="*/ 1091157 w 2057605"/>
                <a:gd name="connsiteY6477" fmla="*/ 1545253 h 3215359"/>
                <a:gd name="connsiteX6478" fmla="*/ 1088711 w 2057605"/>
                <a:gd name="connsiteY6478" fmla="*/ 1542808 h 3215359"/>
                <a:gd name="connsiteX6479" fmla="*/ 1086122 w 2057605"/>
                <a:gd name="connsiteY6479" fmla="*/ 1542808 h 3215359"/>
                <a:gd name="connsiteX6480" fmla="*/ 1086122 w 2057605"/>
                <a:gd name="connsiteY6480" fmla="*/ 1545253 h 3215359"/>
                <a:gd name="connsiteX6481" fmla="*/ 1088711 w 2057605"/>
                <a:gd name="connsiteY6481" fmla="*/ 1545253 h 3215359"/>
                <a:gd name="connsiteX6482" fmla="*/ 1088711 w 2057605"/>
                <a:gd name="connsiteY6482" fmla="*/ 1547842 h 3215359"/>
                <a:gd name="connsiteX6483" fmla="*/ 1086122 w 2057605"/>
                <a:gd name="connsiteY6483" fmla="*/ 1547842 h 3215359"/>
                <a:gd name="connsiteX6484" fmla="*/ 1086122 w 2057605"/>
                <a:gd name="connsiteY6484" fmla="*/ 1550287 h 3215359"/>
                <a:gd name="connsiteX6485" fmla="*/ 1088711 w 2057605"/>
                <a:gd name="connsiteY6485" fmla="*/ 1553020 h 3215359"/>
                <a:gd name="connsiteX6486" fmla="*/ 1091157 w 2057605"/>
                <a:gd name="connsiteY6486" fmla="*/ 1553020 h 3215359"/>
                <a:gd name="connsiteX6487" fmla="*/ 1093890 w 2057605"/>
                <a:gd name="connsiteY6487" fmla="*/ 1550287 h 3215359"/>
                <a:gd name="connsiteX6488" fmla="*/ 1096335 w 2057605"/>
                <a:gd name="connsiteY6488" fmla="*/ 1547842 h 3215359"/>
                <a:gd name="connsiteX6489" fmla="*/ 1096335 w 2057605"/>
                <a:gd name="connsiteY6489" fmla="*/ 1550287 h 3215359"/>
                <a:gd name="connsiteX6490" fmla="*/ 1098924 w 2057605"/>
                <a:gd name="connsiteY6490" fmla="*/ 1553020 h 3215359"/>
                <a:gd name="connsiteX6491" fmla="*/ 1101369 w 2057605"/>
                <a:gd name="connsiteY6491" fmla="*/ 1550287 h 3215359"/>
                <a:gd name="connsiteX6492" fmla="*/ 1104102 w 2057605"/>
                <a:gd name="connsiteY6492" fmla="*/ 1553020 h 3215359"/>
                <a:gd name="connsiteX6493" fmla="*/ 1106547 w 2057605"/>
                <a:gd name="connsiteY6493" fmla="*/ 1555466 h 3215359"/>
                <a:gd name="connsiteX6494" fmla="*/ 1104102 w 2057605"/>
                <a:gd name="connsiteY6494" fmla="*/ 1555466 h 3215359"/>
                <a:gd name="connsiteX6495" fmla="*/ 1101369 w 2057605"/>
                <a:gd name="connsiteY6495" fmla="*/ 1557911 h 3215359"/>
                <a:gd name="connsiteX6496" fmla="*/ 1101369 w 2057605"/>
                <a:gd name="connsiteY6496" fmla="*/ 1560500 h 3215359"/>
                <a:gd name="connsiteX6497" fmla="*/ 1104102 w 2057605"/>
                <a:gd name="connsiteY6497" fmla="*/ 1563233 h 3215359"/>
                <a:gd name="connsiteX6498" fmla="*/ 1106547 w 2057605"/>
                <a:gd name="connsiteY6498" fmla="*/ 1563233 h 3215359"/>
                <a:gd name="connsiteX6499" fmla="*/ 1104102 w 2057605"/>
                <a:gd name="connsiteY6499" fmla="*/ 1568123 h 3215359"/>
                <a:gd name="connsiteX6500" fmla="*/ 1101369 w 2057605"/>
                <a:gd name="connsiteY6500" fmla="*/ 1568123 h 3215359"/>
                <a:gd name="connsiteX6501" fmla="*/ 1101369 w 2057605"/>
                <a:gd name="connsiteY6501" fmla="*/ 1565678 h 3215359"/>
                <a:gd name="connsiteX6502" fmla="*/ 1098924 w 2057605"/>
                <a:gd name="connsiteY6502" fmla="*/ 1568123 h 3215359"/>
                <a:gd name="connsiteX6503" fmla="*/ 1091157 w 2057605"/>
                <a:gd name="connsiteY6503" fmla="*/ 1570713 h 3215359"/>
                <a:gd name="connsiteX6504" fmla="*/ 1086122 w 2057605"/>
                <a:gd name="connsiteY6504" fmla="*/ 1570713 h 3215359"/>
                <a:gd name="connsiteX6505" fmla="*/ 1086122 w 2057605"/>
                <a:gd name="connsiteY6505" fmla="*/ 1573445 h 3215359"/>
                <a:gd name="connsiteX6506" fmla="*/ 1086122 w 2057605"/>
                <a:gd name="connsiteY6506" fmla="*/ 1575891 h 3215359"/>
                <a:gd name="connsiteX6507" fmla="*/ 1083677 w 2057605"/>
                <a:gd name="connsiteY6507" fmla="*/ 1575891 h 3215359"/>
                <a:gd name="connsiteX6508" fmla="*/ 1078499 w 2057605"/>
                <a:gd name="connsiteY6508" fmla="*/ 1578336 h 3215359"/>
                <a:gd name="connsiteX6509" fmla="*/ 1078499 w 2057605"/>
                <a:gd name="connsiteY6509" fmla="*/ 1583658 h 3215359"/>
                <a:gd name="connsiteX6510" fmla="*/ 1075910 w 2057605"/>
                <a:gd name="connsiteY6510" fmla="*/ 1583658 h 3215359"/>
                <a:gd name="connsiteX6511" fmla="*/ 1073465 w 2057605"/>
                <a:gd name="connsiteY6511" fmla="*/ 1591138 h 3215359"/>
                <a:gd name="connsiteX6512" fmla="*/ 1068286 w 2057605"/>
                <a:gd name="connsiteY6512" fmla="*/ 1598761 h 3215359"/>
                <a:gd name="connsiteX6513" fmla="*/ 1065697 w 2057605"/>
                <a:gd name="connsiteY6513" fmla="*/ 1598761 h 3215359"/>
                <a:gd name="connsiteX6514" fmla="*/ 1063252 w 2057605"/>
                <a:gd name="connsiteY6514" fmla="*/ 1604083 h 3215359"/>
                <a:gd name="connsiteX6515" fmla="*/ 1063252 w 2057605"/>
                <a:gd name="connsiteY6515" fmla="*/ 1606528 h 3215359"/>
                <a:gd name="connsiteX6516" fmla="*/ 1058074 w 2057605"/>
                <a:gd name="connsiteY6516" fmla="*/ 1611563 h 3215359"/>
                <a:gd name="connsiteX6517" fmla="*/ 1055485 w 2057605"/>
                <a:gd name="connsiteY6517" fmla="*/ 1611563 h 3215359"/>
                <a:gd name="connsiteX6518" fmla="*/ 1053040 w 2057605"/>
                <a:gd name="connsiteY6518" fmla="*/ 1611563 h 3215359"/>
                <a:gd name="connsiteX6519" fmla="*/ 1053040 w 2057605"/>
                <a:gd name="connsiteY6519" fmla="*/ 1614295 h 3215359"/>
                <a:gd name="connsiteX6520" fmla="*/ 1055485 w 2057605"/>
                <a:gd name="connsiteY6520" fmla="*/ 1614295 h 3215359"/>
                <a:gd name="connsiteX6521" fmla="*/ 1055485 w 2057605"/>
                <a:gd name="connsiteY6521" fmla="*/ 1619186 h 3215359"/>
                <a:gd name="connsiteX6522" fmla="*/ 1055485 w 2057605"/>
                <a:gd name="connsiteY6522" fmla="*/ 1621775 h 3215359"/>
                <a:gd name="connsiteX6523" fmla="*/ 1055485 w 2057605"/>
                <a:gd name="connsiteY6523" fmla="*/ 1624220 h 3215359"/>
                <a:gd name="connsiteX6524" fmla="*/ 1055485 w 2057605"/>
                <a:gd name="connsiteY6524" fmla="*/ 1626953 h 3215359"/>
                <a:gd name="connsiteX6525" fmla="*/ 1055485 w 2057605"/>
                <a:gd name="connsiteY6525" fmla="*/ 1629398 h 3215359"/>
                <a:gd name="connsiteX6526" fmla="*/ 1053040 w 2057605"/>
                <a:gd name="connsiteY6526" fmla="*/ 1629398 h 3215359"/>
                <a:gd name="connsiteX6527" fmla="*/ 1055485 w 2057605"/>
                <a:gd name="connsiteY6527" fmla="*/ 1634433 h 3215359"/>
                <a:gd name="connsiteX6528" fmla="*/ 1058074 w 2057605"/>
                <a:gd name="connsiteY6528" fmla="*/ 1626953 h 3215359"/>
                <a:gd name="connsiteX6529" fmla="*/ 1058074 w 2057605"/>
                <a:gd name="connsiteY6529" fmla="*/ 1624220 h 3215359"/>
                <a:gd name="connsiteX6530" fmla="*/ 1060807 w 2057605"/>
                <a:gd name="connsiteY6530" fmla="*/ 1624220 h 3215359"/>
                <a:gd name="connsiteX6531" fmla="*/ 1060807 w 2057605"/>
                <a:gd name="connsiteY6531" fmla="*/ 1621775 h 3215359"/>
                <a:gd name="connsiteX6532" fmla="*/ 1063252 w 2057605"/>
                <a:gd name="connsiteY6532" fmla="*/ 1619186 h 3215359"/>
                <a:gd name="connsiteX6533" fmla="*/ 1068286 w 2057605"/>
                <a:gd name="connsiteY6533" fmla="*/ 1611563 h 3215359"/>
                <a:gd name="connsiteX6534" fmla="*/ 1071019 w 2057605"/>
                <a:gd name="connsiteY6534" fmla="*/ 1614295 h 3215359"/>
                <a:gd name="connsiteX6535" fmla="*/ 1078499 w 2057605"/>
                <a:gd name="connsiteY6535" fmla="*/ 1608973 h 3215359"/>
                <a:gd name="connsiteX6536" fmla="*/ 1080944 w 2057605"/>
                <a:gd name="connsiteY6536" fmla="*/ 1611563 h 3215359"/>
                <a:gd name="connsiteX6537" fmla="*/ 1086122 w 2057605"/>
                <a:gd name="connsiteY6537" fmla="*/ 1611563 h 3215359"/>
                <a:gd name="connsiteX6538" fmla="*/ 1093890 w 2057605"/>
                <a:gd name="connsiteY6538" fmla="*/ 1616741 h 3215359"/>
                <a:gd name="connsiteX6539" fmla="*/ 1096335 w 2057605"/>
                <a:gd name="connsiteY6539" fmla="*/ 1619186 h 3215359"/>
                <a:gd name="connsiteX6540" fmla="*/ 1098924 w 2057605"/>
                <a:gd name="connsiteY6540" fmla="*/ 1621775 h 3215359"/>
                <a:gd name="connsiteX6541" fmla="*/ 1101369 w 2057605"/>
                <a:gd name="connsiteY6541" fmla="*/ 1624220 h 3215359"/>
                <a:gd name="connsiteX6542" fmla="*/ 1101369 w 2057605"/>
                <a:gd name="connsiteY6542" fmla="*/ 1626953 h 3215359"/>
                <a:gd name="connsiteX6543" fmla="*/ 1101369 w 2057605"/>
                <a:gd name="connsiteY6543" fmla="*/ 1631988 h 3215359"/>
                <a:gd name="connsiteX6544" fmla="*/ 1096335 w 2057605"/>
                <a:gd name="connsiteY6544" fmla="*/ 1634433 h 3215359"/>
                <a:gd name="connsiteX6545" fmla="*/ 1101369 w 2057605"/>
                <a:gd name="connsiteY6545" fmla="*/ 1637166 h 3215359"/>
                <a:gd name="connsiteX6546" fmla="*/ 1104102 w 2057605"/>
                <a:gd name="connsiteY6546" fmla="*/ 1642056 h 3215359"/>
                <a:gd name="connsiteX6547" fmla="*/ 1104102 w 2057605"/>
                <a:gd name="connsiteY6547" fmla="*/ 1644645 h 3215359"/>
                <a:gd name="connsiteX6548" fmla="*/ 1108993 w 2057605"/>
                <a:gd name="connsiteY6548" fmla="*/ 1647378 h 3215359"/>
                <a:gd name="connsiteX6549" fmla="*/ 1108993 w 2057605"/>
                <a:gd name="connsiteY6549" fmla="*/ 1649824 h 3215359"/>
                <a:gd name="connsiteX6550" fmla="*/ 1108993 w 2057605"/>
                <a:gd name="connsiteY6550" fmla="*/ 1652413 h 3215359"/>
                <a:gd name="connsiteX6551" fmla="*/ 1108993 w 2057605"/>
                <a:gd name="connsiteY6551" fmla="*/ 1654858 h 3215359"/>
                <a:gd name="connsiteX6552" fmla="*/ 1104102 w 2057605"/>
                <a:gd name="connsiteY6552" fmla="*/ 1662481 h 3215359"/>
                <a:gd name="connsiteX6553" fmla="*/ 1104102 w 2057605"/>
                <a:gd name="connsiteY6553" fmla="*/ 1665070 h 3215359"/>
                <a:gd name="connsiteX6554" fmla="*/ 1104102 w 2057605"/>
                <a:gd name="connsiteY6554" fmla="*/ 1667803 h 3215359"/>
                <a:gd name="connsiteX6555" fmla="*/ 1101369 w 2057605"/>
                <a:gd name="connsiteY6555" fmla="*/ 1670249 h 3215359"/>
                <a:gd name="connsiteX6556" fmla="*/ 1104102 w 2057605"/>
                <a:gd name="connsiteY6556" fmla="*/ 1670249 h 3215359"/>
                <a:gd name="connsiteX6557" fmla="*/ 1106547 w 2057605"/>
                <a:gd name="connsiteY6557" fmla="*/ 1670249 h 3215359"/>
                <a:gd name="connsiteX6558" fmla="*/ 1108993 w 2057605"/>
                <a:gd name="connsiteY6558" fmla="*/ 1667803 h 3215359"/>
                <a:gd name="connsiteX6559" fmla="*/ 1108993 w 2057605"/>
                <a:gd name="connsiteY6559" fmla="*/ 1665070 h 3215359"/>
                <a:gd name="connsiteX6560" fmla="*/ 1111582 w 2057605"/>
                <a:gd name="connsiteY6560" fmla="*/ 1662481 h 3215359"/>
                <a:gd name="connsiteX6561" fmla="*/ 1114315 w 2057605"/>
                <a:gd name="connsiteY6561" fmla="*/ 1660036 h 3215359"/>
                <a:gd name="connsiteX6562" fmla="*/ 1114315 w 2057605"/>
                <a:gd name="connsiteY6562" fmla="*/ 1657591 h 3215359"/>
                <a:gd name="connsiteX6563" fmla="*/ 1121794 w 2057605"/>
                <a:gd name="connsiteY6563" fmla="*/ 1654858 h 3215359"/>
                <a:gd name="connsiteX6564" fmla="*/ 1124527 w 2057605"/>
                <a:gd name="connsiteY6564" fmla="*/ 1654858 h 3215359"/>
                <a:gd name="connsiteX6565" fmla="*/ 1126972 w 2057605"/>
                <a:gd name="connsiteY6565" fmla="*/ 1652413 h 3215359"/>
                <a:gd name="connsiteX6566" fmla="*/ 1126972 w 2057605"/>
                <a:gd name="connsiteY6566" fmla="*/ 1649824 h 3215359"/>
                <a:gd name="connsiteX6567" fmla="*/ 1129561 w 2057605"/>
                <a:gd name="connsiteY6567" fmla="*/ 1649824 h 3215359"/>
                <a:gd name="connsiteX6568" fmla="*/ 1129561 w 2057605"/>
                <a:gd name="connsiteY6568" fmla="*/ 1654858 h 3215359"/>
                <a:gd name="connsiteX6569" fmla="*/ 1126972 w 2057605"/>
                <a:gd name="connsiteY6569" fmla="*/ 1657591 h 3215359"/>
                <a:gd name="connsiteX6570" fmla="*/ 1129561 w 2057605"/>
                <a:gd name="connsiteY6570" fmla="*/ 1660036 h 3215359"/>
                <a:gd name="connsiteX6571" fmla="*/ 1132007 w 2057605"/>
                <a:gd name="connsiteY6571" fmla="*/ 1665070 h 3215359"/>
                <a:gd name="connsiteX6572" fmla="*/ 1134740 w 2057605"/>
                <a:gd name="connsiteY6572" fmla="*/ 1675283 h 3215359"/>
                <a:gd name="connsiteX6573" fmla="*/ 1134740 w 2057605"/>
                <a:gd name="connsiteY6573" fmla="*/ 1678016 h 3215359"/>
                <a:gd name="connsiteX6574" fmla="*/ 1132007 w 2057605"/>
                <a:gd name="connsiteY6574" fmla="*/ 1678016 h 3215359"/>
                <a:gd name="connsiteX6575" fmla="*/ 1132007 w 2057605"/>
                <a:gd name="connsiteY6575" fmla="*/ 1680461 h 3215359"/>
                <a:gd name="connsiteX6576" fmla="*/ 1134740 w 2057605"/>
                <a:gd name="connsiteY6576" fmla="*/ 1680461 h 3215359"/>
                <a:gd name="connsiteX6577" fmla="*/ 1137185 w 2057605"/>
                <a:gd name="connsiteY6577" fmla="*/ 1682906 h 3215359"/>
                <a:gd name="connsiteX6578" fmla="*/ 1139630 w 2057605"/>
                <a:gd name="connsiteY6578" fmla="*/ 1695708 h 3215359"/>
                <a:gd name="connsiteX6579" fmla="*/ 1137185 w 2057605"/>
                <a:gd name="connsiteY6579" fmla="*/ 1695708 h 3215359"/>
                <a:gd name="connsiteX6580" fmla="*/ 1134740 w 2057605"/>
                <a:gd name="connsiteY6580" fmla="*/ 1695708 h 3215359"/>
                <a:gd name="connsiteX6581" fmla="*/ 1132007 w 2057605"/>
                <a:gd name="connsiteY6581" fmla="*/ 1700886 h 3215359"/>
                <a:gd name="connsiteX6582" fmla="*/ 1132007 w 2057605"/>
                <a:gd name="connsiteY6582" fmla="*/ 1703331 h 3215359"/>
                <a:gd name="connsiteX6583" fmla="*/ 1129561 w 2057605"/>
                <a:gd name="connsiteY6583" fmla="*/ 1703331 h 3215359"/>
                <a:gd name="connsiteX6584" fmla="*/ 1126972 w 2057605"/>
                <a:gd name="connsiteY6584" fmla="*/ 1705920 h 3215359"/>
                <a:gd name="connsiteX6585" fmla="*/ 1124527 w 2057605"/>
                <a:gd name="connsiteY6585" fmla="*/ 1705920 h 3215359"/>
                <a:gd name="connsiteX6586" fmla="*/ 1124527 w 2057605"/>
                <a:gd name="connsiteY6586" fmla="*/ 1708366 h 3215359"/>
                <a:gd name="connsiteX6587" fmla="*/ 1121794 w 2057605"/>
                <a:gd name="connsiteY6587" fmla="*/ 1708366 h 3215359"/>
                <a:gd name="connsiteX6588" fmla="*/ 1119349 w 2057605"/>
                <a:gd name="connsiteY6588" fmla="*/ 1708366 h 3215359"/>
                <a:gd name="connsiteX6589" fmla="*/ 1116760 w 2057605"/>
                <a:gd name="connsiteY6589" fmla="*/ 1705920 h 3215359"/>
                <a:gd name="connsiteX6590" fmla="*/ 1116760 w 2057605"/>
                <a:gd name="connsiteY6590" fmla="*/ 1708366 h 3215359"/>
                <a:gd name="connsiteX6591" fmla="*/ 1121794 w 2057605"/>
                <a:gd name="connsiteY6591" fmla="*/ 1711099 h 3215359"/>
                <a:gd name="connsiteX6592" fmla="*/ 1124527 w 2057605"/>
                <a:gd name="connsiteY6592" fmla="*/ 1711099 h 3215359"/>
                <a:gd name="connsiteX6593" fmla="*/ 1124527 w 2057605"/>
                <a:gd name="connsiteY6593" fmla="*/ 1713544 h 3215359"/>
                <a:gd name="connsiteX6594" fmla="*/ 1129561 w 2057605"/>
                <a:gd name="connsiteY6594" fmla="*/ 1713544 h 3215359"/>
                <a:gd name="connsiteX6595" fmla="*/ 1129561 w 2057605"/>
                <a:gd name="connsiteY6595" fmla="*/ 1715989 h 3215359"/>
                <a:gd name="connsiteX6596" fmla="*/ 1126972 w 2057605"/>
                <a:gd name="connsiteY6596" fmla="*/ 1718578 h 3215359"/>
                <a:gd name="connsiteX6597" fmla="*/ 1126972 w 2057605"/>
                <a:gd name="connsiteY6597" fmla="*/ 1721311 h 3215359"/>
                <a:gd name="connsiteX6598" fmla="*/ 1129561 w 2057605"/>
                <a:gd name="connsiteY6598" fmla="*/ 1718578 h 3215359"/>
                <a:gd name="connsiteX6599" fmla="*/ 1129561 w 2057605"/>
                <a:gd name="connsiteY6599" fmla="*/ 1726345 h 3215359"/>
                <a:gd name="connsiteX6600" fmla="*/ 1129561 w 2057605"/>
                <a:gd name="connsiteY6600" fmla="*/ 1731524 h 3215359"/>
                <a:gd name="connsiteX6601" fmla="*/ 1132007 w 2057605"/>
                <a:gd name="connsiteY6601" fmla="*/ 1736414 h 3215359"/>
                <a:gd name="connsiteX6602" fmla="*/ 1129561 w 2057605"/>
                <a:gd name="connsiteY6602" fmla="*/ 1739003 h 3215359"/>
                <a:gd name="connsiteX6603" fmla="*/ 1129561 w 2057605"/>
                <a:gd name="connsiteY6603" fmla="*/ 1741736 h 3215359"/>
                <a:gd name="connsiteX6604" fmla="*/ 1121794 w 2057605"/>
                <a:gd name="connsiteY6604" fmla="*/ 1741736 h 3215359"/>
                <a:gd name="connsiteX6605" fmla="*/ 1116760 w 2057605"/>
                <a:gd name="connsiteY6605" fmla="*/ 1744181 h 3215359"/>
                <a:gd name="connsiteX6606" fmla="*/ 1114315 w 2057605"/>
                <a:gd name="connsiteY6606" fmla="*/ 1746627 h 3215359"/>
                <a:gd name="connsiteX6607" fmla="*/ 1119349 w 2057605"/>
                <a:gd name="connsiteY6607" fmla="*/ 1746627 h 3215359"/>
                <a:gd name="connsiteX6608" fmla="*/ 1121794 w 2057605"/>
                <a:gd name="connsiteY6608" fmla="*/ 1746627 h 3215359"/>
                <a:gd name="connsiteX6609" fmla="*/ 1124527 w 2057605"/>
                <a:gd name="connsiteY6609" fmla="*/ 1746627 h 3215359"/>
                <a:gd name="connsiteX6610" fmla="*/ 1126972 w 2057605"/>
                <a:gd name="connsiteY6610" fmla="*/ 1746627 h 3215359"/>
                <a:gd name="connsiteX6611" fmla="*/ 1126972 w 2057605"/>
                <a:gd name="connsiteY6611" fmla="*/ 1744181 h 3215359"/>
                <a:gd name="connsiteX6612" fmla="*/ 1129561 w 2057605"/>
                <a:gd name="connsiteY6612" fmla="*/ 1744181 h 3215359"/>
                <a:gd name="connsiteX6613" fmla="*/ 1132007 w 2057605"/>
                <a:gd name="connsiteY6613" fmla="*/ 1744181 h 3215359"/>
                <a:gd name="connsiteX6614" fmla="*/ 1132007 w 2057605"/>
                <a:gd name="connsiteY6614" fmla="*/ 1749216 h 3215359"/>
                <a:gd name="connsiteX6615" fmla="*/ 1132007 w 2057605"/>
                <a:gd name="connsiteY6615" fmla="*/ 1751949 h 3215359"/>
                <a:gd name="connsiteX6616" fmla="*/ 1129561 w 2057605"/>
                <a:gd name="connsiteY6616" fmla="*/ 1754394 h 3215359"/>
                <a:gd name="connsiteX6617" fmla="*/ 1129561 w 2057605"/>
                <a:gd name="connsiteY6617" fmla="*/ 1756839 h 3215359"/>
                <a:gd name="connsiteX6618" fmla="*/ 1126972 w 2057605"/>
                <a:gd name="connsiteY6618" fmla="*/ 1756839 h 3215359"/>
                <a:gd name="connsiteX6619" fmla="*/ 1124527 w 2057605"/>
                <a:gd name="connsiteY6619" fmla="*/ 1756839 h 3215359"/>
                <a:gd name="connsiteX6620" fmla="*/ 1121794 w 2057605"/>
                <a:gd name="connsiteY6620" fmla="*/ 1759428 h 3215359"/>
                <a:gd name="connsiteX6621" fmla="*/ 1119349 w 2057605"/>
                <a:gd name="connsiteY6621" fmla="*/ 1762161 h 3215359"/>
                <a:gd name="connsiteX6622" fmla="*/ 1121794 w 2057605"/>
                <a:gd name="connsiteY6622" fmla="*/ 1762161 h 3215359"/>
                <a:gd name="connsiteX6623" fmla="*/ 1126972 w 2057605"/>
                <a:gd name="connsiteY6623" fmla="*/ 1759428 h 3215359"/>
                <a:gd name="connsiteX6624" fmla="*/ 1129561 w 2057605"/>
                <a:gd name="connsiteY6624" fmla="*/ 1759428 h 3215359"/>
                <a:gd name="connsiteX6625" fmla="*/ 1129561 w 2057605"/>
                <a:gd name="connsiteY6625" fmla="*/ 1764606 h 3215359"/>
                <a:gd name="connsiteX6626" fmla="*/ 1129561 w 2057605"/>
                <a:gd name="connsiteY6626" fmla="*/ 1767052 h 3215359"/>
                <a:gd name="connsiteX6627" fmla="*/ 1129561 w 2057605"/>
                <a:gd name="connsiteY6627" fmla="*/ 1769641 h 3215359"/>
                <a:gd name="connsiteX6628" fmla="*/ 1126972 w 2057605"/>
                <a:gd name="connsiteY6628" fmla="*/ 1772374 h 3215359"/>
                <a:gd name="connsiteX6629" fmla="*/ 1126972 w 2057605"/>
                <a:gd name="connsiteY6629" fmla="*/ 1774819 h 3215359"/>
                <a:gd name="connsiteX6630" fmla="*/ 1119349 w 2057605"/>
                <a:gd name="connsiteY6630" fmla="*/ 1777264 h 3215359"/>
                <a:gd name="connsiteX6631" fmla="*/ 1119349 w 2057605"/>
                <a:gd name="connsiteY6631" fmla="*/ 1774819 h 3215359"/>
                <a:gd name="connsiteX6632" fmla="*/ 1119349 w 2057605"/>
                <a:gd name="connsiteY6632" fmla="*/ 1772374 h 3215359"/>
                <a:gd name="connsiteX6633" fmla="*/ 1121794 w 2057605"/>
                <a:gd name="connsiteY6633" fmla="*/ 1769641 h 3215359"/>
                <a:gd name="connsiteX6634" fmla="*/ 1119349 w 2057605"/>
                <a:gd name="connsiteY6634" fmla="*/ 1769641 h 3215359"/>
                <a:gd name="connsiteX6635" fmla="*/ 1116760 w 2057605"/>
                <a:gd name="connsiteY6635" fmla="*/ 1772374 h 3215359"/>
                <a:gd name="connsiteX6636" fmla="*/ 1116760 w 2057605"/>
                <a:gd name="connsiteY6636" fmla="*/ 1774819 h 3215359"/>
                <a:gd name="connsiteX6637" fmla="*/ 1111582 w 2057605"/>
                <a:gd name="connsiteY6637" fmla="*/ 1774819 h 3215359"/>
                <a:gd name="connsiteX6638" fmla="*/ 1111582 w 2057605"/>
                <a:gd name="connsiteY6638" fmla="*/ 1777264 h 3215359"/>
                <a:gd name="connsiteX6639" fmla="*/ 1108993 w 2057605"/>
                <a:gd name="connsiteY6639" fmla="*/ 1779853 h 3215359"/>
                <a:gd name="connsiteX6640" fmla="*/ 1108993 w 2057605"/>
                <a:gd name="connsiteY6640" fmla="*/ 1782586 h 3215359"/>
                <a:gd name="connsiteX6641" fmla="*/ 1106547 w 2057605"/>
                <a:gd name="connsiteY6641" fmla="*/ 1787477 h 3215359"/>
                <a:gd name="connsiteX6642" fmla="*/ 1104102 w 2057605"/>
                <a:gd name="connsiteY6642" fmla="*/ 1790066 h 3215359"/>
                <a:gd name="connsiteX6643" fmla="*/ 1101369 w 2057605"/>
                <a:gd name="connsiteY6643" fmla="*/ 1792511 h 3215359"/>
                <a:gd name="connsiteX6644" fmla="*/ 1098924 w 2057605"/>
                <a:gd name="connsiteY6644" fmla="*/ 1795244 h 3215359"/>
                <a:gd name="connsiteX6645" fmla="*/ 1093890 w 2057605"/>
                <a:gd name="connsiteY6645" fmla="*/ 1797689 h 3215359"/>
                <a:gd name="connsiteX6646" fmla="*/ 1088711 w 2057605"/>
                <a:gd name="connsiteY6646" fmla="*/ 1800278 h 3215359"/>
                <a:gd name="connsiteX6647" fmla="*/ 1086122 w 2057605"/>
                <a:gd name="connsiteY6647" fmla="*/ 1797689 h 3215359"/>
                <a:gd name="connsiteX6648" fmla="*/ 1083677 w 2057605"/>
                <a:gd name="connsiteY6648" fmla="*/ 1797689 h 3215359"/>
                <a:gd name="connsiteX6649" fmla="*/ 1080944 w 2057605"/>
                <a:gd name="connsiteY6649" fmla="*/ 1797689 h 3215359"/>
                <a:gd name="connsiteX6650" fmla="*/ 1078499 w 2057605"/>
                <a:gd name="connsiteY6650" fmla="*/ 1797689 h 3215359"/>
                <a:gd name="connsiteX6651" fmla="*/ 1078499 w 2057605"/>
                <a:gd name="connsiteY6651" fmla="*/ 1795244 h 3215359"/>
                <a:gd name="connsiteX6652" fmla="*/ 1073465 w 2057605"/>
                <a:gd name="connsiteY6652" fmla="*/ 1795244 h 3215359"/>
                <a:gd name="connsiteX6653" fmla="*/ 1068286 w 2057605"/>
                <a:gd name="connsiteY6653" fmla="*/ 1792511 h 3215359"/>
                <a:gd name="connsiteX6654" fmla="*/ 1063252 w 2057605"/>
                <a:gd name="connsiteY6654" fmla="*/ 1795244 h 3215359"/>
                <a:gd name="connsiteX6655" fmla="*/ 1060807 w 2057605"/>
                <a:gd name="connsiteY6655" fmla="*/ 1795244 h 3215359"/>
                <a:gd name="connsiteX6656" fmla="*/ 1055485 w 2057605"/>
                <a:gd name="connsiteY6656" fmla="*/ 1790066 h 3215359"/>
                <a:gd name="connsiteX6657" fmla="*/ 1053040 w 2057605"/>
                <a:gd name="connsiteY6657" fmla="*/ 1782586 h 3215359"/>
                <a:gd name="connsiteX6658" fmla="*/ 1053040 w 2057605"/>
                <a:gd name="connsiteY6658" fmla="*/ 1777264 h 3215359"/>
                <a:gd name="connsiteX6659" fmla="*/ 1053040 w 2057605"/>
                <a:gd name="connsiteY6659" fmla="*/ 1774819 h 3215359"/>
                <a:gd name="connsiteX6660" fmla="*/ 1055485 w 2057605"/>
                <a:gd name="connsiteY6660" fmla="*/ 1772374 h 3215359"/>
                <a:gd name="connsiteX6661" fmla="*/ 1058074 w 2057605"/>
                <a:gd name="connsiteY6661" fmla="*/ 1767052 h 3215359"/>
                <a:gd name="connsiteX6662" fmla="*/ 1058074 w 2057605"/>
                <a:gd name="connsiteY6662" fmla="*/ 1764606 h 3215359"/>
                <a:gd name="connsiteX6663" fmla="*/ 1055485 w 2057605"/>
                <a:gd name="connsiteY6663" fmla="*/ 1767052 h 3215359"/>
                <a:gd name="connsiteX6664" fmla="*/ 1055485 w 2057605"/>
                <a:gd name="connsiteY6664" fmla="*/ 1769641 h 3215359"/>
                <a:gd name="connsiteX6665" fmla="*/ 1053040 w 2057605"/>
                <a:gd name="connsiteY6665" fmla="*/ 1769641 h 3215359"/>
                <a:gd name="connsiteX6666" fmla="*/ 1050594 w 2057605"/>
                <a:gd name="connsiteY6666" fmla="*/ 1772374 h 3215359"/>
                <a:gd name="connsiteX6667" fmla="*/ 1047861 w 2057605"/>
                <a:gd name="connsiteY6667" fmla="*/ 1779853 h 3215359"/>
                <a:gd name="connsiteX6668" fmla="*/ 1047861 w 2057605"/>
                <a:gd name="connsiteY6668" fmla="*/ 1785031 h 3215359"/>
                <a:gd name="connsiteX6669" fmla="*/ 1050594 w 2057605"/>
                <a:gd name="connsiteY6669" fmla="*/ 1787477 h 3215359"/>
                <a:gd name="connsiteX6670" fmla="*/ 1053040 w 2057605"/>
                <a:gd name="connsiteY6670" fmla="*/ 1795244 h 3215359"/>
                <a:gd name="connsiteX6671" fmla="*/ 1055485 w 2057605"/>
                <a:gd name="connsiteY6671" fmla="*/ 1797689 h 3215359"/>
                <a:gd name="connsiteX6672" fmla="*/ 1055485 w 2057605"/>
                <a:gd name="connsiteY6672" fmla="*/ 1800278 h 3215359"/>
                <a:gd name="connsiteX6673" fmla="*/ 1058074 w 2057605"/>
                <a:gd name="connsiteY6673" fmla="*/ 1802724 h 3215359"/>
                <a:gd name="connsiteX6674" fmla="*/ 1060807 w 2057605"/>
                <a:gd name="connsiteY6674" fmla="*/ 1802724 h 3215359"/>
                <a:gd name="connsiteX6675" fmla="*/ 1060807 w 2057605"/>
                <a:gd name="connsiteY6675" fmla="*/ 1807902 h 3215359"/>
                <a:gd name="connsiteX6676" fmla="*/ 1060807 w 2057605"/>
                <a:gd name="connsiteY6676" fmla="*/ 1810347 h 3215359"/>
                <a:gd name="connsiteX6677" fmla="*/ 1063252 w 2057605"/>
                <a:gd name="connsiteY6677" fmla="*/ 1807902 h 3215359"/>
                <a:gd name="connsiteX6678" fmla="*/ 1063252 w 2057605"/>
                <a:gd name="connsiteY6678" fmla="*/ 1810347 h 3215359"/>
                <a:gd name="connsiteX6679" fmla="*/ 1065697 w 2057605"/>
                <a:gd name="connsiteY6679" fmla="*/ 1807902 h 3215359"/>
                <a:gd name="connsiteX6680" fmla="*/ 1065697 w 2057605"/>
                <a:gd name="connsiteY6680" fmla="*/ 1810347 h 3215359"/>
                <a:gd name="connsiteX6681" fmla="*/ 1065697 w 2057605"/>
                <a:gd name="connsiteY6681" fmla="*/ 1812936 h 3215359"/>
                <a:gd name="connsiteX6682" fmla="*/ 1063252 w 2057605"/>
                <a:gd name="connsiteY6682" fmla="*/ 1812936 h 3215359"/>
                <a:gd name="connsiteX6683" fmla="*/ 1063252 w 2057605"/>
                <a:gd name="connsiteY6683" fmla="*/ 1815669 h 3215359"/>
                <a:gd name="connsiteX6684" fmla="*/ 1058074 w 2057605"/>
                <a:gd name="connsiteY6684" fmla="*/ 1823149 h 3215359"/>
                <a:gd name="connsiteX6685" fmla="*/ 1058074 w 2057605"/>
                <a:gd name="connsiteY6685" fmla="*/ 1825881 h 3215359"/>
                <a:gd name="connsiteX6686" fmla="*/ 1053040 w 2057605"/>
                <a:gd name="connsiteY6686" fmla="*/ 1828327 h 3215359"/>
                <a:gd name="connsiteX6687" fmla="*/ 1047861 w 2057605"/>
                <a:gd name="connsiteY6687" fmla="*/ 1838539 h 3215359"/>
                <a:gd name="connsiteX6688" fmla="*/ 1045416 w 2057605"/>
                <a:gd name="connsiteY6688" fmla="*/ 1838539 h 3215359"/>
                <a:gd name="connsiteX6689" fmla="*/ 1045416 w 2057605"/>
                <a:gd name="connsiteY6689" fmla="*/ 1840985 h 3215359"/>
                <a:gd name="connsiteX6690" fmla="*/ 1040382 w 2057605"/>
                <a:gd name="connsiteY6690" fmla="*/ 1840985 h 3215359"/>
                <a:gd name="connsiteX6691" fmla="*/ 1037649 w 2057605"/>
                <a:gd name="connsiteY6691" fmla="*/ 1838539 h 3215359"/>
                <a:gd name="connsiteX6692" fmla="*/ 1037649 w 2057605"/>
                <a:gd name="connsiteY6692" fmla="*/ 1840985 h 3215359"/>
                <a:gd name="connsiteX6693" fmla="*/ 1037649 w 2057605"/>
                <a:gd name="connsiteY6693" fmla="*/ 1843574 h 3215359"/>
                <a:gd name="connsiteX6694" fmla="*/ 1035204 w 2057605"/>
                <a:gd name="connsiteY6694" fmla="*/ 1840985 h 3215359"/>
                <a:gd name="connsiteX6695" fmla="*/ 1032615 w 2057605"/>
                <a:gd name="connsiteY6695" fmla="*/ 1838539 h 3215359"/>
                <a:gd name="connsiteX6696" fmla="*/ 1027436 w 2057605"/>
                <a:gd name="connsiteY6696" fmla="*/ 1828327 h 3215359"/>
                <a:gd name="connsiteX6697" fmla="*/ 1024847 w 2057605"/>
                <a:gd name="connsiteY6697" fmla="*/ 1828327 h 3215359"/>
                <a:gd name="connsiteX6698" fmla="*/ 1022402 w 2057605"/>
                <a:gd name="connsiteY6698" fmla="*/ 1830772 h 3215359"/>
                <a:gd name="connsiteX6699" fmla="*/ 1014779 w 2057605"/>
                <a:gd name="connsiteY6699" fmla="*/ 1830772 h 3215359"/>
                <a:gd name="connsiteX6700" fmla="*/ 1009744 w 2057605"/>
                <a:gd name="connsiteY6700" fmla="*/ 1810347 h 3215359"/>
                <a:gd name="connsiteX6701" fmla="*/ 1009744 w 2057605"/>
                <a:gd name="connsiteY6701" fmla="*/ 1807902 h 3215359"/>
                <a:gd name="connsiteX6702" fmla="*/ 1012189 w 2057605"/>
                <a:gd name="connsiteY6702" fmla="*/ 1805456 h 3215359"/>
                <a:gd name="connsiteX6703" fmla="*/ 1012189 w 2057605"/>
                <a:gd name="connsiteY6703" fmla="*/ 1802724 h 3215359"/>
                <a:gd name="connsiteX6704" fmla="*/ 1009744 w 2057605"/>
                <a:gd name="connsiteY6704" fmla="*/ 1800278 h 3215359"/>
                <a:gd name="connsiteX6705" fmla="*/ 1007011 w 2057605"/>
                <a:gd name="connsiteY6705" fmla="*/ 1800278 h 3215359"/>
                <a:gd name="connsiteX6706" fmla="*/ 1001977 w 2057605"/>
                <a:gd name="connsiteY6706" fmla="*/ 1797689 h 3215359"/>
                <a:gd name="connsiteX6707" fmla="*/ 1001977 w 2057605"/>
                <a:gd name="connsiteY6707" fmla="*/ 1790066 h 3215359"/>
                <a:gd name="connsiteX6708" fmla="*/ 999532 w 2057605"/>
                <a:gd name="connsiteY6708" fmla="*/ 1782586 h 3215359"/>
                <a:gd name="connsiteX6709" fmla="*/ 999532 w 2057605"/>
                <a:gd name="connsiteY6709" fmla="*/ 1779853 h 3215359"/>
                <a:gd name="connsiteX6710" fmla="*/ 999532 w 2057605"/>
                <a:gd name="connsiteY6710" fmla="*/ 1777264 h 3215359"/>
                <a:gd name="connsiteX6711" fmla="*/ 997087 w 2057605"/>
                <a:gd name="connsiteY6711" fmla="*/ 1777264 h 3215359"/>
                <a:gd name="connsiteX6712" fmla="*/ 997087 w 2057605"/>
                <a:gd name="connsiteY6712" fmla="*/ 1774819 h 3215359"/>
                <a:gd name="connsiteX6713" fmla="*/ 994354 w 2057605"/>
                <a:gd name="connsiteY6713" fmla="*/ 1774819 h 3215359"/>
                <a:gd name="connsiteX6714" fmla="*/ 994354 w 2057605"/>
                <a:gd name="connsiteY6714" fmla="*/ 1764606 h 3215359"/>
                <a:gd name="connsiteX6715" fmla="*/ 989319 w 2057605"/>
                <a:gd name="connsiteY6715" fmla="*/ 1764606 h 3215359"/>
                <a:gd name="connsiteX6716" fmla="*/ 986874 w 2057605"/>
                <a:gd name="connsiteY6716" fmla="*/ 1764606 h 3215359"/>
                <a:gd name="connsiteX6717" fmla="*/ 984141 w 2057605"/>
                <a:gd name="connsiteY6717" fmla="*/ 1764606 h 3215359"/>
                <a:gd name="connsiteX6718" fmla="*/ 981552 w 2057605"/>
                <a:gd name="connsiteY6718" fmla="*/ 1754394 h 3215359"/>
                <a:gd name="connsiteX6719" fmla="*/ 973929 w 2057605"/>
                <a:gd name="connsiteY6719" fmla="*/ 1749216 h 3215359"/>
                <a:gd name="connsiteX6720" fmla="*/ 973929 w 2057605"/>
                <a:gd name="connsiteY6720" fmla="*/ 1746627 h 3215359"/>
                <a:gd name="connsiteX6721" fmla="*/ 973929 w 2057605"/>
                <a:gd name="connsiteY6721" fmla="*/ 1741736 h 3215359"/>
                <a:gd name="connsiteX6722" fmla="*/ 968894 w 2057605"/>
                <a:gd name="connsiteY6722" fmla="*/ 1739003 h 3215359"/>
                <a:gd name="connsiteX6723" fmla="*/ 968894 w 2057605"/>
                <a:gd name="connsiteY6723" fmla="*/ 1736414 h 3215359"/>
                <a:gd name="connsiteX6724" fmla="*/ 968894 w 2057605"/>
                <a:gd name="connsiteY6724" fmla="*/ 1733969 h 3215359"/>
                <a:gd name="connsiteX6725" fmla="*/ 968894 w 2057605"/>
                <a:gd name="connsiteY6725" fmla="*/ 1731524 h 3215359"/>
                <a:gd name="connsiteX6726" fmla="*/ 966449 w 2057605"/>
                <a:gd name="connsiteY6726" fmla="*/ 1731524 h 3215359"/>
                <a:gd name="connsiteX6727" fmla="*/ 966449 w 2057605"/>
                <a:gd name="connsiteY6727" fmla="*/ 1728791 h 3215359"/>
                <a:gd name="connsiteX6728" fmla="*/ 968894 w 2057605"/>
                <a:gd name="connsiteY6728" fmla="*/ 1728791 h 3215359"/>
                <a:gd name="connsiteX6729" fmla="*/ 963716 w 2057605"/>
                <a:gd name="connsiteY6729" fmla="*/ 1726345 h 3215359"/>
                <a:gd name="connsiteX6730" fmla="*/ 961127 w 2057605"/>
                <a:gd name="connsiteY6730" fmla="*/ 1721311 h 3215359"/>
                <a:gd name="connsiteX6731" fmla="*/ 956236 w 2057605"/>
                <a:gd name="connsiteY6731" fmla="*/ 1718578 h 3215359"/>
                <a:gd name="connsiteX6732" fmla="*/ 953504 w 2057605"/>
                <a:gd name="connsiteY6732" fmla="*/ 1718578 h 3215359"/>
                <a:gd name="connsiteX6733" fmla="*/ 953504 w 2057605"/>
                <a:gd name="connsiteY6733" fmla="*/ 1715989 h 3215359"/>
                <a:gd name="connsiteX6734" fmla="*/ 951058 w 2057605"/>
                <a:gd name="connsiteY6734" fmla="*/ 1718578 h 3215359"/>
                <a:gd name="connsiteX6735" fmla="*/ 951058 w 2057605"/>
                <a:gd name="connsiteY6735" fmla="*/ 1721311 h 3215359"/>
                <a:gd name="connsiteX6736" fmla="*/ 951058 w 2057605"/>
                <a:gd name="connsiteY6736" fmla="*/ 1723756 h 3215359"/>
                <a:gd name="connsiteX6737" fmla="*/ 948469 w 2057605"/>
                <a:gd name="connsiteY6737" fmla="*/ 1715989 h 3215359"/>
                <a:gd name="connsiteX6738" fmla="*/ 946024 w 2057605"/>
                <a:gd name="connsiteY6738" fmla="*/ 1715989 h 3215359"/>
                <a:gd name="connsiteX6739" fmla="*/ 946024 w 2057605"/>
                <a:gd name="connsiteY6739" fmla="*/ 1713544 h 3215359"/>
                <a:gd name="connsiteX6740" fmla="*/ 946024 w 2057605"/>
                <a:gd name="connsiteY6740" fmla="*/ 1711099 h 3215359"/>
                <a:gd name="connsiteX6741" fmla="*/ 943291 w 2057605"/>
                <a:gd name="connsiteY6741" fmla="*/ 1708366 h 3215359"/>
                <a:gd name="connsiteX6742" fmla="*/ 946024 w 2057605"/>
                <a:gd name="connsiteY6742" fmla="*/ 1708366 h 3215359"/>
                <a:gd name="connsiteX6743" fmla="*/ 946024 w 2057605"/>
                <a:gd name="connsiteY6743" fmla="*/ 1705920 h 3215359"/>
                <a:gd name="connsiteX6744" fmla="*/ 943291 w 2057605"/>
                <a:gd name="connsiteY6744" fmla="*/ 1705920 h 3215359"/>
                <a:gd name="connsiteX6745" fmla="*/ 940846 w 2057605"/>
                <a:gd name="connsiteY6745" fmla="*/ 1698441 h 3215359"/>
                <a:gd name="connsiteX6746" fmla="*/ 938257 w 2057605"/>
                <a:gd name="connsiteY6746" fmla="*/ 1698441 h 3215359"/>
                <a:gd name="connsiteX6747" fmla="*/ 938257 w 2057605"/>
                <a:gd name="connsiteY6747" fmla="*/ 1700886 h 3215359"/>
                <a:gd name="connsiteX6748" fmla="*/ 935811 w 2057605"/>
                <a:gd name="connsiteY6748" fmla="*/ 1700886 h 3215359"/>
                <a:gd name="connsiteX6749" fmla="*/ 935811 w 2057605"/>
                <a:gd name="connsiteY6749" fmla="*/ 1703331 h 3215359"/>
                <a:gd name="connsiteX6750" fmla="*/ 933078 w 2057605"/>
                <a:gd name="connsiteY6750" fmla="*/ 1703331 h 3215359"/>
                <a:gd name="connsiteX6751" fmla="*/ 933078 w 2057605"/>
                <a:gd name="connsiteY6751" fmla="*/ 1708366 h 3215359"/>
                <a:gd name="connsiteX6752" fmla="*/ 933078 w 2057605"/>
                <a:gd name="connsiteY6752" fmla="*/ 1711099 h 3215359"/>
                <a:gd name="connsiteX6753" fmla="*/ 930633 w 2057605"/>
                <a:gd name="connsiteY6753" fmla="*/ 1711099 h 3215359"/>
                <a:gd name="connsiteX6754" fmla="*/ 928044 w 2057605"/>
                <a:gd name="connsiteY6754" fmla="*/ 1711099 h 3215359"/>
                <a:gd name="connsiteX6755" fmla="*/ 930633 w 2057605"/>
                <a:gd name="connsiteY6755" fmla="*/ 1708366 h 3215359"/>
                <a:gd name="connsiteX6756" fmla="*/ 928044 w 2057605"/>
                <a:gd name="connsiteY6756" fmla="*/ 1708366 h 3215359"/>
                <a:gd name="connsiteX6757" fmla="*/ 928044 w 2057605"/>
                <a:gd name="connsiteY6757" fmla="*/ 1705920 h 3215359"/>
                <a:gd name="connsiteX6758" fmla="*/ 925599 w 2057605"/>
                <a:gd name="connsiteY6758" fmla="*/ 1705920 h 3215359"/>
                <a:gd name="connsiteX6759" fmla="*/ 923154 w 2057605"/>
                <a:gd name="connsiteY6759" fmla="*/ 1703331 h 3215359"/>
                <a:gd name="connsiteX6760" fmla="*/ 920421 w 2057605"/>
                <a:gd name="connsiteY6760" fmla="*/ 1703331 h 3215359"/>
                <a:gd name="connsiteX6761" fmla="*/ 915386 w 2057605"/>
                <a:gd name="connsiteY6761" fmla="*/ 1703331 h 3215359"/>
                <a:gd name="connsiteX6762" fmla="*/ 917832 w 2057605"/>
                <a:gd name="connsiteY6762" fmla="*/ 1700886 h 3215359"/>
                <a:gd name="connsiteX6763" fmla="*/ 912941 w 2057605"/>
                <a:gd name="connsiteY6763" fmla="*/ 1695708 h 3215359"/>
                <a:gd name="connsiteX6764" fmla="*/ 912941 w 2057605"/>
                <a:gd name="connsiteY6764" fmla="*/ 1693119 h 3215359"/>
                <a:gd name="connsiteX6765" fmla="*/ 912941 w 2057605"/>
                <a:gd name="connsiteY6765" fmla="*/ 1690674 h 3215359"/>
                <a:gd name="connsiteX6766" fmla="*/ 915386 w 2057605"/>
                <a:gd name="connsiteY6766" fmla="*/ 1690674 h 3215359"/>
                <a:gd name="connsiteX6767" fmla="*/ 917832 w 2057605"/>
                <a:gd name="connsiteY6767" fmla="*/ 1690674 h 3215359"/>
                <a:gd name="connsiteX6768" fmla="*/ 915386 w 2057605"/>
                <a:gd name="connsiteY6768" fmla="*/ 1685495 h 3215359"/>
                <a:gd name="connsiteX6769" fmla="*/ 915386 w 2057605"/>
                <a:gd name="connsiteY6769" fmla="*/ 1688228 h 3215359"/>
                <a:gd name="connsiteX6770" fmla="*/ 912941 w 2057605"/>
                <a:gd name="connsiteY6770" fmla="*/ 1688228 h 3215359"/>
                <a:gd name="connsiteX6771" fmla="*/ 912941 w 2057605"/>
                <a:gd name="connsiteY6771" fmla="*/ 1682906 h 3215359"/>
                <a:gd name="connsiteX6772" fmla="*/ 912941 w 2057605"/>
                <a:gd name="connsiteY6772" fmla="*/ 1680461 h 3215359"/>
                <a:gd name="connsiteX6773" fmla="*/ 912941 w 2057605"/>
                <a:gd name="connsiteY6773" fmla="*/ 1678016 h 3215359"/>
                <a:gd name="connsiteX6774" fmla="*/ 912941 w 2057605"/>
                <a:gd name="connsiteY6774" fmla="*/ 1675283 h 3215359"/>
                <a:gd name="connsiteX6775" fmla="*/ 910208 w 2057605"/>
                <a:gd name="connsiteY6775" fmla="*/ 1672694 h 3215359"/>
                <a:gd name="connsiteX6776" fmla="*/ 907619 w 2057605"/>
                <a:gd name="connsiteY6776" fmla="*/ 1672694 h 3215359"/>
                <a:gd name="connsiteX6777" fmla="*/ 905174 w 2057605"/>
                <a:gd name="connsiteY6777" fmla="*/ 1670249 h 3215359"/>
                <a:gd name="connsiteX6778" fmla="*/ 902729 w 2057605"/>
                <a:gd name="connsiteY6778" fmla="*/ 1670249 h 3215359"/>
                <a:gd name="connsiteX6779" fmla="*/ 899996 w 2057605"/>
                <a:gd name="connsiteY6779" fmla="*/ 1667803 h 3215359"/>
                <a:gd name="connsiteX6780" fmla="*/ 897407 w 2057605"/>
                <a:gd name="connsiteY6780" fmla="*/ 1662481 h 3215359"/>
                <a:gd name="connsiteX6781" fmla="*/ 894961 w 2057605"/>
                <a:gd name="connsiteY6781" fmla="*/ 1662481 h 3215359"/>
                <a:gd name="connsiteX6782" fmla="*/ 892516 w 2057605"/>
                <a:gd name="connsiteY6782" fmla="*/ 1654858 h 3215359"/>
                <a:gd name="connsiteX6783" fmla="*/ 889783 w 2057605"/>
                <a:gd name="connsiteY6783" fmla="*/ 1654858 h 3215359"/>
                <a:gd name="connsiteX6784" fmla="*/ 887194 w 2057605"/>
                <a:gd name="connsiteY6784" fmla="*/ 1649824 h 3215359"/>
                <a:gd name="connsiteX6785" fmla="*/ 884749 w 2057605"/>
                <a:gd name="connsiteY6785" fmla="*/ 1649824 h 3215359"/>
                <a:gd name="connsiteX6786" fmla="*/ 884749 w 2057605"/>
                <a:gd name="connsiteY6786" fmla="*/ 1637166 h 3215359"/>
                <a:gd name="connsiteX6787" fmla="*/ 884749 w 2057605"/>
                <a:gd name="connsiteY6787" fmla="*/ 1631988 h 3215359"/>
                <a:gd name="connsiteX6788" fmla="*/ 887194 w 2057605"/>
                <a:gd name="connsiteY6788" fmla="*/ 1629398 h 3215359"/>
                <a:gd name="connsiteX6789" fmla="*/ 892516 w 2057605"/>
                <a:gd name="connsiteY6789" fmla="*/ 1621775 h 3215359"/>
                <a:gd name="connsiteX6790" fmla="*/ 897407 w 2057605"/>
                <a:gd name="connsiteY6790" fmla="*/ 1604083 h 3215359"/>
                <a:gd name="connsiteX6791" fmla="*/ 897407 w 2057605"/>
                <a:gd name="connsiteY6791" fmla="*/ 1601350 h 3215359"/>
                <a:gd name="connsiteX6792" fmla="*/ 899996 w 2057605"/>
                <a:gd name="connsiteY6792" fmla="*/ 1601350 h 3215359"/>
                <a:gd name="connsiteX6793" fmla="*/ 902729 w 2057605"/>
                <a:gd name="connsiteY6793" fmla="*/ 1598761 h 3215359"/>
                <a:gd name="connsiteX6794" fmla="*/ 905174 w 2057605"/>
                <a:gd name="connsiteY6794" fmla="*/ 1598761 h 3215359"/>
                <a:gd name="connsiteX6795" fmla="*/ 907619 w 2057605"/>
                <a:gd name="connsiteY6795" fmla="*/ 1596316 h 3215359"/>
                <a:gd name="connsiteX6796" fmla="*/ 910208 w 2057605"/>
                <a:gd name="connsiteY6796" fmla="*/ 1598761 h 3215359"/>
                <a:gd name="connsiteX6797" fmla="*/ 912941 w 2057605"/>
                <a:gd name="connsiteY6797" fmla="*/ 1596316 h 3215359"/>
                <a:gd name="connsiteX6798" fmla="*/ 915386 w 2057605"/>
                <a:gd name="connsiteY6798" fmla="*/ 1598761 h 3215359"/>
                <a:gd name="connsiteX6799" fmla="*/ 915386 w 2057605"/>
                <a:gd name="connsiteY6799" fmla="*/ 1601350 h 3215359"/>
                <a:gd name="connsiteX6800" fmla="*/ 917832 w 2057605"/>
                <a:gd name="connsiteY6800" fmla="*/ 1604083 h 3215359"/>
                <a:gd name="connsiteX6801" fmla="*/ 920421 w 2057605"/>
                <a:gd name="connsiteY6801" fmla="*/ 1604083 h 3215359"/>
                <a:gd name="connsiteX6802" fmla="*/ 920421 w 2057605"/>
                <a:gd name="connsiteY6802" fmla="*/ 1606528 h 3215359"/>
                <a:gd name="connsiteX6803" fmla="*/ 923154 w 2057605"/>
                <a:gd name="connsiteY6803" fmla="*/ 1608973 h 3215359"/>
                <a:gd name="connsiteX6804" fmla="*/ 925599 w 2057605"/>
                <a:gd name="connsiteY6804" fmla="*/ 1611563 h 3215359"/>
                <a:gd name="connsiteX6805" fmla="*/ 925599 w 2057605"/>
                <a:gd name="connsiteY6805" fmla="*/ 1614295 h 3215359"/>
                <a:gd name="connsiteX6806" fmla="*/ 923154 w 2057605"/>
                <a:gd name="connsiteY6806" fmla="*/ 1614295 h 3215359"/>
                <a:gd name="connsiteX6807" fmla="*/ 923154 w 2057605"/>
                <a:gd name="connsiteY6807" fmla="*/ 1611563 h 3215359"/>
                <a:gd name="connsiteX6808" fmla="*/ 920421 w 2057605"/>
                <a:gd name="connsiteY6808" fmla="*/ 1611563 h 3215359"/>
                <a:gd name="connsiteX6809" fmla="*/ 920421 w 2057605"/>
                <a:gd name="connsiteY6809" fmla="*/ 1614295 h 3215359"/>
                <a:gd name="connsiteX6810" fmla="*/ 928044 w 2057605"/>
                <a:gd name="connsiteY6810" fmla="*/ 1624220 h 3215359"/>
                <a:gd name="connsiteX6811" fmla="*/ 930633 w 2057605"/>
                <a:gd name="connsiteY6811" fmla="*/ 1624220 h 3215359"/>
                <a:gd name="connsiteX6812" fmla="*/ 930633 w 2057605"/>
                <a:gd name="connsiteY6812" fmla="*/ 1621775 h 3215359"/>
                <a:gd name="connsiteX6813" fmla="*/ 933078 w 2057605"/>
                <a:gd name="connsiteY6813" fmla="*/ 1626953 h 3215359"/>
                <a:gd name="connsiteX6814" fmla="*/ 933078 w 2057605"/>
                <a:gd name="connsiteY6814" fmla="*/ 1629398 h 3215359"/>
                <a:gd name="connsiteX6815" fmla="*/ 935811 w 2057605"/>
                <a:gd name="connsiteY6815" fmla="*/ 1631988 h 3215359"/>
                <a:gd name="connsiteX6816" fmla="*/ 935811 w 2057605"/>
                <a:gd name="connsiteY6816" fmla="*/ 1634433 h 3215359"/>
                <a:gd name="connsiteX6817" fmla="*/ 935811 w 2057605"/>
                <a:gd name="connsiteY6817" fmla="*/ 1637166 h 3215359"/>
                <a:gd name="connsiteX6818" fmla="*/ 938257 w 2057605"/>
                <a:gd name="connsiteY6818" fmla="*/ 1642056 h 3215359"/>
                <a:gd name="connsiteX6819" fmla="*/ 938257 w 2057605"/>
                <a:gd name="connsiteY6819" fmla="*/ 1637166 h 3215359"/>
                <a:gd name="connsiteX6820" fmla="*/ 940846 w 2057605"/>
                <a:gd name="connsiteY6820" fmla="*/ 1637166 h 3215359"/>
                <a:gd name="connsiteX6821" fmla="*/ 943291 w 2057605"/>
                <a:gd name="connsiteY6821" fmla="*/ 1639611 h 3215359"/>
                <a:gd name="connsiteX6822" fmla="*/ 940846 w 2057605"/>
                <a:gd name="connsiteY6822" fmla="*/ 1642056 h 3215359"/>
                <a:gd name="connsiteX6823" fmla="*/ 940846 w 2057605"/>
                <a:gd name="connsiteY6823" fmla="*/ 1644645 h 3215359"/>
                <a:gd name="connsiteX6824" fmla="*/ 938257 w 2057605"/>
                <a:gd name="connsiteY6824" fmla="*/ 1644645 h 3215359"/>
                <a:gd name="connsiteX6825" fmla="*/ 935811 w 2057605"/>
                <a:gd name="connsiteY6825" fmla="*/ 1644645 h 3215359"/>
                <a:gd name="connsiteX6826" fmla="*/ 940846 w 2057605"/>
                <a:gd name="connsiteY6826" fmla="*/ 1649824 h 3215359"/>
                <a:gd name="connsiteX6827" fmla="*/ 946024 w 2057605"/>
                <a:gd name="connsiteY6827" fmla="*/ 1649824 h 3215359"/>
                <a:gd name="connsiteX6828" fmla="*/ 951058 w 2057605"/>
                <a:gd name="connsiteY6828" fmla="*/ 1652413 h 3215359"/>
                <a:gd name="connsiteX6829" fmla="*/ 953504 w 2057605"/>
                <a:gd name="connsiteY6829" fmla="*/ 1649824 h 3215359"/>
                <a:gd name="connsiteX6830" fmla="*/ 956236 w 2057605"/>
                <a:gd name="connsiteY6830" fmla="*/ 1652413 h 3215359"/>
                <a:gd name="connsiteX6831" fmla="*/ 958682 w 2057605"/>
                <a:gd name="connsiteY6831" fmla="*/ 1652413 h 3215359"/>
                <a:gd name="connsiteX6832" fmla="*/ 958682 w 2057605"/>
                <a:gd name="connsiteY6832" fmla="*/ 1649824 h 3215359"/>
                <a:gd name="connsiteX6833" fmla="*/ 958682 w 2057605"/>
                <a:gd name="connsiteY6833" fmla="*/ 1647378 h 3215359"/>
                <a:gd name="connsiteX6834" fmla="*/ 958682 w 2057605"/>
                <a:gd name="connsiteY6834" fmla="*/ 1644645 h 3215359"/>
                <a:gd name="connsiteX6835" fmla="*/ 961127 w 2057605"/>
                <a:gd name="connsiteY6835" fmla="*/ 1644645 h 3215359"/>
                <a:gd name="connsiteX6836" fmla="*/ 966449 w 2057605"/>
                <a:gd name="connsiteY6836" fmla="*/ 1644645 h 3215359"/>
                <a:gd name="connsiteX6837" fmla="*/ 966449 w 2057605"/>
                <a:gd name="connsiteY6837" fmla="*/ 1649824 h 3215359"/>
                <a:gd name="connsiteX6838" fmla="*/ 968894 w 2057605"/>
                <a:gd name="connsiteY6838" fmla="*/ 1649824 h 3215359"/>
                <a:gd name="connsiteX6839" fmla="*/ 968894 w 2057605"/>
                <a:gd name="connsiteY6839" fmla="*/ 1647378 h 3215359"/>
                <a:gd name="connsiteX6840" fmla="*/ 966449 w 2057605"/>
                <a:gd name="connsiteY6840" fmla="*/ 1644645 h 3215359"/>
                <a:gd name="connsiteX6841" fmla="*/ 971339 w 2057605"/>
                <a:gd name="connsiteY6841" fmla="*/ 1644645 h 3215359"/>
                <a:gd name="connsiteX6842" fmla="*/ 973929 w 2057605"/>
                <a:gd name="connsiteY6842" fmla="*/ 1647378 h 3215359"/>
                <a:gd name="connsiteX6843" fmla="*/ 976662 w 2057605"/>
                <a:gd name="connsiteY6843" fmla="*/ 1644645 h 3215359"/>
                <a:gd name="connsiteX6844" fmla="*/ 976662 w 2057605"/>
                <a:gd name="connsiteY6844" fmla="*/ 1642056 h 3215359"/>
                <a:gd name="connsiteX6845" fmla="*/ 979107 w 2057605"/>
                <a:gd name="connsiteY6845" fmla="*/ 1637166 h 3215359"/>
                <a:gd name="connsiteX6846" fmla="*/ 979107 w 2057605"/>
                <a:gd name="connsiteY6846" fmla="*/ 1631988 h 3215359"/>
                <a:gd name="connsiteX6847" fmla="*/ 976662 w 2057605"/>
                <a:gd name="connsiteY6847" fmla="*/ 1631988 h 3215359"/>
                <a:gd name="connsiteX6848" fmla="*/ 976662 w 2057605"/>
                <a:gd name="connsiteY6848" fmla="*/ 1629398 h 3215359"/>
                <a:gd name="connsiteX6849" fmla="*/ 976662 w 2057605"/>
                <a:gd name="connsiteY6849" fmla="*/ 1626953 h 3215359"/>
                <a:gd name="connsiteX6850" fmla="*/ 976662 w 2057605"/>
                <a:gd name="connsiteY6850" fmla="*/ 1624220 h 3215359"/>
                <a:gd name="connsiteX6851" fmla="*/ 973929 w 2057605"/>
                <a:gd name="connsiteY6851" fmla="*/ 1621775 h 3215359"/>
                <a:gd name="connsiteX6852" fmla="*/ 976662 w 2057605"/>
                <a:gd name="connsiteY6852" fmla="*/ 1619186 h 3215359"/>
                <a:gd name="connsiteX6853" fmla="*/ 973929 w 2057605"/>
                <a:gd name="connsiteY6853" fmla="*/ 1619186 h 3215359"/>
                <a:gd name="connsiteX6854" fmla="*/ 971339 w 2057605"/>
                <a:gd name="connsiteY6854" fmla="*/ 1619186 h 3215359"/>
                <a:gd name="connsiteX6855" fmla="*/ 976662 w 2057605"/>
                <a:gd name="connsiteY6855" fmla="*/ 1611563 h 3215359"/>
                <a:gd name="connsiteX6856" fmla="*/ 973929 w 2057605"/>
                <a:gd name="connsiteY6856" fmla="*/ 1608973 h 3215359"/>
                <a:gd name="connsiteX6857" fmla="*/ 979107 w 2057605"/>
                <a:gd name="connsiteY6857" fmla="*/ 1608973 h 3215359"/>
                <a:gd name="connsiteX6858" fmla="*/ 979107 w 2057605"/>
                <a:gd name="connsiteY6858" fmla="*/ 1606528 h 3215359"/>
                <a:gd name="connsiteX6859" fmla="*/ 981552 w 2057605"/>
                <a:gd name="connsiteY6859" fmla="*/ 1606528 h 3215359"/>
                <a:gd name="connsiteX6860" fmla="*/ 981552 w 2057605"/>
                <a:gd name="connsiteY6860" fmla="*/ 1608973 h 3215359"/>
                <a:gd name="connsiteX6861" fmla="*/ 976662 w 2057605"/>
                <a:gd name="connsiteY6861" fmla="*/ 1614295 h 3215359"/>
                <a:gd name="connsiteX6862" fmla="*/ 979107 w 2057605"/>
                <a:gd name="connsiteY6862" fmla="*/ 1619186 h 3215359"/>
                <a:gd name="connsiteX6863" fmla="*/ 981552 w 2057605"/>
                <a:gd name="connsiteY6863" fmla="*/ 1616741 h 3215359"/>
                <a:gd name="connsiteX6864" fmla="*/ 984141 w 2057605"/>
                <a:gd name="connsiteY6864" fmla="*/ 1619186 h 3215359"/>
                <a:gd name="connsiteX6865" fmla="*/ 984141 w 2057605"/>
                <a:gd name="connsiteY6865" fmla="*/ 1621775 h 3215359"/>
                <a:gd name="connsiteX6866" fmla="*/ 981552 w 2057605"/>
                <a:gd name="connsiteY6866" fmla="*/ 1624220 h 3215359"/>
                <a:gd name="connsiteX6867" fmla="*/ 979107 w 2057605"/>
                <a:gd name="connsiteY6867" fmla="*/ 1626953 h 3215359"/>
                <a:gd name="connsiteX6868" fmla="*/ 979107 w 2057605"/>
                <a:gd name="connsiteY6868" fmla="*/ 1629398 h 3215359"/>
                <a:gd name="connsiteX6869" fmla="*/ 981552 w 2057605"/>
                <a:gd name="connsiteY6869" fmla="*/ 1629398 h 3215359"/>
                <a:gd name="connsiteX6870" fmla="*/ 989319 w 2057605"/>
                <a:gd name="connsiteY6870" fmla="*/ 1626953 h 3215359"/>
                <a:gd name="connsiteX6871" fmla="*/ 989319 w 2057605"/>
                <a:gd name="connsiteY6871" fmla="*/ 1624220 h 3215359"/>
                <a:gd name="connsiteX6872" fmla="*/ 991764 w 2057605"/>
                <a:gd name="connsiteY6872" fmla="*/ 1621775 h 3215359"/>
                <a:gd name="connsiteX6873" fmla="*/ 989319 w 2057605"/>
                <a:gd name="connsiteY6873" fmla="*/ 1619186 h 3215359"/>
                <a:gd name="connsiteX6874" fmla="*/ 989319 w 2057605"/>
                <a:gd name="connsiteY6874" fmla="*/ 1616741 h 3215359"/>
                <a:gd name="connsiteX6875" fmla="*/ 986874 w 2057605"/>
                <a:gd name="connsiteY6875" fmla="*/ 1614295 h 3215359"/>
                <a:gd name="connsiteX6876" fmla="*/ 986874 w 2057605"/>
                <a:gd name="connsiteY6876" fmla="*/ 1611563 h 3215359"/>
                <a:gd name="connsiteX6877" fmla="*/ 986874 w 2057605"/>
                <a:gd name="connsiteY6877" fmla="*/ 1608973 h 3215359"/>
                <a:gd name="connsiteX6878" fmla="*/ 989319 w 2057605"/>
                <a:gd name="connsiteY6878" fmla="*/ 1608973 h 3215359"/>
                <a:gd name="connsiteX6879" fmla="*/ 986874 w 2057605"/>
                <a:gd name="connsiteY6879" fmla="*/ 1606528 h 3215359"/>
                <a:gd name="connsiteX6880" fmla="*/ 984141 w 2057605"/>
                <a:gd name="connsiteY6880" fmla="*/ 1604083 h 3215359"/>
                <a:gd name="connsiteX6881" fmla="*/ 986874 w 2057605"/>
                <a:gd name="connsiteY6881" fmla="*/ 1601350 h 3215359"/>
                <a:gd name="connsiteX6882" fmla="*/ 981552 w 2057605"/>
                <a:gd name="connsiteY6882" fmla="*/ 1598761 h 3215359"/>
                <a:gd name="connsiteX6883" fmla="*/ 984141 w 2057605"/>
                <a:gd name="connsiteY6883" fmla="*/ 1596316 h 3215359"/>
                <a:gd name="connsiteX6884" fmla="*/ 981552 w 2057605"/>
                <a:gd name="connsiteY6884" fmla="*/ 1596316 h 3215359"/>
                <a:gd name="connsiteX6885" fmla="*/ 979107 w 2057605"/>
                <a:gd name="connsiteY6885" fmla="*/ 1596316 h 3215359"/>
                <a:gd name="connsiteX6886" fmla="*/ 976662 w 2057605"/>
                <a:gd name="connsiteY6886" fmla="*/ 1601350 h 3215359"/>
                <a:gd name="connsiteX6887" fmla="*/ 973929 w 2057605"/>
                <a:gd name="connsiteY6887" fmla="*/ 1601350 h 3215359"/>
                <a:gd name="connsiteX6888" fmla="*/ 973929 w 2057605"/>
                <a:gd name="connsiteY6888" fmla="*/ 1596316 h 3215359"/>
                <a:gd name="connsiteX6889" fmla="*/ 971339 w 2057605"/>
                <a:gd name="connsiteY6889" fmla="*/ 1596316 h 3215359"/>
                <a:gd name="connsiteX6890" fmla="*/ 971339 w 2057605"/>
                <a:gd name="connsiteY6890" fmla="*/ 1593870 h 3215359"/>
                <a:gd name="connsiteX6891" fmla="*/ 971339 w 2057605"/>
                <a:gd name="connsiteY6891" fmla="*/ 1588548 h 3215359"/>
                <a:gd name="connsiteX6892" fmla="*/ 976662 w 2057605"/>
                <a:gd name="connsiteY6892" fmla="*/ 1583658 h 3215359"/>
                <a:gd name="connsiteX6893" fmla="*/ 973929 w 2057605"/>
                <a:gd name="connsiteY6893" fmla="*/ 1583658 h 3215359"/>
                <a:gd name="connsiteX6894" fmla="*/ 973929 w 2057605"/>
                <a:gd name="connsiteY6894" fmla="*/ 1580925 h 3215359"/>
                <a:gd name="connsiteX6895" fmla="*/ 976662 w 2057605"/>
                <a:gd name="connsiteY6895" fmla="*/ 1578336 h 3215359"/>
                <a:gd name="connsiteX6896" fmla="*/ 979107 w 2057605"/>
                <a:gd name="connsiteY6896" fmla="*/ 1575891 h 3215359"/>
                <a:gd name="connsiteX6897" fmla="*/ 979107 w 2057605"/>
                <a:gd name="connsiteY6897" fmla="*/ 1573445 h 3215359"/>
                <a:gd name="connsiteX6898" fmla="*/ 981552 w 2057605"/>
                <a:gd name="connsiteY6898" fmla="*/ 1573445 h 3215359"/>
                <a:gd name="connsiteX6899" fmla="*/ 981552 w 2057605"/>
                <a:gd name="connsiteY6899" fmla="*/ 1575891 h 3215359"/>
                <a:gd name="connsiteX6900" fmla="*/ 984141 w 2057605"/>
                <a:gd name="connsiteY6900" fmla="*/ 1573445 h 3215359"/>
                <a:gd name="connsiteX6901" fmla="*/ 986874 w 2057605"/>
                <a:gd name="connsiteY6901" fmla="*/ 1580925 h 3215359"/>
                <a:gd name="connsiteX6902" fmla="*/ 991764 w 2057605"/>
                <a:gd name="connsiteY6902" fmla="*/ 1580925 h 3215359"/>
                <a:gd name="connsiteX6903" fmla="*/ 989319 w 2057605"/>
                <a:gd name="connsiteY6903" fmla="*/ 1583658 h 3215359"/>
                <a:gd name="connsiteX6904" fmla="*/ 991764 w 2057605"/>
                <a:gd name="connsiteY6904" fmla="*/ 1586103 h 3215359"/>
                <a:gd name="connsiteX6905" fmla="*/ 991764 w 2057605"/>
                <a:gd name="connsiteY6905" fmla="*/ 1588548 h 3215359"/>
                <a:gd name="connsiteX6906" fmla="*/ 1001977 w 2057605"/>
                <a:gd name="connsiteY6906" fmla="*/ 1586103 h 3215359"/>
                <a:gd name="connsiteX6907" fmla="*/ 1001977 w 2057605"/>
                <a:gd name="connsiteY6907" fmla="*/ 1583658 h 3215359"/>
                <a:gd name="connsiteX6908" fmla="*/ 999532 w 2057605"/>
                <a:gd name="connsiteY6908" fmla="*/ 1586103 h 3215359"/>
                <a:gd name="connsiteX6909" fmla="*/ 997087 w 2057605"/>
                <a:gd name="connsiteY6909" fmla="*/ 1583658 h 3215359"/>
                <a:gd name="connsiteX6910" fmla="*/ 991764 w 2057605"/>
                <a:gd name="connsiteY6910" fmla="*/ 1578336 h 3215359"/>
                <a:gd name="connsiteX6911" fmla="*/ 986874 w 2057605"/>
                <a:gd name="connsiteY6911" fmla="*/ 1568123 h 3215359"/>
                <a:gd name="connsiteX6912" fmla="*/ 979107 w 2057605"/>
                <a:gd name="connsiteY6912" fmla="*/ 1557911 h 3215359"/>
                <a:gd name="connsiteX6913" fmla="*/ 979107 w 2057605"/>
                <a:gd name="connsiteY6913" fmla="*/ 1555466 h 3215359"/>
                <a:gd name="connsiteX6914" fmla="*/ 971339 w 2057605"/>
                <a:gd name="connsiteY6914" fmla="*/ 1545253 h 3215359"/>
                <a:gd name="connsiteX6915" fmla="*/ 973929 w 2057605"/>
                <a:gd name="connsiteY6915" fmla="*/ 1540075 h 3215359"/>
                <a:gd name="connsiteX6916" fmla="*/ 976662 w 2057605"/>
                <a:gd name="connsiteY6916" fmla="*/ 1535041 h 3215359"/>
                <a:gd name="connsiteX6917" fmla="*/ 976662 w 2057605"/>
                <a:gd name="connsiteY6917" fmla="*/ 1532595 h 3215359"/>
                <a:gd name="connsiteX6918" fmla="*/ 973929 w 2057605"/>
                <a:gd name="connsiteY6918" fmla="*/ 1529862 h 3215359"/>
                <a:gd name="connsiteX6919" fmla="*/ 971339 w 2057605"/>
                <a:gd name="connsiteY6919" fmla="*/ 1529862 h 3215359"/>
                <a:gd name="connsiteX6920" fmla="*/ 968894 w 2057605"/>
                <a:gd name="connsiteY6920" fmla="*/ 1529862 h 3215359"/>
                <a:gd name="connsiteX6921" fmla="*/ 966449 w 2057605"/>
                <a:gd name="connsiteY6921" fmla="*/ 1529862 h 3215359"/>
                <a:gd name="connsiteX6922" fmla="*/ 963716 w 2057605"/>
                <a:gd name="connsiteY6922" fmla="*/ 1527417 h 3215359"/>
                <a:gd name="connsiteX6923" fmla="*/ 961127 w 2057605"/>
                <a:gd name="connsiteY6923" fmla="*/ 1524828 h 3215359"/>
                <a:gd name="connsiteX6924" fmla="*/ 966449 w 2057605"/>
                <a:gd name="connsiteY6924" fmla="*/ 1524828 h 3215359"/>
                <a:gd name="connsiteX6925" fmla="*/ 963716 w 2057605"/>
                <a:gd name="connsiteY6925" fmla="*/ 1522383 h 3215359"/>
                <a:gd name="connsiteX6926" fmla="*/ 963716 w 2057605"/>
                <a:gd name="connsiteY6926" fmla="*/ 1519938 h 3215359"/>
                <a:gd name="connsiteX6927" fmla="*/ 961127 w 2057605"/>
                <a:gd name="connsiteY6927" fmla="*/ 1519938 h 3215359"/>
                <a:gd name="connsiteX6928" fmla="*/ 958682 w 2057605"/>
                <a:gd name="connsiteY6928" fmla="*/ 1519938 h 3215359"/>
                <a:gd name="connsiteX6929" fmla="*/ 956236 w 2057605"/>
                <a:gd name="connsiteY6929" fmla="*/ 1519938 h 3215359"/>
                <a:gd name="connsiteX6930" fmla="*/ 956236 w 2057605"/>
                <a:gd name="connsiteY6930" fmla="*/ 1517205 h 3215359"/>
                <a:gd name="connsiteX6931" fmla="*/ 958682 w 2057605"/>
                <a:gd name="connsiteY6931" fmla="*/ 1514616 h 3215359"/>
                <a:gd name="connsiteX6932" fmla="*/ 953504 w 2057605"/>
                <a:gd name="connsiteY6932" fmla="*/ 1512170 h 3215359"/>
                <a:gd name="connsiteX6933" fmla="*/ 961127 w 2057605"/>
                <a:gd name="connsiteY6933" fmla="*/ 1509725 h 3215359"/>
                <a:gd name="connsiteX6934" fmla="*/ 961127 w 2057605"/>
                <a:gd name="connsiteY6934" fmla="*/ 1506992 h 3215359"/>
                <a:gd name="connsiteX6935" fmla="*/ 958682 w 2057605"/>
                <a:gd name="connsiteY6935" fmla="*/ 1506992 h 3215359"/>
                <a:gd name="connsiteX6936" fmla="*/ 958682 w 2057605"/>
                <a:gd name="connsiteY6936" fmla="*/ 1501958 h 3215359"/>
                <a:gd name="connsiteX6937" fmla="*/ 963716 w 2057605"/>
                <a:gd name="connsiteY6937" fmla="*/ 1501958 h 3215359"/>
                <a:gd name="connsiteX6938" fmla="*/ 963716 w 2057605"/>
                <a:gd name="connsiteY6938" fmla="*/ 1499513 h 3215359"/>
                <a:gd name="connsiteX6939" fmla="*/ 966449 w 2057605"/>
                <a:gd name="connsiteY6939" fmla="*/ 1499513 h 3215359"/>
                <a:gd name="connsiteX6940" fmla="*/ 966449 w 2057605"/>
                <a:gd name="connsiteY6940" fmla="*/ 1501958 h 3215359"/>
                <a:gd name="connsiteX6941" fmla="*/ 971339 w 2057605"/>
                <a:gd name="connsiteY6941" fmla="*/ 1499513 h 3215359"/>
                <a:gd name="connsiteX6942" fmla="*/ 973929 w 2057605"/>
                <a:gd name="connsiteY6942" fmla="*/ 1499513 h 3215359"/>
                <a:gd name="connsiteX6943" fmla="*/ 976662 w 2057605"/>
                <a:gd name="connsiteY6943" fmla="*/ 1496780 h 3215359"/>
                <a:gd name="connsiteX6944" fmla="*/ 981552 w 2057605"/>
                <a:gd name="connsiteY6944" fmla="*/ 1499513 h 3215359"/>
                <a:gd name="connsiteX6945" fmla="*/ 984141 w 2057605"/>
                <a:gd name="connsiteY6945" fmla="*/ 1499513 h 3215359"/>
                <a:gd name="connsiteX6946" fmla="*/ 984141 w 2057605"/>
                <a:gd name="connsiteY6946" fmla="*/ 1501958 h 3215359"/>
                <a:gd name="connsiteX6947" fmla="*/ 989319 w 2057605"/>
                <a:gd name="connsiteY6947" fmla="*/ 1504403 h 3215359"/>
                <a:gd name="connsiteX6948" fmla="*/ 991764 w 2057605"/>
                <a:gd name="connsiteY6948" fmla="*/ 1504403 h 3215359"/>
                <a:gd name="connsiteX6949" fmla="*/ 994354 w 2057605"/>
                <a:gd name="connsiteY6949" fmla="*/ 1509725 h 3215359"/>
                <a:gd name="connsiteX6950" fmla="*/ 997087 w 2057605"/>
                <a:gd name="connsiteY6950" fmla="*/ 1509725 h 3215359"/>
                <a:gd name="connsiteX6951" fmla="*/ 999532 w 2057605"/>
                <a:gd name="connsiteY6951" fmla="*/ 1504403 h 3215359"/>
                <a:gd name="connsiteX6952" fmla="*/ 999532 w 2057605"/>
                <a:gd name="connsiteY6952" fmla="*/ 1501958 h 3215359"/>
                <a:gd name="connsiteX6953" fmla="*/ 1001977 w 2057605"/>
                <a:gd name="connsiteY6953" fmla="*/ 1499513 h 3215359"/>
                <a:gd name="connsiteX6954" fmla="*/ 1001977 w 2057605"/>
                <a:gd name="connsiteY6954" fmla="*/ 1496780 h 3215359"/>
                <a:gd name="connsiteX6955" fmla="*/ 1001977 w 2057605"/>
                <a:gd name="connsiteY6955" fmla="*/ 1494191 h 3215359"/>
                <a:gd name="connsiteX6956" fmla="*/ 999532 w 2057605"/>
                <a:gd name="connsiteY6956" fmla="*/ 1494191 h 3215359"/>
                <a:gd name="connsiteX6957" fmla="*/ 999532 w 2057605"/>
                <a:gd name="connsiteY6957" fmla="*/ 1496780 h 3215359"/>
                <a:gd name="connsiteX6958" fmla="*/ 999532 w 2057605"/>
                <a:gd name="connsiteY6958" fmla="*/ 1499513 h 3215359"/>
                <a:gd name="connsiteX6959" fmla="*/ 994354 w 2057605"/>
                <a:gd name="connsiteY6959" fmla="*/ 1501958 h 3215359"/>
                <a:gd name="connsiteX6960" fmla="*/ 991764 w 2057605"/>
                <a:gd name="connsiteY6960" fmla="*/ 1501958 h 3215359"/>
                <a:gd name="connsiteX6961" fmla="*/ 986874 w 2057605"/>
                <a:gd name="connsiteY6961" fmla="*/ 1499513 h 3215359"/>
                <a:gd name="connsiteX6962" fmla="*/ 989319 w 2057605"/>
                <a:gd name="connsiteY6962" fmla="*/ 1499513 h 3215359"/>
                <a:gd name="connsiteX6963" fmla="*/ 989319 w 2057605"/>
                <a:gd name="connsiteY6963" fmla="*/ 1496780 h 3215359"/>
                <a:gd name="connsiteX6964" fmla="*/ 986874 w 2057605"/>
                <a:gd name="connsiteY6964" fmla="*/ 1496780 h 3215359"/>
                <a:gd name="connsiteX6965" fmla="*/ 986874 w 2057605"/>
                <a:gd name="connsiteY6965" fmla="*/ 1491745 h 3215359"/>
                <a:gd name="connsiteX6966" fmla="*/ 989319 w 2057605"/>
                <a:gd name="connsiteY6966" fmla="*/ 1489300 h 3215359"/>
                <a:gd name="connsiteX6967" fmla="*/ 994354 w 2057605"/>
                <a:gd name="connsiteY6967" fmla="*/ 1486567 h 3215359"/>
                <a:gd name="connsiteX6968" fmla="*/ 1075910 w 2057605"/>
                <a:gd name="connsiteY6968" fmla="*/ 1463553 h 3215359"/>
                <a:gd name="connsiteX6969" fmla="*/ 1086123 w 2057605"/>
                <a:gd name="connsiteY6969" fmla="*/ 1463553 h 3215359"/>
                <a:gd name="connsiteX6970" fmla="*/ 1088712 w 2057605"/>
                <a:gd name="connsiteY6970" fmla="*/ 1466142 h 3215359"/>
                <a:gd name="connsiteX6971" fmla="*/ 1088712 w 2057605"/>
                <a:gd name="connsiteY6971" fmla="*/ 1471320 h 3215359"/>
                <a:gd name="connsiteX6972" fmla="*/ 1088712 w 2057605"/>
                <a:gd name="connsiteY6972" fmla="*/ 1473909 h 3215359"/>
                <a:gd name="connsiteX6973" fmla="*/ 1088712 w 2057605"/>
                <a:gd name="connsiteY6973" fmla="*/ 1476355 h 3215359"/>
                <a:gd name="connsiteX6974" fmla="*/ 1086123 w 2057605"/>
                <a:gd name="connsiteY6974" fmla="*/ 1479088 h 3215359"/>
                <a:gd name="connsiteX6975" fmla="*/ 1083677 w 2057605"/>
                <a:gd name="connsiteY6975" fmla="*/ 1481533 h 3215359"/>
                <a:gd name="connsiteX6976" fmla="*/ 1080944 w 2057605"/>
                <a:gd name="connsiteY6976" fmla="*/ 1483978 h 3215359"/>
                <a:gd name="connsiteX6977" fmla="*/ 1078499 w 2057605"/>
                <a:gd name="connsiteY6977" fmla="*/ 1486567 h 3215359"/>
                <a:gd name="connsiteX6978" fmla="*/ 1073465 w 2057605"/>
                <a:gd name="connsiteY6978" fmla="*/ 1489300 h 3215359"/>
                <a:gd name="connsiteX6979" fmla="*/ 1071020 w 2057605"/>
                <a:gd name="connsiteY6979" fmla="*/ 1494191 h 3215359"/>
                <a:gd name="connsiteX6980" fmla="*/ 1068287 w 2057605"/>
                <a:gd name="connsiteY6980" fmla="*/ 1496780 h 3215359"/>
                <a:gd name="connsiteX6981" fmla="*/ 1065697 w 2057605"/>
                <a:gd name="connsiteY6981" fmla="*/ 1496780 h 3215359"/>
                <a:gd name="connsiteX6982" fmla="*/ 1060807 w 2057605"/>
                <a:gd name="connsiteY6982" fmla="*/ 1501958 h 3215359"/>
                <a:gd name="connsiteX6983" fmla="*/ 1053040 w 2057605"/>
                <a:gd name="connsiteY6983" fmla="*/ 1501958 h 3215359"/>
                <a:gd name="connsiteX6984" fmla="*/ 1050595 w 2057605"/>
                <a:gd name="connsiteY6984" fmla="*/ 1501958 h 3215359"/>
                <a:gd name="connsiteX6985" fmla="*/ 1047862 w 2057605"/>
                <a:gd name="connsiteY6985" fmla="*/ 1501958 h 3215359"/>
                <a:gd name="connsiteX6986" fmla="*/ 1047862 w 2057605"/>
                <a:gd name="connsiteY6986" fmla="*/ 1496780 h 3215359"/>
                <a:gd name="connsiteX6987" fmla="*/ 1045416 w 2057605"/>
                <a:gd name="connsiteY6987" fmla="*/ 1496780 h 3215359"/>
                <a:gd name="connsiteX6988" fmla="*/ 1045416 w 2057605"/>
                <a:gd name="connsiteY6988" fmla="*/ 1504403 h 3215359"/>
                <a:gd name="connsiteX6989" fmla="*/ 1042827 w 2057605"/>
                <a:gd name="connsiteY6989" fmla="*/ 1501958 h 3215359"/>
                <a:gd name="connsiteX6990" fmla="*/ 1042827 w 2057605"/>
                <a:gd name="connsiteY6990" fmla="*/ 1499513 h 3215359"/>
                <a:gd name="connsiteX6991" fmla="*/ 1035204 w 2057605"/>
                <a:gd name="connsiteY6991" fmla="*/ 1501958 h 3215359"/>
                <a:gd name="connsiteX6992" fmla="*/ 1024847 w 2057605"/>
                <a:gd name="connsiteY6992" fmla="*/ 1496780 h 3215359"/>
                <a:gd name="connsiteX6993" fmla="*/ 1022402 w 2057605"/>
                <a:gd name="connsiteY6993" fmla="*/ 1496780 h 3215359"/>
                <a:gd name="connsiteX6994" fmla="*/ 1019957 w 2057605"/>
                <a:gd name="connsiteY6994" fmla="*/ 1494191 h 3215359"/>
                <a:gd name="connsiteX6995" fmla="*/ 1019957 w 2057605"/>
                <a:gd name="connsiteY6995" fmla="*/ 1489300 h 3215359"/>
                <a:gd name="connsiteX6996" fmla="*/ 1027437 w 2057605"/>
                <a:gd name="connsiteY6996" fmla="*/ 1486567 h 3215359"/>
                <a:gd name="connsiteX6997" fmla="*/ 1037649 w 2057605"/>
                <a:gd name="connsiteY6997" fmla="*/ 1483978 h 3215359"/>
                <a:gd name="connsiteX6998" fmla="*/ 1035204 w 2057605"/>
                <a:gd name="connsiteY6998" fmla="*/ 1481533 h 3215359"/>
                <a:gd name="connsiteX6999" fmla="*/ 1037649 w 2057605"/>
                <a:gd name="connsiteY6999" fmla="*/ 1481533 h 3215359"/>
                <a:gd name="connsiteX7000" fmla="*/ 1042827 w 2057605"/>
                <a:gd name="connsiteY7000" fmla="*/ 1479088 h 3215359"/>
                <a:gd name="connsiteX7001" fmla="*/ 1045416 w 2057605"/>
                <a:gd name="connsiteY7001" fmla="*/ 1476355 h 3215359"/>
                <a:gd name="connsiteX7002" fmla="*/ 1053040 w 2057605"/>
                <a:gd name="connsiteY7002" fmla="*/ 1473909 h 3215359"/>
                <a:gd name="connsiteX7003" fmla="*/ 1055485 w 2057605"/>
                <a:gd name="connsiteY7003" fmla="*/ 1473909 h 3215359"/>
                <a:gd name="connsiteX7004" fmla="*/ 1241755 w 2057605"/>
                <a:gd name="connsiteY7004" fmla="*/ 1455930 h 3215359"/>
                <a:gd name="connsiteX7005" fmla="*/ 1244200 w 2057605"/>
                <a:gd name="connsiteY7005" fmla="*/ 1455930 h 3215359"/>
                <a:gd name="connsiteX7006" fmla="*/ 1262180 w 2057605"/>
                <a:gd name="connsiteY7006" fmla="*/ 1458663 h 3215359"/>
                <a:gd name="connsiteX7007" fmla="*/ 1272393 w 2057605"/>
                <a:gd name="connsiteY7007" fmla="*/ 1461108 h 3215359"/>
                <a:gd name="connsiteX7008" fmla="*/ 1272393 w 2057605"/>
                <a:gd name="connsiteY7008" fmla="*/ 1466142 h 3215359"/>
                <a:gd name="connsiteX7009" fmla="*/ 1274838 w 2057605"/>
                <a:gd name="connsiteY7009" fmla="*/ 1466142 h 3215359"/>
                <a:gd name="connsiteX7010" fmla="*/ 1274838 w 2057605"/>
                <a:gd name="connsiteY7010" fmla="*/ 1463553 h 3215359"/>
                <a:gd name="connsiteX7011" fmla="*/ 1277427 w 2057605"/>
                <a:gd name="connsiteY7011" fmla="*/ 1463553 h 3215359"/>
                <a:gd name="connsiteX7012" fmla="*/ 1279872 w 2057605"/>
                <a:gd name="connsiteY7012" fmla="*/ 1466142 h 3215359"/>
                <a:gd name="connsiteX7013" fmla="*/ 1287496 w 2057605"/>
                <a:gd name="connsiteY7013" fmla="*/ 1471321 h 3215359"/>
                <a:gd name="connsiteX7014" fmla="*/ 1290085 w 2057605"/>
                <a:gd name="connsiteY7014" fmla="*/ 1476355 h 3215359"/>
                <a:gd name="connsiteX7015" fmla="*/ 1290085 w 2057605"/>
                <a:gd name="connsiteY7015" fmla="*/ 1481533 h 3215359"/>
                <a:gd name="connsiteX7016" fmla="*/ 1287496 w 2057605"/>
                <a:gd name="connsiteY7016" fmla="*/ 1483978 h 3215359"/>
                <a:gd name="connsiteX7017" fmla="*/ 1287496 w 2057605"/>
                <a:gd name="connsiteY7017" fmla="*/ 1486567 h 3215359"/>
                <a:gd name="connsiteX7018" fmla="*/ 1290085 w 2057605"/>
                <a:gd name="connsiteY7018" fmla="*/ 1486567 h 3215359"/>
                <a:gd name="connsiteX7019" fmla="*/ 1295263 w 2057605"/>
                <a:gd name="connsiteY7019" fmla="*/ 1483978 h 3215359"/>
                <a:gd name="connsiteX7020" fmla="*/ 1297708 w 2057605"/>
                <a:gd name="connsiteY7020" fmla="*/ 1479088 h 3215359"/>
                <a:gd name="connsiteX7021" fmla="*/ 1300297 w 2057605"/>
                <a:gd name="connsiteY7021" fmla="*/ 1479088 h 3215359"/>
                <a:gd name="connsiteX7022" fmla="*/ 1302742 w 2057605"/>
                <a:gd name="connsiteY7022" fmla="*/ 1473910 h 3215359"/>
                <a:gd name="connsiteX7023" fmla="*/ 1307921 w 2057605"/>
                <a:gd name="connsiteY7023" fmla="*/ 1473910 h 3215359"/>
                <a:gd name="connsiteX7024" fmla="*/ 1315688 w 2057605"/>
                <a:gd name="connsiteY7024" fmla="*/ 1471321 h 3215359"/>
                <a:gd name="connsiteX7025" fmla="*/ 1318133 w 2057605"/>
                <a:gd name="connsiteY7025" fmla="*/ 1473910 h 3215359"/>
                <a:gd name="connsiteX7026" fmla="*/ 1320722 w 2057605"/>
                <a:gd name="connsiteY7026" fmla="*/ 1473910 h 3215359"/>
                <a:gd name="connsiteX7027" fmla="*/ 1333380 w 2057605"/>
                <a:gd name="connsiteY7027" fmla="*/ 1476355 h 3215359"/>
                <a:gd name="connsiteX7028" fmla="*/ 1338558 w 2057605"/>
                <a:gd name="connsiteY7028" fmla="*/ 1479088 h 3215359"/>
                <a:gd name="connsiteX7029" fmla="*/ 1343592 w 2057605"/>
                <a:gd name="connsiteY7029" fmla="*/ 1481533 h 3215359"/>
                <a:gd name="connsiteX7030" fmla="*/ 1348771 w 2057605"/>
                <a:gd name="connsiteY7030" fmla="*/ 1481533 h 3215359"/>
                <a:gd name="connsiteX7031" fmla="*/ 1351360 w 2057605"/>
                <a:gd name="connsiteY7031" fmla="*/ 1481533 h 3215359"/>
                <a:gd name="connsiteX7032" fmla="*/ 1353805 w 2057605"/>
                <a:gd name="connsiteY7032" fmla="*/ 1481533 h 3215359"/>
                <a:gd name="connsiteX7033" fmla="*/ 1358983 w 2057605"/>
                <a:gd name="connsiteY7033" fmla="*/ 1483978 h 3215359"/>
                <a:gd name="connsiteX7034" fmla="*/ 1361572 w 2057605"/>
                <a:gd name="connsiteY7034" fmla="*/ 1486567 h 3215359"/>
                <a:gd name="connsiteX7035" fmla="*/ 1361572 w 2057605"/>
                <a:gd name="connsiteY7035" fmla="*/ 1483978 h 3215359"/>
                <a:gd name="connsiteX7036" fmla="*/ 1366750 w 2057605"/>
                <a:gd name="connsiteY7036" fmla="*/ 1483978 h 3215359"/>
                <a:gd name="connsiteX7037" fmla="*/ 1369196 w 2057605"/>
                <a:gd name="connsiteY7037" fmla="*/ 1486567 h 3215359"/>
                <a:gd name="connsiteX7038" fmla="*/ 1371785 w 2057605"/>
                <a:gd name="connsiteY7038" fmla="*/ 1486567 h 3215359"/>
                <a:gd name="connsiteX7039" fmla="*/ 1369196 w 2057605"/>
                <a:gd name="connsiteY7039" fmla="*/ 1489300 h 3215359"/>
                <a:gd name="connsiteX7040" fmla="*/ 1366750 w 2057605"/>
                <a:gd name="connsiteY7040" fmla="*/ 1494191 h 3215359"/>
                <a:gd name="connsiteX7041" fmla="*/ 1366750 w 2057605"/>
                <a:gd name="connsiteY7041" fmla="*/ 1491746 h 3215359"/>
                <a:gd name="connsiteX7042" fmla="*/ 1364017 w 2057605"/>
                <a:gd name="connsiteY7042" fmla="*/ 1491746 h 3215359"/>
                <a:gd name="connsiteX7043" fmla="*/ 1364017 w 2057605"/>
                <a:gd name="connsiteY7043" fmla="*/ 1494191 h 3215359"/>
                <a:gd name="connsiteX7044" fmla="*/ 1364017 w 2057605"/>
                <a:gd name="connsiteY7044" fmla="*/ 1496780 h 3215359"/>
                <a:gd name="connsiteX7045" fmla="*/ 1364017 w 2057605"/>
                <a:gd name="connsiteY7045" fmla="*/ 1501958 h 3215359"/>
                <a:gd name="connsiteX7046" fmla="*/ 1364017 w 2057605"/>
                <a:gd name="connsiteY7046" fmla="*/ 1504404 h 3215359"/>
                <a:gd name="connsiteX7047" fmla="*/ 1361572 w 2057605"/>
                <a:gd name="connsiteY7047" fmla="*/ 1509725 h 3215359"/>
                <a:gd name="connsiteX7048" fmla="*/ 1361572 w 2057605"/>
                <a:gd name="connsiteY7048" fmla="*/ 1512171 h 3215359"/>
                <a:gd name="connsiteX7049" fmla="*/ 1361572 w 2057605"/>
                <a:gd name="connsiteY7049" fmla="*/ 1514616 h 3215359"/>
                <a:gd name="connsiteX7050" fmla="*/ 1351360 w 2057605"/>
                <a:gd name="connsiteY7050" fmla="*/ 1535041 h 3215359"/>
                <a:gd name="connsiteX7051" fmla="*/ 1348771 w 2057605"/>
                <a:gd name="connsiteY7051" fmla="*/ 1535041 h 3215359"/>
                <a:gd name="connsiteX7052" fmla="*/ 1346325 w 2057605"/>
                <a:gd name="connsiteY7052" fmla="*/ 1537630 h 3215359"/>
                <a:gd name="connsiteX7053" fmla="*/ 1343592 w 2057605"/>
                <a:gd name="connsiteY7053" fmla="*/ 1535041 h 3215359"/>
                <a:gd name="connsiteX7054" fmla="*/ 1343592 w 2057605"/>
                <a:gd name="connsiteY7054" fmla="*/ 1537630 h 3215359"/>
                <a:gd name="connsiteX7055" fmla="*/ 1346325 w 2057605"/>
                <a:gd name="connsiteY7055" fmla="*/ 1542808 h 3215359"/>
                <a:gd name="connsiteX7056" fmla="*/ 1346325 w 2057605"/>
                <a:gd name="connsiteY7056" fmla="*/ 1545254 h 3215359"/>
                <a:gd name="connsiteX7057" fmla="*/ 1343592 w 2057605"/>
                <a:gd name="connsiteY7057" fmla="*/ 1547843 h 3215359"/>
                <a:gd name="connsiteX7058" fmla="*/ 1343592 w 2057605"/>
                <a:gd name="connsiteY7058" fmla="*/ 1550288 h 3215359"/>
                <a:gd name="connsiteX7059" fmla="*/ 1341147 w 2057605"/>
                <a:gd name="connsiteY7059" fmla="*/ 1555466 h 3215359"/>
                <a:gd name="connsiteX7060" fmla="*/ 1341147 w 2057605"/>
                <a:gd name="connsiteY7060" fmla="*/ 1557911 h 3215359"/>
                <a:gd name="connsiteX7061" fmla="*/ 1341147 w 2057605"/>
                <a:gd name="connsiteY7061" fmla="*/ 1560500 h 3215359"/>
                <a:gd name="connsiteX7062" fmla="*/ 1336113 w 2057605"/>
                <a:gd name="connsiteY7062" fmla="*/ 1565679 h 3215359"/>
                <a:gd name="connsiteX7063" fmla="*/ 1336113 w 2057605"/>
                <a:gd name="connsiteY7063" fmla="*/ 1568124 h 3215359"/>
                <a:gd name="connsiteX7064" fmla="*/ 1336113 w 2057605"/>
                <a:gd name="connsiteY7064" fmla="*/ 1573446 h 3215359"/>
                <a:gd name="connsiteX7065" fmla="*/ 1333380 w 2057605"/>
                <a:gd name="connsiteY7065" fmla="*/ 1573446 h 3215359"/>
                <a:gd name="connsiteX7066" fmla="*/ 1333380 w 2057605"/>
                <a:gd name="connsiteY7066" fmla="*/ 1575891 h 3215359"/>
                <a:gd name="connsiteX7067" fmla="*/ 1328346 w 2057605"/>
                <a:gd name="connsiteY7067" fmla="*/ 1578336 h 3215359"/>
                <a:gd name="connsiteX7068" fmla="*/ 1323167 w 2057605"/>
                <a:gd name="connsiteY7068" fmla="*/ 1580925 h 3215359"/>
                <a:gd name="connsiteX7069" fmla="*/ 1328346 w 2057605"/>
                <a:gd name="connsiteY7069" fmla="*/ 1583658 h 3215359"/>
                <a:gd name="connsiteX7070" fmla="*/ 1330935 w 2057605"/>
                <a:gd name="connsiteY7070" fmla="*/ 1580925 h 3215359"/>
                <a:gd name="connsiteX7071" fmla="*/ 1330935 w 2057605"/>
                <a:gd name="connsiteY7071" fmla="*/ 1583658 h 3215359"/>
                <a:gd name="connsiteX7072" fmla="*/ 1330935 w 2057605"/>
                <a:gd name="connsiteY7072" fmla="*/ 1586104 h 3215359"/>
                <a:gd name="connsiteX7073" fmla="*/ 1323167 w 2057605"/>
                <a:gd name="connsiteY7073" fmla="*/ 1608974 h 3215359"/>
                <a:gd name="connsiteX7074" fmla="*/ 1320722 w 2057605"/>
                <a:gd name="connsiteY7074" fmla="*/ 1614296 h 3215359"/>
                <a:gd name="connsiteX7075" fmla="*/ 1320722 w 2057605"/>
                <a:gd name="connsiteY7075" fmla="*/ 1616741 h 3215359"/>
                <a:gd name="connsiteX7076" fmla="*/ 1315688 w 2057605"/>
                <a:gd name="connsiteY7076" fmla="*/ 1624221 h 3215359"/>
                <a:gd name="connsiteX7077" fmla="*/ 1315688 w 2057605"/>
                <a:gd name="connsiteY7077" fmla="*/ 1629399 h 3215359"/>
                <a:gd name="connsiteX7078" fmla="*/ 1315688 w 2057605"/>
                <a:gd name="connsiteY7078" fmla="*/ 1631988 h 3215359"/>
                <a:gd name="connsiteX7079" fmla="*/ 1310510 w 2057605"/>
                <a:gd name="connsiteY7079" fmla="*/ 1639611 h 3215359"/>
                <a:gd name="connsiteX7080" fmla="*/ 1307921 w 2057605"/>
                <a:gd name="connsiteY7080" fmla="*/ 1644646 h 3215359"/>
                <a:gd name="connsiteX7081" fmla="*/ 1300297 w 2057605"/>
                <a:gd name="connsiteY7081" fmla="*/ 1652413 h 3215359"/>
                <a:gd name="connsiteX7082" fmla="*/ 1297708 w 2057605"/>
                <a:gd name="connsiteY7082" fmla="*/ 1652413 h 3215359"/>
                <a:gd name="connsiteX7083" fmla="*/ 1295263 w 2057605"/>
                <a:gd name="connsiteY7083" fmla="*/ 1652413 h 3215359"/>
                <a:gd name="connsiteX7084" fmla="*/ 1290085 w 2057605"/>
                <a:gd name="connsiteY7084" fmla="*/ 1649824 h 3215359"/>
                <a:gd name="connsiteX7085" fmla="*/ 1267214 w 2057605"/>
                <a:gd name="connsiteY7085" fmla="*/ 1644646 h 3215359"/>
                <a:gd name="connsiteX7086" fmla="*/ 1262180 w 2057605"/>
                <a:gd name="connsiteY7086" fmla="*/ 1642057 h 3215359"/>
                <a:gd name="connsiteX7087" fmla="*/ 1259447 w 2057605"/>
                <a:gd name="connsiteY7087" fmla="*/ 1644646 h 3215359"/>
                <a:gd name="connsiteX7088" fmla="*/ 1257002 w 2057605"/>
                <a:gd name="connsiteY7088" fmla="*/ 1639611 h 3215359"/>
                <a:gd name="connsiteX7089" fmla="*/ 1254413 w 2057605"/>
                <a:gd name="connsiteY7089" fmla="*/ 1642057 h 3215359"/>
                <a:gd name="connsiteX7090" fmla="*/ 1251968 w 2057605"/>
                <a:gd name="connsiteY7090" fmla="*/ 1642057 h 3215359"/>
                <a:gd name="connsiteX7091" fmla="*/ 1249235 w 2057605"/>
                <a:gd name="connsiteY7091" fmla="*/ 1642057 h 3215359"/>
                <a:gd name="connsiteX7092" fmla="*/ 1246789 w 2057605"/>
                <a:gd name="connsiteY7092" fmla="*/ 1644646 h 3215359"/>
                <a:gd name="connsiteX7093" fmla="*/ 1236577 w 2057605"/>
                <a:gd name="connsiteY7093" fmla="*/ 1644646 h 3215359"/>
                <a:gd name="connsiteX7094" fmla="*/ 1228810 w 2057605"/>
                <a:gd name="connsiteY7094" fmla="*/ 1647379 h 3215359"/>
                <a:gd name="connsiteX7095" fmla="*/ 1226364 w 2057605"/>
                <a:gd name="connsiteY7095" fmla="*/ 1647379 h 3215359"/>
                <a:gd name="connsiteX7096" fmla="*/ 1223775 w 2057605"/>
                <a:gd name="connsiteY7096" fmla="*/ 1647379 h 3215359"/>
                <a:gd name="connsiteX7097" fmla="*/ 1218885 w 2057605"/>
                <a:gd name="connsiteY7097" fmla="*/ 1647379 h 3215359"/>
                <a:gd name="connsiteX7098" fmla="*/ 1216152 w 2057605"/>
                <a:gd name="connsiteY7098" fmla="*/ 1647379 h 3215359"/>
                <a:gd name="connsiteX7099" fmla="*/ 1216152 w 2057605"/>
                <a:gd name="connsiteY7099" fmla="*/ 1652413 h 3215359"/>
                <a:gd name="connsiteX7100" fmla="*/ 1216152 w 2057605"/>
                <a:gd name="connsiteY7100" fmla="*/ 1654858 h 3215359"/>
                <a:gd name="connsiteX7101" fmla="*/ 1218885 w 2057605"/>
                <a:gd name="connsiteY7101" fmla="*/ 1654858 h 3215359"/>
                <a:gd name="connsiteX7102" fmla="*/ 1221330 w 2057605"/>
                <a:gd name="connsiteY7102" fmla="*/ 1652413 h 3215359"/>
                <a:gd name="connsiteX7103" fmla="*/ 1223775 w 2057605"/>
                <a:gd name="connsiteY7103" fmla="*/ 1652413 h 3215359"/>
                <a:gd name="connsiteX7104" fmla="*/ 1226364 w 2057605"/>
                <a:gd name="connsiteY7104" fmla="*/ 1654858 h 3215359"/>
                <a:gd name="connsiteX7105" fmla="*/ 1231542 w 2057605"/>
                <a:gd name="connsiteY7105" fmla="*/ 1654858 h 3215359"/>
                <a:gd name="connsiteX7106" fmla="*/ 1233988 w 2057605"/>
                <a:gd name="connsiteY7106" fmla="*/ 1654858 h 3215359"/>
                <a:gd name="connsiteX7107" fmla="*/ 1236577 w 2057605"/>
                <a:gd name="connsiteY7107" fmla="*/ 1649824 h 3215359"/>
                <a:gd name="connsiteX7108" fmla="*/ 1239022 w 2057605"/>
                <a:gd name="connsiteY7108" fmla="*/ 1649824 h 3215359"/>
                <a:gd name="connsiteX7109" fmla="*/ 1239022 w 2057605"/>
                <a:gd name="connsiteY7109" fmla="*/ 1652413 h 3215359"/>
                <a:gd name="connsiteX7110" fmla="*/ 1239022 w 2057605"/>
                <a:gd name="connsiteY7110" fmla="*/ 1662482 h 3215359"/>
                <a:gd name="connsiteX7111" fmla="*/ 1239022 w 2057605"/>
                <a:gd name="connsiteY7111" fmla="*/ 1665071 h 3215359"/>
                <a:gd name="connsiteX7112" fmla="*/ 1244200 w 2057605"/>
                <a:gd name="connsiteY7112" fmla="*/ 1665071 h 3215359"/>
                <a:gd name="connsiteX7113" fmla="*/ 1249235 w 2057605"/>
                <a:gd name="connsiteY7113" fmla="*/ 1672694 h 3215359"/>
                <a:gd name="connsiteX7114" fmla="*/ 1251968 w 2057605"/>
                <a:gd name="connsiteY7114" fmla="*/ 1678016 h 3215359"/>
                <a:gd name="connsiteX7115" fmla="*/ 1251968 w 2057605"/>
                <a:gd name="connsiteY7115" fmla="*/ 1690674 h 3215359"/>
                <a:gd name="connsiteX7116" fmla="*/ 1249235 w 2057605"/>
                <a:gd name="connsiteY7116" fmla="*/ 1693119 h 3215359"/>
                <a:gd name="connsiteX7117" fmla="*/ 1246789 w 2057605"/>
                <a:gd name="connsiteY7117" fmla="*/ 1698441 h 3215359"/>
                <a:gd name="connsiteX7118" fmla="*/ 1246789 w 2057605"/>
                <a:gd name="connsiteY7118" fmla="*/ 1700886 h 3215359"/>
                <a:gd name="connsiteX7119" fmla="*/ 1244200 w 2057605"/>
                <a:gd name="connsiteY7119" fmla="*/ 1703332 h 3215359"/>
                <a:gd name="connsiteX7120" fmla="*/ 1239022 w 2057605"/>
                <a:gd name="connsiteY7120" fmla="*/ 1705921 h 3215359"/>
                <a:gd name="connsiteX7121" fmla="*/ 1236577 w 2057605"/>
                <a:gd name="connsiteY7121" fmla="*/ 1708366 h 3215359"/>
                <a:gd name="connsiteX7122" fmla="*/ 1236577 w 2057605"/>
                <a:gd name="connsiteY7122" fmla="*/ 1711099 h 3215359"/>
                <a:gd name="connsiteX7123" fmla="*/ 1236577 w 2057605"/>
                <a:gd name="connsiteY7123" fmla="*/ 1715990 h 3215359"/>
                <a:gd name="connsiteX7124" fmla="*/ 1233988 w 2057605"/>
                <a:gd name="connsiteY7124" fmla="*/ 1715990 h 3215359"/>
                <a:gd name="connsiteX7125" fmla="*/ 1233988 w 2057605"/>
                <a:gd name="connsiteY7125" fmla="*/ 1723757 h 3215359"/>
                <a:gd name="connsiteX7126" fmla="*/ 1231542 w 2057605"/>
                <a:gd name="connsiteY7126" fmla="*/ 1723757 h 3215359"/>
                <a:gd name="connsiteX7127" fmla="*/ 1231542 w 2057605"/>
                <a:gd name="connsiteY7127" fmla="*/ 1726346 h 3215359"/>
                <a:gd name="connsiteX7128" fmla="*/ 1228810 w 2057605"/>
                <a:gd name="connsiteY7128" fmla="*/ 1728791 h 3215359"/>
                <a:gd name="connsiteX7129" fmla="*/ 1231542 w 2057605"/>
                <a:gd name="connsiteY7129" fmla="*/ 1731524 h 3215359"/>
                <a:gd name="connsiteX7130" fmla="*/ 1228810 w 2057605"/>
                <a:gd name="connsiteY7130" fmla="*/ 1739004 h 3215359"/>
                <a:gd name="connsiteX7131" fmla="*/ 1228810 w 2057605"/>
                <a:gd name="connsiteY7131" fmla="*/ 1741737 h 3215359"/>
                <a:gd name="connsiteX7132" fmla="*/ 1226364 w 2057605"/>
                <a:gd name="connsiteY7132" fmla="*/ 1741737 h 3215359"/>
                <a:gd name="connsiteX7133" fmla="*/ 1223775 w 2057605"/>
                <a:gd name="connsiteY7133" fmla="*/ 1741737 h 3215359"/>
                <a:gd name="connsiteX7134" fmla="*/ 1223775 w 2057605"/>
                <a:gd name="connsiteY7134" fmla="*/ 1744182 h 3215359"/>
                <a:gd name="connsiteX7135" fmla="*/ 1221330 w 2057605"/>
                <a:gd name="connsiteY7135" fmla="*/ 1744182 h 3215359"/>
                <a:gd name="connsiteX7136" fmla="*/ 1221330 w 2057605"/>
                <a:gd name="connsiteY7136" fmla="*/ 1746627 h 3215359"/>
                <a:gd name="connsiteX7137" fmla="*/ 1218885 w 2057605"/>
                <a:gd name="connsiteY7137" fmla="*/ 1744182 h 3215359"/>
                <a:gd name="connsiteX7138" fmla="*/ 1216152 w 2057605"/>
                <a:gd name="connsiteY7138" fmla="*/ 1746627 h 3215359"/>
                <a:gd name="connsiteX7139" fmla="*/ 1213707 w 2057605"/>
                <a:gd name="connsiteY7139" fmla="*/ 1746627 h 3215359"/>
                <a:gd name="connsiteX7140" fmla="*/ 1211117 w 2057605"/>
                <a:gd name="connsiteY7140" fmla="*/ 1746627 h 3215359"/>
                <a:gd name="connsiteX7141" fmla="*/ 1205939 w 2057605"/>
                <a:gd name="connsiteY7141" fmla="*/ 1749216 h 3215359"/>
                <a:gd name="connsiteX7142" fmla="*/ 1203350 w 2057605"/>
                <a:gd name="connsiteY7142" fmla="*/ 1749216 h 3215359"/>
                <a:gd name="connsiteX7143" fmla="*/ 1198460 w 2057605"/>
                <a:gd name="connsiteY7143" fmla="*/ 1749216 h 3215359"/>
                <a:gd name="connsiteX7144" fmla="*/ 1195727 w 2057605"/>
                <a:gd name="connsiteY7144" fmla="*/ 1751949 h 3215359"/>
                <a:gd name="connsiteX7145" fmla="*/ 1193138 w 2057605"/>
                <a:gd name="connsiteY7145" fmla="*/ 1751949 h 3215359"/>
                <a:gd name="connsiteX7146" fmla="*/ 1190692 w 2057605"/>
                <a:gd name="connsiteY7146" fmla="*/ 1754394 h 3215359"/>
                <a:gd name="connsiteX7147" fmla="*/ 1185514 w 2057605"/>
                <a:gd name="connsiteY7147" fmla="*/ 1754394 h 3215359"/>
                <a:gd name="connsiteX7148" fmla="*/ 1188247 w 2057605"/>
                <a:gd name="connsiteY7148" fmla="*/ 1751949 h 3215359"/>
                <a:gd name="connsiteX7149" fmla="*/ 1185514 w 2057605"/>
                <a:gd name="connsiteY7149" fmla="*/ 1749216 h 3215359"/>
                <a:gd name="connsiteX7150" fmla="*/ 1185514 w 2057605"/>
                <a:gd name="connsiteY7150" fmla="*/ 1751949 h 3215359"/>
                <a:gd name="connsiteX7151" fmla="*/ 1183069 w 2057605"/>
                <a:gd name="connsiteY7151" fmla="*/ 1751949 h 3215359"/>
                <a:gd name="connsiteX7152" fmla="*/ 1180480 w 2057605"/>
                <a:gd name="connsiteY7152" fmla="*/ 1749216 h 3215359"/>
                <a:gd name="connsiteX7153" fmla="*/ 1183069 w 2057605"/>
                <a:gd name="connsiteY7153" fmla="*/ 1746627 h 3215359"/>
                <a:gd name="connsiteX7154" fmla="*/ 1183069 w 2057605"/>
                <a:gd name="connsiteY7154" fmla="*/ 1744182 h 3215359"/>
                <a:gd name="connsiteX7155" fmla="*/ 1183069 w 2057605"/>
                <a:gd name="connsiteY7155" fmla="*/ 1741737 h 3215359"/>
                <a:gd name="connsiteX7156" fmla="*/ 1188247 w 2057605"/>
                <a:gd name="connsiteY7156" fmla="*/ 1739004 h 3215359"/>
                <a:gd name="connsiteX7157" fmla="*/ 1188247 w 2057605"/>
                <a:gd name="connsiteY7157" fmla="*/ 1736415 h 3215359"/>
                <a:gd name="connsiteX7158" fmla="*/ 1185514 w 2057605"/>
                <a:gd name="connsiteY7158" fmla="*/ 1736415 h 3215359"/>
                <a:gd name="connsiteX7159" fmla="*/ 1183069 w 2057605"/>
                <a:gd name="connsiteY7159" fmla="*/ 1739004 h 3215359"/>
                <a:gd name="connsiteX7160" fmla="*/ 1183069 w 2057605"/>
                <a:gd name="connsiteY7160" fmla="*/ 1736415 h 3215359"/>
                <a:gd name="connsiteX7161" fmla="*/ 1188247 w 2057605"/>
                <a:gd name="connsiteY7161" fmla="*/ 1733969 h 3215359"/>
                <a:gd name="connsiteX7162" fmla="*/ 1193138 w 2057605"/>
                <a:gd name="connsiteY7162" fmla="*/ 1731524 h 3215359"/>
                <a:gd name="connsiteX7163" fmla="*/ 1198460 w 2057605"/>
                <a:gd name="connsiteY7163" fmla="*/ 1731524 h 3215359"/>
                <a:gd name="connsiteX7164" fmla="*/ 1200905 w 2057605"/>
                <a:gd name="connsiteY7164" fmla="*/ 1728791 h 3215359"/>
                <a:gd name="connsiteX7165" fmla="*/ 1195727 w 2057605"/>
                <a:gd name="connsiteY7165" fmla="*/ 1728791 h 3215359"/>
                <a:gd name="connsiteX7166" fmla="*/ 1183069 w 2057605"/>
                <a:gd name="connsiteY7166" fmla="*/ 1731524 h 3215359"/>
                <a:gd name="connsiteX7167" fmla="*/ 1185514 w 2057605"/>
                <a:gd name="connsiteY7167" fmla="*/ 1728791 h 3215359"/>
                <a:gd name="connsiteX7168" fmla="*/ 1183069 w 2057605"/>
                <a:gd name="connsiteY7168" fmla="*/ 1726346 h 3215359"/>
                <a:gd name="connsiteX7169" fmla="*/ 1183069 w 2057605"/>
                <a:gd name="connsiteY7169" fmla="*/ 1718579 h 3215359"/>
                <a:gd name="connsiteX7170" fmla="*/ 1183069 w 2057605"/>
                <a:gd name="connsiteY7170" fmla="*/ 1711099 h 3215359"/>
                <a:gd name="connsiteX7171" fmla="*/ 1183069 w 2057605"/>
                <a:gd name="connsiteY7171" fmla="*/ 1705921 h 3215359"/>
                <a:gd name="connsiteX7172" fmla="*/ 1183069 w 2057605"/>
                <a:gd name="connsiteY7172" fmla="*/ 1700886 h 3215359"/>
                <a:gd name="connsiteX7173" fmla="*/ 1183069 w 2057605"/>
                <a:gd name="connsiteY7173" fmla="*/ 1698441 h 3215359"/>
                <a:gd name="connsiteX7174" fmla="*/ 1180480 w 2057605"/>
                <a:gd name="connsiteY7174" fmla="*/ 1693119 h 3215359"/>
                <a:gd name="connsiteX7175" fmla="*/ 1183069 w 2057605"/>
                <a:gd name="connsiteY7175" fmla="*/ 1693119 h 3215359"/>
                <a:gd name="connsiteX7176" fmla="*/ 1185514 w 2057605"/>
                <a:gd name="connsiteY7176" fmla="*/ 1693119 h 3215359"/>
                <a:gd name="connsiteX7177" fmla="*/ 1183069 w 2057605"/>
                <a:gd name="connsiteY7177" fmla="*/ 1690674 h 3215359"/>
                <a:gd name="connsiteX7178" fmla="*/ 1185514 w 2057605"/>
                <a:gd name="connsiteY7178" fmla="*/ 1690674 h 3215359"/>
                <a:gd name="connsiteX7179" fmla="*/ 1185514 w 2057605"/>
                <a:gd name="connsiteY7179" fmla="*/ 1688229 h 3215359"/>
                <a:gd name="connsiteX7180" fmla="*/ 1183069 w 2057605"/>
                <a:gd name="connsiteY7180" fmla="*/ 1682907 h 3215359"/>
                <a:gd name="connsiteX7181" fmla="*/ 1180480 w 2057605"/>
                <a:gd name="connsiteY7181" fmla="*/ 1680461 h 3215359"/>
                <a:gd name="connsiteX7182" fmla="*/ 1178035 w 2057605"/>
                <a:gd name="connsiteY7182" fmla="*/ 1678016 h 3215359"/>
                <a:gd name="connsiteX7183" fmla="*/ 1175302 w 2057605"/>
                <a:gd name="connsiteY7183" fmla="*/ 1678016 h 3215359"/>
                <a:gd name="connsiteX7184" fmla="*/ 1175302 w 2057605"/>
                <a:gd name="connsiteY7184" fmla="*/ 1672694 h 3215359"/>
                <a:gd name="connsiteX7185" fmla="*/ 1178035 w 2057605"/>
                <a:gd name="connsiteY7185" fmla="*/ 1670249 h 3215359"/>
                <a:gd name="connsiteX7186" fmla="*/ 1175302 w 2057605"/>
                <a:gd name="connsiteY7186" fmla="*/ 1665071 h 3215359"/>
                <a:gd name="connsiteX7187" fmla="*/ 1172857 w 2057605"/>
                <a:gd name="connsiteY7187" fmla="*/ 1662482 h 3215359"/>
                <a:gd name="connsiteX7188" fmla="*/ 1170267 w 2057605"/>
                <a:gd name="connsiteY7188" fmla="*/ 1660036 h 3215359"/>
                <a:gd name="connsiteX7189" fmla="*/ 1165089 w 2057605"/>
                <a:gd name="connsiteY7189" fmla="*/ 1657591 h 3215359"/>
                <a:gd name="connsiteX7190" fmla="*/ 1165089 w 2057605"/>
                <a:gd name="connsiteY7190" fmla="*/ 1654858 h 3215359"/>
                <a:gd name="connsiteX7191" fmla="*/ 1165089 w 2057605"/>
                <a:gd name="connsiteY7191" fmla="*/ 1652413 h 3215359"/>
                <a:gd name="connsiteX7192" fmla="*/ 1167822 w 2057605"/>
                <a:gd name="connsiteY7192" fmla="*/ 1652413 h 3215359"/>
                <a:gd name="connsiteX7193" fmla="*/ 1167822 w 2057605"/>
                <a:gd name="connsiteY7193" fmla="*/ 1649824 h 3215359"/>
                <a:gd name="connsiteX7194" fmla="*/ 1167822 w 2057605"/>
                <a:gd name="connsiteY7194" fmla="*/ 1647379 h 3215359"/>
                <a:gd name="connsiteX7195" fmla="*/ 1165089 w 2057605"/>
                <a:gd name="connsiteY7195" fmla="*/ 1644646 h 3215359"/>
                <a:gd name="connsiteX7196" fmla="*/ 1165089 w 2057605"/>
                <a:gd name="connsiteY7196" fmla="*/ 1647379 h 3215359"/>
                <a:gd name="connsiteX7197" fmla="*/ 1162644 w 2057605"/>
                <a:gd name="connsiteY7197" fmla="*/ 1644646 h 3215359"/>
                <a:gd name="connsiteX7198" fmla="*/ 1162644 w 2057605"/>
                <a:gd name="connsiteY7198" fmla="*/ 1637166 h 3215359"/>
                <a:gd name="connsiteX7199" fmla="*/ 1162644 w 2057605"/>
                <a:gd name="connsiteY7199" fmla="*/ 1629399 h 3215359"/>
                <a:gd name="connsiteX7200" fmla="*/ 1165089 w 2057605"/>
                <a:gd name="connsiteY7200" fmla="*/ 1626954 h 3215359"/>
                <a:gd name="connsiteX7201" fmla="*/ 1162644 w 2057605"/>
                <a:gd name="connsiteY7201" fmla="*/ 1621775 h 3215359"/>
                <a:gd name="connsiteX7202" fmla="*/ 1162644 w 2057605"/>
                <a:gd name="connsiteY7202" fmla="*/ 1619186 h 3215359"/>
                <a:gd name="connsiteX7203" fmla="*/ 1162644 w 2057605"/>
                <a:gd name="connsiteY7203" fmla="*/ 1616741 h 3215359"/>
                <a:gd name="connsiteX7204" fmla="*/ 1162644 w 2057605"/>
                <a:gd name="connsiteY7204" fmla="*/ 1614296 h 3215359"/>
                <a:gd name="connsiteX7205" fmla="*/ 1162644 w 2057605"/>
                <a:gd name="connsiteY7205" fmla="*/ 1611563 h 3215359"/>
                <a:gd name="connsiteX7206" fmla="*/ 1165089 w 2057605"/>
                <a:gd name="connsiteY7206" fmla="*/ 1608974 h 3215359"/>
                <a:gd name="connsiteX7207" fmla="*/ 1162644 w 2057605"/>
                <a:gd name="connsiteY7207" fmla="*/ 1606529 h 3215359"/>
                <a:gd name="connsiteX7208" fmla="*/ 1162644 w 2057605"/>
                <a:gd name="connsiteY7208" fmla="*/ 1604083 h 3215359"/>
                <a:gd name="connsiteX7209" fmla="*/ 1162644 w 2057605"/>
                <a:gd name="connsiteY7209" fmla="*/ 1601350 h 3215359"/>
                <a:gd name="connsiteX7210" fmla="*/ 1167822 w 2057605"/>
                <a:gd name="connsiteY7210" fmla="*/ 1598761 h 3215359"/>
                <a:gd name="connsiteX7211" fmla="*/ 1167822 w 2057605"/>
                <a:gd name="connsiteY7211" fmla="*/ 1596316 h 3215359"/>
                <a:gd name="connsiteX7212" fmla="*/ 1165089 w 2057605"/>
                <a:gd name="connsiteY7212" fmla="*/ 1596316 h 3215359"/>
                <a:gd name="connsiteX7213" fmla="*/ 1165089 w 2057605"/>
                <a:gd name="connsiteY7213" fmla="*/ 1591138 h 3215359"/>
                <a:gd name="connsiteX7214" fmla="*/ 1165089 w 2057605"/>
                <a:gd name="connsiteY7214" fmla="*/ 1588549 h 3215359"/>
                <a:gd name="connsiteX7215" fmla="*/ 1165089 w 2057605"/>
                <a:gd name="connsiteY7215" fmla="*/ 1578336 h 3215359"/>
                <a:gd name="connsiteX7216" fmla="*/ 1165089 w 2057605"/>
                <a:gd name="connsiteY7216" fmla="*/ 1575891 h 3215359"/>
                <a:gd name="connsiteX7217" fmla="*/ 1162644 w 2057605"/>
                <a:gd name="connsiteY7217" fmla="*/ 1573446 h 3215359"/>
                <a:gd name="connsiteX7218" fmla="*/ 1165089 w 2057605"/>
                <a:gd name="connsiteY7218" fmla="*/ 1570713 h 3215359"/>
                <a:gd name="connsiteX7219" fmla="*/ 1165089 w 2057605"/>
                <a:gd name="connsiteY7219" fmla="*/ 1565679 h 3215359"/>
                <a:gd name="connsiteX7220" fmla="*/ 1165089 w 2057605"/>
                <a:gd name="connsiteY7220" fmla="*/ 1563233 h 3215359"/>
                <a:gd name="connsiteX7221" fmla="*/ 1162644 w 2057605"/>
                <a:gd name="connsiteY7221" fmla="*/ 1563233 h 3215359"/>
                <a:gd name="connsiteX7222" fmla="*/ 1162644 w 2057605"/>
                <a:gd name="connsiteY7222" fmla="*/ 1557911 h 3215359"/>
                <a:gd name="connsiteX7223" fmla="*/ 1162644 w 2057605"/>
                <a:gd name="connsiteY7223" fmla="*/ 1555466 h 3215359"/>
                <a:gd name="connsiteX7224" fmla="*/ 1162644 w 2057605"/>
                <a:gd name="connsiteY7224" fmla="*/ 1553021 h 3215359"/>
                <a:gd name="connsiteX7225" fmla="*/ 1162644 w 2057605"/>
                <a:gd name="connsiteY7225" fmla="*/ 1547843 h 3215359"/>
                <a:gd name="connsiteX7226" fmla="*/ 1165089 w 2057605"/>
                <a:gd name="connsiteY7226" fmla="*/ 1542808 h 3215359"/>
                <a:gd name="connsiteX7227" fmla="*/ 1162644 w 2057605"/>
                <a:gd name="connsiteY7227" fmla="*/ 1542808 h 3215359"/>
                <a:gd name="connsiteX7228" fmla="*/ 1160055 w 2057605"/>
                <a:gd name="connsiteY7228" fmla="*/ 1540075 h 3215359"/>
                <a:gd name="connsiteX7229" fmla="*/ 1162644 w 2057605"/>
                <a:gd name="connsiteY7229" fmla="*/ 1540075 h 3215359"/>
                <a:gd name="connsiteX7230" fmla="*/ 1162644 w 2057605"/>
                <a:gd name="connsiteY7230" fmla="*/ 1537630 h 3215359"/>
                <a:gd name="connsiteX7231" fmla="*/ 1162644 w 2057605"/>
                <a:gd name="connsiteY7231" fmla="*/ 1535041 h 3215359"/>
                <a:gd name="connsiteX7232" fmla="*/ 1165089 w 2057605"/>
                <a:gd name="connsiteY7232" fmla="*/ 1535041 h 3215359"/>
                <a:gd name="connsiteX7233" fmla="*/ 1165089 w 2057605"/>
                <a:gd name="connsiteY7233" fmla="*/ 1537630 h 3215359"/>
                <a:gd name="connsiteX7234" fmla="*/ 1165089 w 2057605"/>
                <a:gd name="connsiteY7234" fmla="*/ 1540075 h 3215359"/>
                <a:gd name="connsiteX7235" fmla="*/ 1167822 w 2057605"/>
                <a:gd name="connsiteY7235" fmla="*/ 1537630 h 3215359"/>
                <a:gd name="connsiteX7236" fmla="*/ 1165089 w 2057605"/>
                <a:gd name="connsiteY7236" fmla="*/ 1535041 h 3215359"/>
                <a:gd name="connsiteX7237" fmla="*/ 1165089 w 2057605"/>
                <a:gd name="connsiteY7237" fmla="*/ 1532596 h 3215359"/>
                <a:gd name="connsiteX7238" fmla="*/ 1162644 w 2057605"/>
                <a:gd name="connsiteY7238" fmla="*/ 1529863 h 3215359"/>
                <a:gd name="connsiteX7239" fmla="*/ 1160055 w 2057605"/>
                <a:gd name="connsiteY7239" fmla="*/ 1529863 h 3215359"/>
                <a:gd name="connsiteX7240" fmla="*/ 1162644 w 2057605"/>
                <a:gd name="connsiteY7240" fmla="*/ 1524829 h 3215359"/>
                <a:gd name="connsiteX7241" fmla="*/ 1160055 w 2057605"/>
                <a:gd name="connsiteY7241" fmla="*/ 1522383 h 3215359"/>
                <a:gd name="connsiteX7242" fmla="*/ 1162644 w 2057605"/>
                <a:gd name="connsiteY7242" fmla="*/ 1522383 h 3215359"/>
                <a:gd name="connsiteX7243" fmla="*/ 1162644 w 2057605"/>
                <a:gd name="connsiteY7243" fmla="*/ 1517205 h 3215359"/>
                <a:gd name="connsiteX7244" fmla="*/ 1165089 w 2057605"/>
                <a:gd name="connsiteY7244" fmla="*/ 1517205 h 3215359"/>
                <a:gd name="connsiteX7245" fmla="*/ 1167822 w 2057605"/>
                <a:gd name="connsiteY7245" fmla="*/ 1514616 h 3215359"/>
                <a:gd name="connsiteX7246" fmla="*/ 1170267 w 2057605"/>
                <a:gd name="connsiteY7246" fmla="*/ 1512171 h 3215359"/>
                <a:gd name="connsiteX7247" fmla="*/ 1172857 w 2057605"/>
                <a:gd name="connsiteY7247" fmla="*/ 1512171 h 3215359"/>
                <a:gd name="connsiteX7248" fmla="*/ 1172857 w 2057605"/>
                <a:gd name="connsiteY7248" fmla="*/ 1514616 h 3215359"/>
                <a:gd name="connsiteX7249" fmla="*/ 1175302 w 2057605"/>
                <a:gd name="connsiteY7249" fmla="*/ 1512171 h 3215359"/>
                <a:gd name="connsiteX7250" fmla="*/ 1178035 w 2057605"/>
                <a:gd name="connsiteY7250" fmla="*/ 1512171 h 3215359"/>
                <a:gd name="connsiteX7251" fmla="*/ 1180480 w 2057605"/>
                <a:gd name="connsiteY7251" fmla="*/ 1514616 h 3215359"/>
                <a:gd name="connsiteX7252" fmla="*/ 1180480 w 2057605"/>
                <a:gd name="connsiteY7252" fmla="*/ 1519938 h 3215359"/>
                <a:gd name="connsiteX7253" fmla="*/ 1183069 w 2057605"/>
                <a:gd name="connsiteY7253" fmla="*/ 1519938 h 3215359"/>
                <a:gd name="connsiteX7254" fmla="*/ 1183069 w 2057605"/>
                <a:gd name="connsiteY7254" fmla="*/ 1522383 h 3215359"/>
                <a:gd name="connsiteX7255" fmla="*/ 1190692 w 2057605"/>
                <a:gd name="connsiteY7255" fmla="*/ 1527418 h 3215359"/>
                <a:gd name="connsiteX7256" fmla="*/ 1193138 w 2057605"/>
                <a:gd name="connsiteY7256" fmla="*/ 1527418 h 3215359"/>
                <a:gd name="connsiteX7257" fmla="*/ 1195727 w 2057605"/>
                <a:gd name="connsiteY7257" fmla="*/ 1527418 h 3215359"/>
                <a:gd name="connsiteX7258" fmla="*/ 1198460 w 2057605"/>
                <a:gd name="connsiteY7258" fmla="*/ 1527418 h 3215359"/>
                <a:gd name="connsiteX7259" fmla="*/ 1200905 w 2057605"/>
                <a:gd name="connsiteY7259" fmla="*/ 1527418 h 3215359"/>
                <a:gd name="connsiteX7260" fmla="*/ 1203350 w 2057605"/>
                <a:gd name="connsiteY7260" fmla="*/ 1527418 h 3215359"/>
                <a:gd name="connsiteX7261" fmla="*/ 1203350 w 2057605"/>
                <a:gd name="connsiteY7261" fmla="*/ 1524829 h 3215359"/>
                <a:gd name="connsiteX7262" fmla="*/ 1200905 w 2057605"/>
                <a:gd name="connsiteY7262" fmla="*/ 1524829 h 3215359"/>
                <a:gd name="connsiteX7263" fmla="*/ 1193138 w 2057605"/>
                <a:gd name="connsiteY7263" fmla="*/ 1524829 h 3215359"/>
                <a:gd name="connsiteX7264" fmla="*/ 1190692 w 2057605"/>
                <a:gd name="connsiteY7264" fmla="*/ 1519938 h 3215359"/>
                <a:gd name="connsiteX7265" fmla="*/ 1193138 w 2057605"/>
                <a:gd name="connsiteY7265" fmla="*/ 1517205 h 3215359"/>
                <a:gd name="connsiteX7266" fmla="*/ 1185514 w 2057605"/>
                <a:gd name="connsiteY7266" fmla="*/ 1512171 h 3215359"/>
                <a:gd name="connsiteX7267" fmla="*/ 1183069 w 2057605"/>
                <a:gd name="connsiteY7267" fmla="*/ 1506993 h 3215359"/>
                <a:gd name="connsiteX7268" fmla="*/ 1185514 w 2057605"/>
                <a:gd name="connsiteY7268" fmla="*/ 1501958 h 3215359"/>
                <a:gd name="connsiteX7269" fmla="*/ 1188247 w 2057605"/>
                <a:gd name="connsiteY7269" fmla="*/ 1501958 h 3215359"/>
                <a:gd name="connsiteX7270" fmla="*/ 1188247 w 2057605"/>
                <a:gd name="connsiteY7270" fmla="*/ 1504404 h 3215359"/>
                <a:gd name="connsiteX7271" fmla="*/ 1190692 w 2057605"/>
                <a:gd name="connsiteY7271" fmla="*/ 1501958 h 3215359"/>
                <a:gd name="connsiteX7272" fmla="*/ 1188247 w 2057605"/>
                <a:gd name="connsiteY7272" fmla="*/ 1501958 h 3215359"/>
                <a:gd name="connsiteX7273" fmla="*/ 1188247 w 2057605"/>
                <a:gd name="connsiteY7273" fmla="*/ 1499513 h 3215359"/>
                <a:gd name="connsiteX7274" fmla="*/ 1183069 w 2057605"/>
                <a:gd name="connsiteY7274" fmla="*/ 1501958 h 3215359"/>
                <a:gd name="connsiteX7275" fmla="*/ 1183069 w 2057605"/>
                <a:gd name="connsiteY7275" fmla="*/ 1504404 h 3215359"/>
                <a:gd name="connsiteX7276" fmla="*/ 1175302 w 2057605"/>
                <a:gd name="connsiteY7276" fmla="*/ 1496780 h 3215359"/>
                <a:gd name="connsiteX7277" fmla="*/ 1175302 w 2057605"/>
                <a:gd name="connsiteY7277" fmla="*/ 1494191 h 3215359"/>
                <a:gd name="connsiteX7278" fmla="*/ 1175302 w 2057605"/>
                <a:gd name="connsiteY7278" fmla="*/ 1489300 h 3215359"/>
                <a:gd name="connsiteX7279" fmla="*/ 1175302 w 2057605"/>
                <a:gd name="connsiteY7279" fmla="*/ 1483978 h 3215359"/>
                <a:gd name="connsiteX7280" fmla="*/ 1175302 w 2057605"/>
                <a:gd name="connsiteY7280" fmla="*/ 1481533 h 3215359"/>
                <a:gd name="connsiteX7281" fmla="*/ 1178035 w 2057605"/>
                <a:gd name="connsiteY7281" fmla="*/ 1481533 h 3215359"/>
                <a:gd name="connsiteX7282" fmla="*/ 1180480 w 2057605"/>
                <a:gd name="connsiteY7282" fmla="*/ 1479088 h 3215359"/>
                <a:gd name="connsiteX7283" fmla="*/ 1195727 w 2057605"/>
                <a:gd name="connsiteY7283" fmla="*/ 1471321 h 3215359"/>
                <a:gd name="connsiteX7284" fmla="*/ 1195727 w 2057605"/>
                <a:gd name="connsiteY7284" fmla="*/ 1468875 h 3215359"/>
                <a:gd name="connsiteX7285" fmla="*/ 1195727 w 2057605"/>
                <a:gd name="connsiteY7285" fmla="*/ 1466142 h 3215359"/>
                <a:gd name="connsiteX7286" fmla="*/ 1203350 w 2057605"/>
                <a:gd name="connsiteY7286" fmla="*/ 1468875 h 3215359"/>
                <a:gd name="connsiteX7287" fmla="*/ 1208672 w 2057605"/>
                <a:gd name="connsiteY7287" fmla="*/ 1466142 h 3215359"/>
                <a:gd name="connsiteX7288" fmla="*/ 1208672 w 2057605"/>
                <a:gd name="connsiteY7288" fmla="*/ 1463553 h 3215359"/>
                <a:gd name="connsiteX7289" fmla="*/ 1213707 w 2057605"/>
                <a:gd name="connsiteY7289" fmla="*/ 1461108 h 3215359"/>
                <a:gd name="connsiteX7290" fmla="*/ 1216152 w 2057605"/>
                <a:gd name="connsiteY7290" fmla="*/ 1461108 h 3215359"/>
                <a:gd name="connsiteX7291" fmla="*/ 1226364 w 2057605"/>
                <a:gd name="connsiteY7291" fmla="*/ 1461108 h 3215359"/>
                <a:gd name="connsiteX7292" fmla="*/ 1228810 w 2057605"/>
                <a:gd name="connsiteY7292" fmla="*/ 1461108 h 3215359"/>
                <a:gd name="connsiteX7293" fmla="*/ 1228810 w 2057605"/>
                <a:gd name="connsiteY7293" fmla="*/ 1463553 h 3215359"/>
                <a:gd name="connsiteX7294" fmla="*/ 1231542 w 2057605"/>
                <a:gd name="connsiteY7294" fmla="*/ 1468875 h 3215359"/>
                <a:gd name="connsiteX7295" fmla="*/ 1233988 w 2057605"/>
                <a:gd name="connsiteY7295" fmla="*/ 1468875 h 3215359"/>
                <a:gd name="connsiteX7296" fmla="*/ 1233988 w 2057605"/>
                <a:gd name="connsiteY7296" fmla="*/ 1463553 h 3215359"/>
                <a:gd name="connsiteX7297" fmla="*/ 1233988 w 2057605"/>
                <a:gd name="connsiteY7297" fmla="*/ 1461108 h 3215359"/>
                <a:gd name="connsiteX7298" fmla="*/ 1231542 w 2057605"/>
                <a:gd name="connsiteY7298" fmla="*/ 1463553 h 3215359"/>
                <a:gd name="connsiteX7299" fmla="*/ 1231542 w 2057605"/>
                <a:gd name="connsiteY7299" fmla="*/ 1461108 h 3215359"/>
                <a:gd name="connsiteX7300" fmla="*/ 1233988 w 2057605"/>
                <a:gd name="connsiteY7300" fmla="*/ 1458663 h 3215359"/>
                <a:gd name="connsiteX7301" fmla="*/ 1047862 w 2057605"/>
                <a:gd name="connsiteY7301" fmla="*/ 1433060 h 3215359"/>
                <a:gd name="connsiteX7302" fmla="*/ 1053040 w 2057605"/>
                <a:gd name="connsiteY7302" fmla="*/ 1433060 h 3215359"/>
                <a:gd name="connsiteX7303" fmla="*/ 1053040 w 2057605"/>
                <a:gd name="connsiteY7303" fmla="*/ 1435793 h 3215359"/>
                <a:gd name="connsiteX7304" fmla="*/ 1058074 w 2057605"/>
                <a:gd name="connsiteY7304" fmla="*/ 1438238 h 3215359"/>
                <a:gd name="connsiteX7305" fmla="*/ 1055485 w 2057605"/>
                <a:gd name="connsiteY7305" fmla="*/ 1438238 h 3215359"/>
                <a:gd name="connsiteX7306" fmla="*/ 1047862 w 2057605"/>
                <a:gd name="connsiteY7306" fmla="*/ 1438238 h 3215359"/>
                <a:gd name="connsiteX7307" fmla="*/ 1047862 w 2057605"/>
                <a:gd name="connsiteY7307" fmla="*/ 1435793 h 3215359"/>
                <a:gd name="connsiteX7308" fmla="*/ 1098923 w 2057605"/>
                <a:gd name="connsiteY7308" fmla="*/ 1394943 h 3215359"/>
                <a:gd name="connsiteX7309" fmla="*/ 1101368 w 2057605"/>
                <a:gd name="connsiteY7309" fmla="*/ 1394943 h 3215359"/>
                <a:gd name="connsiteX7310" fmla="*/ 1104101 w 2057605"/>
                <a:gd name="connsiteY7310" fmla="*/ 1399977 h 3215359"/>
                <a:gd name="connsiteX7311" fmla="*/ 1104101 w 2057605"/>
                <a:gd name="connsiteY7311" fmla="*/ 1402423 h 3215359"/>
                <a:gd name="connsiteX7312" fmla="*/ 1101368 w 2057605"/>
                <a:gd name="connsiteY7312" fmla="*/ 1407601 h 3215359"/>
                <a:gd name="connsiteX7313" fmla="*/ 1098923 w 2057605"/>
                <a:gd name="connsiteY7313" fmla="*/ 1410046 h 3215359"/>
                <a:gd name="connsiteX7314" fmla="*/ 1096334 w 2057605"/>
                <a:gd name="connsiteY7314" fmla="*/ 1412635 h 3215359"/>
                <a:gd name="connsiteX7315" fmla="*/ 1088710 w 2057605"/>
                <a:gd name="connsiteY7315" fmla="*/ 1417813 h 3215359"/>
                <a:gd name="connsiteX7316" fmla="*/ 1086121 w 2057605"/>
                <a:gd name="connsiteY7316" fmla="*/ 1417813 h 3215359"/>
                <a:gd name="connsiteX7317" fmla="*/ 1083676 w 2057605"/>
                <a:gd name="connsiteY7317" fmla="*/ 1415368 h 3215359"/>
                <a:gd name="connsiteX7318" fmla="*/ 1083676 w 2057605"/>
                <a:gd name="connsiteY7318" fmla="*/ 1412635 h 3215359"/>
                <a:gd name="connsiteX7319" fmla="*/ 1083676 w 2057605"/>
                <a:gd name="connsiteY7319" fmla="*/ 1410046 h 3215359"/>
                <a:gd name="connsiteX7320" fmla="*/ 1086121 w 2057605"/>
                <a:gd name="connsiteY7320" fmla="*/ 1407601 h 3215359"/>
                <a:gd name="connsiteX7321" fmla="*/ 1091156 w 2057605"/>
                <a:gd name="connsiteY7321" fmla="*/ 1405155 h 3215359"/>
                <a:gd name="connsiteX7322" fmla="*/ 1091156 w 2057605"/>
                <a:gd name="connsiteY7322" fmla="*/ 1402423 h 3215359"/>
                <a:gd name="connsiteX7323" fmla="*/ 1093889 w 2057605"/>
                <a:gd name="connsiteY7323" fmla="*/ 1399977 h 3215359"/>
                <a:gd name="connsiteX7324" fmla="*/ 1093889 w 2057605"/>
                <a:gd name="connsiteY7324" fmla="*/ 1397388 h 3215359"/>
                <a:gd name="connsiteX7325" fmla="*/ 1096334 w 2057605"/>
                <a:gd name="connsiteY7325" fmla="*/ 1397388 h 3215359"/>
                <a:gd name="connsiteX7326" fmla="*/ 1162643 w 2057605"/>
                <a:gd name="connsiteY7326" fmla="*/ 1392210 h 3215359"/>
                <a:gd name="connsiteX7327" fmla="*/ 1167821 w 2057605"/>
                <a:gd name="connsiteY7327" fmla="*/ 1392210 h 3215359"/>
                <a:gd name="connsiteX7328" fmla="*/ 1175301 w 2057605"/>
                <a:gd name="connsiteY7328" fmla="*/ 1399977 h 3215359"/>
                <a:gd name="connsiteX7329" fmla="*/ 1178034 w 2057605"/>
                <a:gd name="connsiteY7329" fmla="*/ 1410046 h 3215359"/>
                <a:gd name="connsiteX7330" fmla="*/ 1178034 w 2057605"/>
                <a:gd name="connsiteY7330" fmla="*/ 1412635 h 3215359"/>
                <a:gd name="connsiteX7331" fmla="*/ 1172856 w 2057605"/>
                <a:gd name="connsiteY7331" fmla="*/ 1412635 h 3215359"/>
                <a:gd name="connsiteX7332" fmla="*/ 1165088 w 2057605"/>
                <a:gd name="connsiteY7332" fmla="*/ 1410046 h 3215359"/>
                <a:gd name="connsiteX7333" fmla="*/ 1160054 w 2057605"/>
                <a:gd name="connsiteY7333" fmla="*/ 1407601 h 3215359"/>
                <a:gd name="connsiteX7334" fmla="*/ 1157609 w 2057605"/>
                <a:gd name="connsiteY7334" fmla="*/ 1405155 h 3215359"/>
                <a:gd name="connsiteX7335" fmla="*/ 1154876 w 2057605"/>
                <a:gd name="connsiteY7335" fmla="*/ 1402422 h 3215359"/>
                <a:gd name="connsiteX7336" fmla="*/ 1154876 w 2057605"/>
                <a:gd name="connsiteY7336" fmla="*/ 1399977 h 3215359"/>
                <a:gd name="connsiteX7337" fmla="*/ 1157609 w 2057605"/>
                <a:gd name="connsiteY7337" fmla="*/ 1397388 h 3215359"/>
                <a:gd name="connsiteX7338" fmla="*/ 1157609 w 2057605"/>
                <a:gd name="connsiteY7338" fmla="*/ 1399977 h 3215359"/>
                <a:gd name="connsiteX7339" fmla="*/ 1160054 w 2057605"/>
                <a:gd name="connsiteY7339" fmla="*/ 1399977 h 3215359"/>
                <a:gd name="connsiteX7340" fmla="*/ 1160054 w 2057605"/>
                <a:gd name="connsiteY7340" fmla="*/ 1397388 h 3215359"/>
                <a:gd name="connsiteX7341" fmla="*/ 1160054 w 2057605"/>
                <a:gd name="connsiteY7341" fmla="*/ 1394943 h 3215359"/>
                <a:gd name="connsiteX7342" fmla="*/ 1300297 w 2057605"/>
                <a:gd name="connsiteY7342" fmla="*/ 1376963 h 3215359"/>
                <a:gd name="connsiteX7343" fmla="*/ 1302742 w 2057605"/>
                <a:gd name="connsiteY7343" fmla="*/ 1376963 h 3215359"/>
                <a:gd name="connsiteX7344" fmla="*/ 1302742 w 2057605"/>
                <a:gd name="connsiteY7344" fmla="*/ 1381997 h 3215359"/>
                <a:gd name="connsiteX7345" fmla="*/ 1300297 w 2057605"/>
                <a:gd name="connsiteY7345" fmla="*/ 1381997 h 3215359"/>
                <a:gd name="connsiteX7346" fmla="*/ 1297708 w 2057605"/>
                <a:gd name="connsiteY7346" fmla="*/ 1379552 h 3215359"/>
                <a:gd name="connsiteX7347" fmla="*/ 1167822 w 2057605"/>
                <a:gd name="connsiteY7347" fmla="*/ 1374518 h 3215359"/>
                <a:gd name="connsiteX7348" fmla="*/ 1172856 w 2057605"/>
                <a:gd name="connsiteY7348" fmla="*/ 1376963 h 3215359"/>
                <a:gd name="connsiteX7349" fmla="*/ 1170267 w 2057605"/>
                <a:gd name="connsiteY7349" fmla="*/ 1379552 h 3215359"/>
                <a:gd name="connsiteX7350" fmla="*/ 1167822 w 2057605"/>
                <a:gd name="connsiteY7350" fmla="*/ 1379552 h 3215359"/>
                <a:gd name="connsiteX7351" fmla="*/ 1078498 w 2057605"/>
                <a:gd name="connsiteY7351" fmla="*/ 1297852 h 3215359"/>
                <a:gd name="connsiteX7352" fmla="*/ 1080943 w 2057605"/>
                <a:gd name="connsiteY7352" fmla="*/ 1297852 h 3215359"/>
                <a:gd name="connsiteX7353" fmla="*/ 1078498 w 2057605"/>
                <a:gd name="connsiteY7353" fmla="*/ 1303030 h 3215359"/>
                <a:gd name="connsiteX7354" fmla="*/ 1073464 w 2057605"/>
                <a:gd name="connsiteY7354" fmla="*/ 1295407 h 3215359"/>
                <a:gd name="connsiteX7355" fmla="*/ 1075334 w 2057605"/>
                <a:gd name="connsiteY7355" fmla="*/ 1295407 h 3215359"/>
                <a:gd name="connsiteX7356" fmla="*/ 1075909 w 2057605"/>
                <a:gd name="connsiteY7356" fmla="*/ 1295407 h 3215359"/>
                <a:gd name="connsiteX7357" fmla="*/ 1075909 w 2057605"/>
                <a:gd name="connsiteY7357" fmla="*/ 1297852 h 3215359"/>
                <a:gd name="connsiteX7358" fmla="*/ 1073464 w 2057605"/>
                <a:gd name="connsiteY7358" fmla="*/ 1297852 h 3215359"/>
                <a:gd name="connsiteX7359" fmla="*/ 1104101 w 2057605"/>
                <a:gd name="connsiteY7359" fmla="*/ 1295263 h 3215359"/>
                <a:gd name="connsiteX7360" fmla="*/ 1106546 w 2057605"/>
                <a:gd name="connsiteY7360" fmla="*/ 1295263 h 3215359"/>
                <a:gd name="connsiteX7361" fmla="*/ 1108991 w 2057605"/>
                <a:gd name="connsiteY7361" fmla="*/ 1295263 h 3215359"/>
                <a:gd name="connsiteX7362" fmla="*/ 1108991 w 2057605"/>
                <a:gd name="connsiteY7362" fmla="*/ 1297852 h 3215359"/>
                <a:gd name="connsiteX7363" fmla="*/ 1108991 w 2057605"/>
                <a:gd name="connsiteY7363" fmla="*/ 1305619 h 3215359"/>
                <a:gd name="connsiteX7364" fmla="*/ 1108991 w 2057605"/>
                <a:gd name="connsiteY7364" fmla="*/ 1308065 h 3215359"/>
                <a:gd name="connsiteX7365" fmla="*/ 1108991 w 2057605"/>
                <a:gd name="connsiteY7365" fmla="*/ 1310798 h 3215359"/>
                <a:gd name="connsiteX7366" fmla="*/ 1106546 w 2057605"/>
                <a:gd name="connsiteY7366" fmla="*/ 1308065 h 3215359"/>
                <a:gd name="connsiteX7367" fmla="*/ 1106546 w 2057605"/>
                <a:gd name="connsiteY7367" fmla="*/ 1303030 h 3215359"/>
                <a:gd name="connsiteX7368" fmla="*/ 1106546 w 2057605"/>
                <a:gd name="connsiteY7368" fmla="*/ 1297852 h 3215359"/>
                <a:gd name="connsiteX7369" fmla="*/ 859145 w 2057605"/>
                <a:gd name="connsiteY7369" fmla="*/ 1267214 h 3215359"/>
                <a:gd name="connsiteX7370" fmla="*/ 864323 w 2057605"/>
                <a:gd name="connsiteY7370" fmla="*/ 1269947 h 3215359"/>
                <a:gd name="connsiteX7371" fmla="*/ 874536 w 2057605"/>
                <a:gd name="connsiteY7371" fmla="*/ 1280159 h 3215359"/>
                <a:gd name="connsiteX7372" fmla="*/ 874536 w 2057605"/>
                <a:gd name="connsiteY7372" fmla="*/ 1282605 h 3215359"/>
                <a:gd name="connsiteX7373" fmla="*/ 876981 w 2057605"/>
                <a:gd name="connsiteY7373" fmla="*/ 1292817 h 3215359"/>
                <a:gd name="connsiteX7374" fmla="*/ 874536 w 2057605"/>
                <a:gd name="connsiteY7374" fmla="*/ 1297852 h 3215359"/>
                <a:gd name="connsiteX7375" fmla="*/ 876981 w 2057605"/>
                <a:gd name="connsiteY7375" fmla="*/ 1300584 h 3215359"/>
                <a:gd name="connsiteX7376" fmla="*/ 879570 w 2057605"/>
                <a:gd name="connsiteY7376" fmla="*/ 1308064 h 3215359"/>
                <a:gd name="connsiteX7377" fmla="*/ 879570 w 2057605"/>
                <a:gd name="connsiteY7377" fmla="*/ 1310797 h 3215359"/>
                <a:gd name="connsiteX7378" fmla="*/ 869358 w 2057605"/>
                <a:gd name="connsiteY7378" fmla="*/ 1323455 h 3215359"/>
                <a:gd name="connsiteX7379" fmla="*/ 864323 w 2057605"/>
                <a:gd name="connsiteY7379" fmla="*/ 1323455 h 3215359"/>
                <a:gd name="connsiteX7380" fmla="*/ 861878 w 2057605"/>
                <a:gd name="connsiteY7380" fmla="*/ 1323455 h 3215359"/>
                <a:gd name="connsiteX7381" fmla="*/ 854111 w 2057605"/>
                <a:gd name="connsiteY7381" fmla="*/ 1325900 h 3215359"/>
                <a:gd name="connsiteX7382" fmla="*/ 851666 w 2057605"/>
                <a:gd name="connsiteY7382" fmla="*/ 1323455 h 3215359"/>
                <a:gd name="connsiteX7383" fmla="*/ 849221 w 2057605"/>
                <a:gd name="connsiteY7383" fmla="*/ 1323455 h 3215359"/>
                <a:gd name="connsiteX7384" fmla="*/ 841453 w 2057605"/>
                <a:gd name="connsiteY7384" fmla="*/ 1321010 h 3215359"/>
                <a:gd name="connsiteX7385" fmla="*/ 839008 w 2057605"/>
                <a:gd name="connsiteY7385" fmla="*/ 1315688 h 3215359"/>
                <a:gd name="connsiteX7386" fmla="*/ 833686 w 2057605"/>
                <a:gd name="connsiteY7386" fmla="*/ 1313242 h 3215359"/>
                <a:gd name="connsiteX7387" fmla="*/ 833686 w 2057605"/>
                <a:gd name="connsiteY7387" fmla="*/ 1308064 h 3215359"/>
                <a:gd name="connsiteX7388" fmla="*/ 833686 w 2057605"/>
                <a:gd name="connsiteY7388" fmla="*/ 1305619 h 3215359"/>
                <a:gd name="connsiteX7389" fmla="*/ 836275 w 2057605"/>
                <a:gd name="connsiteY7389" fmla="*/ 1303030 h 3215359"/>
                <a:gd name="connsiteX7390" fmla="*/ 839008 w 2057605"/>
                <a:gd name="connsiteY7390" fmla="*/ 1297852 h 3215359"/>
                <a:gd name="connsiteX7391" fmla="*/ 841453 w 2057605"/>
                <a:gd name="connsiteY7391" fmla="*/ 1290372 h 3215359"/>
                <a:gd name="connsiteX7392" fmla="*/ 839008 w 2057605"/>
                <a:gd name="connsiteY7392" fmla="*/ 1290372 h 3215359"/>
                <a:gd name="connsiteX7393" fmla="*/ 843898 w 2057605"/>
                <a:gd name="connsiteY7393" fmla="*/ 1285194 h 3215359"/>
                <a:gd name="connsiteX7394" fmla="*/ 843898 w 2057605"/>
                <a:gd name="connsiteY7394" fmla="*/ 1282605 h 3215359"/>
                <a:gd name="connsiteX7395" fmla="*/ 846488 w 2057605"/>
                <a:gd name="connsiteY7395" fmla="*/ 1280159 h 3215359"/>
                <a:gd name="connsiteX7396" fmla="*/ 849221 w 2057605"/>
                <a:gd name="connsiteY7396" fmla="*/ 1277427 h 3215359"/>
                <a:gd name="connsiteX7397" fmla="*/ 851666 w 2057605"/>
                <a:gd name="connsiteY7397" fmla="*/ 1272392 h 3215359"/>
                <a:gd name="connsiteX7398" fmla="*/ 851666 w 2057605"/>
                <a:gd name="connsiteY7398" fmla="*/ 1269947 h 3215359"/>
                <a:gd name="connsiteX7399" fmla="*/ 1183069 w 2057605"/>
                <a:gd name="connsiteY7399" fmla="*/ 1254557 h 3215359"/>
                <a:gd name="connsiteX7400" fmla="*/ 1185514 w 2057605"/>
                <a:gd name="connsiteY7400" fmla="*/ 1254557 h 3215359"/>
                <a:gd name="connsiteX7401" fmla="*/ 1188247 w 2057605"/>
                <a:gd name="connsiteY7401" fmla="*/ 1254557 h 3215359"/>
                <a:gd name="connsiteX7402" fmla="*/ 1193137 w 2057605"/>
                <a:gd name="connsiteY7402" fmla="*/ 1254557 h 3215359"/>
                <a:gd name="connsiteX7403" fmla="*/ 1193137 w 2057605"/>
                <a:gd name="connsiteY7403" fmla="*/ 1257290 h 3215359"/>
                <a:gd name="connsiteX7404" fmla="*/ 1200905 w 2057605"/>
                <a:gd name="connsiteY7404" fmla="*/ 1257290 h 3215359"/>
                <a:gd name="connsiteX7405" fmla="*/ 1203350 w 2057605"/>
                <a:gd name="connsiteY7405" fmla="*/ 1257290 h 3215359"/>
                <a:gd name="connsiteX7406" fmla="*/ 1205939 w 2057605"/>
                <a:gd name="connsiteY7406" fmla="*/ 1259735 h 3215359"/>
                <a:gd name="connsiteX7407" fmla="*/ 1211117 w 2057605"/>
                <a:gd name="connsiteY7407" fmla="*/ 1262180 h 3215359"/>
                <a:gd name="connsiteX7408" fmla="*/ 1216152 w 2057605"/>
                <a:gd name="connsiteY7408" fmla="*/ 1274982 h 3215359"/>
                <a:gd name="connsiteX7409" fmla="*/ 1218885 w 2057605"/>
                <a:gd name="connsiteY7409" fmla="*/ 1274982 h 3215359"/>
                <a:gd name="connsiteX7410" fmla="*/ 1221330 w 2057605"/>
                <a:gd name="connsiteY7410" fmla="*/ 1277427 h 3215359"/>
                <a:gd name="connsiteX7411" fmla="*/ 1221330 w 2057605"/>
                <a:gd name="connsiteY7411" fmla="*/ 1280160 h 3215359"/>
                <a:gd name="connsiteX7412" fmla="*/ 1223775 w 2057605"/>
                <a:gd name="connsiteY7412" fmla="*/ 1282605 h 3215359"/>
                <a:gd name="connsiteX7413" fmla="*/ 1226364 w 2057605"/>
                <a:gd name="connsiteY7413" fmla="*/ 1285194 h 3215359"/>
                <a:gd name="connsiteX7414" fmla="*/ 1231542 w 2057605"/>
                <a:gd name="connsiteY7414" fmla="*/ 1290373 h 3215359"/>
                <a:gd name="connsiteX7415" fmla="*/ 1231542 w 2057605"/>
                <a:gd name="connsiteY7415" fmla="*/ 1292818 h 3215359"/>
                <a:gd name="connsiteX7416" fmla="*/ 1233988 w 2057605"/>
                <a:gd name="connsiteY7416" fmla="*/ 1297852 h 3215359"/>
                <a:gd name="connsiteX7417" fmla="*/ 1228809 w 2057605"/>
                <a:gd name="connsiteY7417" fmla="*/ 1297852 h 3215359"/>
                <a:gd name="connsiteX7418" fmla="*/ 1233988 w 2057605"/>
                <a:gd name="connsiteY7418" fmla="*/ 1300585 h 3215359"/>
                <a:gd name="connsiteX7419" fmla="*/ 1236577 w 2057605"/>
                <a:gd name="connsiteY7419" fmla="*/ 1303031 h 3215359"/>
                <a:gd name="connsiteX7420" fmla="*/ 1239022 w 2057605"/>
                <a:gd name="connsiteY7420" fmla="*/ 1308065 h 3215359"/>
                <a:gd name="connsiteX7421" fmla="*/ 1236577 w 2057605"/>
                <a:gd name="connsiteY7421" fmla="*/ 1315688 h 3215359"/>
                <a:gd name="connsiteX7422" fmla="*/ 1239022 w 2057605"/>
                <a:gd name="connsiteY7422" fmla="*/ 1321010 h 3215359"/>
                <a:gd name="connsiteX7423" fmla="*/ 1239022 w 2057605"/>
                <a:gd name="connsiteY7423" fmla="*/ 1323456 h 3215359"/>
                <a:gd name="connsiteX7424" fmla="*/ 1241755 w 2057605"/>
                <a:gd name="connsiteY7424" fmla="*/ 1325901 h 3215359"/>
                <a:gd name="connsiteX7425" fmla="*/ 1239022 w 2057605"/>
                <a:gd name="connsiteY7425" fmla="*/ 1328490 h 3215359"/>
                <a:gd name="connsiteX7426" fmla="*/ 1239022 w 2057605"/>
                <a:gd name="connsiteY7426" fmla="*/ 1331223 h 3215359"/>
                <a:gd name="connsiteX7427" fmla="*/ 1236577 w 2057605"/>
                <a:gd name="connsiteY7427" fmla="*/ 1333668 h 3215359"/>
                <a:gd name="connsiteX7428" fmla="*/ 1233988 w 2057605"/>
                <a:gd name="connsiteY7428" fmla="*/ 1336113 h 3215359"/>
                <a:gd name="connsiteX7429" fmla="*/ 1236577 w 2057605"/>
                <a:gd name="connsiteY7429" fmla="*/ 1336113 h 3215359"/>
                <a:gd name="connsiteX7430" fmla="*/ 1239022 w 2057605"/>
                <a:gd name="connsiteY7430" fmla="*/ 1336113 h 3215359"/>
                <a:gd name="connsiteX7431" fmla="*/ 1239022 w 2057605"/>
                <a:gd name="connsiteY7431" fmla="*/ 1338702 h 3215359"/>
                <a:gd name="connsiteX7432" fmla="*/ 1241755 w 2057605"/>
                <a:gd name="connsiteY7432" fmla="*/ 1346326 h 3215359"/>
                <a:gd name="connsiteX7433" fmla="*/ 1241755 w 2057605"/>
                <a:gd name="connsiteY7433" fmla="*/ 1348915 h 3215359"/>
                <a:gd name="connsiteX7434" fmla="*/ 1244200 w 2057605"/>
                <a:gd name="connsiteY7434" fmla="*/ 1351648 h 3215359"/>
                <a:gd name="connsiteX7435" fmla="*/ 1244200 w 2057605"/>
                <a:gd name="connsiteY7435" fmla="*/ 1354093 h 3215359"/>
                <a:gd name="connsiteX7436" fmla="*/ 1244200 w 2057605"/>
                <a:gd name="connsiteY7436" fmla="*/ 1364306 h 3215359"/>
                <a:gd name="connsiteX7437" fmla="*/ 1244200 w 2057605"/>
                <a:gd name="connsiteY7437" fmla="*/ 1371785 h 3215359"/>
                <a:gd name="connsiteX7438" fmla="*/ 1241755 w 2057605"/>
                <a:gd name="connsiteY7438" fmla="*/ 1387176 h 3215359"/>
                <a:gd name="connsiteX7439" fmla="*/ 1236577 w 2057605"/>
                <a:gd name="connsiteY7439" fmla="*/ 1389621 h 3215359"/>
                <a:gd name="connsiteX7440" fmla="*/ 1231542 w 2057605"/>
                <a:gd name="connsiteY7440" fmla="*/ 1389621 h 3215359"/>
                <a:gd name="connsiteX7441" fmla="*/ 1228809 w 2057605"/>
                <a:gd name="connsiteY7441" fmla="*/ 1392210 h 3215359"/>
                <a:gd name="connsiteX7442" fmla="*/ 1226364 w 2057605"/>
                <a:gd name="connsiteY7442" fmla="*/ 1392210 h 3215359"/>
                <a:gd name="connsiteX7443" fmla="*/ 1223775 w 2057605"/>
                <a:gd name="connsiteY7443" fmla="*/ 1389621 h 3215359"/>
                <a:gd name="connsiteX7444" fmla="*/ 1223775 w 2057605"/>
                <a:gd name="connsiteY7444" fmla="*/ 1392210 h 3215359"/>
                <a:gd name="connsiteX7445" fmla="*/ 1221330 w 2057605"/>
                <a:gd name="connsiteY7445" fmla="*/ 1392210 h 3215359"/>
                <a:gd name="connsiteX7446" fmla="*/ 1218885 w 2057605"/>
                <a:gd name="connsiteY7446" fmla="*/ 1392210 h 3215359"/>
                <a:gd name="connsiteX7447" fmla="*/ 1216152 w 2057605"/>
                <a:gd name="connsiteY7447" fmla="*/ 1392210 h 3215359"/>
                <a:gd name="connsiteX7448" fmla="*/ 1213706 w 2057605"/>
                <a:gd name="connsiteY7448" fmla="*/ 1392210 h 3215359"/>
                <a:gd name="connsiteX7449" fmla="*/ 1205939 w 2057605"/>
                <a:gd name="connsiteY7449" fmla="*/ 1392210 h 3215359"/>
                <a:gd name="connsiteX7450" fmla="*/ 1200905 w 2057605"/>
                <a:gd name="connsiteY7450" fmla="*/ 1392210 h 3215359"/>
                <a:gd name="connsiteX7451" fmla="*/ 1198460 w 2057605"/>
                <a:gd name="connsiteY7451" fmla="*/ 1392210 h 3215359"/>
                <a:gd name="connsiteX7452" fmla="*/ 1195727 w 2057605"/>
                <a:gd name="connsiteY7452" fmla="*/ 1389621 h 3215359"/>
                <a:gd name="connsiteX7453" fmla="*/ 1193137 w 2057605"/>
                <a:gd name="connsiteY7453" fmla="*/ 1389621 h 3215359"/>
                <a:gd name="connsiteX7454" fmla="*/ 1193137 w 2057605"/>
                <a:gd name="connsiteY7454" fmla="*/ 1387176 h 3215359"/>
                <a:gd name="connsiteX7455" fmla="*/ 1190692 w 2057605"/>
                <a:gd name="connsiteY7455" fmla="*/ 1387176 h 3215359"/>
                <a:gd name="connsiteX7456" fmla="*/ 1190692 w 2057605"/>
                <a:gd name="connsiteY7456" fmla="*/ 1389621 h 3215359"/>
                <a:gd name="connsiteX7457" fmla="*/ 1183069 w 2057605"/>
                <a:gd name="connsiteY7457" fmla="*/ 1387176 h 3215359"/>
                <a:gd name="connsiteX7458" fmla="*/ 1183069 w 2057605"/>
                <a:gd name="connsiteY7458" fmla="*/ 1384731 h 3215359"/>
                <a:gd name="connsiteX7459" fmla="*/ 1185514 w 2057605"/>
                <a:gd name="connsiteY7459" fmla="*/ 1379552 h 3215359"/>
                <a:gd name="connsiteX7460" fmla="*/ 1183069 w 2057605"/>
                <a:gd name="connsiteY7460" fmla="*/ 1379552 h 3215359"/>
                <a:gd name="connsiteX7461" fmla="*/ 1180480 w 2057605"/>
                <a:gd name="connsiteY7461" fmla="*/ 1376963 h 3215359"/>
                <a:gd name="connsiteX7462" fmla="*/ 1180480 w 2057605"/>
                <a:gd name="connsiteY7462" fmla="*/ 1374518 h 3215359"/>
                <a:gd name="connsiteX7463" fmla="*/ 1175302 w 2057605"/>
                <a:gd name="connsiteY7463" fmla="*/ 1369340 h 3215359"/>
                <a:gd name="connsiteX7464" fmla="*/ 1170267 w 2057605"/>
                <a:gd name="connsiteY7464" fmla="*/ 1374518 h 3215359"/>
                <a:gd name="connsiteX7465" fmla="*/ 1170267 w 2057605"/>
                <a:gd name="connsiteY7465" fmla="*/ 1371785 h 3215359"/>
                <a:gd name="connsiteX7466" fmla="*/ 1172856 w 2057605"/>
                <a:gd name="connsiteY7466" fmla="*/ 1369340 h 3215359"/>
                <a:gd name="connsiteX7467" fmla="*/ 1167822 w 2057605"/>
                <a:gd name="connsiteY7467" fmla="*/ 1369340 h 3215359"/>
                <a:gd name="connsiteX7468" fmla="*/ 1162644 w 2057605"/>
                <a:gd name="connsiteY7468" fmla="*/ 1369340 h 3215359"/>
                <a:gd name="connsiteX7469" fmla="*/ 1160055 w 2057605"/>
                <a:gd name="connsiteY7469" fmla="*/ 1364306 h 3215359"/>
                <a:gd name="connsiteX7470" fmla="*/ 1160055 w 2057605"/>
                <a:gd name="connsiteY7470" fmla="*/ 1366751 h 3215359"/>
                <a:gd name="connsiteX7471" fmla="*/ 1157609 w 2057605"/>
                <a:gd name="connsiteY7471" fmla="*/ 1366751 h 3215359"/>
                <a:gd name="connsiteX7472" fmla="*/ 1154877 w 2057605"/>
                <a:gd name="connsiteY7472" fmla="*/ 1366751 h 3215359"/>
                <a:gd name="connsiteX7473" fmla="*/ 1154877 w 2057605"/>
                <a:gd name="connsiteY7473" fmla="*/ 1364306 h 3215359"/>
                <a:gd name="connsiteX7474" fmla="*/ 1149842 w 2057605"/>
                <a:gd name="connsiteY7474" fmla="*/ 1361573 h 3215359"/>
                <a:gd name="connsiteX7475" fmla="*/ 1147397 w 2057605"/>
                <a:gd name="connsiteY7475" fmla="*/ 1359127 h 3215359"/>
                <a:gd name="connsiteX7476" fmla="*/ 1147397 w 2057605"/>
                <a:gd name="connsiteY7476" fmla="*/ 1356538 h 3215359"/>
                <a:gd name="connsiteX7477" fmla="*/ 1144952 w 2057605"/>
                <a:gd name="connsiteY7477" fmla="*/ 1354093 h 3215359"/>
                <a:gd name="connsiteX7478" fmla="*/ 1147397 w 2057605"/>
                <a:gd name="connsiteY7478" fmla="*/ 1351648 h 3215359"/>
                <a:gd name="connsiteX7479" fmla="*/ 1149842 w 2057605"/>
                <a:gd name="connsiteY7479" fmla="*/ 1348915 h 3215359"/>
                <a:gd name="connsiteX7480" fmla="*/ 1147397 w 2057605"/>
                <a:gd name="connsiteY7480" fmla="*/ 1346326 h 3215359"/>
                <a:gd name="connsiteX7481" fmla="*/ 1144952 w 2057605"/>
                <a:gd name="connsiteY7481" fmla="*/ 1351648 h 3215359"/>
                <a:gd name="connsiteX7482" fmla="*/ 1144952 w 2057605"/>
                <a:gd name="connsiteY7482" fmla="*/ 1348915 h 3215359"/>
                <a:gd name="connsiteX7483" fmla="*/ 1147397 w 2057605"/>
                <a:gd name="connsiteY7483" fmla="*/ 1341435 h 3215359"/>
                <a:gd name="connsiteX7484" fmla="*/ 1147397 w 2057605"/>
                <a:gd name="connsiteY7484" fmla="*/ 1338702 h 3215359"/>
                <a:gd name="connsiteX7485" fmla="*/ 1144952 w 2057605"/>
                <a:gd name="connsiteY7485" fmla="*/ 1341435 h 3215359"/>
                <a:gd name="connsiteX7486" fmla="*/ 1142219 w 2057605"/>
                <a:gd name="connsiteY7486" fmla="*/ 1346326 h 3215359"/>
                <a:gd name="connsiteX7487" fmla="*/ 1142219 w 2057605"/>
                <a:gd name="connsiteY7487" fmla="*/ 1354093 h 3215359"/>
                <a:gd name="connsiteX7488" fmla="*/ 1137184 w 2057605"/>
                <a:gd name="connsiteY7488" fmla="*/ 1356538 h 3215359"/>
                <a:gd name="connsiteX7489" fmla="*/ 1134739 w 2057605"/>
                <a:gd name="connsiteY7489" fmla="*/ 1354093 h 3215359"/>
                <a:gd name="connsiteX7490" fmla="*/ 1134739 w 2057605"/>
                <a:gd name="connsiteY7490" fmla="*/ 1351648 h 3215359"/>
                <a:gd name="connsiteX7491" fmla="*/ 1134739 w 2057605"/>
                <a:gd name="connsiteY7491" fmla="*/ 1341435 h 3215359"/>
                <a:gd name="connsiteX7492" fmla="*/ 1132006 w 2057605"/>
                <a:gd name="connsiteY7492" fmla="*/ 1341435 h 3215359"/>
                <a:gd name="connsiteX7493" fmla="*/ 1126972 w 2057605"/>
                <a:gd name="connsiteY7493" fmla="*/ 1343881 h 3215359"/>
                <a:gd name="connsiteX7494" fmla="*/ 1126972 w 2057605"/>
                <a:gd name="connsiteY7494" fmla="*/ 1338702 h 3215359"/>
                <a:gd name="connsiteX7495" fmla="*/ 1126972 w 2057605"/>
                <a:gd name="connsiteY7495" fmla="*/ 1333668 h 3215359"/>
                <a:gd name="connsiteX7496" fmla="*/ 1129561 w 2057605"/>
                <a:gd name="connsiteY7496" fmla="*/ 1328490 h 3215359"/>
                <a:gd name="connsiteX7497" fmla="*/ 1132006 w 2057605"/>
                <a:gd name="connsiteY7497" fmla="*/ 1321010 h 3215359"/>
                <a:gd name="connsiteX7498" fmla="*/ 1132006 w 2057605"/>
                <a:gd name="connsiteY7498" fmla="*/ 1315688 h 3215359"/>
                <a:gd name="connsiteX7499" fmla="*/ 1134739 w 2057605"/>
                <a:gd name="connsiteY7499" fmla="*/ 1315688 h 3215359"/>
                <a:gd name="connsiteX7500" fmla="*/ 1134739 w 2057605"/>
                <a:gd name="connsiteY7500" fmla="*/ 1318277 h 3215359"/>
                <a:gd name="connsiteX7501" fmla="*/ 1137184 w 2057605"/>
                <a:gd name="connsiteY7501" fmla="*/ 1315688 h 3215359"/>
                <a:gd name="connsiteX7502" fmla="*/ 1134739 w 2057605"/>
                <a:gd name="connsiteY7502" fmla="*/ 1315688 h 3215359"/>
                <a:gd name="connsiteX7503" fmla="*/ 1137184 w 2057605"/>
                <a:gd name="connsiteY7503" fmla="*/ 1313243 h 3215359"/>
                <a:gd name="connsiteX7504" fmla="*/ 1139630 w 2057605"/>
                <a:gd name="connsiteY7504" fmla="*/ 1308065 h 3215359"/>
                <a:gd name="connsiteX7505" fmla="*/ 1142219 w 2057605"/>
                <a:gd name="connsiteY7505" fmla="*/ 1310798 h 3215359"/>
                <a:gd name="connsiteX7506" fmla="*/ 1147397 w 2057605"/>
                <a:gd name="connsiteY7506" fmla="*/ 1310798 h 3215359"/>
                <a:gd name="connsiteX7507" fmla="*/ 1149842 w 2057605"/>
                <a:gd name="connsiteY7507" fmla="*/ 1308065 h 3215359"/>
                <a:gd name="connsiteX7508" fmla="*/ 1149842 w 2057605"/>
                <a:gd name="connsiteY7508" fmla="*/ 1305620 h 3215359"/>
                <a:gd name="connsiteX7509" fmla="*/ 1147397 w 2057605"/>
                <a:gd name="connsiteY7509" fmla="*/ 1308065 h 3215359"/>
                <a:gd name="connsiteX7510" fmla="*/ 1144952 w 2057605"/>
                <a:gd name="connsiteY7510" fmla="*/ 1308065 h 3215359"/>
                <a:gd name="connsiteX7511" fmla="*/ 1147397 w 2057605"/>
                <a:gd name="connsiteY7511" fmla="*/ 1305620 h 3215359"/>
                <a:gd name="connsiteX7512" fmla="*/ 1144952 w 2057605"/>
                <a:gd name="connsiteY7512" fmla="*/ 1305620 h 3215359"/>
                <a:gd name="connsiteX7513" fmla="*/ 1149842 w 2057605"/>
                <a:gd name="connsiteY7513" fmla="*/ 1303031 h 3215359"/>
                <a:gd name="connsiteX7514" fmla="*/ 1152431 w 2057605"/>
                <a:gd name="connsiteY7514" fmla="*/ 1303031 h 3215359"/>
                <a:gd name="connsiteX7515" fmla="*/ 1152431 w 2057605"/>
                <a:gd name="connsiteY7515" fmla="*/ 1300585 h 3215359"/>
                <a:gd name="connsiteX7516" fmla="*/ 1147397 w 2057605"/>
                <a:gd name="connsiteY7516" fmla="*/ 1303031 h 3215359"/>
                <a:gd name="connsiteX7517" fmla="*/ 1144952 w 2057605"/>
                <a:gd name="connsiteY7517" fmla="*/ 1305620 h 3215359"/>
                <a:gd name="connsiteX7518" fmla="*/ 1142219 w 2057605"/>
                <a:gd name="connsiteY7518" fmla="*/ 1303031 h 3215359"/>
                <a:gd name="connsiteX7519" fmla="*/ 1144952 w 2057605"/>
                <a:gd name="connsiteY7519" fmla="*/ 1300585 h 3215359"/>
                <a:gd name="connsiteX7520" fmla="*/ 1147397 w 2057605"/>
                <a:gd name="connsiteY7520" fmla="*/ 1297852 h 3215359"/>
                <a:gd name="connsiteX7521" fmla="*/ 1149842 w 2057605"/>
                <a:gd name="connsiteY7521" fmla="*/ 1290373 h 3215359"/>
                <a:gd name="connsiteX7522" fmla="*/ 1152431 w 2057605"/>
                <a:gd name="connsiteY7522" fmla="*/ 1290373 h 3215359"/>
                <a:gd name="connsiteX7523" fmla="*/ 1152431 w 2057605"/>
                <a:gd name="connsiteY7523" fmla="*/ 1292818 h 3215359"/>
                <a:gd name="connsiteX7524" fmla="*/ 1149842 w 2057605"/>
                <a:gd name="connsiteY7524" fmla="*/ 1292818 h 3215359"/>
                <a:gd name="connsiteX7525" fmla="*/ 1149842 w 2057605"/>
                <a:gd name="connsiteY7525" fmla="*/ 1295263 h 3215359"/>
                <a:gd name="connsiteX7526" fmla="*/ 1152431 w 2057605"/>
                <a:gd name="connsiteY7526" fmla="*/ 1295263 h 3215359"/>
                <a:gd name="connsiteX7527" fmla="*/ 1152431 w 2057605"/>
                <a:gd name="connsiteY7527" fmla="*/ 1292818 h 3215359"/>
                <a:gd name="connsiteX7528" fmla="*/ 1154877 w 2057605"/>
                <a:gd name="connsiteY7528" fmla="*/ 1292818 h 3215359"/>
                <a:gd name="connsiteX7529" fmla="*/ 1154877 w 2057605"/>
                <a:gd name="connsiteY7529" fmla="*/ 1290373 h 3215359"/>
                <a:gd name="connsiteX7530" fmla="*/ 1157609 w 2057605"/>
                <a:gd name="connsiteY7530" fmla="*/ 1292818 h 3215359"/>
                <a:gd name="connsiteX7531" fmla="*/ 1157609 w 2057605"/>
                <a:gd name="connsiteY7531" fmla="*/ 1290373 h 3215359"/>
                <a:gd name="connsiteX7532" fmla="*/ 1152431 w 2057605"/>
                <a:gd name="connsiteY7532" fmla="*/ 1287640 h 3215359"/>
                <a:gd name="connsiteX7533" fmla="*/ 1149842 w 2057605"/>
                <a:gd name="connsiteY7533" fmla="*/ 1287640 h 3215359"/>
                <a:gd name="connsiteX7534" fmla="*/ 1147397 w 2057605"/>
                <a:gd name="connsiteY7534" fmla="*/ 1287640 h 3215359"/>
                <a:gd name="connsiteX7535" fmla="*/ 1144952 w 2057605"/>
                <a:gd name="connsiteY7535" fmla="*/ 1290373 h 3215359"/>
                <a:gd name="connsiteX7536" fmla="*/ 1142219 w 2057605"/>
                <a:gd name="connsiteY7536" fmla="*/ 1290373 h 3215359"/>
                <a:gd name="connsiteX7537" fmla="*/ 1142219 w 2057605"/>
                <a:gd name="connsiteY7537" fmla="*/ 1287640 h 3215359"/>
                <a:gd name="connsiteX7538" fmla="*/ 1149842 w 2057605"/>
                <a:gd name="connsiteY7538" fmla="*/ 1282605 h 3215359"/>
                <a:gd name="connsiteX7539" fmla="*/ 1154877 w 2057605"/>
                <a:gd name="connsiteY7539" fmla="*/ 1285194 h 3215359"/>
                <a:gd name="connsiteX7540" fmla="*/ 1154877 w 2057605"/>
                <a:gd name="connsiteY7540" fmla="*/ 1287640 h 3215359"/>
                <a:gd name="connsiteX7541" fmla="*/ 1160055 w 2057605"/>
                <a:gd name="connsiteY7541" fmla="*/ 1285194 h 3215359"/>
                <a:gd name="connsiteX7542" fmla="*/ 1162644 w 2057605"/>
                <a:gd name="connsiteY7542" fmla="*/ 1282605 h 3215359"/>
                <a:gd name="connsiteX7543" fmla="*/ 1157609 w 2057605"/>
                <a:gd name="connsiteY7543" fmla="*/ 1282605 h 3215359"/>
                <a:gd name="connsiteX7544" fmla="*/ 1154877 w 2057605"/>
                <a:gd name="connsiteY7544" fmla="*/ 1280160 h 3215359"/>
                <a:gd name="connsiteX7545" fmla="*/ 1157609 w 2057605"/>
                <a:gd name="connsiteY7545" fmla="*/ 1274982 h 3215359"/>
                <a:gd name="connsiteX7546" fmla="*/ 1160055 w 2057605"/>
                <a:gd name="connsiteY7546" fmla="*/ 1269948 h 3215359"/>
                <a:gd name="connsiteX7547" fmla="*/ 1162644 w 2057605"/>
                <a:gd name="connsiteY7547" fmla="*/ 1267215 h 3215359"/>
                <a:gd name="connsiteX7548" fmla="*/ 1165089 w 2057605"/>
                <a:gd name="connsiteY7548" fmla="*/ 1264769 h 3215359"/>
                <a:gd name="connsiteX7549" fmla="*/ 1167822 w 2057605"/>
                <a:gd name="connsiteY7549" fmla="*/ 1264769 h 3215359"/>
                <a:gd name="connsiteX7550" fmla="*/ 1170267 w 2057605"/>
                <a:gd name="connsiteY7550" fmla="*/ 1262180 h 3215359"/>
                <a:gd name="connsiteX7551" fmla="*/ 1170267 w 2057605"/>
                <a:gd name="connsiteY7551" fmla="*/ 1264769 h 3215359"/>
                <a:gd name="connsiteX7552" fmla="*/ 1172856 w 2057605"/>
                <a:gd name="connsiteY7552" fmla="*/ 1264769 h 3215359"/>
                <a:gd name="connsiteX7553" fmla="*/ 1172856 w 2057605"/>
                <a:gd name="connsiteY7553" fmla="*/ 1259735 h 3215359"/>
                <a:gd name="connsiteX7554" fmla="*/ 1175302 w 2057605"/>
                <a:gd name="connsiteY7554" fmla="*/ 1259735 h 3215359"/>
                <a:gd name="connsiteX7555" fmla="*/ 1178035 w 2057605"/>
                <a:gd name="connsiteY7555" fmla="*/ 1259735 h 3215359"/>
                <a:gd name="connsiteX7556" fmla="*/ 994353 w 2057605"/>
                <a:gd name="connsiteY7556" fmla="*/ 1251967 h 3215359"/>
                <a:gd name="connsiteX7557" fmla="*/ 999531 w 2057605"/>
                <a:gd name="connsiteY7557" fmla="*/ 1251967 h 3215359"/>
                <a:gd name="connsiteX7558" fmla="*/ 1001976 w 2057605"/>
                <a:gd name="connsiteY7558" fmla="*/ 1251967 h 3215359"/>
                <a:gd name="connsiteX7559" fmla="*/ 1001976 w 2057605"/>
                <a:gd name="connsiteY7559" fmla="*/ 1254556 h 3215359"/>
                <a:gd name="connsiteX7560" fmla="*/ 1004565 w 2057605"/>
                <a:gd name="connsiteY7560" fmla="*/ 1257289 h 3215359"/>
                <a:gd name="connsiteX7561" fmla="*/ 1001976 w 2057605"/>
                <a:gd name="connsiteY7561" fmla="*/ 1259734 h 3215359"/>
                <a:gd name="connsiteX7562" fmla="*/ 999531 w 2057605"/>
                <a:gd name="connsiteY7562" fmla="*/ 1259734 h 3215359"/>
                <a:gd name="connsiteX7563" fmla="*/ 999531 w 2057605"/>
                <a:gd name="connsiteY7563" fmla="*/ 1257289 h 3215359"/>
                <a:gd name="connsiteX7564" fmla="*/ 997086 w 2057605"/>
                <a:gd name="connsiteY7564" fmla="*/ 1257289 h 3215359"/>
                <a:gd name="connsiteX7565" fmla="*/ 989319 w 2057605"/>
                <a:gd name="connsiteY7565" fmla="*/ 1259734 h 3215359"/>
                <a:gd name="connsiteX7566" fmla="*/ 986873 w 2057605"/>
                <a:gd name="connsiteY7566" fmla="*/ 1259734 h 3215359"/>
                <a:gd name="connsiteX7567" fmla="*/ 976661 w 2057605"/>
                <a:gd name="connsiteY7567" fmla="*/ 1262179 h 3215359"/>
                <a:gd name="connsiteX7568" fmla="*/ 973928 w 2057605"/>
                <a:gd name="connsiteY7568" fmla="*/ 1262179 h 3215359"/>
                <a:gd name="connsiteX7569" fmla="*/ 973928 w 2057605"/>
                <a:gd name="connsiteY7569" fmla="*/ 1259734 h 3215359"/>
                <a:gd name="connsiteX7570" fmla="*/ 981551 w 2057605"/>
                <a:gd name="connsiteY7570" fmla="*/ 1257289 h 3215359"/>
                <a:gd name="connsiteX7571" fmla="*/ 984140 w 2057605"/>
                <a:gd name="connsiteY7571" fmla="*/ 1257289 h 3215359"/>
                <a:gd name="connsiteX7572" fmla="*/ 986873 w 2057605"/>
                <a:gd name="connsiteY7572" fmla="*/ 1257289 h 3215359"/>
                <a:gd name="connsiteX7573" fmla="*/ 986873 w 2057605"/>
                <a:gd name="connsiteY7573" fmla="*/ 1254556 h 3215359"/>
                <a:gd name="connsiteX7574" fmla="*/ 989319 w 2057605"/>
                <a:gd name="connsiteY7574" fmla="*/ 1254556 h 3215359"/>
                <a:gd name="connsiteX7575" fmla="*/ 991764 w 2057605"/>
                <a:gd name="connsiteY7575" fmla="*/ 1254556 h 3215359"/>
                <a:gd name="connsiteX7576" fmla="*/ 994353 w 2057605"/>
                <a:gd name="connsiteY7576" fmla="*/ 1254556 h 3215359"/>
                <a:gd name="connsiteX7577" fmla="*/ 1137184 w 2057605"/>
                <a:gd name="connsiteY7577" fmla="*/ 1249522 h 3215359"/>
                <a:gd name="connsiteX7578" fmla="*/ 1144952 w 2057605"/>
                <a:gd name="connsiteY7578" fmla="*/ 1257289 h 3215359"/>
                <a:gd name="connsiteX7579" fmla="*/ 1149842 w 2057605"/>
                <a:gd name="connsiteY7579" fmla="*/ 1257289 h 3215359"/>
                <a:gd name="connsiteX7580" fmla="*/ 1152431 w 2057605"/>
                <a:gd name="connsiteY7580" fmla="*/ 1257289 h 3215359"/>
                <a:gd name="connsiteX7581" fmla="*/ 1152431 w 2057605"/>
                <a:gd name="connsiteY7581" fmla="*/ 1262180 h 3215359"/>
                <a:gd name="connsiteX7582" fmla="*/ 1152431 w 2057605"/>
                <a:gd name="connsiteY7582" fmla="*/ 1264769 h 3215359"/>
                <a:gd name="connsiteX7583" fmla="*/ 1152431 w 2057605"/>
                <a:gd name="connsiteY7583" fmla="*/ 1267214 h 3215359"/>
                <a:gd name="connsiteX7584" fmla="*/ 1149842 w 2057605"/>
                <a:gd name="connsiteY7584" fmla="*/ 1269947 h 3215359"/>
                <a:gd name="connsiteX7585" fmla="*/ 1142219 w 2057605"/>
                <a:gd name="connsiteY7585" fmla="*/ 1280159 h 3215359"/>
                <a:gd name="connsiteX7586" fmla="*/ 1142219 w 2057605"/>
                <a:gd name="connsiteY7586" fmla="*/ 1277427 h 3215359"/>
                <a:gd name="connsiteX7587" fmla="*/ 1139629 w 2057605"/>
                <a:gd name="connsiteY7587" fmla="*/ 1274981 h 3215359"/>
                <a:gd name="connsiteX7588" fmla="*/ 1139629 w 2057605"/>
                <a:gd name="connsiteY7588" fmla="*/ 1272392 h 3215359"/>
                <a:gd name="connsiteX7589" fmla="*/ 1137184 w 2057605"/>
                <a:gd name="connsiteY7589" fmla="*/ 1269947 h 3215359"/>
                <a:gd name="connsiteX7590" fmla="*/ 1134739 w 2057605"/>
                <a:gd name="connsiteY7590" fmla="*/ 1269947 h 3215359"/>
                <a:gd name="connsiteX7591" fmla="*/ 1134739 w 2057605"/>
                <a:gd name="connsiteY7591" fmla="*/ 1267214 h 3215359"/>
                <a:gd name="connsiteX7592" fmla="*/ 1134739 w 2057605"/>
                <a:gd name="connsiteY7592" fmla="*/ 1264769 h 3215359"/>
                <a:gd name="connsiteX7593" fmla="*/ 1137184 w 2057605"/>
                <a:gd name="connsiteY7593" fmla="*/ 1262180 h 3215359"/>
                <a:gd name="connsiteX7594" fmla="*/ 1134739 w 2057605"/>
                <a:gd name="connsiteY7594" fmla="*/ 1262180 h 3215359"/>
                <a:gd name="connsiteX7595" fmla="*/ 1132006 w 2057605"/>
                <a:gd name="connsiteY7595" fmla="*/ 1267214 h 3215359"/>
                <a:gd name="connsiteX7596" fmla="*/ 1132006 w 2057605"/>
                <a:gd name="connsiteY7596" fmla="*/ 1269947 h 3215359"/>
                <a:gd name="connsiteX7597" fmla="*/ 1132006 w 2057605"/>
                <a:gd name="connsiteY7597" fmla="*/ 1277427 h 3215359"/>
                <a:gd name="connsiteX7598" fmla="*/ 1129561 w 2057605"/>
                <a:gd name="connsiteY7598" fmla="*/ 1282605 h 3215359"/>
                <a:gd name="connsiteX7599" fmla="*/ 1124527 w 2057605"/>
                <a:gd name="connsiteY7599" fmla="*/ 1282605 h 3215359"/>
                <a:gd name="connsiteX7600" fmla="*/ 1124527 w 2057605"/>
                <a:gd name="connsiteY7600" fmla="*/ 1285194 h 3215359"/>
                <a:gd name="connsiteX7601" fmla="*/ 1126972 w 2057605"/>
                <a:gd name="connsiteY7601" fmla="*/ 1287639 h 3215359"/>
                <a:gd name="connsiteX7602" fmla="*/ 1124527 w 2057605"/>
                <a:gd name="connsiteY7602" fmla="*/ 1287639 h 3215359"/>
                <a:gd name="connsiteX7603" fmla="*/ 1121794 w 2057605"/>
                <a:gd name="connsiteY7603" fmla="*/ 1290372 h 3215359"/>
                <a:gd name="connsiteX7604" fmla="*/ 1119348 w 2057605"/>
                <a:gd name="connsiteY7604" fmla="*/ 1292817 h 3215359"/>
                <a:gd name="connsiteX7605" fmla="*/ 1119348 w 2057605"/>
                <a:gd name="connsiteY7605" fmla="*/ 1290372 h 3215359"/>
                <a:gd name="connsiteX7606" fmla="*/ 1116759 w 2057605"/>
                <a:gd name="connsiteY7606" fmla="*/ 1290372 h 3215359"/>
                <a:gd name="connsiteX7607" fmla="*/ 1114314 w 2057605"/>
                <a:gd name="connsiteY7607" fmla="*/ 1290372 h 3215359"/>
                <a:gd name="connsiteX7608" fmla="*/ 1116759 w 2057605"/>
                <a:gd name="connsiteY7608" fmla="*/ 1285194 h 3215359"/>
                <a:gd name="connsiteX7609" fmla="*/ 1114314 w 2057605"/>
                <a:gd name="connsiteY7609" fmla="*/ 1280159 h 3215359"/>
                <a:gd name="connsiteX7610" fmla="*/ 1114314 w 2057605"/>
                <a:gd name="connsiteY7610" fmla="*/ 1277427 h 3215359"/>
                <a:gd name="connsiteX7611" fmla="*/ 1114314 w 2057605"/>
                <a:gd name="connsiteY7611" fmla="*/ 1274981 h 3215359"/>
                <a:gd name="connsiteX7612" fmla="*/ 1114314 w 2057605"/>
                <a:gd name="connsiteY7612" fmla="*/ 1272392 h 3215359"/>
                <a:gd name="connsiteX7613" fmla="*/ 1114314 w 2057605"/>
                <a:gd name="connsiteY7613" fmla="*/ 1269947 h 3215359"/>
                <a:gd name="connsiteX7614" fmla="*/ 1121794 w 2057605"/>
                <a:gd name="connsiteY7614" fmla="*/ 1267214 h 3215359"/>
                <a:gd name="connsiteX7615" fmla="*/ 1124527 w 2057605"/>
                <a:gd name="connsiteY7615" fmla="*/ 1264769 h 3215359"/>
                <a:gd name="connsiteX7616" fmla="*/ 1126972 w 2057605"/>
                <a:gd name="connsiteY7616" fmla="*/ 1264769 h 3215359"/>
                <a:gd name="connsiteX7617" fmla="*/ 1132006 w 2057605"/>
                <a:gd name="connsiteY7617" fmla="*/ 1259734 h 3215359"/>
                <a:gd name="connsiteX7618" fmla="*/ 1134739 w 2057605"/>
                <a:gd name="connsiteY7618" fmla="*/ 1259734 h 3215359"/>
                <a:gd name="connsiteX7619" fmla="*/ 1134739 w 2057605"/>
                <a:gd name="connsiteY7619" fmla="*/ 1254556 h 3215359"/>
                <a:gd name="connsiteX7620" fmla="*/ 1137184 w 2057605"/>
                <a:gd name="connsiteY7620" fmla="*/ 1251967 h 3215359"/>
                <a:gd name="connsiteX7621" fmla="*/ 1124527 w 2057605"/>
                <a:gd name="connsiteY7621" fmla="*/ 1249522 h 3215359"/>
                <a:gd name="connsiteX7622" fmla="*/ 1124527 w 2057605"/>
                <a:gd name="connsiteY7622" fmla="*/ 1251967 h 3215359"/>
                <a:gd name="connsiteX7623" fmla="*/ 1121794 w 2057605"/>
                <a:gd name="connsiteY7623" fmla="*/ 1254556 h 3215359"/>
                <a:gd name="connsiteX7624" fmla="*/ 1121794 w 2057605"/>
                <a:gd name="connsiteY7624" fmla="*/ 1257289 h 3215359"/>
                <a:gd name="connsiteX7625" fmla="*/ 1119348 w 2057605"/>
                <a:gd name="connsiteY7625" fmla="*/ 1259734 h 3215359"/>
                <a:gd name="connsiteX7626" fmla="*/ 1116759 w 2057605"/>
                <a:gd name="connsiteY7626" fmla="*/ 1259734 h 3215359"/>
                <a:gd name="connsiteX7627" fmla="*/ 1116759 w 2057605"/>
                <a:gd name="connsiteY7627" fmla="*/ 1257289 h 3215359"/>
                <a:gd name="connsiteX7628" fmla="*/ 1114314 w 2057605"/>
                <a:gd name="connsiteY7628" fmla="*/ 1257289 h 3215359"/>
                <a:gd name="connsiteX7629" fmla="*/ 1116759 w 2057605"/>
                <a:gd name="connsiteY7629" fmla="*/ 1254556 h 3215359"/>
                <a:gd name="connsiteX7630" fmla="*/ 1024991 w 2057605"/>
                <a:gd name="connsiteY7630" fmla="*/ 1246502 h 3215359"/>
                <a:gd name="connsiteX7631" fmla="*/ 1024991 w 2057605"/>
                <a:gd name="connsiteY7631" fmla="*/ 1248947 h 3215359"/>
                <a:gd name="connsiteX7632" fmla="*/ 1027436 w 2057605"/>
                <a:gd name="connsiteY7632" fmla="*/ 1248947 h 3215359"/>
                <a:gd name="connsiteX7633" fmla="*/ 1027436 w 2057605"/>
                <a:gd name="connsiteY7633" fmla="*/ 1246502 h 3215359"/>
                <a:gd name="connsiteX7634" fmla="*/ 1045272 w 2057605"/>
                <a:gd name="connsiteY7634" fmla="*/ 1241755 h 3215359"/>
                <a:gd name="connsiteX7635" fmla="*/ 1045272 w 2057605"/>
                <a:gd name="connsiteY7635" fmla="*/ 1243769 h 3215359"/>
                <a:gd name="connsiteX7636" fmla="*/ 1032614 w 2057605"/>
                <a:gd name="connsiteY7636" fmla="*/ 1243769 h 3215359"/>
                <a:gd name="connsiteX7637" fmla="*/ 1032614 w 2057605"/>
                <a:gd name="connsiteY7637" fmla="*/ 1246502 h 3215359"/>
                <a:gd name="connsiteX7638" fmla="*/ 1050594 w 2057605"/>
                <a:gd name="connsiteY7638" fmla="*/ 1246502 h 3215359"/>
                <a:gd name="connsiteX7639" fmla="*/ 1050594 w 2057605"/>
                <a:gd name="connsiteY7639" fmla="*/ 1244344 h 3215359"/>
                <a:gd name="connsiteX7640" fmla="*/ 1047861 w 2057605"/>
                <a:gd name="connsiteY7640" fmla="*/ 1244344 h 3215359"/>
                <a:gd name="connsiteX7641" fmla="*/ 1047861 w 2057605"/>
                <a:gd name="connsiteY7641" fmla="*/ 1241755 h 3215359"/>
                <a:gd name="connsiteX7642" fmla="*/ 1132006 w 2057605"/>
                <a:gd name="connsiteY7642" fmla="*/ 1226652 h 3215359"/>
                <a:gd name="connsiteX7643" fmla="*/ 1134739 w 2057605"/>
                <a:gd name="connsiteY7643" fmla="*/ 1226652 h 3215359"/>
                <a:gd name="connsiteX7644" fmla="*/ 1134739 w 2057605"/>
                <a:gd name="connsiteY7644" fmla="*/ 1231686 h 3215359"/>
                <a:gd name="connsiteX7645" fmla="*/ 1132006 w 2057605"/>
                <a:gd name="connsiteY7645" fmla="*/ 1234132 h 3215359"/>
                <a:gd name="connsiteX7646" fmla="*/ 1132006 w 2057605"/>
                <a:gd name="connsiteY7646" fmla="*/ 1239310 h 3215359"/>
                <a:gd name="connsiteX7647" fmla="*/ 1126972 w 2057605"/>
                <a:gd name="connsiteY7647" fmla="*/ 1239310 h 3215359"/>
                <a:gd name="connsiteX7648" fmla="*/ 1126972 w 2057605"/>
                <a:gd name="connsiteY7648" fmla="*/ 1231686 h 3215359"/>
                <a:gd name="connsiteX7649" fmla="*/ 1203350 w 2057605"/>
                <a:gd name="connsiteY7649" fmla="*/ 1208672 h 3215359"/>
                <a:gd name="connsiteX7650" fmla="*/ 1205939 w 2057605"/>
                <a:gd name="connsiteY7650" fmla="*/ 1211261 h 3215359"/>
                <a:gd name="connsiteX7651" fmla="*/ 1205939 w 2057605"/>
                <a:gd name="connsiteY7651" fmla="*/ 1223919 h 3215359"/>
                <a:gd name="connsiteX7652" fmla="*/ 1208672 w 2057605"/>
                <a:gd name="connsiteY7652" fmla="*/ 1226652 h 3215359"/>
                <a:gd name="connsiteX7653" fmla="*/ 1208672 w 2057605"/>
                <a:gd name="connsiteY7653" fmla="*/ 1229097 h 3215359"/>
                <a:gd name="connsiteX7654" fmla="*/ 1208672 w 2057605"/>
                <a:gd name="connsiteY7654" fmla="*/ 1231686 h 3215359"/>
                <a:gd name="connsiteX7655" fmla="*/ 1211117 w 2057605"/>
                <a:gd name="connsiteY7655" fmla="*/ 1239310 h 3215359"/>
                <a:gd name="connsiteX7656" fmla="*/ 1208672 w 2057605"/>
                <a:gd name="connsiteY7656" fmla="*/ 1239310 h 3215359"/>
                <a:gd name="connsiteX7657" fmla="*/ 1200905 w 2057605"/>
                <a:gd name="connsiteY7657" fmla="*/ 1241755 h 3215359"/>
                <a:gd name="connsiteX7658" fmla="*/ 1195726 w 2057605"/>
                <a:gd name="connsiteY7658" fmla="*/ 1241755 h 3215359"/>
                <a:gd name="connsiteX7659" fmla="*/ 1193137 w 2057605"/>
                <a:gd name="connsiteY7659" fmla="*/ 1239310 h 3215359"/>
                <a:gd name="connsiteX7660" fmla="*/ 1193137 w 2057605"/>
                <a:gd name="connsiteY7660" fmla="*/ 1231686 h 3215359"/>
                <a:gd name="connsiteX7661" fmla="*/ 1193137 w 2057605"/>
                <a:gd name="connsiteY7661" fmla="*/ 1221330 h 3215359"/>
                <a:gd name="connsiteX7662" fmla="*/ 1190692 w 2057605"/>
                <a:gd name="connsiteY7662" fmla="*/ 1216439 h 3215359"/>
                <a:gd name="connsiteX7663" fmla="*/ 1190692 w 2057605"/>
                <a:gd name="connsiteY7663" fmla="*/ 1213706 h 3215359"/>
                <a:gd name="connsiteX7664" fmla="*/ 1198459 w 2057605"/>
                <a:gd name="connsiteY7664" fmla="*/ 1213706 h 3215359"/>
                <a:gd name="connsiteX7665" fmla="*/ 879570 w 2057605"/>
                <a:gd name="connsiteY7665" fmla="*/ 1208672 h 3215359"/>
                <a:gd name="connsiteX7666" fmla="*/ 882303 w 2057605"/>
                <a:gd name="connsiteY7666" fmla="*/ 1208672 h 3215359"/>
                <a:gd name="connsiteX7667" fmla="*/ 884748 w 2057605"/>
                <a:gd name="connsiteY7667" fmla="*/ 1208672 h 3215359"/>
                <a:gd name="connsiteX7668" fmla="*/ 894961 w 2057605"/>
                <a:gd name="connsiteY7668" fmla="*/ 1208672 h 3215359"/>
                <a:gd name="connsiteX7669" fmla="*/ 897406 w 2057605"/>
                <a:gd name="connsiteY7669" fmla="*/ 1211261 h 3215359"/>
                <a:gd name="connsiteX7670" fmla="*/ 897406 w 2057605"/>
                <a:gd name="connsiteY7670" fmla="*/ 1213706 h 3215359"/>
                <a:gd name="connsiteX7671" fmla="*/ 887193 w 2057605"/>
                <a:gd name="connsiteY7671" fmla="*/ 1216439 h 3215359"/>
                <a:gd name="connsiteX7672" fmla="*/ 879570 w 2057605"/>
                <a:gd name="connsiteY7672" fmla="*/ 1213706 h 3215359"/>
                <a:gd name="connsiteX7673" fmla="*/ 1157609 w 2057605"/>
                <a:gd name="connsiteY7673" fmla="*/ 1206227 h 3215359"/>
                <a:gd name="connsiteX7674" fmla="*/ 1157609 w 2057605"/>
                <a:gd name="connsiteY7674" fmla="*/ 1213707 h 3215359"/>
                <a:gd name="connsiteX7675" fmla="*/ 1154876 w 2057605"/>
                <a:gd name="connsiteY7675" fmla="*/ 1218885 h 3215359"/>
                <a:gd name="connsiteX7676" fmla="*/ 1154876 w 2057605"/>
                <a:gd name="connsiteY7676" fmla="*/ 1216439 h 3215359"/>
                <a:gd name="connsiteX7677" fmla="*/ 1154876 w 2057605"/>
                <a:gd name="connsiteY7677" fmla="*/ 1213707 h 3215359"/>
                <a:gd name="connsiteX7678" fmla="*/ 1152431 w 2057605"/>
                <a:gd name="connsiteY7678" fmla="*/ 1208672 h 3215359"/>
                <a:gd name="connsiteX7679" fmla="*/ 938256 w 2057605"/>
                <a:gd name="connsiteY7679" fmla="*/ 1196014 h 3215359"/>
                <a:gd name="connsiteX7680" fmla="*/ 940845 w 2057605"/>
                <a:gd name="connsiteY7680" fmla="*/ 1196014 h 3215359"/>
                <a:gd name="connsiteX7681" fmla="*/ 943291 w 2057605"/>
                <a:gd name="connsiteY7681" fmla="*/ 1198459 h 3215359"/>
                <a:gd name="connsiteX7682" fmla="*/ 943291 w 2057605"/>
                <a:gd name="connsiteY7682" fmla="*/ 1201048 h 3215359"/>
                <a:gd name="connsiteX7683" fmla="*/ 943291 w 2057605"/>
                <a:gd name="connsiteY7683" fmla="*/ 1206226 h 3215359"/>
                <a:gd name="connsiteX7684" fmla="*/ 935811 w 2057605"/>
                <a:gd name="connsiteY7684" fmla="*/ 1211261 h 3215359"/>
                <a:gd name="connsiteX7685" fmla="*/ 930633 w 2057605"/>
                <a:gd name="connsiteY7685" fmla="*/ 1211261 h 3215359"/>
                <a:gd name="connsiteX7686" fmla="*/ 928044 w 2057605"/>
                <a:gd name="connsiteY7686" fmla="*/ 1213706 h 3215359"/>
                <a:gd name="connsiteX7687" fmla="*/ 925599 w 2057605"/>
                <a:gd name="connsiteY7687" fmla="*/ 1213706 h 3215359"/>
                <a:gd name="connsiteX7688" fmla="*/ 925599 w 2057605"/>
                <a:gd name="connsiteY7688" fmla="*/ 1216439 h 3215359"/>
                <a:gd name="connsiteX7689" fmla="*/ 925599 w 2057605"/>
                <a:gd name="connsiteY7689" fmla="*/ 1221330 h 3215359"/>
                <a:gd name="connsiteX7690" fmla="*/ 920420 w 2057605"/>
                <a:gd name="connsiteY7690" fmla="*/ 1226651 h 3215359"/>
                <a:gd name="connsiteX7691" fmla="*/ 917831 w 2057605"/>
                <a:gd name="connsiteY7691" fmla="*/ 1226651 h 3215359"/>
                <a:gd name="connsiteX7692" fmla="*/ 915386 w 2057605"/>
                <a:gd name="connsiteY7692" fmla="*/ 1226651 h 3215359"/>
                <a:gd name="connsiteX7693" fmla="*/ 915386 w 2057605"/>
                <a:gd name="connsiteY7693" fmla="*/ 1229097 h 3215359"/>
                <a:gd name="connsiteX7694" fmla="*/ 912941 w 2057605"/>
                <a:gd name="connsiteY7694" fmla="*/ 1229097 h 3215359"/>
                <a:gd name="connsiteX7695" fmla="*/ 912941 w 2057605"/>
                <a:gd name="connsiteY7695" fmla="*/ 1226651 h 3215359"/>
                <a:gd name="connsiteX7696" fmla="*/ 910208 w 2057605"/>
                <a:gd name="connsiteY7696" fmla="*/ 1229097 h 3215359"/>
                <a:gd name="connsiteX7697" fmla="*/ 907619 w 2057605"/>
                <a:gd name="connsiteY7697" fmla="*/ 1231686 h 3215359"/>
                <a:gd name="connsiteX7698" fmla="*/ 905174 w 2057605"/>
                <a:gd name="connsiteY7698" fmla="*/ 1229097 h 3215359"/>
                <a:gd name="connsiteX7699" fmla="*/ 899995 w 2057605"/>
                <a:gd name="connsiteY7699" fmla="*/ 1229097 h 3215359"/>
                <a:gd name="connsiteX7700" fmla="*/ 894961 w 2057605"/>
                <a:gd name="connsiteY7700" fmla="*/ 1229097 h 3215359"/>
                <a:gd name="connsiteX7701" fmla="*/ 894961 w 2057605"/>
                <a:gd name="connsiteY7701" fmla="*/ 1226651 h 3215359"/>
                <a:gd name="connsiteX7702" fmla="*/ 899995 w 2057605"/>
                <a:gd name="connsiteY7702" fmla="*/ 1221330 h 3215359"/>
                <a:gd name="connsiteX7703" fmla="*/ 894961 w 2057605"/>
                <a:gd name="connsiteY7703" fmla="*/ 1221330 h 3215359"/>
                <a:gd name="connsiteX7704" fmla="*/ 897406 w 2057605"/>
                <a:gd name="connsiteY7704" fmla="*/ 1218884 h 3215359"/>
                <a:gd name="connsiteX7705" fmla="*/ 899995 w 2057605"/>
                <a:gd name="connsiteY7705" fmla="*/ 1218884 h 3215359"/>
                <a:gd name="connsiteX7706" fmla="*/ 905174 w 2057605"/>
                <a:gd name="connsiteY7706" fmla="*/ 1218884 h 3215359"/>
                <a:gd name="connsiteX7707" fmla="*/ 905174 w 2057605"/>
                <a:gd name="connsiteY7707" fmla="*/ 1216439 h 3215359"/>
                <a:gd name="connsiteX7708" fmla="*/ 902728 w 2057605"/>
                <a:gd name="connsiteY7708" fmla="*/ 1213706 h 3215359"/>
                <a:gd name="connsiteX7709" fmla="*/ 907619 w 2057605"/>
                <a:gd name="connsiteY7709" fmla="*/ 1206226 h 3215359"/>
                <a:gd name="connsiteX7710" fmla="*/ 910208 w 2057605"/>
                <a:gd name="connsiteY7710" fmla="*/ 1206226 h 3215359"/>
                <a:gd name="connsiteX7711" fmla="*/ 935811 w 2057605"/>
                <a:gd name="connsiteY7711" fmla="*/ 1198459 h 3215359"/>
                <a:gd name="connsiteX7712" fmla="*/ 1188246 w 2057605"/>
                <a:gd name="connsiteY7712" fmla="*/ 1183069 h 3215359"/>
                <a:gd name="connsiteX7713" fmla="*/ 1190692 w 2057605"/>
                <a:gd name="connsiteY7713" fmla="*/ 1188247 h 3215359"/>
                <a:gd name="connsiteX7714" fmla="*/ 1190692 w 2057605"/>
                <a:gd name="connsiteY7714" fmla="*/ 1190836 h 3215359"/>
                <a:gd name="connsiteX7715" fmla="*/ 1188246 w 2057605"/>
                <a:gd name="connsiteY7715" fmla="*/ 1198460 h 3215359"/>
                <a:gd name="connsiteX7716" fmla="*/ 1183068 w 2057605"/>
                <a:gd name="connsiteY7716" fmla="*/ 1198460 h 3215359"/>
                <a:gd name="connsiteX7717" fmla="*/ 1180479 w 2057605"/>
                <a:gd name="connsiteY7717" fmla="*/ 1193281 h 3215359"/>
                <a:gd name="connsiteX7718" fmla="*/ 1178034 w 2057605"/>
                <a:gd name="connsiteY7718" fmla="*/ 1188247 h 3215359"/>
                <a:gd name="connsiteX7719" fmla="*/ 1180479 w 2057605"/>
                <a:gd name="connsiteY7719" fmla="*/ 1188247 h 3215359"/>
                <a:gd name="connsiteX7720" fmla="*/ 1183068 w 2057605"/>
                <a:gd name="connsiteY7720" fmla="*/ 1188247 h 3215359"/>
                <a:gd name="connsiteX7721" fmla="*/ 1183068 w 2057605"/>
                <a:gd name="connsiteY7721" fmla="*/ 1190836 h 3215359"/>
                <a:gd name="connsiteX7722" fmla="*/ 1185513 w 2057605"/>
                <a:gd name="connsiteY7722" fmla="*/ 1188247 h 3215359"/>
                <a:gd name="connsiteX7723" fmla="*/ 1188246 w 2057605"/>
                <a:gd name="connsiteY7723" fmla="*/ 1185802 h 3215359"/>
                <a:gd name="connsiteX7724" fmla="*/ 997086 w 2057605"/>
                <a:gd name="connsiteY7724" fmla="*/ 1183069 h 3215359"/>
                <a:gd name="connsiteX7725" fmla="*/ 999531 w 2057605"/>
                <a:gd name="connsiteY7725" fmla="*/ 1183069 h 3215359"/>
                <a:gd name="connsiteX7726" fmla="*/ 991764 w 2057605"/>
                <a:gd name="connsiteY7726" fmla="*/ 1188247 h 3215359"/>
                <a:gd name="connsiteX7727" fmla="*/ 925598 w 2057605"/>
                <a:gd name="connsiteY7727" fmla="*/ 1183069 h 3215359"/>
                <a:gd name="connsiteX7728" fmla="*/ 930633 w 2057605"/>
                <a:gd name="connsiteY7728" fmla="*/ 1183069 h 3215359"/>
                <a:gd name="connsiteX7729" fmla="*/ 933078 w 2057605"/>
                <a:gd name="connsiteY7729" fmla="*/ 1185802 h 3215359"/>
                <a:gd name="connsiteX7730" fmla="*/ 935811 w 2057605"/>
                <a:gd name="connsiteY7730" fmla="*/ 1193281 h 3215359"/>
                <a:gd name="connsiteX7731" fmla="*/ 930633 w 2057605"/>
                <a:gd name="connsiteY7731" fmla="*/ 1196014 h 3215359"/>
                <a:gd name="connsiteX7732" fmla="*/ 925598 w 2057605"/>
                <a:gd name="connsiteY7732" fmla="*/ 1196014 h 3215359"/>
                <a:gd name="connsiteX7733" fmla="*/ 923153 w 2057605"/>
                <a:gd name="connsiteY7733" fmla="*/ 1196014 h 3215359"/>
                <a:gd name="connsiteX7734" fmla="*/ 920420 w 2057605"/>
                <a:gd name="connsiteY7734" fmla="*/ 1198460 h 3215359"/>
                <a:gd name="connsiteX7735" fmla="*/ 917831 w 2057605"/>
                <a:gd name="connsiteY7735" fmla="*/ 1198460 h 3215359"/>
                <a:gd name="connsiteX7736" fmla="*/ 912941 w 2057605"/>
                <a:gd name="connsiteY7736" fmla="*/ 1201049 h 3215359"/>
                <a:gd name="connsiteX7737" fmla="*/ 910208 w 2057605"/>
                <a:gd name="connsiteY7737" fmla="*/ 1201049 h 3215359"/>
                <a:gd name="connsiteX7738" fmla="*/ 907619 w 2057605"/>
                <a:gd name="connsiteY7738" fmla="*/ 1201049 h 3215359"/>
                <a:gd name="connsiteX7739" fmla="*/ 905173 w 2057605"/>
                <a:gd name="connsiteY7739" fmla="*/ 1203494 h 3215359"/>
                <a:gd name="connsiteX7740" fmla="*/ 899995 w 2057605"/>
                <a:gd name="connsiteY7740" fmla="*/ 1206227 h 3215359"/>
                <a:gd name="connsiteX7741" fmla="*/ 889783 w 2057605"/>
                <a:gd name="connsiteY7741" fmla="*/ 1206227 h 3215359"/>
                <a:gd name="connsiteX7742" fmla="*/ 879570 w 2057605"/>
                <a:gd name="connsiteY7742" fmla="*/ 1206227 h 3215359"/>
                <a:gd name="connsiteX7743" fmla="*/ 879570 w 2057605"/>
                <a:gd name="connsiteY7743" fmla="*/ 1203494 h 3215359"/>
                <a:gd name="connsiteX7744" fmla="*/ 879570 w 2057605"/>
                <a:gd name="connsiteY7744" fmla="*/ 1201049 h 3215359"/>
                <a:gd name="connsiteX7745" fmla="*/ 876981 w 2057605"/>
                <a:gd name="connsiteY7745" fmla="*/ 1201049 h 3215359"/>
                <a:gd name="connsiteX7746" fmla="*/ 876981 w 2057605"/>
                <a:gd name="connsiteY7746" fmla="*/ 1198460 h 3215359"/>
                <a:gd name="connsiteX7747" fmla="*/ 879570 w 2057605"/>
                <a:gd name="connsiteY7747" fmla="*/ 1198460 h 3215359"/>
                <a:gd name="connsiteX7748" fmla="*/ 882303 w 2057605"/>
                <a:gd name="connsiteY7748" fmla="*/ 1198460 h 3215359"/>
                <a:gd name="connsiteX7749" fmla="*/ 892516 w 2057605"/>
                <a:gd name="connsiteY7749" fmla="*/ 1196014 h 3215359"/>
                <a:gd name="connsiteX7750" fmla="*/ 917831 w 2057605"/>
                <a:gd name="connsiteY7750" fmla="*/ 1185802 h 3215359"/>
                <a:gd name="connsiteX7751" fmla="*/ 1009744 w 2057605"/>
                <a:gd name="connsiteY7751" fmla="*/ 1160055 h 3215359"/>
                <a:gd name="connsiteX7752" fmla="*/ 1009744 w 2057605"/>
                <a:gd name="connsiteY7752" fmla="*/ 1162644 h 3215359"/>
                <a:gd name="connsiteX7753" fmla="*/ 1012189 w 2057605"/>
                <a:gd name="connsiteY7753" fmla="*/ 1162644 h 3215359"/>
                <a:gd name="connsiteX7754" fmla="*/ 917831 w 2057605"/>
                <a:gd name="connsiteY7754" fmla="*/ 1149986 h 3215359"/>
                <a:gd name="connsiteX7755" fmla="*/ 920420 w 2057605"/>
                <a:gd name="connsiteY7755" fmla="*/ 1149986 h 3215359"/>
                <a:gd name="connsiteX7756" fmla="*/ 923153 w 2057605"/>
                <a:gd name="connsiteY7756" fmla="*/ 1149986 h 3215359"/>
                <a:gd name="connsiteX7757" fmla="*/ 925598 w 2057605"/>
                <a:gd name="connsiteY7757" fmla="*/ 1155164 h 3215359"/>
                <a:gd name="connsiteX7758" fmla="*/ 930633 w 2057605"/>
                <a:gd name="connsiteY7758" fmla="*/ 1165377 h 3215359"/>
                <a:gd name="connsiteX7759" fmla="*/ 928044 w 2057605"/>
                <a:gd name="connsiteY7759" fmla="*/ 1170411 h 3215359"/>
                <a:gd name="connsiteX7760" fmla="*/ 928044 w 2057605"/>
                <a:gd name="connsiteY7760" fmla="*/ 1175589 h 3215359"/>
                <a:gd name="connsiteX7761" fmla="*/ 925598 w 2057605"/>
                <a:gd name="connsiteY7761" fmla="*/ 1175589 h 3215359"/>
                <a:gd name="connsiteX7762" fmla="*/ 923153 w 2057605"/>
                <a:gd name="connsiteY7762" fmla="*/ 1180623 h 3215359"/>
                <a:gd name="connsiteX7763" fmla="*/ 917831 w 2057605"/>
                <a:gd name="connsiteY7763" fmla="*/ 1183069 h 3215359"/>
                <a:gd name="connsiteX7764" fmla="*/ 915386 w 2057605"/>
                <a:gd name="connsiteY7764" fmla="*/ 1183069 h 3215359"/>
                <a:gd name="connsiteX7765" fmla="*/ 915386 w 2057605"/>
                <a:gd name="connsiteY7765" fmla="*/ 1185802 h 3215359"/>
                <a:gd name="connsiteX7766" fmla="*/ 899995 w 2057605"/>
                <a:gd name="connsiteY7766" fmla="*/ 1188247 h 3215359"/>
                <a:gd name="connsiteX7767" fmla="*/ 887194 w 2057605"/>
                <a:gd name="connsiteY7767" fmla="*/ 1188247 h 3215359"/>
                <a:gd name="connsiteX7768" fmla="*/ 879570 w 2057605"/>
                <a:gd name="connsiteY7768" fmla="*/ 1188247 h 3215359"/>
                <a:gd name="connsiteX7769" fmla="*/ 874536 w 2057605"/>
                <a:gd name="connsiteY7769" fmla="*/ 1185802 h 3215359"/>
                <a:gd name="connsiteX7770" fmla="*/ 879570 w 2057605"/>
                <a:gd name="connsiteY7770" fmla="*/ 1183069 h 3215359"/>
                <a:gd name="connsiteX7771" fmla="*/ 876981 w 2057605"/>
                <a:gd name="connsiteY7771" fmla="*/ 1183069 h 3215359"/>
                <a:gd name="connsiteX7772" fmla="*/ 874536 w 2057605"/>
                <a:gd name="connsiteY7772" fmla="*/ 1183069 h 3215359"/>
                <a:gd name="connsiteX7773" fmla="*/ 872091 w 2057605"/>
                <a:gd name="connsiteY7773" fmla="*/ 1185802 h 3215359"/>
                <a:gd name="connsiteX7774" fmla="*/ 869358 w 2057605"/>
                <a:gd name="connsiteY7774" fmla="*/ 1180623 h 3215359"/>
                <a:gd name="connsiteX7775" fmla="*/ 864323 w 2057605"/>
                <a:gd name="connsiteY7775" fmla="*/ 1180623 h 3215359"/>
                <a:gd name="connsiteX7776" fmla="*/ 861878 w 2057605"/>
                <a:gd name="connsiteY7776" fmla="*/ 1178034 h 3215359"/>
                <a:gd name="connsiteX7777" fmla="*/ 861878 w 2057605"/>
                <a:gd name="connsiteY7777" fmla="*/ 1173144 h 3215359"/>
                <a:gd name="connsiteX7778" fmla="*/ 861878 w 2057605"/>
                <a:gd name="connsiteY7778" fmla="*/ 1170411 h 3215359"/>
                <a:gd name="connsiteX7779" fmla="*/ 861878 w 2057605"/>
                <a:gd name="connsiteY7779" fmla="*/ 1167822 h 3215359"/>
                <a:gd name="connsiteX7780" fmla="*/ 864323 w 2057605"/>
                <a:gd name="connsiteY7780" fmla="*/ 1165377 h 3215359"/>
                <a:gd name="connsiteX7781" fmla="*/ 866769 w 2057605"/>
                <a:gd name="connsiteY7781" fmla="*/ 1165377 h 3215359"/>
                <a:gd name="connsiteX7782" fmla="*/ 869358 w 2057605"/>
                <a:gd name="connsiteY7782" fmla="*/ 1160198 h 3215359"/>
                <a:gd name="connsiteX7783" fmla="*/ 874536 w 2057605"/>
                <a:gd name="connsiteY7783" fmla="*/ 1160198 h 3215359"/>
                <a:gd name="connsiteX7784" fmla="*/ 876981 w 2057605"/>
                <a:gd name="connsiteY7784" fmla="*/ 1160198 h 3215359"/>
                <a:gd name="connsiteX7785" fmla="*/ 884748 w 2057605"/>
                <a:gd name="connsiteY7785" fmla="*/ 1157609 h 3215359"/>
                <a:gd name="connsiteX7786" fmla="*/ 897406 w 2057605"/>
                <a:gd name="connsiteY7786" fmla="*/ 1155164 h 3215359"/>
                <a:gd name="connsiteX7787" fmla="*/ 899995 w 2057605"/>
                <a:gd name="connsiteY7787" fmla="*/ 1152719 h 3215359"/>
                <a:gd name="connsiteX7788" fmla="*/ 905173 w 2057605"/>
                <a:gd name="connsiteY7788" fmla="*/ 1152719 h 3215359"/>
                <a:gd name="connsiteX7789" fmla="*/ 1006435 w 2057605"/>
                <a:gd name="connsiteY7789" fmla="*/ 1109136 h 3215359"/>
                <a:gd name="connsiteX7790" fmla="*/ 1011614 w 2057605"/>
                <a:gd name="connsiteY7790" fmla="*/ 1111869 h 3215359"/>
                <a:gd name="connsiteX7791" fmla="*/ 1019381 w 2057605"/>
                <a:gd name="connsiteY7791" fmla="*/ 1114314 h 3215359"/>
                <a:gd name="connsiteX7792" fmla="*/ 1021826 w 2057605"/>
                <a:gd name="connsiteY7792" fmla="*/ 1111869 h 3215359"/>
                <a:gd name="connsiteX7793" fmla="*/ 1024415 w 2057605"/>
                <a:gd name="connsiteY7793" fmla="*/ 1109136 h 3215359"/>
                <a:gd name="connsiteX7794" fmla="*/ 1029593 w 2057605"/>
                <a:gd name="connsiteY7794" fmla="*/ 1111869 h 3215359"/>
                <a:gd name="connsiteX7795" fmla="*/ 1029593 w 2057605"/>
                <a:gd name="connsiteY7795" fmla="*/ 1114314 h 3215359"/>
                <a:gd name="connsiteX7796" fmla="*/ 1026860 w 2057605"/>
                <a:gd name="connsiteY7796" fmla="*/ 1114314 h 3215359"/>
                <a:gd name="connsiteX7797" fmla="*/ 1024415 w 2057605"/>
                <a:gd name="connsiteY7797" fmla="*/ 1116903 h 3215359"/>
                <a:gd name="connsiteX7798" fmla="*/ 1029593 w 2057605"/>
                <a:gd name="connsiteY7798" fmla="*/ 1116903 h 3215359"/>
                <a:gd name="connsiteX7799" fmla="*/ 1037073 w 2057605"/>
                <a:gd name="connsiteY7799" fmla="*/ 1129561 h 3215359"/>
                <a:gd name="connsiteX7800" fmla="*/ 1037073 w 2057605"/>
                <a:gd name="connsiteY7800" fmla="*/ 1132294 h 3215359"/>
                <a:gd name="connsiteX7801" fmla="*/ 1039806 w 2057605"/>
                <a:gd name="connsiteY7801" fmla="*/ 1132294 h 3215359"/>
                <a:gd name="connsiteX7802" fmla="*/ 1039806 w 2057605"/>
                <a:gd name="connsiteY7802" fmla="*/ 1129561 h 3215359"/>
                <a:gd name="connsiteX7803" fmla="*/ 1044696 w 2057605"/>
                <a:gd name="connsiteY7803" fmla="*/ 1129561 h 3215359"/>
                <a:gd name="connsiteX7804" fmla="*/ 1039806 w 2057605"/>
                <a:gd name="connsiteY7804" fmla="*/ 1134739 h 3215359"/>
                <a:gd name="connsiteX7805" fmla="*/ 1039806 w 2057605"/>
                <a:gd name="connsiteY7805" fmla="*/ 1142506 h 3215359"/>
                <a:gd name="connsiteX7806" fmla="*/ 1044696 w 2057605"/>
                <a:gd name="connsiteY7806" fmla="*/ 1147397 h 3215359"/>
                <a:gd name="connsiteX7807" fmla="*/ 1044696 w 2057605"/>
                <a:gd name="connsiteY7807" fmla="*/ 1137185 h 3215359"/>
                <a:gd name="connsiteX7808" fmla="*/ 1047285 w 2057605"/>
                <a:gd name="connsiteY7808" fmla="*/ 1137185 h 3215359"/>
                <a:gd name="connsiteX7809" fmla="*/ 1050018 w 2057605"/>
                <a:gd name="connsiteY7809" fmla="*/ 1134739 h 3215359"/>
                <a:gd name="connsiteX7810" fmla="*/ 1050018 w 2057605"/>
                <a:gd name="connsiteY7810" fmla="*/ 1139774 h 3215359"/>
                <a:gd name="connsiteX7811" fmla="*/ 1052464 w 2057605"/>
                <a:gd name="connsiteY7811" fmla="*/ 1142506 h 3215359"/>
                <a:gd name="connsiteX7812" fmla="*/ 1052464 w 2057605"/>
                <a:gd name="connsiteY7812" fmla="*/ 1134739 h 3215359"/>
                <a:gd name="connsiteX7813" fmla="*/ 1050018 w 2057605"/>
                <a:gd name="connsiteY7813" fmla="*/ 1129561 h 3215359"/>
                <a:gd name="connsiteX7814" fmla="*/ 1050018 w 2057605"/>
                <a:gd name="connsiteY7814" fmla="*/ 1127116 h 3215359"/>
                <a:gd name="connsiteX7815" fmla="*/ 1047285 w 2057605"/>
                <a:gd name="connsiteY7815" fmla="*/ 1127116 h 3215359"/>
                <a:gd name="connsiteX7816" fmla="*/ 1047285 w 2057605"/>
                <a:gd name="connsiteY7816" fmla="*/ 1116903 h 3215359"/>
                <a:gd name="connsiteX7817" fmla="*/ 1050018 w 2057605"/>
                <a:gd name="connsiteY7817" fmla="*/ 1114314 h 3215359"/>
                <a:gd name="connsiteX7818" fmla="*/ 1054909 w 2057605"/>
                <a:gd name="connsiteY7818" fmla="*/ 1114314 h 3215359"/>
                <a:gd name="connsiteX7819" fmla="*/ 1057498 w 2057605"/>
                <a:gd name="connsiteY7819" fmla="*/ 1116903 h 3215359"/>
                <a:gd name="connsiteX7820" fmla="*/ 1057498 w 2057605"/>
                <a:gd name="connsiteY7820" fmla="*/ 1114314 h 3215359"/>
                <a:gd name="connsiteX7821" fmla="*/ 1062676 w 2057605"/>
                <a:gd name="connsiteY7821" fmla="*/ 1114314 h 3215359"/>
                <a:gd name="connsiteX7822" fmla="*/ 1065121 w 2057605"/>
                <a:gd name="connsiteY7822" fmla="*/ 1111869 h 3215359"/>
                <a:gd name="connsiteX7823" fmla="*/ 1065121 w 2057605"/>
                <a:gd name="connsiteY7823" fmla="*/ 1109136 h 3215359"/>
                <a:gd name="connsiteX7824" fmla="*/ 1067710 w 2057605"/>
                <a:gd name="connsiteY7824" fmla="*/ 1109136 h 3215359"/>
                <a:gd name="connsiteX7825" fmla="*/ 1067710 w 2057605"/>
                <a:gd name="connsiteY7825" fmla="*/ 1114314 h 3215359"/>
                <a:gd name="connsiteX7826" fmla="*/ 1075334 w 2057605"/>
                <a:gd name="connsiteY7826" fmla="*/ 1119348 h 3215359"/>
                <a:gd name="connsiteX7827" fmla="*/ 1072889 w 2057605"/>
                <a:gd name="connsiteY7827" fmla="*/ 1122081 h 3215359"/>
                <a:gd name="connsiteX7828" fmla="*/ 1070443 w 2057605"/>
                <a:gd name="connsiteY7828" fmla="*/ 1116903 h 3215359"/>
                <a:gd name="connsiteX7829" fmla="*/ 1070443 w 2057605"/>
                <a:gd name="connsiteY7829" fmla="*/ 1122081 h 3215359"/>
                <a:gd name="connsiteX7830" fmla="*/ 1072889 w 2057605"/>
                <a:gd name="connsiteY7830" fmla="*/ 1122081 h 3215359"/>
                <a:gd name="connsiteX7831" fmla="*/ 1075334 w 2057605"/>
                <a:gd name="connsiteY7831" fmla="*/ 1124527 h 3215359"/>
                <a:gd name="connsiteX7832" fmla="*/ 1077923 w 2057605"/>
                <a:gd name="connsiteY7832" fmla="*/ 1124527 h 3215359"/>
                <a:gd name="connsiteX7833" fmla="*/ 1077923 w 2057605"/>
                <a:gd name="connsiteY7833" fmla="*/ 1127116 h 3215359"/>
                <a:gd name="connsiteX7834" fmla="*/ 1080943 w 2057605"/>
                <a:gd name="connsiteY7834" fmla="*/ 1127116 h 3215359"/>
                <a:gd name="connsiteX7835" fmla="*/ 1078498 w 2057605"/>
                <a:gd name="connsiteY7835" fmla="*/ 1122082 h 3215359"/>
                <a:gd name="connsiteX7836" fmla="*/ 1078498 w 2057605"/>
                <a:gd name="connsiteY7836" fmla="*/ 1119349 h 3215359"/>
                <a:gd name="connsiteX7837" fmla="*/ 1083676 w 2057605"/>
                <a:gd name="connsiteY7837" fmla="*/ 1122082 h 3215359"/>
                <a:gd name="connsiteX7838" fmla="*/ 1088711 w 2057605"/>
                <a:gd name="connsiteY7838" fmla="*/ 1124527 h 3215359"/>
                <a:gd name="connsiteX7839" fmla="*/ 1086122 w 2057605"/>
                <a:gd name="connsiteY7839" fmla="*/ 1127116 h 3215359"/>
                <a:gd name="connsiteX7840" fmla="*/ 1083676 w 2057605"/>
                <a:gd name="connsiteY7840" fmla="*/ 1124527 h 3215359"/>
                <a:gd name="connsiteX7841" fmla="*/ 1083676 w 2057605"/>
                <a:gd name="connsiteY7841" fmla="*/ 1127116 h 3215359"/>
                <a:gd name="connsiteX7842" fmla="*/ 1080944 w 2057605"/>
                <a:gd name="connsiteY7842" fmla="*/ 1127116 h 3215359"/>
                <a:gd name="connsiteX7843" fmla="*/ 1080944 w 2057605"/>
                <a:gd name="connsiteY7843" fmla="*/ 1129561 h 3215359"/>
                <a:gd name="connsiteX7844" fmla="*/ 1091156 w 2057605"/>
                <a:gd name="connsiteY7844" fmla="*/ 1129561 h 3215359"/>
                <a:gd name="connsiteX7845" fmla="*/ 1091156 w 2057605"/>
                <a:gd name="connsiteY7845" fmla="*/ 1132294 h 3215359"/>
                <a:gd name="connsiteX7846" fmla="*/ 1093889 w 2057605"/>
                <a:gd name="connsiteY7846" fmla="*/ 1132294 h 3215359"/>
                <a:gd name="connsiteX7847" fmla="*/ 1093889 w 2057605"/>
                <a:gd name="connsiteY7847" fmla="*/ 1144952 h 3215359"/>
                <a:gd name="connsiteX7848" fmla="*/ 1091156 w 2057605"/>
                <a:gd name="connsiteY7848" fmla="*/ 1149986 h 3215359"/>
                <a:gd name="connsiteX7849" fmla="*/ 1091156 w 2057605"/>
                <a:gd name="connsiteY7849" fmla="*/ 1155164 h 3215359"/>
                <a:gd name="connsiteX7850" fmla="*/ 1088711 w 2057605"/>
                <a:gd name="connsiteY7850" fmla="*/ 1157610 h 3215359"/>
                <a:gd name="connsiteX7851" fmla="*/ 1091156 w 2057605"/>
                <a:gd name="connsiteY7851" fmla="*/ 1160199 h 3215359"/>
                <a:gd name="connsiteX7852" fmla="*/ 1091156 w 2057605"/>
                <a:gd name="connsiteY7852" fmla="*/ 1165377 h 3215359"/>
                <a:gd name="connsiteX7853" fmla="*/ 1096334 w 2057605"/>
                <a:gd name="connsiteY7853" fmla="*/ 1170411 h 3215359"/>
                <a:gd name="connsiteX7854" fmla="*/ 1098923 w 2057605"/>
                <a:gd name="connsiteY7854" fmla="*/ 1175589 h 3215359"/>
                <a:gd name="connsiteX7855" fmla="*/ 1098923 w 2057605"/>
                <a:gd name="connsiteY7855" fmla="*/ 1185370 h 3215359"/>
                <a:gd name="connsiteX7856" fmla="*/ 1096334 w 2057605"/>
                <a:gd name="connsiteY7856" fmla="*/ 1187816 h 3215359"/>
                <a:gd name="connsiteX7857" fmla="*/ 1096334 w 2057605"/>
                <a:gd name="connsiteY7857" fmla="*/ 1200617 h 3215359"/>
                <a:gd name="connsiteX7858" fmla="*/ 1093889 w 2057605"/>
                <a:gd name="connsiteY7858" fmla="*/ 1205795 h 3215359"/>
                <a:gd name="connsiteX7859" fmla="*/ 1093889 w 2057605"/>
                <a:gd name="connsiteY7859" fmla="*/ 1218885 h 3215359"/>
                <a:gd name="connsiteX7860" fmla="*/ 1096334 w 2057605"/>
                <a:gd name="connsiteY7860" fmla="*/ 1221474 h 3215359"/>
                <a:gd name="connsiteX7861" fmla="*/ 1093889 w 2057605"/>
                <a:gd name="connsiteY7861" fmla="*/ 1231542 h 3215359"/>
                <a:gd name="connsiteX7862" fmla="*/ 1088711 w 2057605"/>
                <a:gd name="connsiteY7862" fmla="*/ 1234131 h 3215359"/>
                <a:gd name="connsiteX7863" fmla="*/ 1083676 w 2057605"/>
                <a:gd name="connsiteY7863" fmla="*/ 1239310 h 3215359"/>
                <a:gd name="connsiteX7864" fmla="*/ 1091156 w 2057605"/>
                <a:gd name="connsiteY7864" fmla="*/ 1241755 h 3215359"/>
                <a:gd name="connsiteX7865" fmla="*/ 1093889 w 2057605"/>
                <a:gd name="connsiteY7865" fmla="*/ 1244344 h 3215359"/>
                <a:gd name="connsiteX7866" fmla="*/ 1101369 w 2057605"/>
                <a:gd name="connsiteY7866" fmla="*/ 1244344 h 3215359"/>
                <a:gd name="connsiteX7867" fmla="*/ 1101369 w 2057605"/>
                <a:gd name="connsiteY7867" fmla="*/ 1267502 h 3215359"/>
                <a:gd name="connsiteX7868" fmla="*/ 1098923 w 2057605"/>
                <a:gd name="connsiteY7868" fmla="*/ 1267502 h 3215359"/>
                <a:gd name="connsiteX7869" fmla="*/ 1098923 w 2057605"/>
                <a:gd name="connsiteY7869" fmla="*/ 1270235 h 3215359"/>
                <a:gd name="connsiteX7870" fmla="*/ 1101369 w 2057605"/>
                <a:gd name="connsiteY7870" fmla="*/ 1277714 h 3215359"/>
                <a:gd name="connsiteX7871" fmla="*/ 1101369 w 2057605"/>
                <a:gd name="connsiteY7871" fmla="*/ 1285194 h 3215359"/>
                <a:gd name="connsiteX7872" fmla="*/ 1103526 w 2057605"/>
                <a:gd name="connsiteY7872" fmla="*/ 1287927 h 3215359"/>
                <a:gd name="connsiteX7873" fmla="*/ 1100793 w 2057605"/>
                <a:gd name="connsiteY7873" fmla="*/ 1287927 h 3215359"/>
                <a:gd name="connsiteX7874" fmla="*/ 1098348 w 2057605"/>
                <a:gd name="connsiteY7874" fmla="*/ 1282893 h 3215359"/>
                <a:gd name="connsiteX7875" fmla="*/ 1098348 w 2057605"/>
                <a:gd name="connsiteY7875" fmla="*/ 1272680 h 3215359"/>
                <a:gd name="connsiteX7876" fmla="*/ 1093314 w 2057605"/>
                <a:gd name="connsiteY7876" fmla="*/ 1270235 h 3215359"/>
                <a:gd name="connsiteX7877" fmla="*/ 1090581 w 2057605"/>
                <a:gd name="connsiteY7877" fmla="*/ 1267502 h 3215359"/>
                <a:gd name="connsiteX7878" fmla="*/ 1088136 w 2057605"/>
                <a:gd name="connsiteY7878" fmla="*/ 1262468 h 3215359"/>
                <a:gd name="connsiteX7879" fmla="*/ 1088136 w 2057605"/>
                <a:gd name="connsiteY7879" fmla="*/ 1267502 h 3215359"/>
                <a:gd name="connsiteX7880" fmla="*/ 1085546 w 2057605"/>
                <a:gd name="connsiteY7880" fmla="*/ 1267502 h 3215359"/>
                <a:gd name="connsiteX7881" fmla="*/ 1085546 w 2057605"/>
                <a:gd name="connsiteY7881" fmla="*/ 1270235 h 3215359"/>
                <a:gd name="connsiteX7882" fmla="*/ 1088136 w 2057605"/>
                <a:gd name="connsiteY7882" fmla="*/ 1277714 h 3215359"/>
                <a:gd name="connsiteX7883" fmla="*/ 1085546 w 2057605"/>
                <a:gd name="connsiteY7883" fmla="*/ 1280447 h 3215359"/>
                <a:gd name="connsiteX7884" fmla="*/ 1085546 w 2057605"/>
                <a:gd name="connsiteY7884" fmla="*/ 1277714 h 3215359"/>
                <a:gd name="connsiteX7885" fmla="*/ 1083101 w 2057605"/>
                <a:gd name="connsiteY7885" fmla="*/ 1275269 h 3215359"/>
                <a:gd name="connsiteX7886" fmla="*/ 1083101 w 2057605"/>
                <a:gd name="connsiteY7886" fmla="*/ 1270235 h 3215359"/>
                <a:gd name="connsiteX7887" fmla="*/ 1080368 w 2057605"/>
                <a:gd name="connsiteY7887" fmla="*/ 1272680 h 3215359"/>
                <a:gd name="connsiteX7888" fmla="*/ 1080368 w 2057605"/>
                <a:gd name="connsiteY7888" fmla="*/ 1275269 h 3215359"/>
                <a:gd name="connsiteX7889" fmla="*/ 1077923 w 2057605"/>
                <a:gd name="connsiteY7889" fmla="*/ 1275269 h 3215359"/>
                <a:gd name="connsiteX7890" fmla="*/ 1077923 w 2057605"/>
                <a:gd name="connsiteY7890" fmla="*/ 1277714 h 3215359"/>
                <a:gd name="connsiteX7891" fmla="*/ 1080368 w 2057605"/>
                <a:gd name="connsiteY7891" fmla="*/ 1277714 h 3215359"/>
                <a:gd name="connsiteX7892" fmla="*/ 1080368 w 2057605"/>
                <a:gd name="connsiteY7892" fmla="*/ 1280160 h 3215359"/>
                <a:gd name="connsiteX7893" fmla="*/ 1083101 w 2057605"/>
                <a:gd name="connsiteY7893" fmla="*/ 1280160 h 3215359"/>
                <a:gd name="connsiteX7894" fmla="*/ 1083101 w 2057605"/>
                <a:gd name="connsiteY7894" fmla="*/ 1282605 h 3215359"/>
                <a:gd name="connsiteX7895" fmla="*/ 1085546 w 2057605"/>
                <a:gd name="connsiteY7895" fmla="*/ 1282605 h 3215359"/>
                <a:gd name="connsiteX7896" fmla="*/ 1085546 w 2057605"/>
                <a:gd name="connsiteY7896" fmla="*/ 1285194 h 3215359"/>
                <a:gd name="connsiteX7897" fmla="*/ 1075334 w 2057605"/>
                <a:gd name="connsiteY7897" fmla="*/ 1285194 h 3215359"/>
                <a:gd name="connsiteX7898" fmla="*/ 1075334 w 2057605"/>
                <a:gd name="connsiteY7898" fmla="*/ 1287639 h 3215359"/>
                <a:gd name="connsiteX7899" fmla="*/ 1077923 w 2057605"/>
                <a:gd name="connsiteY7899" fmla="*/ 1287639 h 3215359"/>
                <a:gd name="connsiteX7900" fmla="*/ 1083101 w 2057605"/>
                <a:gd name="connsiteY7900" fmla="*/ 1290372 h 3215359"/>
                <a:gd name="connsiteX7901" fmla="*/ 1083101 w 2057605"/>
                <a:gd name="connsiteY7901" fmla="*/ 1292817 h 3215359"/>
                <a:gd name="connsiteX7902" fmla="*/ 1077923 w 2057605"/>
                <a:gd name="connsiteY7902" fmla="*/ 1292817 h 3215359"/>
                <a:gd name="connsiteX7903" fmla="*/ 1075334 w 2057605"/>
                <a:gd name="connsiteY7903" fmla="*/ 1295407 h 3215359"/>
                <a:gd name="connsiteX7904" fmla="*/ 1075334 w 2057605"/>
                <a:gd name="connsiteY7904" fmla="*/ 1290372 h 3215359"/>
                <a:gd name="connsiteX7905" fmla="*/ 1070443 w 2057605"/>
                <a:gd name="connsiteY7905" fmla="*/ 1292817 h 3215359"/>
                <a:gd name="connsiteX7906" fmla="*/ 1072889 w 2057605"/>
                <a:gd name="connsiteY7906" fmla="*/ 1297852 h 3215359"/>
                <a:gd name="connsiteX7907" fmla="*/ 1072889 w 2057605"/>
                <a:gd name="connsiteY7907" fmla="*/ 1300585 h 3215359"/>
                <a:gd name="connsiteX7908" fmla="*/ 1075334 w 2057605"/>
                <a:gd name="connsiteY7908" fmla="*/ 1303030 h 3215359"/>
                <a:gd name="connsiteX7909" fmla="*/ 1077923 w 2057605"/>
                <a:gd name="connsiteY7909" fmla="*/ 1303030 h 3215359"/>
                <a:gd name="connsiteX7910" fmla="*/ 1080368 w 2057605"/>
                <a:gd name="connsiteY7910" fmla="*/ 1305619 h 3215359"/>
                <a:gd name="connsiteX7911" fmla="*/ 1080368 w 2057605"/>
                <a:gd name="connsiteY7911" fmla="*/ 1303030 h 3215359"/>
                <a:gd name="connsiteX7912" fmla="*/ 1083101 w 2057605"/>
                <a:gd name="connsiteY7912" fmla="*/ 1300585 h 3215359"/>
                <a:gd name="connsiteX7913" fmla="*/ 1083101 w 2057605"/>
                <a:gd name="connsiteY7913" fmla="*/ 1305619 h 3215359"/>
                <a:gd name="connsiteX7914" fmla="*/ 1085546 w 2057605"/>
                <a:gd name="connsiteY7914" fmla="*/ 1310797 h 3215359"/>
                <a:gd name="connsiteX7915" fmla="*/ 1085546 w 2057605"/>
                <a:gd name="connsiteY7915" fmla="*/ 1315544 h 3215359"/>
                <a:gd name="connsiteX7916" fmla="*/ 1090581 w 2057605"/>
                <a:gd name="connsiteY7916" fmla="*/ 1315544 h 3215359"/>
                <a:gd name="connsiteX7917" fmla="*/ 1090581 w 2057605"/>
                <a:gd name="connsiteY7917" fmla="*/ 1318133 h 3215359"/>
                <a:gd name="connsiteX7918" fmla="*/ 1088136 w 2057605"/>
                <a:gd name="connsiteY7918" fmla="*/ 1318133 h 3215359"/>
                <a:gd name="connsiteX7919" fmla="*/ 1090581 w 2057605"/>
                <a:gd name="connsiteY7919" fmla="*/ 1320866 h 3215359"/>
                <a:gd name="connsiteX7920" fmla="*/ 1093314 w 2057605"/>
                <a:gd name="connsiteY7920" fmla="*/ 1318133 h 3215359"/>
                <a:gd name="connsiteX7921" fmla="*/ 1093314 w 2057605"/>
                <a:gd name="connsiteY7921" fmla="*/ 1325756 h 3215359"/>
                <a:gd name="connsiteX7922" fmla="*/ 1088136 w 2057605"/>
                <a:gd name="connsiteY7922" fmla="*/ 1325756 h 3215359"/>
                <a:gd name="connsiteX7923" fmla="*/ 1088136 w 2057605"/>
                <a:gd name="connsiteY7923" fmla="*/ 1328345 h 3215359"/>
                <a:gd name="connsiteX7924" fmla="*/ 1085546 w 2057605"/>
                <a:gd name="connsiteY7924" fmla="*/ 1325756 h 3215359"/>
                <a:gd name="connsiteX7925" fmla="*/ 1083101 w 2057605"/>
                <a:gd name="connsiteY7925" fmla="*/ 1328345 h 3215359"/>
                <a:gd name="connsiteX7926" fmla="*/ 1083101 w 2057605"/>
                <a:gd name="connsiteY7926" fmla="*/ 1325756 h 3215359"/>
                <a:gd name="connsiteX7927" fmla="*/ 1080368 w 2057605"/>
                <a:gd name="connsiteY7927" fmla="*/ 1325756 h 3215359"/>
                <a:gd name="connsiteX7928" fmla="*/ 1080368 w 2057605"/>
                <a:gd name="connsiteY7928" fmla="*/ 1320866 h 3215359"/>
                <a:gd name="connsiteX7929" fmla="*/ 1075334 w 2057605"/>
                <a:gd name="connsiteY7929" fmla="*/ 1320866 h 3215359"/>
                <a:gd name="connsiteX7930" fmla="*/ 1075334 w 2057605"/>
                <a:gd name="connsiteY7930" fmla="*/ 1315975 h 3215359"/>
                <a:gd name="connsiteX7931" fmla="*/ 1077923 w 2057605"/>
                <a:gd name="connsiteY7931" fmla="*/ 1313530 h 3215359"/>
                <a:gd name="connsiteX7932" fmla="*/ 1075334 w 2057605"/>
                <a:gd name="connsiteY7932" fmla="*/ 1313530 h 3215359"/>
                <a:gd name="connsiteX7933" fmla="*/ 1075334 w 2057605"/>
                <a:gd name="connsiteY7933" fmla="*/ 1315975 h 3215359"/>
                <a:gd name="connsiteX7934" fmla="*/ 1072889 w 2057605"/>
                <a:gd name="connsiteY7934" fmla="*/ 1318564 h 3215359"/>
                <a:gd name="connsiteX7935" fmla="*/ 1072889 w 2057605"/>
                <a:gd name="connsiteY7935" fmla="*/ 1323743 h 3215359"/>
                <a:gd name="connsiteX7936" fmla="*/ 1075334 w 2057605"/>
                <a:gd name="connsiteY7936" fmla="*/ 1323743 h 3215359"/>
                <a:gd name="connsiteX7937" fmla="*/ 1075334 w 2057605"/>
                <a:gd name="connsiteY7937" fmla="*/ 1326188 h 3215359"/>
                <a:gd name="connsiteX7938" fmla="*/ 1077923 w 2057605"/>
                <a:gd name="connsiteY7938" fmla="*/ 1326188 h 3215359"/>
                <a:gd name="connsiteX7939" fmla="*/ 1080368 w 2057605"/>
                <a:gd name="connsiteY7939" fmla="*/ 1328777 h 3215359"/>
                <a:gd name="connsiteX7940" fmla="*/ 1080368 w 2057605"/>
                <a:gd name="connsiteY7940" fmla="*/ 1333955 h 3215359"/>
                <a:gd name="connsiteX7941" fmla="*/ 1077923 w 2057605"/>
                <a:gd name="connsiteY7941" fmla="*/ 1338990 h 3215359"/>
                <a:gd name="connsiteX7942" fmla="*/ 1073752 w 2057605"/>
                <a:gd name="connsiteY7942" fmla="*/ 1338990 h 3215359"/>
                <a:gd name="connsiteX7943" fmla="*/ 1071306 w 2057605"/>
                <a:gd name="connsiteY7943" fmla="*/ 1341722 h 3215359"/>
                <a:gd name="connsiteX7944" fmla="*/ 1068574 w 2057605"/>
                <a:gd name="connsiteY7944" fmla="*/ 1338990 h 3215359"/>
                <a:gd name="connsiteX7945" fmla="*/ 1063539 w 2057605"/>
                <a:gd name="connsiteY7945" fmla="*/ 1341722 h 3215359"/>
                <a:gd name="connsiteX7946" fmla="*/ 1055340 w 2057605"/>
                <a:gd name="connsiteY7946" fmla="*/ 1341722 h 3215359"/>
                <a:gd name="connsiteX7947" fmla="*/ 1052895 w 2057605"/>
                <a:gd name="connsiteY7947" fmla="*/ 1344168 h 3215359"/>
                <a:gd name="connsiteX7948" fmla="*/ 1047717 w 2057605"/>
                <a:gd name="connsiteY7948" fmla="*/ 1344168 h 3215359"/>
                <a:gd name="connsiteX7949" fmla="*/ 1047717 w 2057605"/>
                <a:gd name="connsiteY7949" fmla="*/ 1341722 h 3215359"/>
                <a:gd name="connsiteX7950" fmla="*/ 1045128 w 2057605"/>
                <a:gd name="connsiteY7950" fmla="*/ 1341722 h 3215359"/>
                <a:gd name="connsiteX7951" fmla="*/ 1045128 w 2057605"/>
                <a:gd name="connsiteY7951" fmla="*/ 1336400 h 3215359"/>
                <a:gd name="connsiteX7952" fmla="*/ 1047717 w 2057605"/>
                <a:gd name="connsiteY7952" fmla="*/ 1333955 h 3215359"/>
                <a:gd name="connsiteX7953" fmla="*/ 1042683 w 2057605"/>
                <a:gd name="connsiteY7953" fmla="*/ 1336400 h 3215359"/>
                <a:gd name="connsiteX7954" fmla="*/ 1042683 w 2057605"/>
                <a:gd name="connsiteY7954" fmla="*/ 1341722 h 3215359"/>
                <a:gd name="connsiteX7955" fmla="*/ 1032470 w 2057605"/>
                <a:gd name="connsiteY7955" fmla="*/ 1341722 h 3215359"/>
                <a:gd name="connsiteX7956" fmla="*/ 1027292 w 2057605"/>
                <a:gd name="connsiteY7956" fmla="*/ 1344168 h 3215359"/>
                <a:gd name="connsiteX7957" fmla="*/ 1027292 w 2057605"/>
                <a:gd name="connsiteY7957" fmla="*/ 1336400 h 3215359"/>
                <a:gd name="connsiteX7958" fmla="*/ 1032470 w 2057605"/>
                <a:gd name="connsiteY7958" fmla="*/ 1326188 h 3215359"/>
                <a:gd name="connsiteX7959" fmla="*/ 1032470 w 2057605"/>
                <a:gd name="connsiteY7959" fmla="*/ 1323743 h 3215359"/>
                <a:gd name="connsiteX7960" fmla="*/ 1030025 w 2057605"/>
                <a:gd name="connsiteY7960" fmla="*/ 1328777 h 3215359"/>
                <a:gd name="connsiteX7961" fmla="*/ 1027292 w 2057605"/>
                <a:gd name="connsiteY7961" fmla="*/ 1331510 h 3215359"/>
                <a:gd name="connsiteX7962" fmla="*/ 1024847 w 2057605"/>
                <a:gd name="connsiteY7962" fmla="*/ 1333955 h 3215359"/>
                <a:gd name="connsiteX7963" fmla="*/ 1022258 w 2057605"/>
                <a:gd name="connsiteY7963" fmla="*/ 1338990 h 3215359"/>
                <a:gd name="connsiteX7964" fmla="*/ 1024847 w 2057605"/>
                <a:gd name="connsiteY7964" fmla="*/ 1341722 h 3215359"/>
                <a:gd name="connsiteX7965" fmla="*/ 1024847 w 2057605"/>
                <a:gd name="connsiteY7965" fmla="*/ 1344168 h 3215359"/>
                <a:gd name="connsiteX7966" fmla="*/ 1006867 w 2057605"/>
                <a:gd name="connsiteY7966" fmla="*/ 1344168 h 3215359"/>
                <a:gd name="connsiteX7967" fmla="*/ 1004422 w 2057605"/>
                <a:gd name="connsiteY7967" fmla="*/ 1341722 h 3215359"/>
                <a:gd name="connsiteX7968" fmla="*/ 999387 w 2057605"/>
                <a:gd name="connsiteY7968" fmla="*/ 1341722 h 3215359"/>
                <a:gd name="connsiteX7969" fmla="*/ 994209 w 2057605"/>
                <a:gd name="connsiteY7969" fmla="*/ 1338990 h 3215359"/>
                <a:gd name="connsiteX7970" fmla="*/ 991620 w 2057605"/>
                <a:gd name="connsiteY7970" fmla="*/ 1336400 h 3215359"/>
                <a:gd name="connsiteX7971" fmla="*/ 991620 w 2057605"/>
                <a:gd name="connsiteY7971" fmla="*/ 1313530 h 3215359"/>
                <a:gd name="connsiteX7972" fmla="*/ 986730 w 2057605"/>
                <a:gd name="connsiteY7972" fmla="*/ 1313530 h 3215359"/>
                <a:gd name="connsiteX7973" fmla="*/ 986730 w 2057605"/>
                <a:gd name="connsiteY7973" fmla="*/ 1311085 h 3215359"/>
                <a:gd name="connsiteX7974" fmla="*/ 991620 w 2057605"/>
                <a:gd name="connsiteY7974" fmla="*/ 1308352 h 3215359"/>
                <a:gd name="connsiteX7975" fmla="*/ 1010175 w 2057605"/>
                <a:gd name="connsiteY7975" fmla="*/ 1308352 h 3215359"/>
                <a:gd name="connsiteX7976" fmla="*/ 999963 w 2057605"/>
                <a:gd name="connsiteY7976" fmla="*/ 1305907 h 3215359"/>
                <a:gd name="connsiteX7977" fmla="*/ 997517 w 2057605"/>
                <a:gd name="connsiteY7977" fmla="*/ 1305907 h 3215359"/>
                <a:gd name="connsiteX7978" fmla="*/ 994784 w 2057605"/>
                <a:gd name="connsiteY7978" fmla="*/ 1303318 h 3215359"/>
                <a:gd name="connsiteX7979" fmla="*/ 997517 w 2057605"/>
                <a:gd name="connsiteY7979" fmla="*/ 1303318 h 3215359"/>
                <a:gd name="connsiteX7980" fmla="*/ 999963 w 2057605"/>
                <a:gd name="connsiteY7980" fmla="*/ 1298139 h 3215359"/>
                <a:gd name="connsiteX7981" fmla="*/ 999963 w 2057605"/>
                <a:gd name="connsiteY7981" fmla="*/ 1295694 h 3215359"/>
                <a:gd name="connsiteX7982" fmla="*/ 989750 w 2057605"/>
                <a:gd name="connsiteY7982" fmla="*/ 1298139 h 3215359"/>
                <a:gd name="connsiteX7983" fmla="*/ 987305 w 2057605"/>
                <a:gd name="connsiteY7983" fmla="*/ 1295694 h 3215359"/>
                <a:gd name="connsiteX7984" fmla="*/ 984572 w 2057605"/>
                <a:gd name="connsiteY7984" fmla="*/ 1293105 h 3215359"/>
                <a:gd name="connsiteX7985" fmla="*/ 979538 w 2057605"/>
                <a:gd name="connsiteY7985" fmla="*/ 1290660 h 3215359"/>
                <a:gd name="connsiteX7986" fmla="*/ 984572 w 2057605"/>
                <a:gd name="connsiteY7986" fmla="*/ 1287927 h 3215359"/>
                <a:gd name="connsiteX7987" fmla="*/ 987305 w 2057605"/>
                <a:gd name="connsiteY7987" fmla="*/ 1287927 h 3215359"/>
                <a:gd name="connsiteX7988" fmla="*/ 984572 w 2057605"/>
                <a:gd name="connsiteY7988" fmla="*/ 1290660 h 3215359"/>
                <a:gd name="connsiteX7989" fmla="*/ 987305 w 2057605"/>
                <a:gd name="connsiteY7989" fmla="*/ 1290660 h 3215359"/>
                <a:gd name="connsiteX7990" fmla="*/ 987305 w 2057605"/>
                <a:gd name="connsiteY7990" fmla="*/ 1287927 h 3215359"/>
                <a:gd name="connsiteX7991" fmla="*/ 989750 w 2057605"/>
                <a:gd name="connsiteY7991" fmla="*/ 1287927 h 3215359"/>
                <a:gd name="connsiteX7992" fmla="*/ 989750 w 2057605"/>
                <a:gd name="connsiteY7992" fmla="*/ 1282893 h 3215359"/>
                <a:gd name="connsiteX7993" fmla="*/ 984572 w 2057605"/>
                <a:gd name="connsiteY7993" fmla="*/ 1280447 h 3215359"/>
                <a:gd name="connsiteX7994" fmla="*/ 981983 w 2057605"/>
                <a:gd name="connsiteY7994" fmla="*/ 1280447 h 3215359"/>
                <a:gd name="connsiteX7995" fmla="*/ 984572 w 2057605"/>
                <a:gd name="connsiteY7995" fmla="*/ 1277714 h 3215359"/>
                <a:gd name="connsiteX7996" fmla="*/ 1010175 w 2057605"/>
                <a:gd name="connsiteY7996" fmla="*/ 1277714 h 3215359"/>
                <a:gd name="connsiteX7997" fmla="*/ 1010175 w 2057605"/>
                <a:gd name="connsiteY7997" fmla="*/ 1274406 h 3215359"/>
                <a:gd name="connsiteX7998" fmla="*/ 999963 w 2057605"/>
                <a:gd name="connsiteY7998" fmla="*/ 1274406 h 3215359"/>
                <a:gd name="connsiteX7999" fmla="*/ 997517 w 2057605"/>
                <a:gd name="connsiteY7999" fmla="*/ 1271817 h 3215359"/>
                <a:gd name="connsiteX8000" fmla="*/ 1007442 w 2057605"/>
                <a:gd name="connsiteY8000" fmla="*/ 1271817 h 3215359"/>
                <a:gd name="connsiteX8001" fmla="*/ 1012620 w 2057605"/>
                <a:gd name="connsiteY8001" fmla="*/ 1269372 h 3215359"/>
                <a:gd name="connsiteX8002" fmla="*/ 1012620 w 2057605"/>
                <a:gd name="connsiteY8002" fmla="*/ 1274406 h 3215359"/>
                <a:gd name="connsiteX8003" fmla="*/ 1015209 w 2057605"/>
                <a:gd name="connsiteY8003" fmla="*/ 1271817 h 3215359"/>
                <a:gd name="connsiteX8004" fmla="*/ 1017655 w 2057605"/>
                <a:gd name="connsiteY8004" fmla="*/ 1269372 h 3215359"/>
                <a:gd name="connsiteX8005" fmla="*/ 1020388 w 2057605"/>
                <a:gd name="connsiteY8005" fmla="*/ 1269372 h 3215359"/>
                <a:gd name="connsiteX8006" fmla="*/ 1017655 w 2057605"/>
                <a:gd name="connsiteY8006" fmla="*/ 1266639 h 3215359"/>
                <a:gd name="connsiteX8007" fmla="*/ 1010175 w 2057605"/>
                <a:gd name="connsiteY8007" fmla="*/ 1269372 h 3215359"/>
                <a:gd name="connsiteX8008" fmla="*/ 1002408 w 2057605"/>
                <a:gd name="connsiteY8008" fmla="*/ 1269372 h 3215359"/>
                <a:gd name="connsiteX8009" fmla="*/ 999963 w 2057605"/>
                <a:gd name="connsiteY8009" fmla="*/ 1266639 h 3215359"/>
                <a:gd name="connsiteX8010" fmla="*/ 997517 w 2057605"/>
                <a:gd name="connsiteY8010" fmla="*/ 1266639 h 3215359"/>
                <a:gd name="connsiteX8011" fmla="*/ 1010175 w 2057605"/>
                <a:gd name="connsiteY8011" fmla="*/ 1264194 h 3215359"/>
                <a:gd name="connsiteX8012" fmla="*/ 1007442 w 2057605"/>
                <a:gd name="connsiteY8012" fmla="*/ 1264194 h 3215359"/>
                <a:gd name="connsiteX8013" fmla="*/ 1007442 w 2057605"/>
                <a:gd name="connsiteY8013" fmla="*/ 1261604 h 3215359"/>
                <a:gd name="connsiteX8014" fmla="*/ 1012620 w 2057605"/>
                <a:gd name="connsiteY8014" fmla="*/ 1259159 h 3215359"/>
                <a:gd name="connsiteX8015" fmla="*/ 1022833 w 2057605"/>
                <a:gd name="connsiteY8015" fmla="*/ 1256714 h 3215359"/>
                <a:gd name="connsiteX8016" fmla="*/ 1020388 w 2057605"/>
                <a:gd name="connsiteY8016" fmla="*/ 1253981 h 3215359"/>
                <a:gd name="connsiteX8017" fmla="*/ 1015209 w 2057605"/>
                <a:gd name="connsiteY8017" fmla="*/ 1253981 h 3215359"/>
                <a:gd name="connsiteX8018" fmla="*/ 1017655 w 2057605"/>
                <a:gd name="connsiteY8018" fmla="*/ 1251392 h 3215359"/>
                <a:gd name="connsiteX8019" fmla="*/ 1015209 w 2057605"/>
                <a:gd name="connsiteY8019" fmla="*/ 1248947 h 3215359"/>
                <a:gd name="connsiteX8020" fmla="*/ 1020388 w 2057605"/>
                <a:gd name="connsiteY8020" fmla="*/ 1248947 h 3215359"/>
                <a:gd name="connsiteX8021" fmla="*/ 1022977 w 2057605"/>
                <a:gd name="connsiteY8021" fmla="*/ 1246502 h 3215359"/>
                <a:gd name="connsiteX8022" fmla="*/ 1022977 w 2057605"/>
                <a:gd name="connsiteY8022" fmla="*/ 1243769 h 3215359"/>
                <a:gd name="connsiteX8023" fmla="*/ 1020531 w 2057605"/>
                <a:gd name="connsiteY8023" fmla="*/ 1243769 h 3215359"/>
                <a:gd name="connsiteX8024" fmla="*/ 1015353 w 2057605"/>
                <a:gd name="connsiteY8024" fmla="*/ 1246502 h 3215359"/>
                <a:gd name="connsiteX8025" fmla="*/ 1012764 w 2057605"/>
                <a:gd name="connsiteY8025" fmla="*/ 1243769 h 3215359"/>
                <a:gd name="connsiteX8026" fmla="*/ 1010319 w 2057605"/>
                <a:gd name="connsiteY8026" fmla="*/ 1246502 h 3215359"/>
                <a:gd name="connsiteX8027" fmla="*/ 1005141 w 2057605"/>
                <a:gd name="connsiteY8027" fmla="*/ 1246502 h 3215359"/>
                <a:gd name="connsiteX8028" fmla="*/ 997661 w 2057605"/>
                <a:gd name="connsiteY8028" fmla="*/ 1248947 h 3215359"/>
                <a:gd name="connsiteX8029" fmla="*/ 989894 w 2057605"/>
                <a:gd name="connsiteY8029" fmla="*/ 1248947 h 3215359"/>
                <a:gd name="connsiteX8030" fmla="*/ 979681 w 2057605"/>
                <a:gd name="connsiteY8030" fmla="*/ 1253981 h 3215359"/>
                <a:gd name="connsiteX8031" fmla="*/ 974503 w 2057605"/>
                <a:gd name="connsiteY8031" fmla="*/ 1253981 h 3215359"/>
                <a:gd name="connsiteX8032" fmla="*/ 974503 w 2057605"/>
                <a:gd name="connsiteY8032" fmla="*/ 1251392 h 3215359"/>
                <a:gd name="connsiteX8033" fmla="*/ 971914 w 2057605"/>
                <a:gd name="connsiteY8033" fmla="*/ 1251392 h 3215359"/>
                <a:gd name="connsiteX8034" fmla="*/ 971914 w 2057605"/>
                <a:gd name="connsiteY8034" fmla="*/ 1253981 h 3215359"/>
                <a:gd name="connsiteX8035" fmla="*/ 956811 w 2057605"/>
                <a:gd name="connsiteY8035" fmla="*/ 1253981 h 3215359"/>
                <a:gd name="connsiteX8036" fmla="*/ 941420 w 2057605"/>
                <a:gd name="connsiteY8036" fmla="*/ 1259159 h 3215359"/>
                <a:gd name="connsiteX8037" fmla="*/ 936386 w 2057605"/>
                <a:gd name="connsiteY8037" fmla="*/ 1259159 h 3215359"/>
                <a:gd name="connsiteX8038" fmla="*/ 933653 w 2057605"/>
                <a:gd name="connsiteY8038" fmla="*/ 1256714 h 3215359"/>
                <a:gd name="connsiteX8039" fmla="*/ 931208 w 2057605"/>
                <a:gd name="connsiteY8039" fmla="*/ 1256714 h 3215359"/>
                <a:gd name="connsiteX8040" fmla="*/ 928619 w 2057605"/>
                <a:gd name="connsiteY8040" fmla="*/ 1259159 h 3215359"/>
                <a:gd name="connsiteX8041" fmla="*/ 923728 w 2057605"/>
                <a:gd name="connsiteY8041" fmla="*/ 1259159 h 3215359"/>
                <a:gd name="connsiteX8042" fmla="*/ 918406 w 2057605"/>
                <a:gd name="connsiteY8042" fmla="*/ 1264194 h 3215359"/>
                <a:gd name="connsiteX8043" fmla="*/ 915961 w 2057605"/>
                <a:gd name="connsiteY8043" fmla="*/ 1264194 h 3215359"/>
                <a:gd name="connsiteX8044" fmla="*/ 915961 w 2057605"/>
                <a:gd name="connsiteY8044" fmla="*/ 1259159 h 3215359"/>
                <a:gd name="connsiteX8045" fmla="*/ 913516 w 2057605"/>
                <a:gd name="connsiteY8045" fmla="*/ 1259159 h 3215359"/>
                <a:gd name="connsiteX8046" fmla="*/ 913516 w 2057605"/>
                <a:gd name="connsiteY8046" fmla="*/ 1251392 h 3215359"/>
                <a:gd name="connsiteX8047" fmla="*/ 910783 w 2057605"/>
                <a:gd name="connsiteY8047" fmla="*/ 1248947 h 3215359"/>
                <a:gd name="connsiteX8048" fmla="*/ 910783 w 2057605"/>
                <a:gd name="connsiteY8048" fmla="*/ 1246502 h 3215359"/>
                <a:gd name="connsiteX8049" fmla="*/ 913516 w 2057605"/>
                <a:gd name="connsiteY8049" fmla="*/ 1243769 h 3215359"/>
                <a:gd name="connsiteX8050" fmla="*/ 913516 w 2057605"/>
                <a:gd name="connsiteY8050" fmla="*/ 1246502 h 3215359"/>
                <a:gd name="connsiteX8051" fmla="*/ 918406 w 2057605"/>
                <a:gd name="connsiteY8051" fmla="*/ 1248947 h 3215359"/>
                <a:gd name="connsiteX8052" fmla="*/ 918406 w 2057605"/>
                <a:gd name="connsiteY8052" fmla="*/ 1247077 h 3215359"/>
                <a:gd name="connsiteX8053" fmla="*/ 915961 w 2057605"/>
                <a:gd name="connsiteY8053" fmla="*/ 1247077 h 3215359"/>
                <a:gd name="connsiteX8054" fmla="*/ 918406 w 2057605"/>
                <a:gd name="connsiteY8054" fmla="*/ 1244344 h 3215359"/>
                <a:gd name="connsiteX8055" fmla="*/ 915961 w 2057605"/>
                <a:gd name="connsiteY8055" fmla="*/ 1241755 h 3215359"/>
                <a:gd name="connsiteX8056" fmla="*/ 918406 w 2057605"/>
                <a:gd name="connsiteY8056" fmla="*/ 1241755 h 3215359"/>
                <a:gd name="connsiteX8057" fmla="*/ 923728 w 2057605"/>
                <a:gd name="connsiteY8057" fmla="*/ 1239310 h 3215359"/>
                <a:gd name="connsiteX8058" fmla="*/ 923728 w 2057605"/>
                <a:gd name="connsiteY8058" fmla="*/ 1236864 h 3215359"/>
                <a:gd name="connsiteX8059" fmla="*/ 920995 w 2057605"/>
                <a:gd name="connsiteY8059" fmla="*/ 1236864 h 3215359"/>
                <a:gd name="connsiteX8060" fmla="*/ 928619 w 2057605"/>
                <a:gd name="connsiteY8060" fmla="*/ 1234131 h 3215359"/>
                <a:gd name="connsiteX8061" fmla="*/ 931208 w 2057605"/>
                <a:gd name="connsiteY8061" fmla="*/ 1234131 h 3215359"/>
                <a:gd name="connsiteX8062" fmla="*/ 933653 w 2057605"/>
                <a:gd name="connsiteY8062" fmla="*/ 1236864 h 3215359"/>
                <a:gd name="connsiteX8063" fmla="*/ 936386 w 2057605"/>
                <a:gd name="connsiteY8063" fmla="*/ 1236864 h 3215359"/>
                <a:gd name="connsiteX8064" fmla="*/ 936386 w 2057605"/>
                <a:gd name="connsiteY8064" fmla="*/ 1239310 h 3215359"/>
                <a:gd name="connsiteX8065" fmla="*/ 938831 w 2057605"/>
                <a:gd name="connsiteY8065" fmla="*/ 1239310 h 3215359"/>
                <a:gd name="connsiteX8066" fmla="*/ 938831 w 2057605"/>
                <a:gd name="connsiteY8066" fmla="*/ 1234131 h 3215359"/>
                <a:gd name="connsiteX8067" fmla="*/ 936386 w 2057605"/>
                <a:gd name="connsiteY8067" fmla="*/ 1234131 h 3215359"/>
                <a:gd name="connsiteX8068" fmla="*/ 933653 w 2057605"/>
                <a:gd name="connsiteY8068" fmla="*/ 1231542 h 3215359"/>
                <a:gd name="connsiteX8069" fmla="*/ 938831 w 2057605"/>
                <a:gd name="connsiteY8069" fmla="*/ 1226652 h 3215359"/>
                <a:gd name="connsiteX8070" fmla="*/ 928619 w 2057605"/>
                <a:gd name="connsiteY8070" fmla="*/ 1226652 h 3215359"/>
                <a:gd name="connsiteX8071" fmla="*/ 928619 w 2057605"/>
                <a:gd name="connsiteY8071" fmla="*/ 1223919 h 3215359"/>
                <a:gd name="connsiteX8072" fmla="*/ 931208 w 2057605"/>
                <a:gd name="connsiteY8072" fmla="*/ 1218885 h 3215359"/>
                <a:gd name="connsiteX8073" fmla="*/ 933653 w 2057605"/>
                <a:gd name="connsiteY8073" fmla="*/ 1216439 h 3215359"/>
                <a:gd name="connsiteX8074" fmla="*/ 936386 w 2057605"/>
                <a:gd name="connsiteY8074" fmla="*/ 1216439 h 3215359"/>
                <a:gd name="connsiteX8075" fmla="*/ 938831 w 2057605"/>
                <a:gd name="connsiteY8075" fmla="*/ 1213706 h 3215359"/>
                <a:gd name="connsiteX8076" fmla="*/ 938831 w 2057605"/>
                <a:gd name="connsiteY8076" fmla="*/ 1211261 h 3215359"/>
                <a:gd name="connsiteX8077" fmla="*/ 941420 w 2057605"/>
                <a:gd name="connsiteY8077" fmla="*/ 1213706 h 3215359"/>
                <a:gd name="connsiteX8078" fmla="*/ 943866 w 2057605"/>
                <a:gd name="connsiteY8078" fmla="*/ 1211261 h 3215359"/>
                <a:gd name="connsiteX8079" fmla="*/ 949044 w 2057605"/>
                <a:gd name="connsiteY8079" fmla="*/ 1208672 h 3215359"/>
                <a:gd name="connsiteX8080" fmla="*/ 949044 w 2057605"/>
                <a:gd name="connsiteY8080" fmla="*/ 1210973 h 3215359"/>
                <a:gd name="connsiteX8081" fmla="*/ 951633 w 2057605"/>
                <a:gd name="connsiteY8081" fmla="*/ 1216152 h 3215359"/>
                <a:gd name="connsiteX8082" fmla="*/ 954078 w 2057605"/>
                <a:gd name="connsiteY8082" fmla="*/ 1218597 h 3215359"/>
                <a:gd name="connsiteX8083" fmla="*/ 956811 w 2057605"/>
                <a:gd name="connsiteY8083" fmla="*/ 1221186 h 3215359"/>
                <a:gd name="connsiteX8084" fmla="*/ 961702 w 2057605"/>
                <a:gd name="connsiteY8084" fmla="*/ 1221186 h 3215359"/>
                <a:gd name="connsiteX8085" fmla="*/ 961702 w 2057605"/>
                <a:gd name="connsiteY8085" fmla="*/ 1228809 h 3215359"/>
                <a:gd name="connsiteX8086" fmla="*/ 961702 w 2057605"/>
                <a:gd name="connsiteY8086" fmla="*/ 1231255 h 3215359"/>
                <a:gd name="connsiteX8087" fmla="*/ 964291 w 2057605"/>
                <a:gd name="connsiteY8087" fmla="*/ 1233844 h 3215359"/>
                <a:gd name="connsiteX8088" fmla="*/ 967024 w 2057605"/>
                <a:gd name="connsiteY8088" fmla="*/ 1231255 h 3215359"/>
                <a:gd name="connsiteX8089" fmla="*/ 974503 w 2057605"/>
                <a:gd name="connsiteY8089" fmla="*/ 1228809 h 3215359"/>
                <a:gd name="connsiteX8090" fmla="*/ 979681 w 2057605"/>
                <a:gd name="connsiteY8090" fmla="*/ 1226364 h 3215359"/>
                <a:gd name="connsiteX8091" fmla="*/ 977236 w 2057605"/>
                <a:gd name="connsiteY8091" fmla="*/ 1223631 h 3215359"/>
                <a:gd name="connsiteX8092" fmla="*/ 974503 w 2057605"/>
                <a:gd name="connsiteY8092" fmla="*/ 1226364 h 3215359"/>
                <a:gd name="connsiteX8093" fmla="*/ 971914 w 2057605"/>
                <a:gd name="connsiteY8093" fmla="*/ 1228809 h 3215359"/>
                <a:gd name="connsiteX8094" fmla="*/ 961702 w 2057605"/>
                <a:gd name="connsiteY8094" fmla="*/ 1228809 h 3215359"/>
                <a:gd name="connsiteX8095" fmla="*/ 967024 w 2057605"/>
                <a:gd name="connsiteY8095" fmla="*/ 1223631 h 3215359"/>
                <a:gd name="connsiteX8096" fmla="*/ 964291 w 2057605"/>
                <a:gd name="connsiteY8096" fmla="*/ 1221186 h 3215359"/>
                <a:gd name="connsiteX8097" fmla="*/ 964291 w 2057605"/>
                <a:gd name="connsiteY8097" fmla="*/ 1218597 h 3215359"/>
                <a:gd name="connsiteX8098" fmla="*/ 961702 w 2057605"/>
                <a:gd name="connsiteY8098" fmla="*/ 1216152 h 3215359"/>
                <a:gd name="connsiteX8099" fmla="*/ 959256 w 2057605"/>
                <a:gd name="connsiteY8099" fmla="*/ 1216152 h 3215359"/>
                <a:gd name="connsiteX8100" fmla="*/ 956811 w 2057605"/>
                <a:gd name="connsiteY8100" fmla="*/ 1208384 h 3215359"/>
                <a:gd name="connsiteX8101" fmla="*/ 959256 w 2057605"/>
                <a:gd name="connsiteY8101" fmla="*/ 1205939 h 3215359"/>
                <a:gd name="connsiteX8102" fmla="*/ 961702 w 2057605"/>
                <a:gd name="connsiteY8102" fmla="*/ 1203206 h 3215359"/>
                <a:gd name="connsiteX8103" fmla="*/ 967024 w 2057605"/>
                <a:gd name="connsiteY8103" fmla="*/ 1200761 h 3215359"/>
                <a:gd name="connsiteX8104" fmla="*/ 967024 w 2057605"/>
                <a:gd name="connsiteY8104" fmla="*/ 1195727 h 3215359"/>
                <a:gd name="connsiteX8105" fmla="*/ 964291 w 2057605"/>
                <a:gd name="connsiteY8105" fmla="*/ 1198172 h 3215359"/>
                <a:gd name="connsiteX8106" fmla="*/ 959256 w 2057605"/>
                <a:gd name="connsiteY8106" fmla="*/ 1198172 h 3215359"/>
                <a:gd name="connsiteX8107" fmla="*/ 956811 w 2057605"/>
                <a:gd name="connsiteY8107" fmla="*/ 1200761 h 3215359"/>
                <a:gd name="connsiteX8108" fmla="*/ 951633 w 2057605"/>
                <a:gd name="connsiteY8108" fmla="*/ 1198172 h 3215359"/>
                <a:gd name="connsiteX8109" fmla="*/ 949044 w 2057605"/>
                <a:gd name="connsiteY8109" fmla="*/ 1195727 h 3215359"/>
                <a:gd name="connsiteX8110" fmla="*/ 946599 w 2057605"/>
                <a:gd name="connsiteY8110" fmla="*/ 1187959 h 3215359"/>
                <a:gd name="connsiteX8111" fmla="*/ 946599 w 2057605"/>
                <a:gd name="connsiteY8111" fmla="*/ 1180336 h 3215359"/>
                <a:gd name="connsiteX8112" fmla="*/ 949044 w 2057605"/>
                <a:gd name="connsiteY8112" fmla="*/ 1180336 h 3215359"/>
                <a:gd name="connsiteX8113" fmla="*/ 951633 w 2057605"/>
                <a:gd name="connsiteY8113" fmla="*/ 1177747 h 3215359"/>
                <a:gd name="connsiteX8114" fmla="*/ 951633 w 2057605"/>
                <a:gd name="connsiteY8114" fmla="*/ 1172856 h 3215359"/>
                <a:gd name="connsiteX8115" fmla="*/ 954078 w 2057605"/>
                <a:gd name="connsiteY8115" fmla="*/ 1172856 h 3215359"/>
                <a:gd name="connsiteX8116" fmla="*/ 954078 w 2057605"/>
                <a:gd name="connsiteY8116" fmla="*/ 1170123 h 3215359"/>
                <a:gd name="connsiteX8117" fmla="*/ 956811 w 2057605"/>
                <a:gd name="connsiteY8117" fmla="*/ 1170123 h 3215359"/>
                <a:gd name="connsiteX8118" fmla="*/ 964291 w 2057605"/>
                <a:gd name="connsiteY8118" fmla="*/ 1167534 h 3215359"/>
                <a:gd name="connsiteX8119" fmla="*/ 969469 w 2057605"/>
                <a:gd name="connsiteY8119" fmla="*/ 1162644 h 3215359"/>
                <a:gd name="connsiteX8120" fmla="*/ 967024 w 2057605"/>
                <a:gd name="connsiteY8120" fmla="*/ 1162644 h 3215359"/>
                <a:gd name="connsiteX8121" fmla="*/ 961702 w 2057605"/>
                <a:gd name="connsiteY8121" fmla="*/ 1167534 h 3215359"/>
                <a:gd name="connsiteX8122" fmla="*/ 954078 w 2057605"/>
                <a:gd name="connsiteY8122" fmla="*/ 1167534 h 3215359"/>
                <a:gd name="connsiteX8123" fmla="*/ 949044 w 2057605"/>
                <a:gd name="connsiteY8123" fmla="*/ 1165089 h 3215359"/>
                <a:gd name="connsiteX8124" fmla="*/ 943866 w 2057605"/>
                <a:gd name="connsiteY8124" fmla="*/ 1167534 h 3215359"/>
                <a:gd name="connsiteX8125" fmla="*/ 941420 w 2057605"/>
                <a:gd name="connsiteY8125" fmla="*/ 1165089 h 3215359"/>
                <a:gd name="connsiteX8126" fmla="*/ 941420 w 2057605"/>
                <a:gd name="connsiteY8126" fmla="*/ 1162644 h 3215359"/>
                <a:gd name="connsiteX8127" fmla="*/ 943866 w 2057605"/>
                <a:gd name="connsiteY8127" fmla="*/ 1159911 h 3215359"/>
                <a:gd name="connsiteX8128" fmla="*/ 946599 w 2057605"/>
                <a:gd name="connsiteY8128" fmla="*/ 1159911 h 3215359"/>
                <a:gd name="connsiteX8129" fmla="*/ 943866 w 2057605"/>
                <a:gd name="connsiteY8129" fmla="*/ 1154877 h 3215359"/>
                <a:gd name="connsiteX8130" fmla="*/ 941420 w 2057605"/>
                <a:gd name="connsiteY8130" fmla="*/ 1154877 h 3215359"/>
                <a:gd name="connsiteX8131" fmla="*/ 943866 w 2057605"/>
                <a:gd name="connsiteY8131" fmla="*/ 1152431 h 3215359"/>
                <a:gd name="connsiteX8132" fmla="*/ 946599 w 2057605"/>
                <a:gd name="connsiteY8132" fmla="*/ 1152431 h 3215359"/>
                <a:gd name="connsiteX8133" fmla="*/ 943866 w 2057605"/>
                <a:gd name="connsiteY8133" fmla="*/ 1149698 h 3215359"/>
                <a:gd name="connsiteX8134" fmla="*/ 943866 w 2057605"/>
                <a:gd name="connsiteY8134" fmla="*/ 1147109 h 3215359"/>
                <a:gd name="connsiteX8135" fmla="*/ 946599 w 2057605"/>
                <a:gd name="connsiteY8135" fmla="*/ 1144664 h 3215359"/>
                <a:gd name="connsiteX8136" fmla="*/ 946599 w 2057605"/>
                <a:gd name="connsiteY8136" fmla="*/ 1147109 h 3215359"/>
                <a:gd name="connsiteX8137" fmla="*/ 949044 w 2057605"/>
                <a:gd name="connsiteY8137" fmla="*/ 1147109 h 3215359"/>
                <a:gd name="connsiteX8138" fmla="*/ 946599 w 2057605"/>
                <a:gd name="connsiteY8138" fmla="*/ 1144664 h 3215359"/>
                <a:gd name="connsiteX8139" fmla="*/ 946599 w 2057605"/>
                <a:gd name="connsiteY8139" fmla="*/ 1139486 h 3215359"/>
                <a:gd name="connsiteX8140" fmla="*/ 949044 w 2057605"/>
                <a:gd name="connsiteY8140" fmla="*/ 1136897 h 3215359"/>
                <a:gd name="connsiteX8141" fmla="*/ 951633 w 2057605"/>
                <a:gd name="connsiteY8141" fmla="*/ 1134452 h 3215359"/>
                <a:gd name="connsiteX8142" fmla="*/ 954078 w 2057605"/>
                <a:gd name="connsiteY8142" fmla="*/ 1132006 h 3215359"/>
                <a:gd name="connsiteX8143" fmla="*/ 961702 w 2057605"/>
                <a:gd name="connsiteY8143" fmla="*/ 1134452 h 3215359"/>
                <a:gd name="connsiteX8144" fmla="*/ 964291 w 2057605"/>
                <a:gd name="connsiteY8144" fmla="*/ 1134452 h 3215359"/>
                <a:gd name="connsiteX8145" fmla="*/ 967024 w 2057605"/>
                <a:gd name="connsiteY8145" fmla="*/ 1136897 h 3215359"/>
                <a:gd name="connsiteX8146" fmla="*/ 969469 w 2057605"/>
                <a:gd name="connsiteY8146" fmla="*/ 1139486 h 3215359"/>
                <a:gd name="connsiteX8147" fmla="*/ 971914 w 2057605"/>
                <a:gd name="connsiteY8147" fmla="*/ 1139486 h 3215359"/>
                <a:gd name="connsiteX8148" fmla="*/ 971914 w 2057605"/>
                <a:gd name="connsiteY8148" fmla="*/ 1142219 h 3215359"/>
                <a:gd name="connsiteX8149" fmla="*/ 974503 w 2057605"/>
                <a:gd name="connsiteY8149" fmla="*/ 1144664 h 3215359"/>
                <a:gd name="connsiteX8150" fmla="*/ 974503 w 2057605"/>
                <a:gd name="connsiteY8150" fmla="*/ 1147109 h 3215359"/>
                <a:gd name="connsiteX8151" fmla="*/ 977236 w 2057605"/>
                <a:gd name="connsiteY8151" fmla="*/ 1152431 h 3215359"/>
                <a:gd name="connsiteX8152" fmla="*/ 979681 w 2057605"/>
                <a:gd name="connsiteY8152" fmla="*/ 1152431 h 3215359"/>
                <a:gd name="connsiteX8153" fmla="*/ 977236 w 2057605"/>
                <a:gd name="connsiteY8153" fmla="*/ 1154877 h 3215359"/>
                <a:gd name="connsiteX8154" fmla="*/ 977236 w 2057605"/>
                <a:gd name="connsiteY8154" fmla="*/ 1162644 h 3215359"/>
                <a:gd name="connsiteX8155" fmla="*/ 973784 w 2057605"/>
                <a:gd name="connsiteY8155" fmla="*/ 1165377 h 3215359"/>
                <a:gd name="connsiteX8156" fmla="*/ 978962 w 2057605"/>
                <a:gd name="connsiteY8156" fmla="*/ 1165377 h 3215359"/>
                <a:gd name="connsiteX8157" fmla="*/ 981407 w 2057605"/>
                <a:gd name="connsiteY8157" fmla="*/ 1167822 h 3215359"/>
                <a:gd name="connsiteX8158" fmla="*/ 983997 w 2057605"/>
                <a:gd name="connsiteY8158" fmla="*/ 1167822 h 3215359"/>
                <a:gd name="connsiteX8159" fmla="*/ 986730 w 2057605"/>
                <a:gd name="connsiteY8159" fmla="*/ 1170411 h 3215359"/>
                <a:gd name="connsiteX8160" fmla="*/ 986730 w 2057605"/>
                <a:gd name="connsiteY8160" fmla="*/ 1173144 h 3215359"/>
                <a:gd name="connsiteX8161" fmla="*/ 989175 w 2057605"/>
                <a:gd name="connsiteY8161" fmla="*/ 1175589 h 3215359"/>
                <a:gd name="connsiteX8162" fmla="*/ 989175 w 2057605"/>
                <a:gd name="connsiteY8162" fmla="*/ 1180192 h 3215359"/>
                <a:gd name="connsiteX8163" fmla="*/ 991620 w 2057605"/>
                <a:gd name="connsiteY8163" fmla="*/ 1180192 h 3215359"/>
                <a:gd name="connsiteX8164" fmla="*/ 991620 w 2057605"/>
                <a:gd name="connsiteY8164" fmla="*/ 1185370 h 3215359"/>
                <a:gd name="connsiteX8165" fmla="*/ 986730 w 2057605"/>
                <a:gd name="connsiteY8165" fmla="*/ 1185370 h 3215359"/>
                <a:gd name="connsiteX8166" fmla="*/ 989175 w 2057605"/>
                <a:gd name="connsiteY8166" fmla="*/ 1187816 h 3215359"/>
                <a:gd name="connsiteX8167" fmla="*/ 991620 w 2057605"/>
                <a:gd name="connsiteY8167" fmla="*/ 1187816 h 3215359"/>
                <a:gd name="connsiteX8168" fmla="*/ 991620 w 2057605"/>
                <a:gd name="connsiteY8168" fmla="*/ 1190405 h 3215359"/>
                <a:gd name="connsiteX8169" fmla="*/ 997517 w 2057605"/>
                <a:gd name="connsiteY8169" fmla="*/ 1190405 h 3215359"/>
                <a:gd name="connsiteX8170" fmla="*/ 1004997 w 2057605"/>
                <a:gd name="connsiteY8170" fmla="*/ 1200617 h 3215359"/>
                <a:gd name="connsiteX8171" fmla="*/ 1007442 w 2057605"/>
                <a:gd name="connsiteY8171" fmla="*/ 1205795 h 3215359"/>
                <a:gd name="connsiteX8172" fmla="*/ 1010175 w 2057605"/>
                <a:gd name="connsiteY8172" fmla="*/ 1208241 h 3215359"/>
                <a:gd name="connsiteX8173" fmla="*/ 1007442 w 2057605"/>
                <a:gd name="connsiteY8173" fmla="*/ 1210830 h 3215359"/>
                <a:gd name="connsiteX8174" fmla="*/ 1012620 w 2057605"/>
                <a:gd name="connsiteY8174" fmla="*/ 1210830 h 3215359"/>
                <a:gd name="connsiteX8175" fmla="*/ 1015209 w 2057605"/>
                <a:gd name="connsiteY8175" fmla="*/ 1218453 h 3215359"/>
                <a:gd name="connsiteX8176" fmla="*/ 1015209 w 2057605"/>
                <a:gd name="connsiteY8176" fmla="*/ 1216008 h 3215359"/>
                <a:gd name="connsiteX8177" fmla="*/ 1017655 w 2057605"/>
                <a:gd name="connsiteY8177" fmla="*/ 1213275 h 3215359"/>
                <a:gd name="connsiteX8178" fmla="*/ 1020388 w 2057605"/>
                <a:gd name="connsiteY8178" fmla="*/ 1213275 h 3215359"/>
                <a:gd name="connsiteX8179" fmla="*/ 1022833 w 2057605"/>
                <a:gd name="connsiteY8179" fmla="*/ 1210830 h 3215359"/>
                <a:gd name="connsiteX8180" fmla="*/ 1025422 w 2057605"/>
                <a:gd name="connsiteY8180" fmla="*/ 1208241 h 3215359"/>
                <a:gd name="connsiteX8181" fmla="*/ 1030600 w 2057605"/>
                <a:gd name="connsiteY8181" fmla="*/ 1205795 h 3215359"/>
                <a:gd name="connsiteX8182" fmla="*/ 1022833 w 2057605"/>
                <a:gd name="connsiteY8182" fmla="*/ 1205795 h 3215359"/>
                <a:gd name="connsiteX8183" fmla="*/ 1020388 w 2057605"/>
                <a:gd name="connsiteY8183" fmla="*/ 1208241 h 3215359"/>
                <a:gd name="connsiteX8184" fmla="*/ 1017655 w 2057605"/>
                <a:gd name="connsiteY8184" fmla="*/ 1208241 h 3215359"/>
                <a:gd name="connsiteX8185" fmla="*/ 1017655 w 2057605"/>
                <a:gd name="connsiteY8185" fmla="*/ 1205795 h 3215359"/>
                <a:gd name="connsiteX8186" fmla="*/ 1015209 w 2057605"/>
                <a:gd name="connsiteY8186" fmla="*/ 1205795 h 3215359"/>
                <a:gd name="connsiteX8187" fmla="*/ 1015209 w 2057605"/>
                <a:gd name="connsiteY8187" fmla="*/ 1203206 h 3215359"/>
                <a:gd name="connsiteX8188" fmla="*/ 1012620 w 2057605"/>
                <a:gd name="connsiteY8188" fmla="*/ 1200761 h 3215359"/>
                <a:gd name="connsiteX8189" fmla="*/ 1010175 w 2057605"/>
                <a:gd name="connsiteY8189" fmla="*/ 1200761 h 3215359"/>
                <a:gd name="connsiteX8190" fmla="*/ 1012620 w 2057605"/>
                <a:gd name="connsiteY8190" fmla="*/ 1198172 h 3215359"/>
                <a:gd name="connsiteX8191" fmla="*/ 1010175 w 2057605"/>
                <a:gd name="connsiteY8191" fmla="*/ 1195727 h 3215359"/>
                <a:gd name="connsiteX8192" fmla="*/ 1007442 w 2057605"/>
                <a:gd name="connsiteY8192" fmla="*/ 1185514 h 3215359"/>
                <a:gd name="connsiteX8193" fmla="*/ 1004997 w 2057605"/>
                <a:gd name="connsiteY8193" fmla="*/ 1182781 h 3215359"/>
                <a:gd name="connsiteX8194" fmla="*/ 1007442 w 2057605"/>
                <a:gd name="connsiteY8194" fmla="*/ 1182781 h 3215359"/>
                <a:gd name="connsiteX8195" fmla="*/ 1010175 w 2057605"/>
                <a:gd name="connsiteY8195" fmla="*/ 1180336 h 3215359"/>
                <a:gd name="connsiteX8196" fmla="*/ 1007442 w 2057605"/>
                <a:gd name="connsiteY8196" fmla="*/ 1180336 h 3215359"/>
                <a:gd name="connsiteX8197" fmla="*/ 1012620 w 2057605"/>
                <a:gd name="connsiteY8197" fmla="*/ 1177747 h 3215359"/>
                <a:gd name="connsiteX8198" fmla="*/ 1017655 w 2057605"/>
                <a:gd name="connsiteY8198" fmla="*/ 1180336 h 3215359"/>
                <a:gd name="connsiteX8199" fmla="*/ 1020388 w 2057605"/>
                <a:gd name="connsiteY8199" fmla="*/ 1182781 h 3215359"/>
                <a:gd name="connsiteX8200" fmla="*/ 1022833 w 2057605"/>
                <a:gd name="connsiteY8200" fmla="*/ 1182781 h 3215359"/>
                <a:gd name="connsiteX8201" fmla="*/ 1027867 w 2057605"/>
                <a:gd name="connsiteY8201" fmla="*/ 1180336 h 3215359"/>
                <a:gd name="connsiteX8202" fmla="*/ 1033045 w 2057605"/>
                <a:gd name="connsiteY8202" fmla="*/ 1180336 h 3215359"/>
                <a:gd name="connsiteX8203" fmla="*/ 1027867 w 2057605"/>
                <a:gd name="connsiteY8203" fmla="*/ 1177747 h 3215359"/>
                <a:gd name="connsiteX8204" fmla="*/ 1025422 w 2057605"/>
                <a:gd name="connsiteY8204" fmla="*/ 1180336 h 3215359"/>
                <a:gd name="connsiteX8205" fmla="*/ 1022833 w 2057605"/>
                <a:gd name="connsiteY8205" fmla="*/ 1180336 h 3215359"/>
                <a:gd name="connsiteX8206" fmla="*/ 1022833 w 2057605"/>
                <a:gd name="connsiteY8206" fmla="*/ 1177747 h 3215359"/>
                <a:gd name="connsiteX8207" fmla="*/ 1020388 w 2057605"/>
                <a:gd name="connsiteY8207" fmla="*/ 1177747 h 3215359"/>
                <a:gd name="connsiteX8208" fmla="*/ 1015209 w 2057605"/>
                <a:gd name="connsiteY8208" fmla="*/ 1175302 h 3215359"/>
                <a:gd name="connsiteX8209" fmla="*/ 1015209 w 2057605"/>
                <a:gd name="connsiteY8209" fmla="*/ 1172856 h 3215359"/>
                <a:gd name="connsiteX8210" fmla="*/ 1007442 w 2057605"/>
                <a:gd name="connsiteY8210" fmla="*/ 1172856 h 3215359"/>
                <a:gd name="connsiteX8211" fmla="*/ 999963 w 2057605"/>
                <a:gd name="connsiteY8211" fmla="*/ 1170123 h 3215359"/>
                <a:gd name="connsiteX8212" fmla="*/ 997517 w 2057605"/>
                <a:gd name="connsiteY8212" fmla="*/ 1165089 h 3215359"/>
                <a:gd name="connsiteX8213" fmla="*/ 997517 w 2057605"/>
                <a:gd name="connsiteY8213" fmla="*/ 1162644 h 3215359"/>
                <a:gd name="connsiteX8214" fmla="*/ 999963 w 2057605"/>
                <a:gd name="connsiteY8214" fmla="*/ 1159911 h 3215359"/>
                <a:gd name="connsiteX8215" fmla="*/ 1009888 w 2057605"/>
                <a:gd name="connsiteY8215" fmla="*/ 1159911 h 3215359"/>
                <a:gd name="connsiteX8216" fmla="*/ 1007442 w 2057605"/>
                <a:gd name="connsiteY8216" fmla="*/ 1157322 h 3215359"/>
                <a:gd name="connsiteX8217" fmla="*/ 1007442 w 2057605"/>
                <a:gd name="connsiteY8217" fmla="*/ 1154877 h 3215359"/>
                <a:gd name="connsiteX8218" fmla="*/ 1010175 w 2057605"/>
                <a:gd name="connsiteY8218" fmla="*/ 1157322 h 3215359"/>
                <a:gd name="connsiteX8219" fmla="*/ 1012620 w 2057605"/>
                <a:gd name="connsiteY8219" fmla="*/ 1159911 h 3215359"/>
                <a:gd name="connsiteX8220" fmla="*/ 1015209 w 2057605"/>
                <a:gd name="connsiteY8220" fmla="*/ 1162644 h 3215359"/>
                <a:gd name="connsiteX8221" fmla="*/ 1020388 w 2057605"/>
                <a:gd name="connsiteY8221" fmla="*/ 1162644 h 3215359"/>
                <a:gd name="connsiteX8222" fmla="*/ 1017079 w 2057605"/>
                <a:gd name="connsiteY8222" fmla="*/ 1160342 h 3215359"/>
                <a:gd name="connsiteX8223" fmla="*/ 1012045 w 2057605"/>
                <a:gd name="connsiteY8223" fmla="*/ 1157753 h 3215359"/>
                <a:gd name="connsiteX8224" fmla="*/ 1017079 w 2057605"/>
                <a:gd name="connsiteY8224" fmla="*/ 1155308 h 3215359"/>
                <a:gd name="connsiteX8225" fmla="*/ 1012045 w 2057605"/>
                <a:gd name="connsiteY8225" fmla="*/ 1155308 h 3215359"/>
                <a:gd name="connsiteX8226" fmla="*/ 1009600 w 2057605"/>
                <a:gd name="connsiteY8226" fmla="*/ 1150130 h 3215359"/>
                <a:gd name="connsiteX8227" fmla="*/ 1009600 w 2057605"/>
                <a:gd name="connsiteY8227" fmla="*/ 1147541 h 3215359"/>
                <a:gd name="connsiteX8228" fmla="*/ 1006867 w 2057605"/>
                <a:gd name="connsiteY8228" fmla="*/ 1147541 h 3215359"/>
                <a:gd name="connsiteX8229" fmla="*/ 1001833 w 2057605"/>
                <a:gd name="connsiteY8229" fmla="*/ 1145096 h 3215359"/>
                <a:gd name="connsiteX8230" fmla="*/ 1001833 w 2057605"/>
                <a:gd name="connsiteY8230" fmla="*/ 1147541 h 3215359"/>
                <a:gd name="connsiteX8231" fmla="*/ 996942 w 2057605"/>
                <a:gd name="connsiteY8231" fmla="*/ 1147541 h 3215359"/>
                <a:gd name="connsiteX8232" fmla="*/ 994209 w 2057605"/>
                <a:gd name="connsiteY8232" fmla="*/ 1150130 h 3215359"/>
                <a:gd name="connsiteX8233" fmla="*/ 994209 w 2057605"/>
                <a:gd name="connsiteY8233" fmla="*/ 1145096 h 3215359"/>
                <a:gd name="connsiteX8234" fmla="*/ 991620 w 2057605"/>
                <a:gd name="connsiteY8234" fmla="*/ 1147541 h 3215359"/>
                <a:gd name="connsiteX8235" fmla="*/ 989175 w 2057605"/>
                <a:gd name="connsiteY8235" fmla="*/ 1147541 h 3215359"/>
                <a:gd name="connsiteX8236" fmla="*/ 983997 w 2057605"/>
                <a:gd name="connsiteY8236" fmla="*/ 1134883 h 3215359"/>
                <a:gd name="connsiteX8237" fmla="*/ 981407 w 2057605"/>
                <a:gd name="connsiteY8237" fmla="*/ 1129705 h 3215359"/>
                <a:gd name="connsiteX8238" fmla="*/ 981407 w 2057605"/>
                <a:gd name="connsiteY8238" fmla="*/ 1127260 h 3215359"/>
                <a:gd name="connsiteX8239" fmla="*/ 986730 w 2057605"/>
                <a:gd name="connsiteY8239" fmla="*/ 1124671 h 3215359"/>
                <a:gd name="connsiteX8240" fmla="*/ 989175 w 2057605"/>
                <a:gd name="connsiteY8240" fmla="*/ 1124671 h 3215359"/>
                <a:gd name="connsiteX8241" fmla="*/ 991620 w 2057605"/>
                <a:gd name="connsiteY8241" fmla="*/ 1122225 h 3215359"/>
                <a:gd name="connsiteX8242" fmla="*/ 991620 w 2057605"/>
                <a:gd name="connsiteY8242" fmla="*/ 1119492 h 3215359"/>
                <a:gd name="connsiteX8243" fmla="*/ 993777 w 2057605"/>
                <a:gd name="connsiteY8243" fmla="*/ 1119492 h 3215359"/>
                <a:gd name="connsiteX8244" fmla="*/ 993777 w 2057605"/>
                <a:gd name="connsiteY8244" fmla="*/ 1116903 h 3215359"/>
                <a:gd name="connsiteX8245" fmla="*/ 996510 w 2057605"/>
                <a:gd name="connsiteY8245" fmla="*/ 1116903 h 3215359"/>
                <a:gd name="connsiteX8246" fmla="*/ 996510 w 2057605"/>
                <a:gd name="connsiteY8246" fmla="*/ 1114314 h 3215359"/>
                <a:gd name="connsiteX8247" fmla="*/ 1001401 w 2057605"/>
                <a:gd name="connsiteY8247" fmla="*/ 1111869 h 3215359"/>
                <a:gd name="connsiteX8248" fmla="*/ 1058073 w 2057605"/>
                <a:gd name="connsiteY8248" fmla="*/ 1104102 h 3215359"/>
                <a:gd name="connsiteX8249" fmla="*/ 1065697 w 2057605"/>
                <a:gd name="connsiteY8249" fmla="*/ 1104102 h 3215359"/>
                <a:gd name="connsiteX8250" fmla="*/ 1068286 w 2057605"/>
                <a:gd name="connsiteY8250" fmla="*/ 1109136 h 3215359"/>
                <a:gd name="connsiteX8251" fmla="*/ 1063251 w 2057605"/>
                <a:gd name="connsiteY8251" fmla="*/ 1106691 h 3215359"/>
                <a:gd name="connsiteX8252" fmla="*/ 1063251 w 2057605"/>
                <a:gd name="connsiteY8252" fmla="*/ 1109136 h 3215359"/>
                <a:gd name="connsiteX8253" fmla="*/ 1060806 w 2057605"/>
                <a:gd name="connsiteY8253" fmla="*/ 1109136 h 3215359"/>
                <a:gd name="connsiteX8254" fmla="*/ 1058073 w 2057605"/>
                <a:gd name="connsiteY8254" fmla="*/ 1109136 h 3215359"/>
                <a:gd name="connsiteX8255" fmla="*/ 1055484 w 2057605"/>
                <a:gd name="connsiteY8255" fmla="*/ 1109136 h 3215359"/>
                <a:gd name="connsiteX8256" fmla="*/ 1053039 w 2057605"/>
                <a:gd name="connsiteY8256" fmla="*/ 1106691 h 3215359"/>
                <a:gd name="connsiteX8257" fmla="*/ 1055484 w 2057605"/>
                <a:gd name="connsiteY8257" fmla="*/ 1106691 h 3215359"/>
                <a:gd name="connsiteX8258" fmla="*/ 1019956 w 2057605"/>
                <a:gd name="connsiteY8258" fmla="*/ 1093889 h 3215359"/>
                <a:gd name="connsiteX8259" fmla="*/ 1022401 w 2057605"/>
                <a:gd name="connsiteY8259" fmla="*/ 1096478 h 3215359"/>
                <a:gd name="connsiteX8260" fmla="*/ 1024846 w 2057605"/>
                <a:gd name="connsiteY8260" fmla="*/ 1093889 h 3215359"/>
                <a:gd name="connsiteX8261" fmla="*/ 1027436 w 2057605"/>
                <a:gd name="connsiteY8261" fmla="*/ 1093889 h 3215359"/>
                <a:gd name="connsiteX8262" fmla="*/ 1030168 w 2057605"/>
                <a:gd name="connsiteY8262" fmla="*/ 1093889 h 3215359"/>
                <a:gd name="connsiteX8263" fmla="*/ 1030168 w 2057605"/>
                <a:gd name="connsiteY8263" fmla="*/ 1096478 h 3215359"/>
                <a:gd name="connsiteX8264" fmla="*/ 1032614 w 2057605"/>
                <a:gd name="connsiteY8264" fmla="*/ 1096478 h 3215359"/>
                <a:gd name="connsiteX8265" fmla="*/ 1035203 w 2057605"/>
                <a:gd name="connsiteY8265" fmla="*/ 1096478 h 3215359"/>
                <a:gd name="connsiteX8266" fmla="*/ 1035203 w 2057605"/>
                <a:gd name="connsiteY8266" fmla="*/ 1098923 h 3215359"/>
                <a:gd name="connsiteX8267" fmla="*/ 1037648 w 2057605"/>
                <a:gd name="connsiteY8267" fmla="*/ 1101656 h 3215359"/>
                <a:gd name="connsiteX8268" fmla="*/ 1032614 w 2057605"/>
                <a:gd name="connsiteY8268" fmla="*/ 1104101 h 3215359"/>
                <a:gd name="connsiteX8269" fmla="*/ 1030168 w 2057605"/>
                <a:gd name="connsiteY8269" fmla="*/ 1106691 h 3215359"/>
                <a:gd name="connsiteX8270" fmla="*/ 1027436 w 2057605"/>
                <a:gd name="connsiteY8270" fmla="*/ 1106691 h 3215359"/>
                <a:gd name="connsiteX8271" fmla="*/ 1027436 w 2057605"/>
                <a:gd name="connsiteY8271" fmla="*/ 1104101 h 3215359"/>
                <a:gd name="connsiteX8272" fmla="*/ 1032614 w 2057605"/>
                <a:gd name="connsiteY8272" fmla="*/ 1101656 h 3215359"/>
                <a:gd name="connsiteX8273" fmla="*/ 1027436 w 2057605"/>
                <a:gd name="connsiteY8273" fmla="*/ 1101656 h 3215359"/>
                <a:gd name="connsiteX8274" fmla="*/ 1017223 w 2057605"/>
                <a:gd name="connsiteY8274" fmla="*/ 1096478 h 3215359"/>
                <a:gd name="connsiteX8275" fmla="*/ 879570 w 2057605"/>
                <a:gd name="connsiteY8275" fmla="*/ 1093889 h 3215359"/>
                <a:gd name="connsiteX8276" fmla="*/ 882303 w 2057605"/>
                <a:gd name="connsiteY8276" fmla="*/ 1093889 h 3215359"/>
                <a:gd name="connsiteX8277" fmla="*/ 884748 w 2057605"/>
                <a:gd name="connsiteY8277" fmla="*/ 1098923 h 3215359"/>
                <a:gd name="connsiteX8278" fmla="*/ 884748 w 2057605"/>
                <a:gd name="connsiteY8278" fmla="*/ 1104101 h 3215359"/>
                <a:gd name="connsiteX8279" fmla="*/ 882303 w 2057605"/>
                <a:gd name="connsiteY8279" fmla="*/ 1106691 h 3215359"/>
                <a:gd name="connsiteX8280" fmla="*/ 879570 w 2057605"/>
                <a:gd name="connsiteY8280" fmla="*/ 1109136 h 3215359"/>
                <a:gd name="connsiteX8281" fmla="*/ 887194 w 2057605"/>
                <a:gd name="connsiteY8281" fmla="*/ 1109136 h 3215359"/>
                <a:gd name="connsiteX8282" fmla="*/ 887194 w 2057605"/>
                <a:gd name="connsiteY8282" fmla="*/ 1106691 h 3215359"/>
                <a:gd name="connsiteX8283" fmla="*/ 887194 w 2057605"/>
                <a:gd name="connsiteY8283" fmla="*/ 1104101 h 3215359"/>
                <a:gd name="connsiteX8284" fmla="*/ 889783 w 2057605"/>
                <a:gd name="connsiteY8284" fmla="*/ 1104101 h 3215359"/>
                <a:gd name="connsiteX8285" fmla="*/ 894961 w 2057605"/>
                <a:gd name="connsiteY8285" fmla="*/ 1111869 h 3215359"/>
                <a:gd name="connsiteX8286" fmla="*/ 897406 w 2057605"/>
                <a:gd name="connsiteY8286" fmla="*/ 1111869 h 3215359"/>
                <a:gd name="connsiteX8287" fmla="*/ 897406 w 2057605"/>
                <a:gd name="connsiteY8287" fmla="*/ 1114314 h 3215359"/>
                <a:gd name="connsiteX8288" fmla="*/ 894961 w 2057605"/>
                <a:gd name="connsiteY8288" fmla="*/ 1116903 h 3215359"/>
                <a:gd name="connsiteX8289" fmla="*/ 897406 w 2057605"/>
                <a:gd name="connsiteY8289" fmla="*/ 1119348 h 3215359"/>
                <a:gd name="connsiteX8290" fmla="*/ 897406 w 2057605"/>
                <a:gd name="connsiteY8290" fmla="*/ 1122081 h 3215359"/>
                <a:gd name="connsiteX8291" fmla="*/ 907619 w 2057605"/>
                <a:gd name="connsiteY8291" fmla="*/ 1122081 h 3215359"/>
                <a:gd name="connsiteX8292" fmla="*/ 907619 w 2057605"/>
                <a:gd name="connsiteY8292" fmla="*/ 1127116 h 3215359"/>
                <a:gd name="connsiteX8293" fmla="*/ 910208 w 2057605"/>
                <a:gd name="connsiteY8293" fmla="*/ 1129561 h 3215359"/>
                <a:gd name="connsiteX8294" fmla="*/ 912941 w 2057605"/>
                <a:gd name="connsiteY8294" fmla="*/ 1132294 h 3215359"/>
                <a:gd name="connsiteX8295" fmla="*/ 912941 w 2057605"/>
                <a:gd name="connsiteY8295" fmla="*/ 1137184 h 3215359"/>
                <a:gd name="connsiteX8296" fmla="*/ 902728 w 2057605"/>
                <a:gd name="connsiteY8296" fmla="*/ 1144951 h 3215359"/>
                <a:gd name="connsiteX8297" fmla="*/ 899995 w 2057605"/>
                <a:gd name="connsiteY8297" fmla="*/ 1144951 h 3215359"/>
                <a:gd name="connsiteX8298" fmla="*/ 897406 w 2057605"/>
                <a:gd name="connsiteY8298" fmla="*/ 1144951 h 3215359"/>
                <a:gd name="connsiteX8299" fmla="*/ 894961 w 2057605"/>
                <a:gd name="connsiteY8299" fmla="*/ 1147397 h 3215359"/>
                <a:gd name="connsiteX8300" fmla="*/ 892516 w 2057605"/>
                <a:gd name="connsiteY8300" fmla="*/ 1147397 h 3215359"/>
                <a:gd name="connsiteX8301" fmla="*/ 889783 w 2057605"/>
                <a:gd name="connsiteY8301" fmla="*/ 1149986 h 3215359"/>
                <a:gd name="connsiteX8302" fmla="*/ 887194 w 2057605"/>
                <a:gd name="connsiteY8302" fmla="*/ 1149986 h 3215359"/>
                <a:gd name="connsiteX8303" fmla="*/ 879570 w 2057605"/>
                <a:gd name="connsiteY8303" fmla="*/ 1144951 h 3215359"/>
                <a:gd name="connsiteX8304" fmla="*/ 876981 w 2057605"/>
                <a:gd name="connsiteY8304" fmla="*/ 1147397 h 3215359"/>
                <a:gd name="connsiteX8305" fmla="*/ 869358 w 2057605"/>
                <a:gd name="connsiteY8305" fmla="*/ 1144951 h 3215359"/>
                <a:gd name="connsiteX8306" fmla="*/ 866769 w 2057605"/>
                <a:gd name="connsiteY8306" fmla="*/ 1142506 h 3215359"/>
                <a:gd name="connsiteX8307" fmla="*/ 874536 w 2057605"/>
                <a:gd name="connsiteY8307" fmla="*/ 1142506 h 3215359"/>
                <a:gd name="connsiteX8308" fmla="*/ 876981 w 2057605"/>
                <a:gd name="connsiteY8308" fmla="*/ 1142506 h 3215359"/>
                <a:gd name="connsiteX8309" fmla="*/ 869358 w 2057605"/>
                <a:gd name="connsiteY8309" fmla="*/ 1139773 h 3215359"/>
                <a:gd name="connsiteX8310" fmla="*/ 866769 w 2057605"/>
                <a:gd name="connsiteY8310" fmla="*/ 1137184 h 3215359"/>
                <a:gd name="connsiteX8311" fmla="*/ 866769 w 2057605"/>
                <a:gd name="connsiteY8311" fmla="*/ 1134739 h 3215359"/>
                <a:gd name="connsiteX8312" fmla="*/ 864323 w 2057605"/>
                <a:gd name="connsiteY8312" fmla="*/ 1134739 h 3215359"/>
                <a:gd name="connsiteX8313" fmla="*/ 866769 w 2057605"/>
                <a:gd name="connsiteY8313" fmla="*/ 1132294 h 3215359"/>
                <a:gd name="connsiteX8314" fmla="*/ 869358 w 2057605"/>
                <a:gd name="connsiteY8314" fmla="*/ 1124526 h 3215359"/>
                <a:gd name="connsiteX8315" fmla="*/ 866769 w 2057605"/>
                <a:gd name="connsiteY8315" fmla="*/ 1119348 h 3215359"/>
                <a:gd name="connsiteX8316" fmla="*/ 864323 w 2057605"/>
                <a:gd name="connsiteY8316" fmla="*/ 1119348 h 3215359"/>
                <a:gd name="connsiteX8317" fmla="*/ 864323 w 2057605"/>
                <a:gd name="connsiteY8317" fmla="*/ 1122081 h 3215359"/>
                <a:gd name="connsiteX8318" fmla="*/ 861878 w 2057605"/>
                <a:gd name="connsiteY8318" fmla="*/ 1122081 h 3215359"/>
                <a:gd name="connsiteX8319" fmla="*/ 861878 w 2057605"/>
                <a:gd name="connsiteY8319" fmla="*/ 1119348 h 3215359"/>
                <a:gd name="connsiteX8320" fmla="*/ 861878 w 2057605"/>
                <a:gd name="connsiteY8320" fmla="*/ 1116903 h 3215359"/>
                <a:gd name="connsiteX8321" fmla="*/ 861878 w 2057605"/>
                <a:gd name="connsiteY8321" fmla="*/ 1114314 h 3215359"/>
                <a:gd name="connsiteX8322" fmla="*/ 859145 w 2057605"/>
                <a:gd name="connsiteY8322" fmla="*/ 1111869 h 3215359"/>
                <a:gd name="connsiteX8323" fmla="*/ 859145 w 2057605"/>
                <a:gd name="connsiteY8323" fmla="*/ 1106691 h 3215359"/>
                <a:gd name="connsiteX8324" fmla="*/ 861878 w 2057605"/>
                <a:gd name="connsiteY8324" fmla="*/ 1104101 h 3215359"/>
                <a:gd name="connsiteX8325" fmla="*/ 866769 w 2057605"/>
                <a:gd name="connsiteY8325" fmla="*/ 1098923 h 3215359"/>
                <a:gd name="connsiteX8326" fmla="*/ 872091 w 2057605"/>
                <a:gd name="connsiteY8326" fmla="*/ 1096478 h 3215359"/>
                <a:gd name="connsiteX8327" fmla="*/ 991764 w 2057605"/>
                <a:gd name="connsiteY8327" fmla="*/ 1091444 h 3215359"/>
                <a:gd name="connsiteX8328" fmla="*/ 994353 w 2057605"/>
                <a:gd name="connsiteY8328" fmla="*/ 1091444 h 3215359"/>
                <a:gd name="connsiteX8329" fmla="*/ 997086 w 2057605"/>
                <a:gd name="connsiteY8329" fmla="*/ 1091444 h 3215359"/>
                <a:gd name="connsiteX8330" fmla="*/ 999531 w 2057605"/>
                <a:gd name="connsiteY8330" fmla="*/ 1091444 h 3215359"/>
                <a:gd name="connsiteX8331" fmla="*/ 1001976 w 2057605"/>
                <a:gd name="connsiteY8331" fmla="*/ 1091444 h 3215359"/>
                <a:gd name="connsiteX8332" fmla="*/ 1004565 w 2057605"/>
                <a:gd name="connsiteY8332" fmla="*/ 1093889 h 3215359"/>
                <a:gd name="connsiteX8333" fmla="*/ 1007011 w 2057605"/>
                <a:gd name="connsiteY8333" fmla="*/ 1093889 h 3215359"/>
                <a:gd name="connsiteX8334" fmla="*/ 1007011 w 2057605"/>
                <a:gd name="connsiteY8334" fmla="*/ 1096478 h 3215359"/>
                <a:gd name="connsiteX8335" fmla="*/ 1001976 w 2057605"/>
                <a:gd name="connsiteY8335" fmla="*/ 1096478 h 3215359"/>
                <a:gd name="connsiteX8336" fmla="*/ 1001976 w 2057605"/>
                <a:gd name="connsiteY8336" fmla="*/ 1098924 h 3215359"/>
                <a:gd name="connsiteX8337" fmla="*/ 999531 w 2057605"/>
                <a:gd name="connsiteY8337" fmla="*/ 1101656 h 3215359"/>
                <a:gd name="connsiteX8338" fmla="*/ 997086 w 2057605"/>
                <a:gd name="connsiteY8338" fmla="*/ 1104102 h 3215359"/>
                <a:gd name="connsiteX8339" fmla="*/ 991764 w 2057605"/>
                <a:gd name="connsiteY8339" fmla="*/ 1104102 h 3215359"/>
                <a:gd name="connsiteX8340" fmla="*/ 989318 w 2057605"/>
                <a:gd name="connsiteY8340" fmla="*/ 1109136 h 3215359"/>
                <a:gd name="connsiteX8341" fmla="*/ 973928 w 2057605"/>
                <a:gd name="connsiteY8341" fmla="*/ 1116903 h 3215359"/>
                <a:gd name="connsiteX8342" fmla="*/ 966448 w 2057605"/>
                <a:gd name="connsiteY8342" fmla="*/ 1119349 h 3215359"/>
                <a:gd name="connsiteX8343" fmla="*/ 958681 w 2057605"/>
                <a:gd name="connsiteY8343" fmla="*/ 1114314 h 3215359"/>
                <a:gd name="connsiteX8344" fmla="*/ 961126 w 2057605"/>
                <a:gd name="connsiteY8344" fmla="*/ 1111869 h 3215359"/>
                <a:gd name="connsiteX8345" fmla="*/ 963715 w 2057605"/>
                <a:gd name="connsiteY8345" fmla="*/ 1109136 h 3215359"/>
                <a:gd name="connsiteX8346" fmla="*/ 968893 w 2057605"/>
                <a:gd name="connsiteY8346" fmla="*/ 1106691 h 3215359"/>
                <a:gd name="connsiteX8347" fmla="*/ 976661 w 2057605"/>
                <a:gd name="connsiteY8347" fmla="*/ 1104102 h 3215359"/>
                <a:gd name="connsiteX8348" fmla="*/ 979106 w 2057605"/>
                <a:gd name="connsiteY8348" fmla="*/ 1101656 h 3215359"/>
                <a:gd name="connsiteX8349" fmla="*/ 981551 w 2057605"/>
                <a:gd name="connsiteY8349" fmla="*/ 1101656 h 3215359"/>
                <a:gd name="connsiteX8350" fmla="*/ 981551 w 2057605"/>
                <a:gd name="connsiteY8350" fmla="*/ 1098924 h 3215359"/>
                <a:gd name="connsiteX8351" fmla="*/ 981551 w 2057605"/>
                <a:gd name="connsiteY8351" fmla="*/ 1096478 h 3215359"/>
                <a:gd name="connsiteX8352" fmla="*/ 984140 w 2057605"/>
                <a:gd name="connsiteY8352" fmla="*/ 1096478 h 3215359"/>
                <a:gd name="connsiteX8353" fmla="*/ 984140 w 2057605"/>
                <a:gd name="connsiteY8353" fmla="*/ 1093889 h 3215359"/>
                <a:gd name="connsiteX8354" fmla="*/ 1644501 w 2057605"/>
                <a:gd name="connsiteY8354" fmla="*/ 1088711 h 3215359"/>
                <a:gd name="connsiteX8355" fmla="*/ 1644501 w 2057605"/>
                <a:gd name="connsiteY8355" fmla="*/ 1091444 h 3215359"/>
                <a:gd name="connsiteX8356" fmla="*/ 1642056 w 2057605"/>
                <a:gd name="connsiteY8356" fmla="*/ 1091444 h 3215359"/>
                <a:gd name="connsiteX8357" fmla="*/ 1108992 w 2057605"/>
                <a:gd name="connsiteY8357" fmla="*/ 1081231 h 3215359"/>
                <a:gd name="connsiteX8358" fmla="*/ 1114314 w 2057605"/>
                <a:gd name="connsiteY8358" fmla="*/ 1081231 h 3215359"/>
                <a:gd name="connsiteX8359" fmla="*/ 1114314 w 2057605"/>
                <a:gd name="connsiteY8359" fmla="*/ 1083676 h 3215359"/>
                <a:gd name="connsiteX8360" fmla="*/ 1116759 w 2057605"/>
                <a:gd name="connsiteY8360" fmla="*/ 1086265 h 3215359"/>
                <a:gd name="connsiteX8361" fmla="*/ 1114314 w 2057605"/>
                <a:gd name="connsiteY8361" fmla="*/ 1091444 h 3215359"/>
                <a:gd name="connsiteX8362" fmla="*/ 1108992 w 2057605"/>
                <a:gd name="connsiteY8362" fmla="*/ 1083676 h 3215359"/>
                <a:gd name="connsiteX8363" fmla="*/ 1106546 w 2057605"/>
                <a:gd name="connsiteY8363" fmla="*/ 1053183 h 3215359"/>
                <a:gd name="connsiteX8364" fmla="*/ 1111580 w 2057605"/>
                <a:gd name="connsiteY8364" fmla="*/ 1053183 h 3215359"/>
                <a:gd name="connsiteX8365" fmla="*/ 1111580 w 2057605"/>
                <a:gd name="connsiteY8365" fmla="*/ 1055628 h 3215359"/>
                <a:gd name="connsiteX8366" fmla="*/ 1114313 w 2057605"/>
                <a:gd name="connsiteY8366" fmla="*/ 1058361 h 3215359"/>
                <a:gd name="connsiteX8367" fmla="*/ 1108991 w 2057605"/>
                <a:gd name="connsiteY8367" fmla="*/ 1063252 h 3215359"/>
                <a:gd name="connsiteX8368" fmla="*/ 1106546 w 2057605"/>
                <a:gd name="connsiteY8368" fmla="*/ 1063252 h 3215359"/>
                <a:gd name="connsiteX8369" fmla="*/ 1101368 w 2057605"/>
                <a:gd name="connsiteY8369" fmla="*/ 1063252 h 3215359"/>
                <a:gd name="connsiteX8370" fmla="*/ 1104101 w 2057605"/>
                <a:gd name="connsiteY8370" fmla="*/ 1060806 h 3215359"/>
                <a:gd name="connsiteX8371" fmla="*/ 1101368 w 2057605"/>
                <a:gd name="connsiteY8371" fmla="*/ 1060806 h 3215359"/>
                <a:gd name="connsiteX8372" fmla="*/ 1104101 w 2057605"/>
                <a:gd name="connsiteY8372" fmla="*/ 1058361 h 3215359"/>
                <a:gd name="connsiteX8373" fmla="*/ 1101368 w 2057605"/>
                <a:gd name="connsiteY8373" fmla="*/ 1058361 h 3215359"/>
                <a:gd name="connsiteX8374" fmla="*/ 1104101 w 2057605"/>
                <a:gd name="connsiteY8374" fmla="*/ 1055628 h 3215359"/>
                <a:gd name="connsiteX8375" fmla="*/ 1106546 w 2057605"/>
                <a:gd name="connsiteY8375" fmla="*/ 1055628 h 3215359"/>
                <a:gd name="connsiteX8376" fmla="*/ 716458 w 2057605"/>
                <a:gd name="connsiteY8376" fmla="*/ 1053183 h 3215359"/>
                <a:gd name="connsiteX8377" fmla="*/ 724226 w 2057605"/>
                <a:gd name="connsiteY8377" fmla="*/ 1055628 h 3215359"/>
                <a:gd name="connsiteX8378" fmla="*/ 726671 w 2057605"/>
                <a:gd name="connsiteY8378" fmla="*/ 1053183 h 3215359"/>
                <a:gd name="connsiteX8379" fmla="*/ 729116 w 2057605"/>
                <a:gd name="connsiteY8379" fmla="*/ 1053183 h 3215359"/>
                <a:gd name="connsiteX8380" fmla="*/ 731705 w 2057605"/>
                <a:gd name="connsiteY8380" fmla="*/ 1053183 h 3215359"/>
                <a:gd name="connsiteX8381" fmla="*/ 731705 w 2057605"/>
                <a:gd name="connsiteY8381" fmla="*/ 1055628 h 3215359"/>
                <a:gd name="connsiteX8382" fmla="*/ 734438 w 2057605"/>
                <a:gd name="connsiteY8382" fmla="*/ 1055628 h 3215359"/>
                <a:gd name="connsiteX8383" fmla="*/ 734438 w 2057605"/>
                <a:gd name="connsiteY8383" fmla="*/ 1058361 h 3215359"/>
                <a:gd name="connsiteX8384" fmla="*/ 731705 w 2057605"/>
                <a:gd name="connsiteY8384" fmla="*/ 1058361 h 3215359"/>
                <a:gd name="connsiteX8385" fmla="*/ 729116 w 2057605"/>
                <a:gd name="connsiteY8385" fmla="*/ 1060806 h 3215359"/>
                <a:gd name="connsiteX8386" fmla="*/ 729116 w 2057605"/>
                <a:gd name="connsiteY8386" fmla="*/ 1063252 h 3215359"/>
                <a:gd name="connsiteX8387" fmla="*/ 731705 w 2057605"/>
                <a:gd name="connsiteY8387" fmla="*/ 1063252 h 3215359"/>
                <a:gd name="connsiteX8388" fmla="*/ 736883 w 2057605"/>
                <a:gd name="connsiteY8388" fmla="*/ 1063252 h 3215359"/>
                <a:gd name="connsiteX8389" fmla="*/ 739329 w 2057605"/>
                <a:gd name="connsiteY8389" fmla="*/ 1068574 h 3215359"/>
                <a:gd name="connsiteX8390" fmla="*/ 739329 w 2057605"/>
                <a:gd name="connsiteY8390" fmla="*/ 1071019 h 3215359"/>
                <a:gd name="connsiteX8391" fmla="*/ 736883 w 2057605"/>
                <a:gd name="connsiteY8391" fmla="*/ 1076053 h 3215359"/>
                <a:gd name="connsiteX8392" fmla="*/ 734438 w 2057605"/>
                <a:gd name="connsiteY8392" fmla="*/ 1078786 h 3215359"/>
                <a:gd name="connsiteX8393" fmla="*/ 731705 w 2057605"/>
                <a:gd name="connsiteY8393" fmla="*/ 1081231 h 3215359"/>
                <a:gd name="connsiteX8394" fmla="*/ 726671 w 2057605"/>
                <a:gd name="connsiteY8394" fmla="*/ 1081231 h 3215359"/>
                <a:gd name="connsiteX8395" fmla="*/ 726671 w 2057605"/>
                <a:gd name="connsiteY8395" fmla="*/ 1083677 h 3215359"/>
                <a:gd name="connsiteX8396" fmla="*/ 724226 w 2057605"/>
                <a:gd name="connsiteY8396" fmla="*/ 1086266 h 3215359"/>
                <a:gd name="connsiteX8397" fmla="*/ 726671 w 2057605"/>
                <a:gd name="connsiteY8397" fmla="*/ 1086266 h 3215359"/>
                <a:gd name="connsiteX8398" fmla="*/ 729116 w 2057605"/>
                <a:gd name="connsiteY8398" fmla="*/ 1086266 h 3215359"/>
                <a:gd name="connsiteX8399" fmla="*/ 729116 w 2057605"/>
                <a:gd name="connsiteY8399" fmla="*/ 1088711 h 3215359"/>
                <a:gd name="connsiteX8400" fmla="*/ 726671 w 2057605"/>
                <a:gd name="connsiteY8400" fmla="*/ 1088711 h 3215359"/>
                <a:gd name="connsiteX8401" fmla="*/ 726671 w 2057605"/>
                <a:gd name="connsiteY8401" fmla="*/ 1091444 h 3215359"/>
                <a:gd name="connsiteX8402" fmla="*/ 729116 w 2057605"/>
                <a:gd name="connsiteY8402" fmla="*/ 1091444 h 3215359"/>
                <a:gd name="connsiteX8403" fmla="*/ 731705 w 2057605"/>
                <a:gd name="connsiteY8403" fmla="*/ 1091444 h 3215359"/>
                <a:gd name="connsiteX8404" fmla="*/ 731705 w 2057605"/>
                <a:gd name="connsiteY8404" fmla="*/ 1096478 h 3215359"/>
                <a:gd name="connsiteX8405" fmla="*/ 729116 w 2057605"/>
                <a:gd name="connsiteY8405" fmla="*/ 1093889 h 3215359"/>
                <a:gd name="connsiteX8406" fmla="*/ 729116 w 2057605"/>
                <a:gd name="connsiteY8406" fmla="*/ 1096478 h 3215359"/>
                <a:gd name="connsiteX8407" fmla="*/ 726671 w 2057605"/>
                <a:gd name="connsiteY8407" fmla="*/ 1096478 h 3215359"/>
                <a:gd name="connsiteX8408" fmla="*/ 726671 w 2057605"/>
                <a:gd name="connsiteY8408" fmla="*/ 1098924 h 3215359"/>
                <a:gd name="connsiteX8409" fmla="*/ 726671 w 2057605"/>
                <a:gd name="connsiteY8409" fmla="*/ 1101657 h 3215359"/>
                <a:gd name="connsiteX8410" fmla="*/ 729116 w 2057605"/>
                <a:gd name="connsiteY8410" fmla="*/ 1098924 h 3215359"/>
                <a:gd name="connsiteX8411" fmla="*/ 729116 w 2057605"/>
                <a:gd name="connsiteY8411" fmla="*/ 1101657 h 3215359"/>
                <a:gd name="connsiteX8412" fmla="*/ 729116 w 2057605"/>
                <a:gd name="connsiteY8412" fmla="*/ 1104102 h 3215359"/>
                <a:gd name="connsiteX8413" fmla="*/ 731705 w 2057605"/>
                <a:gd name="connsiteY8413" fmla="*/ 1106691 h 3215359"/>
                <a:gd name="connsiteX8414" fmla="*/ 726671 w 2057605"/>
                <a:gd name="connsiteY8414" fmla="*/ 1109136 h 3215359"/>
                <a:gd name="connsiteX8415" fmla="*/ 726671 w 2057605"/>
                <a:gd name="connsiteY8415" fmla="*/ 1111869 h 3215359"/>
                <a:gd name="connsiteX8416" fmla="*/ 731705 w 2057605"/>
                <a:gd name="connsiteY8416" fmla="*/ 1114314 h 3215359"/>
                <a:gd name="connsiteX8417" fmla="*/ 734438 w 2057605"/>
                <a:gd name="connsiteY8417" fmla="*/ 1116903 h 3215359"/>
                <a:gd name="connsiteX8418" fmla="*/ 736883 w 2057605"/>
                <a:gd name="connsiteY8418" fmla="*/ 1116903 h 3215359"/>
                <a:gd name="connsiteX8419" fmla="*/ 736883 w 2057605"/>
                <a:gd name="connsiteY8419" fmla="*/ 1119349 h 3215359"/>
                <a:gd name="connsiteX8420" fmla="*/ 736883 w 2057605"/>
                <a:gd name="connsiteY8420" fmla="*/ 1122082 h 3215359"/>
                <a:gd name="connsiteX8421" fmla="*/ 739329 w 2057605"/>
                <a:gd name="connsiteY8421" fmla="*/ 1124527 h 3215359"/>
                <a:gd name="connsiteX8422" fmla="*/ 736883 w 2057605"/>
                <a:gd name="connsiteY8422" fmla="*/ 1127116 h 3215359"/>
                <a:gd name="connsiteX8423" fmla="*/ 736883 w 2057605"/>
                <a:gd name="connsiteY8423" fmla="*/ 1132294 h 3215359"/>
                <a:gd name="connsiteX8424" fmla="*/ 741918 w 2057605"/>
                <a:gd name="connsiteY8424" fmla="*/ 1137185 h 3215359"/>
                <a:gd name="connsiteX8425" fmla="*/ 736883 w 2057605"/>
                <a:gd name="connsiteY8425" fmla="*/ 1134739 h 3215359"/>
                <a:gd name="connsiteX8426" fmla="*/ 736883 w 2057605"/>
                <a:gd name="connsiteY8426" fmla="*/ 1137185 h 3215359"/>
                <a:gd name="connsiteX8427" fmla="*/ 734438 w 2057605"/>
                <a:gd name="connsiteY8427" fmla="*/ 1139774 h 3215359"/>
                <a:gd name="connsiteX8428" fmla="*/ 739329 w 2057605"/>
                <a:gd name="connsiteY8428" fmla="*/ 1142507 h 3215359"/>
                <a:gd name="connsiteX8429" fmla="*/ 734438 w 2057605"/>
                <a:gd name="connsiteY8429" fmla="*/ 1147397 h 3215359"/>
                <a:gd name="connsiteX8430" fmla="*/ 729116 w 2057605"/>
                <a:gd name="connsiteY8430" fmla="*/ 1147397 h 3215359"/>
                <a:gd name="connsiteX8431" fmla="*/ 729116 w 2057605"/>
                <a:gd name="connsiteY8431" fmla="*/ 1149986 h 3215359"/>
                <a:gd name="connsiteX8432" fmla="*/ 726671 w 2057605"/>
                <a:gd name="connsiteY8432" fmla="*/ 1155164 h 3215359"/>
                <a:gd name="connsiteX8433" fmla="*/ 726671 w 2057605"/>
                <a:gd name="connsiteY8433" fmla="*/ 1157610 h 3215359"/>
                <a:gd name="connsiteX8434" fmla="*/ 724226 w 2057605"/>
                <a:gd name="connsiteY8434" fmla="*/ 1160199 h 3215359"/>
                <a:gd name="connsiteX8435" fmla="*/ 726671 w 2057605"/>
                <a:gd name="connsiteY8435" fmla="*/ 1160199 h 3215359"/>
                <a:gd name="connsiteX8436" fmla="*/ 726671 w 2057605"/>
                <a:gd name="connsiteY8436" fmla="*/ 1162932 h 3215359"/>
                <a:gd name="connsiteX8437" fmla="*/ 724226 w 2057605"/>
                <a:gd name="connsiteY8437" fmla="*/ 1162932 h 3215359"/>
                <a:gd name="connsiteX8438" fmla="*/ 721493 w 2057605"/>
                <a:gd name="connsiteY8438" fmla="*/ 1167822 h 3215359"/>
                <a:gd name="connsiteX8439" fmla="*/ 726671 w 2057605"/>
                <a:gd name="connsiteY8439" fmla="*/ 1165377 h 3215359"/>
                <a:gd name="connsiteX8440" fmla="*/ 729116 w 2057605"/>
                <a:gd name="connsiteY8440" fmla="*/ 1165377 h 3215359"/>
                <a:gd name="connsiteX8441" fmla="*/ 729116 w 2057605"/>
                <a:gd name="connsiteY8441" fmla="*/ 1167822 h 3215359"/>
                <a:gd name="connsiteX8442" fmla="*/ 731705 w 2057605"/>
                <a:gd name="connsiteY8442" fmla="*/ 1167822 h 3215359"/>
                <a:gd name="connsiteX8443" fmla="*/ 734438 w 2057605"/>
                <a:gd name="connsiteY8443" fmla="*/ 1167822 h 3215359"/>
                <a:gd name="connsiteX8444" fmla="*/ 736883 w 2057605"/>
                <a:gd name="connsiteY8444" fmla="*/ 1165377 h 3215359"/>
                <a:gd name="connsiteX8445" fmla="*/ 744651 w 2057605"/>
                <a:gd name="connsiteY8445" fmla="*/ 1165377 h 3215359"/>
                <a:gd name="connsiteX8446" fmla="*/ 744651 w 2057605"/>
                <a:gd name="connsiteY8446" fmla="*/ 1167822 h 3215359"/>
                <a:gd name="connsiteX8447" fmla="*/ 747096 w 2057605"/>
                <a:gd name="connsiteY8447" fmla="*/ 1170411 h 3215359"/>
                <a:gd name="connsiteX8448" fmla="*/ 749541 w 2057605"/>
                <a:gd name="connsiteY8448" fmla="*/ 1170411 h 3215359"/>
                <a:gd name="connsiteX8449" fmla="*/ 747096 w 2057605"/>
                <a:gd name="connsiteY8449" fmla="*/ 1173144 h 3215359"/>
                <a:gd name="connsiteX8450" fmla="*/ 749541 w 2057605"/>
                <a:gd name="connsiteY8450" fmla="*/ 1175589 h 3215359"/>
                <a:gd name="connsiteX8451" fmla="*/ 749541 w 2057605"/>
                <a:gd name="connsiteY8451" fmla="*/ 1178035 h 3215359"/>
                <a:gd name="connsiteX8452" fmla="*/ 749541 w 2057605"/>
                <a:gd name="connsiteY8452" fmla="*/ 1180624 h 3215359"/>
                <a:gd name="connsiteX8453" fmla="*/ 747096 w 2057605"/>
                <a:gd name="connsiteY8453" fmla="*/ 1183069 h 3215359"/>
                <a:gd name="connsiteX8454" fmla="*/ 744651 w 2057605"/>
                <a:gd name="connsiteY8454" fmla="*/ 1185802 h 3215359"/>
                <a:gd name="connsiteX8455" fmla="*/ 744651 w 2057605"/>
                <a:gd name="connsiteY8455" fmla="*/ 1188247 h 3215359"/>
                <a:gd name="connsiteX8456" fmla="*/ 739329 w 2057605"/>
                <a:gd name="connsiteY8456" fmla="*/ 1190836 h 3215359"/>
                <a:gd name="connsiteX8457" fmla="*/ 739329 w 2057605"/>
                <a:gd name="connsiteY8457" fmla="*/ 1196014 h 3215359"/>
                <a:gd name="connsiteX8458" fmla="*/ 736883 w 2057605"/>
                <a:gd name="connsiteY8458" fmla="*/ 1196014 h 3215359"/>
                <a:gd name="connsiteX8459" fmla="*/ 734438 w 2057605"/>
                <a:gd name="connsiteY8459" fmla="*/ 1198460 h 3215359"/>
                <a:gd name="connsiteX8460" fmla="*/ 734438 w 2057605"/>
                <a:gd name="connsiteY8460" fmla="*/ 1201049 h 3215359"/>
                <a:gd name="connsiteX8461" fmla="*/ 731705 w 2057605"/>
                <a:gd name="connsiteY8461" fmla="*/ 1203494 h 3215359"/>
                <a:gd name="connsiteX8462" fmla="*/ 734438 w 2057605"/>
                <a:gd name="connsiteY8462" fmla="*/ 1206227 h 3215359"/>
                <a:gd name="connsiteX8463" fmla="*/ 736883 w 2057605"/>
                <a:gd name="connsiteY8463" fmla="*/ 1206227 h 3215359"/>
                <a:gd name="connsiteX8464" fmla="*/ 739329 w 2057605"/>
                <a:gd name="connsiteY8464" fmla="*/ 1201049 h 3215359"/>
                <a:gd name="connsiteX8465" fmla="*/ 741918 w 2057605"/>
                <a:gd name="connsiteY8465" fmla="*/ 1198460 h 3215359"/>
                <a:gd name="connsiteX8466" fmla="*/ 744651 w 2057605"/>
                <a:gd name="connsiteY8466" fmla="*/ 1196014 h 3215359"/>
                <a:gd name="connsiteX8467" fmla="*/ 744651 w 2057605"/>
                <a:gd name="connsiteY8467" fmla="*/ 1193281 h 3215359"/>
                <a:gd name="connsiteX8468" fmla="*/ 747096 w 2057605"/>
                <a:gd name="connsiteY8468" fmla="*/ 1190836 h 3215359"/>
                <a:gd name="connsiteX8469" fmla="*/ 754863 w 2057605"/>
                <a:gd name="connsiteY8469" fmla="*/ 1190836 h 3215359"/>
                <a:gd name="connsiteX8470" fmla="*/ 757309 w 2057605"/>
                <a:gd name="connsiteY8470" fmla="*/ 1190836 h 3215359"/>
                <a:gd name="connsiteX8471" fmla="*/ 759754 w 2057605"/>
                <a:gd name="connsiteY8471" fmla="*/ 1190836 h 3215359"/>
                <a:gd name="connsiteX8472" fmla="*/ 762343 w 2057605"/>
                <a:gd name="connsiteY8472" fmla="*/ 1190836 h 3215359"/>
                <a:gd name="connsiteX8473" fmla="*/ 765076 w 2057605"/>
                <a:gd name="connsiteY8473" fmla="*/ 1190836 h 3215359"/>
                <a:gd name="connsiteX8474" fmla="*/ 767521 w 2057605"/>
                <a:gd name="connsiteY8474" fmla="*/ 1193281 h 3215359"/>
                <a:gd name="connsiteX8475" fmla="*/ 767521 w 2057605"/>
                <a:gd name="connsiteY8475" fmla="*/ 1196014 h 3215359"/>
                <a:gd name="connsiteX8476" fmla="*/ 767521 w 2057605"/>
                <a:gd name="connsiteY8476" fmla="*/ 1198460 h 3215359"/>
                <a:gd name="connsiteX8477" fmla="*/ 765076 w 2057605"/>
                <a:gd name="connsiteY8477" fmla="*/ 1201049 h 3215359"/>
                <a:gd name="connsiteX8478" fmla="*/ 767521 w 2057605"/>
                <a:gd name="connsiteY8478" fmla="*/ 1208672 h 3215359"/>
                <a:gd name="connsiteX8479" fmla="*/ 767521 w 2057605"/>
                <a:gd name="connsiteY8479" fmla="*/ 1211261 h 3215359"/>
                <a:gd name="connsiteX8480" fmla="*/ 767521 w 2057605"/>
                <a:gd name="connsiteY8480" fmla="*/ 1213706 h 3215359"/>
                <a:gd name="connsiteX8481" fmla="*/ 767521 w 2057605"/>
                <a:gd name="connsiteY8481" fmla="*/ 1216439 h 3215359"/>
                <a:gd name="connsiteX8482" fmla="*/ 767521 w 2057605"/>
                <a:gd name="connsiteY8482" fmla="*/ 1226652 h 3215359"/>
                <a:gd name="connsiteX8483" fmla="*/ 767521 w 2057605"/>
                <a:gd name="connsiteY8483" fmla="*/ 1229097 h 3215359"/>
                <a:gd name="connsiteX8484" fmla="*/ 769966 w 2057605"/>
                <a:gd name="connsiteY8484" fmla="*/ 1229097 h 3215359"/>
                <a:gd name="connsiteX8485" fmla="*/ 769966 w 2057605"/>
                <a:gd name="connsiteY8485" fmla="*/ 1223919 h 3215359"/>
                <a:gd name="connsiteX8486" fmla="*/ 772412 w 2057605"/>
                <a:gd name="connsiteY8486" fmla="*/ 1211261 h 3215359"/>
                <a:gd name="connsiteX8487" fmla="*/ 775288 w 2057605"/>
                <a:gd name="connsiteY8487" fmla="*/ 1208672 h 3215359"/>
                <a:gd name="connsiteX8488" fmla="*/ 777734 w 2057605"/>
                <a:gd name="connsiteY8488" fmla="*/ 1211261 h 3215359"/>
                <a:gd name="connsiteX8489" fmla="*/ 782624 w 2057605"/>
                <a:gd name="connsiteY8489" fmla="*/ 1211261 h 3215359"/>
                <a:gd name="connsiteX8490" fmla="*/ 782624 w 2057605"/>
                <a:gd name="connsiteY8490" fmla="*/ 1208672 h 3215359"/>
                <a:gd name="connsiteX8491" fmla="*/ 780179 w 2057605"/>
                <a:gd name="connsiteY8491" fmla="*/ 1208672 h 3215359"/>
                <a:gd name="connsiteX8492" fmla="*/ 775288 w 2057605"/>
                <a:gd name="connsiteY8492" fmla="*/ 1206227 h 3215359"/>
                <a:gd name="connsiteX8493" fmla="*/ 772412 w 2057605"/>
                <a:gd name="connsiteY8493" fmla="*/ 1203494 h 3215359"/>
                <a:gd name="connsiteX8494" fmla="*/ 775288 w 2057605"/>
                <a:gd name="connsiteY8494" fmla="*/ 1196014 h 3215359"/>
                <a:gd name="connsiteX8495" fmla="*/ 772412 w 2057605"/>
                <a:gd name="connsiteY8495" fmla="*/ 1188247 h 3215359"/>
                <a:gd name="connsiteX8496" fmla="*/ 775288 w 2057605"/>
                <a:gd name="connsiteY8496" fmla="*/ 1183069 h 3215359"/>
                <a:gd name="connsiteX8497" fmla="*/ 777734 w 2057605"/>
                <a:gd name="connsiteY8497" fmla="*/ 1183069 h 3215359"/>
                <a:gd name="connsiteX8498" fmla="*/ 780179 w 2057605"/>
                <a:gd name="connsiteY8498" fmla="*/ 1180624 h 3215359"/>
                <a:gd name="connsiteX8499" fmla="*/ 782624 w 2057605"/>
                <a:gd name="connsiteY8499" fmla="*/ 1178035 h 3215359"/>
                <a:gd name="connsiteX8500" fmla="*/ 785213 w 2057605"/>
                <a:gd name="connsiteY8500" fmla="*/ 1173144 h 3215359"/>
                <a:gd name="connsiteX8501" fmla="*/ 785213 w 2057605"/>
                <a:gd name="connsiteY8501" fmla="*/ 1170411 h 3215359"/>
                <a:gd name="connsiteX8502" fmla="*/ 787946 w 2057605"/>
                <a:gd name="connsiteY8502" fmla="*/ 1173144 h 3215359"/>
                <a:gd name="connsiteX8503" fmla="*/ 790391 w 2057605"/>
                <a:gd name="connsiteY8503" fmla="*/ 1173144 h 3215359"/>
                <a:gd name="connsiteX8504" fmla="*/ 795426 w 2057605"/>
                <a:gd name="connsiteY8504" fmla="*/ 1175589 h 3215359"/>
                <a:gd name="connsiteX8505" fmla="*/ 808371 w 2057605"/>
                <a:gd name="connsiteY8505" fmla="*/ 1183069 h 3215359"/>
                <a:gd name="connsiteX8506" fmla="*/ 818584 w 2057605"/>
                <a:gd name="connsiteY8506" fmla="*/ 1198460 h 3215359"/>
                <a:gd name="connsiteX8507" fmla="*/ 821029 w 2057605"/>
                <a:gd name="connsiteY8507" fmla="*/ 1198460 h 3215359"/>
                <a:gd name="connsiteX8508" fmla="*/ 823474 w 2057605"/>
                <a:gd name="connsiteY8508" fmla="*/ 1206227 h 3215359"/>
                <a:gd name="connsiteX8509" fmla="*/ 823474 w 2057605"/>
                <a:gd name="connsiteY8509" fmla="*/ 1211261 h 3215359"/>
                <a:gd name="connsiteX8510" fmla="*/ 821029 w 2057605"/>
                <a:gd name="connsiteY8510" fmla="*/ 1213706 h 3215359"/>
                <a:gd name="connsiteX8511" fmla="*/ 823474 w 2057605"/>
                <a:gd name="connsiteY8511" fmla="*/ 1221330 h 3215359"/>
                <a:gd name="connsiteX8512" fmla="*/ 821029 w 2057605"/>
                <a:gd name="connsiteY8512" fmla="*/ 1223919 h 3215359"/>
                <a:gd name="connsiteX8513" fmla="*/ 821029 w 2057605"/>
                <a:gd name="connsiteY8513" fmla="*/ 1226652 h 3215359"/>
                <a:gd name="connsiteX8514" fmla="*/ 821029 w 2057605"/>
                <a:gd name="connsiteY8514" fmla="*/ 1236864 h 3215359"/>
                <a:gd name="connsiteX8515" fmla="*/ 818584 w 2057605"/>
                <a:gd name="connsiteY8515" fmla="*/ 1241755 h 3215359"/>
                <a:gd name="connsiteX8516" fmla="*/ 818584 w 2057605"/>
                <a:gd name="connsiteY8516" fmla="*/ 1249522 h 3215359"/>
                <a:gd name="connsiteX8517" fmla="*/ 815851 w 2057605"/>
                <a:gd name="connsiteY8517" fmla="*/ 1249522 h 3215359"/>
                <a:gd name="connsiteX8518" fmla="*/ 810816 w 2057605"/>
                <a:gd name="connsiteY8518" fmla="*/ 1251967 h 3215359"/>
                <a:gd name="connsiteX8519" fmla="*/ 808371 w 2057605"/>
                <a:gd name="connsiteY8519" fmla="*/ 1254556 h 3215359"/>
                <a:gd name="connsiteX8520" fmla="*/ 808371 w 2057605"/>
                <a:gd name="connsiteY8520" fmla="*/ 1257289 h 3215359"/>
                <a:gd name="connsiteX8521" fmla="*/ 813262 w 2057605"/>
                <a:gd name="connsiteY8521" fmla="*/ 1259735 h 3215359"/>
                <a:gd name="connsiteX8522" fmla="*/ 810816 w 2057605"/>
                <a:gd name="connsiteY8522" fmla="*/ 1262180 h 3215359"/>
                <a:gd name="connsiteX8523" fmla="*/ 810816 w 2057605"/>
                <a:gd name="connsiteY8523" fmla="*/ 1264769 h 3215359"/>
                <a:gd name="connsiteX8524" fmla="*/ 808371 w 2057605"/>
                <a:gd name="connsiteY8524" fmla="*/ 1267214 h 3215359"/>
                <a:gd name="connsiteX8525" fmla="*/ 805638 w 2057605"/>
                <a:gd name="connsiteY8525" fmla="*/ 1267214 h 3215359"/>
                <a:gd name="connsiteX8526" fmla="*/ 808371 w 2057605"/>
                <a:gd name="connsiteY8526" fmla="*/ 1274981 h 3215359"/>
                <a:gd name="connsiteX8527" fmla="*/ 805638 w 2057605"/>
                <a:gd name="connsiteY8527" fmla="*/ 1277427 h 3215359"/>
                <a:gd name="connsiteX8528" fmla="*/ 805638 w 2057605"/>
                <a:gd name="connsiteY8528" fmla="*/ 1280160 h 3215359"/>
                <a:gd name="connsiteX8529" fmla="*/ 805638 w 2057605"/>
                <a:gd name="connsiteY8529" fmla="*/ 1282605 h 3215359"/>
                <a:gd name="connsiteX8530" fmla="*/ 800604 w 2057605"/>
                <a:gd name="connsiteY8530" fmla="*/ 1282605 h 3215359"/>
                <a:gd name="connsiteX8531" fmla="*/ 800604 w 2057605"/>
                <a:gd name="connsiteY8531" fmla="*/ 1285194 h 3215359"/>
                <a:gd name="connsiteX8532" fmla="*/ 798159 w 2057605"/>
                <a:gd name="connsiteY8532" fmla="*/ 1287639 h 3215359"/>
                <a:gd name="connsiteX8533" fmla="*/ 798159 w 2057605"/>
                <a:gd name="connsiteY8533" fmla="*/ 1290372 h 3215359"/>
                <a:gd name="connsiteX8534" fmla="*/ 795426 w 2057605"/>
                <a:gd name="connsiteY8534" fmla="*/ 1297852 h 3215359"/>
                <a:gd name="connsiteX8535" fmla="*/ 798159 w 2057605"/>
                <a:gd name="connsiteY8535" fmla="*/ 1297852 h 3215359"/>
                <a:gd name="connsiteX8536" fmla="*/ 798159 w 2057605"/>
                <a:gd name="connsiteY8536" fmla="*/ 1300585 h 3215359"/>
                <a:gd name="connsiteX8537" fmla="*/ 798159 w 2057605"/>
                <a:gd name="connsiteY8537" fmla="*/ 1303030 h 3215359"/>
                <a:gd name="connsiteX8538" fmla="*/ 795426 w 2057605"/>
                <a:gd name="connsiteY8538" fmla="*/ 1305619 h 3215359"/>
                <a:gd name="connsiteX8539" fmla="*/ 792980 w 2057605"/>
                <a:gd name="connsiteY8539" fmla="*/ 1305619 h 3215359"/>
                <a:gd name="connsiteX8540" fmla="*/ 790391 w 2057605"/>
                <a:gd name="connsiteY8540" fmla="*/ 1305619 h 3215359"/>
                <a:gd name="connsiteX8541" fmla="*/ 787946 w 2057605"/>
                <a:gd name="connsiteY8541" fmla="*/ 1310797 h 3215359"/>
                <a:gd name="connsiteX8542" fmla="*/ 790391 w 2057605"/>
                <a:gd name="connsiteY8542" fmla="*/ 1315688 h 3215359"/>
                <a:gd name="connsiteX8543" fmla="*/ 787946 w 2057605"/>
                <a:gd name="connsiteY8543" fmla="*/ 1318277 h 3215359"/>
                <a:gd name="connsiteX8544" fmla="*/ 785213 w 2057605"/>
                <a:gd name="connsiteY8544" fmla="*/ 1318277 h 3215359"/>
                <a:gd name="connsiteX8545" fmla="*/ 782624 w 2057605"/>
                <a:gd name="connsiteY8545" fmla="*/ 1321010 h 3215359"/>
                <a:gd name="connsiteX8546" fmla="*/ 780179 w 2057605"/>
                <a:gd name="connsiteY8546" fmla="*/ 1321010 h 3215359"/>
                <a:gd name="connsiteX8547" fmla="*/ 777734 w 2057605"/>
                <a:gd name="connsiteY8547" fmla="*/ 1321010 h 3215359"/>
                <a:gd name="connsiteX8548" fmla="*/ 772412 w 2057605"/>
                <a:gd name="connsiteY8548" fmla="*/ 1321010 h 3215359"/>
                <a:gd name="connsiteX8549" fmla="*/ 769966 w 2057605"/>
                <a:gd name="connsiteY8549" fmla="*/ 1321010 h 3215359"/>
                <a:gd name="connsiteX8550" fmla="*/ 767521 w 2057605"/>
                <a:gd name="connsiteY8550" fmla="*/ 1321010 h 3215359"/>
                <a:gd name="connsiteX8551" fmla="*/ 762343 w 2057605"/>
                <a:gd name="connsiteY8551" fmla="*/ 1321010 h 3215359"/>
                <a:gd name="connsiteX8552" fmla="*/ 759754 w 2057605"/>
                <a:gd name="connsiteY8552" fmla="*/ 1325900 h 3215359"/>
                <a:gd name="connsiteX8553" fmla="*/ 757309 w 2057605"/>
                <a:gd name="connsiteY8553" fmla="*/ 1328489 h 3215359"/>
                <a:gd name="connsiteX8554" fmla="*/ 754863 w 2057605"/>
                <a:gd name="connsiteY8554" fmla="*/ 1328489 h 3215359"/>
                <a:gd name="connsiteX8555" fmla="*/ 747096 w 2057605"/>
                <a:gd name="connsiteY8555" fmla="*/ 1331222 h 3215359"/>
                <a:gd name="connsiteX8556" fmla="*/ 744651 w 2057605"/>
                <a:gd name="connsiteY8556" fmla="*/ 1328489 h 3215359"/>
                <a:gd name="connsiteX8557" fmla="*/ 741918 w 2057605"/>
                <a:gd name="connsiteY8557" fmla="*/ 1325900 h 3215359"/>
                <a:gd name="connsiteX8558" fmla="*/ 739329 w 2057605"/>
                <a:gd name="connsiteY8558" fmla="*/ 1328489 h 3215359"/>
                <a:gd name="connsiteX8559" fmla="*/ 736883 w 2057605"/>
                <a:gd name="connsiteY8559" fmla="*/ 1325900 h 3215359"/>
                <a:gd name="connsiteX8560" fmla="*/ 734438 w 2057605"/>
                <a:gd name="connsiteY8560" fmla="*/ 1323455 h 3215359"/>
                <a:gd name="connsiteX8561" fmla="*/ 731705 w 2057605"/>
                <a:gd name="connsiteY8561" fmla="*/ 1321010 h 3215359"/>
                <a:gd name="connsiteX8562" fmla="*/ 729116 w 2057605"/>
                <a:gd name="connsiteY8562" fmla="*/ 1321010 h 3215359"/>
                <a:gd name="connsiteX8563" fmla="*/ 729116 w 2057605"/>
                <a:gd name="connsiteY8563" fmla="*/ 1313243 h 3215359"/>
                <a:gd name="connsiteX8564" fmla="*/ 731705 w 2057605"/>
                <a:gd name="connsiteY8564" fmla="*/ 1308064 h 3215359"/>
                <a:gd name="connsiteX8565" fmla="*/ 729116 w 2057605"/>
                <a:gd name="connsiteY8565" fmla="*/ 1303030 h 3215359"/>
                <a:gd name="connsiteX8566" fmla="*/ 726671 w 2057605"/>
                <a:gd name="connsiteY8566" fmla="*/ 1303030 h 3215359"/>
                <a:gd name="connsiteX8567" fmla="*/ 729116 w 2057605"/>
                <a:gd name="connsiteY8567" fmla="*/ 1310797 h 3215359"/>
                <a:gd name="connsiteX8568" fmla="*/ 726671 w 2057605"/>
                <a:gd name="connsiteY8568" fmla="*/ 1310797 h 3215359"/>
                <a:gd name="connsiteX8569" fmla="*/ 726671 w 2057605"/>
                <a:gd name="connsiteY8569" fmla="*/ 1313243 h 3215359"/>
                <a:gd name="connsiteX8570" fmla="*/ 721493 w 2057605"/>
                <a:gd name="connsiteY8570" fmla="*/ 1315688 h 3215359"/>
                <a:gd name="connsiteX8571" fmla="*/ 721493 w 2057605"/>
                <a:gd name="connsiteY8571" fmla="*/ 1313243 h 3215359"/>
                <a:gd name="connsiteX8572" fmla="*/ 718904 w 2057605"/>
                <a:gd name="connsiteY8572" fmla="*/ 1315688 h 3215359"/>
                <a:gd name="connsiteX8573" fmla="*/ 718904 w 2057605"/>
                <a:gd name="connsiteY8573" fmla="*/ 1321010 h 3215359"/>
                <a:gd name="connsiteX8574" fmla="*/ 716458 w 2057605"/>
                <a:gd name="connsiteY8574" fmla="*/ 1321010 h 3215359"/>
                <a:gd name="connsiteX8575" fmla="*/ 716458 w 2057605"/>
                <a:gd name="connsiteY8575" fmla="*/ 1323455 h 3215359"/>
                <a:gd name="connsiteX8576" fmla="*/ 718904 w 2057605"/>
                <a:gd name="connsiteY8576" fmla="*/ 1323455 h 3215359"/>
                <a:gd name="connsiteX8577" fmla="*/ 718904 w 2057605"/>
                <a:gd name="connsiteY8577" fmla="*/ 1325900 h 3215359"/>
                <a:gd name="connsiteX8578" fmla="*/ 714013 w 2057605"/>
                <a:gd name="connsiteY8578" fmla="*/ 1323455 h 3215359"/>
                <a:gd name="connsiteX8579" fmla="*/ 711280 w 2057605"/>
                <a:gd name="connsiteY8579" fmla="*/ 1325900 h 3215359"/>
                <a:gd name="connsiteX8580" fmla="*/ 706246 w 2057605"/>
                <a:gd name="connsiteY8580" fmla="*/ 1323455 h 3215359"/>
                <a:gd name="connsiteX8581" fmla="*/ 701212 w 2057605"/>
                <a:gd name="connsiteY8581" fmla="*/ 1323455 h 3215359"/>
                <a:gd name="connsiteX8582" fmla="*/ 698623 w 2057605"/>
                <a:gd name="connsiteY8582" fmla="*/ 1323455 h 3215359"/>
                <a:gd name="connsiteX8583" fmla="*/ 698623 w 2057605"/>
                <a:gd name="connsiteY8583" fmla="*/ 1321010 h 3215359"/>
                <a:gd name="connsiteX8584" fmla="*/ 698623 w 2057605"/>
                <a:gd name="connsiteY8584" fmla="*/ 1318277 h 3215359"/>
                <a:gd name="connsiteX8585" fmla="*/ 698623 w 2057605"/>
                <a:gd name="connsiteY8585" fmla="*/ 1315688 h 3215359"/>
                <a:gd name="connsiteX8586" fmla="*/ 696033 w 2057605"/>
                <a:gd name="connsiteY8586" fmla="*/ 1315688 h 3215359"/>
                <a:gd name="connsiteX8587" fmla="*/ 693588 w 2057605"/>
                <a:gd name="connsiteY8587" fmla="*/ 1315688 h 3215359"/>
                <a:gd name="connsiteX8588" fmla="*/ 688266 w 2057605"/>
                <a:gd name="connsiteY8588" fmla="*/ 1313243 h 3215359"/>
                <a:gd name="connsiteX8589" fmla="*/ 691143 w 2057605"/>
                <a:gd name="connsiteY8589" fmla="*/ 1313243 h 3215359"/>
                <a:gd name="connsiteX8590" fmla="*/ 693588 w 2057605"/>
                <a:gd name="connsiteY8590" fmla="*/ 1313243 h 3215359"/>
                <a:gd name="connsiteX8591" fmla="*/ 701212 w 2057605"/>
                <a:gd name="connsiteY8591" fmla="*/ 1315688 h 3215359"/>
                <a:gd name="connsiteX8592" fmla="*/ 698623 w 2057605"/>
                <a:gd name="connsiteY8592" fmla="*/ 1308064 h 3215359"/>
                <a:gd name="connsiteX8593" fmla="*/ 698623 w 2057605"/>
                <a:gd name="connsiteY8593" fmla="*/ 1305619 h 3215359"/>
                <a:gd name="connsiteX8594" fmla="*/ 696033 w 2057605"/>
                <a:gd name="connsiteY8594" fmla="*/ 1303030 h 3215359"/>
                <a:gd name="connsiteX8595" fmla="*/ 691143 w 2057605"/>
                <a:gd name="connsiteY8595" fmla="*/ 1300585 h 3215359"/>
                <a:gd name="connsiteX8596" fmla="*/ 688266 w 2057605"/>
                <a:gd name="connsiteY8596" fmla="*/ 1303030 h 3215359"/>
                <a:gd name="connsiteX8597" fmla="*/ 685821 w 2057605"/>
                <a:gd name="connsiteY8597" fmla="*/ 1305619 h 3215359"/>
                <a:gd name="connsiteX8598" fmla="*/ 683376 w 2057605"/>
                <a:gd name="connsiteY8598" fmla="*/ 1308064 h 3215359"/>
                <a:gd name="connsiteX8599" fmla="*/ 680930 w 2057605"/>
                <a:gd name="connsiteY8599" fmla="*/ 1308064 h 3215359"/>
                <a:gd name="connsiteX8600" fmla="*/ 680930 w 2057605"/>
                <a:gd name="connsiteY8600" fmla="*/ 1310797 h 3215359"/>
                <a:gd name="connsiteX8601" fmla="*/ 678198 w 2057605"/>
                <a:gd name="connsiteY8601" fmla="*/ 1313243 h 3215359"/>
                <a:gd name="connsiteX8602" fmla="*/ 670718 w 2057605"/>
                <a:gd name="connsiteY8602" fmla="*/ 1315688 h 3215359"/>
                <a:gd name="connsiteX8603" fmla="*/ 670718 w 2057605"/>
                <a:gd name="connsiteY8603" fmla="*/ 1313243 h 3215359"/>
                <a:gd name="connsiteX8604" fmla="*/ 667985 w 2057605"/>
                <a:gd name="connsiteY8604" fmla="*/ 1315688 h 3215359"/>
                <a:gd name="connsiteX8605" fmla="*/ 665396 w 2057605"/>
                <a:gd name="connsiteY8605" fmla="*/ 1318277 h 3215359"/>
                <a:gd name="connsiteX8606" fmla="*/ 665396 w 2057605"/>
                <a:gd name="connsiteY8606" fmla="*/ 1321010 h 3215359"/>
                <a:gd name="connsiteX8607" fmla="*/ 662951 w 2057605"/>
                <a:gd name="connsiteY8607" fmla="*/ 1321010 h 3215359"/>
                <a:gd name="connsiteX8608" fmla="*/ 662951 w 2057605"/>
                <a:gd name="connsiteY8608" fmla="*/ 1323455 h 3215359"/>
                <a:gd name="connsiteX8609" fmla="*/ 660505 w 2057605"/>
                <a:gd name="connsiteY8609" fmla="*/ 1325900 h 3215359"/>
                <a:gd name="connsiteX8610" fmla="*/ 655183 w 2057605"/>
                <a:gd name="connsiteY8610" fmla="*/ 1325900 h 3215359"/>
                <a:gd name="connsiteX8611" fmla="*/ 652738 w 2057605"/>
                <a:gd name="connsiteY8611" fmla="*/ 1323455 h 3215359"/>
                <a:gd name="connsiteX8612" fmla="*/ 650293 w 2057605"/>
                <a:gd name="connsiteY8612" fmla="*/ 1323455 h 3215359"/>
                <a:gd name="connsiteX8613" fmla="*/ 652738 w 2057605"/>
                <a:gd name="connsiteY8613" fmla="*/ 1310797 h 3215359"/>
                <a:gd name="connsiteX8614" fmla="*/ 655183 w 2057605"/>
                <a:gd name="connsiteY8614" fmla="*/ 1282605 h 3215359"/>
                <a:gd name="connsiteX8615" fmla="*/ 660505 w 2057605"/>
                <a:gd name="connsiteY8615" fmla="*/ 1254556 h 3215359"/>
                <a:gd name="connsiteX8616" fmla="*/ 662951 w 2057605"/>
                <a:gd name="connsiteY8616" fmla="*/ 1241755 h 3215359"/>
                <a:gd name="connsiteX8617" fmla="*/ 665396 w 2057605"/>
                <a:gd name="connsiteY8617" fmla="*/ 1231686 h 3215359"/>
                <a:gd name="connsiteX8618" fmla="*/ 673163 w 2057605"/>
                <a:gd name="connsiteY8618" fmla="*/ 1231686 h 3215359"/>
                <a:gd name="connsiteX8619" fmla="*/ 675608 w 2057605"/>
                <a:gd name="connsiteY8619" fmla="*/ 1234131 h 3215359"/>
                <a:gd name="connsiteX8620" fmla="*/ 678198 w 2057605"/>
                <a:gd name="connsiteY8620" fmla="*/ 1234131 h 3215359"/>
                <a:gd name="connsiteX8621" fmla="*/ 678198 w 2057605"/>
                <a:gd name="connsiteY8621" fmla="*/ 1236864 h 3215359"/>
                <a:gd name="connsiteX8622" fmla="*/ 685821 w 2057605"/>
                <a:gd name="connsiteY8622" fmla="*/ 1236864 h 3215359"/>
                <a:gd name="connsiteX8623" fmla="*/ 696033 w 2057605"/>
                <a:gd name="connsiteY8623" fmla="*/ 1244344 h 3215359"/>
                <a:gd name="connsiteX8624" fmla="*/ 698623 w 2057605"/>
                <a:gd name="connsiteY8624" fmla="*/ 1236864 h 3215359"/>
                <a:gd name="connsiteX8625" fmla="*/ 696033 w 2057605"/>
                <a:gd name="connsiteY8625" fmla="*/ 1234131 h 3215359"/>
                <a:gd name="connsiteX8626" fmla="*/ 693588 w 2057605"/>
                <a:gd name="connsiteY8626" fmla="*/ 1231686 h 3215359"/>
                <a:gd name="connsiteX8627" fmla="*/ 698623 w 2057605"/>
                <a:gd name="connsiteY8627" fmla="*/ 1231686 h 3215359"/>
                <a:gd name="connsiteX8628" fmla="*/ 701212 w 2057605"/>
                <a:gd name="connsiteY8628" fmla="*/ 1231686 h 3215359"/>
                <a:gd name="connsiteX8629" fmla="*/ 698623 w 2057605"/>
                <a:gd name="connsiteY8629" fmla="*/ 1229097 h 3215359"/>
                <a:gd name="connsiteX8630" fmla="*/ 698623 w 2057605"/>
                <a:gd name="connsiteY8630" fmla="*/ 1226652 h 3215359"/>
                <a:gd name="connsiteX8631" fmla="*/ 701212 w 2057605"/>
                <a:gd name="connsiteY8631" fmla="*/ 1223919 h 3215359"/>
                <a:gd name="connsiteX8632" fmla="*/ 701212 w 2057605"/>
                <a:gd name="connsiteY8632" fmla="*/ 1221330 h 3215359"/>
                <a:gd name="connsiteX8633" fmla="*/ 698623 w 2057605"/>
                <a:gd name="connsiteY8633" fmla="*/ 1216439 h 3215359"/>
                <a:gd name="connsiteX8634" fmla="*/ 701212 w 2057605"/>
                <a:gd name="connsiteY8634" fmla="*/ 1213706 h 3215359"/>
                <a:gd name="connsiteX8635" fmla="*/ 701212 w 2057605"/>
                <a:gd name="connsiteY8635" fmla="*/ 1216439 h 3215359"/>
                <a:gd name="connsiteX8636" fmla="*/ 703801 w 2057605"/>
                <a:gd name="connsiteY8636" fmla="*/ 1213706 h 3215359"/>
                <a:gd name="connsiteX8637" fmla="*/ 698623 w 2057605"/>
                <a:gd name="connsiteY8637" fmla="*/ 1211261 h 3215359"/>
                <a:gd name="connsiteX8638" fmla="*/ 698623 w 2057605"/>
                <a:gd name="connsiteY8638" fmla="*/ 1208672 h 3215359"/>
                <a:gd name="connsiteX8639" fmla="*/ 696033 w 2057605"/>
                <a:gd name="connsiteY8639" fmla="*/ 1208672 h 3215359"/>
                <a:gd name="connsiteX8640" fmla="*/ 696033 w 2057605"/>
                <a:gd name="connsiteY8640" fmla="*/ 1206227 h 3215359"/>
                <a:gd name="connsiteX8641" fmla="*/ 693588 w 2057605"/>
                <a:gd name="connsiteY8641" fmla="*/ 1206227 h 3215359"/>
                <a:gd name="connsiteX8642" fmla="*/ 693588 w 2057605"/>
                <a:gd name="connsiteY8642" fmla="*/ 1203494 h 3215359"/>
                <a:gd name="connsiteX8643" fmla="*/ 696033 w 2057605"/>
                <a:gd name="connsiteY8643" fmla="*/ 1203494 h 3215359"/>
                <a:gd name="connsiteX8644" fmla="*/ 691143 w 2057605"/>
                <a:gd name="connsiteY8644" fmla="*/ 1201049 h 3215359"/>
                <a:gd name="connsiteX8645" fmla="*/ 688266 w 2057605"/>
                <a:gd name="connsiteY8645" fmla="*/ 1201049 h 3215359"/>
                <a:gd name="connsiteX8646" fmla="*/ 683376 w 2057605"/>
                <a:gd name="connsiteY8646" fmla="*/ 1196014 h 3215359"/>
                <a:gd name="connsiteX8647" fmla="*/ 680930 w 2057605"/>
                <a:gd name="connsiteY8647" fmla="*/ 1196014 h 3215359"/>
                <a:gd name="connsiteX8648" fmla="*/ 675608 w 2057605"/>
                <a:gd name="connsiteY8648" fmla="*/ 1193281 h 3215359"/>
                <a:gd name="connsiteX8649" fmla="*/ 675608 w 2057605"/>
                <a:gd name="connsiteY8649" fmla="*/ 1190836 h 3215359"/>
                <a:gd name="connsiteX8650" fmla="*/ 678198 w 2057605"/>
                <a:gd name="connsiteY8650" fmla="*/ 1190836 h 3215359"/>
                <a:gd name="connsiteX8651" fmla="*/ 678198 w 2057605"/>
                <a:gd name="connsiteY8651" fmla="*/ 1188247 h 3215359"/>
                <a:gd name="connsiteX8652" fmla="*/ 675608 w 2057605"/>
                <a:gd name="connsiteY8652" fmla="*/ 1188247 h 3215359"/>
                <a:gd name="connsiteX8653" fmla="*/ 678198 w 2057605"/>
                <a:gd name="connsiteY8653" fmla="*/ 1185802 h 3215359"/>
                <a:gd name="connsiteX8654" fmla="*/ 678198 w 2057605"/>
                <a:gd name="connsiteY8654" fmla="*/ 1183069 h 3215359"/>
                <a:gd name="connsiteX8655" fmla="*/ 675608 w 2057605"/>
                <a:gd name="connsiteY8655" fmla="*/ 1183069 h 3215359"/>
                <a:gd name="connsiteX8656" fmla="*/ 675608 w 2057605"/>
                <a:gd name="connsiteY8656" fmla="*/ 1185802 h 3215359"/>
                <a:gd name="connsiteX8657" fmla="*/ 673163 w 2057605"/>
                <a:gd name="connsiteY8657" fmla="*/ 1185802 h 3215359"/>
                <a:gd name="connsiteX8658" fmla="*/ 673163 w 2057605"/>
                <a:gd name="connsiteY8658" fmla="*/ 1180624 h 3215359"/>
                <a:gd name="connsiteX8659" fmla="*/ 673163 w 2057605"/>
                <a:gd name="connsiteY8659" fmla="*/ 1178035 h 3215359"/>
                <a:gd name="connsiteX8660" fmla="*/ 675608 w 2057605"/>
                <a:gd name="connsiteY8660" fmla="*/ 1178035 h 3215359"/>
                <a:gd name="connsiteX8661" fmla="*/ 673163 w 2057605"/>
                <a:gd name="connsiteY8661" fmla="*/ 1175589 h 3215359"/>
                <a:gd name="connsiteX8662" fmla="*/ 675608 w 2057605"/>
                <a:gd name="connsiteY8662" fmla="*/ 1173144 h 3215359"/>
                <a:gd name="connsiteX8663" fmla="*/ 680930 w 2057605"/>
                <a:gd name="connsiteY8663" fmla="*/ 1173144 h 3215359"/>
                <a:gd name="connsiteX8664" fmla="*/ 683376 w 2057605"/>
                <a:gd name="connsiteY8664" fmla="*/ 1167822 h 3215359"/>
                <a:gd name="connsiteX8665" fmla="*/ 685821 w 2057605"/>
                <a:gd name="connsiteY8665" fmla="*/ 1167822 h 3215359"/>
                <a:gd name="connsiteX8666" fmla="*/ 685821 w 2057605"/>
                <a:gd name="connsiteY8666" fmla="*/ 1165377 h 3215359"/>
                <a:gd name="connsiteX8667" fmla="*/ 688266 w 2057605"/>
                <a:gd name="connsiteY8667" fmla="*/ 1167822 h 3215359"/>
                <a:gd name="connsiteX8668" fmla="*/ 691143 w 2057605"/>
                <a:gd name="connsiteY8668" fmla="*/ 1165377 h 3215359"/>
                <a:gd name="connsiteX8669" fmla="*/ 691143 w 2057605"/>
                <a:gd name="connsiteY8669" fmla="*/ 1162932 h 3215359"/>
                <a:gd name="connsiteX8670" fmla="*/ 696033 w 2057605"/>
                <a:gd name="connsiteY8670" fmla="*/ 1165377 h 3215359"/>
                <a:gd name="connsiteX8671" fmla="*/ 693588 w 2057605"/>
                <a:gd name="connsiteY8671" fmla="*/ 1162932 h 3215359"/>
                <a:gd name="connsiteX8672" fmla="*/ 696033 w 2057605"/>
                <a:gd name="connsiteY8672" fmla="*/ 1160199 h 3215359"/>
                <a:gd name="connsiteX8673" fmla="*/ 693588 w 2057605"/>
                <a:gd name="connsiteY8673" fmla="*/ 1160199 h 3215359"/>
                <a:gd name="connsiteX8674" fmla="*/ 691143 w 2057605"/>
                <a:gd name="connsiteY8674" fmla="*/ 1157610 h 3215359"/>
                <a:gd name="connsiteX8675" fmla="*/ 693588 w 2057605"/>
                <a:gd name="connsiteY8675" fmla="*/ 1157610 h 3215359"/>
                <a:gd name="connsiteX8676" fmla="*/ 696033 w 2057605"/>
                <a:gd name="connsiteY8676" fmla="*/ 1155164 h 3215359"/>
                <a:gd name="connsiteX8677" fmla="*/ 696033 w 2057605"/>
                <a:gd name="connsiteY8677" fmla="*/ 1152719 h 3215359"/>
                <a:gd name="connsiteX8678" fmla="*/ 693588 w 2057605"/>
                <a:gd name="connsiteY8678" fmla="*/ 1147397 h 3215359"/>
                <a:gd name="connsiteX8679" fmla="*/ 691143 w 2057605"/>
                <a:gd name="connsiteY8679" fmla="*/ 1144952 h 3215359"/>
                <a:gd name="connsiteX8680" fmla="*/ 691143 w 2057605"/>
                <a:gd name="connsiteY8680" fmla="*/ 1139774 h 3215359"/>
                <a:gd name="connsiteX8681" fmla="*/ 685821 w 2057605"/>
                <a:gd name="connsiteY8681" fmla="*/ 1139774 h 3215359"/>
                <a:gd name="connsiteX8682" fmla="*/ 683376 w 2057605"/>
                <a:gd name="connsiteY8682" fmla="*/ 1137185 h 3215359"/>
                <a:gd name="connsiteX8683" fmla="*/ 685821 w 2057605"/>
                <a:gd name="connsiteY8683" fmla="*/ 1134739 h 3215359"/>
                <a:gd name="connsiteX8684" fmla="*/ 683376 w 2057605"/>
                <a:gd name="connsiteY8684" fmla="*/ 1134739 h 3215359"/>
                <a:gd name="connsiteX8685" fmla="*/ 680930 w 2057605"/>
                <a:gd name="connsiteY8685" fmla="*/ 1132294 h 3215359"/>
                <a:gd name="connsiteX8686" fmla="*/ 680930 w 2057605"/>
                <a:gd name="connsiteY8686" fmla="*/ 1129561 h 3215359"/>
                <a:gd name="connsiteX8687" fmla="*/ 678198 w 2057605"/>
                <a:gd name="connsiteY8687" fmla="*/ 1132294 h 3215359"/>
                <a:gd name="connsiteX8688" fmla="*/ 678198 w 2057605"/>
                <a:gd name="connsiteY8688" fmla="*/ 1137185 h 3215359"/>
                <a:gd name="connsiteX8689" fmla="*/ 675608 w 2057605"/>
                <a:gd name="connsiteY8689" fmla="*/ 1137185 h 3215359"/>
                <a:gd name="connsiteX8690" fmla="*/ 675608 w 2057605"/>
                <a:gd name="connsiteY8690" fmla="*/ 1132294 h 3215359"/>
                <a:gd name="connsiteX8691" fmla="*/ 673163 w 2057605"/>
                <a:gd name="connsiteY8691" fmla="*/ 1129561 h 3215359"/>
                <a:gd name="connsiteX8692" fmla="*/ 673163 w 2057605"/>
                <a:gd name="connsiteY8692" fmla="*/ 1127116 h 3215359"/>
                <a:gd name="connsiteX8693" fmla="*/ 670718 w 2057605"/>
                <a:gd name="connsiteY8693" fmla="*/ 1124527 h 3215359"/>
                <a:gd name="connsiteX8694" fmla="*/ 670718 w 2057605"/>
                <a:gd name="connsiteY8694" fmla="*/ 1122082 h 3215359"/>
                <a:gd name="connsiteX8695" fmla="*/ 665396 w 2057605"/>
                <a:gd name="connsiteY8695" fmla="*/ 1119349 h 3215359"/>
                <a:gd name="connsiteX8696" fmla="*/ 662951 w 2057605"/>
                <a:gd name="connsiteY8696" fmla="*/ 1122082 h 3215359"/>
                <a:gd name="connsiteX8697" fmla="*/ 662951 w 2057605"/>
                <a:gd name="connsiteY8697" fmla="*/ 1119349 h 3215359"/>
                <a:gd name="connsiteX8698" fmla="*/ 665396 w 2057605"/>
                <a:gd name="connsiteY8698" fmla="*/ 1116903 h 3215359"/>
                <a:gd name="connsiteX8699" fmla="*/ 665396 w 2057605"/>
                <a:gd name="connsiteY8699" fmla="*/ 1114314 h 3215359"/>
                <a:gd name="connsiteX8700" fmla="*/ 662951 w 2057605"/>
                <a:gd name="connsiteY8700" fmla="*/ 1111869 h 3215359"/>
                <a:gd name="connsiteX8701" fmla="*/ 665396 w 2057605"/>
                <a:gd name="connsiteY8701" fmla="*/ 1109136 h 3215359"/>
                <a:gd name="connsiteX8702" fmla="*/ 665396 w 2057605"/>
                <a:gd name="connsiteY8702" fmla="*/ 1101657 h 3215359"/>
                <a:gd name="connsiteX8703" fmla="*/ 675608 w 2057605"/>
                <a:gd name="connsiteY8703" fmla="*/ 1101657 h 3215359"/>
                <a:gd name="connsiteX8704" fmla="*/ 680930 w 2057605"/>
                <a:gd name="connsiteY8704" fmla="*/ 1096478 h 3215359"/>
                <a:gd name="connsiteX8705" fmla="*/ 680930 w 2057605"/>
                <a:gd name="connsiteY8705" fmla="*/ 1093889 h 3215359"/>
                <a:gd name="connsiteX8706" fmla="*/ 683376 w 2057605"/>
                <a:gd name="connsiteY8706" fmla="*/ 1096478 h 3215359"/>
                <a:gd name="connsiteX8707" fmla="*/ 685821 w 2057605"/>
                <a:gd name="connsiteY8707" fmla="*/ 1093889 h 3215359"/>
                <a:gd name="connsiteX8708" fmla="*/ 685821 w 2057605"/>
                <a:gd name="connsiteY8708" fmla="*/ 1096478 h 3215359"/>
                <a:gd name="connsiteX8709" fmla="*/ 688266 w 2057605"/>
                <a:gd name="connsiteY8709" fmla="*/ 1096478 h 3215359"/>
                <a:gd name="connsiteX8710" fmla="*/ 688266 w 2057605"/>
                <a:gd name="connsiteY8710" fmla="*/ 1093889 h 3215359"/>
                <a:gd name="connsiteX8711" fmla="*/ 691143 w 2057605"/>
                <a:gd name="connsiteY8711" fmla="*/ 1093889 h 3215359"/>
                <a:gd name="connsiteX8712" fmla="*/ 691143 w 2057605"/>
                <a:gd name="connsiteY8712" fmla="*/ 1091444 h 3215359"/>
                <a:gd name="connsiteX8713" fmla="*/ 688266 w 2057605"/>
                <a:gd name="connsiteY8713" fmla="*/ 1088711 h 3215359"/>
                <a:gd name="connsiteX8714" fmla="*/ 691143 w 2057605"/>
                <a:gd name="connsiteY8714" fmla="*/ 1086266 h 3215359"/>
                <a:gd name="connsiteX8715" fmla="*/ 691143 w 2057605"/>
                <a:gd name="connsiteY8715" fmla="*/ 1083677 h 3215359"/>
                <a:gd name="connsiteX8716" fmla="*/ 691143 w 2057605"/>
                <a:gd name="connsiteY8716" fmla="*/ 1081231 h 3215359"/>
                <a:gd name="connsiteX8717" fmla="*/ 693588 w 2057605"/>
                <a:gd name="connsiteY8717" fmla="*/ 1083677 h 3215359"/>
                <a:gd name="connsiteX8718" fmla="*/ 696033 w 2057605"/>
                <a:gd name="connsiteY8718" fmla="*/ 1083677 h 3215359"/>
                <a:gd name="connsiteX8719" fmla="*/ 696033 w 2057605"/>
                <a:gd name="connsiteY8719" fmla="*/ 1081231 h 3215359"/>
                <a:gd name="connsiteX8720" fmla="*/ 696033 w 2057605"/>
                <a:gd name="connsiteY8720" fmla="*/ 1078786 h 3215359"/>
                <a:gd name="connsiteX8721" fmla="*/ 698623 w 2057605"/>
                <a:gd name="connsiteY8721" fmla="*/ 1078786 h 3215359"/>
                <a:gd name="connsiteX8722" fmla="*/ 701212 w 2057605"/>
                <a:gd name="connsiteY8722" fmla="*/ 1073464 h 3215359"/>
                <a:gd name="connsiteX8723" fmla="*/ 701212 w 2057605"/>
                <a:gd name="connsiteY8723" fmla="*/ 1071019 h 3215359"/>
                <a:gd name="connsiteX8724" fmla="*/ 701212 w 2057605"/>
                <a:gd name="connsiteY8724" fmla="*/ 1068574 h 3215359"/>
                <a:gd name="connsiteX8725" fmla="*/ 703801 w 2057605"/>
                <a:gd name="connsiteY8725" fmla="*/ 1065841 h 3215359"/>
                <a:gd name="connsiteX8726" fmla="*/ 703801 w 2057605"/>
                <a:gd name="connsiteY8726" fmla="*/ 1063252 h 3215359"/>
                <a:gd name="connsiteX8727" fmla="*/ 708835 w 2057605"/>
                <a:gd name="connsiteY8727" fmla="*/ 1060806 h 3215359"/>
                <a:gd name="connsiteX8728" fmla="*/ 708835 w 2057605"/>
                <a:gd name="connsiteY8728" fmla="*/ 1058361 h 3215359"/>
                <a:gd name="connsiteX8729" fmla="*/ 708835 w 2057605"/>
                <a:gd name="connsiteY8729" fmla="*/ 1055628 h 3215359"/>
                <a:gd name="connsiteX8730" fmla="*/ 711280 w 2057605"/>
                <a:gd name="connsiteY8730" fmla="*/ 1055628 h 3215359"/>
                <a:gd name="connsiteX8731" fmla="*/ 1160054 w 2057605"/>
                <a:gd name="connsiteY8731" fmla="*/ 1050594 h 3215359"/>
                <a:gd name="connsiteX8732" fmla="*/ 1162643 w 2057605"/>
                <a:gd name="connsiteY8732" fmla="*/ 1050594 h 3215359"/>
                <a:gd name="connsiteX8733" fmla="*/ 1162643 w 2057605"/>
                <a:gd name="connsiteY8733" fmla="*/ 1053183 h 3215359"/>
                <a:gd name="connsiteX8734" fmla="*/ 1165089 w 2057605"/>
                <a:gd name="connsiteY8734" fmla="*/ 1050594 h 3215359"/>
                <a:gd name="connsiteX8735" fmla="*/ 1167822 w 2057605"/>
                <a:gd name="connsiteY8735" fmla="*/ 1050594 h 3215359"/>
                <a:gd name="connsiteX8736" fmla="*/ 1170267 w 2057605"/>
                <a:gd name="connsiteY8736" fmla="*/ 1050594 h 3215359"/>
                <a:gd name="connsiteX8737" fmla="*/ 1170267 w 2057605"/>
                <a:gd name="connsiteY8737" fmla="*/ 1053183 h 3215359"/>
                <a:gd name="connsiteX8738" fmla="*/ 1172856 w 2057605"/>
                <a:gd name="connsiteY8738" fmla="*/ 1055628 h 3215359"/>
                <a:gd name="connsiteX8739" fmla="*/ 1172856 w 2057605"/>
                <a:gd name="connsiteY8739" fmla="*/ 1058361 h 3215359"/>
                <a:gd name="connsiteX8740" fmla="*/ 1175301 w 2057605"/>
                <a:gd name="connsiteY8740" fmla="*/ 1058361 h 3215359"/>
                <a:gd name="connsiteX8741" fmla="*/ 1178034 w 2057605"/>
                <a:gd name="connsiteY8741" fmla="*/ 1060806 h 3215359"/>
                <a:gd name="connsiteX8742" fmla="*/ 1180479 w 2057605"/>
                <a:gd name="connsiteY8742" fmla="*/ 1060806 h 3215359"/>
                <a:gd name="connsiteX8743" fmla="*/ 1183068 w 2057605"/>
                <a:gd name="connsiteY8743" fmla="*/ 1063252 h 3215359"/>
                <a:gd name="connsiteX8744" fmla="*/ 1185514 w 2057605"/>
                <a:gd name="connsiteY8744" fmla="*/ 1063252 h 3215359"/>
                <a:gd name="connsiteX8745" fmla="*/ 1188247 w 2057605"/>
                <a:gd name="connsiteY8745" fmla="*/ 1063252 h 3215359"/>
                <a:gd name="connsiteX8746" fmla="*/ 1190692 w 2057605"/>
                <a:gd name="connsiteY8746" fmla="*/ 1063252 h 3215359"/>
                <a:gd name="connsiteX8747" fmla="*/ 1193137 w 2057605"/>
                <a:gd name="connsiteY8747" fmla="*/ 1063252 h 3215359"/>
                <a:gd name="connsiteX8748" fmla="*/ 1195726 w 2057605"/>
                <a:gd name="connsiteY8748" fmla="*/ 1063252 h 3215359"/>
                <a:gd name="connsiteX8749" fmla="*/ 1198459 w 2057605"/>
                <a:gd name="connsiteY8749" fmla="*/ 1063252 h 3215359"/>
                <a:gd name="connsiteX8750" fmla="*/ 1200904 w 2057605"/>
                <a:gd name="connsiteY8750" fmla="*/ 1071019 h 3215359"/>
                <a:gd name="connsiteX8751" fmla="*/ 1205939 w 2057605"/>
                <a:gd name="connsiteY8751" fmla="*/ 1073464 h 3215359"/>
                <a:gd name="connsiteX8752" fmla="*/ 1205939 w 2057605"/>
                <a:gd name="connsiteY8752" fmla="*/ 1076053 h 3215359"/>
                <a:gd name="connsiteX8753" fmla="*/ 1208672 w 2057605"/>
                <a:gd name="connsiteY8753" fmla="*/ 1076053 h 3215359"/>
                <a:gd name="connsiteX8754" fmla="*/ 1213706 w 2057605"/>
                <a:gd name="connsiteY8754" fmla="*/ 1073464 h 3215359"/>
                <a:gd name="connsiteX8755" fmla="*/ 1213706 w 2057605"/>
                <a:gd name="connsiteY8755" fmla="*/ 1071019 h 3215359"/>
                <a:gd name="connsiteX8756" fmla="*/ 1216151 w 2057605"/>
                <a:gd name="connsiteY8756" fmla="*/ 1068574 h 3215359"/>
                <a:gd name="connsiteX8757" fmla="*/ 1218884 w 2057605"/>
                <a:gd name="connsiteY8757" fmla="*/ 1068574 h 3215359"/>
                <a:gd name="connsiteX8758" fmla="*/ 1221329 w 2057605"/>
                <a:gd name="connsiteY8758" fmla="*/ 1071019 h 3215359"/>
                <a:gd name="connsiteX8759" fmla="*/ 1223775 w 2057605"/>
                <a:gd name="connsiteY8759" fmla="*/ 1071019 h 3215359"/>
                <a:gd name="connsiteX8760" fmla="*/ 1228809 w 2057605"/>
                <a:gd name="connsiteY8760" fmla="*/ 1073464 h 3215359"/>
                <a:gd name="connsiteX8761" fmla="*/ 1231542 w 2057605"/>
                <a:gd name="connsiteY8761" fmla="*/ 1081231 h 3215359"/>
                <a:gd name="connsiteX8762" fmla="*/ 1236576 w 2057605"/>
                <a:gd name="connsiteY8762" fmla="*/ 1086266 h 3215359"/>
                <a:gd name="connsiteX8763" fmla="*/ 1236576 w 2057605"/>
                <a:gd name="connsiteY8763" fmla="*/ 1088711 h 3215359"/>
                <a:gd name="connsiteX8764" fmla="*/ 1239021 w 2057605"/>
                <a:gd name="connsiteY8764" fmla="*/ 1091444 h 3215359"/>
                <a:gd name="connsiteX8765" fmla="*/ 1239021 w 2057605"/>
                <a:gd name="connsiteY8765" fmla="*/ 1096478 h 3215359"/>
                <a:gd name="connsiteX8766" fmla="*/ 1244200 w 2057605"/>
                <a:gd name="connsiteY8766" fmla="*/ 1096478 h 3215359"/>
                <a:gd name="connsiteX8767" fmla="*/ 1244200 w 2057605"/>
                <a:gd name="connsiteY8767" fmla="*/ 1101657 h 3215359"/>
                <a:gd name="connsiteX8768" fmla="*/ 1244200 w 2057605"/>
                <a:gd name="connsiteY8768" fmla="*/ 1104102 h 3215359"/>
                <a:gd name="connsiteX8769" fmla="*/ 1241754 w 2057605"/>
                <a:gd name="connsiteY8769" fmla="*/ 1111869 h 3215359"/>
                <a:gd name="connsiteX8770" fmla="*/ 1241754 w 2057605"/>
                <a:gd name="connsiteY8770" fmla="*/ 1114314 h 3215359"/>
                <a:gd name="connsiteX8771" fmla="*/ 1241754 w 2057605"/>
                <a:gd name="connsiteY8771" fmla="*/ 1119349 h 3215359"/>
                <a:gd name="connsiteX8772" fmla="*/ 1239021 w 2057605"/>
                <a:gd name="connsiteY8772" fmla="*/ 1122082 h 3215359"/>
                <a:gd name="connsiteX8773" fmla="*/ 1239021 w 2057605"/>
                <a:gd name="connsiteY8773" fmla="*/ 1124527 h 3215359"/>
                <a:gd name="connsiteX8774" fmla="*/ 1236576 w 2057605"/>
                <a:gd name="connsiteY8774" fmla="*/ 1127116 h 3215359"/>
                <a:gd name="connsiteX8775" fmla="*/ 1236576 w 2057605"/>
                <a:gd name="connsiteY8775" fmla="*/ 1129561 h 3215359"/>
                <a:gd name="connsiteX8776" fmla="*/ 1233987 w 2057605"/>
                <a:gd name="connsiteY8776" fmla="*/ 1129561 h 3215359"/>
                <a:gd name="connsiteX8777" fmla="*/ 1231542 w 2057605"/>
                <a:gd name="connsiteY8777" fmla="*/ 1137185 h 3215359"/>
                <a:gd name="connsiteX8778" fmla="*/ 1228809 w 2057605"/>
                <a:gd name="connsiteY8778" fmla="*/ 1137185 h 3215359"/>
                <a:gd name="connsiteX8779" fmla="*/ 1228809 w 2057605"/>
                <a:gd name="connsiteY8779" fmla="*/ 1139774 h 3215359"/>
                <a:gd name="connsiteX8780" fmla="*/ 1228809 w 2057605"/>
                <a:gd name="connsiteY8780" fmla="*/ 1142507 h 3215359"/>
                <a:gd name="connsiteX8781" fmla="*/ 1231542 w 2057605"/>
                <a:gd name="connsiteY8781" fmla="*/ 1147397 h 3215359"/>
                <a:gd name="connsiteX8782" fmla="*/ 1233987 w 2057605"/>
                <a:gd name="connsiteY8782" fmla="*/ 1147397 h 3215359"/>
                <a:gd name="connsiteX8783" fmla="*/ 1231542 w 2057605"/>
                <a:gd name="connsiteY8783" fmla="*/ 1142507 h 3215359"/>
                <a:gd name="connsiteX8784" fmla="*/ 1231542 w 2057605"/>
                <a:gd name="connsiteY8784" fmla="*/ 1139774 h 3215359"/>
                <a:gd name="connsiteX8785" fmla="*/ 1233987 w 2057605"/>
                <a:gd name="connsiteY8785" fmla="*/ 1137185 h 3215359"/>
                <a:gd name="connsiteX8786" fmla="*/ 1236576 w 2057605"/>
                <a:gd name="connsiteY8786" fmla="*/ 1137185 h 3215359"/>
                <a:gd name="connsiteX8787" fmla="*/ 1239021 w 2057605"/>
                <a:gd name="connsiteY8787" fmla="*/ 1137185 h 3215359"/>
                <a:gd name="connsiteX8788" fmla="*/ 1241754 w 2057605"/>
                <a:gd name="connsiteY8788" fmla="*/ 1129561 h 3215359"/>
                <a:gd name="connsiteX8789" fmla="*/ 1244200 w 2057605"/>
                <a:gd name="connsiteY8789" fmla="*/ 1124527 h 3215359"/>
                <a:gd name="connsiteX8790" fmla="*/ 1244200 w 2057605"/>
                <a:gd name="connsiteY8790" fmla="*/ 1122082 h 3215359"/>
                <a:gd name="connsiteX8791" fmla="*/ 1244200 w 2057605"/>
                <a:gd name="connsiteY8791" fmla="*/ 1119349 h 3215359"/>
                <a:gd name="connsiteX8792" fmla="*/ 1246789 w 2057605"/>
                <a:gd name="connsiteY8792" fmla="*/ 1114314 h 3215359"/>
                <a:gd name="connsiteX8793" fmla="*/ 1254412 w 2057605"/>
                <a:gd name="connsiteY8793" fmla="*/ 1114314 h 3215359"/>
                <a:gd name="connsiteX8794" fmla="*/ 1259446 w 2057605"/>
                <a:gd name="connsiteY8794" fmla="*/ 1116903 h 3215359"/>
                <a:gd name="connsiteX8795" fmla="*/ 1262179 w 2057605"/>
                <a:gd name="connsiteY8795" fmla="*/ 1116903 h 3215359"/>
                <a:gd name="connsiteX8796" fmla="*/ 1264625 w 2057605"/>
                <a:gd name="connsiteY8796" fmla="*/ 1114314 h 3215359"/>
                <a:gd name="connsiteX8797" fmla="*/ 1267214 w 2057605"/>
                <a:gd name="connsiteY8797" fmla="*/ 1114314 h 3215359"/>
                <a:gd name="connsiteX8798" fmla="*/ 1269659 w 2057605"/>
                <a:gd name="connsiteY8798" fmla="*/ 1114314 h 3215359"/>
                <a:gd name="connsiteX8799" fmla="*/ 1272392 w 2057605"/>
                <a:gd name="connsiteY8799" fmla="*/ 1116903 h 3215359"/>
                <a:gd name="connsiteX8800" fmla="*/ 1272392 w 2057605"/>
                <a:gd name="connsiteY8800" fmla="*/ 1114314 h 3215359"/>
                <a:gd name="connsiteX8801" fmla="*/ 1274837 w 2057605"/>
                <a:gd name="connsiteY8801" fmla="*/ 1114314 h 3215359"/>
                <a:gd name="connsiteX8802" fmla="*/ 1277426 w 2057605"/>
                <a:gd name="connsiteY8802" fmla="*/ 1111869 h 3215359"/>
                <a:gd name="connsiteX8803" fmla="*/ 1279871 w 2057605"/>
                <a:gd name="connsiteY8803" fmla="*/ 1109136 h 3215359"/>
                <a:gd name="connsiteX8804" fmla="*/ 1282604 w 2057605"/>
                <a:gd name="connsiteY8804" fmla="*/ 1109136 h 3215359"/>
                <a:gd name="connsiteX8805" fmla="*/ 1285050 w 2057605"/>
                <a:gd name="connsiteY8805" fmla="*/ 1106691 h 3215359"/>
                <a:gd name="connsiteX8806" fmla="*/ 1285050 w 2057605"/>
                <a:gd name="connsiteY8806" fmla="*/ 1104102 h 3215359"/>
                <a:gd name="connsiteX8807" fmla="*/ 1287495 w 2057605"/>
                <a:gd name="connsiteY8807" fmla="*/ 1104102 h 3215359"/>
                <a:gd name="connsiteX8808" fmla="*/ 1290084 w 2057605"/>
                <a:gd name="connsiteY8808" fmla="*/ 1104102 h 3215359"/>
                <a:gd name="connsiteX8809" fmla="*/ 1297707 w 2057605"/>
                <a:gd name="connsiteY8809" fmla="*/ 1101657 h 3215359"/>
                <a:gd name="connsiteX8810" fmla="*/ 1302742 w 2057605"/>
                <a:gd name="connsiteY8810" fmla="*/ 1101657 h 3215359"/>
                <a:gd name="connsiteX8811" fmla="*/ 1305475 w 2057605"/>
                <a:gd name="connsiteY8811" fmla="*/ 1101657 h 3215359"/>
                <a:gd name="connsiteX8812" fmla="*/ 1305475 w 2057605"/>
                <a:gd name="connsiteY8812" fmla="*/ 1104102 h 3215359"/>
                <a:gd name="connsiteX8813" fmla="*/ 1307920 w 2057605"/>
                <a:gd name="connsiteY8813" fmla="*/ 1104102 h 3215359"/>
                <a:gd name="connsiteX8814" fmla="*/ 1310509 w 2057605"/>
                <a:gd name="connsiteY8814" fmla="*/ 1101657 h 3215359"/>
                <a:gd name="connsiteX8815" fmla="*/ 1315687 w 2057605"/>
                <a:gd name="connsiteY8815" fmla="*/ 1106691 h 3215359"/>
                <a:gd name="connsiteX8816" fmla="*/ 1318132 w 2057605"/>
                <a:gd name="connsiteY8816" fmla="*/ 1106691 h 3215359"/>
                <a:gd name="connsiteX8817" fmla="*/ 1323167 w 2057605"/>
                <a:gd name="connsiteY8817" fmla="*/ 1109136 h 3215359"/>
                <a:gd name="connsiteX8818" fmla="*/ 1323167 w 2057605"/>
                <a:gd name="connsiteY8818" fmla="*/ 1111869 h 3215359"/>
                <a:gd name="connsiteX8819" fmla="*/ 1323167 w 2057605"/>
                <a:gd name="connsiteY8819" fmla="*/ 1114314 h 3215359"/>
                <a:gd name="connsiteX8820" fmla="*/ 1325900 w 2057605"/>
                <a:gd name="connsiteY8820" fmla="*/ 1114314 h 3215359"/>
                <a:gd name="connsiteX8821" fmla="*/ 1328345 w 2057605"/>
                <a:gd name="connsiteY8821" fmla="*/ 1114314 h 3215359"/>
                <a:gd name="connsiteX8822" fmla="*/ 1328345 w 2057605"/>
                <a:gd name="connsiteY8822" fmla="*/ 1116903 h 3215359"/>
                <a:gd name="connsiteX8823" fmla="*/ 1330934 w 2057605"/>
                <a:gd name="connsiteY8823" fmla="*/ 1116903 h 3215359"/>
                <a:gd name="connsiteX8824" fmla="*/ 1333379 w 2057605"/>
                <a:gd name="connsiteY8824" fmla="*/ 1119349 h 3215359"/>
                <a:gd name="connsiteX8825" fmla="*/ 1336112 w 2057605"/>
                <a:gd name="connsiteY8825" fmla="*/ 1124527 h 3215359"/>
                <a:gd name="connsiteX8826" fmla="*/ 1333379 w 2057605"/>
                <a:gd name="connsiteY8826" fmla="*/ 1127116 h 3215359"/>
                <a:gd name="connsiteX8827" fmla="*/ 1333379 w 2057605"/>
                <a:gd name="connsiteY8827" fmla="*/ 1129561 h 3215359"/>
                <a:gd name="connsiteX8828" fmla="*/ 1336112 w 2057605"/>
                <a:gd name="connsiteY8828" fmla="*/ 1129561 h 3215359"/>
                <a:gd name="connsiteX8829" fmla="*/ 1336112 w 2057605"/>
                <a:gd name="connsiteY8829" fmla="*/ 1132294 h 3215359"/>
                <a:gd name="connsiteX8830" fmla="*/ 1330934 w 2057605"/>
                <a:gd name="connsiteY8830" fmla="*/ 1134739 h 3215359"/>
                <a:gd name="connsiteX8831" fmla="*/ 1328345 w 2057605"/>
                <a:gd name="connsiteY8831" fmla="*/ 1132294 h 3215359"/>
                <a:gd name="connsiteX8832" fmla="*/ 1323167 w 2057605"/>
                <a:gd name="connsiteY8832" fmla="*/ 1134739 h 3215359"/>
                <a:gd name="connsiteX8833" fmla="*/ 1323167 w 2057605"/>
                <a:gd name="connsiteY8833" fmla="*/ 1132294 h 3215359"/>
                <a:gd name="connsiteX8834" fmla="*/ 1320722 w 2057605"/>
                <a:gd name="connsiteY8834" fmla="*/ 1129561 h 3215359"/>
                <a:gd name="connsiteX8835" fmla="*/ 1320722 w 2057605"/>
                <a:gd name="connsiteY8835" fmla="*/ 1127116 h 3215359"/>
                <a:gd name="connsiteX8836" fmla="*/ 1318132 w 2057605"/>
                <a:gd name="connsiteY8836" fmla="*/ 1127116 h 3215359"/>
                <a:gd name="connsiteX8837" fmla="*/ 1318132 w 2057605"/>
                <a:gd name="connsiteY8837" fmla="*/ 1129561 h 3215359"/>
                <a:gd name="connsiteX8838" fmla="*/ 1315687 w 2057605"/>
                <a:gd name="connsiteY8838" fmla="*/ 1129561 h 3215359"/>
                <a:gd name="connsiteX8839" fmla="*/ 1310509 w 2057605"/>
                <a:gd name="connsiteY8839" fmla="*/ 1129561 h 3215359"/>
                <a:gd name="connsiteX8840" fmla="*/ 1302742 w 2057605"/>
                <a:gd name="connsiteY8840" fmla="*/ 1127116 h 3215359"/>
                <a:gd name="connsiteX8841" fmla="*/ 1297707 w 2057605"/>
                <a:gd name="connsiteY8841" fmla="*/ 1129561 h 3215359"/>
                <a:gd name="connsiteX8842" fmla="*/ 1300297 w 2057605"/>
                <a:gd name="connsiteY8842" fmla="*/ 1129561 h 3215359"/>
                <a:gd name="connsiteX8843" fmla="*/ 1305475 w 2057605"/>
                <a:gd name="connsiteY8843" fmla="*/ 1132294 h 3215359"/>
                <a:gd name="connsiteX8844" fmla="*/ 1302742 w 2057605"/>
                <a:gd name="connsiteY8844" fmla="*/ 1132294 h 3215359"/>
                <a:gd name="connsiteX8845" fmla="*/ 1302742 w 2057605"/>
                <a:gd name="connsiteY8845" fmla="*/ 1134739 h 3215359"/>
                <a:gd name="connsiteX8846" fmla="*/ 1307920 w 2057605"/>
                <a:gd name="connsiteY8846" fmla="*/ 1134739 h 3215359"/>
                <a:gd name="connsiteX8847" fmla="*/ 1307920 w 2057605"/>
                <a:gd name="connsiteY8847" fmla="*/ 1132294 h 3215359"/>
                <a:gd name="connsiteX8848" fmla="*/ 1310509 w 2057605"/>
                <a:gd name="connsiteY8848" fmla="*/ 1134739 h 3215359"/>
                <a:gd name="connsiteX8849" fmla="*/ 1312954 w 2057605"/>
                <a:gd name="connsiteY8849" fmla="*/ 1134739 h 3215359"/>
                <a:gd name="connsiteX8850" fmla="*/ 1320722 w 2057605"/>
                <a:gd name="connsiteY8850" fmla="*/ 1134739 h 3215359"/>
                <a:gd name="connsiteX8851" fmla="*/ 1320722 w 2057605"/>
                <a:gd name="connsiteY8851" fmla="*/ 1137185 h 3215359"/>
                <a:gd name="connsiteX8852" fmla="*/ 1323167 w 2057605"/>
                <a:gd name="connsiteY8852" fmla="*/ 1137185 h 3215359"/>
                <a:gd name="connsiteX8853" fmla="*/ 1328345 w 2057605"/>
                <a:gd name="connsiteY8853" fmla="*/ 1137185 h 3215359"/>
                <a:gd name="connsiteX8854" fmla="*/ 1330934 w 2057605"/>
                <a:gd name="connsiteY8854" fmla="*/ 1139774 h 3215359"/>
                <a:gd name="connsiteX8855" fmla="*/ 1333379 w 2057605"/>
                <a:gd name="connsiteY8855" fmla="*/ 1139774 h 3215359"/>
                <a:gd name="connsiteX8856" fmla="*/ 1330934 w 2057605"/>
                <a:gd name="connsiteY8856" fmla="*/ 1142507 h 3215359"/>
                <a:gd name="connsiteX8857" fmla="*/ 1336112 w 2057605"/>
                <a:gd name="connsiteY8857" fmla="*/ 1139774 h 3215359"/>
                <a:gd name="connsiteX8858" fmla="*/ 1341147 w 2057605"/>
                <a:gd name="connsiteY8858" fmla="*/ 1139774 h 3215359"/>
                <a:gd name="connsiteX8859" fmla="*/ 1346325 w 2057605"/>
                <a:gd name="connsiteY8859" fmla="*/ 1144952 h 3215359"/>
                <a:gd name="connsiteX8860" fmla="*/ 1353804 w 2057605"/>
                <a:gd name="connsiteY8860" fmla="*/ 1144952 h 3215359"/>
                <a:gd name="connsiteX8861" fmla="*/ 1356537 w 2057605"/>
                <a:gd name="connsiteY8861" fmla="*/ 1147397 h 3215359"/>
                <a:gd name="connsiteX8862" fmla="*/ 1361572 w 2057605"/>
                <a:gd name="connsiteY8862" fmla="*/ 1149986 h 3215359"/>
                <a:gd name="connsiteX8863" fmla="*/ 1369195 w 2057605"/>
                <a:gd name="connsiteY8863" fmla="*/ 1149986 h 3215359"/>
                <a:gd name="connsiteX8864" fmla="*/ 1371784 w 2057605"/>
                <a:gd name="connsiteY8864" fmla="*/ 1149986 h 3215359"/>
                <a:gd name="connsiteX8865" fmla="*/ 1374230 w 2057605"/>
                <a:gd name="connsiteY8865" fmla="*/ 1152719 h 3215359"/>
                <a:gd name="connsiteX8866" fmla="*/ 1379408 w 2057605"/>
                <a:gd name="connsiteY8866" fmla="*/ 1152719 h 3215359"/>
                <a:gd name="connsiteX8867" fmla="*/ 1379408 w 2057605"/>
                <a:gd name="connsiteY8867" fmla="*/ 1155164 h 3215359"/>
                <a:gd name="connsiteX8868" fmla="*/ 1381853 w 2057605"/>
                <a:gd name="connsiteY8868" fmla="*/ 1157610 h 3215359"/>
                <a:gd name="connsiteX8869" fmla="*/ 1381853 w 2057605"/>
                <a:gd name="connsiteY8869" fmla="*/ 1160199 h 3215359"/>
                <a:gd name="connsiteX8870" fmla="*/ 1379408 w 2057605"/>
                <a:gd name="connsiteY8870" fmla="*/ 1165377 h 3215359"/>
                <a:gd name="connsiteX8871" fmla="*/ 1379408 w 2057605"/>
                <a:gd name="connsiteY8871" fmla="*/ 1167822 h 3215359"/>
                <a:gd name="connsiteX8872" fmla="*/ 1376675 w 2057605"/>
                <a:gd name="connsiteY8872" fmla="*/ 1170411 h 3215359"/>
                <a:gd name="connsiteX8873" fmla="*/ 1369195 w 2057605"/>
                <a:gd name="connsiteY8873" fmla="*/ 1173144 h 3215359"/>
                <a:gd name="connsiteX8874" fmla="*/ 1366750 w 2057605"/>
                <a:gd name="connsiteY8874" fmla="*/ 1173144 h 3215359"/>
                <a:gd name="connsiteX8875" fmla="*/ 1358982 w 2057605"/>
                <a:gd name="connsiteY8875" fmla="*/ 1173144 h 3215359"/>
                <a:gd name="connsiteX8876" fmla="*/ 1356537 w 2057605"/>
                <a:gd name="connsiteY8876" fmla="*/ 1173144 h 3215359"/>
                <a:gd name="connsiteX8877" fmla="*/ 1348770 w 2057605"/>
                <a:gd name="connsiteY8877" fmla="*/ 1173144 h 3215359"/>
                <a:gd name="connsiteX8878" fmla="*/ 1338557 w 2057605"/>
                <a:gd name="connsiteY8878" fmla="*/ 1173144 h 3215359"/>
                <a:gd name="connsiteX8879" fmla="*/ 1341147 w 2057605"/>
                <a:gd name="connsiteY8879" fmla="*/ 1175589 h 3215359"/>
                <a:gd name="connsiteX8880" fmla="*/ 1346325 w 2057605"/>
                <a:gd name="connsiteY8880" fmla="*/ 1178035 h 3215359"/>
                <a:gd name="connsiteX8881" fmla="*/ 1351359 w 2057605"/>
                <a:gd name="connsiteY8881" fmla="*/ 1178035 h 3215359"/>
                <a:gd name="connsiteX8882" fmla="*/ 1351359 w 2057605"/>
                <a:gd name="connsiteY8882" fmla="*/ 1180624 h 3215359"/>
                <a:gd name="connsiteX8883" fmla="*/ 1343592 w 2057605"/>
                <a:gd name="connsiteY8883" fmla="*/ 1178035 h 3215359"/>
                <a:gd name="connsiteX8884" fmla="*/ 1338557 w 2057605"/>
                <a:gd name="connsiteY8884" fmla="*/ 1175589 h 3215359"/>
                <a:gd name="connsiteX8885" fmla="*/ 1336112 w 2057605"/>
                <a:gd name="connsiteY8885" fmla="*/ 1173144 h 3215359"/>
                <a:gd name="connsiteX8886" fmla="*/ 1333379 w 2057605"/>
                <a:gd name="connsiteY8886" fmla="*/ 1173144 h 3215359"/>
                <a:gd name="connsiteX8887" fmla="*/ 1328345 w 2057605"/>
                <a:gd name="connsiteY8887" fmla="*/ 1173144 h 3215359"/>
                <a:gd name="connsiteX8888" fmla="*/ 1320722 w 2057605"/>
                <a:gd name="connsiteY8888" fmla="*/ 1173144 h 3215359"/>
                <a:gd name="connsiteX8889" fmla="*/ 1315687 w 2057605"/>
                <a:gd name="connsiteY8889" fmla="*/ 1173144 h 3215359"/>
                <a:gd name="connsiteX8890" fmla="*/ 1312954 w 2057605"/>
                <a:gd name="connsiteY8890" fmla="*/ 1167822 h 3215359"/>
                <a:gd name="connsiteX8891" fmla="*/ 1310509 w 2057605"/>
                <a:gd name="connsiteY8891" fmla="*/ 1167822 h 3215359"/>
                <a:gd name="connsiteX8892" fmla="*/ 1305475 w 2057605"/>
                <a:gd name="connsiteY8892" fmla="*/ 1162932 h 3215359"/>
                <a:gd name="connsiteX8893" fmla="*/ 1302742 w 2057605"/>
                <a:gd name="connsiteY8893" fmla="*/ 1162932 h 3215359"/>
                <a:gd name="connsiteX8894" fmla="*/ 1300297 w 2057605"/>
                <a:gd name="connsiteY8894" fmla="*/ 1162932 h 3215359"/>
                <a:gd name="connsiteX8895" fmla="*/ 1300297 w 2057605"/>
                <a:gd name="connsiteY8895" fmla="*/ 1165377 h 3215359"/>
                <a:gd name="connsiteX8896" fmla="*/ 1307920 w 2057605"/>
                <a:gd name="connsiteY8896" fmla="*/ 1170411 h 3215359"/>
                <a:gd name="connsiteX8897" fmla="*/ 1310509 w 2057605"/>
                <a:gd name="connsiteY8897" fmla="*/ 1170411 h 3215359"/>
                <a:gd name="connsiteX8898" fmla="*/ 1310509 w 2057605"/>
                <a:gd name="connsiteY8898" fmla="*/ 1173144 h 3215359"/>
                <a:gd name="connsiteX8899" fmla="*/ 1307920 w 2057605"/>
                <a:gd name="connsiteY8899" fmla="*/ 1175589 h 3215359"/>
                <a:gd name="connsiteX8900" fmla="*/ 1307920 w 2057605"/>
                <a:gd name="connsiteY8900" fmla="*/ 1178035 h 3215359"/>
                <a:gd name="connsiteX8901" fmla="*/ 1305475 w 2057605"/>
                <a:gd name="connsiteY8901" fmla="*/ 1178035 h 3215359"/>
                <a:gd name="connsiteX8902" fmla="*/ 1305475 w 2057605"/>
                <a:gd name="connsiteY8902" fmla="*/ 1180624 h 3215359"/>
                <a:gd name="connsiteX8903" fmla="*/ 1310509 w 2057605"/>
                <a:gd name="connsiteY8903" fmla="*/ 1178035 h 3215359"/>
                <a:gd name="connsiteX8904" fmla="*/ 1312954 w 2057605"/>
                <a:gd name="connsiteY8904" fmla="*/ 1175589 h 3215359"/>
                <a:gd name="connsiteX8905" fmla="*/ 1315687 w 2057605"/>
                <a:gd name="connsiteY8905" fmla="*/ 1175589 h 3215359"/>
                <a:gd name="connsiteX8906" fmla="*/ 1318132 w 2057605"/>
                <a:gd name="connsiteY8906" fmla="*/ 1178035 h 3215359"/>
                <a:gd name="connsiteX8907" fmla="*/ 1320722 w 2057605"/>
                <a:gd name="connsiteY8907" fmla="*/ 1178035 h 3215359"/>
                <a:gd name="connsiteX8908" fmla="*/ 1325900 w 2057605"/>
                <a:gd name="connsiteY8908" fmla="*/ 1178035 h 3215359"/>
                <a:gd name="connsiteX8909" fmla="*/ 1325900 w 2057605"/>
                <a:gd name="connsiteY8909" fmla="*/ 1180624 h 3215359"/>
                <a:gd name="connsiteX8910" fmla="*/ 1328345 w 2057605"/>
                <a:gd name="connsiteY8910" fmla="*/ 1180624 h 3215359"/>
                <a:gd name="connsiteX8911" fmla="*/ 1330934 w 2057605"/>
                <a:gd name="connsiteY8911" fmla="*/ 1180624 h 3215359"/>
                <a:gd name="connsiteX8912" fmla="*/ 1333379 w 2057605"/>
                <a:gd name="connsiteY8912" fmla="*/ 1180624 h 3215359"/>
                <a:gd name="connsiteX8913" fmla="*/ 1333379 w 2057605"/>
                <a:gd name="connsiteY8913" fmla="*/ 1183069 h 3215359"/>
                <a:gd name="connsiteX8914" fmla="*/ 1330934 w 2057605"/>
                <a:gd name="connsiteY8914" fmla="*/ 1183069 h 3215359"/>
                <a:gd name="connsiteX8915" fmla="*/ 1328345 w 2057605"/>
                <a:gd name="connsiteY8915" fmla="*/ 1185802 h 3215359"/>
                <a:gd name="connsiteX8916" fmla="*/ 1328345 w 2057605"/>
                <a:gd name="connsiteY8916" fmla="*/ 1188247 h 3215359"/>
                <a:gd name="connsiteX8917" fmla="*/ 1325900 w 2057605"/>
                <a:gd name="connsiteY8917" fmla="*/ 1188247 h 3215359"/>
                <a:gd name="connsiteX8918" fmla="*/ 1325900 w 2057605"/>
                <a:gd name="connsiteY8918" fmla="*/ 1190836 h 3215359"/>
                <a:gd name="connsiteX8919" fmla="*/ 1333379 w 2057605"/>
                <a:gd name="connsiteY8919" fmla="*/ 1188247 h 3215359"/>
                <a:gd name="connsiteX8920" fmla="*/ 1336112 w 2057605"/>
                <a:gd name="connsiteY8920" fmla="*/ 1185802 h 3215359"/>
                <a:gd name="connsiteX8921" fmla="*/ 1341147 w 2057605"/>
                <a:gd name="connsiteY8921" fmla="*/ 1185802 h 3215359"/>
                <a:gd name="connsiteX8922" fmla="*/ 1348770 w 2057605"/>
                <a:gd name="connsiteY8922" fmla="*/ 1188247 h 3215359"/>
                <a:gd name="connsiteX8923" fmla="*/ 1348770 w 2057605"/>
                <a:gd name="connsiteY8923" fmla="*/ 1190836 h 3215359"/>
                <a:gd name="connsiteX8924" fmla="*/ 1343592 w 2057605"/>
                <a:gd name="connsiteY8924" fmla="*/ 1193281 h 3215359"/>
                <a:gd name="connsiteX8925" fmla="*/ 1341147 w 2057605"/>
                <a:gd name="connsiteY8925" fmla="*/ 1193281 h 3215359"/>
                <a:gd name="connsiteX8926" fmla="*/ 1338557 w 2057605"/>
                <a:gd name="connsiteY8926" fmla="*/ 1193281 h 3215359"/>
                <a:gd name="connsiteX8927" fmla="*/ 1336112 w 2057605"/>
                <a:gd name="connsiteY8927" fmla="*/ 1193281 h 3215359"/>
                <a:gd name="connsiteX8928" fmla="*/ 1330934 w 2057605"/>
                <a:gd name="connsiteY8928" fmla="*/ 1196014 h 3215359"/>
                <a:gd name="connsiteX8929" fmla="*/ 1325900 w 2057605"/>
                <a:gd name="connsiteY8929" fmla="*/ 1196014 h 3215359"/>
                <a:gd name="connsiteX8930" fmla="*/ 1323167 w 2057605"/>
                <a:gd name="connsiteY8930" fmla="*/ 1196014 h 3215359"/>
                <a:gd name="connsiteX8931" fmla="*/ 1318132 w 2057605"/>
                <a:gd name="connsiteY8931" fmla="*/ 1196014 h 3215359"/>
                <a:gd name="connsiteX8932" fmla="*/ 1318132 w 2057605"/>
                <a:gd name="connsiteY8932" fmla="*/ 1198460 h 3215359"/>
                <a:gd name="connsiteX8933" fmla="*/ 1318276 w 2057605"/>
                <a:gd name="connsiteY8933" fmla="*/ 1198460 h 3215359"/>
                <a:gd name="connsiteX8934" fmla="*/ 1323167 w 2057605"/>
                <a:gd name="connsiteY8934" fmla="*/ 1196014 h 3215359"/>
                <a:gd name="connsiteX8935" fmla="*/ 1325900 w 2057605"/>
                <a:gd name="connsiteY8935" fmla="*/ 1198460 h 3215359"/>
                <a:gd name="connsiteX8936" fmla="*/ 1323167 w 2057605"/>
                <a:gd name="connsiteY8936" fmla="*/ 1198460 h 3215359"/>
                <a:gd name="connsiteX8937" fmla="*/ 1321585 w 2057605"/>
                <a:gd name="connsiteY8937" fmla="*/ 1200186 h 3215359"/>
                <a:gd name="connsiteX8938" fmla="*/ 1327770 w 2057605"/>
                <a:gd name="connsiteY8938" fmla="*/ 1203206 h 3215359"/>
                <a:gd name="connsiteX8939" fmla="*/ 1328345 w 2057605"/>
                <a:gd name="connsiteY8939" fmla="*/ 1201049 h 3215359"/>
                <a:gd name="connsiteX8940" fmla="*/ 1328345 w 2057605"/>
                <a:gd name="connsiteY8940" fmla="*/ 1198460 h 3215359"/>
                <a:gd name="connsiteX8941" fmla="*/ 1330934 w 2057605"/>
                <a:gd name="connsiteY8941" fmla="*/ 1201049 h 3215359"/>
                <a:gd name="connsiteX8942" fmla="*/ 1330934 w 2057605"/>
                <a:gd name="connsiteY8942" fmla="*/ 1203494 h 3215359"/>
                <a:gd name="connsiteX8943" fmla="*/ 1333379 w 2057605"/>
                <a:gd name="connsiteY8943" fmla="*/ 1203494 h 3215359"/>
                <a:gd name="connsiteX8944" fmla="*/ 1336112 w 2057605"/>
                <a:gd name="connsiteY8944" fmla="*/ 1201049 h 3215359"/>
                <a:gd name="connsiteX8945" fmla="*/ 1338557 w 2057605"/>
                <a:gd name="connsiteY8945" fmla="*/ 1198460 h 3215359"/>
                <a:gd name="connsiteX8946" fmla="*/ 1341147 w 2057605"/>
                <a:gd name="connsiteY8946" fmla="*/ 1201049 h 3215359"/>
                <a:gd name="connsiteX8947" fmla="*/ 1338701 w 2057605"/>
                <a:gd name="connsiteY8947" fmla="*/ 1208672 h 3215359"/>
                <a:gd name="connsiteX8948" fmla="*/ 1341147 w 2057605"/>
                <a:gd name="connsiteY8948" fmla="*/ 1203494 h 3215359"/>
                <a:gd name="connsiteX8949" fmla="*/ 1343592 w 2057605"/>
                <a:gd name="connsiteY8949" fmla="*/ 1201049 h 3215359"/>
                <a:gd name="connsiteX8950" fmla="*/ 1348770 w 2057605"/>
                <a:gd name="connsiteY8950" fmla="*/ 1201049 h 3215359"/>
                <a:gd name="connsiteX8951" fmla="*/ 1348770 w 2057605"/>
                <a:gd name="connsiteY8951" fmla="*/ 1206227 h 3215359"/>
                <a:gd name="connsiteX8952" fmla="*/ 1351359 w 2057605"/>
                <a:gd name="connsiteY8952" fmla="*/ 1206227 h 3215359"/>
                <a:gd name="connsiteX8953" fmla="*/ 1351359 w 2057605"/>
                <a:gd name="connsiteY8953" fmla="*/ 1198460 h 3215359"/>
                <a:gd name="connsiteX8954" fmla="*/ 1351359 w 2057605"/>
                <a:gd name="connsiteY8954" fmla="*/ 1196014 h 3215359"/>
                <a:gd name="connsiteX8955" fmla="*/ 1353804 w 2057605"/>
                <a:gd name="connsiteY8955" fmla="*/ 1196014 h 3215359"/>
                <a:gd name="connsiteX8956" fmla="*/ 1356537 w 2057605"/>
                <a:gd name="connsiteY8956" fmla="*/ 1196014 h 3215359"/>
                <a:gd name="connsiteX8957" fmla="*/ 1356537 w 2057605"/>
                <a:gd name="connsiteY8957" fmla="*/ 1198460 h 3215359"/>
                <a:gd name="connsiteX8958" fmla="*/ 1358982 w 2057605"/>
                <a:gd name="connsiteY8958" fmla="*/ 1198460 h 3215359"/>
                <a:gd name="connsiteX8959" fmla="*/ 1358982 w 2057605"/>
                <a:gd name="connsiteY8959" fmla="*/ 1201049 h 3215359"/>
                <a:gd name="connsiteX8960" fmla="*/ 1361572 w 2057605"/>
                <a:gd name="connsiteY8960" fmla="*/ 1203494 h 3215359"/>
                <a:gd name="connsiteX8961" fmla="*/ 1364017 w 2057605"/>
                <a:gd name="connsiteY8961" fmla="*/ 1208672 h 3215359"/>
                <a:gd name="connsiteX8962" fmla="*/ 1369195 w 2057605"/>
                <a:gd name="connsiteY8962" fmla="*/ 1211261 h 3215359"/>
                <a:gd name="connsiteX8963" fmla="*/ 1366750 w 2057605"/>
                <a:gd name="connsiteY8963" fmla="*/ 1213707 h 3215359"/>
                <a:gd name="connsiteX8964" fmla="*/ 1366750 w 2057605"/>
                <a:gd name="connsiteY8964" fmla="*/ 1216439 h 3215359"/>
                <a:gd name="connsiteX8965" fmla="*/ 1364017 w 2057605"/>
                <a:gd name="connsiteY8965" fmla="*/ 1218885 h 3215359"/>
                <a:gd name="connsiteX8966" fmla="*/ 1366750 w 2057605"/>
                <a:gd name="connsiteY8966" fmla="*/ 1221330 h 3215359"/>
                <a:gd name="connsiteX8967" fmla="*/ 1366750 w 2057605"/>
                <a:gd name="connsiteY8967" fmla="*/ 1222624 h 3215359"/>
                <a:gd name="connsiteX8968" fmla="*/ 1369195 w 2057605"/>
                <a:gd name="connsiteY8968" fmla="*/ 1223919 h 3215359"/>
                <a:gd name="connsiteX8969" fmla="*/ 1369195 w 2057605"/>
                <a:gd name="connsiteY8969" fmla="*/ 1221330 h 3215359"/>
                <a:gd name="connsiteX8970" fmla="*/ 1371784 w 2057605"/>
                <a:gd name="connsiteY8970" fmla="*/ 1216440 h 3215359"/>
                <a:gd name="connsiteX8971" fmla="*/ 1369195 w 2057605"/>
                <a:gd name="connsiteY8971" fmla="*/ 1216440 h 3215359"/>
                <a:gd name="connsiteX8972" fmla="*/ 1371784 w 2057605"/>
                <a:gd name="connsiteY8972" fmla="*/ 1213707 h 3215359"/>
                <a:gd name="connsiteX8973" fmla="*/ 1371784 w 2057605"/>
                <a:gd name="connsiteY8973" fmla="*/ 1216439 h 3215359"/>
                <a:gd name="connsiteX8974" fmla="*/ 1376675 w 2057605"/>
                <a:gd name="connsiteY8974" fmla="*/ 1216439 h 3215359"/>
                <a:gd name="connsiteX8975" fmla="*/ 1379408 w 2057605"/>
                <a:gd name="connsiteY8975" fmla="*/ 1218885 h 3215359"/>
                <a:gd name="connsiteX8976" fmla="*/ 1379408 w 2057605"/>
                <a:gd name="connsiteY8976" fmla="*/ 1221330 h 3215359"/>
                <a:gd name="connsiteX8977" fmla="*/ 1384442 w 2057605"/>
                <a:gd name="connsiteY8977" fmla="*/ 1223919 h 3215359"/>
                <a:gd name="connsiteX8978" fmla="*/ 1384442 w 2057605"/>
                <a:gd name="connsiteY8978" fmla="*/ 1226652 h 3215359"/>
                <a:gd name="connsiteX8979" fmla="*/ 1386887 w 2057605"/>
                <a:gd name="connsiteY8979" fmla="*/ 1229097 h 3215359"/>
                <a:gd name="connsiteX8980" fmla="*/ 1386887 w 2057605"/>
                <a:gd name="connsiteY8980" fmla="*/ 1236865 h 3215359"/>
                <a:gd name="connsiteX8981" fmla="*/ 1384442 w 2057605"/>
                <a:gd name="connsiteY8981" fmla="*/ 1236865 h 3215359"/>
                <a:gd name="connsiteX8982" fmla="*/ 1386887 w 2057605"/>
                <a:gd name="connsiteY8982" fmla="*/ 1244344 h 3215359"/>
                <a:gd name="connsiteX8983" fmla="*/ 1386887 w 2057605"/>
                <a:gd name="connsiteY8983" fmla="*/ 1247077 h 3215359"/>
                <a:gd name="connsiteX8984" fmla="*/ 1384442 w 2057605"/>
                <a:gd name="connsiteY8984" fmla="*/ 1247077 h 3215359"/>
                <a:gd name="connsiteX8985" fmla="*/ 1381853 w 2057605"/>
                <a:gd name="connsiteY8985" fmla="*/ 1247077 h 3215359"/>
                <a:gd name="connsiteX8986" fmla="*/ 1376675 w 2057605"/>
                <a:gd name="connsiteY8986" fmla="*/ 1251967 h 3215359"/>
                <a:gd name="connsiteX8987" fmla="*/ 1374230 w 2057605"/>
                <a:gd name="connsiteY8987" fmla="*/ 1249522 h 3215359"/>
                <a:gd name="connsiteX8988" fmla="*/ 1371784 w 2057605"/>
                <a:gd name="connsiteY8988" fmla="*/ 1249522 h 3215359"/>
                <a:gd name="connsiteX8989" fmla="*/ 1371784 w 2057605"/>
                <a:gd name="connsiteY8989" fmla="*/ 1251967 h 3215359"/>
                <a:gd name="connsiteX8990" fmla="*/ 1369195 w 2057605"/>
                <a:gd name="connsiteY8990" fmla="*/ 1254557 h 3215359"/>
                <a:gd name="connsiteX8991" fmla="*/ 1371784 w 2057605"/>
                <a:gd name="connsiteY8991" fmla="*/ 1254557 h 3215359"/>
                <a:gd name="connsiteX8992" fmla="*/ 1374230 w 2057605"/>
                <a:gd name="connsiteY8992" fmla="*/ 1251967 h 3215359"/>
                <a:gd name="connsiteX8993" fmla="*/ 1374230 w 2057605"/>
                <a:gd name="connsiteY8993" fmla="*/ 1254557 h 3215359"/>
                <a:gd name="connsiteX8994" fmla="*/ 1376675 w 2057605"/>
                <a:gd name="connsiteY8994" fmla="*/ 1254557 h 3215359"/>
                <a:gd name="connsiteX8995" fmla="*/ 1376675 w 2057605"/>
                <a:gd name="connsiteY8995" fmla="*/ 1257290 h 3215359"/>
                <a:gd name="connsiteX8996" fmla="*/ 1369195 w 2057605"/>
                <a:gd name="connsiteY8996" fmla="*/ 1257290 h 3215359"/>
                <a:gd name="connsiteX8997" fmla="*/ 1369195 w 2057605"/>
                <a:gd name="connsiteY8997" fmla="*/ 1259735 h 3215359"/>
                <a:gd name="connsiteX8998" fmla="*/ 1374230 w 2057605"/>
                <a:gd name="connsiteY8998" fmla="*/ 1259735 h 3215359"/>
                <a:gd name="connsiteX8999" fmla="*/ 1376675 w 2057605"/>
                <a:gd name="connsiteY8999" fmla="*/ 1257290 h 3215359"/>
                <a:gd name="connsiteX9000" fmla="*/ 1379408 w 2057605"/>
                <a:gd name="connsiteY9000" fmla="*/ 1254557 h 3215359"/>
                <a:gd name="connsiteX9001" fmla="*/ 1379408 w 2057605"/>
                <a:gd name="connsiteY9001" fmla="*/ 1251967 h 3215359"/>
                <a:gd name="connsiteX9002" fmla="*/ 1381853 w 2057605"/>
                <a:gd name="connsiteY9002" fmla="*/ 1251967 h 3215359"/>
                <a:gd name="connsiteX9003" fmla="*/ 1384442 w 2057605"/>
                <a:gd name="connsiteY9003" fmla="*/ 1251967 h 3215359"/>
                <a:gd name="connsiteX9004" fmla="*/ 1386887 w 2057605"/>
                <a:gd name="connsiteY9004" fmla="*/ 1251967 h 3215359"/>
                <a:gd name="connsiteX9005" fmla="*/ 1392065 w 2057605"/>
                <a:gd name="connsiteY9005" fmla="*/ 1262180 h 3215359"/>
                <a:gd name="connsiteX9006" fmla="*/ 1392065 w 2057605"/>
                <a:gd name="connsiteY9006" fmla="*/ 1267214 h 3215359"/>
                <a:gd name="connsiteX9007" fmla="*/ 1394655 w 2057605"/>
                <a:gd name="connsiteY9007" fmla="*/ 1267214 h 3215359"/>
                <a:gd name="connsiteX9008" fmla="*/ 1397100 w 2057605"/>
                <a:gd name="connsiteY9008" fmla="*/ 1267214 h 3215359"/>
                <a:gd name="connsiteX9009" fmla="*/ 1397100 w 2057605"/>
                <a:gd name="connsiteY9009" fmla="*/ 1272392 h 3215359"/>
                <a:gd name="connsiteX9010" fmla="*/ 1402278 w 2057605"/>
                <a:gd name="connsiteY9010" fmla="*/ 1274982 h 3215359"/>
                <a:gd name="connsiteX9011" fmla="*/ 1402278 w 2057605"/>
                <a:gd name="connsiteY9011" fmla="*/ 1272392 h 3215359"/>
                <a:gd name="connsiteX9012" fmla="*/ 1404867 w 2057605"/>
                <a:gd name="connsiteY9012" fmla="*/ 1272392 h 3215359"/>
                <a:gd name="connsiteX9013" fmla="*/ 1404867 w 2057605"/>
                <a:gd name="connsiteY9013" fmla="*/ 1269947 h 3215359"/>
                <a:gd name="connsiteX9014" fmla="*/ 1404867 w 2057605"/>
                <a:gd name="connsiteY9014" fmla="*/ 1267214 h 3215359"/>
                <a:gd name="connsiteX9015" fmla="*/ 1402278 w 2057605"/>
                <a:gd name="connsiteY9015" fmla="*/ 1264769 h 3215359"/>
                <a:gd name="connsiteX9016" fmla="*/ 1402278 w 2057605"/>
                <a:gd name="connsiteY9016" fmla="*/ 1259735 h 3215359"/>
                <a:gd name="connsiteX9017" fmla="*/ 1402278 w 2057605"/>
                <a:gd name="connsiteY9017" fmla="*/ 1257290 h 3215359"/>
                <a:gd name="connsiteX9018" fmla="*/ 1397100 w 2057605"/>
                <a:gd name="connsiteY9018" fmla="*/ 1247077 h 3215359"/>
                <a:gd name="connsiteX9019" fmla="*/ 1402278 w 2057605"/>
                <a:gd name="connsiteY9019" fmla="*/ 1244344 h 3215359"/>
                <a:gd name="connsiteX9020" fmla="*/ 1402278 w 2057605"/>
                <a:gd name="connsiteY9020" fmla="*/ 1239310 h 3215359"/>
                <a:gd name="connsiteX9021" fmla="*/ 1402278 w 2057605"/>
                <a:gd name="connsiteY9021" fmla="*/ 1236865 h 3215359"/>
                <a:gd name="connsiteX9022" fmla="*/ 1404867 w 2057605"/>
                <a:gd name="connsiteY9022" fmla="*/ 1239310 h 3215359"/>
                <a:gd name="connsiteX9023" fmla="*/ 1407312 w 2057605"/>
                <a:gd name="connsiteY9023" fmla="*/ 1239310 h 3215359"/>
                <a:gd name="connsiteX9024" fmla="*/ 1415080 w 2057605"/>
                <a:gd name="connsiteY9024" fmla="*/ 1251967 h 3215359"/>
                <a:gd name="connsiteX9025" fmla="*/ 1425292 w 2057605"/>
                <a:gd name="connsiteY9025" fmla="*/ 1257290 h 3215359"/>
                <a:gd name="connsiteX9026" fmla="*/ 1425292 w 2057605"/>
                <a:gd name="connsiteY9026" fmla="*/ 1259735 h 3215359"/>
                <a:gd name="connsiteX9027" fmla="*/ 1422703 w 2057605"/>
                <a:gd name="connsiteY9027" fmla="*/ 1259735 h 3215359"/>
                <a:gd name="connsiteX9028" fmla="*/ 1420258 w 2057605"/>
                <a:gd name="connsiteY9028" fmla="*/ 1262180 h 3215359"/>
                <a:gd name="connsiteX9029" fmla="*/ 1422703 w 2057605"/>
                <a:gd name="connsiteY9029" fmla="*/ 1264769 h 3215359"/>
                <a:gd name="connsiteX9030" fmla="*/ 1425292 w 2057605"/>
                <a:gd name="connsiteY9030" fmla="*/ 1264769 h 3215359"/>
                <a:gd name="connsiteX9031" fmla="*/ 1425292 w 2057605"/>
                <a:gd name="connsiteY9031" fmla="*/ 1262180 h 3215359"/>
                <a:gd name="connsiteX9032" fmla="*/ 1432915 w 2057605"/>
                <a:gd name="connsiteY9032" fmla="*/ 1251967 h 3215359"/>
                <a:gd name="connsiteX9033" fmla="*/ 1435505 w 2057605"/>
                <a:gd name="connsiteY9033" fmla="*/ 1251967 h 3215359"/>
                <a:gd name="connsiteX9034" fmla="*/ 1437950 w 2057605"/>
                <a:gd name="connsiteY9034" fmla="*/ 1251967 h 3215359"/>
                <a:gd name="connsiteX9035" fmla="*/ 1440683 w 2057605"/>
                <a:gd name="connsiteY9035" fmla="*/ 1249522 h 3215359"/>
                <a:gd name="connsiteX9036" fmla="*/ 1440683 w 2057605"/>
                <a:gd name="connsiteY9036" fmla="*/ 1251967 h 3215359"/>
                <a:gd name="connsiteX9037" fmla="*/ 1443128 w 2057605"/>
                <a:gd name="connsiteY9037" fmla="*/ 1251967 h 3215359"/>
                <a:gd name="connsiteX9038" fmla="*/ 1445573 w 2057605"/>
                <a:gd name="connsiteY9038" fmla="*/ 1257290 h 3215359"/>
                <a:gd name="connsiteX9039" fmla="*/ 1448162 w 2057605"/>
                <a:gd name="connsiteY9039" fmla="*/ 1259735 h 3215359"/>
                <a:gd name="connsiteX9040" fmla="*/ 1445573 w 2057605"/>
                <a:gd name="connsiteY9040" fmla="*/ 1267214 h 3215359"/>
                <a:gd name="connsiteX9041" fmla="*/ 1448162 w 2057605"/>
                <a:gd name="connsiteY9041" fmla="*/ 1267214 h 3215359"/>
                <a:gd name="connsiteX9042" fmla="*/ 1450608 w 2057605"/>
                <a:gd name="connsiteY9042" fmla="*/ 1262180 h 3215359"/>
                <a:gd name="connsiteX9043" fmla="*/ 1448162 w 2057605"/>
                <a:gd name="connsiteY9043" fmla="*/ 1257290 h 3215359"/>
                <a:gd name="connsiteX9044" fmla="*/ 1448162 w 2057605"/>
                <a:gd name="connsiteY9044" fmla="*/ 1254557 h 3215359"/>
                <a:gd name="connsiteX9045" fmla="*/ 1448162 w 2057605"/>
                <a:gd name="connsiteY9045" fmla="*/ 1251967 h 3215359"/>
                <a:gd name="connsiteX9046" fmla="*/ 1450608 w 2057605"/>
                <a:gd name="connsiteY9046" fmla="*/ 1247077 h 3215359"/>
                <a:gd name="connsiteX9047" fmla="*/ 1450608 w 2057605"/>
                <a:gd name="connsiteY9047" fmla="*/ 1244344 h 3215359"/>
                <a:gd name="connsiteX9048" fmla="*/ 1453341 w 2057605"/>
                <a:gd name="connsiteY9048" fmla="*/ 1241755 h 3215359"/>
                <a:gd name="connsiteX9049" fmla="*/ 1455930 w 2057605"/>
                <a:gd name="connsiteY9049" fmla="*/ 1241755 h 3215359"/>
                <a:gd name="connsiteX9050" fmla="*/ 1458375 w 2057605"/>
                <a:gd name="connsiteY9050" fmla="*/ 1244344 h 3215359"/>
                <a:gd name="connsiteX9051" fmla="*/ 1460820 w 2057605"/>
                <a:gd name="connsiteY9051" fmla="*/ 1247077 h 3215359"/>
                <a:gd name="connsiteX9052" fmla="*/ 1463553 w 2057605"/>
                <a:gd name="connsiteY9052" fmla="*/ 1251967 h 3215359"/>
                <a:gd name="connsiteX9053" fmla="*/ 1466142 w 2057605"/>
                <a:gd name="connsiteY9053" fmla="*/ 1254557 h 3215359"/>
                <a:gd name="connsiteX9054" fmla="*/ 1473766 w 2057605"/>
                <a:gd name="connsiteY9054" fmla="*/ 1259735 h 3215359"/>
                <a:gd name="connsiteX9055" fmla="*/ 1481245 w 2057605"/>
                <a:gd name="connsiteY9055" fmla="*/ 1259735 h 3215359"/>
                <a:gd name="connsiteX9056" fmla="*/ 1483978 w 2057605"/>
                <a:gd name="connsiteY9056" fmla="*/ 1259735 h 3215359"/>
                <a:gd name="connsiteX9057" fmla="*/ 1483978 w 2057605"/>
                <a:gd name="connsiteY9057" fmla="*/ 1262180 h 3215359"/>
                <a:gd name="connsiteX9058" fmla="*/ 1489012 w 2057605"/>
                <a:gd name="connsiteY9058" fmla="*/ 1264769 h 3215359"/>
                <a:gd name="connsiteX9059" fmla="*/ 1489012 w 2057605"/>
                <a:gd name="connsiteY9059" fmla="*/ 1267214 h 3215359"/>
                <a:gd name="connsiteX9060" fmla="*/ 1481245 w 2057605"/>
                <a:gd name="connsiteY9060" fmla="*/ 1272392 h 3215359"/>
                <a:gd name="connsiteX9061" fmla="*/ 1481245 w 2057605"/>
                <a:gd name="connsiteY9061" fmla="*/ 1274982 h 3215359"/>
                <a:gd name="connsiteX9062" fmla="*/ 1486423 w 2057605"/>
                <a:gd name="connsiteY9062" fmla="*/ 1274982 h 3215359"/>
                <a:gd name="connsiteX9063" fmla="*/ 1491458 w 2057605"/>
                <a:gd name="connsiteY9063" fmla="*/ 1269947 h 3215359"/>
                <a:gd name="connsiteX9064" fmla="*/ 1494191 w 2057605"/>
                <a:gd name="connsiteY9064" fmla="*/ 1267214 h 3215359"/>
                <a:gd name="connsiteX9065" fmla="*/ 1499225 w 2057605"/>
                <a:gd name="connsiteY9065" fmla="*/ 1264769 h 3215359"/>
                <a:gd name="connsiteX9066" fmla="*/ 1504403 w 2057605"/>
                <a:gd name="connsiteY9066" fmla="*/ 1267214 h 3215359"/>
                <a:gd name="connsiteX9067" fmla="*/ 1506848 w 2057605"/>
                <a:gd name="connsiteY9067" fmla="*/ 1267214 h 3215359"/>
                <a:gd name="connsiteX9068" fmla="*/ 1509437 w 2057605"/>
                <a:gd name="connsiteY9068" fmla="*/ 1264769 h 3215359"/>
                <a:gd name="connsiteX9069" fmla="*/ 1514616 w 2057605"/>
                <a:gd name="connsiteY9069" fmla="*/ 1264769 h 3215359"/>
                <a:gd name="connsiteX9070" fmla="*/ 1509437 w 2057605"/>
                <a:gd name="connsiteY9070" fmla="*/ 1262180 h 3215359"/>
                <a:gd name="connsiteX9071" fmla="*/ 1501670 w 2057605"/>
                <a:gd name="connsiteY9071" fmla="*/ 1259735 h 3215359"/>
                <a:gd name="connsiteX9072" fmla="*/ 1496636 w 2057605"/>
                <a:gd name="connsiteY9072" fmla="*/ 1257290 h 3215359"/>
                <a:gd name="connsiteX9073" fmla="*/ 1496636 w 2057605"/>
                <a:gd name="connsiteY9073" fmla="*/ 1254557 h 3215359"/>
                <a:gd name="connsiteX9074" fmla="*/ 1496636 w 2057605"/>
                <a:gd name="connsiteY9074" fmla="*/ 1251967 h 3215359"/>
                <a:gd name="connsiteX9075" fmla="*/ 1499225 w 2057605"/>
                <a:gd name="connsiteY9075" fmla="*/ 1251967 h 3215359"/>
                <a:gd name="connsiteX9076" fmla="*/ 1504403 w 2057605"/>
                <a:gd name="connsiteY9076" fmla="*/ 1247077 h 3215359"/>
                <a:gd name="connsiteX9077" fmla="*/ 1509437 w 2057605"/>
                <a:gd name="connsiteY9077" fmla="*/ 1247077 h 3215359"/>
                <a:gd name="connsiteX9078" fmla="*/ 1514616 w 2057605"/>
                <a:gd name="connsiteY9078" fmla="*/ 1236865 h 3215359"/>
                <a:gd name="connsiteX9079" fmla="*/ 1514616 w 2057605"/>
                <a:gd name="connsiteY9079" fmla="*/ 1239310 h 3215359"/>
                <a:gd name="connsiteX9080" fmla="*/ 1517061 w 2057605"/>
                <a:gd name="connsiteY9080" fmla="*/ 1241755 h 3215359"/>
                <a:gd name="connsiteX9081" fmla="*/ 1527273 w 2057605"/>
                <a:gd name="connsiteY9081" fmla="*/ 1241755 h 3215359"/>
                <a:gd name="connsiteX9082" fmla="*/ 1524540 w 2057605"/>
                <a:gd name="connsiteY9082" fmla="*/ 1239310 h 3215359"/>
                <a:gd name="connsiteX9083" fmla="*/ 1522095 w 2057605"/>
                <a:gd name="connsiteY9083" fmla="*/ 1239310 h 3215359"/>
                <a:gd name="connsiteX9084" fmla="*/ 1527273 w 2057605"/>
                <a:gd name="connsiteY9084" fmla="*/ 1236865 h 3215359"/>
                <a:gd name="connsiteX9085" fmla="*/ 1527273 w 2057605"/>
                <a:gd name="connsiteY9085" fmla="*/ 1231686 h 3215359"/>
                <a:gd name="connsiteX9086" fmla="*/ 1529719 w 2057605"/>
                <a:gd name="connsiteY9086" fmla="*/ 1231686 h 3215359"/>
                <a:gd name="connsiteX9087" fmla="*/ 1529719 w 2057605"/>
                <a:gd name="connsiteY9087" fmla="*/ 1226652 h 3215359"/>
                <a:gd name="connsiteX9088" fmla="*/ 1532308 w 2057605"/>
                <a:gd name="connsiteY9088" fmla="*/ 1226652 h 3215359"/>
                <a:gd name="connsiteX9089" fmla="*/ 1537486 w 2057605"/>
                <a:gd name="connsiteY9089" fmla="*/ 1226652 h 3215359"/>
                <a:gd name="connsiteX9090" fmla="*/ 1540075 w 2057605"/>
                <a:gd name="connsiteY9090" fmla="*/ 1226652 h 3215359"/>
                <a:gd name="connsiteX9091" fmla="*/ 1544965 w 2057605"/>
                <a:gd name="connsiteY9091" fmla="*/ 1226652 h 3215359"/>
                <a:gd name="connsiteX9092" fmla="*/ 1547698 w 2057605"/>
                <a:gd name="connsiteY9092" fmla="*/ 1229097 h 3215359"/>
                <a:gd name="connsiteX9093" fmla="*/ 1550287 w 2057605"/>
                <a:gd name="connsiteY9093" fmla="*/ 1229097 h 3215359"/>
                <a:gd name="connsiteX9094" fmla="*/ 1547698 w 2057605"/>
                <a:gd name="connsiteY9094" fmla="*/ 1226652 h 3215359"/>
                <a:gd name="connsiteX9095" fmla="*/ 1544965 w 2057605"/>
                <a:gd name="connsiteY9095" fmla="*/ 1226652 h 3215359"/>
                <a:gd name="connsiteX9096" fmla="*/ 1542520 w 2057605"/>
                <a:gd name="connsiteY9096" fmla="*/ 1221330 h 3215359"/>
                <a:gd name="connsiteX9097" fmla="*/ 1552733 w 2057605"/>
                <a:gd name="connsiteY9097" fmla="*/ 1218885 h 3215359"/>
                <a:gd name="connsiteX9098" fmla="*/ 1555178 w 2057605"/>
                <a:gd name="connsiteY9098" fmla="*/ 1216439 h 3215359"/>
                <a:gd name="connsiteX9099" fmla="*/ 1555178 w 2057605"/>
                <a:gd name="connsiteY9099" fmla="*/ 1213707 h 3215359"/>
                <a:gd name="connsiteX9100" fmla="*/ 1557911 w 2057605"/>
                <a:gd name="connsiteY9100" fmla="*/ 1213707 h 3215359"/>
                <a:gd name="connsiteX9101" fmla="*/ 1557911 w 2057605"/>
                <a:gd name="connsiteY9101" fmla="*/ 1208672 h 3215359"/>
                <a:gd name="connsiteX9102" fmla="*/ 1560356 w 2057605"/>
                <a:gd name="connsiteY9102" fmla="*/ 1208672 h 3215359"/>
                <a:gd name="connsiteX9103" fmla="*/ 1562945 w 2057605"/>
                <a:gd name="connsiteY9103" fmla="*/ 1208672 h 3215359"/>
                <a:gd name="connsiteX9104" fmla="*/ 1565390 w 2057605"/>
                <a:gd name="connsiteY9104" fmla="*/ 1206227 h 3215359"/>
                <a:gd name="connsiteX9105" fmla="*/ 1565390 w 2057605"/>
                <a:gd name="connsiteY9105" fmla="*/ 1203494 h 3215359"/>
                <a:gd name="connsiteX9106" fmla="*/ 1565390 w 2057605"/>
                <a:gd name="connsiteY9106" fmla="*/ 1201049 h 3215359"/>
                <a:gd name="connsiteX9107" fmla="*/ 1565390 w 2057605"/>
                <a:gd name="connsiteY9107" fmla="*/ 1198460 h 3215359"/>
                <a:gd name="connsiteX9108" fmla="*/ 1568123 w 2057605"/>
                <a:gd name="connsiteY9108" fmla="*/ 1201049 h 3215359"/>
                <a:gd name="connsiteX9109" fmla="*/ 1570569 w 2057605"/>
                <a:gd name="connsiteY9109" fmla="*/ 1201049 h 3215359"/>
                <a:gd name="connsiteX9110" fmla="*/ 1573158 w 2057605"/>
                <a:gd name="connsiteY9110" fmla="*/ 1198460 h 3215359"/>
                <a:gd name="connsiteX9111" fmla="*/ 1575603 w 2057605"/>
                <a:gd name="connsiteY9111" fmla="*/ 1201049 h 3215359"/>
                <a:gd name="connsiteX9112" fmla="*/ 1580781 w 2057605"/>
                <a:gd name="connsiteY9112" fmla="*/ 1201049 h 3215359"/>
                <a:gd name="connsiteX9113" fmla="*/ 1583370 w 2057605"/>
                <a:gd name="connsiteY9113" fmla="*/ 1203494 h 3215359"/>
                <a:gd name="connsiteX9114" fmla="*/ 1588548 w 2057605"/>
                <a:gd name="connsiteY9114" fmla="*/ 1208672 h 3215359"/>
                <a:gd name="connsiteX9115" fmla="*/ 1593583 w 2057605"/>
                <a:gd name="connsiteY9115" fmla="*/ 1206227 h 3215359"/>
                <a:gd name="connsiteX9116" fmla="*/ 1598473 w 2057605"/>
                <a:gd name="connsiteY9116" fmla="*/ 1206227 h 3215359"/>
                <a:gd name="connsiteX9117" fmla="*/ 1598473 w 2057605"/>
                <a:gd name="connsiteY9117" fmla="*/ 1203494 h 3215359"/>
                <a:gd name="connsiteX9118" fmla="*/ 1603795 w 2057605"/>
                <a:gd name="connsiteY9118" fmla="*/ 1203494 h 3215359"/>
                <a:gd name="connsiteX9119" fmla="*/ 1608686 w 2057605"/>
                <a:gd name="connsiteY9119" fmla="*/ 1196014 h 3215359"/>
                <a:gd name="connsiteX9120" fmla="*/ 1611419 w 2057605"/>
                <a:gd name="connsiteY9120" fmla="*/ 1193281 h 3215359"/>
                <a:gd name="connsiteX9121" fmla="*/ 1618898 w 2057605"/>
                <a:gd name="connsiteY9121" fmla="*/ 1188247 h 3215359"/>
                <a:gd name="connsiteX9122" fmla="*/ 1631844 w 2057605"/>
                <a:gd name="connsiteY9122" fmla="*/ 1188247 h 3215359"/>
                <a:gd name="connsiteX9123" fmla="*/ 1634433 w 2057605"/>
                <a:gd name="connsiteY9123" fmla="*/ 1188247 h 3215359"/>
                <a:gd name="connsiteX9124" fmla="*/ 1636878 w 2057605"/>
                <a:gd name="connsiteY9124" fmla="*/ 1190836 h 3215359"/>
                <a:gd name="connsiteX9125" fmla="*/ 1652269 w 2057605"/>
                <a:gd name="connsiteY9125" fmla="*/ 1188247 h 3215359"/>
                <a:gd name="connsiteX9126" fmla="*/ 1657303 w 2057605"/>
                <a:gd name="connsiteY9126" fmla="*/ 1190836 h 3215359"/>
                <a:gd name="connsiteX9127" fmla="*/ 1659748 w 2057605"/>
                <a:gd name="connsiteY9127" fmla="*/ 1190836 h 3215359"/>
                <a:gd name="connsiteX9128" fmla="*/ 1667516 w 2057605"/>
                <a:gd name="connsiteY9128" fmla="*/ 1190836 h 3215359"/>
                <a:gd name="connsiteX9129" fmla="*/ 1667516 w 2057605"/>
                <a:gd name="connsiteY9129" fmla="*/ 1193281 h 3215359"/>
                <a:gd name="connsiteX9130" fmla="*/ 1667516 w 2057605"/>
                <a:gd name="connsiteY9130" fmla="*/ 1196014 h 3215359"/>
                <a:gd name="connsiteX9131" fmla="*/ 1664926 w 2057605"/>
                <a:gd name="connsiteY9131" fmla="*/ 1201049 h 3215359"/>
                <a:gd name="connsiteX9132" fmla="*/ 1662481 w 2057605"/>
                <a:gd name="connsiteY9132" fmla="*/ 1201049 h 3215359"/>
                <a:gd name="connsiteX9133" fmla="*/ 1662481 w 2057605"/>
                <a:gd name="connsiteY9133" fmla="*/ 1203494 h 3215359"/>
                <a:gd name="connsiteX9134" fmla="*/ 1662481 w 2057605"/>
                <a:gd name="connsiteY9134" fmla="*/ 1206227 h 3215359"/>
                <a:gd name="connsiteX9135" fmla="*/ 1662481 w 2057605"/>
                <a:gd name="connsiteY9135" fmla="*/ 1208672 h 3215359"/>
                <a:gd name="connsiteX9136" fmla="*/ 1664926 w 2057605"/>
                <a:gd name="connsiteY9136" fmla="*/ 1208672 h 3215359"/>
                <a:gd name="connsiteX9137" fmla="*/ 1669961 w 2057605"/>
                <a:gd name="connsiteY9137" fmla="*/ 1208672 h 3215359"/>
                <a:gd name="connsiteX9138" fmla="*/ 1675139 w 2057605"/>
                <a:gd name="connsiteY9138" fmla="*/ 1208672 h 3215359"/>
                <a:gd name="connsiteX9139" fmla="*/ 1690386 w 2057605"/>
                <a:gd name="connsiteY9139" fmla="*/ 1203494 h 3215359"/>
                <a:gd name="connsiteX9140" fmla="*/ 1692831 w 2057605"/>
                <a:gd name="connsiteY9140" fmla="*/ 1203494 h 3215359"/>
                <a:gd name="connsiteX9141" fmla="*/ 1695564 w 2057605"/>
                <a:gd name="connsiteY9141" fmla="*/ 1206227 h 3215359"/>
                <a:gd name="connsiteX9142" fmla="*/ 1698153 w 2057605"/>
                <a:gd name="connsiteY9142" fmla="*/ 1206227 h 3215359"/>
                <a:gd name="connsiteX9143" fmla="*/ 1708222 w 2057605"/>
                <a:gd name="connsiteY9143" fmla="*/ 1213707 h 3215359"/>
                <a:gd name="connsiteX9144" fmla="*/ 1705776 w 2057605"/>
                <a:gd name="connsiteY9144" fmla="*/ 1216439 h 3215359"/>
                <a:gd name="connsiteX9145" fmla="*/ 1708222 w 2057605"/>
                <a:gd name="connsiteY9145" fmla="*/ 1216439 h 3215359"/>
                <a:gd name="connsiteX9146" fmla="*/ 1710811 w 2057605"/>
                <a:gd name="connsiteY9146" fmla="*/ 1213707 h 3215359"/>
                <a:gd name="connsiteX9147" fmla="*/ 1710811 w 2057605"/>
                <a:gd name="connsiteY9147" fmla="*/ 1216439 h 3215359"/>
                <a:gd name="connsiteX9148" fmla="*/ 1705776 w 2057605"/>
                <a:gd name="connsiteY9148" fmla="*/ 1223919 h 3215359"/>
                <a:gd name="connsiteX9149" fmla="*/ 1698153 w 2057605"/>
                <a:gd name="connsiteY9149" fmla="*/ 1226652 h 3215359"/>
                <a:gd name="connsiteX9150" fmla="*/ 1698153 w 2057605"/>
                <a:gd name="connsiteY9150" fmla="*/ 1229097 h 3215359"/>
                <a:gd name="connsiteX9151" fmla="*/ 1700598 w 2057605"/>
                <a:gd name="connsiteY9151" fmla="*/ 1229097 h 3215359"/>
                <a:gd name="connsiteX9152" fmla="*/ 1703044 w 2057605"/>
                <a:gd name="connsiteY9152" fmla="*/ 1229097 h 3215359"/>
                <a:gd name="connsiteX9153" fmla="*/ 1713256 w 2057605"/>
                <a:gd name="connsiteY9153" fmla="*/ 1223919 h 3215359"/>
                <a:gd name="connsiteX9154" fmla="*/ 1713256 w 2057605"/>
                <a:gd name="connsiteY9154" fmla="*/ 1226652 h 3215359"/>
                <a:gd name="connsiteX9155" fmla="*/ 1715989 w 2057605"/>
                <a:gd name="connsiteY9155" fmla="*/ 1226652 h 3215359"/>
                <a:gd name="connsiteX9156" fmla="*/ 1721023 w 2057605"/>
                <a:gd name="connsiteY9156" fmla="*/ 1223919 h 3215359"/>
                <a:gd name="connsiteX9157" fmla="*/ 1723469 w 2057605"/>
                <a:gd name="connsiteY9157" fmla="*/ 1223919 h 3215359"/>
                <a:gd name="connsiteX9158" fmla="*/ 1726202 w 2057605"/>
                <a:gd name="connsiteY9158" fmla="*/ 1223919 h 3215359"/>
                <a:gd name="connsiteX9159" fmla="*/ 1726202 w 2057605"/>
                <a:gd name="connsiteY9159" fmla="*/ 1226652 h 3215359"/>
                <a:gd name="connsiteX9160" fmla="*/ 1723469 w 2057605"/>
                <a:gd name="connsiteY9160" fmla="*/ 1229097 h 3215359"/>
                <a:gd name="connsiteX9161" fmla="*/ 1726202 w 2057605"/>
                <a:gd name="connsiteY9161" fmla="*/ 1231686 h 3215359"/>
                <a:gd name="connsiteX9162" fmla="*/ 1731236 w 2057605"/>
                <a:gd name="connsiteY9162" fmla="*/ 1234132 h 3215359"/>
                <a:gd name="connsiteX9163" fmla="*/ 1731236 w 2057605"/>
                <a:gd name="connsiteY9163" fmla="*/ 1236865 h 3215359"/>
                <a:gd name="connsiteX9164" fmla="*/ 1731236 w 2057605"/>
                <a:gd name="connsiteY9164" fmla="*/ 1239310 h 3215359"/>
                <a:gd name="connsiteX9165" fmla="*/ 1731236 w 2057605"/>
                <a:gd name="connsiteY9165" fmla="*/ 1241755 h 3215359"/>
                <a:gd name="connsiteX9166" fmla="*/ 1731236 w 2057605"/>
                <a:gd name="connsiteY9166" fmla="*/ 1244344 h 3215359"/>
                <a:gd name="connsiteX9167" fmla="*/ 1728647 w 2057605"/>
                <a:gd name="connsiteY9167" fmla="*/ 1244344 h 3215359"/>
                <a:gd name="connsiteX9168" fmla="*/ 1728647 w 2057605"/>
                <a:gd name="connsiteY9168" fmla="*/ 1247077 h 3215359"/>
                <a:gd name="connsiteX9169" fmla="*/ 1731236 w 2057605"/>
                <a:gd name="connsiteY9169" fmla="*/ 1249522 h 3215359"/>
                <a:gd name="connsiteX9170" fmla="*/ 1733681 w 2057605"/>
                <a:gd name="connsiteY9170" fmla="*/ 1249522 h 3215359"/>
                <a:gd name="connsiteX9171" fmla="*/ 1736414 w 2057605"/>
                <a:gd name="connsiteY9171" fmla="*/ 1249522 h 3215359"/>
                <a:gd name="connsiteX9172" fmla="*/ 1733681 w 2057605"/>
                <a:gd name="connsiteY9172" fmla="*/ 1259735 h 3215359"/>
                <a:gd name="connsiteX9173" fmla="*/ 1733681 w 2057605"/>
                <a:gd name="connsiteY9173" fmla="*/ 1262180 h 3215359"/>
                <a:gd name="connsiteX9174" fmla="*/ 1726202 w 2057605"/>
                <a:gd name="connsiteY9174" fmla="*/ 1267214 h 3215359"/>
                <a:gd name="connsiteX9175" fmla="*/ 1726202 w 2057605"/>
                <a:gd name="connsiteY9175" fmla="*/ 1269947 h 3215359"/>
                <a:gd name="connsiteX9176" fmla="*/ 1721023 w 2057605"/>
                <a:gd name="connsiteY9176" fmla="*/ 1277427 h 3215359"/>
                <a:gd name="connsiteX9177" fmla="*/ 1721023 w 2057605"/>
                <a:gd name="connsiteY9177" fmla="*/ 1280160 h 3215359"/>
                <a:gd name="connsiteX9178" fmla="*/ 1718434 w 2057605"/>
                <a:gd name="connsiteY9178" fmla="*/ 1280160 h 3215359"/>
                <a:gd name="connsiteX9179" fmla="*/ 1718434 w 2057605"/>
                <a:gd name="connsiteY9179" fmla="*/ 1282605 h 3215359"/>
                <a:gd name="connsiteX9180" fmla="*/ 1710811 w 2057605"/>
                <a:gd name="connsiteY9180" fmla="*/ 1285194 h 3215359"/>
                <a:gd name="connsiteX9181" fmla="*/ 1710811 w 2057605"/>
                <a:gd name="connsiteY9181" fmla="*/ 1292818 h 3215359"/>
                <a:gd name="connsiteX9182" fmla="*/ 1713256 w 2057605"/>
                <a:gd name="connsiteY9182" fmla="*/ 1292818 h 3215359"/>
                <a:gd name="connsiteX9183" fmla="*/ 1715989 w 2057605"/>
                <a:gd name="connsiteY9183" fmla="*/ 1295263 h 3215359"/>
                <a:gd name="connsiteX9184" fmla="*/ 1713256 w 2057605"/>
                <a:gd name="connsiteY9184" fmla="*/ 1297852 h 3215359"/>
                <a:gd name="connsiteX9185" fmla="*/ 1715989 w 2057605"/>
                <a:gd name="connsiteY9185" fmla="*/ 1297852 h 3215359"/>
                <a:gd name="connsiteX9186" fmla="*/ 1718434 w 2057605"/>
                <a:gd name="connsiteY9186" fmla="*/ 1297852 h 3215359"/>
                <a:gd name="connsiteX9187" fmla="*/ 1718434 w 2057605"/>
                <a:gd name="connsiteY9187" fmla="*/ 1295263 h 3215359"/>
                <a:gd name="connsiteX9188" fmla="*/ 1721023 w 2057605"/>
                <a:gd name="connsiteY9188" fmla="*/ 1295263 h 3215359"/>
                <a:gd name="connsiteX9189" fmla="*/ 1721023 w 2057605"/>
                <a:gd name="connsiteY9189" fmla="*/ 1290372 h 3215359"/>
                <a:gd name="connsiteX9190" fmla="*/ 1726202 w 2057605"/>
                <a:gd name="connsiteY9190" fmla="*/ 1290372 h 3215359"/>
                <a:gd name="connsiteX9191" fmla="*/ 1731236 w 2057605"/>
                <a:gd name="connsiteY9191" fmla="*/ 1287639 h 3215359"/>
                <a:gd name="connsiteX9192" fmla="*/ 1731236 w 2057605"/>
                <a:gd name="connsiteY9192" fmla="*/ 1285194 h 3215359"/>
                <a:gd name="connsiteX9193" fmla="*/ 1733681 w 2057605"/>
                <a:gd name="connsiteY9193" fmla="*/ 1285194 h 3215359"/>
                <a:gd name="connsiteX9194" fmla="*/ 1738859 w 2057605"/>
                <a:gd name="connsiteY9194" fmla="*/ 1285194 h 3215359"/>
                <a:gd name="connsiteX9195" fmla="*/ 1741448 w 2057605"/>
                <a:gd name="connsiteY9195" fmla="*/ 1287639 h 3215359"/>
                <a:gd name="connsiteX9196" fmla="*/ 1741448 w 2057605"/>
                <a:gd name="connsiteY9196" fmla="*/ 1290372 h 3215359"/>
                <a:gd name="connsiteX9197" fmla="*/ 1741448 w 2057605"/>
                <a:gd name="connsiteY9197" fmla="*/ 1295263 h 3215359"/>
                <a:gd name="connsiteX9198" fmla="*/ 1743894 w 2057605"/>
                <a:gd name="connsiteY9198" fmla="*/ 1297852 h 3215359"/>
                <a:gd name="connsiteX9199" fmla="*/ 1749072 w 2057605"/>
                <a:gd name="connsiteY9199" fmla="*/ 1300585 h 3215359"/>
                <a:gd name="connsiteX9200" fmla="*/ 1749072 w 2057605"/>
                <a:gd name="connsiteY9200" fmla="*/ 1303030 h 3215359"/>
                <a:gd name="connsiteX9201" fmla="*/ 1746339 w 2057605"/>
                <a:gd name="connsiteY9201" fmla="*/ 1305619 h 3215359"/>
                <a:gd name="connsiteX9202" fmla="*/ 1743894 w 2057605"/>
                <a:gd name="connsiteY9202" fmla="*/ 1308064 h 3215359"/>
                <a:gd name="connsiteX9203" fmla="*/ 1738859 w 2057605"/>
                <a:gd name="connsiteY9203" fmla="*/ 1308064 h 3215359"/>
                <a:gd name="connsiteX9204" fmla="*/ 1738859 w 2057605"/>
                <a:gd name="connsiteY9204" fmla="*/ 1310797 h 3215359"/>
                <a:gd name="connsiteX9205" fmla="*/ 1733681 w 2057605"/>
                <a:gd name="connsiteY9205" fmla="*/ 1313243 h 3215359"/>
                <a:gd name="connsiteX9206" fmla="*/ 1733681 w 2057605"/>
                <a:gd name="connsiteY9206" fmla="*/ 1315688 h 3215359"/>
                <a:gd name="connsiteX9207" fmla="*/ 1731236 w 2057605"/>
                <a:gd name="connsiteY9207" fmla="*/ 1315688 h 3215359"/>
                <a:gd name="connsiteX9208" fmla="*/ 1726202 w 2057605"/>
                <a:gd name="connsiteY9208" fmla="*/ 1313243 h 3215359"/>
                <a:gd name="connsiteX9209" fmla="*/ 1723469 w 2057605"/>
                <a:gd name="connsiteY9209" fmla="*/ 1313243 h 3215359"/>
                <a:gd name="connsiteX9210" fmla="*/ 1721023 w 2057605"/>
                <a:gd name="connsiteY9210" fmla="*/ 1313243 h 3215359"/>
                <a:gd name="connsiteX9211" fmla="*/ 1721023 w 2057605"/>
                <a:gd name="connsiteY9211" fmla="*/ 1310797 h 3215359"/>
                <a:gd name="connsiteX9212" fmla="*/ 1718434 w 2057605"/>
                <a:gd name="connsiteY9212" fmla="*/ 1310797 h 3215359"/>
                <a:gd name="connsiteX9213" fmla="*/ 1715989 w 2057605"/>
                <a:gd name="connsiteY9213" fmla="*/ 1310797 h 3215359"/>
                <a:gd name="connsiteX9214" fmla="*/ 1715989 w 2057605"/>
                <a:gd name="connsiteY9214" fmla="*/ 1308064 h 3215359"/>
                <a:gd name="connsiteX9215" fmla="*/ 1715989 w 2057605"/>
                <a:gd name="connsiteY9215" fmla="*/ 1305619 h 3215359"/>
                <a:gd name="connsiteX9216" fmla="*/ 1713256 w 2057605"/>
                <a:gd name="connsiteY9216" fmla="*/ 1303030 h 3215359"/>
                <a:gd name="connsiteX9217" fmla="*/ 1710811 w 2057605"/>
                <a:gd name="connsiteY9217" fmla="*/ 1303030 h 3215359"/>
                <a:gd name="connsiteX9218" fmla="*/ 1710811 w 2057605"/>
                <a:gd name="connsiteY9218" fmla="*/ 1305619 h 3215359"/>
                <a:gd name="connsiteX9219" fmla="*/ 1710811 w 2057605"/>
                <a:gd name="connsiteY9219" fmla="*/ 1308064 h 3215359"/>
                <a:gd name="connsiteX9220" fmla="*/ 1713256 w 2057605"/>
                <a:gd name="connsiteY9220" fmla="*/ 1310797 h 3215359"/>
                <a:gd name="connsiteX9221" fmla="*/ 1715989 w 2057605"/>
                <a:gd name="connsiteY9221" fmla="*/ 1310797 h 3215359"/>
                <a:gd name="connsiteX9222" fmla="*/ 1715989 w 2057605"/>
                <a:gd name="connsiteY9222" fmla="*/ 1313243 h 3215359"/>
                <a:gd name="connsiteX9223" fmla="*/ 1721023 w 2057605"/>
                <a:gd name="connsiteY9223" fmla="*/ 1315688 h 3215359"/>
                <a:gd name="connsiteX9224" fmla="*/ 1723469 w 2057605"/>
                <a:gd name="connsiteY9224" fmla="*/ 1321010 h 3215359"/>
                <a:gd name="connsiteX9225" fmla="*/ 1721023 w 2057605"/>
                <a:gd name="connsiteY9225" fmla="*/ 1325900 h 3215359"/>
                <a:gd name="connsiteX9226" fmla="*/ 1723469 w 2057605"/>
                <a:gd name="connsiteY9226" fmla="*/ 1328489 h 3215359"/>
                <a:gd name="connsiteX9227" fmla="*/ 1723469 w 2057605"/>
                <a:gd name="connsiteY9227" fmla="*/ 1331222 h 3215359"/>
                <a:gd name="connsiteX9228" fmla="*/ 1721023 w 2057605"/>
                <a:gd name="connsiteY9228" fmla="*/ 1333668 h 3215359"/>
                <a:gd name="connsiteX9229" fmla="*/ 1723469 w 2057605"/>
                <a:gd name="connsiteY9229" fmla="*/ 1341435 h 3215359"/>
                <a:gd name="connsiteX9230" fmla="*/ 1723469 w 2057605"/>
                <a:gd name="connsiteY9230" fmla="*/ 1348914 h 3215359"/>
                <a:gd name="connsiteX9231" fmla="*/ 1721023 w 2057605"/>
                <a:gd name="connsiteY9231" fmla="*/ 1348914 h 3215359"/>
                <a:gd name="connsiteX9232" fmla="*/ 1715989 w 2057605"/>
                <a:gd name="connsiteY9232" fmla="*/ 1348914 h 3215359"/>
                <a:gd name="connsiteX9233" fmla="*/ 1713256 w 2057605"/>
                <a:gd name="connsiteY9233" fmla="*/ 1354093 h 3215359"/>
                <a:gd name="connsiteX9234" fmla="*/ 1708222 w 2057605"/>
                <a:gd name="connsiteY9234" fmla="*/ 1354093 h 3215359"/>
                <a:gd name="connsiteX9235" fmla="*/ 1695564 w 2057605"/>
                <a:gd name="connsiteY9235" fmla="*/ 1356538 h 3215359"/>
                <a:gd name="connsiteX9236" fmla="*/ 1690386 w 2057605"/>
                <a:gd name="connsiteY9236" fmla="*/ 1356538 h 3215359"/>
                <a:gd name="connsiteX9237" fmla="*/ 1682618 w 2057605"/>
                <a:gd name="connsiteY9237" fmla="*/ 1361572 h 3215359"/>
                <a:gd name="connsiteX9238" fmla="*/ 1682618 w 2057605"/>
                <a:gd name="connsiteY9238" fmla="*/ 1364305 h 3215359"/>
                <a:gd name="connsiteX9239" fmla="*/ 1677728 w 2057605"/>
                <a:gd name="connsiteY9239" fmla="*/ 1369340 h 3215359"/>
                <a:gd name="connsiteX9240" fmla="*/ 1675139 w 2057605"/>
                <a:gd name="connsiteY9240" fmla="*/ 1371785 h 3215359"/>
                <a:gd name="connsiteX9241" fmla="*/ 1672406 w 2057605"/>
                <a:gd name="connsiteY9241" fmla="*/ 1374518 h 3215359"/>
                <a:gd name="connsiteX9242" fmla="*/ 1669961 w 2057605"/>
                <a:gd name="connsiteY9242" fmla="*/ 1374518 h 3215359"/>
                <a:gd name="connsiteX9243" fmla="*/ 1667516 w 2057605"/>
                <a:gd name="connsiteY9243" fmla="*/ 1374518 h 3215359"/>
                <a:gd name="connsiteX9244" fmla="*/ 1662481 w 2057605"/>
                <a:gd name="connsiteY9244" fmla="*/ 1374518 h 3215359"/>
                <a:gd name="connsiteX9245" fmla="*/ 1654714 w 2057605"/>
                <a:gd name="connsiteY9245" fmla="*/ 1369340 h 3215359"/>
                <a:gd name="connsiteX9246" fmla="*/ 1647091 w 2057605"/>
                <a:gd name="connsiteY9246" fmla="*/ 1371785 h 3215359"/>
                <a:gd name="connsiteX9247" fmla="*/ 1647091 w 2057605"/>
                <a:gd name="connsiteY9247" fmla="*/ 1369340 h 3215359"/>
                <a:gd name="connsiteX9248" fmla="*/ 1647091 w 2057605"/>
                <a:gd name="connsiteY9248" fmla="*/ 1364305 h 3215359"/>
                <a:gd name="connsiteX9249" fmla="*/ 1644501 w 2057605"/>
                <a:gd name="connsiteY9249" fmla="*/ 1361572 h 3215359"/>
                <a:gd name="connsiteX9250" fmla="*/ 1644501 w 2057605"/>
                <a:gd name="connsiteY9250" fmla="*/ 1366750 h 3215359"/>
                <a:gd name="connsiteX9251" fmla="*/ 1644501 w 2057605"/>
                <a:gd name="connsiteY9251" fmla="*/ 1369340 h 3215359"/>
                <a:gd name="connsiteX9252" fmla="*/ 1642056 w 2057605"/>
                <a:gd name="connsiteY9252" fmla="*/ 1371785 h 3215359"/>
                <a:gd name="connsiteX9253" fmla="*/ 1639323 w 2057605"/>
                <a:gd name="connsiteY9253" fmla="*/ 1371785 h 3215359"/>
                <a:gd name="connsiteX9254" fmla="*/ 1634433 w 2057605"/>
                <a:gd name="connsiteY9254" fmla="*/ 1371785 h 3215359"/>
                <a:gd name="connsiteX9255" fmla="*/ 1631844 w 2057605"/>
                <a:gd name="connsiteY9255" fmla="*/ 1371785 h 3215359"/>
                <a:gd name="connsiteX9256" fmla="*/ 1626665 w 2057605"/>
                <a:gd name="connsiteY9256" fmla="*/ 1369340 h 3215359"/>
                <a:gd name="connsiteX9257" fmla="*/ 1621631 w 2057605"/>
                <a:gd name="connsiteY9257" fmla="*/ 1359127 h 3215359"/>
                <a:gd name="connsiteX9258" fmla="*/ 1618898 w 2057605"/>
                <a:gd name="connsiteY9258" fmla="*/ 1359127 h 3215359"/>
                <a:gd name="connsiteX9259" fmla="*/ 1618898 w 2057605"/>
                <a:gd name="connsiteY9259" fmla="*/ 1356538 h 3215359"/>
                <a:gd name="connsiteX9260" fmla="*/ 1618898 w 2057605"/>
                <a:gd name="connsiteY9260" fmla="*/ 1354093 h 3215359"/>
                <a:gd name="connsiteX9261" fmla="*/ 1616453 w 2057605"/>
                <a:gd name="connsiteY9261" fmla="*/ 1346325 h 3215359"/>
                <a:gd name="connsiteX9262" fmla="*/ 1616453 w 2057605"/>
                <a:gd name="connsiteY9262" fmla="*/ 1341435 h 3215359"/>
                <a:gd name="connsiteX9263" fmla="*/ 1618898 w 2057605"/>
                <a:gd name="connsiteY9263" fmla="*/ 1338702 h 3215359"/>
                <a:gd name="connsiteX9264" fmla="*/ 1616453 w 2057605"/>
                <a:gd name="connsiteY9264" fmla="*/ 1338702 h 3215359"/>
                <a:gd name="connsiteX9265" fmla="*/ 1616453 w 2057605"/>
                <a:gd name="connsiteY9265" fmla="*/ 1333668 h 3215359"/>
                <a:gd name="connsiteX9266" fmla="*/ 1613864 w 2057605"/>
                <a:gd name="connsiteY9266" fmla="*/ 1333668 h 3215359"/>
                <a:gd name="connsiteX9267" fmla="*/ 1611419 w 2057605"/>
                <a:gd name="connsiteY9267" fmla="*/ 1333668 h 3215359"/>
                <a:gd name="connsiteX9268" fmla="*/ 1611419 w 2057605"/>
                <a:gd name="connsiteY9268" fmla="*/ 1336113 h 3215359"/>
                <a:gd name="connsiteX9269" fmla="*/ 1608686 w 2057605"/>
                <a:gd name="connsiteY9269" fmla="*/ 1333668 h 3215359"/>
                <a:gd name="connsiteX9270" fmla="*/ 1606240 w 2057605"/>
                <a:gd name="connsiteY9270" fmla="*/ 1331222 h 3215359"/>
                <a:gd name="connsiteX9271" fmla="*/ 1603795 w 2057605"/>
                <a:gd name="connsiteY9271" fmla="*/ 1325900 h 3215359"/>
                <a:gd name="connsiteX9272" fmla="*/ 1601206 w 2057605"/>
                <a:gd name="connsiteY9272" fmla="*/ 1325900 h 3215359"/>
                <a:gd name="connsiteX9273" fmla="*/ 1598473 w 2057605"/>
                <a:gd name="connsiteY9273" fmla="*/ 1325900 h 3215359"/>
                <a:gd name="connsiteX9274" fmla="*/ 1598473 w 2057605"/>
                <a:gd name="connsiteY9274" fmla="*/ 1328489 h 3215359"/>
                <a:gd name="connsiteX9275" fmla="*/ 1603795 w 2057605"/>
                <a:gd name="connsiteY9275" fmla="*/ 1338702 h 3215359"/>
                <a:gd name="connsiteX9276" fmla="*/ 1608686 w 2057605"/>
                <a:gd name="connsiteY9276" fmla="*/ 1338702 h 3215359"/>
                <a:gd name="connsiteX9277" fmla="*/ 1608686 w 2057605"/>
                <a:gd name="connsiteY9277" fmla="*/ 1341435 h 3215359"/>
                <a:gd name="connsiteX9278" fmla="*/ 1611419 w 2057605"/>
                <a:gd name="connsiteY9278" fmla="*/ 1341435 h 3215359"/>
                <a:gd name="connsiteX9279" fmla="*/ 1611419 w 2057605"/>
                <a:gd name="connsiteY9279" fmla="*/ 1343880 h 3215359"/>
                <a:gd name="connsiteX9280" fmla="*/ 1611419 w 2057605"/>
                <a:gd name="connsiteY9280" fmla="*/ 1346325 h 3215359"/>
                <a:gd name="connsiteX9281" fmla="*/ 1608686 w 2057605"/>
                <a:gd name="connsiteY9281" fmla="*/ 1354093 h 3215359"/>
                <a:gd name="connsiteX9282" fmla="*/ 1608686 w 2057605"/>
                <a:gd name="connsiteY9282" fmla="*/ 1356538 h 3215359"/>
                <a:gd name="connsiteX9283" fmla="*/ 1608686 w 2057605"/>
                <a:gd name="connsiteY9283" fmla="*/ 1359127 h 3215359"/>
                <a:gd name="connsiteX9284" fmla="*/ 1608686 w 2057605"/>
                <a:gd name="connsiteY9284" fmla="*/ 1361572 h 3215359"/>
                <a:gd name="connsiteX9285" fmla="*/ 1608686 w 2057605"/>
                <a:gd name="connsiteY9285" fmla="*/ 1366750 h 3215359"/>
                <a:gd name="connsiteX9286" fmla="*/ 1603795 w 2057605"/>
                <a:gd name="connsiteY9286" fmla="*/ 1374518 h 3215359"/>
                <a:gd name="connsiteX9287" fmla="*/ 1598473 w 2057605"/>
                <a:gd name="connsiteY9287" fmla="*/ 1374518 h 3215359"/>
                <a:gd name="connsiteX9288" fmla="*/ 1596028 w 2057605"/>
                <a:gd name="connsiteY9288" fmla="*/ 1374518 h 3215359"/>
                <a:gd name="connsiteX9289" fmla="*/ 1593583 w 2057605"/>
                <a:gd name="connsiteY9289" fmla="*/ 1374518 h 3215359"/>
                <a:gd name="connsiteX9290" fmla="*/ 1585815 w 2057605"/>
                <a:gd name="connsiteY9290" fmla="*/ 1379552 h 3215359"/>
                <a:gd name="connsiteX9291" fmla="*/ 1580781 w 2057605"/>
                <a:gd name="connsiteY9291" fmla="*/ 1384730 h 3215359"/>
                <a:gd name="connsiteX9292" fmla="*/ 1573158 w 2057605"/>
                <a:gd name="connsiteY9292" fmla="*/ 1384730 h 3215359"/>
                <a:gd name="connsiteX9293" fmla="*/ 1568123 w 2057605"/>
                <a:gd name="connsiteY9293" fmla="*/ 1384730 h 3215359"/>
                <a:gd name="connsiteX9294" fmla="*/ 1565390 w 2057605"/>
                <a:gd name="connsiteY9294" fmla="*/ 1381997 h 3215359"/>
                <a:gd name="connsiteX9295" fmla="*/ 1562945 w 2057605"/>
                <a:gd name="connsiteY9295" fmla="*/ 1384730 h 3215359"/>
                <a:gd name="connsiteX9296" fmla="*/ 1557911 w 2057605"/>
                <a:gd name="connsiteY9296" fmla="*/ 1387175 h 3215359"/>
                <a:gd name="connsiteX9297" fmla="*/ 1555178 w 2057605"/>
                <a:gd name="connsiteY9297" fmla="*/ 1387175 h 3215359"/>
                <a:gd name="connsiteX9298" fmla="*/ 1555178 w 2057605"/>
                <a:gd name="connsiteY9298" fmla="*/ 1376963 h 3215359"/>
                <a:gd name="connsiteX9299" fmla="*/ 1552733 w 2057605"/>
                <a:gd name="connsiteY9299" fmla="*/ 1369340 h 3215359"/>
                <a:gd name="connsiteX9300" fmla="*/ 1552733 w 2057605"/>
                <a:gd name="connsiteY9300" fmla="*/ 1366750 h 3215359"/>
                <a:gd name="connsiteX9301" fmla="*/ 1552733 w 2057605"/>
                <a:gd name="connsiteY9301" fmla="*/ 1361572 h 3215359"/>
                <a:gd name="connsiteX9302" fmla="*/ 1550287 w 2057605"/>
                <a:gd name="connsiteY9302" fmla="*/ 1361572 h 3215359"/>
                <a:gd name="connsiteX9303" fmla="*/ 1550287 w 2057605"/>
                <a:gd name="connsiteY9303" fmla="*/ 1366750 h 3215359"/>
                <a:gd name="connsiteX9304" fmla="*/ 1550287 w 2057605"/>
                <a:gd name="connsiteY9304" fmla="*/ 1381997 h 3215359"/>
                <a:gd name="connsiteX9305" fmla="*/ 1550287 w 2057605"/>
                <a:gd name="connsiteY9305" fmla="*/ 1387175 h 3215359"/>
                <a:gd name="connsiteX9306" fmla="*/ 1550287 w 2057605"/>
                <a:gd name="connsiteY9306" fmla="*/ 1389621 h 3215359"/>
                <a:gd name="connsiteX9307" fmla="*/ 1547698 w 2057605"/>
                <a:gd name="connsiteY9307" fmla="*/ 1389621 h 3215359"/>
                <a:gd name="connsiteX9308" fmla="*/ 1544965 w 2057605"/>
                <a:gd name="connsiteY9308" fmla="*/ 1389621 h 3215359"/>
                <a:gd name="connsiteX9309" fmla="*/ 1540075 w 2057605"/>
                <a:gd name="connsiteY9309" fmla="*/ 1387175 h 3215359"/>
                <a:gd name="connsiteX9310" fmla="*/ 1540075 w 2057605"/>
                <a:gd name="connsiteY9310" fmla="*/ 1379552 h 3215359"/>
                <a:gd name="connsiteX9311" fmla="*/ 1534753 w 2057605"/>
                <a:gd name="connsiteY9311" fmla="*/ 1374518 h 3215359"/>
                <a:gd name="connsiteX9312" fmla="*/ 1534753 w 2057605"/>
                <a:gd name="connsiteY9312" fmla="*/ 1371785 h 3215359"/>
                <a:gd name="connsiteX9313" fmla="*/ 1534753 w 2057605"/>
                <a:gd name="connsiteY9313" fmla="*/ 1369340 h 3215359"/>
                <a:gd name="connsiteX9314" fmla="*/ 1534753 w 2057605"/>
                <a:gd name="connsiteY9314" fmla="*/ 1366750 h 3215359"/>
                <a:gd name="connsiteX9315" fmla="*/ 1532308 w 2057605"/>
                <a:gd name="connsiteY9315" fmla="*/ 1366750 h 3215359"/>
                <a:gd name="connsiteX9316" fmla="*/ 1529719 w 2057605"/>
                <a:gd name="connsiteY9316" fmla="*/ 1369340 h 3215359"/>
                <a:gd name="connsiteX9317" fmla="*/ 1534753 w 2057605"/>
                <a:gd name="connsiteY9317" fmla="*/ 1381997 h 3215359"/>
                <a:gd name="connsiteX9318" fmla="*/ 1534753 w 2057605"/>
                <a:gd name="connsiteY9318" fmla="*/ 1389621 h 3215359"/>
                <a:gd name="connsiteX9319" fmla="*/ 1532308 w 2057605"/>
                <a:gd name="connsiteY9319" fmla="*/ 1389621 h 3215359"/>
                <a:gd name="connsiteX9320" fmla="*/ 1527273 w 2057605"/>
                <a:gd name="connsiteY9320" fmla="*/ 1392210 h 3215359"/>
                <a:gd name="connsiteX9321" fmla="*/ 1524540 w 2057605"/>
                <a:gd name="connsiteY9321" fmla="*/ 1392210 h 3215359"/>
                <a:gd name="connsiteX9322" fmla="*/ 1519650 w 2057605"/>
                <a:gd name="connsiteY9322" fmla="*/ 1394943 h 3215359"/>
                <a:gd name="connsiteX9323" fmla="*/ 1517061 w 2057605"/>
                <a:gd name="connsiteY9323" fmla="*/ 1394943 h 3215359"/>
                <a:gd name="connsiteX9324" fmla="*/ 1514616 w 2057605"/>
                <a:gd name="connsiteY9324" fmla="*/ 1394943 h 3215359"/>
                <a:gd name="connsiteX9325" fmla="*/ 1511883 w 2057605"/>
                <a:gd name="connsiteY9325" fmla="*/ 1394943 h 3215359"/>
                <a:gd name="connsiteX9326" fmla="*/ 1511883 w 2057605"/>
                <a:gd name="connsiteY9326" fmla="*/ 1392210 h 3215359"/>
                <a:gd name="connsiteX9327" fmla="*/ 1511883 w 2057605"/>
                <a:gd name="connsiteY9327" fmla="*/ 1387175 h 3215359"/>
                <a:gd name="connsiteX9328" fmla="*/ 1511883 w 2057605"/>
                <a:gd name="connsiteY9328" fmla="*/ 1384730 h 3215359"/>
                <a:gd name="connsiteX9329" fmla="*/ 1509437 w 2057605"/>
                <a:gd name="connsiteY9329" fmla="*/ 1381997 h 3215359"/>
                <a:gd name="connsiteX9330" fmla="*/ 1509437 w 2057605"/>
                <a:gd name="connsiteY9330" fmla="*/ 1379552 h 3215359"/>
                <a:gd name="connsiteX9331" fmla="*/ 1509437 w 2057605"/>
                <a:gd name="connsiteY9331" fmla="*/ 1376963 h 3215359"/>
                <a:gd name="connsiteX9332" fmla="*/ 1506848 w 2057605"/>
                <a:gd name="connsiteY9332" fmla="*/ 1376963 h 3215359"/>
                <a:gd name="connsiteX9333" fmla="*/ 1506848 w 2057605"/>
                <a:gd name="connsiteY9333" fmla="*/ 1379552 h 3215359"/>
                <a:gd name="connsiteX9334" fmla="*/ 1506848 w 2057605"/>
                <a:gd name="connsiteY9334" fmla="*/ 1381997 h 3215359"/>
                <a:gd name="connsiteX9335" fmla="*/ 1509437 w 2057605"/>
                <a:gd name="connsiteY9335" fmla="*/ 1387175 h 3215359"/>
                <a:gd name="connsiteX9336" fmla="*/ 1506848 w 2057605"/>
                <a:gd name="connsiteY9336" fmla="*/ 1389621 h 3215359"/>
                <a:gd name="connsiteX9337" fmla="*/ 1506848 w 2057605"/>
                <a:gd name="connsiteY9337" fmla="*/ 1394943 h 3215359"/>
                <a:gd name="connsiteX9338" fmla="*/ 1504403 w 2057605"/>
                <a:gd name="connsiteY9338" fmla="*/ 1397388 h 3215359"/>
                <a:gd name="connsiteX9339" fmla="*/ 1501670 w 2057605"/>
                <a:gd name="connsiteY9339" fmla="*/ 1397388 h 3215359"/>
                <a:gd name="connsiteX9340" fmla="*/ 1496636 w 2057605"/>
                <a:gd name="connsiteY9340" fmla="*/ 1394943 h 3215359"/>
                <a:gd name="connsiteX9341" fmla="*/ 1489012 w 2057605"/>
                <a:gd name="connsiteY9341" fmla="*/ 1387175 h 3215359"/>
                <a:gd name="connsiteX9342" fmla="*/ 1489012 w 2057605"/>
                <a:gd name="connsiteY9342" fmla="*/ 1381997 h 3215359"/>
                <a:gd name="connsiteX9343" fmla="*/ 1486423 w 2057605"/>
                <a:gd name="connsiteY9343" fmla="*/ 1379552 h 3215359"/>
                <a:gd name="connsiteX9344" fmla="*/ 1486423 w 2057605"/>
                <a:gd name="connsiteY9344" fmla="*/ 1381997 h 3215359"/>
                <a:gd name="connsiteX9345" fmla="*/ 1486423 w 2057605"/>
                <a:gd name="connsiteY9345" fmla="*/ 1389621 h 3215359"/>
                <a:gd name="connsiteX9346" fmla="*/ 1489012 w 2057605"/>
                <a:gd name="connsiteY9346" fmla="*/ 1392210 h 3215359"/>
                <a:gd name="connsiteX9347" fmla="*/ 1494191 w 2057605"/>
                <a:gd name="connsiteY9347" fmla="*/ 1397388 h 3215359"/>
                <a:gd name="connsiteX9348" fmla="*/ 1494191 w 2057605"/>
                <a:gd name="connsiteY9348" fmla="*/ 1399977 h 3215359"/>
                <a:gd name="connsiteX9349" fmla="*/ 1489012 w 2057605"/>
                <a:gd name="connsiteY9349" fmla="*/ 1399977 h 3215359"/>
                <a:gd name="connsiteX9350" fmla="*/ 1486423 w 2057605"/>
                <a:gd name="connsiteY9350" fmla="*/ 1402422 h 3215359"/>
                <a:gd name="connsiteX9351" fmla="*/ 1483978 w 2057605"/>
                <a:gd name="connsiteY9351" fmla="*/ 1402422 h 3215359"/>
                <a:gd name="connsiteX9352" fmla="*/ 1481245 w 2057605"/>
                <a:gd name="connsiteY9352" fmla="*/ 1399977 h 3215359"/>
                <a:gd name="connsiteX9353" fmla="*/ 1481245 w 2057605"/>
                <a:gd name="connsiteY9353" fmla="*/ 1397388 h 3215359"/>
                <a:gd name="connsiteX9354" fmla="*/ 1481245 w 2057605"/>
                <a:gd name="connsiteY9354" fmla="*/ 1394943 h 3215359"/>
                <a:gd name="connsiteX9355" fmla="*/ 1478800 w 2057605"/>
                <a:gd name="connsiteY9355" fmla="*/ 1394943 h 3215359"/>
                <a:gd name="connsiteX9356" fmla="*/ 1478800 w 2057605"/>
                <a:gd name="connsiteY9356" fmla="*/ 1397388 h 3215359"/>
                <a:gd name="connsiteX9357" fmla="*/ 1478800 w 2057605"/>
                <a:gd name="connsiteY9357" fmla="*/ 1399977 h 3215359"/>
                <a:gd name="connsiteX9358" fmla="*/ 1476211 w 2057605"/>
                <a:gd name="connsiteY9358" fmla="*/ 1399977 h 3215359"/>
                <a:gd name="connsiteX9359" fmla="*/ 1468587 w 2057605"/>
                <a:gd name="connsiteY9359" fmla="*/ 1399977 h 3215359"/>
                <a:gd name="connsiteX9360" fmla="*/ 1466142 w 2057605"/>
                <a:gd name="connsiteY9360" fmla="*/ 1394943 h 3215359"/>
                <a:gd name="connsiteX9361" fmla="*/ 1468587 w 2057605"/>
                <a:gd name="connsiteY9361" fmla="*/ 1389621 h 3215359"/>
                <a:gd name="connsiteX9362" fmla="*/ 1463553 w 2057605"/>
                <a:gd name="connsiteY9362" fmla="*/ 1394943 h 3215359"/>
                <a:gd name="connsiteX9363" fmla="*/ 1463553 w 2057605"/>
                <a:gd name="connsiteY9363" fmla="*/ 1397388 h 3215359"/>
                <a:gd name="connsiteX9364" fmla="*/ 1463553 w 2057605"/>
                <a:gd name="connsiteY9364" fmla="*/ 1399977 h 3215359"/>
                <a:gd name="connsiteX9365" fmla="*/ 1460820 w 2057605"/>
                <a:gd name="connsiteY9365" fmla="*/ 1402422 h 3215359"/>
                <a:gd name="connsiteX9366" fmla="*/ 1453341 w 2057605"/>
                <a:gd name="connsiteY9366" fmla="*/ 1405155 h 3215359"/>
                <a:gd name="connsiteX9367" fmla="*/ 1450608 w 2057605"/>
                <a:gd name="connsiteY9367" fmla="*/ 1402422 h 3215359"/>
                <a:gd name="connsiteX9368" fmla="*/ 1453341 w 2057605"/>
                <a:gd name="connsiteY9368" fmla="*/ 1397388 h 3215359"/>
                <a:gd name="connsiteX9369" fmla="*/ 1450608 w 2057605"/>
                <a:gd name="connsiteY9369" fmla="*/ 1394943 h 3215359"/>
                <a:gd name="connsiteX9370" fmla="*/ 1450608 w 2057605"/>
                <a:gd name="connsiteY9370" fmla="*/ 1399977 h 3215359"/>
                <a:gd name="connsiteX9371" fmla="*/ 1448162 w 2057605"/>
                <a:gd name="connsiteY9371" fmla="*/ 1402422 h 3215359"/>
                <a:gd name="connsiteX9372" fmla="*/ 1445573 w 2057605"/>
                <a:gd name="connsiteY9372" fmla="*/ 1402422 h 3215359"/>
                <a:gd name="connsiteX9373" fmla="*/ 1437950 w 2057605"/>
                <a:gd name="connsiteY9373" fmla="*/ 1402422 h 3215359"/>
                <a:gd name="connsiteX9374" fmla="*/ 1437950 w 2057605"/>
                <a:gd name="connsiteY9374" fmla="*/ 1399977 h 3215359"/>
                <a:gd name="connsiteX9375" fmla="*/ 1437950 w 2057605"/>
                <a:gd name="connsiteY9375" fmla="*/ 1397388 h 3215359"/>
                <a:gd name="connsiteX9376" fmla="*/ 1435505 w 2057605"/>
                <a:gd name="connsiteY9376" fmla="*/ 1402422 h 3215359"/>
                <a:gd name="connsiteX9377" fmla="*/ 1432915 w 2057605"/>
                <a:gd name="connsiteY9377" fmla="*/ 1402422 h 3215359"/>
                <a:gd name="connsiteX9378" fmla="*/ 1427737 w 2057605"/>
                <a:gd name="connsiteY9378" fmla="*/ 1402422 h 3215359"/>
                <a:gd name="connsiteX9379" fmla="*/ 1425292 w 2057605"/>
                <a:gd name="connsiteY9379" fmla="*/ 1402422 h 3215359"/>
                <a:gd name="connsiteX9380" fmla="*/ 1422703 w 2057605"/>
                <a:gd name="connsiteY9380" fmla="*/ 1402422 h 3215359"/>
                <a:gd name="connsiteX9381" fmla="*/ 1422703 w 2057605"/>
                <a:gd name="connsiteY9381" fmla="*/ 1397388 h 3215359"/>
                <a:gd name="connsiteX9382" fmla="*/ 1422703 w 2057605"/>
                <a:gd name="connsiteY9382" fmla="*/ 1394943 h 3215359"/>
                <a:gd name="connsiteX9383" fmla="*/ 1422703 w 2057605"/>
                <a:gd name="connsiteY9383" fmla="*/ 1384730 h 3215359"/>
                <a:gd name="connsiteX9384" fmla="*/ 1425292 w 2057605"/>
                <a:gd name="connsiteY9384" fmla="*/ 1379552 h 3215359"/>
                <a:gd name="connsiteX9385" fmla="*/ 1425292 w 2057605"/>
                <a:gd name="connsiteY9385" fmla="*/ 1369340 h 3215359"/>
                <a:gd name="connsiteX9386" fmla="*/ 1425292 w 2057605"/>
                <a:gd name="connsiteY9386" fmla="*/ 1366750 h 3215359"/>
                <a:gd name="connsiteX9387" fmla="*/ 1422703 w 2057605"/>
                <a:gd name="connsiteY9387" fmla="*/ 1364305 h 3215359"/>
                <a:gd name="connsiteX9388" fmla="*/ 1427737 w 2057605"/>
                <a:gd name="connsiteY9388" fmla="*/ 1364305 h 3215359"/>
                <a:gd name="connsiteX9389" fmla="*/ 1427737 w 2057605"/>
                <a:gd name="connsiteY9389" fmla="*/ 1361572 h 3215359"/>
                <a:gd name="connsiteX9390" fmla="*/ 1422703 w 2057605"/>
                <a:gd name="connsiteY9390" fmla="*/ 1361572 h 3215359"/>
                <a:gd name="connsiteX9391" fmla="*/ 1422703 w 2057605"/>
                <a:gd name="connsiteY9391" fmla="*/ 1359127 h 3215359"/>
                <a:gd name="connsiteX9392" fmla="*/ 1422703 w 2057605"/>
                <a:gd name="connsiteY9392" fmla="*/ 1354093 h 3215359"/>
                <a:gd name="connsiteX9393" fmla="*/ 1420258 w 2057605"/>
                <a:gd name="connsiteY9393" fmla="*/ 1343880 h 3215359"/>
                <a:gd name="connsiteX9394" fmla="*/ 1417525 w 2057605"/>
                <a:gd name="connsiteY9394" fmla="*/ 1346325 h 3215359"/>
                <a:gd name="connsiteX9395" fmla="*/ 1420258 w 2057605"/>
                <a:gd name="connsiteY9395" fmla="*/ 1351647 h 3215359"/>
                <a:gd name="connsiteX9396" fmla="*/ 1420258 w 2057605"/>
                <a:gd name="connsiteY9396" fmla="*/ 1354093 h 3215359"/>
                <a:gd name="connsiteX9397" fmla="*/ 1417525 w 2057605"/>
                <a:gd name="connsiteY9397" fmla="*/ 1359127 h 3215359"/>
                <a:gd name="connsiteX9398" fmla="*/ 1415080 w 2057605"/>
                <a:gd name="connsiteY9398" fmla="*/ 1359127 h 3215359"/>
                <a:gd name="connsiteX9399" fmla="*/ 1417525 w 2057605"/>
                <a:gd name="connsiteY9399" fmla="*/ 1354093 h 3215359"/>
                <a:gd name="connsiteX9400" fmla="*/ 1415080 w 2057605"/>
                <a:gd name="connsiteY9400" fmla="*/ 1354093 h 3215359"/>
                <a:gd name="connsiteX9401" fmla="*/ 1412490 w 2057605"/>
                <a:gd name="connsiteY9401" fmla="*/ 1359127 h 3215359"/>
                <a:gd name="connsiteX9402" fmla="*/ 1412490 w 2057605"/>
                <a:gd name="connsiteY9402" fmla="*/ 1364305 h 3215359"/>
                <a:gd name="connsiteX9403" fmla="*/ 1412490 w 2057605"/>
                <a:gd name="connsiteY9403" fmla="*/ 1369340 h 3215359"/>
                <a:gd name="connsiteX9404" fmla="*/ 1410045 w 2057605"/>
                <a:gd name="connsiteY9404" fmla="*/ 1374518 h 3215359"/>
                <a:gd name="connsiteX9405" fmla="*/ 1412490 w 2057605"/>
                <a:gd name="connsiteY9405" fmla="*/ 1376963 h 3215359"/>
                <a:gd name="connsiteX9406" fmla="*/ 1410045 w 2057605"/>
                <a:gd name="connsiteY9406" fmla="*/ 1381997 h 3215359"/>
                <a:gd name="connsiteX9407" fmla="*/ 1407312 w 2057605"/>
                <a:gd name="connsiteY9407" fmla="*/ 1379552 h 3215359"/>
                <a:gd name="connsiteX9408" fmla="*/ 1407312 w 2057605"/>
                <a:gd name="connsiteY9408" fmla="*/ 1364305 h 3215359"/>
                <a:gd name="connsiteX9409" fmla="*/ 1404867 w 2057605"/>
                <a:gd name="connsiteY9409" fmla="*/ 1361572 h 3215359"/>
                <a:gd name="connsiteX9410" fmla="*/ 1402278 w 2057605"/>
                <a:gd name="connsiteY9410" fmla="*/ 1359127 h 3215359"/>
                <a:gd name="connsiteX9411" fmla="*/ 1399833 w 2057605"/>
                <a:gd name="connsiteY9411" fmla="*/ 1356538 h 3215359"/>
                <a:gd name="connsiteX9412" fmla="*/ 1399833 w 2057605"/>
                <a:gd name="connsiteY9412" fmla="*/ 1359127 h 3215359"/>
                <a:gd name="connsiteX9413" fmla="*/ 1402278 w 2057605"/>
                <a:gd name="connsiteY9413" fmla="*/ 1364305 h 3215359"/>
                <a:gd name="connsiteX9414" fmla="*/ 1402278 w 2057605"/>
                <a:gd name="connsiteY9414" fmla="*/ 1366750 h 3215359"/>
                <a:gd name="connsiteX9415" fmla="*/ 1402278 w 2057605"/>
                <a:gd name="connsiteY9415" fmla="*/ 1371785 h 3215359"/>
                <a:gd name="connsiteX9416" fmla="*/ 1397100 w 2057605"/>
                <a:gd name="connsiteY9416" fmla="*/ 1369340 h 3215359"/>
                <a:gd name="connsiteX9417" fmla="*/ 1394655 w 2057605"/>
                <a:gd name="connsiteY9417" fmla="*/ 1369340 h 3215359"/>
                <a:gd name="connsiteX9418" fmla="*/ 1397100 w 2057605"/>
                <a:gd name="connsiteY9418" fmla="*/ 1374518 h 3215359"/>
                <a:gd name="connsiteX9419" fmla="*/ 1399833 w 2057605"/>
                <a:gd name="connsiteY9419" fmla="*/ 1379552 h 3215359"/>
                <a:gd name="connsiteX9420" fmla="*/ 1402278 w 2057605"/>
                <a:gd name="connsiteY9420" fmla="*/ 1379552 h 3215359"/>
                <a:gd name="connsiteX9421" fmla="*/ 1402278 w 2057605"/>
                <a:gd name="connsiteY9421" fmla="*/ 1384730 h 3215359"/>
                <a:gd name="connsiteX9422" fmla="*/ 1397100 w 2057605"/>
                <a:gd name="connsiteY9422" fmla="*/ 1389621 h 3215359"/>
                <a:gd name="connsiteX9423" fmla="*/ 1397100 w 2057605"/>
                <a:gd name="connsiteY9423" fmla="*/ 1392210 h 3215359"/>
                <a:gd name="connsiteX9424" fmla="*/ 1394655 w 2057605"/>
                <a:gd name="connsiteY9424" fmla="*/ 1392210 h 3215359"/>
                <a:gd name="connsiteX9425" fmla="*/ 1392065 w 2057605"/>
                <a:gd name="connsiteY9425" fmla="*/ 1392210 h 3215359"/>
                <a:gd name="connsiteX9426" fmla="*/ 1389620 w 2057605"/>
                <a:gd name="connsiteY9426" fmla="*/ 1392210 h 3215359"/>
                <a:gd name="connsiteX9427" fmla="*/ 1389620 w 2057605"/>
                <a:gd name="connsiteY9427" fmla="*/ 1394943 h 3215359"/>
                <a:gd name="connsiteX9428" fmla="*/ 1386887 w 2057605"/>
                <a:gd name="connsiteY9428" fmla="*/ 1397388 h 3215359"/>
                <a:gd name="connsiteX9429" fmla="*/ 1376675 w 2057605"/>
                <a:gd name="connsiteY9429" fmla="*/ 1399977 h 3215359"/>
                <a:gd name="connsiteX9430" fmla="*/ 1371784 w 2057605"/>
                <a:gd name="connsiteY9430" fmla="*/ 1399977 h 3215359"/>
                <a:gd name="connsiteX9431" fmla="*/ 1371784 w 2057605"/>
                <a:gd name="connsiteY9431" fmla="*/ 1397388 h 3215359"/>
                <a:gd name="connsiteX9432" fmla="*/ 1371784 w 2057605"/>
                <a:gd name="connsiteY9432" fmla="*/ 1394943 h 3215359"/>
                <a:gd name="connsiteX9433" fmla="*/ 1369195 w 2057605"/>
                <a:gd name="connsiteY9433" fmla="*/ 1392210 h 3215359"/>
                <a:gd name="connsiteX9434" fmla="*/ 1366750 w 2057605"/>
                <a:gd name="connsiteY9434" fmla="*/ 1394943 h 3215359"/>
                <a:gd name="connsiteX9435" fmla="*/ 1366750 w 2057605"/>
                <a:gd name="connsiteY9435" fmla="*/ 1397388 h 3215359"/>
                <a:gd name="connsiteX9436" fmla="*/ 1361572 w 2057605"/>
                <a:gd name="connsiteY9436" fmla="*/ 1394943 h 3215359"/>
                <a:gd name="connsiteX9437" fmla="*/ 1356537 w 2057605"/>
                <a:gd name="connsiteY9437" fmla="*/ 1392210 h 3215359"/>
                <a:gd name="connsiteX9438" fmla="*/ 1356537 w 2057605"/>
                <a:gd name="connsiteY9438" fmla="*/ 1389621 h 3215359"/>
                <a:gd name="connsiteX9439" fmla="*/ 1353804 w 2057605"/>
                <a:gd name="connsiteY9439" fmla="*/ 1389621 h 3215359"/>
                <a:gd name="connsiteX9440" fmla="*/ 1353804 w 2057605"/>
                <a:gd name="connsiteY9440" fmla="*/ 1392210 h 3215359"/>
                <a:gd name="connsiteX9441" fmla="*/ 1346325 w 2057605"/>
                <a:gd name="connsiteY9441" fmla="*/ 1389621 h 3215359"/>
                <a:gd name="connsiteX9442" fmla="*/ 1343592 w 2057605"/>
                <a:gd name="connsiteY9442" fmla="*/ 1384730 h 3215359"/>
                <a:gd name="connsiteX9443" fmla="*/ 1341147 w 2057605"/>
                <a:gd name="connsiteY9443" fmla="*/ 1381997 h 3215359"/>
                <a:gd name="connsiteX9444" fmla="*/ 1341147 w 2057605"/>
                <a:gd name="connsiteY9444" fmla="*/ 1376963 h 3215359"/>
                <a:gd name="connsiteX9445" fmla="*/ 1338557 w 2057605"/>
                <a:gd name="connsiteY9445" fmla="*/ 1376963 h 3215359"/>
                <a:gd name="connsiteX9446" fmla="*/ 1341147 w 2057605"/>
                <a:gd name="connsiteY9446" fmla="*/ 1374518 h 3215359"/>
                <a:gd name="connsiteX9447" fmla="*/ 1338557 w 2057605"/>
                <a:gd name="connsiteY9447" fmla="*/ 1374518 h 3215359"/>
                <a:gd name="connsiteX9448" fmla="*/ 1336112 w 2057605"/>
                <a:gd name="connsiteY9448" fmla="*/ 1381997 h 3215359"/>
                <a:gd name="connsiteX9449" fmla="*/ 1333379 w 2057605"/>
                <a:gd name="connsiteY9449" fmla="*/ 1379552 h 3215359"/>
                <a:gd name="connsiteX9450" fmla="*/ 1330934 w 2057605"/>
                <a:gd name="connsiteY9450" fmla="*/ 1379552 h 3215359"/>
                <a:gd name="connsiteX9451" fmla="*/ 1333379 w 2057605"/>
                <a:gd name="connsiteY9451" fmla="*/ 1371785 h 3215359"/>
                <a:gd name="connsiteX9452" fmla="*/ 1336112 w 2057605"/>
                <a:gd name="connsiteY9452" fmla="*/ 1366750 h 3215359"/>
                <a:gd name="connsiteX9453" fmla="*/ 1338557 w 2057605"/>
                <a:gd name="connsiteY9453" fmla="*/ 1359127 h 3215359"/>
                <a:gd name="connsiteX9454" fmla="*/ 1336112 w 2057605"/>
                <a:gd name="connsiteY9454" fmla="*/ 1356538 h 3215359"/>
                <a:gd name="connsiteX9455" fmla="*/ 1336112 w 2057605"/>
                <a:gd name="connsiteY9455" fmla="*/ 1361572 h 3215359"/>
                <a:gd name="connsiteX9456" fmla="*/ 1333379 w 2057605"/>
                <a:gd name="connsiteY9456" fmla="*/ 1361572 h 3215359"/>
                <a:gd name="connsiteX9457" fmla="*/ 1328345 w 2057605"/>
                <a:gd name="connsiteY9457" fmla="*/ 1369340 h 3215359"/>
                <a:gd name="connsiteX9458" fmla="*/ 1328345 w 2057605"/>
                <a:gd name="connsiteY9458" fmla="*/ 1371785 h 3215359"/>
                <a:gd name="connsiteX9459" fmla="*/ 1328345 w 2057605"/>
                <a:gd name="connsiteY9459" fmla="*/ 1374518 h 3215359"/>
                <a:gd name="connsiteX9460" fmla="*/ 1325900 w 2057605"/>
                <a:gd name="connsiteY9460" fmla="*/ 1374518 h 3215359"/>
                <a:gd name="connsiteX9461" fmla="*/ 1325900 w 2057605"/>
                <a:gd name="connsiteY9461" fmla="*/ 1371785 h 3215359"/>
                <a:gd name="connsiteX9462" fmla="*/ 1323167 w 2057605"/>
                <a:gd name="connsiteY9462" fmla="*/ 1371785 h 3215359"/>
                <a:gd name="connsiteX9463" fmla="*/ 1323167 w 2057605"/>
                <a:gd name="connsiteY9463" fmla="*/ 1376963 h 3215359"/>
                <a:gd name="connsiteX9464" fmla="*/ 1323167 w 2057605"/>
                <a:gd name="connsiteY9464" fmla="*/ 1379552 h 3215359"/>
                <a:gd name="connsiteX9465" fmla="*/ 1325900 w 2057605"/>
                <a:gd name="connsiteY9465" fmla="*/ 1381997 h 3215359"/>
                <a:gd name="connsiteX9466" fmla="*/ 1325900 w 2057605"/>
                <a:gd name="connsiteY9466" fmla="*/ 1384730 h 3215359"/>
                <a:gd name="connsiteX9467" fmla="*/ 1328345 w 2057605"/>
                <a:gd name="connsiteY9467" fmla="*/ 1389621 h 3215359"/>
                <a:gd name="connsiteX9468" fmla="*/ 1323167 w 2057605"/>
                <a:gd name="connsiteY9468" fmla="*/ 1389621 h 3215359"/>
                <a:gd name="connsiteX9469" fmla="*/ 1320722 w 2057605"/>
                <a:gd name="connsiteY9469" fmla="*/ 1387175 h 3215359"/>
                <a:gd name="connsiteX9470" fmla="*/ 1320722 w 2057605"/>
                <a:gd name="connsiteY9470" fmla="*/ 1384730 h 3215359"/>
                <a:gd name="connsiteX9471" fmla="*/ 1320722 w 2057605"/>
                <a:gd name="connsiteY9471" fmla="*/ 1381997 h 3215359"/>
                <a:gd name="connsiteX9472" fmla="*/ 1320722 w 2057605"/>
                <a:gd name="connsiteY9472" fmla="*/ 1379552 h 3215359"/>
                <a:gd name="connsiteX9473" fmla="*/ 1318132 w 2057605"/>
                <a:gd name="connsiteY9473" fmla="*/ 1379552 h 3215359"/>
                <a:gd name="connsiteX9474" fmla="*/ 1320722 w 2057605"/>
                <a:gd name="connsiteY9474" fmla="*/ 1384730 h 3215359"/>
                <a:gd name="connsiteX9475" fmla="*/ 1318132 w 2057605"/>
                <a:gd name="connsiteY9475" fmla="*/ 1387175 h 3215359"/>
                <a:gd name="connsiteX9476" fmla="*/ 1318132 w 2057605"/>
                <a:gd name="connsiteY9476" fmla="*/ 1389621 h 3215359"/>
                <a:gd name="connsiteX9477" fmla="*/ 1315687 w 2057605"/>
                <a:gd name="connsiteY9477" fmla="*/ 1389621 h 3215359"/>
                <a:gd name="connsiteX9478" fmla="*/ 1312954 w 2057605"/>
                <a:gd name="connsiteY9478" fmla="*/ 1389621 h 3215359"/>
                <a:gd name="connsiteX9479" fmla="*/ 1312954 w 2057605"/>
                <a:gd name="connsiteY9479" fmla="*/ 1387175 h 3215359"/>
                <a:gd name="connsiteX9480" fmla="*/ 1310509 w 2057605"/>
                <a:gd name="connsiteY9480" fmla="*/ 1387175 h 3215359"/>
                <a:gd name="connsiteX9481" fmla="*/ 1307920 w 2057605"/>
                <a:gd name="connsiteY9481" fmla="*/ 1387175 h 3215359"/>
                <a:gd name="connsiteX9482" fmla="*/ 1305475 w 2057605"/>
                <a:gd name="connsiteY9482" fmla="*/ 1384730 h 3215359"/>
                <a:gd name="connsiteX9483" fmla="*/ 1307920 w 2057605"/>
                <a:gd name="connsiteY9483" fmla="*/ 1379552 h 3215359"/>
                <a:gd name="connsiteX9484" fmla="*/ 1307920 w 2057605"/>
                <a:gd name="connsiteY9484" fmla="*/ 1376963 h 3215359"/>
                <a:gd name="connsiteX9485" fmla="*/ 1305475 w 2057605"/>
                <a:gd name="connsiteY9485" fmla="*/ 1376963 h 3215359"/>
                <a:gd name="connsiteX9486" fmla="*/ 1302742 w 2057605"/>
                <a:gd name="connsiteY9486" fmla="*/ 1376963 h 3215359"/>
                <a:gd name="connsiteX9487" fmla="*/ 1297707 w 2057605"/>
                <a:gd name="connsiteY9487" fmla="*/ 1374518 h 3215359"/>
                <a:gd name="connsiteX9488" fmla="*/ 1292817 w 2057605"/>
                <a:gd name="connsiteY9488" fmla="*/ 1371785 h 3215359"/>
                <a:gd name="connsiteX9489" fmla="*/ 1292817 w 2057605"/>
                <a:gd name="connsiteY9489" fmla="*/ 1369340 h 3215359"/>
                <a:gd name="connsiteX9490" fmla="*/ 1292817 w 2057605"/>
                <a:gd name="connsiteY9490" fmla="*/ 1364305 h 3215359"/>
                <a:gd name="connsiteX9491" fmla="*/ 1292817 w 2057605"/>
                <a:gd name="connsiteY9491" fmla="*/ 1354093 h 3215359"/>
                <a:gd name="connsiteX9492" fmla="*/ 1290084 w 2057605"/>
                <a:gd name="connsiteY9492" fmla="*/ 1351647 h 3215359"/>
                <a:gd name="connsiteX9493" fmla="*/ 1290084 w 2057605"/>
                <a:gd name="connsiteY9493" fmla="*/ 1348914 h 3215359"/>
                <a:gd name="connsiteX9494" fmla="*/ 1292817 w 2057605"/>
                <a:gd name="connsiteY9494" fmla="*/ 1346325 h 3215359"/>
                <a:gd name="connsiteX9495" fmla="*/ 1287495 w 2057605"/>
                <a:gd name="connsiteY9495" fmla="*/ 1343880 h 3215359"/>
                <a:gd name="connsiteX9496" fmla="*/ 1287495 w 2057605"/>
                <a:gd name="connsiteY9496" fmla="*/ 1341435 h 3215359"/>
                <a:gd name="connsiteX9497" fmla="*/ 1287495 w 2057605"/>
                <a:gd name="connsiteY9497" fmla="*/ 1338702 h 3215359"/>
                <a:gd name="connsiteX9498" fmla="*/ 1287495 w 2057605"/>
                <a:gd name="connsiteY9498" fmla="*/ 1336113 h 3215359"/>
                <a:gd name="connsiteX9499" fmla="*/ 1285050 w 2057605"/>
                <a:gd name="connsiteY9499" fmla="*/ 1336113 h 3215359"/>
                <a:gd name="connsiteX9500" fmla="*/ 1285050 w 2057605"/>
                <a:gd name="connsiteY9500" fmla="*/ 1331222 h 3215359"/>
                <a:gd name="connsiteX9501" fmla="*/ 1287495 w 2057605"/>
                <a:gd name="connsiteY9501" fmla="*/ 1328489 h 3215359"/>
                <a:gd name="connsiteX9502" fmla="*/ 1292817 w 2057605"/>
                <a:gd name="connsiteY9502" fmla="*/ 1328489 h 3215359"/>
                <a:gd name="connsiteX9503" fmla="*/ 1295262 w 2057605"/>
                <a:gd name="connsiteY9503" fmla="*/ 1325900 h 3215359"/>
                <a:gd name="connsiteX9504" fmla="*/ 1297707 w 2057605"/>
                <a:gd name="connsiteY9504" fmla="*/ 1323455 h 3215359"/>
                <a:gd name="connsiteX9505" fmla="*/ 1297707 w 2057605"/>
                <a:gd name="connsiteY9505" fmla="*/ 1321010 h 3215359"/>
                <a:gd name="connsiteX9506" fmla="*/ 1292817 w 2057605"/>
                <a:gd name="connsiteY9506" fmla="*/ 1325900 h 3215359"/>
                <a:gd name="connsiteX9507" fmla="*/ 1287495 w 2057605"/>
                <a:gd name="connsiteY9507" fmla="*/ 1323455 h 3215359"/>
                <a:gd name="connsiteX9508" fmla="*/ 1290084 w 2057605"/>
                <a:gd name="connsiteY9508" fmla="*/ 1321010 h 3215359"/>
                <a:gd name="connsiteX9509" fmla="*/ 1290084 w 2057605"/>
                <a:gd name="connsiteY9509" fmla="*/ 1318277 h 3215359"/>
                <a:gd name="connsiteX9510" fmla="*/ 1287495 w 2057605"/>
                <a:gd name="connsiteY9510" fmla="*/ 1321010 h 3215359"/>
                <a:gd name="connsiteX9511" fmla="*/ 1282604 w 2057605"/>
                <a:gd name="connsiteY9511" fmla="*/ 1321010 h 3215359"/>
                <a:gd name="connsiteX9512" fmla="*/ 1279871 w 2057605"/>
                <a:gd name="connsiteY9512" fmla="*/ 1321010 h 3215359"/>
                <a:gd name="connsiteX9513" fmla="*/ 1279871 w 2057605"/>
                <a:gd name="connsiteY9513" fmla="*/ 1318277 h 3215359"/>
                <a:gd name="connsiteX9514" fmla="*/ 1279871 w 2057605"/>
                <a:gd name="connsiteY9514" fmla="*/ 1315688 h 3215359"/>
                <a:gd name="connsiteX9515" fmla="*/ 1277426 w 2057605"/>
                <a:gd name="connsiteY9515" fmla="*/ 1315688 h 3215359"/>
                <a:gd name="connsiteX9516" fmla="*/ 1277426 w 2057605"/>
                <a:gd name="connsiteY9516" fmla="*/ 1313243 h 3215359"/>
                <a:gd name="connsiteX9517" fmla="*/ 1274837 w 2057605"/>
                <a:gd name="connsiteY9517" fmla="*/ 1313243 h 3215359"/>
                <a:gd name="connsiteX9518" fmla="*/ 1274837 w 2057605"/>
                <a:gd name="connsiteY9518" fmla="*/ 1310797 h 3215359"/>
                <a:gd name="connsiteX9519" fmla="*/ 1274837 w 2057605"/>
                <a:gd name="connsiteY9519" fmla="*/ 1300585 h 3215359"/>
                <a:gd name="connsiteX9520" fmla="*/ 1277426 w 2057605"/>
                <a:gd name="connsiteY9520" fmla="*/ 1290372 h 3215359"/>
                <a:gd name="connsiteX9521" fmla="*/ 1279871 w 2057605"/>
                <a:gd name="connsiteY9521" fmla="*/ 1287639 h 3215359"/>
                <a:gd name="connsiteX9522" fmla="*/ 1274837 w 2057605"/>
                <a:gd name="connsiteY9522" fmla="*/ 1287639 h 3215359"/>
                <a:gd name="connsiteX9523" fmla="*/ 1274837 w 2057605"/>
                <a:gd name="connsiteY9523" fmla="*/ 1280160 h 3215359"/>
                <a:gd name="connsiteX9524" fmla="*/ 1279871 w 2057605"/>
                <a:gd name="connsiteY9524" fmla="*/ 1264769 h 3215359"/>
                <a:gd name="connsiteX9525" fmla="*/ 1290084 w 2057605"/>
                <a:gd name="connsiteY9525" fmla="*/ 1257290 h 3215359"/>
                <a:gd name="connsiteX9526" fmla="*/ 1285050 w 2057605"/>
                <a:gd name="connsiteY9526" fmla="*/ 1254557 h 3215359"/>
                <a:gd name="connsiteX9527" fmla="*/ 1290084 w 2057605"/>
                <a:gd name="connsiteY9527" fmla="*/ 1247077 h 3215359"/>
                <a:gd name="connsiteX9528" fmla="*/ 1287495 w 2057605"/>
                <a:gd name="connsiteY9528" fmla="*/ 1247077 h 3215359"/>
                <a:gd name="connsiteX9529" fmla="*/ 1287495 w 2057605"/>
                <a:gd name="connsiteY9529" fmla="*/ 1244344 h 3215359"/>
                <a:gd name="connsiteX9530" fmla="*/ 1285050 w 2057605"/>
                <a:gd name="connsiteY9530" fmla="*/ 1244344 h 3215359"/>
                <a:gd name="connsiteX9531" fmla="*/ 1282604 w 2057605"/>
                <a:gd name="connsiteY9531" fmla="*/ 1239310 h 3215359"/>
                <a:gd name="connsiteX9532" fmla="*/ 1282604 w 2057605"/>
                <a:gd name="connsiteY9532" fmla="*/ 1236865 h 3215359"/>
                <a:gd name="connsiteX9533" fmla="*/ 1279871 w 2057605"/>
                <a:gd name="connsiteY9533" fmla="*/ 1236865 h 3215359"/>
                <a:gd name="connsiteX9534" fmla="*/ 1285050 w 2057605"/>
                <a:gd name="connsiteY9534" fmla="*/ 1226652 h 3215359"/>
                <a:gd name="connsiteX9535" fmla="*/ 1282604 w 2057605"/>
                <a:gd name="connsiteY9535" fmla="*/ 1218885 h 3215359"/>
                <a:gd name="connsiteX9536" fmla="*/ 1274837 w 2057605"/>
                <a:gd name="connsiteY9536" fmla="*/ 1213707 h 3215359"/>
                <a:gd name="connsiteX9537" fmla="*/ 1274837 w 2057605"/>
                <a:gd name="connsiteY9537" fmla="*/ 1211261 h 3215359"/>
                <a:gd name="connsiteX9538" fmla="*/ 1272392 w 2057605"/>
                <a:gd name="connsiteY9538" fmla="*/ 1208672 h 3215359"/>
                <a:gd name="connsiteX9539" fmla="*/ 1272392 w 2057605"/>
                <a:gd name="connsiteY9539" fmla="*/ 1206227 h 3215359"/>
                <a:gd name="connsiteX9540" fmla="*/ 1269659 w 2057605"/>
                <a:gd name="connsiteY9540" fmla="*/ 1206227 h 3215359"/>
                <a:gd name="connsiteX9541" fmla="*/ 1267214 w 2057605"/>
                <a:gd name="connsiteY9541" fmla="*/ 1201049 h 3215359"/>
                <a:gd name="connsiteX9542" fmla="*/ 1264625 w 2057605"/>
                <a:gd name="connsiteY9542" fmla="*/ 1201049 h 3215359"/>
                <a:gd name="connsiteX9543" fmla="*/ 1267214 w 2057605"/>
                <a:gd name="connsiteY9543" fmla="*/ 1198460 h 3215359"/>
                <a:gd name="connsiteX9544" fmla="*/ 1264625 w 2057605"/>
                <a:gd name="connsiteY9544" fmla="*/ 1185802 h 3215359"/>
                <a:gd name="connsiteX9545" fmla="*/ 1259446 w 2057605"/>
                <a:gd name="connsiteY9545" fmla="*/ 1178035 h 3215359"/>
                <a:gd name="connsiteX9546" fmla="*/ 1259446 w 2057605"/>
                <a:gd name="connsiteY9546" fmla="*/ 1175589 h 3215359"/>
                <a:gd name="connsiteX9547" fmla="*/ 1259446 w 2057605"/>
                <a:gd name="connsiteY9547" fmla="*/ 1173144 h 3215359"/>
                <a:gd name="connsiteX9548" fmla="*/ 1257001 w 2057605"/>
                <a:gd name="connsiteY9548" fmla="*/ 1170411 h 3215359"/>
                <a:gd name="connsiteX9549" fmla="*/ 1254412 w 2057605"/>
                <a:gd name="connsiteY9549" fmla="*/ 1167822 h 3215359"/>
                <a:gd name="connsiteX9550" fmla="*/ 1251967 w 2057605"/>
                <a:gd name="connsiteY9550" fmla="*/ 1165377 h 3215359"/>
                <a:gd name="connsiteX9551" fmla="*/ 1249234 w 2057605"/>
                <a:gd name="connsiteY9551" fmla="*/ 1157610 h 3215359"/>
                <a:gd name="connsiteX9552" fmla="*/ 1249234 w 2057605"/>
                <a:gd name="connsiteY9552" fmla="*/ 1155164 h 3215359"/>
                <a:gd name="connsiteX9553" fmla="*/ 1249234 w 2057605"/>
                <a:gd name="connsiteY9553" fmla="*/ 1152719 h 3215359"/>
                <a:gd name="connsiteX9554" fmla="*/ 1246789 w 2057605"/>
                <a:gd name="connsiteY9554" fmla="*/ 1149986 h 3215359"/>
                <a:gd name="connsiteX9555" fmla="*/ 1239021 w 2057605"/>
                <a:gd name="connsiteY9555" fmla="*/ 1152719 h 3215359"/>
                <a:gd name="connsiteX9556" fmla="*/ 1236576 w 2057605"/>
                <a:gd name="connsiteY9556" fmla="*/ 1155164 h 3215359"/>
                <a:gd name="connsiteX9557" fmla="*/ 1233987 w 2057605"/>
                <a:gd name="connsiteY9557" fmla="*/ 1157610 h 3215359"/>
                <a:gd name="connsiteX9558" fmla="*/ 1231542 w 2057605"/>
                <a:gd name="connsiteY9558" fmla="*/ 1160199 h 3215359"/>
                <a:gd name="connsiteX9559" fmla="*/ 1231542 w 2057605"/>
                <a:gd name="connsiteY9559" fmla="*/ 1162932 h 3215359"/>
                <a:gd name="connsiteX9560" fmla="*/ 1228809 w 2057605"/>
                <a:gd name="connsiteY9560" fmla="*/ 1160199 h 3215359"/>
                <a:gd name="connsiteX9561" fmla="*/ 1228809 w 2057605"/>
                <a:gd name="connsiteY9561" fmla="*/ 1157610 h 3215359"/>
                <a:gd name="connsiteX9562" fmla="*/ 1226364 w 2057605"/>
                <a:gd name="connsiteY9562" fmla="*/ 1157610 h 3215359"/>
                <a:gd name="connsiteX9563" fmla="*/ 1226364 w 2057605"/>
                <a:gd name="connsiteY9563" fmla="*/ 1162932 h 3215359"/>
                <a:gd name="connsiteX9564" fmla="*/ 1223775 w 2057605"/>
                <a:gd name="connsiteY9564" fmla="*/ 1165377 h 3215359"/>
                <a:gd name="connsiteX9565" fmla="*/ 1221329 w 2057605"/>
                <a:gd name="connsiteY9565" fmla="*/ 1165377 h 3215359"/>
                <a:gd name="connsiteX9566" fmla="*/ 1216151 w 2057605"/>
                <a:gd name="connsiteY9566" fmla="*/ 1167822 h 3215359"/>
                <a:gd name="connsiteX9567" fmla="*/ 1211117 w 2057605"/>
                <a:gd name="connsiteY9567" fmla="*/ 1162932 h 3215359"/>
                <a:gd name="connsiteX9568" fmla="*/ 1205939 w 2057605"/>
                <a:gd name="connsiteY9568" fmla="*/ 1165377 h 3215359"/>
                <a:gd name="connsiteX9569" fmla="*/ 1195726 w 2057605"/>
                <a:gd name="connsiteY9569" fmla="*/ 1165377 h 3215359"/>
                <a:gd name="connsiteX9570" fmla="*/ 1193137 w 2057605"/>
                <a:gd name="connsiteY9570" fmla="*/ 1160199 h 3215359"/>
                <a:gd name="connsiteX9571" fmla="*/ 1193137 w 2057605"/>
                <a:gd name="connsiteY9571" fmla="*/ 1162932 h 3215359"/>
                <a:gd name="connsiteX9572" fmla="*/ 1190692 w 2057605"/>
                <a:gd name="connsiteY9572" fmla="*/ 1162932 h 3215359"/>
                <a:gd name="connsiteX9573" fmla="*/ 1183068 w 2057605"/>
                <a:gd name="connsiteY9573" fmla="*/ 1173144 h 3215359"/>
                <a:gd name="connsiteX9574" fmla="*/ 1178034 w 2057605"/>
                <a:gd name="connsiteY9574" fmla="*/ 1170411 h 3215359"/>
                <a:gd name="connsiteX9575" fmla="*/ 1172856 w 2057605"/>
                <a:gd name="connsiteY9575" fmla="*/ 1170411 h 3215359"/>
                <a:gd name="connsiteX9576" fmla="*/ 1170267 w 2057605"/>
                <a:gd name="connsiteY9576" fmla="*/ 1173144 h 3215359"/>
                <a:gd name="connsiteX9577" fmla="*/ 1170267 w 2057605"/>
                <a:gd name="connsiteY9577" fmla="*/ 1170411 h 3215359"/>
                <a:gd name="connsiteX9578" fmla="*/ 1170267 w 2057605"/>
                <a:gd name="connsiteY9578" fmla="*/ 1167822 h 3215359"/>
                <a:gd name="connsiteX9579" fmla="*/ 1170267 w 2057605"/>
                <a:gd name="connsiteY9579" fmla="*/ 1165377 h 3215359"/>
                <a:gd name="connsiteX9580" fmla="*/ 1170267 w 2057605"/>
                <a:gd name="connsiteY9580" fmla="*/ 1162932 h 3215359"/>
                <a:gd name="connsiteX9581" fmla="*/ 1172856 w 2057605"/>
                <a:gd name="connsiteY9581" fmla="*/ 1160199 h 3215359"/>
                <a:gd name="connsiteX9582" fmla="*/ 1172856 w 2057605"/>
                <a:gd name="connsiteY9582" fmla="*/ 1162932 h 3215359"/>
                <a:gd name="connsiteX9583" fmla="*/ 1175301 w 2057605"/>
                <a:gd name="connsiteY9583" fmla="*/ 1165377 h 3215359"/>
                <a:gd name="connsiteX9584" fmla="*/ 1175301 w 2057605"/>
                <a:gd name="connsiteY9584" fmla="*/ 1162932 h 3215359"/>
                <a:gd name="connsiteX9585" fmla="*/ 1178034 w 2057605"/>
                <a:gd name="connsiteY9585" fmla="*/ 1160199 h 3215359"/>
                <a:gd name="connsiteX9586" fmla="*/ 1180479 w 2057605"/>
                <a:gd name="connsiteY9586" fmla="*/ 1160199 h 3215359"/>
                <a:gd name="connsiteX9587" fmla="*/ 1180479 w 2057605"/>
                <a:gd name="connsiteY9587" fmla="*/ 1155164 h 3215359"/>
                <a:gd name="connsiteX9588" fmla="*/ 1185514 w 2057605"/>
                <a:gd name="connsiteY9588" fmla="*/ 1157610 h 3215359"/>
                <a:gd name="connsiteX9589" fmla="*/ 1188247 w 2057605"/>
                <a:gd name="connsiteY9589" fmla="*/ 1157610 h 3215359"/>
                <a:gd name="connsiteX9590" fmla="*/ 1190692 w 2057605"/>
                <a:gd name="connsiteY9590" fmla="*/ 1160199 h 3215359"/>
                <a:gd name="connsiteX9591" fmla="*/ 1190692 w 2057605"/>
                <a:gd name="connsiteY9591" fmla="*/ 1157610 h 3215359"/>
                <a:gd name="connsiteX9592" fmla="*/ 1188247 w 2057605"/>
                <a:gd name="connsiteY9592" fmla="*/ 1155164 h 3215359"/>
                <a:gd name="connsiteX9593" fmla="*/ 1183068 w 2057605"/>
                <a:gd name="connsiteY9593" fmla="*/ 1155164 h 3215359"/>
                <a:gd name="connsiteX9594" fmla="*/ 1183068 w 2057605"/>
                <a:gd name="connsiteY9594" fmla="*/ 1152719 h 3215359"/>
                <a:gd name="connsiteX9595" fmla="*/ 1180479 w 2057605"/>
                <a:gd name="connsiteY9595" fmla="*/ 1152719 h 3215359"/>
                <a:gd name="connsiteX9596" fmla="*/ 1178034 w 2057605"/>
                <a:gd name="connsiteY9596" fmla="*/ 1152719 h 3215359"/>
                <a:gd name="connsiteX9597" fmla="*/ 1178034 w 2057605"/>
                <a:gd name="connsiteY9597" fmla="*/ 1155164 h 3215359"/>
                <a:gd name="connsiteX9598" fmla="*/ 1175301 w 2057605"/>
                <a:gd name="connsiteY9598" fmla="*/ 1149986 h 3215359"/>
                <a:gd name="connsiteX9599" fmla="*/ 1172856 w 2057605"/>
                <a:gd name="connsiteY9599" fmla="*/ 1149986 h 3215359"/>
                <a:gd name="connsiteX9600" fmla="*/ 1172856 w 2057605"/>
                <a:gd name="connsiteY9600" fmla="*/ 1152719 h 3215359"/>
                <a:gd name="connsiteX9601" fmla="*/ 1170267 w 2057605"/>
                <a:gd name="connsiteY9601" fmla="*/ 1152719 h 3215359"/>
                <a:gd name="connsiteX9602" fmla="*/ 1170267 w 2057605"/>
                <a:gd name="connsiteY9602" fmla="*/ 1155164 h 3215359"/>
                <a:gd name="connsiteX9603" fmla="*/ 1167822 w 2057605"/>
                <a:gd name="connsiteY9603" fmla="*/ 1152719 h 3215359"/>
                <a:gd name="connsiteX9604" fmla="*/ 1167822 w 2057605"/>
                <a:gd name="connsiteY9604" fmla="*/ 1149986 h 3215359"/>
                <a:gd name="connsiteX9605" fmla="*/ 1170267 w 2057605"/>
                <a:gd name="connsiteY9605" fmla="*/ 1147397 h 3215359"/>
                <a:gd name="connsiteX9606" fmla="*/ 1167822 w 2057605"/>
                <a:gd name="connsiteY9606" fmla="*/ 1147397 h 3215359"/>
                <a:gd name="connsiteX9607" fmla="*/ 1165089 w 2057605"/>
                <a:gd name="connsiteY9607" fmla="*/ 1149986 h 3215359"/>
                <a:gd name="connsiteX9608" fmla="*/ 1160054 w 2057605"/>
                <a:gd name="connsiteY9608" fmla="*/ 1149986 h 3215359"/>
                <a:gd name="connsiteX9609" fmla="*/ 1160054 w 2057605"/>
                <a:gd name="connsiteY9609" fmla="*/ 1147397 h 3215359"/>
                <a:gd name="connsiteX9610" fmla="*/ 1154876 w 2057605"/>
                <a:gd name="connsiteY9610" fmla="*/ 1147397 h 3215359"/>
                <a:gd name="connsiteX9611" fmla="*/ 1152431 w 2057605"/>
                <a:gd name="connsiteY9611" fmla="*/ 1144952 h 3215359"/>
                <a:gd name="connsiteX9612" fmla="*/ 1149842 w 2057605"/>
                <a:gd name="connsiteY9612" fmla="*/ 1142507 h 3215359"/>
                <a:gd name="connsiteX9613" fmla="*/ 1147397 w 2057605"/>
                <a:gd name="connsiteY9613" fmla="*/ 1132294 h 3215359"/>
                <a:gd name="connsiteX9614" fmla="*/ 1144951 w 2057605"/>
                <a:gd name="connsiteY9614" fmla="*/ 1129561 h 3215359"/>
                <a:gd name="connsiteX9615" fmla="*/ 1147397 w 2057605"/>
                <a:gd name="connsiteY9615" fmla="*/ 1129561 h 3215359"/>
                <a:gd name="connsiteX9616" fmla="*/ 1149842 w 2057605"/>
                <a:gd name="connsiteY9616" fmla="*/ 1129561 h 3215359"/>
                <a:gd name="connsiteX9617" fmla="*/ 1152431 w 2057605"/>
                <a:gd name="connsiteY9617" fmla="*/ 1129561 h 3215359"/>
                <a:gd name="connsiteX9618" fmla="*/ 1154876 w 2057605"/>
                <a:gd name="connsiteY9618" fmla="*/ 1129561 h 3215359"/>
                <a:gd name="connsiteX9619" fmla="*/ 1157609 w 2057605"/>
                <a:gd name="connsiteY9619" fmla="*/ 1127116 h 3215359"/>
                <a:gd name="connsiteX9620" fmla="*/ 1160054 w 2057605"/>
                <a:gd name="connsiteY9620" fmla="*/ 1127116 h 3215359"/>
                <a:gd name="connsiteX9621" fmla="*/ 1160054 w 2057605"/>
                <a:gd name="connsiteY9621" fmla="*/ 1124527 h 3215359"/>
                <a:gd name="connsiteX9622" fmla="*/ 1162643 w 2057605"/>
                <a:gd name="connsiteY9622" fmla="*/ 1122082 h 3215359"/>
                <a:gd name="connsiteX9623" fmla="*/ 1162643 w 2057605"/>
                <a:gd name="connsiteY9623" fmla="*/ 1116903 h 3215359"/>
                <a:gd name="connsiteX9624" fmla="*/ 1160054 w 2057605"/>
                <a:gd name="connsiteY9624" fmla="*/ 1116903 h 3215359"/>
                <a:gd name="connsiteX9625" fmla="*/ 1157609 w 2057605"/>
                <a:gd name="connsiteY9625" fmla="*/ 1119349 h 3215359"/>
                <a:gd name="connsiteX9626" fmla="*/ 1160054 w 2057605"/>
                <a:gd name="connsiteY9626" fmla="*/ 1122082 h 3215359"/>
                <a:gd name="connsiteX9627" fmla="*/ 1157609 w 2057605"/>
                <a:gd name="connsiteY9627" fmla="*/ 1124527 h 3215359"/>
                <a:gd name="connsiteX9628" fmla="*/ 1154876 w 2057605"/>
                <a:gd name="connsiteY9628" fmla="*/ 1124527 h 3215359"/>
                <a:gd name="connsiteX9629" fmla="*/ 1154876 w 2057605"/>
                <a:gd name="connsiteY9629" fmla="*/ 1122082 h 3215359"/>
                <a:gd name="connsiteX9630" fmla="*/ 1152431 w 2057605"/>
                <a:gd name="connsiteY9630" fmla="*/ 1124527 h 3215359"/>
                <a:gd name="connsiteX9631" fmla="*/ 1149842 w 2057605"/>
                <a:gd name="connsiteY9631" fmla="*/ 1124527 h 3215359"/>
                <a:gd name="connsiteX9632" fmla="*/ 1147397 w 2057605"/>
                <a:gd name="connsiteY9632" fmla="*/ 1124527 h 3215359"/>
                <a:gd name="connsiteX9633" fmla="*/ 1147397 w 2057605"/>
                <a:gd name="connsiteY9633" fmla="*/ 1122082 h 3215359"/>
                <a:gd name="connsiteX9634" fmla="*/ 1149842 w 2057605"/>
                <a:gd name="connsiteY9634" fmla="*/ 1119349 h 3215359"/>
                <a:gd name="connsiteX9635" fmla="*/ 1147397 w 2057605"/>
                <a:gd name="connsiteY9635" fmla="*/ 1119349 h 3215359"/>
                <a:gd name="connsiteX9636" fmla="*/ 1144951 w 2057605"/>
                <a:gd name="connsiteY9636" fmla="*/ 1122082 h 3215359"/>
                <a:gd name="connsiteX9637" fmla="*/ 1139629 w 2057605"/>
                <a:gd name="connsiteY9637" fmla="*/ 1114314 h 3215359"/>
                <a:gd name="connsiteX9638" fmla="*/ 1139629 w 2057605"/>
                <a:gd name="connsiteY9638" fmla="*/ 1111869 h 3215359"/>
                <a:gd name="connsiteX9639" fmla="*/ 1137184 w 2057605"/>
                <a:gd name="connsiteY9639" fmla="*/ 1114314 h 3215359"/>
                <a:gd name="connsiteX9640" fmla="*/ 1134739 w 2057605"/>
                <a:gd name="connsiteY9640" fmla="*/ 1109136 h 3215359"/>
                <a:gd name="connsiteX9641" fmla="*/ 1132006 w 2057605"/>
                <a:gd name="connsiteY9641" fmla="*/ 1106691 h 3215359"/>
                <a:gd name="connsiteX9642" fmla="*/ 1134739 w 2057605"/>
                <a:gd name="connsiteY9642" fmla="*/ 1104102 h 3215359"/>
                <a:gd name="connsiteX9643" fmla="*/ 1129561 w 2057605"/>
                <a:gd name="connsiteY9643" fmla="*/ 1104102 h 3215359"/>
                <a:gd name="connsiteX9644" fmla="*/ 1126972 w 2057605"/>
                <a:gd name="connsiteY9644" fmla="*/ 1101657 h 3215359"/>
                <a:gd name="connsiteX9645" fmla="*/ 1121793 w 2057605"/>
                <a:gd name="connsiteY9645" fmla="*/ 1104102 h 3215359"/>
                <a:gd name="connsiteX9646" fmla="*/ 1116759 w 2057605"/>
                <a:gd name="connsiteY9646" fmla="*/ 1098924 h 3215359"/>
                <a:gd name="connsiteX9647" fmla="*/ 1119348 w 2057605"/>
                <a:gd name="connsiteY9647" fmla="*/ 1096478 h 3215359"/>
                <a:gd name="connsiteX9648" fmla="*/ 1121793 w 2057605"/>
                <a:gd name="connsiteY9648" fmla="*/ 1096478 h 3215359"/>
                <a:gd name="connsiteX9649" fmla="*/ 1121793 w 2057605"/>
                <a:gd name="connsiteY9649" fmla="*/ 1093889 h 3215359"/>
                <a:gd name="connsiteX9650" fmla="*/ 1119348 w 2057605"/>
                <a:gd name="connsiteY9650" fmla="*/ 1091444 h 3215359"/>
                <a:gd name="connsiteX9651" fmla="*/ 1119348 w 2057605"/>
                <a:gd name="connsiteY9651" fmla="*/ 1086266 h 3215359"/>
                <a:gd name="connsiteX9652" fmla="*/ 1126972 w 2057605"/>
                <a:gd name="connsiteY9652" fmla="*/ 1091444 h 3215359"/>
                <a:gd name="connsiteX9653" fmla="*/ 1126972 w 2057605"/>
                <a:gd name="connsiteY9653" fmla="*/ 1093889 h 3215359"/>
                <a:gd name="connsiteX9654" fmla="*/ 1126972 w 2057605"/>
                <a:gd name="connsiteY9654" fmla="*/ 1096478 h 3215359"/>
                <a:gd name="connsiteX9655" fmla="*/ 1129561 w 2057605"/>
                <a:gd name="connsiteY9655" fmla="*/ 1096478 h 3215359"/>
                <a:gd name="connsiteX9656" fmla="*/ 1132006 w 2057605"/>
                <a:gd name="connsiteY9656" fmla="*/ 1093889 h 3215359"/>
                <a:gd name="connsiteX9657" fmla="*/ 1134739 w 2057605"/>
                <a:gd name="connsiteY9657" fmla="*/ 1096478 h 3215359"/>
                <a:gd name="connsiteX9658" fmla="*/ 1139629 w 2057605"/>
                <a:gd name="connsiteY9658" fmla="*/ 1096478 h 3215359"/>
                <a:gd name="connsiteX9659" fmla="*/ 1137184 w 2057605"/>
                <a:gd name="connsiteY9659" fmla="*/ 1093889 h 3215359"/>
                <a:gd name="connsiteX9660" fmla="*/ 1134739 w 2057605"/>
                <a:gd name="connsiteY9660" fmla="*/ 1093889 h 3215359"/>
                <a:gd name="connsiteX9661" fmla="*/ 1132006 w 2057605"/>
                <a:gd name="connsiteY9661" fmla="*/ 1093889 h 3215359"/>
                <a:gd name="connsiteX9662" fmla="*/ 1129561 w 2057605"/>
                <a:gd name="connsiteY9662" fmla="*/ 1093889 h 3215359"/>
                <a:gd name="connsiteX9663" fmla="*/ 1132006 w 2057605"/>
                <a:gd name="connsiteY9663" fmla="*/ 1091444 h 3215359"/>
                <a:gd name="connsiteX9664" fmla="*/ 1132006 w 2057605"/>
                <a:gd name="connsiteY9664" fmla="*/ 1088711 h 3215359"/>
                <a:gd name="connsiteX9665" fmla="*/ 1132006 w 2057605"/>
                <a:gd name="connsiteY9665" fmla="*/ 1086266 h 3215359"/>
                <a:gd name="connsiteX9666" fmla="*/ 1134739 w 2057605"/>
                <a:gd name="connsiteY9666" fmla="*/ 1088711 h 3215359"/>
                <a:gd name="connsiteX9667" fmla="*/ 1134739 w 2057605"/>
                <a:gd name="connsiteY9667" fmla="*/ 1091444 h 3215359"/>
                <a:gd name="connsiteX9668" fmla="*/ 1139629 w 2057605"/>
                <a:gd name="connsiteY9668" fmla="*/ 1088711 h 3215359"/>
                <a:gd name="connsiteX9669" fmla="*/ 1132006 w 2057605"/>
                <a:gd name="connsiteY9669" fmla="*/ 1086266 h 3215359"/>
                <a:gd name="connsiteX9670" fmla="*/ 1126972 w 2057605"/>
                <a:gd name="connsiteY9670" fmla="*/ 1078786 h 3215359"/>
                <a:gd name="connsiteX9671" fmla="*/ 1121793 w 2057605"/>
                <a:gd name="connsiteY9671" fmla="*/ 1081231 h 3215359"/>
                <a:gd name="connsiteX9672" fmla="*/ 1124526 w 2057605"/>
                <a:gd name="connsiteY9672" fmla="*/ 1078786 h 3215359"/>
                <a:gd name="connsiteX9673" fmla="*/ 1121793 w 2057605"/>
                <a:gd name="connsiteY9673" fmla="*/ 1078786 h 3215359"/>
                <a:gd name="connsiteX9674" fmla="*/ 1119348 w 2057605"/>
                <a:gd name="connsiteY9674" fmla="*/ 1073464 h 3215359"/>
                <a:gd name="connsiteX9675" fmla="*/ 1121793 w 2057605"/>
                <a:gd name="connsiteY9675" fmla="*/ 1073464 h 3215359"/>
                <a:gd name="connsiteX9676" fmla="*/ 1121793 w 2057605"/>
                <a:gd name="connsiteY9676" fmla="*/ 1071019 h 3215359"/>
                <a:gd name="connsiteX9677" fmla="*/ 1129561 w 2057605"/>
                <a:gd name="connsiteY9677" fmla="*/ 1065841 h 3215359"/>
                <a:gd name="connsiteX9678" fmla="*/ 1126972 w 2057605"/>
                <a:gd name="connsiteY9678" fmla="*/ 1065841 h 3215359"/>
                <a:gd name="connsiteX9679" fmla="*/ 1121793 w 2057605"/>
                <a:gd name="connsiteY9679" fmla="*/ 1063252 h 3215359"/>
                <a:gd name="connsiteX9680" fmla="*/ 1124526 w 2057605"/>
                <a:gd name="connsiteY9680" fmla="*/ 1063252 h 3215359"/>
                <a:gd name="connsiteX9681" fmla="*/ 1129561 w 2057605"/>
                <a:gd name="connsiteY9681" fmla="*/ 1060806 h 3215359"/>
                <a:gd name="connsiteX9682" fmla="*/ 1132006 w 2057605"/>
                <a:gd name="connsiteY9682" fmla="*/ 1063252 h 3215359"/>
                <a:gd name="connsiteX9683" fmla="*/ 1134739 w 2057605"/>
                <a:gd name="connsiteY9683" fmla="*/ 1065841 h 3215359"/>
                <a:gd name="connsiteX9684" fmla="*/ 1139629 w 2057605"/>
                <a:gd name="connsiteY9684" fmla="*/ 1060806 h 3215359"/>
                <a:gd name="connsiteX9685" fmla="*/ 1139629 w 2057605"/>
                <a:gd name="connsiteY9685" fmla="*/ 1058361 h 3215359"/>
                <a:gd name="connsiteX9686" fmla="*/ 1134739 w 2057605"/>
                <a:gd name="connsiteY9686" fmla="*/ 1055628 h 3215359"/>
                <a:gd name="connsiteX9687" fmla="*/ 1137184 w 2057605"/>
                <a:gd name="connsiteY9687" fmla="*/ 1055628 h 3215359"/>
                <a:gd name="connsiteX9688" fmla="*/ 1139629 w 2057605"/>
                <a:gd name="connsiteY9688" fmla="*/ 1053183 h 3215359"/>
                <a:gd name="connsiteX9689" fmla="*/ 1162643 w 2057605"/>
                <a:gd name="connsiteY9689" fmla="*/ 1024991 h 3215359"/>
                <a:gd name="connsiteX9690" fmla="*/ 1167821 w 2057605"/>
                <a:gd name="connsiteY9690" fmla="*/ 1024991 h 3215359"/>
                <a:gd name="connsiteX9691" fmla="*/ 1170266 w 2057605"/>
                <a:gd name="connsiteY9691" fmla="*/ 1024991 h 3215359"/>
                <a:gd name="connsiteX9692" fmla="*/ 1175301 w 2057605"/>
                <a:gd name="connsiteY9692" fmla="*/ 1030169 h 3215359"/>
                <a:gd name="connsiteX9693" fmla="*/ 1175301 w 2057605"/>
                <a:gd name="connsiteY9693" fmla="*/ 1035203 h 3215359"/>
                <a:gd name="connsiteX9694" fmla="*/ 1172856 w 2057605"/>
                <a:gd name="connsiteY9694" fmla="*/ 1035203 h 3215359"/>
                <a:gd name="connsiteX9695" fmla="*/ 1170266 w 2057605"/>
                <a:gd name="connsiteY9695" fmla="*/ 1035203 h 3215359"/>
                <a:gd name="connsiteX9696" fmla="*/ 1167821 w 2057605"/>
                <a:gd name="connsiteY9696" fmla="*/ 1035203 h 3215359"/>
                <a:gd name="connsiteX9697" fmla="*/ 1165088 w 2057605"/>
                <a:gd name="connsiteY9697" fmla="*/ 1030169 h 3215359"/>
                <a:gd name="connsiteX9698" fmla="*/ 1160054 w 2057605"/>
                <a:gd name="connsiteY9698" fmla="*/ 1024991 h 3215359"/>
                <a:gd name="connsiteX9699" fmla="*/ 1162643 w 2057605"/>
                <a:gd name="connsiteY9699" fmla="*/ 1024991 h 3215359"/>
                <a:gd name="connsiteX9700" fmla="*/ 1162643 w 2057605"/>
                <a:gd name="connsiteY9700" fmla="*/ 1027724 h 3215359"/>
                <a:gd name="connsiteX9701" fmla="*/ 882303 w 2057605"/>
                <a:gd name="connsiteY9701" fmla="*/ 1022546 h 3215359"/>
                <a:gd name="connsiteX9702" fmla="*/ 884748 w 2057605"/>
                <a:gd name="connsiteY9702" fmla="*/ 1022546 h 3215359"/>
                <a:gd name="connsiteX9703" fmla="*/ 887194 w 2057605"/>
                <a:gd name="connsiteY9703" fmla="*/ 1022546 h 3215359"/>
                <a:gd name="connsiteX9704" fmla="*/ 892516 w 2057605"/>
                <a:gd name="connsiteY9704" fmla="*/ 1024991 h 3215359"/>
                <a:gd name="connsiteX9705" fmla="*/ 892516 w 2057605"/>
                <a:gd name="connsiteY9705" fmla="*/ 1030169 h 3215359"/>
                <a:gd name="connsiteX9706" fmla="*/ 882303 w 2057605"/>
                <a:gd name="connsiteY9706" fmla="*/ 1037937 h 3215359"/>
                <a:gd name="connsiteX9707" fmla="*/ 876981 w 2057605"/>
                <a:gd name="connsiteY9707" fmla="*/ 1035204 h 3215359"/>
                <a:gd name="connsiteX9708" fmla="*/ 879570 w 2057605"/>
                <a:gd name="connsiteY9708" fmla="*/ 1027724 h 3215359"/>
                <a:gd name="connsiteX9709" fmla="*/ 879570 w 2057605"/>
                <a:gd name="connsiteY9709" fmla="*/ 1024991 h 3215359"/>
                <a:gd name="connsiteX9710" fmla="*/ 1307920 w 2057605"/>
                <a:gd name="connsiteY9710" fmla="*/ 1017511 h 3215359"/>
                <a:gd name="connsiteX9711" fmla="*/ 1310509 w 2057605"/>
                <a:gd name="connsiteY9711" fmla="*/ 1017511 h 3215359"/>
                <a:gd name="connsiteX9712" fmla="*/ 1312954 w 2057605"/>
                <a:gd name="connsiteY9712" fmla="*/ 1017511 h 3215359"/>
                <a:gd name="connsiteX9713" fmla="*/ 1318133 w 2057605"/>
                <a:gd name="connsiteY9713" fmla="*/ 1019956 h 3215359"/>
                <a:gd name="connsiteX9714" fmla="*/ 1320722 w 2057605"/>
                <a:gd name="connsiteY9714" fmla="*/ 1024991 h 3215359"/>
                <a:gd name="connsiteX9715" fmla="*/ 1323167 w 2057605"/>
                <a:gd name="connsiteY9715" fmla="*/ 1027723 h 3215359"/>
                <a:gd name="connsiteX9716" fmla="*/ 1320722 w 2057605"/>
                <a:gd name="connsiteY9716" fmla="*/ 1030169 h 3215359"/>
                <a:gd name="connsiteX9717" fmla="*/ 1318133 w 2057605"/>
                <a:gd name="connsiteY9717" fmla="*/ 1032758 h 3215359"/>
                <a:gd name="connsiteX9718" fmla="*/ 1312954 w 2057605"/>
                <a:gd name="connsiteY9718" fmla="*/ 1035203 h 3215359"/>
                <a:gd name="connsiteX9719" fmla="*/ 1305475 w 2057605"/>
                <a:gd name="connsiteY9719" fmla="*/ 1030169 h 3215359"/>
                <a:gd name="connsiteX9720" fmla="*/ 1302742 w 2057605"/>
                <a:gd name="connsiteY9720" fmla="*/ 1024991 h 3215359"/>
                <a:gd name="connsiteX9721" fmla="*/ 1302742 w 2057605"/>
                <a:gd name="connsiteY9721" fmla="*/ 1022545 h 3215359"/>
                <a:gd name="connsiteX9722" fmla="*/ 1310509 w 2057605"/>
                <a:gd name="connsiteY9722" fmla="*/ 958825 h 3215359"/>
                <a:gd name="connsiteX9723" fmla="*/ 1312955 w 2057605"/>
                <a:gd name="connsiteY9723" fmla="*/ 958825 h 3215359"/>
                <a:gd name="connsiteX9724" fmla="*/ 1323167 w 2057605"/>
                <a:gd name="connsiteY9724" fmla="*/ 961270 h 3215359"/>
                <a:gd name="connsiteX9725" fmla="*/ 1328345 w 2057605"/>
                <a:gd name="connsiteY9725" fmla="*/ 958825 h 3215359"/>
                <a:gd name="connsiteX9726" fmla="*/ 1330934 w 2057605"/>
                <a:gd name="connsiteY9726" fmla="*/ 961270 h 3215359"/>
                <a:gd name="connsiteX9727" fmla="*/ 1333380 w 2057605"/>
                <a:gd name="connsiteY9727" fmla="*/ 961270 h 3215359"/>
                <a:gd name="connsiteX9728" fmla="*/ 1333380 w 2057605"/>
                <a:gd name="connsiteY9728" fmla="*/ 964003 h 3215359"/>
                <a:gd name="connsiteX9729" fmla="*/ 1333380 w 2057605"/>
                <a:gd name="connsiteY9729" fmla="*/ 966448 h 3215359"/>
                <a:gd name="connsiteX9730" fmla="*/ 1338558 w 2057605"/>
                <a:gd name="connsiteY9730" fmla="*/ 968894 h 3215359"/>
                <a:gd name="connsiteX9731" fmla="*/ 1346325 w 2057605"/>
                <a:gd name="connsiteY9731" fmla="*/ 976661 h 3215359"/>
                <a:gd name="connsiteX9732" fmla="*/ 1351359 w 2057605"/>
                <a:gd name="connsiteY9732" fmla="*/ 984428 h 3215359"/>
                <a:gd name="connsiteX9733" fmla="*/ 1351359 w 2057605"/>
                <a:gd name="connsiteY9733" fmla="*/ 986873 h 3215359"/>
                <a:gd name="connsiteX9734" fmla="*/ 1351359 w 2057605"/>
                <a:gd name="connsiteY9734" fmla="*/ 989319 h 3215359"/>
                <a:gd name="connsiteX9735" fmla="*/ 1351359 w 2057605"/>
                <a:gd name="connsiteY9735" fmla="*/ 997086 h 3215359"/>
                <a:gd name="connsiteX9736" fmla="*/ 1351359 w 2057605"/>
                <a:gd name="connsiteY9736" fmla="*/ 999531 h 3215359"/>
                <a:gd name="connsiteX9737" fmla="*/ 1353805 w 2057605"/>
                <a:gd name="connsiteY9737" fmla="*/ 999531 h 3215359"/>
                <a:gd name="connsiteX9738" fmla="*/ 1353805 w 2057605"/>
                <a:gd name="connsiteY9738" fmla="*/ 1002120 h 3215359"/>
                <a:gd name="connsiteX9739" fmla="*/ 1353805 w 2057605"/>
                <a:gd name="connsiteY9739" fmla="*/ 1004566 h 3215359"/>
                <a:gd name="connsiteX9740" fmla="*/ 1353805 w 2057605"/>
                <a:gd name="connsiteY9740" fmla="*/ 1007298 h 3215359"/>
                <a:gd name="connsiteX9741" fmla="*/ 1351359 w 2057605"/>
                <a:gd name="connsiteY9741" fmla="*/ 1009744 h 3215359"/>
                <a:gd name="connsiteX9742" fmla="*/ 1346325 w 2057605"/>
                <a:gd name="connsiteY9742" fmla="*/ 1017511 h 3215359"/>
                <a:gd name="connsiteX9743" fmla="*/ 1341147 w 2057605"/>
                <a:gd name="connsiteY9743" fmla="*/ 1022545 h 3215359"/>
                <a:gd name="connsiteX9744" fmla="*/ 1330934 w 2057605"/>
                <a:gd name="connsiteY9744" fmla="*/ 1024991 h 3215359"/>
                <a:gd name="connsiteX9745" fmla="*/ 1330934 w 2057605"/>
                <a:gd name="connsiteY9745" fmla="*/ 1022545 h 3215359"/>
                <a:gd name="connsiteX9746" fmla="*/ 1328345 w 2057605"/>
                <a:gd name="connsiteY9746" fmla="*/ 1019956 h 3215359"/>
                <a:gd name="connsiteX9747" fmla="*/ 1328345 w 2057605"/>
                <a:gd name="connsiteY9747" fmla="*/ 1017511 h 3215359"/>
                <a:gd name="connsiteX9748" fmla="*/ 1325900 w 2057605"/>
                <a:gd name="connsiteY9748" fmla="*/ 1017511 h 3215359"/>
                <a:gd name="connsiteX9749" fmla="*/ 1320722 w 2057605"/>
                <a:gd name="connsiteY9749" fmla="*/ 1017511 h 3215359"/>
                <a:gd name="connsiteX9750" fmla="*/ 1320722 w 2057605"/>
                <a:gd name="connsiteY9750" fmla="*/ 1014778 h 3215359"/>
                <a:gd name="connsiteX9751" fmla="*/ 1315688 w 2057605"/>
                <a:gd name="connsiteY9751" fmla="*/ 1012333 h 3215359"/>
                <a:gd name="connsiteX9752" fmla="*/ 1310509 w 2057605"/>
                <a:gd name="connsiteY9752" fmla="*/ 1009744 h 3215359"/>
                <a:gd name="connsiteX9753" fmla="*/ 1310509 w 2057605"/>
                <a:gd name="connsiteY9753" fmla="*/ 1007298 h 3215359"/>
                <a:gd name="connsiteX9754" fmla="*/ 1307920 w 2057605"/>
                <a:gd name="connsiteY9754" fmla="*/ 1004566 h 3215359"/>
                <a:gd name="connsiteX9755" fmla="*/ 1307920 w 2057605"/>
                <a:gd name="connsiteY9755" fmla="*/ 1002120 h 3215359"/>
                <a:gd name="connsiteX9756" fmla="*/ 1305475 w 2057605"/>
                <a:gd name="connsiteY9756" fmla="*/ 1002120 h 3215359"/>
                <a:gd name="connsiteX9757" fmla="*/ 1302742 w 2057605"/>
                <a:gd name="connsiteY9757" fmla="*/ 999531 h 3215359"/>
                <a:gd name="connsiteX9758" fmla="*/ 1302742 w 2057605"/>
                <a:gd name="connsiteY9758" fmla="*/ 997086 h 3215359"/>
                <a:gd name="connsiteX9759" fmla="*/ 1302742 w 2057605"/>
                <a:gd name="connsiteY9759" fmla="*/ 994641 h 3215359"/>
                <a:gd name="connsiteX9760" fmla="*/ 1302742 w 2057605"/>
                <a:gd name="connsiteY9760" fmla="*/ 991908 h 3215359"/>
                <a:gd name="connsiteX9761" fmla="*/ 1305475 w 2057605"/>
                <a:gd name="connsiteY9761" fmla="*/ 991908 h 3215359"/>
                <a:gd name="connsiteX9762" fmla="*/ 1300297 w 2057605"/>
                <a:gd name="connsiteY9762" fmla="*/ 979250 h 3215359"/>
                <a:gd name="connsiteX9763" fmla="*/ 1302742 w 2057605"/>
                <a:gd name="connsiteY9763" fmla="*/ 976661 h 3215359"/>
                <a:gd name="connsiteX9764" fmla="*/ 1302742 w 2057605"/>
                <a:gd name="connsiteY9764" fmla="*/ 974216 h 3215359"/>
                <a:gd name="connsiteX9765" fmla="*/ 1302742 w 2057605"/>
                <a:gd name="connsiteY9765" fmla="*/ 971483 h 3215359"/>
                <a:gd name="connsiteX9766" fmla="*/ 1302742 w 2057605"/>
                <a:gd name="connsiteY9766" fmla="*/ 968894 h 3215359"/>
                <a:gd name="connsiteX9767" fmla="*/ 1302742 w 2057605"/>
                <a:gd name="connsiteY9767" fmla="*/ 964003 h 3215359"/>
                <a:gd name="connsiteX9768" fmla="*/ 1305475 w 2057605"/>
                <a:gd name="connsiteY9768" fmla="*/ 964003 h 3215359"/>
                <a:gd name="connsiteX9769" fmla="*/ 1305475 w 2057605"/>
                <a:gd name="connsiteY9769" fmla="*/ 966448 h 3215359"/>
                <a:gd name="connsiteX9770" fmla="*/ 1162643 w 2057605"/>
                <a:gd name="connsiteY9770" fmla="*/ 940845 h 3215359"/>
                <a:gd name="connsiteX9771" fmla="*/ 1165088 w 2057605"/>
                <a:gd name="connsiteY9771" fmla="*/ 940845 h 3215359"/>
                <a:gd name="connsiteX9772" fmla="*/ 1167821 w 2057605"/>
                <a:gd name="connsiteY9772" fmla="*/ 940845 h 3215359"/>
                <a:gd name="connsiteX9773" fmla="*/ 1167821 w 2057605"/>
                <a:gd name="connsiteY9773" fmla="*/ 943578 h 3215359"/>
                <a:gd name="connsiteX9774" fmla="*/ 1167821 w 2057605"/>
                <a:gd name="connsiteY9774" fmla="*/ 951057 h 3215359"/>
                <a:gd name="connsiteX9775" fmla="*/ 1170267 w 2057605"/>
                <a:gd name="connsiteY9775" fmla="*/ 951057 h 3215359"/>
                <a:gd name="connsiteX9776" fmla="*/ 1172856 w 2057605"/>
                <a:gd name="connsiteY9776" fmla="*/ 946023 h 3215359"/>
                <a:gd name="connsiteX9777" fmla="*/ 1172856 w 2057605"/>
                <a:gd name="connsiteY9777" fmla="*/ 948612 h 3215359"/>
                <a:gd name="connsiteX9778" fmla="*/ 1175301 w 2057605"/>
                <a:gd name="connsiteY9778" fmla="*/ 948612 h 3215359"/>
                <a:gd name="connsiteX9779" fmla="*/ 1178034 w 2057605"/>
                <a:gd name="connsiteY9779" fmla="*/ 948612 h 3215359"/>
                <a:gd name="connsiteX9780" fmla="*/ 1180479 w 2057605"/>
                <a:gd name="connsiteY9780" fmla="*/ 946023 h 3215359"/>
                <a:gd name="connsiteX9781" fmla="*/ 1183068 w 2057605"/>
                <a:gd name="connsiteY9781" fmla="*/ 943578 h 3215359"/>
                <a:gd name="connsiteX9782" fmla="*/ 1185513 w 2057605"/>
                <a:gd name="connsiteY9782" fmla="*/ 943578 h 3215359"/>
                <a:gd name="connsiteX9783" fmla="*/ 1188246 w 2057605"/>
                <a:gd name="connsiteY9783" fmla="*/ 943578 h 3215359"/>
                <a:gd name="connsiteX9784" fmla="*/ 1190692 w 2057605"/>
                <a:gd name="connsiteY9784" fmla="*/ 943578 h 3215359"/>
                <a:gd name="connsiteX9785" fmla="*/ 1195726 w 2057605"/>
                <a:gd name="connsiteY9785" fmla="*/ 943578 h 3215359"/>
                <a:gd name="connsiteX9786" fmla="*/ 1195726 w 2057605"/>
                <a:gd name="connsiteY9786" fmla="*/ 946023 h 3215359"/>
                <a:gd name="connsiteX9787" fmla="*/ 1198459 w 2057605"/>
                <a:gd name="connsiteY9787" fmla="*/ 946023 h 3215359"/>
                <a:gd name="connsiteX9788" fmla="*/ 1200904 w 2057605"/>
                <a:gd name="connsiteY9788" fmla="*/ 946023 h 3215359"/>
                <a:gd name="connsiteX9789" fmla="*/ 1203349 w 2057605"/>
                <a:gd name="connsiteY9789" fmla="*/ 946023 h 3215359"/>
                <a:gd name="connsiteX9790" fmla="*/ 1203349 w 2057605"/>
                <a:gd name="connsiteY9790" fmla="*/ 948612 h 3215359"/>
                <a:gd name="connsiteX9791" fmla="*/ 1205938 w 2057605"/>
                <a:gd name="connsiteY9791" fmla="*/ 946023 h 3215359"/>
                <a:gd name="connsiteX9792" fmla="*/ 1208671 w 2057605"/>
                <a:gd name="connsiteY9792" fmla="*/ 948612 h 3215359"/>
                <a:gd name="connsiteX9793" fmla="*/ 1211117 w 2057605"/>
                <a:gd name="connsiteY9793" fmla="*/ 948612 h 3215359"/>
                <a:gd name="connsiteX9794" fmla="*/ 1211117 w 2057605"/>
                <a:gd name="connsiteY9794" fmla="*/ 946023 h 3215359"/>
                <a:gd name="connsiteX9795" fmla="*/ 1213706 w 2057605"/>
                <a:gd name="connsiteY9795" fmla="*/ 948612 h 3215359"/>
                <a:gd name="connsiteX9796" fmla="*/ 1213706 w 2057605"/>
                <a:gd name="connsiteY9796" fmla="*/ 951057 h 3215359"/>
                <a:gd name="connsiteX9797" fmla="*/ 1218884 w 2057605"/>
                <a:gd name="connsiteY9797" fmla="*/ 951057 h 3215359"/>
                <a:gd name="connsiteX9798" fmla="*/ 1218884 w 2057605"/>
                <a:gd name="connsiteY9798" fmla="*/ 948612 h 3215359"/>
                <a:gd name="connsiteX9799" fmla="*/ 1223774 w 2057605"/>
                <a:gd name="connsiteY9799" fmla="*/ 943578 h 3215359"/>
                <a:gd name="connsiteX9800" fmla="*/ 1226364 w 2057605"/>
                <a:gd name="connsiteY9800" fmla="*/ 946023 h 3215359"/>
                <a:gd name="connsiteX9801" fmla="*/ 1228809 w 2057605"/>
                <a:gd name="connsiteY9801" fmla="*/ 948612 h 3215359"/>
                <a:gd name="connsiteX9802" fmla="*/ 1231542 w 2057605"/>
                <a:gd name="connsiteY9802" fmla="*/ 946023 h 3215359"/>
                <a:gd name="connsiteX9803" fmla="*/ 1231542 w 2057605"/>
                <a:gd name="connsiteY9803" fmla="*/ 951057 h 3215359"/>
                <a:gd name="connsiteX9804" fmla="*/ 1233987 w 2057605"/>
                <a:gd name="connsiteY9804" fmla="*/ 951057 h 3215359"/>
                <a:gd name="connsiteX9805" fmla="*/ 1239021 w 2057605"/>
                <a:gd name="connsiteY9805" fmla="*/ 951057 h 3215359"/>
                <a:gd name="connsiteX9806" fmla="*/ 1241754 w 2057605"/>
                <a:gd name="connsiteY9806" fmla="*/ 961270 h 3215359"/>
                <a:gd name="connsiteX9807" fmla="*/ 1239021 w 2057605"/>
                <a:gd name="connsiteY9807" fmla="*/ 964003 h 3215359"/>
                <a:gd name="connsiteX9808" fmla="*/ 1236576 w 2057605"/>
                <a:gd name="connsiteY9808" fmla="*/ 964003 h 3215359"/>
                <a:gd name="connsiteX9809" fmla="*/ 1231542 w 2057605"/>
                <a:gd name="connsiteY9809" fmla="*/ 966448 h 3215359"/>
                <a:gd name="connsiteX9810" fmla="*/ 1231542 w 2057605"/>
                <a:gd name="connsiteY9810" fmla="*/ 968893 h 3215359"/>
                <a:gd name="connsiteX9811" fmla="*/ 1231542 w 2057605"/>
                <a:gd name="connsiteY9811" fmla="*/ 971482 h 3215359"/>
                <a:gd name="connsiteX9812" fmla="*/ 1233987 w 2057605"/>
                <a:gd name="connsiteY9812" fmla="*/ 971482 h 3215359"/>
                <a:gd name="connsiteX9813" fmla="*/ 1231542 w 2057605"/>
                <a:gd name="connsiteY9813" fmla="*/ 974215 h 3215359"/>
                <a:gd name="connsiteX9814" fmla="*/ 1228809 w 2057605"/>
                <a:gd name="connsiteY9814" fmla="*/ 976661 h 3215359"/>
                <a:gd name="connsiteX9815" fmla="*/ 1231542 w 2057605"/>
                <a:gd name="connsiteY9815" fmla="*/ 981695 h 3215359"/>
                <a:gd name="connsiteX9816" fmla="*/ 1231542 w 2057605"/>
                <a:gd name="connsiteY9816" fmla="*/ 986873 h 3215359"/>
                <a:gd name="connsiteX9817" fmla="*/ 1228809 w 2057605"/>
                <a:gd name="connsiteY9817" fmla="*/ 994640 h 3215359"/>
                <a:gd name="connsiteX9818" fmla="*/ 1226364 w 2057605"/>
                <a:gd name="connsiteY9818" fmla="*/ 994640 h 3215359"/>
                <a:gd name="connsiteX9819" fmla="*/ 1223774 w 2057605"/>
                <a:gd name="connsiteY9819" fmla="*/ 991907 h 3215359"/>
                <a:gd name="connsiteX9820" fmla="*/ 1221329 w 2057605"/>
                <a:gd name="connsiteY9820" fmla="*/ 991907 h 3215359"/>
                <a:gd name="connsiteX9821" fmla="*/ 1218884 w 2057605"/>
                <a:gd name="connsiteY9821" fmla="*/ 991907 h 3215359"/>
                <a:gd name="connsiteX9822" fmla="*/ 1221329 w 2057605"/>
                <a:gd name="connsiteY9822" fmla="*/ 994640 h 3215359"/>
                <a:gd name="connsiteX9823" fmla="*/ 1216151 w 2057605"/>
                <a:gd name="connsiteY9823" fmla="*/ 994640 h 3215359"/>
                <a:gd name="connsiteX9824" fmla="*/ 1216151 w 2057605"/>
                <a:gd name="connsiteY9824" fmla="*/ 991907 h 3215359"/>
                <a:gd name="connsiteX9825" fmla="*/ 1213706 w 2057605"/>
                <a:gd name="connsiteY9825" fmla="*/ 991907 h 3215359"/>
                <a:gd name="connsiteX9826" fmla="*/ 1211117 w 2057605"/>
                <a:gd name="connsiteY9826" fmla="*/ 994640 h 3215359"/>
                <a:gd name="connsiteX9827" fmla="*/ 1208671 w 2057605"/>
                <a:gd name="connsiteY9827" fmla="*/ 994640 h 3215359"/>
                <a:gd name="connsiteX9828" fmla="*/ 1205938 w 2057605"/>
                <a:gd name="connsiteY9828" fmla="*/ 991907 h 3215359"/>
                <a:gd name="connsiteX9829" fmla="*/ 1203349 w 2057605"/>
                <a:gd name="connsiteY9829" fmla="*/ 989318 h 3215359"/>
                <a:gd name="connsiteX9830" fmla="*/ 1203349 w 2057605"/>
                <a:gd name="connsiteY9830" fmla="*/ 991907 h 3215359"/>
                <a:gd name="connsiteX9831" fmla="*/ 1200904 w 2057605"/>
                <a:gd name="connsiteY9831" fmla="*/ 991907 h 3215359"/>
                <a:gd name="connsiteX9832" fmla="*/ 1200904 w 2057605"/>
                <a:gd name="connsiteY9832" fmla="*/ 989318 h 3215359"/>
                <a:gd name="connsiteX9833" fmla="*/ 1198459 w 2057605"/>
                <a:gd name="connsiteY9833" fmla="*/ 989318 h 3215359"/>
                <a:gd name="connsiteX9834" fmla="*/ 1193137 w 2057605"/>
                <a:gd name="connsiteY9834" fmla="*/ 989318 h 3215359"/>
                <a:gd name="connsiteX9835" fmla="*/ 1185513 w 2057605"/>
                <a:gd name="connsiteY9835" fmla="*/ 989318 h 3215359"/>
                <a:gd name="connsiteX9836" fmla="*/ 1180479 w 2057605"/>
                <a:gd name="connsiteY9836" fmla="*/ 991907 h 3215359"/>
                <a:gd name="connsiteX9837" fmla="*/ 1178034 w 2057605"/>
                <a:gd name="connsiteY9837" fmla="*/ 991907 h 3215359"/>
                <a:gd name="connsiteX9838" fmla="*/ 1175301 w 2057605"/>
                <a:gd name="connsiteY9838" fmla="*/ 991907 h 3215359"/>
                <a:gd name="connsiteX9839" fmla="*/ 1172856 w 2057605"/>
                <a:gd name="connsiteY9839" fmla="*/ 989318 h 3215359"/>
                <a:gd name="connsiteX9840" fmla="*/ 1172856 w 2057605"/>
                <a:gd name="connsiteY9840" fmla="*/ 991907 h 3215359"/>
                <a:gd name="connsiteX9841" fmla="*/ 1170267 w 2057605"/>
                <a:gd name="connsiteY9841" fmla="*/ 991907 h 3215359"/>
                <a:gd name="connsiteX9842" fmla="*/ 1160054 w 2057605"/>
                <a:gd name="connsiteY9842" fmla="*/ 991907 h 3215359"/>
                <a:gd name="connsiteX9843" fmla="*/ 1157609 w 2057605"/>
                <a:gd name="connsiteY9843" fmla="*/ 989318 h 3215359"/>
                <a:gd name="connsiteX9844" fmla="*/ 1154876 w 2057605"/>
                <a:gd name="connsiteY9844" fmla="*/ 991907 h 3215359"/>
                <a:gd name="connsiteX9845" fmla="*/ 1152431 w 2057605"/>
                <a:gd name="connsiteY9845" fmla="*/ 989318 h 3215359"/>
                <a:gd name="connsiteX9846" fmla="*/ 1149842 w 2057605"/>
                <a:gd name="connsiteY9846" fmla="*/ 989318 h 3215359"/>
                <a:gd name="connsiteX9847" fmla="*/ 1149842 w 2057605"/>
                <a:gd name="connsiteY9847" fmla="*/ 986873 h 3215359"/>
                <a:gd name="connsiteX9848" fmla="*/ 1147396 w 2057605"/>
                <a:gd name="connsiteY9848" fmla="*/ 986873 h 3215359"/>
                <a:gd name="connsiteX9849" fmla="*/ 1147396 w 2057605"/>
                <a:gd name="connsiteY9849" fmla="*/ 984428 h 3215359"/>
                <a:gd name="connsiteX9850" fmla="*/ 1147396 w 2057605"/>
                <a:gd name="connsiteY9850" fmla="*/ 981695 h 3215359"/>
                <a:gd name="connsiteX9851" fmla="*/ 1142218 w 2057605"/>
                <a:gd name="connsiteY9851" fmla="*/ 974215 h 3215359"/>
                <a:gd name="connsiteX9852" fmla="*/ 1139629 w 2057605"/>
                <a:gd name="connsiteY9852" fmla="*/ 971482 h 3215359"/>
                <a:gd name="connsiteX9853" fmla="*/ 1139629 w 2057605"/>
                <a:gd name="connsiteY9853" fmla="*/ 968893 h 3215359"/>
                <a:gd name="connsiteX9854" fmla="*/ 1142218 w 2057605"/>
                <a:gd name="connsiteY9854" fmla="*/ 968893 h 3215359"/>
                <a:gd name="connsiteX9855" fmla="*/ 1139629 w 2057605"/>
                <a:gd name="connsiteY9855" fmla="*/ 966448 h 3215359"/>
                <a:gd name="connsiteX9856" fmla="*/ 1139629 w 2057605"/>
                <a:gd name="connsiteY9856" fmla="*/ 964003 h 3215359"/>
                <a:gd name="connsiteX9857" fmla="*/ 1142218 w 2057605"/>
                <a:gd name="connsiteY9857" fmla="*/ 961270 h 3215359"/>
                <a:gd name="connsiteX9858" fmla="*/ 1142218 w 2057605"/>
                <a:gd name="connsiteY9858" fmla="*/ 956236 h 3215359"/>
                <a:gd name="connsiteX9859" fmla="*/ 1144951 w 2057605"/>
                <a:gd name="connsiteY9859" fmla="*/ 953790 h 3215359"/>
                <a:gd name="connsiteX9860" fmla="*/ 1147396 w 2057605"/>
                <a:gd name="connsiteY9860" fmla="*/ 956236 h 3215359"/>
                <a:gd name="connsiteX9861" fmla="*/ 1147396 w 2057605"/>
                <a:gd name="connsiteY9861" fmla="*/ 951057 h 3215359"/>
                <a:gd name="connsiteX9862" fmla="*/ 1149842 w 2057605"/>
                <a:gd name="connsiteY9862" fmla="*/ 951057 h 3215359"/>
                <a:gd name="connsiteX9863" fmla="*/ 1152431 w 2057605"/>
                <a:gd name="connsiteY9863" fmla="*/ 948612 h 3215359"/>
                <a:gd name="connsiteX9864" fmla="*/ 1157609 w 2057605"/>
                <a:gd name="connsiteY9864" fmla="*/ 946023 h 3215359"/>
                <a:gd name="connsiteX9865" fmla="*/ 1160054 w 2057605"/>
                <a:gd name="connsiteY9865" fmla="*/ 946023 h 3215359"/>
                <a:gd name="connsiteX9866" fmla="*/ 1160054 w 2057605"/>
                <a:gd name="connsiteY9866" fmla="*/ 943578 h 3215359"/>
                <a:gd name="connsiteX9867" fmla="*/ 1162643 w 2057605"/>
                <a:gd name="connsiteY9867" fmla="*/ 946023 h 3215359"/>
                <a:gd name="connsiteX9868" fmla="*/ 1165088 w 2057605"/>
                <a:gd name="connsiteY9868" fmla="*/ 946023 h 3215359"/>
                <a:gd name="connsiteX9869" fmla="*/ 1162643 w 2057605"/>
                <a:gd name="connsiteY9869" fmla="*/ 943578 h 3215359"/>
                <a:gd name="connsiteX9870" fmla="*/ 1132006 w 2057605"/>
                <a:gd name="connsiteY9870" fmla="*/ 930633 h 3215359"/>
                <a:gd name="connsiteX9871" fmla="*/ 1134739 w 2057605"/>
                <a:gd name="connsiteY9871" fmla="*/ 930633 h 3215359"/>
                <a:gd name="connsiteX9872" fmla="*/ 1132006 w 2057605"/>
                <a:gd name="connsiteY9872" fmla="*/ 932071 h 3215359"/>
                <a:gd name="connsiteX9873" fmla="*/ 833685 w 2057605"/>
                <a:gd name="connsiteY9873" fmla="*/ 930633 h 3215359"/>
                <a:gd name="connsiteX9874" fmla="*/ 836274 w 2057605"/>
                <a:gd name="connsiteY9874" fmla="*/ 930633 h 3215359"/>
                <a:gd name="connsiteX9875" fmla="*/ 841452 w 2057605"/>
                <a:gd name="connsiteY9875" fmla="*/ 930633 h 3215359"/>
                <a:gd name="connsiteX9876" fmla="*/ 843898 w 2057605"/>
                <a:gd name="connsiteY9876" fmla="*/ 930633 h 3215359"/>
                <a:gd name="connsiteX9877" fmla="*/ 843898 w 2057605"/>
                <a:gd name="connsiteY9877" fmla="*/ 933366 h 3215359"/>
                <a:gd name="connsiteX9878" fmla="*/ 846487 w 2057605"/>
                <a:gd name="connsiteY9878" fmla="*/ 935811 h 3215359"/>
                <a:gd name="connsiteX9879" fmla="*/ 849220 w 2057605"/>
                <a:gd name="connsiteY9879" fmla="*/ 935811 h 3215359"/>
                <a:gd name="connsiteX9880" fmla="*/ 849220 w 2057605"/>
                <a:gd name="connsiteY9880" fmla="*/ 938400 h 3215359"/>
                <a:gd name="connsiteX9881" fmla="*/ 854110 w 2057605"/>
                <a:gd name="connsiteY9881" fmla="*/ 940845 h 3215359"/>
                <a:gd name="connsiteX9882" fmla="*/ 854110 w 2057605"/>
                <a:gd name="connsiteY9882" fmla="*/ 943578 h 3215359"/>
                <a:gd name="connsiteX9883" fmla="*/ 856699 w 2057605"/>
                <a:gd name="connsiteY9883" fmla="*/ 948613 h 3215359"/>
                <a:gd name="connsiteX9884" fmla="*/ 856699 w 2057605"/>
                <a:gd name="connsiteY9884" fmla="*/ 951058 h 3215359"/>
                <a:gd name="connsiteX9885" fmla="*/ 859144 w 2057605"/>
                <a:gd name="connsiteY9885" fmla="*/ 953791 h 3215359"/>
                <a:gd name="connsiteX9886" fmla="*/ 864323 w 2057605"/>
                <a:gd name="connsiteY9886" fmla="*/ 971483 h 3215359"/>
                <a:gd name="connsiteX9887" fmla="*/ 864323 w 2057605"/>
                <a:gd name="connsiteY9887" fmla="*/ 974216 h 3215359"/>
                <a:gd name="connsiteX9888" fmla="*/ 861877 w 2057605"/>
                <a:gd name="connsiteY9888" fmla="*/ 976661 h 3215359"/>
                <a:gd name="connsiteX9889" fmla="*/ 861877 w 2057605"/>
                <a:gd name="connsiteY9889" fmla="*/ 979250 h 3215359"/>
                <a:gd name="connsiteX9890" fmla="*/ 861877 w 2057605"/>
                <a:gd name="connsiteY9890" fmla="*/ 981695 h 3215359"/>
                <a:gd name="connsiteX9891" fmla="*/ 861877 w 2057605"/>
                <a:gd name="connsiteY9891" fmla="*/ 984428 h 3215359"/>
                <a:gd name="connsiteX9892" fmla="*/ 869357 w 2057605"/>
                <a:gd name="connsiteY9892" fmla="*/ 984428 h 3215359"/>
                <a:gd name="connsiteX9893" fmla="*/ 872090 w 2057605"/>
                <a:gd name="connsiteY9893" fmla="*/ 989319 h 3215359"/>
                <a:gd name="connsiteX9894" fmla="*/ 876980 w 2057605"/>
                <a:gd name="connsiteY9894" fmla="*/ 994641 h 3215359"/>
                <a:gd name="connsiteX9895" fmla="*/ 876980 w 2057605"/>
                <a:gd name="connsiteY9895" fmla="*/ 999532 h 3215359"/>
                <a:gd name="connsiteX9896" fmla="*/ 879570 w 2057605"/>
                <a:gd name="connsiteY9896" fmla="*/ 1002120 h 3215359"/>
                <a:gd name="connsiteX9897" fmla="*/ 876980 w 2057605"/>
                <a:gd name="connsiteY9897" fmla="*/ 1004566 h 3215359"/>
                <a:gd name="connsiteX9898" fmla="*/ 879570 w 2057605"/>
                <a:gd name="connsiteY9898" fmla="*/ 1007299 h 3215359"/>
                <a:gd name="connsiteX9899" fmla="*/ 882302 w 2057605"/>
                <a:gd name="connsiteY9899" fmla="*/ 1012333 h 3215359"/>
                <a:gd name="connsiteX9900" fmla="*/ 879570 w 2057605"/>
                <a:gd name="connsiteY9900" fmla="*/ 1019957 h 3215359"/>
                <a:gd name="connsiteX9901" fmla="*/ 874535 w 2057605"/>
                <a:gd name="connsiteY9901" fmla="*/ 1024991 h 3215359"/>
                <a:gd name="connsiteX9902" fmla="*/ 872090 w 2057605"/>
                <a:gd name="connsiteY9902" fmla="*/ 1024991 h 3215359"/>
                <a:gd name="connsiteX9903" fmla="*/ 869357 w 2057605"/>
                <a:gd name="connsiteY9903" fmla="*/ 1027724 h 3215359"/>
                <a:gd name="connsiteX9904" fmla="*/ 866768 w 2057605"/>
                <a:gd name="connsiteY9904" fmla="*/ 1027724 h 3215359"/>
                <a:gd name="connsiteX9905" fmla="*/ 864323 w 2057605"/>
                <a:gd name="connsiteY9905" fmla="*/ 1027724 h 3215359"/>
                <a:gd name="connsiteX9906" fmla="*/ 861877 w 2057605"/>
                <a:gd name="connsiteY9906" fmla="*/ 1027724 h 3215359"/>
                <a:gd name="connsiteX9907" fmla="*/ 861877 w 2057605"/>
                <a:gd name="connsiteY9907" fmla="*/ 1022546 h 3215359"/>
                <a:gd name="connsiteX9908" fmla="*/ 854110 w 2057605"/>
                <a:gd name="connsiteY9908" fmla="*/ 1017511 h 3215359"/>
                <a:gd name="connsiteX9909" fmla="*/ 851665 w 2057605"/>
                <a:gd name="connsiteY9909" fmla="*/ 1017511 h 3215359"/>
                <a:gd name="connsiteX9910" fmla="*/ 854110 w 2057605"/>
                <a:gd name="connsiteY9910" fmla="*/ 1019957 h 3215359"/>
                <a:gd name="connsiteX9911" fmla="*/ 851665 w 2057605"/>
                <a:gd name="connsiteY9911" fmla="*/ 1019957 h 3215359"/>
                <a:gd name="connsiteX9912" fmla="*/ 849220 w 2057605"/>
                <a:gd name="connsiteY9912" fmla="*/ 1019957 h 3215359"/>
                <a:gd name="connsiteX9913" fmla="*/ 849220 w 2057605"/>
                <a:gd name="connsiteY9913" fmla="*/ 1012333 h 3215359"/>
                <a:gd name="connsiteX9914" fmla="*/ 846487 w 2057605"/>
                <a:gd name="connsiteY9914" fmla="*/ 1012333 h 3215359"/>
                <a:gd name="connsiteX9915" fmla="*/ 843898 w 2057605"/>
                <a:gd name="connsiteY9915" fmla="*/ 1012333 h 3215359"/>
                <a:gd name="connsiteX9916" fmla="*/ 843898 w 2057605"/>
                <a:gd name="connsiteY9916" fmla="*/ 1009744 h 3215359"/>
                <a:gd name="connsiteX9917" fmla="*/ 849220 w 2057605"/>
                <a:gd name="connsiteY9917" fmla="*/ 1009744 h 3215359"/>
                <a:gd name="connsiteX9918" fmla="*/ 846487 w 2057605"/>
                <a:gd name="connsiteY9918" fmla="*/ 1004566 h 3215359"/>
                <a:gd name="connsiteX9919" fmla="*/ 841452 w 2057605"/>
                <a:gd name="connsiteY9919" fmla="*/ 994641 h 3215359"/>
                <a:gd name="connsiteX9920" fmla="*/ 843898 w 2057605"/>
                <a:gd name="connsiteY9920" fmla="*/ 994641 h 3215359"/>
                <a:gd name="connsiteX9921" fmla="*/ 841452 w 2057605"/>
                <a:gd name="connsiteY9921" fmla="*/ 989319 h 3215359"/>
                <a:gd name="connsiteX9922" fmla="*/ 843898 w 2057605"/>
                <a:gd name="connsiteY9922" fmla="*/ 989319 h 3215359"/>
                <a:gd name="connsiteX9923" fmla="*/ 843898 w 2057605"/>
                <a:gd name="connsiteY9923" fmla="*/ 986874 h 3215359"/>
                <a:gd name="connsiteX9924" fmla="*/ 841452 w 2057605"/>
                <a:gd name="connsiteY9924" fmla="*/ 986874 h 3215359"/>
                <a:gd name="connsiteX9925" fmla="*/ 841452 w 2057605"/>
                <a:gd name="connsiteY9925" fmla="*/ 984428 h 3215359"/>
                <a:gd name="connsiteX9926" fmla="*/ 839007 w 2057605"/>
                <a:gd name="connsiteY9926" fmla="*/ 981695 h 3215359"/>
                <a:gd name="connsiteX9927" fmla="*/ 841452 w 2057605"/>
                <a:gd name="connsiteY9927" fmla="*/ 979250 h 3215359"/>
                <a:gd name="connsiteX9928" fmla="*/ 839007 w 2057605"/>
                <a:gd name="connsiteY9928" fmla="*/ 976661 h 3215359"/>
                <a:gd name="connsiteX9929" fmla="*/ 839007 w 2057605"/>
                <a:gd name="connsiteY9929" fmla="*/ 974216 h 3215359"/>
                <a:gd name="connsiteX9930" fmla="*/ 839007 w 2057605"/>
                <a:gd name="connsiteY9930" fmla="*/ 971483 h 3215359"/>
                <a:gd name="connsiteX9931" fmla="*/ 839007 w 2057605"/>
                <a:gd name="connsiteY9931" fmla="*/ 968894 h 3215359"/>
                <a:gd name="connsiteX9932" fmla="*/ 841452 w 2057605"/>
                <a:gd name="connsiteY9932" fmla="*/ 968894 h 3215359"/>
                <a:gd name="connsiteX9933" fmla="*/ 843898 w 2057605"/>
                <a:gd name="connsiteY9933" fmla="*/ 966449 h 3215359"/>
                <a:gd name="connsiteX9934" fmla="*/ 839007 w 2057605"/>
                <a:gd name="connsiteY9934" fmla="*/ 964003 h 3215359"/>
                <a:gd name="connsiteX9935" fmla="*/ 836274 w 2057605"/>
                <a:gd name="connsiteY9935" fmla="*/ 964003 h 3215359"/>
                <a:gd name="connsiteX9936" fmla="*/ 836274 w 2057605"/>
                <a:gd name="connsiteY9936" fmla="*/ 961270 h 3215359"/>
                <a:gd name="connsiteX9937" fmla="*/ 839007 w 2057605"/>
                <a:gd name="connsiteY9937" fmla="*/ 961270 h 3215359"/>
                <a:gd name="connsiteX9938" fmla="*/ 839007 w 2057605"/>
                <a:gd name="connsiteY9938" fmla="*/ 958825 h 3215359"/>
                <a:gd name="connsiteX9939" fmla="*/ 836274 w 2057605"/>
                <a:gd name="connsiteY9939" fmla="*/ 956236 h 3215359"/>
                <a:gd name="connsiteX9940" fmla="*/ 839007 w 2057605"/>
                <a:gd name="connsiteY9940" fmla="*/ 953791 h 3215359"/>
                <a:gd name="connsiteX9941" fmla="*/ 839007 w 2057605"/>
                <a:gd name="connsiteY9941" fmla="*/ 948613 h 3215359"/>
                <a:gd name="connsiteX9942" fmla="*/ 836274 w 2057605"/>
                <a:gd name="connsiteY9942" fmla="*/ 943578 h 3215359"/>
                <a:gd name="connsiteX9943" fmla="*/ 833685 w 2057605"/>
                <a:gd name="connsiteY9943" fmla="*/ 938400 h 3215359"/>
                <a:gd name="connsiteX9944" fmla="*/ 831240 w 2057605"/>
                <a:gd name="connsiteY9944" fmla="*/ 935811 h 3215359"/>
                <a:gd name="connsiteX9945" fmla="*/ 1596747 w 2057605"/>
                <a:gd name="connsiteY9945" fmla="*/ 927469 h 3215359"/>
                <a:gd name="connsiteX9946" fmla="*/ 1594302 w 2057605"/>
                <a:gd name="connsiteY9946" fmla="*/ 928763 h 3215359"/>
                <a:gd name="connsiteX9947" fmla="*/ 1594302 w 2057605"/>
                <a:gd name="connsiteY9947" fmla="*/ 933366 h 3215359"/>
                <a:gd name="connsiteX9948" fmla="*/ 1599193 w 2057605"/>
                <a:gd name="connsiteY9948" fmla="*/ 938401 h 3215359"/>
                <a:gd name="connsiteX9949" fmla="*/ 1604515 w 2057605"/>
                <a:gd name="connsiteY9949" fmla="*/ 940846 h 3215359"/>
                <a:gd name="connsiteX9950" fmla="*/ 1606960 w 2057605"/>
                <a:gd name="connsiteY9950" fmla="*/ 943579 h 3215359"/>
                <a:gd name="connsiteX9951" fmla="*/ 1609405 w 2057605"/>
                <a:gd name="connsiteY9951" fmla="*/ 943579 h 3215359"/>
                <a:gd name="connsiteX9952" fmla="*/ 1606960 w 2057605"/>
                <a:gd name="connsiteY9952" fmla="*/ 938401 h 3215359"/>
                <a:gd name="connsiteX9953" fmla="*/ 1604515 w 2057605"/>
                <a:gd name="connsiteY9953" fmla="*/ 938401 h 3215359"/>
                <a:gd name="connsiteX9954" fmla="*/ 1604515 w 2057605"/>
                <a:gd name="connsiteY9954" fmla="*/ 935811 h 3215359"/>
                <a:gd name="connsiteX9955" fmla="*/ 1601925 w 2057605"/>
                <a:gd name="connsiteY9955" fmla="*/ 933366 h 3215359"/>
                <a:gd name="connsiteX9956" fmla="*/ 1599193 w 2057605"/>
                <a:gd name="connsiteY9956" fmla="*/ 930633 h 3215359"/>
                <a:gd name="connsiteX9957" fmla="*/ 1596747 w 2057605"/>
                <a:gd name="connsiteY9957" fmla="*/ 930633 h 3215359"/>
                <a:gd name="connsiteX9958" fmla="*/ 951057 w 2057605"/>
                <a:gd name="connsiteY9958" fmla="*/ 920420 h 3215359"/>
                <a:gd name="connsiteX9959" fmla="*/ 953503 w 2057605"/>
                <a:gd name="connsiteY9959" fmla="*/ 920420 h 3215359"/>
                <a:gd name="connsiteX9960" fmla="*/ 958681 w 2057605"/>
                <a:gd name="connsiteY9960" fmla="*/ 920420 h 3215359"/>
                <a:gd name="connsiteX9961" fmla="*/ 966448 w 2057605"/>
                <a:gd name="connsiteY9961" fmla="*/ 920420 h 3215359"/>
                <a:gd name="connsiteX9962" fmla="*/ 971338 w 2057605"/>
                <a:gd name="connsiteY9962" fmla="*/ 920420 h 3215359"/>
                <a:gd name="connsiteX9963" fmla="*/ 979106 w 2057605"/>
                <a:gd name="connsiteY9963" fmla="*/ 925598 h 3215359"/>
                <a:gd name="connsiteX9964" fmla="*/ 981551 w 2057605"/>
                <a:gd name="connsiteY9964" fmla="*/ 925598 h 3215359"/>
                <a:gd name="connsiteX9965" fmla="*/ 986873 w 2057605"/>
                <a:gd name="connsiteY9965" fmla="*/ 930632 h 3215359"/>
                <a:gd name="connsiteX9966" fmla="*/ 994353 w 2057605"/>
                <a:gd name="connsiteY9966" fmla="*/ 940845 h 3215359"/>
                <a:gd name="connsiteX9967" fmla="*/ 994353 w 2057605"/>
                <a:gd name="connsiteY9967" fmla="*/ 943578 h 3215359"/>
                <a:gd name="connsiteX9968" fmla="*/ 994353 w 2057605"/>
                <a:gd name="connsiteY9968" fmla="*/ 948612 h 3215359"/>
                <a:gd name="connsiteX9969" fmla="*/ 989318 w 2057605"/>
                <a:gd name="connsiteY9969" fmla="*/ 948612 h 3215359"/>
                <a:gd name="connsiteX9970" fmla="*/ 986873 w 2057605"/>
                <a:gd name="connsiteY9970" fmla="*/ 948612 h 3215359"/>
                <a:gd name="connsiteX9971" fmla="*/ 984140 w 2057605"/>
                <a:gd name="connsiteY9971" fmla="*/ 946023 h 3215359"/>
                <a:gd name="connsiteX9972" fmla="*/ 981551 w 2057605"/>
                <a:gd name="connsiteY9972" fmla="*/ 946023 h 3215359"/>
                <a:gd name="connsiteX9973" fmla="*/ 976661 w 2057605"/>
                <a:gd name="connsiteY9973" fmla="*/ 946023 h 3215359"/>
                <a:gd name="connsiteX9974" fmla="*/ 976661 w 2057605"/>
                <a:gd name="connsiteY9974" fmla="*/ 948612 h 3215359"/>
                <a:gd name="connsiteX9975" fmla="*/ 973928 w 2057605"/>
                <a:gd name="connsiteY9975" fmla="*/ 948612 h 3215359"/>
                <a:gd name="connsiteX9976" fmla="*/ 971338 w 2057605"/>
                <a:gd name="connsiteY9976" fmla="*/ 951057 h 3215359"/>
                <a:gd name="connsiteX9977" fmla="*/ 966448 w 2057605"/>
                <a:gd name="connsiteY9977" fmla="*/ 953790 h 3215359"/>
                <a:gd name="connsiteX9978" fmla="*/ 963715 w 2057605"/>
                <a:gd name="connsiteY9978" fmla="*/ 953790 h 3215359"/>
                <a:gd name="connsiteX9979" fmla="*/ 961126 w 2057605"/>
                <a:gd name="connsiteY9979" fmla="*/ 953790 h 3215359"/>
                <a:gd name="connsiteX9980" fmla="*/ 958681 w 2057605"/>
                <a:gd name="connsiteY9980" fmla="*/ 953790 h 3215359"/>
                <a:gd name="connsiteX9981" fmla="*/ 953503 w 2057605"/>
                <a:gd name="connsiteY9981" fmla="*/ 946023 h 3215359"/>
                <a:gd name="connsiteX9982" fmla="*/ 948468 w 2057605"/>
                <a:gd name="connsiteY9982" fmla="*/ 943578 h 3215359"/>
                <a:gd name="connsiteX9983" fmla="*/ 948468 w 2057605"/>
                <a:gd name="connsiteY9983" fmla="*/ 940845 h 3215359"/>
                <a:gd name="connsiteX9984" fmla="*/ 948468 w 2057605"/>
                <a:gd name="connsiteY9984" fmla="*/ 938400 h 3215359"/>
                <a:gd name="connsiteX9985" fmla="*/ 946023 w 2057605"/>
                <a:gd name="connsiteY9985" fmla="*/ 935811 h 3215359"/>
                <a:gd name="connsiteX9986" fmla="*/ 946023 w 2057605"/>
                <a:gd name="connsiteY9986" fmla="*/ 933365 h 3215359"/>
                <a:gd name="connsiteX9987" fmla="*/ 946023 w 2057605"/>
                <a:gd name="connsiteY9987" fmla="*/ 930632 h 3215359"/>
                <a:gd name="connsiteX9988" fmla="*/ 948468 w 2057605"/>
                <a:gd name="connsiteY9988" fmla="*/ 925598 h 3215359"/>
                <a:gd name="connsiteX9989" fmla="*/ 948468 w 2057605"/>
                <a:gd name="connsiteY9989" fmla="*/ 923153 h 3215359"/>
                <a:gd name="connsiteX9990" fmla="*/ 1091156 w 2057605"/>
                <a:gd name="connsiteY9990" fmla="*/ 874680 h 3215359"/>
                <a:gd name="connsiteX9991" fmla="*/ 1096334 w 2057605"/>
                <a:gd name="connsiteY9991" fmla="*/ 877125 h 3215359"/>
                <a:gd name="connsiteX9992" fmla="*/ 1093889 w 2057605"/>
                <a:gd name="connsiteY9992" fmla="*/ 879858 h 3215359"/>
                <a:gd name="connsiteX9993" fmla="*/ 1091156 w 2057605"/>
                <a:gd name="connsiteY9993" fmla="*/ 879858 h 3215359"/>
                <a:gd name="connsiteX9994" fmla="*/ 1721023 w 2057605"/>
                <a:gd name="connsiteY9994" fmla="*/ 872091 h 3215359"/>
                <a:gd name="connsiteX9995" fmla="*/ 1723469 w 2057605"/>
                <a:gd name="connsiteY9995" fmla="*/ 877125 h 3215359"/>
                <a:gd name="connsiteX9996" fmla="*/ 1723469 w 2057605"/>
                <a:gd name="connsiteY9996" fmla="*/ 879858 h 3215359"/>
                <a:gd name="connsiteX9997" fmla="*/ 1721023 w 2057605"/>
                <a:gd name="connsiteY9997" fmla="*/ 882303 h 3215359"/>
                <a:gd name="connsiteX9998" fmla="*/ 1721023 w 2057605"/>
                <a:gd name="connsiteY9998" fmla="*/ 884893 h 3215359"/>
                <a:gd name="connsiteX9999" fmla="*/ 1718434 w 2057605"/>
                <a:gd name="connsiteY9999" fmla="*/ 884893 h 3215359"/>
                <a:gd name="connsiteX10000" fmla="*/ 1718434 w 2057605"/>
                <a:gd name="connsiteY10000" fmla="*/ 887338 h 3215359"/>
                <a:gd name="connsiteX10001" fmla="*/ 1713256 w 2057605"/>
                <a:gd name="connsiteY10001" fmla="*/ 877125 h 3215359"/>
                <a:gd name="connsiteX10002" fmla="*/ 1715989 w 2057605"/>
                <a:gd name="connsiteY10002" fmla="*/ 874680 h 3215359"/>
                <a:gd name="connsiteX10003" fmla="*/ 1193137 w 2057605"/>
                <a:gd name="connsiteY10003" fmla="*/ 869646 h 3215359"/>
                <a:gd name="connsiteX10004" fmla="*/ 1198459 w 2057605"/>
                <a:gd name="connsiteY10004" fmla="*/ 872091 h 3215359"/>
                <a:gd name="connsiteX10005" fmla="*/ 1200905 w 2057605"/>
                <a:gd name="connsiteY10005" fmla="*/ 877126 h 3215359"/>
                <a:gd name="connsiteX10006" fmla="*/ 1200905 w 2057605"/>
                <a:gd name="connsiteY10006" fmla="*/ 882304 h 3215359"/>
                <a:gd name="connsiteX10007" fmla="*/ 1200905 w 2057605"/>
                <a:gd name="connsiteY10007" fmla="*/ 887338 h 3215359"/>
                <a:gd name="connsiteX10008" fmla="*/ 1198459 w 2057605"/>
                <a:gd name="connsiteY10008" fmla="*/ 884893 h 3215359"/>
                <a:gd name="connsiteX10009" fmla="*/ 1195726 w 2057605"/>
                <a:gd name="connsiteY10009" fmla="*/ 884893 h 3215359"/>
                <a:gd name="connsiteX10010" fmla="*/ 1193137 w 2057605"/>
                <a:gd name="connsiteY10010" fmla="*/ 879858 h 3215359"/>
                <a:gd name="connsiteX10011" fmla="*/ 1190692 w 2057605"/>
                <a:gd name="connsiteY10011" fmla="*/ 877126 h 3215359"/>
                <a:gd name="connsiteX10012" fmla="*/ 1190692 w 2057605"/>
                <a:gd name="connsiteY10012" fmla="*/ 874680 h 3215359"/>
                <a:gd name="connsiteX10013" fmla="*/ 1190692 w 2057605"/>
                <a:gd name="connsiteY10013" fmla="*/ 872091 h 3215359"/>
                <a:gd name="connsiteX10014" fmla="*/ 973927 w 2057605"/>
                <a:gd name="connsiteY10014" fmla="*/ 869646 h 3215359"/>
                <a:gd name="connsiteX10015" fmla="*/ 976660 w 2057605"/>
                <a:gd name="connsiteY10015" fmla="*/ 872091 h 3215359"/>
                <a:gd name="connsiteX10016" fmla="*/ 979106 w 2057605"/>
                <a:gd name="connsiteY10016" fmla="*/ 877126 h 3215359"/>
                <a:gd name="connsiteX10017" fmla="*/ 979106 w 2057605"/>
                <a:gd name="connsiteY10017" fmla="*/ 879858 h 3215359"/>
                <a:gd name="connsiteX10018" fmla="*/ 979106 w 2057605"/>
                <a:gd name="connsiteY10018" fmla="*/ 882304 h 3215359"/>
                <a:gd name="connsiteX10019" fmla="*/ 976660 w 2057605"/>
                <a:gd name="connsiteY10019" fmla="*/ 884893 h 3215359"/>
                <a:gd name="connsiteX10020" fmla="*/ 973927 w 2057605"/>
                <a:gd name="connsiteY10020" fmla="*/ 882304 h 3215359"/>
                <a:gd name="connsiteX10021" fmla="*/ 968893 w 2057605"/>
                <a:gd name="connsiteY10021" fmla="*/ 882304 h 3215359"/>
                <a:gd name="connsiteX10022" fmla="*/ 971338 w 2057605"/>
                <a:gd name="connsiteY10022" fmla="*/ 877126 h 3215359"/>
                <a:gd name="connsiteX10023" fmla="*/ 971338 w 2057605"/>
                <a:gd name="connsiteY10023" fmla="*/ 874680 h 3215359"/>
                <a:gd name="connsiteX10024" fmla="*/ 971338 w 2057605"/>
                <a:gd name="connsiteY10024" fmla="*/ 872091 h 3215359"/>
                <a:gd name="connsiteX10025" fmla="*/ 938256 w 2057605"/>
                <a:gd name="connsiteY10025" fmla="*/ 861878 h 3215359"/>
                <a:gd name="connsiteX10026" fmla="*/ 940845 w 2057605"/>
                <a:gd name="connsiteY10026" fmla="*/ 861878 h 3215359"/>
                <a:gd name="connsiteX10027" fmla="*/ 943290 w 2057605"/>
                <a:gd name="connsiteY10027" fmla="*/ 866912 h 3215359"/>
                <a:gd name="connsiteX10028" fmla="*/ 943290 w 2057605"/>
                <a:gd name="connsiteY10028" fmla="*/ 872090 h 3215359"/>
                <a:gd name="connsiteX10029" fmla="*/ 933077 w 2057605"/>
                <a:gd name="connsiteY10029" fmla="*/ 884892 h 3215359"/>
                <a:gd name="connsiteX10030" fmla="*/ 928043 w 2057605"/>
                <a:gd name="connsiteY10030" fmla="*/ 884892 h 3215359"/>
                <a:gd name="connsiteX10031" fmla="*/ 925598 w 2057605"/>
                <a:gd name="connsiteY10031" fmla="*/ 879858 h 3215359"/>
                <a:gd name="connsiteX10032" fmla="*/ 928043 w 2057605"/>
                <a:gd name="connsiteY10032" fmla="*/ 874680 h 3215359"/>
                <a:gd name="connsiteX10033" fmla="*/ 928043 w 2057605"/>
                <a:gd name="connsiteY10033" fmla="*/ 872090 h 3215359"/>
                <a:gd name="connsiteX10034" fmla="*/ 935810 w 2057605"/>
                <a:gd name="connsiteY10034" fmla="*/ 866912 h 3215359"/>
                <a:gd name="connsiteX10035" fmla="*/ 935810 w 2057605"/>
                <a:gd name="connsiteY10035" fmla="*/ 864467 h 3215359"/>
                <a:gd name="connsiteX10036" fmla="*/ 1369915 w 2057605"/>
                <a:gd name="connsiteY10036" fmla="*/ 819590 h 3215359"/>
                <a:gd name="connsiteX10037" fmla="*/ 1369915 w 2057605"/>
                <a:gd name="connsiteY10037" fmla="*/ 821028 h 3215359"/>
                <a:gd name="connsiteX10038" fmla="*/ 1370921 w 2057605"/>
                <a:gd name="connsiteY10038" fmla="*/ 823761 h 3215359"/>
                <a:gd name="connsiteX10039" fmla="*/ 1368764 w 2057605"/>
                <a:gd name="connsiteY10039" fmla="*/ 814700 h 3215359"/>
                <a:gd name="connsiteX10040" fmla="*/ 1367469 w 2057605"/>
                <a:gd name="connsiteY10040" fmla="*/ 816138 h 3215359"/>
                <a:gd name="connsiteX10041" fmla="*/ 1369627 w 2057605"/>
                <a:gd name="connsiteY10041" fmla="*/ 818296 h 3215359"/>
                <a:gd name="connsiteX10042" fmla="*/ 1083676 w 2057605"/>
                <a:gd name="connsiteY10042" fmla="*/ 787945 h 3215359"/>
                <a:gd name="connsiteX10043" fmla="*/ 1088711 w 2057605"/>
                <a:gd name="connsiteY10043" fmla="*/ 787945 h 3215359"/>
                <a:gd name="connsiteX10044" fmla="*/ 1093889 w 2057605"/>
                <a:gd name="connsiteY10044" fmla="*/ 787945 h 3215359"/>
                <a:gd name="connsiteX10045" fmla="*/ 1096334 w 2057605"/>
                <a:gd name="connsiteY10045" fmla="*/ 787945 h 3215359"/>
                <a:gd name="connsiteX10046" fmla="*/ 1104101 w 2057605"/>
                <a:gd name="connsiteY10046" fmla="*/ 790534 h 3215359"/>
                <a:gd name="connsiteX10047" fmla="*/ 1106547 w 2057605"/>
                <a:gd name="connsiteY10047" fmla="*/ 792979 h 3215359"/>
                <a:gd name="connsiteX10048" fmla="*/ 1108992 w 2057605"/>
                <a:gd name="connsiteY10048" fmla="*/ 792979 h 3215359"/>
                <a:gd name="connsiteX10049" fmla="*/ 1121793 w 2057605"/>
                <a:gd name="connsiteY10049" fmla="*/ 800747 h 3215359"/>
                <a:gd name="connsiteX10050" fmla="*/ 1124526 w 2057605"/>
                <a:gd name="connsiteY10050" fmla="*/ 805925 h 3215359"/>
                <a:gd name="connsiteX10051" fmla="*/ 1132006 w 2057605"/>
                <a:gd name="connsiteY10051" fmla="*/ 808370 h 3215359"/>
                <a:gd name="connsiteX10052" fmla="*/ 1134739 w 2057605"/>
                <a:gd name="connsiteY10052" fmla="*/ 808370 h 3215359"/>
                <a:gd name="connsiteX10053" fmla="*/ 1139629 w 2057605"/>
                <a:gd name="connsiteY10053" fmla="*/ 818583 h 3215359"/>
                <a:gd name="connsiteX10054" fmla="*/ 1142218 w 2057605"/>
                <a:gd name="connsiteY10054" fmla="*/ 816137 h 3215359"/>
                <a:gd name="connsiteX10055" fmla="*/ 1144951 w 2057605"/>
                <a:gd name="connsiteY10055" fmla="*/ 818583 h 3215359"/>
                <a:gd name="connsiteX10056" fmla="*/ 1144951 w 2057605"/>
                <a:gd name="connsiteY10056" fmla="*/ 821028 h 3215359"/>
                <a:gd name="connsiteX10057" fmla="*/ 1142218 w 2057605"/>
                <a:gd name="connsiteY10057" fmla="*/ 826062 h 3215359"/>
                <a:gd name="connsiteX10058" fmla="*/ 1142218 w 2057605"/>
                <a:gd name="connsiteY10058" fmla="*/ 831240 h 3215359"/>
                <a:gd name="connsiteX10059" fmla="*/ 1147397 w 2057605"/>
                <a:gd name="connsiteY10059" fmla="*/ 833829 h 3215359"/>
                <a:gd name="connsiteX10060" fmla="*/ 1149842 w 2057605"/>
                <a:gd name="connsiteY10060" fmla="*/ 839008 h 3215359"/>
                <a:gd name="connsiteX10061" fmla="*/ 1152431 w 2057605"/>
                <a:gd name="connsiteY10061" fmla="*/ 839008 h 3215359"/>
                <a:gd name="connsiteX10062" fmla="*/ 1152431 w 2057605"/>
                <a:gd name="connsiteY10062" fmla="*/ 836275 h 3215359"/>
                <a:gd name="connsiteX10063" fmla="*/ 1154876 w 2057605"/>
                <a:gd name="connsiteY10063" fmla="*/ 836275 h 3215359"/>
                <a:gd name="connsiteX10064" fmla="*/ 1157609 w 2057605"/>
                <a:gd name="connsiteY10064" fmla="*/ 836275 h 3215359"/>
                <a:gd name="connsiteX10065" fmla="*/ 1157609 w 2057605"/>
                <a:gd name="connsiteY10065" fmla="*/ 833829 h 3215359"/>
                <a:gd name="connsiteX10066" fmla="*/ 1160054 w 2057605"/>
                <a:gd name="connsiteY10066" fmla="*/ 833829 h 3215359"/>
                <a:gd name="connsiteX10067" fmla="*/ 1162643 w 2057605"/>
                <a:gd name="connsiteY10067" fmla="*/ 833829 h 3215359"/>
                <a:gd name="connsiteX10068" fmla="*/ 1165089 w 2057605"/>
                <a:gd name="connsiteY10068" fmla="*/ 836275 h 3215359"/>
                <a:gd name="connsiteX10069" fmla="*/ 1167822 w 2057605"/>
                <a:gd name="connsiteY10069" fmla="*/ 836275 h 3215359"/>
                <a:gd name="connsiteX10070" fmla="*/ 1167822 w 2057605"/>
                <a:gd name="connsiteY10070" fmla="*/ 839008 h 3215359"/>
                <a:gd name="connsiteX10071" fmla="*/ 1172856 w 2057605"/>
                <a:gd name="connsiteY10071" fmla="*/ 841453 h 3215359"/>
                <a:gd name="connsiteX10072" fmla="*/ 1172856 w 2057605"/>
                <a:gd name="connsiteY10072" fmla="*/ 844042 h 3215359"/>
                <a:gd name="connsiteX10073" fmla="*/ 1175301 w 2057605"/>
                <a:gd name="connsiteY10073" fmla="*/ 844042 h 3215359"/>
                <a:gd name="connsiteX10074" fmla="*/ 1178034 w 2057605"/>
                <a:gd name="connsiteY10074" fmla="*/ 846487 h 3215359"/>
                <a:gd name="connsiteX10075" fmla="*/ 1183068 w 2057605"/>
                <a:gd name="connsiteY10075" fmla="*/ 851665 h 3215359"/>
                <a:gd name="connsiteX10076" fmla="*/ 1185514 w 2057605"/>
                <a:gd name="connsiteY10076" fmla="*/ 854254 h 3215359"/>
                <a:gd name="connsiteX10077" fmla="*/ 1185514 w 2057605"/>
                <a:gd name="connsiteY10077" fmla="*/ 859433 h 3215359"/>
                <a:gd name="connsiteX10078" fmla="*/ 1180479 w 2057605"/>
                <a:gd name="connsiteY10078" fmla="*/ 864467 h 3215359"/>
                <a:gd name="connsiteX10079" fmla="*/ 1178034 w 2057605"/>
                <a:gd name="connsiteY10079" fmla="*/ 866912 h 3215359"/>
                <a:gd name="connsiteX10080" fmla="*/ 1175301 w 2057605"/>
                <a:gd name="connsiteY10080" fmla="*/ 866912 h 3215359"/>
                <a:gd name="connsiteX10081" fmla="*/ 1175301 w 2057605"/>
                <a:gd name="connsiteY10081" fmla="*/ 872090 h 3215359"/>
                <a:gd name="connsiteX10082" fmla="*/ 1170267 w 2057605"/>
                <a:gd name="connsiteY10082" fmla="*/ 874679 h 3215359"/>
                <a:gd name="connsiteX10083" fmla="*/ 1167822 w 2057605"/>
                <a:gd name="connsiteY10083" fmla="*/ 877125 h 3215359"/>
                <a:gd name="connsiteX10084" fmla="*/ 1167822 w 2057605"/>
                <a:gd name="connsiteY10084" fmla="*/ 879858 h 3215359"/>
                <a:gd name="connsiteX10085" fmla="*/ 1172856 w 2057605"/>
                <a:gd name="connsiteY10085" fmla="*/ 879858 h 3215359"/>
                <a:gd name="connsiteX10086" fmla="*/ 1178034 w 2057605"/>
                <a:gd name="connsiteY10086" fmla="*/ 884892 h 3215359"/>
                <a:gd name="connsiteX10087" fmla="*/ 1178034 w 2057605"/>
                <a:gd name="connsiteY10087" fmla="*/ 887337 h 3215359"/>
                <a:gd name="connsiteX10088" fmla="*/ 1180479 w 2057605"/>
                <a:gd name="connsiteY10088" fmla="*/ 890070 h 3215359"/>
                <a:gd name="connsiteX10089" fmla="*/ 1180479 w 2057605"/>
                <a:gd name="connsiteY10089" fmla="*/ 892515 h 3215359"/>
                <a:gd name="connsiteX10090" fmla="*/ 1183068 w 2057605"/>
                <a:gd name="connsiteY10090" fmla="*/ 892515 h 3215359"/>
                <a:gd name="connsiteX10091" fmla="*/ 1183068 w 2057605"/>
                <a:gd name="connsiteY10091" fmla="*/ 895104 h 3215359"/>
                <a:gd name="connsiteX10092" fmla="*/ 1183068 w 2057605"/>
                <a:gd name="connsiteY10092" fmla="*/ 897550 h 3215359"/>
                <a:gd name="connsiteX10093" fmla="*/ 1183068 w 2057605"/>
                <a:gd name="connsiteY10093" fmla="*/ 902728 h 3215359"/>
                <a:gd name="connsiteX10094" fmla="*/ 1183068 w 2057605"/>
                <a:gd name="connsiteY10094" fmla="*/ 905173 h 3215359"/>
                <a:gd name="connsiteX10095" fmla="*/ 1183068 w 2057605"/>
                <a:gd name="connsiteY10095" fmla="*/ 907762 h 3215359"/>
                <a:gd name="connsiteX10096" fmla="*/ 1178034 w 2057605"/>
                <a:gd name="connsiteY10096" fmla="*/ 917975 h 3215359"/>
                <a:gd name="connsiteX10097" fmla="*/ 1170267 w 2057605"/>
                <a:gd name="connsiteY10097" fmla="*/ 915386 h 3215359"/>
                <a:gd name="connsiteX10098" fmla="*/ 1167822 w 2057605"/>
                <a:gd name="connsiteY10098" fmla="*/ 915386 h 3215359"/>
                <a:gd name="connsiteX10099" fmla="*/ 1167822 w 2057605"/>
                <a:gd name="connsiteY10099" fmla="*/ 917975 h 3215359"/>
                <a:gd name="connsiteX10100" fmla="*/ 1165089 w 2057605"/>
                <a:gd name="connsiteY10100" fmla="*/ 920420 h 3215359"/>
                <a:gd name="connsiteX10101" fmla="*/ 1162643 w 2057605"/>
                <a:gd name="connsiteY10101" fmla="*/ 920420 h 3215359"/>
                <a:gd name="connsiteX10102" fmla="*/ 1157609 w 2057605"/>
                <a:gd name="connsiteY10102" fmla="*/ 923153 h 3215359"/>
                <a:gd name="connsiteX10103" fmla="*/ 1154876 w 2057605"/>
                <a:gd name="connsiteY10103" fmla="*/ 925598 h 3215359"/>
                <a:gd name="connsiteX10104" fmla="*/ 1152431 w 2057605"/>
                <a:gd name="connsiteY10104" fmla="*/ 925598 h 3215359"/>
                <a:gd name="connsiteX10105" fmla="*/ 1152431 w 2057605"/>
                <a:gd name="connsiteY10105" fmla="*/ 928187 h 3215359"/>
                <a:gd name="connsiteX10106" fmla="*/ 1149842 w 2057605"/>
                <a:gd name="connsiteY10106" fmla="*/ 930633 h 3215359"/>
                <a:gd name="connsiteX10107" fmla="*/ 1142218 w 2057605"/>
                <a:gd name="connsiteY10107" fmla="*/ 930633 h 3215359"/>
                <a:gd name="connsiteX10108" fmla="*/ 1142218 w 2057605"/>
                <a:gd name="connsiteY10108" fmla="*/ 933365 h 3215359"/>
                <a:gd name="connsiteX10109" fmla="*/ 1139629 w 2057605"/>
                <a:gd name="connsiteY10109" fmla="*/ 933365 h 3215359"/>
                <a:gd name="connsiteX10110" fmla="*/ 1137184 w 2057605"/>
                <a:gd name="connsiteY10110" fmla="*/ 930633 h 3215359"/>
                <a:gd name="connsiteX10111" fmla="*/ 1137184 w 2057605"/>
                <a:gd name="connsiteY10111" fmla="*/ 928187 h 3215359"/>
                <a:gd name="connsiteX10112" fmla="*/ 1134739 w 2057605"/>
                <a:gd name="connsiteY10112" fmla="*/ 925598 h 3215359"/>
                <a:gd name="connsiteX10113" fmla="*/ 1132006 w 2057605"/>
                <a:gd name="connsiteY10113" fmla="*/ 925598 h 3215359"/>
                <a:gd name="connsiteX10114" fmla="*/ 1129561 w 2057605"/>
                <a:gd name="connsiteY10114" fmla="*/ 930633 h 3215359"/>
                <a:gd name="connsiteX10115" fmla="*/ 1126972 w 2057605"/>
                <a:gd name="connsiteY10115" fmla="*/ 930633 h 3215359"/>
                <a:gd name="connsiteX10116" fmla="*/ 1129561 w 2057605"/>
                <a:gd name="connsiteY10116" fmla="*/ 933365 h 3215359"/>
                <a:gd name="connsiteX10117" fmla="*/ 1132006 w 2057605"/>
                <a:gd name="connsiteY10117" fmla="*/ 932071 h 3215359"/>
                <a:gd name="connsiteX10118" fmla="*/ 1132006 w 2057605"/>
                <a:gd name="connsiteY10118" fmla="*/ 933365 h 3215359"/>
                <a:gd name="connsiteX10119" fmla="*/ 1132006 w 2057605"/>
                <a:gd name="connsiteY10119" fmla="*/ 935811 h 3215359"/>
                <a:gd name="connsiteX10120" fmla="*/ 1126972 w 2057605"/>
                <a:gd name="connsiteY10120" fmla="*/ 935811 h 3215359"/>
                <a:gd name="connsiteX10121" fmla="*/ 1124526 w 2057605"/>
                <a:gd name="connsiteY10121" fmla="*/ 935811 h 3215359"/>
                <a:gd name="connsiteX10122" fmla="*/ 1126972 w 2057605"/>
                <a:gd name="connsiteY10122" fmla="*/ 940845 h 3215359"/>
                <a:gd name="connsiteX10123" fmla="*/ 1124526 w 2057605"/>
                <a:gd name="connsiteY10123" fmla="*/ 940845 h 3215359"/>
                <a:gd name="connsiteX10124" fmla="*/ 1124526 w 2057605"/>
                <a:gd name="connsiteY10124" fmla="*/ 943578 h 3215359"/>
                <a:gd name="connsiteX10125" fmla="*/ 1119348 w 2057605"/>
                <a:gd name="connsiteY10125" fmla="*/ 940845 h 3215359"/>
                <a:gd name="connsiteX10126" fmla="*/ 1116759 w 2057605"/>
                <a:gd name="connsiteY10126" fmla="*/ 940845 h 3215359"/>
                <a:gd name="connsiteX10127" fmla="*/ 1114314 w 2057605"/>
                <a:gd name="connsiteY10127" fmla="*/ 940845 h 3215359"/>
                <a:gd name="connsiteX10128" fmla="*/ 1114314 w 2057605"/>
                <a:gd name="connsiteY10128" fmla="*/ 938400 h 3215359"/>
                <a:gd name="connsiteX10129" fmla="*/ 1114314 w 2057605"/>
                <a:gd name="connsiteY10129" fmla="*/ 933365 h 3215359"/>
                <a:gd name="connsiteX10130" fmla="*/ 1114314 w 2057605"/>
                <a:gd name="connsiteY10130" fmla="*/ 930633 h 3215359"/>
                <a:gd name="connsiteX10131" fmla="*/ 1116759 w 2057605"/>
                <a:gd name="connsiteY10131" fmla="*/ 923153 h 3215359"/>
                <a:gd name="connsiteX10132" fmla="*/ 1114314 w 2057605"/>
                <a:gd name="connsiteY10132" fmla="*/ 920420 h 3215359"/>
                <a:gd name="connsiteX10133" fmla="*/ 1108992 w 2057605"/>
                <a:gd name="connsiteY10133" fmla="*/ 917975 h 3215359"/>
                <a:gd name="connsiteX10134" fmla="*/ 1101368 w 2057605"/>
                <a:gd name="connsiteY10134" fmla="*/ 910495 h 3215359"/>
                <a:gd name="connsiteX10135" fmla="*/ 1096334 w 2057605"/>
                <a:gd name="connsiteY10135" fmla="*/ 907762 h 3215359"/>
                <a:gd name="connsiteX10136" fmla="*/ 1096334 w 2057605"/>
                <a:gd name="connsiteY10136" fmla="*/ 905173 h 3215359"/>
                <a:gd name="connsiteX10137" fmla="*/ 1096334 w 2057605"/>
                <a:gd name="connsiteY10137" fmla="*/ 902728 h 3215359"/>
                <a:gd name="connsiteX10138" fmla="*/ 1096334 w 2057605"/>
                <a:gd name="connsiteY10138" fmla="*/ 900283 h 3215359"/>
                <a:gd name="connsiteX10139" fmla="*/ 1098923 w 2057605"/>
                <a:gd name="connsiteY10139" fmla="*/ 897550 h 3215359"/>
                <a:gd name="connsiteX10140" fmla="*/ 1106547 w 2057605"/>
                <a:gd name="connsiteY10140" fmla="*/ 900283 h 3215359"/>
                <a:gd name="connsiteX10141" fmla="*/ 1114314 w 2057605"/>
                <a:gd name="connsiteY10141" fmla="*/ 900283 h 3215359"/>
                <a:gd name="connsiteX10142" fmla="*/ 1121793 w 2057605"/>
                <a:gd name="connsiteY10142" fmla="*/ 900283 h 3215359"/>
                <a:gd name="connsiteX10143" fmla="*/ 1124526 w 2057605"/>
                <a:gd name="connsiteY10143" fmla="*/ 897550 h 3215359"/>
                <a:gd name="connsiteX10144" fmla="*/ 1121793 w 2057605"/>
                <a:gd name="connsiteY10144" fmla="*/ 897550 h 3215359"/>
                <a:gd name="connsiteX10145" fmla="*/ 1121793 w 2057605"/>
                <a:gd name="connsiteY10145" fmla="*/ 895104 h 3215359"/>
                <a:gd name="connsiteX10146" fmla="*/ 1121793 w 2057605"/>
                <a:gd name="connsiteY10146" fmla="*/ 892515 h 3215359"/>
                <a:gd name="connsiteX10147" fmla="*/ 1111581 w 2057605"/>
                <a:gd name="connsiteY10147" fmla="*/ 884892 h 3215359"/>
                <a:gd name="connsiteX10148" fmla="*/ 1108992 w 2057605"/>
                <a:gd name="connsiteY10148" fmla="*/ 882303 h 3215359"/>
                <a:gd name="connsiteX10149" fmla="*/ 1108992 w 2057605"/>
                <a:gd name="connsiteY10149" fmla="*/ 879858 h 3215359"/>
                <a:gd name="connsiteX10150" fmla="*/ 1101368 w 2057605"/>
                <a:gd name="connsiteY10150" fmla="*/ 882303 h 3215359"/>
                <a:gd name="connsiteX10151" fmla="*/ 1096334 w 2057605"/>
                <a:gd name="connsiteY10151" fmla="*/ 877125 h 3215359"/>
                <a:gd name="connsiteX10152" fmla="*/ 1093889 w 2057605"/>
                <a:gd name="connsiteY10152" fmla="*/ 874679 h 3215359"/>
                <a:gd name="connsiteX10153" fmla="*/ 1093889 w 2057605"/>
                <a:gd name="connsiteY10153" fmla="*/ 872090 h 3215359"/>
                <a:gd name="connsiteX10154" fmla="*/ 1093889 w 2057605"/>
                <a:gd name="connsiteY10154" fmla="*/ 869645 h 3215359"/>
                <a:gd name="connsiteX10155" fmla="*/ 1091156 w 2057605"/>
                <a:gd name="connsiteY10155" fmla="*/ 866912 h 3215359"/>
                <a:gd name="connsiteX10156" fmla="*/ 1088711 w 2057605"/>
                <a:gd name="connsiteY10156" fmla="*/ 866912 h 3215359"/>
                <a:gd name="connsiteX10157" fmla="*/ 1086122 w 2057605"/>
                <a:gd name="connsiteY10157" fmla="*/ 864467 h 3215359"/>
                <a:gd name="connsiteX10158" fmla="*/ 1088711 w 2057605"/>
                <a:gd name="connsiteY10158" fmla="*/ 864467 h 3215359"/>
                <a:gd name="connsiteX10159" fmla="*/ 1088711 w 2057605"/>
                <a:gd name="connsiteY10159" fmla="*/ 859433 h 3215359"/>
                <a:gd name="connsiteX10160" fmla="*/ 1083676 w 2057605"/>
                <a:gd name="connsiteY10160" fmla="*/ 856700 h 3215359"/>
                <a:gd name="connsiteX10161" fmla="*/ 1086122 w 2057605"/>
                <a:gd name="connsiteY10161" fmla="*/ 854254 h 3215359"/>
                <a:gd name="connsiteX10162" fmla="*/ 1086122 w 2057605"/>
                <a:gd name="connsiteY10162" fmla="*/ 851665 h 3215359"/>
                <a:gd name="connsiteX10163" fmla="*/ 1086122 w 2057605"/>
                <a:gd name="connsiteY10163" fmla="*/ 849220 h 3215359"/>
                <a:gd name="connsiteX10164" fmla="*/ 1080943 w 2057605"/>
                <a:gd name="connsiteY10164" fmla="*/ 846487 h 3215359"/>
                <a:gd name="connsiteX10165" fmla="*/ 1078498 w 2057605"/>
                <a:gd name="connsiteY10165" fmla="*/ 844042 h 3215359"/>
                <a:gd name="connsiteX10166" fmla="*/ 1075909 w 2057605"/>
                <a:gd name="connsiteY10166" fmla="*/ 841453 h 3215359"/>
                <a:gd name="connsiteX10167" fmla="*/ 1075909 w 2057605"/>
                <a:gd name="connsiteY10167" fmla="*/ 836275 h 3215359"/>
                <a:gd name="connsiteX10168" fmla="*/ 1075909 w 2057605"/>
                <a:gd name="connsiteY10168" fmla="*/ 833829 h 3215359"/>
                <a:gd name="connsiteX10169" fmla="*/ 1078498 w 2057605"/>
                <a:gd name="connsiteY10169" fmla="*/ 833829 h 3215359"/>
                <a:gd name="connsiteX10170" fmla="*/ 1078498 w 2057605"/>
                <a:gd name="connsiteY10170" fmla="*/ 831240 h 3215359"/>
                <a:gd name="connsiteX10171" fmla="*/ 1080943 w 2057605"/>
                <a:gd name="connsiteY10171" fmla="*/ 831240 h 3215359"/>
                <a:gd name="connsiteX10172" fmla="*/ 1088711 w 2057605"/>
                <a:gd name="connsiteY10172" fmla="*/ 831240 h 3215359"/>
                <a:gd name="connsiteX10173" fmla="*/ 1088711 w 2057605"/>
                <a:gd name="connsiteY10173" fmla="*/ 828795 h 3215359"/>
                <a:gd name="connsiteX10174" fmla="*/ 1086122 w 2057605"/>
                <a:gd name="connsiteY10174" fmla="*/ 828795 h 3215359"/>
                <a:gd name="connsiteX10175" fmla="*/ 1088711 w 2057605"/>
                <a:gd name="connsiteY10175" fmla="*/ 826062 h 3215359"/>
                <a:gd name="connsiteX10176" fmla="*/ 1086122 w 2057605"/>
                <a:gd name="connsiteY10176" fmla="*/ 823617 h 3215359"/>
                <a:gd name="connsiteX10177" fmla="*/ 1086122 w 2057605"/>
                <a:gd name="connsiteY10177" fmla="*/ 821028 h 3215359"/>
                <a:gd name="connsiteX10178" fmla="*/ 1083676 w 2057605"/>
                <a:gd name="connsiteY10178" fmla="*/ 821028 h 3215359"/>
                <a:gd name="connsiteX10179" fmla="*/ 1080943 w 2057605"/>
                <a:gd name="connsiteY10179" fmla="*/ 816137 h 3215359"/>
                <a:gd name="connsiteX10180" fmla="*/ 1078498 w 2057605"/>
                <a:gd name="connsiteY10180" fmla="*/ 813404 h 3215359"/>
                <a:gd name="connsiteX10181" fmla="*/ 1080943 w 2057605"/>
                <a:gd name="connsiteY10181" fmla="*/ 805925 h 3215359"/>
                <a:gd name="connsiteX10182" fmla="*/ 1080943 w 2057605"/>
                <a:gd name="connsiteY10182" fmla="*/ 803192 h 3215359"/>
                <a:gd name="connsiteX10183" fmla="*/ 1078498 w 2057605"/>
                <a:gd name="connsiteY10183" fmla="*/ 803192 h 3215359"/>
                <a:gd name="connsiteX10184" fmla="*/ 1078498 w 2057605"/>
                <a:gd name="connsiteY10184" fmla="*/ 800747 h 3215359"/>
                <a:gd name="connsiteX10185" fmla="*/ 1080943 w 2057605"/>
                <a:gd name="connsiteY10185" fmla="*/ 798157 h 3215359"/>
                <a:gd name="connsiteX10186" fmla="*/ 1078498 w 2057605"/>
                <a:gd name="connsiteY10186" fmla="*/ 795712 h 3215359"/>
                <a:gd name="connsiteX10187" fmla="*/ 1080943 w 2057605"/>
                <a:gd name="connsiteY10187" fmla="*/ 792979 h 3215359"/>
                <a:gd name="connsiteX10188" fmla="*/ 1083676 w 2057605"/>
                <a:gd name="connsiteY10188" fmla="*/ 790534 h 3215359"/>
                <a:gd name="connsiteX10189" fmla="*/ 1779709 w 2057605"/>
                <a:gd name="connsiteY10189" fmla="*/ 716458 h 3215359"/>
                <a:gd name="connsiteX10190" fmla="*/ 1787189 w 2057605"/>
                <a:gd name="connsiteY10190" fmla="*/ 716458 h 3215359"/>
                <a:gd name="connsiteX10191" fmla="*/ 1797401 w 2057605"/>
                <a:gd name="connsiteY10191" fmla="*/ 721780 h 3215359"/>
                <a:gd name="connsiteX10192" fmla="*/ 1797401 w 2057605"/>
                <a:gd name="connsiteY10192" fmla="*/ 724225 h 3215359"/>
                <a:gd name="connsiteX10193" fmla="*/ 1794956 w 2057605"/>
                <a:gd name="connsiteY10193" fmla="*/ 724225 h 3215359"/>
                <a:gd name="connsiteX10194" fmla="*/ 1794956 w 2057605"/>
                <a:gd name="connsiteY10194" fmla="*/ 726814 h 3215359"/>
                <a:gd name="connsiteX10195" fmla="*/ 1792511 w 2057605"/>
                <a:gd name="connsiteY10195" fmla="*/ 729260 h 3215359"/>
                <a:gd name="connsiteX10196" fmla="*/ 1789922 w 2057605"/>
                <a:gd name="connsiteY10196" fmla="*/ 729260 h 3215359"/>
                <a:gd name="connsiteX10197" fmla="*/ 1784743 w 2057605"/>
                <a:gd name="connsiteY10197" fmla="*/ 726814 h 3215359"/>
                <a:gd name="connsiteX10198" fmla="*/ 1779709 w 2057605"/>
                <a:gd name="connsiteY10198" fmla="*/ 724225 h 3215359"/>
                <a:gd name="connsiteX10199" fmla="*/ 1779709 w 2057605"/>
                <a:gd name="connsiteY10199" fmla="*/ 721780 h 3215359"/>
                <a:gd name="connsiteX10200" fmla="*/ 923153 w 2057605"/>
                <a:gd name="connsiteY10200" fmla="*/ 691142 h 3215359"/>
                <a:gd name="connsiteX10201" fmla="*/ 923153 w 2057605"/>
                <a:gd name="connsiteY10201" fmla="*/ 693587 h 3215359"/>
                <a:gd name="connsiteX10202" fmla="*/ 925598 w 2057605"/>
                <a:gd name="connsiteY10202" fmla="*/ 693587 h 3215359"/>
                <a:gd name="connsiteX10203" fmla="*/ 928043 w 2057605"/>
                <a:gd name="connsiteY10203" fmla="*/ 693587 h 3215359"/>
                <a:gd name="connsiteX10204" fmla="*/ 928043 w 2057605"/>
                <a:gd name="connsiteY10204" fmla="*/ 696176 h 3215359"/>
                <a:gd name="connsiteX10205" fmla="*/ 930632 w 2057605"/>
                <a:gd name="connsiteY10205" fmla="*/ 698622 h 3215359"/>
                <a:gd name="connsiteX10206" fmla="*/ 935810 w 2057605"/>
                <a:gd name="connsiteY10206" fmla="*/ 703800 h 3215359"/>
                <a:gd name="connsiteX10207" fmla="*/ 940845 w 2057605"/>
                <a:gd name="connsiteY10207" fmla="*/ 703800 h 3215359"/>
                <a:gd name="connsiteX10208" fmla="*/ 943290 w 2057605"/>
                <a:gd name="connsiteY10208" fmla="*/ 706245 h 3215359"/>
                <a:gd name="connsiteX10209" fmla="*/ 946023 w 2057605"/>
                <a:gd name="connsiteY10209" fmla="*/ 708834 h 3215359"/>
                <a:gd name="connsiteX10210" fmla="*/ 946023 w 2057605"/>
                <a:gd name="connsiteY10210" fmla="*/ 711567 h 3215359"/>
                <a:gd name="connsiteX10211" fmla="*/ 948468 w 2057605"/>
                <a:gd name="connsiteY10211" fmla="*/ 714012 h 3215359"/>
                <a:gd name="connsiteX10212" fmla="*/ 951057 w 2057605"/>
                <a:gd name="connsiteY10212" fmla="*/ 716458 h 3215359"/>
                <a:gd name="connsiteX10213" fmla="*/ 951057 w 2057605"/>
                <a:gd name="connsiteY10213" fmla="*/ 724225 h 3215359"/>
                <a:gd name="connsiteX10214" fmla="*/ 951057 w 2057605"/>
                <a:gd name="connsiteY10214" fmla="*/ 726814 h 3215359"/>
                <a:gd name="connsiteX10215" fmla="*/ 953502 w 2057605"/>
                <a:gd name="connsiteY10215" fmla="*/ 726814 h 3215359"/>
                <a:gd name="connsiteX10216" fmla="*/ 956235 w 2057605"/>
                <a:gd name="connsiteY10216" fmla="*/ 734437 h 3215359"/>
                <a:gd name="connsiteX10217" fmla="*/ 956235 w 2057605"/>
                <a:gd name="connsiteY10217" fmla="*/ 736883 h 3215359"/>
                <a:gd name="connsiteX10218" fmla="*/ 956235 w 2057605"/>
                <a:gd name="connsiteY10218" fmla="*/ 744650 h 3215359"/>
                <a:gd name="connsiteX10219" fmla="*/ 956235 w 2057605"/>
                <a:gd name="connsiteY10219" fmla="*/ 747095 h 3215359"/>
                <a:gd name="connsiteX10220" fmla="*/ 953502 w 2057605"/>
                <a:gd name="connsiteY10220" fmla="*/ 749684 h 3215359"/>
                <a:gd name="connsiteX10221" fmla="*/ 953502 w 2057605"/>
                <a:gd name="connsiteY10221" fmla="*/ 754862 h 3215359"/>
                <a:gd name="connsiteX10222" fmla="*/ 951057 w 2057605"/>
                <a:gd name="connsiteY10222" fmla="*/ 759897 h 3215359"/>
                <a:gd name="connsiteX10223" fmla="*/ 956235 w 2057605"/>
                <a:gd name="connsiteY10223" fmla="*/ 757308 h 3215359"/>
                <a:gd name="connsiteX10224" fmla="*/ 958681 w 2057605"/>
                <a:gd name="connsiteY10224" fmla="*/ 759897 h 3215359"/>
                <a:gd name="connsiteX10225" fmla="*/ 956235 w 2057605"/>
                <a:gd name="connsiteY10225" fmla="*/ 767520 h 3215359"/>
                <a:gd name="connsiteX10226" fmla="*/ 956235 w 2057605"/>
                <a:gd name="connsiteY10226" fmla="*/ 772554 h 3215359"/>
                <a:gd name="connsiteX10227" fmla="*/ 958681 w 2057605"/>
                <a:gd name="connsiteY10227" fmla="*/ 772554 h 3215359"/>
                <a:gd name="connsiteX10228" fmla="*/ 963715 w 2057605"/>
                <a:gd name="connsiteY10228" fmla="*/ 762342 h 3215359"/>
                <a:gd name="connsiteX10229" fmla="*/ 963715 w 2057605"/>
                <a:gd name="connsiteY10229" fmla="*/ 749684 h 3215359"/>
                <a:gd name="connsiteX10230" fmla="*/ 966448 w 2057605"/>
                <a:gd name="connsiteY10230" fmla="*/ 752129 h 3215359"/>
                <a:gd name="connsiteX10231" fmla="*/ 968893 w 2057605"/>
                <a:gd name="connsiteY10231" fmla="*/ 749684 h 3215359"/>
                <a:gd name="connsiteX10232" fmla="*/ 971338 w 2057605"/>
                <a:gd name="connsiteY10232" fmla="*/ 749684 h 3215359"/>
                <a:gd name="connsiteX10233" fmla="*/ 973927 w 2057605"/>
                <a:gd name="connsiteY10233" fmla="*/ 744650 h 3215359"/>
                <a:gd name="connsiteX10234" fmla="*/ 976660 w 2057605"/>
                <a:gd name="connsiteY10234" fmla="*/ 741917 h 3215359"/>
                <a:gd name="connsiteX10235" fmla="*/ 979106 w 2057605"/>
                <a:gd name="connsiteY10235" fmla="*/ 739472 h 3215359"/>
                <a:gd name="connsiteX10236" fmla="*/ 984140 w 2057605"/>
                <a:gd name="connsiteY10236" fmla="*/ 744650 h 3215359"/>
                <a:gd name="connsiteX10237" fmla="*/ 984140 w 2057605"/>
                <a:gd name="connsiteY10237" fmla="*/ 741917 h 3215359"/>
                <a:gd name="connsiteX10238" fmla="*/ 989318 w 2057605"/>
                <a:gd name="connsiteY10238" fmla="*/ 749684 h 3215359"/>
                <a:gd name="connsiteX10239" fmla="*/ 994352 w 2057605"/>
                <a:gd name="connsiteY10239" fmla="*/ 759897 h 3215359"/>
                <a:gd name="connsiteX10240" fmla="*/ 997085 w 2057605"/>
                <a:gd name="connsiteY10240" fmla="*/ 759897 h 3215359"/>
                <a:gd name="connsiteX10241" fmla="*/ 999531 w 2057605"/>
                <a:gd name="connsiteY10241" fmla="*/ 757308 h 3215359"/>
                <a:gd name="connsiteX10242" fmla="*/ 999531 w 2057605"/>
                <a:gd name="connsiteY10242" fmla="*/ 759897 h 3215359"/>
                <a:gd name="connsiteX10243" fmla="*/ 1001976 w 2057605"/>
                <a:gd name="connsiteY10243" fmla="*/ 762342 h 3215359"/>
                <a:gd name="connsiteX10244" fmla="*/ 1001976 w 2057605"/>
                <a:gd name="connsiteY10244" fmla="*/ 765075 h 3215359"/>
                <a:gd name="connsiteX10245" fmla="*/ 999531 w 2057605"/>
                <a:gd name="connsiteY10245" fmla="*/ 775287 h 3215359"/>
                <a:gd name="connsiteX10246" fmla="*/ 997085 w 2057605"/>
                <a:gd name="connsiteY10246" fmla="*/ 780322 h 3215359"/>
                <a:gd name="connsiteX10247" fmla="*/ 997085 w 2057605"/>
                <a:gd name="connsiteY10247" fmla="*/ 782767 h 3215359"/>
                <a:gd name="connsiteX10248" fmla="*/ 994352 w 2057605"/>
                <a:gd name="connsiteY10248" fmla="*/ 782767 h 3215359"/>
                <a:gd name="connsiteX10249" fmla="*/ 994352 w 2057605"/>
                <a:gd name="connsiteY10249" fmla="*/ 785500 h 3215359"/>
                <a:gd name="connsiteX10250" fmla="*/ 999531 w 2057605"/>
                <a:gd name="connsiteY10250" fmla="*/ 785500 h 3215359"/>
                <a:gd name="connsiteX10251" fmla="*/ 1001976 w 2057605"/>
                <a:gd name="connsiteY10251" fmla="*/ 787945 h 3215359"/>
                <a:gd name="connsiteX10252" fmla="*/ 1001976 w 2057605"/>
                <a:gd name="connsiteY10252" fmla="*/ 790534 h 3215359"/>
                <a:gd name="connsiteX10253" fmla="*/ 1004565 w 2057605"/>
                <a:gd name="connsiteY10253" fmla="*/ 790534 h 3215359"/>
                <a:gd name="connsiteX10254" fmla="*/ 1007010 w 2057605"/>
                <a:gd name="connsiteY10254" fmla="*/ 787945 h 3215359"/>
                <a:gd name="connsiteX10255" fmla="*/ 1009743 w 2057605"/>
                <a:gd name="connsiteY10255" fmla="*/ 787945 h 3215359"/>
                <a:gd name="connsiteX10256" fmla="*/ 1012188 w 2057605"/>
                <a:gd name="connsiteY10256" fmla="*/ 787945 h 3215359"/>
                <a:gd name="connsiteX10257" fmla="*/ 1014777 w 2057605"/>
                <a:gd name="connsiteY10257" fmla="*/ 782767 h 3215359"/>
                <a:gd name="connsiteX10258" fmla="*/ 1017223 w 2057605"/>
                <a:gd name="connsiteY10258" fmla="*/ 782767 h 3215359"/>
                <a:gd name="connsiteX10259" fmla="*/ 1019956 w 2057605"/>
                <a:gd name="connsiteY10259" fmla="*/ 782767 h 3215359"/>
                <a:gd name="connsiteX10260" fmla="*/ 1022401 w 2057605"/>
                <a:gd name="connsiteY10260" fmla="*/ 792979 h 3215359"/>
                <a:gd name="connsiteX10261" fmla="*/ 1030168 w 2057605"/>
                <a:gd name="connsiteY10261" fmla="*/ 798158 h 3215359"/>
                <a:gd name="connsiteX10262" fmla="*/ 1032613 w 2057605"/>
                <a:gd name="connsiteY10262" fmla="*/ 803192 h 3215359"/>
                <a:gd name="connsiteX10263" fmla="*/ 1032613 w 2057605"/>
                <a:gd name="connsiteY10263" fmla="*/ 805925 h 3215359"/>
                <a:gd name="connsiteX10264" fmla="*/ 1032613 w 2057605"/>
                <a:gd name="connsiteY10264" fmla="*/ 808370 h 3215359"/>
                <a:gd name="connsiteX10265" fmla="*/ 1030168 w 2057605"/>
                <a:gd name="connsiteY10265" fmla="*/ 808370 h 3215359"/>
                <a:gd name="connsiteX10266" fmla="*/ 1030168 w 2057605"/>
                <a:gd name="connsiteY10266" fmla="*/ 810959 h 3215359"/>
                <a:gd name="connsiteX10267" fmla="*/ 1027435 w 2057605"/>
                <a:gd name="connsiteY10267" fmla="*/ 810959 h 3215359"/>
                <a:gd name="connsiteX10268" fmla="*/ 1027435 w 2057605"/>
                <a:gd name="connsiteY10268" fmla="*/ 813404 h 3215359"/>
                <a:gd name="connsiteX10269" fmla="*/ 1027435 w 2057605"/>
                <a:gd name="connsiteY10269" fmla="*/ 816137 h 3215359"/>
                <a:gd name="connsiteX10270" fmla="*/ 1030168 w 2057605"/>
                <a:gd name="connsiteY10270" fmla="*/ 816137 h 3215359"/>
                <a:gd name="connsiteX10271" fmla="*/ 1032613 w 2057605"/>
                <a:gd name="connsiteY10271" fmla="*/ 813404 h 3215359"/>
                <a:gd name="connsiteX10272" fmla="*/ 1035202 w 2057605"/>
                <a:gd name="connsiteY10272" fmla="*/ 813404 h 3215359"/>
                <a:gd name="connsiteX10273" fmla="*/ 1037648 w 2057605"/>
                <a:gd name="connsiteY10273" fmla="*/ 816137 h 3215359"/>
                <a:gd name="connsiteX10274" fmla="*/ 1037648 w 2057605"/>
                <a:gd name="connsiteY10274" fmla="*/ 818583 h 3215359"/>
                <a:gd name="connsiteX10275" fmla="*/ 1040381 w 2057605"/>
                <a:gd name="connsiteY10275" fmla="*/ 818583 h 3215359"/>
                <a:gd name="connsiteX10276" fmla="*/ 1045415 w 2057605"/>
                <a:gd name="connsiteY10276" fmla="*/ 821028 h 3215359"/>
                <a:gd name="connsiteX10277" fmla="*/ 1042826 w 2057605"/>
                <a:gd name="connsiteY10277" fmla="*/ 823617 h 3215359"/>
                <a:gd name="connsiteX10278" fmla="*/ 1040381 w 2057605"/>
                <a:gd name="connsiteY10278" fmla="*/ 826062 h 3215359"/>
                <a:gd name="connsiteX10279" fmla="*/ 1040381 w 2057605"/>
                <a:gd name="connsiteY10279" fmla="*/ 831240 h 3215359"/>
                <a:gd name="connsiteX10280" fmla="*/ 1040381 w 2057605"/>
                <a:gd name="connsiteY10280" fmla="*/ 833829 h 3215359"/>
                <a:gd name="connsiteX10281" fmla="*/ 1040381 w 2057605"/>
                <a:gd name="connsiteY10281" fmla="*/ 836275 h 3215359"/>
                <a:gd name="connsiteX10282" fmla="*/ 1032613 w 2057605"/>
                <a:gd name="connsiteY10282" fmla="*/ 841453 h 3215359"/>
                <a:gd name="connsiteX10283" fmla="*/ 1032613 w 2057605"/>
                <a:gd name="connsiteY10283" fmla="*/ 844042 h 3215359"/>
                <a:gd name="connsiteX10284" fmla="*/ 1035202 w 2057605"/>
                <a:gd name="connsiteY10284" fmla="*/ 846487 h 3215359"/>
                <a:gd name="connsiteX10285" fmla="*/ 1035202 w 2057605"/>
                <a:gd name="connsiteY10285" fmla="*/ 849220 h 3215359"/>
                <a:gd name="connsiteX10286" fmla="*/ 1035202 w 2057605"/>
                <a:gd name="connsiteY10286" fmla="*/ 856700 h 3215359"/>
                <a:gd name="connsiteX10287" fmla="*/ 1035202 w 2057605"/>
                <a:gd name="connsiteY10287" fmla="*/ 859433 h 3215359"/>
                <a:gd name="connsiteX10288" fmla="*/ 1035202 w 2057605"/>
                <a:gd name="connsiteY10288" fmla="*/ 864467 h 3215359"/>
                <a:gd name="connsiteX10289" fmla="*/ 1042826 w 2057605"/>
                <a:gd name="connsiteY10289" fmla="*/ 866912 h 3215359"/>
                <a:gd name="connsiteX10290" fmla="*/ 1045415 w 2057605"/>
                <a:gd name="connsiteY10290" fmla="*/ 877125 h 3215359"/>
                <a:gd name="connsiteX10291" fmla="*/ 1047860 w 2057605"/>
                <a:gd name="connsiteY10291" fmla="*/ 882303 h 3215359"/>
                <a:gd name="connsiteX10292" fmla="*/ 1050593 w 2057605"/>
                <a:gd name="connsiteY10292" fmla="*/ 887337 h 3215359"/>
                <a:gd name="connsiteX10293" fmla="*/ 1053038 w 2057605"/>
                <a:gd name="connsiteY10293" fmla="*/ 890070 h 3215359"/>
                <a:gd name="connsiteX10294" fmla="*/ 1053038 w 2057605"/>
                <a:gd name="connsiteY10294" fmla="*/ 892515 h 3215359"/>
                <a:gd name="connsiteX10295" fmla="*/ 1060806 w 2057605"/>
                <a:gd name="connsiteY10295" fmla="*/ 900283 h 3215359"/>
                <a:gd name="connsiteX10296" fmla="*/ 1060806 w 2057605"/>
                <a:gd name="connsiteY10296" fmla="*/ 902728 h 3215359"/>
                <a:gd name="connsiteX10297" fmla="*/ 1055484 w 2057605"/>
                <a:gd name="connsiteY10297" fmla="*/ 910495 h 3215359"/>
                <a:gd name="connsiteX10298" fmla="*/ 1055484 w 2057605"/>
                <a:gd name="connsiteY10298" fmla="*/ 912940 h 3215359"/>
                <a:gd name="connsiteX10299" fmla="*/ 1053038 w 2057605"/>
                <a:gd name="connsiteY10299" fmla="*/ 915386 h 3215359"/>
                <a:gd name="connsiteX10300" fmla="*/ 1053038 w 2057605"/>
                <a:gd name="connsiteY10300" fmla="*/ 917975 h 3215359"/>
                <a:gd name="connsiteX10301" fmla="*/ 1053038 w 2057605"/>
                <a:gd name="connsiteY10301" fmla="*/ 920420 h 3215359"/>
                <a:gd name="connsiteX10302" fmla="*/ 1053038 w 2057605"/>
                <a:gd name="connsiteY10302" fmla="*/ 923153 h 3215359"/>
                <a:gd name="connsiteX10303" fmla="*/ 1055484 w 2057605"/>
                <a:gd name="connsiteY10303" fmla="*/ 925598 h 3215359"/>
                <a:gd name="connsiteX10304" fmla="*/ 1050593 w 2057605"/>
                <a:gd name="connsiteY10304" fmla="*/ 930633 h 3215359"/>
                <a:gd name="connsiteX10305" fmla="*/ 1050593 w 2057605"/>
                <a:gd name="connsiteY10305" fmla="*/ 933365 h 3215359"/>
                <a:gd name="connsiteX10306" fmla="*/ 1047860 w 2057605"/>
                <a:gd name="connsiteY10306" fmla="*/ 933365 h 3215359"/>
                <a:gd name="connsiteX10307" fmla="*/ 1045415 w 2057605"/>
                <a:gd name="connsiteY10307" fmla="*/ 935811 h 3215359"/>
                <a:gd name="connsiteX10308" fmla="*/ 1040381 w 2057605"/>
                <a:gd name="connsiteY10308" fmla="*/ 938400 h 3215359"/>
                <a:gd name="connsiteX10309" fmla="*/ 1037648 w 2057605"/>
                <a:gd name="connsiteY10309" fmla="*/ 938400 h 3215359"/>
                <a:gd name="connsiteX10310" fmla="*/ 1037648 w 2057605"/>
                <a:gd name="connsiteY10310" fmla="*/ 935811 h 3215359"/>
                <a:gd name="connsiteX10311" fmla="*/ 1035202 w 2057605"/>
                <a:gd name="connsiteY10311" fmla="*/ 938400 h 3215359"/>
                <a:gd name="connsiteX10312" fmla="*/ 1030168 w 2057605"/>
                <a:gd name="connsiteY10312" fmla="*/ 935811 h 3215359"/>
                <a:gd name="connsiteX10313" fmla="*/ 1027435 w 2057605"/>
                <a:gd name="connsiteY10313" fmla="*/ 940845 h 3215359"/>
                <a:gd name="connsiteX10314" fmla="*/ 1024846 w 2057605"/>
                <a:gd name="connsiteY10314" fmla="*/ 938400 h 3215359"/>
                <a:gd name="connsiteX10315" fmla="*/ 1022401 w 2057605"/>
                <a:gd name="connsiteY10315" fmla="*/ 938400 h 3215359"/>
                <a:gd name="connsiteX10316" fmla="*/ 1019956 w 2057605"/>
                <a:gd name="connsiteY10316" fmla="*/ 935811 h 3215359"/>
                <a:gd name="connsiteX10317" fmla="*/ 1017223 w 2057605"/>
                <a:gd name="connsiteY10317" fmla="*/ 935811 h 3215359"/>
                <a:gd name="connsiteX10318" fmla="*/ 1014777 w 2057605"/>
                <a:gd name="connsiteY10318" fmla="*/ 933365 h 3215359"/>
                <a:gd name="connsiteX10319" fmla="*/ 1012188 w 2057605"/>
                <a:gd name="connsiteY10319" fmla="*/ 930633 h 3215359"/>
                <a:gd name="connsiteX10320" fmla="*/ 1009743 w 2057605"/>
                <a:gd name="connsiteY10320" fmla="*/ 930633 h 3215359"/>
                <a:gd name="connsiteX10321" fmla="*/ 1009743 w 2057605"/>
                <a:gd name="connsiteY10321" fmla="*/ 928187 h 3215359"/>
                <a:gd name="connsiteX10322" fmla="*/ 1007010 w 2057605"/>
                <a:gd name="connsiteY10322" fmla="*/ 928187 h 3215359"/>
                <a:gd name="connsiteX10323" fmla="*/ 1007010 w 2057605"/>
                <a:gd name="connsiteY10323" fmla="*/ 923153 h 3215359"/>
                <a:gd name="connsiteX10324" fmla="*/ 1004565 w 2057605"/>
                <a:gd name="connsiteY10324" fmla="*/ 920420 h 3215359"/>
                <a:gd name="connsiteX10325" fmla="*/ 1001976 w 2057605"/>
                <a:gd name="connsiteY10325" fmla="*/ 915386 h 3215359"/>
                <a:gd name="connsiteX10326" fmla="*/ 1001976 w 2057605"/>
                <a:gd name="connsiteY10326" fmla="*/ 912940 h 3215359"/>
                <a:gd name="connsiteX10327" fmla="*/ 1001976 w 2057605"/>
                <a:gd name="connsiteY10327" fmla="*/ 910495 h 3215359"/>
                <a:gd name="connsiteX10328" fmla="*/ 999531 w 2057605"/>
                <a:gd name="connsiteY10328" fmla="*/ 905173 h 3215359"/>
                <a:gd name="connsiteX10329" fmla="*/ 999531 w 2057605"/>
                <a:gd name="connsiteY10329" fmla="*/ 902728 h 3215359"/>
                <a:gd name="connsiteX10330" fmla="*/ 999531 w 2057605"/>
                <a:gd name="connsiteY10330" fmla="*/ 900283 h 3215359"/>
                <a:gd name="connsiteX10331" fmla="*/ 999531 w 2057605"/>
                <a:gd name="connsiteY10331" fmla="*/ 897550 h 3215359"/>
                <a:gd name="connsiteX10332" fmla="*/ 1001976 w 2057605"/>
                <a:gd name="connsiteY10332" fmla="*/ 895105 h 3215359"/>
                <a:gd name="connsiteX10333" fmla="*/ 999531 w 2057605"/>
                <a:gd name="connsiteY10333" fmla="*/ 895105 h 3215359"/>
                <a:gd name="connsiteX10334" fmla="*/ 999531 w 2057605"/>
                <a:gd name="connsiteY10334" fmla="*/ 890070 h 3215359"/>
                <a:gd name="connsiteX10335" fmla="*/ 997085 w 2057605"/>
                <a:gd name="connsiteY10335" fmla="*/ 887337 h 3215359"/>
                <a:gd name="connsiteX10336" fmla="*/ 994352 w 2057605"/>
                <a:gd name="connsiteY10336" fmla="*/ 882303 h 3215359"/>
                <a:gd name="connsiteX10337" fmla="*/ 997085 w 2057605"/>
                <a:gd name="connsiteY10337" fmla="*/ 879858 h 3215359"/>
                <a:gd name="connsiteX10338" fmla="*/ 994352 w 2057605"/>
                <a:gd name="connsiteY10338" fmla="*/ 877125 h 3215359"/>
                <a:gd name="connsiteX10339" fmla="*/ 991763 w 2057605"/>
                <a:gd name="connsiteY10339" fmla="*/ 879858 h 3215359"/>
                <a:gd name="connsiteX10340" fmla="*/ 989318 w 2057605"/>
                <a:gd name="connsiteY10340" fmla="*/ 882303 h 3215359"/>
                <a:gd name="connsiteX10341" fmla="*/ 986873 w 2057605"/>
                <a:gd name="connsiteY10341" fmla="*/ 882303 h 3215359"/>
                <a:gd name="connsiteX10342" fmla="*/ 984140 w 2057605"/>
                <a:gd name="connsiteY10342" fmla="*/ 877125 h 3215359"/>
                <a:gd name="connsiteX10343" fmla="*/ 984140 w 2057605"/>
                <a:gd name="connsiteY10343" fmla="*/ 874680 h 3215359"/>
                <a:gd name="connsiteX10344" fmla="*/ 984140 w 2057605"/>
                <a:gd name="connsiteY10344" fmla="*/ 872090 h 3215359"/>
                <a:gd name="connsiteX10345" fmla="*/ 979106 w 2057605"/>
                <a:gd name="connsiteY10345" fmla="*/ 872090 h 3215359"/>
                <a:gd name="connsiteX10346" fmla="*/ 976660 w 2057605"/>
                <a:gd name="connsiteY10346" fmla="*/ 869645 h 3215359"/>
                <a:gd name="connsiteX10347" fmla="*/ 973927 w 2057605"/>
                <a:gd name="connsiteY10347" fmla="*/ 866912 h 3215359"/>
                <a:gd name="connsiteX10348" fmla="*/ 971338 w 2057605"/>
                <a:gd name="connsiteY10348" fmla="*/ 866912 h 3215359"/>
                <a:gd name="connsiteX10349" fmla="*/ 968893 w 2057605"/>
                <a:gd name="connsiteY10349" fmla="*/ 866912 h 3215359"/>
                <a:gd name="connsiteX10350" fmla="*/ 966448 w 2057605"/>
                <a:gd name="connsiteY10350" fmla="*/ 864467 h 3215359"/>
                <a:gd name="connsiteX10351" fmla="*/ 966448 w 2057605"/>
                <a:gd name="connsiteY10351" fmla="*/ 861878 h 3215359"/>
                <a:gd name="connsiteX10352" fmla="*/ 963715 w 2057605"/>
                <a:gd name="connsiteY10352" fmla="*/ 861878 h 3215359"/>
                <a:gd name="connsiteX10353" fmla="*/ 961126 w 2057605"/>
                <a:gd name="connsiteY10353" fmla="*/ 861878 h 3215359"/>
                <a:gd name="connsiteX10354" fmla="*/ 961126 w 2057605"/>
                <a:gd name="connsiteY10354" fmla="*/ 864467 h 3215359"/>
                <a:gd name="connsiteX10355" fmla="*/ 958681 w 2057605"/>
                <a:gd name="connsiteY10355" fmla="*/ 864467 h 3215359"/>
                <a:gd name="connsiteX10356" fmla="*/ 956235 w 2057605"/>
                <a:gd name="connsiteY10356" fmla="*/ 864467 h 3215359"/>
                <a:gd name="connsiteX10357" fmla="*/ 953502 w 2057605"/>
                <a:gd name="connsiteY10357" fmla="*/ 866912 h 3215359"/>
                <a:gd name="connsiteX10358" fmla="*/ 948468 w 2057605"/>
                <a:gd name="connsiteY10358" fmla="*/ 866912 h 3215359"/>
                <a:gd name="connsiteX10359" fmla="*/ 946023 w 2057605"/>
                <a:gd name="connsiteY10359" fmla="*/ 864467 h 3215359"/>
                <a:gd name="connsiteX10360" fmla="*/ 943290 w 2057605"/>
                <a:gd name="connsiteY10360" fmla="*/ 864467 h 3215359"/>
                <a:gd name="connsiteX10361" fmla="*/ 943290 w 2057605"/>
                <a:gd name="connsiteY10361" fmla="*/ 861878 h 3215359"/>
                <a:gd name="connsiteX10362" fmla="*/ 943290 w 2057605"/>
                <a:gd name="connsiteY10362" fmla="*/ 859433 h 3215359"/>
                <a:gd name="connsiteX10363" fmla="*/ 940845 w 2057605"/>
                <a:gd name="connsiteY10363" fmla="*/ 859433 h 3215359"/>
                <a:gd name="connsiteX10364" fmla="*/ 946023 w 2057605"/>
                <a:gd name="connsiteY10364" fmla="*/ 851665 h 3215359"/>
                <a:gd name="connsiteX10365" fmla="*/ 948468 w 2057605"/>
                <a:gd name="connsiteY10365" fmla="*/ 851665 h 3215359"/>
                <a:gd name="connsiteX10366" fmla="*/ 948468 w 2057605"/>
                <a:gd name="connsiteY10366" fmla="*/ 849220 h 3215359"/>
                <a:gd name="connsiteX10367" fmla="*/ 946023 w 2057605"/>
                <a:gd name="connsiteY10367" fmla="*/ 846487 h 3215359"/>
                <a:gd name="connsiteX10368" fmla="*/ 943290 w 2057605"/>
                <a:gd name="connsiteY10368" fmla="*/ 844042 h 3215359"/>
                <a:gd name="connsiteX10369" fmla="*/ 943290 w 2057605"/>
                <a:gd name="connsiteY10369" fmla="*/ 846487 h 3215359"/>
                <a:gd name="connsiteX10370" fmla="*/ 943290 w 2057605"/>
                <a:gd name="connsiteY10370" fmla="*/ 849220 h 3215359"/>
                <a:gd name="connsiteX10371" fmla="*/ 940845 w 2057605"/>
                <a:gd name="connsiteY10371" fmla="*/ 849220 h 3215359"/>
                <a:gd name="connsiteX10372" fmla="*/ 938255 w 2057605"/>
                <a:gd name="connsiteY10372" fmla="*/ 849220 h 3215359"/>
                <a:gd name="connsiteX10373" fmla="*/ 935810 w 2057605"/>
                <a:gd name="connsiteY10373" fmla="*/ 849220 h 3215359"/>
                <a:gd name="connsiteX10374" fmla="*/ 933077 w 2057605"/>
                <a:gd name="connsiteY10374" fmla="*/ 849220 h 3215359"/>
                <a:gd name="connsiteX10375" fmla="*/ 930632 w 2057605"/>
                <a:gd name="connsiteY10375" fmla="*/ 849220 h 3215359"/>
                <a:gd name="connsiteX10376" fmla="*/ 925598 w 2057605"/>
                <a:gd name="connsiteY10376" fmla="*/ 851665 h 3215359"/>
                <a:gd name="connsiteX10377" fmla="*/ 923153 w 2057605"/>
                <a:gd name="connsiteY10377" fmla="*/ 851665 h 3215359"/>
                <a:gd name="connsiteX10378" fmla="*/ 920420 w 2057605"/>
                <a:gd name="connsiteY10378" fmla="*/ 854255 h 3215359"/>
                <a:gd name="connsiteX10379" fmla="*/ 915385 w 2057605"/>
                <a:gd name="connsiteY10379" fmla="*/ 854255 h 3215359"/>
                <a:gd name="connsiteX10380" fmla="*/ 915385 w 2057605"/>
                <a:gd name="connsiteY10380" fmla="*/ 856700 h 3215359"/>
                <a:gd name="connsiteX10381" fmla="*/ 910207 w 2057605"/>
                <a:gd name="connsiteY10381" fmla="*/ 859433 h 3215359"/>
                <a:gd name="connsiteX10382" fmla="*/ 907618 w 2057605"/>
                <a:gd name="connsiteY10382" fmla="*/ 859433 h 3215359"/>
                <a:gd name="connsiteX10383" fmla="*/ 907618 w 2057605"/>
                <a:gd name="connsiteY10383" fmla="*/ 864467 h 3215359"/>
                <a:gd name="connsiteX10384" fmla="*/ 905173 w 2057605"/>
                <a:gd name="connsiteY10384" fmla="*/ 864467 h 3215359"/>
                <a:gd name="connsiteX10385" fmla="*/ 902728 w 2057605"/>
                <a:gd name="connsiteY10385" fmla="*/ 864467 h 3215359"/>
                <a:gd name="connsiteX10386" fmla="*/ 902728 w 2057605"/>
                <a:gd name="connsiteY10386" fmla="*/ 861878 h 3215359"/>
                <a:gd name="connsiteX10387" fmla="*/ 902728 w 2057605"/>
                <a:gd name="connsiteY10387" fmla="*/ 859433 h 3215359"/>
                <a:gd name="connsiteX10388" fmla="*/ 897405 w 2057605"/>
                <a:gd name="connsiteY10388" fmla="*/ 861878 h 3215359"/>
                <a:gd name="connsiteX10389" fmla="*/ 894960 w 2057605"/>
                <a:gd name="connsiteY10389" fmla="*/ 861878 h 3215359"/>
                <a:gd name="connsiteX10390" fmla="*/ 892515 w 2057605"/>
                <a:gd name="connsiteY10390" fmla="*/ 859433 h 3215359"/>
                <a:gd name="connsiteX10391" fmla="*/ 889782 w 2057605"/>
                <a:gd name="connsiteY10391" fmla="*/ 854255 h 3215359"/>
                <a:gd name="connsiteX10392" fmla="*/ 887193 w 2057605"/>
                <a:gd name="connsiteY10392" fmla="*/ 854255 h 3215359"/>
                <a:gd name="connsiteX10393" fmla="*/ 887193 w 2057605"/>
                <a:gd name="connsiteY10393" fmla="*/ 851665 h 3215359"/>
                <a:gd name="connsiteX10394" fmla="*/ 887193 w 2057605"/>
                <a:gd name="connsiteY10394" fmla="*/ 849220 h 3215359"/>
                <a:gd name="connsiteX10395" fmla="*/ 884748 w 2057605"/>
                <a:gd name="connsiteY10395" fmla="*/ 846487 h 3215359"/>
                <a:gd name="connsiteX10396" fmla="*/ 882302 w 2057605"/>
                <a:gd name="connsiteY10396" fmla="*/ 846487 h 3215359"/>
                <a:gd name="connsiteX10397" fmla="*/ 882302 w 2057605"/>
                <a:gd name="connsiteY10397" fmla="*/ 844042 h 3215359"/>
                <a:gd name="connsiteX10398" fmla="*/ 882302 w 2057605"/>
                <a:gd name="connsiteY10398" fmla="*/ 841453 h 3215359"/>
                <a:gd name="connsiteX10399" fmla="*/ 879570 w 2057605"/>
                <a:gd name="connsiteY10399" fmla="*/ 831240 h 3215359"/>
                <a:gd name="connsiteX10400" fmla="*/ 879570 w 2057605"/>
                <a:gd name="connsiteY10400" fmla="*/ 823617 h 3215359"/>
                <a:gd name="connsiteX10401" fmla="*/ 879570 w 2057605"/>
                <a:gd name="connsiteY10401" fmla="*/ 821028 h 3215359"/>
                <a:gd name="connsiteX10402" fmla="*/ 882302 w 2057605"/>
                <a:gd name="connsiteY10402" fmla="*/ 816137 h 3215359"/>
                <a:gd name="connsiteX10403" fmla="*/ 887193 w 2057605"/>
                <a:gd name="connsiteY10403" fmla="*/ 810959 h 3215359"/>
                <a:gd name="connsiteX10404" fmla="*/ 892515 w 2057605"/>
                <a:gd name="connsiteY10404" fmla="*/ 813404 h 3215359"/>
                <a:gd name="connsiteX10405" fmla="*/ 894960 w 2057605"/>
                <a:gd name="connsiteY10405" fmla="*/ 813404 h 3215359"/>
                <a:gd name="connsiteX10406" fmla="*/ 897405 w 2057605"/>
                <a:gd name="connsiteY10406" fmla="*/ 813404 h 3215359"/>
                <a:gd name="connsiteX10407" fmla="*/ 899995 w 2057605"/>
                <a:gd name="connsiteY10407" fmla="*/ 816137 h 3215359"/>
                <a:gd name="connsiteX10408" fmla="*/ 905173 w 2057605"/>
                <a:gd name="connsiteY10408" fmla="*/ 821028 h 3215359"/>
                <a:gd name="connsiteX10409" fmla="*/ 907618 w 2057605"/>
                <a:gd name="connsiteY10409" fmla="*/ 823617 h 3215359"/>
                <a:gd name="connsiteX10410" fmla="*/ 910207 w 2057605"/>
                <a:gd name="connsiteY10410" fmla="*/ 823617 h 3215359"/>
                <a:gd name="connsiteX10411" fmla="*/ 915385 w 2057605"/>
                <a:gd name="connsiteY10411" fmla="*/ 823617 h 3215359"/>
                <a:gd name="connsiteX10412" fmla="*/ 915385 w 2057605"/>
                <a:gd name="connsiteY10412" fmla="*/ 821028 h 3215359"/>
                <a:gd name="connsiteX10413" fmla="*/ 917830 w 2057605"/>
                <a:gd name="connsiteY10413" fmla="*/ 821028 h 3215359"/>
                <a:gd name="connsiteX10414" fmla="*/ 920420 w 2057605"/>
                <a:gd name="connsiteY10414" fmla="*/ 826062 h 3215359"/>
                <a:gd name="connsiteX10415" fmla="*/ 923153 w 2057605"/>
                <a:gd name="connsiteY10415" fmla="*/ 826062 h 3215359"/>
                <a:gd name="connsiteX10416" fmla="*/ 925598 w 2057605"/>
                <a:gd name="connsiteY10416" fmla="*/ 826062 h 3215359"/>
                <a:gd name="connsiteX10417" fmla="*/ 928043 w 2057605"/>
                <a:gd name="connsiteY10417" fmla="*/ 821028 h 3215359"/>
                <a:gd name="connsiteX10418" fmla="*/ 925598 w 2057605"/>
                <a:gd name="connsiteY10418" fmla="*/ 818583 h 3215359"/>
                <a:gd name="connsiteX10419" fmla="*/ 930632 w 2057605"/>
                <a:gd name="connsiteY10419" fmla="*/ 813404 h 3215359"/>
                <a:gd name="connsiteX10420" fmla="*/ 928043 w 2057605"/>
                <a:gd name="connsiteY10420" fmla="*/ 810959 h 3215359"/>
                <a:gd name="connsiteX10421" fmla="*/ 928043 w 2057605"/>
                <a:gd name="connsiteY10421" fmla="*/ 808370 h 3215359"/>
                <a:gd name="connsiteX10422" fmla="*/ 925598 w 2057605"/>
                <a:gd name="connsiteY10422" fmla="*/ 808370 h 3215359"/>
                <a:gd name="connsiteX10423" fmla="*/ 923153 w 2057605"/>
                <a:gd name="connsiteY10423" fmla="*/ 808370 h 3215359"/>
                <a:gd name="connsiteX10424" fmla="*/ 915385 w 2057605"/>
                <a:gd name="connsiteY10424" fmla="*/ 808370 h 3215359"/>
                <a:gd name="connsiteX10425" fmla="*/ 912940 w 2057605"/>
                <a:gd name="connsiteY10425" fmla="*/ 805925 h 3215359"/>
                <a:gd name="connsiteX10426" fmla="*/ 910207 w 2057605"/>
                <a:gd name="connsiteY10426" fmla="*/ 805925 h 3215359"/>
                <a:gd name="connsiteX10427" fmla="*/ 915385 w 2057605"/>
                <a:gd name="connsiteY10427" fmla="*/ 800747 h 3215359"/>
                <a:gd name="connsiteX10428" fmla="*/ 917830 w 2057605"/>
                <a:gd name="connsiteY10428" fmla="*/ 800747 h 3215359"/>
                <a:gd name="connsiteX10429" fmla="*/ 920420 w 2057605"/>
                <a:gd name="connsiteY10429" fmla="*/ 800747 h 3215359"/>
                <a:gd name="connsiteX10430" fmla="*/ 925598 w 2057605"/>
                <a:gd name="connsiteY10430" fmla="*/ 800747 h 3215359"/>
                <a:gd name="connsiteX10431" fmla="*/ 928043 w 2057605"/>
                <a:gd name="connsiteY10431" fmla="*/ 795712 h 3215359"/>
                <a:gd name="connsiteX10432" fmla="*/ 928043 w 2057605"/>
                <a:gd name="connsiteY10432" fmla="*/ 792979 h 3215359"/>
                <a:gd name="connsiteX10433" fmla="*/ 930632 w 2057605"/>
                <a:gd name="connsiteY10433" fmla="*/ 792979 h 3215359"/>
                <a:gd name="connsiteX10434" fmla="*/ 933077 w 2057605"/>
                <a:gd name="connsiteY10434" fmla="*/ 792979 h 3215359"/>
                <a:gd name="connsiteX10435" fmla="*/ 933077 w 2057605"/>
                <a:gd name="connsiteY10435" fmla="*/ 790534 h 3215359"/>
                <a:gd name="connsiteX10436" fmla="*/ 930632 w 2057605"/>
                <a:gd name="connsiteY10436" fmla="*/ 787945 h 3215359"/>
                <a:gd name="connsiteX10437" fmla="*/ 933077 w 2057605"/>
                <a:gd name="connsiteY10437" fmla="*/ 787945 h 3215359"/>
                <a:gd name="connsiteX10438" fmla="*/ 930632 w 2057605"/>
                <a:gd name="connsiteY10438" fmla="*/ 785500 h 3215359"/>
                <a:gd name="connsiteX10439" fmla="*/ 930632 w 2057605"/>
                <a:gd name="connsiteY10439" fmla="*/ 782767 h 3215359"/>
                <a:gd name="connsiteX10440" fmla="*/ 928043 w 2057605"/>
                <a:gd name="connsiteY10440" fmla="*/ 782767 h 3215359"/>
                <a:gd name="connsiteX10441" fmla="*/ 925598 w 2057605"/>
                <a:gd name="connsiteY10441" fmla="*/ 787945 h 3215359"/>
                <a:gd name="connsiteX10442" fmla="*/ 925598 w 2057605"/>
                <a:gd name="connsiteY10442" fmla="*/ 785500 h 3215359"/>
                <a:gd name="connsiteX10443" fmla="*/ 923153 w 2057605"/>
                <a:gd name="connsiteY10443" fmla="*/ 785500 h 3215359"/>
                <a:gd name="connsiteX10444" fmla="*/ 920420 w 2057605"/>
                <a:gd name="connsiteY10444" fmla="*/ 787945 h 3215359"/>
                <a:gd name="connsiteX10445" fmla="*/ 917830 w 2057605"/>
                <a:gd name="connsiteY10445" fmla="*/ 787945 h 3215359"/>
                <a:gd name="connsiteX10446" fmla="*/ 917830 w 2057605"/>
                <a:gd name="connsiteY10446" fmla="*/ 785500 h 3215359"/>
                <a:gd name="connsiteX10447" fmla="*/ 923153 w 2057605"/>
                <a:gd name="connsiteY10447" fmla="*/ 780322 h 3215359"/>
                <a:gd name="connsiteX10448" fmla="*/ 920420 w 2057605"/>
                <a:gd name="connsiteY10448" fmla="*/ 780322 h 3215359"/>
                <a:gd name="connsiteX10449" fmla="*/ 917830 w 2057605"/>
                <a:gd name="connsiteY10449" fmla="*/ 777733 h 3215359"/>
                <a:gd name="connsiteX10450" fmla="*/ 915385 w 2057605"/>
                <a:gd name="connsiteY10450" fmla="*/ 785500 h 3215359"/>
                <a:gd name="connsiteX10451" fmla="*/ 912940 w 2057605"/>
                <a:gd name="connsiteY10451" fmla="*/ 785500 h 3215359"/>
                <a:gd name="connsiteX10452" fmla="*/ 910207 w 2057605"/>
                <a:gd name="connsiteY10452" fmla="*/ 785500 h 3215359"/>
                <a:gd name="connsiteX10453" fmla="*/ 912940 w 2057605"/>
                <a:gd name="connsiteY10453" fmla="*/ 782767 h 3215359"/>
                <a:gd name="connsiteX10454" fmla="*/ 910207 w 2057605"/>
                <a:gd name="connsiteY10454" fmla="*/ 782767 h 3215359"/>
                <a:gd name="connsiteX10455" fmla="*/ 907618 w 2057605"/>
                <a:gd name="connsiteY10455" fmla="*/ 782767 h 3215359"/>
                <a:gd name="connsiteX10456" fmla="*/ 905173 w 2057605"/>
                <a:gd name="connsiteY10456" fmla="*/ 782767 h 3215359"/>
                <a:gd name="connsiteX10457" fmla="*/ 907618 w 2057605"/>
                <a:gd name="connsiteY10457" fmla="*/ 780322 h 3215359"/>
                <a:gd name="connsiteX10458" fmla="*/ 912940 w 2057605"/>
                <a:gd name="connsiteY10458" fmla="*/ 772554 h 3215359"/>
                <a:gd name="connsiteX10459" fmla="*/ 920420 w 2057605"/>
                <a:gd name="connsiteY10459" fmla="*/ 765075 h 3215359"/>
                <a:gd name="connsiteX10460" fmla="*/ 917830 w 2057605"/>
                <a:gd name="connsiteY10460" fmla="*/ 762342 h 3215359"/>
                <a:gd name="connsiteX10461" fmla="*/ 915385 w 2057605"/>
                <a:gd name="connsiteY10461" fmla="*/ 759897 h 3215359"/>
                <a:gd name="connsiteX10462" fmla="*/ 912940 w 2057605"/>
                <a:gd name="connsiteY10462" fmla="*/ 754862 h 3215359"/>
                <a:gd name="connsiteX10463" fmla="*/ 912940 w 2057605"/>
                <a:gd name="connsiteY10463" fmla="*/ 752129 h 3215359"/>
                <a:gd name="connsiteX10464" fmla="*/ 907618 w 2057605"/>
                <a:gd name="connsiteY10464" fmla="*/ 752129 h 3215359"/>
                <a:gd name="connsiteX10465" fmla="*/ 907618 w 2057605"/>
                <a:gd name="connsiteY10465" fmla="*/ 757308 h 3215359"/>
                <a:gd name="connsiteX10466" fmla="*/ 905173 w 2057605"/>
                <a:gd name="connsiteY10466" fmla="*/ 754862 h 3215359"/>
                <a:gd name="connsiteX10467" fmla="*/ 902728 w 2057605"/>
                <a:gd name="connsiteY10467" fmla="*/ 754862 h 3215359"/>
                <a:gd name="connsiteX10468" fmla="*/ 902728 w 2057605"/>
                <a:gd name="connsiteY10468" fmla="*/ 759897 h 3215359"/>
                <a:gd name="connsiteX10469" fmla="*/ 902728 w 2057605"/>
                <a:gd name="connsiteY10469" fmla="*/ 762342 h 3215359"/>
                <a:gd name="connsiteX10470" fmla="*/ 897405 w 2057605"/>
                <a:gd name="connsiteY10470" fmla="*/ 770109 h 3215359"/>
                <a:gd name="connsiteX10471" fmla="*/ 889782 w 2057605"/>
                <a:gd name="connsiteY10471" fmla="*/ 775287 h 3215359"/>
                <a:gd name="connsiteX10472" fmla="*/ 889782 w 2057605"/>
                <a:gd name="connsiteY10472" fmla="*/ 777733 h 3215359"/>
                <a:gd name="connsiteX10473" fmla="*/ 884748 w 2057605"/>
                <a:gd name="connsiteY10473" fmla="*/ 777733 h 3215359"/>
                <a:gd name="connsiteX10474" fmla="*/ 884748 w 2057605"/>
                <a:gd name="connsiteY10474" fmla="*/ 775287 h 3215359"/>
                <a:gd name="connsiteX10475" fmla="*/ 884748 w 2057605"/>
                <a:gd name="connsiteY10475" fmla="*/ 770109 h 3215359"/>
                <a:gd name="connsiteX10476" fmla="*/ 887193 w 2057605"/>
                <a:gd name="connsiteY10476" fmla="*/ 767520 h 3215359"/>
                <a:gd name="connsiteX10477" fmla="*/ 889782 w 2057605"/>
                <a:gd name="connsiteY10477" fmla="*/ 765075 h 3215359"/>
                <a:gd name="connsiteX10478" fmla="*/ 892515 w 2057605"/>
                <a:gd name="connsiteY10478" fmla="*/ 759897 h 3215359"/>
                <a:gd name="connsiteX10479" fmla="*/ 894960 w 2057605"/>
                <a:gd name="connsiteY10479" fmla="*/ 752129 h 3215359"/>
                <a:gd name="connsiteX10480" fmla="*/ 897405 w 2057605"/>
                <a:gd name="connsiteY10480" fmla="*/ 747095 h 3215359"/>
                <a:gd name="connsiteX10481" fmla="*/ 897405 w 2057605"/>
                <a:gd name="connsiteY10481" fmla="*/ 744650 h 3215359"/>
                <a:gd name="connsiteX10482" fmla="*/ 897405 w 2057605"/>
                <a:gd name="connsiteY10482" fmla="*/ 741917 h 3215359"/>
                <a:gd name="connsiteX10483" fmla="*/ 894960 w 2057605"/>
                <a:gd name="connsiteY10483" fmla="*/ 741917 h 3215359"/>
                <a:gd name="connsiteX10484" fmla="*/ 889782 w 2057605"/>
                <a:gd name="connsiteY10484" fmla="*/ 739472 h 3215359"/>
                <a:gd name="connsiteX10485" fmla="*/ 884748 w 2057605"/>
                <a:gd name="connsiteY10485" fmla="*/ 741917 h 3215359"/>
                <a:gd name="connsiteX10486" fmla="*/ 874535 w 2057605"/>
                <a:gd name="connsiteY10486" fmla="*/ 744650 h 3215359"/>
                <a:gd name="connsiteX10487" fmla="*/ 872090 w 2057605"/>
                <a:gd name="connsiteY10487" fmla="*/ 744650 h 3215359"/>
                <a:gd name="connsiteX10488" fmla="*/ 869357 w 2057605"/>
                <a:gd name="connsiteY10488" fmla="*/ 741917 h 3215359"/>
                <a:gd name="connsiteX10489" fmla="*/ 866768 w 2057605"/>
                <a:gd name="connsiteY10489" fmla="*/ 739472 h 3215359"/>
                <a:gd name="connsiteX10490" fmla="*/ 869357 w 2057605"/>
                <a:gd name="connsiteY10490" fmla="*/ 734437 h 3215359"/>
                <a:gd name="connsiteX10491" fmla="*/ 869357 w 2057605"/>
                <a:gd name="connsiteY10491" fmla="*/ 729259 h 3215359"/>
                <a:gd name="connsiteX10492" fmla="*/ 869357 w 2057605"/>
                <a:gd name="connsiteY10492" fmla="*/ 719047 h 3215359"/>
                <a:gd name="connsiteX10493" fmla="*/ 874535 w 2057605"/>
                <a:gd name="connsiteY10493" fmla="*/ 706245 h 3215359"/>
                <a:gd name="connsiteX10494" fmla="*/ 876980 w 2057605"/>
                <a:gd name="connsiteY10494" fmla="*/ 703800 h 3215359"/>
                <a:gd name="connsiteX10495" fmla="*/ 876980 w 2057605"/>
                <a:gd name="connsiteY10495" fmla="*/ 701354 h 3215359"/>
                <a:gd name="connsiteX10496" fmla="*/ 879570 w 2057605"/>
                <a:gd name="connsiteY10496" fmla="*/ 698622 h 3215359"/>
                <a:gd name="connsiteX10497" fmla="*/ 876980 w 2057605"/>
                <a:gd name="connsiteY10497" fmla="*/ 698622 h 3215359"/>
                <a:gd name="connsiteX10498" fmla="*/ 876980 w 2057605"/>
                <a:gd name="connsiteY10498" fmla="*/ 696176 h 3215359"/>
                <a:gd name="connsiteX10499" fmla="*/ 876980 w 2057605"/>
                <a:gd name="connsiteY10499" fmla="*/ 693587 h 3215359"/>
                <a:gd name="connsiteX10500" fmla="*/ 879570 w 2057605"/>
                <a:gd name="connsiteY10500" fmla="*/ 693587 h 3215359"/>
                <a:gd name="connsiteX10501" fmla="*/ 879570 w 2057605"/>
                <a:gd name="connsiteY10501" fmla="*/ 696176 h 3215359"/>
                <a:gd name="connsiteX10502" fmla="*/ 882302 w 2057605"/>
                <a:gd name="connsiteY10502" fmla="*/ 698622 h 3215359"/>
                <a:gd name="connsiteX10503" fmla="*/ 884748 w 2057605"/>
                <a:gd name="connsiteY10503" fmla="*/ 701354 h 3215359"/>
                <a:gd name="connsiteX10504" fmla="*/ 894960 w 2057605"/>
                <a:gd name="connsiteY10504" fmla="*/ 696176 h 3215359"/>
                <a:gd name="connsiteX10505" fmla="*/ 902728 w 2057605"/>
                <a:gd name="connsiteY10505" fmla="*/ 696176 h 3215359"/>
                <a:gd name="connsiteX10506" fmla="*/ 907618 w 2057605"/>
                <a:gd name="connsiteY10506" fmla="*/ 696176 h 3215359"/>
                <a:gd name="connsiteX10507" fmla="*/ 910207 w 2057605"/>
                <a:gd name="connsiteY10507" fmla="*/ 693587 h 3215359"/>
                <a:gd name="connsiteX10508" fmla="*/ 912940 w 2057605"/>
                <a:gd name="connsiteY10508" fmla="*/ 693587 h 3215359"/>
                <a:gd name="connsiteX10509" fmla="*/ 917830 w 2057605"/>
                <a:gd name="connsiteY10509" fmla="*/ 693587 h 3215359"/>
                <a:gd name="connsiteX10510" fmla="*/ 920420 w 2057605"/>
                <a:gd name="connsiteY10510" fmla="*/ 693587 h 3215359"/>
                <a:gd name="connsiteX10511" fmla="*/ 1047861 w 2057605"/>
                <a:gd name="connsiteY10511" fmla="*/ 578805 h 3215359"/>
                <a:gd name="connsiteX10512" fmla="*/ 1050594 w 2057605"/>
                <a:gd name="connsiteY10512" fmla="*/ 578805 h 3215359"/>
                <a:gd name="connsiteX10513" fmla="*/ 1053039 w 2057605"/>
                <a:gd name="connsiteY10513" fmla="*/ 581394 h 3215359"/>
                <a:gd name="connsiteX10514" fmla="*/ 1055484 w 2057605"/>
                <a:gd name="connsiteY10514" fmla="*/ 586572 h 3215359"/>
                <a:gd name="connsiteX10515" fmla="*/ 1058073 w 2057605"/>
                <a:gd name="connsiteY10515" fmla="*/ 586572 h 3215359"/>
                <a:gd name="connsiteX10516" fmla="*/ 1060806 w 2057605"/>
                <a:gd name="connsiteY10516" fmla="*/ 583839 h 3215359"/>
                <a:gd name="connsiteX10517" fmla="*/ 1065697 w 2057605"/>
                <a:gd name="connsiteY10517" fmla="*/ 583839 h 3215359"/>
                <a:gd name="connsiteX10518" fmla="*/ 1065697 w 2057605"/>
                <a:gd name="connsiteY10518" fmla="*/ 581394 h 3215359"/>
                <a:gd name="connsiteX10519" fmla="*/ 1071019 w 2057605"/>
                <a:gd name="connsiteY10519" fmla="*/ 589017 h 3215359"/>
                <a:gd name="connsiteX10520" fmla="*/ 1071019 w 2057605"/>
                <a:gd name="connsiteY10520" fmla="*/ 594052 h 3215359"/>
                <a:gd name="connsiteX10521" fmla="*/ 1073464 w 2057605"/>
                <a:gd name="connsiteY10521" fmla="*/ 604264 h 3215359"/>
                <a:gd name="connsiteX10522" fmla="*/ 1073464 w 2057605"/>
                <a:gd name="connsiteY10522" fmla="*/ 606997 h 3215359"/>
                <a:gd name="connsiteX10523" fmla="*/ 1073464 w 2057605"/>
                <a:gd name="connsiteY10523" fmla="*/ 609443 h 3215359"/>
                <a:gd name="connsiteX10524" fmla="*/ 1073464 w 2057605"/>
                <a:gd name="connsiteY10524" fmla="*/ 612032 h 3215359"/>
                <a:gd name="connsiteX10525" fmla="*/ 1073464 w 2057605"/>
                <a:gd name="connsiteY10525" fmla="*/ 617210 h 3215359"/>
                <a:gd name="connsiteX10526" fmla="*/ 1073464 w 2057605"/>
                <a:gd name="connsiteY10526" fmla="*/ 619655 h 3215359"/>
                <a:gd name="connsiteX10527" fmla="*/ 1073464 w 2057605"/>
                <a:gd name="connsiteY10527" fmla="*/ 622100 h 3215359"/>
                <a:gd name="connsiteX10528" fmla="*/ 1075909 w 2057605"/>
                <a:gd name="connsiteY10528" fmla="*/ 634902 h 3215359"/>
                <a:gd name="connsiteX10529" fmla="*/ 1075909 w 2057605"/>
                <a:gd name="connsiteY10529" fmla="*/ 640080 h 3215359"/>
                <a:gd name="connsiteX10530" fmla="*/ 1073464 w 2057605"/>
                <a:gd name="connsiteY10530" fmla="*/ 645114 h 3215359"/>
                <a:gd name="connsiteX10531" fmla="*/ 1073464 w 2057605"/>
                <a:gd name="connsiteY10531" fmla="*/ 647847 h 3215359"/>
                <a:gd name="connsiteX10532" fmla="*/ 1071019 w 2057605"/>
                <a:gd name="connsiteY10532" fmla="*/ 647847 h 3215359"/>
                <a:gd name="connsiteX10533" fmla="*/ 1073464 w 2057605"/>
                <a:gd name="connsiteY10533" fmla="*/ 650293 h 3215359"/>
                <a:gd name="connsiteX10534" fmla="*/ 1071019 w 2057605"/>
                <a:gd name="connsiteY10534" fmla="*/ 655327 h 3215359"/>
                <a:gd name="connsiteX10535" fmla="*/ 1068286 w 2057605"/>
                <a:gd name="connsiteY10535" fmla="*/ 655327 h 3215359"/>
                <a:gd name="connsiteX10536" fmla="*/ 1068286 w 2057605"/>
                <a:gd name="connsiteY10536" fmla="*/ 652738 h 3215359"/>
                <a:gd name="connsiteX10537" fmla="*/ 1068286 w 2057605"/>
                <a:gd name="connsiteY10537" fmla="*/ 650293 h 3215359"/>
                <a:gd name="connsiteX10538" fmla="*/ 1065697 w 2057605"/>
                <a:gd name="connsiteY10538" fmla="*/ 647847 h 3215359"/>
                <a:gd name="connsiteX10539" fmla="*/ 1065697 w 2057605"/>
                <a:gd name="connsiteY10539" fmla="*/ 645114 h 3215359"/>
                <a:gd name="connsiteX10540" fmla="*/ 1060806 w 2057605"/>
                <a:gd name="connsiteY10540" fmla="*/ 642525 h 3215359"/>
                <a:gd name="connsiteX10541" fmla="*/ 1058073 w 2057605"/>
                <a:gd name="connsiteY10541" fmla="*/ 642525 h 3215359"/>
                <a:gd name="connsiteX10542" fmla="*/ 1058073 w 2057605"/>
                <a:gd name="connsiteY10542" fmla="*/ 640080 h 3215359"/>
                <a:gd name="connsiteX10543" fmla="*/ 1055484 w 2057605"/>
                <a:gd name="connsiteY10543" fmla="*/ 640080 h 3215359"/>
                <a:gd name="connsiteX10544" fmla="*/ 1058073 w 2057605"/>
                <a:gd name="connsiteY10544" fmla="*/ 627422 h 3215359"/>
                <a:gd name="connsiteX10545" fmla="*/ 1058073 w 2057605"/>
                <a:gd name="connsiteY10545" fmla="*/ 624689 h 3215359"/>
                <a:gd name="connsiteX10546" fmla="*/ 1053039 w 2057605"/>
                <a:gd name="connsiteY10546" fmla="*/ 622100 h 3215359"/>
                <a:gd name="connsiteX10547" fmla="*/ 1053039 w 2057605"/>
                <a:gd name="connsiteY10547" fmla="*/ 619655 h 3215359"/>
                <a:gd name="connsiteX10548" fmla="*/ 1050594 w 2057605"/>
                <a:gd name="connsiteY10548" fmla="*/ 619655 h 3215359"/>
                <a:gd name="connsiteX10549" fmla="*/ 1047861 w 2057605"/>
                <a:gd name="connsiteY10549" fmla="*/ 617210 h 3215359"/>
                <a:gd name="connsiteX10550" fmla="*/ 1047861 w 2057605"/>
                <a:gd name="connsiteY10550" fmla="*/ 619655 h 3215359"/>
                <a:gd name="connsiteX10551" fmla="*/ 1040381 w 2057605"/>
                <a:gd name="connsiteY10551" fmla="*/ 622100 h 3215359"/>
                <a:gd name="connsiteX10552" fmla="*/ 1037648 w 2057605"/>
                <a:gd name="connsiteY10552" fmla="*/ 622100 h 3215359"/>
                <a:gd name="connsiteX10553" fmla="*/ 1035203 w 2057605"/>
                <a:gd name="connsiteY10553" fmla="*/ 619655 h 3215359"/>
                <a:gd name="connsiteX10554" fmla="*/ 1032614 w 2057605"/>
                <a:gd name="connsiteY10554" fmla="*/ 612032 h 3215359"/>
                <a:gd name="connsiteX10555" fmla="*/ 1035203 w 2057605"/>
                <a:gd name="connsiteY10555" fmla="*/ 609443 h 3215359"/>
                <a:gd name="connsiteX10556" fmla="*/ 1035203 w 2057605"/>
                <a:gd name="connsiteY10556" fmla="*/ 606997 h 3215359"/>
                <a:gd name="connsiteX10557" fmla="*/ 1035203 w 2057605"/>
                <a:gd name="connsiteY10557" fmla="*/ 601819 h 3215359"/>
                <a:gd name="connsiteX10558" fmla="*/ 1037648 w 2057605"/>
                <a:gd name="connsiteY10558" fmla="*/ 594052 h 3215359"/>
                <a:gd name="connsiteX10559" fmla="*/ 1040381 w 2057605"/>
                <a:gd name="connsiteY10559" fmla="*/ 586572 h 3215359"/>
                <a:gd name="connsiteX10560" fmla="*/ 1042826 w 2057605"/>
                <a:gd name="connsiteY10560" fmla="*/ 583839 h 3215359"/>
                <a:gd name="connsiteX10561" fmla="*/ 1045416 w 2057605"/>
                <a:gd name="connsiteY10561" fmla="*/ 581394 h 3215359"/>
                <a:gd name="connsiteX10562" fmla="*/ 1291235 w 2057605"/>
                <a:gd name="connsiteY10562" fmla="*/ 503721 h 3215359"/>
                <a:gd name="connsiteX10563" fmla="*/ 1288071 w 2057605"/>
                <a:gd name="connsiteY10563" fmla="*/ 509906 h 3215359"/>
                <a:gd name="connsiteX10564" fmla="*/ 1290516 w 2057605"/>
                <a:gd name="connsiteY10564" fmla="*/ 509906 h 3215359"/>
                <a:gd name="connsiteX10565" fmla="*/ 1290516 w 2057605"/>
                <a:gd name="connsiteY10565" fmla="*/ 507461 h 3215359"/>
                <a:gd name="connsiteX10566" fmla="*/ 1292529 w 2057605"/>
                <a:gd name="connsiteY10566" fmla="*/ 509331 h 3215359"/>
                <a:gd name="connsiteX10567" fmla="*/ 1152430 w 2057605"/>
                <a:gd name="connsiteY10567" fmla="*/ 489481 h 3215359"/>
                <a:gd name="connsiteX10568" fmla="*/ 1160054 w 2057605"/>
                <a:gd name="connsiteY10568" fmla="*/ 489481 h 3215359"/>
                <a:gd name="connsiteX10569" fmla="*/ 1165088 w 2057605"/>
                <a:gd name="connsiteY10569" fmla="*/ 489481 h 3215359"/>
                <a:gd name="connsiteX10570" fmla="*/ 1172856 w 2057605"/>
                <a:gd name="connsiteY10570" fmla="*/ 489481 h 3215359"/>
                <a:gd name="connsiteX10571" fmla="*/ 1175301 w 2057605"/>
                <a:gd name="connsiteY10571" fmla="*/ 494659 h 3215359"/>
                <a:gd name="connsiteX10572" fmla="*/ 1178034 w 2057605"/>
                <a:gd name="connsiteY10572" fmla="*/ 499693 h 3215359"/>
                <a:gd name="connsiteX10573" fmla="*/ 1172856 w 2057605"/>
                <a:gd name="connsiteY10573" fmla="*/ 502426 h 3215359"/>
                <a:gd name="connsiteX10574" fmla="*/ 1170266 w 2057605"/>
                <a:gd name="connsiteY10574" fmla="*/ 504872 h 3215359"/>
                <a:gd name="connsiteX10575" fmla="*/ 1165088 w 2057605"/>
                <a:gd name="connsiteY10575" fmla="*/ 502426 h 3215359"/>
                <a:gd name="connsiteX10576" fmla="*/ 1160054 w 2057605"/>
                <a:gd name="connsiteY10576" fmla="*/ 497248 h 3215359"/>
                <a:gd name="connsiteX10577" fmla="*/ 1152430 w 2057605"/>
                <a:gd name="connsiteY10577" fmla="*/ 497248 h 3215359"/>
                <a:gd name="connsiteX10578" fmla="*/ 1147396 w 2057605"/>
                <a:gd name="connsiteY10578" fmla="*/ 494659 h 3215359"/>
                <a:gd name="connsiteX10579" fmla="*/ 1144951 w 2057605"/>
                <a:gd name="connsiteY10579" fmla="*/ 494659 h 3215359"/>
                <a:gd name="connsiteX10580" fmla="*/ 1321153 w 2057605"/>
                <a:gd name="connsiteY10580" fmla="*/ 290841 h 3215359"/>
                <a:gd name="connsiteX10581" fmla="*/ 1318564 w 2057605"/>
                <a:gd name="connsiteY10581" fmla="*/ 293286 h 3215359"/>
                <a:gd name="connsiteX10582" fmla="*/ 1318564 w 2057605"/>
                <a:gd name="connsiteY10582" fmla="*/ 298320 h 3215359"/>
                <a:gd name="connsiteX10583" fmla="*/ 1321153 w 2057605"/>
                <a:gd name="connsiteY10583" fmla="*/ 298320 h 3215359"/>
                <a:gd name="connsiteX10584" fmla="*/ 1323599 w 2057605"/>
                <a:gd name="connsiteY10584" fmla="*/ 290841 h 3215359"/>
                <a:gd name="connsiteX10585" fmla="*/ 1713256 w 2057605"/>
                <a:gd name="connsiteY10585" fmla="*/ 0 h 3215359"/>
                <a:gd name="connsiteX10586" fmla="*/ 1713256 w 2057605"/>
                <a:gd name="connsiteY10586" fmla="*/ 2589 h 3215359"/>
                <a:gd name="connsiteX10587" fmla="*/ 1710811 w 2057605"/>
                <a:gd name="connsiteY10587" fmla="*/ 2589 h 3215359"/>
                <a:gd name="connsiteX10588" fmla="*/ 1713975 w 2057605"/>
                <a:gd name="connsiteY10588" fmla="*/ 5034 h 3215359"/>
                <a:gd name="connsiteX10589" fmla="*/ 1713975 w 2057605"/>
                <a:gd name="connsiteY10589" fmla="*/ 12802 h 3215359"/>
                <a:gd name="connsiteX10590" fmla="*/ 1716708 w 2057605"/>
                <a:gd name="connsiteY10590" fmla="*/ 10213 h 3215359"/>
                <a:gd name="connsiteX10591" fmla="*/ 1719154 w 2057605"/>
                <a:gd name="connsiteY10591" fmla="*/ 10213 h 3215359"/>
                <a:gd name="connsiteX10592" fmla="*/ 1719154 w 2057605"/>
                <a:gd name="connsiteY10592" fmla="*/ 12802 h 3215359"/>
                <a:gd name="connsiteX10593" fmla="*/ 1721743 w 2057605"/>
                <a:gd name="connsiteY10593" fmla="*/ 15247 h 3215359"/>
                <a:gd name="connsiteX10594" fmla="*/ 1716708 w 2057605"/>
                <a:gd name="connsiteY10594" fmla="*/ 23014 h 3215359"/>
                <a:gd name="connsiteX10595" fmla="*/ 1721743 w 2057605"/>
                <a:gd name="connsiteY10595" fmla="*/ 20425 h 3215359"/>
                <a:gd name="connsiteX10596" fmla="*/ 1724188 w 2057605"/>
                <a:gd name="connsiteY10596" fmla="*/ 15247 h 3215359"/>
                <a:gd name="connsiteX10597" fmla="*/ 1726921 w 2057605"/>
                <a:gd name="connsiteY10597" fmla="*/ 12802 h 3215359"/>
                <a:gd name="connsiteX10598" fmla="*/ 1729366 w 2057605"/>
                <a:gd name="connsiteY10598" fmla="*/ 10213 h 3215359"/>
                <a:gd name="connsiteX10599" fmla="*/ 1731955 w 2057605"/>
                <a:gd name="connsiteY10599" fmla="*/ 15247 h 3215359"/>
                <a:gd name="connsiteX10600" fmla="*/ 1734400 w 2057605"/>
                <a:gd name="connsiteY10600" fmla="*/ 23014 h 3215359"/>
                <a:gd name="connsiteX10601" fmla="*/ 1737133 w 2057605"/>
                <a:gd name="connsiteY10601" fmla="*/ 23014 h 3215359"/>
                <a:gd name="connsiteX10602" fmla="*/ 1737133 w 2057605"/>
                <a:gd name="connsiteY10602" fmla="*/ 25459 h 3215359"/>
                <a:gd name="connsiteX10603" fmla="*/ 1739579 w 2057605"/>
                <a:gd name="connsiteY10603" fmla="*/ 20425 h 3215359"/>
                <a:gd name="connsiteX10604" fmla="*/ 1734400 w 2057605"/>
                <a:gd name="connsiteY10604" fmla="*/ 15247 h 3215359"/>
                <a:gd name="connsiteX10605" fmla="*/ 1739579 w 2057605"/>
                <a:gd name="connsiteY10605" fmla="*/ 15247 h 3215359"/>
                <a:gd name="connsiteX10606" fmla="*/ 1739579 w 2057605"/>
                <a:gd name="connsiteY10606" fmla="*/ 10213 h 3215359"/>
                <a:gd name="connsiteX10607" fmla="*/ 1746195 w 2057605"/>
                <a:gd name="connsiteY10607" fmla="*/ 10213 h 3215359"/>
                <a:gd name="connsiteX10608" fmla="*/ 1748928 w 2057605"/>
                <a:gd name="connsiteY10608" fmla="*/ 15247 h 3215359"/>
                <a:gd name="connsiteX10609" fmla="*/ 1748928 w 2057605"/>
                <a:gd name="connsiteY10609" fmla="*/ 17980 h 3215359"/>
                <a:gd name="connsiteX10610" fmla="*/ 1751517 w 2057605"/>
                <a:gd name="connsiteY10610" fmla="*/ 17980 h 3215359"/>
                <a:gd name="connsiteX10611" fmla="*/ 1751517 w 2057605"/>
                <a:gd name="connsiteY10611" fmla="*/ 15247 h 3215359"/>
                <a:gd name="connsiteX10612" fmla="*/ 1753963 w 2057605"/>
                <a:gd name="connsiteY10612" fmla="*/ 12802 h 3215359"/>
                <a:gd name="connsiteX10613" fmla="*/ 1772518 w 2057605"/>
                <a:gd name="connsiteY10613" fmla="*/ 12802 h 3215359"/>
                <a:gd name="connsiteX10614" fmla="*/ 1772518 w 2057605"/>
                <a:gd name="connsiteY10614" fmla="*/ 7767 h 3215359"/>
                <a:gd name="connsiteX10615" fmla="*/ 1777408 w 2057605"/>
                <a:gd name="connsiteY10615" fmla="*/ 7767 h 3215359"/>
                <a:gd name="connsiteX10616" fmla="*/ 1777408 w 2057605"/>
                <a:gd name="connsiteY10616" fmla="*/ 12802 h 3215359"/>
                <a:gd name="connsiteX10617" fmla="*/ 1780141 w 2057605"/>
                <a:gd name="connsiteY10617" fmla="*/ 12802 h 3215359"/>
                <a:gd name="connsiteX10618" fmla="*/ 1780141 w 2057605"/>
                <a:gd name="connsiteY10618" fmla="*/ 7767 h 3215359"/>
                <a:gd name="connsiteX10619" fmla="*/ 1782730 w 2057605"/>
                <a:gd name="connsiteY10619" fmla="*/ 10213 h 3215359"/>
                <a:gd name="connsiteX10620" fmla="*/ 1789634 w 2057605"/>
                <a:gd name="connsiteY10620" fmla="*/ 7767 h 3215359"/>
                <a:gd name="connsiteX10621" fmla="*/ 1786901 w 2057605"/>
                <a:gd name="connsiteY10621" fmla="*/ 12802 h 3215359"/>
                <a:gd name="connsiteX10622" fmla="*/ 1789634 w 2057605"/>
                <a:gd name="connsiteY10622" fmla="*/ 12802 h 3215359"/>
                <a:gd name="connsiteX10623" fmla="*/ 1789634 w 2057605"/>
                <a:gd name="connsiteY10623" fmla="*/ 17980 h 3215359"/>
                <a:gd name="connsiteX10624" fmla="*/ 1785751 w 2057605"/>
                <a:gd name="connsiteY10624" fmla="*/ 27473 h 3215359"/>
                <a:gd name="connsiteX10625" fmla="*/ 1783449 w 2057605"/>
                <a:gd name="connsiteY10625" fmla="*/ 55522 h 3215359"/>
                <a:gd name="connsiteX10626" fmla="*/ 1786901 w 2057605"/>
                <a:gd name="connsiteY10626" fmla="*/ 48330 h 3215359"/>
                <a:gd name="connsiteX10627" fmla="*/ 1792224 w 2057605"/>
                <a:gd name="connsiteY10627" fmla="*/ 43439 h 3215359"/>
                <a:gd name="connsiteX10628" fmla="*/ 1792224 w 2057605"/>
                <a:gd name="connsiteY10628" fmla="*/ 38117 h 3215359"/>
                <a:gd name="connsiteX10629" fmla="*/ 1797114 w 2057605"/>
                <a:gd name="connsiteY10629" fmla="*/ 33227 h 3215359"/>
                <a:gd name="connsiteX10630" fmla="*/ 1805457 w 2057605"/>
                <a:gd name="connsiteY10630" fmla="*/ 17980 h 3215359"/>
                <a:gd name="connsiteX10631" fmla="*/ 1810635 w 2057605"/>
                <a:gd name="connsiteY10631" fmla="*/ 15247 h 3215359"/>
                <a:gd name="connsiteX10632" fmla="*/ 1813080 w 2057605"/>
                <a:gd name="connsiteY10632" fmla="*/ 15247 h 3215359"/>
                <a:gd name="connsiteX10633" fmla="*/ 1813080 w 2057605"/>
                <a:gd name="connsiteY10633" fmla="*/ 23014 h 3215359"/>
                <a:gd name="connsiteX10634" fmla="*/ 1823293 w 2057605"/>
                <a:gd name="connsiteY10634" fmla="*/ 28192 h 3215359"/>
                <a:gd name="connsiteX10635" fmla="*/ 1820560 w 2057605"/>
                <a:gd name="connsiteY10635" fmla="*/ 23014 h 3215359"/>
                <a:gd name="connsiteX10636" fmla="*/ 1818114 w 2057605"/>
                <a:gd name="connsiteY10636" fmla="*/ 23014 h 3215359"/>
                <a:gd name="connsiteX10637" fmla="*/ 1818114 w 2057605"/>
                <a:gd name="connsiteY10637" fmla="*/ 12802 h 3215359"/>
                <a:gd name="connsiteX10638" fmla="*/ 1820560 w 2057605"/>
                <a:gd name="connsiteY10638" fmla="*/ 12802 h 3215359"/>
                <a:gd name="connsiteX10639" fmla="*/ 1818114 w 2057605"/>
                <a:gd name="connsiteY10639" fmla="*/ 10213 h 3215359"/>
                <a:gd name="connsiteX10640" fmla="*/ 1815669 w 2057605"/>
                <a:gd name="connsiteY10640" fmla="*/ 10213 h 3215359"/>
                <a:gd name="connsiteX10641" fmla="*/ 1815669 w 2057605"/>
                <a:gd name="connsiteY10641" fmla="*/ 7767 h 3215359"/>
                <a:gd name="connsiteX10642" fmla="*/ 1818114 w 2057605"/>
                <a:gd name="connsiteY10642" fmla="*/ 5034 h 3215359"/>
                <a:gd name="connsiteX10643" fmla="*/ 1818114 w 2057605"/>
                <a:gd name="connsiteY10643" fmla="*/ 2589 h 3215359"/>
                <a:gd name="connsiteX10644" fmla="*/ 1820560 w 2057605"/>
                <a:gd name="connsiteY10644" fmla="*/ 0 h 3215359"/>
                <a:gd name="connsiteX10645" fmla="*/ 1825882 w 2057605"/>
                <a:gd name="connsiteY10645" fmla="*/ 0 h 3215359"/>
                <a:gd name="connsiteX10646" fmla="*/ 1825882 w 2057605"/>
                <a:gd name="connsiteY10646" fmla="*/ 2589 h 3215359"/>
                <a:gd name="connsiteX10647" fmla="*/ 1823293 w 2057605"/>
                <a:gd name="connsiteY10647" fmla="*/ 5034 h 3215359"/>
                <a:gd name="connsiteX10648" fmla="*/ 1823293 w 2057605"/>
                <a:gd name="connsiteY10648" fmla="*/ 7767 h 3215359"/>
                <a:gd name="connsiteX10649" fmla="*/ 1825882 w 2057605"/>
                <a:gd name="connsiteY10649" fmla="*/ 7767 h 3215359"/>
                <a:gd name="connsiteX10650" fmla="*/ 1827608 w 2057605"/>
                <a:gd name="connsiteY10650" fmla="*/ 12802 h 3215359"/>
                <a:gd name="connsiteX10651" fmla="*/ 1835375 w 2057605"/>
                <a:gd name="connsiteY10651" fmla="*/ 20425 h 3215359"/>
                <a:gd name="connsiteX10652" fmla="*/ 1837820 w 2057605"/>
                <a:gd name="connsiteY10652" fmla="*/ 17980 h 3215359"/>
                <a:gd name="connsiteX10653" fmla="*/ 1837820 w 2057605"/>
                <a:gd name="connsiteY10653" fmla="*/ 15247 h 3215359"/>
                <a:gd name="connsiteX10654" fmla="*/ 1840265 w 2057605"/>
                <a:gd name="connsiteY10654" fmla="*/ 5034 h 3215359"/>
                <a:gd name="connsiteX10655" fmla="*/ 1851053 w 2057605"/>
                <a:gd name="connsiteY10655" fmla="*/ 2589 h 3215359"/>
                <a:gd name="connsiteX10656" fmla="*/ 1856375 w 2057605"/>
                <a:gd name="connsiteY10656" fmla="*/ 5034 h 3215359"/>
                <a:gd name="connsiteX10657" fmla="*/ 1858820 w 2057605"/>
                <a:gd name="connsiteY10657" fmla="*/ 10213 h 3215359"/>
                <a:gd name="connsiteX10658" fmla="*/ 1858820 w 2057605"/>
                <a:gd name="connsiteY10658" fmla="*/ 17980 h 3215359"/>
                <a:gd name="connsiteX10659" fmla="*/ 1856375 w 2057605"/>
                <a:gd name="connsiteY10659" fmla="*/ 17980 h 3215359"/>
                <a:gd name="connsiteX10660" fmla="*/ 1853786 w 2057605"/>
                <a:gd name="connsiteY10660" fmla="*/ 23014 h 3215359"/>
                <a:gd name="connsiteX10661" fmla="*/ 1851053 w 2057605"/>
                <a:gd name="connsiteY10661" fmla="*/ 23014 h 3215359"/>
                <a:gd name="connsiteX10662" fmla="*/ 1853786 w 2057605"/>
                <a:gd name="connsiteY10662" fmla="*/ 25459 h 3215359"/>
                <a:gd name="connsiteX10663" fmla="*/ 1856375 w 2057605"/>
                <a:gd name="connsiteY10663" fmla="*/ 23014 h 3215359"/>
                <a:gd name="connsiteX10664" fmla="*/ 1861266 w 2057605"/>
                <a:gd name="connsiteY10664" fmla="*/ 25459 h 3215359"/>
                <a:gd name="connsiteX10665" fmla="*/ 1861266 w 2057605"/>
                <a:gd name="connsiteY10665" fmla="*/ 28192 h 3215359"/>
                <a:gd name="connsiteX10666" fmla="*/ 1869033 w 2057605"/>
                <a:gd name="connsiteY10666" fmla="*/ 28192 h 3215359"/>
                <a:gd name="connsiteX10667" fmla="*/ 1871335 w 2057605"/>
                <a:gd name="connsiteY10667" fmla="*/ 30638 h 3215359"/>
                <a:gd name="connsiteX10668" fmla="*/ 1871335 w 2057605"/>
                <a:gd name="connsiteY10668" fmla="*/ 35672 h 3215359"/>
                <a:gd name="connsiteX10669" fmla="*/ 1874067 w 2057605"/>
                <a:gd name="connsiteY10669" fmla="*/ 35672 h 3215359"/>
                <a:gd name="connsiteX10670" fmla="*/ 1881547 w 2057605"/>
                <a:gd name="connsiteY10670" fmla="*/ 38117 h 3215359"/>
                <a:gd name="connsiteX10671" fmla="*/ 1881547 w 2057605"/>
                <a:gd name="connsiteY10671" fmla="*/ 45884 h 3215359"/>
                <a:gd name="connsiteX10672" fmla="*/ 1884280 w 2057605"/>
                <a:gd name="connsiteY10672" fmla="*/ 56097 h 3215359"/>
                <a:gd name="connsiteX10673" fmla="*/ 1886679 w 2057605"/>
                <a:gd name="connsiteY10673" fmla="*/ 58496 h 3215359"/>
                <a:gd name="connsiteX10674" fmla="*/ 1886635 w 2057605"/>
                <a:gd name="connsiteY10674" fmla="*/ 58590 h 3215359"/>
                <a:gd name="connsiteX10675" fmla="*/ 1881547 w 2057605"/>
                <a:gd name="connsiteY10675" fmla="*/ 61275 h 3215359"/>
                <a:gd name="connsiteX10676" fmla="*/ 1881547 w 2057605"/>
                <a:gd name="connsiteY10676" fmla="*/ 63576 h 3215359"/>
                <a:gd name="connsiteX10677" fmla="*/ 1884280 w 2057605"/>
                <a:gd name="connsiteY10677" fmla="*/ 63576 h 3215359"/>
                <a:gd name="connsiteX10678" fmla="*/ 1886635 w 2057605"/>
                <a:gd name="connsiteY10678" fmla="*/ 58590 h 3215359"/>
                <a:gd name="connsiteX10679" fmla="*/ 1886725 w 2057605"/>
                <a:gd name="connsiteY10679" fmla="*/ 58542 h 3215359"/>
                <a:gd name="connsiteX10680" fmla="*/ 1886679 w 2057605"/>
                <a:gd name="connsiteY10680" fmla="*/ 58496 h 3215359"/>
                <a:gd name="connsiteX10681" fmla="*/ 1886725 w 2057605"/>
                <a:gd name="connsiteY10681" fmla="*/ 58398 h 3215359"/>
                <a:gd name="connsiteX10682" fmla="*/ 1886725 w 2057605"/>
                <a:gd name="connsiteY10682" fmla="*/ 48186 h 3215359"/>
                <a:gd name="connsiteX10683" fmla="*/ 1891760 w 2057605"/>
                <a:gd name="connsiteY10683" fmla="*/ 50919 h 3215359"/>
                <a:gd name="connsiteX10684" fmla="*/ 1889314 w 2057605"/>
                <a:gd name="connsiteY10684" fmla="*/ 45741 h 3215359"/>
                <a:gd name="connsiteX10685" fmla="*/ 1896938 w 2057605"/>
                <a:gd name="connsiteY10685" fmla="*/ 40706 h 3215359"/>
                <a:gd name="connsiteX10686" fmla="*/ 1899527 w 2057605"/>
                <a:gd name="connsiteY10686" fmla="*/ 40706 h 3215359"/>
                <a:gd name="connsiteX10687" fmla="*/ 1899527 w 2057605"/>
                <a:gd name="connsiteY10687" fmla="*/ 43295 h 3215359"/>
                <a:gd name="connsiteX10688" fmla="*/ 1901972 w 2057605"/>
                <a:gd name="connsiteY10688" fmla="*/ 43295 h 3215359"/>
                <a:gd name="connsiteX10689" fmla="*/ 1904417 w 2057605"/>
                <a:gd name="connsiteY10689" fmla="*/ 40706 h 3215359"/>
                <a:gd name="connsiteX10690" fmla="*/ 1904417 w 2057605"/>
                <a:gd name="connsiteY10690" fmla="*/ 45741 h 3215359"/>
                <a:gd name="connsiteX10691" fmla="*/ 1907150 w 2057605"/>
                <a:gd name="connsiteY10691" fmla="*/ 45741 h 3215359"/>
                <a:gd name="connsiteX10692" fmla="*/ 1907150 w 2057605"/>
                <a:gd name="connsiteY10692" fmla="*/ 40706 h 3215359"/>
                <a:gd name="connsiteX10693" fmla="*/ 1909739 w 2057605"/>
                <a:gd name="connsiteY10693" fmla="*/ 43439 h 3215359"/>
                <a:gd name="connsiteX10694" fmla="*/ 1917363 w 2057605"/>
                <a:gd name="connsiteY10694" fmla="*/ 43439 h 3215359"/>
                <a:gd name="connsiteX10695" fmla="*/ 1924842 w 2057605"/>
                <a:gd name="connsiteY10695" fmla="*/ 48330 h 3215359"/>
                <a:gd name="connsiteX10696" fmla="*/ 1935055 w 2057605"/>
                <a:gd name="connsiteY10696" fmla="*/ 58542 h 3215359"/>
                <a:gd name="connsiteX10697" fmla="*/ 1937788 w 2057605"/>
                <a:gd name="connsiteY10697" fmla="*/ 66309 h 3215359"/>
                <a:gd name="connsiteX10698" fmla="*/ 1940952 w 2057605"/>
                <a:gd name="connsiteY10698" fmla="*/ 69474 h 3215359"/>
                <a:gd name="connsiteX10699" fmla="*/ 1940952 w 2057605"/>
                <a:gd name="connsiteY10699" fmla="*/ 83858 h 3215359"/>
                <a:gd name="connsiteX10700" fmla="*/ 1937500 w 2057605"/>
                <a:gd name="connsiteY10700" fmla="*/ 86734 h 3215359"/>
                <a:gd name="connsiteX10701" fmla="*/ 1937500 w 2057605"/>
                <a:gd name="connsiteY10701" fmla="*/ 91913 h 3215359"/>
                <a:gd name="connsiteX10702" fmla="*/ 1929877 w 2057605"/>
                <a:gd name="connsiteY10702" fmla="*/ 99392 h 3215359"/>
                <a:gd name="connsiteX10703" fmla="*/ 1927288 w 2057605"/>
                <a:gd name="connsiteY10703" fmla="*/ 102125 h 3215359"/>
                <a:gd name="connsiteX10704" fmla="*/ 1932322 w 2057605"/>
                <a:gd name="connsiteY10704" fmla="*/ 102125 h 3215359"/>
                <a:gd name="connsiteX10705" fmla="*/ 1932322 w 2057605"/>
                <a:gd name="connsiteY10705" fmla="*/ 104570 h 3215359"/>
                <a:gd name="connsiteX10706" fmla="*/ 1934767 w 2057605"/>
                <a:gd name="connsiteY10706" fmla="*/ 104570 h 3215359"/>
                <a:gd name="connsiteX10707" fmla="*/ 1934767 w 2057605"/>
                <a:gd name="connsiteY10707" fmla="*/ 107159 h 3215359"/>
                <a:gd name="connsiteX10708" fmla="*/ 1932322 w 2057605"/>
                <a:gd name="connsiteY10708" fmla="*/ 117372 h 3215359"/>
                <a:gd name="connsiteX10709" fmla="*/ 1929877 w 2057605"/>
                <a:gd name="connsiteY10709" fmla="*/ 122550 h 3215359"/>
                <a:gd name="connsiteX10710" fmla="*/ 1927288 w 2057605"/>
                <a:gd name="connsiteY10710" fmla="*/ 124995 h 3215359"/>
                <a:gd name="connsiteX10711" fmla="*/ 1927288 w 2057605"/>
                <a:gd name="connsiteY10711" fmla="*/ 130030 h 3215359"/>
                <a:gd name="connsiteX10712" fmla="*/ 1924555 w 2057605"/>
                <a:gd name="connsiteY10712" fmla="*/ 142688 h 3215359"/>
                <a:gd name="connsiteX10713" fmla="*/ 1911897 w 2057605"/>
                <a:gd name="connsiteY10713" fmla="*/ 158078 h 3215359"/>
                <a:gd name="connsiteX10714" fmla="*/ 1911897 w 2057605"/>
                <a:gd name="connsiteY10714" fmla="*/ 165845 h 3215359"/>
                <a:gd name="connsiteX10715" fmla="*/ 1909452 w 2057605"/>
                <a:gd name="connsiteY10715" fmla="*/ 170880 h 3215359"/>
                <a:gd name="connsiteX10716" fmla="*/ 1906863 w 2057605"/>
                <a:gd name="connsiteY10716" fmla="*/ 173325 h 3215359"/>
                <a:gd name="connsiteX10717" fmla="*/ 1904130 w 2057605"/>
                <a:gd name="connsiteY10717" fmla="*/ 173325 h 3215359"/>
                <a:gd name="connsiteX10718" fmla="*/ 1901684 w 2057605"/>
                <a:gd name="connsiteY10718" fmla="*/ 170880 h 3215359"/>
                <a:gd name="connsiteX10719" fmla="*/ 1896650 w 2057605"/>
                <a:gd name="connsiteY10719" fmla="*/ 170880 h 3215359"/>
                <a:gd name="connsiteX10720" fmla="*/ 1901684 w 2057605"/>
                <a:gd name="connsiteY10720" fmla="*/ 173325 h 3215359"/>
                <a:gd name="connsiteX10721" fmla="*/ 1906863 w 2057605"/>
                <a:gd name="connsiteY10721" fmla="*/ 178503 h 3215359"/>
                <a:gd name="connsiteX10722" fmla="*/ 1901684 w 2057605"/>
                <a:gd name="connsiteY10722" fmla="*/ 183538 h 3215359"/>
                <a:gd name="connsiteX10723" fmla="*/ 1901684 w 2057605"/>
                <a:gd name="connsiteY10723" fmla="*/ 186270 h 3215359"/>
                <a:gd name="connsiteX10724" fmla="*/ 1893917 w 2057605"/>
                <a:gd name="connsiteY10724" fmla="*/ 188716 h 3215359"/>
                <a:gd name="connsiteX10725" fmla="*/ 1889027 w 2057605"/>
                <a:gd name="connsiteY10725" fmla="*/ 186270 h 3215359"/>
                <a:gd name="connsiteX10726" fmla="*/ 1886438 w 2057605"/>
                <a:gd name="connsiteY10726" fmla="*/ 188716 h 3215359"/>
                <a:gd name="connsiteX10727" fmla="*/ 1881259 w 2057605"/>
                <a:gd name="connsiteY10727" fmla="*/ 191305 h 3215359"/>
                <a:gd name="connsiteX10728" fmla="*/ 1878814 w 2057605"/>
                <a:gd name="connsiteY10728" fmla="*/ 188716 h 3215359"/>
                <a:gd name="connsiteX10729" fmla="*/ 1878814 w 2057605"/>
                <a:gd name="connsiteY10729" fmla="*/ 193750 h 3215359"/>
                <a:gd name="connsiteX10730" fmla="*/ 1868602 w 2057605"/>
                <a:gd name="connsiteY10730" fmla="*/ 201517 h 3215359"/>
                <a:gd name="connsiteX10731" fmla="*/ 1866156 w 2057605"/>
                <a:gd name="connsiteY10731" fmla="*/ 206696 h 3215359"/>
                <a:gd name="connsiteX10732" fmla="*/ 1868602 w 2057605"/>
                <a:gd name="connsiteY10732" fmla="*/ 206696 h 3215359"/>
                <a:gd name="connsiteX10733" fmla="*/ 1876369 w 2057605"/>
                <a:gd name="connsiteY10733" fmla="*/ 203963 h 3215359"/>
                <a:gd name="connsiteX10734" fmla="*/ 1878814 w 2057605"/>
                <a:gd name="connsiteY10734" fmla="*/ 201517 h 3215359"/>
                <a:gd name="connsiteX10735" fmla="*/ 1878814 w 2057605"/>
                <a:gd name="connsiteY10735" fmla="*/ 198928 h 3215359"/>
                <a:gd name="connsiteX10736" fmla="*/ 1881259 w 2057605"/>
                <a:gd name="connsiteY10736" fmla="*/ 198928 h 3215359"/>
                <a:gd name="connsiteX10737" fmla="*/ 1881259 w 2057605"/>
                <a:gd name="connsiteY10737" fmla="*/ 203963 h 3215359"/>
                <a:gd name="connsiteX10738" fmla="*/ 1873780 w 2057605"/>
                <a:gd name="connsiteY10738" fmla="*/ 211586 h 3215359"/>
                <a:gd name="connsiteX10739" fmla="*/ 1871047 w 2057605"/>
                <a:gd name="connsiteY10739" fmla="*/ 214175 h 3215359"/>
                <a:gd name="connsiteX10740" fmla="*/ 1871047 w 2057605"/>
                <a:gd name="connsiteY10740" fmla="*/ 211586 h 3215359"/>
                <a:gd name="connsiteX10741" fmla="*/ 1868602 w 2057605"/>
                <a:gd name="connsiteY10741" fmla="*/ 211586 h 3215359"/>
                <a:gd name="connsiteX10742" fmla="*/ 1866156 w 2057605"/>
                <a:gd name="connsiteY10742" fmla="*/ 214175 h 3215359"/>
                <a:gd name="connsiteX10743" fmla="*/ 1866156 w 2057605"/>
                <a:gd name="connsiteY10743" fmla="*/ 216620 h 3215359"/>
                <a:gd name="connsiteX10744" fmla="*/ 1858389 w 2057605"/>
                <a:gd name="connsiteY10744" fmla="*/ 219353 h 3215359"/>
                <a:gd name="connsiteX10745" fmla="*/ 1837964 w 2057605"/>
                <a:gd name="connsiteY10745" fmla="*/ 232011 h 3215359"/>
                <a:gd name="connsiteX10746" fmla="*/ 1832930 w 2057605"/>
                <a:gd name="connsiteY10746" fmla="*/ 232011 h 3215359"/>
                <a:gd name="connsiteX10747" fmla="*/ 1825306 w 2057605"/>
                <a:gd name="connsiteY10747" fmla="*/ 239778 h 3215359"/>
                <a:gd name="connsiteX10748" fmla="*/ 1822717 w 2057605"/>
                <a:gd name="connsiteY10748" fmla="*/ 242224 h 3215359"/>
                <a:gd name="connsiteX10749" fmla="*/ 1817539 w 2057605"/>
                <a:gd name="connsiteY10749" fmla="*/ 242224 h 3215359"/>
                <a:gd name="connsiteX10750" fmla="*/ 1807327 w 2057605"/>
                <a:gd name="connsiteY10750" fmla="*/ 234600 h 3215359"/>
                <a:gd name="connsiteX10751" fmla="*/ 1794669 w 2057605"/>
                <a:gd name="connsiteY10751" fmla="*/ 226833 h 3215359"/>
                <a:gd name="connsiteX10752" fmla="*/ 1789634 w 2057605"/>
                <a:gd name="connsiteY10752" fmla="*/ 226833 h 3215359"/>
                <a:gd name="connsiteX10753" fmla="*/ 1794669 w 2057605"/>
                <a:gd name="connsiteY10753" fmla="*/ 229566 h 3215359"/>
                <a:gd name="connsiteX10754" fmla="*/ 1797114 w 2057605"/>
                <a:gd name="connsiteY10754" fmla="*/ 229566 h 3215359"/>
                <a:gd name="connsiteX10755" fmla="*/ 1817395 w 2057605"/>
                <a:gd name="connsiteY10755" fmla="*/ 244813 h 3215359"/>
                <a:gd name="connsiteX10756" fmla="*/ 1817395 w 2057605"/>
                <a:gd name="connsiteY10756" fmla="*/ 249991 h 3215359"/>
                <a:gd name="connsiteX10757" fmla="*/ 1812361 w 2057605"/>
                <a:gd name="connsiteY10757" fmla="*/ 249991 h 3215359"/>
                <a:gd name="connsiteX10758" fmla="*/ 1817395 w 2057605"/>
                <a:gd name="connsiteY10758" fmla="*/ 252436 h 3215359"/>
                <a:gd name="connsiteX10759" fmla="*/ 1819840 w 2057605"/>
                <a:gd name="connsiteY10759" fmla="*/ 252436 h 3215359"/>
                <a:gd name="connsiteX10760" fmla="*/ 1822573 w 2057605"/>
                <a:gd name="connsiteY10760" fmla="*/ 247258 h 3215359"/>
                <a:gd name="connsiteX10761" fmla="*/ 1825162 w 2057605"/>
                <a:gd name="connsiteY10761" fmla="*/ 247258 h 3215359"/>
                <a:gd name="connsiteX10762" fmla="*/ 1830053 w 2057605"/>
                <a:gd name="connsiteY10762" fmla="*/ 244813 h 3215359"/>
                <a:gd name="connsiteX10763" fmla="*/ 1835375 w 2057605"/>
                <a:gd name="connsiteY10763" fmla="*/ 239778 h 3215359"/>
                <a:gd name="connsiteX10764" fmla="*/ 1840265 w 2057605"/>
                <a:gd name="connsiteY10764" fmla="*/ 239778 h 3215359"/>
                <a:gd name="connsiteX10765" fmla="*/ 1848033 w 2057605"/>
                <a:gd name="connsiteY10765" fmla="*/ 234600 h 3215359"/>
                <a:gd name="connsiteX10766" fmla="*/ 1858245 w 2057605"/>
                <a:gd name="connsiteY10766" fmla="*/ 234600 h 3215359"/>
                <a:gd name="connsiteX10767" fmla="*/ 1860690 w 2057605"/>
                <a:gd name="connsiteY10767" fmla="*/ 237045 h 3215359"/>
                <a:gd name="connsiteX10768" fmla="*/ 1863423 w 2057605"/>
                <a:gd name="connsiteY10768" fmla="*/ 237045 h 3215359"/>
                <a:gd name="connsiteX10769" fmla="*/ 1863423 w 2057605"/>
                <a:gd name="connsiteY10769" fmla="*/ 239778 h 3215359"/>
                <a:gd name="connsiteX10770" fmla="*/ 1881115 w 2057605"/>
                <a:gd name="connsiteY10770" fmla="*/ 239778 h 3215359"/>
                <a:gd name="connsiteX10771" fmla="*/ 1883848 w 2057605"/>
                <a:gd name="connsiteY10771" fmla="*/ 234600 h 3215359"/>
                <a:gd name="connsiteX10772" fmla="*/ 1896506 w 2057605"/>
                <a:gd name="connsiteY10772" fmla="*/ 224388 h 3215359"/>
                <a:gd name="connsiteX10773" fmla="*/ 1901540 w 2057605"/>
                <a:gd name="connsiteY10773" fmla="*/ 219353 h 3215359"/>
                <a:gd name="connsiteX10774" fmla="*/ 1909308 w 2057605"/>
                <a:gd name="connsiteY10774" fmla="*/ 214175 h 3215359"/>
                <a:gd name="connsiteX10775" fmla="*/ 1911753 w 2057605"/>
                <a:gd name="connsiteY10775" fmla="*/ 214175 h 3215359"/>
                <a:gd name="connsiteX10776" fmla="*/ 1914198 w 2057605"/>
                <a:gd name="connsiteY10776" fmla="*/ 221799 h 3215359"/>
                <a:gd name="connsiteX10777" fmla="*/ 1916931 w 2057605"/>
                <a:gd name="connsiteY10777" fmla="*/ 229566 h 3215359"/>
                <a:gd name="connsiteX10778" fmla="*/ 1914198 w 2057605"/>
                <a:gd name="connsiteY10778" fmla="*/ 244813 h 3215359"/>
                <a:gd name="connsiteX10779" fmla="*/ 1903986 w 2057605"/>
                <a:gd name="connsiteY10779" fmla="*/ 267683 h 3215359"/>
                <a:gd name="connsiteX10780" fmla="*/ 1896506 w 2057605"/>
                <a:gd name="connsiteY10780" fmla="*/ 275450 h 3215359"/>
                <a:gd name="connsiteX10781" fmla="*/ 1893773 w 2057605"/>
                <a:gd name="connsiteY10781" fmla="*/ 275450 h 3215359"/>
                <a:gd name="connsiteX10782" fmla="*/ 1891328 w 2057605"/>
                <a:gd name="connsiteY10782" fmla="*/ 277895 h 3215359"/>
                <a:gd name="connsiteX10783" fmla="*/ 1891328 w 2057605"/>
                <a:gd name="connsiteY10783" fmla="*/ 292711 h 3215359"/>
                <a:gd name="connsiteX10784" fmla="*/ 1888883 w 2057605"/>
                <a:gd name="connsiteY10784" fmla="*/ 300190 h 3215359"/>
                <a:gd name="connsiteX10785" fmla="*/ 1888883 w 2057605"/>
                <a:gd name="connsiteY10785" fmla="*/ 305369 h 3215359"/>
                <a:gd name="connsiteX10786" fmla="*/ 1886294 w 2057605"/>
                <a:gd name="connsiteY10786" fmla="*/ 318170 h 3215359"/>
                <a:gd name="connsiteX10787" fmla="*/ 1883848 w 2057605"/>
                <a:gd name="connsiteY10787" fmla="*/ 320615 h 3215359"/>
                <a:gd name="connsiteX10788" fmla="*/ 1881115 w 2057605"/>
                <a:gd name="connsiteY10788" fmla="*/ 325794 h 3215359"/>
                <a:gd name="connsiteX10789" fmla="*/ 1878670 w 2057605"/>
                <a:gd name="connsiteY10789" fmla="*/ 328383 h 3215359"/>
                <a:gd name="connsiteX10790" fmla="*/ 1878670 w 2057605"/>
                <a:gd name="connsiteY10790" fmla="*/ 331403 h 3215359"/>
                <a:gd name="connsiteX10791" fmla="*/ 1870903 w 2057605"/>
                <a:gd name="connsiteY10791" fmla="*/ 336581 h 3215359"/>
                <a:gd name="connsiteX10792" fmla="*/ 1873636 w 2057605"/>
                <a:gd name="connsiteY10792" fmla="*/ 341616 h 3215359"/>
                <a:gd name="connsiteX10793" fmla="*/ 1868458 w 2057605"/>
                <a:gd name="connsiteY10793" fmla="*/ 351828 h 3215359"/>
                <a:gd name="connsiteX10794" fmla="*/ 1870903 w 2057605"/>
                <a:gd name="connsiteY10794" fmla="*/ 354561 h 3215359"/>
                <a:gd name="connsiteX10795" fmla="*/ 1868458 w 2057605"/>
                <a:gd name="connsiteY10795" fmla="*/ 359596 h 3215359"/>
                <a:gd name="connsiteX10796" fmla="*/ 1863423 w 2057605"/>
                <a:gd name="connsiteY10796" fmla="*/ 369808 h 3215359"/>
                <a:gd name="connsiteX10797" fmla="*/ 1860690 w 2057605"/>
                <a:gd name="connsiteY10797" fmla="*/ 374986 h 3215359"/>
                <a:gd name="connsiteX10798" fmla="*/ 1858245 w 2057605"/>
                <a:gd name="connsiteY10798" fmla="*/ 382466 h 3215359"/>
                <a:gd name="connsiteX10799" fmla="*/ 1858245 w 2057605"/>
                <a:gd name="connsiteY10799" fmla="*/ 387644 h 3215359"/>
                <a:gd name="connsiteX10800" fmla="*/ 1855800 w 2057605"/>
                <a:gd name="connsiteY10800" fmla="*/ 387644 h 3215359"/>
                <a:gd name="connsiteX10801" fmla="*/ 1855800 w 2057605"/>
                <a:gd name="connsiteY10801" fmla="*/ 390089 h 3215359"/>
                <a:gd name="connsiteX10802" fmla="*/ 1853211 w 2057605"/>
                <a:gd name="connsiteY10802" fmla="*/ 395124 h 3215359"/>
                <a:gd name="connsiteX10803" fmla="*/ 1850478 w 2057605"/>
                <a:gd name="connsiteY10803" fmla="*/ 397856 h 3215359"/>
                <a:gd name="connsiteX10804" fmla="*/ 1855800 w 2057605"/>
                <a:gd name="connsiteY10804" fmla="*/ 397856 h 3215359"/>
                <a:gd name="connsiteX10805" fmla="*/ 1853211 w 2057605"/>
                <a:gd name="connsiteY10805" fmla="*/ 405336 h 3215359"/>
                <a:gd name="connsiteX10806" fmla="*/ 1850478 w 2057605"/>
                <a:gd name="connsiteY10806" fmla="*/ 410514 h 3215359"/>
                <a:gd name="connsiteX10807" fmla="*/ 1853211 w 2057605"/>
                <a:gd name="connsiteY10807" fmla="*/ 413103 h 3215359"/>
                <a:gd name="connsiteX10808" fmla="*/ 1853211 w 2057605"/>
                <a:gd name="connsiteY10808" fmla="*/ 430652 h 3215359"/>
                <a:gd name="connsiteX10809" fmla="*/ 1850478 w 2057605"/>
                <a:gd name="connsiteY10809" fmla="*/ 435686 h 3215359"/>
                <a:gd name="connsiteX10810" fmla="*/ 1842998 w 2057605"/>
                <a:gd name="connsiteY10810" fmla="*/ 443453 h 3215359"/>
                <a:gd name="connsiteX10811" fmla="*/ 1840265 w 2057605"/>
                <a:gd name="connsiteY10811" fmla="*/ 443453 h 3215359"/>
                <a:gd name="connsiteX10812" fmla="*/ 1840265 w 2057605"/>
                <a:gd name="connsiteY10812" fmla="*/ 445755 h 3215359"/>
                <a:gd name="connsiteX10813" fmla="*/ 1832930 w 2057605"/>
                <a:gd name="connsiteY10813" fmla="*/ 445755 h 3215359"/>
                <a:gd name="connsiteX10814" fmla="*/ 1832930 w 2057605"/>
                <a:gd name="connsiteY10814" fmla="*/ 448488 h 3215359"/>
                <a:gd name="connsiteX10815" fmla="*/ 1830197 w 2057605"/>
                <a:gd name="connsiteY10815" fmla="*/ 445755 h 3215359"/>
                <a:gd name="connsiteX10816" fmla="*/ 1827752 w 2057605"/>
                <a:gd name="connsiteY10816" fmla="*/ 435542 h 3215359"/>
                <a:gd name="connsiteX10817" fmla="*/ 1815094 w 2057605"/>
                <a:gd name="connsiteY10817" fmla="*/ 422884 h 3215359"/>
                <a:gd name="connsiteX10818" fmla="*/ 1812505 w 2057605"/>
                <a:gd name="connsiteY10818" fmla="*/ 420295 h 3215359"/>
                <a:gd name="connsiteX10819" fmla="*/ 1810059 w 2057605"/>
                <a:gd name="connsiteY10819" fmla="*/ 417850 h 3215359"/>
                <a:gd name="connsiteX10820" fmla="*/ 1807327 w 2057605"/>
                <a:gd name="connsiteY10820" fmla="*/ 420295 h 3215359"/>
                <a:gd name="connsiteX10821" fmla="*/ 1812505 w 2057605"/>
                <a:gd name="connsiteY10821" fmla="*/ 422884 h 3215359"/>
                <a:gd name="connsiteX10822" fmla="*/ 1825306 w 2057605"/>
                <a:gd name="connsiteY10822" fmla="*/ 438275 h 3215359"/>
                <a:gd name="connsiteX10823" fmla="*/ 1825306 w 2057605"/>
                <a:gd name="connsiteY10823" fmla="*/ 448488 h 3215359"/>
                <a:gd name="connsiteX10824" fmla="*/ 1830197 w 2057605"/>
                <a:gd name="connsiteY10824" fmla="*/ 453522 h 3215359"/>
                <a:gd name="connsiteX10825" fmla="*/ 1840409 w 2057605"/>
                <a:gd name="connsiteY10825" fmla="*/ 453522 h 3215359"/>
                <a:gd name="connsiteX10826" fmla="*/ 1843142 w 2057605"/>
                <a:gd name="connsiteY10826" fmla="*/ 458700 h 3215359"/>
                <a:gd name="connsiteX10827" fmla="*/ 1843142 w 2057605"/>
                <a:gd name="connsiteY10827" fmla="*/ 471358 h 3215359"/>
                <a:gd name="connsiteX10828" fmla="*/ 1837964 w 2057605"/>
                <a:gd name="connsiteY10828" fmla="*/ 471358 h 3215359"/>
                <a:gd name="connsiteX10829" fmla="*/ 1835519 w 2057605"/>
                <a:gd name="connsiteY10829" fmla="*/ 473803 h 3215359"/>
                <a:gd name="connsiteX10830" fmla="*/ 1832930 w 2057605"/>
                <a:gd name="connsiteY10830" fmla="*/ 471358 h 3215359"/>
                <a:gd name="connsiteX10831" fmla="*/ 1830197 w 2057605"/>
                <a:gd name="connsiteY10831" fmla="*/ 471358 h 3215359"/>
                <a:gd name="connsiteX10832" fmla="*/ 1827752 w 2057605"/>
                <a:gd name="connsiteY10832" fmla="*/ 473803 h 3215359"/>
                <a:gd name="connsiteX10833" fmla="*/ 1825306 w 2057605"/>
                <a:gd name="connsiteY10833" fmla="*/ 473803 h 3215359"/>
                <a:gd name="connsiteX10834" fmla="*/ 1822717 w 2057605"/>
                <a:gd name="connsiteY10834" fmla="*/ 476392 h 3215359"/>
                <a:gd name="connsiteX10835" fmla="*/ 1822717 w 2057605"/>
                <a:gd name="connsiteY10835" fmla="*/ 478837 h 3215359"/>
                <a:gd name="connsiteX10836" fmla="*/ 1815094 w 2057605"/>
                <a:gd name="connsiteY10836" fmla="*/ 481570 h 3215359"/>
                <a:gd name="connsiteX10837" fmla="*/ 1812505 w 2057605"/>
                <a:gd name="connsiteY10837" fmla="*/ 484016 h 3215359"/>
                <a:gd name="connsiteX10838" fmla="*/ 1810059 w 2057605"/>
                <a:gd name="connsiteY10838" fmla="*/ 486605 h 3215359"/>
                <a:gd name="connsiteX10839" fmla="*/ 1810059 w 2057605"/>
                <a:gd name="connsiteY10839" fmla="*/ 492502 h 3215359"/>
                <a:gd name="connsiteX10840" fmla="*/ 1807327 w 2057605"/>
                <a:gd name="connsiteY10840" fmla="*/ 494947 h 3215359"/>
                <a:gd name="connsiteX10841" fmla="*/ 1804881 w 2057605"/>
                <a:gd name="connsiteY10841" fmla="*/ 494947 h 3215359"/>
                <a:gd name="connsiteX10842" fmla="*/ 1799847 w 2057605"/>
                <a:gd name="connsiteY10842" fmla="*/ 492502 h 3215359"/>
                <a:gd name="connsiteX10843" fmla="*/ 1797114 w 2057605"/>
                <a:gd name="connsiteY10843" fmla="*/ 489769 h 3215359"/>
                <a:gd name="connsiteX10844" fmla="*/ 1792224 w 2057605"/>
                <a:gd name="connsiteY10844" fmla="*/ 484735 h 3215359"/>
                <a:gd name="connsiteX10845" fmla="*/ 1786901 w 2057605"/>
                <a:gd name="connsiteY10845" fmla="*/ 484735 h 3215359"/>
                <a:gd name="connsiteX10846" fmla="*/ 1784456 w 2057605"/>
                <a:gd name="connsiteY10846" fmla="*/ 482290 h 3215359"/>
                <a:gd name="connsiteX10847" fmla="*/ 1782011 w 2057605"/>
                <a:gd name="connsiteY10847" fmla="*/ 484735 h 3215359"/>
                <a:gd name="connsiteX10848" fmla="*/ 1792224 w 2057605"/>
                <a:gd name="connsiteY10848" fmla="*/ 492502 h 3215359"/>
                <a:gd name="connsiteX10849" fmla="*/ 1799847 w 2057605"/>
                <a:gd name="connsiteY10849" fmla="*/ 494947 h 3215359"/>
                <a:gd name="connsiteX10850" fmla="*/ 1797114 w 2057605"/>
                <a:gd name="connsiteY10850" fmla="*/ 499982 h 3215359"/>
                <a:gd name="connsiteX10851" fmla="*/ 1795244 w 2057605"/>
                <a:gd name="connsiteY10851" fmla="*/ 499982 h 3215359"/>
                <a:gd name="connsiteX10852" fmla="*/ 1790210 w 2057605"/>
                <a:gd name="connsiteY10852" fmla="*/ 502715 h 3215359"/>
                <a:gd name="connsiteX10853" fmla="*/ 1792799 w 2057605"/>
                <a:gd name="connsiteY10853" fmla="*/ 507749 h 3215359"/>
                <a:gd name="connsiteX10854" fmla="*/ 1802867 w 2057605"/>
                <a:gd name="connsiteY10854" fmla="*/ 502715 h 3215359"/>
                <a:gd name="connsiteX10855" fmla="*/ 1807902 w 2057605"/>
                <a:gd name="connsiteY10855" fmla="*/ 502715 h 3215359"/>
                <a:gd name="connsiteX10856" fmla="*/ 1810635 w 2057605"/>
                <a:gd name="connsiteY10856" fmla="*/ 499982 h 3215359"/>
                <a:gd name="connsiteX10857" fmla="*/ 1828327 w 2057605"/>
                <a:gd name="connsiteY10857" fmla="*/ 484735 h 3215359"/>
                <a:gd name="connsiteX10858" fmla="*/ 1830772 w 2057605"/>
                <a:gd name="connsiteY10858" fmla="*/ 484735 h 3215359"/>
                <a:gd name="connsiteX10859" fmla="*/ 1838539 w 2057605"/>
                <a:gd name="connsiteY10859" fmla="*/ 487324 h 3215359"/>
                <a:gd name="connsiteX10860" fmla="*/ 1836094 w 2057605"/>
                <a:gd name="connsiteY10860" fmla="*/ 492502 h 3215359"/>
                <a:gd name="connsiteX10861" fmla="*/ 1838539 w 2057605"/>
                <a:gd name="connsiteY10861" fmla="*/ 492502 h 3215359"/>
                <a:gd name="connsiteX10862" fmla="*/ 1838539 w 2057605"/>
                <a:gd name="connsiteY10862" fmla="*/ 494947 h 3215359"/>
                <a:gd name="connsiteX10863" fmla="*/ 1836094 w 2057605"/>
                <a:gd name="connsiteY10863" fmla="*/ 499982 h 3215359"/>
                <a:gd name="connsiteX10864" fmla="*/ 1836094 w 2057605"/>
                <a:gd name="connsiteY10864" fmla="*/ 507749 h 3215359"/>
                <a:gd name="connsiteX10865" fmla="*/ 1828327 w 2057605"/>
                <a:gd name="connsiteY10865" fmla="*/ 512927 h 3215359"/>
                <a:gd name="connsiteX10866" fmla="*/ 1825882 w 2057605"/>
                <a:gd name="connsiteY10866" fmla="*/ 512927 h 3215359"/>
                <a:gd name="connsiteX10867" fmla="*/ 1825882 w 2057605"/>
                <a:gd name="connsiteY10867" fmla="*/ 515372 h 3215359"/>
                <a:gd name="connsiteX10868" fmla="*/ 1821854 w 2057605"/>
                <a:gd name="connsiteY10868" fmla="*/ 517961 h 3215359"/>
                <a:gd name="connsiteX10869" fmla="*/ 1819121 w 2057605"/>
                <a:gd name="connsiteY10869" fmla="*/ 520407 h 3215359"/>
                <a:gd name="connsiteX10870" fmla="*/ 1821854 w 2057605"/>
                <a:gd name="connsiteY10870" fmla="*/ 523140 h 3215359"/>
                <a:gd name="connsiteX10871" fmla="*/ 1821854 w 2057605"/>
                <a:gd name="connsiteY10871" fmla="*/ 525585 h 3215359"/>
                <a:gd name="connsiteX10872" fmla="*/ 1829334 w 2057605"/>
                <a:gd name="connsiteY10872" fmla="*/ 517961 h 3215359"/>
                <a:gd name="connsiteX10873" fmla="*/ 1832067 w 2057605"/>
                <a:gd name="connsiteY10873" fmla="*/ 517961 h 3215359"/>
                <a:gd name="connsiteX10874" fmla="*/ 1837101 w 2057605"/>
                <a:gd name="connsiteY10874" fmla="*/ 520407 h 3215359"/>
                <a:gd name="connsiteX10875" fmla="*/ 1837101 w 2057605"/>
                <a:gd name="connsiteY10875" fmla="*/ 525585 h 3215359"/>
                <a:gd name="connsiteX10876" fmla="*/ 1834656 w 2057605"/>
                <a:gd name="connsiteY10876" fmla="*/ 528174 h 3215359"/>
                <a:gd name="connsiteX10877" fmla="*/ 1834656 w 2057605"/>
                <a:gd name="connsiteY10877" fmla="*/ 530619 h 3215359"/>
                <a:gd name="connsiteX10878" fmla="*/ 1837101 w 2057605"/>
                <a:gd name="connsiteY10878" fmla="*/ 533352 h 3215359"/>
                <a:gd name="connsiteX10879" fmla="*/ 1834656 w 2057605"/>
                <a:gd name="connsiteY10879" fmla="*/ 533352 h 3215359"/>
                <a:gd name="connsiteX10880" fmla="*/ 1834656 w 2057605"/>
                <a:gd name="connsiteY10880" fmla="*/ 538386 h 3215359"/>
                <a:gd name="connsiteX10881" fmla="*/ 1829334 w 2057605"/>
                <a:gd name="connsiteY10881" fmla="*/ 546010 h 3215359"/>
                <a:gd name="connsiteX10882" fmla="*/ 1826889 w 2057605"/>
                <a:gd name="connsiteY10882" fmla="*/ 551044 h 3215359"/>
                <a:gd name="connsiteX10883" fmla="*/ 1816676 w 2057605"/>
                <a:gd name="connsiteY10883" fmla="*/ 558668 h 3215359"/>
                <a:gd name="connsiteX10884" fmla="*/ 1811642 w 2057605"/>
                <a:gd name="connsiteY10884" fmla="*/ 561257 h 3215359"/>
                <a:gd name="connsiteX10885" fmla="*/ 1809196 w 2057605"/>
                <a:gd name="connsiteY10885" fmla="*/ 566435 h 3215359"/>
                <a:gd name="connsiteX10886" fmla="*/ 1806463 w 2057605"/>
                <a:gd name="connsiteY10886" fmla="*/ 566435 h 3215359"/>
                <a:gd name="connsiteX10887" fmla="*/ 1804018 w 2057605"/>
                <a:gd name="connsiteY10887" fmla="*/ 563702 h 3215359"/>
                <a:gd name="connsiteX10888" fmla="*/ 1801429 w 2057605"/>
                <a:gd name="connsiteY10888" fmla="*/ 566435 h 3215359"/>
                <a:gd name="connsiteX10889" fmla="*/ 1796251 w 2057605"/>
                <a:gd name="connsiteY10889" fmla="*/ 566435 h 3215359"/>
                <a:gd name="connsiteX10890" fmla="*/ 1788771 w 2057605"/>
                <a:gd name="connsiteY10890" fmla="*/ 563702 h 3215359"/>
                <a:gd name="connsiteX10891" fmla="*/ 1788771 w 2057605"/>
                <a:gd name="connsiteY10891" fmla="*/ 558668 h 3215359"/>
                <a:gd name="connsiteX10892" fmla="*/ 1783593 w 2057605"/>
                <a:gd name="connsiteY10892" fmla="*/ 553777 h 3215359"/>
                <a:gd name="connsiteX10893" fmla="*/ 1781148 w 2057605"/>
                <a:gd name="connsiteY10893" fmla="*/ 551044 h 3215359"/>
                <a:gd name="connsiteX10894" fmla="*/ 1786038 w 2057605"/>
                <a:gd name="connsiteY10894" fmla="*/ 548599 h 3215359"/>
                <a:gd name="connsiteX10895" fmla="*/ 1783593 w 2057605"/>
                <a:gd name="connsiteY10895" fmla="*/ 548599 h 3215359"/>
                <a:gd name="connsiteX10896" fmla="*/ 1781148 w 2057605"/>
                <a:gd name="connsiteY10896" fmla="*/ 546010 h 3215359"/>
                <a:gd name="connsiteX10897" fmla="*/ 1778559 w 2057605"/>
                <a:gd name="connsiteY10897" fmla="*/ 548599 h 3215359"/>
                <a:gd name="connsiteX10898" fmla="*/ 1770935 w 2057605"/>
                <a:gd name="connsiteY10898" fmla="*/ 551044 h 3215359"/>
                <a:gd name="connsiteX10899" fmla="*/ 1763168 w 2057605"/>
                <a:gd name="connsiteY10899" fmla="*/ 551044 h 3215359"/>
                <a:gd name="connsiteX10900" fmla="*/ 1760723 w 2057605"/>
                <a:gd name="connsiteY10900" fmla="*/ 553777 h 3215359"/>
                <a:gd name="connsiteX10901" fmla="*/ 1758134 w 2057605"/>
                <a:gd name="connsiteY10901" fmla="*/ 553777 h 3215359"/>
                <a:gd name="connsiteX10902" fmla="*/ 1758134 w 2057605"/>
                <a:gd name="connsiteY10902" fmla="*/ 551044 h 3215359"/>
                <a:gd name="connsiteX10903" fmla="*/ 1760723 w 2057605"/>
                <a:gd name="connsiteY10903" fmla="*/ 548599 h 3215359"/>
                <a:gd name="connsiteX10904" fmla="*/ 1750510 w 2057605"/>
                <a:gd name="connsiteY10904" fmla="*/ 546010 h 3215359"/>
                <a:gd name="connsiteX10905" fmla="*/ 1747921 w 2057605"/>
                <a:gd name="connsiteY10905" fmla="*/ 546010 h 3215359"/>
                <a:gd name="connsiteX10906" fmla="*/ 1745188 w 2057605"/>
                <a:gd name="connsiteY10906" fmla="*/ 548599 h 3215359"/>
                <a:gd name="connsiteX10907" fmla="*/ 1742743 w 2057605"/>
                <a:gd name="connsiteY10907" fmla="*/ 551044 h 3215359"/>
                <a:gd name="connsiteX10908" fmla="*/ 1741880 w 2057605"/>
                <a:gd name="connsiteY10908" fmla="*/ 562120 h 3215359"/>
                <a:gd name="connsiteX10909" fmla="*/ 1745620 w 2057605"/>
                <a:gd name="connsiteY10909" fmla="*/ 560969 h 3215359"/>
                <a:gd name="connsiteX10910" fmla="*/ 1753387 w 2057605"/>
                <a:gd name="connsiteY10910" fmla="*/ 560969 h 3215359"/>
                <a:gd name="connsiteX10911" fmla="*/ 1755832 w 2057605"/>
                <a:gd name="connsiteY10911" fmla="*/ 558380 h 3215359"/>
                <a:gd name="connsiteX10912" fmla="*/ 1768778 w 2057605"/>
                <a:gd name="connsiteY10912" fmla="*/ 560969 h 3215359"/>
                <a:gd name="connsiteX10913" fmla="*/ 1773812 w 2057605"/>
                <a:gd name="connsiteY10913" fmla="*/ 558380 h 3215359"/>
                <a:gd name="connsiteX10914" fmla="*/ 1776257 w 2057605"/>
                <a:gd name="connsiteY10914" fmla="*/ 555935 h 3215359"/>
                <a:gd name="connsiteX10915" fmla="*/ 1776257 w 2057605"/>
                <a:gd name="connsiteY10915" fmla="*/ 563414 h 3215359"/>
                <a:gd name="connsiteX10916" fmla="*/ 1778990 w 2057605"/>
                <a:gd name="connsiteY10916" fmla="*/ 563414 h 3215359"/>
                <a:gd name="connsiteX10917" fmla="*/ 1786470 w 2057605"/>
                <a:gd name="connsiteY10917" fmla="*/ 576360 h 3215359"/>
                <a:gd name="connsiteX10918" fmla="*/ 1786470 w 2057605"/>
                <a:gd name="connsiteY10918" fmla="*/ 581394 h 3215359"/>
                <a:gd name="connsiteX10919" fmla="*/ 1789203 w 2057605"/>
                <a:gd name="connsiteY10919" fmla="*/ 583839 h 3215359"/>
                <a:gd name="connsiteX10920" fmla="*/ 1791792 w 2057605"/>
                <a:gd name="connsiteY10920" fmla="*/ 589017 h 3215359"/>
                <a:gd name="connsiteX10921" fmla="*/ 1791792 w 2057605"/>
                <a:gd name="connsiteY10921" fmla="*/ 594052 h 3215359"/>
                <a:gd name="connsiteX10922" fmla="*/ 1786470 w 2057605"/>
                <a:gd name="connsiteY10922" fmla="*/ 594052 h 3215359"/>
                <a:gd name="connsiteX10923" fmla="*/ 1786470 w 2057605"/>
                <a:gd name="connsiteY10923" fmla="*/ 599230 h 3215359"/>
                <a:gd name="connsiteX10924" fmla="*/ 1784025 w 2057605"/>
                <a:gd name="connsiteY10924" fmla="*/ 599230 h 3215359"/>
                <a:gd name="connsiteX10925" fmla="*/ 1778990 w 2057605"/>
                <a:gd name="connsiteY10925" fmla="*/ 601819 h 3215359"/>
                <a:gd name="connsiteX10926" fmla="*/ 1773812 w 2057605"/>
                <a:gd name="connsiteY10926" fmla="*/ 599230 h 3215359"/>
                <a:gd name="connsiteX10927" fmla="*/ 1773812 w 2057605"/>
                <a:gd name="connsiteY10927" fmla="*/ 596785 h 3215359"/>
                <a:gd name="connsiteX10928" fmla="*/ 1771367 w 2057605"/>
                <a:gd name="connsiteY10928" fmla="*/ 596785 h 3215359"/>
                <a:gd name="connsiteX10929" fmla="*/ 1771367 w 2057605"/>
                <a:gd name="connsiteY10929" fmla="*/ 594052 h 3215359"/>
                <a:gd name="connsiteX10930" fmla="*/ 1768778 w 2057605"/>
                <a:gd name="connsiteY10930" fmla="*/ 594052 h 3215359"/>
                <a:gd name="connsiteX10931" fmla="*/ 1768778 w 2057605"/>
                <a:gd name="connsiteY10931" fmla="*/ 596785 h 3215359"/>
                <a:gd name="connsiteX10932" fmla="*/ 1771367 w 2057605"/>
                <a:gd name="connsiteY10932" fmla="*/ 601819 h 3215359"/>
                <a:gd name="connsiteX10933" fmla="*/ 1773812 w 2057605"/>
                <a:gd name="connsiteY10933" fmla="*/ 606997 h 3215359"/>
                <a:gd name="connsiteX10934" fmla="*/ 1771367 w 2057605"/>
                <a:gd name="connsiteY10934" fmla="*/ 612032 h 3215359"/>
                <a:gd name="connsiteX10935" fmla="*/ 1763600 w 2057605"/>
                <a:gd name="connsiteY10935" fmla="*/ 614477 h 3215359"/>
                <a:gd name="connsiteX10936" fmla="*/ 1761154 w 2057605"/>
                <a:gd name="connsiteY10936" fmla="*/ 614477 h 3215359"/>
                <a:gd name="connsiteX10937" fmla="*/ 1755832 w 2057605"/>
                <a:gd name="connsiteY10937" fmla="*/ 617210 h 3215359"/>
                <a:gd name="connsiteX10938" fmla="*/ 1753387 w 2057605"/>
                <a:gd name="connsiteY10938" fmla="*/ 614477 h 3215359"/>
                <a:gd name="connsiteX10939" fmla="*/ 1745620 w 2057605"/>
                <a:gd name="connsiteY10939" fmla="*/ 609443 h 3215359"/>
                <a:gd name="connsiteX10940" fmla="*/ 1743175 w 2057605"/>
                <a:gd name="connsiteY10940" fmla="*/ 609443 h 3215359"/>
                <a:gd name="connsiteX10941" fmla="*/ 1740729 w 2057605"/>
                <a:gd name="connsiteY10941" fmla="*/ 612032 h 3215359"/>
                <a:gd name="connsiteX10942" fmla="*/ 1745620 w 2057605"/>
                <a:gd name="connsiteY10942" fmla="*/ 617210 h 3215359"/>
                <a:gd name="connsiteX10943" fmla="*/ 1748353 w 2057605"/>
                <a:gd name="connsiteY10943" fmla="*/ 619655 h 3215359"/>
                <a:gd name="connsiteX10944" fmla="*/ 1748353 w 2057605"/>
                <a:gd name="connsiteY10944" fmla="*/ 627422 h 3215359"/>
                <a:gd name="connsiteX10945" fmla="*/ 1743175 w 2057605"/>
                <a:gd name="connsiteY10945" fmla="*/ 629868 h 3215359"/>
                <a:gd name="connsiteX10946" fmla="*/ 1736414 w 2057605"/>
                <a:gd name="connsiteY10946" fmla="*/ 629868 h 3215359"/>
                <a:gd name="connsiteX10947" fmla="*/ 1734544 w 2057605"/>
                <a:gd name="connsiteY10947" fmla="*/ 652594 h 3215359"/>
                <a:gd name="connsiteX10948" fmla="*/ 1748928 w 2057605"/>
                <a:gd name="connsiteY10948" fmla="*/ 650293 h 3215359"/>
                <a:gd name="connsiteX10949" fmla="*/ 1759141 w 2057605"/>
                <a:gd name="connsiteY10949" fmla="*/ 647847 h 3215359"/>
                <a:gd name="connsiteX10950" fmla="*/ 1769353 w 2057605"/>
                <a:gd name="connsiteY10950" fmla="*/ 647847 h 3215359"/>
                <a:gd name="connsiteX10951" fmla="*/ 1769353 w 2057605"/>
                <a:gd name="connsiteY10951" fmla="*/ 650293 h 3215359"/>
                <a:gd name="connsiteX10952" fmla="*/ 1764175 w 2057605"/>
                <a:gd name="connsiteY10952" fmla="*/ 652738 h 3215359"/>
                <a:gd name="connsiteX10953" fmla="*/ 1764175 w 2057605"/>
                <a:gd name="connsiteY10953" fmla="*/ 655327 h 3215359"/>
                <a:gd name="connsiteX10954" fmla="*/ 1759141 w 2057605"/>
                <a:gd name="connsiteY10954" fmla="*/ 657772 h 3215359"/>
                <a:gd name="connsiteX10955" fmla="*/ 1766620 w 2057605"/>
                <a:gd name="connsiteY10955" fmla="*/ 660505 h 3215359"/>
                <a:gd name="connsiteX10956" fmla="*/ 1764175 w 2057605"/>
                <a:gd name="connsiteY10956" fmla="*/ 662950 h 3215359"/>
                <a:gd name="connsiteX10957" fmla="*/ 1766620 w 2057605"/>
                <a:gd name="connsiteY10957" fmla="*/ 662950 h 3215359"/>
                <a:gd name="connsiteX10958" fmla="*/ 1769353 w 2057605"/>
                <a:gd name="connsiteY10958" fmla="*/ 665539 h 3215359"/>
                <a:gd name="connsiteX10959" fmla="*/ 1774388 w 2057605"/>
                <a:gd name="connsiteY10959" fmla="*/ 670718 h 3215359"/>
                <a:gd name="connsiteX10960" fmla="*/ 1774388 w 2057605"/>
                <a:gd name="connsiteY10960" fmla="*/ 678485 h 3215359"/>
                <a:gd name="connsiteX10961" fmla="*/ 1771942 w 2057605"/>
                <a:gd name="connsiteY10961" fmla="*/ 681218 h 3215359"/>
                <a:gd name="connsiteX10962" fmla="*/ 1759141 w 2057605"/>
                <a:gd name="connsiteY10962" fmla="*/ 681218 h 3215359"/>
                <a:gd name="connsiteX10963" fmla="*/ 1759141 w 2057605"/>
                <a:gd name="connsiteY10963" fmla="*/ 683663 h 3215359"/>
                <a:gd name="connsiteX10964" fmla="*/ 1761730 w 2057605"/>
                <a:gd name="connsiteY10964" fmla="*/ 706677 h 3215359"/>
                <a:gd name="connsiteX10965" fmla="*/ 1769353 w 2057605"/>
                <a:gd name="connsiteY10965" fmla="*/ 706677 h 3215359"/>
                <a:gd name="connsiteX10966" fmla="*/ 1771942 w 2057605"/>
                <a:gd name="connsiteY10966" fmla="*/ 709122 h 3215359"/>
                <a:gd name="connsiteX10967" fmla="*/ 1774388 w 2057605"/>
                <a:gd name="connsiteY10967" fmla="*/ 711855 h 3215359"/>
                <a:gd name="connsiteX10968" fmla="*/ 1774388 w 2057605"/>
                <a:gd name="connsiteY10968" fmla="*/ 716746 h 3215359"/>
                <a:gd name="connsiteX10969" fmla="*/ 1776833 w 2057605"/>
                <a:gd name="connsiteY10969" fmla="*/ 716746 h 3215359"/>
                <a:gd name="connsiteX10970" fmla="*/ 1776833 w 2057605"/>
                <a:gd name="connsiteY10970" fmla="*/ 721780 h 3215359"/>
                <a:gd name="connsiteX10971" fmla="*/ 1779566 w 2057605"/>
                <a:gd name="connsiteY10971" fmla="*/ 726671 h 3215359"/>
                <a:gd name="connsiteX10972" fmla="*/ 1779566 w 2057605"/>
                <a:gd name="connsiteY10972" fmla="*/ 729260 h 3215359"/>
                <a:gd name="connsiteX10973" fmla="*/ 1776833 w 2057605"/>
                <a:gd name="connsiteY10973" fmla="*/ 731993 h 3215359"/>
                <a:gd name="connsiteX10974" fmla="*/ 1779566 w 2057605"/>
                <a:gd name="connsiteY10974" fmla="*/ 736883 h 3215359"/>
                <a:gd name="connsiteX10975" fmla="*/ 1779566 w 2057605"/>
                <a:gd name="connsiteY10975" fmla="*/ 739472 h 3215359"/>
                <a:gd name="connsiteX10976" fmla="*/ 1784600 w 2057605"/>
                <a:gd name="connsiteY10976" fmla="*/ 739472 h 3215359"/>
                <a:gd name="connsiteX10977" fmla="*/ 1787045 w 2057605"/>
                <a:gd name="connsiteY10977" fmla="*/ 741917 h 3215359"/>
                <a:gd name="connsiteX10978" fmla="*/ 1787045 w 2057605"/>
                <a:gd name="connsiteY10978" fmla="*/ 744650 h 3215359"/>
                <a:gd name="connsiteX10979" fmla="*/ 1784600 w 2057605"/>
                <a:gd name="connsiteY10979" fmla="*/ 741917 h 3215359"/>
                <a:gd name="connsiteX10980" fmla="*/ 1784600 w 2057605"/>
                <a:gd name="connsiteY10980" fmla="*/ 744650 h 3215359"/>
                <a:gd name="connsiteX10981" fmla="*/ 1779566 w 2057605"/>
                <a:gd name="connsiteY10981" fmla="*/ 747096 h 3215359"/>
                <a:gd name="connsiteX10982" fmla="*/ 1782155 w 2057605"/>
                <a:gd name="connsiteY10982" fmla="*/ 747096 h 3215359"/>
                <a:gd name="connsiteX10983" fmla="*/ 1782155 w 2057605"/>
                <a:gd name="connsiteY10983" fmla="*/ 749685 h 3215359"/>
                <a:gd name="connsiteX10984" fmla="*/ 1779566 w 2057605"/>
                <a:gd name="connsiteY10984" fmla="*/ 752130 h 3215359"/>
                <a:gd name="connsiteX10985" fmla="*/ 1776833 w 2057605"/>
                <a:gd name="connsiteY10985" fmla="*/ 752130 h 3215359"/>
                <a:gd name="connsiteX10986" fmla="*/ 1776833 w 2057605"/>
                <a:gd name="connsiteY10986" fmla="*/ 754863 h 3215359"/>
                <a:gd name="connsiteX10987" fmla="*/ 1771942 w 2057605"/>
                <a:gd name="connsiteY10987" fmla="*/ 754863 h 3215359"/>
                <a:gd name="connsiteX10988" fmla="*/ 1771942 w 2057605"/>
                <a:gd name="connsiteY10988" fmla="*/ 757308 h 3215359"/>
                <a:gd name="connsiteX10989" fmla="*/ 1766620 w 2057605"/>
                <a:gd name="connsiteY10989" fmla="*/ 759897 h 3215359"/>
                <a:gd name="connsiteX10990" fmla="*/ 1766620 w 2057605"/>
                <a:gd name="connsiteY10990" fmla="*/ 762342 h 3215359"/>
                <a:gd name="connsiteX10991" fmla="*/ 1759141 w 2057605"/>
                <a:gd name="connsiteY10991" fmla="*/ 762342 h 3215359"/>
                <a:gd name="connsiteX10992" fmla="*/ 1759141 w 2057605"/>
                <a:gd name="connsiteY10992" fmla="*/ 765075 h 3215359"/>
                <a:gd name="connsiteX10993" fmla="*/ 1756408 w 2057605"/>
                <a:gd name="connsiteY10993" fmla="*/ 767521 h 3215359"/>
                <a:gd name="connsiteX10994" fmla="*/ 1753963 w 2057605"/>
                <a:gd name="connsiteY10994" fmla="*/ 765075 h 3215359"/>
                <a:gd name="connsiteX10995" fmla="*/ 1750510 w 2057605"/>
                <a:gd name="connsiteY10995" fmla="*/ 765075 h 3215359"/>
                <a:gd name="connsiteX10996" fmla="*/ 1742887 w 2057605"/>
                <a:gd name="connsiteY10996" fmla="*/ 762342 h 3215359"/>
                <a:gd name="connsiteX10997" fmla="*/ 1737853 w 2057605"/>
                <a:gd name="connsiteY10997" fmla="*/ 765075 h 3215359"/>
                <a:gd name="connsiteX10998" fmla="*/ 1732675 w 2057605"/>
                <a:gd name="connsiteY10998" fmla="*/ 765075 h 3215359"/>
                <a:gd name="connsiteX10999" fmla="*/ 1732675 w 2057605"/>
                <a:gd name="connsiteY10999" fmla="*/ 767521 h 3215359"/>
                <a:gd name="connsiteX11000" fmla="*/ 1730085 w 2057605"/>
                <a:gd name="connsiteY11000" fmla="*/ 770110 h 3215359"/>
                <a:gd name="connsiteX11001" fmla="*/ 1737853 w 2057605"/>
                <a:gd name="connsiteY11001" fmla="*/ 770110 h 3215359"/>
                <a:gd name="connsiteX11002" fmla="*/ 1740298 w 2057605"/>
                <a:gd name="connsiteY11002" fmla="*/ 767521 h 3215359"/>
                <a:gd name="connsiteX11003" fmla="*/ 1745332 w 2057605"/>
                <a:gd name="connsiteY11003" fmla="*/ 765075 h 3215359"/>
                <a:gd name="connsiteX11004" fmla="*/ 1753100 w 2057605"/>
                <a:gd name="connsiteY11004" fmla="*/ 772555 h 3215359"/>
                <a:gd name="connsiteX11005" fmla="*/ 1767483 w 2057605"/>
                <a:gd name="connsiteY11005" fmla="*/ 772555 h 3215359"/>
                <a:gd name="connsiteX11006" fmla="*/ 1770216 w 2057605"/>
                <a:gd name="connsiteY11006" fmla="*/ 775288 h 3215359"/>
                <a:gd name="connsiteX11007" fmla="*/ 1775250 w 2057605"/>
                <a:gd name="connsiteY11007" fmla="*/ 775288 h 3215359"/>
                <a:gd name="connsiteX11008" fmla="*/ 1775250 w 2057605"/>
                <a:gd name="connsiteY11008" fmla="*/ 777733 h 3215359"/>
                <a:gd name="connsiteX11009" fmla="*/ 1777696 w 2057605"/>
                <a:gd name="connsiteY11009" fmla="*/ 777733 h 3215359"/>
                <a:gd name="connsiteX11010" fmla="*/ 1780429 w 2057605"/>
                <a:gd name="connsiteY11010" fmla="*/ 780322 h 3215359"/>
                <a:gd name="connsiteX11011" fmla="*/ 1785463 w 2057605"/>
                <a:gd name="connsiteY11011" fmla="*/ 785500 h 3215359"/>
                <a:gd name="connsiteX11012" fmla="*/ 1785463 w 2057605"/>
                <a:gd name="connsiteY11012" fmla="*/ 787946 h 3215359"/>
                <a:gd name="connsiteX11013" fmla="*/ 1780429 w 2057605"/>
                <a:gd name="connsiteY11013" fmla="*/ 787946 h 3215359"/>
                <a:gd name="connsiteX11014" fmla="*/ 1777696 w 2057605"/>
                <a:gd name="connsiteY11014" fmla="*/ 790535 h 3215359"/>
                <a:gd name="connsiteX11015" fmla="*/ 1777696 w 2057605"/>
                <a:gd name="connsiteY11015" fmla="*/ 795713 h 3215359"/>
                <a:gd name="connsiteX11016" fmla="*/ 1775250 w 2057605"/>
                <a:gd name="connsiteY11016" fmla="*/ 798158 h 3215359"/>
                <a:gd name="connsiteX11017" fmla="*/ 1775250 w 2057605"/>
                <a:gd name="connsiteY11017" fmla="*/ 805925 h 3215359"/>
                <a:gd name="connsiteX11018" fmla="*/ 1772805 w 2057605"/>
                <a:gd name="connsiteY11018" fmla="*/ 805925 h 3215359"/>
                <a:gd name="connsiteX11019" fmla="*/ 1772805 w 2057605"/>
                <a:gd name="connsiteY11019" fmla="*/ 808371 h 3215359"/>
                <a:gd name="connsiteX11020" fmla="*/ 1767483 w 2057605"/>
                <a:gd name="connsiteY11020" fmla="*/ 808371 h 3215359"/>
                <a:gd name="connsiteX11021" fmla="*/ 1765038 w 2057605"/>
                <a:gd name="connsiteY11021" fmla="*/ 805925 h 3215359"/>
                <a:gd name="connsiteX11022" fmla="*/ 1760004 w 2057605"/>
                <a:gd name="connsiteY11022" fmla="*/ 805925 h 3215359"/>
                <a:gd name="connsiteX11023" fmla="*/ 1757271 w 2057605"/>
                <a:gd name="connsiteY11023" fmla="*/ 808371 h 3215359"/>
                <a:gd name="connsiteX11024" fmla="*/ 1752380 w 2057605"/>
                <a:gd name="connsiteY11024" fmla="*/ 805925 h 3215359"/>
                <a:gd name="connsiteX11025" fmla="*/ 1749791 w 2057605"/>
                <a:gd name="connsiteY11025" fmla="*/ 808371 h 3215359"/>
                <a:gd name="connsiteX11026" fmla="*/ 1739579 w 2057605"/>
                <a:gd name="connsiteY11026" fmla="*/ 808371 h 3215359"/>
                <a:gd name="connsiteX11027" fmla="*/ 1737133 w 2057605"/>
                <a:gd name="connsiteY11027" fmla="*/ 813405 h 3215359"/>
                <a:gd name="connsiteX11028" fmla="*/ 1734400 w 2057605"/>
                <a:gd name="connsiteY11028" fmla="*/ 816138 h 3215359"/>
                <a:gd name="connsiteX11029" fmla="*/ 1731955 w 2057605"/>
                <a:gd name="connsiteY11029" fmla="*/ 816138 h 3215359"/>
                <a:gd name="connsiteX11030" fmla="*/ 1739579 w 2057605"/>
                <a:gd name="connsiteY11030" fmla="*/ 821028 h 3215359"/>
                <a:gd name="connsiteX11031" fmla="*/ 1754106 w 2057605"/>
                <a:gd name="connsiteY11031" fmla="*/ 821028 h 3215359"/>
                <a:gd name="connsiteX11032" fmla="*/ 1756551 w 2057605"/>
                <a:gd name="connsiteY11032" fmla="*/ 823618 h 3215359"/>
                <a:gd name="connsiteX11033" fmla="*/ 1759284 w 2057605"/>
                <a:gd name="connsiteY11033" fmla="*/ 818583 h 3215359"/>
                <a:gd name="connsiteX11034" fmla="*/ 1764319 w 2057605"/>
                <a:gd name="connsiteY11034" fmla="*/ 821028 h 3215359"/>
                <a:gd name="connsiteX11035" fmla="*/ 1769497 w 2057605"/>
                <a:gd name="connsiteY11035" fmla="*/ 818583 h 3215359"/>
                <a:gd name="connsiteX11036" fmla="*/ 1774531 w 2057605"/>
                <a:gd name="connsiteY11036" fmla="*/ 818583 h 3215359"/>
                <a:gd name="connsiteX11037" fmla="*/ 1774531 w 2057605"/>
                <a:gd name="connsiteY11037" fmla="*/ 833830 h 3215359"/>
                <a:gd name="connsiteX11038" fmla="*/ 1772086 w 2057605"/>
                <a:gd name="connsiteY11038" fmla="*/ 839008 h 3215359"/>
                <a:gd name="connsiteX11039" fmla="*/ 1772086 w 2057605"/>
                <a:gd name="connsiteY11039" fmla="*/ 843755 h 3215359"/>
                <a:gd name="connsiteX11040" fmla="*/ 1769497 w 2057605"/>
                <a:gd name="connsiteY11040" fmla="*/ 846200 h 3215359"/>
                <a:gd name="connsiteX11041" fmla="*/ 1769497 w 2057605"/>
                <a:gd name="connsiteY11041" fmla="*/ 844043 h 3215359"/>
                <a:gd name="connsiteX11042" fmla="*/ 1764319 w 2057605"/>
                <a:gd name="connsiteY11042" fmla="*/ 844043 h 3215359"/>
                <a:gd name="connsiteX11043" fmla="*/ 1761874 w 2057605"/>
                <a:gd name="connsiteY11043" fmla="*/ 841453 h 3215359"/>
                <a:gd name="connsiteX11044" fmla="*/ 1761874 w 2057605"/>
                <a:gd name="connsiteY11044" fmla="*/ 839008 h 3215359"/>
                <a:gd name="connsiteX11045" fmla="*/ 1759284 w 2057605"/>
                <a:gd name="connsiteY11045" fmla="*/ 839008 h 3215359"/>
                <a:gd name="connsiteX11046" fmla="*/ 1756551 w 2057605"/>
                <a:gd name="connsiteY11046" fmla="*/ 841453 h 3215359"/>
                <a:gd name="connsiteX11047" fmla="*/ 1756551 w 2057605"/>
                <a:gd name="connsiteY11047" fmla="*/ 844043 h 3215359"/>
                <a:gd name="connsiteX11048" fmla="*/ 1751661 w 2057605"/>
                <a:gd name="connsiteY11048" fmla="*/ 844043 h 3215359"/>
                <a:gd name="connsiteX11049" fmla="*/ 1751661 w 2057605"/>
                <a:gd name="connsiteY11049" fmla="*/ 854255 h 3215359"/>
                <a:gd name="connsiteX11050" fmla="*/ 1746339 w 2057605"/>
                <a:gd name="connsiteY11050" fmla="*/ 854255 h 3215359"/>
                <a:gd name="connsiteX11051" fmla="*/ 1741449 w 2057605"/>
                <a:gd name="connsiteY11051" fmla="*/ 861879 h 3215359"/>
                <a:gd name="connsiteX11052" fmla="*/ 1738859 w 2057605"/>
                <a:gd name="connsiteY11052" fmla="*/ 861879 h 3215359"/>
                <a:gd name="connsiteX11053" fmla="*/ 1731236 w 2057605"/>
                <a:gd name="connsiteY11053" fmla="*/ 856700 h 3215359"/>
                <a:gd name="connsiteX11054" fmla="*/ 1723469 w 2057605"/>
                <a:gd name="connsiteY11054" fmla="*/ 859433 h 3215359"/>
                <a:gd name="connsiteX11055" fmla="*/ 1718434 w 2057605"/>
                <a:gd name="connsiteY11055" fmla="*/ 859433 h 3215359"/>
                <a:gd name="connsiteX11056" fmla="*/ 1697146 w 2057605"/>
                <a:gd name="connsiteY11056" fmla="*/ 871228 h 3215359"/>
                <a:gd name="connsiteX11057" fmla="*/ 1698153 w 2057605"/>
                <a:gd name="connsiteY11057" fmla="*/ 872091 h 3215359"/>
                <a:gd name="connsiteX11058" fmla="*/ 1698153 w 2057605"/>
                <a:gd name="connsiteY11058" fmla="*/ 874680 h 3215359"/>
                <a:gd name="connsiteX11059" fmla="*/ 1700598 w 2057605"/>
                <a:gd name="connsiteY11059" fmla="*/ 874680 h 3215359"/>
                <a:gd name="connsiteX11060" fmla="*/ 1705777 w 2057605"/>
                <a:gd name="connsiteY11060" fmla="*/ 877125 h 3215359"/>
                <a:gd name="connsiteX11061" fmla="*/ 1705777 w 2057605"/>
                <a:gd name="connsiteY11061" fmla="*/ 879858 h 3215359"/>
                <a:gd name="connsiteX11062" fmla="*/ 1713256 w 2057605"/>
                <a:gd name="connsiteY11062" fmla="*/ 884893 h 3215359"/>
                <a:gd name="connsiteX11063" fmla="*/ 1713256 w 2057605"/>
                <a:gd name="connsiteY11063" fmla="*/ 894961 h 3215359"/>
                <a:gd name="connsiteX11064" fmla="*/ 1715989 w 2057605"/>
                <a:gd name="connsiteY11064" fmla="*/ 894961 h 3215359"/>
                <a:gd name="connsiteX11065" fmla="*/ 1715989 w 2057605"/>
                <a:gd name="connsiteY11065" fmla="*/ 897550 h 3215359"/>
                <a:gd name="connsiteX11066" fmla="*/ 1713256 w 2057605"/>
                <a:gd name="connsiteY11066" fmla="*/ 900283 h 3215359"/>
                <a:gd name="connsiteX11067" fmla="*/ 1713256 w 2057605"/>
                <a:gd name="connsiteY11067" fmla="*/ 902729 h 3215359"/>
                <a:gd name="connsiteX11068" fmla="*/ 1715989 w 2057605"/>
                <a:gd name="connsiteY11068" fmla="*/ 902729 h 3215359"/>
                <a:gd name="connsiteX11069" fmla="*/ 1718434 w 2057605"/>
                <a:gd name="connsiteY11069" fmla="*/ 900283 h 3215359"/>
                <a:gd name="connsiteX11070" fmla="*/ 1721024 w 2057605"/>
                <a:gd name="connsiteY11070" fmla="*/ 902729 h 3215359"/>
                <a:gd name="connsiteX11071" fmla="*/ 1723469 w 2057605"/>
                <a:gd name="connsiteY11071" fmla="*/ 905174 h 3215359"/>
                <a:gd name="connsiteX11072" fmla="*/ 1723469 w 2057605"/>
                <a:gd name="connsiteY11072" fmla="*/ 907763 h 3215359"/>
                <a:gd name="connsiteX11073" fmla="*/ 1726202 w 2057605"/>
                <a:gd name="connsiteY11073" fmla="*/ 907763 h 3215359"/>
                <a:gd name="connsiteX11074" fmla="*/ 1726202 w 2057605"/>
                <a:gd name="connsiteY11074" fmla="*/ 910496 h 3215359"/>
                <a:gd name="connsiteX11075" fmla="*/ 1723469 w 2057605"/>
                <a:gd name="connsiteY11075" fmla="*/ 917975 h 3215359"/>
                <a:gd name="connsiteX11076" fmla="*/ 1718434 w 2057605"/>
                <a:gd name="connsiteY11076" fmla="*/ 920421 h 3215359"/>
                <a:gd name="connsiteX11077" fmla="*/ 1721024 w 2057605"/>
                <a:gd name="connsiteY11077" fmla="*/ 923154 h 3215359"/>
                <a:gd name="connsiteX11078" fmla="*/ 1723469 w 2057605"/>
                <a:gd name="connsiteY11078" fmla="*/ 925599 h 3215359"/>
                <a:gd name="connsiteX11079" fmla="*/ 1721024 w 2057605"/>
                <a:gd name="connsiteY11079" fmla="*/ 930633 h 3215359"/>
                <a:gd name="connsiteX11080" fmla="*/ 1713256 w 2057605"/>
                <a:gd name="connsiteY11080" fmla="*/ 935811 h 3215359"/>
                <a:gd name="connsiteX11081" fmla="*/ 1715989 w 2057605"/>
                <a:gd name="connsiteY11081" fmla="*/ 938401 h 3215359"/>
                <a:gd name="connsiteX11082" fmla="*/ 1715989 w 2057605"/>
                <a:gd name="connsiteY11082" fmla="*/ 946024 h 3215359"/>
                <a:gd name="connsiteX11083" fmla="*/ 1710811 w 2057605"/>
                <a:gd name="connsiteY11083" fmla="*/ 948613 h 3215359"/>
                <a:gd name="connsiteX11084" fmla="*/ 1708366 w 2057605"/>
                <a:gd name="connsiteY11084" fmla="*/ 951058 h 3215359"/>
                <a:gd name="connsiteX11085" fmla="*/ 1708366 w 2057605"/>
                <a:gd name="connsiteY11085" fmla="*/ 953791 h 3215359"/>
                <a:gd name="connsiteX11086" fmla="*/ 1705777 w 2057605"/>
                <a:gd name="connsiteY11086" fmla="*/ 956236 h 3215359"/>
                <a:gd name="connsiteX11087" fmla="*/ 1703044 w 2057605"/>
                <a:gd name="connsiteY11087" fmla="*/ 958826 h 3215359"/>
                <a:gd name="connsiteX11088" fmla="*/ 1700598 w 2057605"/>
                <a:gd name="connsiteY11088" fmla="*/ 958826 h 3215359"/>
                <a:gd name="connsiteX11089" fmla="*/ 1700598 w 2057605"/>
                <a:gd name="connsiteY11089" fmla="*/ 948613 h 3215359"/>
                <a:gd name="connsiteX11090" fmla="*/ 1698153 w 2057605"/>
                <a:gd name="connsiteY11090" fmla="*/ 951058 h 3215359"/>
                <a:gd name="connsiteX11091" fmla="*/ 1698153 w 2057605"/>
                <a:gd name="connsiteY11091" fmla="*/ 953791 h 3215359"/>
                <a:gd name="connsiteX11092" fmla="*/ 1695564 w 2057605"/>
                <a:gd name="connsiteY11092" fmla="*/ 953791 h 3215359"/>
                <a:gd name="connsiteX11093" fmla="*/ 1695564 w 2057605"/>
                <a:gd name="connsiteY11093" fmla="*/ 958826 h 3215359"/>
                <a:gd name="connsiteX11094" fmla="*/ 1692831 w 2057605"/>
                <a:gd name="connsiteY11094" fmla="*/ 961271 h 3215359"/>
                <a:gd name="connsiteX11095" fmla="*/ 1690386 w 2057605"/>
                <a:gd name="connsiteY11095" fmla="*/ 964004 h 3215359"/>
                <a:gd name="connsiteX11096" fmla="*/ 1675139 w 2057605"/>
                <a:gd name="connsiteY11096" fmla="*/ 964004 h 3215359"/>
                <a:gd name="connsiteX11097" fmla="*/ 1672406 w 2057605"/>
                <a:gd name="connsiteY11097" fmla="*/ 966449 h 3215359"/>
                <a:gd name="connsiteX11098" fmla="*/ 1667516 w 2057605"/>
                <a:gd name="connsiteY11098" fmla="*/ 969038 h 3215359"/>
                <a:gd name="connsiteX11099" fmla="*/ 1662481 w 2057605"/>
                <a:gd name="connsiteY11099" fmla="*/ 971483 h 3215359"/>
                <a:gd name="connsiteX11100" fmla="*/ 1654714 w 2057605"/>
                <a:gd name="connsiteY11100" fmla="*/ 969038 h 3215359"/>
                <a:gd name="connsiteX11101" fmla="*/ 1652269 w 2057605"/>
                <a:gd name="connsiteY11101" fmla="*/ 971483 h 3215359"/>
                <a:gd name="connsiteX11102" fmla="*/ 1649536 w 2057605"/>
                <a:gd name="connsiteY11102" fmla="*/ 971483 h 3215359"/>
                <a:gd name="connsiteX11103" fmla="*/ 1644502 w 2057605"/>
                <a:gd name="connsiteY11103" fmla="*/ 969038 h 3215359"/>
                <a:gd name="connsiteX11104" fmla="*/ 1634289 w 2057605"/>
                <a:gd name="connsiteY11104" fmla="*/ 966449 h 3215359"/>
                <a:gd name="connsiteX11105" fmla="*/ 1629111 w 2057605"/>
                <a:gd name="connsiteY11105" fmla="*/ 964004 h 3215359"/>
                <a:gd name="connsiteX11106" fmla="*/ 1629111 w 2057605"/>
                <a:gd name="connsiteY11106" fmla="*/ 961271 h 3215359"/>
                <a:gd name="connsiteX11107" fmla="*/ 1626666 w 2057605"/>
                <a:gd name="connsiteY11107" fmla="*/ 958826 h 3215359"/>
                <a:gd name="connsiteX11108" fmla="*/ 1618898 w 2057605"/>
                <a:gd name="connsiteY11108" fmla="*/ 958826 h 3215359"/>
                <a:gd name="connsiteX11109" fmla="*/ 1618898 w 2057605"/>
                <a:gd name="connsiteY11109" fmla="*/ 956236 h 3215359"/>
                <a:gd name="connsiteX11110" fmla="*/ 1616453 w 2057605"/>
                <a:gd name="connsiteY11110" fmla="*/ 951058 h 3215359"/>
                <a:gd name="connsiteX11111" fmla="*/ 1614008 w 2057605"/>
                <a:gd name="connsiteY11111" fmla="*/ 948613 h 3215359"/>
                <a:gd name="connsiteX11112" fmla="*/ 1611419 w 2057605"/>
                <a:gd name="connsiteY11112" fmla="*/ 948613 h 3215359"/>
                <a:gd name="connsiteX11113" fmla="*/ 1608686 w 2057605"/>
                <a:gd name="connsiteY11113" fmla="*/ 946024 h 3215359"/>
                <a:gd name="connsiteX11114" fmla="*/ 1606241 w 2057605"/>
                <a:gd name="connsiteY11114" fmla="*/ 946024 h 3215359"/>
                <a:gd name="connsiteX11115" fmla="*/ 1603795 w 2057605"/>
                <a:gd name="connsiteY11115" fmla="*/ 948613 h 3215359"/>
                <a:gd name="connsiteX11116" fmla="*/ 1603795 w 2057605"/>
                <a:gd name="connsiteY11116" fmla="*/ 958826 h 3215359"/>
                <a:gd name="connsiteX11117" fmla="*/ 1608686 w 2057605"/>
                <a:gd name="connsiteY11117" fmla="*/ 961271 h 3215359"/>
                <a:gd name="connsiteX11118" fmla="*/ 1613720 w 2057605"/>
                <a:gd name="connsiteY11118" fmla="*/ 967168 h 3215359"/>
                <a:gd name="connsiteX11119" fmla="*/ 1616165 w 2057605"/>
                <a:gd name="connsiteY11119" fmla="*/ 967168 h 3215359"/>
                <a:gd name="connsiteX11120" fmla="*/ 1621344 w 2057605"/>
                <a:gd name="connsiteY11120" fmla="*/ 964723 h 3215359"/>
                <a:gd name="connsiteX11121" fmla="*/ 1626378 w 2057605"/>
                <a:gd name="connsiteY11121" fmla="*/ 969757 h 3215359"/>
                <a:gd name="connsiteX11122" fmla="*/ 1621344 w 2057605"/>
                <a:gd name="connsiteY11122" fmla="*/ 974935 h 3215359"/>
                <a:gd name="connsiteX11123" fmla="*/ 1618611 w 2057605"/>
                <a:gd name="connsiteY11123" fmla="*/ 974935 h 3215359"/>
                <a:gd name="connsiteX11124" fmla="*/ 1613720 w 2057605"/>
                <a:gd name="connsiteY11124" fmla="*/ 977381 h 3215359"/>
                <a:gd name="connsiteX11125" fmla="*/ 1608398 w 2057605"/>
                <a:gd name="connsiteY11125" fmla="*/ 979826 h 3215359"/>
                <a:gd name="connsiteX11126" fmla="*/ 1605953 w 2057605"/>
                <a:gd name="connsiteY11126" fmla="*/ 979826 h 3215359"/>
                <a:gd name="connsiteX11127" fmla="*/ 1600919 w 2057605"/>
                <a:gd name="connsiteY11127" fmla="*/ 977381 h 3215359"/>
                <a:gd name="connsiteX11128" fmla="*/ 1595740 w 2057605"/>
                <a:gd name="connsiteY11128" fmla="*/ 977381 h 3215359"/>
                <a:gd name="connsiteX11129" fmla="*/ 1595740 w 2057605"/>
                <a:gd name="connsiteY11129" fmla="*/ 979826 h 3215359"/>
                <a:gd name="connsiteX11130" fmla="*/ 1593727 w 2057605"/>
                <a:gd name="connsiteY11130" fmla="*/ 979826 h 3215359"/>
                <a:gd name="connsiteX11131" fmla="*/ 1598617 w 2057605"/>
                <a:gd name="connsiteY11131" fmla="*/ 985148 h 3215359"/>
                <a:gd name="connsiteX11132" fmla="*/ 1606385 w 2057605"/>
                <a:gd name="connsiteY11132" fmla="*/ 987593 h 3215359"/>
                <a:gd name="connsiteX11133" fmla="*/ 1606385 w 2057605"/>
                <a:gd name="connsiteY11133" fmla="*/ 995360 h 3215359"/>
                <a:gd name="connsiteX11134" fmla="*/ 1611563 w 2057605"/>
                <a:gd name="connsiteY11134" fmla="*/ 997806 h 3215359"/>
                <a:gd name="connsiteX11135" fmla="*/ 1629255 w 2057605"/>
                <a:gd name="connsiteY11135" fmla="*/ 977381 h 3215359"/>
                <a:gd name="connsiteX11136" fmla="*/ 1637022 w 2057605"/>
                <a:gd name="connsiteY11136" fmla="*/ 979826 h 3215359"/>
                <a:gd name="connsiteX11137" fmla="*/ 1642200 w 2057605"/>
                <a:gd name="connsiteY11137" fmla="*/ 979826 h 3215359"/>
                <a:gd name="connsiteX11138" fmla="*/ 1647235 w 2057605"/>
                <a:gd name="connsiteY11138" fmla="*/ 982415 h 3215359"/>
                <a:gd name="connsiteX11139" fmla="*/ 1654858 w 2057605"/>
                <a:gd name="connsiteY11139" fmla="*/ 982415 h 3215359"/>
                <a:gd name="connsiteX11140" fmla="*/ 1659892 w 2057605"/>
                <a:gd name="connsiteY11140" fmla="*/ 985148 h 3215359"/>
                <a:gd name="connsiteX11141" fmla="*/ 1665071 w 2057605"/>
                <a:gd name="connsiteY11141" fmla="*/ 982415 h 3215359"/>
                <a:gd name="connsiteX11142" fmla="*/ 1659892 w 2057605"/>
                <a:gd name="connsiteY11142" fmla="*/ 990038 h 3215359"/>
                <a:gd name="connsiteX11143" fmla="*/ 1659892 w 2057605"/>
                <a:gd name="connsiteY11143" fmla="*/ 994497 h 3215359"/>
                <a:gd name="connsiteX11144" fmla="*/ 1657447 w 2057605"/>
                <a:gd name="connsiteY11144" fmla="*/ 996943 h 3215359"/>
                <a:gd name="connsiteX11145" fmla="*/ 1657447 w 2057605"/>
                <a:gd name="connsiteY11145" fmla="*/ 1001977 h 3215359"/>
                <a:gd name="connsiteX11146" fmla="*/ 1659892 w 2057605"/>
                <a:gd name="connsiteY11146" fmla="*/ 999388 h 3215359"/>
                <a:gd name="connsiteX11147" fmla="*/ 1662625 w 2057605"/>
                <a:gd name="connsiteY11147" fmla="*/ 996943 h 3215359"/>
                <a:gd name="connsiteX11148" fmla="*/ 1662625 w 2057605"/>
                <a:gd name="connsiteY11148" fmla="*/ 991764 h 3215359"/>
                <a:gd name="connsiteX11149" fmla="*/ 1667660 w 2057605"/>
                <a:gd name="connsiteY11149" fmla="*/ 986730 h 3215359"/>
                <a:gd name="connsiteX11150" fmla="*/ 1667660 w 2057605"/>
                <a:gd name="connsiteY11150" fmla="*/ 981552 h 3215359"/>
                <a:gd name="connsiteX11151" fmla="*/ 1670680 w 2057605"/>
                <a:gd name="connsiteY11151" fmla="*/ 981552 h 3215359"/>
                <a:gd name="connsiteX11152" fmla="*/ 1675858 w 2057605"/>
                <a:gd name="connsiteY11152" fmla="*/ 976518 h 3215359"/>
                <a:gd name="connsiteX11153" fmla="*/ 1675858 w 2057605"/>
                <a:gd name="connsiteY11153" fmla="*/ 974072 h 3215359"/>
                <a:gd name="connsiteX11154" fmla="*/ 1686071 w 2057605"/>
                <a:gd name="connsiteY11154" fmla="*/ 974072 h 3215359"/>
                <a:gd name="connsiteX11155" fmla="*/ 1688660 w 2057605"/>
                <a:gd name="connsiteY11155" fmla="*/ 976518 h 3215359"/>
                <a:gd name="connsiteX11156" fmla="*/ 1691105 w 2057605"/>
                <a:gd name="connsiteY11156" fmla="*/ 974072 h 3215359"/>
                <a:gd name="connsiteX11157" fmla="*/ 1698872 w 2057605"/>
                <a:gd name="connsiteY11157" fmla="*/ 981552 h 3215359"/>
                <a:gd name="connsiteX11158" fmla="*/ 1698872 w 2057605"/>
                <a:gd name="connsiteY11158" fmla="*/ 984285 h 3215359"/>
                <a:gd name="connsiteX11159" fmla="*/ 1703763 w 2057605"/>
                <a:gd name="connsiteY11159" fmla="*/ 991764 h 3215359"/>
                <a:gd name="connsiteX11160" fmla="*/ 1701318 w 2057605"/>
                <a:gd name="connsiteY11160" fmla="*/ 994497 h 3215359"/>
                <a:gd name="connsiteX11161" fmla="*/ 1698872 w 2057605"/>
                <a:gd name="connsiteY11161" fmla="*/ 994497 h 3215359"/>
                <a:gd name="connsiteX11162" fmla="*/ 1701318 w 2057605"/>
                <a:gd name="connsiteY11162" fmla="*/ 996943 h 3215359"/>
                <a:gd name="connsiteX11163" fmla="*/ 1698872 w 2057605"/>
                <a:gd name="connsiteY11163" fmla="*/ 996943 h 3215359"/>
                <a:gd name="connsiteX11164" fmla="*/ 1698872 w 2057605"/>
                <a:gd name="connsiteY11164" fmla="*/ 1001977 h 3215359"/>
                <a:gd name="connsiteX11165" fmla="*/ 1696283 w 2057605"/>
                <a:gd name="connsiteY11165" fmla="*/ 1001977 h 3215359"/>
                <a:gd name="connsiteX11166" fmla="*/ 1696283 w 2057605"/>
                <a:gd name="connsiteY11166" fmla="*/ 1007155 h 3215359"/>
                <a:gd name="connsiteX11167" fmla="*/ 1693550 w 2057605"/>
                <a:gd name="connsiteY11167" fmla="*/ 1017368 h 3215359"/>
                <a:gd name="connsiteX11168" fmla="*/ 1696283 w 2057605"/>
                <a:gd name="connsiteY11168" fmla="*/ 1017368 h 3215359"/>
                <a:gd name="connsiteX11169" fmla="*/ 1701318 w 2057605"/>
                <a:gd name="connsiteY11169" fmla="*/ 1014635 h 3215359"/>
                <a:gd name="connsiteX11170" fmla="*/ 1703763 w 2057605"/>
                <a:gd name="connsiteY11170" fmla="*/ 1017368 h 3215359"/>
                <a:gd name="connsiteX11171" fmla="*/ 1703763 w 2057605"/>
                <a:gd name="connsiteY11171" fmla="*/ 1014635 h 3215359"/>
                <a:gd name="connsiteX11172" fmla="*/ 1706496 w 2057605"/>
                <a:gd name="connsiteY11172" fmla="*/ 1012189 h 3215359"/>
                <a:gd name="connsiteX11173" fmla="*/ 1711530 w 2057605"/>
                <a:gd name="connsiteY11173" fmla="*/ 1014635 h 3215359"/>
                <a:gd name="connsiteX11174" fmla="*/ 1711530 w 2057605"/>
                <a:gd name="connsiteY11174" fmla="*/ 1024847 h 3215359"/>
                <a:gd name="connsiteX11175" fmla="*/ 1716708 w 2057605"/>
                <a:gd name="connsiteY11175" fmla="*/ 1027580 h 3215359"/>
                <a:gd name="connsiteX11176" fmla="*/ 1719154 w 2057605"/>
                <a:gd name="connsiteY11176" fmla="*/ 1027580 h 3215359"/>
                <a:gd name="connsiteX11177" fmla="*/ 1716708 w 2057605"/>
                <a:gd name="connsiteY11177" fmla="*/ 1019813 h 3215359"/>
                <a:gd name="connsiteX11178" fmla="*/ 1719154 w 2057605"/>
                <a:gd name="connsiteY11178" fmla="*/ 1019813 h 3215359"/>
                <a:gd name="connsiteX11179" fmla="*/ 1721743 w 2057605"/>
                <a:gd name="connsiteY11179" fmla="*/ 1017368 h 3215359"/>
                <a:gd name="connsiteX11180" fmla="*/ 1721743 w 2057605"/>
                <a:gd name="connsiteY11180" fmla="*/ 1014635 h 3215359"/>
                <a:gd name="connsiteX11181" fmla="*/ 1719154 w 2057605"/>
                <a:gd name="connsiteY11181" fmla="*/ 1012189 h 3215359"/>
                <a:gd name="connsiteX11182" fmla="*/ 1724188 w 2057605"/>
                <a:gd name="connsiteY11182" fmla="*/ 1004422 h 3215359"/>
                <a:gd name="connsiteX11183" fmla="*/ 1724188 w 2057605"/>
                <a:gd name="connsiteY11183" fmla="*/ 1001977 h 3215359"/>
                <a:gd name="connsiteX11184" fmla="*/ 1729366 w 2057605"/>
                <a:gd name="connsiteY11184" fmla="*/ 999388 h 3215359"/>
                <a:gd name="connsiteX11185" fmla="*/ 1734400 w 2057605"/>
                <a:gd name="connsiteY11185" fmla="*/ 999388 h 3215359"/>
                <a:gd name="connsiteX11186" fmla="*/ 1734400 w 2057605"/>
                <a:gd name="connsiteY11186" fmla="*/ 1004422 h 3215359"/>
                <a:gd name="connsiteX11187" fmla="*/ 1737133 w 2057605"/>
                <a:gd name="connsiteY11187" fmla="*/ 1001977 h 3215359"/>
                <a:gd name="connsiteX11188" fmla="*/ 1739579 w 2057605"/>
                <a:gd name="connsiteY11188" fmla="*/ 1001977 h 3215359"/>
                <a:gd name="connsiteX11189" fmla="*/ 1742168 w 2057605"/>
                <a:gd name="connsiteY11189" fmla="*/ 1004422 h 3215359"/>
                <a:gd name="connsiteX11190" fmla="*/ 1742168 w 2057605"/>
                <a:gd name="connsiteY11190" fmla="*/ 1010176 h 3215359"/>
                <a:gd name="connsiteX11191" fmla="*/ 1744613 w 2057605"/>
                <a:gd name="connsiteY11191" fmla="*/ 1012765 h 3215359"/>
                <a:gd name="connsiteX11192" fmla="*/ 1744613 w 2057605"/>
                <a:gd name="connsiteY11192" fmla="*/ 1015210 h 3215359"/>
                <a:gd name="connsiteX11193" fmla="*/ 1747058 w 2057605"/>
                <a:gd name="connsiteY11193" fmla="*/ 1015210 h 3215359"/>
                <a:gd name="connsiteX11194" fmla="*/ 1747058 w 2057605"/>
                <a:gd name="connsiteY11194" fmla="*/ 1017943 h 3215359"/>
                <a:gd name="connsiteX11195" fmla="*/ 1752380 w 2057605"/>
                <a:gd name="connsiteY11195" fmla="*/ 1020388 h 3215359"/>
                <a:gd name="connsiteX11196" fmla="*/ 1749791 w 2057605"/>
                <a:gd name="connsiteY11196" fmla="*/ 1022977 h 3215359"/>
                <a:gd name="connsiteX11197" fmla="*/ 1749791 w 2057605"/>
                <a:gd name="connsiteY11197" fmla="*/ 1030601 h 3215359"/>
                <a:gd name="connsiteX11198" fmla="*/ 1752380 w 2057605"/>
                <a:gd name="connsiteY11198" fmla="*/ 1033190 h 3215359"/>
                <a:gd name="connsiteX11199" fmla="*/ 1752380 w 2057605"/>
                <a:gd name="connsiteY11199" fmla="*/ 1040382 h 3215359"/>
                <a:gd name="connsiteX11200" fmla="*/ 1754825 w 2057605"/>
                <a:gd name="connsiteY11200" fmla="*/ 1042971 h 3215359"/>
                <a:gd name="connsiteX11201" fmla="*/ 1754825 w 2057605"/>
                <a:gd name="connsiteY11201" fmla="*/ 1045416 h 3215359"/>
                <a:gd name="connsiteX11202" fmla="*/ 1752380 w 2057605"/>
                <a:gd name="connsiteY11202" fmla="*/ 1048149 h 3215359"/>
                <a:gd name="connsiteX11203" fmla="*/ 1749791 w 2057605"/>
                <a:gd name="connsiteY11203" fmla="*/ 1050594 h 3215359"/>
                <a:gd name="connsiteX11204" fmla="*/ 1747058 w 2057605"/>
                <a:gd name="connsiteY11204" fmla="*/ 1050594 h 3215359"/>
                <a:gd name="connsiteX11205" fmla="*/ 1747058 w 2057605"/>
                <a:gd name="connsiteY11205" fmla="*/ 1053040 h 3215359"/>
                <a:gd name="connsiteX11206" fmla="*/ 1744613 w 2057605"/>
                <a:gd name="connsiteY11206" fmla="*/ 1053040 h 3215359"/>
                <a:gd name="connsiteX11207" fmla="*/ 1744613 w 2057605"/>
                <a:gd name="connsiteY11207" fmla="*/ 1060807 h 3215359"/>
                <a:gd name="connsiteX11208" fmla="*/ 1747058 w 2057605"/>
                <a:gd name="connsiteY11208" fmla="*/ 1065841 h 3215359"/>
                <a:gd name="connsiteX11209" fmla="*/ 1744613 w 2057605"/>
                <a:gd name="connsiteY11209" fmla="*/ 1065841 h 3215359"/>
                <a:gd name="connsiteX11210" fmla="*/ 1742168 w 2057605"/>
                <a:gd name="connsiteY11210" fmla="*/ 1071019 h 3215359"/>
                <a:gd name="connsiteX11211" fmla="*/ 1739579 w 2057605"/>
                <a:gd name="connsiteY11211" fmla="*/ 1073465 h 3215359"/>
                <a:gd name="connsiteX11212" fmla="*/ 1739579 w 2057605"/>
                <a:gd name="connsiteY11212" fmla="*/ 1078787 h 3215359"/>
                <a:gd name="connsiteX11213" fmla="*/ 1736702 w 2057605"/>
                <a:gd name="connsiteY11213" fmla="*/ 1078787 h 3215359"/>
                <a:gd name="connsiteX11214" fmla="*/ 1731524 w 2057605"/>
                <a:gd name="connsiteY11214" fmla="*/ 1073465 h 3215359"/>
                <a:gd name="connsiteX11215" fmla="*/ 1731524 w 2057605"/>
                <a:gd name="connsiteY11215" fmla="*/ 1063252 h 3215359"/>
                <a:gd name="connsiteX11216" fmla="*/ 1723756 w 2057605"/>
                <a:gd name="connsiteY11216" fmla="*/ 1063252 h 3215359"/>
                <a:gd name="connsiteX11217" fmla="*/ 1723756 w 2057605"/>
                <a:gd name="connsiteY11217" fmla="*/ 1071019 h 3215359"/>
                <a:gd name="connsiteX11218" fmla="*/ 1721311 w 2057605"/>
                <a:gd name="connsiteY11218" fmla="*/ 1086266 h 3215359"/>
                <a:gd name="connsiteX11219" fmla="*/ 1721311 w 2057605"/>
                <a:gd name="connsiteY11219" fmla="*/ 1088711 h 3215359"/>
                <a:gd name="connsiteX11220" fmla="*/ 1716277 w 2057605"/>
                <a:gd name="connsiteY11220" fmla="*/ 1091444 h 3215359"/>
                <a:gd name="connsiteX11221" fmla="*/ 1716277 w 2057605"/>
                <a:gd name="connsiteY11221" fmla="*/ 1096479 h 3215359"/>
                <a:gd name="connsiteX11222" fmla="*/ 1713544 w 2057605"/>
                <a:gd name="connsiteY11222" fmla="*/ 1098924 h 3215359"/>
                <a:gd name="connsiteX11223" fmla="*/ 1716277 w 2057605"/>
                <a:gd name="connsiteY11223" fmla="*/ 1104102 h 3215359"/>
                <a:gd name="connsiteX11224" fmla="*/ 1713544 w 2057605"/>
                <a:gd name="connsiteY11224" fmla="*/ 1106691 h 3215359"/>
                <a:gd name="connsiteX11225" fmla="*/ 1706064 w 2057605"/>
                <a:gd name="connsiteY11225" fmla="*/ 1106691 h 3215359"/>
                <a:gd name="connsiteX11226" fmla="*/ 1698441 w 2057605"/>
                <a:gd name="connsiteY11226" fmla="*/ 1116904 h 3215359"/>
                <a:gd name="connsiteX11227" fmla="*/ 1690674 w 2057605"/>
                <a:gd name="connsiteY11227" fmla="*/ 1122082 h 3215359"/>
                <a:gd name="connsiteX11228" fmla="*/ 1688228 w 2057605"/>
                <a:gd name="connsiteY11228" fmla="*/ 1119349 h 3215359"/>
                <a:gd name="connsiteX11229" fmla="*/ 1685639 w 2057605"/>
                <a:gd name="connsiteY11229" fmla="*/ 1122082 h 3215359"/>
                <a:gd name="connsiteX11230" fmla="*/ 1682906 w 2057605"/>
                <a:gd name="connsiteY11230" fmla="*/ 1124527 h 3215359"/>
                <a:gd name="connsiteX11231" fmla="*/ 1680461 w 2057605"/>
                <a:gd name="connsiteY11231" fmla="*/ 1129561 h 3215359"/>
                <a:gd name="connsiteX11232" fmla="*/ 1678016 w 2057605"/>
                <a:gd name="connsiteY11232" fmla="*/ 1129561 h 3215359"/>
                <a:gd name="connsiteX11233" fmla="*/ 1675427 w 2057605"/>
                <a:gd name="connsiteY11233" fmla="*/ 1132294 h 3215359"/>
                <a:gd name="connsiteX11234" fmla="*/ 1672694 w 2057605"/>
                <a:gd name="connsiteY11234" fmla="*/ 1129561 h 3215359"/>
                <a:gd name="connsiteX11235" fmla="*/ 1672694 w 2057605"/>
                <a:gd name="connsiteY11235" fmla="*/ 1135027 h 3215359"/>
                <a:gd name="connsiteX11236" fmla="*/ 1670249 w 2057605"/>
                <a:gd name="connsiteY11236" fmla="*/ 1137473 h 3215359"/>
                <a:gd name="connsiteX11237" fmla="*/ 1665214 w 2057605"/>
                <a:gd name="connsiteY11237" fmla="*/ 1135027 h 3215359"/>
                <a:gd name="connsiteX11238" fmla="*/ 1662769 w 2057605"/>
                <a:gd name="connsiteY11238" fmla="*/ 1140062 h 3215359"/>
                <a:gd name="connsiteX11239" fmla="*/ 1660036 w 2057605"/>
                <a:gd name="connsiteY11239" fmla="*/ 1142795 h 3215359"/>
                <a:gd name="connsiteX11240" fmla="*/ 1657591 w 2057605"/>
                <a:gd name="connsiteY11240" fmla="*/ 1142795 h 3215359"/>
                <a:gd name="connsiteX11241" fmla="*/ 1657591 w 2057605"/>
                <a:gd name="connsiteY11241" fmla="*/ 1140062 h 3215359"/>
                <a:gd name="connsiteX11242" fmla="*/ 1660036 w 2057605"/>
                <a:gd name="connsiteY11242" fmla="*/ 1137473 h 3215359"/>
                <a:gd name="connsiteX11243" fmla="*/ 1660036 w 2057605"/>
                <a:gd name="connsiteY11243" fmla="*/ 1132582 h 3215359"/>
                <a:gd name="connsiteX11244" fmla="*/ 1655002 w 2057605"/>
                <a:gd name="connsiteY11244" fmla="*/ 1132582 h 3215359"/>
                <a:gd name="connsiteX11245" fmla="*/ 1657591 w 2057605"/>
                <a:gd name="connsiteY11245" fmla="*/ 1127404 h 3215359"/>
                <a:gd name="connsiteX11246" fmla="*/ 1660036 w 2057605"/>
                <a:gd name="connsiteY11246" fmla="*/ 1122370 h 3215359"/>
                <a:gd name="connsiteX11247" fmla="*/ 1660036 w 2057605"/>
                <a:gd name="connsiteY11247" fmla="*/ 1106979 h 3215359"/>
                <a:gd name="connsiteX11248" fmla="*/ 1662769 w 2057605"/>
                <a:gd name="connsiteY11248" fmla="*/ 1101945 h 3215359"/>
                <a:gd name="connsiteX11249" fmla="*/ 1660036 w 2057605"/>
                <a:gd name="connsiteY11249" fmla="*/ 1099212 h 3215359"/>
                <a:gd name="connsiteX11250" fmla="*/ 1657591 w 2057605"/>
                <a:gd name="connsiteY11250" fmla="*/ 1096766 h 3215359"/>
                <a:gd name="connsiteX11251" fmla="*/ 1655002 w 2057605"/>
                <a:gd name="connsiteY11251" fmla="*/ 1094177 h 3215359"/>
                <a:gd name="connsiteX11252" fmla="*/ 1655002 w 2057605"/>
                <a:gd name="connsiteY11252" fmla="*/ 1091732 h 3215359"/>
                <a:gd name="connsiteX11253" fmla="*/ 1647378 w 2057605"/>
                <a:gd name="connsiteY11253" fmla="*/ 1091732 h 3215359"/>
                <a:gd name="connsiteX11254" fmla="*/ 1647378 w 2057605"/>
                <a:gd name="connsiteY11254" fmla="*/ 1088999 h 3215359"/>
                <a:gd name="connsiteX11255" fmla="*/ 1644789 w 2057605"/>
                <a:gd name="connsiteY11255" fmla="*/ 1088999 h 3215359"/>
                <a:gd name="connsiteX11256" fmla="*/ 1644789 w 2057605"/>
                <a:gd name="connsiteY11256" fmla="*/ 1086554 h 3215359"/>
                <a:gd name="connsiteX11257" fmla="*/ 1642344 w 2057605"/>
                <a:gd name="connsiteY11257" fmla="*/ 1083965 h 3215359"/>
                <a:gd name="connsiteX11258" fmla="*/ 1642344 w 2057605"/>
                <a:gd name="connsiteY11258" fmla="*/ 1088999 h 3215359"/>
                <a:gd name="connsiteX11259" fmla="*/ 1639611 w 2057605"/>
                <a:gd name="connsiteY11259" fmla="*/ 1088999 h 3215359"/>
                <a:gd name="connsiteX11260" fmla="*/ 1639611 w 2057605"/>
                <a:gd name="connsiteY11260" fmla="*/ 1091732 h 3215359"/>
                <a:gd name="connsiteX11261" fmla="*/ 1637166 w 2057605"/>
                <a:gd name="connsiteY11261" fmla="*/ 1094177 h 3215359"/>
                <a:gd name="connsiteX11262" fmla="*/ 1637166 w 2057605"/>
                <a:gd name="connsiteY11262" fmla="*/ 1096766 h 3215359"/>
                <a:gd name="connsiteX11263" fmla="*/ 1634577 w 2057605"/>
                <a:gd name="connsiteY11263" fmla="*/ 1096766 h 3215359"/>
                <a:gd name="connsiteX11264" fmla="*/ 1626953 w 2057605"/>
                <a:gd name="connsiteY11264" fmla="*/ 1099212 h 3215359"/>
                <a:gd name="connsiteX11265" fmla="*/ 1624508 w 2057605"/>
                <a:gd name="connsiteY11265" fmla="*/ 1096766 h 3215359"/>
                <a:gd name="connsiteX11266" fmla="*/ 1621344 w 2057605"/>
                <a:gd name="connsiteY11266" fmla="*/ 1096766 h 3215359"/>
                <a:gd name="connsiteX11267" fmla="*/ 1616165 w 2057605"/>
                <a:gd name="connsiteY11267" fmla="*/ 1094177 h 3215359"/>
                <a:gd name="connsiteX11268" fmla="*/ 1616165 w 2057605"/>
                <a:gd name="connsiteY11268" fmla="*/ 1081520 h 3215359"/>
                <a:gd name="connsiteX11269" fmla="*/ 1613720 w 2057605"/>
                <a:gd name="connsiteY11269" fmla="*/ 1079074 h 3215359"/>
                <a:gd name="connsiteX11270" fmla="*/ 1621344 w 2057605"/>
                <a:gd name="connsiteY11270" fmla="*/ 1073752 h 3215359"/>
                <a:gd name="connsiteX11271" fmla="*/ 1621344 w 2057605"/>
                <a:gd name="connsiteY11271" fmla="*/ 1066129 h 3215359"/>
                <a:gd name="connsiteX11272" fmla="*/ 1618611 w 2057605"/>
                <a:gd name="connsiteY11272" fmla="*/ 1068862 h 3215359"/>
                <a:gd name="connsiteX11273" fmla="*/ 1618611 w 2057605"/>
                <a:gd name="connsiteY11273" fmla="*/ 1071307 h 3215359"/>
                <a:gd name="connsiteX11274" fmla="*/ 1611131 w 2057605"/>
                <a:gd name="connsiteY11274" fmla="*/ 1079074 h 3215359"/>
                <a:gd name="connsiteX11275" fmla="*/ 1605953 w 2057605"/>
                <a:gd name="connsiteY11275" fmla="*/ 1076341 h 3215359"/>
                <a:gd name="connsiteX11276" fmla="*/ 1600919 w 2057605"/>
                <a:gd name="connsiteY11276" fmla="*/ 1071307 h 3215359"/>
                <a:gd name="connsiteX11277" fmla="*/ 1598186 w 2057605"/>
                <a:gd name="connsiteY11277" fmla="*/ 1066129 h 3215359"/>
                <a:gd name="connsiteX11278" fmla="*/ 1598186 w 2057605"/>
                <a:gd name="connsiteY11278" fmla="*/ 1063540 h 3215359"/>
                <a:gd name="connsiteX11279" fmla="*/ 1595740 w 2057605"/>
                <a:gd name="connsiteY11279" fmla="*/ 1063540 h 3215359"/>
                <a:gd name="connsiteX11280" fmla="*/ 1595740 w 2057605"/>
                <a:gd name="connsiteY11280" fmla="*/ 1061095 h 3215359"/>
                <a:gd name="connsiteX11281" fmla="*/ 1593295 w 2057605"/>
                <a:gd name="connsiteY11281" fmla="*/ 1061095 h 3215359"/>
                <a:gd name="connsiteX11282" fmla="*/ 1593295 w 2057605"/>
                <a:gd name="connsiteY11282" fmla="*/ 1058649 h 3215359"/>
                <a:gd name="connsiteX11283" fmla="*/ 1585528 w 2057605"/>
                <a:gd name="connsiteY11283" fmla="*/ 1053327 h 3215359"/>
                <a:gd name="connsiteX11284" fmla="*/ 1585528 w 2057605"/>
                <a:gd name="connsiteY11284" fmla="*/ 1055916 h 3215359"/>
                <a:gd name="connsiteX11285" fmla="*/ 1593295 w 2057605"/>
                <a:gd name="connsiteY11285" fmla="*/ 1063540 h 3215359"/>
                <a:gd name="connsiteX11286" fmla="*/ 1593295 w 2057605"/>
                <a:gd name="connsiteY11286" fmla="*/ 1068862 h 3215359"/>
                <a:gd name="connsiteX11287" fmla="*/ 1595740 w 2057605"/>
                <a:gd name="connsiteY11287" fmla="*/ 1071307 h 3215359"/>
                <a:gd name="connsiteX11288" fmla="*/ 1595740 w 2057605"/>
                <a:gd name="connsiteY11288" fmla="*/ 1073752 h 3215359"/>
                <a:gd name="connsiteX11289" fmla="*/ 1599049 w 2057605"/>
                <a:gd name="connsiteY11289" fmla="*/ 1073752 h 3215359"/>
                <a:gd name="connsiteX11290" fmla="*/ 1604371 w 2057605"/>
                <a:gd name="connsiteY11290" fmla="*/ 1079074 h 3215359"/>
                <a:gd name="connsiteX11291" fmla="*/ 1609261 w 2057605"/>
                <a:gd name="connsiteY11291" fmla="*/ 1081520 h 3215359"/>
                <a:gd name="connsiteX11292" fmla="*/ 1611994 w 2057605"/>
                <a:gd name="connsiteY11292" fmla="*/ 1081520 h 3215359"/>
                <a:gd name="connsiteX11293" fmla="*/ 1614583 w 2057605"/>
                <a:gd name="connsiteY11293" fmla="*/ 1083965 h 3215359"/>
                <a:gd name="connsiteX11294" fmla="*/ 1614583 w 2057605"/>
                <a:gd name="connsiteY11294" fmla="*/ 1086554 h 3215359"/>
                <a:gd name="connsiteX11295" fmla="*/ 1611994 w 2057605"/>
                <a:gd name="connsiteY11295" fmla="*/ 1094177 h 3215359"/>
                <a:gd name="connsiteX11296" fmla="*/ 1617028 w 2057605"/>
                <a:gd name="connsiteY11296" fmla="*/ 1101945 h 3215359"/>
                <a:gd name="connsiteX11297" fmla="*/ 1617028 w 2057605"/>
                <a:gd name="connsiteY11297" fmla="*/ 1104390 h 3215359"/>
                <a:gd name="connsiteX11298" fmla="*/ 1614583 w 2057605"/>
                <a:gd name="connsiteY11298" fmla="*/ 1109424 h 3215359"/>
                <a:gd name="connsiteX11299" fmla="*/ 1611994 w 2057605"/>
                <a:gd name="connsiteY11299" fmla="*/ 1112157 h 3215359"/>
                <a:gd name="connsiteX11300" fmla="*/ 1601782 w 2057605"/>
                <a:gd name="connsiteY11300" fmla="*/ 1112157 h 3215359"/>
                <a:gd name="connsiteX11301" fmla="*/ 1599049 w 2057605"/>
                <a:gd name="connsiteY11301" fmla="*/ 1114602 h 3215359"/>
                <a:gd name="connsiteX11302" fmla="*/ 1596603 w 2057605"/>
                <a:gd name="connsiteY11302" fmla="*/ 1117191 h 3215359"/>
                <a:gd name="connsiteX11303" fmla="*/ 1596603 w 2057605"/>
                <a:gd name="connsiteY11303" fmla="*/ 1114602 h 3215359"/>
                <a:gd name="connsiteX11304" fmla="*/ 1591569 w 2057605"/>
                <a:gd name="connsiteY11304" fmla="*/ 1112157 h 3215359"/>
                <a:gd name="connsiteX11305" fmla="*/ 1586391 w 2057605"/>
                <a:gd name="connsiteY11305" fmla="*/ 1112157 h 3215359"/>
                <a:gd name="connsiteX11306" fmla="*/ 1581357 w 2057605"/>
                <a:gd name="connsiteY11306" fmla="*/ 1106979 h 3215359"/>
                <a:gd name="connsiteX11307" fmla="*/ 1583946 w 2057605"/>
                <a:gd name="connsiteY11307" fmla="*/ 1101945 h 3215359"/>
                <a:gd name="connsiteX11308" fmla="*/ 1581357 w 2057605"/>
                <a:gd name="connsiteY11308" fmla="*/ 1099212 h 3215359"/>
                <a:gd name="connsiteX11309" fmla="*/ 1581357 w 2057605"/>
                <a:gd name="connsiteY11309" fmla="*/ 1091732 h 3215359"/>
                <a:gd name="connsiteX11310" fmla="*/ 1576178 w 2057605"/>
                <a:gd name="connsiteY11310" fmla="*/ 1086554 h 3215359"/>
                <a:gd name="connsiteX11311" fmla="*/ 1576178 w 2057605"/>
                <a:gd name="connsiteY11311" fmla="*/ 1083965 h 3215359"/>
                <a:gd name="connsiteX11312" fmla="*/ 1573733 w 2057605"/>
                <a:gd name="connsiteY11312" fmla="*/ 1081520 h 3215359"/>
                <a:gd name="connsiteX11313" fmla="*/ 1571144 w 2057605"/>
                <a:gd name="connsiteY11313" fmla="*/ 1076341 h 3215359"/>
                <a:gd name="connsiteX11314" fmla="*/ 1568699 w 2057605"/>
                <a:gd name="connsiteY11314" fmla="*/ 1076341 h 3215359"/>
                <a:gd name="connsiteX11315" fmla="*/ 1568699 w 2057605"/>
                <a:gd name="connsiteY11315" fmla="*/ 1063252 h 3215359"/>
                <a:gd name="connsiteX11316" fmla="*/ 1565966 w 2057605"/>
                <a:gd name="connsiteY11316" fmla="*/ 1063252 h 3215359"/>
                <a:gd name="connsiteX11317" fmla="*/ 1565966 w 2057605"/>
                <a:gd name="connsiteY11317" fmla="*/ 1078930 h 3215359"/>
                <a:gd name="connsiteX11318" fmla="*/ 1568699 w 2057605"/>
                <a:gd name="connsiteY11318" fmla="*/ 1078930 h 3215359"/>
                <a:gd name="connsiteX11319" fmla="*/ 1568699 w 2057605"/>
                <a:gd name="connsiteY11319" fmla="*/ 1083821 h 3215359"/>
                <a:gd name="connsiteX11320" fmla="*/ 1576178 w 2057605"/>
                <a:gd name="connsiteY11320" fmla="*/ 1094033 h 3215359"/>
                <a:gd name="connsiteX11321" fmla="*/ 1578911 w 2057605"/>
                <a:gd name="connsiteY11321" fmla="*/ 1094033 h 3215359"/>
                <a:gd name="connsiteX11322" fmla="*/ 1578911 w 2057605"/>
                <a:gd name="connsiteY11322" fmla="*/ 1099068 h 3215359"/>
                <a:gd name="connsiteX11323" fmla="*/ 1581357 w 2057605"/>
                <a:gd name="connsiteY11323" fmla="*/ 1101801 h 3215359"/>
                <a:gd name="connsiteX11324" fmla="*/ 1578911 w 2057605"/>
                <a:gd name="connsiteY11324" fmla="*/ 1104246 h 3215359"/>
                <a:gd name="connsiteX11325" fmla="*/ 1576178 w 2057605"/>
                <a:gd name="connsiteY11325" fmla="*/ 1106835 h 3215359"/>
                <a:gd name="connsiteX11326" fmla="*/ 1581357 w 2057605"/>
                <a:gd name="connsiteY11326" fmla="*/ 1112013 h 3215359"/>
                <a:gd name="connsiteX11327" fmla="*/ 1581357 w 2057605"/>
                <a:gd name="connsiteY11327" fmla="*/ 1114458 h 3215359"/>
                <a:gd name="connsiteX11328" fmla="*/ 1563665 w 2057605"/>
                <a:gd name="connsiteY11328" fmla="*/ 1114458 h 3215359"/>
                <a:gd name="connsiteX11329" fmla="*/ 1561075 w 2057605"/>
                <a:gd name="connsiteY11329" fmla="*/ 1109280 h 3215359"/>
                <a:gd name="connsiteX11330" fmla="*/ 1561075 w 2057605"/>
                <a:gd name="connsiteY11330" fmla="*/ 1106835 h 3215359"/>
                <a:gd name="connsiteX11331" fmla="*/ 1555897 w 2057605"/>
                <a:gd name="connsiteY11331" fmla="*/ 1106835 h 3215359"/>
                <a:gd name="connsiteX11332" fmla="*/ 1555897 w 2057605"/>
                <a:gd name="connsiteY11332" fmla="*/ 1104246 h 3215359"/>
                <a:gd name="connsiteX11333" fmla="*/ 1550863 w 2057605"/>
                <a:gd name="connsiteY11333" fmla="*/ 1099068 h 3215359"/>
                <a:gd name="connsiteX11334" fmla="*/ 1550863 w 2057605"/>
                <a:gd name="connsiteY11334" fmla="*/ 1096623 h 3215359"/>
                <a:gd name="connsiteX11335" fmla="*/ 1548418 w 2057605"/>
                <a:gd name="connsiteY11335" fmla="*/ 1096623 h 3215359"/>
                <a:gd name="connsiteX11336" fmla="*/ 1548418 w 2057605"/>
                <a:gd name="connsiteY11336" fmla="*/ 1086410 h 3215359"/>
                <a:gd name="connsiteX11337" fmla="*/ 1545685 w 2057605"/>
                <a:gd name="connsiteY11337" fmla="*/ 1086410 h 3215359"/>
                <a:gd name="connsiteX11338" fmla="*/ 1540794 w 2057605"/>
                <a:gd name="connsiteY11338" fmla="*/ 1083821 h 3215359"/>
                <a:gd name="connsiteX11339" fmla="*/ 1538205 w 2057605"/>
                <a:gd name="connsiteY11339" fmla="*/ 1083821 h 3215359"/>
                <a:gd name="connsiteX11340" fmla="*/ 1538205 w 2057605"/>
                <a:gd name="connsiteY11340" fmla="*/ 1086410 h 3215359"/>
                <a:gd name="connsiteX11341" fmla="*/ 1540794 w 2057605"/>
                <a:gd name="connsiteY11341" fmla="*/ 1088855 h 3215359"/>
                <a:gd name="connsiteX11342" fmla="*/ 1545685 w 2057605"/>
                <a:gd name="connsiteY11342" fmla="*/ 1088855 h 3215359"/>
                <a:gd name="connsiteX11343" fmla="*/ 1543240 w 2057605"/>
                <a:gd name="connsiteY11343" fmla="*/ 1091588 h 3215359"/>
                <a:gd name="connsiteX11344" fmla="*/ 1543240 w 2057605"/>
                <a:gd name="connsiteY11344" fmla="*/ 1094033 h 3215359"/>
                <a:gd name="connsiteX11345" fmla="*/ 1545685 w 2057605"/>
                <a:gd name="connsiteY11345" fmla="*/ 1094033 h 3215359"/>
                <a:gd name="connsiteX11346" fmla="*/ 1543240 w 2057605"/>
                <a:gd name="connsiteY11346" fmla="*/ 1099068 h 3215359"/>
                <a:gd name="connsiteX11347" fmla="*/ 1543240 w 2057605"/>
                <a:gd name="connsiteY11347" fmla="*/ 1101801 h 3215359"/>
                <a:gd name="connsiteX11348" fmla="*/ 1545685 w 2057605"/>
                <a:gd name="connsiteY11348" fmla="*/ 1104246 h 3215359"/>
                <a:gd name="connsiteX11349" fmla="*/ 1548418 w 2057605"/>
                <a:gd name="connsiteY11349" fmla="*/ 1106835 h 3215359"/>
                <a:gd name="connsiteX11350" fmla="*/ 1545685 w 2057605"/>
                <a:gd name="connsiteY11350" fmla="*/ 1112013 h 3215359"/>
                <a:gd name="connsiteX11351" fmla="*/ 1545685 w 2057605"/>
                <a:gd name="connsiteY11351" fmla="*/ 1114458 h 3215359"/>
                <a:gd name="connsiteX11352" fmla="*/ 1540794 w 2057605"/>
                <a:gd name="connsiteY11352" fmla="*/ 1114458 h 3215359"/>
                <a:gd name="connsiteX11353" fmla="*/ 1540794 w 2057605"/>
                <a:gd name="connsiteY11353" fmla="*/ 1117048 h 3215359"/>
                <a:gd name="connsiteX11354" fmla="*/ 1538205 w 2057605"/>
                <a:gd name="connsiteY11354" fmla="*/ 1119493 h 3215359"/>
                <a:gd name="connsiteX11355" fmla="*/ 1530150 w 2057605"/>
                <a:gd name="connsiteY11355" fmla="*/ 1116904 h 3215359"/>
                <a:gd name="connsiteX11356" fmla="*/ 1530150 w 2057605"/>
                <a:gd name="connsiteY11356" fmla="*/ 1114315 h 3215359"/>
                <a:gd name="connsiteX11357" fmla="*/ 1524828 w 2057605"/>
                <a:gd name="connsiteY11357" fmla="*/ 1111869 h 3215359"/>
                <a:gd name="connsiteX11358" fmla="*/ 1524828 w 2057605"/>
                <a:gd name="connsiteY11358" fmla="*/ 1106691 h 3215359"/>
                <a:gd name="connsiteX11359" fmla="*/ 1522383 w 2057605"/>
                <a:gd name="connsiteY11359" fmla="*/ 1101657 h 3215359"/>
                <a:gd name="connsiteX11360" fmla="*/ 1517349 w 2057605"/>
                <a:gd name="connsiteY11360" fmla="*/ 1098924 h 3215359"/>
                <a:gd name="connsiteX11361" fmla="*/ 1514903 w 2057605"/>
                <a:gd name="connsiteY11361" fmla="*/ 1098924 h 3215359"/>
                <a:gd name="connsiteX11362" fmla="*/ 1514903 w 2057605"/>
                <a:gd name="connsiteY11362" fmla="*/ 1104102 h 3215359"/>
                <a:gd name="connsiteX11363" fmla="*/ 1517349 w 2057605"/>
                <a:gd name="connsiteY11363" fmla="*/ 1104102 h 3215359"/>
                <a:gd name="connsiteX11364" fmla="*/ 1514903 w 2057605"/>
                <a:gd name="connsiteY11364" fmla="*/ 1106691 h 3215359"/>
                <a:gd name="connsiteX11365" fmla="*/ 1517349 w 2057605"/>
                <a:gd name="connsiteY11365" fmla="*/ 1109136 h 3215359"/>
                <a:gd name="connsiteX11366" fmla="*/ 1519938 w 2057605"/>
                <a:gd name="connsiteY11366" fmla="*/ 1116904 h 3215359"/>
                <a:gd name="connsiteX11367" fmla="*/ 1522383 w 2057605"/>
                <a:gd name="connsiteY11367" fmla="*/ 1119349 h 3215359"/>
                <a:gd name="connsiteX11368" fmla="*/ 1519938 w 2057605"/>
                <a:gd name="connsiteY11368" fmla="*/ 1122082 h 3215359"/>
                <a:gd name="connsiteX11369" fmla="*/ 1542808 w 2057605"/>
                <a:gd name="connsiteY11369" fmla="*/ 1132294 h 3215359"/>
                <a:gd name="connsiteX11370" fmla="*/ 1542808 w 2057605"/>
                <a:gd name="connsiteY11370" fmla="*/ 1134740 h 3215359"/>
                <a:gd name="connsiteX11371" fmla="*/ 1540363 w 2057605"/>
                <a:gd name="connsiteY11371" fmla="*/ 1137185 h 3215359"/>
                <a:gd name="connsiteX11372" fmla="*/ 1530150 w 2057605"/>
                <a:gd name="connsiteY11372" fmla="*/ 1137185 h 3215359"/>
                <a:gd name="connsiteX11373" fmla="*/ 1524828 w 2057605"/>
                <a:gd name="connsiteY11373" fmla="*/ 1139774 h 3215359"/>
                <a:gd name="connsiteX11374" fmla="*/ 1517349 w 2057605"/>
                <a:gd name="connsiteY11374" fmla="*/ 1139774 h 3215359"/>
                <a:gd name="connsiteX11375" fmla="*/ 1514903 w 2057605"/>
                <a:gd name="connsiteY11375" fmla="*/ 1142507 h 3215359"/>
                <a:gd name="connsiteX11376" fmla="*/ 1514903 w 2057605"/>
                <a:gd name="connsiteY11376" fmla="*/ 1139774 h 3215359"/>
                <a:gd name="connsiteX11377" fmla="*/ 1507136 w 2057605"/>
                <a:gd name="connsiteY11377" fmla="*/ 1139774 h 3215359"/>
                <a:gd name="connsiteX11378" fmla="*/ 1496924 w 2057605"/>
                <a:gd name="connsiteY11378" fmla="*/ 1134740 h 3215359"/>
                <a:gd name="connsiteX11379" fmla="*/ 1481533 w 2057605"/>
                <a:gd name="connsiteY11379" fmla="*/ 1134740 h 3215359"/>
                <a:gd name="connsiteX11380" fmla="*/ 1474053 w 2057605"/>
                <a:gd name="connsiteY11380" fmla="*/ 1132294 h 3215359"/>
                <a:gd name="connsiteX11381" fmla="*/ 1476499 w 2057605"/>
                <a:gd name="connsiteY11381" fmla="*/ 1129561 h 3215359"/>
                <a:gd name="connsiteX11382" fmla="*/ 1474053 w 2057605"/>
                <a:gd name="connsiteY11382" fmla="*/ 1129561 h 3215359"/>
                <a:gd name="connsiteX11383" fmla="*/ 1474053 w 2057605"/>
                <a:gd name="connsiteY11383" fmla="*/ 1127116 h 3215359"/>
                <a:gd name="connsiteX11384" fmla="*/ 1471320 w 2057605"/>
                <a:gd name="connsiteY11384" fmla="*/ 1122082 h 3215359"/>
                <a:gd name="connsiteX11385" fmla="*/ 1474053 w 2057605"/>
                <a:gd name="connsiteY11385" fmla="*/ 1119349 h 3215359"/>
                <a:gd name="connsiteX11386" fmla="*/ 1476499 w 2057605"/>
                <a:gd name="connsiteY11386" fmla="*/ 1114315 h 3215359"/>
                <a:gd name="connsiteX11387" fmla="*/ 1476499 w 2057605"/>
                <a:gd name="connsiteY11387" fmla="*/ 1112013 h 3215359"/>
                <a:gd name="connsiteX11388" fmla="*/ 1476499 w 2057605"/>
                <a:gd name="connsiteY11388" fmla="*/ 1109136 h 3215359"/>
                <a:gd name="connsiteX11389" fmla="*/ 1463841 w 2057605"/>
                <a:gd name="connsiteY11389" fmla="*/ 1096479 h 3215359"/>
                <a:gd name="connsiteX11390" fmla="*/ 1463841 w 2057605"/>
                <a:gd name="connsiteY11390" fmla="*/ 1099068 h 3215359"/>
                <a:gd name="connsiteX11391" fmla="*/ 1466286 w 2057605"/>
                <a:gd name="connsiteY11391" fmla="*/ 1104246 h 3215359"/>
                <a:gd name="connsiteX11392" fmla="*/ 1471320 w 2057605"/>
                <a:gd name="connsiteY11392" fmla="*/ 1106835 h 3215359"/>
                <a:gd name="connsiteX11393" fmla="*/ 1474053 w 2057605"/>
                <a:gd name="connsiteY11393" fmla="*/ 1109280 h 3215359"/>
                <a:gd name="connsiteX11394" fmla="*/ 1476499 w 2057605"/>
                <a:gd name="connsiteY11394" fmla="*/ 1112013 h 3215359"/>
                <a:gd name="connsiteX11395" fmla="*/ 1471320 w 2057605"/>
                <a:gd name="connsiteY11395" fmla="*/ 1112013 h 3215359"/>
                <a:gd name="connsiteX11396" fmla="*/ 1471320 w 2057605"/>
                <a:gd name="connsiteY11396" fmla="*/ 1114458 h 3215359"/>
                <a:gd name="connsiteX11397" fmla="*/ 1463841 w 2057605"/>
                <a:gd name="connsiteY11397" fmla="*/ 1119493 h 3215359"/>
                <a:gd name="connsiteX11398" fmla="*/ 1466286 w 2057605"/>
                <a:gd name="connsiteY11398" fmla="*/ 1124671 h 3215359"/>
                <a:gd name="connsiteX11399" fmla="*/ 1466286 w 2057605"/>
                <a:gd name="connsiteY11399" fmla="*/ 1132438 h 3215359"/>
                <a:gd name="connsiteX11400" fmla="*/ 1463841 w 2057605"/>
                <a:gd name="connsiteY11400" fmla="*/ 1134883 h 3215359"/>
                <a:gd name="connsiteX11401" fmla="*/ 1466286 w 2057605"/>
                <a:gd name="connsiteY11401" fmla="*/ 1137329 h 3215359"/>
                <a:gd name="connsiteX11402" fmla="*/ 1466286 w 2057605"/>
                <a:gd name="connsiteY11402" fmla="*/ 1139918 h 3215359"/>
                <a:gd name="connsiteX11403" fmla="*/ 1460389 w 2057605"/>
                <a:gd name="connsiteY11403" fmla="*/ 1139918 h 3215359"/>
                <a:gd name="connsiteX11404" fmla="*/ 1457943 w 2057605"/>
                <a:gd name="connsiteY11404" fmla="*/ 1137329 h 3215359"/>
                <a:gd name="connsiteX11405" fmla="*/ 1450176 w 2057605"/>
                <a:gd name="connsiteY11405" fmla="*/ 1134883 h 3215359"/>
                <a:gd name="connsiteX11406" fmla="*/ 1447731 w 2057605"/>
                <a:gd name="connsiteY11406" fmla="*/ 1132438 h 3215359"/>
                <a:gd name="connsiteX11407" fmla="*/ 1447731 w 2057605"/>
                <a:gd name="connsiteY11407" fmla="*/ 1129705 h 3215359"/>
                <a:gd name="connsiteX11408" fmla="*/ 1450176 w 2057605"/>
                <a:gd name="connsiteY11408" fmla="*/ 1127260 h 3215359"/>
                <a:gd name="connsiteX11409" fmla="*/ 1437518 w 2057605"/>
                <a:gd name="connsiteY11409" fmla="*/ 1124671 h 3215359"/>
                <a:gd name="connsiteX11410" fmla="*/ 1437518 w 2057605"/>
                <a:gd name="connsiteY11410" fmla="*/ 1122226 h 3215359"/>
                <a:gd name="connsiteX11411" fmla="*/ 1440251 w 2057605"/>
                <a:gd name="connsiteY11411" fmla="*/ 1119493 h 3215359"/>
                <a:gd name="connsiteX11412" fmla="*/ 1437518 w 2057605"/>
                <a:gd name="connsiteY11412" fmla="*/ 1117048 h 3215359"/>
                <a:gd name="connsiteX11413" fmla="*/ 1435073 w 2057605"/>
                <a:gd name="connsiteY11413" fmla="*/ 1114458 h 3215359"/>
                <a:gd name="connsiteX11414" fmla="*/ 1435073 w 2057605"/>
                <a:gd name="connsiteY11414" fmla="*/ 1106835 h 3215359"/>
                <a:gd name="connsiteX11415" fmla="*/ 1432484 w 2057605"/>
                <a:gd name="connsiteY11415" fmla="*/ 1104246 h 3215359"/>
                <a:gd name="connsiteX11416" fmla="*/ 1430039 w 2057605"/>
                <a:gd name="connsiteY11416" fmla="*/ 1101801 h 3215359"/>
                <a:gd name="connsiteX11417" fmla="*/ 1430039 w 2057605"/>
                <a:gd name="connsiteY11417" fmla="*/ 1104246 h 3215359"/>
                <a:gd name="connsiteX11418" fmla="*/ 1432484 w 2057605"/>
                <a:gd name="connsiteY11418" fmla="*/ 1112013 h 3215359"/>
                <a:gd name="connsiteX11419" fmla="*/ 1430039 w 2057605"/>
                <a:gd name="connsiteY11419" fmla="*/ 1114458 h 3215359"/>
                <a:gd name="connsiteX11420" fmla="*/ 1435073 w 2057605"/>
                <a:gd name="connsiteY11420" fmla="*/ 1119493 h 3215359"/>
                <a:gd name="connsiteX11421" fmla="*/ 1435073 w 2057605"/>
                <a:gd name="connsiteY11421" fmla="*/ 1124527 h 3215359"/>
                <a:gd name="connsiteX11422" fmla="*/ 1432484 w 2057605"/>
                <a:gd name="connsiteY11422" fmla="*/ 1127116 h 3215359"/>
                <a:gd name="connsiteX11423" fmla="*/ 1437518 w 2057605"/>
                <a:gd name="connsiteY11423" fmla="*/ 1129561 h 3215359"/>
                <a:gd name="connsiteX11424" fmla="*/ 1441258 w 2057605"/>
                <a:gd name="connsiteY11424" fmla="*/ 1132582 h 3215359"/>
                <a:gd name="connsiteX11425" fmla="*/ 1438525 w 2057605"/>
                <a:gd name="connsiteY11425" fmla="*/ 1137473 h 3215359"/>
                <a:gd name="connsiteX11426" fmla="*/ 1441258 w 2057605"/>
                <a:gd name="connsiteY11426" fmla="*/ 1140062 h 3215359"/>
                <a:gd name="connsiteX11427" fmla="*/ 1438525 w 2057605"/>
                <a:gd name="connsiteY11427" fmla="*/ 1140062 h 3215359"/>
                <a:gd name="connsiteX11428" fmla="*/ 1436080 w 2057605"/>
                <a:gd name="connsiteY11428" fmla="*/ 1137473 h 3215359"/>
                <a:gd name="connsiteX11429" fmla="*/ 1436080 w 2057605"/>
                <a:gd name="connsiteY11429" fmla="*/ 1142795 h 3215359"/>
                <a:gd name="connsiteX11430" fmla="*/ 1433491 w 2057605"/>
                <a:gd name="connsiteY11430" fmla="*/ 1142795 h 3215359"/>
                <a:gd name="connsiteX11431" fmla="*/ 1428313 w 2057605"/>
                <a:gd name="connsiteY11431" fmla="*/ 1140062 h 3215359"/>
                <a:gd name="connsiteX11432" fmla="*/ 1425868 w 2057605"/>
                <a:gd name="connsiteY11432" fmla="*/ 1135027 h 3215359"/>
                <a:gd name="connsiteX11433" fmla="*/ 1423278 w 2057605"/>
                <a:gd name="connsiteY11433" fmla="*/ 1135027 h 3215359"/>
                <a:gd name="connsiteX11434" fmla="*/ 1425868 w 2057605"/>
                <a:gd name="connsiteY11434" fmla="*/ 1140062 h 3215359"/>
                <a:gd name="connsiteX11435" fmla="*/ 1413066 w 2057605"/>
                <a:gd name="connsiteY11435" fmla="*/ 1140062 h 3215359"/>
                <a:gd name="connsiteX11436" fmla="*/ 1410621 w 2057605"/>
                <a:gd name="connsiteY11436" fmla="*/ 1137473 h 3215359"/>
                <a:gd name="connsiteX11437" fmla="*/ 1407888 w 2057605"/>
                <a:gd name="connsiteY11437" fmla="*/ 1135027 h 3215359"/>
                <a:gd name="connsiteX11438" fmla="*/ 1405443 w 2057605"/>
                <a:gd name="connsiteY11438" fmla="*/ 1135027 h 3215359"/>
                <a:gd name="connsiteX11439" fmla="*/ 1407888 w 2057605"/>
                <a:gd name="connsiteY11439" fmla="*/ 1129849 h 3215359"/>
                <a:gd name="connsiteX11440" fmla="*/ 1407888 w 2057605"/>
                <a:gd name="connsiteY11440" fmla="*/ 1127404 h 3215359"/>
                <a:gd name="connsiteX11441" fmla="*/ 1405443 w 2057605"/>
                <a:gd name="connsiteY11441" fmla="*/ 1124815 h 3215359"/>
                <a:gd name="connsiteX11442" fmla="*/ 1407888 w 2057605"/>
                <a:gd name="connsiteY11442" fmla="*/ 1124815 h 3215359"/>
                <a:gd name="connsiteX11443" fmla="*/ 1410621 w 2057605"/>
                <a:gd name="connsiteY11443" fmla="*/ 1122370 h 3215359"/>
                <a:gd name="connsiteX11444" fmla="*/ 1405443 w 2057605"/>
                <a:gd name="connsiteY11444" fmla="*/ 1109424 h 3215359"/>
                <a:gd name="connsiteX11445" fmla="*/ 1402853 w 2057605"/>
                <a:gd name="connsiteY11445" fmla="*/ 1106979 h 3215359"/>
                <a:gd name="connsiteX11446" fmla="*/ 1400408 w 2057605"/>
                <a:gd name="connsiteY11446" fmla="*/ 1104390 h 3215359"/>
                <a:gd name="connsiteX11447" fmla="*/ 1402853 w 2057605"/>
                <a:gd name="connsiteY11447" fmla="*/ 1099212 h 3215359"/>
                <a:gd name="connsiteX11448" fmla="*/ 1400408 w 2057605"/>
                <a:gd name="connsiteY11448" fmla="*/ 1091732 h 3215359"/>
                <a:gd name="connsiteX11449" fmla="*/ 1400408 w 2057605"/>
                <a:gd name="connsiteY11449" fmla="*/ 1088999 h 3215359"/>
                <a:gd name="connsiteX11450" fmla="*/ 1397675 w 2057605"/>
                <a:gd name="connsiteY11450" fmla="*/ 1088999 h 3215359"/>
                <a:gd name="connsiteX11451" fmla="*/ 1397675 w 2057605"/>
                <a:gd name="connsiteY11451" fmla="*/ 1086554 h 3215359"/>
                <a:gd name="connsiteX11452" fmla="*/ 1400408 w 2057605"/>
                <a:gd name="connsiteY11452" fmla="*/ 1083965 h 3215359"/>
                <a:gd name="connsiteX11453" fmla="*/ 1400408 w 2057605"/>
                <a:gd name="connsiteY11453" fmla="*/ 1076341 h 3215359"/>
                <a:gd name="connsiteX11454" fmla="*/ 1397675 w 2057605"/>
                <a:gd name="connsiteY11454" fmla="*/ 1076341 h 3215359"/>
                <a:gd name="connsiteX11455" fmla="*/ 1397675 w 2057605"/>
                <a:gd name="connsiteY11455" fmla="*/ 1084109 h 3215359"/>
                <a:gd name="connsiteX11456" fmla="*/ 1392641 w 2057605"/>
                <a:gd name="connsiteY11456" fmla="*/ 1091876 h 3215359"/>
                <a:gd name="connsiteX11457" fmla="*/ 1395230 w 2057605"/>
                <a:gd name="connsiteY11457" fmla="*/ 1094321 h 3215359"/>
                <a:gd name="connsiteX11458" fmla="*/ 1397675 w 2057605"/>
                <a:gd name="connsiteY11458" fmla="*/ 1102088 h 3215359"/>
                <a:gd name="connsiteX11459" fmla="*/ 1397675 w 2057605"/>
                <a:gd name="connsiteY11459" fmla="*/ 1107123 h 3215359"/>
                <a:gd name="connsiteX11460" fmla="*/ 1400408 w 2057605"/>
                <a:gd name="connsiteY11460" fmla="*/ 1109568 h 3215359"/>
                <a:gd name="connsiteX11461" fmla="*/ 1402853 w 2057605"/>
                <a:gd name="connsiteY11461" fmla="*/ 1122513 h 3215359"/>
                <a:gd name="connsiteX11462" fmla="*/ 1400408 w 2057605"/>
                <a:gd name="connsiteY11462" fmla="*/ 1127548 h 3215359"/>
                <a:gd name="connsiteX11463" fmla="*/ 1400408 w 2057605"/>
                <a:gd name="connsiteY11463" fmla="*/ 1137616 h 3215359"/>
                <a:gd name="connsiteX11464" fmla="*/ 1397675 w 2057605"/>
                <a:gd name="connsiteY11464" fmla="*/ 1137616 h 3215359"/>
                <a:gd name="connsiteX11465" fmla="*/ 1397675 w 2057605"/>
                <a:gd name="connsiteY11465" fmla="*/ 1124959 h 3215359"/>
                <a:gd name="connsiteX11466" fmla="*/ 1400408 w 2057605"/>
                <a:gd name="connsiteY11466" fmla="*/ 1124959 h 3215359"/>
                <a:gd name="connsiteX11467" fmla="*/ 1397675 w 2057605"/>
                <a:gd name="connsiteY11467" fmla="*/ 1122513 h 3215359"/>
                <a:gd name="connsiteX11468" fmla="*/ 1397675 w 2057605"/>
                <a:gd name="connsiteY11468" fmla="*/ 1109568 h 3215359"/>
                <a:gd name="connsiteX11469" fmla="*/ 1395230 w 2057605"/>
                <a:gd name="connsiteY11469" fmla="*/ 1107123 h 3215359"/>
                <a:gd name="connsiteX11470" fmla="*/ 1395230 w 2057605"/>
                <a:gd name="connsiteY11470" fmla="*/ 1112301 h 3215359"/>
                <a:gd name="connsiteX11471" fmla="*/ 1392641 w 2057605"/>
                <a:gd name="connsiteY11471" fmla="*/ 1117335 h 3215359"/>
                <a:gd name="connsiteX11472" fmla="*/ 1392641 w 2057605"/>
                <a:gd name="connsiteY11472" fmla="*/ 1127548 h 3215359"/>
                <a:gd name="connsiteX11473" fmla="*/ 1395230 w 2057605"/>
                <a:gd name="connsiteY11473" fmla="*/ 1127548 h 3215359"/>
                <a:gd name="connsiteX11474" fmla="*/ 1390196 w 2057605"/>
                <a:gd name="connsiteY11474" fmla="*/ 1135171 h 3215359"/>
                <a:gd name="connsiteX11475" fmla="*/ 1385018 w 2057605"/>
                <a:gd name="connsiteY11475" fmla="*/ 1135171 h 3215359"/>
                <a:gd name="connsiteX11476" fmla="*/ 1385018 w 2057605"/>
                <a:gd name="connsiteY11476" fmla="*/ 1132726 h 3215359"/>
                <a:gd name="connsiteX11477" fmla="*/ 1385018 w 2057605"/>
                <a:gd name="connsiteY11477" fmla="*/ 1129993 h 3215359"/>
                <a:gd name="connsiteX11478" fmla="*/ 1382428 w 2057605"/>
                <a:gd name="connsiteY11478" fmla="*/ 1132726 h 3215359"/>
                <a:gd name="connsiteX11479" fmla="*/ 1385018 w 2057605"/>
                <a:gd name="connsiteY11479" fmla="*/ 1132726 h 3215359"/>
                <a:gd name="connsiteX11480" fmla="*/ 1382428 w 2057605"/>
                <a:gd name="connsiteY11480" fmla="*/ 1135171 h 3215359"/>
                <a:gd name="connsiteX11481" fmla="*/ 1379983 w 2057605"/>
                <a:gd name="connsiteY11481" fmla="*/ 1132726 h 3215359"/>
                <a:gd name="connsiteX11482" fmla="*/ 1376387 w 2057605"/>
                <a:gd name="connsiteY11482" fmla="*/ 1132726 h 3215359"/>
                <a:gd name="connsiteX11483" fmla="*/ 1376387 w 2057605"/>
                <a:gd name="connsiteY11483" fmla="*/ 1129993 h 3215359"/>
                <a:gd name="connsiteX11484" fmla="*/ 1373942 w 2057605"/>
                <a:gd name="connsiteY11484" fmla="*/ 1127548 h 3215359"/>
                <a:gd name="connsiteX11485" fmla="*/ 1371497 w 2057605"/>
                <a:gd name="connsiteY11485" fmla="*/ 1124959 h 3215359"/>
                <a:gd name="connsiteX11486" fmla="*/ 1371497 w 2057605"/>
                <a:gd name="connsiteY11486" fmla="*/ 1119780 h 3215359"/>
                <a:gd name="connsiteX11487" fmla="*/ 1368908 w 2057605"/>
                <a:gd name="connsiteY11487" fmla="*/ 1114746 h 3215359"/>
                <a:gd name="connsiteX11488" fmla="*/ 1368908 w 2057605"/>
                <a:gd name="connsiteY11488" fmla="*/ 1117335 h 3215359"/>
                <a:gd name="connsiteX11489" fmla="*/ 1366462 w 2057605"/>
                <a:gd name="connsiteY11489" fmla="*/ 1117335 h 3215359"/>
                <a:gd name="connsiteX11490" fmla="*/ 1366462 w 2057605"/>
                <a:gd name="connsiteY11490" fmla="*/ 1119780 h 3215359"/>
                <a:gd name="connsiteX11491" fmla="*/ 1363729 w 2057605"/>
                <a:gd name="connsiteY11491" fmla="*/ 1117335 h 3215359"/>
                <a:gd name="connsiteX11492" fmla="*/ 1361284 w 2057605"/>
                <a:gd name="connsiteY11492" fmla="*/ 1114746 h 3215359"/>
                <a:gd name="connsiteX11493" fmla="*/ 1363729 w 2057605"/>
                <a:gd name="connsiteY11493" fmla="*/ 1114746 h 3215359"/>
                <a:gd name="connsiteX11494" fmla="*/ 1363729 w 2057605"/>
                <a:gd name="connsiteY11494" fmla="*/ 1107123 h 3215359"/>
                <a:gd name="connsiteX11495" fmla="*/ 1368908 w 2057605"/>
                <a:gd name="connsiteY11495" fmla="*/ 1102088 h 3215359"/>
                <a:gd name="connsiteX11496" fmla="*/ 1368908 w 2057605"/>
                <a:gd name="connsiteY11496" fmla="*/ 1099355 h 3215359"/>
                <a:gd name="connsiteX11497" fmla="*/ 1366462 w 2057605"/>
                <a:gd name="connsiteY11497" fmla="*/ 1094321 h 3215359"/>
                <a:gd name="connsiteX11498" fmla="*/ 1366462 w 2057605"/>
                <a:gd name="connsiteY11498" fmla="*/ 1091876 h 3215359"/>
                <a:gd name="connsiteX11499" fmla="*/ 1371497 w 2057605"/>
                <a:gd name="connsiteY11499" fmla="*/ 1091876 h 3215359"/>
                <a:gd name="connsiteX11500" fmla="*/ 1366462 w 2057605"/>
                <a:gd name="connsiteY11500" fmla="*/ 1089143 h 3215359"/>
                <a:gd name="connsiteX11501" fmla="*/ 1363729 w 2057605"/>
                <a:gd name="connsiteY11501" fmla="*/ 1081663 h 3215359"/>
                <a:gd name="connsiteX11502" fmla="*/ 1363729 w 2057605"/>
                <a:gd name="connsiteY11502" fmla="*/ 1073896 h 3215359"/>
                <a:gd name="connsiteX11503" fmla="*/ 1366462 w 2057605"/>
                <a:gd name="connsiteY11503" fmla="*/ 1069006 h 3215359"/>
                <a:gd name="connsiteX11504" fmla="*/ 1368908 w 2057605"/>
                <a:gd name="connsiteY11504" fmla="*/ 1066273 h 3215359"/>
                <a:gd name="connsiteX11505" fmla="*/ 1371497 w 2057605"/>
                <a:gd name="connsiteY11505" fmla="*/ 1063684 h 3215359"/>
                <a:gd name="connsiteX11506" fmla="*/ 1373942 w 2057605"/>
                <a:gd name="connsiteY11506" fmla="*/ 1063684 h 3215359"/>
                <a:gd name="connsiteX11507" fmla="*/ 1373942 w 2057605"/>
                <a:gd name="connsiteY11507" fmla="*/ 1061238 h 3215359"/>
                <a:gd name="connsiteX11508" fmla="*/ 1376387 w 2057605"/>
                <a:gd name="connsiteY11508" fmla="*/ 1061238 h 3215359"/>
                <a:gd name="connsiteX11509" fmla="*/ 1379120 w 2057605"/>
                <a:gd name="connsiteY11509" fmla="*/ 1058793 h 3215359"/>
                <a:gd name="connsiteX11510" fmla="*/ 1381565 w 2057605"/>
                <a:gd name="connsiteY11510" fmla="*/ 1053471 h 3215359"/>
                <a:gd name="connsiteX11511" fmla="*/ 1381565 w 2057605"/>
                <a:gd name="connsiteY11511" fmla="*/ 1051026 h 3215359"/>
                <a:gd name="connsiteX11512" fmla="*/ 1384154 w 2057605"/>
                <a:gd name="connsiteY11512" fmla="*/ 1053471 h 3215359"/>
                <a:gd name="connsiteX11513" fmla="*/ 1386600 w 2057605"/>
                <a:gd name="connsiteY11513" fmla="*/ 1051026 h 3215359"/>
                <a:gd name="connsiteX11514" fmla="*/ 1389333 w 2057605"/>
                <a:gd name="connsiteY11514" fmla="*/ 1043402 h 3215359"/>
                <a:gd name="connsiteX11515" fmla="*/ 1394367 w 2057605"/>
                <a:gd name="connsiteY11515" fmla="*/ 1038368 h 3215359"/>
                <a:gd name="connsiteX11516" fmla="*/ 1396381 w 2057605"/>
                <a:gd name="connsiteY11516" fmla="*/ 1038368 h 3215359"/>
                <a:gd name="connsiteX11517" fmla="*/ 1396381 w 2057605"/>
                <a:gd name="connsiteY11517" fmla="*/ 1035635 h 3215359"/>
                <a:gd name="connsiteX11518" fmla="*/ 1391346 w 2057605"/>
                <a:gd name="connsiteY11518" fmla="*/ 1035635 h 3215359"/>
                <a:gd name="connsiteX11519" fmla="*/ 1396381 w 2057605"/>
                <a:gd name="connsiteY11519" fmla="*/ 1033190 h 3215359"/>
                <a:gd name="connsiteX11520" fmla="*/ 1396381 w 2057605"/>
                <a:gd name="connsiteY11520" fmla="*/ 1030601 h 3215359"/>
                <a:gd name="connsiteX11521" fmla="*/ 1399114 w 2057605"/>
                <a:gd name="connsiteY11521" fmla="*/ 1033190 h 3215359"/>
                <a:gd name="connsiteX11522" fmla="*/ 1399114 w 2057605"/>
                <a:gd name="connsiteY11522" fmla="*/ 1030169 h 3215359"/>
                <a:gd name="connsiteX11523" fmla="*/ 1404148 w 2057605"/>
                <a:gd name="connsiteY11523" fmla="*/ 1030169 h 3215359"/>
                <a:gd name="connsiteX11524" fmla="*/ 1404148 w 2057605"/>
                <a:gd name="connsiteY11524" fmla="*/ 1027724 h 3215359"/>
                <a:gd name="connsiteX11525" fmla="*/ 1406593 w 2057605"/>
                <a:gd name="connsiteY11525" fmla="*/ 1027724 h 3215359"/>
                <a:gd name="connsiteX11526" fmla="*/ 1406593 w 2057605"/>
                <a:gd name="connsiteY11526" fmla="*/ 1030169 h 3215359"/>
                <a:gd name="connsiteX11527" fmla="*/ 1411771 w 2057605"/>
                <a:gd name="connsiteY11527" fmla="*/ 1027724 h 3215359"/>
                <a:gd name="connsiteX11528" fmla="*/ 1416806 w 2057605"/>
                <a:gd name="connsiteY11528" fmla="*/ 1027724 h 3215359"/>
                <a:gd name="connsiteX11529" fmla="*/ 1419539 w 2057605"/>
                <a:gd name="connsiteY11529" fmla="*/ 1024991 h 3215359"/>
                <a:gd name="connsiteX11530" fmla="*/ 1402997 w 2057605"/>
                <a:gd name="connsiteY11530" fmla="*/ 958106 h 3215359"/>
                <a:gd name="connsiteX11531" fmla="*/ 1399114 w 2057605"/>
                <a:gd name="connsiteY11531" fmla="*/ 956236 h 3215359"/>
                <a:gd name="connsiteX11532" fmla="*/ 1396381 w 2057605"/>
                <a:gd name="connsiteY11532" fmla="*/ 956236 h 3215359"/>
                <a:gd name="connsiteX11533" fmla="*/ 1396381 w 2057605"/>
                <a:gd name="connsiteY11533" fmla="*/ 940846 h 3215359"/>
                <a:gd name="connsiteX11534" fmla="*/ 1398682 w 2057605"/>
                <a:gd name="connsiteY11534" fmla="*/ 940846 h 3215359"/>
                <a:gd name="connsiteX11535" fmla="*/ 1398682 w 2057605"/>
                <a:gd name="connsiteY11535" fmla="*/ 939264 h 3215359"/>
                <a:gd name="connsiteX11536" fmla="*/ 1396812 w 2057605"/>
                <a:gd name="connsiteY11536" fmla="*/ 935811 h 3215359"/>
                <a:gd name="connsiteX11537" fmla="*/ 1394367 w 2057605"/>
                <a:gd name="connsiteY11537" fmla="*/ 935811 h 3215359"/>
                <a:gd name="connsiteX11538" fmla="*/ 1394367 w 2057605"/>
                <a:gd name="connsiteY11538" fmla="*/ 933366 h 3215359"/>
                <a:gd name="connsiteX11539" fmla="*/ 1396237 w 2057605"/>
                <a:gd name="connsiteY11539" fmla="*/ 933366 h 3215359"/>
                <a:gd name="connsiteX11540" fmla="*/ 1396237 w 2057605"/>
                <a:gd name="connsiteY11540" fmla="*/ 931784 h 3215359"/>
                <a:gd name="connsiteX11541" fmla="*/ 1394367 w 2057605"/>
                <a:gd name="connsiteY11541" fmla="*/ 924592 h 3215359"/>
                <a:gd name="connsiteX11542" fmla="*/ 1394367 w 2057605"/>
                <a:gd name="connsiteY11542" fmla="*/ 923154 h 3215359"/>
                <a:gd name="connsiteX11543" fmla="*/ 1375812 w 2057605"/>
                <a:gd name="connsiteY11543" fmla="*/ 846200 h 3215359"/>
                <a:gd name="connsiteX11544" fmla="*/ 1374086 w 2057605"/>
                <a:gd name="connsiteY11544" fmla="*/ 851378 h 3215359"/>
                <a:gd name="connsiteX11545" fmla="*/ 1371640 w 2057605"/>
                <a:gd name="connsiteY11545" fmla="*/ 880146 h 3215359"/>
                <a:gd name="connsiteX11546" fmla="*/ 1369052 w 2057605"/>
                <a:gd name="connsiteY11546" fmla="*/ 880146 h 3215359"/>
                <a:gd name="connsiteX11547" fmla="*/ 1366606 w 2057605"/>
                <a:gd name="connsiteY11547" fmla="*/ 877413 h 3215359"/>
                <a:gd name="connsiteX11548" fmla="*/ 1363873 w 2057605"/>
                <a:gd name="connsiteY11548" fmla="*/ 874968 h 3215359"/>
                <a:gd name="connsiteX11549" fmla="*/ 1358839 w 2057605"/>
                <a:gd name="connsiteY11549" fmla="*/ 869934 h 3215359"/>
                <a:gd name="connsiteX11550" fmla="*/ 1348627 w 2057605"/>
                <a:gd name="connsiteY11550" fmla="*/ 846776 h 3215359"/>
                <a:gd name="connsiteX11551" fmla="*/ 1346181 w 2057605"/>
                <a:gd name="connsiteY11551" fmla="*/ 844330 h 3215359"/>
                <a:gd name="connsiteX11552" fmla="*/ 1346181 w 2057605"/>
                <a:gd name="connsiteY11552" fmla="*/ 841741 h 3215359"/>
                <a:gd name="connsiteX11553" fmla="*/ 1343448 w 2057605"/>
                <a:gd name="connsiteY11553" fmla="*/ 841741 h 3215359"/>
                <a:gd name="connsiteX11554" fmla="*/ 1343448 w 2057605"/>
                <a:gd name="connsiteY11554" fmla="*/ 839296 h 3215359"/>
                <a:gd name="connsiteX11555" fmla="*/ 1341003 w 2057605"/>
                <a:gd name="connsiteY11555" fmla="*/ 839296 h 3215359"/>
                <a:gd name="connsiteX11556" fmla="*/ 1341003 w 2057605"/>
                <a:gd name="connsiteY11556" fmla="*/ 836563 h 3215359"/>
                <a:gd name="connsiteX11557" fmla="*/ 1338414 w 2057605"/>
                <a:gd name="connsiteY11557" fmla="*/ 834118 h 3215359"/>
                <a:gd name="connsiteX11558" fmla="*/ 1330790 w 2057605"/>
                <a:gd name="connsiteY11558" fmla="*/ 813693 h 3215359"/>
                <a:gd name="connsiteX11559" fmla="*/ 1330790 w 2057605"/>
                <a:gd name="connsiteY11559" fmla="*/ 811104 h 3215359"/>
                <a:gd name="connsiteX11560" fmla="*/ 1328201 w 2057605"/>
                <a:gd name="connsiteY11560" fmla="*/ 813693 h 3215359"/>
                <a:gd name="connsiteX11561" fmla="*/ 1328201 w 2057605"/>
                <a:gd name="connsiteY11561" fmla="*/ 821316 h 3215359"/>
                <a:gd name="connsiteX11562" fmla="*/ 1330790 w 2057605"/>
                <a:gd name="connsiteY11562" fmla="*/ 836563 h 3215359"/>
                <a:gd name="connsiteX11563" fmla="*/ 1333236 w 2057605"/>
                <a:gd name="connsiteY11563" fmla="*/ 839296 h 3215359"/>
                <a:gd name="connsiteX11564" fmla="*/ 1335969 w 2057605"/>
                <a:gd name="connsiteY11564" fmla="*/ 841741 h 3215359"/>
                <a:gd name="connsiteX11565" fmla="*/ 1341003 w 2057605"/>
                <a:gd name="connsiteY11565" fmla="*/ 844330 h 3215359"/>
                <a:gd name="connsiteX11566" fmla="*/ 1343448 w 2057605"/>
                <a:gd name="connsiteY11566" fmla="*/ 859721 h 3215359"/>
                <a:gd name="connsiteX11567" fmla="*/ 1346181 w 2057605"/>
                <a:gd name="connsiteY11567" fmla="*/ 867201 h 3215359"/>
                <a:gd name="connsiteX11568" fmla="*/ 1348627 w 2057605"/>
                <a:gd name="connsiteY11568" fmla="*/ 874968 h 3215359"/>
                <a:gd name="connsiteX11569" fmla="*/ 1351215 w 2057605"/>
                <a:gd name="connsiteY11569" fmla="*/ 880146 h 3215359"/>
                <a:gd name="connsiteX11570" fmla="*/ 1351215 w 2057605"/>
                <a:gd name="connsiteY11570" fmla="*/ 882591 h 3215359"/>
                <a:gd name="connsiteX11571" fmla="*/ 1348195 w 2057605"/>
                <a:gd name="connsiteY11571" fmla="*/ 882591 h 3215359"/>
                <a:gd name="connsiteX11572" fmla="*/ 1343017 w 2057605"/>
                <a:gd name="connsiteY11572" fmla="*/ 872379 h 3215359"/>
                <a:gd name="connsiteX11573" fmla="*/ 1337982 w 2057605"/>
                <a:gd name="connsiteY11573" fmla="*/ 872379 h 3215359"/>
                <a:gd name="connsiteX11574" fmla="*/ 1332804 w 2057605"/>
                <a:gd name="connsiteY11574" fmla="*/ 862166 h 3215359"/>
                <a:gd name="connsiteX11575" fmla="*/ 1327770 w 2057605"/>
                <a:gd name="connsiteY11575" fmla="*/ 856988 h 3215359"/>
                <a:gd name="connsiteX11576" fmla="*/ 1320146 w 2057605"/>
                <a:gd name="connsiteY11576" fmla="*/ 856988 h 3215359"/>
                <a:gd name="connsiteX11577" fmla="*/ 1317557 w 2057605"/>
                <a:gd name="connsiteY11577" fmla="*/ 859721 h 3215359"/>
                <a:gd name="connsiteX11578" fmla="*/ 1309934 w 2057605"/>
                <a:gd name="connsiteY11578" fmla="*/ 859721 h 3215359"/>
                <a:gd name="connsiteX11579" fmla="*/ 1315112 w 2057605"/>
                <a:gd name="connsiteY11579" fmla="*/ 862166 h 3215359"/>
                <a:gd name="connsiteX11580" fmla="*/ 1317557 w 2057605"/>
                <a:gd name="connsiteY11580" fmla="*/ 864755 h 3215359"/>
                <a:gd name="connsiteX11581" fmla="*/ 1325325 w 2057605"/>
                <a:gd name="connsiteY11581" fmla="*/ 864755 h 3215359"/>
                <a:gd name="connsiteX11582" fmla="*/ 1322592 w 2057605"/>
                <a:gd name="connsiteY11582" fmla="*/ 867201 h 3215359"/>
                <a:gd name="connsiteX11583" fmla="*/ 1322592 w 2057605"/>
                <a:gd name="connsiteY11583" fmla="*/ 872379 h 3215359"/>
                <a:gd name="connsiteX11584" fmla="*/ 1325325 w 2057605"/>
                <a:gd name="connsiteY11584" fmla="*/ 877413 h 3215359"/>
                <a:gd name="connsiteX11585" fmla="*/ 1325325 w 2057605"/>
                <a:gd name="connsiteY11585" fmla="*/ 885180 h 3215359"/>
                <a:gd name="connsiteX11586" fmla="*/ 1320146 w 2057605"/>
                <a:gd name="connsiteY11586" fmla="*/ 887626 h 3215359"/>
                <a:gd name="connsiteX11587" fmla="*/ 1304900 w 2057605"/>
                <a:gd name="connsiteY11587" fmla="*/ 887626 h 3215359"/>
                <a:gd name="connsiteX11588" fmla="*/ 1299721 w 2057605"/>
                <a:gd name="connsiteY11588" fmla="*/ 885180 h 3215359"/>
                <a:gd name="connsiteX11589" fmla="*/ 1297132 w 2057605"/>
                <a:gd name="connsiteY11589" fmla="*/ 882591 h 3215359"/>
                <a:gd name="connsiteX11590" fmla="*/ 1287064 w 2057605"/>
                <a:gd name="connsiteY11590" fmla="*/ 882591 h 3215359"/>
                <a:gd name="connsiteX11591" fmla="*/ 1276851 w 2057605"/>
                <a:gd name="connsiteY11591" fmla="*/ 872379 h 3215359"/>
                <a:gd name="connsiteX11592" fmla="*/ 1274262 w 2057605"/>
                <a:gd name="connsiteY11592" fmla="*/ 874968 h 3215359"/>
                <a:gd name="connsiteX11593" fmla="*/ 1271817 w 2057605"/>
                <a:gd name="connsiteY11593" fmla="*/ 877413 h 3215359"/>
                <a:gd name="connsiteX11594" fmla="*/ 1269084 w 2057605"/>
                <a:gd name="connsiteY11594" fmla="*/ 877413 h 3215359"/>
                <a:gd name="connsiteX11595" fmla="*/ 1266639 w 2057605"/>
                <a:gd name="connsiteY11595" fmla="*/ 874968 h 3215359"/>
                <a:gd name="connsiteX11596" fmla="*/ 1266639 w 2057605"/>
                <a:gd name="connsiteY11596" fmla="*/ 866625 h 3215359"/>
                <a:gd name="connsiteX11597" fmla="*/ 1261604 w 2057605"/>
                <a:gd name="connsiteY11597" fmla="*/ 866625 h 3215359"/>
                <a:gd name="connsiteX11598" fmla="*/ 1261604 w 2057605"/>
                <a:gd name="connsiteY11598" fmla="*/ 864180 h 3215359"/>
                <a:gd name="connsiteX11599" fmla="*/ 1258871 w 2057605"/>
                <a:gd name="connsiteY11599" fmla="*/ 864180 h 3215359"/>
                <a:gd name="connsiteX11600" fmla="*/ 1253837 w 2057605"/>
                <a:gd name="connsiteY11600" fmla="*/ 859146 h 3215359"/>
                <a:gd name="connsiteX11601" fmla="*/ 1251392 w 2057605"/>
                <a:gd name="connsiteY11601" fmla="*/ 859146 h 3215359"/>
                <a:gd name="connsiteX11602" fmla="*/ 1251392 w 2057605"/>
                <a:gd name="connsiteY11602" fmla="*/ 853967 h 3215359"/>
                <a:gd name="connsiteX11603" fmla="*/ 1246214 w 2057605"/>
                <a:gd name="connsiteY11603" fmla="*/ 851378 h 3215359"/>
                <a:gd name="connsiteX11604" fmla="*/ 1243625 w 2057605"/>
                <a:gd name="connsiteY11604" fmla="*/ 851378 h 3215359"/>
                <a:gd name="connsiteX11605" fmla="*/ 1243625 w 2057605"/>
                <a:gd name="connsiteY11605" fmla="*/ 848933 h 3215359"/>
                <a:gd name="connsiteX11606" fmla="*/ 1241179 w 2057605"/>
                <a:gd name="connsiteY11606" fmla="*/ 846200 h 3215359"/>
                <a:gd name="connsiteX11607" fmla="*/ 1241179 w 2057605"/>
                <a:gd name="connsiteY11607" fmla="*/ 835844 h 3215359"/>
                <a:gd name="connsiteX11608" fmla="*/ 1246214 w 2057605"/>
                <a:gd name="connsiteY11608" fmla="*/ 835844 h 3215359"/>
                <a:gd name="connsiteX11609" fmla="*/ 1243625 w 2057605"/>
                <a:gd name="connsiteY11609" fmla="*/ 833399 h 3215359"/>
                <a:gd name="connsiteX11610" fmla="*/ 1248659 w 2057605"/>
                <a:gd name="connsiteY11610" fmla="*/ 835844 h 3215359"/>
                <a:gd name="connsiteX11611" fmla="*/ 1253837 w 2057605"/>
                <a:gd name="connsiteY11611" fmla="*/ 835844 h 3215359"/>
                <a:gd name="connsiteX11612" fmla="*/ 1256426 w 2057605"/>
                <a:gd name="connsiteY11612" fmla="*/ 833399 h 3215359"/>
                <a:gd name="connsiteX11613" fmla="*/ 1253837 w 2057605"/>
                <a:gd name="connsiteY11613" fmla="*/ 830809 h 3215359"/>
                <a:gd name="connsiteX11614" fmla="*/ 1266639 w 2057605"/>
                <a:gd name="connsiteY11614" fmla="*/ 830809 h 3215359"/>
                <a:gd name="connsiteX11615" fmla="*/ 1274262 w 2057605"/>
                <a:gd name="connsiteY11615" fmla="*/ 825631 h 3215359"/>
                <a:gd name="connsiteX11616" fmla="*/ 1279296 w 2057605"/>
                <a:gd name="connsiteY11616" fmla="*/ 828364 h 3215359"/>
                <a:gd name="connsiteX11617" fmla="*/ 1283036 w 2057605"/>
                <a:gd name="connsiteY11617" fmla="*/ 828364 h 3215359"/>
                <a:gd name="connsiteX11618" fmla="*/ 1283036 w 2057605"/>
                <a:gd name="connsiteY11618" fmla="*/ 823186 h 3215359"/>
                <a:gd name="connsiteX11619" fmla="*/ 1280303 w 2057605"/>
                <a:gd name="connsiteY11619" fmla="*/ 823186 h 3215359"/>
                <a:gd name="connsiteX11620" fmla="*/ 1259878 w 2057605"/>
                <a:gd name="connsiteY11620" fmla="*/ 820597 h 3215359"/>
                <a:gd name="connsiteX11621" fmla="*/ 1254844 w 2057605"/>
                <a:gd name="connsiteY11621" fmla="*/ 820597 h 3215359"/>
                <a:gd name="connsiteX11622" fmla="*/ 1252399 w 2057605"/>
                <a:gd name="connsiteY11622" fmla="*/ 818152 h 3215359"/>
                <a:gd name="connsiteX11623" fmla="*/ 1249666 w 2057605"/>
                <a:gd name="connsiteY11623" fmla="*/ 815706 h 3215359"/>
                <a:gd name="connsiteX11624" fmla="*/ 1244631 w 2057605"/>
                <a:gd name="connsiteY11624" fmla="*/ 815706 h 3215359"/>
                <a:gd name="connsiteX11625" fmla="*/ 1242186 w 2057605"/>
                <a:gd name="connsiteY11625" fmla="*/ 820597 h 3215359"/>
                <a:gd name="connsiteX11626" fmla="*/ 1231974 w 2057605"/>
                <a:gd name="connsiteY11626" fmla="*/ 820597 h 3215359"/>
                <a:gd name="connsiteX11627" fmla="*/ 1229241 w 2057605"/>
                <a:gd name="connsiteY11627" fmla="*/ 818152 h 3215359"/>
                <a:gd name="connsiteX11628" fmla="*/ 1226796 w 2057605"/>
                <a:gd name="connsiteY11628" fmla="*/ 812974 h 3215359"/>
                <a:gd name="connsiteX11629" fmla="*/ 1226796 w 2057605"/>
                <a:gd name="connsiteY11629" fmla="*/ 810384 h 3215359"/>
                <a:gd name="connsiteX11630" fmla="*/ 1229241 w 2057605"/>
                <a:gd name="connsiteY11630" fmla="*/ 810384 h 3215359"/>
                <a:gd name="connsiteX11631" fmla="*/ 1229241 w 2057605"/>
                <a:gd name="connsiteY11631" fmla="*/ 807939 h 3215359"/>
                <a:gd name="connsiteX11632" fmla="*/ 1221761 w 2057605"/>
                <a:gd name="connsiteY11632" fmla="*/ 807939 h 3215359"/>
                <a:gd name="connsiteX11633" fmla="*/ 1219316 w 2057605"/>
                <a:gd name="connsiteY11633" fmla="*/ 805494 h 3215359"/>
                <a:gd name="connsiteX11634" fmla="*/ 1216583 w 2057605"/>
                <a:gd name="connsiteY11634" fmla="*/ 800316 h 3215359"/>
                <a:gd name="connsiteX11635" fmla="*/ 1216583 w 2057605"/>
                <a:gd name="connsiteY11635" fmla="*/ 792549 h 3215359"/>
                <a:gd name="connsiteX11636" fmla="*/ 1213994 w 2057605"/>
                <a:gd name="connsiteY11636" fmla="*/ 792549 h 3215359"/>
                <a:gd name="connsiteX11637" fmla="*/ 1221761 w 2057605"/>
                <a:gd name="connsiteY11637" fmla="*/ 790103 h 3215359"/>
                <a:gd name="connsiteX11638" fmla="*/ 1234419 w 2057605"/>
                <a:gd name="connsiteY11638" fmla="*/ 797727 h 3215359"/>
                <a:gd name="connsiteX11639" fmla="*/ 1239453 w 2057605"/>
                <a:gd name="connsiteY11639" fmla="*/ 797727 h 3215359"/>
                <a:gd name="connsiteX11640" fmla="*/ 1239453 w 2057605"/>
                <a:gd name="connsiteY11640" fmla="*/ 795281 h 3215359"/>
                <a:gd name="connsiteX11641" fmla="*/ 1231974 w 2057605"/>
                <a:gd name="connsiteY11641" fmla="*/ 790103 h 3215359"/>
                <a:gd name="connsiteX11642" fmla="*/ 1229241 w 2057605"/>
                <a:gd name="connsiteY11642" fmla="*/ 787514 h 3215359"/>
                <a:gd name="connsiteX11643" fmla="*/ 1226796 w 2057605"/>
                <a:gd name="connsiteY11643" fmla="*/ 787514 h 3215359"/>
                <a:gd name="connsiteX11644" fmla="*/ 1221761 w 2057605"/>
                <a:gd name="connsiteY11644" fmla="*/ 785069 h 3215359"/>
                <a:gd name="connsiteX11645" fmla="*/ 1213994 w 2057605"/>
                <a:gd name="connsiteY11645" fmla="*/ 785069 h 3215359"/>
                <a:gd name="connsiteX11646" fmla="*/ 1209103 w 2057605"/>
                <a:gd name="connsiteY11646" fmla="*/ 777302 h 3215359"/>
                <a:gd name="connsiteX11647" fmla="*/ 1209103 w 2057605"/>
                <a:gd name="connsiteY11647" fmla="*/ 774856 h 3215359"/>
                <a:gd name="connsiteX11648" fmla="*/ 1206370 w 2057605"/>
                <a:gd name="connsiteY11648" fmla="*/ 772123 h 3215359"/>
                <a:gd name="connsiteX11649" fmla="*/ 1203925 w 2057605"/>
                <a:gd name="connsiteY11649" fmla="*/ 772123 h 3215359"/>
                <a:gd name="connsiteX11650" fmla="*/ 1203925 w 2057605"/>
                <a:gd name="connsiteY11650" fmla="*/ 764644 h 3215359"/>
                <a:gd name="connsiteX11651" fmla="*/ 1201336 w 2057605"/>
                <a:gd name="connsiteY11651" fmla="*/ 761911 h 3215359"/>
                <a:gd name="connsiteX11652" fmla="*/ 1206370 w 2057605"/>
                <a:gd name="connsiteY11652" fmla="*/ 756877 h 3215359"/>
                <a:gd name="connsiteX11653" fmla="*/ 1209103 w 2057605"/>
                <a:gd name="connsiteY11653" fmla="*/ 754431 h 3215359"/>
                <a:gd name="connsiteX11654" fmla="*/ 1213994 w 2057605"/>
                <a:gd name="connsiteY11654" fmla="*/ 754431 h 3215359"/>
                <a:gd name="connsiteX11655" fmla="*/ 1216583 w 2057605"/>
                <a:gd name="connsiteY11655" fmla="*/ 751698 h 3215359"/>
                <a:gd name="connsiteX11656" fmla="*/ 1219316 w 2057605"/>
                <a:gd name="connsiteY11656" fmla="*/ 751698 h 3215359"/>
                <a:gd name="connsiteX11657" fmla="*/ 1219316 w 2057605"/>
                <a:gd name="connsiteY11657" fmla="*/ 746664 h 3215359"/>
                <a:gd name="connsiteX11658" fmla="*/ 1224206 w 2057605"/>
                <a:gd name="connsiteY11658" fmla="*/ 744219 h 3215359"/>
                <a:gd name="connsiteX11659" fmla="*/ 1224206 w 2057605"/>
                <a:gd name="connsiteY11659" fmla="*/ 734006 h 3215359"/>
                <a:gd name="connsiteX11660" fmla="*/ 1231974 w 2057605"/>
                <a:gd name="connsiteY11660" fmla="*/ 734006 h 3215359"/>
                <a:gd name="connsiteX11661" fmla="*/ 1242186 w 2057605"/>
                <a:gd name="connsiteY11661" fmla="*/ 736452 h 3215359"/>
                <a:gd name="connsiteX11662" fmla="*/ 1242186 w 2057605"/>
                <a:gd name="connsiteY11662" fmla="*/ 734006 h 3215359"/>
                <a:gd name="connsiteX11663" fmla="*/ 1265056 w 2057605"/>
                <a:gd name="connsiteY11663" fmla="*/ 734006 h 3215359"/>
                <a:gd name="connsiteX11664" fmla="*/ 1270091 w 2057605"/>
                <a:gd name="connsiteY11664" fmla="*/ 731561 h 3215359"/>
                <a:gd name="connsiteX11665" fmla="*/ 1272824 w 2057605"/>
                <a:gd name="connsiteY11665" fmla="*/ 731561 h 3215359"/>
                <a:gd name="connsiteX11666" fmla="*/ 1275269 w 2057605"/>
                <a:gd name="connsiteY11666" fmla="*/ 728828 h 3215359"/>
                <a:gd name="connsiteX11667" fmla="*/ 1277858 w 2057605"/>
                <a:gd name="connsiteY11667" fmla="*/ 728828 h 3215359"/>
                <a:gd name="connsiteX11668" fmla="*/ 1288071 w 2057605"/>
                <a:gd name="connsiteY11668" fmla="*/ 726239 h 3215359"/>
                <a:gd name="connsiteX11669" fmla="*/ 1290516 w 2057605"/>
                <a:gd name="connsiteY11669" fmla="*/ 723794 h 3215359"/>
                <a:gd name="connsiteX11670" fmla="*/ 1300728 w 2057605"/>
                <a:gd name="connsiteY11670" fmla="*/ 723794 h 3215359"/>
                <a:gd name="connsiteX11671" fmla="*/ 1303174 w 2057605"/>
                <a:gd name="connsiteY11671" fmla="*/ 721349 h 3215359"/>
                <a:gd name="connsiteX11672" fmla="*/ 1310941 w 2057605"/>
                <a:gd name="connsiteY11672" fmla="*/ 721349 h 3215359"/>
                <a:gd name="connsiteX11673" fmla="*/ 1313386 w 2057605"/>
                <a:gd name="connsiteY11673" fmla="*/ 718616 h 3215359"/>
                <a:gd name="connsiteX11674" fmla="*/ 1313386 w 2057605"/>
                <a:gd name="connsiteY11674" fmla="*/ 716027 h 3215359"/>
                <a:gd name="connsiteX11675" fmla="*/ 1310941 w 2057605"/>
                <a:gd name="connsiteY11675" fmla="*/ 716027 h 3215359"/>
                <a:gd name="connsiteX11676" fmla="*/ 1303174 w 2057605"/>
                <a:gd name="connsiteY11676" fmla="*/ 718616 h 3215359"/>
                <a:gd name="connsiteX11677" fmla="*/ 1303174 w 2057605"/>
                <a:gd name="connsiteY11677" fmla="*/ 716027 h 3215359"/>
                <a:gd name="connsiteX11678" fmla="*/ 1290516 w 2057605"/>
                <a:gd name="connsiteY11678" fmla="*/ 716027 h 3215359"/>
                <a:gd name="connsiteX11679" fmla="*/ 1285481 w 2057605"/>
                <a:gd name="connsiteY11679" fmla="*/ 718616 h 3215359"/>
                <a:gd name="connsiteX11680" fmla="*/ 1277858 w 2057605"/>
                <a:gd name="connsiteY11680" fmla="*/ 718616 h 3215359"/>
                <a:gd name="connsiteX11681" fmla="*/ 1277858 w 2057605"/>
                <a:gd name="connsiteY11681" fmla="*/ 721349 h 3215359"/>
                <a:gd name="connsiteX11682" fmla="*/ 1275269 w 2057605"/>
                <a:gd name="connsiteY11682" fmla="*/ 723794 h 3215359"/>
                <a:gd name="connsiteX11683" fmla="*/ 1259878 w 2057605"/>
                <a:gd name="connsiteY11683" fmla="*/ 723794 h 3215359"/>
                <a:gd name="connsiteX11684" fmla="*/ 1247221 w 2057605"/>
                <a:gd name="connsiteY11684" fmla="*/ 718616 h 3215359"/>
                <a:gd name="connsiteX11685" fmla="*/ 1247221 w 2057605"/>
                <a:gd name="connsiteY11685" fmla="*/ 716027 h 3215359"/>
                <a:gd name="connsiteX11686" fmla="*/ 1249666 w 2057605"/>
                <a:gd name="connsiteY11686" fmla="*/ 713581 h 3215359"/>
                <a:gd name="connsiteX11687" fmla="*/ 1249666 w 2057605"/>
                <a:gd name="connsiteY11687" fmla="*/ 708403 h 3215359"/>
                <a:gd name="connsiteX11688" fmla="*/ 1267646 w 2057605"/>
                <a:gd name="connsiteY11688" fmla="*/ 708403 h 3215359"/>
                <a:gd name="connsiteX11689" fmla="*/ 1270091 w 2057605"/>
                <a:gd name="connsiteY11689" fmla="*/ 705958 h 3215359"/>
                <a:gd name="connsiteX11690" fmla="*/ 1288071 w 2057605"/>
                <a:gd name="connsiteY11690" fmla="*/ 700924 h 3215359"/>
                <a:gd name="connsiteX11691" fmla="*/ 1290516 w 2057605"/>
                <a:gd name="connsiteY11691" fmla="*/ 700924 h 3215359"/>
                <a:gd name="connsiteX11692" fmla="*/ 1290516 w 2057605"/>
                <a:gd name="connsiteY11692" fmla="*/ 693156 h 3215359"/>
                <a:gd name="connsiteX11693" fmla="*/ 1288071 w 2057605"/>
                <a:gd name="connsiteY11693" fmla="*/ 693156 h 3215359"/>
                <a:gd name="connsiteX11694" fmla="*/ 1285481 w 2057605"/>
                <a:gd name="connsiteY11694" fmla="*/ 698191 h 3215359"/>
                <a:gd name="connsiteX11695" fmla="*/ 1283036 w 2057605"/>
                <a:gd name="connsiteY11695" fmla="*/ 698191 h 3215359"/>
                <a:gd name="connsiteX11696" fmla="*/ 1272824 w 2057605"/>
                <a:gd name="connsiteY11696" fmla="*/ 700924 h 3215359"/>
                <a:gd name="connsiteX11697" fmla="*/ 1272824 w 2057605"/>
                <a:gd name="connsiteY11697" fmla="*/ 703369 h 3215359"/>
                <a:gd name="connsiteX11698" fmla="*/ 1262611 w 2057605"/>
                <a:gd name="connsiteY11698" fmla="*/ 703369 h 3215359"/>
                <a:gd name="connsiteX11699" fmla="*/ 1257433 w 2057605"/>
                <a:gd name="connsiteY11699" fmla="*/ 700924 h 3215359"/>
                <a:gd name="connsiteX11700" fmla="*/ 1249666 w 2057605"/>
                <a:gd name="connsiteY11700" fmla="*/ 700924 h 3215359"/>
                <a:gd name="connsiteX11701" fmla="*/ 1247221 w 2057605"/>
                <a:gd name="connsiteY11701" fmla="*/ 698191 h 3215359"/>
                <a:gd name="connsiteX11702" fmla="*/ 1252399 w 2057605"/>
                <a:gd name="connsiteY11702" fmla="*/ 695745 h 3215359"/>
                <a:gd name="connsiteX11703" fmla="*/ 1257433 w 2057605"/>
                <a:gd name="connsiteY11703" fmla="*/ 690711 h 3215359"/>
                <a:gd name="connsiteX11704" fmla="*/ 1259878 w 2057605"/>
                <a:gd name="connsiteY11704" fmla="*/ 685533 h 3215359"/>
                <a:gd name="connsiteX11705" fmla="*/ 1252399 w 2057605"/>
                <a:gd name="connsiteY11705" fmla="*/ 685533 h 3215359"/>
                <a:gd name="connsiteX11706" fmla="*/ 1252399 w 2057605"/>
                <a:gd name="connsiteY11706" fmla="*/ 687978 h 3215359"/>
                <a:gd name="connsiteX11707" fmla="*/ 1249666 w 2057605"/>
                <a:gd name="connsiteY11707" fmla="*/ 687978 h 3215359"/>
                <a:gd name="connsiteX11708" fmla="*/ 1249666 w 2057605"/>
                <a:gd name="connsiteY11708" fmla="*/ 685533 h 3215359"/>
                <a:gd name="connsiteX11709" fmla="*/ 1247221 w 2057605"/>
                <a:gd name="connsiteY11709" fmla="*/ 687978 h 3215359"/>
                <a:gd name="connsiteX11710" fmla="*/ 1242186 w 2057605"/>
                <a:gd name="connsiteY11710" fmla="*/ 690711 h 3215359"/>
                <a:gd name="connsiteX11711" fmla="*/ 1242186 w 2057605"/>
                <a:gd name="connsiteY11711" fmla="*/ 693156 h 3215359"/>
                <a:gd name="connsiteX11712" fmla="*/ 1237008 w 2057605"/>
                <a:gd name="connsiteY11712" fmla="*/ 690711 h 3215359"/>
                <a:gd name="connsiteX11713" fmla="*/ 1237008 w 2057605"/>
                <a:gd name="connsiteY11713" fmla="*/ 685533 h 3215359"/>
                <a:gd name="connsiteX11714" fmla="*/ 1234419 w 2057605"/>
                <a:gd name="connsiteY11714" fmla="*/ 682944 h 3215359"/>
                <a:gd name="connsiteX11715" fmla="*/ 1231974 w 2057605"/>
                <a:gd name="connsiteY11715" fmla="*/ 682944 h 3215359"/>
                <a:gd name="connsiteX11716" fmla="*/ 1231974 w 2057605"/>
                <a:gd name="connsiteY11716" fmla="*/ 685533 h 3215359"/>
                <a:gd name="connsiteX11717" fmla="*/ 1237008 w 2057605"/>
                <a:gd name="connsiteY11717" fmla="*/ 698191 h 3215359"/>
                <a:gd name="connsiteX11718" fmla="*/ 1234419 w 2057605"/>
                <a:gd name="connsiteY11718" fmla="*/ 700924 h 3215359"/>
                <a:gd name="connsiteX11719" fmla="*/ 1229241 w 2057605"/>
                <a:gd name="connsiteY11719" fmla="*/ 700924 h 3215359"/>
                <a:gd name="connsiteX11720" fmla="*/ 1226796 w 2057605"/>
                <a:gd name="connsiteY11720" fmla="*/ 705958 h 3215359"/>
                <a:gd name="connsiteX11721" fmla="*/ 1229241 w 2057605"/>
                <a:gd name="connsiteY11721" fmla="*/ 693156 h 3215359"/>
                <a:gd name="connsiteX11722" fmla="*/ 1229241 w 2057605"/>
                <a:gd name="connsiteY11722" fmla="*/ 687978 h 3215359"/>
                <a:gd name="connsiteX11723" fmla="*/ 1226796 w 2057605"/>
                <a:gd name="connsiteY11723" fmla="*/ 687978 h 3215359"/>
                <a:gd name="connsiteX11724" fmla="*/ 1226796 w 2057605"/>
                <a:gd name="connsiteY11724" fmla="*/ 691143 h 3215359"/>
                <a:gd name="connsiteX11725" fmla="*/ 1224206 w 2057605"/>
                <a:gd name="connsiteY11725" fmla="*/ 693588 h 3215359"/>
                <a:gd name="connsiteX11726" fmla="*/ 1221761 w 2057605"/>
                <a:gd name="connsiteY11726" fmla="*/ 701355 h 3215359"/>
                <a:gd name="connsiteX11727" fmla="*/ 1215864 w 2057605"/>
                <a:gd name="connsiteY11727" fmla="*/ 701355 h 3215359"/>
                <a:gd name="connsiteX11728" fmla="*/ 1215864 w 2057605"/>
                <a:gd name="connsiteY11728" fmla="*/ 703800 h 3215359"/>
                <a:gd name="connsiteX11729" fmla="*/ 1218597 w 2057605"/>
                <a:gd name="connsiteY11729" fmla="*/ 708835 h 3215359"/>
                <a:gd name="connsiteX11730" fmla="*/ 1218597 w 2057605"/>
                <a:gd name="connsiteY11730" fmla="*/ 711568 h 3215359"/>
                <a:gd name="connsiteX11731" fmla="*/ 1210829 w 2057605"/>
                <a:gd name="connsiteY11731" fmla="*/ 716458 h 3215359"/>
                <a:gd name="connsiteX11732" fmla="*/ 1205651 w 2057605"/>
                <a:gd name="connsiteY11732" fmla="*/ 719047 h 3215359"/>
                <a:gd name="connsiteX11733" fmla="*/ 1203206 w 2057605"/>
                <a:gd name="connsiteY11733" fmla="*/ 714013 h 3215359"/>
                <a:gd name="connsiteX11734" fmla="*/ 1203206 w 2057605"/>
                <a:gd name="connsiteY11734" fmla="*/ 703800 h 3215359"/>
                <a:gd name="connsiteX11735" fmla="*/ 1208384 w 2057605"/>
                <a:gd name="connsiteY11735" fmla="*/ 701355 h 3215359"/>
                <a:gd name="connsiteX11736" fmla="*/ 1210829 w 2057605"/>
                <a:gd name="connsiteY11736" fmla="*/ 698622 h 3215359"/>
                <a:gd name="connsiteX11737" fmla="*/ 1203206 w 2057605"/>
                <a:gd name="connsiteY11737" fmla="*/ 698622 h 3215359"/>
                <a:gd name="connsiteX11738" fmla="*/ 1200617 w 2057605"/>
                <a:gd name="connsiteY11738" fmla="*/ 696177 h 3215359"/>
                <a:gd name="connsiteX11739" fmla="*/ 1198172 w 2057605"/>
                <a:gd name="connsiteY11739" fmla="*/ 693588 h 3215359"/>
                <a:gd name="connsiteX11740" fmla="*/ 1195439 w 2057605"/>
                <a:gd name="connsiteY11740" fmla="*/ 693588 h 3215359"/>
                <a:gd name="connsiteX11741" fmla="*/ 1192993 w 2057605"/>
                <a:gd name="connsiteY11741" fmla="*/ 696177 h 3215359"/>
                <a:gd name="connsiteX11742" fmla="*/ 1192993 w 2057605"/>
                <a:gd name="connsiteY11742" fmla="*/ 693588 h 3215359"/>
                <a:gd name="connsiteX11743" fmla="*/ 1190404 w 2057605"/>
                <a:gd name="connsiteY11743" fmla="*/ 696177 h 3215359"/>
                <a:gd name="connsiteX11744" fmla="*/ 1192993 w 2057605"/>
                <a:gd name="connsiteY11744" fmla="*/ 701355 h 3215359"/>
                <a:gd name="connsiteX11745" fmla="*/ 1192993 w 2057605"/>
                <a:gd name="connsiteY11745" fmla="*/ 698622 h 3215359"/>
                <a:gd name="connsiteX11746" fmla="*/ 1195439 w 2057605"/>
                <a:gd name="connsiteY11746" fmla="*/ 698622 h 3215359"/>
                <a:gd name="connsiteX11747" fmla="*/ 1195439 w 2057605"/>
                <a:gd name="connsiteY11747" fmla="*/ 701355 h 3215359"/>
                <a:gd name="connsiteX11748" fmla="*/ 1192993 w 2057605"/>
                <a:gd name="connsiteY11748" fmla="*/ 703800 h 3215359"/>
                <a:gd name="connsiteX11749" fmla="*/ 1192993 w 2057605"/>
                <a:gd name="connsiteY11749" fmla="*/ 706102 h 3215359"/>
                <a:gd name="connsiteX11750" fmla="*/ 1188822 w 2057605"/>
                <a:gd name="connsiteY11750" fmla="*/ 706102 h 3215359"/>
                <a:gd name="connsiteX11751" fmla="*/ 1188822 w 2057605"/>
                <a:gd name="connsiteY11751" fmla="*/ 708547 h 3215359"/>
                <a:gd name="connsiteX11752" fmla="*/ 1183644 w 2057605"/>
                <a:gd name="connsiteY11752" fmla="*/ 713725 h 3215359"/>
                <a:gd name="connsiteX11753" fmla="*/ 1181055 w 2057605"/>
                <a:gd name="connsiteY11753" fmla="*/ 711280 h 3215359"/>
                <a:gd name="connsiteX11754" fmla="*/ 1181055 w 2057605"/>
                <a:gd name="connsiteY11754" fmla="*/ 713725 h 3215359"/>
                <a:gd name="connsiteX11755" fmla="*/ 1178610 w 2057605"/>
                <a:gd name="connsiteY11755" fmla="*/ 718760 h 3215359"/>
                <a:gd name="connsiteX11756" fmla="*/ 1175877 w 2057605"/>
                <a:gd name="connsiteY11756" fmla="*/ 716170 h 3215359"/>
                <a:gd name="connsiteX11757" fmla="*/ 1173431 w 2057605"/>
                <a:gd name="connsiteY11757" fmla="*/ 713725 h 3215359"/>
                <a:gd name="connsiteX11758" fmla="*/ 1173431 w 2057605"/>
                <a:gd name="connsiteY11758" fmla="*/ 708547 h 3215359"/>
                <a:gd name="connsiteX11759" fmla="*/ 1170842 w 2057605"/>
                <a:gd name="connsiteY11759" fmla="*/ 706102 h 3215359"/>
                <a:gd name="connsiteX11760" fmla="*/ 1173431 w 2057605"/>
                <a:gd name="connsiteY11760" fmla="*/ 706102 h 3215359"/>
                <a:gd name="connsiteX11761" fmla="*/ 1175877 w 2057605"/>
                <a:gd name="connsiteY11761" fmla="*/ 703513 h 3215359"/>
                <a:gd name="connsiteX11762" fmla="*/ 1170842 w 2057605"/>
                <a:gd name="connsiteY11762" fmla="*/ 703513 h 3215359"/>
                <a:gd name="connsiteX11763" fmla="*/ 1170842 w 2057605"/>
                <a:gd name="connsiteY11763" fmla="*/ 698335 h 3215359"/>
                <a:gd name="connsiteX11764" fmla="*/ 1173431 w 2057605"/>
                <a:gd name="connsiteY11764" fmla="*/ 695889 h 3215359"/>
                <a:gd name="connsiteX11765" fmla="*/ 1168397 w 2057605"/>
                <a:gd name="connsiteY11765" fmla="*/ 695889 h 3215359"/>
                <a:gd name="connsiteX11766" fmla="*/ 1168397 w 2057605"/>
                <a:gd name="connsiteY11766" fmla="*/ 701067 h 3215359"/>
                <a:gd name="connsiteX11767" fmla="*/ 1165664 w 2057605"/>
                <a:gd name="connsiteY11767" fmla="*/ 698335 h 3215359"/>
                <a:gd name="connsiteX11768" fmla="*/ 1160630 w 2057605"/>
                <a:gd name="connsiteY11768" fmla="*/ 698335 h 3215359"/>
                <a:gd name="connsiteX11769" fmla="*/ 1158185 w 2057605"/>
                <a:gd name="connsiteY11769" fmla="*/ 693300 h 3215359"/>
                <a:gd name="connsiteX11770" fmla="*/ 1158185 w 2057605"/>
                <a:gd name="connsiteY11770" fmla="*/ 688122 h 3215359"/>
                <a:gd name="connsiteX11771" fmla="*/ 1160630 w 2057605"/>
                <a:gd name="connsiteY11771" fmla="*/ 690855 h 3215359"/>
                <a:gd name="connsiteX11772" fmla="*/ 1160630 w 2057605"/>
                <a:gd name="connsiteY11772" fmla="*/ 685677 h 3215359"/>
                <a:gd name="connsiteX11773" fmla="*/ 1158185 w 2057605"/>
                <a:gd name="connsiteY11773" fmla="*/ 685677 h 3215359"/>
                <a:gd name="connsiteX11774" fmla="*/ 1158185 w 2057605"/>
                <a:gd name="connsiteY11774" fmla="*/ 675464 h 3215359"/>
                <a:gd name="connsiteX11775" fmla="*/ 1160630 w 2057605"/>
                <a:gd name="connsiteY11775" fmla="*/ 675464 h 3215359"/>
                <a:gd name="connsiteX11776" fmla="*/ 1165664 w 2057605"/>
                <a:gd name="connsiteY11776" fmla="*/ 672875 h 3215359"/>
                <a:gd name="connsiteX11777" fmla="*/ 1170842 w 2057605"/>
                <a:gd name="connsiteY11777" fmla="*/ 672875 h 3215359"/>
                <a:gd name="connsiteX11778" fmla="*/ 1178610 w 2057605"/>
                <a:gd name="connsiteY11778" fmla="*/ 667697 h 3215359"/>
                <a:gd name="connsiteX11779" fmla="*/ 1182781 w 2057605"/>
                <a:gd name="connsiteY11779" fmla="*/ 667697 h 3215359"/>
                <a:gd name="connsiteX11780" fmla="*/ 1190404 w 2057605"/>
                <a:gd name="connsiteY11780" fmla="*/ 660217 h 3215359"/>
                <a:gd name="connsiteX11781" fmla="*/ 1192993 w 2057605"/>
                <a:gd name="connsiteY11781" fmla="*/ 657484 h 3215359"/>
                <a:gd name="connsiteX11782" fmla="*/ 1196446 w 2057605"/>
                <a:gd name="connsiteY11782" fmla="*/ 657484 h 3215359"/>
                <a:gd name="connsiteX11783" fmla="*/ 1196446 w 2057605"/>
                <a:gd name="connsiteY11783" fmla="*/ 655039 h 3215359"/>
                <a:gd name="connsiteX11784" fmla="*/ 1199178 w 2057605"/>
                <a:gd name="connsiteY11784" fmla="*/ 652450 h 3215359"/>
                <a:gd name="connsiteX11785" fmla="*/ 1196446 w 2057605"/>
                <a:gd name="connsiteY11785" fmla="*/ 652450 h 3215359"/>
                <a:gd name="connsiteX11786" fmla="*/ 1196446 w 2057605"/>
                <a:gd name="connsiteY11786" fmla="*/ 644827 h 3215359"/>
                <a:gd name="connsiteX11787" fmla="*/ 1199178 w 2057605"/>
                <a:gd name="connsiteY11787" fmla="*/ 642238 h 3215359"/>
                <a:gd name="connsiteX11788" fmla="*/ 1199178 w 2057605"/>
                <a:gd name="connsiteY11788" fmla="*/ 639792 h 3215359"/>
                <a:gd name="connsiteX11789" fmla="*/ 1196446 w 2057605"/>
                <a:gd name="connsiteY11789" fmla="*/ 639792 h 3215359"/>
                <a:gd name="connsiteX11790" fmla="*/ 1191411 w 2057605"/>
                <a:gd name="connsiteY11790" fmla="*/ 644827 h 3215359"/>
                <a:gd name="connsiteX11791" fmla="*/ 1191411 w 2057605"/>
                <a:gd name="connsiteY11791" fmla="*/ 647560 h 3215359"/>
                <a:gd name="connsiteX11792" fmla="*/ 1188966 w 2057605"/>
                <a:gd name="connsiteY11792" fmla="*/ 647560 h 3215359"/>
                <a:gd name="connsiteX11793" fmla="*/ 1188966 w 2057605"/>
                <a:gd name="connsiteY11793" fmla="*/ 650005 h 3215359"/>
                <a:gd name="connsiteX11794" fmla="*/ 1186233 w 2057605"/>
                <a:gd name="connsiteY11794" fmla="*/ 650005 h 3215359"/>
                <a:gd name="connsiteX11795" fmla="*/ 1186233 w 2057605"/>
                <a:gd name="connsiteY11795" fmla="*/ 652450 h 3215359"/>
                <a:gd name="connsiteX11796" fmla="*/ 1183788 w 2057605"/>
                <a:gd name="connsiteY11796" fmla="*/ 655039 h 3215359"/>
                <a:gd name="connsiteX11797" fmla="*/ 1178753 w 2057605"/>
                <a:gd name="connsiteY11797" fmla="*/ 655039 h 3215359"/>
                <a:gd name="connsiteX11798" fmla="*/ 1170986 w 2057605"/>
                <a:gd name="connsiteY11798" fmla="*/ 660217 h 3215359"/>
                <a:gd name="connsiteX11799" fmla="*/ 1165808 w 2057605"/>
                <a:gd name="connsiteY11799" fmla="*/ 660217 h 3215359"/>
                <a:gd name="connsiteX11800" fmla="*/ 1160774 w 2057605"/>
                <a:gd name="connsiteY11800" fmla="*/ 662663 h 3215359"/>
                <a:gd name="connsiteX11801" fmla="*/ 1153150 w 2057605"/>
                <a:gd name="connsiteY11801" fmla="*/ 657484 h 3215359"/>
                <a:gd name="connsiteX11802" fmla="*/ 1153150 w 2057605"/>
                <a:gd name="connsiteY11802" fmla="*/ 655039 h 3215359"/>
                <a:gd name="connsiteX11803" fmla="*/ 1150561 w 2057605"/>
                <a:gd name="connsiteY11803" fmla="*/ 652450 h 3215359"/>
                <a:gd name="connsiteX11804" fmla="*/ 1150561 w 2057605"/>
                <a:gd name="connsiteY11804" fmla="*/ 650005 h 3215359"/>
                <a:gd name="connsiteX11805" fmla="*/ 1148116 w 2057605"/>
                <a:gd name="connsiteY11805" fmla="*/ 647560 h 3215359"/>
                <a:gd name="connsiteX11806" fmla="*/ 1148116 w 2057605"/>
                <a:gd name="connsiteY11806" fmla="*/ 644827 h 3215359"/>
                <a:gd name="connsiteX11807" fmla="*/ 1145671 w 2057605"/>
                <a:gd name="connsiteY11807" fmla="*/ 644827 h 3215359"/>
                <a:gd name="connsiteX11808" fmla="*/ 1145671 w 2057605"/>
                <a:gd name="connsiteY11808" fmla="*/ 643101 h 3215359"/>
                <a:gd name="connsiteX11809" fmla="*/ 1142938 w 2057605"/>
                <a:gd name="connsiteY11809" fmla="*/ 640655 h 3215359"/>
                <a:gd name="connsiteX11810" fmla="*/ 1142938 w 2057605"/>
                <a:gd name="connsiteY11810" fmla="*/ 638210 h 3215359"/>
                <a:gd name="connsiteX11811" fmla="*/ 1140349 w 2057605"/>
                <a:gd name="connsiteY11811" fmla="*/ 630443 h 3215359"/>
                <a:gd name="connsiteX11812" fmla="*/ 1135458 w 2057605"/>
                <a:gd name="connsiteY11812" fmla="*/ 630443 h 3215359"/>
                <a:gd name="connsiteX11813" fmla="*/ 1140349 w 2057605"/>
                <a:gd name="connsiteY11813" fmla="*/ 627278 h 3215359"/>
                <a:gd name="connsiteX11814" fmla="*/ 1140349 w 2057605"/>
                <a:gd name="connsiteY11814" fmla="*/ 624546 h 3215359"/>
                <a:gd name="connsiteX11815" fmla="*/ 1137903 w 2057605"/>
                <a:gd name="connsiteY11815" fmla="*/ 627278 h 3215359"/>
                <a:gd name="connsiteX11816" fmla="*/ 1135458 w 2057605"/>
                <a:gd name="connsiteY11816" fmla="*/ 627278 h 3215359"/>
                <a:gd name="connsiteX11817" fmla="*/ 1135458 w 2057605"/>
                <a:gd name="connsiteY11817" fmla="*/ 624546 h 3215359"/>
                <a:gd name="connsiteX11818" fmla="*/ 1132725 w 2057605"/>
                <a:gd name="connsiteY11818" fmla="*/ 622100 h 3215359"/>
                <a:gd name="connsiteX11819" fmla="*/ 1135458 w 2057605"/>
                <a:gd name="connsiteY11819" fmla="*/ 619511 h 3215359"/>
                <a:gd name="connsiteX11820" fmla="*/ 1137903 w 2057605"/>
                <a:gd name="connsiteY11820" fmla="*/ 619511 h 3215359"/>
                <a:gd name="connsiteX11821" fmla="*/ 1137903 w 2057605"/>
                <a:gd name="connsiteY11821" fmla="*/ 617066 h 3215359"/>
                <a:gd name="connsiteX11822" fmla="*/ 1140349 w 2057605"/>
                <a:gd name="connsiteY11822" fmla="*/ 617066 h 3215359"/>
                <a:gd name="connsiteX11823" fmla="*/ 1140349 w 2057605"/>
                <a:gd name="connsiteY11823" fmla="*/ 622100 h 3215359"/>
                <a:gd name="connsiteX11824" fmla="*/ 1142938 w 2057605"/>
                <a:gd name="connsiteY11824" fmla="*/ 619511 h 3215359"/>
                <a:gd name="connsiteX11825" fmla="*/ 1145671 w 2057605"/>
                <a:gd name="connsiteY11825" fmla="*/ 619511 h 3215359"/>
                <a:gd name="connsiteX11826" fmla="*/ 1148116 w 2057605"/>
                <a:gd name="connsiteY11826" fmla="*/ 617066 h 3215359"/>
                <a:gd name="connsiteX11827" fmla="*/ 1145671 w 2057605"/>
                <a:gd name="connsiteY11827" fmla="*/ 614333 h 3215359"/>
                <a:gd name="connsiteX11828" fmla="*/ 1142938 w 2057605"/>
                <a:gd name="connsiteY11828" fmla="*/ 614333 h 3215359"/>
                <a:gd name="connsiteX11829" fmla="*/ 1140349 w 2057605"/>
                <a:gd name="connsiteY11829" fmla="*/ 611888 h 3215359"/>
                <a:gd name="connsiteX11830" fmla="*/ 1137903 w 2057605"/>
                <a:gd name="connsiteY11830" fmla="*/ 611888 h 3215359"/>
                <a:gd name="connsiteX11831" fmla="*/ 1135458 w 2057605"/>
                <a:gd name="connsiteY11831" fmla="*/ 609299 h 3215359"/>
                <a:gd name="connsiteX11832" fmla="*/ 1135458 w 2057605"/>
                <a:gd name="connsiteY11832" fmla="*/ 606853 h 3215359"/>
                <a:gd name="connsiteX11833" fmla="*/ 1132725 w 2057605"/>
                <a:gd name="connsiteY11833" fmla="*/ 601675 h 3215359"/>
                <a:gd name="connsiteX11834" fmla="*/ 1135458 w 2057605"/>
                <a:gd name="connsiteY11834" fmla="*/ 601675 h 3215359"/>
                <a:gd name="connsiteX11835" fmla="*/ 1135458 w 2057605"/>
                <a:gd name="connsiteY11835" fmla="*/ 599230 h 3215359"/>
                <a:gd name="connsiteX11836" fmla="*/ 1137903 w 2057605"/>
                <a:gd name="connsiteY11836" fmla="*/ 596785 h 3215359"/>
                <a:gd name="connsiteX11837" fmla="*/ 1142938 w 2057605"/>
                <a:gd name="connsiteY11837" fmla="*/ 596785 h 3215359"/>
                <a:gd name="connsiteX11838" fmla="*/ 1137903 w 2057605"/>
                <a:gd name="connsiteY11838" fmla="*/ 594052 h 3215359"/>
                <a:gd name="connsiteX11839" fmla="*/ 1135458 w 2057605"/>
                <a:gd name="connsiteY11839" fmla="*/ 596785 h 3215359"/>
                <a:gd name="connsiteX11840" fmla="*/ 1132006 w 2057605"/>
                <a:gd name="connsiteY11840" fmla="*/ 596785 h 3215359"/>
                <a:gd name="connsiteX11841" fmla="*/ 1129417 w 2057605"/>
                <a:gd name="connsiteY11841" fmla="*/ 591607 h 3215359"/>
                <a:gd name="connsiteX11842" fmla="*/ 1132006 w 2057605"/>
                <a:gd name="connsiteY11842" fmla="*/ 581394 h 3215359"/>
                <a:gd name="connsiteX11843" fmla="*/ 1142219 w 2057605"/>
                <a:gd name="connsiteY11843" fmla="*/ 581394 h 3215359"/>
                <a:gd name="connsiteX11844" fmla="*/ 1144952 w 2057605"/>
                <a:gd name="connsiteY11844" fmla="*/ 586572 h 3215359"/>
                <a:gd name="connsiteX11845" fmla="*/ 1147397 w 2057605"/>
                <a:gd name="connsiteY11845" fmla="*/ 589017 h 3215359"/>
                <a:gd name="connsiteX11846" fmla="*/ 1149842 w 2057605"/>
                <a:gd name="connsiteY11846" fmla="*/ 591607 h 3215359"/>
                <a:gd name="connsiteX11847" fmla="*/ 1154589 w 2057605"/>
                <a:gd name="connsiteY11847" fmla="*/ 596641 h 3215359"/>
                <a:gd name="connsiteX11848" fmla="*/ 1164801 w 2057605"/>
                <a:gd name="connsiteY11848" fmla="*/ 599086 h 3215359"/>
                <a:gd name="connsiteX11849" fmla="*/ 1177747 w 2057605"/>
                <a:gd name="connsiteY11849" fmla="*/ 599086 h 3215359"/>
                <a:gd name="connsiteX11850" fmla="*/ 1182781 w 2057605"/>
                <a:gd name="connsiteY11850" fmla="*/ 596641 h 3215359"/>
                <a:gd name="connsiteX11851" fmla="*/ 1195439 w 2057605"/>
                <a:gd name="connsiteY11851" fmla="*/ 606853 h 3215359"/>
                <a:gd name="connsiteX11852" fmla="*/ 1192993 w 2057605"/>
                <a:gd name="connsiteY11852" fmla="*/ 604120 h 3215359"/>
                <a:gd name="connsiteX11853" fmla="*/ 1192993 w 2057605"/>
                <a:gd name="connsiteY11853" fmla="*/ 601675 h 3215359"/>
                <a:gd name="connsiteX11854" fmla="*/ 1190404 w 2057605"/>
                <a:gd name="connsiteY11854" fmla="*/ 599374 h 3215359"/>
                <a:gd name="connsiteX11855" fmla="*/ 1187959 w 2057605"/>
                <a:gd name="connsiteY11855" fmla="*/ 599374 h 3215359"/>
                <a:gd name="connsiteX11856" fmla="*/ 1187959 w 2057605"/>
                <a:gd name="connsiteY11856" fmla="*/ 596929 h 3215359"/>
                <a:gd name="connsiteX11857" fmla="*/ 1185226 w 2057605"/>
                <a:gd name="connsiteY11857" fmla="*/ 596929 h 3215359"/>
                <a:gd name="connsiteX11858" fmla="*/ 1185226 w 2057605"/>
                <a:gd name="connsiteY11858" fmla="*/ 591750 h 3215359"/>
                <a:gd name="connsiteX11859" fmla="*/ 1182781 w 2057605"/>
                <a:gd name="connsiteY11859" fmla="*/ 591750 h 3215359"/>
                <a:gd name="connsiteX11860" fmla="*/ 1182781 w 2057605"/>
                <a:gd name="connsiteY11860" fmla="*/ 589161 h 3215359"/>
                <a:gd name="connsiteX11861" fmla="*/ 1180192 w 2057605"/>
                <a:gd name="connsiteY11861" fmla="*/ 589161 h 3215359"/>
                <a:gd name="connsiteX11862" fmla="*/ 1180192 w 2057605"/>
                <a:gd name="connsiteY11862" fmla="*/ 586716 h 3215359"/>
                <a:gd name="connsiteX11863" fmla="*/ 1182781 w 2057605"/>
                <a:gd name="connsiteY11863" fmla="*/ 583983 h 3215359"/>
                <a:gd name="connsiteX11864" fmla="*/ 1190404 w 2057605"/>
                <a:gd name="connsiteY11864" fmla="*/ 576504 h 3215359"/>
                <a:gd name="connsiteX11865" fmla="*/ 1192993 w 2057605"/>
                <a:gd name="connsiteY11865" fmla="*/ 576504 h 3215359"/>
                <a:gd name="connsiteX11866" fmla="*/ 1195439 w 2057605"/>
                <a:gd name="connsiteY11866" fmla="*/ 573771 h 3215359"/>
                <a:gd name="connsiteX11867" fmla="*/ 1200617 w 2057605"/>
                <a:gd name="connsiteY11867" fmla="*/ 576504 h 3215359"/>
                <a:gd name="connsiteX11868" fmla="*/ 1200617 w 2057605"/>
                <a:gd name="connsiteY11868" fmla="*/ 573771 h 3215359"/>
                <a:gd name="connsiteX11869" fmla="*/ 1198172 w 2057605"/>
                <a:gd name="connsiteY11869" fmla="*/ 573771 h 3215359"/>
                <a:gd name="connsiteX11870" fmla="*/ 1192993 w 2057605"/>
                <a:gd name="connsiteY11870" fmla="*/ 571325 h 3215359"/>
                <a:gd name="connsiteX11871" fmla="*/ 1190692 w 2057605"/>
                <a:gd name="connsiteY11871" fmla="*/ 571325 h 3215359"/>
                <a:gd name="connsiteX11872" fmla="*/ 1190692 w 2057605"/>
                <a:gd name="connsiteY11872" fmla="*/ 568736 h 3215359"/>
                <a:gd name="connsiteX11873" fmla="*/ 1188247 w 2057605"/>
                <a:gd name="connsiteY11873" fmla="*/ 568736 h 3215359"/>
                <a:gd name="connsiteX11874" fmla="*/ 1188247 w 2057605"/>
                <a:gd name="connsiteY11874" fmla="*/ 563558 h 3215359"/>
                <a:gd name="connsiteX11875" fmla="*/ 1185514 w 2057605"/>
                <a:gd name="connsiteY11875" fmla="*/ 566291 h 3215359"/>
                <a:gd name="connsiteX11876" fmla="*/ 1185514 w 2057605"/>
                <a:gd name="connsiteY11876" fmla="*/ 571325 h 3215359"/>
                <a:gd name="connsiteX11877" fmla="*/ 1183069 w 2057605"/>
                <a:gd name="connsiteY11877" fmla="*/ 573771 h 3215359"/>
                <a:gd name="connsiteX11878" fmla="*/ 1180480 w 2057605"/>
                <a:gd name="connsiteY11878" fmla="*/ 576504 h 3215359"/>
                <a:gd name="connsiteX11879" fmla="*/ 1178034 w 2057605"/>
                <a:gd name="connsiteY11879" fmla="*/ 578949 h 3215359"/>
                <a:gd name="connsiteX11880" fmla="*/ 1170267 w 2057605"/>
                <a:gd name="connsiteY11880" fmla="*/ 583983 h 3215359"/>
                <a:gd name="connsiteX11881" fmla="*/ 1167822 w 2057605"/>
                <a:gd name="connsiteY11881" fmla="*/ 583983 h 3215359"/>
                <a:gd name="connsiteX11882" fmla="*/ 1165089 w 2057605"/>
                <a:gd name="connsiteY11882" fmla="*/ 581538 h 3215359"/>
                <a:gd name="connsiteX11883" fmla="*/ 1160055 w 2057605"/>
                <a:gd name="connsiteY11883" fmla="*/ 578949 h 3215359"/>
                <a:gd name="connsiteX11884" fmla="*/ 1160055 w 2057605"/>
                <a:gd name="connsiteY11884" fmla="*/ 576504 h 3215359"/>
                <a:gd name="connsiteX11885" fmla="*/ 1154876 w 2057605"/>
                <a:gd name="connsiteY11885" fmla="*/ 576504 h 3215359"/>
                <a:gd name="connsiteX11886" fmla="*/ 1154876 w 2057605"/>
                <a:gd name="connsiteY11886" fmla="*/ 573771 h 3215359"/>
                <a:gd name="connsiteX11887" fmla="*/ 1157609 w 2057605"/>
                <a:gd name="connsiteY11887" fmla="*/ 571325 h 3215359"/>
                <a:gd name="connsiteX11888" fmla="*/ 1160055 w 2057605"/>
                <a:gd name="connsiteY11888" fmla="*/ 571325 h 3215359"/>
                <a:gd name="connsiteX11889" fmla="*/ 1167822 w 2057605"/>
                <a:gd name="connsiteY11889" fmla="*/ 568736 h 3215359"/>
                <a:gd name="connsiteX11890" fmla="*/ 1167822 w 2057605"/>
                <a:gd name="connsiteY11890" fmla="*/ 563558 h 3215359"/>
                <a:gd name="connsiteX11891" fmla="*/ 1165089 w 2057605"/>
                <a:gd name="connsiteY11891" fmla="*/ 563558 h 3215359"/>
                <a:gd name="connsiteX11892" fmla="*/ 1165089 w 2057605"/>
                <a:gd name="connsiteY11892" fmla="*/ 566291 h 3215359"/>
                <a:gd name="connsiteX11893" fmla="*/ 1160055 w 2057605"/>
                <a:gd name="connsiteY11893" fmla="*/ 566291 h 3215359"/>
                <a:gd name="connsiteX11894" fmla="*/ 1157609 w 2057605"/>
                <a:gd name="connsiteY11894" fmla="*/ 563558 h 3215359"/>
                <a:gd name="connsiteX11895" fmla="*/ 1154876 w 2057605"/>
                <a:gd name="connsiteY11895" fmla="*/ 566291 h 3215359"/>
                <a:gd name="connsiteX11896" fmla="*/ 1154876 w 2057605"/>
                <a:gd name="connsiteY11896" fmla="*/ 568736 h 3215359"/>
                <a:gd name="connsiteX11897" fmla="*/ 1152431 w 2057605"/>
                <a:gd name="connsiteY11897" fmla="*/ 568736 h 3215359"/>
                <a:gd name="connsiteX11898" fmla="*/ 1149842 w 2057605"/>
                <a:gd name="connsiteY11898" fmla="*/ 571325 h 3215359"/>
                <a:gd name="connsiteX11899" fmla="*/ 1147397 w 2057605"/>
                <a:gd name="connsiteY11899" fmla="*/ 571325 h 3215359"/>
                <a:gd name="connsiteX11900" fmla="*/ 1147397 w 2057605"/>
                <a:gd name="connsiteY11900" fmla="*/ 568736 h 3215359"/>
                <a:gd name="connsiteX11901" fmla="*/ 1144952 w 2057605"/>
                <a:gd name="connsiteY11901" fmla="*/ 566291 h 3215359"/>
                <a:gd name="connsiteX11902" fmla="*/ 1142219 w 2057605"/>
                <a:gd name="connsiteY11902" fmla="*/ 563558 h 3215359"/>
                <a:gd name="connsiteX11903" fmla="*/ 1139629 w 2057605"/>
                <a:gd name="connsiteY11903" fmla="*/ 563558 h 3215359"/>
                <a:gd name="connsiteX11904" fmla="*/ 1137184 w 2057605"/>
                <a:gd name="connsiteY11904" fmla="*/ 558524 h 3215359"/>
                <a:gd name="connsiteX11905" fmla="*/ 1134739 w 2057605"/>
                <a:gd name="connsiteY11905" fmla="*/ 558524 h 3215359"/>
                <a:gd name="connsiteX11906" fmla="*/ 1134739 w 2057605"/>
                <a:gd name="connsiteY11906" fmla="*/ 553346 h 3215359"/>
                <a:gd name="connsiteX11907" fmla="*/ 1136753 w 2057605"/>
                <a:gd name="connsiteY11907" fmla="*/ 551044 h 3215359"/>
                <a:gd name="connsiteX11908" fmla="*/ 1132006 w 2057605"/>
                <a:gd name="connsiteY11908" fmla="*/ 551044 h 3215359"/>
                <a:gd name="connsiteX11909" fmla="*/ 1129417 w 2057605"/>
                <a:gd name="connsiteY11909" fmla="*/ 548599 h 3215359"/>
                <a:gd name="connsiteX11910" fmla="*/ 1132006 w 2057605"/>
                <a:gd name="connsiteY11910" fmla="*/ 543565 h 3215359"/>
                <a:gd name="connsiteX11911" fmla="*/ 1134739 w 2057605"/>
                <a:gd name="connsiteY11911" fmla="*/ 543565 h 3215359"/>
                <a:gd name="connsiteX11912" fmla="*/ 1137184 w 2057605"/>
                <a:gd name="connsiteY11912" fmla="*/ 548599 h 3215359"/>
                <a:gd name="connsiteX11913" fmla="*/ 1137184 w 2057605"/>
                <a:gd name="connsiteY11913" fmla="*/ 543565 h 3215359"/>
                <a:gd name="connsiteX11914" fmla="*/ 1142219 w 2057605"/>
                <a:gd name="connsiteY11914" fmla="*/ 548599 h 3215359"/>
                <a:gd name="connsiteX11915" fmla="*/ 1142219 w 2057605"/>
                <a:gd name="connsiteY11915" fmla="*/ 543565 h 3215359"/>
                <a:gd name="connsiteX11916" fmla="*/ 1144952 w 2057605"/>
                <a:gd name="connsiteY11916" fmla="*/ 540832 h 3215359"/>
                <a:gd name="connsiteX11917" fmla="*/ 1149842 w 2057605"/>
                <a:gd name="connsiteY11917" fmla="*/ 540832 h 3215359"/>
                <a:gd name="connsiteX11918" fmla="*/ 1157609 w 2057605"/>
                <a:gd name="connsiteY11918" fmla="*/ 543565 h 3215359"/>
                <a:gd name="connsiteX11919" fmla="*/ 1160055 w 2057605"/>
                <a:gd name="connsiteY11919" fmla="*/ 546010 h 3215359"/>
                <a:gd name="connsiteX11920" fmla="*/ 1160055 w 2057605"/>
                <a:gd name="connsiteY11920" fmla="*/ 548599 h 3215359"/>
                <a:gd name="connsiteX11921" fmla="*/ 1162644 w 2057605"/>
                <a:gd name="connsiteY11921" fmla="*/ 548599 h 3215359"/>
                <a:gd name="connsiteX11922" fmla="*/ 1162644 w 2057605"/>
                <a:gd name="connsiteY11922" fmla="*/ 543565 h 3215359"/>
                <a:gd name="connsiteX11923" fmla="*/ 1167822 w 2057605"/>
                <a:gd name="connsiteY11923" fmla="*/ 543565 h 3215359"/>
                <a:gd name="connsiteX11924" fmla="*/ 1160055 w 2057605"/>
                <a:gd name="connsiteY11924" fmla="*/ 540832 h 3215359"/>
                <a:gd name="connsiteX11925" fmla="*/ 1157609 w 2057605"/>
                <a:gd name="connsiteY11925" fmla="*/ 538386 h 3215359"/>
                <a:gd name="connsiteX11926" fmla="*/ 1157609 w 2057605"/>
                <a:gd name="connsiteY11926" fmla="*/ 535797 h 3215359"/>
                <a:gd name="connsiteX11927" fmla="*/ 1154876 w 2057605"/>
                <a:gd name="connsiteY11927" fmla="*/ 533352 h 3215359"/>
                <a:gd name="connsiteX11928" fmla="*/ 1154876 w 2057605"/>
                <a:gd name="connsiteY11928" fmla="*/ 530619 h 3215359"/>
                <a:gd name="connsiteX11929" fmla="*/ 1147397 w 2057605"/>
                <a:gd name="connsiteY11929" fmla="*/ 523140 h 3215359"/>
                <a:gd name="connsiteX11930" fmla="*/ 1149842 w 2057605"/>
                <a:gd name="connsiteY11930" fmla="*/ 520407 h 3215359"/>
                <a:gd name="connsiteX11931" fmla="*/ 1152431 w 2057605"/>
                <a:gd name="connsiteY11931" fmla="*/ 520407 h 3215359"/>
                <a:gd name="connsiteX11932" fmla="*/ 1149842 w 2057605"/>
                <a:gd name="connsiteY11932" fmla="*/ 515372 h 3215359"/>
                <a:gd name="connsiteX11933" fmla="*/ 1152143 w 2057605"/>
                <a:gd name="connsiteY11933" fmla="*/ 517242 h 3215359"/>
                <a:gd name="connsiteX11934" fmla="*/ 1154589 w 2057605"/>
                <a:gd name="connsiteY11934" fmla="*/ 517242 h 3215359"/>
                <a:gd name="connsiteX11935" fmla="*/ 1152143 w 2057605"/>
                <a:gd name="connsiteY11935" fmla="*/ 514653 h 3215359"/>
                <a:gd name="connsiteX11936" fmla="*/ 1149554 w 2057605"/>
                <a:gd name="connsiteY11936" fmla="*/ 512208 h 3215359"/>
                <a:gd name="connsiteX11937" fmla="*/ 1149554 w 2057605"/>
                <a:gd name="connsiteY11937" fmla="*/ 507030 h 3215359"/>
                <a:gd name="connsiteX11938" fmla="*/ 1154589 w 2057605"/>
                <a:gd name="connsiteY11938" fmla="*/ 509475 h 3215359"/>
                <a:gd name="connsiteX11939" fmla="*/ 1172568 w 2057605"/>
                <a:gd name="connsiteY11939" fmla="*/ 507030 h 3215359"/>
                <a:gd name="connsiteX11940" fmla="*/ 1175014 w 2057605"/>
                <a:gd name="connsiteY11940" fmla="*/ 507030 h 3215359"/>
                <a:gd name="connsiteX11941" fmla="*/ 1180192 w 2057605"/>
                <a:gd name="connsiteY11941" fmla="*/ 509475 h 3215359"/>
                <a:gd name="connsiteX11942" fmla="*/ 1182781 w 2057605"/>
                <a:gd name="connsiteY11942" fmla="*/ 512208 h 3215359"/>
                <a:gd name="connsiteX11943" fmla="*/ 1203206 w 2057605"/>
                <a:gd name="connsiteY11943" fmla="*/ 512208 h 3215359"/>
                <a:gd name="connsiteX11944" fmla="*/ 1203206 w 2057605"/>
                <a:gd name="connsiteY11944" fmla="*/ 517242 h 3215359"/>
                <a:gd name="connsiteX11945" fmla="*/ 1208384 w 2057605"/>
                <a:gd name="connsiteY11945" fmla="*/ 517242 h 3215359"/>
                <a:gd name="connsiteX11946" fmla="*/ 1205651 w 2057605"/>
                <a:gd name="connsiteY11946" fmla="*/ 512208 h 3215359"/>
                <a:gd name="connsiteX11947" fmla="*/ 1205651 w 2057605"/>
                <a:gd name="connsiteY11947" fmla="*/ 509475 h 3215359"/>
                <a:gd name="connsiteX11948" fmla="*/ 1203206 w 2057605"/>
                <a:gd name="connsiteY11948" fmla="*/ 507030 h 3215359"/>
                <a:gd name="connsiteX11949" fmla="*/ 1200617 w 2057605"/>
                <a:gd name="connsiteY11949" fmla="*/ 507030 h 3215359"/>
                <a:gd name="connsiteX11950" fmla="*/ 1192993 w 2057605"/>
                <a:gd name="connsiteY11950" fmla="*/ 504441 h 3215359"/>
                <a:gd name="connsiteX11951" fmla="*/ 1187959 w 2057605"/>
                <a:gd name="connsiteY11951" fmla="*/ 507030 h 3215359"/>
                <a:gd name="connsiteX11952" fmla="*/ 1187959 w 2057605"/>
                <a:gd name="connsiteY11952" fmla="*/ 504441 h 3215359"/>
                <a:gd name="connsiteX11953" fmla="*/ 1185226 w 2057605"/>
                <a:gd name="connsiteY11953" fmla="*/ 501995 h 3215359"/>
                <a:gd name="connsiteX11954" fmla="*/ 1185226 w 2057605"/>
                <a:gd name="connsiteY11954" fmla="*/ 491783 h 3215359"/>
                <a:gd name="connsiteX11955" fmla="*/ 1190404 w 2057605"/>
                <a:gd name="connsiteY11955" fmla="*/ 489050 h 3215359"/>
                <a:gd name="connsiteX11956" fmla="*/ 1195439 w 2057605"/>
                <a:gd name="connsiteY11956" fmla="*/ 491783 h 3215359"/>
                <a:gd name="connsiteX11957" fmla="*/ 1200617 w 2057605"/>
                <a:gd name="connsiteY11957" fmla="*/ 486605 h 3215359"/>
                <a:gd name="connsiteX11958" fmla="*/ 1192993 w 2057605"/>
                <a:gd name="connsiteY11958" fmla="*/ 486605 h 3215359"/>
                <a:gd name="connsiteX11959" fmla="*/ 1192993 w 2057605"/>
                <a:gd name="connsiteY11959" fmla="*/ 484879 h 3215359"/>
                <a:gd name="connsiteX11960" fmla="*/ 1195439 w 2057605"/>
                <a:gd name="connsiteY11960" fmla="*/ 484879 h 3215359"/>
                <a:gd name="connsiteX11961" fmla="*/ 1195439 w 2057605"/>
                <a:gd name="connsiteY11961" fmla="*/ 482433 h 3215359"/>
                <a:gd name="connsiteX11962" fmla="*/ 1192993 w 2057605"/>
                <a:gd name="connsiteY11962" fmla="*/ 484879 h 3215359"/>
                <a:gd name="connsiteX11963" fmla="*/ 1181055 w 2057605"/>
                <a:gd name="connsiteY11963" fmla="*/ 484879 h 3215359"/>
                <a:gd name="connsiteX11964" fmla="*/ 1178610 w 2057605"/>
                <a:gd name="connsiteY11964" fmla="*/ 482433 h 3215359"/>
                <a:gd name="connsiteX11965" fmla="*/ 1178610 w 2057605"/>
                <a:gd name="connsiteY11965" fmla="*/ 479700 h 3215359"/>
                <a:gd name="connsiteX11966" fmla="*/ 1175877 w 2057605"/>
                <a:gd name="connsiteY11966" fmla="*/ 479700 h 3215359"/>
                <a:gd name="connsiteX11967" fmla="*/ 1181055 w 2057605"/>
                <a:gd name="connsiteY11967" fmla="*/ 474666 h 3215359"/>
                <a:gd name="connsiteX11968" fmla="*/ 1178610 w 2057605"/>
                <a:gd name="connsiteY11968" fmla="*/ 472221 h 3215359"/>
                <a:gd name="connsiteX11969" fmla="*/ 1175877 w 2057605"/>
                <a:gd name="connsiteY11969" fmla="*/ 474810 h 3215359"/>
                <a:gd name="connsiteX11970" fmla="*/ 1170842 w 2057605"/>
                <a:gd name="connsiteY11970" fmla="*/ 474810 h 3215359"/>
                <a:gd name="connsiteX11971" fmla="*/ 1168397 w 2057605"/>
                <a:gd name="connsiteY11971" fmla="*/ 477399 h 3215359"/>
                <a:gd name="connsiteX11972" fmla="*/ 1165664 w 2057605"/>
                <a:gd name="connsiteY11972" fmla="*/ 474810 h 3215359"/>
                <a:gd name="connsiteX11973" fmla="*/ 1163219 w 2057605"/>
                <a:gd name="connsiteY11973" fmla="*/ 474810 h 3215359"/>
                <a:gd name="connsiteX11974" fmla="*/ 1163219 w 2057605"/>
                <a:gd name="connsiteY11974" fmla="*/ 469919 h 3215359"/>
                <a:gd name="connsiteX11975" fmla="*/ 1165664 w 2057605"/>
                <a:gd name="connsiteY11975" fmla="*/ 467187 h 3215359"/>
                <a:gd name="connsiteX11976" fmla="*/ 1170842 w 2057605"/>
                <a:gd name="connsiteY11976" fmla="*/ 464741 h 3215359"/>
                <a:gd name="connsiteX11977" fmla="*/ 1173431 w 2057605"/>
                <a:gd name="connsiteY11977" fmla="*/ 462152 h 3215359"/>
                <a:gd name="connsiteX11978" fmla="*/ 1173431 w 2057605"/>
                <a:gd name="connsiteY11978" fmla="*/ 459707 h 3215359"/>
                <a:gd name="connsiteX11979" fmla="*/ 1170842 w 2057605"/>
                <a:gd name="connsiteY11979" fmla="*/ 462152 h 3215359"/>
                <a:gd name="connsiteX11980" fmla="*/ 1170842 w 2057605"/>
                <a:gd name="connsiteY11980" fmla="*/ 459707 h 3215359"/>
                <a:gd name="connsiteX11981" fmla="*/ 1165664 w 2057605"/>
                <a:gd name="connsiteY11981" fmla="*/ 459707 h 3215359"/>
                <a:gd name="connsiteX11982" fmla="*/ 1165664 w 2057605"/>
                <a:gd name="connsiteY11982" fmla="*/ 454529 h 3215359"/>
                <a:gd name="connsiteX11983" fmla="*/ 1168397 w 2057605"/>
                <a:gd name="connsiteY11983" fmla="*/ 454529 h 3215359"/>
                <a:gd name="connsiteX11984" fmla="*/ 1168397 w 2057605"/>
                <a:gd name="connsiteY11984" fmla="*/ 449494 h 3215359"/>
                <a:gd name="connsiteX11985" fmla="*/ 1170842 w 2057605"/>
                <a:gd name="connsiteY11985" fmla="*/ 439282 h 3215359"/>
                <a:gd name="connsiteX11986" fmla="*/ 1178610 w 2057605"/>
                <a:gd name="connsiteY11986" fmla="*/ 436549 h 3215359"/>
                <a:gd name="connsiteX11987" fmla="*/ 1178610 w 2057605"/>
                <a:gd name="connsiteY11987" fmla="*/ 431515 h 3215359"/>
                <a:gd name="connsiteX11988" fmla="*/ 1180192 w 2057605"/>
                <a:gd name="connsiteY11988" fmla="*/ 431515 h 3215359"/>
                <a:gd name="connsiteX11989" fmla="*/ 1187959 w 2057605"/>
                <a:gd name="connsiteY11989" fmla="*/ 436549 h 3215359"/>
                <a:gd name="connsiteX11990" fmla="*/ 1187959 w 2057605"/>
                <a:gd name="connsiteY11990" fmla="*/ 439282 h 3215359"/>
                <a:gd name="connsiteX11991" fmla="*/ 1190404 w 2057605"/>
                <a:gd name="connsiteY11991" fmla="*/ 441727 h 3215359"/>
                <a:gd name="connsiteX11992" fmla="*/ 1190404 w 2057605"/>
                <a:gd name="connsiteY11992" fmla="*/ 446761 h 3215359"/>
                <a:gd name="connsiteX11993" fmla="*/ 1195439 w 2057605"/>
                <a:gd name="connsiteY11993" fmla="*/ 444316 h 3215359"/>
                <a:gd name="connsiteX11994" fmla="*/ 1192993 w 2057605"/>
                <a:gd name="connsiteY11994" fmla="*/ 441727 h 3215359"/>
                <a:gd name="connsiteX11995" fmla="*/ 1192993 w 2057605"/>
                <a:gd name="connsiteY11995" fmla="*/ 439282 h 3215359"/>
                <a:gd name="connsiteX11996" fmla="*/ 1198172 w 2057605"/>
                <a:gd name="connsiteY11996" fmla="*/ 441727 h 3215359"/>
                <a:gd name="connsiteX11997" fmla="*/ 1198172 w 2057605"/>
                <a:gd name="connsiteY11997" fmla="*/ 436549 h 3215359"/>
                <a:gd name="connsiteX11998" fmla="*/ 1203206 w 2057605"/>
                <a:gd name="connsiteY11998" fmla="*/ 439282 h 3215359"/>
                <a:gd name="connsiteX11999" fmla="*/ 1203206 w 2057605"/>
                <a:gd name="connsiteY11999" fmla="*/ 436549 h 3215359"/>
                <a:gd name="connsiteX12000" fmla="*/ 1200617 w 2057605"/>
                <a:gd name="connsiteY12000" fmla="*/ 434104 h 3215359"/>
                <a:gd name="connsiteX12001" fmla="*/ 1198172 w 2057605"/>
                <a:gd name="connsiteY12001" fmla="*/ 434104 h 3215359"/>
                <a:gd name="connsiteX12002" fmla="*/ 1195439 w 2057605"/>
                <a:gd name="connsiteY12002" fmla="*/ 431515 h 3215359"/>
                <a:gd name="connsiteX12003" fmla="*/ 1192993 w 2057605"/>
                <a:gd name="connsiteY12003" fmla="*/ 429069 h 3215359"/>
                <a:gd name="connsiteX12004" fmla="*/ 1192993 w 2057605"/>
                <a:gd name="connsiteY12004" fmla="*/ 423891 h 3215359"/>
                <a:gd name="connsiteX12005" fmla="*/ 1196158 w 2057605"/>
                <a:gd name="connsiteY12005" fmla="*/ 423891 h 3215359"/>
                <a:gd name="connsiteX12006" fmla="*/ 1198891 w 2057605"/>
                <a:gd name="connsiteY12006" fmla="*/ 426336 h 3215359"/>
                <a:gd name="connsiteX12007" fmla="*/ 1201336 w 2057605"/>
                <a:gd name="connsiteY12007" fmla="*/ 429069 h 3215359"/>
                <a:gd name="connsiteX12008" fmla="*/ 1206370 w 2057605"/>
                <a:gd name="connsiteY12008" fmla="*/ 426336 h 3215359"/>
                <a:gd name="connsiteX12009" fmla="*/ 1216583 w 2057605"/>
                <a:gd name="connsiteY12009" fmla="*/ 431515 h 3215359"/>
                <a:gd name="connsiteX12010" fmla="*/ 1213994 w 2057605"/>
                <a:gd name="connsiteY12010" fmla="*/ 429069 h 3215359"/>
                <a:gd name="connsiteX12011" fmla="*/ 1221761 w 2057605"/>
                <a:gd name="connsiteY12011" fmla="*/ 429069 h 3215359"/>
                <a:gd name="connsiteX12012" fmla="*/ 1224206 w 2057605"/>
                <a:gd name="connsiteY12012" fmla="*/ 425761 h 3215359"/>
                <a:gd name="connsiteX12013" fmla="*/ 1224206 w 2057605"/>
                <a:gd name="connsiteY12013" fmla="*/ 423316 h 3215359"/>
                <a:gd name="connsiteX12014" fmla="*/ 1226796 w 2057605"/>
                <a:gd name="connsiteY12014" fmla="*/ 420727 h 3215359"/>
                <a:gd name="connsiteX12015" fmla="*/ 1224206 w 2057605"/>
                <a:gd name="connsiteY12015" fmla="*/ 420727 h 3215359"/>
                <a:gd name="connsiteX12016" fmla="*/ 1224206 w 2057605"/>
                <a:gd name="connsiteY12016" fmla="*/ 415549 h 3215359"/>
                <a:gd name="connsiteX12017" fmla="*/ 1226796 w 2057605"/>
                <a:gd name="connsiteY12017" fmla="*/ 413103 h 3215359"/>
                <a:gd name="connsiteX12018" fmla="*/ 1224206 w 2057605"/>
                <a:gd name="connsiteY12018" fmla="*/ 410514 h 3215359"/>
                <a:gd name="connsiteX12019" fmla="*/ 1221761 w 2057605"/>
                <a:gd name="connsiteY12019" fmla="*/ 410514 h 3215359"/>
                <a:gd name="connsiteX12020" fmla="*/ 1221761 w 2057605"/>
                <a:gd name="connsiteY12020" fmla="*/ 408069 h 3215359"/>
                <a:gd name="connsiteX12021" fmla="*/ 1219172 w 2057605"/>
                <a:gd name="connsiteY12021" fmla="*/ 408069 h 3215359"/>
                <a:gd name="connsiteX12022" fmla="*/ 1216439 w 2057605"/>
                <a:gd name="connsiteY12022" fmla="*/ 405336 h 3215359"/>
                <a:gd name="connsiteX12023" fmla="*/ 1213850 w 2057605"/>
                <a:gd name="connsiteY12023" fmla="*/ 405336 h 3215359"/>
                <a:gd name="connsiteX12024" fmla="*/ 1206227 w 2057605"/>
                <a:gd name="connsiteY12024" fmla="*/ 408069 h 3215359"/>
                <a:gd name="connsiteX12025" fmla="*/ 1193569 w 2057605"/>
                <a:gd name="connsiteY12025" fmla="*/ 405336 h 3215359"/>
                <a:gd name="connsiteX12026" fmla="*/ 1193569 w 2057605"/>
                <a:gd name="connsiteY12026" fmla="*/ 402891 h 3215359"/>
                <a:gd name="connsiteX12027" fmla="*/ 1190980 w 2057605"/>
                <a:gd name="connsiteY12027" fmla="*/ 400302 h 3215359"/>
                <a:gd name="connsiteX12028" fmla="*/ 1190980 w 2057605"/>
                <a:gd name="connsiteY12028" fmla="*/ 398432 h 3215359"/>
                <a:gd name="connsiteX12029" fmla="*/ 1193569 w 2057605"/>
                <a:gd name="connsiteY12029" fmla="*/ 393254 h 3215359"/>
                <a:gd name="connsiteX12030" fmla="*/ 1196014 w 2057605"/>
                <a:gd name="connsiteY12030" fmla="*/ 390665 h 3215359"/>
                <a:gd name="connsiteX12031" fmla="*/ 1196014 w 2057605"/>
                <a:gd name="connsiteY12031" fmla="*/ 385774 h 3215359"/>
                <a:gd name="connsiteX12032" fmla="*/ 1198747 w 2057605"/>
                <a:gd name="connsiteY12032" fmla="*/ 385774 h 3215359"/>
                <a:gd name="connsiteX12033" fmla="*/ 1201192 w 2057605"/>
                <a:gd name="connsiteY12033" fmla="*/ 383041 h 3215359"/>
                <a:gd name="connsiteX12034" fmla="*/ 1203781 w 2057605"/>
                <a:gd name="connsiteY12034" fmla="*/ 383041 h 3215359"/>
                <a:gd name="connsiteX12035" fmla="*/ 1203781 w 2057605"/>
                <a:gd name="connsiteY12035" fmla="*/ 385774 h 3215359"/>
                <a:gd name="connsiteX12036" fmla="*/ 1208960 w 2057605"/>
                <a:gd name="connsiteY12036" fmla="*/ 388219 h 3215359"/>
                <a:gd name="connsiteX12037" fmla="*/ 1211405 w 2057605"/>
                <a:gd name="connsiteY12037" fmla="*/ 390665 h 3215359"/>
                <a:gd name="connsiteX12038" fmla="*/ 1213850 w 2057605"/>
                <a:gd name="connsiteY12038" fmla="*/ 390665 h 3215359"/>
                <a:gd name="connsiteX12039" fmla="*/ 1213850 w 2057605"/>
                <a:gd name="connsiteY12039" fmla="*/ 380596 h 3215359"/>
                <a:gd name="connsiteX12040" fmla="*/ 1224063 w 2057605"/>
                <a:gd name="connsiteY12040" fmla="*/ 385774 h 3215359"/>
                <a:gd name="connsiteX12041" fmla="*/ 1226652 w 2057605"/>
                <a:gd name="connsiteY12041" fmla="*/ 388219 h 3215359"/>
                <a:gd name="connsiteX12042" fmla="*/ 1234275 w 2057605"/>
                <a:gd name="connsiteY12042" fmla="*/ 395699 h 3215359"/>
                <a:gd name="connsiteX12043" fmla="*/ 1242042 w 2057605"/>
                <a:gd name="connsiteY12043" fmla="*/ 398432 h 3215359"/>
                <a:gd name="connsiteX12044" fmla="*/ 1244488 w 2057605"/>
                <a:gd name="connsiteY12044" fmla="*/ 400877 h 3215359"/>
                <a:gd name="connsiteX12045" fmla="*/ 1249522 w 2057605"/>
                <a:gd name="connsiteY12045" fmla="*/ 403466 h 3215359"/>
                <a:gd name="connsiteX12046" fmla="*/ 1252255 w 2057605"/>
                <a:gd name="connsiteY12046" fmla="*/ 408644 h 3215359"/>
                <a:gd name="connsiteX12047" fmla="*/ 1257289 w 2057605"/>
                <a:gd name="connsiteY12047" fmla="*/ 416124 h 3215359"/>
                <a:gd name="connsiteX12048" fmla="*/ 1259734 w 2057605"/>
                <a:gd name="connsiteY12048" fmla="*/ 429069 h 3215359"/>
                <a:gd name="connsiteX12049" fmla="*/ 1257289 w 2057605"/>
                <a:gd name="connsiteY12049" fmla="*/ 429069 h 3215359"/>
                <a:gd name="connsiteX12050" fmla="*/ 1257289 w 2057605"/>
                <a:gd name="connsiteY12050" fmla="*/ 430939 h 3215359"/>
                <a:gd name="connsiteX12051" fmla="*/ 1259734 w 2057605"/>
                <a:gd name="connsiteY12051" fmla="*/ 433528 h 3215359"/>
                <a:gd name="connsiteX12052" fmla="*/ 1264913 w 2057605"/>
                <a:gd name="connsiteY12052" fmla="*/ 438707 h 3215359"/>
                <a:gd name="connsiteX12053" fmla="*/ 1269659 w 2057605"/>
                <a:gd name="connsiteY12053" fmla="*/ 453953 h 3215359"/>
                <a:gd name="connsiteX12054" fmla="*/ 1274837 w 2057605"/>
                <a:gd name="connsiteY12054" fmla="*/ 469344 h 3215359"/>
                <a:gd name="connsiteX12055" fmla="*/ 1277426 w 2057605"/>
                <a:gd name="connsiteY12055" fmla="*/ 469344 h 3215359"/>
                <a:gd name="connsiteX12056" fmla="*/ 1277426 w 2057605"/>
                <a:gd name="connsiteY12056" fmla="*/ 479413 h 3215359"/>
                <a:gd name="connsiteX12057" fmla="*/ 1282605 w 2057605"/>
                <a:gd name="connsiteY12057" fmla="*/ 484591 h 3215359"/>
                <a:gd name="connsiteX12058" fmla="*/ 1286488 w 2057605"/>
                <a:gd name="connsiteY12058" fmla="*/ 486605 h 3215359"/>
                <a:gd name="connsiteX12059" fmla="*/ 1248659 w 2057605"/>
                <a:gd name="connsiteY12059" fmla="*/ 336869 h 3215359"/>
                <a:gd name="connsiteX12060" fmla="*/ 1251392 w 2057605"/>
                <a:gd name="connsiteY12060" fmla="*/ 331691 h 3215359"/>
                <a:gd name="connsiteX12061" fmla="*/ 1248659 w 2057605"/>
                <a:gd name="connsiteY12061" fmla="*/ 329246 h 3215359"/>
                <a:gd name="connsiteX12062" fmla="*/ 1253837 w 2057605"/>
                <a:gd name="connsiteY12062" fmla="*/ 329246 h 3215359"/>
                <a:gd name="connsiteX12063" fmla="*/ 1251392 w 2057605"/>
                <a:gd name="connsiteY12063" fmla="*/ 326657 h 3215359"/>
                <a:gd name="connsiteX12064" fmla="*/ 1253837 w 2057605"/>
                <a:gd name="connsiteY12064" fmla="*/ 326657 h 3215359"/>
                <a:gd name="connsiteX12065" fmla="*/ 1253837 w 2057605"/>
                <a:gd name="connsiteY12065" fmla="*/ 316444 h 3215359"/>
                <a:gd name="connsiteX12066" fmla="*/ 1256426 w 2057605"/>
                <a:gd name="connsiteY12066" fmla="*/ 316444 h 3215359"/>
                <a:gd name="connsiteX12067" fmla="*/ 1258871 w 2057605"/>
                <a:gd name="connsiteY12067" fmla="*/ 313999 h 3215359"/>
                <a:gd name="connsiteX12068" fmla="*/ 1258871 w 2057605"/>
                <a:gd name="connsiteY12068" fmla="*/ 310547 h 3215359"/>
                <a:gd name="connsiteX12069" fmla="*/ 1261604 w 2057605"/>
                <a:gd name="connsiteY12069" fmla="*/ 308101 h 3215359"/>
                <a:gd name="connsiteX12070" fmla="*/ 1266639 w 2057605"/>
                <a:gd name="connsiteY12070" fmla="*/ 310547 h 3215359"/>
                <a:gd name="connsiteX12071" fmla="*/ 1269084 w 2057605"/>
                <a:gd name="connsiteY12071" fmla="*/ 310547 h 3215359"/>
                <a:gd name="connsiteX12072" fmla="*/ 1266639 w 2057605"/>
                <a:gd name="connsiteY12072" fmla="*/ 308101 h 3215359"/>
                <a:gd name="connsiteX12073" fmla="*/ 1266639 w 2057605"/>
                <a:gd name="connsiteY12073" fmla="*/ 305512 h 3215359"/>
                <a:gd name="connsiteX12074" fmla="*/ 1269084 w 2057605"/>
                <a:gd name="connsiteY12074" fmla="*/ 300334 h 3215359"/>
                <a:gd name="connsiteX12075" fmla="*/ 1276851 w 2057605"/>
                <a:gd name="connsiteY12075" fmla="*/ 297889 h 3215359"/>
                <a:gd name="connsiteX12076" fmla="*/ 1276851 w 2057605"/>
                <a:gd name="connsiteY12076" fmla="*/ 295300 h 3215359"/>
                <a:gd name="connsiteX12077" fmla="*/ 1279296 w 2057605"/>
                <a:gd name="connsiteY12077" fmla="*/ 292855 h 3215359"/>
                <a:gd name="connsiteX12078" fmla="*/ 1279296 w 2057605"/>
                <a:gd name="connsiteY12078" fmla="*/ 290409 h 3215359"/>
                <a:gd name="connsiteX12079" fmla="*/ 1282749 w 2057605"/>
                <a:gd name="connsiteY12079" fmla="*/ 290409 h 3215359"/>
                <a:gd name="connsiteX12080" fmla="*/ 1287783 w 2057605"/>
                <a:gd name="connsiteY12080" fmla="*/ 287676 h 3215359"/>
                <a:gd name="connsiteX12081" fmla="*/ 1292961 w 2057605"/>
                <a:gd name="connsiteY12081" fmla="*/ 287676 h 3215359"/>
                <a:gd name="connsiteX12082" fmla="*/ 1292961 w 2057605"/>
                <a:gd name="connsiteY12082" fmla="*/ 285231 h 3215359"/>
                <a:gd name="connsiteX12083" fmla="*/ 1297851 w 2057605"/>
                <a:gd name="connsiteY12083" fmla="*/ 285231 h 3215359"/>
                <a:gd name="connsiteX12084" fmla="*/ 1297851 w 2057605"/>
                <a:gd name="connsiteY12084" fmla="*/ 283505 h 3215359"/>
                <a:gd name="connsiteX12085" fmla="*/ 1300441 w 2057605"/>
                <a:gd name="connsiteY12085" fmla="*/ 286094 h 3215359"/>
                <a:gd name="connsiteX12086" fmla="*/ 1302886 w 2057605"/>
                <a:gd name="connsiteY12086" fmla="*/ 288539 h 3215359"/>
                <a:gd name="connsiteX12087" fmla="*/ 1305619 w 2057605"/>
                <a:gd name="connsiteY12087" fmla="*/ 296163 h 3215359"/>
                <a:gd name="connsiteX12088" fmla="*/ 1308064 w 2057605"/>
                <a:gd name="connsiteY12088" fmla="*/ 296163 h 3215359"/>
                <a:gd name="connsiteX12089" fmla="*/ 1308064 w 2057605"/>
                <a:gd name="connsiteY12089" fmla="*/ 301197 h 3215359"/>
                <a:gd name="connsiteX12090" fmla="*/ 1310941 w 2057605"/>
                <a:gd name="connsiteY12090" fmla="*/ 301197 h 3215359"/>
                <a:gd name="connsiteX12091" fmla="*/ 1310941 w 2057605"/>
                <a:gd name="connsiteY12091" fmla="*/ 303930 h 3215359"/>
                <a:gd name="connsiteX12092" fmla="*/ 1313386 w 2057605"/>
                <a:gd name="connsiteY12092" fmla="*/ 303930 h 3215359"/>
                <a:gd name="connsiteX12093" fmla="*/ 1310941 w 2057605"/>
                <a:gd name="connsiteY12093" fmla="*/ 298752 h 3215359"/>
                <a:gd name="connsiteX12094" fmla="*/ 1313386 w 2057605"/>
                <a:gd name="connsiteY12094" fmla="*/ 291272 h 3215359"/>
                <a:gd name="connsiteX12095" fmla="*/ 1313386 w 2057605"/>
                <a:gd name="connsiteY12095" fmla="*/ 286094 h 3215359"/>
                <a:gd name="connsiteX12096" fmla="*/ 1310941 w 2057605"/>
                <a:gd name="connsiteY12096" fmla="*/ 286094 h 3215359"/>
                <a:gd name="connsiteX12097" fmla="*/ 1308352 w 2057605"/>
                <a:gd name="connsiteY12097" fmla="*/ 283505 h 3215359"/>
                <a:gd name="connsiteX12098" fmla="*/ 1310941 w 2057605"/>
                <a:gd name="connsiteY12098" fmla="*/ 278327 h 3215359"/>
                <a:gd name="connsiteX12099" fmla="*/ 1313386 w 2057605"/>
                <a:gd name="connsiteY12099" fmla="*/ 281060 h 3215359"/>
                <a:gd name="connsiteX12100" fmla="*/ 1313386 w 2057605"/>
                <a:gd name="connsiteY12100" fmla="*/ 283505 h 3215359"/>
                <a:gd name="connsiteX12101" fmla="*/ 1316119 w 2057605"/>
                <a:gd name="connsiteY12101" fmla="*/ 283505 h 3215359"/>
                <a:gd name="connsiteX12102" fmla="*/ 1316119 w 2057605"/>
                <a:gd name="connsiteY12102" fmla="*/ 286094 h 3215359"/>
                <a:gd name="connsiteX12103" fmla="*/ 1318564 w 2057605"/>
                <a:gd name="connsiteY12103" fmla="*/ 288539 h 3215359"/>
                <a:gd name="connsiteX12104" fmla="*/ 1316119 w 2057605"/>
                <a:gd name="connsiteY12104" fmla="*/ 281060 h 3215359"/>
                <a:gd name="connsiteX12105" fmla="*/ 1318564 w 2057605"/>
                <a:gd name="connsiteY12105" fmla="*/ 278327 h 3215359"/>
                <a:gd name="connsiteX12106" fmla="*/ 1316119 w 2057605"/>
                <a:gd name="connsiteY12106" fmla="*/ 270847 h 3215359"/>
                <a:gd name="connsiteX12107" fmla="*/ 1318564 w 2057605"/>
                <a:gd name="connsiteY12107" fmla="*/ 263080 h 3215359"/>
                <a:gd name="connsiteX12108" fmla="*/ 1323599 w 2057605"/>
                <a:gd name="connsiteY12108" fmla="*/ 257902 h 3215359"/>
                <a:gd name="connsiteX12109" fmla="*/ 1326332 w 2057605"/>
                <a:gd name="connsiteY12109" fmla="*/ 257902 h 3215359"/>
                <a:gd name="connsiteX12110" fmla="*/ 1331366 w 2057605"/>
                <a:gd name="connsiteY12110" fmla="*/ 255457 h 3215359"/>
                <a:gd name="connsiteX12111" fmla="*/ 1333811 w 2057605"/>
                <a:gd name="connsiteY12111" fmla="*/ 252868 h 3215359"/>
                <a:gd name="connsiteX12112" fmla="*/ 1336544 w 2057605"/>
                <a:gd name="connsiteY12112" fmla="*/ 252868 h 3215359"/>
                <a:gd name="connsiteX12113" fmla="*/ 1336544 w 2057605"/>
                <a:gd name="connsiteY12113" fmla="*/ 247689 h 3215359"/>
                <a:gd name="connsiteX12114" fmla="*/ 1338989 w 2057605"/>
                <a:gd name="connsiteY12114" fmla="*/ 250422 h 3215359"/>
                <a:gd name="connsiteX12115" fmla="*/ 1341578 w 2057605"/>
                <a:gd name="connsiteY12115" fmla="*/ 250422 h 3215359"/>
                <a:gd name="connsiteX12116" fmla="*/ 1341578 w 2057605"/>
                <a:gd name="connsiteY12116" fmla="*/ 252868 h 3215359"/>
                <a:gd name="connsiteX12117" fmla="*/ 1346757 w 2057605"/>
                <a:gd name="connsiteY12117" fmla="*/ 252868 h 3215359"/>
                <a:gd name="connsiteX12118" fmla="*/ 1349202 w 2057605"/>
                <a:gd name="connsiteY12118" fmla="*/ 250422 h 3215359"/>
                <a:gd name="connsiteX12119" fmla="*/ 1354236 w 2057605"/>
                <a:gd name="connsiteY12119" fmla="*/ 252868 h 3215359"/>
                <a:gd name="connsiteX12120" fmla="*/ 1359414 w 2057605"/>
                <a:gd name="connsiteY12120" fmla="*/ 263080 h 3215359"/>
                <a:gd name="connsiteX12121" fmla="*/ 1362003 w 2057605"/>
                <a:gd name="connsiteY12121" fmla="*/ 263080 h 3215359"/>
                <a:gd name="connsiteX12122" fmla="*/ 1359414 w 2057605"/>
                <a:gd name="connsiteY12122" fmla="*/ 268114 h 3215359"/>
                <a:gd name="connsiteX12123" fmla="*/ 1359414 w 2057605"/>
                <a:gd name="connsiteY12123" fmla="*/ 273293 h 3215359"/>
                <a:gd name="connsiteX12124" fmla="*/ 1369627 w 2057605"/>
                <a:gd name="connsiteY12124" fmla="*/ 278327 h 3215359"/>
                <a:gd name="connsiteX12125" fmla="*/ 1372216 w 2057605"/>
                <a:gd name="connsiteY12125" fmla="*/ 281060 h 3215359"/>
                <a:gd name="connsiteX12126" fmla="*/ 1369627 w 2057605"/>
                <a:gd name="connsiteY12126" fmla="*/ 275882 h 3215359"/>
                <a:gd name="connsiteX12127" fmla="*/ 1362003 w 2057605"/>
                <a:gd name="connsiteY12127" fmla="*/ 270847 h 3215359"/>
                <a:gd name="connsiteX12128" fmla="*/ 1364449 w 2057605"/>
                <a:gd name="connsiteY12128" fmla="*/ 265669 h 3215359"/>
                <a:gd name="connsiteX12129" fmla="*/ 1367182 w 2057605"/>
                <a:gd name="connsiteY12129" fmla="*/ 265669 h 3215359"/>
                <a:gd name="connsiteX12130" fmla="*/ 1364449 w 2057605"/>
                <a:gd name="connsiteY12130" fmla="*/ 257902 h 3215359"/>
                <a:gd name="connsiteX12131" fmla="*/ 1367182 w 2057605"/>
                <a:gd name="connsiteY12131" fmla="*/ 255457 h 3215359"/>
                <a:gd name="connsiteX12132" fmla="*/ 1381565 w 2057605"/>
                <a:gd name="connsiteY12132" fmla="*/ 255457 h 3215359"/>
                <a:gd name="connsiteX12133" fmla="*/ 1386600 w 2057605"/>
                <a:gd name="connsiteY12133" fmla="*/ 257902 h 3215359"/>
                <a:gd name="connsiteX12134" fmla="*/ 1396812 w 2057605"/>
                <a:gd name="connsiteY12134" fmla="*/ 270847 h 3215359"/>
                <a:gd name="connsiteX12135" fmla="*/ 1399545 w 2057605"/>
                <a:gd name="connsiteY12135" fmla="*/ 275882 h 3215359"/>
                <a:gd name="connsiteX12136" fmla="*/ 1404580 w 2057605"/>
                <a:gd name="connsiteY12136" fmla="*/ 281060 h 3215359"/>
                <a:gd name="connsiteX12137" fmla="*/ 1404580 w 2057605"/>
                <a:gd name="connsiteY12137" fmla="*/ 278327 h 3215359"/>
                <a:gd name="connsiteX12138" fmla="*/ 1401990 w 2057605"/>
                <a:gd name="connsiteY12138" fmla="*/ 275882 h 3215359"/>
                <a:gd name="connsiteX12139" fmla="*/ 1399545 w 2057605"/>
                <a:gd name="connsiteY12139" fmla="*/ 270847 h 3215359"/>
                <a:gd name="connsiteX12140" fmla="*/ 1396812 w 2057605"/>
                <a:gd name="connsiteY12140" fmla="*/ 265669 h 3215359"/>
                <a:gd name="connsiteX12141" fmla="*/ 1394367 w 2057605"/>
                <a:gd name="connsiteY12141" fmla="*/ 263080 h 3215359"/>
                <a:gd name="connsiteX12142" fmla="*/ 1394367 w 2057605"/>
                <a:gd name="connsiteY12142" fmla="*/ 260635 h 3215359"/>
                <a:gd name="connsiteX12143" fmla="*/ 1407744 w 2057605"/>
                <a:gd name="connsiteY12143" fmla="*/ 260635 h 3215359"/>
                <a:gd name="connsiteX12144" fmla="*/ 1412922 w 2057605"/>
                <a:gd name="connsiteY12144" fmla="*/ 270847 h 3215359"/>
                <a:gd name="connsiteX12145" fmla="*/ 1412922 w 2057605"/>
                <a:gd name="connsiteY12145" fmla="*/ 273293 h 3215359"/>
                <a:gd name="connsiteX12146" fmla="*/ 1415511 w 2057605"/>
                <a:gd name="connsiteY12146" fmla="*/ 275882 h 3215359"/>
                <a:gd name="connsiteX12147" fmla="*/ 1420689 w 2057605"/>
                <a:gd name="connsiteY12147" fmla="*/ 278327 h 3215359"/>
                <a:gd name="connsiteX12148" fmla="*/ 1410477 w 2057605"/>
                <a:gd name="connsiteY12148" fmla="*/ 260635 h 3215359"/>
                <a:gd name="connsiteX12149" fmla="*/ 1417956 w 2057605"/>
                <a:gd name="connsiteY12149" fmla="*/ 260635 h 3215359"/>
                <a:gd name="connsiteX12150" fmla="*/ 1417956 w 2057605"/>
                <a:gd name="connsiteY12150" fmla="*/ 263080 h 3215359"/>
                <a:gd name="connsiteX12151" fmla="*/ 1419970 w 2057605"/>
                <a:gd name="connsiteY12151" fmla="*/ 270606 h 3215359"/>
                <a:gd name="connsiteX12152" fmla="*/ 1419970 w 2057605"/>
                <a:gd name="connsiteY12152" fmla="*/ 270847 h 3215359"/>
                <a:gd name="connsiteX12153" fmla="*/ 1420058 w 2057605"/>
                <a:gd name="connsiteY12153" fmla="*/ 270935 h 3215359"/>
                <a:gd name="connsiteX12154" fmla="*/ 1420689 w 2057605"/>
                <a:gd name="connsiteY12154" fmla="*/ 273293 h 3215359"/>
                <a:gd name="connsiteX12155" fmla="*/ 1423135 w 2057605"/>
                <a:gd name="connsiteY12155" fmla="*/ 275882 h 3215359"/>
                <a:gd name="connsiteX12156" fmla="*/ 1425005 w 2057605"/>
                <a:gd name="connsiteY12156" fmla="*/ 275882 h 3215359"/>
                <a:gd name="connsiteX12157" fmla="*/ 1422415 w 2057605"/>
                <a:gd name="connsiteY12157" fmla="*/ 273293 h 3215359"/>
                <a:gd name="connsiteX12158" fmla="*/ 1420058 w 2057605"/>
                <a:gd name="connsiteY12158" fmla="*/ 270935 h 3215359"/>
                <a:gd name="connsiteX12159" fmla="*/ 1419970 w 2057605"/>
                <a:gd name="connsiteY12159" fmla="*/ 270606 h 3215359"/>
                <a:gd name="connsiteX12160" fmla="*/ 1419970 w 2057605"/>
                <a:gd name="connsiteY12160" fmla="*/ 260059 h 3215359"/>
                <a:gd name="connsiteX12161" fmla="*/ 1417237 w 2057605"/>
                <a:gd name="connsiteY12161" fmla="*/ 254881 h 3215359"/>
                <a:gd name="connsiteX12162" fmla="*/ 1396812 w 2057605"/>
                <a:gd name="connsiteY12162" fmla="*/ 252292 h 3215359"/>
                <a:gd name="connsiteX12163" fmla="*/ 1394367 w 2057605"/>
                <a:gd name="connsiteY12163" fmla="*/ 252292 h 3215359"/>
                <a:gd name="connsiteX12164" fmla="*/ 1391778 w 2057605"/>
                <a:gd name="connsiteY12164" fmla="*/ 249847 h 3215359"/>
                <a:gd name="connsiteX12165" fmla="*/ 1389333 w 2057605"/>
                <a:gd name="connsiteY12165" fmla="*/ 249847 h 3215359"/>
                <a:gd name="connsiteX12166" fmla="*/ 1386600 w 2057605"/>
                <a:gd name="connsiteY12166" fmla="*/ 247114 h 3215359"/>
                <a:gd name="connsiteX12167" fmla="*/ 1384154 w 2057605"/>
                <a:gd name="connsiteY12167" fmla="*/ 244669 h 3215359"/>
                <a:gd name="connsiteX12168" fmla="*/ 1373942 w 2057605"/>
                <a:gd name="connsiteY12168" fmla="*/ 244669 h 3215359"/>
                <a:gd name="connsiteX12169" fmla="*/ 1371497 w 2057605"/>
                <a:gd name="connsiteY12169" fmla="*/ 242080 h 3215359"/>
                <a:gd name="connsiteX12170" fmla="*/ 1368908 w 2057605"/>
                <a:gd name="connsiteY12170" fmla="*/ 242080 h 3215359"/>
                <a:gd name="connsiteX12171" fmla="*/ 1368908 w 2057605"/>
                <a:gd name="connsiteY12171" fmla="*/ 239778 h 3215359"/>
                <a:gd name="connsiteX12172" fmla="*/ 1366462 w 2057605"/>
                <a:gd name="connsiteY12172" fmla="*/ 239778 h 3215359"/>
                <a:gd name="connsiteX12173" fmla="*/ 1366462 w 2057605"/>
                <a:gd name="connsiteY12173" fmla="*/ 237045 h 3215359"/>
                <a:gd name="connsiteX12174" fmla="*/ 1363729 w 2057605"/>
                <a:gd name="connsiteY12174" fmla="*/ 234600 h 3215359"/>
                <a:gd name="connsiteX12175" fmla="*/ 1363729 w 2057605"/>
                <a:gd name="connsiteY12175" fmla="*/ 226833 h 3215359"/>
                <a:gd name="connsiteX12176" fmla="*/ 1376387 w 2057605"/>
                <a:gd name="connsiteY12176" fmla="*/ 224388 h 3215359"/>
                <a:gd name="connsiteX12177" fmla="*/ 1389333 w 2057605"/>
                <a:gd name="connsiteY12177" fmla="*/ 219353 h 3215359"/>
                <a:gd name="connsiteX12178" fmla="*/ 1391778 w 2057605"/>
                <a:gd name="connsiteY12178" fmla="*/ 214175 h 3215359"/>
                <a:gd name="connsiteX12179" fmla="*/ 1396812 w 2057605"/>
                <a:gd name="connsiteY12179" fmla="*/ 211586 h 3215359"/>
                <a:gd name="connsiteX12180" fmla="*/ 1394367 w 2057605"/>
                <a:gd name="connsiteY12180" fmla="*/ 211586 h 3215359"/>
                <a:gd name="connsiteX12181" fmla="*/ 1396812 w 2057605"/>
                <a:gd name="connsiteY12181" fmla="*/ 209141 h 3215359"/>
                <a:gd name="connsiteX12182" fmla="*/ 1391778 w 2057605"/>
                <a:gd name="connsiteY12182" fmla="*/ 206696 h 3215359"/>
                <a:gd name="connsiteX12183" fmla="*/ 1394367 w 2057605"/>
                <a:gd name="connsiteY12183" fmla="*/ 201517 h 3215359"/>
                <a:gd name="connsiteX12184" fmla="*/ 1390052 w 2057605"/>
                <a:gd name="connsiteY12184" fmla="*/ 201517 h 3215359"/>
                <a:gd name="connsiteX12185" fmla="*/ 1390052 w 2057605"/>
                <a:gd name="connsiteY12185" fmla="*/ 191305 h 3215359"/>
                <a:gd name="connsiteX12186" fmla="*/ 1387319 w 2057605"/>
                <a:gd name="connsiteY12186" fmla="*/ 191305 h 3215359"/>
                <a:gd name="connsiteX12187" fmla="*/ 1384874 w 2057605"/>
                <a:gd name="connsiteY12187" fmla="*/ 188716 h 3215359"/>
                <a:gd name="connsiteX12188" fmla="*/ 1382285 w 2057605"/>
                <a:gd name="connsiteY12188" fmla="*/ 188716 h 3215359"/>
                <a:gd name="connsiteX12189" fmla="*/ 1384874 w 2057605"/>
                <a:gd name="connsiteY12189" fmla="*/ 186270 h 3215359"/>
                <a:gd name="connsiteX12190" fmla="*/ 1384874 w 2057605"/>
                <a:gd name="connsiteY12190" fmla="*/ 183538 h 3215359"/>
                <a:gd name="connsiteX12191" fmla="*/ 1392497 w 2057605"/>
                <a:gd name="connsiteY12191" fmla="*/ 181092 h 3215359"/>
                <a:gd name="connsiteX12192" fmla="*/ 1397531 w 2057605"/>
                <a:gd name="connsiteY12192" fmla="*/ 178503 h 3215359"/>
                <a:gd name="connsiteX12193" fmla="*/ 1410477 w 2057605"/>
                <a:gd name="connsiteY12193" fmla="*/ 178503 h 3215359"/>
                <a:gd name="connsiteX12194" fmla="*/ 1412922 w 2057605"/>
                <a:gd name="connsiteY12194" fmla="*/ 181092 h 3215359"/>
                <a:gd name="connsiteX12195" fmla="*/ 1407744 w 2057605"/>
                <a:gd name="connsiteY12195" fmla="*/ 183538 h 3215359"/>
                <a:gd name="connsiteX12196" fmla="*/ 1407744 w 2057605"/>
                <a:gd name="connsiteY12196" fmla="*/ 186270 h 3215359"/>
                <a:gd name="connsiteX12197" fmla="*/ 1402710 w 2057605"/>
                <a:gd name="connsiteY12197" fmla="*/ 186270 h 3215359"/>
                <a:gd name="connsiteX12198" fmla="*/ 1417956 w 2057605"/>
                <a:gd name="connsiteY12198" fmla="*/ 193750 h 3215359"/>
                <a:gd name="connsiteX12199" fmla="*/ 1417956 w 2057605"/>
                <a:gd name="connsiteY12199" fmla="*/ 196483 h 3215359"/>
                <a:gd name="connsiteX12200" fmla="*/ 1423135 w 2057605"/>
                <a:gd name="connsiteY12200" fmla="*/ 193750 h 3215359"/>
                <a:gd name="connsiteX12201" fmla="*/ 1430039 w 2057605"/>
                <a:gd name="connsiteY12201" fmla="*/ 193750 h 3215359"/>
                <a:gd name="connsiteX12202" fmla="*/ 1437518 w 2057605"/>
                <a:gd name="connsiteY12202" fmla="*/ 198928 h 3215359"/>
                <a:gd name="connsiteX12203" fmla="*/ 1443416 w 2057605"/>
                <a:gd name="connsiteY12203" fmla="*/ 203963 h 3215359"/>
                <a:gd name="connsiteX12204" fmla="*/ 1446005 w 2057605"/>
                <a:gd name="connsiteY12204" fmla="*/ 206696 h 3215359"/>
                <a:gd name="connsiteX12205" fmla="*/ 1446005 w 2057605"/>
                <a:gd name="connsiteY12205" fmla="*/ 216620 h 3215359"/>
                <a:gd name="connsiteX12206" fmla="*/ 1456217 w 2057605"/>
                <a:gd name="connsiteY12206" fmla="*/ 224388 h 3215359"/>
                <a:gd name="connsiteX12207" fmla="*/ 1458663 w 2057605"/>
                <a:gd name="connsiteY12207" fmla="*/ 232011 h 3215359"/>
                <a:gd name="connsiteX12208" fmla="*/ 1458663 w 2057605"/>
                <a:gd name="connsiteY12208" fmla="*/ 236902 h 3215359"/>
                <a:gd name="connsiteX12209" fmla="*/ 1456217 w 2057605"/>
                <a:gd name="connsiteY12209" fmla="*/ 242080 h 3215359"/>
                <a:gd name="connsiteX12210" fmla="*/ 1456217 w 2057605"/>
                <a:gd name="connsiteY12210" fmla="*/ 244956 h 3215359"/>
                <a:gd name="connsiteX12211" fmla="*/ 1461108 w 2057605"/>
                <a:gd name="connsiteY12211" fmla="*/ 239922 h 3215359"/>
                <a:gd name="connsiteX12212" fmla="*/ 1466286 w 2057605"/>
                <a:gd name="connsiteY12212" fmla="*/ 237189 h 3215359"/>
                <a:gd name="connsiteX12213" fmla="*/ 1478225 w 2057605"/>
                <a:gd name="connsiteY12213" fmla="*/ 237189 h 3215359"/>
                <a:gd name="connsiteX12214" fmla="*/ 1480670 w 2057605"/>
                <a:gd name="connsiteY12214" fmla="*/ 242367 h 3215359"/>
                <a:gd name="connsiteX12215" fmla="*/ 1485848 w 2057605"/>
                <a:gd name="connsiteY12215" fmla="*/ 242367 h 3215359"/>
                <a:gd name="connsiteX12216" fmla="*/ 1483403 w 2057605"/>
                <a:gd name="connsiteY12216" fmla="*/ 239922 h 3215359"/>
                <a:gd name="connsiteX12217" fmla="*/ 1480670 w 2057605"/>
                <a:gd name="connsiteY12217" fmla="*/ 234744 h 3215359"/>
                <a:gd name="connsiteX12218" fmla="*/ 1462978 w 2057605"/>
                <a:gd name="connsiteY12218" fmla="*/ 234744 h 3215359"/>
                <a:gd name="connsiteX12219" fmla="*/ 1460245 w 2057605"/>
                <a:gd name="connsiteY12219" fmla="*/ 221942 h 3215359"/>
                <a:gd name="connsiteX12220" fmla="*/ 1457800 w 2057605"/>
                <a:gd name="connsiteY12220" fmla="*/ 219497 h 3215359"/>
                <a:gd name="connsiteX12221" fmla="*/ 1455354 w 2057605"/>
                <a:gd name="connsiteY12221" fmla="*/ 216764 h 3215359"/>
                <a:gd name="connsiteX12222" fmla="*/ 1452765 w 2057605"/>
                <a:gd name="connsiteY12222" fmla="*/ 214319 h 3215359"/>
                <a:gd name="connsiteX12223" fmla="*/ 1452765 w 2057605"/>
                <a:gd name="connsiteY12223" fmla="*/ 204106 h 3215359"/>
                <a:gd name="connsiteX12224" fmla="*/ 1462978 w 2057605"/>
                <a:gd name="connsiteY12224" fmla="*/ 204106 h 3215359"/>
                <a:gd name="connsiteX12225" fmla="*/ 1462978 w 2057605"/>
                <a:gd name="connsiteY12225" fmla="*/ 206839 h 3215359"/>
                <a:gd name="connsiteX12226" fmla="*/ 1468012 w 2057605"/>
                <a:gd name="connsiteY12226" fmla="*/ 211730 h 3215359"/>
                <a:gd name="connsiteX12227" fmla="*/ 1470457 w 2057605"/>
                <a:gd name="connsiteY12227" fmla="*/ 214319 h 3215359"/>
                <a:gd name="connsiteX12228" fmla="*/ 1480670 w 2057605"/>
                <a:gd name="connsiteY12228" fmla="*/ 221942 h 3215359"/>
                <a:gd name="connsiteX12229" fmla="*/ 1483403 w 2057605"/>
                <a:gd name="connsiteY12229" fmla="*/ 224531 h 3215359"/>
                <a:gd name="connsiteX12230" fmla="*/ 1483403 w 2057605"/>
                <a:gd name="connsiteY12230" fmla="*/ 226977 h 3215359"/>
                <a:gd name="connsiteX12231" fmla="*/ 1485848 w 2057605"/>
                <a:gd name="connsiteY12231" fmla="*/ 226977 h 3215359"/>
                <a:gd name="connsiteX12232" fmla="*/ 1490883 w 2057605"/>
                <a:gd name="connsiteY12232" fmla="*/ 229710 h 3215359"/>
                <a:gd name="connsiteX12233" fmla="*/ 1503828 w 2057605"/>
                <a:gd name="connsiteY12233" fmla="*/ 237189 h 3215359"/>
                <a:gd name="connsiteX12234" fmla="*/ 1508862 w 2057605"/>
                <a:gd name="connsiteY12234" fmla="*/ 239922 h 3215359"/>
                <a:gd name="connsiteX12235" fmla="*/ 1514040 w 2057605"/>
                <a:gd name="connsiteY12235" fmla="*/ 234744 h 3215359"/>
                <a:gd name="connsiteX12236" fmla="*/ 1506273 w 2057605"/>
                <a:gd name="connsiteY12236" fmla="*/ 229710 h 3215359"/>
                <a:gd name="connsiteX12237" fmla="*/ 1501095 w 2057605"/>
                <a:gd name="connsiteY12237" fmla="*/ 224531 h 3215359"/>
                <a:gd name="connsiteX12238" fmla="*/ 1501095 w 2057605"/>
                <a:gd name="connsiteY12238" fmla="*/ 221942 h 3215359"/>
                <a:gd name="connsiteX12239" fmla="*/ 1503828 w 2057605"/>
                <a:gd name="connsiteY12239" fmla="*/ 219497 h 3215359"/>
                <a:gd name="connsiteX12240" fmla="*/ 1496061 w 2057605"/>
                <a:gd name="connsiteY12240" fmla="*/ 219497 h 3215359"/>
                <a:gd name="connsiteX12241" fmla="*/ 1488437 w 2057605"/>
                <a:gd name="connsiteY12241" fmla="*/ 214319 h 3215359"/>
                <a:gd name="connsiteX12242" fmla="*/ 1485848 w 2057605"/>
                <a:gd name="connsiteY12242" fmla="*/ 214319 h 3215359"/>
                <a:gd name="connsiteX12243" fmla="*/ 1480670 w 2057605"/>
                <a:gd name="connsiteY12243" fmla="*/ 211730 h 3215359"/>
                <a:gd name="connsiteX12244" fmla="*/ 1478800 w 2057605"/>
                <a:gd name="connsiteY12244" fmla="*/ 211730 h 3215359"/>
                <a:gd name="connsiteX12245" fmla="*/ 1473766 w 2057605"/>
                <a:gd name="connsiteY12245" fmla="*/ 201661 h 3215359"/>
                <a:gd name="connsiteX12246" fmla="*/ 1460820 w 2057605"/>
                <a:gd name="connsiteY12246" fmla="*/ 193894 h 3215359"/>
                <a:gd name="connsiteX12247" fmla="*/ 1458375 w 2057605"/>
                <a:gd name="connsiteY12247" fmla="*/ 191449 h 3215359"/>
                <a:gd name="connsiteX12248" fmla="*/ 1458375 w 2057605"/>
                <a:gd name="connsiteY12248" fmla="*/ 188860 h 3215359"/>
                <a:gd name="connsiteX12249" fmla="*/ 1455930 w 2057605"/>
                <a:gd name="connsiteY12249" fmla="*/ 186414 h 3215359"/>
                <a:gd name="connsiteX12250" fmla="*/ 1458375 w 2057605"/>
                <a:gd name="connsiteY12250" fmla="*/ 173469 h 3215359"/>
                <a:gd name="connsiteX12251" fmla="*/ 1458375 w 2057605"/>
                <a:gd name="connsiteY12251" fmla="*/ 165989 h 3215359"/>
                <a:gd name="connsiteX12252" fmla="*/ 1481245 w 2057605"/>
                <a:gd name="connsiteY12252" fmla="*/ 165989 h 3215359"/>
                <a:gd name="connsiteX12253" fmla="*/ 1473766 w 2057605"/>
                <a:gd name="connsiteY12253" fmla="*/ 160811 h 3215359"/>
                <a:gd name="connsiteX12254" fmla="*/ 1468588 w 2057605"/>
                <a:gd name="connsiteY12254" fmla="*/ 160811 h 3215359"/>
                <a:gd name="connsiteX12255" fmla="*/ 1460820 w 2057605"/>
                <a:gd name="connsiteY12255" fmla="*/ 155777 h 3215359"/>
                <a:gd name="connsiteX12256" fmla="*/ 1460820 w 2057605"/>
                <a:gd name="connsiteY12256" fmla="*/ 150742 h 3215359"/>
                <a:gd name="connsiteX12257" fmla="*/ 1458375 w 2057605"/>
                <a:gd name="connsiteY12257" fmla="*/ 148153 h 3215359"/>
                <a:gd name="connsiteX12258" fmla="*/ 1460820 w 2057605"/>
                <a:gd name="connsiteY12258" fmla="*/ 137941 h 3215359"/>
                <a:gd name="connsiteX12259" fmla="*/ 1468588 w 2057605"/>
                <a:gd name="connsiteY12259" fmla="*/ 137941 h 3215359"/>
                <a:gd name="connsiteX12260" fmla="*/ 1478800 w 2057605"/>
                <a:gd name="connsiteY12260" fmla="*/ 140530 h 3215359"/>
                <a:gd name="connsiteX12261" fmla="*/ 1483978 w 2057605"/>
                <a:gd name="connsiteY12261" fmla="*/ 145708 h 3215359"/>
                <a:gd name="connsiteX12262" fmla="*/ 1486423 w 2057605"/>
                <a:gd name="connsiteY12262" fmla="*/ 145708 h 3215359"/>
                <a:gd name="connsiteX12263" fmla="*/ 1486423 w 2057605"/>
                <a:gd name="connsiteY12263" fmla="*/ 148153 h 3215359"/>
                <a:gd name="connsiteX12264" fmla="*/ 1489013 w 2057605"/>
                <a:gd name="connsiteY12264" fmla="*/ 150742 h 3215359"/>
                <a:gd name="connsiteX12265" fmla="*/ 1494191 w 2057605"/>
                <a:gd name="connsiteY12265" fmla="*/ 155921 h 3215359"/>
                <a:gd name="connsiteX12266" fmla="*/ 1496636 w 2057605"/>
                <a:gd name="connsiteY12266" fmla="*/ 153188 h 3215359"/>
                <a:gd name="connsiteX12267" fmla="*/ 1499225 w 2057605"/>
                <a:gd name="connsiteY12267" fmla="*/ 153188 h 3215359"/>
                <a:gd name="connsiteX12268" fmla="*/ 1499225 w 2057605"/>
                <a:gd name="connsiteY12268" fmla="*/ 150742 h 3215359"/>
                <a:gd name="connsiteX12269" fmla="*/ 1496636 w 2057605"/>
                <a:gd name="connsiteY12269" fmla="*/ 148153 h 3215359"/>
                <a:gd name="connsiteX12270" fmla="*/ 1496636 w 2057605"/>
                <a:gd name="connsiteY12270" fmla="*/ 145708 h 3215359"/>
                <a:gd name="connsiteX12271" fmla="*/ 1499225 w 2057605"/>
                <a:gd name="connsiteY12271" fmla="*/ 142975 h 3215359"/>
                <a:gd name="connsiteX12272" fmla="*/ 1494191 w 2057605"/>
                <a:gd name="connsiteY12272" fmla="*/ 145708 h 3215359"/>
                <a:gd name="connsiteX12273" fmla="*/ 1494191 w 2057605"/>
                <a:gd name="connsiteY12273" fmla="*/ 137941 h 3215359"/>
                <a:gd name="connsiteX12274" fmla="*/ 1491458 w 2057605"/>
                <a:gd name="connsiteY12274" fmla="*/ 137941 h 3215359"/>
                <a:gd name="connsiteX12275" fmla="*/ 1483978 w 2057605"/>
                <a:gd name="connsiteY12275" fmla="*/ 132763 h 3215359"/>
                <a:gd name="connsiteX12276" fmla="*/ 1483978 w 2057605"/>
                <a:gd name="connsiteY12276" fmla="*/ 130317 h 3215359"/>
                <a:gd name="connsiteX12277" fmla="*/ 1473766 w 2057605"/>
                <a:gd name="connsiteY12277" fmla="*/ 117660 h 3215359"/>
                <a:gd name="connsiteX12278" fmla="*/ 1471033 w 2057605"/>
                <a:gd name="connsiteY12278" fmla="*/ 115071 h 3215359"/>
                <a:gd name="connsiteX12279" fmla="*/ 1471033 w 2057605"/>
                <a:gd name="connsiteY12279" fmla="*/ 109892 h 3215359"/>
                <a:gd name="connsiteX12280" fmla="*/ 1489013 w 2057605"/>
                <a:gd name="connsiteY12280" fmla="*/ 107447 h 3215359"/>
                <a:gd name="connsiteX12281" fmla="*/ 1491458 w 2057605"/>
                <a:gd name="connsiteY12281" fmla="*/ 107447 h 3215359"/>
                <a:gd name="connsiteX12282" fmla="*/ 1494191 w 2057605"/>
                <a:gd name="connsiteY12282" fmla="*/ 109892 h 3215359"/>
                <a:gd name="connsiteX12283" fmla="*/ 1496636 w 2057605"/>
                <a:gd name="connsiteY12283" fmla="*/ 109892 h 3215359"/>
                <a:gd name="connsiteX12284" fmla="*/ 1499225 w 2057605"/>
                <a:gd name="connsiteY12284" fmla="*/ 112625 h 3215359"/>
                <a:gd name="connsiteX12285" fmla="*/ 1501670 w 2057605"/>
                <a:gd name="connsiteY12285" fmla="*/ 117372 h 3215359"/>
                <a:gd name="connsiteX12286" fmla="*/ 1504403 w 2057605"/>
                <a:gd name="connsiteY12286" fmla="*/ 119817 h 3215359"/>
                <a:gd name="connsiteX12287" fmla="*/ 1504403 w 2057605"/>
                <a:gd name="connsiteY12287" fmla="*/ 127009 h 3215359"/>
                <a:gd name="connsiteX12288" fmla="*/ 1511883 w 2057605"/>
                <a:gd name="connsiteY12288" fmla="*/ 132187 h 3215359"/>
                <a:gd name="connsiteX12289" fmla="*/ 1506849 w 2057605"/>
                <a:gd name="connsiteY12289" fmla="*/ 127297 h 3215359"/>
                <a:gd name="connsiteX12290" fmla="*/ 1509438 w 2057605"/>
                <a:gd name="connsiteY12290" fmla="*/ 122262 h 3215359"/>
                <a:gd name="connsiteX12291" fmla="*/ 1511883 w 2057605"/>
                <a:gd name="connsiteY12291" fmla="*/ 122262 h 3215359"/>
                <a:gd name="connsiteX12292" fmla="*/ 1517061 w 2057605"/>
                <a:gd name="connsiteY12292" fmla="*/ 124708 h 3215359"/>
                <a:gd name="connsiteX12293" fmla="*/ 1527274 w 2057605"/>
                <a:gd name="connsiteY12293" fmla="*/ 127297 h 3215359"/>
                <a:gd name="connsiteX12294" fmla="*/ 1532308 w 2057605"/>
                <a:gd name="connsiteY12294" fmla="*/ 127297 h 3215359"/>
                <a:gd name="connsiteX12295" fmla="*/ 1534753 w 2057605"/>
                <a:gd name="connsiteY12295" fmla="*/ 124708 h 3215359"/>
                <a:gd name="connsiteX12296" fmla="*/ 1537486 w 2057605"/>
                <a:gd name="connsiteY12296" fmla="*/ 124708 h 3215359"/>
                <a:gd name="connsiteX12297" fmla="*/ 1542520 w 2057605"/>
                <a:gd name="connsiteY12297" fmla="*/ 122262 h 3215359"/>
                <a:gd name="connsiteX12298" fmla="*/ 1542520 w 2057605"/>
                <a:gd name="connsiteY12298" fmla="*/ 119530 h 3215359"/>
                <a:gd name="connsiteX12299" fmla="*/ 1534753 w 2057605"/>
                <a:gd name="connsiteY12299" fmla="*/ 122262 h 3215359"/>
                <a:gd name="connsiteX12300" fmla="*/ 1524541 w 2057605"/>
                <a:gd name="connsiteY12300" fmla="*/ 122262 h 3215359"/>
                <a:gd name="connsiteX12301" fmla="*/ 1509438 w 2057605"/>
                <a:gd name="connsiteY12301" fmla="*/ 114495 h 3215359"/>
                <a:gd name="connsiteX12302" fmla="*/ 1504403 w 2057605"/>
                <a:gd name="connsiteY12302" fmla="*/ 106872 h 3215359"/>
                <a:gd name="connsiteX12303" fmla="*/ 1509438 w 2057605"/>
                <a:gd name="connsiteY12303" fmla="*/ 104283 h 3215359"/>
                <a:gd name="connsiteX12304" fmla="*/ 1509438 w 2057605"/>
                <a:gd name="connsiteY12304" fmla="*/ 101837 h 3215359"/>
                <a:gd name="connsiteX12305" fmla="*/ 1499944 w 2057605"/>
                <a:gd name="connsiteY12305" fmla="*/ 101837 h 3215359"/>
                <a:gd name="connsiteX12306" fmla="*/ 1494910 w 2057605"/>
                <a:gd name="connsiteY12306" fmla="*/ 96659 h 3215359"/>
                <a:gd name="connsiteX12307" fmla="*/ 1494910 w 2057605"/>
                <a:gd name="connsiteY12307" fmla="*/ 91625 h 3215359"/>
                <a:gd name="connsiteX12308" fmla="*/ 1499944 w 2057605"/>
                <a:gd name="connsiteY12308" fmla="*/ 83858 h 3215359"/>
                <a:gd name="connsiteX12309" fmla="*/ 1512602 w 2057605"/>
                <a:gd name="connsiteY12309" fmla="*/ 76234 h 3215359"/>
                <a:gd name="connsiteX12310" fmla="*/ 1515335 w 2057605"/>
                <a:gd name="connsiteY12310" fmla="*/ 76234 h 3215359"/>
                <a:gd name="connsiteX12311" fmla="*/ 1517780 w 2057605"/>
                <a:gd name="connsiteY12311" fmla="*/ 78679 h 3215359"/>
                <a:gd name="connsiteX12312" fmla="*/ 1522814 w 2057605"/>
                <a:gd name="connsiteY12312" fmla="*/ 78679 h 3215359"/>
                <a:gd name="connsiteX12313" fmla="*/ 1520369 w 2057605"/>
                <a:gd name="connsiteY12313" fmla="*/ 81412 h 3215359"/>
                <a:gd name="connsiteX12314" fmla="*/ 1522814 w 2057605"/>
                <a:gd name="connsiteY12314" fmla="*/ 83858 h 3215359"/>
                <a:gd name="connsiteX12315" fmla="*/ 1522814 w 2057605"/>
                <a:gd name="connsiteY12315" fmla="*/ 86734 h 3215359"/>
                <a:gd name="connsiteX12316" fmla="*/ 1525260 w 2057605"/>
                <a:gd name="connsiteY12316" fmla="*/ 91913 h 3215359"/>
                <a:gd name="connsiteX12317" fmla="*/ 1527993 w 2057605"/>
                <a:gd name="connsiteY12317" fmla="*/ 81700 h 3215359"/>
                <a:gd name="connsiteX12318" fmla="*/ 1530582 w 2057605"/>
                <a:gd name="connsiteY12318" fmla="*/ 81700 h 3215359"/>
                <a:gd name="connsiteX12319" fmla="*/ 1530582 w 2057605"/>
                <a:gd name="connsiteY12319" fmla="*/ 78967 h 3215359"/>
                <a:gd name="connsiteX12320" fmla="*/ 1533027 w 2057605"/>
                <a:gd name="connsiteY12320" fmla="*/ 78967 h 3215359"/>
                <a:gd name="connsiteX12321" fmla="*/ 1533027 w 2057605"/>
                <a:gd name="connsiteY12321" fmla="*/ 81700 h 3215359"/>
                <a:gd name="connsiteX12322" fmla="*/ 1535472 w 2057605"/>
                <a:gd name="connsiteY12322" fmla="*/ 89180 h 3215359"/>
                <a:gd name="connsiteX12323" fmla="*/ 1535472 w 2057605"/>
                <a:gd name="connsiteY12323" fmla="*/ 96659 h 3215359"/>
                <a:gd name="connsiteX12324" fmla="*/ 1538205 w 2057605"/>
                <a:gd name="connsiteY12324" fmla="*/ 94070 h 3215359"/>
                <a:gd name="connsiteX12325" fmla="*/ 1538205 w 2057605"/>
                <a:gd name="connsiteY12325" fmla="*/ 91625 h 3215359"/>
                <a:gd name="connsiteX12326" fmla="*/ 1540075 w 2057605"/>
                <a:gd name="connsiteY12326" fmla="*/ 91625 h 3215359"/>
                <a:gd name="connsiteX12327" fmla="*/ 1542520 w 2057605"/>
                <a:gd name="connsiteY12327" fmla="*/ 94070 h 3215359"/>
                <a:gd name="connsiteX12328" fmla="*/ 1547699 w 2057605"/>
                <a:gd name="connsiteY12328" fmla="*/ 96659 h 3215359"/>
                <a:gd name="connsiteX12329" fmla="*/ 1544966 w 2057605"/>
                <a:gd name="connsiteY12329" fmla="*/ 94070 h 3215359"/>
                <a:gd name="connsiteX12330" fmla="*/ 1540075 w 2057605"/>
                <a:gd name="connsiteY12330" fmla="*/ 88892 h 3215359"/>
                <a:gd name="connsiteX12331" fmla="*/ 1542520 w 2057605"/>
                <a:gd name="connsiteY12331" fmla="*/ 88892 h 3215359"/>
                <a:gd name="connsiteX12332" fmla="*/ 1542520 w 2057605"/>
                <a:gd name="connsiteY12332" fmla="*/ 86447 h 3215359"/>
                <a:gd name="connsiteX12333" fmla="*/ 1544966 w 2057605"/>
                <a:gd name="connsiteY12333" fmla="*/ 86447 h 3215359"/>
                <a:gd name="connsiteX12334" fmla="*/ 1547699 w 2057605"/>
                <a:gd name="connsiteY12334" fmla="*/ 88892 h 3215359"/>
                <a:gd name="connsiteX12335" fmla="*/ 1544966 w 2057605"/>
                <a:gd name="connsiteY12335" fmla="*/ 83858 h 3215359"/>
                <a:gd name="connsiteX12336" fmla="*/ 1544966 w 2057605"/>
                <a:gd name="connsiteY12336" fmla="*/ 81412 h 3215359"/>
                <a:gd name="connsiteX12337" fmla="*/ 1547699 w 2057605"/>
                <a:gd name="connsiteY12337" fmla="*/ 78679 h 3215359"/>
                <a:gd name="connsiteX12338" fmla="*/ 1550144 w 2057605"/>
                <a:gd name="connsiteY12338" fmla="*/ 78679 h 3215359"/>
                <a:gd name="connsiteX12339" fmla="*/ 1562945 w 2057605"/>
                <a:gd name="connsiteY12339" fmla="*/ 83858 h 3215359"/>
                <a:gd name="connsiteX12340" fmla="*/ 1570425 w 2057605"/>
                <a:gd name="connsiteY12340" fmla="*/ 91913 h 3215359"/>
                <a:gd name="connsiteX12341" fmla="*/ 1570425 w 2057605"/>
                <a:gd name="connsiteY12341" fmla="*/ 94358 h 3215359"/>
                <a:gd name="connsiteX12342" fmla="*/ 1573014 w 2057605"/>
                <a:gd name="connsiteY12342" fmla="*/ 99392 h 3215359"/>
                <a:gd name="connsiteX12343" fmla="*/ 1575459 w 2057605"/>
                <a:gd name="connsiteY12343" fmla="*/ 99392 h 3215359"/>
                <a:gd name="connsiteX12344" fmla="*/ 1578192 w 2057605"/>
                <a:gd name="connsiteY12344" fmla="*/ 104570 h 3215359"/>
                <a:gd name="connsiteX12345" fmla="*/ 1585672 w 2057605"/>
                <a:gd name="connsiteY12345" fmla="*/ 114783 h 3215359"/>
                <a:gd name="connsiteX12346" fmla="*/ 1601062 w 2057605"/>
                <a:gd name="connsiteY12346" fmla="*/ 124995 h 3215359"/>
                <a:gd name="connsiteX12347" fmla="*/ 1598329 w 2057605"/>
                <a:gd name="connsiteY12347" fmla="*/ 124995 h 3215359"/>
                <a:gd name="connsiteX12348" fmla="*/ 1601062 w 2057605"/>
                <a:gd name="connsiteY12348" fmla="*/ 135208 h 3215359"/>
                <a:gd name="connsiteX12349" fmla="*/ 1603652 w 2057605"/>
                <a:gd name="connsiteY12349" fmla="*/ 130030 h 3215359"/>
                <a:gd name="connsiteX12350" fmla="*/ 1611275 w 2057605"/>
                <a:gd name="connsiteY12350" fmla="*/ 119817 h 3215359"/>
                <a:gd name="connsiteX12351" fmla="*/ 1608542 w 2057605"/>
                <a:gd name="connsiteY12351" fmla="*/ 119817 h 3215359"/>
                <a:gd name="connsiteX12352" fmla="*/ 1608542 w 2057605"/>
                <a:gd name="connsiteY12352" fmla="*/ 117372 h 3215359"/>
                <a:gd name="connsiteX12353" fmla="*/ 1590850 w 2057605"/>
                <a:gd name="connsiteY12353" fmla="*/ 109605 h 3215359"/>
                <a:gd name="connsiteX12354" fmla="*/ 1585672 w 2057605"/>
                <a:gd name="connsiteY12354" fmla="*/ 99392 h 3215359"/>
                <a:gd name="connsiteX12355" fmla="*/ 1585672 w 2057605"/>
                <a:gd name="connsiteY12355" fmla="*/ 96947 h 3215359"/>
                <a:gd name="connsiteX12356" fmla="*/ 1593439 w 2057605"/>
                <a:gd name="connsiteY12356" fmla="*/ 91913 h 3215359"/>
                <a:gd name="connsiteX12357" fmla="*/ 1588405 w 2057605"/>
                <a:gd name="connsiteY12357" fmla="*/ 91913 h 3215359"/>
                <a:gd name="connsiteX12358" fmla="*/ 1585672 w 2057605"/>
                <a:gd name="connsiteY12358" fmla="*/ 94358 h 3215359"/>
                <a:gd name="connsiteX12359" fmla="*/ 1583227 w 2057605"/>
                <a:gd name="connsiteY12359" fmla="*/ 94358 h 3215359"/>
                <a:gd name="connsiteX12360" fmla="*/ 1573014 w 2057605"/>
                <a:gd name="connsiteY12360" fmla="*/ 81700 h 3215359"/>
                <a:gd name="connsiteX12361" fmla="*/ 1560212 w 2057605"/>
                <a:gd name="connsiteY12361" fmla="*/ 71488 h 3215359"/>
                <a:gd name="connsiteX12362" fmla="*/ 1555034 w 2057605"/>
                <a:gd name="connsiteY12362" fmla="*/ 66309 h 3215359"/>
                <a:gd name="connsiteX12363" fmla="*/ 1555034 w 2057605"/>
                <a:gd name="connsiteY12363" fmla="*/ 63720 h 3215359"/>
                <a:gd name="connsiteX12364" fmla="*/ 1552589 w 2057605"/>
                <a:gd name="connsiteY12364" fmla="*/ 63720 h 3215359"/>
                <a:gd name="connsiteX12365" fmla="*/ 1555753 w 2057605"/>
                <a:gd name="connsiteY12365" fmla="*/ 61131 h 3215359"/>
                <a:gd name="connsiteX12366" fmla="*/ 1555753 w 2057605"/>
                <a:gd name="connsiteY12366" fmla="*/ 55953 h 3215359"/>
                <a:gd name="connsiteX12367" fmla="*/ 1553308 w 2057605"/>
                <a:gd name="connsiteY12367" fmla="*/ 55953 h 3215359"/>
                <a:gd name="connsiteX12368" fmla="*/ 1550719 w 2057605"/>
                <a:gd name="connsiteY12368" fmla="*/ 53364 h 3215359"/>
                <a:gd name="connsiteX12369" fmla="*/ 1555753 w 2057605"/>
                <a:gd name="connsiteY12369" fmla="*/ 48186 h 3215359"/>
                <a:gd name="connsiteX12370" fmla="*/ 1558486 w 2057605"/>
                <a:gd name="connsiteY12370" fmla="*/ 45741 h 3215359"/>
                <a:gd name="connsiteX12371" fmla="*/ 1573733 w 2057605"/>
                <a:gd name="connsiteY12371" fmla="*/ 45741 h 3215359"/>
                <a:gd name="connsiteX12372" fmla="*/ 1576178 w 2057605"/>
                <a:gd name="connsiteY12372" fmla="*/ 43295 h 3215359"/>
                <a:gd name="connsiteX12373" fmla="*/ 1581357 w 2057605"/>
                <a:gd name="connsiteY12373" fmla="*/ 40706 h 3215359"/>
                <a:gd name="connsiteX12374" fmla="*/ 1585816 w 2057605"/>
                <a:gd name="connsiteY12374" fmla="*/ 40706 h 3215359"/>
                <a:gd name="connsiteX12375" fmla="*/ 1585816 w 2057605"/>
                <a:gd name="connsiteY12375" fmla="*/ 43295 h 3215359"/>
                <a:gd name="connsiteX12376" fmla="*/ 1593583 w 2057605"/>
                <a:gd name="connsiteY12376" fmla="*/ 45741 h 3215359"/>
                <a:gd name="connsiteX12377" fmla="*/ 1601206 w 2057605"/>
                <a:gd name="connsiteY12377" fmla="*/ 45741 h 3215359"/>
                <a:gd name="connsiteX12378" fmla="*/ 1601206 w 2057605"/>
                <a:gd name="connsiteY12378" fmla="*/ 43295 h 3215359"/>
                <a:gd name="connsiteX12379" fmla="*/ 1603795 w 2057605"/>
                <a:gd name="connsiteY12379" fmla="*/ 43295 h 3215359"/>
                <a:gd name="connsiteX12380" fmla="*/ 1606241 w 2057605"/>
                <a:gd name="connsiteY12380" fmla="*/ 40706 h 3215359"/>
                <a:gd name="connsiteX12381" fmla="*/ 1613576 w 2057605"/>
                <a:gd name="connsiteY12381" fmla="*/ 43439 h 3215359"/>
                <a:gd name="connsiteX12382" fmla="*/ 1616022 w 2057605"/>
                <a:gd name="connsiteY12382" fmla="*/ 43439 h 3215359"/>
                <a:gd name="connsiteX12383" fmla="*/ 1621200 w 2057605"/>
                <a:gd name="connsiteY12383" fmla="*/ 45884 h 3215359"/>
                <a:gd name="connsiteX12384" fmla="*/ 1626234 w 2057605"/>
                <a:gd name="connsiteY12384" fmla="*/ 51063 h 3215359"/>
                <a:gd name="connsiteX12385" fmla="*/ 1633857 w 2057605"/>
                <a:gd name="connsiteY12385" fmla="*/ 61275 h 3215359"/>
                <a:gd name="connsiteX12386" fmla="*/ 1638892 w 2057605"/>
                <a:gd name="connsiteY12386" fmla="*/ 71488 h 3215359"/>
                <a:gd name="connsiteX12387" fmla="*/ 1670105 w 2057605"/>
                <a:gd name="connsiteY12387" fmla="*/ 88892 h 3215359"/>
                <a:gd name="connsiteX12388" fmla="*/ 1670105 w 2057605"/>
                <a:gd name="connsiteY12388" fmla="*/ 86447 h 3215359"/>
                <a:gd name="connsiteX12389" fmla="*/ 1667660 w 2057605"/>
                <a:gd name="connsiteY12389" fmla="*/ 83858 h 3215359"/>
                <a:gd name="connsiteX12390" fmla="*/ 1669530 w 2057605"/>
                <a:gd name="connsiteY12390" fmla="*/ 83858 h 3215359"/>
                <a:gd name="connsiteX12391" fmla="*/ 1669530 w 2057605"/>
                <a:gd name="connsiteY12391" fmla="*/ 81700 h 3215359"/>
                <a:gd name="connsiteX12392" fmla="*/ 1651837 w 2057605"/>
                <a:gd name="connsiteY12392" fmla="*/ 73933 h 3215359"/>
                <a:gd name="connsiteX12393" fmla="*/ 1646659 w 2057605"/>
                <a:gd name="connsiteY12393" fmla="*/ 68755 h 3215359"/>
                <a:gd name="connsiteX12394" fmla="*/ 1644070 w 2057605"/>
                <a:gd name="connsiteY12394" fmla="*/ 61275 h 3215359"/>
                <a:gd name="connsiteX12395" fmla="*/ 1638892 w 2057605"/>
                <a:gd name="connsiteY12395" fmla="*/ 58542 h 3215359"/>
                <a:gd name="connsiteX12396" fmla="*/ 1638892 w 2057605"/>
                <a:gd name="connsiteY12396" fmla="*/ 56097 h 3215359"/>
                <a:gd name="connsiteX12397" fmla="*/ 1636303 w 2057605"/>
                <a:gd name="connsiteY12397" fmla="*/ 56097 h 3215359"/>
                <a:gd name="connsiteX12398" fmla="*/ 1636303 w 2057605"/>
                <a:gd name="connsiteY12398" fmla="*/ 53508 h 3215359"/>
                <a:gd name="connsiteX12399" fmla="*/ 1638748 w 2057605"/>
                <a:gd name="connsiteY12399" fmla="*/ 45884 h 3215359"/>
                <a:gd name="connsiteX12400" fmla="*/ 1638748 w 2057605"/>
                <a:gd name="connsiteY12400" fmla="*/ 43439 h 3215359"/>
                <a:gd name="connsiteX12401" fmla="*/ 1641481 w 2057605"/>
                <a:gd name="connsiteY12401" fmla="*/ 38117 h 3215359"/>
                <a:gd name="connsiteX12402" fmla="*/ 1643926 w 2057605"/>
                <a:gd name="connsiteY12402" fmla="*/ 33227 h 3215359"/>
                <a:gd name="connsiteX12403" fmla="*/ 1643926 w 2057605"/>
                <a:gd name="connsiteY12403" fmla="*/ 28192 h 3215359"/>
                <a:gd name="connsiteX12404" fmla="*/ 1646515 w 2057605"/>
                <a:gd name="connsiteY12404" fmla="*/ 25459 h 3215359"/>
                <a:gd name="connsiteX12405" fmla="*/ 1646515 w 2057605"/>
                <a:gd name="connsiteY12405" fmla="*/ 23014 h 3215359"/>
                <a:gd name="connsiteX12406" fmla="*/ 1648961 w 2057605"/>
                <a:gd name="connsiteY12406" fmla="*/ 23014 h 3215359"/>
                <a:gd name="connsiteX12407" fmla="*/ 1651694 w 2057605"/>
                <a:gd name="connsiteY12407" fmla="*/ 20425 h 3215359"/>
                <a:gd name="connsiteX12408" fmla="*/ 1669386 w 2057605"/>
                <a:gd name="connsiteY12408" fmla="*/ 15247 h 3215359"/>
                <a:gd name="connsiteX12409" fmla="*/ 1671831 w 2057605"/>
                <a:gd name="connsiteY12409" fmla="*/ 15247 h 3215359"/>
                <a:gd name="connsiteX12410" fmla="*/ 1671831 w 2057605"/>
                <a:gd name="connsiteY12410" fmla="*/ 30494 h 3215359"/>
                <a:gd name="connsiteX12411" fmla="*/ 1674564 w 2057605"/>
                <a:gd name="connsiteY12411" fmla="*/ 33083 h 3215359"/>
                <a:gd name="connsiteX12412" fmla="*/ 1677153 w 2057605"/>
                <a:gd name="connsiteY12412" fmla="*/ 35528 h 3215359"/>
                <a:gd name="connsiteX12413" fmla="*/ 1682043 w 2057605"/>
                <a:gd name="connsiteY12413" fmla="*/ 40706 h 3215359"/>
                <a:gd name="connsiteX12414" fmla="*/ 1694989 w 2057605"/>
                <a:gd name="connsiteY12414" fmla="*/ 45884 h 3215359"/>
                <a:gd name="connsiteX12415" fmla="*/ 1697578 w 2057605"/>
                <a:gd name="connsiteY12415" fmla="*/ 45884 h 3215359"/>
                <a:gd name="connsiteX12416" fmla="*/ 1694989 w 2057605"/>
                <a:gd name="connsiteY12416" fmla="*/ 43439 h 3215359"/>
                <a:gd name="connsiteX12417" fmla="*/ 1694989 w 2057605"/>
                <a:gd name="connsiteY12417" fmla="*/ 40850 h 3215359"/>
                <a:gd name="connsiteX12418" fmla="*/ 1687365 w 2057605"/>
                <a:gd name="connsiteY12418" fmla="*/ 38117 h 3215359"/>
                <a:gd name="connsiteX12419" fmla="*/ 1684776 w 2057605"/>
                <a:gd name="connsiteY12419" fmla="*/ 35672 h 3215359"/>
                <a:gd name="connsiteX12420" fmla="*/ 1682043 w 2057605"/>
                <a:gd name="connsiteY12420" fmla="*/ 33227 h 3215359"/>
                <a:gd name="connsiteX12421" fmla="*/ 1682043 w 2057605"/>
                <a:gd name="connsiteY12421" fmla="*/ 30638 h 3215359"/>
                <a:gd name="connsiteX12422" fmla="*/ 1677153 w 2057605"/>
                <a:gd name="connsiteY12422" fmla="*/ 28192 h 3215359"/>
                <a:gd name="connsiteX12423" fmla="*/ 1679598 w 2057605"/>
                <a:gd name="connsiteY12423" fmla="*/ 17980 h 3215359"/>
                <a:gd name="connsiteX12424" fmla="*/ 1682043 w 2057605"/>
                <a:gd name="connsiteY12424" fmla="*/ 15247 h 3215359"/>
                <a:gd name="connsiteX12425" fmla="*/ 1679598 w 2057605"/>
                <a:gd name="connsiteY12425" fmla="*/ 12802 h 3215359"/>
                <a:gd name="connsiteX12426" fmla="*/ 1682043 w 2057605"/>
                <a:gd name="connsiteY12426" fmla="*/ 12802 h 3215359"/>
                <a:gd name="connsiteX12427" fmla="*/ 1682043 w 2057605"/>
                <a:gd name="connsiteY12427" fmla="*/ 10213 h 3215359"/>
                <a:gd name="connsiteX12428" fmla="*/ 1685352 w 2057605"/>
                <a:gd name="connsiteY12428" fmla="*/ 12802 h 3215359"/>
                <a:gd name="connsiteX12429" fmla="*/ 1690386 w 2057605"/>
                <a:gd name="connsiteY12429" fmla="*/ 7767 h 3215359"/>
                <a:gd name="connsiteX12430" fmla="*/ 1698153 w 2057605"/>
                <a:gd name="connsiteY12430" fmla="*/ 5034 h 3215359"/>
                <a:gd name="connsiteX12431" fmla="*/ 1700598 w 2057605"/>
                <a:gd name="connsiteY12431" fmla="*/ 2589 h 3215359"/>
                <a:gd name="connsiteX12432" fmla="*/ 1705777 w 2057605"/>
                <a:gd name="connsiteY12432" fmla="*/ 2589 h 3215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 ang="0">
                  <a:pos x="connsiteX6372" y="connsiteY6372"/>
                </a:cxn>
                <a:cxn ang="0">
                  <a:pos x="connsiteX6373" y="connsiteY6373"/>
                </a:cxn>
                <a:cxn ang="0">
                  <a:pos x="connsiteX6374" y="connsiteY6374"/>
                </a:cxn>
                <a:cxn ang="0">
                  <a:pos x="connsiteX6375" y="connsiteY6375"/>
                </a:cxn>
                <a:cxn ang="0">
                  <a:pos x="connsiteX6376" y="connsiteY6376"/>
                </a:cxn>
                <a:cxn ang="0">
                  <a:pos x="connsiteX6377" y="connsiteY6377"/>
                </a:cxn>
                <a:cxn ang="0">
                  <a:pos x="connsiteX6378" y="connsiteY6378"/>
                </a:cxn>
                <a:cxn ang="0">
                  <a:pos x="connsiteX6379" y="connsiteY6379"/>
                </a:cxn>
                <a:cxn ang="0">
                  <a:pos x="connsiteX6380" y="connsiteY6380"/>
                </a:cxn>
                <a:cxn ang="0">
                  <a:pos x="connsiteX6381" y="connsiteY6381"/>
                </a:cxn>
                <a:cxn ang="0">
                  <a:pos x="connsiteX6382" y="connsiteY6382"/>
                </a:cxn>
                <a:cxn ang="0">
                  <a:pos x="connsiteX6383" y="connsiteY6383"/>
                </a:cxn>
                <a:cxn ang="0">
                  <a:pos x="connsiteX6384" y="connsiteY6384"/>
                </a:cxn>
                <a:cxn ang="0">
                  <a:pos x="connsiteX6385" y="connsiteY6385"/>
                </a:cxn>
                <a:cxn ang="0">
                  <a:pos x="connsiteX6386" y="connsiteY6386"/>
                </a:cxn>
                <a:cxn ang="0">
                  <a:pos x="connsiteX6387" y="connsiteY6387"/>
                </a:cxn>
                <a:cxn ang="0">
                  <a:pos x="connsiteX6388" y="connsiteY6388"/>
                </a:cxn>
                <a:cxn ang="0">
                  <a:pos x="connsiteX6389" y="connsiteY6389"/>
                </a:cxn>
                <a:cxn ang="0">
                  <a:pos x="connsiteX6390" y="connsiteY6390"/>
                </a:cxn>
                <a:cxn ang="0">
                  <a:pos x="connsiteX6391" y="connsiteY6391"/>
                </a:cxn>
                <a:cxn ang="0">
                  <a:pos x="connsiteX6392" y="connsiteY6392"/>
                </a:cxn>
                <a:cxn ang="0">
                  <a:pos x="connsiteX6393" y="connsiteY6393"/>
                </a:cxn>
                <a:cxn ang="0">
                  <a:pos x="connsiteX6394" y="connsiteY6394"/>
                </a:cxn>
                <a:cxn ang="0">
                  <a:pos x="connsiteX6395" y="connsiteY6395"/>
                </a:cxn>
                <a:cxn ang="0">
                  <a:pos x="connsiteX6396" y="connsiteY6396"/>
                </a:cxn>
                <a:cxn ang="0">
                  <a:pos x="connsiteX6397" y="connsiteY6397"/>
                </a:cxn>
                <a:cxn ang="0">
                  <a:pos x="connsiteX6398" y="connsiteY6398"/>
                </a:cxn>
                <a:cxn ang="0">
                  <a:pos x="connsiteX6399" y="connsiteY6399"/>
                </a:cxn>
                <a:cxn ang="0">
                  <a:pos x="connsiteX6400" y="connsiteY6400"/>
                </a:cxn>
                <a:cxn ang="0">
                  <a:pos x="connsiteX6401" y="connsiteY6401"/>
                </a:cxn>
                <a:cxn ang="0">
                  <a:pos x="connsiteX6402" y="connsiteY6402"/>
                </a:cxn>
                <a:cxn ang="0">
                  <a:pos x="connsiteX6403" y="connsiteY6403"/>
                </a:cxn>
                <a:cxn ang="0">
                  <a:pos x="connsiteX6404" y="connsiteY6404"/>
                </a:cxn>
                <a:cxn ang="0">
                  <a:pos x="connsiteX6405" y="connsiteY6405"/>
                </a:cxn>
                <a:cxn ang="0">
                  <a:pos x="connsiteX6406" y="connsiteY6406"/>
                </a:cxn>
                <a:cxn ang="0">
                  <a:pos x="connsiteX6407" y="connsiteY6407"/>
                </a:cxn>
                <a:cxn ang="0">
                  <a:pos x="connsiteX6408" y="connsiteY6408"/>
                </a:cxn>
                <a:cxn ang="0">
                  <a:pos x="connsiteX6409" y="connsiteY6409"/>
                </a:cxn>
                <a:cxn ang="0">
                  <a:pos x="connsiteX6410" y="connsiteY6410"/>
                </a:cxn>
                <a:cxn ang="0">
                  <a:pos x="connsiteX6411" y="connsiteY6411"/>
                </a:cxn>
                <a:cxn ang="0">
                  <a:pos x="connsiteX6412" y="connsiteY6412"/>
                </a:cxn>
                <a:cxn ang="0">
                  <a:pos x="connsiteX6413" y="connsiteY6413"/>
                </a:cxn>
                <a:cxn ang="0">
                  <a:pos x="connsiteX6414" y="connsiteY6414"/>
                </a:cxn>
                <a:cxn ang="0">
                  <a:pos x="connsiteX6415" y="connsiteY6415"/>
                </a:cxn>
                <a:cxn ang="0">
                  <a:pos x="connsiteX6416" y="connsiteY6416"/>
                </a:cxn>
                <a:cxn ang="0">
                  <a:pos x="connsiteX6417" y="connsiteY6417"/>
                </a:cxn>
                <a:cxn ang="0">
                  <a:pos x="connsiteX6418" y="connsiteY6418"/>
                </a:cxn>
                <a:cxn ang="0">
                  <a:pos x="connsiteX6419" y="connsiteY6419"/>
                </a:cxn>
                <a:cxn ang="0">
                  <a:pos x="connsiteX6420" y="connsiteY6420"/>
                </a:cxn>
                <a:cxn ang="0">
                  <a:pos x="connsiteX6421" y="connsiteY6421"/>
                </a:cxn>
                <a:cxn ang="0">
                  <a:pos x="connsiteX6422" y="connsiteY6422"/>
                </a:cxn>
                <a:cxn ang="0">
                  <a:pos x="connsiteX6423" y="connsiteY6423"/>
                </a:cxn>
                <a:cxn ang="0">
                  <a:pos x="connsiteX6424" y="connsiteY6424"/>
                </a:cxn>
                <a:cxn ang="0">
                  <a:pos x="connsiteX6425" y="connsiteY6425"/>
                </a:cxn>
                <a:cxn ang="0">
                  <a:pos x="connsiteX6426" y="connsiteY6426"/>
                </a:cxn>
                <a:cxn ang="0">
                  <a:pos x="connsiteX6427" y="connsiteY6427"/>
                </a:cxn>
                <a:cxn ang="0">
                  <a:pos x="connsiteX6428" y="connsiteY6428"/>
                </a:cxn>
                <a:cxn ang="0">
                  <a:pos x="connsiteX6429" y="connsiteY6429"/>
                </a:cxn>
                <a:cxn ang="0">
                  <a:pos x="connsiteX6430" y="connsiteY6430"/>
                </a:cxn>
                <a:cxn ang="0">
                  <a:pos x="connsiteX6431" y="connsiteY6431"/>
                </a:cxn>
                <a:cxn ang="0">
                  <a:pos x="connsiteX6432" y="connsiteY6432"/>
                </a:cxn>
                <a:cxn ang="0">
                  <a:pos x="connsiteX6433" y="connsiteY6433"/>
                </a:cxn>
                <a:cxn ang="0">
                  <a:pos x="connsiteX6434" y="connsiteY6434"/>
                </a:cxn>
                <a:cxn ang="0">
                  <a:pos x="connsiteX6435" y="connsiteY6435"/>
                </a:cxn>
                <a:cxn ang="0">
                  <a:pos x="connsiteX6436" y="connsiteY6436"/>
                </a:cxn>
                <a:cxn ang="0">
                  <a:pos x="connsiteX6437" y="connsiteY6437"/>
                </a:cxn>
                <a:cxn ang="0">
                  <a:pos x="connsiteX6438" y="connsiteY6438"/>
                </a:cxn>
                <a:cxn ang="0">
                  <a:pos x="connsiteX6439" y="connsiteY6439"/>
                </a:cxn>
                <a:cxn ang="0">
                  <a:pos x="connsiteX6440" y="connsiteY6440"/>
                </a:cxn>
                <a:cxn ang="0">
                  <a:pos x="connsiteX6441" y="connsiteY6441"/>
                </a:cxn>
                <a:cxn ang="0">
                  <a:pos x="connsiteX6442" y="connsiteY6442"/>
                </a:cxn>
                <a:cxn ang="0">
                  <a:pos x="connsiteX6443" y="connsiteY6443"/>
                </a:cxn>
                <a:cxn ang="0">
                  <a:pos x="connsiteX6444" y="connsiteY6444"/>
                </a:cxn>
                <a:cxn ang="0">
                  <a:pos x="connsiteX6445" y="connsiteY6445"/>
                </a:cxn>
                <a:cxn ang="0">
                  <a:pos x="connsiteX6446" y="connsiteY6446"/>
                </a:cxn>
                <a:cxn ang="0">
                  <a:pos x="connsiteX6447" y="connsiteY6447"/>
                </a:cxn>
                <a:cxn ang="0">
                  <a:pos x="connsiteX6448" y="connsiteY6448"/>
                </a:cxn>
                <a:cxn ang="0">
                  <a:pos x="connsiteX6449" y="connsiteY6449"/>
                </a:cxn>
                <a:cxn ang="0">
                  <a:pos x="connsiteX6450" y="connsiteY6450"/>
                </a:cxn>
                <a:cxn ang="0">
                  <a:pos x="connsiteX6451" y="connsiteY6451"/>
                </a:cxn>
                <a:cxn ang="0">
                  <a:pos x="connsiteX6452" y="connsiteY6452"/>
                </a:cxn>
                <a:cxn ang="0">
                  <a:pos x="connsiteX6453" y="connsiteY6453"/>
                </a:cxn>
                <a:cxn ang="0">
                  <a:pos x="connsiteX6454" y="connsiteY6454"/>
                </a:cxn>
                <a:cxn ang="0">
                  <a:pos x="connsiteX6455" y="connsiteY6455"/>
                </a:cxn>
                <a:cxn ang="0">
                  <a:pos x="connsiteX6456" y="connsiteY6456"/>
                </a:cxn>
                <a:cxn ang="0">
                  <a:pos x="connsiteX6457" y="connsiteY6457"/>
                </a:cxn>
                <a:cxn ang="0">
                  <a:pos x="connsiteX6458" y="connsiteY6458"/>
                </a:cxn>
                <a:cxn ang="0">
                  <a:pos x="connsiteX6459" y="connsiteY6459"/>
                </a:cxn>
                <a:cxn ang="0">
                  <a:pos x="connsiteX6460" y="connsiteY6460"/>
                </a:cxn>
                <a:cxn ang="0">
                  <a:pos x="connsiteX6461" y="connsiteY6461"/>
                </a:cxn>
                <a:cxn ang="0">
                  <a:pos x="connsiteX6462" y="connsiteY6462"/>
                </a:cxn>
                <a:cxn ang="0">
                  <a:pos x="connsiteX6463" y="connsiteY6463"/>
                </a:cxn>
                <a:cxn ang="0">
                  <a:pos x="connsiteX6464" y="connsiteY6464"/>
                </a:cxn>
                <a:cxn ang="0">
                  <a:pos x="connsiteX6465" y="connsiteY6465"/>
                </a:cxn>
                <a:cxn ang="0">
                  <a:pos x="connsiteX6466" y="connsiteY6466"/>
                </a:cxn>
                <a:cxn ang="0">
                  <a:pos x="connsiteX6467" y="connsiteY6467"/>
                </a:cxn>
                <a:cxn ang="0">
                  <a:pos x="connsiteX6468" y="connsiteY6468"/>
                </a:cxn>
                <a:cxn ang="0">
                  <a:pos x="connsiteX6469" y="connsiteY6469"/>
                </a:cxn>
                <a:cxn ang="0">
                  <a:pos x="connsiteX6470" y="connsiteY6470"/>
                </a:cxn>
                <a:cxn ang="0">
                  <a:pos x="connsiteX6471" y="connsiteY6471"/>
                </a:cxn>
                <a:cxn ang="0">
                  <a:pos x="connsiteX6472" y="connsiteY6472"/>
                </a:cxn>
                <a:cxn ang="0">
                  <a:pos x="connsiteX6473" y="connsiteY6473"/>
                </a:cxn>
                <a:cxn ang="0">
                  <a:pos x="connsiteX6474" y="connsiteY6474"/>
                </a:cxn>
                <a:cxn ang="0">
                  <a:pos x="connsiteX6475" y="connsiteY6475"/>
                </a:cxn>
                <a:cxn ang="0">
                  <a:pos x="connsiteX6476" y="connsiteY6476"/>
                </a:cxn>
                <a:cxn ang="0">
                  <a:pos x="connsiteX6477" y="connsiteY6477"/>
                </a:cxn>
                <a:cxn ang="0">
                  <a:pos x="connsiteX6478" y="connsiteY6478"/>
                </a:cxn>
                <a:cxn ang="0">
                  <a:pos x="connsiteX6479" y="connsiteY6479"/>
                </a:cxn>
                <a:cxn ang="0">
                  <a:pos x="connsiteX6480" y="connsiteY6480"/>
                </a:cxn>
                <a:cxn ang="0">
                  <a:pos x="connsiteX6481" y="connsiteY6481"/>
                </a:cxn>
                <a:cxn ang="0">
                  <a:pos x="connsiteX6482" y="connsiteY6482"/>
                </a:cxn>
                <a:cxn ang="0">
                  <a:pos x="connsiteX6483" y="connsiteY6483"/>
                </a:cxn>
                <a:cxn ang="0">
                  <a:pos x="connsiteX6484" y="connsiteY6484"/>
                </a:cxn>
                <a:cxn ang="0">
                  <a:pos x="connsiteX6485" y="connsiteY6485"/>
                </a:cxn>
                <a:cxn ang="0">
                  <a:pos x="connsiteX6486" y="connsiteY6486"/>
                </a:cxn>
                <a:cxn ang="0">
                  <a:pos x="connsiteX6487" y="connsiteY6487"/>
                </a:cxn>
                <a:cxn ang="0">
                  <a:pos x="connsiteX6488" y="connsiteY6488"/>
                </a:cxn>
                <a:cxn ang="0">
                  <a:pos x="connsiteX6489" y="connsiteY6489"/>
                </a:cxn>
                <a:cxn ang="0">
                  <a:pos x="connsiteX6490" y="connsiteY6490"/>
                </a:cxn>
                <a:cxn ang="0">
                  <a:pos x="connsiteX6491" y="connsiteY6491"/>
                </a:cxn>
                <a:cxn ang="0">
                  <a:pos x="connsiteX6492" y="connsiteY6492"/>
                </a:cxn>
                <a:cxn ang="0">
                  <a:pos x="connsiteX6493" y="connsiteY6493"/>
                </a:cxn>
                <a:cxn ang="0">
                  <a:pos x="connsiteX6494" y="connsiteY6494"/>
                </a:cxn>
                <a:cxn ang="0">
                  <a:pos x="connsiteX6495" y="connsiteY6495"/>
                </a:cxn>
                <a:cxn ang="0">
                  <a:pos x="connsiteX6496" y="connsiteY6496"/>
                </a:cxn>
                <a:cxn ang="0">
                  <a:pos x="connsiteX6497" y="connsiteY6497"/>
                </a:cxn>
                <a:cxn ang="0">
                  <a:pos x="connsiteX6498" y="connsiteY6498"/>
                </a:cxn>
                <a:cxn ang="0">
                  <a:pos x="connsiteX6499" y="connsiteY6499"/>
                </a:cxn>
                <a:cxn ang="0">
                  <a:pos x="connsiteX6500" y="connsiteY6500"/>
                </a:cxn>
                <a:cxn ang="0">
                  <a:pos x="connsiteX6501" y="connsiteY6501"/>
                </a:cxn>
                <a:cxn ang="0">
                  <a:pos x="connsiteX6502" y="connsiteY6502"/>
                </a:cxn>
                <a:cxn ang="0">
                  <a:pos x="connsiteX6503" y="connsiteY6503"/>
                </a:cxn>
                <a:cxn ang="0">
                  <a:pos x="connsiteX6504" y="connsiteY6504"/>
                </a:cxn>
                <a:cxn ang="0">
                  <a:pos x="connsiteX6505" y="connsiteY6505"/>
                </a:cxn>
                <a:cxn ang="0">
                  <a:pos x="connsiteX6506" y="connsiteY6506"/>
                </a:cxn>
                <a:cxn ang="0">
                  <a:pos x="connsiteX6507" y="connsiteY6507"/>
                </a:cxn>
                <a:cxn ang="0">
                  <a:pos x="connsiteX6508" y="connsiteY6508"/>
                </a:cxn>
                <a:cxn ang="0">
                  <a:pos x="connsiteX6509" y="connsiteY6509"/>
                </a:cxn>
                <a:cxn ang="0">
                  <a:pos x="connsiteX6510" y="connsiteY6510"/>
                </a:cxn>
                <a:cxn ang="0">
                  <a:pos x="connsiteX6511" y="connsiteY6511"/>
                </a:cxn>
                <a:cxn ang="0">
                  <a:pos x="connsiteX6512" y="connsiteY6512"/>
                </a:cxn>
                <a:cxn ang="0">
                  <a:pos x="connsiteX6513" y="connsiteY6513"/>
                </a:cxn>
                <a:cxn ang="0">
                  <a:pos x="connsiteX6514" y="connsiteY6514"/>
                </a:cxn>
                <a:cxn ang="0">
                  <a:pos x="connsiteX6515" y="connsiteY6515"/>
                </a:cxn>
                <a:cxn ang="0">
                  <a:pos x="connsiteX6516" y="connsiteY6516"/>
                </a:cxn>
                <a:cxn ang="0">
                  <a:pos x="connsiteX6517" y="connsiteY6517"/>
                </a:cxn>
                <a:cxn ang="0">
                  <a:pos x="connsiteX6518" y="connsiteY6518"/>
                </a:cxn>
                <a:cxn ang="0">
                  <a:pos x="connsiteX6519" y="connsiteY6519"/>
                </a:cxn>
                <a:cxn ang="0">
                  <a:pos x="connsiteX6520" y="connsiteY6520"/>
                </a:cxn>
                <a:cxn ang="0">
                  <a:pos x="connsiteX6521" y="connsiteY6521"/>
                </a:cxn>
                <a:cxn ang="0">
                  <a:pos x="connsiteX6522" y="connsiteY6522"/>
                </a:cxn>
                <a:cxn ang="0">
                  <a:pos x="connsiteX6523" y="connsiteY6523"/>
                </a:cxn>
                <a:cxn ang="0">
                  <a:pos x="connsiteX6524" y="connsiteY6524"/>
                </a:cxn>
                <a:cxn ang="0">
                  <a:pos x="connsiteX6525" y="connsiteY6525"/>
                </a:cxn>
                <a:cxn ang="0">
                  <a:pos x="connsiteX6526" y="connsiteY6526"/>
                </a:cxn>
                <a:cxn ang="0">
                  <a:pos x="connsiteX6527" y="connsiteY6527"/>
                </a:cxn>
                <a:cxn ang="0">
                  <a:pos x="connsiteX6528" y="connsiteY6528"/>
                </a:cxn>
                <a:cxn ang="0">
                  <a:pos x="connsiteX6529" y="connsiteY6529"/>
                </a:cxn>
                <a:cxn ang="0">
                  <a:pos x="connsiteX6530" y="connsiteY6530"/>
                </a:cxn>
                <a:cxn ang="0">
                  <a:pos x="connsiteX6531" y="connsiteY6531"/>
                </a:cxn>
                <a:cxn ang="0">
                  <a:pos x="connsiteX6532" y="connsiteY6532"/>
                </a:cxn>
                <a:cxn ang="0">
                  <a:pos x="connsiteX6533" y="connsiteY6533"/>
                </a:cxn>
                <a:cxn ang="0">
                  <a:pos x="connsiteX6534" y="connsiteY6534"/>
                </a:cxn>
                <a:cxn ang="0">
                  <a:pos x="connsiteX6535" y="connsiteY6535"/>
                </a:cxn>
                <a:cxn ang="0">
                  <a:pos x="connsiteX6536" y="connsiteY6536"/>
                </a:cxn>
                <a:cxn ang="0">
                  <a:pos x="connsiteX6537" y="connsiteY6537"/>
                </a:cxn>
                <a:cxn ang="0">
                  <a:pos x="connsiteX6538" y="connsiteY6538"/>
                </a:cxn>
                <a:cxn ang="0">
                  <a:pos x="connsiteX6539" y="connsiteY6539"/>
                </a:cxn>
                <a:cxn ang="0">
                  <a:pos x="connsiteX6540" y="connsiteY6540"/>
                </a:cxn>
                <a:cxn ang="0">
                  <a:pos x="connsiteX6541" y="connsiteY6541"/>
                </a:cxn>
                <a:cxn ang="0">
                  <a:pos x="connsiteX6542" y="connsiteY6542"/>
                </a:cxn>
                <a:cxn ang="0">
                  <a:pos x="connsiteX6543" y="connsiteY6543"/>
                </a:cxn>
                <a:cxn ang="0">
                  <a:pos x="connsiteX6544" y="connsiteY6544"/>
                </a:cxn>
                <a:cxn ang="0">
                  <a:pos x="connsiteX6545" y="connsiteY6545"/>
                </a:cxn>
                <a:cxn ang="0">
                  <a:pos x="connsiteX6546" y="connsiteY6546"/>
                </a:cxn>
                <a:cxn ang="0">
                  <a:pos x="connsiteX6547" y="connsiteY6547"/>
                </a:cxn>
                <a:cxn ang="0">
                  <a:pos x="connsiteX6548" y="connsiteY6548"/>
                </a:cxn>
                <a:cxn ang="0">
                  <a:pos x="connsiteX6549" y="connsiteY6549"/>
                </a:cxn>
                <a:cxn ang="0">
                  <a:pos x="connsiteX6550" y="connsiteY6550"/>
                </a:cxn>
                <a:cxn ang="0">
                  <a:pos x="connsiteX6551" y="connsiteY6551"/>
                </a:cxn>
                <a:cxn ang="0">
                  <a:pos x="connsiteX6552" y="connsiteY6552"/>
                </a:cxn>
                <a:cxn ang="0">
                  <a:pos x="connsiteX6553" y="connsiteY6553"/>
                </a:cxn>
                <a:cxn ang="0">
                  <a:pos x="connsiteX6554" y="connsiteY6554"/>
                </a:cxn>
                <a:cxn ang="0">
                  <a:pos x="connsiteX6555" y="connsiteY6555"/>
                </a:cxn>
                <a:cxn ang="0">
                  <a:pos x="connsiteX6556" y="connsiteY6556"/>
                </a:cxn>
                <a:cxn ang="0">
                  <a:pos x="connsiteX6557" y="connsiteY6557"/>
                </a:cxn>
                <a:cxn ang="0">
                  <a:pos x="connsiteX6558" y="connsiteY6558"/>
                </a:cxn>
                <a:cxn ang="0">
                  <a:pos x="connsiteX6559" y="connsiteY6559"/>
                </a:cxn>
                <a:cxn ang="0">
                  <a:pos x="connsiteX6560" y="connsiteY6560"/>
                </a:cxn>
                <a:cxn ang="0">
                  <a:pos x="connsiteX6561" y="connsiteY6561"/>
                </a:cxn>
                <a:cxn ang="0">
                  <a:pos x="connsiteX6562" y="connsiteY6562"/>
                </a:cxn>
                <a:cxn ang="0">
                  <a:pos x="connsiteX6563" y="connsiteY6563"/>
                </a:cxn>
                <a:cxn ang="0">
                  <a:pos x="connsiteX6564" y="connsiteY6564"/>
                </a:cxn>
                <a:cxn ang="0">
                  <a:pos x="connsiteX6565" y="connsiteY6565"/>
                </a:cxn>
                <a:cxn ang="0">
                  <a:pos x="connsiteX6566" y="connsiteY6566"/>
                </a:cxn>
                <a:cxn ang="0">
                  <a:pos x="connsiteX6567" y="connsiteY6567"/>
                </a:cxn>
                <a:cxn ang="0">
                  <a:pos x="connsiteX6568" y="connsiteY6568"/>
                </a:cxn>
                <a:cxn ang="0">
                  <a:pos x="connsiteX6569" y="connsiteY6569"/>
                </a:cxn>
                <a:cxn ang="0">
                  <a:pos x="connsiteX6570" y="connsiteY6570"/>
                </a:cxn>
                <a:cxn ang="0">
                  <a:pos x="connsiteX6571" y="connsiteY6571"/>
                </a:cxn>
                <a:cxn ang="0">
                  <a:pos x="connsiteX6572" y="connsiteY6572"/>
                </a:cxn>
                <a:cxn ang="0">
                  <a:pos x="connsiteX6573" y="connsiteY6573"/>
                </a:cxn>
                <a:cxn ang="0">
                  <a:pos x="connsiteX6574" y="connsiteY6574"/>
                </a:cxn>
                <a:cxn ang="0">
                  <a:pos x="connsiteX6575" y="connsiteY6575"/>
                </a:cxn>
                <a:cxn ang="0">
                  <a:pos x="connsiteX6576" y="connsiteY6576"/>
                </a:cxn>
                <a:cxn ang="0">
                  <a:pos x="connsiteX6577" y="connsiteY6577"/>
                </a:cxn>
                <a:cxn ang="0">
                  <a:pos x="connsiteX6578" y="connsiteY6578"/>
                </a:cxn>
                <a:cxn ang="0">
                  <a:pos x="connsiteX6579" y="connsiteY6579"/>
                </a:cxn>
                <a:cxn ang="0">
                  <a:pos x="connsiteX6580" y="connsiteY6580"/>
                </a:cxn>
                <a:cxn ang="0">
                  <a:pos x="connsiteX6581" y="connsiteY6581"/>
                </a:cxn>
                <a:cxn ang="0">
                  <a:pos x="connsiteX6582" y="connsiteY6582"/>
                </a:cxn>
                <a:cxn ang="0">
                  <a:pos x="connsiteX6583" y="connsiteY6583"/>
                </a:cxn>
                <a:cxn ang="0">
                  <a:pos x="connsiteX6584" y="connsiteY6584"/>
                </a:cxn>
                <a:cxn ang="0">
                  <a:pos x="connsiteX6585" y="connsiteY6585"/>
                </a:cxn>
                <a:cxn ang="0">
                  <a:pos x="connsiteX6586" y="connsiteY6586"/>
                </a:cxn>
                <a:cxn ang="0">
                  <a:pos x="connsiteX6587" y="connsiteY6587"/>
                </a:cxn>
                <a:cxn ang="0">
                  <a:pos x="connsiteX6588" y="connsiteY6588"/>
                </a:cxn>
                <a:cxn ang="0">
                  <a:pos x="connsiteX6589" y="connsiteY6589"/>
                </a:cxn>
                <a:cxn ang="0">
                  <a:pos x="connsiteX6590" y="connsiteY6590"/>
                </a:cxn>
                <a:cxn ang="0">
                  <a:pos x="connsiteX6591" y="connsiteY6591"/>
                </a:cxn>
                <a:cxn ang="0">
                  <a:pos x="connsiteX6592" y="connsiteY6592"/>
                </a:cxn>
                <a:cxn ang="0">
                  <a:pos x="connsiteX6593" y="connsiteY6593"/>
                </a:cxn>
                <a:cxn ang="0">
                  <a:pos x="connsiteX6594" y="connsiteY6594"/>
                </a:cxn>
                <a:cxn ang="0">
                  <a:pos x="connsiteX6595" y="connsiteY6595"/>
                </a:cxn>
                <a:cxn ang="0">
                  <a:pos x="connsiteX6596" y="connsiteY6596"/>
                </a:cxn>
                <a:cxn ang="0">
                  <a:pos x="connsiteX6597" y="connsiteY6597"/>
                </a:cxn>
                <a:cxn ang="0">
                  <a:pos x="connsiteX6598" y="connsiteY6598"/>
                </a:cxn>
                <a:cxn ang="0">
                  <a:pos x="connsiteX6599" y="connsiteY6599"/>
                </a:cxn>
                <a:cxn ang="0">
                  <a:pos x="connsiteX6600" y="connsiteY6600"/>
                </a:cxn>
                <a:cxn ang="0">
                  <a:pos x="connsiteX6601" y="connsiteY6601"/>
                </a:cxn>
                <a:cxn ang="0">
                  <a:pos x="connsiteX6602" y="connsiteY6602"/>
                </a:cxn>
                <a:cxn ang="0">
                  <a:pos x="connsiteX6603" y="connsiteY6603"/>
                </a:cxn>
                <a:cxn ang="0">
                  <a:pos x="connsiteX6604" y="connsiteY6604"/>
                </a:cxn>
                <a:cxn ang="0">
                  <a:pos x="connsiteX6605" y="connsiteY6605"/>
                </a:cxn>
                <a:cxn ang="0">
                  <a:pos x="connsiteX6606" y="connsiteY6606"/>
                </a:cxn>
                <a:cxn ang="0">
                  <a:pos x="connsiteX6607" y="connsiteY6607"/>
                </a:cxn>
                <a:cxn ang="0">
                  <a:pos x="connsiteX6608" y="connsiteY6608"/>
                </a:cxn>
                <a:cxn ang="0">
                  <a:pos x="connsiteX6609" y="connsiteY6609"/>
                </a:cxn>
                <a:cxn ang="0">
                  <a:pos x="connsiteX6610" y="connsiteY6610"/>
                </a:cxn>
                <a:cxn ang="0">
                  <a:pos x="connsiteX6611" y="connsiteY6611"/>
                </a:cxn>
                <a:cxn ang="0">
                  <a:pos x="connsiteX6612" y="connsiteY6612"/>
                </a:cxn>
                <a:cxn ang="0">
                  <a:pos x="connsiteX6613" y="connsiteY6613"/>
                </a:cxn>
                <a:cxn ang="0">
                  <a:pos x="connsiteX6614" y="connsiteY6614"/>
                </a:cxn>
                <a:cxn ang="0">
                  <a:pos x="connsiteX6615" y="connsiteY6615"/>
                </a:cxn>
                <a:cxn ang="0">
                  <a:pos x="connsiteX6616" y="connsiteY6616"/>
                </a:cxn>
                <a:cxn ang="0">
                  <a:pos x="connsiteX6617" y="connsiteY6617"/>
                </a:cxn>
                <a:cxn ang="0">
                  <a:pos x="connsiteX6618" y="connsiteY6618"/>
                </a:cxn>
                <a:cxn ang="0">
                  <a:pos x="connsiteX6619" y="connsiteY6619"/>
                </a:cxn>
                <a:cxn ang="0">
                  <a:pos x="connsiteX6620" y="connsiteY6620"/>
                </a:cxn>
                <a:cxn ang="0">
                  <a:pos x="connsiteX6621" y="connsiteY6621"/>
                </a:cxn>
                <a:cxn ang="0">
                  <a:pos x="connsiteX6622" y="connsiteY6622"/>
                </a:cxn>
                <a:cxn ang="0">
                  <a:pos x="connsiteX6623" y="connsiteY6623"/>
                </a:cxn>
                <a:cxn ang="0">
                  <a:pos x="connsiteX6624" y="connsiteY6624"/>
                </a:cxn>
                <a:cxn ang="0">
                  <a:pos x="connsiteX6625" y="connsiteY6625"/>
                </a:cxn>
                <a:cxn ang="0">
                  <a:pos x="connsiteX6626" y="connsiteY6626"/>
                </a:cxn>
                <a:cxn ang="0">
                  <a:pos x="connsiteX6627" y="connsiteY6627"/>
                </a:cxn>
                <a:cxn ang="0">
                  <a:pos x="connsiteX6628" y="connsiteY6628"/>
                </a:cxn>
                <a:cxn ang="0">
                  <a:pos x="connsiteX6629" y="connsiteY6629"/>
                </a:cxn>
                <a:cxn ang="0">
                  <a:pos x="connsiteX6630" y="connsiteY6630"/>
                </a:cxn>
                <a:cxn ang="0">
                  <a:pos x="connsiteX6631" y="connsiteY6631"/>
                </a:cxn>
                <a:cxn ang="0">
                  <a:pos x="connsiteX6632" y="connsiteY6632"/>
                </a:cxn>
                <a:cxn ang="0">
                  <a:pos x="connsiteX6633" y="connsiteY6633"/>
                </a:cxn>
                <a:cxn ang="0">
                  <a:pos x="connsiteX6634" y="connsiteY6634"/>
                </a:cxn>
                <a:cxn ang="0">
                  <a:pos x="connsiteX6635" y="connsiteY6635"/>
                </a:cxn>
                <a:cxn ang="0">
                  <a:pos x="connsiteX6636" y="connsiteY6636"/>
                </a:cxn>
                <a:cxn ang="0">
                  <a:pos x="connsiteX6637" y="connsiteY6637"/>
                </a:cxn>
                <a:cxn ang="0">
                  <a:pos x="connsiteX6638" y="connsiteY6638"/>
                </a:cxn>
                <a:cxn ang="0">
                  <a:pos x="connsiteX6639" y="connsiteY6639"/>
                </a:cxn>
                <a:cxn ang="0">
                  <a:pos x="connsiteX6640" y="connsiteY6640"/>
                </a:cxn>
                <a:cxn ang="0">
                  <a:pos x="connsiteX6641" y="connsiteY6641"/>
                </a:cxn>
                <a:cxn ang="0">
                  <a:pos x="connsiteX6642" y="connsiteY6642"/>
                </a:cxn>
                <a:cxn ang="0">
                  <a:pos x="connsiteX6643" y="connsiteY6643"/>
                </a:cxn>
                <a:cxn ang="0">
                  <a:pos x="connsiteX6644" y="connsiteY6644"/>
                </a:cxn>
                <a:cxn ang="0">
                  <a:pos x="connsiteX6645" y="connsiteY6645"/>
                </a:cxn>
                <a:cxn ang="0">
                  <a:pos x="connsiteX6646" y="connsiteY6646"/>
                </a:cxn>
                <a:cxn ang="0">
                  <a:pos x="connsiteX6647" y="connsiteY6647"/>
                </a:cxn>
                <a:cxn ang="0">
                  <a:pos x="connsiteX6648" y="connsiteY6648"/>
                </a:cxn>
                <a:cxn ang="0">
                  <a:pos x="connsiteX6649" y="connsiteY6649"/>
                </a:cxn>
                <a:cxn ang="0">
                  <a:pos x="connsiteX6650" y="connsiteY6650"/>
                </a:cxn>
                <a:cxn ang="0">
                  <a:pos x="connsiteX6651" y="connsiteY6651"/>
                </a:cxn>
                <a:cxn ang="0">
                  <a:pos x="connsiteX6652" y="connsiteY6652"/>
                </a:cxn>
                <a:cxn ang="0">
                  <a:pos x="connsiteX6653" y="connsiteY6653"/>
                </a:cxn>
                <a:cxn ang="0">
                  <a:pos x="connsiteX6654" y="connsiteY6654"/>
                </a:cxn>
                <a:cxn ang="0">
                  <a:pos x="connsiteX6655" y="connsiteY6655"/>
                </a:cxn>
                <a:cxn ang="0">
                  <a:pos x="connsiteX6656" y="connsiteY6656"/>
                </a:cxn>
                <a:cxn ang="0">
                  <a:pos x="connsiteX6657" y="connsiteY6657"/>
                </a:cxn>
                <a:cxn ang="0">
                  <a:pos x="connsiteX6658" y="connsiteY6658"/>
                </a:cxn>
                <a:cxn ang="0">
                  <a:pos x="connsiteX6659" y="connsiteY6659"/>
                </a:cxn>
                <a:cxn ang="0">
                  <a:pos x="connsiteX6660" y="connsiteY6660"/>
                </a:cxn>
                <a:cxn ang="0">
                  <a:pos x="connsiteX6661" y="connsiteY6661"/>
                </a:cxn>
                <a:cxn ang="0">
                  <a:pos x="connsiteX6662" y="connsiteY6662"/>
                </a:cxn>
                <a:cxn ang="0">
                  <a:pos x="connsiteX6663" y="connsiteY6663"/>
                </a:cxn>
                <a:cxn ang="0">
                  <a:pos x="connsiteX6664" y="connsiteY6664"/>
                </a:cxn>
                <a:cxn ang="0">
                  <a:pos x="connsiteX6665" y="connsiteY6665"/>
                </a:cxn>
                <a:cxn ang="0">
                  <a:pos x="connsiteX6666" y="connsiteY6666"/>
                </a:cxn>
                <a:cxn ang="0">
                  <a:pos x="connsiteX6667" y="connsiteY6667"/>
                </a:cxn>
                <a:cxn ang="0">
                  <a:pos x="connsiteX6668" y="connsiteY6668"/>
                </a:cxn>
                <a:cxn ang="0">
                  <a:pos x="connsiteX6669" y="connsiteY6669"/>
                </a:cxn>
                <a:cxn ang="0">
                  <a:pos x="connsiteX6670" y="connsiteY6670"/>
                </a:cxn>
                <a:cxn ang="0">
                  <a:pos x="connsiteX6671" y="connsiteY6671"/>
                </a:cxn>
                <a:cxn ang="0">
                  <a:pos x="connsiteX6672" y="connsiteY6672"/>
                </a:cxn>
                <a:cxn ang="0">
                  <a:pos x="connsiteX6673" y="connsiteY6673"/>
                </a:cxn>
                <a:cxn ang="0">
                  <a:pos x="connsiteX6674" y="connsiteY6674"/>
                </a:cxn>
                <a:cxn ang="0">
                  <a:pos x="connsiteX6675" y="connsiteY6675"/>
                </a:cxn>
                <a:cxn ang="0">
                  <a:pos x="connsiteX6676" y="connsiteY6676"/>
                </a:cxn>
                <a:cxn ang="0">
                  <a:pos x="connsiteX6677" y="connsiteY6677"/>
                </a:cxn>
                <a:cxn ang="0">
                  <a:pos x="connsiteX6678" y="connsiteY6678"/>
                </a:cxn>
                <a:cxn ang="0">
                  <a:pos x="connsiteX6679" y="connsiteY6679"/>
                </a:cxn>
                <a:cxn ang="0">
                  <a:pos x="connsiteX6680" y="connsiteY6680"/>
                </a:cxn>
                <a:cxn ang="0">
                  <a:pos x="connsiteX6681" y="connsiteY6681"/>
                </a:cxn>
                <a:cxn ang="0">
                  <a:pos x="connsiteX6682" y="connsiteY6682"/>
                </a:cxn>
                <a:cxn ang="0">
                  <a:pos x="connsiteX6683" y="connsiteY6683"/>
                </a:cxn>
                <a:cxn ang="0">
                  <a:pos x="connsiteX6684" y="connsiteY6684"/>
                </a:cxn>
                <a:cxn ang="0">
                  <a:pos x="connsiteX6685" y="connsiteY6685"/>
                </a:cxn>
                <a:cxn ang="0">
                  <a:pos x="connsiteX6686" y="connsiteY6686"/>
                </a:cxn>
                <a:cxn ang="0">
                  <a:pos x="connsiteX6687" y="connsiteY6687"/>
                </a:cxn>
                <a:cxn ang="0">
                  <a:pos x="connsiteX6688" y="connsiteY6688"/>
                </a:cxn>
                <a:cxn ang="0">
                  <a:pos x="connsiteX6689" y="connsiteY6689"/>
                </a:cxn>
                <a:cxn ang="0">
                  <a:pos x="connsiteX6690" y="connsiteY6690"/>
                </a:cxn>
                <a:cxn ang="0">
                  <a:pos x="connsiteX6691" y="connsiteY6691"/>
                </a:cxn>
                <a:cxn ang="0">
                  <a:pos x="connsiteX6692" y="connsiteY6692"/>
                </a:cxn>
                <a:cxn ang="0">
                  <a:pos x="connsiteX6693" y="connsiteY6693"/>
                </a:cxn>
                <a:cxn ang="0">
                  <a:pos x="connsiteX6694" y="connsiteY6694"/>
                </a:cxn>
                <a:cxn ang="0">
                  <a:pos x="connsiteX6695" y="connsiteY6695"/>
                </a:cxn>
                <a:cxn ang="0">
                  <a:pos x="connsiteX6696" y="connsiteY6696"/>
                </a:cxn>
                <a:cxn ang="0">
                  <a:pos x="connsiteX6697" y="connsiteY6697"/>
                </a:cxn>
                <a:cxn ang="0">
                  <a:pos x="connsiteX6698" y="connsiteY6698"/>
                </a:cxn>
                <a:cxn ang="0">
                  <a:pos x="connsiteX6699" y="connsiteY6699"/>
                </a:cxn>
                <a:cxn ang="0">
                  <a:pos x="connsiteX6700" y="connsiteY6700"/>
                </a:cxn>
                <a:cxn ang="0">
                  <a:pos x="connsiteX6701" y="connsiteY6701"/>
                </a:cxn>
                <a:cxn ang="0">
                  <a:pos x="connsiteX6702" y="connsiteY6702"/>
                </a:cxn>
                <a:cxn ang="0">
                  <a:pos x="connsiteX6703" y="connsiteY6703"/>
                </a:cxn>
                <a:cxn ang="0">
                  <a:pos x="connsiteX6704" y="connsiteY6704"/>
                </a:cxn>
                <a:cxn ang="0">
                  <a:pos x="connsiteX6705" y="connsiteY6705"/>
                </a:cxn>
                <a:cxn ang="0">
                  <a:pos x="connsiteX6706" y="connsiteY6706"/>
                </a:cxn>
                <a:cxn ang="0">
                  <a:pos x="connsiteX6707" y="connsiteY6707"/>
                </a:cxn>
                <a:cxn ang="0">
                  <a:pos x="connsiteX6708" y="connsiteY6708"/>
                </a:cxn>
                <a:cxn ang="0">
                  <a:pos x="connsiteX6709" y="connsiteY6709"/>
                </a:cxn>
                <a:cxn ang="0">
                  <a:pos x="connsiteX6710" y="connsiteY6710"/>
                </a:cxn>
                <a:cxn ang="0">
                  <a:pos x="connsiteX6711" y="connsiteY6711"/>
                </a:cxn>
                <a:cxn ang="0">
                  <a:pos x="connsiteX6712" y="connsiteY6712"/>
                </a:cxn>
                <a:cxn ang="0">
                  <a:pos x="connsiteX6713" y="connsiteY6713"/>
                </a:cxn>
                <a:cxn ang="0">
                  <a:pos x="connsiteX6714" y="connsiteY6714"/>
                </a:cxn>
                <a:cxn ang="0">
                  <a:pos x="connsiteX6715" y="connsiteY6715"/>
                </a:cxn>
                <a:cxn ang="0">
                  <a:pos x="connsiteX6716" y="connsiteY6716"/>
                </a:cxn>
                <a:cxn ang="0">
                  <a:pos x="connsiteX6717" y="connsiteY6717"/>
                </a:cxn>
                <a:cxn ang="0">
                  <a:pos x="connsiteX6718" y="connsiteY6718"/>
                </a:cxn>
                <a:cxn ang="0">
                  <a:pos x="connsiteX6719" y="connsiteY6719"/>
                </a:cxn>
                <a:cxn ang="0">
                  <a:pos x="connsiteX6720" y="connsiteY6720"/>
                </a:cxn>
                <a:cxn ang="0">
                  <a:pos x="connsiteX6721" y="connsiteY6721"/>
                </a:cxn>
                <a:cxn ang="0">
                  <a:pos x="connsiteX6722" y="connsiteY6722"/>
                </a:cxn>
                <a:cxn ang="0">
                  <a:pos x="connsiteX6723" y="connsiteY6723"/>
                </a:cxn>
                <a:cxn ang="0">
                  <a:pos x="connsiteX6724" y="connsiteY6724"/>
                </a:cxn>
                <a:cxn ang="0">
                  <a:pos x="connsiteX6725" y="connsiteY6725"/>
                </a:cxn>
                <a:cxn ang="0">
                  <a:pos x="connsiteX6726" y="connsiteY6726"/>
                </a:cxn>
                <a:cxn ang="0">
                  <a:pos x="connsiteX6727" y="connsiteY6727"/>
                </a:cxn>
                <a:cxn ang="0">
                  <a:pos x="connsiteX6728" y="connsiteY6728"/>
                </a:cxn>
                <a:cxn ang="0">
                  <a:pos x="connsiteX6729" y="connsiteY6729"/>
                </a:cxn>
                <a:cxn ang="0">
                  <a:pos x="connsiteX6730" y="connsiteY6730"/>
                </a:cxn>
                <a:cxn ang="0">
                  <a:pos x="connsiteX6731" y="connsiteY6731"/>
                </a:cxn>
                <a:cxn ang="0">
                  <a:pos x="connsiteX6732" y="connsiteY6732"/>
                </a:cxn>
                <a:cxn ang="0">
                  <a:pos x="connsiteX6733" y="connsiteY6733"/>
                </a:cxn>
                <a:cxn ang="0">
                  <a:pos x="connsiteX6734" y="connsiteY6734"/>
                </a:cxn>
                <a:cxn ang="0">
                  <a:pos x="connsiteX6735" y="connsiteY6735"/>
                </a:cxn>
                <a:cxn ang="0">
                  <a:pos x="connsiteX6736" y="connsiteY6736"/>
                </a:cxn>
                <a:cxn ang="0">
                  <a:pos x="connsiteX6737" y="connsiteY6737"/>
                </a:cxn>
                <a:cxn ang="0">
                  <a:pos x="connsiteX6738" y="connsiteY6738"/>
                </a:cxn>
                <a:cxn ang="0">
                  <a:pos x="connsiteX6739" y="connsiteY6739"/>
                </a:cxn>
                <a:cxn ang="0">
                  <a:pos x="connsiteX6740" y="connsiteY6740"/>
                </a:cxn>
                <a:cxn ang="0">
                  <a:pos x="connsiteX6741" y="connsiteY6741"/>
                </a:cxn>
                <a:cxn ang="0">
                  <a:pos x="connsiteX6742" y="connsiteY6742"/>
                </a:cxn>
                <a:cxn ang="0">
                  <a:pos x="connsiteX6743" y="connsiteY6743"/>
                </a:cxn>
                <a:cxn ang="0">
                  <a:pos x="connsiteX6744" y="connsiteY6744"/>
                </a:cxn>
                <a:cxn ang="0">
                  <a:pos x="connsiteX6745" y="connsiteY6745"/>
                </a:cxn>
                <a:cxn ang="0">
                  <a:pos x="connsiteX6746" y="connsiteY6746"/>
                </a:cxn>
                <a:cxn ang="0">
                  <a:pos x="connsiteX6747" y="connsiteY6747"/>
                </a:cxn>
                <a:cxn ang="0">
                  <a:pos x="connsiteX6748" y="connsiteY6748"/>
                </a:cxn>
                <a:cxn ang="0">
                  <a:pos x="connsiteX6749" y="connsiteY6749"/>
                </a:cxn>
                <a:cxn ang="0">
                  <a:pos x="connsiteX6750" y="connsiteY6750"/>
                </a:cxn>
                <a:cxn ang="0">
                  <a:pos x="connsiteX6751" y="connsiteY6751"/>
                </a:cxn>
                <a:cxn ang="0">
                  <a:pos x="connsiteX6752" y="connsiteY6752"/>
                </a:cxn>
                <a:cxn ang="0">
                  <a:pos x="connsiteX6753" y="connsiteY6753"/>
                </a:cxn>
                <a:cxn ang="0">
                  <a:pos x="connsiteX6754" y="connsiteY6754"/>
                </a:cxn>
                <a:cxn ang="0">
                  <a:pos x="connsiteX6755" y="connsiteY6755"/>
                </a:cxn>
                <a:cxn ang="0">
                  <a:pos x="connsiteX6756" y="connsiteY6756"/>
                </a:cxn>
                <a:cxn ang="0">
                  <a:pos x="connsiteX6757" y="connsiteY6757"/>
                </a:cxn>
                <a:cxn ang="0">
                  <a:pos x="connsiteX6758" y="connsiteY6758"/>
                </a:cxn>
                <a:cxn ang="0">
                  <a:pos x="connsiteX6759" y="connsiteY6759"/>
                </a:cxn>
                <a:cxn ang="0">
                  <a:pos x="connsiteX6760" y="connsiteY6760"/>
                </a:cxn>
                <a:cxn ang="0">
                  <a:pos x="connsiteX6761" y="connsiteY6761"/>
                </a:cxn>
                <a:cxn ang="0">
                  <a:pos x="connsiteX6762" y="connsiteY6762"/>
                </a:cxn>
                <a:cxn ang="0">
                  <a:pos x="connsiteX6763" y="connsiteY6763"/>
                </a:cxn>
                <a:cxn ang="0">
                  <a:pos x="connsiteX6764" y="connsiteY6764"/>
                </a:cxn>
                <a:cxn ang="0">
                  <a:pos x="connsiteX6765" y="connsiteY6765"/>
                </a:cxn>
                <a:cxn ang="0">
                  <a:pos x="connsiteX6766" y="connsiteY6766"/>
                </a:cxn>
                <a:cxn ang="0">
                  <a:pos x="connsiteX6767" y="connsiteY6767"/>
                </a:cxn>
                <a:cxn ang="0">
                  <a:pos x="connsiteX6768" y="connsiteY6768"/>
                </a:cxn>
                <a:cxn ang="0">
                  <a:pos x="connsiteX6769" y="connsiteY6769"/>
                </a:cxn>
                <a:cxn ang="0">
                  <a:pos x="connsiteX6770" y="connsiteY6770"/>
                </a:cxn>
                <a:cxn ang="0">
                  <a:pos x="connsiteX6771" y="connsiteY6771"/>
                </a:cxn>
                <a:cxn ang="0">
                  <a:pos x="connsiteX6772" y="connsiteY6772"/>
                </a:cxn>
                <a:cxn ang="0">
                  <a:pos x="connsiteX6773" y="connsiteY6773"/>
                </a:cxn>
                <a:cxn ang="0">
                  <a:pos x="connsiteX6774" y="connsiteY6774"/>
                </a:cxn>
                <a:cxn ang="0">
                  <a:pos x="connsiteX6775" y="connsiteY6775"/>
                </a:cxn>
                <a:cxn ang="0">
                  <a:pos x="connsiteX6776" y="connsiteY6776"/>
                </a:cxn>
                <a:cxn ang="0">
                  <a:pos x="connsiteX6777" y="connsiteY6777"/>
                </a:cxn>
                <a:cxn ang="0">
                  <a:pos x="connsiteX6778" y="connsiteY6778"/>
                </a:cxn>
                <a:cxn ang="0">
                  <a:pos x="connsiteX6779" y="connsiteY6779"/>
                </a:cxn>
                <a:cxn ang="0">
                  <a:pos x="connsiteX6780" y="connsiteY6780"/>
                </a:cxn>
                <a:cxn ang="0">
                  <a:pos x="connsiteX6781" y="connsiteY6781"/>
                </a:cxn>
                <a:cxn ang="0">
                  <a:pos x="connsiteX6782" y="connsiteY6782"/>
                </a:cxn>
                <a:cxn ang="0">
                  <a:pos x="connsiteX6783" y="connsiteY6783"/>
                </a:cxn>
                <a:cxn ang="0">
                  <a:pos x="connsiteX6784" y="connsiteY6784"/>
                </a:cxn>
                <a:cxn ang="0">
                  <a:pos x="connsiteX6785" y="connsiteY6785"/>
                </a:cxn>
                <a:cxn ang="0">
                  <a:pos x="connsiteX6786" y="connsiteY6786"/>
                </a:cxn>
                <a:cxn ang="0">
                  <a:pos x="connsiteX6787" y="connsiteY6787"/>
                </a:cxn>
                <a:cxn ang="0">
                  <a:pos x="connsiteX6788" y="connsiteY6788"/>
                </a:cxn>
                <a:cxn ang="0">
                  <a:pos x="connsiteX6789" y="connsiteY6789"/>
                </a:cxn>
                <a:cxn ang="0">
                  <a:pos x="connsiteX6790" y="connsiteY6790"/>
                </a:cxn>
                <a:cxn ang="0">
                  <a:pos x="connsiteX6791" y="connsiteY6791"/>
                </a:cxn>
                <a:cxn ang="0">
                  <a:pos x="connsiteX6792" y="connsiteY6792"/>
                </a:cxn>
                <a:cxn ang="0">
                  <a:pos x="connsiteX6793" y="connsiteY6793"/>
                </a:cxn>
                <a:cxn ang="0">
                  <a:pos x="connsiteX6794" y="connsiteY6794"/>
                </a:cxn>
                <a:cxn ang="0">
                  <a:pos x="connsiteX6795" y="connsiteY6795"/>
                </a:cxn>
                <a:cxn ang="0">
                  <a:pos x="connsiteX6796" y="connsiteY6796"/>
                </a:cxn>
                <a:cxn ang="0">
                  <a:pos x="connsiteX6797" y="connsiteY6797"/>
                </a:cxn>
                <a:cxn ang="0">
                  <a:pos x="connsiteX6798" y="connsiteY6798"/>
                </a:cxn>
                <a:cxn ang="0">
                  <a:pos x="connsiteX6799" y="connsiteY6799"/>
                </a:cxn>
                <a:cxn ang="0">
                  <a:pos x="connsiteX6800" y="connsiteY6800"/>
                </a:cxn>
                <a:cxn ang="0">
                  <a:pos x="connsiteX6801" y="connsiteY6801"/>
                </a:cxn>
                <a:cxn ang="0">
                  <a:pos x="connsiteX6802" y="connsiteY6802"/>
                </a:cxn>
                <a:cxn ang="0">
                  <a:pos x="connsiteX6803" y="connsiteY6803"/>
                </a:cxn>
                <a:cxn ang="0">
                  <a:pos x="connsiteX6804" y="connsiteY6804"/>
                </a:cxn>
                <a:cxn ang="0">
                  <a:pos x="connsiteX6805" y="connsiteY6805"/>
                </a:cxn>
                <a:cxn ang="0">
                  <a:pos x="connsiteX6806" y="connsiteY6806"/>
                </a:cxn>
                <a:cxn ang="0">
                  <a:pos x="connsiteX6807" y="connsiteY6807"/>
                </a:cxn>
                <a:cxn ang="0">
                  <a:pos x="connsiteX6808" y="connsiteY6808"/>
                </a:cxn>
                <a:cxn ang="0">
                  <a:pos x="connsiteX6809" y="connsiteY6809"/>
                </a:cxn>
                <a:cxn ang="0">
                  <a:pos x="connsiteX6810" y="connsiteY6810"/>
                </a:cxn>
                <a:cxn ang="0">
                  <a:pos x="connsiteX6811" y="connsiteY6811"/>
                </a:cxn>
                <a:cxn ang="0">
                  <a:pos x="connsiteX6812" y="connsiteY6812"/>
                </a:cxn>
                <a:cxn ang="0">
                  <a:pos x="connsiteX6813" y="connsiteY6813"/>
                </a:cxn>
                <a:cxn ang="0">
                  <a:pos x="connsiteX6814" y="connsiteY6814"/>
                </a:cxn>
                <a:cxn ang="0">
                  <a:pos x="connsiteX6815" y="connsiteY6815"/>
                </a:cxn>
                <a:cxn ang="0">
                  <a:pos x="connsiteX6816" y="connsiteY6816"/>
                </a:cxn>
                <a:cxn ang="0">
                  <a:pos x="connsiteX6817" y="connsiteY6817"/>
                </a:cxn>
                <a:cxn ang="0">
                  <a:pos x="connsiteX6818" y="connsiteY6818"/>
                </a:cxn>
                <a:cxn ang="0">
                  <a:pos x="connsiteX6819" y="connsiteY6819"/>
                </a:cxn>
                <a:cxn ang="0">
                  <a:pos x="connsiteX6820" y="connsiteY6820"/>
                </a:cxn>
                <a:cxn ang="0">
                  <a:pos x="connsiteX6821" y="connsiteY6821"/>
                </a:cxn>
                <a:cxn ang="0">
                  <a:pos x="connsiteX6822" y="connsiteY6822"/>
                </a:cxn>
                <a:cxn ang="0">
                  <a:pos x="connsiteX6823" y="connsiteY6823"/>
                </a:cxn>
                <a:cxn ang="0">
                  <a:pos x="connsiteX6824" y="connsiteY6824"/>
                </a:cxn>
                <a:cxn ang="0">
                  <a:pos x="connsiteX6825" y="connsiteY6825"/>
                </a:cxn>
                <a:cxn ang="0">
                  <a:pos x="connsiteX6826" y="connsiteY6826"/>
                </a:cxn>
                <a:cxn ang="0">
                  <a:pos x="connsiteX6827" y="connsiteY6827"/>
                </a:cxn>
                <a:cxn ang="0">
                  <a:pos x="connsiteX6828" y="connsiteY6828"/>
                </a:cxn>
                <a:cxn ang="0">
                  <a:pos x="connsiteX6829" y="connsiteY6829"/>
                </a:cxn>
                <a:cxn ang="0">
                  <a:pos x="connsiteX6830" y="connsiteY6830"/>
                </a:cxn>
                <a:cxn ang="0">
                  <a:pos x="connsiteX6831" y="connsiteY6831"/>
                </a:cxn>
                <a:cxn ang="0">
                  <a:pos x="connsiteX6832" y="connsiteY6832"/>
                </a:cxn>
                <a:cxn ang="0">
                  <a:pos x="connsiteX6833" y="connsiteY6833"/>
                </a:cxn>
                <a:cxn ang="0">
                  <a:pos x="connsiteX6834" y="connsiteY6834"/>
                </a:cxn>
                <a:cxn ang="0">
                  <a:pos x="connsiteX6835" y="connsiteY6835"/>
                </a:cxn>
                <a:cxn ang="0">
                  <a:pos x="connsiteX6836" y="connsiteY6836"/>
                </a:cxn>
                <a:cxn ang="0">
                  <a:pos x="connsiteX6837" y="connsiteY6837"/>
                </a:cxn>
                <a:cxn ang="0">
                  <a:pos x="connsiteX6838" y="connsiteY6838"/>
                </a:cxn>
                <a:cxn ang="0">
                  <a:pos x="connsiteX6839" y="connsiteY6839"/>
                </a:cxn>
                <a:cxn ang="0">
                  <a:pos x="connsiteX6840" y="connsiteY6840"/>
                </a:cxn>
                <a:cxn ang="0">
                  <a:pos x="connsiteX6841" y="connsiteY6841"/>
                </a:cxn>
                <a:cxn ang="0">
                  <a:pos x="connsiteX6842" y="connsiteY6842"/>
                </a:cxn>
                <a:cxn ang="0">
                  <a:pos x="connsiteX6843" y="connsiteY6843"/>
                </a:cxn>
                <a:cxn ang="0">
                  <a:pos x="connsiteX6844" y="connsiteY6844"/>
                </a:cxn>
                <a:cxn ang="0">
                  <a:pos x="connsiteX6845" y="connsiteY6845"/>
                </a:cxn>
                <a:cxn ang="0">
                  <a:pos x="connsiteX6846" y="connsiteY6846"/>
                </a:cxn>
                <a:cxn ang="0">
                  <a:pos x="connsiteX6847" y="connsiteY6847"/>
                </a:cxn>
                <a:cxn ang="0">
                  <a:pos x="connsiteX6848" y="connsiteY6848"/>
                </a:cxn>
                <a:cxn ang="0">
                  <a:pos x="connsiteX6849" y="connsiteY6849"/>
                </a:cxn>
                <a:cxn ang="0">
                  <a:pos x="connsiteX6850" y="connsiteY6850"/>
                </a:cxn>
                <a:cxn ang="0">
                  <a:pos x="connsiteX6851" y="connsiteY6851"/>
                </a:cxn>
                <a:cxn ang="0">
                  <a:pos x="connsiteX6852" y="connsiteY6852"/>
                </a:cxn>
                <a:cxn ang="0">
                  <a:pos x="connsiteX6853" y="connsiteY6853"/>
                </a:cxn>
                <a:cxn ang="0">
                  <a:pos x="connsiteX6854" y="connsiteY6854"/>
                </a:cxn>
                <a:cxn ang="0">
                  <a:pos x="connsiteX6855" y="connsiteY6855"/>
                </a:cxn>
                <a:cxn ang="0">
                  <a:pos x="connsiteX6856" y="connsiteY6856"/>
                </a:cxn>
                <a:cxn ang="0">
                  <a:pos x="connsiteX6857" y="connsiteY6857"/>
                </a:cxn>
                <a:cxn ang="0">
                  <a:pos x="connsiteX6858" y="connsiteY6858"/>
                </a:cxn>
                <a:cxn ang="0">
                  <a:pos x="connsiteX6859" y="connsiteY6859"/>
                </a:cxn>
                <a:cxn ang="0">
                  <a:pos x="connsiteX6860" y="connsiteY6860"/>
                </a:cxn>
                <a:cxn ang="0">
                  <a:pos x="connsiteX6861" y="connsiteY6861"/>
                </a:cxn>
                <a:cxn ang="0">
                  <a:pos x="connsiteX6862" y="connsiteY6862"/>
                </a:cxn>
                <a:cxn ang="0">
                  <a:pos x="connsiteX6863" y="connsiteY6863"/>
                </a:cxn>
                <a:cxn ang="0">
                  <a:pos x="connsiteX6864" y="connsiteY6864"/>
                </a:cxn>
                <a:cxn ang="0">
                  <a:pos x="connsiteX6865" y="connsiteY6865"/>
                </a:cxn>
                <a:cxn ang="0">
                  <a:pos x="connsiteX6866" y="connsiteY6866"/>
                </a:cxn>
                <a:cxn ang="0">
                  <a:pos x="connsiteX6867" y="connsiteY6867"/>
                </a:cxn>
                <a:cxn ang="0">
                  <a:pos x="connsiteX6868" y="connsiteY6868"/>
                </a:cxn>
                <a:cxn ang="0">
                  <a:pos x="connsiteX6869" y="connsiteY6869"/>
                </a:cxn>
                <a:cxn ang="0">
                  <a:pos x="connsiteX6870" y="connsiteY6870"/>
                </a:cxn>
                <a:cxn ang="0">
                  <a:pos x="connsiteX6871" y="connsiteY6871"/>
                </a:cxn>
                <a:cxn ang="0">
                  <a:pos x="connsiteX6872" y="connsiteY6872"/>
                </a:cxn>
                <a:cxn ang="0">
                  <a:pos x="connsiteX6873" y="connsiteY6873"/>
                </a:cxn>
                <a:cxn ang="0">
                  <a:pos x="connsiteX6874" y="connsiteY6874"/>
                </a:cxn>
                <a:cxn ang="0">
                  <a:pos x="connsiteX6875" y="connsiteY6875"/>
                </a:cxn>
                <a:cxn ang="0">
                  <a:pos x="connsiteX6876" y="connsiteY6876"/>
                </a:cxn>
                <a:cxn ang="0">
                  <a:pos x="connsiteX6877" y="connsiteY6877"/>
                </a:cxn>
                <a:cxn ang="0">
                  <a:pos x="connsiteX6878" y="connsiteY6878"/>
                </a:cxn>
                <a:cxn ang="0">
                  <a:pos x="connsiteX6879" y="connsiteY6879"/>
                </a:cxn>
                <a:cxn ang="0">
                  <a:pos x="connsiteX6880" y="connsiteY6880"/>
                </a:cxn>
                <a:cxn ang="0">
                  <a:pos x="connsiteX6881" y="connsiteY6881"/>
                </a:cxn>
                <a:cxn ang="0">
                  <a:pos x="connsiteX6882" y="connsiteY6882"/>
                </a:cxn>
                <a:cxn ang="0">
                  <a:pos x="connsiteX6883" y="connsiteY6883"/>
                </a:cxn>
                <a:cxn ang="0">
                  <a:pos x="connsiteX6884" y="connsiteY6884"/>
                </a:cxn>
                <a:cxn ang="0">
                  <a:pos x="connsiteX6885" y="connsiteY6885"/>
                </a:cxn>
                <a:cxn ang="0">
                  <a:pos x="connsiteX6886" y="connsiteY6886"/>
                </a:cxn>
                <a:cxn ang="0">
                  <a:pos x="connsiteX6887" y="connsiteY6887"/>
                </a:cxn>
                <a:cxn ang="0">
                  <a:pos x="connsiteX6888" y="connsiteY6888"/>
                </a:cxn>
                <a:cxn ang="0">
                  <a:pos x="connsiteX6889" y="connsiteY6889"/>
                </a:cxn>
                <a:cxn ang="0">
                  <a:pos x="connsiteX6890" y="connsiteY6890"/>
                </a:cxn>
                <a:cxn ang="0">
                  <a:pos x="connsiteX6891" y="connsiteY6891"/>
                </a:cxn>
                <a:cxn ang="0">
                  <a:pos x="connsiteX6892" y="connsiteY6892"/>
                </a:cxn>
                <a:cxn ang="0">
                  <a:pos x="connsiteX6893" y="connsiteY6893"/>
                </a:cxn>
                <a:cxn ang="0">
                  <a:pos x="connsiteX6894" y="connsiteY6894"/>
                </a:cxn>
                <a:cxn ang="0">
                  <a:pos x="connsiteX6895" y="connsiteY6895"/>
                </a:cxn>
                <a:cxn ang="0">
                  <a:pos x="connsiteX6896" y="connsiteY6896"/>
                </a:cxn>
                <a:cxn ang="0">
                  <a:pos x="connsiteX6897" y="connsiteY6897"/>
                </a:cxn>
                <a:cxn ang="0">
                  <a:pos x="connsiteX6898" y="connsiteY6898"/>
                </a:cxn>
                <a:cxn ang="0">
                  <a:pos x="connsiteX6899" y="connsiteY6899"/>
                </a:cxn>
                <a:cxn ang="0">
                  <a:pos x="connsiteX6900" y="connsiteY6900"/>
                </a:cxn>
                <a:cxn ang="0">
                  <a:pos x="connsiteX6901" y="connsiteY6901"/>
                </a:cxn>
                <a:cxn ang="0">
                  <a:pos x="connsiteX6902" y="connsiteY6902"/>
                </a:cxn>
                <a:cxn ang="0">
                  <a:pos x="connsiteX6903" y="connsiteY6903"/>
                </a:cxn>
                <a:cxn ang="0">
                  <a:pos x="connsiteX6904" y="connsiteY6904"/>
                </a:cxn>
                <a:cxn ang="0">
                  <a:pos x="connsiteX6905" y="connsiteY6905"/>
                </a:cxn>
                <a:cxn ang="0">
                  <a:pos x="connsiteX6906" y="connsiteY6906"/>
                </a:cxn>
                <a:cxn ang="0">
                  <a:pos x="connsiteX6907" y="connsiteY6907"/>
                </a:cxn>
                <a:cxn ang="0">
                  <a:pos x="connsiteX6908" y="connsiteY6908"/>
                </a:cxn>
                <a:cxn ang="0">
                  <a:pos x="connsiteX6909" y="connsiteY6909"/>
                </a:cxn>
                <a:cxn ang="0">
                  <a:pos x="connsiteX6910" y="connsiteY6910"/>
                </a:cxn>
                <a:cxn ang="0">
                  <a:pos x="connsiteX6911" y="connsiteY6911"/>
                </a:cxn>
                <a:cxn ang="0">
                  <a:pos x="connsiteX6912" y="connsiteY6912"/>
                </a:cxn>
                <a:cxn ang="0">
                  <a:pos x="connsiteX6913" y="connsiteY6913"/>
                </a:cxn>
                <a:cxn ang="0">
                  <a:pos x="connsiteX6914" y="connsiteY6914"/>
                </a:cxn>
                <a:cxn ang="0">
                  <a:pos x="connsiteX6915" y="connsiteY6915"/>
                </a:cxn>
                <a:cxn ang="0">
                  <a:pos x="connsiteX6916" y="connsiteY6916"/>
                </a:cxn>
                <a:cxn ang="0">
                  <a:pos x="connsiteX6917" y="connsiteY6917"/>
                </a:cxn>
                <a:cxn ang="0">
                  <a:pos x="connsiteX6918" y="connsiteY6918"/>
                </a:cxn>
                <a:cxn ang="0">
                  <a:pos x="connsiteX6919" y="connsiteY6919"/>
                </a:cxn>
                <a:cxn ang="0">
                  <a:pos x="connsiteX6920" y="connsiteY6920"/>
                </a:cxn>
                <a:cxn ang="0">
                  <a:pos x="connsiteX6921" y="connsiteY6921"/>
                </a:cxn>
                <a:cxn ang="0">
                  <a:pos x="connsiteX6922" y="connsiteY6922"/>
                </a:cxn>
                <a:cxn ang="0">
                  <a:pos x="connsiteX6923" y="connsiteY6923"/>
                </a:cxn>
                <a:cxn ang="0">
                  <a:pos x="connsiteX6924" y="connsiteY6924"/>
                </a:cxn>
                <a:cxn ang="0">
                  <a:pos x="connsiteX6925" y="connsiteY6925"/>
                </a:cxn>
                <a:cxn ang="0">
                  <a:pos x="connsiteX6926" y="connsiteY6926"/>
                </a:cxn>
                <a:cxn ang="0">
                  <a:pos x="connsiteX6927" y="connsiteY6927"/>
                </a:cxn>
                <a:cxn ang="0">
                  <a:pos x="connsiteX6928" y="connsiteY6928"/>
                </a:cxn>
                <a:cxn ang="0">
                  <a:pos x="connsiteX6929" y="connsiteY6929"/>
                </a:cxn>
                <a:cxn ang="0">
                  <a:pos x="connsiteX6930" y="connsiteY6930"/>
                </a:cxn>
                <a:cxn ang="0">
                  <a:pos x="connsiteX6931" y="connsiteY6931"/>
                </a:cxn>
                <a:cxn ang="0">
                  <a:pos x="connsiteX6932" y="connsiteY6932"/>
                </a:cxn>
                <a:cxn ang="0">
                  <a:pos x="connsiteX6933" y="connsiteY6933"/>
                </a:cxn>
                <a:cxn ang="0">
                  <a:pos x="connsiteX6934" y="connsiteY6934"/>
                </a:cxn>
                <a:cxn ang="0">
                  <a:pos x="connsiteX6935" y="connsiteY6935"/>
                </a:cxn>
                <a:cxn ang="0">
                  <a:pos x="connsiteX6936" y="connsiteY6936"/>
                </a:cxn>
                <a:cxn ang="0">
                  <a:pos x="connsiteX6937" y="connsiteY6937"/>
                </a:cxn>
                <a:cxn ang="0">
                  <a:pos x="connsiteX6938" y="connsiteY6938"/>
                </a:cxn>
                <a:cxn ang="0">
                  <a:pos x="connsiteX6939" y="connsiteY6939"/>
                </a:cxn>
                <a:cxn ang="0">
                  <a:pos x="connsiteX6940" y="connsiteY6940"/>
                </a:cxn>
                <a:cxn ang="0">
                  <a:pos x="connsiteX6941" y="connsiteY6941"/>
                </a:cxn>
                <a:cxn ang="0">
                  <a:pos x="connsiteX6942" y="connsiteY6942"/>
                </a:cxn>
                <a:cxn ang="0">
                  <a:pos x="connsiteX6943" y="connsiteY6943"/>
                </a:cxn>
                <a:cxn ang="0">
                  <a:pos x="connsiteX6944" y="connsiteY6944"/>
                </a:cxn>
                <a:cxn ang="0">
                  <a:pos x="connsiteX6945" y="connsiteY6945"/>
                </a:cxn>
                <a:cxn ang="0">
                  <a:pos x="connsiteX6946" y="connsiteY6946"/>
                </a:cxn>
                <a:cxn ang="0">
                  <a:pos x="connsiteX6947" y="connsiteY6947"/>
                </a:cxn>
                <a:cxn ang="0">
                  <a:pos x="connsiteX6948" y="connsiteY6948"/>
                </a:cxn>
                <a:cxn ang="0">
                  <a:pos x="connsiteX6949" y="connsiteY6949"/>
                </a:cxn>
                <a:cxn ang="0">
                  <a:pos x="connsiteX6950" y="connsiteY6950"/>
                </a:cxn>
                <a:cxn ang="0">
                  <a:pos x="connsiteX6951" y="connsiteY6951"/>
                </a:cxn>
                <a:cxn ang="0">
                  <a:pos x="connsiteX6952" y="connsiteY6952"/>
                </a:cxn>
                <a:cxn ang="0">
                  <a:pos x="connsiteX6953" y="connsiteY6953"/>
                </a:cxn>
                <a:cxn ang="0">
                  <a:pos x="connsiteX6954" y="connsiteY6954"/>
                </a:cxn>
                <a:cxn ang="0">
                  <a:pos x="connsiteX6955" y="connsiteY6955"/>
                </a:cxn>
                <a:cxn ang="0">
                  <a:pos x="connsiteX6956" y="connsiteY6956"/>
                </a:cxn>
                <a:cxn ang="0">
                  <a:pos x="connsiteX6957" y="connsiteY6957"/>
                </a:cxn>
                <a:cxn ang="0">
                  <a:pos x="connsiteX6958" y="connsiteY6958"/>
                </a:cxn>
                <a:cxn ang="0">
                  <a:pos x="connsiteX6959" y="connsiteY6959"/>
                </a:cxn>
                <a:cxn ang="0">
                  <a:pos x="connsiteX6960" y="connsiteY6960"/>
                </a:cxn>
                <a:cxn ang="0">
                  <a:pos x="connsiteX6961" y="connsiteY6961"/>
                </a:cxn>
                <a:cxn ang="0">
                  <a:pos x="connsiteX6962" y="connsiteY6962"/>
                </a:cxn>
                <a:cxn ang="0">
                  <a:pos x="connsiteX6963" y="connsiteY6963"/>
                </a:cxn>
                <a:cxn ang="0">
                  <a:pos x="connsiteX6964" y="connsiteY6964"/>
                </a:cxn>
                <a:cxn ang="0">
                  <a:pos x="connsiteX6965" y="connsiteY6965"/>
                </a:cxn>
                <a:cxn ang="0">
                  <a:pos x="connsiteX6966" y="connsiteY6966"/>
                </a:cxn>
                <a:cxn ang="0">
                  <a:pos x="connsiteX6967" y="connsiteY6967"/>
                </a:cxn>
                <a:cxn ang="0">
                  <a:pos x="connsiteX6968" y="connsiteY6968"/>
                </a:cxn>
                <a:cxn ang="0">
                  <a:pos x="connsiteX6969" y="connsiteY6969"/>
                </a:cxn>
                <a:cxn ang="0">
                  <a:pos x="connsiteX6970" y="connsiteY6970"/>
                </a:cxn>
                <a:cxn ang="0">
                  <a:pos x="connsiteX6971" y="connsiteY6971"/>
                </a:cxn>
                <a:cxn ang="0">
                  <a:pos x="connsiteX6972" y="connsiteY6972"/>
                </a:cxn>
                <a:cxn ang="0">
                  <a:pos x="connsiteX6973" y="connsiteY6973"/>
                </a:cxn>
                <a:cxn ang="0">
                  <a:pos x="connsiteX6974" y="connsiteY6974"/>
                </a:cxn>
                <a:cxn ang="0">
                  <a:pos x="connsiteX6975" y="connsiteY6975"/>
                </a:cxn>
                <a:cxn ang="0">
                  <a:pos x="connsiteX6976" y="connsiteY6976"/>
                </a:cxn>
                <a:cxn ang="0">
                  <a:pos x="connsiteX6977" y="connsiteY6977"/>
                </a:cxn>
                <a:cxn ang="0">
                  <a:pos x="connsiteX6978" y="connsiteY6978"/>
                </a:cxn>
                <a:cxn ang="0">
                  <a:pos x="connsiteX6979" y="connsiteY6979"/>
                </a:cxn>
                <a:cxn ang="0">
                  <a:pos x="connsiteX6980" y="connsiteY6980"/>
                </a:cxn>
                <a:cxn ang="0">
                  <a:pos x="connsiteX6981" y="connsiteY6981"/>
                </a:cxn>
                <a:cxn ang="0">
                  <a:pos x="connsiteX6982" y="connsiteY6982"/>
                </a:cxn>
                <a:cxn ang="0">
                  <a:pos x="connsiteX6983" y="connsiteY6983"/>
                </a:cxn>
                <a:cxn ang="0">
                  <a:pos x="connsiteX6984" y="connsiteY6984"/>
                </a:cxn>
                <a:cxn ang="0">
                  <a:pos x="connsiteX6985" y="connsiteY6985"/>
                </a:cxn>
                <a:cxn ang="0">
                  <a:pos x="connsiteX6986" y="connsiteY6986"/>
                </a:cxn>
                <a:cxn ang="0">
                  <a:pos x="connsiteX6987" y="connsiteY6987"/>
                </a:cxn>
                <a:cxn ang="0">
                  <a:pos x="connsiteX6988" y="connsiteY6988"/>
                </a:cxn>
                <a:cxn ang="0">
                  <a:pos x="connsiteX6989" y="connsiteY6989"/>
                </a:cxn>
                <a:cxn ang="0">
                  <a:pos x="connsiteX6990" y="connsiteY6990"/>
                </a:cxn>
                <a:cxn ang="0">
                  <a:pos x="connsiteX6991" y="connsiteY6991"/>
                </a:cxn>
                <a:cxn ang="0">
                  <a:pos x="connsiteX6992" y="connsiteY6992"/>
                </a:cxn>
                <a:cxn ang="0">
                  <a:pos x="connsiteX6993" y="connsiteY6993"/>
                </a:cxn>
                <a:cxn ang="0">
                  <a:pos x="connsiteX6994" y="connsiteY6994"/>
                </a:cxn>
                <a:cxn ang="0">
                  <a:pos x="connsiteX6995" y="connsiteY6995"/>
                </a:cxn>
                <a:cxn ang="0">
                  <a:pos x="connsiteX6996" y="connsiteY6996"/>
                </a:cxn>
                <a:cxn ang="0">
                  <a:pos x="connsiteX6997" y="connsiteY6997"/>
                </a:cxn>
                <a:cxn ang="0">
                  <a:pos x="connsiteX6998" y="connsiteY6998"/>
                </a:cxn>
                <a:cxn ang="0">
                  <a:pos x="connsiteX6999" y="connsiteY6999"/>
                </a:cxn>
                <a:cxn ang="0">
                  <a:pos x="connsiteX7000" y="connsiteY7000"/>
                </a:cxn>
                <a:cxn ang="0">
                  <a:pos x="connsiteX7001" y="connsiteY7001"/>
                </a:cxn>
                <a:cxn ang="0">
                  <a:pos x="connsiteX7002" y="connsiteY7002"/>
                </a:cxn>
                <a:cxn ang="0">
                  <a:pos x="connsiteX7003" y="connsiteY7003"/>
                </a:cxn>
                <a:cxn ang="0">
                  <a:pos x="connsiteX7004" y="connsiteY7004"/>
                </a:cxn>
                <a:cxn ang="0">
                  <a:pos x="connsiteX7005" y="connsiteY7005"/>
                </a:cxn>
                <a:cxn ang="0">
                  <a:pos x="connsiteX7006" y="connsiteY7006"/>
                </a:cxn>
                <a:cxn ang="0">
                  <a:pos x="connsiteX7007" y="connsiteY7007"/>
                </a:cxn>
                <a:cxn ang="0">
                  <a:pos x="connsiteX7008" y="connsiteY7008"/>
                </a:cxn>
                <a:cxn ang="0">
                  <a:pos x="connsiteX7009" y="connsiteY7009"/>
                </a:cxn>
                <a:cxn ang="0">
                  <a:pos x="connsiteX7010" y="connsiteY7010"/>
                </a:cxn>
                <a:cxn ang="0">
                  <a:pos x="connsiteX7011" y="connsiteY7011"/>
                </a:cxn>
                <a:cxn ang="0">
                  <a:pos x="connsiteX7012" y="connsiteY7012"/>
                </a:cxn>
                <a:cxn ang="0">
                  <a:pos x="connsiteX7013" y="connsiteY7013"/>
                </a:cxn>
                <a:cxn ang="0">
                  <a:pos x="connsiteX7014" y="connsiteY7014"/>
                </a:cxn>
                <a:cxn ang="0">
                  <a:pos x="connsiteX7015" y="connsiteY7015"/>
                </a:cxn>
                <a:cxn ang="0">
                  <a:pos x="connsiteX7016" y="connsiteY7016"/>
                </a:cxn>
                <a:cxn ang="0">
                  <a:pos x="connsiteX7017" y="connsiteY7017"/>
                </a:cxn>
                <a:cxn ang="0">
                  <a:pos x="connsiteX7018" y="connsiteY7018"/>
                </a:cxn>
                <a:cxn ang="0">
                  <a:pos x="connsiteX7019" y="connsiteY7019"/>
                </a:cxn>
                <a:cxn ang="0">
                  <a:pos x="connsiteX7020" y="connsiteY7020"/>
                </a:cxn>
                <a:cxn ang="0">
                  <a:pos x="connsiteX7021" y="connsiteY7021"/>
                </a:cxn>
                <a:cxn ang="0">
                  <a:pos x="connsiteX7022" y="connsiteY7022"/>
                </a:cxn>
                <a:cxn ang="0">
                  <a:pos x="connsiteX7023" y="connsiteY7023"/>
                </a:cxn>
                <a:cxn ang="0">
                  <a:pos x="connsiteX7024" y="connsiteY7024"/>
                </a:cxn>
                <a:cxn ang="0">
                  <a:pos x="connsiteX7025" y="connsiteY7025"/>
                </a:cxn>
                <a:cxn ang="0">
                  <a:pos x="connsiteX7026" y="connsiteY7026"/>
                </a:cxn>
                <a:cxn ang="0">
                  <a:pos x="connsiteX7027" y="connsiteY7027"/>
                </a:cxn>
                <a:cxn ang="0">
                  <a:pos x="connsiteX7028" y="connsiteY7028"/>
                </a:cxn>
                <a:cxn ang="0">
                  <a:pos x="connsiteX7029" y="connsiteY7029"/>
                </a:cxn>
                <a:cxn ang="0">
                  <a:pos x="connsiteX7030" y="connsiteY7030"/>
                </a:cxn>
                <a:cxn ang="0">
                  <a:pos x="connsiteX7031" y="connsiteY7031"/>
                </a:cxn>
                <a:cxn ang="0">
                  <a:pos x="connsiteX7032" y="connsiteY7032"/>
                </a:cxn>
                <a:cxn ang="0">
                  <a:pos x="connsiteX7033" y="connsiteY7033"/>
                </a:cxn>
                <a:cxn ang="0">
                  <a:pos x="connsiteX7034" y="connsiteY7034"/>
                </a:cxn>
                <a:cxn ang="0">
                  <a:pos x="connsiteX7035" y="connsiteY7035"/>
                </a:cxn>
                <a:cxn ang="0">
                  <a:pos x="connsiteX7036" y="connsiteY7036"/>
                </a:cxn>
                <a:cxn ang="0">
                  <a:pos x="connsiteX7037" y="connsiteY7037"/>
                </a:cxn>
                <a:cxn ang="0">
                  <a:pos x="connsiteX7038" y="connsiteY7038"/>
                </a:cxn>
                <a:cxn ang="0">
                  <a:pos x="connsiteX7039" y="connsiteY7039"/>
                </a:cxn>
                <a:cxn ang="0">
                  <a:pos x="connsiteX7040" y="connsiteY7040"/>
                </a:cxn>
                <a:cxn ang="0">
                  <a:pos x="connsiteX7041" y="connsiteY7041"/>
                </a:cxn>
                <a:cxn ang="0">
                  <a:pos x="connsiteX7042" y="connsiteY7042"/>
                </a:cxn>
                <a:cxn ang="0">
                  <a:pos x="connsiteX7043" y="connsiteY7043"/>
                </a:cxn>
                <a:cxn ang="0">
                  <a:pos x="connsiteX7044" y="connsiteY7044"/>
                </a:cxn>
                <a:cxn ang="0">
                  <a:pos x="connsiteX7045" y="connsiteY7045"/>
                </a:cxn>
                <a:cxn ang="0">
                  <a:pos x="connsiteX7046" y="connsiteY7046"/>
                </a:cxn>
                <a:cxn ang="0">
                  <a:pos x="connsiteX7047" y="connsiteY7047"/>
                </a:cxn>
                <a:cxn ang="0">
                  <a:pos x="connsiteX7048" y="connsiteY7048"/>
                </a:cxn>
                <a:cxn ang="0">
                  <a:pos x="connsiteX7049" y="connsiteY7049"/>
                </a:cxn>
                <a:cxn ang="0">
                  <a:pos x="connsiteX7050" y="connsiteY7050"/>
                </a:cxn>
                <a:cxn ang="0">
                  <a:pos x="connsiteX7051" y="connsiteY7051"/>
                </a:cxn>
                <a:cxn ang="0">
                  <a:pos x="connsiteX7052" y="connsiteY7052"/>
                </a:cxn>
                <a:cxn ang="0">
                  <a:pos x="connsiteX7053" y="connsiteY7053"/>
                </a:cxn>
                <a:cxn ang="0">
                  <a:pos x="connsiteX7054" y="connsiteY7054"/>
                </a:cxn>
                <a:cxn ang="0">
                  <a:pos x="connsiteX7055" y="connsiteY7055"/>
                </a:cxn>
                <a:cxn ang="0">
                  <a:pos x="connsiteX7056" y="connsiteY7056"/>
                </a:cxn>
                <a:cxn ang="0">
                  <a:pos x="connsiteX7057" y="connsiteY7057"/>
                </a:cxn>
                <a:cxn ang="0">
                  <a:pos x="connsiteX7058" y="connsiteY7058"/>
                </a:cxn>
                <a:cxn ang="0">
                  <a:pos x="connsiteX7059" y="connsiteY7059"/>
                </a:cxn>
                <a:cxn ang="0">
                  <a:pos x="connsiteX7060" y="connsiteY7060"/>
                </a:cxn>
                <a:cxn ang="0">
                  <a:pos x="connsiteX7061" y="connsiteY7061"/>
                </a:cxn>
                <a:cxn ang="0">
                  <a:pos x="connsiteX7062" y="connsiteY7062"/>
                </a:cxn>
                <a:cxn ang="0">
                  <a:pos x="connsiteX7063" y="connsiteY7063"/>
                </a:cxn>
                <a:cxn ang="0">
                  <a:pos x="connsiteX7064" y="connsiteY7064"/>
                </a:cxn>
                <a:cxn ang="0">
                  <a:pos x="connsiteX7065" y="connsiteY7065"/>
                </a:cxn>
                <a:cxn ang="0">
                  <a:pos x="connsiteX7066" y="connsiteY7066"/>
                </a:cxn>
                <a:cxn ang="0">
                  <a:pos x="connsiteX7067" y="connsiteY7067"/>
                </a:cxn>
                <a:cxn ang="0">
                  <a:pos x="connsiteX7068" y="connsiteY7068"/>
                </a:cxn>
                <a:cxn ang="0">
                  <a:pos x="connsiteX7069" y="connsiteY7069"/>
                </a:cxn>
                <a:cxn ang="0">
                  <a:pos x="connsiteX7070" y="connsiteY7070"/>
                </a:cxn>
                <a:cxn ang="0">
                  <a:pos x="connsiteX7071" y="connsiteY7071"/>
                </a:cxn>
                <a:cxn ang="0">
                  <a:pos x="connsiteX7072" y="connsiteY7072"/>
                </a:cxn>
                <a:cxn ang="0">
                  <a:pos x="connsiteX7073" y="connsiteY7073"/>
                </a:cxn>
                <a:cxn ang="0">
                  <a:pos x="connsiteX7074" y="connsiteY7074"/>
                </a:cxn>
                <a:cxn ang="0">
                  <a:pos x="connsiteX7075" y="connsiteY7075"/>
                </a:cxn>
                <a:cxn ang="0">
                  <a:pos x="connsiteX7076" y="connsiteY7076"/>
                </a:cxn>
                <a:cxn ang="0">
                  <a:pos x="connsiteX7077" y="connsiteY7077"/>
                </a:cxn>
                <a:cxn ang="0">
                  <a:pos x="connsiteX7078" y="connsiteY7078"/>
                </a:cxn>
                <a:cxn ang="0">
                  <a:pos x="connsiteX7079" y="connsiteY7079"/>
                </a:cxn>
                <a:cxn ang="0">
                  <a:pos x="connsiteX7080" y="connsiteY7080"/>
                </a:cxn>
                <a:cxn ang="0">
                  <a:pos x="connsiteX7081" y="connsiteY7081"/>
                </a:cxn>
                <a:cxn ang="0">
                  <a:pos x="connsiteX7082" y="connsiteY7082"/>
                </a:cxn>
                <a:cxn ang="0">
                  <a:pos x="connsiteX7083" y="connsiteY7083"/>
                </a:cxn>
                <a:cxn ang="0">
                  <a:pos x="connsiteX7084" y="connsiteY7084"/>
                </a:cxn>
                <a:cxn ang="0">
                  <a:pos x="connsiteX7085" y="connsiteY7085"/>
                </a:cxn>
                <a:cxn ang="0">
                  <a:pos x="connsiteX7086" y="connsiteY7086"/>
                </a:cxn>
                <a:cxn ang="0">
                  <a:pos x="connsiteX7087" y="connsiteY7087"/>
                </a:cxn>
                <a:cxn ang="0">
                  <a:pos x="connsiteX7088" y="connsiteY7088"/>
                </a:cxn>
                <a:cxn ang="0">
                  <a:pos x="connsiteX7089" y="connsiteY7089"/>
                </a:cxn>
                <a:cxn ang="0">
                  <a:pos x="connsiteX7090" y="connsiteY7090"/>
                </a:cxn>
                <a:cxn ang="0">
                  <a:pos x="connsiteX7091" y="connsiteY7091"/>
                </a:cxn>
                <a:cxn ang="0">
                  <a:pos x="connsiteX7092" y="connsiteY7092"/>
                </a:cxn>
                <a:cxn ang="0">
                  <a:pos x="connsiteX7093" y="connsiteY7093"/>
                </a:cxn>
                <a:cxn ang="0">
                  <a:pos x="connsiteX7094" y="connsiteY7094"/>
                </a:cxn>
                <a:cxn ang="0">
                  <a:pos x="connsiteX7095" y="connsiteY7095"/>
                </a:cxn>
                <a:cxn ang="0">
                  <a:pos x="connsiteX7096" y="connsiteY7096"/>
                </a:cxn>
                <a:cxn ang="0">
                  <a:pos x="connsiteX7097" y="connsiteY7097"/>
                </a:cxn>
                <a:cxn ang="0">
                  <a:pos x="connsiteX7098" y="connsiteY7098"/>
                </a:cxn>
                <a:cxn ang="0">
                  <a:pos x="connsiteX7099" y="connsiteY7099"/>
                </a:cxn>
                <a:cxn ang="0">
                  <a:pos x="connsiteX7100" y="connsiteY7100"/>
                </a:cxn>
                <a:cxn ang="0">
                  <a:pos x="connsiteX7101" y="connsiteY7101"/>
                </a:cxn>
                <a:cxn ang="0">
                  <a:pos x="connsiteX7102" y="connsiteY7102"/>
                </a:cxn>
                <a:cxn ang="0">
                  <a:pos x="connsiteX7103" y="connsiteY7103"/>
                </a:cxn>
                <a:cxn ang="0">
                  <a:pos x="connsiteX7104" y="connsiteY7104"/>
                </a:cxn>
                <a:cxn ang="0">
                  <a:pos x="connsiteX7105" y="connsiteY7105"/>
                </a:cxn>
                <a:cxn ang="0">
                  <a:pos x="connsiteX7106" y="connsiteY7106"/>
                </a:cxn>
                <a:cxn ang="0">
                  <a:pos x="connsiteX7107" y="connsiteY7107"/>
                </a:cxn>
                <a:cxn ang="0">
                  <a:pos x="connsiteX7108" y="connsiteY7108"/>
                </a:cxn>
                <a:cxn ang="0">
                  <a:pos x="connsiteX7109" y="connsiteY7109"/>
                </a:cxn>
                <a:cxn ang="0">
                  <a:pos x="connsiteX7110" y="connsiteY7110"/>
                </a:cxn>
                <a:cxn ang="0">
                  <a:pos x="connsiteX7111" y="connsiteY7111"/>
                </a:cxn>
                <a:cxn ang="0">
                  <a:pos x="connsiteX7112" y="connsiteY7112"/>
                </a:cxn>
                <a:cxn ang="0">
                  <a:pos x="connsiteX7113" y="connsiteY7113"/>
                </a:cxn>
                <a:cxn ang="0">
                  <a:pos x="connsiteX7114" y="connsiteY7114"/>
                </a:cxn>
                <a:cxn ang="0">
                  <a:pos x="connsiteX7115" y="connsiteY7115"/>
                </a:cxn>
                <a:cxn ang="0">
                  <a:pos x="connsiteX7116" y="connsiteY7116"/>
                </a:cxn>
                <a:cxn ang="0">
                  <a:pos x="connsiteX7117" y="connsiteY7117"/>
                </a:cxn>
                <a:cxn ang="0">
                  <a:pos x="connsiteX7118" y="connsiteY7118"/>
                </a:cxn>
                <a:cxn ang="0">
                  <a:pos x="connsiteX7119" y="connsiteY7119"/>
                </a:cxn>
                <a:cxn ang="0">
                  <a:pos x="connsiteX7120" y="connsiteY7120"/>
                </a:cxn>
                <a:cxn ang="0">
                  <a:pos x="connsiteX7121" y="connsiteY7121"/>
                </a:cxn>
                <a:cxn ang="0">
                  <a:pos x="connsiteX7122" y="connsiteY7122"/>
                </a:cxn>
                <a:cxn ang="0">
                  <a:pos x="connsiteX7123" y="connsiteY7123"/>
                </a:cxn>
                <a:cxn ang="0">
                  <a:pos x="connsiteX7124" y="connsiteY7124"/>
                </a:cxn>
                <a:cxn ang="0">
                  <a:pos x="connsiteX7125" y="connsiteY7125"/>
                </a:cxn>
                <a:cxn ang="0">
                  <a:pos x="connsiteX7126" y="connsiteY7126"/>
                </a:cxn>
                <a:cxn ang="0">
                  <a:pos x="connsiteX7127" y="connsiteY7127"/>
                </a:cxn>
                <a:cxn ang="0">
                  <a:pos x="connsiteX7128" y="connsiteY7128"/>
                </a:cxn>
                <a:cxn ang="0">
                  <a:pos x="connsiteX7129" y="connsiteY7129"/>
                </a:cxn>
                <a:cxn ang="0">
                  <a:pos x="connsiteX7130" y="connsiteY7130"/>
                </a:cxn>
                <a:cxn ang="0">
                  <a:pos x="connsiteX7131" y="connsiteY7131"/>
                </a:cxn>
                <a:cxn ang="0">
                  <a:pos x="connsiteX7132" y="connsiteY7132"/>
                </a:cxn>
                <a:cxn ang="0">
                  <a:pos x="connsiteX7133" y="connsiteY7133"/>
                </a:cxn>
                <a:cxn ang="0">
                  <a:pos x="connsiteX7134" y="connsiteY7134"/>
                </a:cxn>
                <a:cxn ang="0">
                  <a:pos x="connsiteX7135" y="connsiteY7135"/>
                </a:cxn>
                <a:cxn ang="0">
                  <a:pos x="connsiteX7136" y="connsiteY7136"/>
                </a:cxn>
                <a:cxn ang="0">
                  <a:pos x="connsiteX7137" y="connsiteY7137"/>
                </a:cxn>
                <a:cxn ang="0">
                  <a:pos x="connsiteX7138" y="connsiteY7138"/>
                </a:cxn>
                <a:cxn ang="0">
                  <a:pos x="connsiteX7139" y="connsiteY7139"/>
                </a:cxn>
                <a:cxn ang="0">
                  <a:pos x="connsiteX7140" y="connsiteY7140"/>
                </a:cxn>
                <a:cxn ang="0">
                  <a:pos x="connsiteX7141" y="connsiteY7141"/>
                </a:cxn>
                <a:cxn ang="0">
                  <a:pos x="connsiteX7142" y="connsiteY7142"/>
                </a:cxn>
                <a:cxn ang="0">
                  <a:pos x="connsiteX7143" y="connsiteY7143"/>
                </a:cxn>
                <a:cxn ang="0">
                  <a:pos x="connsiteX7144" y="connsiteY7144"/>
                </a:cxn>
                <a:cxn ang="0">
                  <a:pos x="connsiteX7145" y="connsiteY7145"/>
                </a:cxn>
                <a:cxn ang="0">
                  <a:pos x="connsiteX7146" y="connsiteY7146"/>
                </a:cxn>
                <a:cxn ang="0">
                  <a:pos x="connsiteX7147" y="connsiteY7147"/>
                </a:cxn>
                <a:cxn ang="0">
                  <a:pos x="connsiteX7148" y="connsiteY7148"/>
                </a:cxn>
                <a:cxn ang="0">
                  <a:pos x="connsiteX7149" y="connsiteY7149"/>
                </a:cxn>
                <a:cxn ang="0">
                  <a:pos x="connsiteX7150" y="connsiteY7150"/>
                </a:cxn>
                <a:cxn ang="0">
                  <a:pos x="connsiteX7151" y="connsiteY7151"/>
                </a:cxn>
                <a:cxn ang="0">
                  <a:pos x="connsiteX7152" y="connsiteY7152"/>
                </a:cxn>
                <a:cxn ang="0">
                  <a:pos x="connsiteX7153" y="connsiteY7153"/>
                </a:cxn>
                <a:cxn ang="0">
                  <a:pos x="connsiteX7154" y="connsiteY7154"/>
                </a:cxn>
                <a:cxn ang="0">
                  <a:pos x="connsiteX7155" y="connsiteY7155"/>
                </a:cxn>
                <a:cxn ang="0">
                  <a:pos x="connsiteX7156" y="connsiteY7156"/>
                </a:cxn>
                <a:cxn ang="0">
                  <a:pos x="connsiteX7157" y="connsiteY7157"/>
                </a:cxn>
                <a:cxn ang="0">
                  <a:pos x="connsiteX7158" y="connsiteY7158"/>
                </a:cxn>
                <a:cxn ang="0">
                  <a:pos x="connsiteX7159" y="connsiteY7159"/>
                </a:cxn>
                <a:cxn ang="0">
                  <a:pos x="connsiteX7160" y="connsiteY7160"/>
                </a:cxn>
                <a:cxn ang="0">
                  <a:pos x="connsiteX7161" y="connsiteY7161"/>
                </a:cxn>
                <a:cxn ang="0">
                  <a:pos x="connsiteX7162" y="connsiteY7162"/>
                </a:cxn>
                <a:cxn ang="0">
                  <a:pos x="connsiteX7163" y="connsiteY7163"/>
                </a:cxn>
                <a:cxn ang="0">
                  <a:pos x="connsiteX7164" y="connsiteY7164"/>
                </a:cxn>
                <a:cxn ang="0">
                  <a:pos x="connsiteX7165" y="connsiteY7165"/>
                </a:cxn>
                <a:cxn ang="0">
                  <a:pos x="connsiteX7166" y="connsiteY7166"/>
                </a:cxn>
                <a:cxn ang="0">
                  <a:pos x="connsiteX7167" y="connsiteY7167"/>
                </a:cxn>
                <a:cxn ang="0">
                  <a:pos x="connsiteX7168" y="connsiteY7168"/>
                </a:cxn>
                <a:cxn ang="0">
                  <a:pos x="connsiteX7169" y="connsiteY7169"/>
                </a:cxn>
                <a:cxn ang="0">
                  <a:pos x="connsiteX7170" y="connsiteY7170"/>
                </a:cxn>
                <a:cxn ang="0">
                  <a:pos x="connsiteX7171" y="connsiteY7171"/>
                </a:cxn>
                <a:cxn ang="0">
                  <a:pos x="connsiteX7172" y="connsiteY7172"/>
                </a:cxn>
                <a:cxn ang="0">
                  <a:pos x="connsiteX7173" y="connsiteY7173"/>
                </a:cxn>
                <a:cxn ang="0">
                  <a:pos x="connsiteX7174" y="connsiteY7174"/>
                </a:cxn>
                <a:cxn ang="0">
                  <a:pos x="connsiteX7175" y="connsiteY7175"/>
                </a:cxn>
                <a:cxn ang="0">
                  <a:pos x="connsiteX7176" y="connsiteY7176"/>
                </a:cxn>
                <a:cxn ang="0">
                  <a:pos x="connsiteX7177" y="connsiteY7177"/>
                </a:cxn>
                <a:cxn ang="0">
                  <a:pos x="connsiteX7178" y="connsiteY7178"/>
                </a:cxn>
                <a:cxn ang="0">
                  <a:pos x="connsiteX7179" y="connsiteY7179"/>
                </a:cxn>
                <a:cxn ang="0">
                  <a:pos x="connsiteX7180" y="connsiteY7180"/>
                </a:cxn>
                <a:cxn ang="0">
                  <a:pos x="connsiteX7181" y="connsiteY7181"/>
                </a:cxn>
                <a:cxn ang="0">
                  <a:pos x="connsiteX7182" y="connsiteY7182"/>
                </a:cxn>
                <a:cxn ang="0">
                  <a:pos x="connsiteX7183" y="connsiteY7183"/>
                </a:cxn>
                <a:cxn ang="0">
                  <a:pos x="connsiteX7184" y="connsiteY7184"/>
                </a:cxn>
                <a:cxn ang="0">
                  <a:pos x="connsiteX7185" y="connsiteY7185"/>
                </a:cxn>
                <a:cxn ang="0">
                  <a:pos x="connsiteX7186" y="connsiteY7186"/>
                </a:cxn>
                <a:cxn ang="0">
                  <a:pos x="connsiteX7187" y="connsiteY7187"/>
                </a:cxn>
                <a:cxn ang="0">
                  <a:pos x="connsiteX7188" y="connsiteY7188"/>
                </a:cxn>
                <a:cxn ang="0">
                  <a:pos x="connsiteX7189" y="connsiteY7189"/>
                </a:cxn>
                <a:cxn ang="0">
                  <a:pos x="connsiteX7190" y="connsiteY7190"/>
                </a:cxn>
                <a:cxn ang="0">
                  <a:pos x="connsiteX7191" y="connsiteY7191"/>
                </a:cxn>
                <a:cxn ang="0">
                  <a:pos x="connsiteX7192" y="connsiteY7192"/>
                </a:cxn>
                <a:cxn ang="0">
                  <a:pos x="connsiteX7193" y="connsiteY7193"/>
                </a:cxn>
                <a:cxn ang="0">
                  <a:pos x="connsiteX7194" y="connsiteY7194"/>
                </a:cxn>
                <a:cxn ang="0">
                  <a:pos x="connsiteX7195" y="connsiteY7195"/>
                </a:cxn>
                <a:cxn ang="0">
                  <a:pos x="connsiteX7196" y="connsiteY7196"/>
                </a:cxn>
                <a:cxn ang="0">
                  <a:pos x="connsiteX7197" y="connsiteY7197"/>
                </a:cxn>
                <a:cxn ang="0">
                  <a:pos x="connsiteX7198" y="connsiteY7198"/>
                </a:cxn>
                <a:cxn ang="0">
                  <a:pos x="connsiteX7199" y="connsiteY7199"/>
                </a:cxn>
                <a:cxn ang="0">
                  <a:pos x="connsiteX7200" y="connsiteY7200"/>
                </a:cxn>
                <a:cxn ang="0">
                  <a:pos x="connsiteX7201" y="connsiteY7201"/>
                </a:cxn>
                <a:cxn ang="0">
                  <a:pos x="connsiteX7202" y="connsiteY7202"/>
                </a:cxn>
                <a:cxn ang="0">
                  <a:pos x="connsiteX7203" y="connsiteY7203"/>
                </a:cxn>
                <a:cxn ang="0">
                  <a:pos x="connsiteX7204" y="connsiteY7204"/>
                </a:cxn>
                <a:cxn ang="0">
                  <a:pos x="connsiteX7205" y="connsiteY7205"/>
                </a:cxn>
                <a:cxn ang="0">
                  <a:pos x="connsiteX7206" y="connsiteY7206"/>
                </a:cxn>
                <a:cxn ang="0">
                  <a:pos x="connsiteX7207" y="connsiteY7207"/>
                </a:cxn>
                <a:cxn ang="0">
                  <a:pos x="connsiteX7208" y="connsiteY7208"/>
                </a:cxn>
                <a:cxn ang="0">
                  <a:pos x="connsiteX7209" y="connsiteY7209"/>
                </a:cxn>
                <a:cxn ang="0">
                  <a:pos x="connsiteX7210" y="connsiteY7210"/>
                </a:cxn>
                <a:cxn ang="0">
                  <a:pos x="connsiteX7211" y="connsiteY7211"/>
                </a:cxn>
                <a:cxn ang="0">
                  <a:pos x="connsiteX7212" y="connsiteY7212"/>
                </a:cxn>
                <a:cxn ang="0">
                  <a:pos x="connsiteX7213" y="connsiteY7213"/>
                </a:cxn>
                <a:cxn ang="0">
                  <a:pos x="connsiteX7214" y="connsiteY7214"/>
                </a:cxn>
                <a:cxn ang="0">
                  <a:pos x="connsiteX7215" y="connsiteY7215"/>
                </a:cxn>
                <a:cxn ang="0">
                  <a:pos x="connsiteX7216" y="connsiteY7216"/>
                </a:cxn>
                <a:cxn ang="0">
                  <a:pos x="connsiteX7217" y="connsiteY7217"/>
                </a:cxn>
                <a:cxn ang="0">
                  <a:pos x="connsiteX7218" y="connsiteY7218"/>
                </a:cxn>
                <a:cxn ang="0">
                  <a:pos x="connsiteX7219" y="connsiteY7219"/>
                </a:cxn>
                <a:cxn ang="0">
                  <a:pos x="connsiteX7220" y="connsiteY7220"/>
                </a:cxn>
                <a:cxn ang="0">
                  <a:pos x="connsiteX7221" y="connsiteY7221"/>
                </a:cxn>
                <a:cxn ang="0">
                  <a:pos x="connsiteX7222" y="connsiteY7222"/>
                </a:cxn>
                <a:cxn ang="0">
                  <a:pos x="connsiteX7223" y="connsiteY7223"/>
                </a:cxn>
                <a:cxn ang="0">
                  <a:pos x="connsiteX7224" y="connsiteY7224"/>
                </a:cxn>
                <a:cxn ang="0">
                  <a:pos x="connsiteX7225" y="connsiteY7225"/>
                </a:cxn>
                <a:cxn ang="0">
                  <a:pos x="connsiteX7226" y="connsiteY7226"/>
                </a:cxn>
                <a:cxn ang="0">
                  <a:pos x="connsiteX7227" y="connsiteY7227"/>
                </a:cxn>
                <a:cxn ang="0">
                  <a:pos x="connsiteX7228" y="connsiteY7228"/>
                </a:cxn>
                <a:cxn ang="0">
                  <a:pos x="connsiteX7229" y="connsiteY7229"/>
                </a:cxn>
                <a:cxn ang="0">
                  <a:pos x="connsiteX7230" y="connsiteY7230"/>
                </a:cxn>
                <a:cxn ang="0">
                  <a:pos x="connsiteX7231" y="connsiteY7231"/>
                </a:cxn>
                <a:cxn ang="0">
                  <a:pos x="connsiteX7232" y="connsiteY7232"/>
                </a:cxn>
                <a:cxn ang="0">
                  <a:pos x="connsiteX7233" y="connsiteY7233"/>
                </a:cxn>
                <a:cxn ang="0">
                  <a:pos x="connsiteX7234" y="connsiteY7234"/>
                </a:cxn>
                <a:cxn ang="0">
                  <a:pos x="connsiteX7235" y="connsiteY7235"/>
                </a:cxn>
                <a:cxn ang="0">
                  <a:pos x="connsiteX7236" y="connsiteY7236"/>
                </a:cxn>
                <a:cxn ang="0">
                  <a:pos x="connsiteX7237" y="connsiteY7237"/>
                </a:cxn>
                <a:cxn ang="0">
                  <a:pos x="connsiteX7238" y="connsiteY7238"/>
                </a:cxn>
                <a:cxn ang="0">
                  <a:pos x="connsiteX7239" y="connsiteY7239"/>
                </a:cxn>
                <a:cxn ang="0">
                  <a:pos x="connsiteX7240" y="connsiteY7240"/>
                </a:cxn>
                <a:cxn ang="0">
                  <a:pos x="connsiteX7241" y="connsiteY7241"/>
                </a:cxn>
                <a:cxn ang="0">
                  <a:pos x="connsiteX7242" y="connsiteY7242"/>
                </a:cxn>
                <a:cxn ang="0">
                  <a:pos x="connsiteX7243" y="connsiteY7243"/>
                </a:cxn>
                <a:cxn ang="0">
                  <a:pos x="connsiteX7244" y="connsiteY7244"/>
                </a:cxn>
                <a:cxn ang="0">
                  <a:pos x="connsiteX7245" y="connsiteY7245"/>
                </a:cxn>
                <a:cxn ang="0">
                  <a:pos x="connsiteX7246" y="connsiteY7246"/>
                </a:cxn>
                <a:cxn ang="0">
                  <a:pos x="connsiteX7247" y="connsiteY7247"/>
                </a:cxn>
                <a:cxn ang="0">
                  <a:pos x="connsiteX7248" y="connsiteY7248"/>
                </a:cxn>
                <a:cxn ang="0">
                  <a:pos x="connsiteX7249" y="connsiteY7249"/>
                </a:cxn>
                <a:cxn ang="0">
                  <a:pos x="connsiteX7250" y="connsiteY7250"/>
                </a:cxn>
                <a:cxn ang="0">
                  <a:pos x="connsiteX7251" y="connsiteY7251"/>
                </a:cxn>
                <a:cxn ang="0">
                  <a:pos x="connsiteX7252" y="connsiteY7252"/>
                </a:cxn>
                <a:cxn ang="0">
                  <a:pos x="connsiteX7253" y="connsiteY7253"/>
                </a:cxn>
                <a:cxn ang="0">
                  <a:pos x="connsiteX7254" y="connsiteY7254"/>
                </a:cxn>
                <a:cxn ang="0">
                  <a:pos x="connsiteX7255" y="connsiteY7255"/>
                </a:cxn>
                <a:cxn ang="0">
                  <a:pos x="connsiteX7256" y="connsiteY7256"/>
                </a:cxn>
                <a:cxn ang="0">
                  <a:pos x="connsiteX7257" y="connsiteY7257"/>
                </a:cxn>
                <a:cxn ang="0">
                  <a:pos x="connsiteX7258" y="connsiteY7258"/>
                </a:cxn>
                <a:cxn ang="0">
                  <a:pos x="connsiteX7259" y="connsiteY7259"/>
                </a:cxn>
                <a:cxn ang="0">
                  <a:pos x="connsiteX7260" y="connsiteY7260"/>
                </a:cxn>
                <a:cxn ang="0">
                  <a:pos x="connsiteX7261" y="connsiteY7261"/>
                </a:cxn>
                <a:cxn ang="0">
                  <a:pos x="connsiteX7262" y="connsiteY7262"/>
                </a:cxn>
                <a:cxn ang="0">
                  <a:pos x="connsiteX7263" y="connsiteY7263"/>
                </a:cxn>
                <a:cxn ang="0">
                  <a:pos x="connsiteX7264" y="connsiteY7264"/>
                </a:cxn>
                <a:cxn ang="0">
                  <a:pos x="connsiteX7265" y="connsiteY7265"/>
                </a:cxn>
                <a:cxn ang="0">
                  <a:pos x="connsiteX7266" y="connsiteY7266"/>
                </a:cxn>
                <a:cxn ang="0">
                  <a:pos x="connsiteX7267" y="connsiteY7267"/>
                </a:cxn>
                <a:cxn ang="0">
                  <a:pos x="connsiteX7268" y="connsiteY7268"/>
                </a:cxn>
                <a:cxn ang="0">
                  <a:pos x="connsiteX7269" y="connsiteY7269"/>
                </a:cxn>
                <a:cxn ang="0">
                  <a:pos x="connsiteX7270" y="connsiteY7270"/>
                </a:cxn>
                <a:cxn ang="0">
                  <a:pos x="connsiteX7271" y="connsiteY7271"/>
                </a:cxn>
                <a:cxn ang="0">
                  <a:pos x="connsiteX7272" y="connsiteY7272"/>
                </a:cxn>
                <a:cxn ang="0">
                  <a:pos x="connsiteX7273" y="connsiteY7273"/>
                </a:cxn>
                <a:cxn ang="0">
                  <a:pos x="connsiteX7274" y="connsiteY7274"/>
                </a:cxn>
                <a:cxn ang="0">
                  <a:pos x="connsiteX7275" y="connsiteY7275"/>
                </a:cxn>
                <a:cxn ang="0">
                  <a:pos x="connsiteX7276" y="connsiteY7276"/>
                </a:cxn>
                <a:cxn ang="0">
                  <a:pos x="connsiteX7277" y="connsiteY7277"/>
                </a:cxn>
                <a:cxn ang="0">
                  <a:pos x="connsiteX7278" y="connsiteY7278"/>
                </a:cxn>
                <a:cxn ang="0">
                  <a:pos x="connsiteX7279" y="connsiteY7279"/>
                </a:cxn>
                <a:cxn ang="0">
                  <a:pos x="connsiteX7280" y="connsiteY7280"/>
                </a:cxn>
                <a:cxn ang="0">
                  <a:pos x="connsiteX7281" y="connsiteY7281"/>
                </a:cxn>
                <a:cxn ang="0">
                  <a:pos x="connsiteX7282" y="connsiteY7282"/>
                </a:cxn>
                <a:cxn ang="0">
                  <a:pos x="connsiteX7283" y="connsiteY7283"/>
                </a:cxn>
                <a:cxn ang="0">
                  <a:pos x="connsiteX7284" y="connsiteY7284"/>
                </a:cxn>
                <a:cxn ang="0">
                  <a:pos x="connsiteX7285" y="connsiteY7285"/>
                </a:cxn>
                <a:cxn ang="0">
                  <a:pos x="connsiteX7286" y="connsiteY7286"/>
                </a:cxn>
                <a:cxn ang="0">
                  <a:pos x="connsiteX7287" y="connsiteY7287"/>
                </a:cxn>
                <a:cxn ang="0">
                  <a:pos x="connsiteX7288" y="connsiteY7288"/>
                </a:cxn>
                <a:cxn ang="0">
                  <a:pos x="connsiteX7289" y="connsiteY7289"/>
                </a:cxn>
                <a:cxn ang="0">
                  <a:pos x="connsiteX7290" y="connsiteY7290"/>
                </a:cxn>
                <a:cxn ang="0">
                  <a:pos x="connsiteX7291" y="connsiteY7291"/>
                </a:cxn>
                <a:cxn ang="0">
                  <a:pos x="connsiteX7292" y="connsiteY7292"/>
                </a:cxn>
                <a:cxn ang="0">
                  <a:pos x="connsiteX7293" y="connsiteY7293"/>
                </a:cxn>
                <a:cxn ang="0">
                  <a:pos x="connsiteX7294" y="connsiteY7294"/>
                </a:cxn>
                <a:cxn ang="0">
                  <a:pos x="connsiteX7295" y="connsiteY7295"/>
                </a:cxn>
                <a:cxn ang="0">
                  <a:pos x="connsiteX7296" y="connsiteY7296"/>
                </a:cxn>
                <a:cxn ang="0">
                  <a:pos x="connsiteX7297" y="connsiteY7297"/>
                </a:cxn>
                <a:cxn ang="0">
                  <a:pos x="connsiteX7298" y="connsiteY7298"/>
                </a:cxn>
                <a:cxn ang="0">
                  <a:pos x="connsiteX7299" y="connsiteY7299"/>
                </a:cxn>
                <a:cxn ang="0">
                  <a:pos x="connsiteX7300" y="connsiteY7300"/>
                </a:cxn>
                <a:cxn ang="0">
                  <a:pos x="connsiteX7301" y="connsiteY7301"/>
                </a:cxn>
                <a:cxn ang="0">
                  <a:pos x="connsiteX7302" y="connsiteY7302"/>
                </a:cxn>
                <a:cxn ang="0">
                  <a:pos x="connsiteX7303" y="connsiteY7303"/>
                </a:cxn>
                <a:cxn ang="0">
                  <a:pos x="connsiteX7304" y="connsiteY7304"/>
                </a:cxn>
                <a:cxn ang="0">
                  <a:pos x="connsiteX7305" y="connsiteY7305"/>
                </a:cxn>
                <a:cxn ang="0">
                  <a:pos x="connsiteX7306" y="connsiteY7306"/>
                </a:cxn>
                <a:cxn ang="0">
                  <a:pos x="connsiteX7307" y="connsiteY7307"/>
                </a:cxn>
                <a:cxn ang="0">
                  <a:pos x="connsiteX7308" y="connsiteY7308"/>
                </a:cxn>
                <a:cxn ang="0">
                  <a:pos x="connsiteX7309" y="connsiteY7309"/>
                </a:cxn>
                <a:cxn ang="0">
                  <a:pos x="connsiteX7310" y="connsiteY7310"/>
                </a:cxn>
                <a:cxn ang="0">
                  <a:pos x="connsiteX7311" y="connsiteY7311"/>
                </a:cxn>
                <a:cxn ang="0">
                  <a:pos x="connsiteX7312" y="connsiteY7312"/>
                </a:cxn>
                <a:cxn ang="0">
                  <a:pos x="connsiteX7313" y="connsiteY7313"/>
                </a:cxn>
                <a:cxn ang="0">
                  <a:pos x="connsiteX7314" y="connsiteY7314"/>
                </a:cxn>
                <a:cxn ang="0">
                  <a:pos x="connsiteX7315" y="connsiteY7315"/>
                </a:cxn>
                <a:cxn ang="0">
                  <a:pos x="connsiteX7316" y="connsiteY7316"/>
                </a:cxn>
                <a:cxn ang="0">
                  <a:pos x="connsiteX7317" y="connsiteY7317"/>
                </a:cxn>
                <a:cxn ang="0">
                  <a:pos x="connsiteX7318" y="connsiteY7318"/>
                </a:cxn>
                <a:cxn ang="0">
                  <a:pos x="connsiteX7319" y="connsiteY7319"/>
                </a:cxn>
                <a:cxn ang="0">
                  <a:pos x="connsiteX7320" y="connsiteY7320"/>
                </a:cxn>
                <a:cxn ang="0">
                  <a:pos x="connsiteX7321" y="connsiteY7321"/>
                </a:cxn>
                <a:cxn ang="0">
                  <a:pos x="connsiteX7322" y="connsiteY7322"/>
                </a:cxn>
                <a:cxn ang="0">
                  <a:pos x="connsiteX7323" y="connsiteY7323"/>
                </a:cxn>
                <a:cxn ang="0">
                  <a:pos x="connsiteX7324" y="connsiteY7324"/>
                </a:cxn>
                <a:cxn ang="0">
                  <a:pos x="connsiteX7325" y="connsiteY7325"/>
                </a:cxn>
                <a:cxn ang="0">
                  <a:pos x="connsiteX7326" y="connsiteY7326"/>
                </a:cxn>
                <a:cxn ang="0">
                  <a:pos x="connsiteX7327" y="connsiteY7327"/>
                </a:cxn>
                <a:cxn ang="0">
                  <a:pos x="connsiteX7328" y="connsiteY7328"/>
                </a:cxn>
                <a:cxn ang="0">
                  <a:pos x="connsiteX7329" y="connsiteY7329"/>
                </a:cxn>
                <a:cxn ang="0">
                  <a:pos x="connsiteX7330" y="connsiteY7330"/>
                </a:cxn>
                <a:cxn ang="0">
                  <a:pos x="connsiteX7331" y="connsiteY7331"/>
                </a:cxn>
                <a:cxn ang="0">
                  <a:pos x="connsiteX7332" y="connsiteY7332"/>
                </a:cxn>
                <a:cxn ang="0">
                  <a:pos x="connsiteX7333" y="connsiteY7333"/>
                </a:cxn>
                <a:cxn ang="0">
                  <a:pos x="connsiteX7334" y="connsiteY7334"/>
                </a:cxn>
                <a:cxn ang="0">
                  <a:pos x="connsiteX7335" y="connsiteY7335"/>
                </a:cxn>
                <a:cxn ang="0">
                  <a:pos x="connsiteX7336" y="connsiteY7336"/>
                </a:cxn>
                <a:cxn ang="0">
                  <a:pos x="connsiteX7337" y="connsiteY7337"/>
                </a:cxn>
                <a:cxn ang="0">
                  <a:pos x="connsiteX7338" y="connsiteY7338"/>
                </a:cxn>
                <a:cxn ang="0">
                  <a:pos x="connsiteX7339" y="connsiteY7339"/>
                </a:cxn>
                <a:cxn ang="0">
                  <a:pos x="connsiteX7340" y="connsiteY7340"/>
                </a:cxn>
                <a:cxn ang="0">
                  <a:pos x="connsiteX7341" y="connsiteY7341"/>
                </a:cxn>
                <a:cxn ang="0">
                  <a:pos x="connsiteX7342" y="connsiteY7342"/>
                </a:cxn>
                <a:cxn ang="0">
                  <a:pos x="connsiteX7343" y="connsiteY7343"/>
                </a:cxn>
                <a:cxn ang="0">
                  <a:pos x="connsiteX7344" y="connsiteY7344"/>
                </a:cxn>
                <a:cxn ang="0">
                  <a:pos x="connsiteX7345" y="connsiteY7345"/>
                </a:cxn>
                <a:cxn ang="0">
                  <a:pos x="connsiteX7346" y="connsiteY7346"/>
                </a:cxn>
                <a:cxn ang="0">
                  <a:pos x="connsiteX7347" y="connsiteY7347"/>
                </a:cxn>
                <a:cxn ang="0">
                  <a:pos x="connsiteX7348" y="connsiteY7348"/>
                </a:cxn>
                <a:cxn ang="0">
                  <a:pos x="connsiteX7349" y="connsiteY7349"/>
                </a:cxn>
                <a:cxn ang="0">
                  <a:pos x="connsiteX7350" y="connsiteY7350"/>
                </a:cxn>
                <a:cxn ang="0">
                  <a:pos x="connsiteX7351" y="connsiteY7351"/>
                </a:cxn>
                <a:cxn ang="0">
                  <a:pos x="connsiteX7352" y="connsiteY7352"/>
                </a:cxn>
                <a:cxn ang="0">
                  <a:pos x="connsiteX7353" y="connsiteY7353"/>
                </a:cxn>
                <a:cxn ang="0">
                  <a:pos x="connsiteX7354" y="connsiteY7354"/>
                </a:cxn>
                <a:cxn ang="0">
                  <a:pos x="connsiteX7355" y="connsiteY7355"/>
                </a:cxn>
                <a:cxn ang="0">
                  <a:pos x="connsiteX7356" y="connsiteY7356"/>
                </a:cxn>
                <a:cxn ang="0">
                  <a:pos x="connsiteX7357" y="connsiteY7357"/>
                </a:cxn>
                <a:cxn ang="0">
                  <a:pos x="connsiteX7358" y="connsiteY7358"/>
                </a:cxn>
                <a:cxn ang="0">
                  <a:pos x="connsiteX7359" y="connsiteY7359"/>
                </a:cxn>
                <a:cxn ang="0">
                  <a:pos x="connsiteX7360" y="connsiteY7360"/>
                </a:cxn>
                <a:cxn ang="0">
                  <a:pos x="connsiteX7361" y="connsiteY7361"/>
                </a:cxn>
                <a:cxn ang="0">
                  <a:pos x="connsiteX7362" y="connsiteY7362"/>
                </a:cxn>
                <a:cxn ang="0">
                  <a:pos x="connsiteX7363" y="connsiteY7363"/>
                </a:cxn>
                <a:cxn ang="0">
                  <a:pos x="connsiteX7364" y="connsiteY7364"/>
                </a:cxn>
                <a:cxn ang="0">
                  <a:pos x="connsiteX7365" y="connsiteY7365"/>
                </a:cxn>
                <a:cxn ang="0">
                  <a:pos x="connsiteX7366" y="connsiteY7366"/>
                </a:cxn>
                <a:cxn ang="0">
                  <a:pos x="connsiteX7367" y="connsiteY7367"/>
                </a:cxn>
                <a:cxn ang="0">
                  <a:pos x="connsiteX7368" y="connsiteY7368"/>
                </a:cxn>
                <a:cxn ang="0">
                  <a:pos x="connsiteX7369" y="connsiteY7369"/>
                </a:cxn>
                <a:cxn ang="0">
                  <a:pos x="connsiteX7370" y="connsiteY7370"/>
                </a:cxn>
                <a:cxn ang="0">
                  <a:pos x="connsiteX7371" y="connsiteY7371"/>
                </a:cxn>
                <a:cxn ang="0">
                  <a:pos x="connsiteX7372" y="connsiteY7372"/>
                </a:cxn>
                <a:cxn ang="0">
                  <a:pos x="connsiteX7373" y="connsiteY7373"/>
                </a:cxn>
                <a:cxn ang="0">
                  <a:pos x="connsiteX7374" y="connsiteY7374"/>
                </a:cxn>
                <a:cxn ang="0">
                  <a:pos x="connsiteX7375" y="connsiteY7375"/>
                </a:cxn>
                <a:cxn ang="0">
                  <a:pos x="connsiteX7376" y="connsiteY7376"/>
                </a:cxn>
                <a:cxn ang="0">
                  <a:pos x="connsiteX7377" y="connsiteY7377"/>
                </a:cxn>
                <a:cxn ang="0">
                  <a:pos x="connsiteX7378" y="connsiteY7378"/>
                </a:cxn>
                <a:cxn ang="0">
                  <a:pos x="connsiteX7379" y="connsiteY7379"/>
                </a:cxn>
                <a:cxn ang="0">
                  <a:pos x="connsiteX7380" y="connsiteY7380"/>
                </a:cxn>
                <a:cxn ang="0">
                  <a:pos x="connsiteX7381" y="connsiteY7381"/>
                </a:cxn>
                <a:cxn ang="0">
                  <a:pos x="connsiteX7382" y="connsiteY7382"/>
                </a:cxn>
                <a:cxn ang="0">
                  <a:pos x="connsiteX7383" y="connsiteY7383"/>
                </a:cxn>
                <a:cxn ang="0">
                  <a:pos x="connsiteX7384" y="connsiteY7384"/>
                </a:cxn>
                <a:cxn ang="0">
                  <a:pos x="connsiteX7385" y="connsiteY7385"/>
                </a:cxn>
                <a:cxn ang="0">
                  <a:pos x="connsiteX7386" y="connsiteY7386"/>
                </a:cxn>
                <a:cxn ang="0">
                  <a:pos x="connsiteX7387" y="connsiteY7387"/>
                </a:cxn>
                <a:cxn ang="0">
                  <a:pos x="connsiteX7388" y="connsiteY7388"/>
                </a:cxn>
                <a:cxn ang="0">
                  <a:pos x="connsiteX7389" y="connsiteY7389"/>
                </a:cxn>
                <a:cxn ang="0">
                  <a:pos x="connsiteX7390" y="connsiteY7390"/>
                </a:cxn>
                <a:cxn ang="0">
                  <a:pos x="connsiteX7391" y="connsiteY7391"/>
                </a:cxn>
                <a:cxn ang="0">
                  <a:pos x="connsiteX7392" y="connsiteY7392"/>
                </a:cxn>
                <a:cxn ang="0">
                  <a:pos x="connsiteX7393" y="connsiteY7393"/>
                </a:cxn>
                <a:cxn ang="0">
                  <a:pos x="connsiteX7394" y="connsiteY7394"/>
                </a:cxn>
                <a:cxn ang="0">
                  <a:pos x="connsiteX7395" y="connsiteY7395"/>
                </a:cxn>
                <a:cxn ang="0">
                  <a:pos x="connsiteX7396" y="connsiteY7396"/>
                </a:cxn>
                <a:cxn ang="0">
                  <a:pos x="connsiteX7397" y="connsiteY7397"/>
                </a:cxn>
                <a:cxn ang="0">
                  <a:pos x="connsiteX7398" y="connsiteY7398"/>
                </a:cxn>
                <a:cxn ang="0">
                  <a:pos x="connsiteX7399" y="connsiteY7399"/>
                </a:cxn>
                <a:cxn ang="0">
                  <a:pos x="connsiteX7400" y="connsiteY7400"/>
                </a:cxn>
                <a:cxn ang="0">
                  <a:pos x="connsiteX7401" y="connsiteY7401"/>
                </a:cxn>
                <a:cxn ang="0">
                  <a:pos x="connsiteX7402" y="connsiteY7402"/>
                </a:cxn>
                <a:cxn ang="0">
                  <a:pos x="connsiteX7403" y="connsiteY7403"/>
                </a:cxn>
                <a:cxn ang="0">
                  <a:pos x="connsiteX7404" y="connsiteY7404"/>
                </a:cxn>
                <a:cxn ang="0">
                  <a:pos x="connsiteX7405" y="connsiteY7405"/>
                </a:cxn>
                <a:cxn ang="0">
                  <a:pos x="connsiteX7406" y="connsiteY7406"/>
                </a:cxn>
                <a:cxn ang="0">
                  <a:pos x="connsiteX7407" y="connsiteY7407"/>
                </a:cxn>
                <a:cxn ang="0">
                  <a:pos x="connsiteX7408" y="connsiteY7408"/>
                </a:cxn>
                <a:cxn ang="0">
                  <a:pos x="connsiteX7409" y="connsiteY7409"/>
                </a:cxn>
                <a:cxn ang="0">
                  <a:pos x="connsiteX7410" y="connsiteY7410"/>
                </a:cxn>
                <a:cxn ang="0">
                  <a:pos x="connsiteX7411" y="connsiteY7411"/>
                </a:cxn>
                <a:cxn ang="0">
                  <a:pos x="connsiteX7412" y="connsiteY7412"/>
                </a:cxn>
                <a:cxn ang="0">
                  <a:pos x="connsiteX7413" y="connsiteY7413"/>
                </a:cxn>
                <a:cxn ang="0">
                  <a:pos x="connsiteX7414" y="connsiteY7414"/>
                </a:cxn>
                <a:cxn ang="0">
                  <a:pos x="connsiteX7415" y="connsiteY7415"/>
                </a:cxn>
                <a:cxn ang="0">
                  <a:pos x="connsiteX7416" y="connsiteY7416"/>
                </a:cxn>
                <a:cxn ang="0">
                  <a:pos x="connsiteX7417" y="connsiteY7417"/>
                </a:cxn>
                <a:cxn ang="0">
                  <a:pos x="connsiteX7418" y="connsiteY7418"/>
                </a:cxn>
                <a:cxn ang="0">
                  <a:pos x="connsiteX7419" y="connsiteY7419"/>
                </a:cxn>
                <a:cxn ang="0">
                  <a:pos x="connsiteX7420" y="connsiteY7420"/>
                </a:cxn>
                <a:cxn ang="0">
                  <a:pos x="connsiteX7421" y="connsiteY7421"/>
                </a:cxn>
                <a:cxn ang="0">
                  <a:pos x="connsiteX7422" y="connsiteY7422"/>
                </a:cxn>
                <a:cxn ang="0">
                  <a:pos x="connsiteX7423" y="connsiteY7423"/>
                </a:cxn>
                <a:cxn ang="0">
                  <a:pos x="connsiteX7424" y="connsiteY7424"/>
                </a:cxn>
                <a:cxn ang="0">
                  <a:pos x="connsiteX7425" y="connsiteY7425"/>
                </a:cxn>
                <a:cxn ang="0">
                  <a:pos x="connsiteX7426" y="connsiteY7426"/>
                </a:cxn>
                <a:cxn ang="0">
                  <a:pos x="connsiteX7427" y="connsiteY7427"/>
                </a:cxn>
                <a:cxn ang="0">
                  <a:pos x="connsiteX7428" y="connsiteY7428"/>
                </a:cxn>
                <a:cxn ang="0">
                  <a:pos x="connsiteX7429" y="connsiteY7429"/>
                </a:cxn>
                <a:cxn ang="0">
                  <a:pos x="connsiteX7430" y="connsiteY7430"/>
                </a:cxn>
                <a:cxn ang="0">
                  <a:pos x="connsiteX7431" y="connsiteY7431"/>
                </a:cxn>
                <a:cxn ang="0">
                  <a:pos x="connsiteX7432" y="connsiteY7432"/>
                </a:cxn>
                <a:cxn ang="0">
                  <a:pos x="connsiteX7433" y="connsiteY7433"/>
                </a:cxn>
                <a:cxn ang="0">
                  <a:pos x="connsiteX7434" y="connsiteY7434"/>
                </a:cxn>
                <a:cxn ang="0">
                  <a:pos x="connsiteX7435" y="connsiteY7435"/>
                </a:cxn>
                <a:cxn ang="0">
                  <a:pos x="connsiteX7436" y="connsiteY7436"/>
                </a:cxn>
                <a:cxn ang="0">
                  <a:pos x="connsiteX7437" y="connsiteY7437"/>
                </a:cxn>
                <a:cxn ang="0">
                  <a:pos x="connsiteX7438" y="connsiteY7438"/>
                </a:cxn>
                <a:cxn ang="0">
                  <a:pos x="connsiteX7439" y="connsiteY7439"/>
                </a:cxn>
                <a:cxn ang="0">
                  <a:pos x="connsiteX7440" y="connsiteY7440"/>
                </a:cxn>
                <a:cxn ang="0">
                  <a:pos x="connsiteX7441" y="connsiteY7441"/>
                </a:cxn>
                <a:cxn ang="0">
                  <a:pos x="connsiteX7442" y="connsiteY7442"/>
                </a:cxn>
                <a:cxn ang="0">
                  <a:pos x="connsiteX7443" y="connsiteY7443"/>
                </a:cxn>
                <a:cxn ang="0">
                  <a:pos x="connsiteX7444" y="connsiteY7444"/>
                </a:cxn>
                <a:cxn ang="0">
                  <a:pos x="connsiteX7445" y="connsiteY7445"/>
                </a:cxn>
                <a:cxn ang="0">
                  <a:pos x="connsiteX7446" y="connsiteY7446"/>
                </a:cxn>
                <a:cxn ang="0">
                  <a:pos x="connsiteX7447" y="connsiteY7447"/>
                </a:cxn>
                <a:cxn ang="0">
                  <a:pos x="connsiteX7448" y="connsiteY7448"/>
                </a:cxn>
                <a:cxn ang="0">
                  <a:pos x="connsiteX7449" y="connsiteY7449"/>
                </a:cxn>
                <a:cxn ang="0">
                  <a:pos x="connsiteX7450" y="connsiteY7450"/>
                </a:cxn>
                <a:cxn ang="0">
                  <a:pos x="connsiteX7451" y="connsiteY7451"/>
                </a:cxn>
                <a:cxn ang="0">
                  <a:pos x="connsiteX7452" y="connsiteY7452"/>
                </a:cxn>
                <a:cxn ang="0">
                  <a:pos x="connsiteX7453" y="connsiteY7453"/>
                </a:cxn>
                <a:cxn ang="0">
                  <a:pos x="connsiteX7454" y="connsiteY7454"/>
                </a:cxn>
                <a:cxn ang="0">
                  <a:pos x="connsiteX7455" y="connsiteY7455"/>
                </a:cxn>
                <a:cxn ang="0">
                  <a:pos x="connsiteX7456" y="connsiteY7456"/>
                </a:cxn>
                <a:cxn ang="0">
                  <a:pos x="connsiteX7457" y="connsiteY7457"/>
                </a:cxn>
                <a:cxn ang="0">
                  <a:pos x="connsiteX7458" y="connsiteY7458"/>
                </a:cxn>
                <a:cxn ang="0">
                  <a:pos x="connsiteX7459" y="connsiteY7459"/>
                </a:cxn>
                <a:cxn ang="0">
                  <a:pos x="connsiteX7460" y="connsiteY7460"/>
                </a:cxn>
                <a:cxn ang="0">
                  <a:pos x="connsiteX7461" y="connsiteY7461"/>
                </a:cxn>
                <a:cxn ang="0">
                  <a:pos x="connsiteX7462" y="connsiteY7462"/>
                </a:cxn>
                <a:cxn ang="0">
                  <a:pos x="connsiteX7463" y="connsiteY7463"/>
                </a:cxn>
                <a:cxn ang="0">
                  <a:pos x="connsiteX7464" y="connsiteY7464"/>
                </a:cxn>
                <a:cxn ang="0">
                  <a:pos x="connsiteX7465" y="connsiteY7465"/>
                </a:cxn>
                <a:cxn ang="0">
                  <a:pos x="connsiteX7466" y="connsiteY7466"/>
                </a:cxn>
                <a:cxn ang="0">
                  <a:pos x="connsiteX7467" y="connsiteY7467"/>
                </a:cxn>
                <a:cxn ang="0">
                  <a:pos x="connsiteX7468" y="connsiteY7468"/>
                </a:cxn>
                <a:cxn ang="0">
                  <a:pos x="connsiteX7469" y="connsiteY7469"/>
                </a:cxn>
                <a:cxn ang="0">
                  <a:pos x="connsiteX7470" y="connsiteY7470"/>
                </a:cxn>
                <a:cxn ang="0">
                  <a:pos x="connsiteX7471" y="connsiteY7471"/>
                </a:cxn>
                <a:cxn ang="0">
                  <a:pos x="connsiteX7472" y="connsiteY7472"/>
                </a:cxn>
                <a:cxn ang="0">
                  <a:pos x="connsiteX7473" y="connsiteY7473"/>
                </a:cxn>
                <a:cxn ang="0">
                  <a:pos x="connsiteX7474" y="connsiteY7474"/>
                </a:cxn>
                <a:cxn ang="0">
                  <a:pos x="connsiteX7475" y="connsiteY7475"/>
                </a:cxn>
                <a:cxn ang="0">
                  <a:pos x="connsiteX7476" y="connsiteY7476"/>
                </a:cxn>
                <a:cxn ang="0">
                  <a:pos x="connsiteX7477" y="connsiteY7477"/>
                </a:cxn>
                <a:cxn ang="0">
                  <a:pos x="connsiteX7478" y="connsiteY7478"/>
                </a:cxn>
                <a:cxn ang="0">
                  <a:pos x="connsiteX7479" y="connsiteY7479"/>
                </a:cxn>
                <a:cxn ang="0">
                  <a:pos x="connsiteX7480" y="connsiteY7480"/>
                </a:cxn>
                <a:cxn ang="0">
                  <a:pos x="connsiteX7481" y="connsiteY7481"/>
                </a:cxn>
                <a:cxn ang="0">
                  <a:pos x="connsiteX7482" y="connsiteY7482"/>
                </a:cxn>
                <a:cxn ang="0">
                  <a:pos x="connsiteX7483" y="connsiteY7483"/>
                </a:cxn>
                <a:cxn ang="0">
                  <a:pos x="connsiteX7484" y="connsiteY7484"/>
                </a:cxn>
                <a:cxn ang="0">
                  <a:pos x="connsiteX7485" y="connsiteY7485"/>
                </a:cxn>
                <a:cxn ang="0">
                  <a:pos x="connsiteX7486" y="connsiteY7486"/>
                </a:cxn>
                <a:cxn ang="0">
                  <a:pos x="connsiteX7487" y="connsiteY7487"/>
                </a:cxn>
                <a:cxn ang="0">
                  <a:pos x="connsiteX7488" y="connsiteY7488"/>
                </a:cxn>
                <a:cxn ang="0">
                  <a:pos x="connsiteX7489" y="connsiteY7489"/>
                </a:cxn>
                <a:cxn ang="0">
                  <a:pos x="connsiteX7490" y="connsiteY7490"/>
                </a:cxn>
                <a:cxn ang="0">
                  <a:pos x="connsiteX7491" y="connsiteY7491"/>
                </a:cxn>
                <a:cxn ang="0">
                  <a:pos x="connsiteX7492" y="connsiteY7492"/>
                </a:cxn>
                <a:cxn ang="0">
                  <a:pos x="connsiteX7493" y="connsiteY7493"/>
                </a:cxn>
                <a:cxn ang="0">
                  <a:pos x="connsiteX7494" y="connsiteY7494"/>
                </a:cxn>
                <a:cxn ang="0">
                  <a:pos x="connsiteX7495" y="connsiteY7495"/>
                </a:cxn>
                <a:cxn ang="0">
                  <a:pos x="connsiteX7496" y="connsiteY7496"/>
                </a:cxn>
                <a:cxn ang="0">
                  <a:pos x="connsiteX7497" y="connsiteY7497"/>
                </a:cxn>
                <a:cxn ang="0">
                  <a:pos x="connsiteX7498" y="connsiteY7498"/>
                </a:cxn>
                <a:cxn ang="0">
                  <a:pos x="connsiteX7499" y="connsiteY7499"/>
                </a:cxn>
                <a:cxn ang="0">
                  <a:pos x="connsiteX7500" y="connsiteY7500"/>
                </a:cxn>
                <a:cxn ang="0">
                  <a:pos x="connsiteX7501" y="connsiteY7501"/>
                </a:cxn>
                <a:cxn ang="0">
                  <a:pos x="connsiteX7502" y="connsiteY7502"/>
                </a:cxn>
                <a:cxn ang="0">
                  <a:pos x="connsiteX7503" y="connsiteY7503"/>
                </a:cxn>
                <a:cxn ang="0">
                  <a:pos x="connsiteX7504" y="connsiteY7504"/>
                </a:cxn>
                <a:cxn ang="0">
                  <a:pos x="connsiteX7505" y="connsiteY7505"/>
                </a:cxn>
                <a:cxn ang="0">
                  <a:pos x="connsiteX7506" y="connsiteY7506"/>
                </a:cxn>
                <a:cxn ang="0">
                  <a:pos x="connsiteX7507" y="connsiteY7507"/>
                </a:cxn>
                <a:cxn ang="0">
                  <a:pos x="connsiteX7508" y="connsiteY7508"/>
                </a:cxn>
                <a:cxn ang="0">
                  <a:pos x="connsiteX7509" y="connsiteY7509"/>
                </a:cxn>
                <a:cxn ang="0">
                  <a:pos x="connsiteX7510" y="connsiteY7510"/>
                </a:cxn>
                <a:cxn ang="0">
                  <a:pos x="connsiteX7511" y="connsiteY7511"/>
                </a:cxn>
                <a:cxn ang="0">
                  <a:pos x="connsiteX7512" y="connsiteY7512"/>
                </a:cxn>
                <a:cxn ang="0">
                  <a:pos x="connsiteX7513" y="connsiteY7513"/>
                </a:cxn>
                <a:cxn ang="0">
                  <a:pos x="connsiteX7514" y="connsiteY7514"/>
                </a:cxn>
                <a:cxn ang="0">
                  <a:pos x="connsiteX7515" y="connsiteY7515"/>
                </a:cxn>
                <a:cxn ang="0">
                  <a:pos x="connsiteX7516" y="connsiteY7516"/>
                </a:cxn>
                <a:cxn ang="0">
                  <a:pos x="connsiteX7517" y="connsiteY7517"/>
                </a:cxn>
                <a:cxn ang="0">
                  <a:pos x="connsiteX7518" y="connsiteY7518"/>
                </a:cxn>
                <a:cxn ang="0">
                  <a:pos x="connsiteX7519" y="connsiteY7519"/>
                </a:cxn>
                <a:cxn ang="0">
                  <a:pos x="connsiteX7520" y="connsiteY7520"/>
                </a:cxn>
                <a:cxn ang="0">
                  <a:pos x="connsiteX7521" y="connsiteY7521"/>
                </a:cxn>
                <a:cxn ang="0">
                  <a:pos x="connsiteX7522" y="connsiteY7522"/>
                </a:cxn>
                <a:cxn ang="0">
                  <a:pos x="connsiteX7523" y="connsiteY7523"/>
                </a:cxn>
                <a:cxn ang="0">
                  <a:pos x="connsiteX7524" y="connsiteY7524"/>
                </a:cxn>
                <a:cxn ang="0">
                  <a:pos x="connsiteX7525" y="connsiteY7525"/>
                </a:cxn>
                <a:cxn ang="0">
                  <a:pos x="connsiteX7526" y="connsiteY7526"/>
                </a:cxn>
                <a:cxn ang="0">
                  <a:pos x="connsiteX7527" y="connsiteY7527"/>
                </a:cxn>
                <a:cxn ang="0">
                  <a:pos x="connsiteX7528" y="connsiteY7528"/>
                </a:cxn>
                <a:cxn ang="0">
                  <a:pos x="connsiteX7529" y="connsiteY7529"/>
                </a:cxn>
                <a:cxn ang="0">
                  <a:pos x="connsiteX7530" y="connsiteY7530"/>
                </a:cxn>
                <a:cxn ang="0">
                  <a:pos x="connsiteX7531" y="connsiteY7531"/>
                </a:cxn>
                <a:cxn ang="0">
                  <a:pos x="connsiteX7532" y="connsiteY7532"/>
                </a:cxn>
                <a:cxn ang="0">
                  <a:pos x="connsiteX7533" y="connsiteY7533"/>
                </a:cxn>
                <a:cxn ang="0">
                  <a:pos x="connsiteX7534" y="connsiteY7534"/>
                </a:cxn>
                <a:cxn ang="0">
                  <a:pos x="connsiteX7535" y="connsiteY7535"/>
                </a:cxn>
                <a:cxn ang="0">
                  <a:pos x="connsiteX7536" y="connsiteY7536"/>
                </a:cxn>
                <a:cxn ang="0">
                  <a:pos x="connsiteX7537" y="connsiteY7537"/>
                </a:cxn>
                <a:cxn ang="0">
                  <a:pos x="connsiteX7538" y="connsiteY7538"/>
                </a:cxn>
                <a:cxn ang="0">
                  <a:pos x="connsiteX7539" y="connsiteY7539"/>
                </a:cxn>
                <a:cxn ang="0">
                  <a:pos x="connsiteX7540" y="connsiteY7540"/>
                </a:cxn>
                <a:cxn ang="0">
                  <a:pos x="connsiteX7541" y="connsiteY7541"/>
                </a:cxn>
                <a:cxn ang="0">
                  <a:pos x="connsiteX7542" y="connsiteY7542"/>
                </a:cxn>
                <a:cxn ang="0">
                  <a:pos x="connsiteX7543" y="connsiteY7543"/>
                </a:cxn>
                <a:cxn ang="0">
                  <a:pos x="connsiteX7544" y="connsiteY7544"/>
                </a:cxn>
                <a:cxn ang="0">
                  <a:pos x="connsiteX7545" y="connsiteY7545"/>
                </a:cxn>
                <a:cxn ang="0">
                  <a:pos x="connsiteX7546" y="connsiteY7546"/>
                </a:cxn>
                <a:cxn ang="0">
                  <a:pos x="connsiteX7547" y="connsiteY7547"/>
                </a:cxn>
                <a:cxn ang="0">
                  <a:pos x="connsiteX7548" y="connsiteY7548"/>
                </a:cxn>
                <a:cxn ang="0">
                  <a:pos x="connsiteX7549" y="connsiteY7549"/>
                </a:cxn>
                <a:cxn ang="0">
                  <a:pos x="connsiteX7550" y="connsiteY7550"/>
                </a:cxn>
                <a:cxn ang="0">
                  <a:pos x="connsiteX7551" y="connsiteY7551"/>
                </a:cxn>
                <a:cxn ang="0">
                  <a:pos x="connsiteX7552" y="connsiteY7552"/>
                </a:cxn>
                <a:cxn ang="0">
                  <a:pos x="connsiteX7553" y="connsiteY7553"/>
                </a:cxn>
                <a:cxn ang="0">
                  <a:pos x="connsiteX7554" y="connsiteY7554"/>
                </a:cxn>
                <a:cxn ang="0">
                  <a:pos x="connsiteX7555" y="connsiteY7555"/>
                </a:cxn>
                <a:cxn ang="0">
                  <a:pos x="connsiteX7556" y="connsiteY7556"/>
                </a:cxn>
                <a:cxn ang="0">
                  <a:pos x="connsiteX7557" y="connsiteY7557"/>
                </a:cxn>
                <a:cxn ang="0">
                  <a:pos x="connsiteX7558" y="connsiteY7558"/>
                </a:cxn>
                <a:cxn ang="0">
                  <a:pos x="connsiteX7559" y="connsiteY7559"/>
                </a:cxn>
                <a:cxn ang="0">
                  <a:pos x="connsiteX7560" y="connsiteY7560"/>
                </a:cxn>
                <a:cxn ang="0">
                  <a:pos x="connsiteX7561" y="connsiteY7561"/>
                </a:cxn>
                <a:cxn ang="0">
                  <a:pos x="connsiteX7562" y="connsiteY7562"/>
                </a:cxn>
                <a:cxn ang="0">
                  <a:pos x="connsiteX7563" y="connsiteY7563"/>
                </a:cxn>
                <a:cxn ang="0">
                  <a:pos x="connsiteX7564" y="connsiteY7564"/>
                </a:cxn>
                <a:cxn ang="0">
                  <a:pos x="connsiteX7565" y="connsiteY7565"/>
                </a:cxn>
                <a:cxn ang="0">
                  <a:pos x="connsiteX7566" y="connsiteY7566"/>
                </a:cxn>
                <a:cxn ang="0">
                  <a:pos x="connsiteX7567" y="connsiteY7567"/>
                </a:cxn>
                <a:cxn ang="0">
                  <a:pos x="connsiteX7568" y="connsiteY7568"/>
                </a:cxn>
                <a:cxn ang="0">
                  <a:pos x="connsiteX7569" y="connsiteY7569"/>
                </a:cxn>
                <a:cxn ang="0">
                  <a:pos x="connsiteX7570" y="connsiteY7570"/>
                </a:cxn>
                <a:cxn ang="0">
                  <a:pos x="connsiteX7571" y="connsiteY7571"/>
                </a:cxn>
                <a:cxn ang="0">
                  <a:pos x="connsiteX7572" y="connsiteY7572"/>
                </a:cxn>
                <a:cxn ang="0">
                  <a:pos x="connsiteX7573" y="connsiteY7573"/>
                </a:cxn>
                <a:cxn ang="0">
                  <a:pos x="connsiteX7574" y="connsiteY7574"/>
                </a:cxn>
                <a:cxn ang="0">
                  <a:pos x="connsiteX7575" y="connsiteY7575"/>
                </a:cxn>
                <a:cxn ang="0">
                  <a:pos x="connsiteX7576" y="connsiteY7576"/>
                </a:cxn>
                <a:cxn ang="0">
                  <a:pos x="connsiteX7577" y="connsiteY7577"/>
                </a:cxn>
                <a:cxn ang="0">
                  <a:pos x="connsiteX7578" y="connsiteY7578"/>
                </a:cxn>
                <a:cxn ang="0">
                  <a:pos x="connsiteX7579" y="connsiteY7579"/>
                </a:cxn>
                <a:cxn ang="0">
                  <a:pos x="connsiteX7580" y="connsiteY7580"/>
                </a:cxn>
                <a:cxn ang="0">
                  <a:pos x="connsiteX7581" y="connsiteY7581"/>
                </a:cxn>
                <a:cxn ang="0">
                  <a:pos x="connsiteX7582" y="connsiteY7582"/>
                </a:cxn>
                <a:cxn ang="0">
                  <a:pos x="connsiteX7583" y="connsiteY7583"/>
                </a:cxn>
                <a:cxn ang="0">
                  <a:pos x="connsiteX7584" y="connsiteY7584"/>
                </a:cxn>
                <a:cxn ang="0">
                  <a:pos x="connsiteX7585" y="connsiteY7585"/>
                </a:cxn>
                <a:cxn ang="0">
                  <a:pos x="connsiteX7586" y="connsiteY7586"/>
                </a:cxn>
                <a:cxn ang="0">
                  <a:pos x="connsiteX7587" y="connsiteY7587"/>
                </a:cxn>
                <a:cxn ang="0">
                  <a:pos x="connsiteX7588" y="connsiteY7588"/>
                </a:cxn>
                <a:cxn ang="0">
                  <a:pos x="connsiteX7589" y="connsiteY7589"/>
                </a:cxn>
                <a:cxn ang="0">
                  <a:pos x="connsiteX7590" y="connsiteY7590"/>
                </a:cxn>
                <a:cxn ang="0">
                  <a:pos x="connsiteX7591" y="connsiteY7591"/>
                </a:cxn>
                <a:cxn ang="0">
                  <a:pos x="connsiteX7592" y="connsiteY7592"/>
                </a:cxn>
                <a:cxn ang="0">
                  <a:pos x="connsiteX7593" y="connsiteY7593"/>
                </a:cxn>
                <a:cxn ang="0">
                  <a:pos x="connsiteX7594" y="connsiteY7594"/>
                </a:cxn>
                <a:cxn ang="0">
                  <a:pos x="connsiteX7595" y="connsiteY7595"/>
                </a:cxn>
                <a:cxn ang="0">
                  <a:pos x="connsiteX7596" y="connsiteY7596"/>
                </a:cxn>
                <a:cxn ang="0">
                  <a:pos x="connsiteX7597" y="connsiteY7597"/>
                </a:cxn>
                <a:cxn ang="0">
                  <a:pos x="connsiteX7598" y="connsiteY7598"/>
                </a:cxn>
                <a:cxn ang="0">
                  <a:pos x="connsiteX7599" y="connsiteY7599"/>
                </a:cxn>
                <a:cxn ang="0">
                  <a:pos x="connsiteX7600" y="connsiteY7600"/>
                </a:cxn>
                <a:cxn ang="0">
                  <a:pos x="connsiteX7601" y="connsiteY7601"/>
                </a:cxn>
                <a:cxn ang="0">
                  <a:pos x="connsiteX7602" y="connsiteY7602"/>
                </a:cxn>
                <a:cxn ang="0">
                  <a:pos x="connsiteX7603" y="connsiteY7603"/>
                </a:cxn>
                <a:cxn ang="0">
                  <a:pos x="connsiteX7604" y="connsiteY7604"/>
                </a:cxn>
                <a:cxn ang="0">
                  <a:pos x="connsiteX7605" y="connsiteY7605"/>
                </a:cxn>
                <a:cxn ang="0">
                  <a:pos x="connsiteX7606" y="connsiteY7606"/>
                </a:cxn>
                <a:cxn ang="0">
                  <a:pos x="connsiteX7607" y="connsiteY7607"/>
                </a:cxn>
                <a:cxn ang="0">
                  <a:pos x="connsiteX7608" y="connsiteY7608"/>
                </a:cxn>
                <a:cxn ang="0">
                  <a:pos x="connsiteX7609" y="connsiteY7609"/>
                </a:cxn>
                <a:cxn ang="0">
                  <a:pos x="connsiteX7610" y="connsiteY7610"/>
                </a:cxn>
                <a:cxn ang="0">
                  <a:pos x="connsiteX7611" y="connsiteY7611"/>
                </a:cxn>
                <a:cxn ang="0">
                  <a:pos x="connsiteX7612" y="connsiteY7612"/>
                </a:cxn>
                <a:cxn ang="0">
                  <a:pos x="connsiteX7613" y="connsiteY7613"/>
                </a:cxn>
                <a:cxn ang="0">
                  <a:pos x="connsiteX7614" y="connsiteY7614"/>
                </a:cxn>
                <a:cxn ang="0">
                  <a:pos x="connsiteX7615" y="connsiteY7615"/>
                </a:cxn>
                <a:cxn ang="0">
                  <a:pos x="connsiteX7616" y="connsiteY7616"/>
                </a:cxn>
                <a:cxn ang="0">
                  <a:pos x="connsiteX7617" y="connsiteY7617"/>
                </a:cxn>
                <a:cxn ang="0">
                  <a:pos x="connsiteX7618" y="connsiteY7618"/>
                </a:cxn>
                <a:cxn ang="0">
                  <a:pos x="connsiteX7619" y="connsiteY7619"/>
                </a:cxn>
                <a:cxn ang="0">
                  <a:pos x="connsiteX7620" y="connsiteY7620"/>
                </a:cxn>
                <a:cxn ang="0">
                  <a:pos x="connsiteX7621" y="connsiteY7621"/>
                </a:cxn>
                <a:cxn ang="0">
                  <a:pos x="connsiteX7622" y="connsiteY7622"/>
                </a:cxn>
                <a:cxn ang="0">
                  <a:pos x="connsiteX7623" y="connsiteY7623"/>
                </a:cxn>
                <a:cxn ang="0">
                  <a:pos x="connsiteX7624" y="connsiteY7624"/>
                </a:cxn>
                <a:cxn ang="0">
                  <a:pos x="connsiteX7625" y="connsiteY7625"/>
                </a:cxn>
                <a:cxn ang="0">
                  <a:pos x="connsiteX7626" y="connsiteY7626"/>
                </a:cxn>
                <a:cxn ang="0">
                  <a:pos x="connsiteX7627" y="connsiteY7627"/>
                </a:cxn>
                <a:cxn ang="0">
                  <a:pos x="connsiteX7628" y="connsiteY7628"/>
                </a:cxn>
                <a:cxn ang="0">
                  <a:pos x="connsiteX7629" y="connsiteY7629"/>
                </a:cxn>
                <a:cxn ang="0">
                  <a:pos x="connsiteX7630" y="connsiteY7630"/>
                </a:cxn>
                <a:cxn ang="0">
                  <a:pos x="connsiteX7631" y="connsiteY7631"/>
                </a:cxn>
                <a:cxn ang="0">
                  <a:pos x="connsiteX7632" y="connsiteY7632"/>
                </a:cxn>
                <a:cxn ang="0">
                  <a:pos x="connsiteX7633" y="connsiteY7633"/>
                </a:cxn>
                <a:cxn ang="0">
                  <a:pos x="connsiteX7634" y="connsiteY7634"/>
                </a:cxn>
                <a:cxn ang="0">
                  <a:pos x="connsiteX7635" y="connsiteY7635"/>
                </a:cxn>
                <a:cxn ang="0">
                  <a:pos x="connsiteX7636" y="connsiteY7636"/>
                </a:cxn>
                <a:cxn ang="0">
                  <a:pos x="connsiteX7637" y="connsiteY7637"/>
                </a:cxn>
                <a:cxn ang="0">
                  <a:pos x="connsiteX7638" y="connsiteY7638"/>
                </a:cxn>
                <a:cxn ang="0">
                  <a:pos x="connsiteX7639" y="connsiteY7639"/>
                </a:cxn>
                <a:cxn ang="0">
                  <a:pos x="connsiteX7640" y="connsiteY7640"/>
                </a:cxn>
                <a:cxn ang="0">
                  <a:pos x="connsiteX7641" y="connsiteY7641"/>
                </a:cxn>
                <a:cxn ang="0">
                  <a:pos x="connsiteX7642" y="connsiteY7642"/>
                </a:cxn>
                <a:cxn ang="0">
                  <a:pos x="connsiteX7643" y="connsiteY7643"/>
                </a:cxn>
                <a:cxn ang="0">
                  <a:pos x="connsiteX7644" y="connsiteY7644"/>
                </a:cxn>
                <a:cxn ang="0">
                  <a:pos x="connsiteX7645" y="connsiteY7645"/>
                </a:cxn>
                <a:cxn ang="0">
                  <a:pos x="connsiteX7646" y="connsiteY7646"/>
                </a:cxn>
                <a:cxn ang="0">
                  <a:pos x="connsiteX7647" y="connsiteY7647"/>
                </a:cxn>
                <a:cxn ang="0">
                  <a:pos x="connsiteX7648" y="connsiteY7648"/>
                </a:cxn>
                <a:cxn ang="0">
                  <a:pos x="connsiteX7649" y="connsiteY7649"/>
                </a:cxn>
                <a:cxn ang="0">
                  <a:pos x="connsiteX7650" y="connsiteY7650"/>
                </a:cxn>
                <a:cxn ang="0">
                  <a:pos x="connsiteX7651" y="connsiteY7651"/>
                </a:cxn>
                <a:cxn ang="0">
                  <a:pos x="connsiteX7652" y="connsiteY7652"/>
                </a:cxn>
                <a:cxn ang="0">
                  <a:pos x="connsiteX7653" y="connsiteY7653"/>
                </a:cxn>
                <a:cxn ang="0">
                  <a:pos x="connsiteX7654" y="connsiteY7654"/>
                </a:cxn>
                <a:cxn ang="0">
                  <a:pos x="connsiteX7655" y="connsiteY7655"/>
                </a:cxn>
                <a:cxn ang="0">
                  <a:pos x="connsiteX7656" y="connsiteY7656"/>
                </a:cxn>
                <a:cxn ang="0">
                  <a:pos x="connsiteX7657" y="connsiteY7657"/>
                </a:cxn>
                <a:cxn ang="0">
                  <a:pos x="connsiteX7658" y="connsiteY7658"/>
                </a:cxn>
                <a:cxn ang="0">
                  <a:pos x="connsiteX7659" y="connsiteY7659"/>
                </a:cxn>
                <a:cxn ang="0">
                  <a:pos x="connsiteX7660" y="connsiteY7660"/>
                </a:cxn>
                <a:cxn ang="0">
                  <a:pos x="connsiteX7661" y="connsiteY7661"/>
                </a:cxn>
                <a:cxn ang="0">
                  <a:pos x="connsiteX7662" y="connsiteY7662"/>
                </a:cxn>
                <a:cxn ang="0">
                  <a:pos x="connsiteX7663" y="connsiteY7663"/>
                </a:cxn>
                <a:cxn ang="0">
                  <a:pos x="connsiteX7664" y="connsiteY7664"/>
                </a:cxn>
                <a:cxn ang="0">
                  <a:pos x="connsiteX7665" y="connsiteY7665"/>
                </a:cxn>
                <a:cxn ang="0">
                  <a:pos x="connsiteX7666" y="connsiteY7666"/>
                </a:cxn>
                <a:cxn ang="0">
                  <a:pos x="connsiteX7667" y="connsiteY7667"/>
                </a:cxn>
                <a:cxn ang="0">
                  <a:pos x="connsiteX7668" y="connsiteY7668"/>
                </a:cxn>
                <a:cxn ang="0">
                  <a:pos x="connsiteX7669" y="connsiteY7669"/>
                </a:cxn>
                <a:cxn ang="0">
                  <a:pos x="connsiteX7670" y="connsiteY7670"/>
                </a:cxn>
                <a:cxn ang="0">
                  <a:pos x="connsiteX7671" y="connsiteY7671"/>
                </a:cxn>
                <a:cxn ang="0">
                  <a:pos x="connsiteX7672" y="connsiteY7672"/>
                </a:cxn>
                <a:cxn ang="0">
                  <a:pos x="connsiteX7673" y="connsiteY7673"/>
                </a:cxn>
                <a:cxn ang="0">
                  <a:pos x="connsiteX7674" y="connsiteY7674"/>
                </a:cxn>
                <a:cxn ang="0">
                  <a:pos x="connsiteX7675" y="connsiteY7675"/>
                </a:cxn>
                <a:cxn ang="0">
                  <a:pos x="connsiteX7676" y="connsiteY7676"/>
                </a:cxn>
                <a:cxn ang="0">
                  <a:pos x="connsiteX7677" y="connsiteY7677"/>
                </a:cxn>
                <a:cxn ang="0">
                  <a:pos x="connsiteX7678" y="connsiteY7678"/>
                </a:cxn>
                <a:cxn ang="0">
                  <a:pos x="connsiteX7679" y="connsiteY7679"/>
                </a:cxn>
                <a:cxn ang="0">
                  <a:pos x="connsiteX7680" y="connsiteY7680"/>
                </a:cxn>
                <a:cxn ang="0">
                  <a:pos x="connsiteX7681" y="connsiteY7681"/>
                </a:cxn>
                <a:cxn ang="0">
                  <a:pos x="connsiteX7682" y="connsiteY7682"/>
                </a:cxn>
                <a:cxn ang="0">
                  <a:pos x="connsiteX7683" y="connsiteY7683"/>
                </a:cxn>
                <a:cxn ang="0">
                  <a:pos x="connsiteX7684" y="connsiteY7684"/>
                </a:cxn>
                <a:cxn ang="0">
                  <a:pos x="connsiteX7685" y="connsiteY7685"/>
                </a:cxn>
                <a:cxn ang="0">
                  <a:pos x="connsiteX7686" y="connsiteY7686"/>
                </a:cxn>
                <a:cxn ang="0">
                  <a:pos x="connsiteX7687" y="connsiteY7687"/>
                </a:cxn>
                <a:cxn ang="0">
                  <a:pos x="connsiteX7688" y="connsiteY7688"/>
                </a:cxn>
                <a:cxn ang="0">
                  <a:pos x="connsiteX7689" y="connsiteY7689"/>
                </a:cxn>
                <a:cxn ang="0">
                  <a:pos x="connsiteX7690" y="connsiteY7690"/>
                </a:cxn>
                <a:cxn ang="0">
                  <a:pos x="connsiteX7691" y="connsiteY7691"/>
                </a:cxn>
                <a:cxn ang="0">
                  <a:pos x="connsiteX7692" y="connsiteY7692"/>
                </a:cxn>
                <a:cxn ang="0">
                  <a:pos x="connsiteX7693" y="connsiteY7693"/>
                </a:cxn>
                <a:cxn ang="0">
                  <a:pos x="connsiteX7694" y="connsiteY7694"/>
                </a:cxn>
                <a:cxn ang="0">
                  <a:pos x="connsiteX7695" y="connsiteY7695"/>
                </a:cxn>
                <a:cxn ang="0">
                  <a:pos x="connsiteX7696" y="connsiteY7696"/>
                </a:cxn>
                <a:cxn ang="0">
                  <a:pos x="connsiteX7697" y="connsiteY7697"/>
                </a:cxn>
                <a:cxn ang="0">
                  <a:pos x="connsiteX7698" y="connsiteY7698"/>
                </a:cxn>
                <a:cxn ang="0">
                  <a:pos x="connsiteX7699" y="connsiteY7699"/>
                </a:cxn>
                <a:cxn ang="0">
                  <a:pos x="connsiteX7700" y="connsiteY7700"/>
                </a:cxn>
                <a:cxn ang="0">
                  <a:pos x="connsiteX7701" y="connsiteY7701"/>
                </a:cxn>
                <a:cxn ang="0">
                  <a:pos x="connsiteX7702" y="connsiteY7702"/>
                </a:cxn>
                <a:cxn ang="0">
                  <a:pos x="connsiteX7703" y="connsiteY7703"/>
                </a:cxn>
                <a:cxn ang="0">
                  <a:pos x="connsiteX7704" y="connsiteY7704"/>
                </a:cxn>
                <a:cxn ang="0">
                  <a:pos x="connsiteX7705" y="connsiteY7705"/>
                </a:cxn>
                <a:cxn ang="0">
                  <a:pos x="connsiteX7706" y="connsiteY7706"/>
                </a:cxn>
                <a:cxn ang="0">
                  <a:pos x="connsiteX7707" y="connsiteY7707"/>
                </a:cxn>
                <a:cxn ang="0">
                  <a:pos x="connsiteX7708" y="connsiteY7708"/>
                </a:cxn>
                <a:cxn ang="0">
                  <a:pos x="connsiteX7709" y="connsiteY7709"/>
                </a:cxn>
                <a:cxn ang="0">
                  <a:pos x="connsiteX7710" y="connsiteY7710"/>
                </a:cxn>
                <a:cxn ang="0">
                  <a:pos x="connsiteX7711" y="connsiteY7711"/>
                </a:cxn>
                <a:cxn ang="0">
                  <a:pos x="connsiteX7712" y="connsiteY7712"/>
                </a:cxn>
                <a:cxn ang="0">
                  <a:pos x="connsiteX7713" y="connsiteY7713"/>
                </a:cxn>
                <a:cxn ang="0">
                  <a:pos x="connsiteX7714" y="connsiteY7714"/>
                </a:cxn>
                <a:cxn ang="0">
                  <a:pos x="connsiteX7715" y="connsiteY7715"/>
                </a:cxn>
                <a:cxn ang="0">
                  <a:pos x="connsiteX7716" y="connsiteY7716"/>
                </a:cxn>
                <a:cxn ang="0">
                  <a:pos x="connsiteX7717" y="connsiteY7717"/>
                </a:cxn>
                <a:cxn ang="0">
                  <a:pos x="connsiteX7718" y="connsiteY7718"/>
                </a:cxn>
                <a:cxn ang="0">
                  <a:pos x="connsiteX7719" y="connsiteY7719"/>
                </a:cxn>
                <a:cxn ang="0">
                  <a:pos x="connsiteX7720" y="connsiteY7720"/>
                </a:cxn>
                <a:cxn ang="0">
                  <a:pos x="connsiteX7721" y="connsiteY7721"/>
                </a:cxn>
                <a:cxn ang="0">
                  <a:pos x="connsiteX7722" y="connsiteY7722"/>
                </a:cxn>
                <a:cxn ang="0">
                  <a:pos x="connsiteX7723" y="connsiteY7723"/>
                </a:cxn>
                <a:cxn ang="0">
                  <a:pos x="connsiteX7724" y="connsiteY7724"/>
                </a:cxn>
                <a:cxn ang="0">
                  <a:pos x="connsiteX7725" y="connsiteY7725"/>
                </a:cxn>
                <a:cxn ang="0">
                  <a:pos x="connsiteX7726" y="connsiteY7726"/>
                </a:cxn>
                <a:cxn ang="0">
                  <a:pos x="connsiteX7727" y="connsiteY7727"/>
                </a:cxn>
                <a:cxn ang="0">
                  <a:pos x="connsiteX7728" y="connsiteY7728"/>
                </a:cxn>
                <a:cxn ang="0">
                  <a:pos x="connsiteX7729" y="connsiteY7729"/>
                </a:cxn>
                <a:cxn ang="0">
                  <a:pos x="connsiteX7730" y="connsiteY7730"/>
                </a:cxn>
                <a:cxn ang="0">
                  <a:pos x="connsiteX7731" y="connsiteY7731"/>
                </a:cxn>
                <a:cxn ang="0">
                  <a:pos x="connsiteX7732" y="connsiteY7732"/>
                </a:cxn>
                <a:cxn ang="0">
                  <a:pos x="connsiteX7733" y="connsiteY7733"/>
                </a:cxn>
                <a:cxn ang="0">
                  <a:pos x="connsiteX7734" y="connsiteY7734"/>
                </a:cxn>
                <a:cxn ang="0">
                  <a:pos x="connsiteX7735" y="connsiteY7735"/>
                </a:cxn>
                <a:cxn ang="0">
                  <a:pos x="connsiteX7736" y="connsiteY7736"/>
                </a:cxn>
                <a:cxn ang="0">
                  <a:pos x="connsiteX7737" y="connsiteY7737"/>
                </a:cxn>
                <a:cxn ang="0">
                  <a:pos x="connsiteX7738" y="connsiteY7738"/>
                </a:cxn>
                <a:cxn ang="0">
                  <a:pos x="connsiteX7739" y="connsiteY7739"/>
                </a:cxn>
                <a:cxn ang="0">
                  <a:pos x="connsiteX7740" y="connsiteY7740"/>
                </a:cxn>
                <a:cxn ang="0">
                  <a:pos x="connsiteX7741" y="connsiteY7741"/>
                </a:cxn>
                <a:cxn ang="0">
                  <a:pos x="connsiteX7742" y="connsiteY7742"/>
                </a:cxn>
                <a:cxn ang="0">
                  <a:pos x="connsiteX7743" y="connsiteY7743"/>
                </a:cxn>
                <a:cxn ang="0">
                  <a:pos x="connsiteX7744" y="connsiteY7744"/>
                </a:cxn>
                <a:cxn ang="0">
                  <a:pos x="connsiteX7745" y="connsiteY7745"/>
                </a:cxn>
                <a:cxn ang="0">
                  <a:pos x="connsiteX7746" y="connsiteY7746"/>
                </a:cxn>
                <a:cxn ang="0">
                  <a:pos x="connsiteX7747" y="connsiteY7747"/>
                </a:cxn>
                <a:cxn ang="0">
                  <a:pos x="connsiteX7748" y="connsiteY7748"/>
                </a:cxn>
                <a:cxn ang="0">
                  <a:pos x="connsiteX7749" y="connsiteY7749"/>
                </a:cxn>
                <a:cxn ang="0">
                  <a:pos x="connsiteX7750" y="connsiteY7750"/>
                </a:cxn>
                <a:cxn ang="0">
                  <a:pos x="connsiteX7751" y="connsiteY7751"/>
                </a:cxn>
                <a:cxn ang="0">
                  <a:pos x="connsiteX7752" y="connsiteY7752"/>
                </a:cxn>
                <a:cxn ang="0">
                  <a:pos x="connsiteX7753" y="connsiteY7753"/>
                </a:cxn>
                <a:cxn ang="0">
                  <a:pos x="connsiteX7754" y="connsiteY7754"/>
                </a:cxn>
                <a:cxn ang="0">
                  <a:pos x="connsiteX7755" y="connsiteY7755"/>
                </a:cxn>
                <a:cxn ang="0">
                  <a:pos x="connsiteX7756" y="connsiteY7756"/>
                </a:cxn>
                <a:cxn ang="0">
                  <a:pos x="connsiteX7757" y="connsiteY7757"/>
                </a:cxn>
                <a:cxn ang="0">
                  <a:pos x="connsiteX7758" y="connsiteY7758"/>
                </a:cxn>
                <a:cxn ang="0">
                  <a:pos x="connsiteX7759" y="connsiteY7759"/>
                </a:cxn>
                <a:cxn ang="0">
                  <a:pos x="connsiteX7760" y="connsiteY7760"/>
                </a:cxn>
                <a:cxn ang="0">
                  <a:pos x="connsiteX7761" y="connsiteY7761"/>
                </a:cxn>
                <a:cxn ang="0">
                  <a:pos x="connsiteX7762" y="connsiteY7762"/>
                </a:cxn>
                <a:cxn ang="0">
                  <a:pos x="connsiteX7763" y="connsiteY7763"/>
                </a:cxn>
                <a:cxn ang="0">
                  <a:pos x="connsiteX7764" y="connsiteY7764"/>
                </a:cxn>
                <a:cxn ang="0">
                  <a:pos x="connsiteX7765" y="connsiteY7765"/>
                </a:cxn>
                <a:cxn ang="0">
                  <a:pos x="connsiteX7766" y="connsiteY7766"/>
                </a:cxn>
                <a:cxn ang="0">
                  <a:pos x="connsiteX7767" y="connsiteY7767"/>
                </a:cxn>
                <a:cxn ang="0">
                  <a:pos x="connsiteX7768" y="connsiteY7768"/>
                </a:cxn>
                <a:cxn ang="0">
                  <a:pos x="connsiteX7769" y="connsiteY7769"/>
                </a:cxn>
                <a:cxn ang="0">
                  <a:pos x="connsiteX7770" y="connsiteY7770"/>
                </a:cxn>
                <a:cxn ang="0">
                  <a:pos x="connsiteX7771" y="connsiteY7771"/>
                </a:cxn>
                <a:cxn ang="0">
                  <a:pos x="connsiteX7772" y="connsiteY7772"/>
                </a:cxn>
                <a:cxn ang="0">
                  <a:pos x="connsiteX7773" y="connsiteY7773"/>
                </a:cxn>
                <a:cxn ang="0">
                  <a:pos x="connsiteX7774" y="connsiteY7774"/>
                </a:cxn>
                <a:cxn ang="0">
                  <a:pos x="connsiteX7775" y="connsiteY7775"/>
                </a:cxn>
                <a:cxn ang="0">
                  <a:pos x="connsiteX7776" y="connsiteY7776"/>
                </a:cxn>
                <a:cxn ang="0">
                  <a:pos x="connsiteX7777" y="connsiteY7777"/>
                </a:cxn>
                <a:cxn ang="0">
                  <a:pos x="connsiteX7778" y="connsiteY7778"/>
                </a:cxn>
                <a:cxn ang="0">
                  <a:pos x="connsiteX7779" y="connsiteY7779"/>
                </a:cxn>
                <a:cxn ang="0">
                  <a:pos x="connsiteX7780" y="connsiteY7780"/>
                </a:cxn>
                <a:cxn ang="0">
                  <a:pos x="connsiteX7781" y="connsiteY7781"/>
                </a:cxn>
                <a:cxn ang="0">
                  <a:pos x="connsiteX7782" y="connsiteY7782"/>
                </a:cxn>
                <a:cxn ang="0">
                  <a:pos x="connsiteX7783" y="connsiteY7783"/>
                </a:cxn>
                <a:cxn ang="0">
                  <a:pos x="connsiteX7784" y="connsiteY7784"/>
                </a:cxn>
                <a:cxn ang="0">
                  <a:pos x="connsiteX7785" y="connsiteY7785"/>
                </a:cxn>
                <a:cxn ang="0">
                  <a:pos x="connsiteX7786" y="connsiteY7786"/>
                </a:cxn>
                <a:cxn ang="0">
                  <a:pos x="connsiteX7787" y="connsiteY7787"/>
                </a:cxn>
                <a:cxn ang="0">
                  <a:pos x="connsiteX7788" y="connsiteY7788"/>
                </a:cxn>
                <a:cxn ang="0">
                  <a:pos x="connsiteX7789" y="connsiteY7789"/>
                </a:cxn>
                <a:cxn ang="0">
                  <a:pos x="connsiteX7790" y="connsiteY7790"/>
                </a:cxn>
                <a:cxn ang="0">
                  <a:pos x="connsiteX7791" y="connsiteY7791"/>
                </a:cxn>
                <a:cxn ang="0">
                  <a:pos x="connsiteX7792" y="connsiteY7792"/>
                </a:cxn>
                <a:cxn ang="0">
                  <a:pos x="connsiteX7793" y="connsiteY7793"/>
                </a:cxn>
                <a:cxn ang="0">
                  <a:pos x="connsiteX7794" y="connsiteY7794"/>
                </a:cxn>
                <a:cxn ang="0">
                  <a:pos x="connsiteX7795" y="connsiteY7795"/>
                </a:cxn>
                <a:cxn ang="0">
                  <a:pos x="connsiteX7796" y="connsiteY7796"/>
                </a:cxn>
                <a:cxn ang="0">
                  <a:pos x="connsiteX7797" y="connsiteY7797"/>
                </a:cxn>
                <a:cxn ang="0">
                  <a:pos x="connsiteX7798" y="connsiteY7798"/>
                </a:cxn>
                <a:cxn ang="0">
                  <a:pos x="connsiteX7799" y="connsiteY7799"/>
                </a:cxn>
                <a:cxn ang="0">
                  <a:pos x="connsiteX7800" y="connsiteY7800"/>
                </a:cxn>
                <a:cxn ang="0">
                  <a:pos x="connsiteX7801" y="connsiteY7801"/>
                </a:cxn>
                <a:cxn ang="0">
                  <a:pos x="connsiteX7802" y="connsiteY7802"/>
                </a:cxn>
                <a:cxn ang="0">
                  <a:pos x="connsiteX7803" y="connsiteY7803"/>
                </a:cxn>
                <a:cxn ang="0">
                  <a:pos x="connsiteX7804" y="connsiteY7804"/>
                </a:cxn>
                <a:cxn ang="0">
                  <a:pos x="connsiteX7805" y="connsiteY7805"/>
                </a:cxn>
                <a:cxn ang="0">
                  <a:pos x="connsiteX7806" y="connsiteY7806"/>
                </a:cxn>
                <a:cxn ang="0">
                  <a:pos x="connsiteX7807" y="connsiteY7807"/>
                </a:cxn>
                <a:cxn ang="0">
                  <a:pos x="connsiteX7808" y="connsiteY7808"/>
                </a:cxn>
                <a:cxn ang="0">
                  <a:pos x="connsiteX7809" y="connsiteY7809"/>
                </a:cxn>
                <a:cxn ang="0">
                  <a:pos x="connsiteX7810" y="connsiteY7810"/>
                </a:cxn>
                <a:cxn ang="0">
                  <a:pos x="connsiteX7811" y="connsiteY7811"/>
                </a:cxn>
                <a:cxn ang="0">
                  <a:pos x="connsiteX7812" y="connsiteY7812"/>
                </a:cxn>
                <a:cxn ang="0">
                  <a:pos x="connsiteX7813" y="connsiteY7813"/>
                </a:cxn>
                <a:cxn ang="0">
                  <a:pos x="connsiteX7814" y="connsiteY7814"/>
                </a:cxn>
                <a:cxn ang="0">
                  <a:pos x="connsiteX7815" y="connsiteY7815"/>
                </a:cxn>
                <a:cxn ang="0">
                  <a:pos x="connsiteX7816" y="connsiteY7816"/>
                </a:cxn>
                <a:cxn ang="0">
                  <a:pos x="connsiteX7817" y="connsiteY7817"/>
                </a:cxn>
                <a:cxn ang="0">
                  <a:pos x="connsiteX7818" y="connsiteY7818"/>
                </a:cxn>
                <a:cxn ang="0">
                  <a:pos x="connsiteX7819" y="connsiteY7819"/>
                </a:cxn>
                <a:cxn ang="0">
                  <a:pos x="connsiteX7820" y="connsiteY7820"/>
                </a:cxn>
                <a:cxn ang="0">
                  <a:pos x="connsiteX7821" y="connsiteY7821"/>
                </a:cxn>
                <a:cxn ang="0">
                  <a:pos x="connsiteX7822" y="connsiteY7822"/>
                </a:cxn>
                <a:cxn ang="0">
                  <a:pos x="connsiteX7823" y="connsiteY7823"/>
                </a:cxn>
                <a:cxn ang="0">
                  <a:pos x="connsiteX7824" y="connsiteY7824"/>
                </a:cxn>
                <a:cxn ang="0">
                  <a:pos x="connsiteX7825" y="connsiteY7825"/>
                </a:cxn>
                <a:cxn ang="0">
                  <a:pos x="connsiteX7826" y="connsiteY7826"/>
                </a:cxn>
                <a:cxn ang="0">
                  <a:pos x="connsiteX7827" y="connsiteY7827"/>
                </a:cxn>
                <a:cxn ang="0">
                  <a:pos x="connsiteX7828" y="connsiteY7828"/>
                </a:cxn>
                <a:cxn ang="0">
                  <a:pos x="connsiteX7829" y="connsiteY7829"/>
                </a:cxn>
                <a:cxn ang="0">
                  <a:pos x="connsiteX7830" y="connsiteY7830"/>
                </a:cxn>
                <a:cxn ang="0">
                  <a:pos x="connsiteX7831" y="connsiteY7831"/>
                </a:cxn>
                <a:cxn ang="0">
                  <a:pos x="connsiteX7832" y="connsiteY7832"/>
                </a:cxn>
                <a:cxn ang="0">
                  <a:pos x="connsiteX7833" y="connsiteY7833"/>
                </a:cxn>
                <a:cxn ang="0">
                  <a:pos x="connsiteX7834" y="connsiteY7834"/>
                </a:cxn>
                <a:cxn ang="0">
                  <a:pos x="connsiteX7835" y="connsiteY7835"/>
                </a:cxn>
                <a:cxn ang="0">
                  <a:pos x="connsiteX7836" y="connsiteY7836"/>
                </a:cxn>
                <a:cxn ang="0">
                  <a:pos x="connsiteX7837" y="connsiteY7837"/>
                </a:cxn>
                <a:cxn ang="0">
                  <a:pos x="connsiteX7838" y="connsiteY7838"/>
                </a:cxn>
                <a:cxn ang="0">
                  <a:pos x="connsiteX7839" y="connsiteY7839"/>
                </a:cxn>
                <a:cxn ang="0">
                  <a:pos x="connsiteX7840" y="connsiteY7840"/>
                </a:cxn>
                <a:cxn ang="0">
                  <a:pos x="connsiteX7841" y="connsiteY7841"/>
                </a:cxn>
                <a:cxn ang="0">
                  <a:pos x="connsiteX7842" y="connsiteY7842"/>
                </a:cxn>
                <a:cxn ang="0">
                  <a:pos x="connsiteX7843" y="connsiteY7843"/>
                </a:cxn>
                <a:cxn ang="0">
                  <a:pos x="connsiteX7844" y="connsiteY7844"/>
                </a:cxn>
                <a:cxn ang="0">
                  <a:pos x="connsiteX7845" y="connsiteY7845"/>
                </a:cxn>
                <a:cxn ang="0">
                  <a:pos x="connsiteX7846" y="connsiteY7846"/>
                </a:cxn>
                <a:cxn ang="0">
                  <a:pos x="connsiteX7847" y="connsiteY7847"/>
                </a:cxn>
                <a:cxn ang="0">
                  <a:pos x="connsiteX7848" y="connsiteY7848"/>
                </a:cxn>
                <a:cxn ang="0">
                  <a:pos x="connsiteX7849" y="connsiteY7849"/>
                </a:cxn>
                <a:cxn ang="0">
                  <a:pos x="connsiteX7850" y="connsiteY7850"/>
                </a:cxn>
                <a:cxn ang="0">
                  <a:pos x="connsiteX7851" y="connsiteY7851"/>
                </a:cxn>
                <a:cxn ang="0">
                  <a:pos x="connsiteX7852" y="connsiteY7852"/>
                </a:cxn>
                <a:cxn ang="0">
                  <a:pos x="connsiteX7853" y="connsiteY7853"/>
                </a:cxn>
                <a:cxn ang="0">
                  <a:pos x="connsiteX7854" y="connsiteY7854"/>
                </a:cxn>
                <a:cxn ang="0">
                  <a:pos x="connsiteX7855" y="connsiteY7855"/>
                </a:cxn>
                <a:cxn ang="0">
                  <a:pos x="connsiteX7856" y="connsiteY7856"/>
                </a:cxn>
                <a:cxn ang="0">
                  <a:pos x="connsiteX7857" y="connsiteY7857"/>
                </a:cxn>
                <a:cxn ang="0">
                  <a:pos x="connsiteX7858" y="connsiteY7858"/>
                </a:cxn>
                <a:cxn ang="0">
                  <a:pos x="connsiteX7859" y="connsiteY7859"/>
                </a:cxn>
                <a:cxn ang="0">
                  <a:pos x="connsiteX7860" y="connsiteY7860"/>
                </a:cxn>
                <a:cxn ang="0">
                  <a:pos x="connsiteX7861" y="connsiteY7861"/>
                </a:cxn>
                <a:cxn ang="0">
                  <a:pos x="connsiteX7862" y="connsiteY7862"/>
                </a:cxn>
                <a:cxn ang="0">
                  <a:pos x="connsiteX7863" y="connsiteY7863"/>
                </a:cxn>
                <a:cxn ang="0">
                  <a:pos x="connsiteX7864" y="connsiteY7864"/>
                </a:cxn>
                <a:cxn ang="0">
                  <a:pos x="connsiteX7865" y="connsiteY7865"/>
                </a:cxn>
                <a:cxn ang="0">
                  <a:pos x="connsiteX7866" y="connsiteY7866"/>
                </a:cxn>
                <a:cxn ang="0">
                  <a:pos x="connsiteX7867" y="connsiteY7867"/>
                </a:cxn>
                <a:cxn ang="0">
                  <a:pos x="connsiteX7868" y="connsiteY7868"/>
                </a:cxn>
                <a:cxn ang="0">
                  <a:pos x="connsiteX7869" y="connsiteY7869"/>
                </a:cxn>
                <a:cxn ang="0">
                  <a:pos x="connsiteX7870" y="connsiteY7870"/>
                </a:cxn>
                <a:cxn ang="0">
                  <a:pos x="connsiteX7871" y="connsiteY7871"/>
                </a:cxn>
                <a:cxn ang="0">
                  <a:pos x="connsiteX7872" y="connsiteY7872"/>
                </a:cxn>
                <a:cxn ang="0">
                  <a:pos x="connsiteX7873" y="connsiteY7873"/>
                </a:cxn>
                <a:cxn ang="0">
                  <a:pos x="connsiteX7874" y="connsiteY7874"/>
                </a:cxn>
                <a:cxn ang="0">
                  <a:pos x="connsiteX7875" y="connsiteY7875"/>
                </a:cxn>
                <a:cxn ang="0">
                  <a:pos x="connsiteX7876" y="connsiteY7876"/>
                </a:cxn>
                <a:cxn ang="0">
                  <a:pos x="connsiteX7877" y="connsiteY7877"/>
                </a:cxn>
                <a:cxn ang="0">
                  <a:pos x="connsiteX7878" y="connsiteY7878"/>
                </a:cxn>
                <a:cxn ang="0">
                  <a:pos x="connsiteX7879" y="connsiteY7879"/>
                </a:cxn>
                <a:cxn ang="0">
                  <a:pos x="connsiteX7880" y="connsiteY7880"/>
                </a:cxn>
                <a:cxn ang="0">
                  <a:pos x="connsiteX7881" y="connsiteY7881"/>
                </a:cxn>
                <a:cxn ang="0">
                  <a:pos x="connsiteX7882" y="connsiteY7882"/>
                </a:cxn>
                <a:cxn ang="0">
                  <a:pos x="connsiteX7883" y="connsiteY7883"/>
                </a:cxn>
                <a:cxn ang="0">
                  <a:pos x="connsiteX7884" y="connsiteY7884"/>
                </a:cxn>
                <a:cxn ang="0">
                  <a:pos x="connsiteX7885" y="connsiteY7885"/>
                </a:cxn>
                <a:cxn ang="0">
                  <a:pos x="connsiteX7886" y="connsiteY7886"/>
                </a:cxn>
                <a:cxn ang="0">
                  <a:pos x="connsiteX7887" y="connsiteY7887"/>
                </a:cxn>
                <a:cxn ang="0">
                  <a:pos x="connsiteX7888" y="connsiteY7888"/>
                </a:cxn>
                <a:cxn ang="0">
                  <a:pos x="connsiteX7889" y="connsiteY7889"/>
                </a:cxn>
                <a:cxn ang="0">
                  <a:pos x="connsiteX7890" y="connsiteY7890"/>
                </a:cxn>
                <a:cxn ang="0">
                  <a:pos x="connsiteX7891" y="connsiteY7891"/>
                </a:cxn>
                <a:cxn ang="0">
                  <a:pos x="connsiteX7892" y="connsiteY7892"/>
                </a:cxn>
                <a:cxn ang="0">
                  <a:pos x="connsiteX7893" y="connsiteY7893"/>
                </a:cxn>
                <a:cxn ang="0">
                  <a:pos x="connsiteX7894" y="connsiteY7894"/>
                </a:cxn>
                <a:cxn ang="0">
                  <a:pos x="connsiteX7895" y="connsiteY7895"/>
                </a:cxn>
                <a:cxn ang="0">
                  <a:pos x="connsiteX7896" y="connsiteY7896"/>
                </a:cxn>
                <a:cxn ang="0">
                  <a:pos x="connsiteX7897" y="connsiteY7897"/>
                </a:cxn>
                <a:cxn ang="0">
                  <a:pos x="connsiteX7898" y="connsiteY7898"/>
                </a:cxn>
                <a:cxn ang="0">
                  <a:pos x="connsiteX7899" y="connsiteY7899"/>
                </a:cxn>
                <a:cxn ang="0">
                  <a:pos x="connsiteX7900" y="connsiteY7900"/>
                </a:cxn>
                <a:cxn ang="0">
                  <a:pos x="connsiteX7901" y="connsiteY7901"/>
                </a:cxn>
                <a:cxn ang="0">
                  <a:pos x="connsiteX7902" y="connsiteY7902"/>
                </a:cxn>
                <a:cxn ang="0">
                  <a:pos x="connsiteX7903" y="connsiteY7903"/>
                </a:cxn>
                <a:cxn ang="0">
                  <a:pos x="connsiteX7904" y="connsiteY7904"/>
                </a:cxn>
                <a:cxn ang="0">
                  <a:pos x="connsiteX7905" y="connsiteY7905"/>
                </a:cxn>
                <a:cxn ang="0">
                  <a:pos x="connsiteX7906" y="connsiteY7906"/>
                </a:cxn>
                <a:cxn ang="0">
                  <a:pos x="connsiteX7907" y="connsiteY7907"/>
                </a:cxn>
                <a:cxn ang="0">
                  <a:pos x="connsiteX7908" y="connsiteY7908"/>
                </a:cxn>
                <a:cxn ang="0">
                  <a:pos x="connsiteX7909" y="connsiteY7909"/>
                </a:cxn>
                <a:cxn ang="0">
                  <a:pos x="connsiteX7910" y="connsiteY7910"/>
                </a:cxn>
                <a:cxn ang="0">
                  <a:pos x="connsiteX7911" y="connsiteY7911"/>
                </a:cxn>
                <a:cxn ang="0">
                  <a:pos x="connsiteX7912" y="connsiteY7912"/>
                </a:cxn>
                <a:cxn ang="0">
                  <a:pos x="connsiteX7913" y="connsiteY7913"/>
                </a:cxn>
                <a:cxn ang="0">
                  <a:pos x="connsiteX7914" y="connsiteY7914"/>
                </a:cxn>
                <a:cxn ang="0">
                  <a:pos x="connsiteX7915" y="connsiteY7915"/>
                </a:cxn>
                <a:cxn ang="0">
                  <a:pos x="connsiteX7916" y="connsiteY7916"/>
                </a:cxn>
                <a:cxn ang="0">
                  <a:pos x="connsiteX7917" y="connsiteY7917"/>
                </a:cxn>
                <a:cxn ang="0">
                  <a:pos x="connsiteX7918" y="connsiteY7918"/>
                </a:cxn>
                <a:cxn ang="0">
                  <a:pos x="connsiteX7919" y="connsiteY7919"/>
                </a:cxn>
                <a:cxn ang="0">
                  <a:pos x="connsiteX7920" y="connsiteY7920"/>
                </a:cxn>
                <a:cxn ang="0">
                  <a:pos x="connsiteX7921" y="connsiteY7921"/>
                </a:cxn>
                <a:cxn ang="0">
                  <a:pos x="connsiteX7922" y="connsiteY7922"/>
                </a:cxn>
                <a:cxn ang="0">
                  <a:pos x="connsiteX7923" y="connsiteY7923"/>
                </a:cxn>
                <a:cxn ang="0">
                  <a:pos x="connsiteX7924" y="connsiteY7924"/>
                </a:cxn>
                <a:cxn ang="0">
                  <a:pos x="connsiteX7925" y="connsiteY7925"/>
                </a:cxn>
                <a:cxn ang="0">
                  <a:pos x="connsiteX7926" y="connsiteY7926"/>
                </a:cxn>
                <a:cxn ang="0">
                  <a:pos x="connsiteX7927" y="connsiteY7927"/>
                </a:cxn>
                <a:cxn ang="0">
                  <a:pos x="connsiteX7928" y="connsiteY7928"/>
                </a:cxn>
                <a:cxn ang="0">
                  <a:pos x="connsiteX7929" y="connsiteY7929"/>
                </a:cxn>
                <a:cxn ang="0">
                  <a:pos x="connsiteX7930" y="connsiteY7930"/>
                </a:cxn>
                <a:cxn ang="0">
                  <a:pos x="connsiteX7931" y="connsiteY7931"/>
                </a:cxn>
                <a:cxn ang="0">
                  <a:pos x="connsiteX7932" y="connsiteY7932"/>
                </a:cxn>
                <a:cxn ang="0">
                  <a:pos x="connsiteX7933" y="connsiteY7933"/>
                </a:cxn>
                <a:cxn ang="0">
                  <a:pos x="connsiteX7934" y="connsiteY7934"/>
                </a:cxn>
                <a:cxn ang="0">
                  <a:pos x="connsiteX7935" y="connsiteY7935"/>
                </a:cxn>
                <a:cxn ang="0">
                  <a:pos x="connsiteX7936" y="connsiteY7936"/>
                </a:cxn>
                <a:cxn ang="0">
                  <a:pos x="connsiteX7937" y="connsiteY7937"/>
                </a:cxn>
                <a:cxn ang="0">
                  <a:pos x="connsiteX7938" y="connsiteY7938"/>
                </a:cxn>
                <a:cxn ang="0">
                  <a:pos x="connsiteX7939" y="connsiteY7939"/>
                </a:cxn>
                <a:cxn ang="0">
                  <a:pos x="connsiteX7940" y="connsiteY7940"/>
                </a:cxn>
                <a:cxn ang="0">
                  <a:pos x="connsiteX7941" y="connsiteY7941"/>
                </a:cxn>
                <a:cxn ang="0">
                  <a:pos x="connsiteX7942" y="connsiteY7942"/>
                </a:cxn>
                <a:cxn ang="0">
                  <a:pos x="connsiteX7943" y="connsiteY7943"/>
                </a:cxn>
                <a:cxn ang="0">
                  <a:pos x="connsiteX7944" y="connsiteY7944"/>
                </a:cxn>
                <a:cxn ang="0">
                  <a:pos x="connsiteX7945" y="connsiteY7945"/>
                </a:cxn>
                <a:cxn ang="0">
                  <a:pos x="connsiteX7946" y="connsiteY7946"/>
                </a:cxn>
                <a:cxn ang="0">
                  <a:pos x="connsiteX7947" y="connsiteY7947"/>
                </a:cxn>
                <a:cxn ang="0">
                  <a:pos x="connsiteX7948" y="connsiteY7948"/>
                </a:cxn>
                <a:cxn ang="0">
                  <a:pos x="connsiteX7949" y="connsiteY7949"/>
                </a:cxn>
                <a:cxn ang="0">
                  <a:pos x="connsiteX7950" y="connsiteY7950"/>
                </a:cxn>
                <a:cxn ang="0">
                  <a:pos x="connsiteX7951" y="connsiteY7951"/>
                </a:cxn>
                <a:cxn ang="0">
                  <a:pos x="connsiteX7952" y="connsiteY7952"/>
                </a:cxn>
                <a:cxn ang="0">
                  <a:pos x="connsiteX7953" y="connsiteY7953"/>
                </a:cxn>
                <a:cxn ang="0">
                  <a:pos x="connsiteX7954" y="connsiteY7954"/>
                </a:cxn>
                <a:cxn ang="0">
                  <a:pos x="connsiteX7955" y="connsiteY7955"/>
                </a:cxn>
                <a:cxn ang="0">
                  <a:pos x="connsiteX7956" y="connsiteY7956"/>
                </a:cxn>
                <a:cxn ang="0">
                  <a:pos x="connsiteX7957" y="connsiteY7957"/>
                </a:cxn>
                <a:cxn ang="0">
                  <a:pos x="connsiteX7958" y="connsiteY7958"/>
                </a:cxn>
                <a:cxn ang="0">
                  <a:pos x="connsiteX7959" y="connsiteY7959"/>
                </a:cxn>
                <a:cxn ang="0">
                  <a:pos x="connsiteX7960" y="connsiteY7960"/>
                </a:cxn>
                <a:cxn ang="0">
                  <a:pos x="connsiteX7961" y="connsiteY7961"/>
                </a:cxn>
                <a:cxn ang="0">
                  <a:pos x="connsiteX7962" y="connsiteY7962"/>
                </a:cxn>
                <a:cxn ang="0">
                  <a:pos x="connsiteX7963" y="connsiteY7963"/>
                </a:cxn>
                <a:cxn ang="0">
                  <a:pos x="connsiteX7964" y="connsiteY7964"/>
                </a:cxn>
                <a:cxn ang="0">
                  <a:pos x="connsiteX7965" y="connsiteY7965"/>
                </a:cxn>
                <a:cxn ang="0">
                  <a:pos x="connsiteX7966" y="connsiteY7966"/>
                </a:cxn>
                <a:cxn ang="0">
                  <a:pos x="connsiteX7967" y="connsiteY7967"/>
                </a:cxn>
                <a:cxn ang="0">
                  <a:pos x="connsiteX7968" y="connsiteY7968"/>
                </a:cxn>
                <a:cxn ang="0">
                  <a:pos x="connsiteX7969" y="connsiteY7969"/>
                </a:cxn>
                <a:cxn ang="0">
                  <a:pos x="connsiteX7970" y="connsiteY7970"/>
                </a:cxn>
                <a:cxn ang="0">
                  <a:pos x="connsiteX7971" y="connsiteY7971"/>
                </a:cxn>
                <a:cxn ang="0">
                  <a:pos x="connsiteX7972" y="connsiteY7972"/>
                </a:cxn>
                <a:cxn ang="0">
                  <a:pos x="connsiteX7973" y="connsiteY7973"/>
                </a:cxn>
                <a:cxn ang="0">
                  <a:pos x="connsiteX7974" y="connsiteY7974"/>
                </a:cxn>
                <a:cxn ang="0">
                  <a:pos x="connsiteX7975" y="connsiteY7975"/>
                </a:cxn>
                <a:cxn ang="0">
                  <a:pos x="connsiteX7976" y="connsiteY7976"/>
                </a:cxn>
                <a:cxn ang="0">
                  <a:pos x="connsiteX7977" y="connsiteY7977"/>
                </a:cxn>
                <a:cxn ang="0">
                  <a:pos x="connsiteX7978" y="connsiteY7978"/>
                </a:cxn>
                <a:cxn ang="0">
                  <a:pos x="connsiteX7979" y="connsiteY7979"/>
                </a:cxn>
                <a:cxn ang="0">
                  <a:pos x="connsiteX7980" y="connsiteY7980"/>
                </a:cxn>
                <a:cxn ang="0">
                  <a:pos x="connsiteX7981" y="connsiteY7981"/>
                </a:cxn>
                <a:cxn ang="0">
                  <a:pos x="connsiteX7982" y="connsiteY7982"/>
                </a:cxn>
                <a:cxn ang="0">
                  <a:pos x="connsiteX7983" y="connsiteY7983"/>
                </a:cxn>
                <a:cxn ang="0">
                  <a:pos x="connsiteX7984" y="connsiteY7984"/>
                </a:cxn>
                <a:cxn ang="0">
                  <a:pos x="connsiteX7985" y="connsiteY7985"/>
                </a:cxn>
                <a:cxn ang="0">
                  <a:pos x="connsiteX7986" y="connsiteY7986"/>
                </a:cxn>
                <a:cxn ang="0">
                  <a:pos x="connsiteX7987" y="connsiteY7987"/>
                </a:cxn>
                <a:cxn ang="0">
                  <a:pos x="connsiteX7988" y="connsiteY7988"/>
                </a:cxn>
                <a:cxn ang="0">
                  <a:pos x="connsiteX7989" y="connsiteY7989"/>
                </a:cxn>
                <a:cxn ang="0">
                  <a:pos x="connsiteX7990" y="connsiteY7990"/>
                </a:cxn>
                <a:cxn ang="0">
                  <a:pos x="connsiteX7991" y="connsiteY7991"/>
                </a:cxn>
                <a:cxn ang="0">
                  <a:pos x="connsiteX7992" y="connsiteY7992"/>
                </a:cxn>
                <a:cxn ang="0">
                  <a:pos x="connsiteX7993" y="connsiteY7993"/>
                </a:cxn>
                <a:cxn ang="0">
                  <a:pos x="connsiteX7994" y="connsiteY7994"/>
                </a:cxn>
                <a:cxn ang="0">
                  <a:pos x="connsiteX7995" y="connsiteY7995"/>
                </a:cxn>
                <a:cxn ang="0">
                  <a:pos x="connsiteX7996" y="connsiteY7996"/>
                </a:cxn>
                <a:cxn ang="0">
                  <a:pos x="connsiteX7997" y="connsiteY7997"/>
                </a:cxn>
                <a:cxn ang="0">
                  <a:pos x="connsiteX7998" y="connsiteY7998"/>
                </a:cxn>
                <a:cxn ang="0">
                  <a:pos x="connsiteX7999" y="connsiteY7999"/>
                </a:cxn>
                <a:cxn ang="0">
                  <a:pos x="connsiteX8000" y="connsiteY8000"/>
                </a:cxn>
                <a:cxn ang="0">
                  <a:pos x="connsiteX8001" y="connsiteY8001"/>
                </a:cxn>
                <a:cxn ang="0">
                  <a:pos x="connsiteX8002" y="connsiteY8002"/>
                </a:cxn>
                <a:cxn ang="0">
                  <a:pos x="connsiteX8003" y="connsiteY8003"/>
                </a:cxn>
                <a:cxn ang="0">
                  <a:pos x="connsiteX8004" y="connsiteY8004"/>
                </a:cxn>
                <a:cxn ang="0">
                  <a:pos x="connsiteX8005" y="connsiteY8005"/>
                </a:cxn>
                <a:cxn ang="0">
                  <a:pos x="connsiteX8006" y="connsiteY8006"/>
                </a:cxn>
                <a:cxn ang="0">
                  <a:pos x="connsiteX8007" y="connsiteY8007"/>
                </a:cxn>
                <a:cxn ang="0">
                  <a:pos x="connsiteX8008" y="connsiteY8008"/>
                </a:cxn>
                <a:cxn ang="0">
                  <a:pos x="connsiteX8009" y="connsiteY8009"/>
                </a:cxn>
                <a:cxn ang="0">
                  <a:pos x="connsiteX8010" y="connsiteY8010"/>
                </a:cxn>
                <a:cxn ang="0">
                  <a:pos x="connsiteX8011" y="connsiteY8011"/>
                </a:cxn>
                <a:cxn ang="0">
                  <a:pos x="connsiteX8012" y="connsiteY8012"/>
                </a:cxn>
                <a:cxn ang="0">
                  <a:pos x="connsiteX8013" y="connsiteY8013"/>
                </a:cxn>
                <a:cxn ang="0">
                  <a:pos x="connsiteX8014" y="connsiteY8014"/>
                </a:cxn>
                <a:cxn ang="0">
                  <a:pos x="connsiteX8015" y="connsiteY8015"/>
                </a:cxn>
                <a:cxn ang="0">
                  <a:pos x="connsiteX8016" y="connsiteY8016"/>
                </a:cxn>
                <a:cxn ang="0">
                  <a:pos x="connsiteX8017" y="connsiteY8017"/>
                </a:cxn>
                <a:cxn ang="0">
                  <a:pos x="connsiteX8018" y="connsiteY8018"/>
                </a:cxn>
                <a:cxn ang="0">
                  <a:pos x="connsiteX8019" y="connsiteY8019"/>
                </a:cxn>
                <a:cxn ang="0">
                  <a:pos x="connsiteX8020" y="connsiteY8020"/>
                </a:cxn>
                <a:cxn ang="0">
                  <a:pos x="connsiteX8021" y="connsiteY8021"/>
                </a:cxn>
                <a:cxn ang="0">
                  <a:pos x="connsiteX8022" y="connsiteY8022"/>
                </a:cxn>
                <a:cxn ang="0">
                  <a:pos x="connsiteX8023" y="connsiteY8023"/>
                </a:cxn>
                <a:cxn ang="0">
                  <a:pos x="connsiteX8024" y="connsiteY8024"/>
                </a:cxn>
                <a:cxn ang="0">
                  <a:pos x="connsiteX8025" y="connsiteY8025"/>
                </a:cxn>
                <a:cxn ang="0">
                  <a:pos x="connsiteX8026" y="connsiteY8026"/>
                </a:cxn>
                <a:cxn ang="0">
                  <a:pos x="connsiteX8027" y="connsiteY8027"/>
                </a:cxn>
                <a:cxn ang="0">
                  <a:pos x="connsiteX8028" y="connsiteY8028"/>
                </a:cxn>
                <a:cxn ang="0">
                  <a:pos x="connsiteX8029" y="connsiteY8029"/>
                </a:cxn>
                <a:cxn ang="0">
                  <a:pos x="connsiteX8030" y="connsiteY8030"/>
                </a:cxn>
                <a:cxn ang="0">
                  <a:pos x="connsiteX8031" y="connsiteY8031"/>
                </a:cxn>
                <a:cxn ang="0">
                  <a:pos x="connsiteX8032" y="connsiteY8032"/>
                </a:cxn>
                <a:cxn ang="0">
                  <a:pos x="connsiteX8033" y="connsiteY8033"/>
                </a:cxn>
                <a:cxn ang="0">
                  <a:pos x="connsiteX8034" y="connsiteY8034"/>
                </a:cxn>
                <a:cxn ang="0">
                  <a:pos x="connsiteX8035" y="connsiteY8035"/>
                </a:cxn>
                <a:cxn ang="0">
                  <a:pos x="connsiteX8036" y="connsiteY8036"/>
                </a:cxn>
                <a:cxn ang="0">
                  <a:pos x="connsiteX8037" y="connsiteY8037"/>
                </a:cxn>
                <a:cxn ang="0">
                  <a:pos x="connsiteX8038" y="connsiteY8038"/>
                </a:cxn>
                <a:cxn ang="0">
                  <a:pos x="connsiteX8039" y="connsiteY8039"/>
                </a:cxn>
                <a:cxn ang="0">
                  <a:pos x="connsiteX8040" y="connsiteY8040"/>
                </a:cxn>
                <a:cxn ang="0">
                  <a:pos x="connsiteX8041" y="connsiteY8041"/>
                </a:cxn>
                <a:cxn ang="0">
                  <a:pos x="connsiteX8042" y="connsiteY8042"/>
                </a:cxn>
                <a:cxn ang="0">
                  <a:pos x="connsiteX8043" y="connsiteY8043"/>
                </a:cxn>
                <a:cxn ang="0">
                  <a:pos x="connsiteX8044" y="connsiteY8044"/>
                </a:cxn>
                <a:cxn ang="0">
                  <a:pos x="connsiteX8045" y="connsiteY8045"/>
                </a:cxn>
                <a:cxn ang="0">
                  <a:pos x="connsiteX8046" y="connsiteY8046"/>
                </a:cxn>
                <a:cxn ang="0">
                  <a:pos x="connsiteX8047" y="connsiteY8047"/>
                </a:cxn>
                <a:cxn ang="0">
                  <a:pos x="connsiteX8048" y="connsiteY8048"/>
                </a:cxn>
                <a:cxn ang="0">
                  <a:pos x="connsiteX8049" y="connsiteY8049"/>
                </a:cxn>
                <a:cxn ang="0">
                  <a:pos x="connsiteX8050" y="connsiteY8050"/>
                </a:cxn>
                <a:cxn ang="0">
                  <a:pos x="connsiteX8051" y="connsiteY8051"/>
                </a:cxn>
                <a:cxn ang="0">
                  <a:pos x="connsiteX8052" y="connsiteY8052"/>
                </a:cxn>
                <a:cxn ang="0">
                  <a:pos x="connsiteX8053" y="connsiteY8053"/>
                </a:cxn>
                <a:cxn ang="0">
                  <a:pos x="connsiteX8054" y="connsiteY8054"/>
                </a:cxn>
                <a:cxn ang="0">
                  <a:pos x="connsiteX8055" y="connsiteY8055"/>
                </a:cxn>
                <a:cxn ang="0">
                  <a:pos x="connsiteX8056" y="connsiteY8056"/>
                </a:cxn>
                <a:cxn ang="0">
                  <a:pos x="connsiteX8057" y="connsiteY8057"/>
                </a:cxn>
                <a:cxn ang="0">
                  <a:pos x="connsiteX8058" y="connsiteY8058"/>
                </a:cxn>
                <a:cxn ang="0">
                  <a:pos x="connsiteX8059" y="connsiteY8059"/>
                </a:cxn>
                <a:cxn ang="0">
                  <a:pos x="connsiteX8060" y="connsiteY8060"/>
                </a:cxn>
                <a:cxn ang="0">
                  <a:pos x="connsiteX8061" y="connsiteY8061"/>
                </a:cxn>
                <a:cxn ang="0">
                  <a:pos x="connsiteX8062" y="connsiteY8062"/>
                </a:cxn>
                <a:cxn ang="0">
                  <a:pos x="connsiteX8063" y="connsiteY8063"/>
                </a:cxn>
                <a:cxn ang="0">
                  <a:pos x="connsiteX8064" y="connsiteY8064"/>
                </a:cxn>
                <a:cxn ang="0">
                  <a:pos x="connsiteX8065" y="connsiteY8065"/>
                </a:cxn>
                <a:cxn ang="0">
                  <a:pos x="connsiteX8066" y="connsiteY8066"/>
                </a:cxn>
                <a:cxn ang="0">
                  <a:pos x="connsiteX8067" y="connsiteY8067"/>
                </a:cxn>
                <a:cxn ang="0">
                  <a:pos x="connsiteX8068" y="connsiteY8068"/>
                </a:cxn>
                <a:cxn ang="0">
                  <a:pos x="connsiteX8069" y="connsiteY8069"/>
                </a:cxn>
                <a:cxn ang="0">
                  <a:pos x="connsiteX8070" y="connsiteY8070"/>
                </a:cxn>
                <a:cxn ang="0">
                  <a:pos x="connsiteX8071" y="connsiteY8071"/>
                </a:cxn>
                <a:cxn ang="0">
                  <a:pos x="connsiteX8072" y="connsiteY8072"/>
                </a:cxn>
                <a:cxn ang="0">
                  <a:pos x="connsiteX8073" y="connsiteY8073"/>
                </a:cxn>
                <a:cxn ang="0">
                  <a:pos x="connsiteX8074" y="connsiteY8074"/>
                </a:cxn>
                <a:cxn ang="0">
                  <a:pos x="connsiteX8075" y="connsiteY8075"/>
                </a:cxn>
                <a:cxn ang="0">
                  <a:pos x="connsiteX8076" y="connsiteY8076"/>
                </a:cxn>
                <a:cxn ang="0">
                  <a:pos x="connsiteX8077" y="connsiteY8077"/>
                </a:cxn>
                <a:cxn ang="0">
                  <a:pos x="connsiteX8078" y="connsiteY8078"/>
                </a:cxn>
                <a:cxn ang="0">
                  <a:pos x="connsiteX8079" y="connsiteY8079"/>
                </a:cxn>
                <a:cxn ang="0">
                  <a:pos x="connsiteX8080" y="connsiteY8080"/>
                </a:cxn>
                <a:cxn ang="0">
                  <a:pos x="connsiteX8081" y="connsiteY8081"/>
                </a:cxn>
                <a:cxn ang="0">
                  <a:pos x="connsiteX8082" y="connsiteY8082"/>
                </a:cxn>
                <a:cxn ang="0">
                  <a:pos x="connsiteX8083" y="connsiteY8083"/>
                </a:cxn>
                <a:cxn ang="0">
                  <a:pos x="connsiteX8084" y="connsiteY8084"/>
                </a:cxn>
                <a:cxn ang="0">
                  <a:pos x="connsiteX8085" y="connsiteY8085"/>
                </a:cxn>
                <a:cxn ang="0">
                  <a:pos x="connsiteX8086" y="connsiteY8086"/>
                </a:cxn>
                <a:cxn ang="0">
                  <a:pos x="connsiteX8087" y="connsiteY8087"/>
                </a:cxn>
                <a:cxn ang="0">
                  <a:pos x="connsiteX8088" y="connsiteY8088"/>
                </a:cxn>
                <a:cxn ang="0">
                  <a:pos x="connsiteX8089" y="connsiteY8089"/>
                </a:cxn>
                <a:cxn ang="0">
                  <a:pos x="connsiteX8090" y="connsiteY8090"/>
                </a:cxn>
                <a:cxn ang="0">
                  <a:pos x="connsiteX8091" y="connsiteY8091"/>
                </a:cxn>
                <a:cxn ang="0">
                  <a:pos x="connsiteX8092" y="connsiteY8092"/>
                </a:cxn>
                <a:cxn ang="0">
                  <a:pos x="connsiteX8093" y="connsiteY8093"/>
                </a:cxn>
                <a:cxn ang="0">
                  <a:pos x="connsiteX8094" y="connsiteY8094"/>
                </a:cxn>
                <a:cxn ang="0">
                  <a:pos x="connsiteX8095" y="connsiteY8095"/>
                </a:cxn>
                <a:cxn ang="0">
                  <a:pos x="connsiteX8096" y="connsiteY8096"/>
                </a:cxn>
                <a:cxn ang="0">
                  <a:pos x="connsiteX8097" y="connsiteY8097"/>
                </a:cxn>
                <a:cxn ang="0">
                  <a:pos x="connsiteX8098" y="connsiteY8098"/>
                </a:cxn>
                <a:cxn ang="0">
                  <a:pos x="connsiteX8099" y="connsiteY8099"/>
                </a:cxn>
                <a:cxn ang="0">
                  <a:pos x="connsiteX8100" y="connsiteY8100"/>
                </a:cxn>
                <a:cxn ang="0">
                  <a:pos x="connsiteX8101" y="connsiteY8101"/>
                </a:cxn>
                <a:cxn ang="0">
                  <a:pos x="connsiteX8102" y="connsiteY8102"/>
                </a:cxn>
                <a:cxn ang="0">
                  <a:pos x="connsiteX8103" y="connsiteY8103"/>
                </a:cxn>
                <a:cxn ang="0">
                  <a:pos x="connsiteX8104" y="connsiteY8104"/>
                </a:cxn>
                <a:cxn ang="0">
                  <a:pos x="connsiteX8105" y="connsiteY8105"/>
                </a:cxn>
                <a:cxn ang="0">
                  <a:pos x="connsiteX8106" y="connsiteY8106"/>
                </a:cxn>
                <a:cxn ang="0">
                  <a:pos x="connsiteX8107" y="connsiteY8107"/>
                </a:cxn>
                <a:cxn ang="0">
                  <a:pos x="connsiteX8108" y="connsiteY8108"/>
                </a:cxn>
                <a:cxn ang="0">
                  <a:pos x="connsiteX8109" y="connsiteY8109"/>
                </a:cxn>
                <a:cxn ang="0">
                  <a:pos x="connsiteX8110" y="connsiteY8110"/>
                </a:cxn>
                <a:cxn ang="0">
                  <a:pos x="connsiteX8111" y="connsiteY8111"/>
                </a:cxn>
                <a:cxn ang="0">
                  <a:pos x="connsiteX8112" y="connsiteY8112"/>
                </a:cxn>
                <a:cxn ang="0">
                  <a:pos x="connsiteX8113" y="connsiteY8113"/>
                </a:cxn>
                <a:cxn ang="0">
                  <a:pos x="connsiteX8114" y="connsiteY8114"/>
                </a:cxn>
                <a:cxn ang="0">
                  <a:pos x="connsiteX8115" y="connsiteY8115"/>
                </a:cxn>
                <a:cxn ang="0">
                  <a:pos x="connsiteX8116" y="connsiteY8116"/>
                </a:cxn>
                <a:cxn ang="0">
                  <a:pos x="connsiteX8117" y="connsiteY8117"/>
                </a:cxn>
                <a:cxn ang="0">
                  <a:pos x="connsiteX8118" y="connsiteY8118"/>
                </a:cxn>
                <a:cxn ang="0">
                  <a:pos x="connsiteX8119" y="connsiteY8119"/>
                </a:cxn>
                <a:cxn ang="0">
                  <a:pos x="connsiteX8120" y="connsiteY8120"/>
                </a:cxn>
                <a:cxn ang="0">
                  <a:pos x="connsiteX8121" y="connsiteY8121"/>
                </a:cxn>
                <a:cxn ang="0">
                  <a:pos x="connsiteX8122" y="connsiteY8122"/>
                </a:cxn>
                <a:cxn ang="0">
                  <a:pos x="connsiteX8123" y="connsiteY8123"/>
                </a:cxn>
                <a:cxn ang="0">
                  <a:pos x="connsiteX8124" y="connsiteY8124"/>
                </a:cxn>
                <a:cxn ang="0">
                  <a:pos x="connsiteX8125" y="connsiteY8125"/>
                </a:cxn>
                <a:cxn ang="0">
                  <a:pos x="connsiteX8126" y="connsiteY8126"/>
                </a:cxn>
                <a:cxn ang="0">
                  <a:pos x="connsiteX8127" y="connsiteY8127"/>
                </a:cxn>
                <a:cxn ang="0">
                  <a:pos x="connsiteX8128" y="connsiteY8128"/>
                </a:cxn>
                <a:cxn ang="0">
                  <a:pos x="connsiteX8129" y="connsiteY8129"/>
                </a:cxn>
                <a:cxn ang="0">
                  <a:pos x="connsiteX8130" y="connsiteY8130"/>
                </a:cxn>
                <a:cxn ang="0">
                  <a:pos x="connsiteX8131" y="connsiteY8131"/>
                </a:cxn>
                <a:cxn ang="0">
                  <a:pos x="connsiteX8132" y="connsiteY8132"/>
                </a:cxn>
                <a:cxn ang="0">
                  <a:pos x="connsiteX8133" y="connsiteY8133"/>
                </a:cxn>
                <a:cxn ang="0">
                  <a:pos x="connsiteX8134" y="connsiteY8134"/>
                </a:cxn>
                <a:cxn ang="0">
                  <a:pos x="connsiteX8135" y="connsiteY8135"/>
                </a:cxn>
                <a:cxn ang="0">
                  <a:pos x="connsiteX8136" y="connsiteY8136"/>
                </a:cxn>
                <a:cxn ang="0">
                  <a:pos x="connsiteX8137" y="connsiteY8137"/>
                </a:cxn>
                <a:cxn ang="0">
                  <a:pos x="connsiteX8138" y="connsiteY8138"/>
                </a:cxn>
                <a:cxn ang="0">
                  <a:pos x="connsiteX8139" y="connsiteY8139"/>
                </a:cxn>
                <a:cxn ang="0">
                  <a:pos x="connsiteX8140" y="connsiteY8140"/>
                </a:cxn>
                <a:cxn ang="0">
                  <a:pos x="connsiteX8141" y="connsiteY8141"/>
                </a:cxn>
                <a:cxn ang="0">
                  <a:pos x="connsiteX8142" y="connsiteY8142"/>
                </a:cxn>
                <a:cxn ang="0">
                  <a:pos x="connsiteX8143" y="connsiteY8143"/>
                </a:cxn>
                <a:cxn ang="0">
                  <a:pos x="connsiteX8144" y="connsiteY8144"/>
                </a:cxn>
                <a:cxn ang="0">
                  <a:pos x="connsiteX8145" y="connsiteY8145"/>
                </a:cxn>
                <a:cxn ang="0">
                  <a:pos x="connsiteX8146" y="connsiteY8146"/>
                </a:cxn>
                <a:cxn ang="0">
                  <a:pos x="connsiteX8147" y="connsiteY8147"/>
                </a:cxn>
                <a:cxn ang="0">
                  <a:pos x="connsiteX8148" y="connsiteY8148"/>
                </a:cxn>
                <a:cxn ang="0">
                  <a:pos x="connsiteX8149" y="connsiteY8149"/>
                </a:cxn>
                <a:cxn ang="0">
                  <a:pos x="connsiteX8150" y="connsiteY8150"/>
                </a:cxn>
                <a:cxn ang="0">
                  <a:pos x="connsiteX8151" y="connsiteY8151"/>
                </a:cxn>
                <a:cxn ang="0">
                  <a:pos x="connsiteX8152" y="connsiteY8152"/>
                </a:cxn>
                <a:cxn ang="0">
                  <a:pos x="connsiteX8153" y="connsiteY8153"/>
                </a:cxn>
                <a:cxn ang="0">
                  <a:pos x="connsiteX8154" y="connsiteY8154"/>
                </a:cxn>
                <a:cxn ang="0">
                  <a:pos x="connsiteX8155" y="connsiteY8155"/>
                </a:cxn>
                <a:cxn ang="0">
                  <a:pos x="connsiteX8156" y="connsiteY8156"/>
                </a:cxn>
                <a:cxn ang="0">
                  <a:pos x="connsiteX8157" y="connsiteY8157"/>
                </a:cxn>
                <a:cxn ang="0">
                  <a:pos x="connsiteX8158" y="connsiteY8158"/>
                </a:cxn>
                <a:cxn ang="0">
                  <a:pos x="connsiteX8159" y="connsiteY8159"/>
                </a:cxn>
                <a:cxn ang="0">
                  <a:pos x="connsiteX8160" y="connsiteY8160"/>
                </a:cxn>
                <a:cxn ang="0">
                  <a:pos x="connsiteX8161" y="connsiteY8161"/>
                </a:cxn>
                <a:cxn ang="0">
                  <a:pos x="connsiteX8162" y="connsiteY8162"/>
                </a:cxn>
                <a:cxn ang="0">
                  <a:pos x="connsiteX8163" y="connsiteY8163"/>
                </a:cxn>
                <a:cxn ang="0">
                  <a:pos x="connsiteX8164" y="connsiteY8164"/>
                </a:cxn>
                <a:cxn ang="0">
                  <a:pos x="connsiteX8165" y="connsiteY8165"/>
                </a:cxn>
                <a:cxn ang="0">
                  <a:pos x="connsiteX8166" y="connsiteY8166"/>
                </a:cxn>
                <a:cxn ang="0">
                  <a:pos x="connsiteX8167" y="connsiteY8167"/>
                </a:cxn>
                <a:cxn ang="0">
                  <a:pos x="connsiteX8168" y="connsiteY8168"/>
                </a:cxn>
                <a:cxn ang="0">
                  <a:pos x="connsiteX8169" y="connsiteY8169"/>
                </a:cxn>
                <a:cxn ang="0">
                  <a:pos x="connsiteX8170" y="connsiteY8170"/>
                </a:cxn>
                <a:cxn ang="0">
                  <a:pos x="connsiteX8171" y="connsiteY8171"/>
                </a:cxn>
                <a:cxn ang="0">
                  <a:pos x="connsiteX8172" y="connsiteY8172"/>
                </a:cxn>
                <a:cxn ang="0">
                  <a:pos x="connsiteX8173" y="connsiteY8173"/>
                </a:cxn>
                <a:cxn ang="0">
                  <a:pos x="connsiteX8174" y="connsiteY8174"/>
                </a:cxn>
                <a:cxn ang="0">
                  <a:pos x="connsiteX8175" y="connsiteY8175"/>
                </a:cxn>
                <a:cxn ang="0">
                  <a:pos x="connsiteX8176" y="connsiteY8176"/>
                </a:cxn>
                <a:cxn ang="0">
                  <a:pos x="connsiteX8177" y="connsiteY8177"/>
                </a:cxn>
                <a:cxn ang="0">
                  <a:pos x="connsiteX8178" y="connsiteY8178"/>
                </a:cxn>
                <a:cxn ang="0">
                  <a:pos x="connsiteX8179" y="connsiteY8179"/>
                </a:cxn>
                <a:cxn ang="0">
                  <a:pos x="connsiteX8180" y="connsiteY8180"/>
                </a:cxn>
                <a:cxn ang="0">
                  <a:pos x="connsiteX8181" y="connsiteY8181"/>
                </a:cxn>
                <a:cxn ang="0">
                  <a:pos x="connsiteX8182" y="connsiteY8182"/>
                </a:cxn>
                <a:cxn ang="0">
                  <a:pos x="connsiteX8183" y="connsiteY8183"/>
                </a:cxn>
                <a:cxn ang="0">
                  <a:pos x="connsiteX8184" y="connsiteY8184"/>
                </a:cxn>
                <a:cxn ang="0">
                  <a:pos x="connsiteX8185" y="connsiteY8185"/>
                </a:cxn>
                <a:cxn ang="0">
                  <a:pos x="connsiteX8186" y="connsiteY8186"/>
                </a:cxn>
                <a:cxn ang="0">
                  <a:pos x="connsiteX8187" y="connsiteY8187"/>
                </a:cxn>
                <a:cxn ang="0">
                  <a:pos x="connsiteX8188" y="connsiteY8188"/>
                </a:cxn>
                <a:cxn ang="0">
                  <a:pos x="connsiteX8189" y="connsiteY8189"/>
                </a:cxn>
                <a:cxn ang="0">
                  <a:pos x="connsiteX8190" y="connsiteY8190"/>
                </a:cxn>
                <a:cxn ang="0">
                  <a:pos x="connsiteX8191" y="connsiteY8191"/>
                </a:cxn>
                <a:cxn ang="0">
                  <a:pos x="connsiteX8192" y="connsiteY8192"/>
                </a:cxn>
                <a:cxn ang="0">
                  <a:pos x="connsiteX8193" y="connsiteY8193"/>
                </a:cxn>
                <a:cxn ang="0">
                  <a:pos x="connsiteX8194" y="connsiteY8194"/>
                </a:cxn>
                <a:cxn ang="0">
                  <a:pos x="connsiteX8195" y="connsiteY8195"/>
                </a:cxn>
                <a:cxn ang="0">
                  <a:pos x="connsiteX8196" y="connsiteY8196"/>
                </a:cxn>
                <a:cxn ang="0">
                  <a:pos x="connsiteX8197" y="connsiteY8197"/>
                </a:cxn>
                <a:cxn ang="0">
                  <a:pos x="connsiteX8198" y="connsiteY8198"/>
                </a:cxn>
                <a:cxn ang="0">
                  <a:pos x="connsiteX8199" y="connsiteY8199"/>
                </a:cxn>
                <a:cxn ang="0">
                  <a:pos x="connsiteX8200" y="connsiteY8200"/>
                </a:cxn>
                <a:cxn ang="0">
                  <a:pos x="connsiteX8201" y="connsiteY8201"/>
                </a:cxn>
                <a:cxn ang="0">
                  <a:pos x="connsiteX8202" y="connsiteY8202"/>
                </a:cxn>
                <a:cxn ang="0">
                  <a:pos x="connsiteX8203" y="connsiteY8203"/>
                </a:cxn>
                <a:cxn ang="0">
                  <a:pos x="connsiteX8204" y="connsiteY8204"/>
                </a:cxn>
                <a:cxn ang="0">
                  <a:pos x="connsiteX8205" y="connsiteY8205"/>
                </a:cxn>
                <a:cxn ang="0">
                  <a:pos x="connsiteX8206" y="connsiteY8206"/>
                </a:cxn>
                <a:cxn ang="0">
                  <a:pos x="connsiteX8207" y="connsiteY8207"/>
                </a:cxn>
                <a:cxn ang="0">
                  <a:pos x="connsiteX8208" y="connsiteY8208"/>
                </a:cxn>
                <a:cxn ang="0">
                  <a:pos x="connsiteX8209" y="connsiteY8209"/>
                </a:cxn>
                <a:cxn ang="0">
                  <a:pos x="connsiteX8210" y="connsiteY8210"/>
                </a:cxn>
                <a:cxn ang="0">
                  <a:pos x="connsiteX8211" y="connsiteY8211"/>
                </a:cxn>
                <a:cxn ang="0">
                  <a:pos x="connsiteX8212" y="connsiteY8212"/>
                </a:cxn>
                <a:cxn ang="0">
                  <a:pos x="connsiteX8213" y="connsiteY8213"/>
                </a:cxn>
                <a:cxn ang="0">
                  <a:pos x="connsiteX8214" y="connsiteY8214"/>
                </a:cxn>
                <a:cxn ang="0">
                  <a:pos x="connsiteX8215" y="connsiteY8215"/>
                </a:cxn>
                <a:cxn ang="0">
                  <a:pos x="connsiteX8216" y="connsiteY8216"/>
                </a:cxn>
                <a:cxn ang="0">
                  <a:pos x="connsiteX8217" y="connsiteY8217"/>
                </a:cxn>
                <a:cxn ang="0">
                  <a:pos x="connsiteX8218" y="connsiteY8218"/>
                </a:cxn>
                <a:cxn ang="0">
                  <a:pos x="connsiteX8219" y="connsiteY8219"/>
                </a:cxn>
                <a:cxn ang="0">
                  <a:pos x="connsiteX8220" y="connsiteY8220"/>
                </a:cxn>
                <a:cxn ang="0">
                  <a:pos x="connsiteX8221" y="connsiteY8221"/>
                </a:cxn>
                <a:cxn ang="0">
                  <a:pos x="connsiteX8222" y="connsiteY8222"/>
                </a:cxn>
                <a:cxn ang="0">
                  <a:pos x="connsiteX8223" y="connsiteY8223"/>
                </a:cxn>
                <a:cxn ang="0">
                  <a:pos x="connsiteX8224" y="connsiteY8224"/>
                </a:cxn>
                <a:cxn ang="0">
                  <a:pos x="connsiteX8225" y="connsiteY8225"/>
                </a:cxn>
                <a:cxn ang="0">
                  <a:pos x="connsiteX8226" y="connsiteY8226"/>
                </a:cxn>
                <a:cxn ang="0">
                  <a:pos x="connsiteX8227" y="connsiteY8227"/>
                </a:cxn>
                <a:cxn ang="0">
                  <a:pos x="connsiteX8228" y="connsiteY8228"/>
                </a:cxn>
                <a:cxn ang="0">
                  <a:pos x="connsiteX8229" y="connsiteY8229"/>
                </a:cxn>
                <a:cxn ang="0">
                  <a:pos x="connsiteX8230" y="connsiteY8230"/>
                </a:cxn>
                <a:cxn ang="0">
                  <a:pos x="connsiteX8231" y="connsiteY8231"/>
                </a:cxn>
                <a:cxn ang="0">
                  <a:pos x="connsiteX8232" y="connsiteY8232"/>
                </a:cxn>
                <a:cxn ang="0">
                  <a:pos x="connsiteX8233" y="connsiteY8233"/>
                </a:cxn>
                <a:cxn ang="0">
                  <a:pos x="connsiteX8234" y="connsiteY8234"/>
                </a:cxn>
                <a:cxn ang="0">
                  <a:pos x="connsiteX8235" y="connsiteY8235"/>
                </a:cxn>
                <a:cxn ang="0">
                  <a:pos x="connsiteX8236" y="connsiteY8236"/>
                </a:cxn>
                <a:cxn ang="0">
                  <a:pos x="connsiteX8237" y="connsiteY8237"/>
                </a:cxn>
                <a:cxn ang="0">
                  <a:pos x="connsiteX8238" y="connsiteY8238"/>
                </a:cxn>
                <a:cxn ang="0">
                  <a:pos x="connsiteX8239" y="connsiteY8239"/>
                </a:cxn>
                <a:cxn ang="0">
                  <a:pos x="connsiteX8240" y="connsiteY8240"/>
                </a:cxn>
                <a:cxn ang="0">
                  <a:pos x="connsiteX8241" y="connsiteY8241"/>
                </a:cxn>
                <a:cxn ang="0">
                  <a:pos x="connsiteX8242" y="connsiteY8242"/>
                </a:cxn>
                <a:cxn ang="0">
                  <a:pos x="connsiteX8243" y="connsiteY8243"/>
                </a:cxn>
                <a:cxn ang="0">
                  <a:pos x="connsiteX8244" y="connsiteY8244"/>
                </a:cxn>
                <a:cxn ang="0">
                  <a:pos x="connsiteX8245" y="connsiteY8245"/>
                </a:cxn>
                <a:cxn ang="0">
                  <a:pos x="connsiteX8246" y="connsiteY8246"/>
                </a:cxn>
                <a:cxn ang="0">
                  <a:pos x="connsiteX8247" y="connsiteY8247"/>
                </a:cxn>
                <a:cxn ang="0">
                  <a:pos x="connsiteX8248" y="connsiteY8248"/>
                </a:cxn>
                <a:cxn ang="0">
                  <a:pos x="connsiteX8249" y="connsiteY8249"/>
                </a:cxn>
                <a:cxn ang="0">
                  <a:pos x="connsiteX8250" y="connsiteY8250"/>
                </a:cxn>
                <a:cxn ang="0">
                  <a:pos x="connsiteX8251" y="connsiteY8251"/>
                </a:cxn>
                <a:cxn ang="0">
                  <a:pos x="connsiteX8252" y="connsiteY8252"/>
                </a:cxn>
                <a:cxn ang="0">
                  <a:pos x="connsiteX8253" y="connsiteY8253"/>
                </a:cxn>
                <a:cxn ang="0">
                  <a:pos x="connsiteX8254" y="connsiteY8254"/>
                </a:cxn>
                <a:cxn ang="0">
                  <a:pos x="connsiteX8255" y="connsiteY8255"/>
                </a:cxn>
                <a:cxn ang="0">
                  <a:pos x="connsiteX8256" y="connsiteY8256"/>
                </a:cxn>
                <a:cxn ang="0">
                  <a:pos x="connsiteX8257" y="connsiteY8257"/>
                </a:cxn>
                <a:cxn ang="0">
                  <a:pos x="connsiteX8258" y="connsiteY8258"/>
                </a:cxn>
                <a:cxn ang="0">
                  <a:pos x="connsiteX8259" y="connsiteY8259"/>
                </a:cxn>
                <a:cxn ang="0">
                  <a:pos x="connsiteX8260" y="connsiteY8260"/>
                </a:cxn>
                <a:cxn ang="0">
                  <a:pos x="connsiteX8261" y="connsiteY8261"/>
                </a:cxn>
                <a:cxn ang="0">
                  <a:pos x="connsiteX8262" y="connsiteY8262"/>
                </a:cxn>
                <a:cxn ang="0">
                  <a:pos x="connsiteX8263" y="connsiteY8263"/>
                </a:cxn>
                <a:cxn ang="0">
                  <a:pos x="connsiteX8264" y="connsiteY8264"/>
                </a:cxn>
                <a:cxn ang="0">
                  <a:pos x="connsiteX8265" y="connsiteY8265"/>
                </a:cxn>
                <a:cxn ang="0">
                  <a:pos x="connsiteX8266" y="connsiteY8266"/>
                </a:cxn>
                <a:cxn ang="0">
                  <a:pos x="connsiteX8267" y="connsiteY8267"/>
                </a:cxn>
                <a:cxn ang="0">
                  <a:pos x="connsiteX8268" y="connsiteY8268"/>
                </a:cxn>
                <a:cxn ang="0">
                  <a:pos x="connsiteX8269" y="connsiteY8269"/>
                </a:cxn>
                <a:cxn ang="0">
                  <a:pos x="connsiteX8270" y="connsiteY8270"/>
                </a:cxn>
                <a:cxn ang="0">
                  <a:pos x="connsiteX8271" y="connsiteY8271"/>
                </a:cxn>
                <a:cxn ang="0">
                  <a:pos x="connsiteX8272" y="connsiteY8272"/>
                </a:cxn>
                <a:cxn ang="0">
                  <a:pos x="connsiteX8273" y="connsiteY8273"/>
                </a:cxn>
                <a:cxn ang="0">
                  <a:pos x="connsiteX8274" y="connsiteY8274"/>
                </a:cxn>
                <a:cxn ang="0">
                  <a:pos x="connsiteX8275" y="connsiteY8275"/>
                </a:cxn>
                <a:cxn ang="0">
                  <a:pos x="connsiteX8276" y="connsiteY8276"/>
                </a:cxn>
                <a:cxn ang="0">
                  <a:pos x="connsiteX8277" y="connsiteY8277"/>
                </a:cxn>
                <a:cxn ang="0">
                  <a:pos x="connsiteX8278" y="connsiteY8278"/>
                </a:cxn>
                <a:cxn ang="0">
                  <a:pos x="connsiteX8279" y="connsiteY8279"/>
                </a:cxn>
                <a:cxn ang="0">
                  <a:pos x="connsiteX8280" y="connsiteY8280"/>
                </a:cxn>
                <a:cxn ang="0">
                  <a:pos x="connsiteX8281" y="connsiteY8281"/>
                </a:cxn>
                <a:cxn ang="0">
                  <a:pos x="connsiteX8282" y="connsiteY8282"/>
                </a:cxn>
                <a:cxn ang="0">
                  <a:pos x="connsiteX8283" y="connsiteY8283"/>
                </a:cxn>
                <a:cxn ang="0">
                  <a:pos x="connsiteX8284" y="connsiteY8284"/>
                </a:cxn>
                <a:cxn ang="0">
                  <a:pos x="connsiteX8285" y="connsiteY8285"/>
                </a:cxn>
                <a:cxn ang="0">
                  <a:pos x="connsiteX8286" y="connsiteY8286"/>
                </a:cxn>
                <a:cxn ang="0">
                  <a:pos x="connsiteX8287" y="connsiteY8287"/>
                </a:cxn>
                <a:cxn ang="0">
                  <a:pos x="connsiteX8288" y="connsiteY8288"/>
                </a:cxn>
                <a:cxn ang="0">
                  <a:pos x="connsiteX8289" y="connsiteY8289"/>
                </a:cxn>
                <a:cxn ang="0">
                  <a:pos x="connsiteX8290" y="connsiteY8290"/>
                </a:cxn>
                <a:cxn ang="0">
                  <a:pos x="connsiteX8291" y="connsiteY8291"/>
                </a:cxn>
                <a:cxn ang="0">
                  <a:pos x="connsiteX8292" y="connsiteY8292"/>
                </a:cxn>
                <a:cxn ang="0">
                  <a:pos x="connsiteX8293" y="connsiteY8293"/>
                </a:cxn>
                <a:cxn ang="0">
                  <a:pos x="connsiteX8294" y="connsiteY8294"/>
                </a:cxn>
                <a:cxn ang="0">
                  <a:pos x="connsiteX8295" y="connsiteY8295"/>
                </a:cxn>
                <a:cxn ang="0">
                  <a:pos x="connsiteX8296" y="connsiteY8296"/>
                </a:cxn>
                <a:cxn ang="0">
                  <a:pos x="connsiteX8297" y="connsiteY8297"/>
                </a:cxn>
                <a:cxn ang="0">
                  <a:pos x="connsiteX8298" y="connsiteY8298"/>
                </a:cxn>
                <a:cxn ang="0">
                  <a:pos x="connsiteX8299" y="connsiteY8299"/>
                </a:cxn>
                <a:cxn ang="0">
                  <a:pos x="connsiteX8300" y="connsiteY8300"/>
                </a:cxn>
                <a:cxn ang="0">
                  <a:pos x="connsiteX8301" y="connsiteY8301"/>
                </a:cxn>
                <a:cxn ang="0">
                  <a:pos x="connsiteX8302" y="connsiteY8302"/>
                </a:cxn>
                <a:cxn ang="0">
                  <a:pos x="connsiteX8303" y="connsiteY8303"/>
                </a:cxn>
                <a:cxn ang="0">
                  <a:pos x="connsiteX8304" y="connsiteY8304"/>
                </a:cxn>
                <a:cxn ang="0">
                  <a:pos x="connsiteX8305" y="connsiteY8305"/>
                </a:cxn>
                <a:cxn ang="0">
                  <a:pos x="connsiteX8306" y="connsiteY8306"/>
                </a:cxn>
                <a:cxn ang="0">
                  <a:pos x="connsiteX8307" y="connsiteY8307"/>
                </a:cxn>
                <a:cxn ang="0">
                  <a:pos x="connsiteX8308" y="connsiteY8308"/>
                </a:cxn>
                <a:cxn ang="0">
                  <a:pos x="connsiteX8309" y="connsiteY8309"/>
                </a:cxn>
                <a:cxn ang="0">
                  <a:pos x="connsiteX8310" y="connsiteY8310"/>
                </a:cxn>
                <a:cxn ang="0">
                  <a:pos x="connsiteX8311" y="connsiteY8311"/>
                </a:cxn>
                <a:cxn ang="0">
                  <a:pos x="connsiteX8312" y="connsiteY8312"/>
                </a:cxn>
                <a:cxn ang="0">
                  <a:pos x="connsiteX8313" y="connsiteY8313"/>
                </a:cxn>
                <a:cxn ang="0">
                  <a:pos x="connsiteX8314" y="connsiteY8314"/>
                </a:cxn>
                <a:cxn ang="0">
                  <a:pos x="connsiteX8315" y="connsiteY8315"/>
                </a:cxn>
                <a:cxn ang="0">
                  <a:pos x="connsiteX8316" y="connsiteY8316"/>
                </a:cxn>
                <a:cxn ang="0">
                  <a:pos x="connsiteX8317" y="connsiteY8317"/>
                </a:cxn>
                <a:cxn ang="0">
                  <a:pos x="connsiteX8318" y="connsiteY8318"/>
                </a:cxn>
                <a:cxn ang="0">
                  <a:pos x="connsiteX8319" y="connsiteY8319"/>
                </a:cxn>
                <a:cxn ang="0">
                  <a:pos x="connsiteX8320" y="connsiteY8320"/>
                </a:cxn>
                <a:cxn ang="0">
                  <a:pos x="connsiteX8321" y="connsiteY8321"/>
                </a:cxn>
                <a:cxn ang="0">
                  <a:pos x="connsiteX8322" y="connsiteY8322"/>
                </a:cxn>
                <a:cxn ang="0">
                  <a:pos x="connsiteX8323" y="connsiteY8323"/>
                </a:cxn>
                <a:cxn ang="0">
                  <a:pos x="connsiteX8324" y="connsiteY8324"/>
                </a:cxn>
                <a:cxn ang="0">
                  <a:pos x="connsiteX8325" y="connsiteY8325"/>
                </a:cxn>
                <a:cxn ang="0">
                  <a:pos x="connsiteX8326" y="connsiteY8326"/>
                </a:cxn>
                <a:cxn ang="0">
                  <a:pos x="connsiteX8327" y="connsiteY8327"/>
                </a:cxn>
                <a:cxn ang="0">
                  <a:pos x="connsiteX8328" y="connsiteY8328"/>
                </a:cxn>
                <a:cxn ang="0">
                  <a:pos x="connsiteX8329" y="connsiteY8329"/>
                </a:cxn>
                <a:cxn ang="0">
                  <a:pos x="connsiteX8330" y="connsiteY8330"/>
                </a:cxn>
                <a:cxn ang="0">
                  <a:pos x="connsiteX8331" y="connsiteY8331"/>
                </a:cxn>
                <a:cxn ang="0">
                  <a:pos x="connsiteX8332" y="connsiteY8332"/>
                </a:cxn>
                <a:cxn ang="0">
                  <a:pos x="connsiteX8333" y="connsiteY8333"/>
                </a:cxn>
                <a:cxn ang="0">
                  <a:pos x="connsiteX8334" y="connsiteY8334"/>
                </a:cxn>
                <a:cxn ang="0">
                  <a:pos x="connsiteX8335" y="connsiteY8335"/>
                </a:cxn>
                <a:cxn ang="0">
                  <a:pos x="connsiteX8336" y="connsiteY8336"/>
                </a:cxn>
                <a:cxn ang="0">
                  <a:pos x="connsiteX8337" y="connsiteY8337"/>
                </a:cxn>
                <a:cxn ang="0">
                  <a:pos x="connsiteX8338" y="connsiteY8338"/>
                </a:cxn>
                <a:cxn ang="0">
                  <a:pos x="connsiteX8339" y="connsiteY8339"/>
                </a:cxn>
                <a:cxn ang="0">
                  <a:pos x="connsiteX8340" y="connsiteY8340"/>
                </a:cxn>
                <a:cxn ang="0">
                  <a:pos x="connsiteX8341" y="connsiteY8341"/>
                </a:cxn>
                <a:cxn ang="0">
                  <a:pos x="connsiteX8342" y="connsiteY8342"/>
                </a:cxn>
                <a:cxn ang="0">
                  <a:pos x="connsiteX8343" y="connsiteY8343"/>
                </a:cxn>
                <a:cxn ang="0">
                  <a:pos x="connsiteX8344" y="connsiteY8344"/>
                </a:cxn>
                <a:cxn ang="0">
                  <a:pos x="connsiteX8345" y="connsiteY8345"/>
                </a:cxn>
                <a:cxn ang="0">
                  <a:pos x="connsiteX8346" y="connsiteY8346"/>
                </a:cxn>
                <a:cxn ang="0">
                  <a:pos x="connsiteX8347" y="connsiteY8347"/>
                </a:cxn>
                <a:cxn ang="0">
                  <a:pos x="connsiteX8348" y="connsiteY8348"/>
                </a:cxn>
                <a:cxn ang="0">
                  <a:pos x="connsiteX8349" y="connsiteY8349"/>
                </a:cxn>
                <a:cxn ang="0">
                  <a:pos x="connsiteX8350" y="connsiteY8350"/>
                </a:cxn>
                <a:cxn ang="0">
                  <a:pos x="connsiteX8351" y="connsiteY8351"/>
                </a:cxn>
                <a:cxn ang="0">
                  <a:pos x="connsiteX8352" y="connsiteY8352"/>
                </a:cxn>
                <a:cxn ang="0">
                  <a:pos x="connsiteX8353" y="connsiteY8353"/>
                </a:cxn>
                <a:cxn ang="0">
                  <a:pos x="connsiteX8354" y="connsiteY8354"/>
                </a:cxn>
                <a:cxn ang="0">
                  <a:pos x="connsiteX8355" y="connsiteY8355"/>
                </a:cxn>
                <a:cxn ang="0">
                  <a:pos x="connsiteX8356" y="connsiteY8356"/>
                </a:cxn>
                <a:cxn ang="0">
                  <a:pos x="connsiteX8357" y="connsiteY8357"/>
                </a:cxn>
                <a:cxn ang="0">
                  <a:pos x="connsiteX8358" y="connsiteY8358"/>
                </a:cxn>
                <a:cxn ang="0">
                  <a:pos x="connsiteX8359" y="connsiteY8359"/>
                </a:cxn>
                <a:cxn ang="0">
                  <a:pos x="connsiteX8360" y="connsiteY8360"/>
                </a:cxn>
                <a:cxn ang="0">
                  <a:pos x="connsiteX8361" y="connsiteY8361"/>
                </a:cxn>
                <a:cxn ang="0">
                  <a:pos x="connsiteX8362" y="connsiteY8362"/>
                </a:cxn>
                <a:cxn ang="0">
                  <a:pos x="connsiteX8363" y="connsiteY8363"/>
                </a:cxn>
                <a:cxn ang="0">
                  <a:pos x="connsiteX8364" y="connsiteY8364"/>
                </a:cxn>
                <a:cxn ang="0">
                  <a:pos x="connsiteX8365" y="connsiteY8365"/>
                </a:cxn>
                <a:cxn ang="0">
                  <a:pos x="connsiteX8366" y="connsiteY8366"/>
                </a:cxn>
                <a:cxn ang="0">
                  <a:pos x="connsiteX8367" y="connsiteY8367"/>
                </a:cxn>
                <a:cxn ang="0">
                  <a:pos x="connsiteX8368" y="connsiteY8368"/>
                </a:cxn>
                <a:cxn ang="0">
                  <a:pos x="connsiteX8369" y="connsiteY8369"/>
                </a:cxn>
                <a:cxn ang="0">
                  <a:pos x="connsiteX8370" y="connsiteY8370"/>
                </a:cxn>
                <a:cxn ang="0">
                  <a:pos x="connsiteX8371" y="connsiteY8371"/>
                </a:cxn>
                <a:cxn ang="0">
                  <a:pos x="connsiteX8372" y="connsiteY8372"/>
                </a:cxn>
                <a:cxn ang="0">
                  <a:pos x="connsiteX8373" y="connsiteY8373"/>
                </a:cxn>
                <a:cxn ang="0">
                  <a:pos x="connsiteX8374" y="connsiteY8374"/>
                </a:cxn>
                <a:cxn ang="0">
                  <a:pos x="connsiteX8375" y="connsiteY8375"/>
                </a:cxn>
                <a:cxn ang="0">
                  <a:pos x="connsiteX8376" y="connsiteY8376"/>
                </a:cxn>
                <a:cxn ang="0">
                  <a:pos x="connsiteX8377" y="connsiteY8377"/>
                </a:cxn>
                <a:cxn ang="0">
                  <a:pos x="connsiteX8378" y="connsiteY8378"/>
                </a:cxn>
                <a:cxn ang="0">
                  <a:pos x="connsiteX8379" y="connsiteY8379"/>
                </a:cxn>
                <a:cxn ang="0">
                  <a:pos x="connsiteX8380" y="connsiteY8380"/>
                </a:cxn>
                <a:cxn ang="0">
                  <a:pos x="connsiteX8381" y="connsiteY8381"/>
                </a:cxn>
                <a:cxn ang="0">
                  <a:pos x="connsiteX8382" y="connsiteY8382"/>
                </a:cxn>
                <a:cxn ang="0">
                  <a:pos x="connsiteX8383" y="connsiteY8383"/>
                </a:cxn>
                <a:cxn ang="0">
                  <a:pos x="connsiteX8384" y="connsiteY8384"/>
                </a:cxn>
                <a:cxn ang="0">
                  <a:pos x="connsiteX8385" y="connsiteY8385"/>
                </a:cxn>
                <a:cxn ang="0">
                  <a:pos x="connsiteX8386" y="connsiteY8386"/>
                </a:cxn>
                <a:cxn ang="0">
                  <a:pos x="connsiteX8387" y="connsiteY8387"/>
                </a:cxn>
                <a:cxn ang="0">
                  <a:pos x="connsiteX8388" y="connsiteY8388"/>
                </a:cxn>
                <a:cxn ang="0">
                  <a:pos x="connsiteX8389" y="connsiteY8389"/>
                </a:cxn>
                <a:cxn ang="0">
                  <a:pos x="connsiteX8390" y="connsiteY8390"/>
                </a:cxn>
                <a:cxn ang="0">
                  <a:pos x="connsiteX8391" y="connsiteY8391"/>
                </a:cxn>
                <a:cxn ang="0">
                  <a:pos x="connsiteX8392" y="connsiteY8392"/>
                </a:cxn>
                <a:cxn ang="0">
                  <a:pos x="connsiteX8393" y="connsiteY8393"/>
                </a:cxn>
                <a:cxn ang="0">
                  <a:pos x="connsiteX8394" y="connsiteY8394"/>
                </a:cxn>
                <a:cxn ang="0">
                  <a:pos x="connsiteX8395" y="connsiteY8395"/>
                </a:cxn>
                <a:cxn ang="0">
                  <a:pos x="connsiteX8396" y="connsiteY8396"/>
                </a:cxn>
                <a:cxn ang="0">
                  <a:pos x="connsiteX8397" y="connsiteY8397"/>
                </a:cxn>
                <a:cxn ang="0">
                  <a:pos x="connsiteX8398" y="connsiteY8398"/>
                </a:cxn>
                <a:cxn ang="0">
                  <a:pos x="connsiteX8399" y="connsiteY8399"/>
                </a:cxn>
                <a:cxn ang="0">
                  <a:pos x="connsiteX8400" y="connsiteY8400"/>
                </a:cxn>
                <a:cxn ang="0">
                  <a:pos x="connsiteX8401" y="connsiteY8401"/>
                </a:cxn>
                <a:cxn ang="0">
                  <a:pos x="connsiteX8402" y="connsiteY8402"/>
                </a:cxn>
                <a:cxn ang="0">
                  <a:pos x="connsiteX8403" y="connsiteY8403"/>
                </a:cxn>
                <a:cxn ang="0">
                  <a:pos x="connsiteX8404" y="connsiteY8404"/>
                </a:cxn>
                <a:cxn ang="0">
                  <a:pos x="connsiteX8405" y="connsiteY8405"/>
                </a:cxn>
                <a:cxn ang="0">
                  <a:pos x="connsiteX8406" y="connsiteY8406"/>
                </a:cxn>
                <a:cxn ang="0">
                  <a:pos x="connsiteX8407" y="connsiteY8407"/>
                </a:cxn>
                <a:cxn ang="0">
                  <a:pos x="connsiteX8408" y="connsiteY8408"/>
                </a:cxn>
                <a:cxn ang="0">
                  <a:pos x="connsiteX8409" y="connsiteY8409"/>
                </a:cxn>
                <a:cxn ang="0">
                  <a:pos x="connsiteX8410" y="connsiteY8410"/>
                </a:cxn>
                <a:cxn ang="0">
                  <a:pos x="connsiteX8411" y="connsiteY8411"/>
                </a:cxn>
                <a:cxn ang="0">
                  <a:pos x="connsiteX8412" y="connsiteY8412"/>
                </a:cxn>
                <a:cxn ang="0">
                  <a:pos x="connsiteX8413" y="connsiteY8413"/>
                </a:cxn>
                <a:cxn ang="0">
                  <a:pos x="connsiteX8414" y="connsiteY8414"/>
                </a:cxn>
                <a:cxn ang="0">
                  <a:pos x="connsiteX8415" y="connsiteY8415"/>
                </a:cxn>
                <a:cxn ang="0">
                  <a:pos x="connsiteX8416" y="connsiteY8416"/>
                </a:cxn>
                <a:cxn ang="0">
                  <a:pos x="connsiteX8417" y="connsiteY8417"/>
                </a:cxn>
                <a:cxn ang="0">
                  <a:pos x="connsiteX8418" y="connsiteY8418"/>
                </a:cxn>
                <a:cxn ang="0">
                  <a:pos x="connsiteX8419" y="connsiteY8419"/>
                </a:cxn>
                <a:cxn ang="0">
                  <a:pos x="connsiteX8420" y="connsiteY8420"/>
                </a:cxn>
                <a:cxn ang="0">
                  <a:pos x="connsiteX8421" y="connsiteY8421"/>
                </a:cxn>
                <a:cxn ang="0">
                  <a:pos x="connsiteX8422" y="connsiteY8422"/>
                </a:cxn>
                <a:cxn ang="0">
                  <a:pos x="connsiteX8423" y="connsiteY8423"/>
                </a:cxn>
                <a:cxn ang="0">
                  <a:pos x="connsiteX8424" y="connsiteY8424"/>
                </a:cxn>
                <a:cxn ang="0">
                  <a:pos x="connsiteX8425" y="connsiteY8425"/>
                </a:cxn>
                <a:cxn ang="0">
                  <a:pos x="connsiteX8426" y="connsiteY8426"/>
                </a:cxn>
                <a:cxn ang="0">
                  <a:pos x="connsiteX8427" y="connsiteY8427"/>
                </a:cxn>
                <a:cxn ang="0">
                  <a:pos x="connsiteX8428" y="connsiteY8428"/>
                </a:cxn>
                <a:cxn ang="0">
                  <a:pos x="connsiteX8429" y="connsiteY8429"/>
                </a:cxn>
                <a:cxn ang="0">
                  <a:pos x="connsiteX8430" y="connsiteY8430"/>
                </a:cxn>
                <a:cxn ang="0">
                  <a:pos x="connsiteX8431" y="connsiteY8431"/>
                </a:cxn>
                <a:cxn ang="0">
                  <a:pos x="connsiteX8432" y="connsiteY8432"/>
                </a:cxn>
                <a:cxn ang="0">
                  <a:pos x="connsiteX8433" y="connsiteY8433"/>
                </a:cxn>
                <a:cxn ang="0">
                  <a:pos x="connsiteX8434" y="connsiteY8434"/>
                </a:cxn>
                <a:cxn ang="0">
                  <a:pos x="connsiteX8435" y="connsiteY8435"/>
                </a:cxn>
                <a:cxn ang="0">
                  <a:pos x="connsiteX8436" y="connsiteY8436"/>
                </a:cxn>
                <a:cxn ang="0">
                  <a:pos x="connsiteX8437" y="connsiteY8437"/>
                </a:cxn>
                <a:cxn ang="0">
                  <a:pos x="connsiteX8438" y="connsiteY8438"/>
                </a:cxn>
                <a:cxn ang="0">
                  <a:pos x="connsiteX8439" y="connsiteY8439"/>
                </a:cxn>
                <a:cxn ang="0">
                  <a:pos x="connsiteX8440" y="connsiteY8440"/>
                </a:cxn>
                <a:cxn ang="0">
                  <a:pos x="connsiteX8441" y="connsiteY8441"/>
                </a:cxn>
                <a:cxn ang="0">
                  <a:pos x="connsiteX8442" y="connsiteY8442"/>
                </a:cxn>
                <a:cxn ang="0">
                  <a:pos x="connsiteX8443" y="connsiteY8443"/>
                </a:cxn>
                <a:cxn ang="0">
                  <a:pos x="connsiteX8444" y="connsiteY8444"/>
                </a:cxn>
                <a:cxn ang="0">
                  <a:pos x="connsiteX8445" y="connsiteY8445"/>
                </a:cxn>
                <a:cxn ang="0">
                  <a:pos x="connsiteX8446" y="connsiteY8446"/>
                </a:cxn>
                <a:cxn ang="0">
                  <a:pos x="connsiteX8447" y="connsiteY8447"/>
                </a:cxn>
                <a:cxn ang="0">
                  <a:pos x="connsiteX8448" y="connsiteY8448"/>
                </a:cxn>
                <a:cxn ang="0">
                  <a:pos x="connsiteX8449" y="connsiteY8449"/>
                </a:cxn>
                <a:cxn ang="0">
                  <a:pos x="connsiteX8450" y="connsiteY8450"/>
                </a:cxn>
                <a:cxn ang="0">
                  <a:pos x="connsiteX8451" y="connsiteY8451"/>
                </a:cxn>
                <a:cxn ang="0">
                  <a:pos x="connsiteX8452" y="connsiteY8452"/>
                </a:cxn>
                <a:cxn ang="0">
                  <a:pos x="connsiteX8453" y="connsiteY8453"/>
                </a:cxn>
                <a:cxn ang="0">
                  <a:pos x="connsiteX8454" y="connsiteY8454"/>
                </a:cxn>
                <a:cxn ang="0">
                  <a:pos x="connsiteX8455" y="connsiteY8455"/>
                </a:cxn>
                <a:cxn ang="0">
                  <a:pos x="connsiteX8456" y="connsiteY8456"/>
                </a:cxn>
                <a:cxn ang="0">
                  <a:pos x="connsiteX8457" y="connsiteY8457"/>
                </a:cxn>
                <a:cxn ang="0">
                  <a:pos x="connsiteX8458" y="connsiteY8458"/>
                </a:cxn>
                <a:cxn ang="0">
                  <a:pos x="connsiteX8459" y="connsiteY8459"/>
                </a:cxn>
                <a:cxn ang="0">
                  <a:pos x="connsiteX8460" y="connsiteY8460"/>
                </a:cxn>
                <a:cxn ang="0">
                  <a:pos x="connsiteX8461" y="connsiteY8461"/>
                </a:cxn>
                <a:cxn ang="0">
                  <a:pos x="connsiteX8462" y="connsiteY8462"/>
                </a:cxn>
                <a:cxn ang="0">
                  <a:pos x="connsiteX8463" y="connsiteY8463"/>
                </a:cxn>
                <a:cxn ang="0">
                  <a:pos x="connsiteX8464" y="connsiteY8464"/>
                </a:cxn>
                <a:cxn ang="0">
                  <a:pos x="connsiteX8465" y="connsiteY8465"/>
                </a:cxn>
                <a:cxn ang="0">
                  <a:pos x="connsiteX8466" y="connsiteY8466"/>
                </a:cxn>
                <a:cxn ang="0">
                  <a:pos x="connsiteX8467" y="connsiteY8467"/>
                </a:cxn>
                <a:cxn ang="0">
                  <a:pos x="connsiteX8468" y="connsiteY8468"/>
                </a:cxn>
                <a:cxn ang="0">
                  <a:pos x="connsiteX8469" y="connsiteY8469"/>
                </a:cxn>
                <a:cxn ang="0">
                  <a:pos x="connsiteX8470" y="connsiteY8470"/>
                </a:cxn>
                <a:cxn ang="0">
                  <a:pos x="connsiteX8471" y="connsiteY8471"/>
                </a:cxn>
                <a:cxn ang="0">
                  <a:pos x="connsiteX8472" y="connsiteY8472"/>
                </a:cxn>
                <a:cxn ang="0">
                  <a:pos x="connsiteX8473" y="connsiteY8473"/>
                </a:cxn>
                <a:cxn ang="0">
                  <a:pos x="connsiteX8474" y="connsiteY8474"/>
                </a:cxn>
                <a:cxn ang="0">
                  <a:pos x="connsiteX8475" y="connsiteY8475"/>
                </a:cxn>
                <a:cxn ang="0">
                  <a:pos x="connsiteX8476" y="connsiteY8476"/>
                </a:cxn>
                <a:cxn ang="0">
                  <a:pos x="connsiteX8477" y="connsiteY8477"/>
                </a:cxn>
                <a:cxn ang="0">
                  <a:pos x="connsiteX8478" y="connsiteY8478"/>
                </a:cxn>
                <a:cxn ang="0">
                  <a:pos x="connsiteX8479" y="connsiteY8479"/>
                </a:cxn>
                <a:cxn ang="0">
                  <a:pos x="connsiteX8480" y="connsiteY8480"/>
                </a:cxn>
                <a:cxn ang="0">
                  <a:pos x="connsiteX8481" y="connsiteY8481"/>
                </a:cxn>
                <a:cxn ang="0">
                  <a:pos x="connsiteX8482" y="connsiteY8482"/>
                </a:cxn>
                <a:cxn ang="0">
                  <a:pos x="connsiteX8483" y="connsiteY8483"/>
                </a:cxn>
                <a:cxn ang="0">
                  <a:pos x="connsiteX8484" y="connsiteY8484"/>
                </a:cxn>
                <a:cxn ang="0">
                  <a:pos x="connsiteX8485" y="connsiteY8485"/>
                </a:cxn>
                <a:cxn ang="0">
                  <a:pos x="connsiteX8486" y="connsiteY8486"/>
                </a:cxn>
                <a:cxn ang="0">
                  <a:pos x="connsiteX8487" y="connsiteY8487"/>
                </a:cxn>
                <a:cxn ang="0">
                  <a:pos x="connsiteX8488" y="connsiteY8488"/>
                </a:cxn>
                <a:cxn ang="0">
                  <a:pos x="connsiteX8489" y="connsiteY8489"/>
                </a:cxn>
                <a:cxn ang="0">
                  <a:pos x="connsiteX8490" y="connsiteY8490"/>
                </a:cxn>
                <a:cxn ang="0">
                  <a:pos x="connsiteX8491" y="connsiteY8491"/>
                </a:cxn>
                <a:cxn ang="0">
                  <a:pos x="connsiteX8492" y="connsiteY8492"/>
                </a:cxn>
                <a:cxn ang="0">
                  <a:pos x="connsiteX8493" y="connsiteY8493"/>
                </a:cxn>
                <a:cxn ang="0">
                  <a:pos x="connsiteX8494" y="connsiteY8494"/>
                </a:cxn>
                <a:cxn ang="0">
                  <a:pos x="connsiteX8495" y="connsiteY8495"/>
                </a:cxn>
                <a:cxn ang="0">
                  <a:pos x="connsiteX8496" y="connsiteY8496"/>
                </a:cxn>
                <a:cxn ang="0">
                  <a:pos x="connsiteX8497" y="connsiteY8497"/>
                </a:cxn>
                <a:cxn ang="0">
                  <a:pos x="connsiteX8498" y="connsiteY8498"/>
                </a:cxn>
                <a:cxn ang="0">
                  <a:pos x="connsiteX8499" y="connsiteY8499"/>
                </a:cxn>
                <a:cxn ang="0">
                  <a:pos x="connsiteX8500" y="connsiteY8500"/>
                </a:cxn>
                <a:cxn ang="0">
                  <a:pos x="connsiteX8501" y="connsiteY8501"/>
                </a:cxn>
                <a:cxn ang="0">
                  <a:pos x="connsiteX8502" y="connsiteY8502"/>
                </a:cxn>
                <a:cxn ang="0">
                  <a:pos x="connsiteX8503" y="connsiteY8503"/>
                </a:cxn>
                <a:cxn ang="0">
                  <a:pos x="connsiteX8504" y="connsiteY8504"/>
                </a:cxn>
                <a:cxn ang="0">
                  <a:pos x="connsiteX8505" y="connsiteY8505"/>
                </a:cxn>
                <a:cxn ang="0">
                  <a:pos x="connsiteX8506" y="connsiteY8506"/>
                </a:cxn>
                <a:cxn ang="0">
                  <a:pos x="connsiteX8507" y="connsiteY8507"/>
                </a:cxn>
                <a:cxn ang="0">
                  <a:pos x="connsiteX8508" y="connsiteY8508"/>
                </a:cxn>
                <a:cxn ang="0">
                  <a:pos x="connsiteX8509" y="connsiteY8509"/>
                </a:cxn>
                <a:cxn ang="0">
                  <a:pos x="connsiteX8510" y="connsiteY8510"/>
                </a:cxn>
                <a:cxn ang="0">
                  <a:pos x="connsiteX8511" y="connsiteY8511"/>
                </a:cxn>
                <a:cxn ang="0">
                  <a:pos x="connsiteX8512" y="connsiteY8512"/>
                </a:cxn>
                <a:cxn ang="0">
                  <a:pos x="connsiteX8513" y="connsiteY8513"/>
                </a:cxn>
                <a:cxn ang="0">
                  <a:pos x="connsiteX8514" y="connsiteY8514"/>
                </a:cxn>
                <a:cxn ang="0">
                  <a:pos x="connsiteX8515" y="connsiteY8515"/>
                </a:cxn>
                <a:cxn ang="0">
                  <a:pos x="connsiteX8516" y="connsiteY8516"/>
                </a:cxn>
                <a:cxn ang="0">
                  <a:pos x="connsiteX8517" y="connsiteY8517"/>
                </a:cxn>
                <a:cxn ang="0">
                  <a:pos x="connsiteX8518" y="connsiteY8518"/>
                </a:cxn>
                <a:cxn ang="0">
                  <a:pos x="connsiteX8519" y="connsiteY8519"/>
                </a:cxn>
                <a:cxn ang="0">
                  <a:pos x="connsiteX8520" y="connsiteY8520"/>
                </a:cxn>
                <a:cxn ang="0">
                  <a:pos x="connsiteX8521" y="connsiteY8521"/>
                </a:cxn>
                <a:cxn ang="0">
                  <a:pos x="connsiteX8522" y="connsiteY8522"/>
                </a:cxn>
                <a:cxn ang="0">
                  <a:pos x="connsiteX8523" y="connsiteY8523"/>
                </a:cxn>
                <a:cxn ang="0">
                  <a:pos x="connsiteX8524" y="connsiteY8524"/>
                </a:cxn>
                <a:cxn ang="0">
                  <a:pos x="connsiteX8525" y="connsiteY8525"/>
                </a:cxn>
                <a:cxn ang="0">
                  <a:pos x="connsiteX8526" y="connsiteY8526"/>
                </a:cxn>
                <a:cxn ang="0">
                  <a:pos x="connsiteX8527" y="connsiteY8527"/>
                </a:cxn>
                <a:cxn ang="0">
                  <a:pos x="connsiteX8528" y="connsiteY8528"/>
                </a:cxn>
                <a:cxn ang="0">
                  <a:pos x="connsiteX8529" y="connsiteY8529"/>
                </a:cxn>
                <a:cxn ang="0">
                  <a:pos x="connsiteX8530" y="connsiteY8530"/>
                </a:cxn>
                <a:cxn ang="0">
                  <a:pos x="connsiteX8531" y="connsiteY8531"/>
                </a:cxn>
                <a:cxn ang="0">
                  <a:pos x="connsiteX8532" y="connsiteY8532"/>
                </a:cxn>
                <a:cxn ang="0">
                  <a:pos x="connsiteX8533" y="connsiteY8533"/>
                </a:cxn>
                <a:cxn ang="0">
                  <a:pos x="connsiteX8534" y="connsiteY8534"/>
                </a:cxn>
                <a:cxn ang="0">
                  <a:pos x="connsiteX8535" y="connsiteY8535"/>
                </a:cxn>
                <a:cxn ang="0">
                  <a:pos x="connsiteX8536" y="connsiteY8536"/>
                </a:cxn>
                <a:cxn ang="0">
                  <a:pos x="connsiteX8537" y="connsiteY8537"/>
                </a:cxn>
                <a:cxn ang="0">
                  <a:pos x="connsiteX8538" y="connsiteY8538"/>
                </a:cxn>
                <a:cxn ang="0">
                  <a:pos x="connsiteX8539" y="connsiteY8539"/>
                </a:cxn>
                <a:cxn ang="0">
                  <a:pos x="connsiteX8540" y="connsiteY8540"/>
                </a:cxn>
                <a:cxn ang="0">
                  <a:pos x="connsiteX8541" y="connsiteY8541"/>
                </a:cxn>
                <a:cxn ang="0">
                  <a:pos x="connsiteX8542" y="connsiteY8542"/>
                </a:cxn>
                <a:cxn ang="0">
                  <a:pos x="connsiteX8543" y="connsiteY8543"/>
                </a:cxn>
                <a:cxn ang="0">
                  <a:pos x="connsiteX8544" y="connsiteY8544"/>
                </a:cxn>
                <a:cxn ang="0">
                  <a:pos x="connsiteX8545" y="connsiteY8545"/>
                </a:cxn>
                <a:cxn ang="0">
                  <a:pos x="connsiteX8546" y="connsiteY8546"/>
                </a:cxn>
                <a:cxn ang="0">
                  <a:pos x="connsiteX8547" y="connsiteY8547"/>
                </a:cxn>
                <a:cxn ang="0">
                  <a:pos x="connsiteX8548" y="connsiteY8548"/>
                </a:cxn>
                <a:cxn ang="0">
                  <a:pos x="connsiteX8549" y="connsiteY8549"/>
                </a:cxn>
                <a:cxn ang="0">
                  <a:pos x="connsiteX8550" y="connsiteY8550"/>
                </a:cxn>
                <a:cxn ang="0">
                  <a:pos x="connsiteX8551" y="connsiteY8551"/>
                </a:cxn>
                <a:cxn ang="0">
                  <a:pos x="connsiteX8552" y="connsiteY8552"/>
                </a:cxn>
                <a:cxn ang="0">
                  <a:pos x="connsiteX8553" y="connsiteY8553"/>
                </a:cxn>
                <a:cxn ang="0">
                  <a:pos x="connsiteX8554" y="connsiteY8554"/>
                </a:cxn>
                <a:cxn ang="0">
                  <a:pos x="connsiteX8555" y="connsiteY8555"/>
                </a:cxn>
                <a:cxn ang="0">
                  <a:pos x="connsiteX8556" y="connsiteY8556"/>
                </a:cxn>
                <a:cxn ang="0">
                  <a:pos x="connsiteX8557" y="connsiteY8557"/>
                </a:cxn>
                <a:cxn ang="0">
                  <a:pos x="connsiteX8558" y="connsiteY8558"/>
                </a:cxn>
                <a:cxn ang="0">
                  <a:pos x="connsiteX8559" y="connsiteY8559"/>
                </a:cxn>
                <a:cxn ang="0">
                  <a:pos x="connsiteX8560" y="connsiteY8560"/>
                </a:cxn>
                <a:cxn ang="0">
                  <a:pos x="connsiteX8561" y="connsiteY8561"/>
                </a:cxn>
                <a:cxn ang="0">
                  <a:pos x="connsiteX8562" y="connsiteY8562"/>
                </a:cxn>
                <a:cxn ang="0">
                  <a:pos x="connsiteX8563" y="connsiteY8563"/>
                </a:cxn>
                <a:cxn ang="0">
                  <a:pos x="connsiteX8564" y="connsiteY8564"/>
                </a:cxn>
                <a:cxn ang="0">
                  <a:pos x="connsiteX8565" y="connsiteY8565"/>
                </a:cxn>
                <a:cxn ang="0">
                  <a:pos x="connsiteX8566" y="connsiteY8566"/>
                </a:cxn>
                <a:cxn ang="0">
                  <a:pos x="connsiteX8567" y="connsiteY8567"/>
                </a:cxn>
                <a:cxn ang="0">
                  <a:pos x="connsiteX8568" y="connsiteY8568"/>
                </a:cxn>
                <a:cxn ang="0">
                  <a:pos x="connsiteX8569" y="connsiteY8569"/>
                </a:cxn>
                <a:cxn ang="0">
                  <a:pos x="connsiteX8570" y="connsiteY8570"/>
                </a:cxn>
                <a:cxn ang="0">
                  <a:pos x="connsiteX8571" y="connsiteY8571"/>
                </a:cxn>
                <a:cxn ang="0">
                  <a:pos x="connsiteX8572" y="connsiteY8572"/>
                </a:cxn>
                <a:cxn ang="0">
                  <a:pos x="connsiteX8573" y="connsiteY8573"/>
                </a:cxn>
                <a:cxn ang="0">
                  <a:pos x="connsiteX8574" y="connsiteY8574"/>
                </a:cxn>
                <a:cxn ang="0">
                  <a:pos x="connsiteX8575" y="connsiteY8575"/>
                </a:cxn>
                <a:cxn ang="0">
                  <a:pos x="connsiteX8576" y="connsiteY8576"/>
                </a:cxn>
                <a:cxn ang="0">
                  <a:pos x="connsiteX8577" y="connsiteY8577"/>
                </a:cxn>
                <a:cxn ang="0">
                  <a:pos x="connsiteX8578" y="connsiteY8578"/>
                </a:cxn>
                <a:cxn ang="0">
                  <a:pos x="connsiteX8579" y="connsiteY8579"/>
                </a:cxn>
                <a:cxn ang="0">
                  <a:pos x="connsiteX8580" y="connsiteY8580"/>
                </a:cxn>
                <a:cxn ang="0">
                  <a:pos x="connsiteX8581" y="connsiteY8581"/>
                </a:cxn>
                <a:cxn ang="0">
                  <a:pos x="connsiteX8582" y="connsiteY8582"/>
                </a:cxn>
                <a:cxn ang="0">
                  <a:pos x="connsiteX8583" y="connsiteY8583"/>
                </a:cxn>
                <a:cxn ang="0">
                  <a:pos x="connsiteX8584" y="connsiteY8584"/>
                </a:cxn>
                <a:cxn ang="0">
                  <a:pos x="connsiteX8585" y="connsiteY8585"/>
                </a:cxn>
                <a:cxn ang="0">
                  <a:pos x="connsiteX8586" y="connsiteY8586"/>
                </a:cxn>
                <a:cxn ang="0">
                  <a:pos x="connsiteX8587" y="connsiteY8587"/>
                </a:cxn>
                <a:cxn ang="0">
                  <a:pos x="connsiteX8588" y="connsiteY8588"/>
                </a:cxn>
                <a:cxn ang="0">
                  <a:pos x="connsiteX8589" y="connsiteY8589"/>
                </a:cxn>
                <a:cxn ang="0">
                  <a:pos x="connsiteX8590" y="connsiteY8590"/>
                </a:cxn>
                <a:cxn ang="0">
                  <a:pos x="connsiteX8591" y="connsiteY8591"/>
                </a:cxn>
                <a:cxn ang="0">
                  <a:pos x="connsiteX8592" y="connsiteY8592"/>
                </a:cxn>
                <a:cxn ang="0">
                  <a:pos x="connsiteX8593" y="connsiteY8593"/>
                </a:cxn>
                <a:cxn ang="0">
                  <a:pos x="connsiteX8594" y="connsiteY8594"/>
                </a:cxn>
                <a:cxn ang="0">
                  <a:pos x="connsiteX8595" y="connsiteY8595"/>
                </a:cxn>
                <a:cxn ang="0">
                  <a:pos x="connsiteX8596" y="connsiteY8596"/>
                </a:cxn>
                <a:cxn ang="0">
                  <a:pos x="connsiteX8597" y="connsiteY8597"/>
                </a:cxn>
                <a:cxn ang="0">
                  <a:pos x="connsiteX8598" y="connsiteY8598"/>
                </a:cxn>
                <a:cxn ang="0">
                  <a:pos x="connsiteX8599" y="connsiteY8599"/>
                </a:cxn>
                <a:cxn ang="0">
                  <a:pos x="connsiteX8600" y="connsiteY8600"/>
                </a:cxn>
                <a:cxn ang="0">
                  <a:pos x="connsiteX8601" y="connsiteY8601"/>
                </a:cxn>
                <a:cxn ang="0">
                  <a:pos x="connsiteX8602" y="connsiteY8602"/>
                </a:cxn>
                <a:cxn ang="0">
                  <a:pos x="connsiteX8603" y="connsiteY8603"/>
                </a:cxn>
                <a:cxn ang="0">
                  <a:pos x="connsiteX8604" y="connsiteY8604"/>
                </a:cxn>
                <a:cxn ang="0">
                  <a:pos x="connsiteX8605" y="connsiteY8605"/>
                </a:cxn>
                <a:cxn ang="0">
                  <a:pos x="connsiteX8606" y="connsiteY8606"/>
                </a:cxn>
                <a:cxn ang="0">
                  <a:pos x="connsiteX8607" y="connsiteY8607"/>
                </a:cxn>
                <a:cxn ang="0">
                  <a:pos x="connsiteX8608" y="connsiteY8608"/>
                </a:cxn>
                <a:cxn ang="0">
                  <a:pos x="connsiteX8609" y="connsiteY8609"/>
                </a:cxn>
                <a:cxn ang="0">
                  <a:pos x="connsiteX8610" y="connsiteY8610"/>
                </a:cxn>
                <a:cxn ang="0">
                  <a:pos x="connsiteX8611" y="connsiteY8611"/>
                </a:cxn>
                <a:cxn ang="0">
                  <a:pos x="connsiteX8612" y="connsiteY8612"/>
                </a:cxn>
                <a:cxn ang="0">
                  <a:pos x="connsiteX8613" y="connsiteY8613"/>
                </a:cxn>
                <a:cxn ang="0">
                  <a:pos x="connsiteX8614" y="connsiteY8614"/>
                </a:cxn>
                <a:cxn ang="0">
                  <a:pos x="connsiteX8615" y="connsiteY8615"/>
                </a:cxn>
                <a:cxn ang="0">
                  <a:pos x="connsiteX8616" y="connsiteY8616"/>
                </a:cxn>
                <a:cxn ang="0">
                  <a:pos x="connsiteX8617" y="connsiteY8617"/>
                </a:cxn>
                <a:cxn ang="0">
                  <a:pos x="connsiteX8618" y="connsiteY8618"/>
                </a:cxn>
                <a:cxn ang="0">
                  <a:pos x="connsiteX8619" y="connsiteY8619"/>
                </a:cxn>
                <a:cxn ang="0">
                  <a:pos x="connsiteX8620" y="connsiteY8620"/>
                </a:cxn>
                <a:cxn ang="0">
                  <a:pos x="connsiteX8621" y="connsiteY8621"/>
                </a:cxn>
                <a:cxn ang="0">
                  <a:pos x="connsiteX8622" y="connsiteY8622"/>
                </a:cxn>
                <a:cxn ang="0">
                  <a:pos x="connsiteX8623" y="connsiteY8623"/>
                </a:cxn>
                <a:cxn ang="0">
                  <a:pos x="connsiteX8624" y="connsiteY8624"/>
                </a:cxn>
                <a:cxn ang="0">
                  <a:pos x="connsiteX8625" y="connsiteY8625"/>
                </a:cxn>
                <a:cxn ang="0">
                  <a:pos x="connsiteX8626" y="connsiteY8626"/>
                </a:cxn>
                <a:cxn ang="0">
                  <a:pos x="connsiteX8627" y="connsiteY8627"/>
                </a:cxn>
                <a:cxn ang="0">
                  <a:pos x="connsiteX8628" y="connsiteY8628"/>
                </a:cxn>
                <a:cxn ang="0">
                  <a:pos x="connsiteX8629" y="connsiteY8629"/>
                </a:cxn>
                <a:cxn ang="0">
                  <a:pos x="connsiteX8630" y="connsiteY8630"/>
                </a:cxn>
                <a:cxn ang="0">
                  <a:pos x="connsiteX8631" y="connsiteY8631"/>
                </a:cxn>
                <a:cxn ang="0">
                  <a:pos x="connsiteX8632" y="connsiteY8632"/>
                </a:cxn>
                <a:cxn ang="0">
                  <a:pos x="connsiteX8633" y="connsiteY8633"/>
                </a:cxn>
                <a:cxn ang="0">
                  <a:pos x="connsiteX8634" y="connsiteY8634"/>
                </a:cxn>
                <a:cxn ang="0">
                  <a:pos x="connsiteX8635" y="connsiteY8635"/>
                </a:cxn>
                <a:cxn ang="0">
                  <a:pos x="connsiteX8636" y="connsiteY8636"/>
                </a:cxn>
                <a:cxn ang="0">
                  <a:pos x="connsiteX8637" y="connsiteY8637"/>
                </a:cxn>
                <a:cxn ang="0">
                  <a:pos x="connsiteX8638" y="connsiteY8638"/>
                </a:cxn>
                <a:cxn ang="0">
                  <a:pos x="connsiteX8639" y="connsiteY8639"/>
                </a:cxn>
                <a:cxn ang="0">
                  <a:pos x="connsiteX8640" y="connsiteY8640"/>
                </a:cxn>
                <a:cxn ang="0">
                  <a:pos x="connsiteX8641" y="connsiteY8641"/>
                </a:cxn>
                <a:cxn ang="0">
                  <a:pos x="connsiteX8642" y="connsiteY8642"/>
                </a:cxn>
                <a:cxn ang="0">
                  <a:pos x="connsiteX8643" y="connsiteY8643"/>
                </a:cxn>
                <a:cxn ang="0">
                  <a:pos x="connsiteX8644" y="connsiteY8644"/>
                </a:cxn>
                <a:cxn ang="0">
                  <a:pos x="connsiteX8645" y="connsiteY8645"/>
                </a:cxn>
                <a:cxn ang="0">
                  <a:pos x="connsiteX8646" y="connsiteY8646"/>
                </a:cxn>
                <a:cxn ang="0">
                  <a:pos x="connsiteX8647" y="connsiteY8647"/>
                </a:cxn>
                <a:cxn ang="0">
                  <a:pos x="connsiteX8648" y="connsiteY8648"/>
                </a:cxn>
                <a:cxn ang="0">
                  <a:pos x="connsiteX8649" y="connsiteY8649"/>
                </a:cxn>
                <a:cxn ang="0">
                  <a:pos x="connsiteX8650" y="connsiteY8650"/>
                </a:cxn>
                <a:cxn ang="0">
                  <a:pos x="connsiteX8651" y="connsiteY8651"/>
                </a:cxn>
                <a:cxn ang="0">
                  <a:pos x="connsiteX8652" y="connsiteY8652"/>
                </a:cxn>
                <a:cxn ang="0">
                  <a:pos x="connsiteX8653" y="connsiteY8653"/>
                </a:cxn>
                <a:cxn ang="0">
                  <a:pos x="connsiteX8654" y="connsiteY8654"/>
                </a:cxn>
                <a:cxn ang="0">
                  <a:pos x="connsiteX8655" y="connsiteY8655"/>
                </a:cxn>
                <a:cxn ang="0">
                  <a:pos x="connsiteX8656" y="connsiteY8656"/>
                </a:cxn>
                <a:cxn ang="0">
                  <a:pos x="connsiteX8657" y="connsiteY8657"/>
                </a:cxn>
                <a:cxn ang="0">
                  <a:pos x="connsiteX8658" y="connsiteY8658"/>
                </a:cxn>
                <a:cxn ang="0">
                  <a:pos x="connsiteX8659" y="connsiteY8659"/>
                </a:cxn>
                <a:cxn ang="0">
                  <a:pos x="connsiteX8660" y="connsiteY8660"/>
                </a:cxn>
                <a:cxn ang="0">
                  <a:pos x="connsiteX8661" y="connsiteY8661"/>
                </a:cxn>
                <a:cxn ang="0">
                  <a:pos x="connsiteX8662" y="connsiteY8662"/>
                </a:cxn>
                <a:cxn ang="0">
                  <a:pos x="connsiteX8663" y="connsiteY8663"/>
                </a:cxn>
                <a:cxn ang="0">
                  <a:pos x="connsiteX8664" y="connsiteY8664"/>
                </a:cxn>
                <a:cxn ang="0">
                  <a:pos x="connsiteX8665" y="connsiteY8665"/>
                </a:cxn>
                <a:cxn ang="0">
                  <a:pos x="connsiteX8666" y="connsiteY8666"/>
                </a:cxn>
                <a:cxn ang="0">
                  <a:pos x="connsiteX8667" y="connsiteY8667"/>
                </a:cxn>
                <a:cxn ang="0">
                  <a:pos x="connsiteX8668" y="connsiteY8668"/>
                </a:cxn>
                <a:cxn ang="0">
                  <a:pos x="connsiteX8669" y="connsiteY8669"/>
                </a:cxn>
                <a:cxn ang="0">
                  <a:pos x="connsiteX8670" y="connsiteY8670"/>
                </a:cxn>
                <a:cxn ang="0">
                  <a:pos x="connsiteX8671" y="connsiteY8671"/>
                </a:cxn>
                <a:cxn ang="0">
                  <a:pos x="connsiteX8672" y="connsiteY8672"/>
                </a:cxn>
                <a:cxn ang="0">
                  <a:pos x="connsiteX8673" y="connsiteY8673"/>
                </a:cxn>
                <a:cxn ang="0">
                  <a:pos x="connsiteX8674" y="connsiteY8674"/>
                </a:cxn>
                <a:cxn ang="0">
                  <a:pos x="connsiteX8675" y="connsiteY8675"/>
                </a:cxn>
                <a:cxn ang="0">
                  <a:pos x="connsiteX8676" y="connsiteY8676"/>
                </a:cxn>
                <a:cxn ang="0">
                  <a:pos x="connsiteX8677" y="connsiteY8677"/>
                </a:cxn>
                <a:cxn ang="0">
                  <a:pos x="connsiteX8678" y="connsiteY8678"/>
                </a:cxn>
                <a:cxn ang="0">
                  <a:pos x="connsiteX8679" y="connsiteY8679"/>
                </a:cxn>
                <a:cxn ang="0">
                  <a:pos x="connsiteX8680" y="connsiteY8680"/>
                </a:cxn>
                <a:cxn ang="0">
                  <a:pos x="connsiteX8681" y="connsiteY8681"/>
                </a:cxn>
                <a:cxn ang="0">
                  <a:pos x="connsiteX8682" y="connsiteY8682"/>
                </a:cxn>
                <a:cxn ang="0">
                  <a:pos x="connsiteX8683" y="connsiteY8683"/>
                </a:cxn>
                <a:cxn ang="0">
                  <a:pos x="connsiteX8684" y="connsiteY8684"/>
                </a:cxn>
                <a:cxn ang="0">
                  <a:pos x="connsiteX8685" y="connsiteY8685"/>
                </a:cxn>
                <a:cxn ang="0">
                  <a:pos x="connsiteX8686" y="connsiteY8686"/>
                </a:cxn>
                <a:cxn ang="0">
                  <a:pos x="connsiteX8687" y="connsiteY8687"/>
                </a:cxn>
                <a:cxn ang="0">
                  <a:pos x="connsiteX8688" y="connsiteY8688"/>
                </a:cxn>
                <a:cxn ang="0">
                  <a:pos x="connsiteX8689" y="connsiteY8689"/>
                </a:cxn>
                <a:cxn ang="0">
                  <a:pos x="connsiteX8690" y="connsiteY8690"/>
                </a:cxn>
                <a:cxn ang="0">
                  <a:pos x="connsiteX8691" y="connsiteY8691"/>
                </a:cxn>
                <a:cxn ang="0">
                  <a:pos x="connsiteX8692" y="connsiteY8692"/>
                </a:cxn>
                <a:cxn ang="0">
                  <a:pos x="connsiteX8693" y="connsiteY8693"/>
                </a:cxn>
                <a:cxn ang="0">
                  <a:pos x="connsiteX8694" y="connsiteY8694"/>
                </a:cxn>
                <a:cxn ang="0">
                  <a:pos x="connsiteX8695" y="connsiteY8695"/>
                </a:cxn>
                <a:cxn ang="0">
                  <a:pos x="connsiteX8696" y="connsiteY8696"/>
                </a:cxn>
                <a:cxn ang="0">
                  <a:pos x="connsiteX8697" y="connsiteY8697"/>
                </a:cxn>
                <a:cxn ang="0">
                  <a:pos x="connsiteX8698" y="connsiteY8698"/>
                </a:cxn>
                <a:cxn ang="0">
                  <a:pos x="connsiteX8699" y="connsiteY8699"/>
                </a:cxn>
                <a:cxn ang="0">
                  <a:pos x="connsiteX8700" y="connsiteY8700"/>
                </a:cxn>
                <a:cxn ang="0">
                  <a:pos x="connsiteX8701" y="connsiteY8701"/>
                </a:cxn>
                <a:cxn ang="0">
                  <a:pos x="connsiteX8702" y="connsiteY8702"/>
                </a:cxn>
                <a:cxn ang="0">
                  <a:pos x="connsiteX8703" y="connsiteY8703"/>
                </a:cxn>
                <a:cxn ang="0">
                  <a:pos x="connsiteX8704" y="connsiteY8704"/>
                </a:cxn>
                <a:cxn ang="0">
                  <a:pos x="connsiteX8705" y="connsiteY8705"/>
                </a:cxn>
                <a:cxn ang="0">
                  <a:pos x="connsiteX8706" y="connsiteY8706"/>
                </a:cxn>
                <a:cxn ang="0">
                  <a:pos x="connsiteX8707" y="connsiteY8707"/>
                </a:cxn>
                <a:cxn ang="0">
                  <a:pos x="connsiteX8708" y="connsiteY8708"/>
                </a:cxn>
                <a:cxn ang="0">
                  <a:pos x="connsiteX8709" y="connsiteY8709"/>
                </a:cxn>
                <a:cxn ang="0">
                  <a:pos x="connsiteX8710" y="connsiteY8710"/>
                </a:cxn>
                <a:cxn ang="0">
                  <a:pos x="connsiteX8711" y="connsiteY8711"/>
                </a:cxn>
                <a:cxn ang="0">
                  <a:pos x="connsiteX8712" y="connsiteY8712"/>
                </a:cxn>
                <a:cxn ang="0">
                  <a:pos x="connsiteX8713" y="connsiteY8713"/>
                </a:cxn>
                <a:cxn ang="0">
                  <a:pos x="connsiteX8714" y="connsiteY8714"/>
                </a:cxn>
                <a:cxn ang="0">
                  <a:pos x="connsiteX8715" y="connsiteY8715"/>
                </a:cxn>
                <a:cxn ang="0">
                  <a:pos x="connsiteX8716" y="connsiteY8716"/>
                </a:cxn>
                <a:cxn ang="0">
                  <a:pos x="connsiteX8717" y="connsiteY8717"/>
                </a:cxn>
                <a:cxn ang="0">
                  <a:pos x="connsiteX8718" y="connsiteY8718"/>
                </a:cxn>
                <a:cxn ang="0">
                  <a:pos x="connsiteX8719" y="connsiteY8719"/>
                </a:cxn>
                <a:cxn ang="0">
                  <a:pos x="connsiteX8720" y="connsiteY8720"/>
                </a:cxn>
                <a:cxn ang="0">
                  <a:pos x="connsiteX8721" y="connsiteY8721"/>
                </a:cxn>
                <a:cxn ang="0">
                  <a:pos x="connsiteX8722" y="connsiteY8722"/>
                </a:cxn>
                <a:cxn ang="0">
                  <a:pos x="connsiteX8723" y="connsiteY8723"/>
                </a:cxn>
                <a:cxn ang="0">
                  <a:pos x="connsiteX8724" y="connsiteY8724"/>
                </a:cxn>
                <a:cxn ang="0">
                  <a:pos x="connsiteX8725" y="connsiteY8725"/>
                </a:cxn>
                <a:cxn ang="0">
                  <a:pos x="connsiteX8726" y="connsiteY8726"/>
                </a:cxn>
                <a:cxn ang="0">
                  <a:pos x="connsiteX8727" y="connsiteY8727"/>
                </a:cxn>
                <a:cxn ang="0">
                  <a:pos x="connsiteX8728" y="connsiteY8728"/>
                </a:cxn>
                <a:cxn ang="0">
                  <a:pos x="connsiteX8729" y="connsiteY8729"/>
                </a:cxn>
                <a:cxn ang="0">
                  <a:pos x="connsiteX8730" y="connsiteY8730"/>
                </a:cxn>
                <a:cxn ang="0">
                  <a:pos x="connsiteX8731" y="connsiteY8731"/>
                </a:cxn>
                <a:cxn ang="0">
                  <a:pos x="connsiteX8732" y="connsiteY8732"/>
                </a:cxn>
                <a:cxn ang="0">
                  <a:pos x="connsiteX8733" y="connsiteY8733"/>
                </a:cxn>
                <a:cxn ang="0">
                  <a:pos x="connsiteX8734" y="connsiteY8734"/>
                </a:cxn>
                <a:cxn ang="0">
                  <a:pos x="connsiteX8735" y="connsiteY8735"/>
                </a:cxn>
                <a:cxn ang="0">
                  <a:pos x="connsiteX8736" y="connsiteY8736"/>
                </a:cxn>
                <a:cxn ang="0">
                  <a:pos x="connsiteX8737" y="connsiteY8737"/>
                </a:cxn>
                <a:cxn ang="0">
                  <a:pos x="connsiteX8738" y="connsiteY8738"/>
                </a:cxn>
                <a:cxn ang="0">
                  <a:pos x="connsiteX8739" y="connsiteY8739"/>
                </a:cxn>
                <a:cxn ang="0">
                  <a:pos x="connsiteX8740" y="connsiteY8740"/>
                </a:cxn>
                <a:cxn ang="0">
                  <a:pos x="connsiteX8741" y="connsiteY8741"/>
                </a:cxn>
                <a:cxn ang="0">
                  <a:pos x="connsiteX8742" y="connsiteY8742"/>
                </a:cxn>
                <a:cxn ang="0">
                  <a:pos x="connsiteX8743" y="connsiteY8743"/>
                </a:cxn>
                <a:cxn ang="0">
                  <a:pos x="connsiteX8744" y="connsiteY8744"/>
                </a:cxn>
                <a:cxn ang="0">
                  <a:pos x="connsiteX8745" y="connsiteY8745"/>
                </a:cxn>
                <a:cxn ang="0">
                  <a:pos x="connsiteX8746" y="connsiteY8746"/>
                </a:cxn>
                <a:cxn ang="0">
                  <a:pos x="connsiteX8747" y="connsiteY8747"/>
                </a:cxn>
                <a:cxn ang="0">
                  <a:pos x="connsiteX8748" y="connsiteY8748"/>
                </a:cxn>
                <a:cxn ang="0">
                  <a:pos x="connsiteX8749" y="connsiteY8749"/>
                </a:cxn>
                <a:cxn ang="0">
                  <a:pos x="connsiteX8750" y="connsiteY8750"/>
                </a:cxn>
                <a:cxn ang="0">
                  <a:pos x="connsiteX8751" y="connsiteY8751"/>
                </a:cxn>
                <a:cxn ang="0">
                  <a:pos x="connsiteX8752" y="connsiteY8752"/>
                </a:cxn>
                <a:cxn ang="0">
                  <a:pos x="connsiteX8753" y="connsiteY8753"/>
                </a:cxn>
                <a:cxn ang="0">
                  <a:pos x="connsiteX8754" y="connsiteY8754"/>
                </a:cxn>
                <a:cxn ang="0">
                  <a:pos x="connsiteX8755" y="connsiteY8755"/>
                </a:cxn>
                <a:cxn ang="0">
                  <a:pos x="connsiteX8756" y="connsiteY8756"/>
                </a:cxn>
                <a:cxn ang="0">
                  <a:pos x="connsiteX8757" y="connsiteY8757"/>
                </a:cxn>
                <a:cxn ang="0">
                  <a:pos x="connsiteX8758" y="connsiteY8758"/>
                </a:cxn>
                <a:cxn ang="0">
                  <a:pos x="connsiteX8759" y="connsiteY8759"/>
                </a:cxn>
                <a:cxn ang="0">
                  <a:pos x="connsiteX8760" y="connsiteY8760"/>
                </a:cxn>
                <a:cxn ang="0">
                  <a:pos x="connsiteX8761" y="connsiteY8761"/>
                </a:cxn>
                <a:cxn ang="0">
                  <a:pos x="connsiteX8762" y="connsiteY8762"/>
                </a:cxn>
                <a:cxn ang="0">
                  <a:pos x="connsiteX8763" y="connsiteY8763"/>
                </a:cxn>
                <a:cxn ang="0">
                  <a:pos x="connsiteX8764" y="connsiteY8764"/>
                </a:cxn>
                <a:cxn ang="0">
                  <a:pos x="connsiteX8765" y="connsiteY8765"/>
                </a:cxn>
                <a:cxn ang="0">
                  <a:pos x="connsiteX8766" y="connsiteY8766"/>
                </a:cxn>
                <a:cxn ang="0">
                  <a:pos x="connsiteX8767" y="connsiteY8767"/>
                </a:cxn>
                <a:cxn ang="0">
                  <a:pos x="connsiteX8768" y="connsiteY8768"/>
                </a:cxn>
                <a:cxn ang="0">
                  <a:pos x="connsiteX8769" y="connsiteY8769"/>
                </a:cxn>
                <a:cxn ang="0">
                  <a:pos x="connsiteX8770" y="connsiteY8770"/>
                </a:cxn>
                <a:cxn ang="0">
                  <a:pos x="connsiteX8771" y="connsiteY8771"/>
                </a:cxn>
                <a:cxn ang="0">
                  <a:pos x="connsiteX8772" y="connsiteY8772"/>
                </a:cxn>
                <a:cxn ang="0">
                  <a:pos x="connsiteX8773" y="connsiteY8773"/>
                </a:cxn>
                <a:cxn ang="0">
                  <a:pos x="connsiteX8774" y="connsiteY8774"/>
                </a:cxn>
                <a:cxn ang="0">
                  <a:pos x="connsiteX8775" y="connsiteY8775"/>
                </a:cxn>
                <a:cxn ang="0">
                  <a:pos x="connsiteX8776" y="connsiteY8776"/>
                </a:cxn>
                <a:cxn ang="0">
                  <a:pos x="connsiteX8777" y="connsiteY8777"/>
                </a:cxn>
                <a:cxn ang="0">
                  <a:pos x="connsiteX8778" y="connsiteY8778"/>
                </a:cxn>
                <a:cxn ang="0">
                  <a:pos x="connsiteX8779" y="connsiteY8779"/>
                </a:cxn>
                <a:cxn ang="0">
                  <a:pos x="connsiteX8780" y="connsiteY8780"/>
                </a:cxn>
                <a:cxn ang="0">
                  <a:pos x="connsiteX8781" y="connsiteY8781"/>
                </a:cxn>
                <a:cxn ang="0">
                  <a:pos x="connsiteX8782" y="connsiteY8782"/>
                </a:cxn>
                <a:cxn ang="0">
                  <a:pos x="connsiteX8783" y="connsiteY8783"/>
                </a:cxn>
                <a:cxn ang="0">
                  <a:pos x="connsiteX8784" y="connsiteY8784"/>
                </a:cxn>
                <a:cxn ang="0">
                  <a:pos x="connsiteX8785" y="connsiteY8785"/>
                </a:cxn>
                <a:cxn ang="0">
                  <a:pos x="connsiteX8786" y="connsiteY8786"/>
                </a:cxn>
                <a:cxn ang="0">
                  <a:pos x="connsiteX8787" y="connsiteY8787"/>
                </a:cxn>
                <a:cxn ang="0">
                  <a:pos x="connsiteX8788" y="connsiteY8788"/>
                </a:cxn>
                <a:cxn ang="0">
                  <a:pos x="connsiteX8789" y="connsiteY8789"/>
                </a:cxn>
                <a:cxn ang="0">
                  <a:pos x="connsiteX8790" y="connsiteY8790"/>
                </a:cxn>
                <a:cxn ang="0">
                  <a:pos x="connsiteX8791" y="connsiteY8791"/>
                </a:cxn>
                <a:cxn ang="0">
                  <a:pos x="connsiteX8792" y="connsiteY8792"/>
                </a:cxn>
                <a:cxn ang="0">
                  <a:pos x="connsiteX8793" y="connsiteY8793"/>
                </a:cxn>
                <a:cxn ang="0">
                  <a:pos x="connsiteX8794" y="connsiteY8794"/>
                </a:cxn>
                <a:cxn ang="0">
                  <a:pos x="connsiteX8795" y="connsiteY8795"/>
                </a:cxn>
                <a:cxn ang="0">
                  <a:pos x="connsiteX8796" y="connsiteY8796"/>
                </a:cxn>
                <a:cxn ang="0">
                  <a:pos x="connsiteX8797" y="connsiteY8797"/>
                </a:cxn>
                <a:cxn ang="0">
                  <a:pos x="connsiteX8798" y="connsiteY8798"/>
                </a:cxn>
                <a:cxn ang="0">
                  <a:pos x="connsiteX8799" y="connsiteY8799"/>
                </a:cxn>
                <a:cxn ang="0">
                  <a:pos x="connsiteX8800" y="connsiteY8800"/>
                </a:cxn>
                <a:cxn ang="0">
                  <a:pos x="connsiteX8801" y="connsiteY8801"/>
                </a:cxn>
                <a:cxn ang="0">
                  <a:pos x="connsiteX8802" y="connsiteY8802"/>
                </a:cxn>
                <a:cxn ang="0">
                  <a:pos x="connsiteX8803" y="connsiteY8803"/>
                </a:cxn>
                <a:cxn ang="0">
                  <a:pos x="connsiteX8804" y="connsiteY8804"/>
                </a:cxn>
                <a:cxn ang="0">
                  <a:pos x="connsiteX8805" y="connsiteY8805"/>
                </a:cxn>
                <a:cxn ang="0">
                  <a:pos x="connsiteX8806" y="connsiteY8806"/>
                </a:cxn>
                <a:cxn ang="0">
                  <a:pos x="connsiteX8807" y="connsiteY8807"/>
                </a:cxn>
                <a:cxn ang="0">
                  <a:pos x="connsiteX8808" y="connsiteY8808"/>
                </a:cxn>
                <a:cxn ang="0">
                  <a:pos x="connsiteX8809" y="connsiteY8809"/>
                </a:cxn>
                <a:cxn ang="0">
                  <a:pos x="connsiteX8810" y="connsiteY8810"/>
                </a:cxn>
                <a:cxn ang="0">
                  <a:pos x="connsiteX8811" y="connsiteY8811"/>
                </a:cxn>
                <a:cxn ang="0">
                  <a:pos x="connsiteX8812" y="connsiteY8812"/>
                </a:cxn>
                <a:cxn ang="0">
                  <a:pos x="connsiteX8813" y="connsiteY8813"/>
                </a:cxn>
                <a:cxn ang="0">
                  <a:pos x="connsiteX8814" y="connsiteY8814"/>
                </a:cxn>
                <a:cxn ang="0">
                  <a:pos x="connsiteX8815" y="connsiteY8815"/>
                </a:cxn>
                <a:cxn ang="0">
                  <a:pos x="connsiteX8816" y="connsiteY8816"/>
                </a:cxn>
                <a:cxn ang="0">
                  <a:pos x="connsiteX8817" y="connsiteY8817"/>
                </a:cxn>
                <a:cxn ang="0">
                  <a:pos x="connsiteX8818" y="connsiteY8818"/>
                </a:cxn>
                <a:cxn ang="0">
                  <a:pos x="connsiteX8819" y="connsiteY8819"/>
                </a:cxn>
                <a:cxn ang="0">
                  <a:pos x="connsiteX8820" y="connsiteY8820"/>
                </a:cxn>
                <a:cxn ang="0">
                  <a:pos x="connsiteX8821" y="connsiteY8821"/>
                </a:cxn>
                <a:cxn ang="0">
                  <a:pos x="connsiteX8822" y="connsiteY8822"/>
                </a:cxn>
                <a:cxn ang="0">
                  <a:pos x="connsiteX8823" y="connsiteY8823"/>
                </a:cxn>
                <a:cxn ang="0">
                  <a:pos x="connsiteX8824" y="connsiteY8824"/>
                </a:cxn>
                <a:cxn ang="0">
                  <a:pos x="connsiteX8825" y="connsiteY8825"/>
                </a:cxn>
                <a:cxn ang="0">
                  <a:pos x="connsiteX8826" y="connsiteY8826"/>
                </a:cxn>
                <a:cxn ang="0">
                  <a:pos x="connsiteX8827" y="connsiteY8827"/>
                </a:cxn>
                <a:cxn ang="0">
                  <a:pos x="connsiteX8828" y="connsiteY8828"/>
                </a:cxn>
                <a:cxn ang="0">
                  <a:pos x="connsiteX8829" y="connsiteY8829"/>
                </a:cxn>
                <a:cxn ang="0">
                  <a:pos x="connsiteX8830" y="connsiteY8830"/>
                </a:cxn>
                <a:cxn ang="0">
                  <a:pos x="connsiteX8831" y="connsiteY8831"/>
                </a:cxn>
                <a:cxn ang="0">
                  <a:pos x="connsiteX8832" y="connsiteY8832"/>
                </a:cxn>
                <a:cxn ang="0">
                  <a:pos x="connsiteX8833" y="connsiteY8833"/>
                </a:cxn>
                <a:cxn ang="0">
                  <a:pos x="connsiteX8834" y="connsiteY8834"/>
                </a:cxn>
                <a:cxn ang="0">
                  <a:pos x="connsiteX8835" y="connsiteY8835"/>
                </a:cxn>
                <a:cxn ang="0">
                  <a:pos x="connsiteX8836" y="connsiteY8836"/>
                </a:cxn>
                <a:cxn ang="0">
                  <a:pos x="connsiteX8837" y="connsiteY8837"/>
                </a:cxn>
                <a:cxn ang="0">
                  <a:pos x="connsiteX8838" y="connsiteY8838"/>
                </a:cxn>
                <a:cxn ang="0">
                  <a:pos x="connsiteX8839" y="connsiteY8839"/>
                </a:cxn>
                <a:cxn ang="0">
                  <a:pos x="connsiteX8840" y="connsiteY8840"/>
                </a:cxn>
                <a:cxn ang="0">
                  <a:pos x="connsiteX8841" y="connsiteY8841"/>
                </a:cxn>
                <a:cxn ang="0">
                  <a:pos x="connsiteX8842" y="connsiteY8842"/>
                </a:cxn>
                <a:cxn ang="0">
                  <a:pos x="connsiteX8843" y="connsiteY8843"/>
                </a:cxn>
                <a:cxn ang="0">
                  <a:pos x="connsiteX8844" y="connsiteY8844"/>
                </a:cxn>
                <a:cxn ang="0">
                  <a:pos x="connsiteX8845" y="connsiteY8845"/>
                </a:cxn>
                <a:cxn ang="0">
                  <a:pos x="connsiteX8846" y="connsiteY8846"/>
                </a:cxn>
                <a:cxn ang="0">
                  <a:pos x="connsiteX8847" y="connsiteY8847"/>
                </a:cxn>
                <a:cxn ang="0">
                  <a:pos x="connsiteX8848" y="connsiteY8848"/>
                </a:cxn>
                <a:cxn ang="0">
                  <a:pos x="connsiteX8849" y="connsiteY8849"/>
                </a:cxn>
                <a:cxn ang="0">
                  <a:pos x="connsiteX8850" y="connsiteY8850"/>
                </a:cxn>
                <a:cxn ang="0">
                  <a:pos x="connsiteX8851" y="connsiteY8851"/>
                </a:cxn>
                <a:cxn ang="0">
                  <a:pos x="connsiteX8852" y="connsiteY8852"/>
                </a:cxn>
                <a:cxn ang="0">
                  <a:pos x="connsiteX8853" y="connsiteY8853"/>
                </a:cxn>
                <a:cxn ang="0">
                  <a:pos x="connsiteX8854" y="connsiteY8854"/>
                </a:cxn>
                <a:cxn ang="0">
                  <a:pos x="connsiteX8855" y="connsiteY8855"/>
                </a:cxn>
                <a:cxn ang="0">
                  <a:pos x="connsiteX8856" y="connsiteY8856"/>
                </a:cxn>
                <a:cxn ang="0">
                  <a:pos x="connsiteX8857" y="connsiteY8857"/>
                </a:cxn>
                <a:cxn ang="0">
                  <a:pos x="connsiteX8858" y="connsiteY8858"/>
                </a:cxn>
                <a:cxn ang="0">
                  <a:pos x="connsiteX8859" y="connsiteY8859"/>
                </a:cxn>
                <a:cxn ang="0">
                  <a:pos x="connsiteX8860" y="connsiteY8860"/>
                </a:cxn>
                <a:cxn ang="0">
                  <a:pos x="connsiteX8861" y="connsiteY8861"/>
                </a:cxn>
                <a:cxn ang="0">
                  <a:pos x="connsiteX8862" y="connsiteY8862"/>
                </a:cxn>
                <a:cxn ang="0">
                  <a:pos x="connsiteX8863" y="connsiteY8863"/>
                </a:cxn>
                <a:cxn ang="0">
                  <a:pos x="connsiteX8864" y="connsiteY8864"/>
                </a:cxn>
                <a:cxn ang="0">
                  <a:pos x="connsiteX8865" y="connsiteY8865"/>
                </a:cxn>
                <a:cxn ang="0">
                  <a:pos x="connsiteX8866" y="connsiteY8866"/>
                </a:cxn>
                <a:cxn ang="0">
                  <a:pos x="connsiteX8867" y="connsiteY8867"/>
                </a:cxn>
                <a:cxn ang="0">
                  <a:pos x="connsiteX8868" y="connsiteY8868"/>
                </a:cxn>
                <a:cxn ang="0">
                  <a:pos x="connsiteX8869" y="connsiteY8869"/>
                </a:cxn>
                <a:cxn ang="0">
                  <a:pos x="connsiteX8870" y="connsiteY8870"/>
                </a:cxn>
                <a:cxn ang="0">
                  <a:pos x="connsiteX8871" y="connsiteY8871"/>
                </a:cxn>
                <a:cxn ang="0">
                  <a:pos x="connsiteX8872" y="connsiteY8872"/>
                </a:cxn>
                <a:cxn ang="0">
                  <a:pos x="connsiteX8873" y="connsiteY8873"/>
                </a:cxn>
                <a:cxn ang="0">
                  <a:pos x="connsiteX8874" y="connsiteY8874"/>
                </a:cxn>
                <a:cxn ang="0">
                  <a:pos x="connsiteX8875" y="connsiteY8875"/>
                </a:cxn>
                <a:cxn ang="0">
                  <a:pos x="connsiteX8876" y="connsiteY8876"/>
                </a:cxn>
                <a:cxn ang="0">
                  <a:pos x="connsiteX8877" y="connsiteY8877"/>
                </a:cxn>
                <a:cxn ang="0">
                  <a:pos x="connsiteX8878" y="connsiteY8878"/>
                </a:cxn>
                <a:cxn ang="0">
                  <a:pos x="connsiteX8879" y="connsiteY8879"/>
                </a:cxn>
                <a:cxn ang="0">
                  <a:pos x="connsiteX8880" y="connsiteY8880"/>
                </a:cxn>
                <a:cxn ang="0">
                  <a:pos x="connsiteX8881" y="connsiteY8881"/>
                </a:cxn>
                <a:cxn ang="0">
                  <a:pos x="connsiteX8882" y="connsiteY8882"/>
                </a:cxn>
                <a:cxn ang="0">
                  <a:pos x="connsiteX8883" y="connsiteY8883"/>
                </a:cxn>
                <a:cxn ang="0">
                  <a:pos x="connsiteX8884" y="connsiteY8884"/>
                </a:cxn>
                <a:cxn ang="0">
                  <a:pos x="connsiteX8885" y="connsiteY8885"/>
                </a:cxn>
                <a:cxn ang="0">
                  <a:pos x="connsiteX8886" y="connsiteY8886"/>
                </a:cxn>
                <a:cxn ang="0">
                  <a:pos x="connsiteX8887" y="connsiteY8887"/>
                </a:cxn>
                <a:cxn ang="0">
                  <a:pos x="connsiteX8888" y="connsiteY8888"/>
                </a:cxn>
                <a:cxn ang="0">
                  <a:pos x="connsiteX8889" y="connsiteY8889"/>
                </a:cxn>
                <a:cxn ang="0">
                  <a:pos x="connsiteX8890" y="connsiteY8890"/>
                </a:cxn>
                <a:cxn ang="0">
                  <a:pos x="connsiteX8891" y="connsiteY8891"/>
                </a:cxn>
                <a:cxn ang="0">
                  <a:pos x="connsiteX8892" y="connsiteY8892"/>
                </a:cxn>
                <a:cxn ang="0">
                  <a:pos x="connsiteX8893" y="connsiteY8893"/>
                </a:cxn>
                <a:cxn ang="0">
                  <a:pos x="connsiteX8894" y="connsiteY8894"/>
                </a:cxn>
                <a:cxn ang="0">
                  <a:pos x="connsiteX8895" y="connsiteY8895"/>
                </a:cxn>
                <a:cxn ang="0">
                  <a:pos x="connsiteX8896" y="connsiteY8896"/>
                </a:cxn>
                <a:cxn ang="0">
                  <a:pos x="connsiteX8897" y="connsiteY8897"/>
                </a:cxn>
                <a:cxn ang="0">
                  <a:pos x="connsiteX8898" y="connsiteY8898"/>
                </a:cxn>
                <a:cxn ang="0">
                  <a:pos x="connsiteX8899" y="connsiteY8899"/>
                </a:cxn>
                <a:cxn ang="0">
                  <a:pos x="connsiteX8900" y="connsiteY8900"/>
                </a:cxn>
                <a:cxn ang="0">
                  <a:pos x="connsiteX8901" y="connsiteY8901"/>
                </a:cxn>
                <a:cxn ang="0">
                  <a:pos x="connsiteX8902" y="connsiteY8902"/>
                </a:cxn>
                <a:cxn ang="0">
                  <a:pos x="connsiteX8903" y="connsiteY8903"/>
                </a:cxn>
                <a:cxn ang="0">
                  <a:pos x="connsiteX8904" y="connsiteY8904"/>
                </a:cxn>
                <a:cxn ang="0">
                  <a:pos x="connsiteX8905" y="connsiteY8905"/>
                </a:cxn>
                <a:cxn ang="0">
                  <a:pos x="connsiteX8906" y="connsiteY8906"/>
                </a:cxn>
                <a:cxn ang="0">
                  <a:pos x="connsiteX8907" y="connsiteY8907"/>
                </a:cxn>
                <a:cxn ang="0">
                  <a:pos x="connsiteX8908" y="connsiteY8908"/>
                </a:cxn>
                <a:cxn ang="0">
                  <a:pos x="connsiteX8909" y="connsiteY8909"/>
                </a:cxn>
                <a:cxn ang="0">
                  <a:pos x="connsiteX8910" y="connsiteY8910"/>
                </a:cxn>
                <a:cxn ang="0">
                  <a:pos x="connsiteX8911" y="connsiteY8911"/>
                </a:cxn>
                <a:cxn ang="0">
                  <a:pos x="connsiteX8912" y="connsiteY8912"/>
                </a:cxn>
                <a:cxn ang="0">
                  <a:pos x="connsiteX8913" y="connsiteY8913"/>
                </a:cxn>
                <a:cxn ang="0">
                  <a:pos x="connsiteX8914" y="connsiteY8914"/>
                </a:cxn>
                <a:cxn ang="0">
                  <a:pos x="connsiteX8915" y="connsiteY8915"/>
                </a:cxn>
                <a:cxn ang="0">
                  <a:pos x="connsiteX8916" y="connsiteY8916"/>
                </a:cxn>
                <a:cxn ang="0">
                  <a:pos x="connsiteX8917" y="connsiteY8917"/>
                </a:cxn>
                <a:cxn ang="0">
                  <a:pos x="connsiteX8918" y="connsiteY8918"/>
                </a:cxn>
                <a:cxn ang="0">
                  <a:pos x="connsiteX8919" y="connsiteY8919"/>
                </a:cxn>
                <a:cxn ang="0">
                  <a:pos x="connsiteX8920" y="connsiteY8920"/>
                </a:cxn>
                <a:cxn ang="0">
                  <a:pos x="connsiteX8921" y="connsiteY8921"/>
                </a:cxn>
                <a:cxn ang="0">
                  <a:pos x="connsiteX8922" y="connsiteY8922"/>
                </a:cxn>
                <a:cxn ang="0">
                  <a:pos x="connsiteX8923" y="connsiteY8923"/>
                </a:cxn>
                <a:cxn ang="0">
                  <a:pos x="connsiteX8924" y="connsiteY8924"/>
                </a:cxn>
                <a:cxn ang="0">
                  <a:pos x="connsiteX8925" y="connsiteY8925"/>
                </a:cxn>
                <a:cxn ang="0">
                  <a:pos x="connsiteX8926" y="connsiteY8926"/>
                </a:cxn>
                <a:cxn ang="0">
                  <a:pos x="connsiteX8927" y="connsiteY8927"/>
                </a:cxn>
                <a:cxn ang="0">
                  <a:pos x="connsiteX8928" y="connsiteY8928"/>
                </a:cxn>
                <a:cxn ang="0">
                  <a:pos x="connsiteX8929" y="connsiteY8929"/>
                </a:cxn>
                <a:cxn ang="0">
                  <a:pos x="connsiteX8930" y="connsiteY8930"/>
                </a:cxn>
                <a:cxn ang="0">
                  <a:pos x="connsiteX8931" y="connsiteY8931"/>
                </a:cxn>
                <a:cxn ang="0">
                  <a:pos x="connsiteX8932" y="connsiteY8932"/>
                </a:cxn>
                <a:cxn ang="0">
                  <a:pos x="connsiteX8933" y="connsiteY8933"/>
                </a:cxn>
                <a:cxn ang="0">
                  <a:pos x="connsiteX8934" y="connsiteY8934"/>
                </a:cxn>
                <a:cxn ang="0">
                  <a:pos x="connsiteX8935" y="connsiteY8935"/>
                </a:cxn>
                <a:cxn ang="0">
                  <a:pos x="connsiteX8936" y="connsiteY8936"/>
                </a:cxn>
                <a:cxn ang="0">
                  <a:pos x="connsiteX8937" y="connsiteY8937"/>
                </a:cxn>
                <a:cxn ang="0">
                  <a:pos x="connsiteX8938" y="connsiteY8938"/>
                </a:cxn>
                <a:cxn ang="0">
                  <a:pos x="connsiteX8939" y="connsiteY8939"/>
                </a:cxn>
                <a:cxn ang="0">
                  <a:pos x="connsiteX8940" y="connsiteY8940"/>
                </a:cxn>
                <a:cxn ang="0">
                  <a:pos x="connsiteX8941" y="connsiteY8941"/>
                </a:cxn>
                <a:cxn ang="0">
                  <a:pos x="connsiteX8942" y="connsiteY8942"/>
                </a:cxn>
                <a:cxn ang="0">
                  <a:pos x="connsiteX8943" y="connsiteY8943"/>
                </a:cxn>
                <a:cxn ang="0">
                  <a:pos x="connsiteX8944" y="connsiteY8944"/>
                </a:cxn>
                <a:cxn ang="0">
                  <a:pos x="connsiteX8945" y="connsiteY8945"/>
                </a:cxn>
                <a:cxn ang="0">
                  <a:pos x="connsiteX8946" y="connsiteY8946"/>
                </a:cxn>
                <a:cxn ang="0">
                  <a:pos x="connsiteX8947" y="connsiteY8947"/>
                </a:cxn>
                <a:cxn ang="0">
                  <a:pos x="connsiteX8948" y="connsiteY8948"/>
                </a:cxn>
                <a:cxn ang="0">
                  <a:pos x="connsiteX8949" y="connsiteY8949"/>
                </a:cxn>
                <a:cxn ang="0">
                  <a:pos x="connsiteX8950" y="connsiteY8950"/>
                </a:cxn>
                <a:cxn ang="0">
                  <a:pos x="connsiteX8951" y="connsiteY8951"/>
                </a:cxn>
                <a:cxn ang="0">
                  <a:pos x="connsiteX8952" y="connsiteY8952"/>
                </a:cxn>
                <a:cxn ang="0">
                  <a:pos x="connsiteX8953" y="connsiteY8953"/>
                </a:cxn>
                <a:cxn ang="0">
                  <a:pos x="connsiteX8954" y="connsiteY8954"/>
                </a:cxn>
                <a:cxn ang="0">
                  <a:pos x="connsiteX8955" y="connsiteY8955"/>
                </a:cxn>
                <a:cxn ang="0">
                  <a:pos x="connsiteX8956" y="connsiteY8956"/>
                </a:cxn>
                <a:cxn ang="0">
                  <a:pos x="connsiteX8957" y="connsiteY8957"/>
                </a:cxn>
                <a:cxn ang="0">
                  <a:pos x="connsiteX8958" y="connsiteY8958"/>
                </a:cxn>
                <a:cxn ang="0">
                  <a:pos x="connsiteX8959" y="connsiteY8959"/>
                </a:cxn>
                <a:cxn ang="0">
                  <a:pos x="connsiteX8960" y="connsiteY8960"/>
                </a:cxn>
                <a:cxn ang="0">
                  <a:pos x="connsiteX8961" y="connsiteY8961"/>
                </a:cxn>
                <a:cxn ang="0">
                  <a:pos x="connsiteX8962" y="connsiteY8962"/>
                </a:cxn>
                <a:cxn ang="0">
                  <a:pos x="connsiteX8963" y="connsiteY8963"/>
                </a:cxn>
                <a:cxn ang="0">
                  <a:pos x="connsiteX8964" y="connsiteY8964"/>
                </a:cxn>
                <a:cxn ang="0">
                  <a:pos x="connsiteX8965" y="connsiteY8965"/>
                </a:cxn>
                <a:cxn ang="0">
                  <a:pos x="connsiteX8966" y="connsiteY8966"/>
                </a:cxn>
                <a:cxn ang="0">
                  <a:pos x="connsiteX8967" y="connsiteY8967"/>
                </a:cxn>
                <a:cxn ang="0">
                  <a:pos x="connsiteX8968" y="connsiteY8968"/>
                </a:cxn>
                <a:cxn ang="0">
                  <a:pos x="connsiteX8969" y="connsiteY8969"/>
                </a:cxn>
                <a:cxn ang="0">
                  <a:pos x="connsiteX8970" y="connsiteY8970"/>
                </a:cxn>
                <a:cxn ang="0">
                  <a:pos x="connsiteX8971" y="connsiteY8971"/>
                </a:cxn>
                <a:cxn ang="0">
                  <a:pos x="connsiteX8972" y="connsiteY8972"/>
                </a:cxn>
                <a:cxn ang="0">
                  <a:pos x="connsiteX8973" y="connsiteY8973"/>
                </a:cxn>
                <a:cxn ang="0">
                  <a:pos x="connsiteX8974" y="connsiteY8974"/>
                </a:cxn>
                <a:cxn ang="0">
                  <a:pos x="connsiteX8975" y="connsiteY8975"/>
                </a:cxn>
                <a:cxn ang="0">
                  <a:pos x="connsiteX8976" y="connsiteY8976"/>
                </a:cxn>
                <a:cxn ang="0">
                  <a:pos x="connsiteX8977" y="connsiteY8977"/>
                </a:cxn>
                <a:cxn ang="0">
                  <a:pos x="connsiteX8978" y="connsiteY8978"/>
                </a:cxn>
                <a:cxn ang="0">
                  <a:pos x="connsiteX8979" y="connsiteY8979"/>
                </a:cxn>
                <a:cxn ang="0">
                  <a:pos x="connsiteX8980" y="connsiteY8980"/>
                </a:cxn>
                <a:cxn ang="0">
                  <a:pos x="connsiteX8981" y="connsiteY8981"/>
                </a:cxn>
                <a:cxn ang="0">
                  <a:pos x="connsiteX8982" y="connsiteY8982"/>
                </a:cxn>
                <a:cxn ang="0">
                  <a:pos x="connsiteX8983" y="connsiteY8983"/>
                </a:cxn>
                <a:cxn ang="0">
                  <a:pos x="connsiteX8984" y="connsiteY8984"/>
                </a:cxn>
                <a:cxn ang="0">
                  <a:pos x="connsiteX8985" y="connsiteY8985"/>
                </a:cxn>
                <a:cxn ang="0">
                  <a:pos x="connsiteX8986" y="connsiteY8986"/>
                </a:cxn>
                <a:cxn ang="0">
                  <a:pos x="connsiteX8987" y="connsiteY8987"/>
                </a:cxn>
                <a:cxn ang="0">
                  <a:pos x="connsiteX8988" y="connsiteY8988"/>
                </a:cxn>
                <a:cxn ang="0">
                  <a:pos x="connsiteX8989" y="connsiteY8989"/>
                </a:cxn>
                <a:cxn ang="0">
                  <a:pos x="connsiteX8990" y="connsiteY8990"/>
                </a:cxn>
                <a:cxn ang="0">
                  <a:pos x="connsiteX8991" y="connsiteY8991"/>
                </a:cxn>
                <a:cxn ang="0">
                  <a:pos x="connsiteX8992" y="connsiteY8992"/>
                </a:cxn>
                <a:cxn ang="0">
                  <a:pos x="connsiteX8993" y="connsiteY8993"/>
                </a:cxn>
                <a:cxn ang="0">
                  <a:pos x="connsiteX8994" y="connsiteY8994"/>
                </a:cxn>
                <a:cxn ang="0">
                  <a:pos x="connsiteX8995" y="connsiteY8995"/>
                </a:cxn>
                <a:cxn ang="0">
                  <a:pos x="connsiteX8996" y="connsiteY8996"/>
                </a:cxn>
                <a:cxn ang="0">
                  <a:pos x="connsiteX8997" y="connsiteY8997"/>
                </a:cxn>
                <a:cxn ang="0">
                  <a:pos x="connsiteX8998" y="connsiteY8998"/>
                </a:cxn>
                <a:cxn ang="0">
                  <a:pos x="connsiteX8999" y="connsiteY8999"/>
                </a:cxn>
                <a:cxn ang="0">
                  <a:pos x="connsiteX9000" y="connsiteY9000"/>
                </a:cxn>
                <a:cxn ang="0">
                  <a:pos x="connsiteX9001" y="connsiteY9001"/>
                </a:cxn>
                <a:cxn ang="0">
                  <a:pos x="connsiteX9002" y="connsiteY9002"/>
                </a:cxn>
                <a:cxn ang="0">
                  <a:pos x="connsiteX9003" y="connsiteY9003"/>
                </a:cxn>
                <a:cxn ang="0">
                  <a:pos x="connsiteX9004" y="connsiteY9004"/>
                </a:cxn>
                <a:cxn ang="0">
                  <a:pos x="connsiteX9005" y="connsiteY9005"/>
                </a:cxn>
                <a:cxn ang="0">
                  <a:pos x="connsiteX9006" y="connsiteY9006"/>
                </a:cxn>
                <a:cxn ang="0">
                  <a:pos x="connsiteX9007" y="connsiteY9007"/>
                </a:cxn>
                <a:cxn ang="0">
                  <a:pos x="connsiteX9008" y="connsiteY9008"/>
                </a:cxn>
                <a:cxn ang="0">
                  <a:pos x="connsiteX9009" y="connsiteY9009"/>
                </a:cxn>
                <a:cxn ang="0">
                  <a:pos x="connsiteX9010" y="connsiteY9010"/>
                </a:cxn>
                <a:cxn ang="0">
                  <a:pos x="connsiteX9011" y="connsiteY9011"/>
                </a:cxn>
                <a:cxn ang="0">
                  <a:pos x="connsiteX9012" y="connsiteY9012"/>
                </a:cxn>
                <a:cxn ang="0">
                  <a:pos x="connsiteX9013" y="connsiteY9013"/>
                </a:cxn>
                <a:cxn ang="0">
                  <a:pos x="connsiteX9014" y="connsiteY9014"/>
                </a:cxn>
                <a:cxn ang="0">
                  <a:pos x="connsiteX9015" y="connsiteY9015"/>
                </a:cxn>
                <a:cxn ang="0">
                  <a:pos x="connsiteX9016" y="connsiteY9016"/>
                </a:cxn>
                <a:cxn ang="0">
                  <a:pos x="connsiteX9017" y="connsiteY9017"/>
                </a:cxn>
                <a:cxn ang="0">
                  <a:pos x="connsiteX9018" y="connsiteY9018"/>
                </a:cxn>
                <a:cxn ang="0">
                  <a:pos x="connsiteX9019" y="connsiteY9019"/>
                </a:cxn>
                <a:cxn ang="0">
                  <a:pos x="connsiteX9020" y="connsiteY9020"/>
                </a:cxn>
                <a:cxn ang="0">
                  <a:pos x="connsiteX9021" y="connsiteY9021"/>
                </a:cxn>
                <a:cxn ang="0">
                  <a:pos x="connsiteX9022" y="connsiteY9022"/>
                </a:cxn>
                <a:cxn ang="0">
                  <a:pos x="connsiteX9023" y="connsiteY9023"/>
                </a:cxn>
                <a:cxn ang="0">
                  <a:pos x="connsiteX9024" y="connsiteY9024"/>
                </a:cxn>
                <a:cxn ang="0">
                  <a:pos x="connsiteX9025" y="connsiteY9025"/>
                </a:cxn>
                <a:cxn ang="0">
                  <a:pos x="connsiteX9026" y="connsiteY9026"/>
                </a:cxn>
                <a:cxn ang="0">
                  <a:pos x="connsiteX9027" y="connsiteY9027"/>
                </a:cxn>
                <a:cxn ang="0">
                  <a:pos x="connsiteX9028" y="connsiteY9028"/>
                </a:cxn>
                <a:cxn ang="0">
                  <a:pos x="connsiteX9029" y="connsiteY9029"/>
                </a:cxn>
                <a:cxn ang="0">
                  <a:pos x="connsiteX9030" y="connsiteY9030"/>
                </a:cxn>
                <a:cxn ang="0">
                  <a:pos x="connsiteX9031" y="connsiteY9031"/>
                </a:cxn>
                <a:cxn ang="0">
                  <a:pos x="connsiteX9032" y="connsiteY9032"/>
                </a:cxn>
                <a:cxn ang="0">
                  <a:pos x="connsiteX9033" y="connsiteY9033"/>
                </a:cxn>
                <a:cxn ang="0">
                  <a:pos x="connsiteX9034" y="connsiteY9034"/>
                </a:cxn>
                <a:cxn ang="0">
                  <a:pos x="connsiteX9035" y="connsiteY9035"/>
                </a:cxn>
                <a:cxn ang="0">
                  <a:pos x="connsiteX9036" y="connsiteY9036"/>
                </a:cxn>
                <a:cxn ang="0">
                  <a:pos x="connsiteX9037" y="connsiteY9037"/>
                </a:cxn>
                <a:cxn ang="0">
                  <a:pos x="connsiteX9038" y="connsiteY9038"/>
                </a:cxn>
                <a:cxn ang="0">
                  <a:pos x="connsiteX9039" y="connsiteY9039"/>
                </a:cxn>
                <a:cxn ang="0">
                  <a:pos x="connsiteX9040" y="connsiteY9040"/>
                </a:cxn>
                <a:cxn ang="0">
                  <a:pos x="connsiteX9041" y="connsiteY9041"/>
                </a:cxn>
                <a:cxn ang="0">
                  <a:pos x="connsiteX9042" y="connsiteY9042"/>
                </a:cxn>
                <a:cxn ang="0">
                  <a:pos x="connsiteX9043" y="connsiteY9043"/>
                </a:cxn>
                <a:cxn ang="0">
                  <a:pos x="connsiteX9044" y="connsiteY9044"/>
                </a:cxn>
                <a:cxn ang="0">
                  <a:pos x="connsiteX9045" y="connsiteY9045"/>
                </a:cxn>
                <a:cxn ang="0">
                  <a:pos x="connsiteX9046" y="connsiteY9046"/>
                </a:cxn>
                <a:cxn ang="0">
                  <a:pos x="connsiteX9047" y="connsiteY9047"/>
                </a:cxn>
                <a:cxn ang="0">
                  <a:pos x="connsiteX9048" y="connsiteY9048"/>
                </a:cxn>
                <a:cxn ang="0">
                  <a:pos x="connsiteX9049" y="connsiteY9049"/>
                </a:cxn>
                <a:cxn ang="0">
                  <a:pos x="connsiteX9050" y="connsiteY9050"/>
                </a:cxn>
                <a:cxn ang="0">
                  <a:pos x="connsiteX9051" y="connsiteY9051"/>
                </a:cxn>
                <a:cxn ang="0">
                  <a:pos x="connsiteX9052" y="connsiteY9052"/>
                </a:cxn>
                <a:cxn ang="0">
                  <a:pos x="connsiteX9053" y="connsiteY9053"/>
                </a:cxn>
                <a:cxn ang="0">
                  <a:pos x="connsiteX9054" y="connsiteY9054"/>
                </a:cxn>
                <a:cxn ang="0">
                  <a:pos x="connsiteX9055" y="connsiteY9055"/>
                </a:cxn>
                <a:cxn ang="0">
                  <a:pos x="connsiteX9056" y="connsiteY9056"/>
                </a:cxn>
                <a:cxn ang="0">
                  <a:pos x="connsiteX9057" y="connsiteY9057"/>
                </a:cxn>
                <a:cxn ang="0">
                  <a:pos x="connsiteX9058" y="connsiteY9058"/>
                </a:cxn>
                <a:cxn ang="0">
                  <a:pos x="connsiteX9059" y="connsiteY9059"/>
                </a:cxn>
                <a:cxn ang="0">
                  <a:pos x="connsiteX9060" y="connsiteY9060"/>
                </a:cxn>
                <a:cxn ang="0">
                  <a:pos x="connsiteX9061" y="connsiteY9061"/>
                </a:cxn>
                <a:cxn ang="0">
                  <a:pos x="connsiteX9062" y="connsiteY9062"/>
                </a:cxn>
                <a:cxn ang="0">
                  <a:pos x="connsiteX9063" y="connsiteY9063"/>
                </a:cxn>
                <a:cxn ang="0">
                  <a:pos x="connsiteX9064" y="connsiteY9064"/>
                </a:cxn>
                <a:cxn ang="0">
                  <a:pos x="connsiteX9065" y="connsiteY9065"/>
                </a:cxn>
                <a:cxn ang="0">
                  <a:pos x="connsiteX9066" y="connsiteY9066"/>
                </a:cxn>
                <a:cxn ang="0">
                  <a:pos x="connsiteX9067" y="connsiteY9067"/>
                </a:cxn>
                <a:cxn ang="0">
                  <a:pos x="connsiteX9068" y="connsiteY9068"/>
                </a:cxn>
                <a:cxn ang="0">
                  <a:pos x="connsiteX9069" y="connsiteY9069"/>
                </a:cxn>
                <a:cxn ang="0">
                  <a:pos x="connsiteX9070" y="connsiteY9070"/>
                </a:cxn>
                <a:cxn ang="0">
                  <a:pos x="connsiteX9071" y="connsiteY9071"/>
                </a:cxn>
                <a:cxn ang="0">
                  <a:pos x="connsiteX9072" y="connsiteY9072"/>
                </a:cxn>
                <a:cxn ang="0">
                  <a:pos x="connsiteX9073" y="connsiteY9073"/>
                </a:cxn>
                <a:cxn ang="0">
                  <a:pos x="connsiteX9074" y="connsiteY9074"/>
                </a:cxn>
                <a:cxn ang="0">
                  <a:pos x="connsiteX9075" y="connsiteY9075"/>
                </a:cxn>
                <a:cxn ang="0">
                  <a:pos x="connsiteX9076" y="connsiteY9076"/>
                </a:cxn>
                <a:cxn ang="0">
                  <a:pos x="connsiteX9077" y="connsiteY9077"/>
                </a:cxn>
                <a:cxn ang="0">
                  <a:pos x="connsiteX9078" y="connsiteY9078"/>
                </a:cxn>
                <a:cxn ang="0">
                  <a:pos x="connsiteX9079" y="connsiteY9079"/>
                </a:cxn>
                <a:cxn ang="0">
                  <a:pos x="connsiteX9080" y="connsiteY9080"/>
                </a:cxn>
                <a:cxn ang="0">
                  <a:pos x="connsiteX9081" y="connsiteY9081"/>
                </a:cxn>
                <a:cxn ang="0">
                  <a:pos x="connsiteX9082" y="connsiteY9082"/>
                </a:cxn>
                <a:cxn ang="0">
                  <a:pos x="connsiteX9083" y="connsiteY9083"/>
                </a:cxn>
                <a:cxn ang="0">
                  <a:pos x="connsiteX9084" y="connsiteY9084"/>
                </a:cxn>
                <a:cxn ang="0">
                  <a:pos x="connsiteX9085" y="connsiteY9085"/>
                </a:cxn>
                <a:cxn ang="0">
                  <a:pos x="connsiteX9086" y="connsiteY9086"/>
                </a:cxn>
                <a:cxn ang="0">
                  <a:pos x="connsiteX9087" y="connsiteY9087"/>
                </a:cxn>
                <a:cxn ang="0">
                  <a:pos x="connsiteX9088" y="connsiteY9088"/>
                </a:cxn>
                <a:cxn ang="0">
                  <a:pos x="connsiteX9089" y="connsiteY9089"/>
                </a:cxn>
                <a:cxn ang="0">
                  <a:pos x="connsiteX9090" y="connsiteY9090"/>
                </a:cxn>
                <a:cxn ang="0">
                  <a:pos x="connsiteX9091" y="connsiteY9091"/>
                </a:cxn>
                <a:cxn ang="0">
                  <a:pos x="connsiteX9092" y="connsiteY9092"/>
                </a:cxn>
                <a:cxn ang="0">
                  <a:pos x="connsiteX9093" y="connsiteY9093"/>
                </a:cxn>
                <a:cxn ang="0">
                  <a:pos x="connsiteX9094" y="connsiteY9094"/>
                </a:cxn>
                <a:cxn ang="0">
                  <a:pos x="connsiteX9095" y="connsiteY9095"/>
                </a:cxn>
                <a:cxn ang="0">
                  <a:pos x="connsiteX9096" y="connsiteY9096"/>
                </a:cxn>
                <a:cxn ang="0">
                  <a:pos x="connsiteX9097" y="connsiteY9097"/>
                </a:cxn>
                <a:cxn ang="0">
                  <a:pos x="connsiteX9098" y="connsiteY9098"/>
                </a:cxn>
                <a:cxn ang="0">
                  <a:pos x="connsiteX9099" y="connsiteY9099"/>
                </a:cxn>
                <a:cxn ang="0">
                  <a:pos x="connsiteX9100" y="connsiteY9100"/>
                </a:cxn>
                <a:cxn ang="0">
                  <a:pos x="connsiteX9101" y="connsiteY9101"/>
                </a:cxn>
                <a:cxn ang="0">
                  <a:pos x="connsiteX9102" y="connsiteY9102"/>
                </a:cxn>
                <a:cxn ang="0">
                  <a:pos x="connsiteX9103" y="connsiteY9103"/>
                </a:cxn>
                <a:cxn ang="0">
                  <a:pos x="connsiteX9104" y="connsiteY9104"/>
                </a:cxn>
                <a:cxn ang="0">
                  <a:pos x="connsiteX9105" y="connsiteY9105"/>
                </a:cxn>
                <a:cxn ang="0">
                  <a:pos x="connsiteX9106" y="connsiteY9106"/>
                </a:cxn>
                <a:cxn ang="0">
                  <a:pos x="connsiteX9107" y="connsiteY9107"/>
                </a:cxn>
                <a:cxn ang="0">
                  <a:pos x="connsiteX9108" y="connsiteY9108"/>
                </a:cxn>
                <a:cxn ang="0">
                  <a:pos x="connsiteX9109" y="connsiteY9109"/>
                </a:cxn>
                <a:cxn ang="0">
                  <a:pos x="connsiteX9110" y="connsiteY9110"/>
                </a:cxn>
                <a:cxn ang="0">
                  <a:pos x="connsiteX9111" y="connsiteY9111"/>
                </a:cxn>
                <a:cxn ang="0">
                  <a:pos x="connsiteX9112" y="connsiteY9112"/>
                </a:cxn>
                <a:cxn ang="0">
                  <a:pos x="connsiteX9113" y="connsiteY9113"/>
                </a:cxn>
                <a:cxn ang="0">
                  <a:pos x="connsiteX9114" y="connsiteY9114"/>
                </a:cxn>
                <a:cxn ang="0">
                  <a:pos x="connsiteX9115" y="connsiteY9115"/>
                </a:cxn>
                <a:cxn ang="0">
                  <a:pos x="connsiteX9116" y="connsiteY9116"/>
                </a:cxn>
                <a:cxn ang="0">
                  <a:pos x="connsiteX9117" y="connsiteY9117"/>
                </a:cxn>
                <a:cxn ang="0">
                  <a:pos x="connsiteX9118" y="connsiteY9118"/>
                </a:cxn>
                <a:cxn ang="0">
                  <a:pos x="connsiteX9119" y="connsiteY9119"/>
                </a:cxn>
                <a:cxn ang="0">
                  <a:pos x="connsiteX9120" y="connsiteY9120"/>
                </a:cxn>
                <a:cxn ang="0">
                  <a:pos x="connsiteX9121" y="connsiteY9121"/>
                </a:cxn>
                <a:cxn ang="0">
                  <a:pos x="connsiteX9122" y="connsiteY9122"/>
                </a:cxn>
                <a:cxn ang="0">
                  <a:pos x="connsiteX9123" y="connsiteY9123"/>
                </a:cxn>
                <a:cxn ang="0">
                  <a:pos x="connsiteX9124" y="connsiteY9124"/>
                </a:cxn>
                <a:cxn ang="0">
                  <a:pos x="connsiteX9125" y="connsiteY9125"/>
                </a:cxn>
                <a:cxn ang="0">
                  <a:pos x="connsiteX9126" y="connsiteY9126"/>
                </a:cxn>
                <a:cxn ang="0">
                  <a:pos x="connsiteX9127" y="connsiteY9127"/>
                </a:cxn>
                <a:cxn ang="0">
                  <a:pos x="connsiteX9128" y="connsiteY9128"/>
                </a:cxn>
                <a:cxn ang="0">
                  <a:pos x="connsiteX9129" y="connsiteY9129"/>
                </a:cxn>
                <a:cxn ang="0">
                  <a:pos x="connsiteX9130" y="connsiteY9130"/>
                </a:cxn>
                <a:cxn ang="0">
                  <a:pos x="connsiteX9131" y="connsiteY9131"/>
                </a:cxn>
                <a:cxn ang="0">
                  <a:pos x="connsiteX9132" y="connsiteY9132"/>
                </a:cxn>
                <a:cxn ang="0">
                  <a:pos x="connsiteX9133" y="connsiteY9133"/>
                </a:cxn>
                <a:cxn ang="0">
                  <a:pos x="connsiteX9134" y="connsiteY9134"/>
                </a:cxn>
                <a:cxn ang="0">
                  <a:pos x="connsiteX9135" y="connsiteY9135"/>
                </a:cxn>
                <a:cxn ang="0">
                  <a:pos x="connsiteX9136" y="connsiteY9136"/>
                </a:cxn>
                <a:cxn ang="0">
                  <a:pos x="connsiteX9137" y="connsiteY9137"/>
                </a:cxn>
                <a:cxn ang="0">
                  <a:pos x="connsiteX9138" y="connsiteY9138"/>
                </a:cxn>
                <a:cxn ang="0">
                  <a:pos x="connsiteX9139" y="connsiteY9139"/>
                </a:cxn>
                <a:cxn ang="0">
                  <a:pos x="connsiteX9140" y="connsiteY9140"/>
                </a:cxn>
                <a:cxn ang="0">
                  <a:pos x="connsiteX9141" y="connsiteY9141"/>
                </a:cxn>
                <a:cxn ang="0">
                  <a:pos x="connsiteX9142" y="connsiteY9142"/>
                </a:cxn>
                <a:cxn ang="0">
                  <a:pos x="connsiteX9143" y="connsiteY9143"/>
                </a:cxn>
                <a:cxn ang="0">
                  <a:pos x="connsiteX9144" y="connsiteY9144"/>
                </a:cxn>
                <a:cxn ang="0">
                  <a:pos x="connsiteX9145" y="connsiteY9145"/>
                </a:cxn>
                <a:cxn ang="0">
                  <a:pos x="connsiteX9146" y="connsiteY9146"/>
                </a:cxn>
                <a:cxn ang="0">
                  <a:pos x="connsiteX9147" y="connsiteY9147"/>
                </a:cxn>
                <a:cxn ang="0">
                  <a:pos x="connsiteX9148" y="connsiteY9148"/>
                </a:cxn>
                <a:cxn ang="0">
                  <a:pos x="connsiteX9149" y="connsiteY9149"/>
                </a:cxn>
                <a:cxn ang="0">
                  <a:pos x="connsiteX9150" y="connsiteY9150"/>
                </a:cxn>
                <a:cxn ang="0">
                  <a:pos x="connsiteX9151" y="connsiteY9151"/>
                </a:cxn>
                <a:cxn ang="0">
                  <a:pos x="connsiteX9152" y="connsiteY9152"/>
                </a:cxn>
                <a:cxn ang="0">
                  <a:pos x="connsiteX9153" y="connsiteY9153"/>
                </a:cxn>
                <a:cxn ang="0">
                  <a:pos x="connsiteX9154" y="connsiteY9154"/>
                </a:cxn>
                <a:cxn ang="0">
                  <a:pos x="connsiteX9155" y="connsiteY9155"/>
                </a:cxn>
                <a:cxn ang="0">
                  <a:pos x="connsiteX9156" y="connsiteY9156"/>
                </a:cxn>
                <a:cxn ang="0">
                  <a:pos x="connsiteX9157" y="connsiteY9157"/>
                </a:cxn>
                <a:cxn ang="0">
                  <a:pos x="connsiteX9158" y="connsiteY9158"/>
                </a:cxn>
                <a:cxn ang="0">
                  <a:pos x="connsiteX9159" y="connsiteY9159"/>
                </a:cxn>
                <a:cxn ang="0">
                  <a:pos x="connsiteX9160" y="connsiteY9160"/>
                </a:cxn>
                <a:cxn ang="0">
                  <a:pos x="connsiteX9161" y="connsiteY9161"/>
                </a:cxn>
                <a:cxn ang="0">
                  <a:pos x="connsiteX9162" y="connsiteY9162"/>
                </a:cxn>
                <a:cxn ang="0">
                  <a:pos x="connsiteX9163" y="connsiteY9163"/>
                </a:cxn>
                <a:cxn ang="0">
                  <a:pos x="connsiteX9164" y="connsiteY9164"/>
                </a:cxn>
                <a:cxn ang="0">
                  <a:pos x="connsiteX9165" y="connsiteY9165"/>
                </a:cxn>
                <a:cxn ang="0">
                  <a:pos x="connsiteX9166" y="connsiteY9166"/>
                </a:cxn>
                <a:cxn ang="0">
                  <a:pos x="connsiteX9167" y="connsiteY9167"/>
                </a:cxn>
                <a:cxn ang="0">
                  <a:pos x="connsiteX9168" y="connsiteY9168"/>
                </a:cxn>
                <a:cxn ang="0">
                  <a:pos x="connsiteX9169" y="connsiteY9169"/>
                </a:cxn>
                <a:cxn ang="0">
                  <a:pos x="connsiteX9170" y="connsiteY9170"/>
                </a:cxn>
                <a:cxn ang="0">
                  <a:pos x="connsiteX9171" y="connsiteY9171"/>
                </a:cxn>
                <a:cxn ang="0">
                  <a:pos x="connsiteX9172" y="connsiteY9172"/>
                </a:cxn>
                <a:cxn ang="0">
                  <a:pos x="connsiteX9173" y="connsiteY9173"/>
                </a:cxn>
                <a:cxn ang="0">
                  <a:pos x="connsiteX9174" y="connsiteY9174"/>
                </a:cxn>
                <a:cxn ang="0">
                  <a:pos x="connsiteX9175" y="connsiteY9175"/>
                </a:cxn>
                <a:cxn ang="0">
                  <a:pos x="connsiteX9176" y="connsiteY9176"/>
                </a:cxn>
                <a:cxn ang="0">
                  <a:pos x="connsiteX9177" y="connsiteY9177"/>
                </a:cxn>
                <a:cxn ang="0">
                  <a:pos x="connsiteX9178" y="connsiteY9178"/>
                </a:cxn>
                <a:cxn ang="0">
                  <a:pos x="connsiteX9179" y="connsiteY9179"/>
                </a:cxn>
                <a:cxn ang="0">
                  <a:pos x="connsiteX9180" y="connsiteY9180"/>
                </a:cxn>
                <a:cxn ang="0">
                  <a:pos x="connsiteX9181" y="connsiteY9181"/>
                </a:cxn>
                <a:cxn ang="0">
                  <a:pos x="connsiteX9182" y="connsiteY9182"/>
                </a:cxn>
                <a:cxn ang="0">
                  <a:pos x="connsiteX9183" y="connsiteY9183"/>
                </a:cxn>
                <a:cxn ang="0">
                  <a:pos x="connsiteX9184" y="connsiteY9184"/>
                </a:cxn>
                <a:cxn ang="0">
                  <a:pos x="connsiteX9185" y="connsiteY9185"/>
                </a:cxn>
                <a:cxn ang="0">
                  <a:pos x="connsiteX9186" y="connsiteY9186"/>
                </a:cxn>
                <a:cxn ang="0">
                  <a:pos x="connsiteX9187" y="connsiteY9187"/>
                </a:cxn>
                <a:cxn ang="0">
                  <a:pos x="connsiteX9188" y="connsiteY9188"/>
                </a:cxn>
                <a:cxn ang="0">
                  <a:pos x="connsiteX9189" y="connsiteY9189"/>
                </a:cxn>
                <a:cxn ang="0">
                  <a:pos x="connsiteX9190" y="connsiteY9190"/>
                </a:cxn>
                <a:cxn ang="0">
                  <a:pos x="connsiteX9191" y="connsiteY9191"/>
                </a:cxn>
                <a:cxn ang="0">
                  <a:pos x="connsiteX9192" y="connsiteY9192"/>
                </a:cxn>
                <a:cxn ang="0">
                  <a:pos x="connsiteX9193" y="connsiteY9193"/>
                </a:cxn>
                <a:cxn ang="0">
                  <a:pos x="connsiteX9194" y="connsiteY9194"/>
                </a:cxn>
                <a:cxn ang="0">
                  <a:pos x="connsiteX9195" y="connsiteY9195"/>
                </a:cxn>
                <a:cxn ang="0">
                  <a:pos x="connsiteX9196" y="connsiteY9196"/>
                </a:cxn>
                <a:cxn ang="0">
                  <a:pos x="connsiteX9197" y="connsiteY9197"/>
                </a:cxn>
                <a:cxn ang="0">
                  <a:pos x="connsiteX9198" y="connsiteY9198"/>
                </a:cxn>
                <a:cxn ang="0">
                  <a:pos x="connsiteX9199" y="connsiteY9199"/>
                </a:cxn>
                <a:cxn ang="0">
                  <a:pos x="connsiteX9200" y="connsiteY9200"/>
                </a:cxn>
                <a:cxn ang="0">
                  <a:pos x="connsiteX9201" y="connsiteY9201"/>
                </a:cxn>
                <a:cxn ang="0">
                  <a:pos x="connsiteX9202" y="connsiteY9202"/>
                </a:cxn>
                <a:cxn ang="0">
                  <a:pos x="connsiteX9203" y="connsiteY9203"/>
                </a:cxn>
                <a:cxn ang="0">
                  <a:pos x="connsiteX9204" y="connsiteY9204"/>
                </a:cxn>
                <a:cxn ang="0">
                  <a:pos x="connsiteX9205" y="connsiteY9205"/>
                </a:cxn>
                <a:cxn ang="0">
                  <a:pos x="connsiteX9206" y="connsiteY9206"/>
                </a:cxn>
                <a:cxn ang="0">
                  <a:pos x="connsiteX9207" y="connsiteY9207"/>
                </a:cxn>
                <a:cxn ang="0">
                  <a:pos x="connsiteX9208" y="connsiteY9208"/>
                </a:cxn>
                <a:cxn ang="0">
                  <a:pos x="connsiteX9209" y="connsiteY9209"/>
                </a:cxn>
                <a:cxn ang="0">
                  <a:pos x="connsiteX9210" y="connsiteY9210"/>
                </a:cxn>
                <a:cxn ang="0">
                  <a:pos x="connsiteX9211" y="connsiteY9211"/>
                </a:cxn>
                <a:cxn ang="0">
                  <a:pos x="connsiteX9212" y="connsiteY9212"/>
                </a:cxn>
                <a:cxn ang="0">
                  <a:pos x="connsiteX9213" y="connsiteY9213"/>
                </a:cxn>
                <a:cxn ang="0">
                  <a:pos x="connsiteX9214" y="connsiteY9214"/>
                </a:cxn>
                <a:cxn ang="0">
                  <a:pos x="connsiteX9215" y="connsiteY9215"/>
                </a:cxn>
                <a:cxn ang="0">
                  <a:pos x="connsiteX9216" y="connsiteY9216"/>
                </a:cxn>
                <a:cxn ang="0">
                  <a:pos x="connsiteX9217" y="connsiteY9217"/>
                </a:cxn>
                <a:cxn ang="0">
                  <a:pos x="connsiteX9218" y="connsiteY9218"/>
                </a:cxn>
                <a:cxn ang="0">
                  <a:pos x="connsiteX9219" y="connsiteY9219"/>
                </a:cxn>
                <a:cxn ang="0">
                  <a:pos x="connsiteX9220" y="connsiteY9220"/>
                </a:cxn>
                <a:cxn ang="0">
                  <a:pos x="connsiteX9221" y="connsiteY9221"/>
                </a:cxn>
                <a:cxn ang="0">
                  <a:pos x="connsiteX9222" y="connsiteY9222"/>
                </a:cxn>
                <a:cxn ang="0">
                  <a:pos x="connsiteX9223" y="connsiteY9223"/>
                </a:cxn>
                <a:cxn ang="0">
                  <a:pos x="connsiteX9224" y="connsiteY9224"/>
                </a:cxn>
                <a:cxn ang="0">
                  <a:pos x="connsiteX9225" y="connsiteY9225"/>
                </a:cxn>
                <a:cxn ang="0">
                  <a:pos x="connsiteX9226" y="connsiteY9226"/>
                </a:cxn>
                <a:cxn ang="0">
                  <a:pos x="connsiteX9227" y="connsiteY9227"/>
                </a:cxn>
                <a:cxn ang="0">
                  <a:pos x="connsiteX9228" y="connsiteY9228"/>
                </a:cxn>
                <a:cxn ang="0">
                  <a:pos x="connsiteX9229" y="connsiteY9229"/>
                </a:cxn>
                <a:cxn ang="0">
                  <a:pos x="connsiteX9230" y="connsiteY9230"/>
                </a:cxn>
                <a:cxn ang="0">
                  <a:pos x="connsiteX9231" y="connsiteY9231"/>
                </a:cxn>
                <a:cxn ang="0">
                  <a:pos x="connsiteX9232" y="connsiteY9232"/>
                </a:cxn>
                <a:cxn ang="0">
                  <a:pos x="connsiteX9233" y="connsiteY9233"/>
                </a:cxn>
                <a:cxn ang="0">
                  <a:pos x="connsiteX9234" y="connsiteY9234"/>
                </a:cxn>
                <a:cxn ang="0">
                  <a:pos x="connsiteX9235" y="connsiteY9235"/>
                </a:cxn>
                <a:cxn ang="0">
                  <a:pos x="connsiteX9236" y="connsiteY9236"/>
                </a:cxn>
                <a:cxn ang="0">
                  <a:pos x="connsiteX9237" y="connsiteY9237"/>
                </a:cxn>
                <a:cxn ang="0">
                  <a:pos x="connsiteX9238" y="connsiteY9238"/>
                </a:cxn>
                <a:cxn ang="0">
                  <a:pos x="connsiteX9239" y="connsiteY9239"/>
                </a:cxn>
                <a:cxn ang="0">
                  <a:pos x="connsiteX9240" y="connsiteY9240"/>
                </a:cxn>
                <a:cxn ang="0">
                  <a:pos x="connsiteX9241" y="connsiteY9241"/>
                </a:cxn>
                <a:cxn ang="0">
                  <a:pos x="connsiteX9242" y="connsiteY9242"/>
                </a:cxn>
                <a:cxn ang="0">
                  <a:pos x="connsiteX9243" y="connsiteY9243"/>
                </a:cxn>
                <a:cxn ang="0">
                  <a:pos x="connsiteX9244" y="connsiteY9244"/>
                </a:cxn>
                <a:cxn ang="0">
                  <a:pos x="connsiteX9245" y="connsiteY9245"/>
                </a:cxn>
                <a:cxn ang="0">
                  <a:pos x="connsiteX9246" y="connsiteY9246"/>
                </a:cxn>
                <a:cxn ang="0">
                  <a:pos x="connsiteX9247" y="connsiteY9247"/>
                </a:cxn>
                <a:cxn ang="0">
                  <a:pos x="connsiteX9248" y="connsiteY9248"/>
                </a:cxn>
                <a:cxn ang="0">
                  <a:pos x="connsiteX9249" y="connsiteY9249"/>
                </a:cxn>
                <a:cxn ang="0">
                  <a:pos x="connsiteX9250" y="connsiteY9250"/>
                </a:cxn>
                <a:cxn ang="0">
                  <a:pos x="connsiteX9251" y="connsiteY9251"/>
                </a:cxn>
                <a:cxn ang="0">
                  <a:pos x="connsiteX9252" y="connsiteY9252"/>
                </a:cxn>
                <a:cxn ang="0">
                  <a:pos x="connsiteX9253" y="connsiteY9253"/>
                </a:cxn>
                <a:cxn ang="0">
                  <a:pos x="connsiteX9254" y="connsiteY9254"/>
                </a:cxn>
                <a:cxn ang="0">
                  <a:pos x="connsiteX9255" y="connsiteY9255"/>
                </a:cxn>
                <a:cxn ang="0">
                  <a:pos x="connsiteX9256" y="connsiteY9256"/>
                </a:cxn>
                <a:cxn ang="0">
                  <a:pos x="connsiteX9257" y="connsiteY9257"/>
                </a:cxn>
                <a:cxn ang="0">
                  <a:pos x="connsiteX9258" y="connsiteY9258"/>
                </a:cxn>
                <a:cxn ang="0">
                  <a:pos x="connsiteX9259" y="connsiteY9259"/>
                </a:cxn>
                <a:cxn ang="0">
                  <a:pos x="connsiteX9260" y="connsiteY9260"/>
                </a:cxn>
                <a:cxn ang="0">
                  <a:pos x="connsiteX9261" y="connsiteY9261"/>
                </a:cxn>
                <a:cxn ang="0">
                  <a:pos x="connsiteX9262" y="connsiteY9262"/>
                </a:cxn>
                <a:cxn ang="0">
                  <a:pos x="connsiteX9263" y="connsiteY9263"/>
                </a:cxn>
                <a:cxn ang="0">
                  <a:pos x="connsiteX9264" y="connsiteY9264"/>
                </a:cxn>
                <a:cxn ang="0">
                  <a:pos x="connsiteX9265" y="connsiteY9265"/>
                </a:cxn>
                <a:cxn ang="0">
                  <a:pos x="connsiteX9266" y="connsiteY9266"/>
                </a:cxn>
                <a:cxn ang="0">
                  <a:pos x="connsiteX9267" y="connsiteY9267"/>
                </a:cxn>
                <a:cxn ang="0">
                  <a:pos x="connsiteX9268" y="connsiteY9268"/>
                </a:cxn>
                <a:cxn ang="0">
                  <a:pos x="connsiteX9269" y="connsiteY9269"/>
                </a:cxn>
                <a:cxn ang="0">
                  <a:pos x="connsiteX9270" y="connsiteY9270"/>
                </a:cxn>
                <a:cxn ang="0">
                  <a:pos x="connsiteX9271" y="connsiteY9271"/>
                </a:cxn>
                <a:cxn ang="0">
                  <a:pos x="connsiteX9272" y="connsiteY9272"/>
                </a:cxn>
                <a:cxn ang="0">
                  <a:pos x="connsiteX9273" y="connsiteY9273"/>
                </a:cxn>
                <a:cxn ang="0">
                  <a:pos x="connsiteX9274" y="connsiteY9274"/>
                </a:cxn>
                <a:cxn ang="0">
                  <a:pos x="connsiteX9275" y="connsiteY9275"/>
                </a:cxn>
                <a:cxn ang="0">
                  <a:pos x="connsiteX9276" y="connsiteY9276"/>
                </a:cxn>
                <a:cxn ang="0">
                  <a:pos x="connsiteX9277" y="connsiteY9277"/>
                </a:cxn>
                <a:cxn ang="0">
                  <a:pos x="connsiteX9278" y="connsiteY9278"/>
                </a:cxn>
                <a:cxn ang="0">
                  <a:pos x="connsiteX9279" y="connsiteY9279"/>
                </a:cxn>
                <a:cxn ang="0">
                  <a:pos x="connsiteX9280" y="connsiteY9280"/>
                </a:cxn>
                <a:cxn ang="0">
                  <a:pos x="connsiteX9281" y="connsiteY9281"/>
                </a:cxn>
                <a:cxn ang="0">
                  <a:pos x="connsiteX9282" y="connsiteY9282"/>
                </a:cxn>
                <a:cxn ang="0">
                  <a:pos x="connsiteX9283" y="connsiteY9283"/>
                </a:cxn>
                <a:cxn ang="0">
                  <a:pos x="connsiteX9284" y="connsiteY9284"/>
                </a:cxn>
                <a:cxn ang="0">
                  <a:pos x="connsiteX9285" y="connsiteY9285"/>
                </a:cxn>
                <a:cxn ang="0">
                  <a:pos x="connsiteX9286" y="connsiteY9286"/>
                </a:cxn>
                <a:cxn ang="0">
                  <a:pos x="connsiteX9287" y="connsiteY9287"/>
                </a:cxn>
                <a:cxn ang="0">
                  <a:pos x="connsiteX9288" y="connsiteY9288"/>
                </a:cxn>
                <a:cxn ang="0">
                  <a:pos x="connsiteX9289" y="connsiteY9289"/>
                </a:cxn>
                <a:cxn ang="0">
                  <a:pos x="connsiteX9290" y="connsiteY9290"/>
                </a:cxn>
                <a:cxn ang="0">
                  <a:pos x="connsiteX9291" y="connsiteY9291"/>
                </a:cxn>
                <a:cxn ang="0">
                  <a:pos x="connsiteX9292" y="connsiteY9292"/>
                </a:cxn>
                <a:cxn ang="0">
                  <a:pos x="connsiteX9293" y="connsiteY9293"/>
                </a:cxn>
                <a:cxn ang="0">
                  <a:pos x="connsiteX9294" y="connsiteY9294"/>
                </a:cxn>
                <a:cxn ang="0">
                  <a:pos x="connsiteX9295" y="connsiteY9295"/>
                </a:cxn>
                <a:cxn ang="0">
                  <a:pos x="connsiteX9296" y="connsiteY9296"/>
                </a:cxn>
                <a:cxn ang="0">
                  <a:pos x="connsiteX9297" y="connsiteY9297"/>
                </a:cxn>
                <a:cxn ang="0">
                  <a:pos x="connsiteX9298" y="connsiteY9298"/>
                </a:cxn>
                <a:cxn ang="0">
                  <a:pos x="connsiteX9299" y="connsiteY9299"/>
                </a:cxn>
                <a:cxn ang="0">
                  <a:pos x="connsiteX9300" y="connsiteY9300"/>
                </a:cxn>
                <a:cxn ang="0">
                  <a:pos x="connsiteX9301" y="connsiteY9301"/>
                </a:cxn>
                <a:cxn ang="0">
                  <a:pos x="connsiteX9302" y="connsiteY9302"/>
                </a:cxn>
                <a:cxn ang="0">
                  <a:pos x="connsiteX9303" y="connsiteY9303"/>
                </a:cxn>
                <a:cxn ang="0">
                  <a:pos x="connsiteX9304" y="connsiteY9304"/>
                </a:cxn>
                <a:cxn ang="0">
                  <a:pos x="connsiteX9305" y="connsiteY9305"/>
                </a:cxn>
                <a:cxn ang="0">
                  <a:pos x="connsiteX9306" y="connsiteY9306"/>
                </a:cxn>
                <a:cxn ang="0">
                  <a:pos x="connsiteX9307" y="connsiteY9307"/>
                </a:cxn>
                <a:cxn ang="0">
                  <a:pos x="connsiteX9308" y="connsiteY9308"/>
                </a:cxn>
                <a:cxn ang="0">
                  <a:pos x="connsiteX9309" y="connsiteY9309"/>
                </a:cxn>
                <a:cxn ang="0">
                  <a:pos x="connsiteX9310" y="connsiteY9310"/>
                </a:cxn>
                <a:cxn ang="0">
                  <a:pos x="connsiteX9311" y="connsiteY9311"/>
                </a:cxn>
                <a:cxn ang="0">
                  <a:pos x="connsiteX9312" y="connsiteY9312"/>
                </a:cxn>
                <a:cxn ang="0">
                  <a:pos x="connsiteX9313" y="connsiteY9313"/>
                </a:cxn>
                <a:cxn ang="0">
                  <a:pos x="connsiteX9314" y="connsiteY9314"/>
                </a:cxn>
                <a:cxn ang="0">
                  <a:pos x="connsiteX9315" y="connsiteY9315"/>
                </a:cxn>
                <a:cxn ang="0">
                  <a:pos x="connsiteX9316" y="connsiteY9316"/>
                </a:cxn>
                <a:cxn ang="0">
                  <a:pos x="connsiteX9317" y="connsiteY9317"/>
                </a:cxn>
                <a:cxn ang="0">
                  <a:pos x="connsiteX9318" y="connsiteY9318"/>
                </a:cxn>
                <a:cxn ang="0">
                  <a:pos x="connsiteX9319" y="connsiteY9319"/>
                </a:cxn>
                <a:cxn ang="0">
                  <a:pos x="connsiteX9320" y="connsiteY9320"/>
                </a:cxn>
                <a:cxn ang="0">
                  <a:pos x="connsiteX9321" y="connsiteY9321"/>
                </a:cxn>
                <a:cxn ang="0">
                  <a:pos x="connsiteX9322" y="connsiteY9322"/>
                </a:cxn>
                <a:cxn ang="0">
                  <a:pos x="connsiteX9323" y="connsiteY9323"/>
                </a:cxn>
                <a:cxn ang="0">
                  <a:pos x="connsiteX9324" y="connsiteY9324"/>
                </a:cxn>
                <a:cxn ang="0">
                  <a:pos x="connsiteX9325" y="connsiteY9325"/>
                </a:cxn>
                <a:cxn ang="0">
                  <a:pos x="connsiteX9326" y="connsiteY9326"/>
                </a:cxn>
                <a:cxn ang="0">
                  <a:pos x="connsiteX9327" y="connsiteY9327"/>
                </a:cxn>
                <a:cxn ang="0">
                  <a:pos x="connsiteX9328" y="connsiteY9328"/>
                </a:cxn>
                <a:cxn ang="0">
                  <a:pos x="connsiteX9329" y="connsiteY9329"/>
                </a:cxn>
                <a:cxn ang="0">
                  <a:pos x="connsiteX9330" y="connsiteY9330"/>
                </a:cxn>
                <a:cxn ang="0">
                  <a:pos x="connsiteX9331" y="connsiteY9331"/>
                </a:cxn>
                <a:cxn ang="0">
                  <a:pos x="connsiteX9332" y="connsiteY9332"/>
                </a:cxn>
                <a:cxn ang="0">
                  <a:pos x="connsiteX9333" y="connsiteY9333"/>
                </a:cxn>
                <a:cxn ang="0">
                  <a:pos x="connsiteX9334" y="connsiteY9334"/>
                </a:cxn>
                <a:cxn ang="0">
                  <a:pos x="connsiteX9335" y="connsiteY9335"/>
                </a:cxn>
                <a:cxn ang="0">
                  <a:pos x="connsiteX9336" y="connsiteY9336"/>
                </a:cxn>
                <a:cxn ang="0">
                  <a:pos x="connsiteX9337" y="connsiteY9337"/>
                </a:cxn>
                <a:cxn ang="0">
                  <a:pos x="connsiteX9338" y="connsiteY9338"/>
                </a:cxn>
                <a:cxn ang="0">
                  <a:pos x="connsiteX9339" y="connsiteY9339"/>
                </a:cxn>
                <a:cxn ang="0">
                  <a:pos x="connsiteX9340" y="connsiteY9340"/>
                </a:cxn>
                <a:cxn ang="0">
                  <a:pos x="connsiteX9341" y="connsiteY9341"/>
                </a:cxn>
                <a:cxn ang="0">
                  <a:pos x="connsiteX9342" y="connsiteY9342"/>
                </a:cxn>
                <a:cxn ang="0">
                  <a:pos x="connsiteX9343" y="connsiteY9343"/>
                </a:cxn>
                <a:cxn ang="0">
                  <a:pos x="connsiteX9344" y="connsiteY9344"/>
                </a:cxn>
                <a:cxn ang="0">
                  <a:pos x="connsiteX9345" y="connsiteY9345"/>
                </a:cxn>
                <a:cxn ang="0">
                  <a:pos x="connsiteX9346" y="connsiteY9346"/>
                </a:cxn>
                <a:cxn ang="0">
                  <a:pos x="connsiteX9347" y="connsiteY9347"/>
                </a:cxn>
                <a:cxn ang="0">
                  <a:pos x="connsiteX9348" y="connsiteY9348"/>
                </a:cxn>
                <a:cxn ang="0">
                  <a:pos x="connsiteX9349" y="connsiteY9349"/>
                </a:cxn>
                <a:cxn ang="0">
                  <a:pos x="connsiteX9350" y="connsiteY9350"/>
                </a:cxn>
                <a:cxn ang="0">
                  <a:pos x="connsiteX9351" y="connsiteY9351"/>
                </a:cxn>
                <a:cxn ang="0">
                  <a:pos x="connsiteX9352" y="connsiteY9352"/>
                </a:cxn>
                <a:cxn ang="0">
                  <a:pos x="connsiteX9353" y="connsiteY9353"/>
                </a:cxn>
                <a:cxn ang="0">
                  <a:pos x="connsiteX9354" y="connsiteY9354"/>
                </a:cxn>
                <a:cxn ang="0">
                  <a:pos x="connsiteX9355" y="connsiteY9355"/>
                </a:cxn>
                <a:cxn ang="0">
                  <a:pos x="connsiteX9356" y="connsiteY9356"/>
                </a:cxn>
                <a:cxn ang="0">
                  <a:pos x="connsiteX9357" y="connsiteY9357"/>
                </a:cxn>
                <a:cxn ang="0">
                  <a:pos x="connsiteX9358" y="connsiteY9358"/>
                </a:cxn>
                <a:cxn ang="0">
                  <a:pos x="connsiteX9359" y="connsiteY9359"/>
                </a:cxn>
                <a:cxn ang="0">
                  <a:pos x="connsiteX9360" y="connsiteY9360"/>
                </a:cxn>
                <a:cxn ang="0">
                  <a:pos x="connsiteX9361" y="connsiteY9361"/>
                </a:cxn>
                <a:cxn ang="0">
                  <a:pos x="connsiteX9362" y="connsiteY9362"/>
                </a:cxn>
                <a:cxn ang="0">
                  <a:pos x="connsiteX9363" y="connsiteY9363"/>
                </a:cxn>
                <a:cxn ang="0">
                  <a:pos x="connsiteX9364" y="connsiteY9364"/>
                </a:cxn>
                <a:cxn ang="0">
                  <a:pos x="connsiteX9365" y="connsiteY9365"/>
                </a:cxn>
                <a:cxn ang="0">
                  <a:pos x="connsiteX9366" y="connsiteY9366"/>
                </a:cxn>
                <a:cxn ang="0">
                  <a:pos x="connsiteX9367" y="connsiteY9367"/>
                </a:cxn>
                <a:cxn ang="0">
                  <a:pos x="connsiteX9368" y="connsiteY9368"/>
                </a:cxn>
                <a:cxn ang="0">
                  <a:pos x="connsiteX9369" y="connsiteY9369"/>
                </a:cxn>
                <a:cxn ang="0">
                  <a:pos x="connsiteX9370" y="connsiteY9370"/>
                </a:cxn>
                <a:cxn ang="0">
                  <a:pos x="connsiteX9371" y="connsiteY9371"/>
                </a:cxn>
                <a:cxn ang="0">
                  <a:pos x="connsiteX9372" y="connsiteY9372"/>
                </a:cxn>
                <a:cxn ang="0">
                  <a:pos x="connsiteX9373" y="connsiteY9373"/>
                </a:cxn>
                <a:cxn ang="0">
                  <a:pos x="connsiteX9374" y="connsiteY9374"/>
                </a:cxn>
                <a:cxn ang="0">
                  <a:pos x="connsiteX9375" y="connsiteY9375"/>
                </a:cxn>
                <a:cxn ang="0">
                  <a:pos x="connsiteX9376" y="connsiteY9376"/>
                </a:cxn>
                <a:cxn ang="0">
                  <a:pos x="connsiteX9377" y="connsiteY9377"/>
                </a:cxn>
                <a:cxn ang="0">
                  <a:pos x="connsiteX9378" y="connsiteY9378"/>
                </a:cxn>
                <a:cxn ang="0">
                  <a:pos x="connsiteX9379" y="connsiteY9379"/>
                </a:cxn>
                <a:cxn ang="0">
                  <a:pos x="connsiteX9380" y="connsiteY9380"/>
                </a:cxn>
                <a:cxn ang="0">
                  <a:pos x="connsiteX9381" y="connsiteY9381"/>
                </a:cxn>
                <a:cxn ang="0">
                  <a:pos x="connsiteX9382" y="connsiteY9382"/>
                </a:cxn>
                <a:cxn ang="0">
                  <a:pos x="connsiteX9383" y="connsiteY9383"/>
                </a:cxn>
                <a:cxn ang="0">
                  <a:pos x="connsiteX9384" y="connsiteY9384"/>
                </a:cxn>
                <a:cxn ang="0">
                  <a:pos x="connsiteX9385" y="connsiteY9385"/>
                </a:cxn>
                <a:cxn ang="0">
                  <a:pos x="connsiteX9386" y="connsiteY9386"/>
                </a:cxn>
                <a:cxn ang="0">
                  <a:pos x="connsiteX9387" y="connsiteY9387"/>
                </a:cxn>
                <a:cxn ang="0">
                  <a:pos x="connsiteX9388" y="connsiteY9388"/>
                </a:cxn>
                <a:cxn ang="0">
                  <a:pos x="connsiteX9389" y="connsiteY9389"/>
                </a:cxn>
                <a:cxn ang="0">
                  <a:pos x="connsiteX9390" y="connsiteY9390"/>
                </a:cxn>
                <a:cxn ang="0">
                  <a:pos x="connsiteX9391" y="connsiteY9391"/>
                </a:cxn>
                <a:cxn ang="0">
                  <a:pos x="connsiteX9392" y="connsiteY9392"/>
                </a:cxn>
                <a:cxn ang="0">
                  <a:pos x="connsiteX9393" y="connsiteY9393"/>
                </a:cxn>
                <a:cxn ang="0">
                  <a:pos x="connsiteX9394" y="connsiteY9394"/>
                </a:cxn>
                <a:cxn ang="0">
                  <a:pos x="connsiteX9395" y="connsiteY9395"/>
                </a:cxn>
                <a:cxn ang="0">
                  <a:pos x="connsiteX9396" y="connsiteY9396"/>
                </a:cxn>
                <a:cxn ang="0">
                  <a:pos x="connsiteX9397" y="connsiteY9397"/>
                </a:cxn>
                <a:cxn ang="0">
                  <a:pos x="connsiteX9398" y="connsiteY9398"/>
                </a:cxn>
                <a:cxn ang="0">
                  <a:pos x="connsiteX9399" y="connsiteY9399"/>
                </a:cxn>
                <a:cxn ang="0">
                  <a:pos x="connsiteX9400" y="connsiteY9400"/>
                </a:cxn>
                <a:cxn ang="0">
                  <a:pos x="connsiteX9401" y="connsiteY9401"/>
                </a:cxn>
                <a:cxn ang="0">
                  <a:pos x="connsiteX9402" y="connsiteY9402"/>
                </a:cxn>
                <a:cxn ang="0">
                  <a:pos x="connsiteX9403" y="connsiteY9403"/>
                </a:cxn>
                <a:cxn ang="0">
                  <a:pos x="connsiteX9404" y="connsiteY9404"/>
                </a:cxn>
                <a:cxn ang="0">
                  <a:pos x="connsiteX9405" y="connsiteY9405"/>
                </a:cxn>
                <a:cxn ang="0">
                  <a:pos x="connsiteX9406" y="connsiteY9406"/>
                </a:cxn>
                <a:cxn ang="0">
                  <a:pos x="connsiteX9407" y="connsiteY9407"/>
                </a:cxn>
                <a:cxn ang="0">
                  <a:pos x="connsiteX9408" y="connsiteY9408"/>
                </a:cxn>
                <a:cxn ang="0">
                  <a:pos x="connsiteX9409" y="connsiteY9409"/>
                </a:cxn>
                <a:cxn ang="0">
                  <a:pos x="connsiteX9410" y="connsiteY9410"/>
                </a:cxn>
                <a:cxn ang="0">
                  <a:pos x="connsiteX9411" y="connsiteY9411"/>
                </a:cxn>
                <a:cxn ang="0">
                  <a:pos x="connsiteX9412" y="connsiteY9412"/>
                </a:cxn>
                <a:cxn ang="0">
                  <a:pos x="connsiteX9413" y="connsiteY9413"/>
                </a:cxn>
                <a:cxn ang="0">
                  <a:pos x="connsiteX9414" y="connsiteY9414"/>
                </a:cxn>
                <a:cxn ang="0">
                  <a:pos x="connsiteX9415" y="connsiteY9415"/>
                </a:cxn>
                <a:cxn ang="0">
                  <a:pos x="connsiteX9416" y="connsiteY9416"/>
                </a:cxn>
                <a:cxn ang="0">
                  <a:pos x="connsiteX9417" y="connsiteY9417"/>
                </a:cxn>
                <a:cxn ang="0">
                  <a:pos x="connsiteX9418" y="connsiteY9418"/>
                </a:cxn>
                <a:cxn ang="0">
                  <a:pos x="connsiteX9419" y="connsiteY9419"/>
                </a:cxn>
                <a:cxn ang="0">
                  <a:pos x="connsiteX9420" y="connsiteY9420"/>
                </a:cxn>
                <a:cxn ang="0">
                  <a:pos x="connsiteX9421" y="connsiteY9421"/>
                </a:cxn>
                <a:cxn ang="0">
                  <a:pos x="connsiteX9422" y="connsiteY9422"/>
                </a:cxn>
                <a:cxn ang="0">
                  <a:pos x="connsiteX9423" y="connsiteY9423"/>
                </a:cxn>
                <a:cxn ang="0">
                  <a:pos x="connsiteX9424" y="connsiteY9424"/>
                </a:cxn>
                <a:cxn ang="0">
                  <a:pos x="connsiteX9425" y="connsiteY9425"/>
                </a:cxn>
                <a:cxn ang="0">
                  <a:pos x="connsiteX9426" y="connsiteY9426"/>
                </a:cxn>
                <a:cxn ang="0">
                  <a:pos x="connsiteX9427" y="connsiteY9427"/>
                </a:cxn>
                <a:cxn ang="0">
                  <a:pos x="connsiteX9428" y="connsiteY9428"/>
                </a:cxn>
                <a:cxn ang="0">
                  <a:pos x="connsiteX9429" y="connsiteY9429"/>
                </a:cxn>
                <a:cxn ang="0">
                  <a:pos x="connsiteX9430" y="connsiteY9430"/>
                </a:cxn>
                <a:cxn ang="0">
                  <a:pos x="connsiteX9431" y="connsiteY9431"/>
                </a:cxn>
                <a:cxn ang="0">
                  <a:pos x="connsiteX9432" y="connsiteY9432"/>
                </a:cxn>
                <a:cxn ang="0">
                  <a:pos x="connsiteX9433" y="connsiteY9433"/>
                </a:cxn>
                <a:cxn ang="0">
                  <a:pos x="connsiteX9434" y="connsiteY9434"/>
                </a:cxn>
                <a:cxn ang="0">
                  <a:pos x="connsiteX9435" y="connsiteY9435"/>
                </a:cxn>
                <a:cxn ang="0">
                  <a:pos x="connsiteX9436" y="connsiteY9436"/>
                </a:cxn>
                <a:cxn ang="0">
                  <a:pos x="connsiteX9437" y="connsiteY9437"/>
                </a:cxn>
                <a:cxn ang="0">
                  <a:pos x="connsiteX9438" y="connsiteY9438"/>
                </a:cxn>
                <a:cxn ang="0">
                  <a:pos x="connsiteX9439" y="connsiteY9439"/>
                </a:cxn>
                <a:cxn ang="0">
                  <a:pos x="connsiteX9440" y="connsiteY9440"/>
                </a:cxn>
                <a:cxn ang="0">
                  <a:pos x="connsiteX9441" y="connsiteY9441"/>
                </a:cxn>
                <a:cxn ang="0">
                  <a:pos x="connsiteX9442" y="connsiteY9442"/>
                </a:cxn>
                <a:cxn ang="0">
                  <a:pos x="connsiteX9443" y="connsiteY9443"/>
                </a:cxn>
                <a:cxn ang="0">
                  <a:pos x="connsiteX9444" y="connsiteY9444"/>
                </a:cxn>
                <a:cxn ang="0">
                  <a:pos x="connsiteX9445" y="connsiteY9445"/>
                </a:cxn>
                <a:cxn ang="0">
                  <a:pos x="connsiteX9446" y="connsiteY9446"/>
                </a:cxn>
                <a:cxn ang="0">
                  <a:pos x="connsiteX9447" y="connsiteY9447"/>
                </a:cxn>
                <a:cxn ang="0">
                  <a:pos x="connsiteX9448" y="connsiteY9448"/>
                </a:cxn>
                <a:cxn ang="0">
                  <a:pos x="connsiteX9449" y="connsiteY9449"/>
                </a:cxn>
                <a:cxn ang="0">
                  <a:pos x="connsiteX9450" y="connsiteY9450"/>
                </a:cxn>
                <a:cxn ang="0">
                  <a:pos x="connsiteX9451" y="connsiteY9451"/>
                </a:cxn>
                <a:cxn ang="0">
                  <a:pos x="connsiteX9452" y="connsiteY9452"/>
                </a:cxn>
                <a:cxn ang="0">
                  <a:pos x="connsiteX9453" y="connsiteY9453"/>
                </a:cxn>
                <a:cxn ang="0">
                  <a:pos x="connsiteX9454" y="connsiteY9454"/>
                </a:cxn>
                <a:cxn ang="0">
                  <a:pos x="connsiteX9455" y="connsiteY9455"/>
                </a:cxn>
                <a:cxn ang="0">
                  <a:pos x="connsiteX9456" y="connsiteY9456"/>
                </a:cxn>
                <a:cxn ang="0">
                  <a:pos x="connsiteX9457" y="connsiteY9457"/>
                </a:cxn>
                <a:cxn ang="0">
                  <a:pos x="connsiteX9458" y="connsiteY9458"/>
                </a:cxn>
                <a:cxn ang="0">
                  <a:pos x="connsiteX9459" y="connsiteY9459"/>
                </a:cxn>
                <a:cxn ang="0">
                  <a:pos x="connsiteX9460" y="connsiteY9460"/>
                </a:cxn>
                <a:cxn ang="0">
                  <a:pos x="connsiteX9461" y="connsiteY9461"/>
                </a:cxn>
                <a:cxn ang="0">
                  <a:pos x="connsiteX9462" y="connsiteY9462"/>
                </a:cxn>
                <a:cxn ang="0">
                  <a:pos x="connsiteX9463" y="connsiteY9463"/>
                </a:cxn>
                <a:cxn ang="0">
                  <a:pos x="connsiteX9464" y="connsiteY9464"/>
                </a:cxn>
                <a:cxn ang="0">
                  <a:pos x="connsiteX9465" y="connsiteY9465"/>
                </a:cxn>
                <a:cxn ang="0">
                  <a:pos x="connsiteX9466" y="connsiteY9466"/>
                </a:cxn>
                <a:cxn ang="0">
                  <a:pos x="connsiteX9467" y="connsiteY9467"/>
                </a:cxn>
                <a:cxn ang="0">
                  <a:pos x="connsiteX9468" y="connsiteY9468"/>
                </a:cxn>
                <a:cxn ang="0">
                  <a:pos x="connsiteX9469" y="connsiteY9469"/>
                </a:cxn>
                <a:cxn ang="0">
                  <a:pos x="connsiteX9470" y="connsiteY9470"/>
                </a:cxn>
                <a:cxn ang="0">
                  <a:pos x="connsiteX9471" y="connsiteY9471"/>
                </a:cxn>
                <a:cxn ang="0">
                  <a:pos x="connsiteX9472" y="connsiteY9472"/>
                </a:cxn>
                <a:cxn ang="0">
                  <a:pos x="connsiteX9473" y="connsiteY9473"/>
                </a:cxn>
                <a:cxn ang="0">
                  <a:pos x="connsiteX9474" y="connsiteY9474"/>
                </a:cxn>
                <a:cxn ang="0">
                  <a:pos x="connsiteX9475" y="connsiteY9475"/>
                </a:cxn>
                <a:cxn ang="0">
                  <a:pos x="connsiteX9476" y="connsiteY9476"/>
                </a:cxn>
                <a:cxn ang="0">
                  <a:pos x="connsiteX9477" y="connsiteY9477"/>
                </a:cxn>
                <a:cxn ang="0">
                  <a:pos x="connsiteX9478" y="connsiteY9478"/>
                </a:cxn>
                <a:cxn ang="0">
                  <a:pos x="connsiteX9479" y="connsiteY9479"/>
                </a:cxn>
                <a:cxn ang="0">
                  <a:pos x="connsiteX9480" y="connsiteY9480"/>
                </a:cxn>
                <a:cxn ang="0">
                  <a:pos x="connsiteX9481" y="connsiteY9481"/>
                </a:cxn>
                <a:cxn ang="0">
                  <a:pos x="connsiteX9482" y="connsiteY9482"/>
                </a:cxn>
                <a:cxn ang="0">
                  <a:pos x="connsiteX9483" y="connsiteY9483"/>
                </a:cxn>
                <a:cxn ang="0">
                  <a:pos x="connsiteX9484" y="connsiteY9484"/>
                </a:cxn>
                <a:cxn ang="0">
                  <a:pos x="connsiteX9485" y="connsiteY9485"/>
                </a:cxn>
                <a:cxn ang="0">
                  <a:pos x="connsiteX9486" y="connsiteY9486"/>
                </a:cxn>
                <a:cxn ang="0">
                  <a:pos x="connsiteX9487" y="connsiteY9487"/>
                </a:cxn>
                <a:cxn ang="0">
                  <a:pos x="connsiteX9488" y="connsiteY9488"/>
                </a:cxn>
                <a:cxn ang="0">
                  <a:pos x="connsiteX9489" y="connsiteY9489"/>
                </a:cxn>
                <a:cxn ang="0">
                  <a:pos x="connsiteX9490" y="connsiteY9490"/>
                </a:cxn>
                <a:cxn ang="0">
                  <a:pos x="connsiteX9491" y="connsiteY9491"/>
                </a:cxn>
                <a:cxn ang="0">
                  <a:pos x="connsiteX9492" y="connsiteY9492"/>
                </a:cxn>
                <a:cxn ang="0">
                  <a:pos x="connsiteX9493" y="connsiteY9493"/>
                </a:cxn>
                <a:cxn ang="0">
                  <a:pos x="connsiteX9494" y="connsiteY9494"/>
                </a:cxn>
                <a:cxn ang="0">
                  <a:pos x="connsiteX9495" y="connsiteY9495"/>
                </a:cxn>
                <a:cxn ang="0">
                  <a:pos x="connsiteX9496" y="connsiteY9496"/>
                </a:cxn>
                <a:cxn ang="0">
                  <a:pos x="connsiteX9497" y="connsiteY9497"/>
                </a:cxn>
                <a:cxn ang="0">
                  <a:pos x="connsiteX9498" y="connsiteY9498"/>
                </a:cxn>
                <a:cxn ang="0">
                  <a:pos x="connsiteX9499" y="connsiteY9499"/>
                </a:cxn>
                <a:cxn ang="0">
                  <a:pos x="connsiteX9500" y="connsiteY9500"/>
                </a:cxn>
                <a:cxn ang="0">
                  <a:pos x="connsiteX9501" y="connsiteY9501"/>
                </a:cxn>
                <a:cxn ang="0">
                  <a:pos x="connsiteX9502" y="connsiteY9502"/>
                </a:cxn>
                <a:cxn ang="0">
                  <a:pos x="connsiteX9503" y="connsiteY9503"/>
                </a:cxn>
                <a:cxn ang="0">
                  <a:pos x="connsiteX9504" y="connsiteY9504"/>
                </a:cxn>
                <a:cxn ang="0">
                  <a:pos x="connsiteX9505" y="connsiteY9505"/>
                </a:cxn>
                <a:cxn ang="0">
                  <a:pos x="connsiteX9506" y="connsiteY9506"/>
                </a:cxn>
                <a:cxn ang="0">
                  <a:pos x="connsiteX9507" y="connsiteY9507"/>
                </a:cxn>
                <a:cxn ang="0">
                  <a:pos x="connsiteX9508" y="connsiteY9508"/>
                </a:cxn>
                <a:cxn ang="0">
                  <a:pos x="connsiteX9509" y="connsiteY9509"/>
                </a:cxn>
                <a:cxn ang="0">
                  <a:pos x="connsiteX9510" y="connsiteY9510"/>
                </a:cxn>
                <a:cxn ang="0">
                  <a:pos x="connsiteX9511" y="connsiteY9511"/>
                </a:cxn>
                <a:cxn ang="0">
                  <a:pos x="connsiteX9512" y="connsiteY9512"/>
                </a:cxn>
                <a:cxn ang="0">
                  <a:pos x="connsiteX9513" y="connsiteY9513"/>
                </a:cxn>
                <a:cxn ang="0">
                  <a:pos x="connsiteX9514" y="connsiteY9514"/>
                </a:cxn>
                <a:cxn ang="0">
                  <a:pos x="connsiteX9515" y="connsiteY9515"/>
                </a:cxn>
                <a:cxn ang="0">
                  <a:pos x="connsiteX9516" y="connsiteY9516"/>
                </a:cxn>
                <a:cxn ang="0">
                  <a:pos x="connsiteX9517" y="connsiteY9517"/>
                </a:cxn>
                <a:cxn ang="0">
                  <a:pos x="connsiteX9518" y="connsiteY9518"/>
                </a:cxn>
                <a:cxn ang="0">
                  <a:pos x="connsiteX9519" y="connsiteY9519"/>
                </a:cxn>
                <a:cxn ang="0">
                  <a:pos x="connsiteX9520" y="connsiteY9520"/>
                </a:cxn>
                <a:cxn ang="0">
                  <a:pos x="connsiteX9521" y="connsiteY9521"/>
                </a:cxn>
                <a:cxn ang="0">
                  <a:pos x="connsiteX9522" y="connsiteY9522"/>
                </a:cxn>
                <a:cxn ang="0">
                  <a:pos x="connsiteX9523" y="connsiteY9523"/>
                </a:cxn>
                <a:cxn ang="0">
                  <a:pos x="connsiteX9524" y="connsiteY9524"/>
                </a:cxn>
                <a:cxn ang="0">
                  <a:pos x="connsiteX9525" y="connsiteY9525"/>
                </a:cxn>
                <a:cxn ang="0">
                  <a:pos x="connsiteX9526" y="connsiteY9526"/>
                </a:cxn>
                <a:cxn ang="0">
                  <a:pos x="connsiteX9527" y="connsiteY9527"/>
                </a:cxn>
                <a:cxn ang="0">
                  <a:pos x="connsiteX9528" y="connsiteY9528"/>
                </a:cxn>
                <a:cxn ang="0">
                  <a:pos x="connsiteX9529" y="connsiteY9529"/>
                </a:cxn>
                <a:cxn ang="0">
                  <a:pos x="connsiteX9530" y="connsiteY9530"/>
                </a:cxn>
                <a:cxn ang="0">
                  <a:pos x="connsiteX9531" y="connsiteY9531"/>
                </a:cxn>
                <a:cxn ang="0">
                  <a:pos x="connsiteX9532" y="connsiteY9532"/>
                </a:cxn>
                <a:cxn ang="0">
                  <a:pos x="connsiteX9533" y="connsiteY9533"/>
                </a:cxn>
                <a:cxn ang="0">
                  <a:pos x="connsiteX9534" y="connsiteY9534"/>
                </a:cxn>
                <a:cxn ang="0">
                  <a:pos x="connsiteX9535" y="connsiteY9535"/>
                </a:cxn>
                <a:cxn ang="0">
                  <a:pos x="connsiteX9536" y="connsiteY9536"/>
                </a:cxn>
                <a:cxn ang="0">
                  <a:pos x="connsiteX9537" y="connsiteY9537"/>
                </a:cxn>
                <a:cxn ang="0">
                  <a:pos x="connsiteX9538" y="connsiteY9538"/>
                </a:cxn>
                <a:cxn ang="0">
                  <a:pos x="connsiteX9539" y="connsiteY9539"/>
                </a:cxn>
                <a:cxn ang="0">
                  <a:pos x="connsiteX9540" y="connsiteY9540"/>
                </a:cxn>
                <a:cxn ang="0">
                  <a:pos x="connsiteX9541" y="connsiteY9541"/>
                </a:cxn>
                <a:cxn ang="0">
                  <a:pos x="connsiteX9542" y="connsiteY9542"/>
                </a:cxn>
                <a:cxn ang="0">
                  <a:pos x="connsiteX9543" y="connsiteY9543"/>
                </a:cxn>
                <a:cxn ang="0">
                  <a:pos x="connsiteX9544" y="connsiteY9544"/>
                </a:cxn>
                <a:cxn ang="0">
                  <a:pos x="connsiteX9545" y="connsiteY9545"/>
                </a:cxn>
                <a:cxn ang="0">
                  <a:pos x="connsiteX9546" y="connsiteY9546"/>
                </a:cxn>
                <a:cxn ang="0">
                  <a:pos x="connsiteX9547" y="connsiteY9547"/>
                </a:cxn>
                <a:cxn ang="0">
                  <a:pos x="connsiteX9548" y="connsiteY9548"/>
                </a:cxn>
                <a:cxn ang="0">
                  <a:pos x="connsiteX9549" y="connsiteY9549"/>
                </a:cxn>
                <a:cxn ang="0">
                  <a:pos x="connsiteX9550" y="connsiteY9550"/>
                </a:cxn>
                <a:cxn ang="0">
                  <a:pos x="connsiteX9551" y="connsiteY9551"/>
                </a:cxn>
                <a:cxn ang="0">
                  <a:pos x="connsiteX9552" y="connsiteY9552"/>
                </a:cxn>
                <a:cxn ang="0">
                  <a:pos x="connsiteX9553" y="connsiteY9553"/>
                </a:cxn>
                <a:cxn ang="0">
                  <a:pos x="connsiteX9554" y="connsiteY9554"/>
                </a:cxn>
                <a:cxn ang="0">
                  <a:pos x="connsiteX9555" y="connsiteY9555"/>
                </a:cxn>
                <a:cxn ang="0">
                  <a:pos x="connsiteX9556" y="connsiteY9556"/>
                </a:cxn>
                <a:cxn ang="0">
                  <a:pos x="connsiteX9557" y="connsiteY9557"/>
                </a:cxn>
                <a:cxn ang="0">
                  <a:pos x="connsiteX9558" y="connsiteY9558"/>
                </a:cxn>
                <a:cxn ang="0">
                  <a:pos x="connsiteX9559" y="connsiteY9559"/>
                </a:cxn>
                <a:cxn ang="0">
                  <a:pos x="connsiteX9560" y="connsiteY9560"/>
                </a:cxn>
                <a:cxn ang="0">
                  <a:pos x="connsiteX9561" y="connsiteY9561"/>
                </a:cxn>
                <a:cxn ang="0">
                  <a:pos x="connsiteX9562" y="connsiteY9562"/>
                </a:cxn>
                <a:cxn ang="0">
                  <a:pos x="connsiteX9563" y="connsiteY9563"/>
                </a:cxn>
                <a:cxn ang="0">
                  <a:pos x="connsiteX9564" y="connsiteY9564"/>
                </a:cxn>
                <a:cxn ang="0">
                  <a:pos x="connsiteX9565" y="connsiteY9565"/>
                </a:cxn>
                <a:cxn ang="0">
                  <a:pos x="connsiteX9566" y="connsiteY9566"/>
                </a:cxn>
                <a:cxn ang="0">
                  <a:pos x="connsiteX9567" y="connsiteY9567"/>
                </a:cxn>
                <a:cxn ang="0">
                  <a:pos x="connsiteX9568" y="connsiteY9568"/>
                </a:cxn>
                <a:cxn ang="0">
                  <a:pos x="connsiteX9569" y="connsiteY9569"/>
                </a:cxn>
                <a:cxn ang="0">
                  <a:pos x="connsiteX9570" y="connsiteY9570"/>
                </a:cxn>
                <a:cxn ang="0">
                  <a:pos x="connsiteX9571" y="connsiteY9571"/>
                </a:cxn>
                <a:cxn ang="0">
                  <a:pos x="connsiteX9572" y="connsiteY9572"/>
                </a:cxn>
                <a:cxn ang="0">
                  <a:pos x="connsiteX9573" y="connsiteY9573"/>
                </a:cxn>
                <a:cxn ang="0">
                  <a:pos x="connsiteX9574" y="connsiteY9574"/>
                </a:cxn>
                <a:cxn ang="0">
                  <a:pos x="connsiteX9575" y="connsiteY9575"/>
                </a:cxn>
                <a:cxn ang="0">
                  <a:pos x="connsiteX9576" y="connsiteY9576"/>
                </a:cxn>
                <a:cxn ang="0">
                  <a:pos x="connsiteX9577" y="connsiteY9577"/>
                </a:cxn>
                <a:cxn ang="0">
                  <a:pos x="connsiteX9578" y="connsiteY9578"/>
                </a:cxn>
                <a:cxn ang="0">
                  <a:pos x="connsiteX9579" y="connsiteY9579"/>
                </a:cxn>
                <a:cxn ang="0">
                  <a:pos x="connsiteX9580" y="connsiteY9580"/>
                </a:cxn>
                <a:cxn ang="0">
                  <a:pos x="connsiteX9581" y="connsiteY9581"/>
                </a:cxn>
                <a:cxn ang="0">
                  <a:pos x="connsiteX9582" y="connsiteY9582"/>
                </a:cxn>
                <a:cxn ang="0">
                  <a:pos x="connsiteX9583" y="connsiteY9583"/>
                </a:cxn>
                <a:cxn ang="0">
                  <a:pos x="connsiteX9584" y="connsiteY9584"/>
                </a:cxn>
                <a:cxn ang="0">
                  <a:pos x="connsiteX9585" y="connsiteY9585"/>
                </a:cxn>
                <a:cxn ang="0">
                  <a:pos x="connsiteX9586" y="connsiteY9586"/>
                </a:cxn>
                <a:cxn ang="0">
                  <a:pos x="connsiteX9587" y="connsiteY9587"/>
                </a:cxn>
                <a:cxn ang="0">
                  <a:pos x="connsiteX9588" y="connsiteY9588"/>
                </a:cxn>
                <a:cxn ang="0">
                  <a:pos x="connsiteX9589" y="connsiteY9589"/>
                </a:cxn>
                <a:cxn ang="0">
                  <a:pos x="connsiteX9590" y="connsiteY9590"/>
                </a:cxn>
                <a:cxn ang="0">
                  <a:pos x="connsiteX9591" y="connsiteY9591"/>
                </a:cxn>
                <a:cxn ang="0">
                  <a:pos x="connsiteX9592" y="connsiteY9592"/>
                </a:cxn>
                <a:cxn ang="0">
                  <a:pos x="connsiteX9593" y="connsiteY9593"/>
                </a:cxn>
                <a:cxn ang="0">
                  <a:pos x="connsiteX9594" y="connsiteY9594"/>
                </a:cxn>
                <a:cxn ang="0">
                  <a:pos x="connsiteX9595" y="connsiteY9595"/>
                </a:cxn>
                <a:cxn ang="0">
                  <a:pos x="connsiteX9596" y="connsiteY9596"/>
                </a:cxn>
                <a:cxn ang="0">
                  <a:pos x="connsiteX9597" y="connsiteY9597"/>
                </a:cxn>
                <a:cxn ang="0">
                  <a:pos x="connsiteX9598" y="connsiteY9598"/>
                </a:cxn>
                <a:cxn ang="0">
                  <a:pos x="connsiteX9599" y="connsiteY9599"/>
                </a:cxn>
                <a:cxn ang="0">
                  <a:pos x="connsiteX9600" y="connsiteY9600"/>
                </a:cxn>
                <a:cxn ang="0">
                  <a:pos x="connsiteX9601" y="connsiteY9601"/>
                </a:cxn>
                <a:cxn ang="0">
                  <a:pos x="connsiteX9602" y="connsiteY9602"/>
                </a:cxn>
                <a:cxn ang="0">
                  <a:pos x="connsiteX9603" y="connsiteY9603"/>
                </a:cxn>
                <a:cxn ang="0">
                  <a:pos x="connsiteX9604" y="connsiteY9604"/>
                </a:cxn>
                <a:cxn ang="0">
                  <a:pos x="connsiteX9605" y="connsiteY9605"/>
                </a:cxn>
                <a:cxn ang="0">
                  <a:pos x="connsiteX9606" y="connsiteY9606"/>
                </a:cxn>
                <a:cxn ang="0">
                  <a:pos x="connsiteX9607" y="connsiteY9607"/>
                </a:cxn>
                <a:cxn ang="0">
                  <a:pos x="connsiteX9608" y="connsiteY9608"/>
                </a:cxn>
                <a:cxn ang="0">
                  <a:pos x="connsiteX9609" y="connsiteY9609"/>
                </a:cxn>
                <a:cxn ang="0">
                  <a:pos x="connsiteX9610" y="connsiteY9610"/>
                </a:cxn>
                <a:cxn ang="0">
                  <a:pos x="connsiteX9611" y="connsiteY9611"/>
                </a:cxn>
                <a:cxn ang="0">
                  <a:pos x="connsiteX9612" y="connsiteY9612"/>
                </a:cxn>
                <a:cxn ang="0">
                  <a:pos x="connsiteX9613" y="connsiteY9613"/>
                </a:cxn>
                <a:cxn ang="0">
                  <a:pos x="connsiteX9614" y="connsiteY9614"/>
                </a:cxn>
                <a:cxn ang="0">
                  <a:pos x="connsiteX9615" y="connsiteY9615"/>
                </a:cxn>
                <a:cxn ang="0">
                  <a:pos x="connsiteX9616" y="connsiteY9616"/>
                </a:cxn>
                <a:cxn ang="0">
                  <a:pos x="connsiteX9617" y="connsiteY9617"/>
                </a:cxn>
                <a:cxn ang="0">
                  <a:pos x="connsiteX9618" y="connsiteY9618"/>
                </a:cxn>
                <a:cxn ang="0">
                  <a:pos x="connsiteX9619" y="connsiteY9619"/>
                </a:cxn>
                <a:cxn ang="0">
                  <a:pos x="connsiteX9620" y="connsiteY9620"/>
                </a:cxn>
                <a:cxn ang="0">
                  <a:pos x="connsiteX9621" y="connsiteY9621"/>
                </a:cxn>
                <a:cxn ang="0">
                  <a:pos x="connsiteX9622" y="connsiteY9622"/>
                </a:cxn>
                <a:cxn ang="0">
                  <a:pos x="connsiteX9623" y="connsiteY9623"/>
                </a:cxn>
                <a:cxn ang="0">
                  <a:pos x="connsiteX9624" y="connsiteY9624"/>
                </a:cxn>
                <a:cxn ang="0">
                  <a:pos x="connsiteX9625" y="connsiteY9625"/>
                </a:cxn>
                <a:cxn ang="0">
                  <a:pos x="connsiteX9626" y="connsiteY9626"/>
                </a:cxn>
                <a:cxn ang="0">
                  <a:pos x="connsiteX9627" y="connsiteY9627"/>
                </a:cxn>
                <a:cxn ang="0">
                  <a:pos x="connsiteX9628" y="connsiteY9628"/>
                </a:cxn>
                <a:cxn ang="0">
                  <a:pos x="connsiteX9629" y="connsiteY9629"/>
                </a:cxn>
                <a:cxn ang="0">
                  <a:pos x="connsiteX9630" y="connsiteY9630"/>
                </a:cxn>
                <a:cxn ang="0">
                  <a:pos x="connsiteX9631" y="connsiteY9631"/>
                </a:cxn>
                <a:cxn ang="0">
                  <a:pos x="connsiteX9632" y="connsiteY9632"/>
                </a:cxn>
                <a:cxn ang="0">
                  <a:pos x="connsiteX9633" y="connsiteY9633"/>
                </a:cxn>
                <a:cxn ang="0">
                  <a:pos x="connsiteX9634" y="connsiteY9634"/>
                </a:cxn>
                <a:cxn ang="0">
                  <a:pos x="connsiteX9635" y="connsiteY9635"/>
                </a:cxn>
                <a:cxn ang="0">
                  <a:pos x="connsiteX9636" y="connsiteY9636"/>
                </a:cxn>
                <a:cxn ang="0">
                  <a:pos x="connsiteX9637" y="connsiteY9637"/>
                </a:cxn>
                <a:cxn ang="0">
                  <a:pos x="connsiteX9638" y="connsiteY9638"/>
                </a:cxn>
                <a:cxn ang="0">
                  <a:pos x="connsiteX9639" y="connsiteY9639"/>
                </a:cxn>
                <a:cxn ang="0">
                  <a:pos x="connsiteX9640" y="connsiteY9640"/>
                </a:cxn>
                <a:cxn ang="0">
                  <a:pos x="connsiteX9641" y="connsiteY9641"/>
                </a:cxn>
                <a:cxn ang="0">
                  <a:pos x="connsiteX9642" y="connsiteY9642"/>
                </a:cxn>
                <a:cxn ang="0">
                  <a:pos x="connsiteX9643" y="connsiteY9643"/>
                </a:cxn>
                <a:cxn ang="0">
                  <a:pos x="connsiteX9644" y="connsiteY9644"/>
                </a:cxn>
                <a:cxn ang="0">
                  <a:pos x="connsiteX9645" y="connsiteY9645"/>
                </a:cxn>
                <a:cxn ang="0">
                  <a:pos x="connsiteX9646" y="connsiteY9646"/>
                </a:cxn>
                <a:cxn ang="0">
                  <a:pos x="connsiteX9647" y="connsiteY9647"/>
                </a:cxn>
                <a:cxn ang="0">
                  <a:pos x="connsiteX9648" y="connsiteY9648"/>
                </a:cxn>
                <a:cxn ang="0">
                  <a:pos x="connsiteX9649" y="connsiteY9649"/>
                </a:cxn>
                <a:cxn ang="0">
                  <a:pos x="connsiteX9650" y="connsiteY9650"/>
                </a:cxn>
                <a:cxn ang="0">
                  <a:pos x="connsiteX9651" y="connsiteY9651"/>
                </a:cxn>
                <a:cxn ang="0">
                  <a:pos x="connsiteX9652" y="connsiteY9652"/>
                </a:cxn>
                <a:cxn ang="0">
                  <a:pos x="connsiteX9653" y="connsiteY9653"/>
                </a:cxn>
                <a:cxn ang="0">
                  <a:pos x="connsiteX9654" y="connsiteY9654"/>
                </a:cxn>
                <a:cxn ang="0">
                  <a:pos x="connsiteX9655" y="connsiteY9655"/>
                </a:cxn>
                <a:cxn ang="0">
                  <a:pos x="connsiteX9656" y="connsiteY9656"/>
                </a:cxn>
                <a:cxn ang="0">
                  <a:pos x="connsiteX9657" y="connsiteY9657"/>
                </a:cxn>
                <a:cxn ang="0">
                  <a:pos x="connsiteX9658" y="connsiteY9658"/>
                </a:cxn>
                <a:cxn ang="0">
                  <a:pos x="connsiteX9659" y="connsiteY9659"/>
                </a:cxn>
                <a:cxn ang="0">
                  <a:pos x="connsiteX9660" y="connsiteY9660"/>
                </a:cxn>
                <a:cxn ang="0">
                  <a:pos x="connsiteX9661" y="connsiteY9661"/>
                </a:cxn>
                <a:cxn ang="0">
                  <a:pos x="connsiteX9662" y="connsiteY9662"/>
                </a:cxn>
                <a:cxn ang="0">
                  <a:pos x="connsiteX9663" y="connsiteY9663"/>
                </a:cxn>
                <a:cxn ang="0">
                  <a:pos x="connsiteX9664" y="connsiteY9664"/>
                </a:cxn>
                <a:cxn ang="0">
                  <a:pos x="connsiteX9665" y="connsiteY9665"/>
                </a:cxn>
                <a:cxn ang="0">
                  <a:pos x="connsiteX9666" y="connsiteY9666"/>
                </a:cxn>
                <a:cxn ang="0">
                  <a:pos x="connsiteX9667" y="connsiteY9667"/>
                </a:cxn>
                <a:cxn ang="0">
                  <a:pos x="connsiteX9668" y="connsiteY9668"/>
                </a:cxn>
                <a:cxn ang="0">
                  <a:pos x="connsiteX9669" y="connsiteY9669"/>
                </a:cxn>
                <a:cxn ang="0">
                  <a:pos x="connsiteX9670" y="connsiteY9670"/>
                </a:cxn>
                <a:cxn ang="0">
                  <a:pos x="connsiteX9671" y="connsiteY9671"/>
                </a:cxn>
                <a:cxn ang="0">
                  <a:pos x="connsiteX9672" y="connsiteY9672"/>
                </a:cxn>
                <a:cxn ang="0">
                  <a:pos x="connsiteX9673" y="connsiteY9673"/>
                </a:cxn>
                <a:cxn ang="0">
                  <a:pos x="connsiteX9674" y="connsiteY9674"/>
                </a:cxn>
                <a:cxn ang="0">
                  <a:pos x="connsiteX9675" y="connsiteY9675"/>
                </a:cxn>
                <a:cxn ang="0">
                  <a:pos x="connsiteX9676" y="connsiteY9676"/>
                </a:cxn>
                <a:cxn ang="0">
                  <a:pos x="connsiteX9677" y="connsiteY9677"/>
                </a:cxn>
                <a:cxn ang="0">
                  <a:pos x="connsiteX9678" y="connsiteY9678"/>
                </a:cxn>
                <a:cxn ang="0">
                  <a:pos x="connsiteX9679" y="connsiteY9679"/>
                </a:cxn>
                <a:cxn ang="0">
                  <a:pos x="connsiteX9680" y="connsiteY9680"/>
                </a:cxn>
                <a:cxn ang="0">
                  <a:pos x="connsiteX9681" y="connsiteY9681"/>
                </a:cxn>
                <a:cxn ang="0">
                  <a:pos x="connsiteX9682" y="connsiteY9682"/>
                </a:cxn>
                <a:cxn ang="0">
                  <a:pos x="connsiteX9683" y="connsiteY9683"/>
                </a:cxn>
                <a:cxn ang="0">
                  <a:pos x="connsiteX9684" y="connsiteY9684"/>
                </a:cxn>
                <a:cxn ang="0">
                  <a:pos x="connsiteX9685" y="connsiteY9685"/>
                </a:cxn>
                <a:cxn ang="0">
                  <a:pos x="connsiteX9686" y="connsiteY9686"/>
                </a:cxn>
                <a:cxn ang="0">
                  <a:pos x="connsiteX9687" y="connsiteY9687"/>
                </a:cxn>
                <a:cxn ang="0">
                  <a:pos x="connsiteX9688" y="connsiteY9688"/>
                </a:cxn>
                <a:cxn ang="0">
                  <a:pos x="connsiteX9689" y="connsiteY9689"/>
                </a:cxn>
                <a:cxn ang="0">
                  <a:pos x="connsiteX9690" y="connsiteY9690"/>
                </a:cxn>
                <a:cxn ang="0">
                  <a:pos x="connsiteX9691" y="connsiteY9691"/>
                </a:cxn>
                <a:cxn ang="0">
                  <a:pos x="connsiteX9692" y="connsiteY9692"/>
                </a:cxn>
                <a:cxn ang="0">
                  <a:pos x="connsiteX9693" y="connsiteY9693"/>
                </a:cxn>
                <a:cxn ang="0">
                  <a:pos x="connsiteX9694" y="connsiteY9694"/>
                </a:cxn>
                <a:cxn ang="0">
                  <a:pos x="connsiteX9695" y="connsiteY9695"/>
                </a:cxn>
                <a:cxn ang="0">
                  <a:pos x="connsiteX9696" y="connsiteY9696"/>
                </a:cxn>
                <a:cxn ang="0">
                  <a:pos x="connsiteX9697" y="connsiteY9697"/>
                </a:cxn>
                <a:cxn ang="0">
                  <a:pos x="connsiteX9698" y="connsiteY9698"/>
                </a:cxn>
                <a:cxn ang="0">
                  <a:pos x="connsiteX9699" y="connsiteY9699"/>
                </a:cxn>
                <a:cxn ang="0">
                  <a:pos x="connsiteX9700" y="connsiteY9700"/>
                </a:cxn>
                <a:cxn ang="0">
                  <a:pos x="connsiteX9701" y="connsiteY9701"/>
                </a:cxn>
                <a:cxn ang="0">
                  <a:pos x="connsiteX9702" y="connsiteY9702"/>
                </a:cxn>
                <a:cxn ang="0">
                  <a:pos x="connsiteX9703" y="connsiteY9703"/>
                </a:cxn>
                <a:cxn ang="0">
                  <a:pos x="connsiteX9704" y="connsiteY9704"/>
                </a:cxn>
                <a:cxn ang="0">
                  <a:pos x="connsiteX9705" y="connsiteY9705"/>
                </a:cxn>
                <a:cxn ang="0">
                  <a:pos x="connsiteX9706" y="connsiteY9706"/>
                </a:cxn>
                <a:cxn ang="0">
                  <a:pos x="connsiteX9707" y="connsiteY9707"/>
                </a:cxn>
                <a:cxn ang="0">
                  <a:pos x="connsiteX9708" y="connsiteY9708"/>
                </a:cxn>
                <a:cxn ang="0">
                  <a:pos x="connsiteX9709" y="connsiteY9709"/>
                </a:cxn>
                <a:cxn ang="0">
                  <a:pos x="connsiteX9710" y="connsiteY9710"/>
                </a:cxn>
                <a:cxn ang="0">
                  <a:pos x="connsiteX9711" y="connsiteY9711"/>
                </a:cxn>
                <a:cxn ang="0">
                  <a:pos x="connsiteX9712" y="connsiteY9712"/>
                </a:cxn>
                <a:cxn ang="0">
                  <a:pos x="connsiteX9713" y="connsiteY9713"/>
                </a:cxn>
                <a:cxn ang="0">
                  <a:pos x="connsiteX9714" y="connsiteY9714"/>
                </a:cxn>
                <a:cxn ang="0">
                  <a:pos x="connsiteX9715" y="connsiteY9715"/>
                </a:cxn>
                <a:cxn ang="0">
                  <a:pos x="connsiteX9716" y="connsiteY9716"/>
                </a:cxn>
                <a:cxn ang="0">
                  <a:pos x="connsiteX9717" y="connsiteY9717"/>
                </a:cxn>
                <a:cxn ang="0">
                  <a:pos x="connsiteX9718" y="connsiteY9718"/>
                </a:cxn>
                <a:cxn ang="0">
                  <a:pos x="connsiteX9719" y="connsiteY9719"/>
                </a:cxn>
                <a:cxn ang="0">
                  <a:pos x="connsiteX9720" y="connsiteY9720"/>
                </a:cxn>
                <a:cxn ang="0">
                  <a:pos x="connsiteX9721" y="connsiteY9721"/>
                </a:cxn>
                <a:cxn ang="0">
                  <a:pos x="connsiteX9722" y="connsiteY9722"/>
                </a:cxn>
                <a:cxn ang="0">
                  <a:pos x="connsiteX9723" y="connsiteY9723"/>
                </a:cxn>
                <a:cxn ang="0">
                  <a:pos x="connsiteX9724" y="connsiteY9724"/>
                </a:cxn>
                <a:cxn ang="0">
                  <a:pos x="connsiteX9725" y="connsiteY9725"/>
                </a:cxn>
                <a:cxn ang="0">
                  <a:pos x="connsiteX9726" y="connsiteY9726"/>
                </a:cxn>
                <a:cxn ang="0">
                  <a:pos x="connsiteX9727" y="connsiteY9727"/>
                </a:cxn>
                <a:cxn ang="0">
                  <a:pos x="connsiteX9728" y="connsiteY9728"/>
                </a:cxn>
                <a:cxn ang="0">
                  <a:pos x="connsiteX9729" y="connsiteY9729"/>
                </a:cxn>
                <a:cxn ang="0">
                  <a:pos x="connsiteX9730" y="connsiteY9730"/>
                </a:cxn>
                <a:cxn ang="0">
                  <a:pos x="connsiteX9731" y="connsiteY9731"/>
                </a:cxn>
                <a:cxn ang="0">
                  <a:pos x="connsiteX9732" y="connsiteY9732"/>
                </a:cxn>
                <a:cxn ang="0">
                  <a:pos x="connsiteX9733" y="connsiteY9733"/>
                </a:cxn>
                <a:cxn ang="0">
                  <a:pos x="connsiteX9734" y="connsiteY9734"/>
                </a:cxn>
                <a:cxn ang="0">
                  <a:pos x="connsiteX9735" y="connsiteY9735"/>
                </a:cxn>
                <a:cxn ang="0">
                  <a:pos x="connsiteX9736" y="connsiteY9736"/>
                </a:cxn>
                <a:cxn ang="0">
                  <a:pos x="connsiteX9737" y="connsiteY9737"/>
                </a:cxn>
                <a:cxn ang="0">
                  <a:pos x="connsiteX9738" y="connsiteY9738"/>
                </a:cxn>
                <a:cxn ang="0">
                  <a:pos x="connsiteX9739" y="connsiteY9739"/>
                </a:cxn>
                <a:cxn ang="0">
                  <a:pos x="connsiteX9740" y="connsiteY9740"/>
                </a:cxn>
                <a:cxn ang="0">
                  <a:pos x="connsiteX9741" y="connsiteY9741"/>
                </a:cxn>
                <a:cxn ang="0">
                  <a:pos x="connsiteX9742" y="connsiteY9742"/>
                </a:cxn>
                <a:cxn ang="0">
                  <a:pos x="connsiteX9743" y="connsiteY9743"/>
                </a:cxn>
                <a:cxn ang="0">
                  <a:pos x="connsiteX9744" y="connsiteY9744"/>
                </a:cxn>
                <a:cxn ang="0">
                  <a:pos x="connsiteX9745" y="connsiteY9745"/>
                </a:cxn>
                <a:cxn ang="0">
                  <a:pos x="connsiteX9746" y="connsiteY9746"/>
                </a:cxn>
                <a:cxn ang="0">
                  <a:pos x="connsiteX9747" y="connsiteY9747"/>
                </a:cxn>
                <a:cxn ang="0">
                  <a:pos x="connsiteX9748" y="connsiteY9748"/>
                </a:cxn>
                <a:cxn ang="0">
                  <a:pos x="connsiteX9749" y="connsiteY9749"/>
                </a:cxn>
                <a:cxn ang="0">
                  <a:pos x="connsiteX9750" y="connsiteY9750"/>
                </a:cxn>
                <a:cxn ang="0">
                  <a:pos x="connsiteX9751" y="connsiteY9751"/>
                </a:cxn>
                <a:cxn ang="0">
                  <a:pos x="connsiteX9752" y="connsiteY9752"/>
                </a:cxn>
                <a:cxn ang="0">
                  <a:pos x="connsiteX9753" y="connsiteY9753"/>
                </a:cxn>
                <a:cxn ang="0">
                  <a:pos x="connsiteX9754" y="connsiteY9754"/>
                </a:cxn>
                <a:cxn ang="0">
                  <a:pos x="connsiteX9755" y="connsiteY9755"/>
                </a:cxn>
                <a:cxn ang="0">
                  <a:pos x="connsiteX9756" y="connsiteY9756"/>
                </a:cxn>
                <a:cxn ang="0">
                  <a:pos x="connsiteX9757" y="connsiteY9757"/>
                </a:cxn>
                <a:cxn ang="0">
                  <a:pos x="connsiteX9758" y="connsiteY9758"/>
                </a:cxn>
                <a:cxn ang="0">
                  <a:pos x="connsiteX9759" y="connsiteY9759"/>
                </a:cxn>
                <a:cxn ang="0">
                  <a:pos x="connsiteX9760" y="connsiteY9760"/>
                </a:cxn>
                <a:cxn ang="0">
                  <a:pos x="connsiteX9761" y="connsiteY9761"/>
                </a:cxn>
                <a:cxn ang="0">
                  <a:pos x="connsiteX9762" y="connsiteY9762"/>
                </a:cxn>
                <a:cxn ang="0">
                  <a:pos x="connsiteX9763" y="connsiteY9763"/>
                </a:cxn>
                <a:cxn ang="0">
                  <a:pos x="connsiteX9764" y="connsiteY9764"/>
                </a:cxn>
                <a:cxn ang="0">
                  <a:pos x="connsiteX9765" y="connsiteY9765"/>
                </a:cxn>
                <a:cxn ang="0">
                  <a:pos x="connsiteX9766" y="connsiteY9766"/>
                </a:cxn>
                <a:cxn ang="0">
                  <a:pos x="connsiteX9767" y="connsiteY9767"/>
                </a:cxn>
                <a:cxn ang="0">
                  <a:pos x="connsiteX9768" y="connsiteY9768"/>
                </a:cxn>
                <a:cxn ang="0">
                  <a:pos x="connsiteX9769" y="connsiteY9769"/>
                </a:cxn>
                <a:cxn ang="0">
                  <a:pos x="connsiteX9770" y="connsiteY9770"/>
                </a:cxn>
                <a:cxn ang="0">
                  <a:pos x="connsiteX9771" y="connsiteY9771"/>
                </a:cxn>
                <a:cxn ang="0">
                  <a:pos x="connsiteX9772" y="connsiteY9772"/>
                </a:cxn>
                <a:cxn ang="0">
                  <a:pos x="connsiteX9773" y="connsiteY9773"/>
                </a:cxn>
                <a:cxn ang="0">
                  <a:pos x="connsiteX9774" y="connsiteY9774"/>
                </a:cxn>
                <a:cxn ang="0">
                  <a:pos x="connsiteX9775" y="connsiteY9775"/>
                </a:cxn>
                <a:cxn ang="0">
                  <a:pos x="connsiteX9776" y="connsiteY9776"/>
                </a:cxn>
                <a:cxn ang="0">
                  <a:pos x="connsiteX9777" y="connsiteY9777"/>
                </a:cxn>
                <a:cxn ang="0">
                  <a:pos x="connsiteX9778" y="connsiteY9778"/>
                </a:cxn>
                <a:cxn ang="0">
                  <a:pos x="connsiteX9779" y="connsiteY9779"/>
                </a:cxn>
                <a:cxn ang="0">
                  <a:pos x="connsiteX9780" y="connsiteY9780"/>
                </a:cxn>
                <a:cxn ang="0">
                  <a:pos x="connsiteX9781" y="connsiteY9781"/>
                </a:cxn>
                <a:cxn ang="0">
                  <a:pos x="connsiteX9782" y="connsiteY9782"/>
                </a:cxn>
                <a:cxn ang="0">
                  <a:pos x="connsiteX9783" y="connsiteY9783"/>
                </a:cxn>
                <a:cxn ang="0">
                  <a:pos x="connsiteX9784" y="connsiteY9784"/>
                </a:cxn>
                <a:cxn ang="0">
                  <a:pos x="connsiteX9785" y="connsiteY9785"/>
                </a:cxn>
                <a:cxn ang="0">
                  <a:pos x="connsiteX9786" y="connsiteY9786"/>
                </a:cxn>
                <a:cxn ang="0">
                  <a:pos x="connsiteX9787" y="connsiteY9787"/>
                </a:cxn>
                <a:cxn ang="0">
                  <a:pos x="connsiteX9788" y="connsiteY9788"/>
                </a:cxn>
                <a:cxn ang="0">
                  <a:pos x="connsiteX9789" y="connsiteY9789"/>
                </a:cxn>
                <a:cxn ang="0">
                  <a:pos x="connsiteX9790" y="connsiteY9790"/>
                </a:cxn>
                <a:cxn ang="0">
                  <a:pos x="connsiteX9791" y="connsiteY9791"/>
                </a:cxn>
                <a:cxn ang="0">
                  <a:pos x="connsiteX9792" y="connsiteY9792"/>
                </a:cxn>
                <a:cxn ang="0">
                  <a:pos x="connsiteX9793" y="connsiteY9793"/>
                </a:cxn>
                <a:cxn ang="0">
                  <a:pos x="connsiteX9794" y="connsiteY9794"/>
                </a:cxn>
                <a:cxn ang="0">
                  <a:pos x="connsiteX9795" y="connsiteY9795"/>
                </a:cxn>
                <a:cxn ang="0">
                  <a:pos x="connsiteX9796" y="connsiteY9796"/>
                </a:cxn>
                <a:cxn ang="0">
                  <a:pos x="connsiteX9797" y="connsiteY9797"/>
                </a:cxn>
                <a:cxn ang="0">
                  <a:pos x="connsiteX9798" y="connsiteY9798"/>
                </a:cxn>
                <a:cxn ang="0">
                  <a:pos x="connsiteX9799" y="connsiteY9799"/>
                </a:cxn>
                <a:cxn ang="0">
                  <a:pos x="connsiteX9800" y="connsiteY9800"/>
                </a:cxn>
                <a:cxn ang="0">
                  <a:pos x="connsiteX9801" y="connsiteY9801"/>
                </a:cxn>
                <a:cxn ang="0">
                  <a:pos x="connsiteX9802" y="connsiteY9802"/>
                </a:cxn>
                <a:cxn ang="0">
                  <a:pos x="connsiteX9803" y="connsiteY9803"/>
                </a:cxn>
                <a:cxn ang="0">
                  <a:pos x="connsiteX9804" y="connsiteY9804"/>
                </a:cxn>
                <a:cxn ang="0">
                  <a:pos x="connsiteX9805" y="connsiteY9805"/>
                </a:cxn>
                <a:cxn ang="0">
                  <a:pos x="connsiteX9806" y="connsiteY9806"/>
                </a:cxn>
                <a:cxn ang="0">
                  <a:pos x="connsiteX9807" y="connsiteY9807"/>
                </a:cxn>
                <a:cxn ang="0">
                  <a:pos x="connsiteX9808" y="connsiteY9808"/>
                </a:cxn>
                <a:cxn ang="0">
                  <a:pos x="connsiteX9809" y="connsiteY9809"/>
                </a:cxn>
                <a:cxn ang="0">
                  <a:pos x="connsiteX9810" y="connsiteY9810"/>
                </a:cxn>
                <a:cxn ang="0">
                  <a:pos x="connsiteX9811" y="connsiteY9811"/>
                </a:cxn>
                <a:cxn ang="0">
                  <a:pos x="connsiteX9812" y="connsiteY9812"/>
                </a:cxn>
                <a:cxn ang="0">
                  <a:pos x="connsiteX9813" y="connsiteY9813"/>
                </a:cxn>
                <a:cxn ang="0">
                  <a:pos x="connsiteX9814" y="connsiteY9814"/>
                </a:cxn>
                <a:cxn ang="0">
                  <a:pos x="connsiteX9815" y="connsiteY9815"/>
                </a:cxn>
                <a:cxn ang="0">
                  <a:pos x="connsiteX9816" y="connsiteY9816"/>
                </a:cxn>
                <a:cxn ang="0">
                  <a:pos x="connsiteX9817" y="connsiteY9817"/>
                </a:cxn>
                <a:cxn ang="0">
                  <a:pos x="connsiteX9818" y="connsiteY9818"/>
                </a:cxn>
                <a:cxn ang="0">
                  <a:pos x="connsiteX9819" y="connsiteY9819"/>
                </a:cxn>
                <a:cxn ang="0">
                  <a:pos x="connsiteX9820" y="connsiteY9820"/>
                </a:cxn>
                <a:cxn ang="0">
                  <a:pos x="connsiteX9821" y="connsiteY9821"/>
                </a:cxn>
                <a:cxn ang="0">
                  <a:pos x="connsiteX9822" y="connsiteY9822"/>
                </a:cxn>
                <a:cxn ang="0">
                  <a:pos x="connsiteX9823" y="connsiteY9823"/>
                </a:cxn>
                <a:cxn ang="0">
                  <a:pos x="connsiteX9824" y="connsiteY9824"/>
                </a:cxn>
                <a:cxn ang="0">
                  <a:pos x="connsiteX9825" y="connsiteY9825"/>
                </a:cxn>
                <a:cxn ang="0">
                  <a:pos x="connsiteX9826" y="connsiteY9826"/>
                </a:cxn>
                <a:cxn ang="0">
                  <a:pos x="connsiteX9827" y="connsiteY9827"/>
                </a:cxn>
                <a:cxn ang="0">
                  <a:pos x="connsiteX9828" y="connsiteY9828"/>
                </a:cxn>
                <a:cxn ang="0">
                  <a:pos x="connsiteX9829" y="connsiteY9829"/>
                </a:cxn>
                <a:cxn ang="0">
                  <a:pos x="connsiteX9830" y="connsiteY9830"/>
                </a:cxn>
                <a:cxn ang="0">
                  <a:pos x="connsiteX9831" y="connsiteY9831"/>
                </a:cxn>
                <a:cxn ang="0">
                  <a:pos x="connsiteX9832" y="connsiteY9832"/>
                </a:cxn>
                <a:cxn ang="0">
                  <a:pos x="connsiteX9833" y="connsiteY9833"/>
                </a:cxn>
                <a:cxn ang="0">
                  <a:pos x="connsiteX9834" y="connsiteY9834"/>
                </a:cxn>
                <a:cxn ang="0">
                  <a:pos x="connsiteX9835" y="connsiteY9835"/>
                </a:cxn>
                <a:cxn ang="0">
                  <a:pos x="connsiteX9836" y="connsiteY9836"/>
                </a:cxn>
                <a:cxn ang="0">
                  <a:pos x="connsiteX9837" y="connsiteY9837"/>
                </a:cxn>
                <a:cxn ang="0">
                  <a:pos x="connsiteX9838" y="connsiteY9838"/>
                </a:cxn>
                <a:cxn ang="0">
                  <a:pos x="connsiteX9839" y="connsiteY9839"/>
                </a:cxn>
                <a:cxn ang="0">
                  <a:pos x="connsiteX9840" y="connsiteY9840"/>
                </a:cxn>
                <a:cxn ang="0">
                  <a:pos x="connsiteX9841" y="connsiteY9841"/>
                </a:cxn>
                <a:cxn ang="0">
                  <a:pos x="connsiteX9842" y="connsiteY9842"/>
                </a:cxn>
                <a:cxn ang="0">
                  <a:pos x="connsiteX9843" y="connsiteY9843"/>
                </a:cxn>
                <a:cxn ang="0">
                  <a:pos x="connsiteX9844" y="connsiteY9844"/>
                </a:cxn>
                <a:cxn ang="0">
                  <a:pos x="connsiteX9845" y="connsiteY9845"/>
                </a:cxn>
                <a:cxn ang="0">
                  <a:pos x="connsiteX9846" y="connsiteY9846"/>
                </a:cxn>
                <a:cxn ang="0">
                  <a:pos x="connsiteX9847" y="connsiteY9847"/>
                </a:cxn>
                <a:cxn ang="0">
                  <a:pos x="connsiteX9848" y="connsiteY9848"/>
                </a:cxn>
                <a:cxn ang="0">
                  <a:pos x="connsiteX9849" y="connsiteY9849"/>
                </a:cxn>
                <a:cxn ang="0">
                  <a:pos x="connsiteX9850" y="connsiteY9850"/>
                </a:cxn>
                <a:cxn ang="0">
                  <a:pos x="connsiteX9851" y="connsiteY9851"/>
                </a:cxn>
                <a:cxn ang="0">
                  <a:pos x="connsiteX9852" y="connsiteY9852"/>
                </a:cxn>
                <a:cxn ang="0">
                  <a:pos x="connsiteX9853" y="connsiteY9853"/>
                </a:cxn>
                <a:cxn ang="0">
                  <a:pos x="connsiteX9854" y="connsiteY9854"/>
                </a:cxn>
                <a:cxn ang="0">
                  <a:pos x="connsiteX9855" y="connsiteY9855"/>
                </a:cxn>
                <a:cxn ang="0">
                  <a:pos x="connsiteX9856" y="connsiteY9856"/>
                </a:cxn>
                <a:cxn ang="0">
                  <a:pos x="connsiteX9857" y="connsiteY9857"/>
                </a:cxn>
                <a:cxn ang="0">
                  <a:pos x="connsiteX9858" y="connsiteY9858"/>
                </a:cxn>
                <a:cxn ang="0">
                  <a:pos x="connsiteX9859" y="connsiteY9859"/>
                </a:cxn>
                <a:cxn ang="0">
                  <a:pos x="connsiteX9860" y="connsiteY9860"/>
                </a:cxn>
                <a:cxn ang="0">
                  <a:pos x="connsiteX9861" y="connsiteY9861"/>
                </a:cxn>
                <a:cxn ang="0">
                  <a:pos x="connsiteX9862" y="connsiteY9862"/>
                </a:cxn>
                <a:cxn ang="0">
                  <a:pos x="connsiteX9863" y="connsiteY9863"/>
                </a:cxn>
                <a:cxn ang="0">
                  <a:pos x="connsiteX9864" y="connsiteY9864"/>
                </a:cxn>
                <a:cxn ang="0">
                  <a:pos x="connsiteX9865" y="connsiteY9865"/>
                </a:cxn>
                <a:cxn ang="0">
                  <a:pos x="connsiteX9866" y="connsiteY9866"/>
                </a:cxn>
                <a:cxn ang="0">
                  <a:pos x="connsiteX9867" y="connsiteY9867"/>
                </a:cxn>
                <a:cxn ang="0">
                  <a:pos x="connsiteX9868" y="connsiteY9868"/>
                </a:cxn>
                <a:cxn ang="0">
                  <a:pos x="connsiteX9869" y="connsiteY9869"/>
                </a:cxn>
                <a:cxn ang="0">
                  <a:pos x="connsiteX9870" y="connsiteY9870"/>
                </a:cxn>
                <a:cxn ang="0">
                  <a:pos x="connsiteX9871" y="connsiteY9871"/>
                </a:cxn>
                <a:cxn ang="0">
                  <a:pos x="connsiteX9872" y="connsiteY9872"/>
                </a:cxn>
                <a:cxn ang="0">
                  <a:pos x="connsiteX9873" y="connsiteY9873"/>
                </a:cxn>
                <a:cxn ang="0">
                  <a:pos x="connsiteX9874" y="connsiteY9874"/>
                </a:cxn>
                <a:cxn ang="0">
                  <a:pos x="connsiteX9875" y="connsiteY9875"/>
                </a:cxn>
                <a:cxn ang="0">
                  <a:pos x="connsiteX9876" y="connsiteY9876"/>
                </a:cxn>
                <a:cxn ang="0">
                  <a:pos x="connsiteX9877" y="connsiteY9877"/>
                </a:cxn>
                <a:cxn ang="0">
                  <a:pos x="connsiteX9878" y="connsiteY9878"/>
                </a:cxn>
                <a:cxn ang="0">
                  <a:pos x="connsiteX9879" y="connsiteY9879"/>
                </a:cxn>
                <a:cxn ang="0">
                  <a:pos x="connsiteX9880" y="connsiteY9880"/>
                </a:cxn>
                <a:cxn ang="0">
                  <a:pos x="connsiteX9881" y="connsiteY9881"/>
                </a:cxn>
                <a:cxn ang="0">
                  <a:pos x="connsiteX9882" y="connsiteY9882"/>
                </a:cxn>
                <a:cxn ang="0">
                  <a:pos x="connsiteX9883" y="connsiteY9883"/>
                </a:cxn>
                <a:cxn ang="0">
                  <a:pos x="connsiteX9884" y="connsiteY9884"/>
                </a:cxn>
                <a:cxn ang="0">
                  <a:pos x="connsiteX9885" y="connsiteY9885"/>
                </a:cxn>
                <a:cxn ang="0">
                  <a:pos x="connsiteX9886" y="connsiteY9886"/>
                </a:cxn>
                <a:cxn ang="0">
                  <a:pos x="connsiteX9887" y="connsiteY9887"/>
                </a:cxn>
                <a:cxn ang="0">
                  <a:pos x="connsiteX9888" y="connsiteY9888"/>
                </a:cxn>
                <a:cxn ang="0">
                  <a:pos x="connsiteX9889" y="connsiteY9889"/>
                </a:cxn>
                <a:cxn ang="0">
                  <a:pos x="connsiteX9890" y="connsiteY9890"/>
                </a:cxn>
                <a:cxn ang="0">
                  <a:pos x="connsiteX9891" y="connsiteY9891"/>
                </a:cxn>
                <a:cxn ang="0">
                  <a:pos x="connsiteX9892" y="connsiteY9892"/>
                </a:cxn>
                <a:cxn ang="0">
                  <a:pos x="connsiteX9893" y="connsiteY9893"/>
                </a:cxn>
                <a:cxn ang="0">
                  <a:pos x="connsiteX9894" y="connsiteY9894"/>
                </a:cxn>
                <a:cxn ang="0">
                  <a:pos x="connsiteX9895" y="connsiteY9895"/>
                </a:cxn>
                <a:cxn ang="0">
                  <a:pos x="connsiteX9896" y="connsiteY9896"/>
                </a:cxn>
                <a:cxn ang="0">
                  <a:pos x="connsiteX9897" y="connsiteY9897"/>
                </a:cxn>
                <a:cxn ang="0">
                  <a:pos x="connsiteX9898" y="connsiteY9898"/>
                </a:cxn>
                <a:cxn ang="0">
                  <a:pos x="connsiteX9899" y="connsiteY9899"/>
                </a:cxn>
                <a:cxn ang="0">
                  <a:pos x="connsiteX9900" y="connsiteY9900"/>
                </a:cxn>
                <a:cxn ang="0">
                  <a:pos x="connsiteX9901" y="connsiteY9901"/>
                </a:cxn>
                <a:cxn ang="0">
                  <a:pos x="connsiteX9902" y="connsiteY9902"/>
                </a:cxn>
                <a:cxn ang="0">
                  <a:pos x="connsiteX9903" y="connsiteY9903"/>
                </a:cxn>
                <a:cxn ang="0">
                  <a:pos x="connsiteX9904" y="connsiteY9904"/>
                </a:cxn>
                <a:cxn ang="0">
                  <a:pos x="connsiteX9905" y="connsiteY9905"/>
                </a:cxn>
                <a:cxn ang="0">
                  <a:pos x="connsiteX9906" y="connsiteY9906"/>
                </a:cxn>
                <a:cxn ang="0">
                  <a:pos x="connsiteX9907" y="connsiteY9907"/>
                </a:cxn>
                <a:cxn ang="0">
                  <a:pos x="connsiteX9908" y="connsiteY9908"/>
                </a:cxn>
                <a:cxn ang="0">
                  <a:pos x="connsiteX9909" y="connsiteY9909"/>
                </a:cxn>
                <a:cxn ang="0">
                  <a:pos x="connsiteX9910" y="connsiteY9910"/>
                </a:cxn>
                <a:cxn ang="0">
                  <a:pos x="connsiteX9911" y="connsiteY9911"/>
                </a:cxn>
                <a:cxn ang="0">
                  <a:pos x="connsiteX9912" y="connsiteY9912"/>
                </a:cxn>
                <a:cxn ang="0">
                  <a:pos x="connsiteX9913" y="connsiteY9913"/>
                </a:cxn>
                <a:cxn ang="0">
                  <a:pos x="connsiteX9914" y="connsiteY9914"/>
                </a:cxn>
                <a:cxn ang="0">
                  <a:pos x="connsiteX9915" y="connsiteY9915"/>
                </a:cxn>
                <a:cxn ang="0">
                  <a:pos x="connsiteX9916" y="connsiteY9916"/>
                </a:cxn>
                <a:cxn ang="0">
                  <a:pos x="connsiteX9917" y="connsiteY9917"/>
                </a:cxn>
                <a:cxn ang="0">
                  <a:pos x="connsiteX9918" y="connsiteY9918"/>
                </a:cxn>
                <a:cxn ang="0">
                  <a:pos x="connsiteX9919" y="connsiteY9919"/>
                </a:cxn>
                <a:cxn ang="0">
                  <a:pos x="connsiteX9920" y="connsiteY9920"/>
                </a:cxn>
                <a:cxn ang="0">
                  <a:pos x="connsiteX9921" y="connsiteY9921"/>
                </a:cxn>
                <a:cxn ang="0">
                  <a:pos x="connsiteX9922" y="connsiteY9922"/>
                </a:cxn>
                <a:cxn ang="0">
                  <a:pos x="connsiteX9923" y="connsiteY9923"/>
                </a:cxn>
                <a:cxn ang="0">
                  <a:pos x="connsiteX9924" y="connsiteY9924"/>
                </a:cxn>
                <a:cxn ang="0">
                  <a:pos x="connsiteX9925" y="connsiteY9925"/>
                </a:cxn>
                <a:cxn ang="0">
                  <a:pos x="connsiteX9926" y="connsiteY9926"/>
                </a:cxn>
                <a:cxn ang="0">
                  <a:pos x="connsiteX9927" y="connsiteY9927"/>
                </a:cxn>
                <a:cxn ang="0">
                  <a:pos x="connsiteX9928" y="connsiteY9928"/>
                </a:cxn>
                <a:cxn ang="0">
                  <a:pos x="connsiteX9929" y="connsiteY9929"/>
                </a:cxn>
                <a:cxn ang="0">
                  <a:pos x="connsiteX9930" y="connsiteY9930"/>
                </a:cxn>
                <a:cxn ang="0">
                  <a:pos x="connsiteX9931" y="connsiteY9931"/>
                </a:cxn>
                <a:cxn ang="0">
                  <a:pos x="connsiteX9932" y="connsiteY9932"/>
                </a:cxn>
                <a:cxn ang="0">
                  <a:pos x="connsiteX9933" y="connsiteY9933"/>
                </a:cxn>
                <a:cxn ang="0">
                  <a:pos x="connsiteX9934" y="connsiteY9934"/>
                </a:cxn>
                <a:cxn ang="0">
                  <a:pos x="connsiteX9935" y="connsiteY9935"/>
                </a:cxn>
                <a:cxn ang="0">
                  <a:pos x="connsiteX9936" y="connsiteY9936"/>
                </a:cxn>
                <a:cxn ang="0">
                  <a:pos x="connsiteX9937" y="connsiteY9937"/>
                </a:cxn>
                <a:cxn ang="0">
                  <a:pos x="connsiteX9938" y="connsiteY9938"/>
                </a:cxn>
                <a:cxn ang="0">
                  <a:pos x="connsiteX9939" y="connsiteY9939"/>
                </a:cxn>
                <a:cxn ang="0">
                  <a:pos x="connsiteX9940" y="connsiteY9940"/>
                </a:cxn>
                <a:cxn ang="0">
                  <a:pos x="connsiteX9941" y="connsiteY9941"/>
                </a:cxn>
                <a:cxn ang="0">
                  <a:pos x="connsiteX9942" y="connsiteY9942"/>
                </a:cxn>
                <a:cxn ang="0">
                  <a:pos x="connsiteX9943" y="connsiteY9943"/>
                </a:cxn>
                <a:cxn ang="0">
                  <a:pos x="connsiteX9944" y="connsiteY9944"/>
                </a:cxn>
                <a:cxn ang="0">
                  <a:pos x="connsiteX9945" y="connsiteY9945"/>
                </a:cxn>
                <a:cxn ang="0">
                  <a:pos x="connsiteX9946" y="connsiteY9946"/>
                </a:cxn>
                <a:cxn ang="0">
                  <a:pos x="connsiteX9947" y="connsiteY9947"/>
                </a:cxn>
                <a:cxn ang="0">
                  <a:pos x="connsiteX9948" y="connsiteY9948"/>
                </a:cxn>
                <a:cxn ang="0">
                  <a:pos x="connsiteX9949" y="connsiteY9949"/>
                </a:cxn>
                <a:cxn ang="0">
                  <a:pos x="connsiteX9950" y="connsiteY9950"/>
                </a:cxn>
                <a:cxn ang="0">
                  <a:pos x="connsiteX9951" y="connsiteY9951"/>
                </a:cxn>
                <a:cxn ang="0">
                  <a:pos x="connsiteX9952" y="connsiteY9952"/>
                </a:cxn>
                <a:cxn ang="0">
                  <a:pos x="connsiteX9953" y="connsiteY9953"/>
                </a:cxn>
                <a:cxn ang="0">
                  <a:pos x="connsiteX9954" y="connsiteY9954"/>
                </a:cxn>
                <a:cxn ang="0">
                  <a:pos x="connsiteX9955" y="connsiteY9955"/>
                </a:cxn>
                <a:cxn ang="0">
                  <a:pos x="connsiteX9956" y="connsiteY9956"/>
                </a:cxn>
                <a:cxn ang="0">
                  <a:pos x="connsiteX9957" y="connsiteY9957"/>
                </a:cxn>
                <a:cxn ang="0">
                  <a:pos x="connsiteX9958" y="connsiteY9958"/>
                </a:cxn>
                <a:cxn ang="0">
                  <a:pos x="connsiteX9959" y="connsiteY9959"/>
                </a:cxn>
                <a:cxn ang="0">
                  <a:pos x="connsiteX9960" y="connsiteY9960"/>
                </a:cxn>
                <a:cxn ang="0">
                  <a:pos x="connsiteX9961" y="connsiteY9961"/>
                </a:cxn>
                <a:cxn ang="0">
                  <a:pos x="connsiteX9962" y="connsiteY9962"/>
                </a:cxn>
                <a:cxn ang="0">
                  <a:pos x="connsiteX9963" y="connsiteY9963"/>
                </a:cxn>
                <a:cxn ang="0">
                  <a:pos x="connsiteX9964" y="connsiteY9964"/>
                </a:cxn>
                <a:cxn ang="0">
                  <a:pos x="connsiteX9965" y="connsiteY9965"/>
                </a:cxn>
                <a:cxn ang="0">
                  <a:pos x="connsiteX9966" y="connsiteY9966"/>
                </a:cxn>
                <a:cxn ang="0">
                  <a:pos x="connsiteX9967" y="connsiteY9967"/>
                </a:cxn>
                <a:cxn ang="0">
                  <a:pos x="connsiteX9968" y="connsiteY9968"/>
                </a:cxn>
                <a:cxn ang="0">
                  <a:pos x="connsiteX9969" y="connsiteY9969"/>
                </a:cxn>
                <a:cxn ang="0">
                  <a:pos x="connsiteX9970" y="connsiteY9970"/>
                </a:cxn>
                <a:cxn ang="0">
                  <a:pos x="connsiteX9971" y="connsiteY9971"/>
                </a:cxn>
                <a:cxn ang="0">
                  <a:pos x="connsiteX9972" y="connsiteY9972"/>
                </a:cxn>
                <a:cxn ang="0">
                  <a:pos x="connsiteX9973" y="connsiteY9973"/>
                </a:cxn>
                <a:cxn ang="0">
                  <a:pos x="connsiteX9974" y="connsiteY9974"/>
                </a:cxn>
                <a:cxn ang="0">
                  <a:pos x="connsiteX9975" y="connsiteY9975"/>
                </a:cxn>
                <a:cxn ang="0">
                  <a:pos x="connsiteX9976" y="connsiteY9976"/>
                </a:cxn>
                <a:cxn ang="0">
                  <a:pos x="connsiteX9977" y="connsiteY9977"/>
                </a:cxn>
                <a:cxn ang="0">
                  <a:pos x="connsiteX9978" y="connsiteY9978"/>
                </a:cxn>
                <a:cxn ang="0">
                  <a:pos x="connsiteX9979" y="connsiteY9979"/>
                </a:cxn>
                <a:cxn ang="0">
                  <a:pos x="connsiteX9980" y="connsiteY9980"/>
                </a:cxn>
                <a:cxn ang="0">
                  <a:pos x="connsiteX9981" y="connsiteY9981"/>
                </a:cxn>
                <a:cxn ang="0">
                  <a:pos x="connsiteX9982" y="connsiteY9982"/>
                </a:cxn>
                <a:cxn ang="0">
                  <a:pos x="connsiteX9983" y="connsiteY9983"/>
                </a:cxn>
                <a:cxn ang="0">
                  <a:pos x="connsiteX9984" y="connsiteY9984"/>
                </a:cxn>
                <a:cxn ang="0">
                  <a:pos x="connsiteX9985" y="connsiteY9985"/>
                </a:cxn>
                <a:cxn ang="0">
                  <a:pos x="connsiteX9986" y="connsiteY9986"/>
                </a:cxn>
                <a:cxn ang="0">
                  <a:pos x="connsiteX9987" y="connsiteY9987"/>
                </a:cxn>
                <a:cxn ang="0">
                  <a:pos x="connsiteX9988" y="connsiteY9988"/>
                </a:cxn>
                <a:cxn ang="0">
                  <a:pos x="connsiteX9989" y="connsiteY9989"/>
                </a:cxn>
                <a:cxn ang="0">
                  <a:pos x="connsiteX9990" y="connsiteY9990"/>
                </a:cxn>
                <a:cxn ang="0">
                  <a:pos x="connsiteX9991" y="connsiteY9991"/>
                </a:cxn>
                <a:cxn ang="0">
                  <a:pos x="connsiteX9992" y="connsiteY9992"/>
                </a:cxn>
                <a:cxn ang="0">
                  <a:pos x="connsiteX9993" y="connsiteY9993"/>
                </a:cxn>
                <a:cxn ang="0">
                  <a:pos x="connsiteX9994" y="connsiteY9994"/>
                </a:cxn>
                <a:cxn ang="0">
                  <a:pos x="connsiteX9995" y="connsiteY9995"/>
                </a:cxn>
                <a:cxn ang="0">
                  <a:pos x="connsiteX9996" y="connsiteY9996"/>
                </a:cxn>
                <a:cxn ang="0">
                  <a:pos x="connsiteX9997" y="connsiteY9997"/>
                </a:cxn>
                <a:cxn ang="0">
                  <a:pos x="connsiteX9998" y="connsiteY9998"/>
                </a:cxn>
                <a:cxn ang="0">
                  <a:pos x="connsiteX9999" y="connsiteY9999"/>
                </a:cxn>
                <a:cxn ang="0">
                  <a:pos x="connsiteX10000" y="connsiteY10000"/>
                </a:cxn>
                <a:cxn ang="0">
                  <a:pos x="connsiteX10001" y="connsiteY10001"/>
                </a:cxn>
                <a:cxn ang="0">
                  <a:pos x="connsiteX10002" y="connsiteY10002"/>
                </a:cxn>
                <a:cxn ang="0">
                  <a:pos x="connsiteX10003" y="connsiteY10003"/>
                </a:cxn>
                <a:cxn ang="0">
                  <a:pos x="connsiteX10004" y="connsiteY10004"/>
                </a:cxn>
                <a:cxn ang="0">
                  <a:pos x="connsiteX10005" y="connsiteY10005"/>
                </a:cxn>
                <a:cxn ang="0">
                  <a:pos x="connsiteX10006" y="connsiteY10006"/>
                </a:cxn>
                <a:cxn ang="0">
                  <a:pos x="connsiteX10007" y="connsiteY10007"/>
                </a:cxn>
                <a:cxn ang="0">
                  <a:pos x="connsiteX10008" y="connsiteY10008"/>
                </a:cxn>
                <a:cxn ang="0">
                  <a:pos x="connsiteX10009" y="connsiteY10009"/>
                </a:cxn>
                <a:cxn ang="0">
                  <a:pos x="connsiteX10010" y="connsiteY10010"/>
                </a:cxn>
                <a:cxn ang="0">
                  <a:pos x="connsiteX10011" y="connsiteY10011"/>
                </a:cxn>
                <a:cxn ang="0">
                  <a:pos x="connsiteX10012" y="connsiteY10012"/>
                </a:cxn>
                <a:cxn ang="0">
                  <a:pos x="connsiteX10013" y="connsiteY10013"/>
                </a:cxn>
                <a:cxn ang="0">
                  <a:pos x="connsiteX10014" y="connsiteY10014"/>
                </a:cxn>
                <a:cxn ang="0">
                  <a:pos x="connsiteX10015" y="connsiteY10015"/>
                </a:cxn>
                <a:cxn ang="0">
                  <a:pos x="connsiteX10016" y="connsiteY10016"/>
                </a:cxn>
                <a:cxn ang="0">
                  <a:pos x="connsiteX10017" y="connsiteY10017"/>
                </a:cxn>
                <a:cxn ang="0">
                  <a:pos x="connsiteX10018" y="connsiteY10018"/>
                </a:cxn>
                <a:cxn ang="0">
                  <a:pos x="connsiteX10019" y="connsiteY10019"/>
                </a:cxn>
                <a:cxn ang="0">
                  <a:pos x="connsiteX10020" y="connsiteY10020"/>
                </a:cxn>
                <a:cxn ang="0">
                  <a:pos x="connsiteX10021" y="connsiteY10021"/>
                </a:cxn>
                <a:cxn ang="0">
                  <a:pos x="connsiteX10022" y="connsiteY10022"/>
                </a:cxn>
                <a:cxn ang="0">
                  <a:pos x="connsiteX10023" y="connsiteY10023"/>
                </a:cxn>
                <a:cxn ang="0">
                  <a:pos x="connsiteX10024" y="connsiteY10024"/>
                </a:cxn>
                <a:cxn ang="0">
                  <a:pos x="connsiteX10025" y="connsiteY10025"/>
                </a:cxn>
                <a:cxn ang="0">
                  <a:pos x="connsiteX10026" y="connsiteY10026"/>
                </a:cxn>
                <a:cxn ang="0">
                  <a:pos x="connsiteX10027" y="connsiteY10027"/>
                </a:cxn>
                <a:cxn ang="0">
                  <a:pos x="connsiteX10028" y="connsiteY10028"/>
                </a:cxn>
                <a:cxn ang="0">
                  <a:pos x="connsiteX10029" y="connsiteY10029"/>
                </a:cxn>
                <a:cxn ang="0">
                  <a:pos x="connsiteX10030" y="connsiteY10030"/>
                </a:cxn>
                <a:cxn ang="0">
                  <a:pos x="connsiteX10031" y="connsiteY10031"/>
                </a:cxn>
                <a:cxn ang="0">
                  <a:pos x="connsiteX10032" y="connsiteY10032"/>
                </a:cxn>
                <a:cxn ang="0">
                  <a:pos x="connsiteX10033" y="connsiteY10033"/>
                </a:cxn>
                <a:cxn ang="0">
                  <a:pos x="connsiteX10034" y="connsiteY10034"/>
                </a:cxn>
                <a:cxn ang="0">
                  <a:pos x="connsiteX10035" y="connsiteY10035"/>
                </a:cxn>
                <a:cxn ang="0">
                  <a:pos x="connsiteX10036" y="connsiteY10036"/>
                </a:cxn>
                <a:cxn ang="0">
                  <a:pos x="connsiteX10037" y="connsiteY10037"/>
                </a:cxn>
                <a:cxn ang="0">
                  <a:pos x="connsiteX10038" y="connsiteY10038"/>
                </a:cxn>
                <a:cxn ang="0">
                  <a:pos x="connsiteX10039" y="connsiteY10039"/>
                </a:cxn>
                <a:cxn ang="0">
                  <a:pos x="connsiteX10040" y="connsiteY10040"/>
                </a:cxn>
                <a:cxn ang="0">
                  <a:pos x="connsiteX10041" y="connsiteY10041"/>
                </a:cxn>
                <a:cxn ang="0">
                  <a:pos x="connsiteX10042" y="connsiteY10042"/>
                </a:cxn>
                <a:cxn ang="0">
                  <a:pos x="connsiteX10043" y="connsiteY10043"/>
                </a:cxn>
                <a:cxn ang="0">
                  <a:pos x="connsiteX10044" y="connsiteY10044"/>
                </a:cxn>
                <a:cxn ang="0">
                  <a:pos x="connsiteX10045" y="connsiteY10045"/>
                </a:cxn>
                <a:cxn ang="0">
                  <a:pos x="connsiteX10046" y="connsiteY10046"/>
                </a:cxn>
                <a:cxn ang="0">
                  <a:pos x="connsiteX10047" y="connsiteY10047"/>
                </a:cxn>
                <a:cxn ang="0">
                  <a:pos x="connsiteX10048" y="connsiteY10048"/>
                </a:cxn>
                <a:cxn ang="0">
                  <a:pos x="connsiteX10049" y="connsiteY10049"/>
                </a:cxn>
                <a:cxn ang="0">
                  <a:pos x="connsiteX10050" y="connsiteY10050"/>
                </a:cxn>
                <a:cxn ang="0">
                  <a:pos x="connsiteX10051" y="connsiteY10051"/>
                </a:cxn>
                <a:cxn ang="0">
                  <a:pos x="connsiteX10052" y="connsiteY10052"/>
                </a:cxn>
                <a:cxn ang="0">
                  <a:pos x="connsiteX10053" y="connsiteY10053"/>
                </a:cxn>
                <a:cxn ang="0">
                  <a:pos x="connsiteX10054" y="connsiteY10054"/>
                </a:cxn>
                <a:cxn ang="0">
                  <a:pos x="connsiteX10055" y="connsiteY10055"/>
                </a:cxn>
                <a:cxn ang="0">
                  <a:pos x="connsiteX10056" y="connsiteY10056"/>
                </a:cxn>
                <a:cxn ang="0">
                  <a:pos x="connsiteX10057" y="connsiteY10057"/>
                </a:cxn>
                <a:cxn ang="0">
                  <a:pos x="connsiteX10058" y="connsiteY10058"/>
                </a:cxn>
                <a:cxn ang="0">
                  <a:pos x="connsiteX10059" y="connsiteY10059"/>
                </a:cxn>
                <a:cxn ang="0">
                  <a:pos x="connsiteX10060" y="connsiteY10060"/>
                </a:cxn>
                <a:cxn ang="0">
                  <a:pos x="connsiteX10061" y="connsiteY10061"/>
                </a:cxn>
                <a:cxn ang="0">
                  <a:pos x="connsiteX10062" y="connsiteY10062"/>
                </a:cxn>
                <a:cxn ang="0">
                  <a:pos x="connsiteX10063" y="connsiteY10063"/>
                </a:cxn>
                <a:cxn ang="0">
                  <a:pos x="connsiteX10064" y="connsiteY10064"/>
                </a:cxn>
                <a:cxn ang="0">
                  <a:pos x="connsiteX10065" y="connsiteY10065"/>
                </a:cxn>
                <a:cxn ang="0">
                  <a:pos x="connsiteX10066" y="connsiteY10066"/>
                </a:cxn>
                <a:cxn ang="0">
                  <a:pos x="connsiteX10067" y="connsiteY10067"/>
                </a:cxn>
                <a:cxn ang="0">
                  <a:pos x="connsiteX10068" y="connsiteY10068"/>
                </a:cxn>
                <a:cxn ang="0">
                  <a:pos x="connsiteX10069" y="connsiteY10069"/>
                </a:cxn>
                <a:cxn ang="0">
                  <a:pos x="connsiteX10070" y="connsiteY10070"/>
                </a:cxn>
                <a:cxn ang="0">
                  <a:pos x="connsiteX10071" y="connsiteY10071"/>
                </a:cxn>
                <a:cxn ang="0">
                  <a:pos x="connsiteX10072" y="connsiteY10072"/>
                </a:cxn>
                <a:cxn ang="0">
                  <a:pos x="connsiteX10073" y="connsiteY10073"/>
                </a:cxn>
                <a:cxn ang="0">
                  <a:pos x="connsiteX10074" y="connsiteY10074"/>
                </a:cxn>
                <a:cxn ang="0">
                  <a:pos x="connsiteX10075" y="connsiteY10075"/>
                </a:cxn>
                <a:cxn ang="0">
                  <a:pos x="connsiteX10076" y="connsiteY10076"/>
                </a:cxn>
                <a:cxn ang="0">
                  <a:pos x="connsiteX10077" y="connsiteY10077"/>
                </a:cxn>
                <a:cxn ang="0">
                  <a:pos x="connsiteX10078" y="connsiteY10078"/>
                </a:cxn>
                <a:cxn ang="0">
                  <a:pos x="connsiteX10079" y="connsiteY10079"/>
                </a:cxn>
                <a:cxn ang="0">
                  <a:pos x="connsiteX10080" y="connsiteY10080"/>
                </a:cxn>
                <a:cxn ang="0">
                  <a:pos x="connsiteX10081" y="connsiteY10081"/>
                </a:cxn>
                <a:cxn ang="0">
                  <a:pos x="connsiteX10082" y="connsiteY10082"/>
                </a:cxn>
                <a:cxn ang="0">
                  <a:pos x="connsiteX10083" y="connsiteY10083"/>
                </a:cxn>
                <a:cxn ang="0">
                  <a:pos x="connsiteX10084" y="connsiteY10084"/>
                </a:cxn>
                <a:cxn ang="0">
                  <a:pos x="connsiteX10085" y="connsiteY10085"/>
                </a:cxn>
                <a:cxn ang="0">
                  <a:pos x="connsiteX10086" y="connsiteY10086"/>
                </a:cxn>
                <a:cxn ang="0">
                  <a:pos x="connsiteX10087" y="connsiteY10087"/>
                </a:cxn>
                <a:cxn ang="0">
                  <a:pos x="connsiteX10088" y="connsiteY10088"/>
                </a:cxn>
                <a:cxn ang="0">
                  <a:pos x="connsiteX10089" y="connsiteY10089"/>
                </a:cxn>
                <a:cxn ang="0">
                  <a:pos x="connsiteX10090" y="connsiteY10090"/>
                </a:cxn>
                <a:cxn ang="0">
                  <a:pos x="connsiteX10091" y="connsiteY10091"/>
                </a:cxn>
                <a:cxn ang="0">
                  <a:pos x="connsiteX10092" y="connsiteY10092"/>
                </a:cxn>
                <a:cxn ang="0">
                  <a:pos x="connsiteX10093" y="connsiteY10093"/>
                </a:cxn>
                <a:cxn ang="0">
                  <a:pos x="connsiteX10094" y="connsiteY10094"/>
                </a:cxn>
                <a:cxn ang="0">
                  <a:pos x="connsiteX10095" y="connsiteY10095"/>
                </a:cxn>
                <a:cxn ang="0">
                  <a:pos x="connsiteX10096" y="connsiteY10096"/>
                </a:cxn>
                <a:cxn ang="0">
                  <a:pos x="connsiteX10097" y="connsiteY10097"/>
                </a:cxn>
                <a:cxn ang="0">
                  <a:pos x="connsiteX10098" y="connsiteY10098"/>
                </a:cxn>
                <a:cxn ang="0">
                  <a:pos x="connsiteX10099" y="connsiteY10099"/>
                </a:cxn>
                <a:cxn ang="0">
                  <a:pos x="connsiteX10100" y="connsiteY10100"/>
                </a:cxn>
                <a:cxn ang="0">
                  <a:pos x="connsiteX10101" y="connsiteY10101"/>
                </a:cxn>
                <a:cxn ang="0">
                  <a:pos x="connsiteX10102" y="connsiteY10102"/>
                </a:cxn>
                <a:cxn ang="0">
                  <a:pos x="connsiteX10103" y="connsiteY10103"/>
                </a:cxn>
                <a:cxn ang="0">
                  <a:pos x="connsiteX10104" y="connsiteY10104"/>
                </a:cxn>
                <a:cxn ang="0">
                  <a:pos x="connsiteX10105" y="connsiteY10105"/>
                </a:cxn>
                <a:cxn ang="0">
                  <a:pos x="connsiteX10106" y="connsiteY10106"/>
                </a:cxn>
                <a:cxn ang="0">
                  <a:pos x="connsiteX10107" y="connsiteY10107"/>
                </a:cxn>
                <a:cxn ang="0">
                  <a:pos x="connsiteX10108" y="connsiteY10108"/>
                </a:cxn>
                <a:cxn ang="0">
                  <a:pos x="connsiteX10109" y="connsiteY10109"/>
                </a:cxn>
                <a:cxn ang="0">
                  <a:pos x="connsiteX10110" y="connsiteY10110"/>
                </a:cxn>
                <a:cxn ang="0">
                  <a:pos x="connsiteX10111" y="connsiteY10111"/>
                </a:cxn>
                <a:cxn ang="0">
                  <a:pos x="connsiteX10112" y="connsiteY10112"/>
                </a:cxn>
                <a:cxn ang="0">
                  <a:pos x="connsiteX10113" y="connsiteY10113"/>
                </a:cxn>
                <a:cxn ang="0">
                  <a:pos x="connsiteX10114" y="connsiteY10114"/>
                </a:cxn>
                <a:cxn ang="0">
                  <a:pos x="connsiteX10115" y="connsiteY10115"/>
                </a:cxn>
                <a:cxn ang="0">
                  <a:pos x="connsiteX10116" y="connsiteY10116"/>
                </a:cxn>
                <a:cxn ang="0">
                  <a:pos x="connsiteX10117" y="connsiteY10117"/>
                </a:cxn>
                <a:cxn ang="0">
                  <a:pos x="connsiteX10118" y="connsiteY10118"/>
                </a:cxn>
                <a:cxn ang="0">
                  <a:pos x="connsiteX10119" y="connsiteY10119"/>
                </a:cxn>
                <a:cxn ang="0">
                  <a:pos x="connsiteX10120" y="connsiteY10120"/>
                </a:cxn>
                <a:cxn ang="0">
                  <a:pos x="connsiteX10121" y="connsiteY10121"/>
                </a:cxn>
                <a:cxn ang="0">
                  <a:pos x="connsiteX10122" y="connsiteY10122"/>
                </a:cxn>
                <a:cxn ang="0">
                  <a:pos x="connsiteX10123" y="connsiteY10123"/>
                </a:cxn>
                <a:cxn ang="0">
                  <a:pos x="connsiteX10124" y="connsiteY10124"/>
                </a:cxn>
                <a:cxn ang="0">
                  <a:pos x="connsiteX10125" y="connsiteY10125"/>
                </a:cxn>
                <a:cxn ang="0">
                  <a:pos x="connsiteX10126" y="connsiteY10126"/>
                </a:cxn>
                <a:cxn ang="0">
                  <a:pos x="connsiteX10127" y="connsiteY10127"/>
                </a:cxn>
                <a:cxn ang="0">
                  <a:pos x="connsiteX10128" y="connsiteY10128"/>
                </a:cxn>
                <a:cxn ang="0">
                  <a:pos x="connsiteX10129" y="connsiteY10129"/>
                </a:cxn>
                <a:cxn ang="0">
                  <a:pos x="connsiteX10130" y="connsiteY10130"/>
                </a:cxn>
                <a:cxn ang="0">
                  <a:pos x="connsiteX10131" y="connsiteY10131"/>
                </a:cxn>
                <a:cxn ang="0">
                  <a:pos x="connsiteX10132" y="connsiteY10132"/>
                </a:cxn>
                <a:cxn ang="0">
                  <a:pos x="connsiteX10133" y="connsiteY10133"/>
                </a:cxn>
                <a:cxn ang="0">
                  <a:pos x="connsiteX10134" y="connsiteY10134"/>
                </a:cxn>
                <a:cxn ang="0">
                  <a:pos x="connsiteX10135" y="connsiteY10135"/>
                </a:cxn>
                <a:cxn ang="0">
                  <a:pos x="connsiteX10136" y="connsiteY10136"/>
                </a:cxn>
                <a:cxn ang="0">
                  <a:pos x="connsiteX10137" y="connsiteY10137"/>
                </a:cxn>
                <a:cxn ang="0">
                  <a:pos x="connsiteX10138" y="connsiteY10138"/>
                </a:cxn>
                <a:cxn ang="0">
                  <a:pos x="connsiteX10139" y="connsiteY10139"/>
                </a:cxn>
                <a:cxn ang="0">
                  <a:pos x="connsiteX10140" y="connsiteY10140"/>
                </a:cxn>
                <a:cxn ang="0">
                  <a:pos x="connsiteX10141" y="connsiteY10141"/>
                </a:cxn>
                <a:cxn ang="0">
                  <a:pos x="connsiteX10142" y="connsiteY10142"/>
                </a:cxn>
                <a:cxn ang="0">
                  <a:pos x="connsiteX10143" y="connsiteY10143"/>
                </a:cxn>
                <a:cxn ang="0">
                  <a:pos x="connsiteX10144" y="connsiteY10144"/>
                </a:cxn>
                <a:cxn ang="0">
                  <a:pos x="connsiteX10145" y="connsiteY10145"/>
                </a:cxn>
                <a:cxn ang="0">
                  <a:pos x="connsiteX10146" y="connsiteY10146"/>
                </a:cxn>
                <a:cxn ang="0">
                  <a:pos x="connsiteX10147" y="connsiteY10147"/>
                </a:cxn>
                <a:cxn ang="0">
                  <a:pos x="connsiteX10148" y="connsiteY10148"/>
                </a:cxn>
                <a:cxn ang="0">
                  <a:pos x="connsiteX10149" y="connsiteY10149"/>
                </a:cxn>
                <a:cxn ang="0">
                  <a:pos x="connsiteX10150" y="connsiteY10150"/>
                </a:cxn>
                <a:cxn ang="0">
                  <a:pos x="connsiteX10151" y="connsiteY10151"/>
                </a:cxn>
                <a:cxn ang="0">
                  <a:pos x="connsiteX10152" y="connsiteY10152"/>
                </a:cxn>
                <a:cxn ang="0">
                  <a:pos x="connsiteX10153" y="connsiteY10153"/>
                </a:cxn>
                <a:cxn ang="0">
                  <a:pos x="connsiteX10154" y="connsiteY10154"/>
                </a:cxn>
                <a:cxn ang="0">
                  <a:pos x="connsiteX10155" y="connsiteY10155"/>
                </a:cxn>
                <a:cxn ang="0">
                  <a:pos x="connsiteX10156" y="connsiteY10156"/>
                </a:cxn>
                <a:cxn ang="0">
                  <a:pos x="connsiteX10157" y="connsiteY10157"/>
                </a:cxn>
                <a:cxn ang="0">
                  <a:pos x="connsiteX10158" y="connsiteY10158"/>
                </a:cxn>
                <a:cxn ang="0">
                  <a:pos x="connsiteX10159" y="connsiteY10159"/>
                </a:cxn>
                <a:cxn ang="0">
                  <a:pos x="connsiteX10160" y="connsiteY10160"/>
                </a:cxn>
                <a:cxn ang="0">
                  <a:pos x="connsiteX10161" y="connsiteY10161"/>
                </a:cxn>
                <a:cxn ang="0">
                  <a:pos x="connsiteX10162" y="connsiteY10162"/>
                </a:cxn>
                <a:cxn ang="0">
                  <a:pos x="connsiteX10163" y="connsiteY10163"/>
                </a:cxn>
                <a:cxn ang="0">
                  <a:pos x="connsiteX10164" y="connsiteY10164"/>
                </a:cxn>
                <a:cxn ang="0">
                  <a:pos x="connsiteX10165" y="connsiteY10165"/>
                </a:cxn>
                <a:cxn ang="0">
                  <a:pos x="connsiteX10166" y="connsiteY10166"/>
                </a:cxn>
                <a:cxn ang="0">
                  <a:pos x="connsiteX10167" y="connsiteY10167"/>
                </a:cxn>
                <a:cxn ang="0">
                  <a:pos x="connsiteX10168" y="connsiteY10168"/>
                </a:cxn>
                <a:cxn ang="0">
                  <a:pos x="connsiteX10169" y="connsiteY10169"/>
                </a:cxn>
                <a:cxn ang="0">
                  <a:pos x="connsiteX10170" y="connsiteY10170"/>
                </a:cxn>
                <a:cxn ang="0">
                  <a:pos x="connsiteX10171" y="connsiteY10171"/>
                </a:cxn>
                <a:cxn ang="0">
                  <a:pos x="connsiteX10172" y="connsiteY10172"/>
                </a:cxn>
                <a:cxn ang="0">
                  <a:pos x="connsiteX10173" y="connsiteY10173"/>
                </a:cxn>
                <a:cxn ang="0">
                  <a:pos x="connsiteX10174" y="connsiteY10174"/>
                </a:cxn>
                <a:cxn ang="0">
                  <a:pos x="connsiteX10175" y="connsiteY10175"/>
                </a:cxn>
                <a:cxn ang="0">
                  <a:pos x="connsiteX10176" y="connsiteY10176"/>
                </a:cxn>
                <a:cxn ang="0">
                  <a:pos x="connsiteX10177" y="connsiteY10177"/>
                </a:cxn>
                <a:cxn ang="0">
                  <a:pos x="connsiteX10178" y="connsiteY10178"/>
                </a:cxn>
                <a:cxn ang="0">
                  <a:pos x="connsiteX10179" y="connsiteY10179"/>
                </a:cxn>
                <a:cxn ang="0">
                  <a:pos x="connsiteX10180" y="connsiteY10180"/>
                </a:cxn>
                <a:cxn ang="0">
                  <a:pos x="connsiteX10181" y="connsiteY10181"/>
                </a:cxn>
                <a:cxn ang="0">
                  <a:pos x="connsiteX10182" y="connsiteY10182"/>
                </a:cxn>
                <a:cxn ang="0">
                  <a:pos x="connsiteX10183" y="connsiteY10183"/>
                </a:cxn>
                <a:cxn ang="0">
                  <a:pos x="connsiteX10184" y="connsiteY10184"/>
                </a:cxn>
                <a:cxn ang="0">
                  <a:pos x="connsiteX10185" y="connsiteY10185"/>
                </a:cxn>
                <a:cxn ang="0">
                  <a:pos x="connsiteX10186" y="connsiteY10186"/>
                </a:cxn>
                <a:cxn ang="0">
                  <a:pos x="connsiteX10187" y="connsiteY10187"/>
                </a:cxn>
                <a:cxn ang="0">
                  <a:pos x="connsiteX10188" y="connsiteY10188"/>
                </a:cxn>
                <a:cxn ang="0">
                  <a:pos x="connsiteX10189" y="connsiteY10189"/>
                </a:cxn>
                <a:cxn ang="0">
                  <a:pos x="connsiteX10190" y="connsiteY10190"/>
                </a:cxn>
                <a:cxn ang="0">
                  <a:pos x="connsiteX10191" y="connsiteY10191"/>
                </a:cxn>
                <a:cxn ang="0">
                  <a:pos x="connsiteX10192" y="connsiteY10192"/>
                </a:cxn>
                <a:cxn ang="0">
                  <a:pos x="connsiteX10193" y="connsiteY10193"/>
                </a:cxn>
                <a:cxn ang="0">
                  <a:pos x="connsiteX10194" y="connsiteY10194"/>
                </a:cxn>
                <a:cxn ang="0">
                  <a:pos x="connsiteX10195" y="connsiteY10195"/>
                </a:cxn>
                <a:cxn ang="0">
                  <a:pos x="connsiteX10196" y="connsiteY10196"/>
                </a:cxn>
                <a:cxn ang="0">
                  <a:pos x="connsiteX10197" y="connsiteY10197"/>
                </a:cxn>
                <a:cxn ang="0">
                  <a:pos x="connsiteX10198" y="connsiteY10198"/>
                </a:cxn>
                <a:cxn ang="0">
                  <a:pos x="connsiteX10199" y="connsiteY10199"/>
                </a:cxn>
                <a:cxn ang="0">
                  <a:pos x="connsiteX10200" y="connsiteY10200"/>
                </a:cxn>
                <a:cxn ang="0">
                  <a:pos x="connsiteX10201" y="connsiteY10201"/>
                </a:cxn>
                <a:cxn ang="0">
                  <a:pos x="connsiteX10202" y="connsiteY10202"/>
                </a:cxn>
                <a:cxn ang="0">
                  <a:pos x="connsiteX10203" y="connsiteY10203"/>
                </a:cxn>
                <a:cxn ang="0">
                  <a:pos x="connsiteX10204" y="connsiteY10204"/>
                </a:cxn>
                <a:cxn ang="0">
                  <a:pos x="connsiteX10205" y="connsiteY10205"/>
                </a:cxn>
                <a:cxn ang="0">
                  <a:pos x="connsiteX10206" y="connsiteY10206"/>
                </a:cxn>
                <a:cxn ang="0">
                  <a:pos x="connsiteX10207" y="connsiteY10207"/>
                </a:cxn>
                <a:cxn ang="0">
                  <a:pos x="connsiteX10208" y="connsiteY10208"/>
                </a:cxn>
                <a:cxn ang="0">
                  <a:pos x="connsiteX10209" y="connsiteY10209"/>
                </a:cxn>
                <a:cxn ang="0">
                  <a:pos x="connsiteX10210" y="connsiteY10210"/>
                </a:cxn>
                <a:cxn ang="0">
                  <a:pos x="connsiteX10211" y="connsiteY10211"/>
                </a:cxn>
                <a:cxn ang="0">
                  <a:pos x="connsiteX10212" y="connsiteY10212"/>
                </a:cxn>
                <a:cxn ang="0">
                  <a:pos x="connsiteX10213" y="connsiteY10213"/>
                </a:cxn>
                <a:cxn ang="0">
                  <a:pos x="connsiteX10214" y="connsiteY10214"/>
                </a:cxn>
                <a:cxn ang="0">
                  <a:pos x="connsiteX10215" y="connsiteY10215"/>
                </a:cxn>
                <a:cxn ang="0">
                  <a:pos x="connsiteX10216" y="connsiteY10216"/>
                </a:cxn>
                <a:cxn ang="0">
                  <a:pos x="connsiteX10217" y="connsiteY10217"/>
                </a:cxn>
                <a:cxn ang="0">
                  <a:pos x="connsiteX10218" y="connsiteY10218"/>
                </a:cxn>
                <a:cxn ang="0">
                  <a:pos x="connsiteX10219" y="connsiteY10219"/>
                </a:cxn>
                <a:cxn ang="0">
                  <a:pos x="connsiteX10220" y="connsiteY10220"/>
                </a:cxn>
                <a:cxn ang="0">
                  <a:pos x="connsiteX10221" y="connsiteY10221"/>
                </a:cxn>
                <a:cxn ang="0">
                  <a:pos x="connsiteX10222" y="connsiteY10222"/>
                </a:cxn>
                <a:cxn ang="0">
                  <a:pos x="connsiteX10223" y="connsiteY10223"/>
                </a:cxn>
                <a:cxn ang="0">
                  <a:pos x="connsiteX10224" y="connsiteY10224"/>
                </a:cxn>
                <a:cxn ang="0">
                  <a:pos x="connsiteX10225" y="connsiteY10225"/>
                </a:cxn>
                <a:cxn ang="0">
                  <a:pos x="connsiteX10226" y="connsiteY10226"/>
                </a:cxn>
                <a:cxn ang="0">
                  <a:pos x="connsiteX10227" y="connsiteY10227"/>
                </a:cxn>
                <a:cxn ang="0">
                  <a:pos x="connsiteX10228" y="connsiteY10228"/>
                </a:cxn>
                <a:cxn ang="0">
                  <a:pos x="connsiteX10229" y="connsiteY10229"/>
                </a:cxn>
                <a:cxn ang="0">
                  <a:pos x="connsiteX10230" y="connsiteY10230"/>
                </a:cxn>
                <a:cxn ang="0">
                  <a:pos x="connsiteX10231" y="connsiteY10231"/>
                </a:cxn>
                <a:cxn ang="0">
                  <a:pos x="connsiteX10232" y="connsiteY10232"/>
                </a:cxn>
                <a:cxn ang="0">
                  <a:pos x="connsiteX10233" y="connsiteY10233"/>
                </a:cxn>
                <a:cxn ang="0">
                  <a:pos x="connsiteX10234" y="connsiteY10234"/>
                </a:cxn>
                <a:cxn ang="0">
                  <a:pos x="connsiteX10235" y="connsiteY10235"/>
                </a:cxn>
                <a:cxn ang="0">
                  <a:pos x="connsiteX10236" y="connsiteY10236"/>
                </a:cxn>
                <a:cxn ang="0">
                  <a:pos x="connsiteX10237" y="connsiteY10237"/>
                </a:cxn>
                <a:cxn ang="0">
                  <a:pos x="connsiteX10238" y="connsiteY10238"/>
                </a:cxn>
                <a:cxn ang="0">
                  <a:pos x="connsiteX10239" y="connsiteY10239"/>
                </a:cxn>
                <a:cxn ang="0">
                  <a:pos x="connsiteX10240" y="connsiteY10240"/>
                </a:cxn>
                <a:cxn ang="0">
                  <a:pos x="connsiteX10241" y="connsiteY10241"/>
                </a:cxn>
                <a:cxn ang="0">
                  <a:pos x="connsiteX10242" y="connsiteY10242"/>
                </a:cxn>
                <a:cxn ang="0">
                  <a:pos x="connsiteX10243" y="connsiteY10243"/>
                </a:cxn>
                <a:cxn ang="0">
                  <a:pos x="connsiteX10244" y="connsiteY10244"/>
                </a:cxn>
                <a:cxn ang="0">
                  <a:pos x="connsiteX10245" y="connsiteY10245"/>
                </a:cxn>
                <a:cxn ang="0">
                  <a:pos x="connsiteX10246" y="connsiteY10246"/>
                </a:cxn>
                <a:cxn ang="0">
                  <a:pos x="connsiteX10247" y="connsiteY10247"/>
                </a:cxn>
                <a:cxn ang="0">
                  <a:pos x="connsiteX10248" y="connsiteY10248"/>
                </a:cxn>
                <a:cxn ang="0">
                  <a:pos x="connsiteX10249" y="connsiteY10249"/>
                </a:cxn>
                <a:cxn ang="0">
                  <a:pos x="connsiteX10250" y="connsiteY10250"/>
                </a:cxn>
                <a:cxn ang="0">
                  <a:pos x="connsiteX10251" y="connsiteY10251"/>
                </a:cxn>
                <a:cxn ang="0">
                  <a:pos x="connsiteX10252" y="connsiteY10252"/>
                </a:cxn>
                <a:cxn ang="0">
                  <a:pos x="connsiteX10253" y="connsiteY10253"/>
                </a:cxn>
                <a:cxn ang="0">
                  <a:pos x="connsiteX10254" y="connsiteY10254"/>
                </a:cxn>
                <a:cxn ang="0">
                  <a:pos x="connsiteX10255" y="connsiteY10255"/>
                </a:cxn>
                <a:cxn ang="0">
                  <a:pos x="connsiteX10256" y="connsiteY10256"/>
                </a:cxn>
                <a:cxn ang="0">
                  <a:pos x="connsiteX10257" y="connsiteY10257"/>
                </a:cxn>
                <a:cxn ang="0">
                  <a:pos x="connsiteX10258" y="connsiteY10258"/>
                </a:cxn>
                <a:cxn ang="0">
                  <a:pos x="connsiteX10259" y="connsiteY10259"/>
                </a:cxn>
                <a:cxn ang="0">
                  <a:pos x="connsiteX10260" y="connsiteY10260"/>
                </a:cxn>
                <a:cxn ang="0">
                  <a:pos x="connsiteX10261" y="connsiteY10261"/>
                </a:cxn>
                <a:cxn ang="0">
                  <a:pos x="connsiteX10262" y="connsiteY10262"/>
                </a:cxn>
                <a:cxn ang="0">
                  <a:pos x="connsiteX10263" y="connsiteY10263"/>
                </a:cxn>
                <a:cxn ang="0">
                  <a:pos x="connsiteX10264" y="connsiteY10264"/>
                </a:cxn>
                <a:cxn ang="0">
                  <a:pos x="connsiteX10265" y="connsiteY10265"/>
                </a:cxn>
                <a:cxn ang="0">
                  <a:pos x="connsiteX10266" y="connsiteY10266"/>
                </a:cxn>
                <a:cxn ang="0">
                  <a:pos x="connsiteX10267" y="connsiteY10267"/>
                </a:cxn>
                <a:cxn ang="0">
                  <a:pos x="connsiteX10268" y="connsiteY10268"/>
                </a:cxn>
                <a:cxn ang="0">
                  <a:pos x="connsiteX10269" y="connsiteY10269"/>
                </a:cxn>
                <a:cxn ang="0">
                  <a:pos x="connsiteX10270" y="connsiteY10270"/>
                </a:cxn>
                <a:cxn ang="0">
                  <a:pos x="connsiteX10271" y="connsiteY10271"/>
                </a:cxn>
                <a:cxn ang="0">
                  <a:pos x="connsiteX10272" y="connsiteY10272"/>
                </a:cxn>
                <a:cxn ang="0">
                  <a:pos x="connsiteX10273" y="connsiteY10273"/>
                </a:cxn>
                <a:cxn ang="0">
                  <a:pos x="connsiteX10274" y="connsiteY10274"/>
                </a:cxn>
                <a:cxn ang="0">
                  <a:pos x="connsiteX10275" y="connsiteY10275"/>
                </a:cxn>
                <a:cxn ang="0">
                  <a:pos x="connsiteX10276" y="connsiteY10276"/>
                </a:cxn>
                <a:cxn ang="0">
                  <a:pos x="connsiteX10277" y="connsiteY10277"/>
                </a:cxn>
                <a:cxn ang="0">
                  <a:pos x="connsiteX10278" y="connsiteY10278"/>
                </a:cxn>
                <a:cxn ang="0">
                  <a:pos x="connsiteX10279" y="connsiteY10279"/>
                </a:cxn>
                <a:cxn ang="0">
                  <a:pos x="connsiteX10280" y="connsiteY10280"/>
                </a:cxn>
                <a:cxn ang="0">
                  <a:pos x="connsiteX10281" y="connsiteY10281"/>
                </a:cxn>
                <a:cxn ang="0">
                  <a:pos x="connsiteX10282" y="connsiteY10282"/>
                </a:cxn>
                <a:cxn ang="0">
                  <a:pos x="connsiteX10283" y="connsiteY10283"/>
                </a:cxn>
                <a:cxn ang="0">
                  <a:pos x="connsiteX10284" y="connsiteY10284"/>
                </a:cxn>
                <a:cxn ang="0">
                  <a:pos x="connsiteX10285" y="connsiteY10285"/>
                </a:cxn>
                <a:cxn ang="0">
                  <a:pos x="connsiteX10286" y="connsiteY10286"/>
                </a:cxn>
                <a:cxn ang="0">
                  <a:pos x="connsiteX10287" y="connsiteY10287"/>
                </a:cxn>
                <a:cxn ang="0">
                  <a:pos x="connsiteX10288" y="connsiteY10288"/>
                </a:cxn>
                <a:cxn ang="0">
                  <a:pos x="connsiteX10289" y="connsiteY10289"/>
                </a:cxn>
                <a:cxn ang="0">
                  <a:pos x="connsiteX10290" y="connsiteY10290"/>
                </a:cxn>
                <a:cxn ang="0">
                  <a:pos x="connsiteX10291" y="connsiteY10291"/>
                </a:cxn>
                <a:cxn ang="0">
                  <a:pos x="connsiteX10292" y="connsiteY10292"/>
                </a:cxn>
                <a:cxn ang="0">
                  <a:pos x="connsiteX10293" y="connsiteY10293"/>
                </a:cxn>
                <a:cxn ang="0">
                  <a:pos x="connsiteX10294" y="connsiteY10294"/>
                </a:cxn>
                <a:cxn ang="0">
                  <a:pos x="connsiteX10295" y="connsiteY10295"/>
                </a:cxn>
                <a:cxn ang="0">
                  <a:pos x="connsiteX10296" y="connsiteY10296"/>
                </a:cxn>
                <a:cxn ang="0">
                  <a:pos x="connsiteX10297" y="connsiteY10297"/>
                </a:cxn>
                <a:cxn ang="0">
                  <a:pos x="connsiteX10298" y="connsiteY10298"/>
                </a:cxn>
                <a:cxn ang="0">
                  <a:pos x="connsiteX10299" y="connsiteY10299"/>
                </a:cxn>
                <a:cxn ang="0">
                  <a:pos x="connsiteX10300" y="connsiteY10300"/>
                </a:cxn>
                <a:cxn ang="0">
                  <a:pos x="connsiteX10301" y="connsiteY10301"/>
                </a:cxn>
                <a:cxn ang="0">
                  <a:pos x="connsiteX10302" y="connsiteY10302"/>
                </a:cxn>
                <a:cxn ang="0">
                  <a:pos x="connsiteX10303" y="connsiteY10303"/>
                </a:cxn>
                <a:cxn ang="0">
                  <a:pos x="connsiteX10304" y="connsiteY10304"/>
                </a:cxn>
                <a:cxn ang="0">
                  <a:pos x="connsiteX10305" y="connsiteY10305"/>
                </a:cxn>
                <a:cxn ang="0">
                  <a:pos x="connsiteX10306" y="connsiteY10306"/>
                </a:cxn>
                <a:cxn ang="0">
                  <a:pos x="connsiteX10307" y="connsiteY10307"/>
                </a:cxn>
                <a:cxn ang="0">
                  <a:pos x="connsiteX10308" y="connsiteY10308"/>
                </a:cxn>
                <a:cxn ang="0">
                  <a:pos x="connsiteX10309" y="connsiteY10309"/>
                </a:cxn>
                <a:cxn ang="0">
                  <a:pos x="connsiteX10310" y="connsiteY10310"/>
                </a:cxn>
                <a:cxn ang="0">
                  <a:pos x="connsiteX10311" y="connsiteY10311"/>
                </a:cxn>
                <a:cxn ang="0">
                  <a:pos x="connsiteX10312" y="connsiteY10312"/>
                </a:cxn>
                <a:cxn ang="0">
                  <a:pos x="connsiteX10313" y="connsiteY10313"/>
                </a:cxn>
                <a:cxn ang="0">
                  <a:pos x="connsiteX10314" y="connsiteY10314"/>
                </a:cxn>
                <a:cxn ang="0">
                  <a:pos x="connsiteX10315" y="connsiteY10315"/>
                </a:cxn>
                <a:cxn ang="0">
                  <a:pos x="connsiteX10316" y="connsiteY10316"/>
                </a:cxn>
                <a:cxn ang="0">
                  <a:pos x="connsiteX10317" y="connsiteY10317"/>
                </a:cxn>
                <a:cxn ang="0">
                  <a:pos x="connsiteX10318" y="connsiteY10318"/>
                </a:cxn>
                <a:cxn ang="0">
                  <a:pos x="connsiteX10319" y="connsiteY10319"/>
                </a:cxn>
                <a:cxn ang="0">
                  <a:pos x="connsiteX10320" y="connsiteY10320"/>
                </a:cxn>
                <a:cxn ang="0">
                  <a:pos x="connsiteX10321" y="connsiteY10321"/>
                </a:cxn>
                <a:cxn ang="0">
                  <a:pos x="connsiteX10322" y="connsiteY10322"/>
                </a:cxn>
                <a:cxn ang="0">
                  <a:pos x="connsiteX10323" y="connsiteY10323"/>
                </a:cxn>
                <a:cxn ang="0">
                  <a:pos x="connsiteX10324" y="connsiteY10324"/>
                </a:cxn>
                <a:cxn ang="0">
                  <a:pos x="connsiteX10325" y="connsiteY10325"/>
                </a:cxn>
                <a:cxn ang="0">
                  <a:pos x="connsiteX10326" y="connsiteY10326"/>
                </a:cxn>
                <a:cxn ang="0">
                  <a:pos x="connsiteX10327" y="connsiteY10327"/>
                </a:cxn>
                <a:cxn ang="0">
                  <a:pos x="connsiteX10328" y="connsiteY10328"/>
                </a:cxn>
                <a:cxn ang="0">
                  <a:pos x="connsiteX10329" y="connsiteY10329"/>
                </a:cxn>
                <a:cxn ang="0">
                  <a:pos x="connsiteX10330" y="connsiteY10330"/>
                </a:cxn>
                <a:cxn ang="0">
                  <a:pos x="connsiteX10331" y="connsiteY10331"/>
                </a:cxn>
                <a:cxn ang="0">
                  <a:pos x="connsiteX10332" y="connsiteY10332"/>
                </a:cxn>
                <a:cxn ang="0">
                  <a:pos x="connsiteX10333" y="connsiteY10333"/>
                </a:cxn>
                <a:cxn ang="0">
                  <a:pos x="connsiteX10334" y="connsiteY10334"/>
                </a:cxn>
                <a:cxn ang="0">
                  <a:pos x="connsiteX10335" y="connsiteY10335"/>
                </a:cxn>
                <a:cxn ang="0">
                  <a:pos x="connsiteX10336" y="connsiteY10336"/>
                </a:cxn>
                <a:cxn ang="0">
                  <a:pos x="connsiteX10337" y="connsiteY10337"/>
                </a:cxn>
                <a:cxn ang="0">
                  <a:pos x="connsiteX10338" y="connsiteY10338"/>
                </a:cxn>
                <a:cxn ang="0">
                  <a:pos x="connsiteX10339" y="connsiteY10339"/>
                </a:cxn>
                <a:cxn ang="0">
                  <a:pos x="connsiteX10340" y="connsiteY10340"/>
                </a:cxn>
                <a:cxn ang="0">
                  <a:pos x="connsiteX10341" y="connsiteY10341"/>
                </a:cxn>
                <a:cxn ang="0">
                  <a:pos x="connsiteX10342" y="connsiteY10342"/>
                </a:cxn>
                <a:cxn ang="0">
                  <a:pos x="connsiteX10343" y="connsiteY10343"/>
                </a:cxn>
                <a:cxn ang="0">
                  <a:pos x="connsiteX10344" y="connsiteY10344"/>
                </a:cxn>
                <a:cxn ang="0">
                  <a:pos x="connsiteX10345" y="connsiteY10345"/>
                </a:cxn>
                <a:cxn ang="0">
                  <a:pos x="connsiteX10346" y="connsiteY10346"/>
                </a:cxn>
                <a:cxn ang="0">
                  <a:pos x="connsiteX10347" y="connsiteY10347"/>
                </a:cxn>
                <a:cxn ang="0">
                  <a:pos x="connsiteX10348" y="connsiteY10348"/>
                </a:cxn>
                <a:cxn ang="0">
                  <a:pos x="connsiteX10349" y="connsiteY10349"/>
                </a:cxn>
                <a:cxn ang="0">
                  <a:pos x="connsiteX10350" y="connsiteY10350"/>
                </a:cxn>
                <a:cxn ang="0">
                  <a:pos x="connsiteX10351" y="connsiteY10351"/>
                </a:cxn>
                <a:cxn ang="0">
                  <a:pos x="connsiteX10352" y="connsiteY10352"/>
                </a:cxn>
                <a:cxn ang="0">
                  <a:pos x="connsiteX10353" y="connsiteY10353"/>
                </a:cxn>
                <a:cxn ang="0">
                  <a:pos x="connsiteX10354" y="connsiteY10354"/>
                </a:cxn>
                <a:cxn ang="0">
                  <a:pos x="connsiteX10355" y="connsiteY10355"/>
                </a:cxn>
                <a:cxn ang="0">
                  <a:pos x="connsiteX10356" y="connsiteY10356"/>
                </a:cxn>
                <a:cxn ang="0">
                  <a:pos x="connsiteX10357" y="connsiteY10357"/>
                </a:cxn>
                <a:cxn ang="0">
                  <a:pos x="connsiteX10358" y="connsiteY10358"/>
                </a:cxn>
                <a:cxn ang="0">
                  <a:pos x="connsiteX10359" y="connsiteY10359"/>
                </a:cxn>
                <a:cxn ang="0">
                  <a:pos x="connsiteX10360" y="connsiteY10360"/>
                </a:cxn>
                <a:cxn ang="0">
                  <a:pos x="connsiteX10361" y="connsiteY10361"/>
                </a:cxn>
                <a:cxn ang="0">
                  <a:pos x="connsiteX10362" y="connsiteY10362"/>
                </a:cxn>
                <a:cxn ang="0">
                  <a:pos x="connsiteX10363" y="connsiteY10363"/>
                </a:cxn>
                <a:cxn ang="0">
                  <a:pos x="connsiteX10364" y="connsiteY10364"/>
                </a:cxn>
                <a:cxn ang="0">
                  <a:pos x="connsiteX10365" y="connsiteY10365"/>
                </a:cxn>
                <a:cxn ang="0">
                  <a:pos x="connsiteX10366" y="connsiteY10366"/>
                </a:cxn>
                <a:cxn ang="0">
                  <a:pos x="connsiteX10367" y="connsiteY10367"/>
                </a:cxn>
                <a:cxn ang="0">
                  <a:pos x="connsiteX10368" y="connsiteY10368"/>
                </a:cxn>
                <a:cxn ang="0">
                  <a:pos x="connsiteX10369" y="connsiteY10369"/>
                </a:cxn>
                <a:cxn ang="0">
                  <a:pos x="connsiteX10370" y="connsiteY10370"/>
                </a:cxn>
                <a:cxn ang="0">
                  <a:pos x="connsiteX10371" y="connsiteY10371"/>
                </a:cxn>
                <a:cxn ang="0">
                  <a:pos x="connsiteX10372" y="connsiteY10372"/>
                </a:cxn>
                <a:cxn ang="0">
                  <a:pos x="connsiteX10373" y="connsiteY10373"/>
                </a:cxn>
                <a:cxn ang="0">
                  <a:pos x="connsiteX10374" y="connsiteY10374"/>
                </a:cxn>
                <a:cxn ang="0">
                  <a:pos x="connsiteX10375" y="connsiteY10375"/>
                </a:cxn>
                <a:cxn ang="0">
                  <a:pos x="connsiteX10376" y="connsiteY10376"/>
                </a:cxn>
                <a:cxn ang="0">
                  <a:pos x="connsiteX10377" y="connsiteY10377"/>
                </a:cxn>
                <a:cxn ang="0">
                  <a:pos x="connsiteX10378" y="connsiteY10378"/>
                </a:cxn>
                <a:cxn ang="0">
                  <a:pos x="connsiteX10379" y="connsiteY10379"/>
                </a:cxn>
                <a:cxn ang="0">
                  <a:pos x="connsiteX10380" y="connsiteY10380"/>
                </a:cxn>
                <a:cxn ang="0">
                  <a:pos x="connsiteX10381" y="connsiteY10381"/>
                </a:cxn>
                <a:cxn ang="0">
                  <a:pos x="connsiteX10382" y="connsiteY10382"/>
                </a:cxn>
                <a:cxn ang="0">
                  <a:pos x="connsiteX10383" y="connsiteY10383"/>
                </a:cxn>
                <a:cxn ang="0">
                  <a:pos x="connsiteX10384" y="connsiteY10384"/>
                </a:cxn>
                <a:cxn ang="0">
                  <a:pos x="connsiteX10385" y="connsiteY10385"/>
                </a:cxn>
                <a:cxn ang="0">
                  <a:pos x="connsiteX10386" y="connsiteY10386"/>
                </a:cxn>
                <a:cxn ang="0">
                  <a:pos x="connsiteX10387" y="connsiteY10387"/>
                </a:cxn>
                <a:cxn ang="0">
                  <a:pos x="connsiteX10388" y="connsiteY10388"/>
                </a:cxn>
                <a:cxn ang="0">
                  <a:pos x="connsiteX10389" y="connsiteY10389"/>
                </a:cxn>
                <a:cxn ang="0">
                  <a:pos x="connsiteX10390" y="connsiteY10390"/>
                </a:cxn>
                <a:cxn ang="0">
                  <a:pos x="connsiteX10391" y="connsiteY10391"/>
                </a:cxn>
                <a:cxn ang="0">
                  <a:pos x="connsiteX10392" y="connsiteY10392"/>
                </a:cxn>
                <a:cxn ang="0">
                  <a:pos x="connsiteX10393" y="connsiteY10393"/>
                </a:cxn>
                <a:cxn ang="0">
                  <a:pos x="connsiteX10394" y="connsiteY10394"/>
                </a:cxn>
                <a:cxn ang="0">
                  <a:pos x="connsiteX10395" y="connsiteY10395"/>
                </a:cxn>
                <a:cxn ang="0">
                  <a:pos x="connsiteX10396" y="connsiteY10396"/>
                </a:cxn>
                <a:cxn ang="0">
                  <a:pos x="connsiteX10397" y="connsiteY10397"/>
                </a:cxn>
                <a:cxn ang="0">
                  <a:pos x="connsiteX10398" y="connsiteY10398"/>
                </a:cxn>
                <a:cxn ang="0">
                  <a:pos x="connsiteX10399" y="connsiteY10399"/>
                </a:cxn>
                <a:cxn ang="0">
                  <a:pos x="connsiteX10400" y="connsiteY10400"/>
                </a:cxn>
                <a:cxn ang="0">
                  <a:pos x="connsiteX10401" y="connsiteY10401"/>
                </a:cxn>
                <a:cxn ang="0">
                  <a:pos x="connsiteX10402" y="connsiteY10402"/>
                </a:cxn>
                <a:cxn ang="0">
                  <a:pos x="connsiteX10403" y="connsiteY10403"/>
                </a:cxn>
                <a:cxn ang="0">
                  <a:pos x="connsiteX10404" y="connsiteY10404"/>
                </a:cxn>
                <a:cxn ang="0">
                  <a:pos x="connsiteX10405" y="connsiteY10405"/>
                </a:cxn>
                <a:cxn ang="0">
                  <a:pos x="connsiteX10406" y="connsiteY10406"/>
                </a:cxn>
                <a:cxn ang="0">
                  <a:pos x="connsiteX10407" y="connsiteY10407"/>
                </a:cxn>
                <a:cxn ang="0">
                  <a:pos x="connsiteX10408" y="connsiteY10408"/>
                </a:cxn>
                <a:cxn ang="0">
                  <a:pos x="connsiteX10409" y="connsiteY10409"/>
                </a:cxn>
                <a:cxn ang="0">
                  <a:pos x="connsiteX10410" y="connsiteY10410"/>
                </a:cxn>
                <a:cxn ang="0">
                  <a:pos x="connsiteX10411" y="connsiteY10411"/>
                </a:cxn>
                <a:cxn ang="0">
                  <a:pos x="connsiteX10412" y="connsiteY10412"/>
                </a:cxn>
                <a:cxn ang="0">
                  <a:pos x="connsiteX10413" y="connsiteY10413"/>
                </a:cxn>
                <a:cxn ang="0">
                  <a:pos x="connsiteX10414" y="connsiteY10414"/>
                </a:cxn>
                <a:cxn ang="0">
                  <a:pos x="connsiteX10415" y="connsiteY10415"/>
                </a:cxn>
                <a:cxn ang="0">
                  <a:pos x="connsiteX10416" y="connsiteY10416"/>
                </a:cxn>
                <a:cxn ang="0">
                  <a:pos x="connsiteX10417" y="connsiteY10417"/>
                </a:cxn>
                <a:cxn ang="0">
                  <a:pos x="connsiteX10418" y="connsiteY10418"/>
                </a:cxn>
                <a:cxn ang="0">
                  <a:pos x="connsiteX10419" y="connsiteY10419"/>
                </a:cxn>
                <a:cxn ang="0">
                  <a:pos x="connsiteX10420" y="connsiteY10420"/>
                </a:cxn>
                <a:cxn ang="0">
                  <a:pos x="connsiteX10421" y="connsiteY10421"/>
                </a:cxn>
                <a:cxn ang="0">
                  <a:pos x="connsiteX10422" y="connsiteY10422"/>
                </a:cxn>
                <a:cxn ang="0">
                  <a:pos x="connsiteX10423" y="connsiteY10423"/>
                </a:cxn>
                <a:cxn ang="0">
                  <a:pos x="connsiteX10424" y="connsiteY10424"/>
                </a:cxn>
                <a:cxn ang="0">
                  <a:pos x="connsiteX10425" y="connsiteY10425"/>
                </a:cxn>
                <a:cxn ang="0">
                  <a:pos x="connsiteX10426" y="connsiteY10426"/>
                </a:cxn>
                <a:cxn ang="0">
                  <a:pos x="connsiteX10427" y="connsiteY10427"/>
                </a:cxn>
                <a:cxn ang="0">
                  <a:pos x="connsiteX10428" y="connsiteY10428"/>
                </a:cxn>
                <a:cxn ang="0">
                  <a:pos x="connsiteX10429" y="connsiteY10429"/>
                </a:cxn>
                <a:cxn ang="0">
                  <a:pos x="connsiteX10430" y="connsiteY10430"/>
                </a:cxn>
                <a:cxn ang="0">
                  <a:pos x="connsiteX10431" y="connsiteY10431"/>
                </a:cxn>
                <a:cxn ang="0">
                  <a:pos x="connsiteX10432" y="connsiteY10432"/>
                </a:cxn>
                <a:cxn ang="0">
                  <a:pos x="connsiteX10433" y="connsiteY10433"/>
                </a:cxn>
                <a:cxn ang="0">
                  <a:pos x="connsiteX10434" y="connsiteY10434"/>
                </a:cxn>
                <a:cxn ang="0">
                  <a:pos x="connsiteX10435" y="connsiteY10435"/>
                </a:cxn>
                <a:cxn ang="0">
                  <a:pos x="connsiteX10436" y="connsiteY10436"/>
                </a:cxn>
                <a:cxn ang="0">
                  <a:pos x="connsiteX10437" y="connsiteY10437"/>
                </a:cxn>
                <a:cxn ang="0">
                  <a:pos x="connsiteX10438" y="connsiteY10438"/>
                </a:cxn>
                <a:cxn ang="0">
                  <a:pos x="connsiteX10439" y="connsiteY10439"/>
                </a:cxn>
                <a:cxn ang="0">
                  <a:pos x="connsiteX10440" y="connsiteY10440"/>
                </a:cxn>
                <a:cxn ang="0">
                  <a:pos x="connsiteX10441" y="connsiteY10441"/>
                </a:cxn>
                <a:cxn ang="0">
                  <a:pos x="connsiteX10442" y="connsiteY10442"/>
                </a:cxn>
                <a:cxn ang="0">
                  <a:pos x="connsiteX10443" y="connsiteY10443"/>
                </a:cxn>
                <a:cxn ang="0">
                  <a:pos x="connsiteX10444" y="connsiteY10444"/>
                </a:cxn>
                <a:cxn ang="0">
                  <a:pos x="connsiteX10445" y="connsiteY10445"/>
                </a:cxn>
                <a:cxn ang="0">
                  <a:pos x="connsiteX10446" y="connsiteY10446"/>
                </a:cxn>
                <a:cxn ang="0">
                  <a:pos x="connsiteX10447" y="connsiteY10447"/>
                </a:cxn>
                <a:cxn ang="0">
                  <a:pos x="connsiteX10448" y="connsiteY10448"/>
                </a:cxn>
                <a:cxn ang="0">
                  <a:pos x="connsiteX10449" y="connsiteY10449"/>
                </a:cxn>
                <a:cxn ang="0">
                  <a:pos x="connsiteX10450" y="connsiteY10450"/>
                </a:cxn>
                <a:cxn ang="0">
                  <a:pos x="connsiteX10451" y="connsiteY10451"/>
                </a:cxn>
                <a:cxn ang="0">
                  <a:pos x="connsiteX10452" y="connsiteY10452"/>
                </a:cxn>
                <a:cxn ang="0">
                  <a:pos x="connsiteX10453" y="connsiteY10453"/>
                </a:cxn>
                <a:cxn ang="0">
                  <a:pos x="connsiteX10454" y="connsiteY10454"/>
                </a:cxn>
                <a:cxn ang="0">
                  <a:pos x="connsiteX10455" y="connsiteY10455"/>
                </a:cxn>
                <a:cxn ang="0">
                  <a:pos x="connsiteX10456" y="connsiteY10456"/>
                </a:cxn>
                <a:cxn ang="0">
                  <a:pos x="connsiteX10457" y="connsiteY10457"/>
                </a:cxn>
                <a:cxn ang="0">
                  <a:pos x="connsiteX10458" y="connsiteY10458"/>
                </a:cxn>
                <a:cxn ang="0">
                  <a:pos x="connsiteX10459" y="connsiteY10459"/>
                </a:cxn>
                <a:cxn ang="0">
                  <a:pos x="connsiteX10460" y="connsiteY10460"/>
                </a:cxn>
                <a:cxn ang="0">
                  <a:pos x="connsiteX10461" y="connsiteY10461"/>
                </a:cxn>
                <a:cxn ang="0">
                  <a:pos x="connsiteX10462" y="connsiteY10462"/>
                </a:cxn>
                <a:cxn ang="0">
                  <a:pos x="connsiteX10463" y="connsiteY10463"/>
                </a:cxn>
                <a:cxn ang="0">
                  <a:pos x="connsiteX10464" y="connsiteY10464"/>
                </a:cxn>
                <a:cxn ang="0">
                  <a:pos x="connsiteX10465" y="connsiteY10465"/>
                </a:cxn>
                <a:cxn ang="0">
                  <a:pos x="connsiteX10466" y="connsiteY10466"/>
                </a:cxn>
                <a:cxn ang="0">
                  <a:pos x="connsiteX10467" y="connsiteY10467"/>
                </a:cxn>
                <a:cxn ang="0">
                  <a:pos x="connsiteX10468" y="connsiteY10468"/>
                </a:cxn>
                <a:cxn ang="0">
                  <a:pos x="connsiteX10469" y="connsiteY10469"/>
                </a:cxn>
                <a:cxn ang="0">
                  <a:pos x="connsiteX10470" y="connsiteY10470"/>
                </a:cxn>
                <a:cxn ang="0">
                  <a:pos x="connsiteX10471" y="connsiteY10471"/>
                </a:cxn>
                <a:cxn ang="0">
                  <a:pos x="connsiteX10472" y="connsiteY10472"/>
                </a:cxn>
                <a:cxn ang="0">
                  <a:pos x="connsiteX10473" y="connsiteY10473"/>
                </a:cxn>
                <a:cxn ang="0">
                  <a:pos x="connsiteX10474" y="connsiteY10474"/>
                </a:cxn>
                <a:cxn ang="0">
                  <a:pos x="connsiteX10475" y="connsiteY10475"/>
                </a:cxn>
                <a:cxn ang="0">
                  <a:pos x="connsiteX10476" y="connsiteY10476"/>
                </a:cxn>
                <a:cxn ang="0">
                  <a:pos x="connsiteX10477" y="connsiteY10477"/>
                </a:cxn>
                <a:cxn ang="0">
                  <a:pos x="connsiteX10478" y="connsiteY10478"/>
                </a:cxn>
                <a:cxn ang="0">
                  <a:pos x="connsiteX10479" y="connsiteY10479"/>
                </a:cxn>
                <a:cxn ang="0">
                  <a:pos x="connsiteX10480" y="connsiteY10480"/>
                </a:cxn>
                <a:cxn ang="0">
                  <a:pos x="connsiteX10481" y="connsiteY10481"/>
                </a:cxn>
                <a:cxn ang="0">
                  <a:pos x="connsiteX10482" y="connsiteY10482"/>
                </a:cxn>
                <a:cxn ang="0">
                  <a:pos x="connsiteX10483" y="connsiteY10483"/>
                </a:cxn>
                <a:cxn ang="0">
                  <a:pos x="connsiteX10484" y="connsiteY10484"/>
                </a:cxn>
                <a:cxn ang="0">
                  <a:pos x="connsiteX10485" y="connsiteY10485"/>
                </a:cxn>
                <a:cxn ang="0">
                  <a:pos x="connsiteX10486" y="connsiteY10486"/>
                </a:cxn>
                <a:cxn ang="0">
                  <a:pos x="connsiteX10487" y="connsiteY10487"/>
                </a:cxn>
                <a:cxn ang="0">
                  <a:pos x="connsiteX10488" y="connsiteY10488"/>
                </a:cxn>
                <a:cxn ang="0">
                  <a:pos x="connsiteX10489" y="connsiteY10489"/>
                </a:cxn>
                <a:cxn ang="0">
                  <a:pos x="connsiteX10490" y="connsiteY10490"/>
                </a:cxn>
                <a:cxn ang="0">
                  <a:pos x="connsiteX10491" y="connsiteY10491"/>
                </a:cxn>
                <a:cxn ang="0">
                  <a:pos x="connsiteX10492" y="connsiteY10492"/>
                </a:cxn>
                <a:cxn ang="0">
                  <a:pos x="connsiteX10493" y="connsiteY10493"/>
                </a:cxn>
                <a:cxn ang="0">
                  <a:pos x="connsiteX10494" y="connsiteY10494"/>
                </a:cxn>
                <a:cxn ang="0">
                  <a:pos x="connsiteX10495" y="connsiteY10495"/>
                </a:cxn>
                <a:cxn ang="0">
                  <a:pos x="connsiteX10496" y="connsiteY10496"/>
                </a:cxn>
                <a:cxn ang="0">
                  <a:pos x="connsiteX10497" y="connsiteY10497"/>
                </a:cxn>
                <a:cxn ang="0">
                  <a:pos x="connsiteX10498" y="connsiteY10498"/>
                </a:cxn>
                <a:cxn ang="0">
                  <a:pos x="connsiteX10499" y="connsiteY10499"/>
                </a:cxn>
                <a:cxn ang="0">
                  <a:pos x="connsiteX10500" y="connsiteY10500"/>
                </a:cxn>
                <a:cxn ang="0">
                  <a:pos x="connsiteX10501" y="connsiteY10501"/>
                </a:cxn>
                <a:cxn ang="0">
                  <a:pos x="connsiteX10502" y="connsiteY10502"/>
                </a:cxn>
                <a:cxn ang="0">
                  <a:pos x="connsiteX10503" y="connsiteY10503"/>
                </a:cxn>
                <a:cxn ang="0">
                  <a:pos x="connsiteX10504" y="connsiteY10504"/>
                </a:cxn>
                <a:cxn ang="0">
                  <a:pos x="connsiteX10505" y="connsiteY10505"/>
                </a:cxn>
                <a:cxn ang="0">
                  <a:pos x="connsiteX10506" y="connsiteY10506"/>
                </a:cxn>
                <a:cxn ang="0">
                  <a:pos x="connsiteX10507" y="connsiteY10507"/>
                </a:cxn>
                <a:cxn ang="0">
                  <a:pos x="connsiteX10508" y="connsiteY10508"/>
                </a:cxn>
                <a:cxn ang="0">
                  <a:pos x="connsiteX10509" y="connsiteY10509"/>
                </a:cxn>
                <a:cxn ang="0">
                  <a:pos x="connsiteX10510" y="connsiteY10510"/>
                </a:cxn>
                <a:cxn ang="0">
                  <a:pos x="connsiteX10511" y="connsiteY10511"/>
                </a:cxn>
                <a:cxn ang="0">
                  <a:pos x="connsiteX10512" y="connsiteY10512"/>
                </a:cxn>
                <a:cxn ang="0">
                  <a:pos x="connsiteX10513" y="connsiteY10513"/>
                </a:cxn>
                <a:cxn ang="0">
                  <a:pos x="connsiteX10514" y="connsiteY10514"/>
                </a:cxn>
                <a:cxn ang="0">
                  <a:pos x="connsiteX10515" y="connsiteY10515"/>
                </a:cxn>
                <a:cxn ang="0">
                  <a:pos x="connsiteX10516" y="connsiteY10516"/>
                </a:cxn>
                <a:cxn ang="0">
                  <a:pos x="connsiteX10517" y="connsiteY10517"/>
                </a:cxn>
                <a:cxn ang="0">
                  <a:pos x="connsiteX10518" y="connsiteY10518"/>
                </a:cxn>
                <a:cxn ang="0">
                  <a:pos x="connsiteX10519" y="connsiteY10519"/>
                </a:cxn>
                <a:cxn ang="0">
                  <a:pos x="connsiteX10520" y="connsiteY10520"/>
                </a:cxn>
                <a:cxn ang="0">
                  <a:pos x="connsiteX10521" y="connsiteY10521"/>
                </a:cxn>
                <a:cxn ang="0">
                  <a:pos x="connsiteX10522" y="connsiteY10522"/>
                </a:cxn>
                <a:cxn ang="0">
                  <a:pos x="connsiteX10523" y="connsiteY10523"/>
                </a:cxn>
                <a:cxn ang="0">
                  <a:pos x="connsiteX10524" y="connsiteY10524"/>
                </a:cxn>
                <a:cxn ang="0">
                  <a:pos x="connsiteX10525" y="connsiteY10525"/>
                </a:cxn>
                <a:cxn ang="0">
                  <a:pos x="connsiteX10526" y="connsiteY10526"/>
                </a:cxn>
                <a:cxn ang="0">
                  <a:pos x="connsiteX10527" y="connsiteY10527"/>
                </a:cxn>
                <a:cxn ang="0">
                  <a:pos x="connsiteX10528" y="connsiteY10528"/>
                </a:cxn>
                <a:cxn ang="0">
                  <a:pos x="connsiteX10529" y="connsiteY10529"/>
                </a:cxn>
                <a:cxn ang="0">
                  <a:pos x="connsiteX10530" y="connsiteY10530"/>
                </a:cxn>
                <a:cxn ang="0">
                  <a:pos x="connsiteX10531" y="connsiteY10531"/>
                </a:cxn>
                <a:cxn ang="0">
                  <a:pos x="connsiteX10532" y="connsiteY10532"/>
                </a:cxn>
                <a:cxn ang="0">
                  <a:pos x="connsiteX10533" y="connsiteY10533"/>
                </a:cxn>
                <a:cxn ang="0">
                  <a:pos x="connsiteX10534" y="connsiteY10534"/>
                </a:cxn>
                <a:cxn ang="0">
                  <a:pos x="connsiteX10535" y="connsiteY10535"/>
                </a:cxn>
                <a:cxn ang="0">
                  <a:pos x="connsiteX10536" y="connsiteY10536"/>
                </a:cxn>
                <a:cxn ang="0">
                  <a:pos x="connsiteX10537" y="connsiteY10537"/>
                </a:cxn>
                <a:cxn ang="0">
                  <a:pos x="connsiteX10538" y="connsiteY10538"/>
                </a:cxn>
                <a:cxn ang="0">
                  <a:pos x="connsiteX10539" y="connsiteY10539"/>
                </a:cxn>
                <a:cxn ang="0">
                  <a:pos x="connsiteX10540" y="connsiteY10540"/>
                </a:cxn>
                <a:cxn ang="0">
                  <a:pos x="connsiteX10541" y="connsiteY10541"/>
                </a:cxn>
                <a:cxn ang="0">
                  <a:pos x="connsiteX10542" y="connsiteY10542"/>
                </a:cxn>
                <a:cxn ang="0">
                  <a:pos x="connsiteX10543" y="connsiteY10543"/>
                </a:cxn>
                <a:cxn ang="0">
                  <a:pos x="connsiteX10544" y="connsiteY10544"/>
                </a:cxn>
                <a:cxn ang="0">
                  <a:pos x="connsiteX10545" y="connsiteY10545"/>
                </a:cxn>
                <a:cxn ang="0">
                  <a:pos x="connsiteX10546" y="connsiteY10546"/>
                </a:cxn>
                <a:cxn ang="0">
                  <a:pos x="connsiteX10547" y="connsiteY10547"/>
                </a:cxn>
                <a:cxn ang="0">
                  <a:pos x="connsiteX10548" y="connsiteY10548"/>
                </a:cxn>
                <a:cxn ang="0">
                  <a:pos x="connsiteX10549" y="connsiteY10549"/>
                </a:cxn>
                <a:cxn ang="0">
                  <a:pos x="connsiteX10550" y="connsiteY10550"/>
                </a:cxn>
                <a:cxn ang="0">
                  <a:pos x="connsiteX10551" y="connsiteY10551"/>
                </a:cxn>
                <a:cxn ang="0">
                  <a:pos x="connsiteX10552" y="connsiteY10552"/>
                </a:cxn>
                <a:cxn ang="0">
                  <a:pos x="connsiteX10553" y="connsiteY10553"/>
                </a:cxn>
                <a:cxn ang="0">
                  <a:pos x="connsiteX10554" y="connsiteY10554"/>
                </a:cxn>
                <a:cxn ang="0">
                  <a:pos x="connsiteX10555" y="connsiteY10555"/>
                </a:cxn>
                <a:cxn ang="0">
                  <a:pos x="connsiteX10556" y="connsiteY10556"/>
                </a:cxn>
                <a:cxn ang="0">
                  <a:pos x="connsiteX10557" y="connsiteY10557"/>
                </a:cxn>
                <a:cxn ang="0">
                  <a:pos x="connsiteX10558" y="connsiteY10558"/>
                </a:cxn>
                <a:cxn ang="0">
                  <a:pos x="connsiteX10559" y="connsiteY10559"/>
                </a:cxn>
                <a:cxn ang="0">
                  <a:pos x="connsiteX10560" y="connsiteY10560"/>
                </a:cxn>
                <a:cxn ang="0">
                  <a:pos x="connsiteX10561" y="connsiteY10561"/>
                </a:cxn>
                <a:cxn ang="0">
                  <a:pos x="connsiteX10562" y="connsiteY10562"/>
                </a:cxn>
                <a:cxn ang="0">
                  <a:pos x="connsiteX10563" y="connsiteY10563"/>
                </a:cxn>
                <a:cxn ang="0">
                  <a:pos x="connsiteX10564" y="connsiteY10564"/>
                </a:cxn>
                <a:cxn ang="0">
                  <a:pos x="connsiteX10565" y="connsiteY10565"/>
                </a:cxn>
                <a:cxn ang="0">
                  <a:pos x="connsiteX10566" y="connsiteY10566"/>
                </a:cxn>
                <a:cxn ang="0">
                  <a:pos x="connsiteX10567" y="connsiteY10567"/>
                </a:cxn>
                <a:cxn ang="0">
                  <a:pos x="connsiteX10568" y="connsiteY10568"/>
                </a:cxn>
                <a:cxn ang="0">
                  <a:pos x="connsiteX10569" y="connsiteY10569"/>
                </a:cxn>
                <a:cxn ang="0">
                  <a:pos x="connsiteX10570" y="connsiteY10570"/>
                </a:cxn>
                <a:cxn ang="0">
                  <a:pos x="connsiteX10571" y="connsiteY10571"/>
                </a:cxn>
                <a:cxn ang="0">
                  <a:pos x="connsiteX10572" y="connsiteY10572"/>
                </a:cxn>
                <a:cxn ang="0">
                  <a:pos x="connsiteX10573" y="connsiteY10573"/>
                </a:cxn>
                <a:cxn ang="0">
                  <a:pos x="connsiteX10574" y="connsiteY10574"/>
                </a:cxn>
                <a:cxn ang="0">
                  <a:pos x="connsiteX10575" y="connsiteY10575"/>
                </a:cxn>
                <a:cxn ang="0">
                  <a:pos x="connsiteX10576" y="connsiteY10576"/>
                </a:cxn>
                <a:cxn ang="0">
                  <a:pos x="connsiteX10577" y="connsiteY10577"/>
                </a:cxn>
                <a:cxn ang="0">
                  <a:pos x="connsiteX10578" y="connsiteY10578"/>
                </a:cxn>
                <a:cxn ang="0">
                  <a:pos x="connsiteX10579" y="connsiteY10579"/>
                </a:cxn>
                <a:cxn ang="0">
                  <a:pos x="connsiteX10580" y="connsiteY10580"/>
                </a:cxn>
                <a:cxn ang="0">
                  <a:pos x="connsiteX10581" y="connsiteY10581"/>
                </a:cxn>
                <a:cxn ang="0">
                  <a:pos x="connsiteX10582" y="connsiteY10582"/>
                </a:cxn>
                <a:cxn ang="0">
                  <a:pos x="connsiteX10583" y="connsiteY10583"/>
                </a:cxn>
                <a:cxn ang="0">
                  <a:pos x="connsiteX10584" y="connsiteY10584"/>
                </a:cxn>
                <a:cxn ang="0">
                  <a:pos x="connsiteX10585" y="connsiteY10585"/>
                </a:cxn>
                <a:cxn ang="0">
                  <a:pos x="connsiteX10586" y="connsiteY10586"/>
                </a:cxn>
                <a:cxn ang="0">
                  <a:pos x="connsiteX10587" y="connsiteY10587"/>
                </a:cxn>
                <a:cxn ang="0">
                  <a:pos x="connsiteX10588" y="connsiteY10588"/>
                </a:cxn>
                <a:cxn ang="0">
                  <a:pos x="connsiteX10589" y="connsiteY10589"/>
                </a:cxn>
                <a:cxn ang="0">
                  <a:pos x="connsiteX10590" y="connsiteY10590"/>
                </a:cxn>
                <a:cxn ang="0">
                  <a:pos x="connsiteX10591" y="connsiteY10591"/>
                </a:cxn>
                <a:cxn ang="0">
                  <a:pos x="connsiteX10592" y="connsiteY10592"/>
                </a:cxn>
                <a:cxn ang="0">
                  <a:pos x="connsiteX10593" y="connsiteY10593"/>
                </a:cxn>
                <a:cxn ang="0">
                  <a:pos x="connsiteX10594" y="connsiteY10594"/>
                </a:cxn>
                <a:cxn ang="0">
                  <a:pos x="connsiteX10595" y="connsiteY10595"/>
                </a:cxn>
                <a:cxn ang="0">
                  <a:pos x="connsiteX10596" y="connsiteY10596"/>
                </a:cxn>
                <a:cxn ang="0">
                  <a:pos x="connsiteX10597" y="connsiteY10597"/>
                </a:cxn>
                <a:cxn ang="0">
                  <a:pos x="connsiteX10598" y="connsiteY10598"/>
                </a:cxn>
                <a:cxn ang="0">
                  <a:pos x="connsiteX10599" y="connsiteY10599"/>
                </a:cxn>
                <a:cxn ang="0">
                  <a:pos x="connsiteX10600" y="connsiteY10600"/>
                </a:cxn>
                <a:cxn ang="0">
                  <a:pos x="connsiteX10601" y="connsiteY10601"/>
                </a:cxn>
                <a:cxn ang="0">
                  <a:pos x="connsiteX10602" y="connsiteY10602"/>
                </a:cxn>
                <a:cxn ang="0">
                  <a:pos x="connsiteX10603" y="connsiteY10603"/>
                </a:cxn>
                <a:cxn ang="0">
                  <a:pos x="connsiteX10604" y="connsiteY10604"/>
                </a:cxn>
                <a:cxn ang="0">
                  <a:pos x="connsiteX10605" y="connsiteY10605"/>
                </a:cxn>
                <a:cxn ang="0">
                  <a:pos x="connsiteX10606" y="connsiteY10606"/>
                </a:cxn>
                <a:cxn ang="0">
                  <a:pos x="connsiteX10607" y="connsiteY10607"/>
                </a:cxn>
                <a:cxn ang="0">
                  <a:pos x="connsiteX10608" y="connsiteY10608"/>
                </a:cxn>
                <a:cxn ang="0">
                  <a:pos x="connsiteX10609" y="connsiteY10609"/>
                </a:cxn>
                <a:cxn ang="0">
                  <a:pos x="connsiteX10610" y="connsiteY10610"/>
                </a:cxn>
                <a:cxn ang="0">
                  <a:pos x="connsiteX10611" y="connsiteY10611"/>
                </a:cxn>
                <a:cxn ang="0">
                  <a:pos x="connsiteX10612" y="connsiteY10612"/>
                </a:cxn>
                <a:cxn ang="0">
                  <a:pos x="connsiteX10613" y="connsiteY10613"/>
                </a:cxn>
                <a:cxn ang="0">
                  <a:pos x="connsiteX10614" y="connsiteY10614"/>
                </a:cxn>
                <a:cxn ang="0">
                  <a:pos x="connsiteX10615" y="connsiteY10615"/>
                </a:cxn>
                <a:cxn ang="0">
                  <a:pos x="connsiteX10616" y="connsiteY10616"/>
                </a:cxn>
                <a:cxn ang="0">
                  <a:pos x="connsiteX10617" y="connsiteY10617"/>
                </a:cxn>
                <a:cxn ang="0">
                  <a:pos x="connsiteX10618" y="connsiteY10618"/>
                </a:cxn>
                <a:cxn ang="0">
                  <a:pos x="connsiteX10619" y="connsiteY10619"/>
                </a:cxn>
                <a:cxn ang="0">
                  <a:pos x="connsiteX10620" y="connsiteY10620"/>
                </a:cxn>
                <a:cxn ang="0">
                  <a:pos x="connsiteX10621" y="connsiteY10621"/>
                </a:cxn>
                <a:cxn ang="0">
                  <a:pos x="connsiteX10622" y="connsiteY10622"/>
                </a:cxn>
                <a:cxn ang="0">
                  <a:pos x="connsiteX10623" y="connsiteY10623"/>
                </a:cxn>
                <a:cxn ang="0">
                  <a:pos x="connsiteX10624" y="connsiteY10624"/>
                </a:cxn>
                <a:cxn ang="0">
                  <a:pos x="connsiteX10625" y="connsiteY10625"/>
                </a:cxn>
                <a:cxn ang="0">
                  <a:pos x="connsiteX10626" y="connsiteY10626"/>
                </a:cxn>
                <a:cxn ang="0">
                  <a:pos x="connsiteX10627" y="connsiteY10627"/>
                </a:cxn>
                <a:cxn ang="0">
                  <a:pos x="connsiteX10628" y="connsiteY10628"/>
                </a:cxn>
                <a:cxn ang="0">
                  <a:pos x="connsiteX10629" y="connsiteY10629"/>
                </a:cxn>
                <a:cxn ang="0">
                  <a:pos x="connsiteX10630" y="connsiteY10630"/>
                </a:cxn>
                <a:cxn ang="0">
                  <a:pos x="connsiteX10631" y="connsiteY10631"/>
                </a:cxn>
                <a:cxn ang="0">
                  <a:pos x="connsiteX10632" y="connsiteY10632"/>
                </a:cxn>
                <a:cxn ang="0">
                  <a:pos x="connsiteX10633" y="connsiteY10633"/>
                </a:cxn>
                <a:cxn ang="0">
                  <a:pos x="connsiteX10634" y="connsiteY10634"/>
                </a:cxn>
                <a:cxn ang="0">
                  <a:pos x="connsiteX10635" y="connsiteY10635"/>
                </a:cxn>
                <a:cxn ang="0">
                  <a:pos x="connsiteX10636" y="connsiteY10636"/>
                </a:cxn>
                <a:cxn ang="0">
                  <a:pos x="connsiteX10637" y="connsiteY10637"/>
                </a:cxn>
                <a:cxn ang="0">
                  <a:pos x="connsiteX10638" y="connsiteY10638"/>
                </a:cxn>
                <a:cxn ang="0">
                  <a:pos x="connsiteX10639" y="connsiteY10639"/>
                </a:cxn>
                <a:cxn ang="0">
                  <a:pos x="connsiteX10640" y="connsiteY10640"/>
                </a:cxn>
                <a:cxn ang="0">
                  <a:pos x="connsiteX10641" y="connsiteY10641"/>
                </a:cxn>
                <a:cxn ang="0">
                  <a:pos x="connsiteX10642" y="connsiteY10642"/>
                </a:cxn>
                <a:cxn ang="0">
                  <a:pos x="connsiteX10643" y="connsiteY10643"/>
                </a:cxn>
                <a:cxn ang="0">
                  <a:pos x="connsiteX10644" y="connsiteY10644"/>
                </a:cxn>
                <a:cxn ang="0">
                  <a:pos x="connsiteX10645" y="connsiteY10645"/>
                </a:cxn>
                <a:cxn ang="0">
                  <a:pos x="connsiteX10646" y="connsiteY10646"/>
                </a:cxn>
                <a:cxn ang="0">
                  <a:pos x="connsiteX10647" y="connsiteY10647"/>
                </a:cxn>
                <a:cxn ang="0">
                  <a:pos x="connsiteX10648" y="connsiteY10648"/>
                </a:cxn>
                <a:cxn ang="0">
                  <a:pos x="connsiteX10649" y="connsiteY10649"/>
                </a:cxn>
                <a:cxn ang="0">
                  <a:pos x="connsiteX10650" y="connsiteY10650"/>
                </a:cxn>
                <a:cxn ang="0">
                  <a:pos x="connsiteX10651" y="connsiteY10651"/>
                </a:cxn>
                <a:cxn ang="0">
                  <a:pos x="connsiteX10652" y="connsiteY10652"/>
                </a:cxn>
                <a:cxn ang="0">
                  <a:pos x="connsiteX10653" y="connsiteY10653"/>
                </a:cxn>
                <a:cxn ang="0">
                  <a:pos x="connsiteX10654" y="connsiteY10654"/>
                </a:cxn>
                <a:cxn ang="0">
                  <a:pos x="connsiteX10655" y="connsiteY10655"/>
                </a:cxn>
                <a:cxn ang="0">
                  <a:pos x="connsiteX10656" y="connsiteY10656"/>
                </a:cxn>
                <a:cxn ang="0">
                  <a:pos x="connsiteX10657" y="connsiteY10657"/>
                </a:cxn>
                <a:cxn ang="0">
                  <a:pos x="connsiteX10658" y="connsiteY10658"/>
                </a:cxn>
                <a:cxn ang="0">
                  <a:pos x="connsiteX10659" y="connsiteY10659"/>
                </a:cxn>
                <a:cxn ang="0">
                  <a:pos x="connsiteX10660" y="connsiteY10660"/>
                </a:cxn>
                <a:cxn ang="0">
                  <a:pos x="connsiteX10661" y="connsiteY10661"/>
                </a:cxn>
                <a:cxn ang="0">
                  <a:pos x="connsiteX10662" y="connsiteY10662"/>
                </a:cxn>
                <a:cxn ang="0">
                  <a:pos x="connsiteX10663" y="connsiteY10663"/>
                </a:cxn>
                <a:cxn ang="0">
                  <a:pos x="connsiteX10664" y="connsiteY10664"/>
                </a:cxn>
                <a:cxn ang="0">
                  <a:pos x="connsiteX10665" y="connsiteY10665"/>
                </a:cxn>
                <a:cxn ang="0">
                  <a:pos x="connsiteX10666" y="connsiteY10666"/>
                </a:cxn>
                <a:cxn ang="0">
                  <a:pos x="connsiteX10667" y="connsiteY10667"/>
                </a:cxn>
                <a:cxn ang="0">
                  <a:pos x="connsiteX10668" y="connsiteY10668"/>
                </a:cxn>
                <a:cxn ang="0">
                  <a:pos x="connsiteX10669" y="connsiteY10669"/>
                </a:cxn>
                <a:cxn ang="0">
                  <a:pos x="connsiteX10670" y="connsiteY10670"/>
                </a:cxn>
                <a:cxn ang="0">
                  <a:pos x="connsiteX10671" y="connsiteY10671"/>
                </a:cxn>
                <a:cxn ang="0">
                  <a:pos x="connsiteX10672" y="connsiteY10672"/>
                </a:cxn>
                <a:cxn ang="0">
                  <a:pos x="connsiteX10673" y="connsiteY10673"/>
                </a:cxn>
                <a:cxn ang="0">
                  <a:pos x="connsiteX10674" y="connsiteY10674"/>
                </a:cxn>
                <a:cxn ang="0">
                  <a:pos x="connsiteX10675" y="connsiteY10675"/>
                </a:cxn>
                <a:cxn ang="0">
                  <a:pos x="connsiteX10676" y="connsiteY10676"/>
                </a:cxn>
                <a:cxn ang="0">
                  <a:pos x="connsiteX10677" y="connsiteY10677"/>
                </a:cxn>
                <a:cxn ang="0">
                  <a:pos x="connsiteX10678" y="connsiteY10678"/>
                </a:cxn>
                <a:cxn ang="0">
                  <a:pos x="connsiteX10679" y="connsiteY10679"/>
                </a:cxn>
                <a:cxn ang="0">
                  <a:pos x="connsiteX10680" y="connsiteY10680"/>
                </a:cxn>
                <a:cxn ang="0">
                  <a:pos x="connsiteX10681" y="connsiteY10681"/>
                </a:cxn>
                <a:cxn ang="0">
                  <a:pos x="connsiteX10682" y="connsiteY10682"/>
                </a:cxn>
                <a:cxn ang="0">
                  <a:pos x="connsiteX10683" y="connsiteY10683"/>
                </a:cxn>
                <a:cxn ang="0">
                  <a:pos x="connsiteX10684" y="connsiteY10684"/>
                </a:cxn>
                <a:cxn ang="0">
                  <a:pos x="connsiteX10685" y="connsiteY10685"/>
                </a:cxn>
                <a:cxn ang="0">
                  <a:pos x="connsiteX10686" y="connsiteY10686"/>
                </a:cxn>
                <a:cxn ang="0">
                  <a:pos x="connsiteX10687" y="connsiteY10687"/>
                </a:cxn>
                <a:cxn ang="0">
                  <a:pos x="connsiteX10688" y="connsiteY10688"/>
                </a:cxn>
                <a:cxn ang="0">
                  <a:pos x="connsiteX10689" y="connsiteY10689"/>
                </a:cxn>
                <a:cxn ang="0">
                  <a:pos x="connsiteX10690" y="connsiteY10690"/>
                </a:cxn>
                <a:cxn ang="0">
                  <a:pos x="connsiteX10691" y="connsiteY10691"/>
                </a:cxn>
                <a:cxn ang="0">
                  <a:pos x="connsiteX10692" y="connsiteY10692"/>
                </a:cxn>
                <a:cxn ang="0">
                  <a:pos x="connsiteX10693" y="connsiteY10693"/>
                </a:cxn>
                <a:cxn ang="0">
                  <a:pos x="connsiteX10694" y="connsiteY10694"/>
                </a:cxn>
                <a:cxn ang="0">
                  <a:pos x="connsiteX10695" y="connsiteY10695"/>
                </a:cxn>
                <a:cxn ang="0">
                  <a:pos x="connsiteX10696" y="connsiteY10696"/>
                </a:cxn>
                <a:cxn ang="0">
                  <a:pos x="connsiteX10697" y="connsiteY10697"/>
                </a:cxn>
                <a:cxn ang="0">
                  <a:pos x="connsiteX10698" y="connsiteY10698"/>
                </a:cxn>
                <a:cxn ang="0">
                  <a:pos x="connsiteX10699" y="connsiteY10699"/>
                </a:cxn>
                <a:cxn ang="0">
                  <a:pos x="connsiteX10700" y="connsiteY10700"/>
                </a:cxn>
                <a:cxn ang="0">
                  <a:pos x="connsiteX10701" y="connsiteY10701"/>
                </a:cxn>
                <a:cxn ang="0">
                  <a:pos x="connsiteX10702" y="connsiteY10702"/>
                </a:cxn>
                <a:cxn ang="0">
                  <a:pos x="connsiteX10703" y="connsiteY10703"/>
                </a:cxn>
                <a:cxn ang="0">
                  <a:pos x="connsiteX10704" y="connsiteY10704"/>
                </a:cxn>
                <a:cxn ang="0">
                  <a:pos x="connsiteX10705" y="connsiteY10705"/>
                </a:cxn>
                <a:cxn ang="0">
                  <a:pos x="connsiteX10706" y="connsiteY10706"/>
                </a:cxn>
                <a:cxn ang="0">
                  <a:pos x="connsiteX10707" y="connsiteY10707"/>
                </a:cxn>
                <a:cxn ang="0">
                  <a:pos x="connsiteX10708" y="connsiteY10708"/>
                </a:cxn>
                <a:cxn ang="0">
                  <a:pos x="connsiteX10709" y="connsiteY10709"/>
                </a:cxn>
                <a:cxn ang="0">
                  <a:pos x="connsiteX10710" y="connsiteY10710"/>
                </a:cxn>
                <a:cxn ang="0">
                  <a:pos x="connsiteX10711" y="connsiteY10711"/>
                </a:cxn>
                <a:cxn ang="0">
                  <a:pos x="connsiteX10712" y="connsiteY10712"/>
                </a:cxn>
                <a:cxn ang="0">
                  <a:pos x="connsiteX10713" y="connsiteY10713"/>
                </a:cxn>
                <a:cxn ang="0">
                  <a:pos x="connsiteX10714" y="connsiteY10714"/>
                </a:cxn>
                <a:cxn ang="0">
                  <a:pos x="connsiteX10715" y="connsiteY10715"/>
                </a:cxn>
                <a:cxn ang="0">
                  <a:pos x="connsiteX10716" y="connsiteY10716"/>
                </a:cxn>
                <a:cxn ang="0">
                  <a:pos x="connsiteX10717" y="connsiteY10717"/>
                </a:cxn>
                <a:cxn ang="0">
                  <a:pos x="connsiteX10718" y="connsiteY10718"/>
                </a:cxn>
                <a:cxn ang="0">
                  <a:pos x="connsiteX10719" y="connsiteY10719"/>
                </a:cxn>
                <a:cxn ang="0">
                  <a:pos x="connsiteX10720" y="connsiteY10720"/>
                </a:cxn>
                <a:cxn ang="0">
                  <a:pos x="connsiteX10721" y="connsiteY10721"/>
                </a:cxn>
                <a:cxn ang="0">
                  <a:pos x="connsiteX10722" y="connsiteY10722"/>
                </a:cxn>
                <a:cxn ang="0">
                  <a:pos x="connsiteX10723" y="connsiteY10723"/>
                </a:cxn>
                <a:cxn ang="0">
                  <a:pos x="connsiteX10724" y="connsiteY10724"/>
                </a:cxn>
                <a:cxn ang="0">
                  <a:pos x="connsiteX10725" y="connsiteY10725"/>
                </a:cxn>
                <a:cxn ang="0">
                  <a:pos x="connsiteX10726" y="connsiteY10726"/>
                </a:cxn>
                <a:cxn ang="0">
                  <a:pos x="connsiteX10727" y="connsiteY10727"/>
                </a:cxn>
                <a:cxn ang="0">
                  <a:pos x="connsiteX10728" y="connsiteY10728"/>
                </a:cxn>
                <a:cxn ang="0">
                  <a:pos x="connsiteX10729" y="connsiteY10729"/>
                </a:cxn>
                <a:cxn ang="0">
                  <a:pos x="connsiteX10730" y="connsiteY10730"/>
                </a:cxn>
                <a:cxn ang="0">
                  <a:pos x="connsiteX10731" y="connsiteY10731"/>
                </a:cxn>
                <a:cxn ang="0">
                  <a:pos x="connsiteX10732" y="connsiteY10732"/>
                </a:cxn>
                <a:cxn ang="0">
                  <a:pos x="connsiteX10733" y="connsiteY10733"/>
                </a:cxn>
                <a:cxn ang="0">
                  <a:pos x="connsiteX10734" y="connsiteY10734"/>
                </a:cxn>
                <a:cxn ang="0">
                  <a:pos x="connsiteX10735" y="connsiteY10735"/>
                </a:cxn>
                <a:cxn ang="0">
                  <a:pos x="connsiteX10736" y="connsiteY10736"/>
                </a:cxn>
                <a:cxn ang="0">
                  <a:pos x="connsiteX10737" y="connsiteY10737"/>
                </a:cxn>
                <a:cxn ang="0">
                  <a:pos x="connsiteX10738" y="connsiteY10738"/>
                </a:cxn>
                <a:cxn ang="0">
                  <a:pos x="connsiteX10739" y="connsiteY10739"/>
                </a:cxn>
                <a:cxn ang="0">
                  <a:pos x="connsiteX10740" y="connsiteY10740"/>
                </a:cxn>
                <a:cxn ang="0">
                  <a:pos x="connsiteX10741" y="connsiteY10741"/>
                </a:cxn>
                <a:cxn ang="0">
                  <a:pos x="connsiteX10742" y="connsiteY10742"/>
                </a:cxn>
                <a:cxn ang="0">
                  <a:pos x="connsiteX10743" y="connsiteY10743"/>
                </a:cxn>
                <a:cxn ang="0">
                  <a:pos x="connsiteX10744" y="connsiteY10744"/>
                </a:cxn>
                <a:cxn ang="0">
                  <a:pos x="connsiteX10745" y="connsiteY10745"/>
                </a:cxn>
                <a:cxn ang="0">
                  <a:pos x="connsiteX10746" y="connsiteY10746"/>
                </a:cxn>
                <a:cxn ang="0">
                  <a:pos x="connsiteX10747" y="connsiteY10747"/>
                </a:cxn>
                <a:cxn ang="0">
                  <a:pos x="connsiteX10748" y="connsiteY10748"/>
                </a:cxn>
                <a:cxn ang="0">
                  <a:pos x="connsiteX10749" y="connsiteY10749"/>
                </a:cxn>
                <a:cxn ang="0">
                  <a:pos x="connsiteX10750" y="connsiteY10750"/>
                </a:cxn>
                <a:cxn ang="0">
                  <a:pos x="connsiteX10751" y="connsiteY10751"/>
                </a:cxn>
                <a:cxn ang="0">
                  <a:pos x="connsiteX10752" y="connsiteY10752"/>
                </a:cxn>
                <a:cxn ang="0">
                  <a:pos x="connsiteX10753" y="connsiteY10753"/>
                </a:cxn>
                <a:cxn ang="0">
                  <a:pos x="connsiteX10754" y="connsiteY10754"/>
                </a:cxn>
                <a:cxn ang="0">
                  <a:pos x="connsiteX10755" y="connsiteY10755"/>
                </a:cxn>
                <a:cxn ang="0">
                  <a:pos x="connsiteX10756" y="connsiteY10756"/>
                </a:cxn>
                <a:cxn ang="0">
                  <a:pos x="connsiteX10757" y="connsiteY10757"/>
                </a:cxn>
                <a:cxn ang="0">
                  <a:pos x="connsiteX10758" y="connsiteY10758"/>
                </a:cxn>
                <a:cxn ang="0">
                  <a:pos x="connsiteX10759" y="connsiteY10759"/>
                </a:cxn>
                <a:cxn ang="0">
                  <a:pos x="connsiteX10760" y="connsiteY10760"/>
                </a:cxn>
                <a:cxn ang="0">
                  <a:pos x="connsiteX10761" y="connsiteY10761"/>
                </a:cxn>
                <a:cxn ang="0">
                  <a:pos x="connsiteX10762" y="connsiteY10762"/>
                </a:cxn>
                <a:cxn ang="0">
                  <a:pos x="connsiteX10763" y="connsiteY10763"/>
                </a:cxn>
                <a:cxn ang="0">
                  <a:pos x="connsiteX10764" y="connsiteY10764"/>
                </a:cxn>
                <a:cxn ang="0">
                  <a:pos x="connsiteX10765" y="connsiteY10765"/>
                </a:cxn>
                <a:cxn ang="0">
                  <a:pos x="connsiteX10766" y="connsiteY10766"/>
                </a:cxn>
                <a:cxn ang="0">
                  <a:pos x="connsiteX10767" y="connsiteY10767"/>
                </a:cxn>
                <a:cxn ang="0">
                  <a:pos x="connsiteX10768" y="connsiteY10768"/>
                </a:cxn>
                <a:cxn ang="0">
                  <a:pos x="connsiteX10769" y="connsiteY10769"/>
                </a:cxn>
                <a:cxn ang="0">
                  <a:pos x="connsiteX10770" y="connsiteY10770"/>
                </a:cxn>
                <a:cxn ang="0">
                  <a:pos x="connsiteX10771" y="connsiteY10771"/>
                </a:cxn>
                <a:cxn ang="0">
                  <a:pos x="connsiteX10772" y="connsiteY10772"/>
                </a:cxn>
                <a:cxn ang="0">
                  <a:pos x="connsiteX10773" y="connsiteY10773"/>
                </a:cxn>
                <a:cxn ang="0">
                  <a:pos x="connsiteX10774" y="connsiteY10774"/>
                </a:cxn>
                <a:cxn ang="0">
                  <a:pos x="connsiteX10775" y="connsiteY10775"/>
                </a:cxn>
                <a:cxn ang="0">
                  <a:pos x="connsiteX10776" y="connsiteY10776"/>
                </a:cxn>
                <a:cxn ang="0">
                  <a:pos x="connsiteX10777" y="connsiteY10777"/>
                </a:cxn>
                <a:cxn ang="0">
                  <a:pos x="connsiteX10778" y="connsiteY10778"/>
                </a:cxn>
                <a:cxn ang="0">
                  <a:pos x="connsiteX10779" y="connsiteY10779"/>
                </a:cxn>
                <a:cxn ang="0">
                  <a:pos x="connsiteX10780" y="connsiteY10780"/>
                </a:cxn>
                <a:cxn ang="0">
                  <a:pos x="connsiteX10781" y="connsiteY10781"/>
                </a:cxn>
                <a:cxn ang="0">
                  <a:pos x="connsiteX10782" y="connsiteY10782"/>
                </a:cxn>
                <a:cxn ang="0">
                  <a:pos x="connsiteX10783" y="connsiteY10783"/>
                </a:cxn>
                <a:cxn ang="0">
                  <a:pos x="connsiteX10784" y="connsiteY10784"/>
                </a:cxn>
                <a:cxn ang="0">
                  <a:pos x="connsiteX10785" y="connsiteY10785"/>
                </a:cxn>
                <a:cxn ang="0">
                  <a:pos x="connsiteX10786" y="connsiteY10786"/>
                </a:cxn>
                <a:cxn ang="0">
                  <a:pos x="connsiteX10787" y="connsiteY10787"/>
                </a:cxn>
                <a:cxn ang="0">
                  <a:pos x="connsiteX10788" y="connsiteY10788"/>
                </a:cxn>
                <a:cxn ang="0">
                  <a:pos x="connsiteX10789" y="connsiteY10789"/>
                </a:cxn>
                <a:cxn ang="0">
                  <a:pos x="connsiteX10790" y="connsiteY10790"/>
                </a:cxn>
                <a:cxn ang="0">
                  <a:pos x="connsiteX10791" y="connsiteY10791"/>
                </a:cxn>
                <a:cxn ang="0">
                  <a:pos x="connsiteX10792" y="connsiteY10792"/>
                </a:cxn>
                <a:cxn ang="0">
                  <a:pos x="connsiteX10793" y="connsiteY10793"/>
                </a:cxn>
                <a:cxn ang="0">
                  <a:pos x="connsiteX10794" y="connsiteY10794"/>
                </a:cxn>
                <a:cxn ang="0">
                  <a:pos x="connsiteX10795" y="connsiteY10795"/>
                </a:cxn>
                <a:cxn ang="0">
                  <a:pos x="connsiteX10796" y="connsiteY10796"/>
                </a:cxn>
                <a:cxn ang="0">
                  <a:pos x="connsiteX10797" y="connsiteY10797"/>
                </a:cxn>
                <a:cxn ang="0">
                  <a:pos x="connsiteX10798" y="connsiteY10798"/>
                </a:cxn>
                <a:cxn ang="0">
                  <a:pos x="connsiteX10799" y="connsiteY10799"/>
                </a:cxn>
                <a:cxn ang="0">
                  <a:pos x="connsiteX10800" y="connsiteY10800"/>
                </a:cxn>
                <a:cxn ang="0">
                  <a:pos x="connsiteX10801" y="connsiteY10801"/>
                </a:cxn>
                <a:cxn ang="0">
                  <a:pos x="connsiteX10802" y="connsiteY10802"/>
                </a:cxn>
                <a:cxn ang="0">
                  <a:pos x="connsiteX10803" y="connsiteY10803"/>
                </a:cxn>
                <a:cxn ang="0">
                  <a:pos x="connsiteX10804" y="connsiteY10804"/>
                </a:cxn>
                <a:cxn ang="0">
                  <a:pos x="connsiteX10805" y="connsiteY10805"/>
                </a:cxn>
                <a:cxn ang="0">
                  <a:pos x="connsiteX10806" y="connsiteY10806"/>
                </a:cxn>
                <a:cxn ang="0">
                  <a:pos x="connsiteX10807" y="connsiteY10807"/>
                </a:cxn>
                <a:cxn ang="0">
                  <a:pos x="connsiteX10808" y="connsiteY10808"/>
                </a:cxn>
                <a:cxn ang="0">
                  <a:pos x="connsiteX10809" y="connsiteY10809"/>
                </a:cxn>
                <a:cxn ang="0">
                  <a:pos x="connsiteX10810" y="connsiteY10810"/>
                </a:cxn>
                <a:cxn ang="0">
                  <a:pos x="connsiteX10811" y="connsiteY10811"/>
                </a:cxn>
                <a:cxn ang="0">
                  <a:pos x="connsiteX10812" y="connsiteY10812"/>
                </a:cxn>
                <a:cxn ang="0">
                  <a:pos x="connsiteX10813" y="connsiteY10813"/>
                </a:cxn>
                <a:cxn ang="0">
                  <a:pos x="connsiteX10814" y="connsiteY10814"/>
                </a:cxn>
                <a:cxn ang="0">
                  <a:pos x="connsiteX10815" y="connsiteY10815"/>
                </a:cxn>
                <a:cxn ang="0">
                  <a:pos x="connsiteX10816" y="connsiteY10816"/>
                </a:cxn>
                <a:cxn ang="0">
                  <a:pos x="connsiteX10817" y="connsiteY10817"/>
                </a:cxn>
                <a:cxn ang="0">
                  <a:pos x="connsiteX10818" y="connsiteY10818"/>
                </a:cxn>
                <a:cxn ang="0">
                  <a:pos x="connsiteX10819" y="connsiteY10819"/>
                </a:cxn>
                <a:cxn ang="0">
                  <a:pos x="connsiteX10820" y="connsiteY10820"/>
                </a:cxn>
                <a:cxn ang="0">
                  <a:pos x="connsiteX10821" y="connsiteY10821"/>
                </a:cxn>
                <a:cxn ang="0">
                  <a:pos x="connsiteX10822" y="connsiteY10822"/>
                </a:cxn>
                <a:cxn ang="0">
                  <a:pos x="connsiteX10823" y="connsiteY10823"/>
                </a:cxn>
                <a:cxn ang="0">
                  <a:pos x="connsiteX10824" y="connsiteY10824"/>
                </a:cxn>
                <a:cxn ang="0">
                  <a:pos x="connsiteX10825" y="connsiteY10825"/>
                </a:cxn>
                <a:cxn ang="0">
                  <a:pos x="connsiteX10826" y="connsiteY10826"/>
                </a:cxn>
                <a:cxn ang="0">
                  <a:pos x="connsiteX10827" y="connsiteY10827"/>
                </a:cxn>
                <a:cxn ang="0">
                  <a:pos x="connsiteX10828" y="connsiteY10828"/>
                </a:cxn>
                <a:cxn ang="0">
                  <a:pos x="connsiteX10829" y="connsiteY10829"/>
                </a:cxn>
                <a:cxn ang="0">
                  <a:pos x="connsiteX10830" y="connsiteY10830"/>
                </a:cxn>
                <a:cxn ang="0">
                  <a:pos x="connsiteX10831" y="connsiteY10831"/>
                </a:cxn>
                <a:cxn ang="0">
                  <a:pos x="connsiteX10832" y="connsiteY10832"/>
                </a:cxn>
                <a:cxn ang="0">
                  <a:pos x="connsiteX10833" y="connsiteY10833"/>
                </a:cxn>
                <a:cxn ang="0">
                  <a:pos x="connsiteX10834" y="connsiteY10834"/>
                </a:cxn>
                <a:cxn ang="0">
                  <a:pos x="connsiteX10835" y="connsiteY10835"/>
                </a:cxn>
                <a:cxn ang="0">
                  <a:pos x="connsiteX10836" y="connsiteY10836"/>
                </a:cxn>
                <a:cxn ang="0">
                  <a:pos x="connsiteX10837" y="connsiteY10837"/>
                </a:cxn>
                <a:cxn ang="0">
                  <a:pos x="connsiteX10838" y="connsiteY10838"/>
                </a:cxn>
                <a:cxn ang="0">
                  <a:pos x="connsiteX10839" y="connsiteY10839"/>
                </a:cxn>
                <a:cxn ang="0">
                  <a:pos x="connsiteX10840" y="connsiteY10840"/>
                </a:cxn>
                <a:cxn ang="0">
                  <a:pos x="connsiteX10841" y="connsiteY10841"/>
                </a:cxn>
                <a:cxn ang="0">
                  <a:pos x="connsiteX10842" y="connsiteY10842"/>
                </a:cxn>
                <a:cxn ang="0">
                  <a:pos x="connsiteX10843" y="connsiteY10843"/>
                </a:cxn>
                <a:cxn ang="0">
                  <a:pos x="connsiteX10844" y="connsiteY10844"/>
                </a:cxn>
                <a:cxn ang="0">
                  <a:pos x="connsiteX10845" y="connsiteY10845"/>
                </a:cxn>
                <a:cxn ang="0">
                  <a:pos x="connsiteX10846" y="connsiteY10846"/>
                </a:cxn>
                <a:cxn ang="0">
                  <a:pos x="connsiteX10847" y="connsiteY10847"/>
                </a:cxn>
                <a:cxn ang="0">
                  <a:pos x="connsiteX10848" y="connsiteY10848"/>
                </a:cxn>
                <a:cxn ang="0">
                  <a:pos x="connsiteX10849" y="connsiteY10849"/>
                </a:cxn>
                <a:cxn ang="0">
                  <a:pos x="connsiteX10850" y="connsiteY10850"/>
                </a:cxn>
                <a:cxn ang="0">
                  <a:pos x="connsiteX10851" y="connsiteY10851"/>
                </a:cxn>
                <a:cxn ang="0">
                  <a:pos x="connsiteX10852" y="connsiteY10852"/>
                </a:cxn>
                <a:cxn ang="0">
                  <a:pos x="connsiteX10853" y="connsiteY10853"/>
                </a:cxn>
                <a:cxn ang="0">
                  <a:pos x="connsiteX10854" y="connsiteY10854"/>
                </a:cxn>
                <a:cxn ang="0">
                  <a:pos x="connsiteX10855" y="connsiteY10855"/>
                </a:cxn>
                <a:cxn ang="0">
                  <a:pos x="connsiteX10856" y="connsiteY10856"/>
                </a:cxn>
                <a:cxn ang="0">
                  <a:pos x="connsiteX10857" y="connsiteY10857"/>
                </a:cxn>
                <a:cxn ang="0">
                  <a:pos x="connsiteX10858" y="connsiteY10858"/>
                </a:cxn>
                <a:cxn ang="0">
                  <a:pos x="connsiteX10859" y="connsiteY10859"/>
                </a:cxn>
                <a:cxn ang="0">
                  <a:pos x="connsiteX10860" y="connsiteY10860"/>
                </a:cxn>
                <a:cxn ang="0">
                  <a:pos x="connsiteX10861" y="connsiteY10861"/>
                </a:cxn>
                <a:cxn ang="0">
                  <a:pos x="connsiteX10862" y="connsiteY10862"/>
                </a:cxn>
                <a:cxn ang="0">
                  <a:pos x="connsiteX10863" y="connsiteY10863"/>
                </a:cxn>
                <a:cxn ang="0">
                  <a:pos x="connsiteX10864" y="connsiteY10864"/>
                </a:cxn>
                <a:cxn ang="0">
                  <a:pos x="connsiteX10865" y="connsiteY10865"/>
                </a:cxn>
                <a:cxn ang="0">
                  <a:pos x="connsiteX10866" y="connsiteY10866"/>
                </a:cxn>
                <a:cxn ang="0">
                  <a:pos x="connsiteX10867" y="connsiteY10867"/>
                </a:cxn>
                <a:cxn ang="0">
                  <a:pos x="connsiteX10868" y="connsiteY10868"/>
                </a:cxn>
                <a:cxn ang="0">
                  <a:pos x="connsiteX10869" y="connsiteY10869"/>
                </a:cxn>
                <a:cxn ang="0">
                  <a:pos x="connsiteX10870" y="connsiteY10870"/>
                </a:cxn>
                <a:cxn ang="0">
                  <a:pos x="connsiteX10871" y="connsiteY10871"/>
                </a:cxn>
                <a:cxn ang="0">
                  <a:pos x="connsiteX10872" y="connsiteY10872"/>
                </a:cxn>
                <a:cxn ang="0">
                  <a:pos x="connsiteX10873" y="connsiteY10873"/>
                </a:cxn>
                <a:cxn ang="0">
                  <a:pos x="connsiteX10874" y="connsiteY10874"/>
                </a:cxn>
                <a:cxn ang="0">
                  <a:pos x="connsiteX10875" y="connsiteY10875"/>
                </a:cxn>
                <a:cxn ang="0">
                  <a:pos x="connsiteX10876" y="connsiteY10876"/>
                </a:cxn>
                <a:cxn ang="0">
                  <a:pos x="connsiteX10877" y="connsiteY10877"/>
                </a:cxn>
                <a:cxn ang="0">
                  <a:pos x="connsiteX10878" y="connsiteY10878"/>
                </a:cxn>
                <a:cxn ang="0">
                  <a:pos x="connsiteX10879" y="connsiteY10879"/>
                </a:cxn>
                <a:cxn ang="0">
                  <a:pos x="connsiteX10880" y="connsiteY10880"/>
                </a:cxn>
                <a:cxn ang="0">
                  <a:pos x="connsiteX10881" y="connsiteY10881"/>
                </a:cxn>
                <a:cxn ang="0">
                  <a:pos x="connsiteX10882" y="connsiteY10882"/>
                </a:cxn>
                <a:cxn ang="0">
                  <a:pos x="connsiteX10883" y="connsiteY10883"/>
                </a:cxn>
                <a:cxn ang="0">
                  <a:pos x="connsiteX10884" y="connsiteY10884"/>
                </a:cxn>
                <a:cxn ang="0">
                  <a:pos x="connsiteX10885" y="connsiteY10885"/>
                </a:cxn>
                <a:cxn ang="0">
                  <a:pos x="connsiteX10886" y="connsiteY10886"/>
                </a:cxn>
                <a:cxn ang="0">
                  <a:pos x="connsiteX10887" y="connsiteY10887"/>
                </a:cxn>
                <a:cxn ang="0">
                  <a:pos x="connsiteX10888" y="connsiteY10888"/>
                </a:cxn>
                <a:cxn ang="0">
                  <a:pos x="connsiteX10889" y="connsiteY10889"/>
                </a:cxn>
                <a:cxn ang="0">
                  <a:pos x="connsiteX10890" y="connsiteY10890"/>
                </a:cxn>
                <a:cxn ang="0">
                  <a:pos x="connsiteX10891" y="connsiteY10891"/>
                </a:cxn>
                <a:cxn ang="0">
                  <a:pos x="connsiteX10892" y="connsiteY10892"/>
                </a:cxn>
                <a:cxn ang="0">
                  <a:pos x="connsiteX10893" y="connsiteY10893"/>
                </a:cxn>
                <a:cxn ang="0">
                  <a:pos x="connsiteX10894" y="connsiteY10894"/>
                </a:cxn>
                <a:cxn ang="0">
                  <a:pos x="connsiteX10895" y="connsiteY10895"/>
                </a:cxn>
                <a:cxn ang="0">
                  <a:pos x="connsiteX10896" y="connsiteY10896"/>
                </a:cxn>
                <a:cxn ang="0">
                  <a:pos x="connsiteX10897" y="connsiteY10897"/>
                </a:cxn>
                <a:cxn ang="0">
                  <a:pos x="connsiteX10898" y="connsiteY10898"/>
                </a:cxn>
                <a:cxn ang="0">
                  <a:pos x="connsiteX10899" y="connsiteY10899"/>
                </a:cxn>
                <a:cxn ang="0">
                  <a:pos x="connsiteX10900" y="connsiteY10900"/>
                </a:cxn>
                <a:cxn ang="0">
                  <a:pos x="connsiteX10901" y="connsiteY10901"/>
                </a:cxn>
                <a:cxn ang="0">
                  <a:pos x="connsiteX10902" y="connsiteY10902"/>
                </a:cxn>
                <a:cxn ang="0">
                  <a:pos x="connsiteX10903" y="connsiteY10903"/>
                </a:cxn>
                <a:cxn ang="0">
                  <a:pos x="connsiteX10904" y="connsiteY10904"/>
                </a:cxn>
                <a:cxn ang="0">
                  <a:pos x="connsiteX10905" y="connsiteY10905"/>
                </a:cxn>
                <a:cxn ang="0">
                  <a:pos x="connsiteX10906" y="connsiteY10906"/>
                </a:cxn>
                <a:cxn ang="0">
                  <a:pos x="connsiteX10907" y="connsiteY10907"/>
                </a:cxn>
                <a:cxn ang="0">
                  <a:pos x="connsiteX10908" y="connsiteY10908"/>
                </a:cxn>
                <a:cxn ang="0">
                  <a:pos x="connsiteX10909" y="connsiteY10909"/>
                </a:cxn>
                <a:cxn ang="0">
                  <a:pos x="connsiteX10910" y="connsiteY10910"/>
                </a:cxn>
                <a:cxn ang="0">
                  <a:pos x="connsiteX10911" y="connsiteY10911"/>
                </a:cxn>
                <a:cxn ang="0">
                  <a:pos x="connsiteX10912" y="connsiteY10912"/>
                </a:cxn>
                <a:cxn ang="0">
                  <a:pos x="connsiteX10913" y="connsiteY10913"/>
                </a:cxn>
                <a:cxn ang="0">
                  <a:pos x="connsiteX10914" y="connsiteY10914"/>
                </a:cxn>
                <a:cxn ang="0">
                  <a:pos x="connsiteX10915" y="connsiteY10915"/>
                </a:cxn>
                <a:cxn ang="0">
                  <a:pos x="connsiteX10916" y="connsiteY10916"/>
                </a:cxn>
                <a:cxn ang="0">
                  <a:pos x="connsiteX10917" y="connsiteY10917"/>
                </a:cxn>
                <a:cxn ang="0">
                  <a:pos x="connsiteX10918" y="connsiteY10918"/>
                </a:cxn>
                <a:cxn ang="0">
                  <a:pos x="connsiteX10919" y="connsiteY10919"/>
                </a:cxn>
                <a:cxn ang="0">
                  <a:pos x="connsiteX10920" y="connsiteY10920"/>
                </a:cxn>
                <a:cxn ang="0">
                  <a:pos x="connsiteX10921" y="connsiteY10921"/>
                </a:cxn>
                <a:cxn ang="0">
                  <a:pos x="connsiteX10922" y="connsiteY10922"/>
                </a:cxn>
                <a:cxn ang="0">
                  <a:pos x="connsiteX10923" y="connsiteY10923"/>
                </a:cxn>
                <a:cxn ang="0">
                  <a:pos x="connsiteX10924" y="connsiteY10924"/>
                </a:cxn>
                <a:cxn ang="0">
                  <a:pos x="connsiteX10925" y="connsiteY10925"/>
                </a:cxn>
                <a:cxn ang="0">
                  <a:pos x="connsiteX10926" y="connsiteY10926"/>
                </a:cxn>
                <a:cxn ang="0">
                  <a:pos x="connsiteX10927" y="connsiteY10927"/>
                </a:cxn>
                <a:cxn ang="0">
                  <a:pos x="connsiteX10928" y="connsiteY10928"/>
                </a:cxn>
                <a:cxn ang="0">
                  <a:pos x="connsiteX10929" y="connsiteY10929"/>
                </a:cxn>
                <a:cxn ang="0">
                  <a:pos x="connsiteX10930" y="connsiteY10930"/>
                </a:cxn>
                <a:cxn ang="0">
                  <a:pos x="connsiteX10931" y="connsiteY10931"/>
                </a:cxn>
                <a:cxn ang="0">
                  <a:pos x="connsiteX10932" y="connsiteY10932"/>
                </a:cxn>
                <a:cxn ang="0">
                  <a:pos x="connsiteX10933" y="connsiteY10933"/>
                </a:cxn>
                <a:cxn ang="0">
                  <a:pos x="connsiteX10934" y="connsiteY10934"/>
                </a:cxn>
                <a:cxn ang="0">
                  <a:pos x="connsiteX10935" y="connsiteY10935"/>
                </a:cxn>
                <a:cxn ang="0">
                  <a:pos x="connsiteX10936" y="connsiteY10936"/>
                </a:cxn>
                <a:cxn ang="0">
                  <a:pos x="connsiteX10937" y="connsiteY10937"/>
                </a:cxn>
                <a:cxn ang="0">
                  <a:pos x="connsiteX10938" y="connsiteY10938"/>
                </a:cxn>
                <a:cxn ang="0">
                  <a:pos x="connsiteX10939" y="connsiteY10939"/>
                </a:cxn>
                <a:cxn ang="0">
                  <a:pos x="connsiteX10940" y="connsiteY10940"/>
                </a:cxn>
                <a:cxn ang="0">
                  <a:pos x="connsiteX10941" y="connsiteY10941"/>
                </a:cxn>
                <a:cxn ang="0">
                  <a:pos x="connsiteX10942" y="connsiteY10942"/>
                </a:cxn>
                <a:cxn ang="0">
                  <a:pos x="connsiteX10943" y="connsiteY10943"/>
                </a:cxn>
                <a:cxn ang="0">
                  <a:pos x="connsiteX10944" y="connsiteY10944"/>
                </a:cxn>
                <a:cxn ang="0">
                  <a:pos x="connsiteX10945" y="connsiteY10945"/>
                </a:cxn>
                <a:cxn ang="0">
                  <a:pos x="connsiteX10946" y="connsiteY10946"/>
                </a:cxn>
                <a:cxn ang="0">
                  <a:pos x="connsiteX10947" y="connsiteY10947"/>
                </a:cxn>
                <a:cxn ang="0">
                  <a:pos x="connsiteX10948" y="connsiteY10948"/>
                </a:cxn>
                <a:cxn ang="0">
                  <a:pos x="connsiteX10949" y="connsiteY10949"/>
                </a:cxn>
                <a:cxn ang="0">
                  <a:pos x="connsiteX10950" y="connsiteY10950"/>
                </a:cxn>
                <a:cxn ang="0">
                  <a:pos x="connsiteX10951" y="connsiteY10951"/>
                </a:cxn>
                <a:cxn ang="0">
                  <a:pos x="connsiteX10952" y="connsiteY10952"/>
                </a:cxn>
                <a:cxn ang="0">
                  <a:pos x="connsiteX10953" y="connsiteY10953"/>
                </a:cxn>
                <a:cxn ang="0">
                  <a:pos x="connsiteX10954" y="connsiteY10954"/>
                </a:cxn>
                <a:cxn ang="0">
                  <a:pos x="connsiteX10955" y="connsiteY10955"/>
                </a:cxn>
                <a:cxn ang="0">
                  <a:pos x="connsiteX10956" y="connsiteY10956"/>
                </a:cxn>
                <a:cxn ang="0">
                  <a:pos x="connsiteX10957" y="connsiteY10957"/>
                </a:cxn>
                <a:cxn ang="0">
                  <a:pos x="connsiteX10958" y="connsiteY10958"/>
                </a:cxn>
                <a:cxn ang="0">
                  <a:pos x="connsiteX10959" y="connsiteY10959"/>
                </a:cxn>
                <a:cxn ang="0">
                  <a:pos x="connsiteX10960" y="connsiteY10960"/>
                </a:cxn>
                <a:cxn ang="0">
                  <a:pos x="connsiteX10961" y="connsiteY10961"/>
                </a:cxn>
                <a:cxn ang="0">
                  <a:pos x="connsiteX10962" y="connsiteY10962"/>
                </a:cxn>
                <a:cxn ang="0">
                  <a:pos x="connsiteX10963" y="connsiteY10963"/>
                </a:cxn>
                <a:cxn ang="0">
                  <a:pos x="connsiteX10964" y="connsiteY10964"/>
                </a:cxn>
                <a:cxn ang="0">
                  <a:pos x="connsiteX10965" y="connsiteY10965"/>
                </a:cxn>
                <a:cxn ang="0">
                  <a:pos x="connsiteX10966" y="connsiteY10966"/>
                </a:cxn>
                <a:cxn ang="0">
                  <a:pos x="connsiteX10967" y="connsiteY10967"/>
                </a:cxn>
                <a:cxn ang="0">
                  <a:pos x="connsiteX10968" y="connsiteY10968"/>
                </a:cxn>
                <a:cxn ang="0">
                  <a:pos x="connsiteX10969" y="connsiteY10969"/>
                </a:cxn>
                <a:cxn ang="0">
                  <a:pos x="connsiteX10970" y="connsiteY10970"/>
                </a:cxn>
                <a:cxn ang="0">
                  <a:pos x="connsiteX10971" y="connsiteY10971"/>
                </a:cxn>
                <a:cxn ang="0">
                  <a:pos x="connsiteX10972" y="connsiteY10972"/>
                </a:cxn>
                <a:cxn ang="0">
                  <a:pos x="connsiteX10973" y="connsiteY10973"/>
                </a:cxn>
                <a:cxn ang="0">
                  <a:pos x="connsiteX10974" y="connsiteY10974"/>
                </a:cxn>
                <a:cxn ang="0">
                  <a:pos x="connsiteX10975" y="connsiteY10975"/>
                </a:cxn>
                <a:cxn ang="0">
                  <a:pos x="connsiteX10976" y="connsiteY10976"/>
                </a:cxn>
                <a:cxn ang="0">
                  <a:pos x="connsiteX10977" y="connsiteY10977"/>
                </a:cxn>
                <a:cxn ang="0">
                  <a:pos x="connsiteX10978" y="connsiteY10978"/>
                </a:cxn>
                <a:cxn ang="0">
                  <a:pos x="connsiteX10979" y="connsiteY10979"/>
                </a:cxn>
                <a:cxn ang="0">
                  <a:pos x="connsiteX10980" y="connsiteY10980"/>
                </a:cxn>
                <a:cxn ang="0">
                  <a:pos x="connsiteX10981" y="connsiteY10981"/>
                </a:cxn>
                <a:cxn ang="0">
                  <a:pos x="connsiteX10982" y="connsiteY10982"/>
                </a:cxn>
                <a:cxn ang="0">
                  <a:pos x="connsiteX10983" y="connsiteY10983"/>
                </a:cxn>
                <a:cxn ang="0">
                  <a:pos x="connsiteX10984" y="connsiteY10984"/>
                </a:cxn>
                <a:cxn ang="0">
                  <a:pos x="connsiteX10985" y="connsiteY10985"/>
                </a:cxn>
                <a:cxn ang="0">
                  <a:pos x="connsiteX10986" y="connsiteY10986"/>
                </a:cxn>
                <a:cxn ang="0">
                  <a:pos x="connsiteX10987" y="connsiteY10987"/>
                </a:cxn>
                <a:cxn ang="0">
                  <a:pos x="connsiteX10988" y="connsiteY10988"/>
                </a:cxn>
                <a:cxn ang="0">
                  <a:pos x="connsiteX10989" y="connsiteY10989"/>
                </a:cxn>
                <a:cxn ang="0">
                  <a:pos x="connsiteX10990" y="connsiteY10990"/>
                </a:cxn>
                <a:cxn ang="0">
                  <a:pos x="connsiteX10991" y="connsiteY10991"/>
                </a:cxn>
                <a:cxn ang="0">
                  <a:pos x="connsiteX10992" y="connsiteY10992"/>
                </a:cxn>
                <a:cxn ang="0">
                  <a:pos x="connsiteX10993" y="connsiteY10993"/>
                </a:cxn>
                <a:cxn ang="0">
                  <a:pos x="connsiteX10994" y="connsiteY10994"/>
                </a:cxn>
                <a:cxn ang="0">
                  <a:pos x="connsiteX10995" y="connsiteY10995"/>
                </a:cxn>
                <a:cxn ang="0">
                  <a:pos x="connsiteX10996" y="connsiteY10996"/>
                </a:cxn>
                <a:cxn ang="0">
                  <a:pos x="connsiteX10997" y="connsiteY10997"/>
                </a:cxn>
                <a:cxn ang="0">
                  <a:pos x="connsiteX10998" y="connsiteY10998"/>
                </a:cxn>
                <a:cxn ang="0">
                  <a:pos x="connsiteX10999" y="connsiteY10999"/>
                </a:cxn>
                <a:cxn ang="0">
                  <a:pos x="connsiteX11000" y="connsiteY11000"/>
                </a:cxn>
                <a:cxn ang="0">
                  <a:pos x="connsiteX11001" y="connsiteY11001"/>
                </a:cxn>
                <a:cxn ang="0">
                  <a:pos x="connsiteX11002" y="connsiteY11002"/>
                </a:cxn>
                <a:cxn ang="0">
                  <a:pos x="connsiteX11003" y="connsiteY11003"/>
                </a:cxn>
                <a:cxn ang="0">
                  <a:pos x="connsiteX11004" y="connsiteY11004"/>
                </a:cxn>
                <a:cxn ang="0">
                  <a:pos x="connsiteX11005" y="connsiteY11005"/>
                </a:cxn>
                <a:cxn ang="0">
                  <a:pos x="connsiteX11006" y="connsiteY11006"/>
                </a:cxn>
                <a:cxn ang="0">
                  <a:pos x="connsiteX11007" y="connsiteY11007"/>
                </a:cxn>
                <a:cxn ang="0">
                  <a:pos x="connsiteX11008" y="connsiteY11008"/>
                </a:cxn>
                <a:cxn ang="0">
                  <a:pos x="connsiteX11009" y="connsiteY11009"/>
                </a:cxn>
                <a:cxn ang="0">
                  <a:pos x="connsiteX11010" y="connsiteY11010"/>
                </a:cxn>
                <a:cxn ang="0">
                  <a:pos x="connsiteX11011" y="connsiteY11011"/>
                </a:cxn>
                <a:cxn ang="0">
                  <a:pos x="connsiteX11012" y="connsiteY11012"/>
                </a:cxn>
                <a:cxn ang="0">
                  <a:pos x="connsiteX11013" y="connsiteY11013"/>
                </a:cxn>
                <a:cxn ang="0">
                  <a:pos x="connsiteX11014" y="connsiteY11014"/>
                </a:cxn>
                <a:cxn ang="0">
                  <a:pos x="connsiteX11015" y="connsiteY11015"/>
                </a:cxn>
                <a:cxn ang="0">
                  <a:pos x="connsiteX11016" y="connsiteY11016"/>
                </a:cxn>
                <a:cxn ang="0">
                  <a:pos x="connsiteX11017" y="connsiteY11017"/>
                </a:cxn>
                <a:cxn ang="0">
                  <a:pos x="connsiteX11018" y="connsiteY11018"/>
                </a:cxn>
                <a:cxn ang="0">
                  <a:pos x="connsiteX11019" y="connsiteY11019"/>
                </a:cxn>
                <a:cxn ang="0">
                  <a:pos x="connsiteX11020" y="connsiteY11020"/>
                </a:cxn>
                <a:cxn ang="0">
                  <a:pos x="connsiteX11021" y="connsiteY11021"/>
                </a:cxn>
                <a:cxn ang="0">
                  <a:pos x="connsiteX11022" y="connsiteY11022"/>
                </a:cxn>
                <a:cxn ang="0">
                  <a:pos x="connsiteX11023" y="connsiteY11023"/>
                </a:cxn>
                <a:cxn ang="0">
                  <a:pos x="connsiteX11024" y="connsiteY11024"/>
                </a:cxn>
                <a:cxn ang="0">
                  <a:pos x="connsiteX11025" y="connsiteY11025"/>
                </a:cxn>
                <a:cxn ang="0">
                  <a:pos x="connsiteX11026" y="connsiteY11026"/>
                </a:cxn>
                <a:cxn ang="0">
                  <a:pos x="connsiteX11027" y="connsiteY11027"/>
                </a:cxn>
                <a:cxn ang="0">
                  <a:pos x="connsiteX11028" y="connsiteY11028"/>
                </a:cxn>
                <a:cxn ang="0">
                  <a:pos x="connsiteX11029" y="connsiteY11029"/>
                </a:cxn>
                <a:cxn ang="0">
                  <a:pos x="connsiteX11030" y="connsiteY11030"/>
                </a:cxn>
                <a:cxn ang="0">
                  <a:pos x="connsiteX11031" y="connsiteY11031"/>
                </a:cxn>
                <a:cxn ang="0">
                  <a:pos x="connsiteX11032" y="connsiteY11032"/>
                </a:cxn>
                <a:cxn ang="0">
                  <a:pos x="connsiteX11033" y="connsiteY11033"/>
                </a:cxn>
                <a:cxn ang="0">
                  <a:pos x="connsiteX11034" y="connsiteY11034"/>
                </a:cxn>
                <a:cxn ang="0">
                  <a:pos x="connsiteX11035" y="connsiteY11035"/>
                </a:cxn>
                <a:cxn ang="0">
                  <a:pos x="connsiteX11036" y="connsiteY11036"/>
                </a:cxn>
                <a:cxn ang="0">
                  <a:pos x="connsiteX11037" y="connsiteY11037"/>
                </a:cxn>
                <a:cxn ang="0">
                  <a:pos x="connsiteX11038" y="connsiteY11038"/>
                </a:cxn>
                <a:cxn ang="0">
                  <a:pos x="connsiteX11039" y="connsiteY11039"/>
                </a:cxn>
                <a:cxn ang="0">
                  <a:pos x="connsiteX11040" y="connsiteY11040"/>
                </a:cxn>
                <a:cxn ang="0">
                  <a:pos x="connsiteX11041" y="connsiteY11041"/>
                </a:cxn>
                <a:cxn ang="0">
                  <a:pos x="connsiteX11042" y="connsiteY11042"/>
                </a:cxn>
                <a:cxn ang="0">
                  <a:pos x="connsiteX11043" y="connsiteY11043"/>
                </a:cxn>
                <a:cxn ang="0">
                  <a:pos x="connsiteX11044" y="connsiteY11044"/>
                </a:cxn>
                <a:cxn ang="0">
                  <a:pos x="connsiteX11045" y="connsiteY11045"/>
                </a:cxn>
                <a:cxn ang="0">
                  <a:pos x="connsiteX11046" y="connsiteY11046"/>
                </a:cxn>
                <a:cxn ang="0">
                  <a:pos x="connsiteX11047" y="connsiteY11047"/>
                </a:cxn>
                <a:cxn ang="0">
                  <a:pos x="connsiteX11048" y="connsiteY11048"/>
                </a:cxn>
                <a:cxn ang="0">
                  <a:pos x="connsiteX11049" y="connsiteY11049"/>
                </a:cxn>
                <a:cxn ang="0">
                  <a:pos x="connsiteX11050" y="connsiteY11050"/>
                </a:cxn>
                <a:cxn ang="0">
                  <a:pos x="connsiteX11051" y="connsiteY11051"/>
                </a:cxn>
                <a:cxn ang="0">
                  <a:pos x="connsiteX11052" y="connsiteY11052"/>
                </a:cxn>
                <a:cxn ang="0">
                  <a:pos x="connsiteX11053" y="connsiteY11053"/>
                </a:cxn>
                <a:cxn ang="0">
                  <a:pos x="connsiteX11054" y="connsiteY11054"/>
                </a:cxn>
                <a:cxn ang="0">
                  <a:pos x="connsiteX11055" y="connsiteY11055"/>
                </a:cxn>
                <a:cxn ang="0">
                  <a:pos x="connsiteX11056" y="connsiteY11056"/>
                </a:cxn>
                <a:cxn ang="0">
                  <a:pos x="connsiteX11057" y="connsiteY11057"/>
                </a:cxn>
                <a:cxn ang="0">
                  <a:pos x="connsiteX11058" y="connsiteY11058"/>
                </a:cxn>
                <a:cxn ang="0">
                  <a:pos x="connsiteX11059" y="connsiteY11059"/>
                </a:cxn>
                <a:cxn ang="0">
                  <a:pos x="connsiteX11060" y="connsiteY11060"/>
                </a:cxn>
                <a:cxn ang="0">
                  <a:pos x="connsiteX11061" y="connsiteY11061"/>
                </a:cxn>
                <a:cxn ang="0">
                  <a:pos x="connsiteX11062" y="connsiteY11062"/>
                </a:cxn>
                <a:cxn ang="0">
                  <a:pos x="connsiteX11063" y="connsiteY11063"/>
                </a:cxn>
                <a:cxn ang="0">
                  <a:pos x="connsiteX11064" y="connsiteY11064"/>
                </a:cxn>
                <a:cxn ang="0">
                  <a:pos x="connsiteX11065" y="connsiteY11065"/>
                </a:cxn>
                <a:cxn ang="0">
                  <a:pos x="connsiteX11066" y="connsiteY11066"/>
                </a:cxn>
                <a:cxn ang="0">
                  <a:pos x="connsiteX11067" y="connsiteY11067"/>
                </a:cxn>
                <a:cxn ang="0">
                  <a:pos x="connsiteX11068" y="connsiteY11068"/>
                </a:cxn>
                <a:cxn ang="0">
                  <a:pos x="connsiteX11069" y="connsiteY11069"/>
                </a:cxn>
                <a:cxn ang="0">
                  <a:pos x="connsiteX11070" y="connsiteY11070"/>
                </a:cxn>
                <a:cxn ang="0">
                  <a:pos x="connsiteX11071" y="connsiteY11071"/>
                </a:cxn>
                <a:cxn ang="0">
                  <a:pos x="connsiteX11072" y="connsiteY11072"/>
                </a:cxn>
                <a:cxn ang="0">
                  <a:pos x="connsiteX11073" y="connsiteY11073"/>
                </a:cxn>
                <a:cxn ang="0">
                  <a:pos x="connsiteX11074" y="connsiteY11074"/>
                </a:cxn>
                <a:cxn ang="0">
                  <a:pos x="connsiteX11075" y="connsiteY11075"/>
                </a:cxn>
                <a:cxn ang="0">
                  <a:pos x="connsiteX11076" y="connsiteY11076"/>
                </a:cxn>
                <a:cxn ang="0">
                  <a:pos x="connsiteX11077" y="connsiteY11077"/>
                </a:cxn>
                <a:cxn ang="0">
                  <a:pos x="connsiteX11078" y="connsiteY11078"/>
                </a:cxn>
                <a:cxn ang="0">
                  <a:pos x="connsiteX11079" y="connsiteY11079"/>
                </a:cxn>
                <a:cxn ang="0">
                  <a:pos x="connsiteX11080" y="connsiteY11080"/>
                </a:cxn>
                <a:cxn ang="0">
                  <a:pos x="connsiteX11081" y="connsiteY11081"/>
                </a:cxn>
                <a:cxn ang="0">
                  <a:pos x="connsiteX11082" y="connsiteY11082"/>
                </a:cxn>
                <a:cxn ang="0">
                  <a:pos x="connsiteX11083" y="connsiteY11083"/>
                </a:cxn>
                <a:cxn ang="0">
                  <a:pos x="connsiteX11084" y="connsiteY11084"/>
                </a:cxn>
                <a:cxn ang="0">
                  <a:pos x="connsiteX11085" y="connsiteY11085"/>
                </a:cxn>
                <a:cxn ang="0">
                  <a:pos x="connsiteX11086" y="connsiteY11086"/>
                </a:cxn>
                <a:cxn ang="0">
                  <a:pos x="connsiteX11087" y="connsiteY11087"/>
                </a:cxn>
                <a:cxn ang="0">
                  <a:pos x="connsiteX11088" y="connsiteY11088"/>
                </a:cxn>
                <a:cxn ang="0">
                  <a:pos x="connsiteX11089" y="connsiteY11089"/>
                </a:cxn>
                <a:cxn ang="0">
                  <a:pos x="connsiteX11090" y="connsiteY11090"/>
                </a:cxn>
                <a:cxn ang="0">
                  <a:pos x="connsiteX11091" y="connsiteY11091"/>
                </a:cxn>
                <a:cxn ang="0">
                  <a:pos x="connsiteX11092" y="connsiteY11092"/>
                </a:cxn>
                <a:cxn ang="0">
                  <a:pos x="connsiteX11093" y="connsiteY11093"/>
                </a:cxn>
                <a:cxn ang="0">
                  <a:pos x="connsiteX11094" y="connsiteY11094"/>
                </a:cxn>
                <a:cxn ang="0">
                  <a:pos x="connsiteX11095" y="connsiteY11095"/>
                </a:cxn>
                <a:cxn ang="0">
                  <a:pos x="connsiteX11096" y="connsiteY11096"/>
                </a:cxn>
                <a:cxn ang="0">
                  <a:pos x="connsiteX11097" y="connsiteY11097"/>
                </a:cxn>
                <a:cxn ang="0">
                  <a:pos x="connsiteX11098" y="connsiteY11098"/>
                </a:cxn>
                <a:cxn ang="0">
                  <a:pos x="connsiteX11099" y="connsiteY11099"/>
                </a:cxn>
                <a:cxn ang="0">
                  <a:pos x="connsiteX11100" y="connsiteY11100"/>
                </a:cxn>
                <a:cxn ang="0">
                  <a:pos x="connsiteX11101" y="connsiteY11101"/>
                </a:cxn>
                <a:cxn ang="0">
                  <a:pos x="connsiteX11102" y="connsiteY11102"/>
                </a:cxn>
                <a:cxn ang="0">
                  <a:pos x="connsiteX11103" y="connsiteY11103"/>
                </a:cxn>
                <a:cxn ang="0">
                  <a:pos x="connsiteX11104" y="connsiteY11104"/>
                </a:cxn>
                <a:cxn ang="0">
                  <a:pos x="connsiteX11105" y="connsiteY11105"/>
                </a:cxn>
                <a:cxn ang="0">
                  <a:pos x="connsiteX11106" y="connsiteY11106"/>
                </a:cxn>
                <a:cxn ang="0">
                  <a:pos x="connsiteX11107" y="connsiteY11107"/>
                </a:cxn>
                <a:cxn ang="0">
                  <a:pos x="connsiteX11108" y="connsiteY11108"/>
                </a:cxn>
                <a:cxn ang="0">
                  <a:pos x="connsiteX11109" y="connsiteY11109"/>
                </a:cxn>
                <a:cxn ang="0">
                  <a:pos x="connsiteX11110" y="connsiteY11110"/>
                </a:cxn>
                <a:cxn ang="0">
                  <a:pos x="connsiteX11111" y="connsiteY11111"/>
                </a:cxn>
                <a:cxn ang="0">
                  <a:pos x="connsiteX11112" y="connsiteY11112"/>
                </a:cxn>
                <a:cxn ang="0">
                  <a:pos x="connsiteX11113" y="connsiteY11113"/>
                </a:cxn>
                <a:cxn ang="0">
                  <a:pos x="connsiteX11114" y="connsiteY11114"/>
                </a:cxn>
                <a:cxn ang="0">
                  <a:pos x="connsiteX11115" y="connsiteY11115"/>
                </a:cxn>
                <a:cxn ang="0">
                  <a:pos x="connsiteX11116" y="connsiteY11116"/>
                </a:cxn>
                <a:cxn ang="0">
                  <a:pos x="connsiteX11117" y="connsiteY11117"/>
                </a:cxn>
                <a:cxn ang="0">
                  <a:pos x="connsiteX11118" y="connsiteY11118"/>
                </a:cxn>
                <a:cxn ang="0">
                  <a:pos x="connsiteX11119" y="connsiteY11119"/>
                </a:cxn>
                <a:cxn ang="0">
                  <a:pos x="connsiteX11120" y="connsiteY11120"/>
                </a:cxn>
                <a:cxn ang="0">
                  <a:pos x="connsiteX11121" y="connsiteY11121"/>
                </a:cxn>
                <a:cxn ang="0">
                  <a:pos x="connsiteX11122" y="connsiteY11122"/>
                </a:cxn>
                <a:cxn ang="0">
                  <a:pos x="connsiteX11123" y="connsiteY11123"/>
                </a:cxn>
                <a:cxn ang="0">
                  <a:pos x="connsiteX11124" y="connsiteY11124"/>
                </a:cxn>
                <a:cxn ang="0">
                  <a:pos x="connsiteX11125" y="connsiteY11125"/>
                </a:cxn>
                <a:cxn ang="0">
                  <a:pos x="connsiteX11126" y="connsiteY11126"/>
                </a:cxn>
                <a:cxn ang="0">
                  <a:pos x="connsiteX11127" y="connsiteY11127"/>
                </a:cxn>
                <a:cxn ang="0">
                  <a:pos x="connsiteX11128" y="connsiteY11128"/>
                </a:cxn>
                <a:cxn ang="0">
                  <a:pos x="connsiteX11129" y="connsiteY11129"/>
                </a:cxn>
                <a:cxn ang="0">
                  <a:pos x="connsiteX11130" y="connsiteY11130"/>
                </a:cxn>
                <a:cxn ang="0">
                  <a:pos x="connsiteX11131" y="connsiteY11131"/>
                </a:cxn>
                <a:cxn ang="0">
                  <a:pos x="connsiteX11132" y="connsiteY11132"/>
                </a:cxn>
                <a:cxn ang="0">
                  <a:pos x="connsiteX11133" y="connsiteY11133"/>
                </a:cxn>
                <a:cxn ang="0">
                  <a:pos x="connsiteX11134" y="connsiteY11134"/>
                </a:cxn>
                <a:cxn ang="0">
                  <a:pos x="connsiteX11135" y="connsiteY11135"/>
                </a:cxn>
                <a:cxn ang="0">
                  <a:pos x="connsiteX11136" y="connsiteY11136"/>
                </a:cxn>
                <a:cxn ang="0">
                  <a:pos x="connsiteX11137" y="connsiteY11137"/>
                </a:cxn>
                <a:cxn ang="0">
                  <a:pos x="connsiteX11138" y="connsiteY11138"/>
                </a:cxn>
                <a:cxn ang="0">
                  <a:pos x="connsiteX11139" y="connsiteY11139"/>
                </a:cxn>
                <a:cxn ang="0">
                  <a:pos x="connsiteX11140" y="connsiteY11140"/>
                </a:cxn>
                <a:cxn ang="0">
                  <a:pos x="connsiteX11141" y="connsiteY11141"/>
                </a:cxn>
                <a:cxn ang="0">
                  <a:pos x="connsiteX11142" y="connsiteY11142"/>
                </a:cxn>
                <a:cxn ang="0">
                  <a:pos x="connsiteX11143" y="connsiteY11143"/>
                </a:cxn>
                <a:cxn ang="0">
                  <a:pos x="connsiteX11144" y="connsiteY11144"/>
                </a:cxn>
                <a:cxn ang="0">
                  <a:pos x="connsiteX11145" y="connsiteY11145"/>
                </a:cxn>
                <a:cxn ang="0">
                  <a:pos x="connsiteX11146" y="connsiteY11146"/>
                </a:cxn>
                <a:cxn ang="0">
                  <a:pos x="connsiteX11147" y="connsiteY11147"/>
                </a:cxn>
                <a:cxn ang="0">
                  <a:pos x="connsiteX11148" y="connsiteY11148"/>
                </a:cxn>
                <a:cxn ang="0">
                  <a:pos x="connsiteX11149" y="connsiteY11149"/>
                </a:cxn>
                <a:cxn ang="0">
                  <a:pos x="connsiteX11150" y="connsiteY11150"/>
                </a:cxn>
                <a:cxn ang="0">
                  <a:pos x="connsiteX11151" y="connsiteY11151"/>
                </a:cxn>
                <a:cxn ang="0">
                  <a:pos x="connsiteX11152" y="connsiteY11152"/>
                </a:cxn>
                <a:cxn ang="0">
                  <a:pos x="connsiteX11153" y="connsiteY11153"/>
                </a:cxn>
                <a:cxn ang="0">
                  <a:pos x="connsiteX11154" y="connsiteY11154"/>
                </a:cxn>
                <a:cxn ang="0">
                  <a:pos x="connsiteX11155" y="connsiteY11155"/>
                </a:cxn>
                <a:cxn ang="0">
                  <a:pos x="connsiteX11156" y="connsiteY11156"/>
                </a:cxn>
                <a:cxn ang="0">
                  <a:pos x="connsiteX11157" y="connsiteY11157"/>
                </a:cxn>
                <a:cxn ang="0">
                  <a:pos x="connsiteX11158" y="connsiteY11158"/>
                </a:cxn>
                <a:cxn ang="0">
                  <a:pos x="connsiteX11159" y="connsiteY11159"/>
                </a:cxn>
                <a:cxn ang="0">
                  <a:pos x="connsiteX11160" y="connsiteY11160"/>
                </a:cxn>
                <a:cxn ang="0">
                  <a:pos x="connsiteX11161" y="connsiteY11161"/>
                </a:cxn>
                <a:cxn ang="0">
                  <a:pos x="connsiteX11162" y="connsiteY11162"/>
                </a:cxn>
                <a:cxn ang="0">
                  <a:pos x="connsiteX11163" y="connsiteY11163"/>
                </a:cxn>
                <a:cxn ang="0">
                  <a:pos x="connsiteX11164" y="connsiteY11164"/>
                </a:cxn>
                <a:cxn ang="0">
                  <a:pos x="connsiteX11165" y="connsiteY11165"/>
                </a:cxn>
                <a:cxn ang="0">
                  <a:pos x="connsiteX11166" y="connsiteY11166"/>
                </a:cxn>
                <a:cxn ang="0">
                  <a:pos x="connsiteX11167" y="connsiteY11167"/>
                </a:cxn>
                <a:cxn ang="0">
                  <a:pos x="connsiteX11168" y="connsiteY11168"/>
                </a:cxn>
                <a:cxn ang="0">
                  <a:pos x="connsiteX11169" y="connsiteY11169"/>
                </a:cxn>
                <a:cxn ang="0">
                  <a:pos x="connsiteX11170" y="connsiteY11170"/>
                </a:cxn>
                <a:cxn ang="0">
                  <a:pos x="connsiteX11171" y="connsiteY11171"/>
                </a:cxn>
                <a:cxn ang="0">
                  <a:pos x="connsiteX11172" y="connsiteY11172"/>
                </a:cxn>
                <a:cxn ang="0">
                  <a:pos x="connsiteX11173" y="connsiteY11173"/>
                </a:cxn>
                <a:cxn ang="0">
                  <a:pos x="connsiteX11174" y="connsiteY11174"/>
                </a:cxn>
                <a:cxn ang="0">
                  <a:pos x="connsiteX11175" y="connsiteY11175"/>
                </a:cxn>
                <a:cxn ang="0">
                  <a:pos x="connsiteX11176" y="connsiteY11176"/>
                </a:cxn>
                <a:cxn ang="0">
                  <a:pos x="connsiteX11177" y="connsiteY11177"/>
                </a:cxn>
                <a:cxn ang="0">
                  <a:pos x="connsiteX11178" y="connsiteY11178"/>
                </a:cxn>
                <a:cxn ang="0">
                  <a:pos x="connsiteX11179" y="connsiteY11179"/>
                </a:cxn>
                <a:cxn ang="0">
                  <a:pos x="connsiteX11180" y="connsiteY11180"/>
                </a:cxn>
                <a:cxn ang="0">
                  <a:pos x="connsiteX11181" y="connsiteY11181"/>
                </a:cxn>
                <a:cxn ang="0">
                  <a:pos x="connsiteX11182" y="connsiteY11182"/>
                </a:cxn>
                <a:cxn ang="0">
                  <a:pos x="connsiteX11183" y="connsiteY11183"/>
                </a:cxn>
                <a:cxn ang="0">
                  <a:pos x="connsiteX11184" y="connsiteY11184"/>
                </a:cxn>
                <a:cxn ang="0">
                  <a:pos x="connsiteX11185" y="connsiteY11185"/>
                </a:cxn>
                <a:cxn ang="0">
                  <a:pos x="connsiteX11186" y="connsiteY11186"/>
                </a:cxn>
                <a:cxn ang="0">
                  <a:pos x="connsiteX11187" y="connsiteY11187"/>
                </a:cxn>
                <a:cxn ang="0">
                  <a:pos x="connsiteX11188" y="connsiteY11188"/>
                </a:cxn>
                <a:cxn ang="0">
                  <a:pos x="connsiteX11189" y="connsiteY11189"/>
                </a:cxn>
                <a:cxn ang="0">
                  <a:pos x="connsiteX11190" y="connsiteY11190"/>
                </a:cxn>
                <a:cxn ang="0">
                  <a:pos x="connsiteX11191" y="connsiteY11191"/>
                </a:cxn>
                <a:cxn ang="0">
                  <a:pos x="connsiteX11192" y="connsiteY11192"/>
                </a:cxn>
                <a:cxn ang="0">
                  <a:pos x="connsiteX11193" y="connsiteY11193"/>
                </a:cxn>
                <a:cxn ang="0">
                  <a:pos x="connsiteX11194" y="connsiteY11194"/>
                </a:cxn>
                <a:cxn ang="0">
                  <a:pos x="connsiteX11195" y="connsiteY11195"/>
                </a:cxn>
                <a:cxn ang="0">
                  <a:pos x="connsiteX11196" y="connsiteY11196"/>
                </a:cxn>
                <a:cxn ang="0">
                  <a:pos x="connsiteX11197" y="connsiteY11197"/>
                </a:cxn>
                <a:cxn ang="0">
                  <a:pos x="connsiteX11198" y="connsiteY11198"/>
                </a:cxn>
                <a:cxn ang="0">
                  <a:pos x="connsiteX11199" y="connsiteY11199"/>
                </a:cxn>
                <a:cxn ang="0">
                  <a:pos x="connsiteX11200" y="connsiteY11200"/>
                </a:cxn>
                <a:cxn ang="0">
                  <a:pos x="connsiteX11201" y="connsiteY11201"/>
                </a:cxn>
                <a:cxn ang="0">
                  <a:pos x="connsiteX11202" y="connsiteY11202"/>
                </a:cxn>
                <a:cxn ang="0">
                  <a:pos x="connsiteX11203" y="connsiteY11203"/>
                </a:cxn>
                <a:cxn ang="0">
                  <a:pos x="connsiteX11204" y="connsiteY11204"/>
                </a:cxn>
                <a:cxn ang="0">
                  <a:pos x="connsiteX11205" y="connsiteY11205"/>
                </a:cxn>
                <a:cxn ang="0">
                  <a:pos x="connsiteX11206" y="connsiteY11206"/>
                </a:cxn>
                <a:cxn ang="0">
                  <a:pos x="connsiteX11207" y="connsiteY11207"/>
                </a:cxn>
                <a:cxn ang="0">
                  <a:pos x="connsiteX11208" y="connsiteY11208"/>
                </a:cxn>
                <a:cxn ang="0">
                  <a:pos x="connsiteX11209" y="connsiteY11209"/>
                </a:cxn>
                <a:cxn ang="0">
                  <a:pos x="connsiteX11210" y="connsiteY11210"/>
                </a:cxn>
                <a:cxn ang="0">
                  <a:pos x="connsiteX11211" y="connsiteY11211"/>
                </a:cxn>
                <a:cxn ang="0">
                  <a:pos x="connsiteX11212" y="connsiteY11212"/>
                </a:cxn>
                <a:cxn ang="0">
                  <a:pos x="connsiteX11213" y="connsiteY11213"/>
                </a:cxn>
                <a:cxn ang="0">
                  <a:pos x="connsiteX11214" y="connsiteY11214"/>
                </a:cxn>
                <a:cxn ang="0">
                  <a:pos x="connsiteX11215" y="connsiteY11215"/>
                </a:cxn>
                <a:cxn ang="0">
                  <a:pos x="connsiteX11216" y="connsiteY11216"/>
                </a:cxn>
                <a:cxn ang="0">
                  <a:pos x="connsiteX11217" y="connsiteY11217"/>
                </a:cxn>
                <a:cxn ang="0">
                  <a:pos x="connsiteX11218" y="connsiteY11218"/>
                </a:cxn>
                <a:cxn ang="0">
                  <a:pos x="connsiteX11219" y="connsiteY11219"/>
                </a:cxn>
                <a:cxn ang="0">
                  <a:pos x="connsiteX11220" y="connsiteY11220"/>
                </a:cxn>
                <a:cxn ang="0">
                  <a:pos x="connsiteX11221" y="connsiteY11221"/>
                </a:cxn>
                <a:cxn ang="0">
                  <a:pos x="connsiteX11222" y="connsiteY11222"/>
                </a:cxn>
                <a:cxn ang="0">
                  <a:pos x="connsiteX11223" y="connsiteY11223"/>
                </a:cxn>
                <a:cxn ang="0">
                  <a:pos x="connsiteX11224" y="connsiteY11224"/>
                </a:cxn>
                <a:cxn ang="0">
                  <a:pos x="connsiteX11225" y="connsiteY11225"/>
                </a:cxn>
                <a:cxn ang="0">
                  <a:pos x="connsiteX11226" y="connsiteY11226"/>
                </a:cxn>
                <a:cxn ang="0">
                  <a:pos x="connsiteX11227" y="connsiteY11227"/>
                </a:cxn>
                <a:cxn ang="0">
                  <a:pos x="connsiteX11228" y="connsiteY11228"/>
                </a:cxn>
                <a:cxn ang="0">
                  <a:pos x="connsiteX11229" y="connsiteY11229"/>
                </a:cxn>
                <a:cxn ang="0">
                  <a:pos x="connsiteX11230" y="connsiteY11230"/>
                </a:cxn>
                <a:cxn ang="0">
                  <a:pos x="connsiteX11231" y="connsiteY11231"/>
                </a:cxn>
                <a:cxn ang="0">
                  <a:pos x="connsiteX11232" y="connsiteY11232"/>
                </a:cxn>
                <a:cxn ang="0">
                  <a:pos x="connsiteX11233" y="connsiteY11233"/>
                </a:cxn>
                <a:cxn ang="0">
                  <a:pos x="connsiteX11234" y="connsiteY11234"/>
                </a:cxn>
                <a:cxn ang="0">
                  <a:pos x="connsiteX11235" y="connsiteY11235"/>
                </a:cxn>
                <a:cxn ang="0">
                  <a:pos x="connsiteX11236" y="connsiteY11236"/>
                </a:cxn>
                <a:cxn ang="0">
                  <a:pos x="connsiteX11237" y="connsiteY11237"/>
                </a:cxn>
                <a:cxn ang="0">
                  <a:pos x="connsiteX11238" y="connsiteY11238"/>
                </a:cxn>
                <a:cxn ang="0">
                  <a:pos x="connsiteX11239" y="connsiteY11239"/>
                </a:cxn>
                <a:cxn ang="0">
                  <a:pos x="connsiteX11240" y="connsiteY11240"/>
                </a:cxn>
                <a:cxn ang="0">
                  <a:pos x="connsiteX11241" y="connsiteY11241"/>
                </a:cxn>
                <a:cxn ang="0">
                  <a:pos x="connsiteX11242" y="connsiteY11242"/>
                </a:cxn>
                <a:cxn ang="0">
                  <a:pos x="connsiteX11243" y="connsiteY11243"/>
                </a:cxn>
                <a:cxn ang="0">
                  <a:pos x="connsiteX11244" y="connsiteY11244"/>
                </a:cxn>
                <a:cxn ang="0">
                  <a:pos x="connsiteX11245" y="connsiteY11245"/>
                </a:cxn>
                <a:cxn ang="0">
                  <a:pos x="connsiteX11246" y="connsiteY11246"/>
                </a:cxn>
                <a:cxn ang="0">
                  <a:pos x="connsiteX11247" y="connsiteY11247"/>
                </a:cxn>
                <a:cxn ang="0">
                  <a:pos x="connsiteX11248" y="connsiteY11248"/>
                </a:cxn>
                <a:cxn ang="0">
                  <a:pos x="connsiteX11249" y="connsiteY11249"/>
                </a:cxn>
                <a:cxn ang="0">
                  <a:pos x="connsiteX11250" y="connsiteY11250"/>
                </a:cxn>
                <a:cxn ang="0">
                  <a:pos x="connsiteX11251" y="connsiteY11251"/>
                </a:cxn>
                <a:cxn ang="0">
                  <a:pos x="connsiteX11252" y="connsiteY11252"/>
                </a:cxn>
                <a:cxn ang="0">
                  <a:pos x="connsiteX11253" y="connsiteY11253"/>
                </a:cxn>
                <a:cxn ang="0">
                  <a:pos x="connsiteX11254" y="connsiteY11254"/>
                </a:cxn>
                <a:cxn ang="0">
                  <a:pos x="connsiteX11255" y="connsiteY11255"/>
                </a:cxn>
                <a:cxn ang="0">
                  <a:pos x="connsiteX11256" y="connsiteY11256"/>
                </a:cxn>
                <a:cxn ang="0">
                  <a:pos x="connsiteX11257" y="connsiteY11257"/>
                </a:cxn>
                <a:cxn ang="0">
                  <a:pos x="connsiteX11258" y="connsiteY11258"/>
                </a:cxn>
                <a:cxn ang="0">
                  <a:pos x="connsiteX11259" y="connsiteY11259"/>
                </a:cxn>
                <a:cxn ang="0">
                  <a:pos x="connsiteX11260" y="connsiteY11260"/>
                </a:cxn>
                <a:cxn ang="0">
                  <a:pos x="connsiteX11261" y="connsiteY11261"/>
                </a:cxn>
                <a:cxn ang="0">
                  <a:pos x="connsiteX11262" y="connsiteY11262"/>
                </a:cxn>
                <a:cxn ang="0">
                  <a:pos x="connsiteX11263" y="connsiteY11263"/>
                </a:cxn>
                <a:cxn ang="0">
                  <a:pos x="connsiteX11264" y="connsiteY11264"/>
                </a:cxn>
                <a:cxn ang="0">
                  <a:pos x="connsiteX11265" y="connsiteY11265"/>
                </a:cxn>
                <a:cxn ang="0">
                  <a:pos x="connsiteX11266" y="connsiteY11266"/>
                </a:cxn>
                <a:cxn ang="0">
                  <a:pos x="connsiteX11267" y="connsiteY11267"/>
                </a:cxn>
                <a:cxn ang="0">
                  <a:pos x="connsiteX11268" y="connsiteY11268"/>
                </a:cxn>
                <a:cxn ang="0">
                  <a:pos x="connsiteX11269" y="connsiteY11269"/>
                </a:cxn>
                <a:cxn ang="0">
                  <a:pos x="connsiteX11270" y="connsiteY11270"/>
                </a:cxn>
                <a:cxn ang="0">
                  <a:pos x="connsiteX11271" y="connsiteY11271"/>
                </a:cxn>
                <a:cxn ang="0">
                  <a:pos x="connsiteX11272" y="connsiteY11272"/>
                </a:cxn>
                <a:cxn ang="0">
                  <a:pos x="connsiteX11273" y="connsiteY11273"/>
                </a:cxn>
                <a:cxn ang="0">
                  <a:pos x="connsiteX11274" y="connsiteY11274"/>
                </a:cxn>
                <a:cxn ang="0">
                  <a:pos x="connsiteX11275" y="connsiteY11275"/>
                </a:cxn>
                <a:cxn ang="0">
                  <a:pos x="connsiteX11276" y="connsiteY11276"/>
                </a:cxn>
                <a:cxn ang="0">
                  <a:pos x="connsiteX11277" y="connsiteY11277"/>
                </a:cxn>
                <a:cxn ang="0">
                  <a:pos x="connsiteX11278" y="connsiteY11278"/>
                </a:cxn>
                <a:cxn ang="0">
                  <a:pos x="connsiteX11279" y="connsiteY11279"/>
                </a:cxn>
                <a:cxn ang="0">
                  <a:pos x="connsiteX11280" y="connsiteY11280"/>
                </a:cxn>
                <a:cxn ang="0">
                  <a:pos x="connsiteX11281" y="connsiteY11281"/>
                </a:cxn>
                <a:cxn ang="0">
                  <a:pos x="connsiteX11282" y="connsiteY11282"/>
                </a:cxn>
                <a:cxn ang="0">
                  <a:pos x="connsiteX11283" y="connsiteY11283"/>
                </a:cxn>
                <a:cxn ang="0">
                  <a:pos x="connsiteX11284" y="connsiteY11284"/>
                </a:cxn>
                <a:cxn ang="0">
                  <a:pos x="connsiteX11285" y="connsiteY11285"/>
                </a:cxn>
                <a:cxn ang="0">
                  <a:pos x="connsiteX11286" y="connsiteY11286"/>
                </a:cxn>
                <a:cxn ang="0">
                  <a:pos x="connsiteX11287" y="connsiteY11287"/>
                </a:cxn>
                <a:cxn ang="0">
                  <a:pos x="connsiteX11288" y="connsiteY11288"/>
                </a:cxn>
                <a:cxn ang="0">
                  <a:pos x="connsiteX11289" y="connsiteY11289"/>
                </a:cxn>
                <a:cxn ang="0">
                  <a:pos x="connsiteX11290" y="connsiteY11290"/>
                </a:cxn>
                <a:cxn ang="0">
                  <a:pos x="connsiteX11291" y="connsiteY11291"/>
                </a:cxn>
                <a:cxn ang="0">
                  <a:pos x="connsiteX11292" y="connsiteY11292"/>
                </a:cxn>
                <a:cxn ang="0">
                  <a:pos x="connsiteX11293" y="connsiteY11293"/>
                </a:cxn>
                <a:cxn ang="0">
                  <a:pos x="connsiteX11294" y="connsiteY11294"/>
                </a:cxn>
                <a:cxn ang="0">
                  <a:pos x="connsiteX11295" y="connsiteY11295"/>
                </a:cxn>
                <a:cxn ang="0">
                  <a:pos x="connsiteX11296" y="connsiteY11296"/>
                </a:cxn>
                <a:cxn ang="0">
                  <a:pos x="connsiteX11297" y="connsiteY11297"/>
                </a:cxn>
                <a:cxn ang="0">
                  <a:pos x="connsiteX11298" y="connsiteY11298"/>
                </a:cxn>
                <a:cxn ang="0">
                  <a:pos x="connsiteX11299" y="connsiteY11299"/>
                </a:cxn>
                <a:cxn ang="0">
                  <a:pos x="connsiteX11300" y="connsiteY11300"/>
                </a:cxn>
                <a:cxn ang="0">
                  <a:pos x="connsiteX11301" y="connsiteY11301"/>
                </a:cxn>
                <a:cxn ang="0">
                  <a:pos x="connsiteX11302" y="connsiteY11302"/>
                </a:cxn>
                <a:cxn ang="0">
                  <a:pos x="connsiteX11303" y="connsiteY11303"/>
                </a:cxn>
                <a:cxn ang="0">
                  <a:pos x="connsiteX11304" y="connsiteY11304"/>
                </a:cxn>
                <a:cxn ang="0">
                  <a:pos x="connsiteX11305" y="connsiteY11305"/>
                </a:cxn>
                <a:cxn ang="0">
                  <a:pos x="connsiteX11306" y="connsiteY11306"/>
                </a:cxn>
                <a:cxn ang="0">
                  <a:pos x="connsiteX11307" y="connsiteY11307"/>
                </a:cxn>
                <a:cxn ang="0">
                  <a:pos x="connsiteX11308" y="connsiteY11308"/>
                </a:cxn>
                <a:cxn ang="0">
                  <a:pos x="connsiteX11309" y="connsiteY11309"/>
                </a:cxn>
                <a:cxn ang="0">
                  <a:pos x="connsiteX11310" y="connsiteY11310"/>
                </a:cxn>
                <a:cxn ang="0">
                  <a:pos x="connsiteX11311" y="connsiteY11311"/>
                </a:cxn>
                <a:cxn ang="0">
                  <a:pos x="connsiteX11312" y="connsiteY11312"/>
                </a:cxn>
                <a:cxn ang="0">
                  <a:pos x="connsiteX11313" y="connsiteY11313"/>
                </a:cxn>
                <a:cxn ang="0">
                  <a:pos x="connsiteX11314" y="connsiteY11314"/>
                </a:cxn>
                <a:cxn ang="0">
                  <a:pos x="connsiteX11315" y="connsiteY11315"/>
                </a:cxn>
                <a:cxn ang="0">
                  <a:pos x="connsiteX11316" y="connsiteY11316"/>
                </a:cxn>
                <a:cxn ang="0">
                  <a:pos x="connsiteX11317" y="connsiteY11317"/>
                </a:cxn>
                <a:cxn ang="0">
                  <a:pos x="connsiteX11318" y="connsiteY11318"/>
                </a:cxn>
                <a:cxn ang="0">
                  <a:pos x="connsiteX11319" y="connsiteY11319"/>
                </a:cxn>
                <a:cxn ang="0">
                  <a:pos x="connsiteX11320" y="connsiteY11320"/>
                </a:cxn>
                <a:cxn ang="0">
                  <a:pos x="connsiteX11321" y="connsiteY11321"/>
                </a:cxn>
                <a:cxn ang="0">
                  <a:pos x="connsiteX11322" y="connsiteY11322"/>
                </a:cxn>
                <a:cxn ang="0">
                  <a:pos x="connsiteX11323" y="connsiteY11323"/>
                </a:cxn>
                <a:cxn ang="0">
                  <a:pos x="connsiteX11324" y="connsiteY11324"/>
                </a:cxn>
                <a:cxn ang="0">
                  <a:pos x="connsiteX11325" y="connsiteY11325"/>
                </a:cxn>
                <a:cxn ang="0">
                  <a:pos x="connsiteX11326" y="connsiteY11326"/>
                </a:cxn>
                <a:cxn ang="0">
                  <a:pos x="connsiteX11327" y="connsiteY11327"/>
                </a:cxn>
                <a:cxn ang="0">
                  <a:pos x="connsiteX11328" y="connsiteY11328"/>
                </a:cxn>
                <a:cxn ang="0">
                  <a:pos x="connsiteX11329" y="connsiteY11329"/>
                </a:cxn>
                <a:cxn ang="0">
                  <a:pos x="connsiteX11330" y="connsiteY11330"/>
                </a:cxn>
                <a:cxn ang="0">
                  <a:pos x="connsiteX11331" y="connsiteY11331"/>
                </a:cxn>
                <a:cxn ang="0">
                  <a:pos x="connsiteX11332" y="connsiteY11332"/>
                </a:cxn>
                <a:cxn ang="0">
                  <a:pos x="connsiteX11333" y="connsiteY11333"/>
                </a:cxn>
                <a:cxn ang="0">
                  <a:pos x="connsiteX11334" y="connsiteY11334"/>
                </a:cxn>
                <a:cxn ang="0">
                  <a:pos x="connsiteX11335" y="connsiteY11335"/>
                </a:cxn>
                <a:cxn ang="0">
                  <a:pos x="connsiteX11336" y="connsiteY11336"/>
                </a:cxn>
                <a:cxn ang="0">
                  <a:pos x="connsiteX11337" y="connsiteY11337"/>
                </a:cxn>
                <a:cxn ang="0">
                  <a:pos x="connsiteX11338" y="connsiteY11338"/>
                </a:cxn>
                <a:cxn ang="0">
                  <a:pos x="connsiteX11339" y="connsiteY11339"/>
                </a:cxn>
                <a:cxn ang="0">
                  <a:pos x="connsiteX11340" y="connsiteY11340"/>
                </a:cxn>
                <a:cxn ang="0">
                  <a:pos x="connsiteX11341" y="connsiteY11341"/>
                </a:cxn>
                <a:cxn ang="0">
                  <a:pos x="connsiteX11342" y="connsiteY11342"/>
                </a:cxn>
                <a:cxn ang="0">
                  <a:pos x="connsiteX11343" y="connsiteY11343"/>
                </a:cxn>
                <a:cxn ang="0">
                  <a:pos x="connsiteX11344" y="connsiteY11344"/>
                </a:cxn>
                <a:cxn ang="0">
                  <a:pos x="connsiteX11345" y="connsiteY11345"/>
                </a:cxn>
                <a:cxn ang="0">
                  <a:pos x="connsiteX11346" y="connsiteY11346"/>
                </a:cxn>
                <a:cxn ang="0">
                  <a:pos x="connsiteX11347" y="connsiteY11347"/>
                </a:cxn>
                <a:cxn ang="0">
                  <a:pos x="connsiteX11348" y="connsiteY11348"/>
                </a:cxn>
                <a:cxn ang="0">
                  <a:pos x="connsiteX11349" y="connsiteY11349"/>
                </a:cxn>
                <a:cxn ang="0">
                  <a:pos x="connsiteX11350" y="connsiteY11350"/>
                </a:cxn>
                <a:cxn ang="0">
                  <a:pos x="connsiteX11351" y="connsiteY11351"/>
                </a:cxn>
                <a:cxn ang="0">
                  <a:pos x="connsiteX11352" y="connsiteY11352"/>
                </a:cxn>
                <a:cxn ang="0">
                  <a:pos x="connsiteX11353" y="connsiteY11353"/>
                </a:cxn>
                <a:cxn ang="0">
                  <a:pos x="connsiteX11354" y="connsiteY11354"/>
                </a:cxn>
                <a:cxn ang="0">
                  <a:pos x="connsiteX11355" y="connsiteY11355"/>
                </a:cxn>
                <a:cxn ang="0">
                  <a:pos x="connsiteX11356" y="connsiteY11356"/>
                </a:cxn>
                <a:cxn ang="0">
                  <a:pos x="connsiteX11357" y="connsiteY11357"/>
                </a:cxn>
                <a:cxn ang="0">
                  <a:pos x="connsiteX11358" y="connsiteY11358"/>
                </a:cxn>
                <a:cxn ang="0">
                  <a:pos x="connsiteX11359" y="connsiteY11359"/>
                </a:cxn>
                <a:cxn ang="0">
                  <a:pos x="connsiteX11360" y="connsiteY11360"/>
                </a:cxn>
                <a:cxn ang="0">
                  <a:pos x="connsiteX11361" y="connsiteY11361"/>
                </a:cxn>
                <a:cxn ang="0">
                  <a:pos x="connsiteX11362" y="connsiteY11362"/>
                </a:cxn>
                <a:cxn ang="0">
                  <a:pos x="connsiteX11363" y="connsiteY11363"/>
                </a:cxn>
                <a:cxn ang="0">
                  <a:pos x="connsiteX11364" y="connsiteY11364"/>
                </a:cxn>
                <a:cxn ang="0">
                  <a:pos x="connsiteX11365" y="connsiteY11365"/>
                </a:cxn>
                <a:cxn ang="0">
                  <a:pos x="connsiteX11366" y="connsiteY11366"/>
                </a:cxn>
                <a:cxn ang="0">
                  <a:pos x="connsiteX11367" y="connsiteY11367"/>
                </a:cxn>
                <a:cxn ang="0">
                  <a:pos x="connsiteX11368" y="connsiteY11368"/>
                </a:cxn>
                <a:cxn ang="0">
                  <a:pos x="connsiteX11369" y="connsiteY11369"/>
                </a:cxn>
                <a:cxn ang="0">
                  <a:pos x="connsiteX11370" y="connsiteY11370"/>
                </a:cxn>
                <a:cxn ang="0">
                  <a:pos x="connsiteX11371" y="connsiteY11371"/>
                </a:cxn>
                <a:cxn ang="0">
                  <a:pos x="connsiteX11372" y="connsiteY11372"/>
                </a:cxn>
                <a:cxn ang="0">
                  <a:pos x="connsiteX11373" y="connsiteY11373"/>
                </a:cxn>
                <a:cxn ang="0">
                  <a:pos x="connsiteX11374" y="connsiteY11374"/>
                </a:cxn>
                <a:cxn ang="0">
                  <a:pos x="connsiteX11375" y="connsiteY11375"/>
                </a:cxn>
                <a:cxn ang="0">
                  <a:pos x="connsiteX11376" y="connsiteY11376"/>
                </a:cxn>
                <a:cxn ang="0">
                  <a:pos x="connsiteX11377" y="connsiteY11377"/>
                </a:cxn>
                <a:cxn ang="0">
                  <a:pos x="connsiteX11378" y="connsiteY11378"/>
                </a:cxn>
                <a:cxn ang="0">
                  <a:pos x="connsiteX11379" y="connsiteY11379"/>
                </a:cxn>
                <a:cxn ang="0">
                  <a:pos x="connsiteX11380" y="connsiteY11380"/>
                </a:cxn>
                <a:cxn ang="0">
                  <a:pos x="connsiteX11381" y="connsiteY11381"/>
                </a:cxn>
                <a:cxn ang="0">
                  <a:pos x="connsiteX11382" y="connsiteY11382"/>
                </a:cxn>
                <a:cxn ang="0">
                  <a:pos x="connsiteX11383" y="connsiteY11383"/>
                </a:cxn>
                <a:cxn ang="0">
                  <a:pos x="connsiteX11384" y="connsiteY11384"/>
                </a:cxn>
                <a:cxn ang="0">
                  <a:pos x="connsiteX11385" y="connsiteY11385"/>
                </a:cxn>
                <a:cxn ang="0">
                  <a:pos x="connsiteX11386" y="connsiteY11386"/>
                </a:cxn>
                <a:cxn ang="0">
                  <a:pos x="connsiteX11387" y="connsiteY11387"/>
                </a:cxn>
                <a:cxn ang="0">
                  <a:pos x="connsiteX11388" y="connsiteY11388"/>
                </a:cxn>
                <a:cxn ang="0">
                  <a:pos x="connsiteX11389" y="connsiteY11389"/>
                </a:cxn>
                <a:cxn ang="0">
                  <a:pos x="connsiteX11390" y="connsiteY11390"/>
                </a:cxn>
                <a:cxn ang="0">
                  <a:pos x="connsiteX11391" y="connsiteY11391"/>
                </a:cxn>
                <a:cxn ang="0">
                  <a:pos x="connsiteX11392" y="connsiteY11392"/>
                </a:cxn>
                <a:cxn ang="0">
                  <a:pos x="connsiteX11393" y="connsiteY11393"/>
                </a:cxn>
                <a:cxn ang="0">
                  <a:pos x="connsiteX11394" y="connsiteY11394"/>
                </a:cxn>
                <a:cxn ang="0">
                  <a:pos x="connsiteX11395" y="connsiteY11395"/>
                </a:cxn>
                <a:cxn ang="0">
                  <a:pos x="connsiteX11396" y="connsiteY11396"/>
                </a:cxn>
                <a:cxn ang="0">
                  <a:pos x="connsiteX11397" y="connsiteY11397"/>
                </a:cxn>
                <a:cxn ang="0">
                  <a:pos x="connsiteX11398" y="connsiteY11398"/>
                </a:cxn>
                <a:cxn ang="0">
                  <a:pos x="connsiteX11399" y="connsiteY11399"/>
                </a:cxn>
                <a:cxn ang="0">
                  <a:pos x="connsiteX11400" y="connsiteY11400"/>
                </a:cxn>
                <a:cxn ang="0">
                  <a:pos x="connsiteX11401" y="connsiteY11401"/>
                </a:cxn>
                <a:cxn ang="0">
                  <a:pos x="connsiteX11402" y="connsiteY11402"/>
                </a:cxn>
                <a:cxn ang="0">
                  <a:pos x="connsiteX11403" y="connsiteY11403"/>
                </a:cxn>
                <a:cxn ang="0">
                  <a:pos x="connsiteX11404" y="connsiteY11404"/>
                </a:cxn>
                <a:cxn ang="0">
                  <a:pos x="connsiteX11405" y="connsiteY11405"/>
                </a:cxn>
                <a:cxn ang="0">
                  <a:pos x="connsiteX11406" y="connsiteY11406"/>
                </a:cxn>
                <a:cxn ang="0">
                  <a:pos x="connsiteX11407" y="connsiteY11407"/>
                </a:cxn>
                <a:cxn ang="0">
                  <a:pos x="connsiteX11408" y="connsiteY11408"/>
                </a:cxn>
                <a:cxn ang="0">
                  <a:pos x="connsiteX11409" y="connsiteY11409"/>
                </a:cxn>
                <a:cxn ang="0">
                  <a:pos x="connsiteX11410" y="connsiteY11410"/>
                </a:cxn>
                <a:cxn ang="0">
                  <a:pos x="connsiteX11411" y="connsiteY11411"/>
                </a:cxn>
                <a:cxn ang="0">
                  <a:pos x="connsiteX11412" y="connsiteY11412"/>
                </a:cxn>
                <a:cxn ang="0">
                  <a:pos x="connsiteX11413" y="connsiteY11413"/>
                </a:cxn>
                <a:cxn ang="0">
                  <a:pos x="connsiteX11414" y="connsiteY11414"/>
                </a:cxn>
                <a:cxn ang="0">
                  <a:pos x="connsiteX11415" y="connsiteY11415"/>
                </a:cxn>
                <a:cxn ang="0">
                  <a:pos x="connsiteX11416" y="connsiteY11416"/>
                </a:cxn>
                <a:cxn ang="0">
                  <a:pos x="connsiteX11417" y="connsiteY11417"/>
                </a:cxn>
                <a:cxn ang="0">
                  <a:pos x="connsiteX11418" y="connsiteY11418"/>
                </a:cxn>
                <a:cxn ang="0">
                  <a:pos x="connsiteX11419" y="connsiteY11419"/>
                </a:cxn>
                <a:cxn ang="0">
                  <a:pos x="connsiteX11420" y="connsiteY11420"/>
                </a:cxn>
                <a:cxn ang="0">
                  <a:pos x="connsiteX11421" y="connsiteY11421"/>
                </a:cxn>
                <a:cxn ang="0">
                  <a:pos x="connsiteX11422" y="connsiteY11422"/>
                </a:cxn>
                <a:cxn ang="0">
                  <a:pos x="connsiteX11423" y="connsiteY11423"/>
                </a:cxn>
                <a:cxn ang="0">
                  <a:pos x="connsiteX11424" y="connsiteY11424"/>
                </a:cxn>
                <a:cxn ang="0">
                  <a:pos x="connsiteX11425" y="connsiteY11425"/>
                </a:cxn>
                <a:cxn ang="0">
                  <a:pos x="connsiteX11426" y="connsiteY11426"/>
                </a:cxn>
                <a:cxn ang="0">
                  <a:pos x="connsiteX11427" y="connsiteY11427"/>
                </a:cxn>
                <a:cxn ang="0">
                  <a:pos x="connsiteX11428" y="connsiteY11428"/>
                </a:cxn>
                <a:cxn ang="0">
                  <a:pos x="connsiteX11429" y="connsiteY11429"/>
                </a:cxn>
                <a:cxn ang="0">
                  <a:pos x="connsiteX11430" y="connsiteY11430"/>
                </a:cxn>
                <a:cxn ang="0">
                  <a:pos x="connsiteX11431" y="connsiteY11431"/>
                </a:cxn>
                <a:cxn ang="0">
                  <a:pos x="connsiteX11432" y="connsiteY11432"/>
                </a:cxn>
                <a:cxn ang="0">
                  <a:pos x="connsiteX11433" y="connsiteY11433"/>
                </a:cxn>
                <a:cxn ang="0">
                  <a:pos x="connsiteX11434" y="connsiteY11434"/>
                </a:cxn>
                <a:cxn ang="0">
                  <a:pos x="connsiteX11435" y="connsiteY11435"/>
                </a:cxn>
                <a:cxn ang="0">
                  <a:pos x="connsiteX11436" y="connsiteY11436"/>
                </a:cxn>
                <a:cxn ang="0">
                  <a:pos x="connsiteX11437" y="connsiteY11437"/>
                </a:cxn>
                <a:cxn ang="0">
                  <a:pos x="connsiteX11438" y="connsiteY11438"/>
                </a:cxn>
                <a:cxn ang="0">
                  <a:pos x="connsiteX11439" y="connsiteY11439"/>
                </a:cxn>
                <a:cxn ang="0">
                  <a:pos x="connsiteX11440" y="connsiteY11440"/>
                </a:cxn>
                <a:cxn ang="0">
                  <a:pos x="connsiteX11441" y="connsiteY11441"/>
                </a:cxn>
                <a:cxn ang="0">
                  <a:pos x="connsiteX11442" y="connsiteY11442"/>
                </a:cxn>
                <a:cxn ang="0">
                  <a:pos x="connsiteX11443" y="connsiteY11443"/>
                </a:cxn>
                <a:cxn ang="0">
                  <a:pos x="connsiteX11444" y="connsiteY11444"/>
                </a:cxn>
                <a:cxn ang="0">
                  <a:pos x="connsiteX11445" y="connsiteY11445"/>
                </a:cxn>
                <a:cxn ang="0">
                  <a:pos x="connsiteX11446" y="connsiteY11446"/>
                </a:cxn>
                <a:cxn ang="0">
                  <a:pos x="connsiteX11447" y="connsiteY11447"/>
                </a:cxn>
                <a:cxn ang="0">
                  <a:pos x="connsiteX11448" y="connsiteY11448"/>
                </a:cxn>
                <a:cxn ang="0">
                  <a:pos x="connsiteX11449" y="connsiteY11449"/>
                </a:cxn>
                <a:cxn ang="0">
                  <a:pos x="connsiteX11450" y="connsiteY11450"/>
                </a:cxn>
                <a:cxn ang="0">
                  <a:pos x="connsiteX11451" y="connsiteY11451"/>
                </a:cxn>
                <a:cxn ang="0">
                  <a:pos x="connsiteX11452" y="connsiteY11452"/>
                </a:cxn>
                <a:cxn ang="0">
                  <a:pos x="connsiteX11453" y="connsiteY11453"/>
                </a:cxn>
                <a:cxn ang="0">
                  <a:pos x="connsiteX11454" y="connsiteY11454"/>
                </a:cxn>
                <a:cxn ang="0">
                  <a:pos x="connsiteX11455" y="connsiteY11455"/>
                </a:cxn>
                <a:cxn ang="0">
                  <a:pos x="connsiteX11456" y="connsiteY11456"/>
                </a:cxn>
                <a:cxn ang="0">
                  <a:pos x="connsiteX11457" y="connsiteY11457"/>
                </a:cxn>
                <a:cxn ang="0">
                  <a:pos x="connsiteX11458" y="connsiteY11458"/>
                </a:cxn>
                <a:cxn ang="0">
                  <a:pos x="connsiteX11459" y="connsiteY11459"/>
                </a:cxn>
                <a:cxn ang="0">
                  <a:pos x="connsiteX11460" y="connsiteY11460"/>
                </a:cxn>
                <a:cxn ang="0">
                  <a:pos x="connsiteX11461" y="connsiteY11461"/>
                </a:cxn>
                <a:cxn ang="0">
                  <a:pos x="connsiteX11462" y="connsiteY11462"/>
                </a:cxn>
                <a:cxn ang="0">
                  <a:pos x="connsiteX11463" y="connsiteY11463"/>
                </a:cxn>
                <a:cxn ang="0">
                  <a:pos x="connsiteX11464" y="connsiteY11464"/>
                </a:cxn>
                <a:cxn ang="0">
                  <a:pos x="connsiteX11465" y="connsiteY11465"/>
                </a:cxn>
                <a:cxn ang="0">
                  <a:pos x="connsiteX11466" y="connsiteY11466"/>
                </a:cxn>
                <a:cxn ang="0">
                  <a:pos x="connsiteX11467" y="connsiteY11467"/>
                </a:cxn>
                <a:cxn ang="0">
                  <a:pos x="connsiteX11468" y="connsiteY11468"/>
                </a:cxn>
                <a:cxn ang="0">
                  <a:pos x="connsiteX11469" y="connsiteY11469"/>
                </a:cxn>
                <a:cxn ang="0">
                  <a:pos x="connsiteX11470" y="connsiteY11470"/>
                </a:cxn>
                <a:cxn ang="0">
                  <a:pos x="connsiteX11471" y="connsiteY11471"/>
                </a:cxn>
                <a:cxn ang="0">
                  <a:pos x="connsiteX11472" y="connsiteY11472"/>
                </a:cxn>
                <a:cxn ang="0">
                  <a:pos x="connsiteX11473" y="connsiteY11473"/>
                </a:cxn>
                <a:cxn ang="0">
                  <a:pos x="connsiteX11474" y="connsiteY11474"/>
                </a:cxn>
                <a:cxn ang="0">
                  <a:pos x="connsiteX11475" y="connsiteY11475"/>
                </a:cxn>
                <a:cxn ang="0">
                  <a:pos x="connsiteX11476" y="connsiteY11476"/>
                </a:cxn>
                <a:cxn ang="0">
                  <a:pos x="connsiteX11477" y="connsiteY11477"/>
                </a:cxn>
                <a:cxn ang="0">
                  <a:pos x="connsiteX11478" y="connsiteY11478"/>
                </a:cxn>
                <a:cxn ang="0">
                  <a:pos x="connsiteX11479" y="connsiteY11479"/>
                </a:cxn>
                <a:cxn ang="0">
                  <a:pos x="connsiteX11480" y="connsiteY11480"/>
                </a:cxn>
                <a:cxn ang="0">
                  <a:pos x="connsiteX11481" y="connsiteY11481"/>
                </a:cxn>
                <a:cxn ang="0">
                  <a:pos x="connsiteX11482" y="connsiteY11482"/>
                </a:cxn>
                <a:cxn ang="0">
                  <a:pos x="connsiteX11483" y="connsiteY11483"/>
                </a:cxn>
                <a:cxn ang="0">
                  <a:pos x="connsiteX11484" y="connsiteY11484"/>
                </a:cxn>
                <a:cxn ang="0">
                  <a:pos x="connsiteX11485" y="connsiteY11485"/>
                </a:cxn>
                <a:cxn ang="0">
                  <a:pos x="connsiteX11486" y="connsiteY11486"/>
                </a:cxn>
                <a:cxn ang="0">
                  <a:pos x="connsiteX11487" y="connsiteY11487"/>
                </a:cxn>
                <a:cxn ang="0">
                  <a:pos x="connsiteX11488" y="connsiteY11488"/>
                </a:cxn>
                <a:cxn ang="0">
                  <a:pos x="connsiteX11489" y="connsiteY11489"/>
                </a:cxn>
                <a:cxn ang="0">
                  <a:pos x="connsiteX11490" y="connsiteY11490"/>
                </a:cxn>
                <a:cxn ang="0">
                  <a:pos x="connsiteX11491" y="connsiteY11491"/>
                </a:cxn>
                <a:cxn ang="0">
                  <a:pos x="connsiteX11492" y="connsiteY11492"/>
                </a:cxn>
                <a:cxn ang="0">
                  <a:pos x="connsiteX11493" y="connsiteY11493"/>
                </a:cxn>
                <a:cxn ang="0">
                  <a:pos x="connsiteX11494" y="connsiteY11494"/>
                </a:cxn>
                <a:cxn ang="0">
                  <a:pos x="connsiteX11495" y="connsiteY11495"/>
                </a:cxn>
                <a:cxn ang="0">
                  <a:pos x="connsiteX11496" y="connsiteY11496"/>
                </a:cxn>
                <a:cxn ang="0">
                  <a:pos x="connsiteX11497" y="connsiteY11497"/>
                </a:cxn>
                <a:cxn ang="0">
                  <a:pos x="connsiteX11498" y="connsiteY11498"/>
                </a:cxn>
                <a:cxn ang="0">
                  <a:pos x="connsiteX11499" y="connsiteY11499"/>
                </a:cxn>
                <a:cxn ang="0">
                  <a:pos x="connsiteX11500" y="connsiteY11500"/>
                </a:cxn>
                <a:cxn ang="0">
                  <a:pos x="connsiteX11501" y="connsiteY11501"/>
                </a:cxn>
                <a:cxn ang="0">
                  <a:pos x="connsiteX11502" y="connsiteY11502"/>
                </a:cxn>
                <a:cxn ang="0">
                  <a:pos x="connsiteX11503" y="connsiteY11503"/>
                </a:cxn>
                <a:cxn ang="0">
                  <a:pos x="connsiteX11504" y="connsiteY11504"/>
                </a:cxn>
                <a:cxn ang="0">
                  <a:pos x="connsiteX11505" y="connsiteY11505"/>
                </a:cxn>
                <a:cxn ang="0">
                  <a:pos x="connsiteX11506" y="connsiteY11506"/>
                </a:cxn>
                <a:cxn ang="0">
                  <a:pos x="connsiteX11507" y="connsiteY11507"/>
                </a:cxn>
                <a:cxn ang="0">
                  <a:pos x="connsiteX11508" y="connsiteY11508"/>
                </a:cxn>
                <a:cxn ang="0">
                  <a:pos x="connsiteX11509" y="connsiteY11509"/>
                </a:cxn>
                <a:cxn ang="0">
                  <a:pos x="connsiteX11510" y="connsiteY11510"/>
                </a:cxn>
                <a:cxn ang="0">
                  <a:pos x="connsiteX11511" y="connsiteY11511"/>
                </a:cxn>
                <a:cxn ang="0">
                  <a:pos x="connsiteX11512" y="connsiteY11512"/>
                </a:cxn>
                <a:cxn ang="0">
                  <a:pos x="connsiteX11513" y="connsiteY11513"/>
                </a:cxn>
                <a:cxn ang="0">
                  <a:pos x="connsiteX11514" y="connsiteY11514"/>
                </a:cxn>
                <a:cxn ang="0">
                  <a:pos x="connsiteX11515" y="connsiteY11515"/>
                </a:cxn>
                <a:cxn ang="0">
                  <a:pos x="connsiteX11516" y="connsiteY11516"/>
                </a:cxn>
                <a:cxn ang="0">
                  <a:pos x="connsiteX11517" y="connsiteY11517"/>
                </a:cxn>
                <a:cxn ang="0">
                  <a:pos x="connsiteX11518" y="connsiteY11518"/>
                </a:cxn>
                <a:cxn ang="0">
                  <a:pos x="connsiteX11519" y="connsiteY11519"/>
                </a:cxn>
                <a:cxn ang="0">
                  <a:pos x="connsiteX11520" y="connsiteY11520"/>
                </a:cxn>
                <a:cxn ang="0">
                  <a:pos x="connsiteX11521" y="connsiteY11521"/>
                </a:cxn>
                <a:cxn ang="0">
                  <a:pos x="connsiteX11522" y="connsiteY11522"/>
                </a:cxn>
                <a:cxn ang="0">
                  <a:pos x="connsiteX11523" y="connsiteY11523"/>
                </a:cxn>
                <a:cxn ang="0">
                  <a:pos x="connsiteX11524" y="connsiteY11524"/>
                </a:cxn>
                <a:cxn ang="0">
                  <a:pos x="connsiteX11525" y="connsiteY11525"/>
                </a:cxn>
                <a:cxn ang="0">
                  <a:pos x="connsiteX11526" y="connsiteY11526"/>
                </a:cxn>
                <a:cxn ang="0">
                  <a:pos x="connsiteX11527" y="connsiteY11527"/>
                </a:cxn>
                <a:cxn ang="0">
                  <a:pos x="connsiteX11528" y="connsiteY11528"/>
                </a:cxn>
                <a:cxn ang="0">
                  <a:pos x="connsiteX11529" y="connsiteY11529"/>
                </a:cxn>
                <a:cxn ang="0">
                  <a:pos x="connsiteX11530" y="connsiteY11530"/>
                </a:cxn>
                <a:cxn ang="0">
                  <a:pos x="connsiteX11531" y="connsiteY11531"/>
                </a:cxn>
                <a:cxn ang="0">
                  <a:pos x="connsiteX11532" y="connsiteY11532"/>
                </a:cxn>
                <a:cxn ang="0">
                  <a:pos x="connsiteX11533" y="connsiteY11533"/>
                </a:cxn>
                <a:cxn ang="0">
                  <a:pos x="connsiteX11534" y="connsiteY11534"/>
                </a:cxn>
                <a:cxn ang="0">
                  <a:pos x="connsiteX11535" y="connsiteY11535"/>
                </a:cxn>
                <a:cxn ang="0">
                  <a:pos x="connsiteX11536" y="connsiteY11536"/>
                </a:cxn>
                <a:cxn ang="0">
                  <a:pos x="connsiteX11537" y="connsiteY11537"/>
                </a:cxn>
                <a:cxn ang="0">
                  <a:pos x="connsiteX11538" y="connsiteY11538"/>
                </a:cxn>
                <a:cxn ang="0">
                  <a:pos x="connsiteX11539" y="connsiteY11539"/>
                </a:cxn>
                <a:cxn ang="0">
                  <a:pos x="connsiteX11540" y="connsiteY11540"/>
                </a:cxn>
                <a:cxn ang="0">
                  <a:pos x="connsiteX11541" y="connsiteY11541"/>
                </a:cxn>
                <a:cxn ang="0">
                  <a:pos x="connsiteX11542" y="connsiteY11542"/>
                </a:cxn>
                <a:cxn ang="0">
                  <a:pos x="connsiteX11543" y="connsiteY11543"/>
                </a:cxn>
                <a:cxn ang="0">
                  <a:pos x="connsiteX11544" y="connsiteY11544"/>
                </a:cxn>
                <a:cxn ang="0">
                  <a:pos x="connsiteX11545" y="connsiteY11545"/>
                </a:cxn>
                <a:cxn ang="0">
                  <a:pos x="connsiteX11546" y="connsiteY11546"/>
                </a:cxn>
                <a:cxn ang="0">
                  <a:pos x="connsiteX11547" y="connsiteY11547"/>
                </a:cxn>
                <a:cxn ang="0">
                  <a:pos x="connsiteX11548" y="connsiteY11548"/>
                </a:cxn>
                <a:cxn ang="0">
                  <a:pos x="connsiteX11549" y="connsiteY11549"/>
                </a:cxn>
                <a:cxn ang="0">
                  <a:pos x="connsiteX11550" y="connsiteY11550"/>
                </a:cxn>
                <a:cxn ang="0">
                  <a:pos x="connsiteX11551" y="connsiteY11551"/>
                </a:cxn>
                <a:cxn ang="0">
                  <a:pos x="connsiteX11552" y="connsiteY11552"/>
                </a:cxn>
                <a:cxn ang="0">
                  <a:pos x="connsiteX11553" y="connsiteY11553"/>
                </a:cxn>
                <a:cxn ang="0">
                  <a:pos x="connsiteX11554" y="connsiteY11554"/>
                </a:cxn>
                <a:cxn ang="0">
                  <a:pos x="connsiteX11555" y="connsiteY11555"/>
                </a:cxn>
                <a:cxn ang="0">
                  <a:pos x="connsiteX11556" y="connsiteY11556"/>
                </a:cxn>
                <a:cxn ang="0">
                  <a:pos x="connsiteX11557" y="connsiteY11557"/>
                </a:cxn>
                <a:cxn ang="0">
                  <a:pos x="connsiteX11558" y="connsiteY11558"/>
                </a:cxn>
                <a:cxn ang="0">
                  <a:pos x="connsiteX11559" y="connsiteY11559"/>
                </a:cxn>
                <a:cxn ang="0">
                  <a:pos x="connsiteX11560" y="connsiteY11560"/>
                </a:cxn>
                <a:cxn ang="0">
                  <a:pos x="connsiteX11561" y="connsiteY11561"/>
                </a:cxn>
                <a:cxn ang="0">
                  <a:pos x="connsiteX11562" y="connsiteY11562"/>
                </a:cxn>
                <a:cxn ang="0">
                  <a:pos x="connsiteX11563" y="connsiteY11563"/>
                </a:cxn>
                <a:cxn ang="0">
                  <a:pos x="connsiteX11564" y="connsiteY11564"/>
                </a:cxn>
                <a:cxn ang="0">
                  <a:pos x="connsiteX11565" y="connsiteY11565"/>
                </a:cxn>
                <a:cxn ang="0">
                  <a:pos x="connsiteX11566" y="connsiteY11566"/>
                </a:cxn>
                <a:cxn ang="0">
                  <a:pos x="connsiteX11567" y="connsiteY11567"/>
                </a:cxn>
                <a:cxn ang="0">
                  <a:pos x="connsiteX11568" y="connsiteY11568"/>
                </a:cxn>
                <a:cxn ang="0">
                  <a:pos x="connsiteX11569" y="connsiteY11569"/>
                </a:cxn>
                <a:cxn ang="0">
                  <a:pos x="connsiteX11570" y="connsiteY11570"/>
                </a:cxn>
                <a:cxn ang="0">
                  <a:pos x="connsiteX11571" y="connsiteY11571"/>
                </a:cxn>
                <a:cxn ang="0">
                  <a:pos x="connsiteX11572" y="connsiteY11572"/>
                </a:cxn>
                <a:cxn ang="0">
                  <a:pos x="connsiteX11573" y="connsiteY11573"/>
                </a:cxn>
                <a:cxn ang="0">
                  <a:pos x="connsiteX11574" y="connsiteY11574"/>
                </a:cxn>
                <a:cxn ang="0">
                  <a:pos x="connsiteX11575" y="connsiteY11575"/>
                </a:cxn>
                <a:cxn ang="0">
                  <a:pos x="connsiteX11576" y="connsiteY11576"/>
                </a:cxn>
                <a:cxn ang="0">
                  <a:pos x="connsiteX11577" y="connsiteY11577"/>
                </a:cxn>
                <a:cxn ang="0">
                  <a:pos x="connsiteX11578" y="connsiteY11578"/>
                </a:cxn>
                <a:cxn ang="0">
                  <a:pos x="connsiteX11579" y="connsiteY11579"/>
                </a:cxn>
                <a:cxn ang="0">
                  <a:pos x="connsiteX11580" y="connsiteY11580"/>
                </a:cxn>
                <a:cxn ang="0">
                  <a:pos x="connsiteX11581" y="connsiteY11581"/>
                </a:cxn>
                <a:cxn ang="0">
                  <a:pos x="connsiteX11582" y="connsiteY11582"/>
                </a:cxn>
                <a:cxn ang="0">
                  <a:pos x="connsiteX11583" y="connsiteY11583"/>
                </a:cxn>
                <a:cxn ang="0">
                  <a:pos x="connsiteX11584" y="connsiteY11584"/>
                </a:cxn>
                <a:cxn ang="0">
                  <a:pos x="connsiteX11585" y="connsiteY11585"/>
                </a:cxn>
                <a:cxn ang="0">
                  <a:pos x="connsiteX11586" y="connsiteY11586"/>
                </a:cxn>
                <a:cxn ang="0">
                  <a:pos x="connsiteX11587" y="connsiteY11587"/>
                </a:cxn>
                <a:cxn ang="0">
                  <a:pos x="connsiteX11588" y="connsiteY11588"/>
                </a:cxn>
                <a:cxn ang="0">
                  <a:pos x="connsiteX11589" y="connsiteY11589"/>
                </a:cxn>
                <a:cxn ang="0">
                  <a:pos x="connsiteX11590" y="connsiteY11590"/>
                </a:cxn>
                <a:cxn ang="0">
                  <a:pos x="connsiteX11591" y="connsiteY11591"/>
                </a:cxn>
                <a:cxn ang="0">
                  <a:pos x="connsiteX11592" y="connsiteY11592"/>
                </a:cxn>
                <a:cxn ang="0">
                  <a:pos x="connsiteX11593" y="connsiteY11593"/>
                </a:cxn>
                <a:cxn ang="0">
                  <a:pos x="connsiteX11594" y="connsiteY11594"/>
                </a:cxn>
                <a:cxn ang="0">
                  <a:pos x="connsiteX11595" y="connsiteY11595"/>
                </a:cxn>
                <a:cxn ang="0">
                  <a:pos x="connsiteX11596" y="connsiteY11596"/>
                </a:cxn>
                <a:cxn ang="0">
                  <a:pos x="connsiteX11597" y="connsiteY11597"/>
                </a:cxn>
                <a:cxn ang="0">
                  <a:pos x="connsiteX11598" y="connsiteY11598"/>
                </a:cxn>
                <a:cxn ang="0">
                  <a:pos x="connsiteX11599" y="connsiteY11599"/>
                </a:cxn>
                <a:cxn ang="0">
                  <a:pos x="connsiteX11600" y="connsiteY11600"/>
                </a:cxn>
                <a:cxn ang="0">
                  <a:pos x="connsiteX11601" y="connsiteY11601"/>
                </a:cxn>
                <a:cxn ang="0">
                  <a:pos x="connsiteX11602" y="connsiteY11602"/>
                </a:cxn>
                <a:cxn ang="0">
                  <a:pos x="connsiteX11603" y="connsiteY11603"/>
                </a:cxn>
                <a:cxn ang="0">
                  <a:pos x="connsiteX11604" y="connsiteY11604"/>
                </a:cxn>
                <a:cxn ang="0">
                  <a:pos x="connsiteX11605" y="connsiteY11605"/>
                </a:cxn>
                <a:cxn ang="0">
                  <a:pos x="connsiteX11606" y="connsiteY11606"/>
                </a:cxn>
                <a:cxn ang="0">
                  <a:pos x="connsiteX11607" y="connsiteY11607"/>
                </a:cxn>
                <a:cxn ang="0">
                  <a:pos x="connsiteX11608" y="connsiteY11608"/>
                </a:cxn>
                <a:cxn ang="0">
                  <a:pos x="connsiteX11609" y="connsiteY11609"/>
                </a:cxn>
                <a:cxn ang="0">
                  <a:pos x="connsiteX11610" y="connsiteY11610"/>
                </a:cxn>
                <a:cxn ang="0">
                  <a:pos x="connsiteX11611" y="connsiteY11611"/>
                </a:cxn>
                <a:cxn ang="0">
                  <a:pos x="connsiteX11612" y="connsiteY11612"/>
                </a:cxn>
                <a:cxn ang="0">
                  <a:pos x="connsiteX11613" y="connsiteY11613"/>
                </a:cxn>
                <a:cxn ang="0">
                  <a:pos x="connsiteX11614" y="connsiteY11614"/>
                </a:cxn>
                <a:cxn ang="0">
                  <a:pos x="connsiteX11615" y="connsiteY11615"/>
                </a:cxn>
                <a:cxn ang="0">
                  <a:pos x="connsiteX11616" y="connsiteY11616"/>
                </a:cxn>
                <a:cxn ang="0">
                  <a:pos x="connsiteX11617" y="connsiteY11617"/>
                </a:cxn>
                <a:cxn ang="0">
                  <a:pos x="connsiteX11618" y="connsiteY11618"/>
                </a:cxn>
                <a:cxn ang="0">
                  <a:pos x="connsiteX11619" y="connsiteY11619"/>
                </a:cxn>
                <a:cxn ang="0">
                  <a:pos x="connsiteX11620" y="connsiteY11620"/>
                </a:cxn>
                <a:cxn ang="0">
                  <a:pos x="connsiteX11621" y="connsiteY11621"/>
                </a:cxn>
                <a:cxn ang="0">
                  <a:pos x="connsiteX11622" y="connsiteY11622"/>
                </a:cxn>
                <a:cxn ang="0">
                  <a:pos x="connsiteX11623" y="connsiteY11623"/>
                </a:cxn>
                <a:cxn ang="0">
                  <a:pos x="connsiteX11624" y="connsiteY11624"/>
                </a:cxn>
                <a:cxn ang="0">
                  <a:pos x="connsiteX11625" y="connsiteY11625"/>
                </a:cxn>
                <a:cxn ang="0">
                  <a:pos x="connsiteX11626" y="connsiteY11626"/>
                </a:cxn>
                <a:cxn ang="0">
                  <a:pos x="connsiteX11627" y="connsiteY11627"/>
                </a:cxn>
                <a:cxn ang="0">
                  <a:pos x="connsiteX11628" y="connsiteY11628"/>
                </a:cxn>
                <a:cxn ang="0">
                  <a:pos x="connsiteX11629" y="connsiteY11629"/>
                </a:cxn>
                <a:cxn ang="0">
                  <a:pos x="connsiteX11630" y="connsiteY11630"/>
                </a:cxn>
                <a:cxn ang="0">
                  <a:pos x="connsiteX11631" y="connsiteY11631"/>
                </a:cxn>
                <a:cxn ang="0">
                  <a:pos x="connsiteX11632" y="connsiteY11632"/>
                </a:cxn>
                <a:cxn ang="0">
                  <a:pos x="connsiteX11633" y="connsiteY11633"/>
                </a:cxn>
                <a:cxn ang="0">
                  <a:pos x="connsiteX11634" y="connsiteY11634"/>
                </a:cxn>
                <a:cxn ang="0">
                  <a:pos x="connsiteX11635" y="connsiteY11635"/>
                </a:cxn>
                <a:cxn ang="0">
                  <a:pos x="connsiteX11636" y="connsiteY11636"/>
                </a:cxn>
                <a:cxn ang="0">
                  <a:pos x="connsiteX11637" y="connsiteY11637"/>
                </a:cxn>
                <a:cxn ang="0">
                  <a:pos x="connsiteX11638" y="connsiteY11638"/>
                </a:cxn>
                <a:cxn ang="0">
                  <a:pos x="connsiteX11639" y="connsiteY11639"/>
                </a:cxn>
                <a:cxn ang="0">
                  <a:pos x="connsiteX11640" y="connsiteY11640"/>
                </a:cxn>
                <a:cxn ang="0">
                  <a:pos x="connsiteX11641" y="connsiteY11641"/>
                </a:cxn>
                <a:cxn ang="0">
                  <a:pos x="connsiteX11642" y="connsiteY11642"/>
                </a:cxn>
                <a:cxn ang="0">
                  <a:pos x="connsiteX11643" y="connsiteY11643"/>
                </a:cxn>
                <a:cxn ang="0">
                  <a:pos x="connsiteX11644" y="connsiteY11644"/>
                </a:cxn>
                <a:cxn ang="0">
                  <a:pos x="connsiteX11645" y="connsiteY11645"/>
                </a:cxn>
                <a:cxn ang="0">
                  <a:pos x="connsiteX11646" y="connsiteY11646"/>
                </a:cxn>
                <a:cxn ang="0">
                  <a:pos x="connsiteX11647" y="connsiteY11647"/>
                </a:cxn>
                <a:cxn ang="0">
                  <a:pos x="connsiteX11648" y="connsiteY11648"/>
                </a:cxn>
                <a:cxn ang="0">
                  <a:pos x="connsiteX11649" y="connsiteY11649"/>
                </a:cxn>
                <a:cxn ang="0">
                  <a:pos x="connsiteX11650" y="connsiteY11650"/>
                </a:cxn>
                <a:cxn ang="0">
                  <a:pos x="connsiteX11651" y="connsiteY11651"/>
                </a:cxn>
                <a:cxn ang="0">
                  <a:pos x="connsiteX11652" y="connsiteY11652"/>
                </a:cxn>
                <a:cxn ang="0">
                  <a:pos x="connsiteX11653" y="connsiteY11653"/>
                </a:cxn>
                <a:cxn ang="0">
                  <a:pos x="connsiteX11654" y="connsiteY11654"/>
                </a:cxn>
                <a:cxn ang="0">
                  <a:pos x="connsiteX11655" y="connsiteY11655"/>
                </a:cxn>
                <a:cxn ang="0">
                  <a:pos x="connsiteX11656" y="connsiteY11656"/>
                </a:cxn>
                <a:cxn ang="0">
                  <a:pos x="connsiteX11657" y="connsiteY11657"/>
                </a:cxn>
                <a:cxn ang="0">
                  <a:pos x="connsiteX11658" y="connsiteY11658"/>
                </a:cxn>
                <a:cxn ang="0">
                  <a:pos x="connsiteX11659" y="connsiteY11659"/>
                </a:cxn>
                <a:cxn ang="0">
                  <a:pos x="connsiteX11660" y="connsiteY11660"/>
                </a:cxn>
                <a:cxn ang="0">
                  <a:pos x="connsiteX11661" y="connsiteY11661"/>
                </a:cxn>
                <a:cxn ang="0">
                  <a:pos x="connsiteX11662" y="connsiteY11662"/>
                </a:cxn>
                <a:cxn ang="0">
                  <a:pos x="connsiteX11663" y="connsiteY11663"/>
                </a:cxn>
                <a:cxn ang="0">
                  <a:pos x="connsiteX11664" y="connsiteY11664"/>
                </a:cxn>
                <a:cxn ang="0">
                  <a:pos x="connsiteX11665" y="connsiteY11665"/>
                </a:cxn>
                <a:cxn ang="0">
                  <a:pos x="connsiteX11666" y="connsiteY11666"/>
                </a:cxn>
                <a:cxn ang="0">
                  <a:pos x="connsiteX11667" y="connsiteY11667"/>
                </a:cxn>
                <a:cxn ang="0">
                  <a:pos x="connsiteX11668" y="connsiteY11668"/>
                </a:cxn>
                <a:cxn ang="0">
                  <a:pos x="connsiteX11669" y="connsiteY11669"/>
                </a:cxn>
                <a:cxn ang="0">
                  <a:pos x="connsiteX11670" y="connsiteY11670"/>
                </a:cxn>
                <a:cxn ang="0">
                  <a:pos x="connsiteX11671" y="connsiteY11671"/>
                </a:cxn>
                <a:cxn ang="0">
                  <a:pos x="connsiteX11672" y="connsiteY11672"/>
                </a:cxn>
                <a:cxn ang="0">
                  <a:pos x="connsiteX11673" y="connsiteY11673"/>
                </a:cxn>
                <a:cxn ang="0">
                  <a:pos x="connsiteX11674" y="connsiteY11674"/>
                </a:cxn>
                <a:cxn ang="0">
                  <a:pos x="connsiteX11675" y="connsiteY11675"/>
                </a:cxn>
                <a:cxn ang="0">
                  <a:pos x="connsiteX11676" y="connsiteY11676"/>
                </a:cxn>
                <a:cxn ang="0">
                  <a:pos x="connsiteX11677" y="connsiteY11677"/>
                </a:cxn>
                <a:cxn ang="0">
                  <a:pos x="connsiteX11678" y="connsiteY11678"/>
                </a:cxn>
                <a:cxn ang="0">
                  <a:pos x="connsiteX11679" y="connsiteY11679"/>
                </a:cxn>
                <a:cxn ang="0">
                  <a:pos x="connsiteX11680" y="connsiteY11680"/>
                </a:cxn>
                <a:cxn ang="0">
                  <a:pos x="connsiteX11681" y="connsiteY11681"/>
                </a:cxn>
                <a:cxn ang="0">
                  <a:pos x="connsiteX11682" y="connsiteY11682"/>
                </a:cxn>
                <a:cxn ang="0">
                  <a:pos x="connsiteX11683" y="connsiteY11683"/>
                </a:cxn>
                <a:cxn ang="0">
                  <a:pos x="connsiteX11684" y="connsiteY11684"/>
                </a:cxn>
                <a:cxn ang="0">
                  <a:pos x="connsiteX11685" y="connsiteY11685"/>
                </a:cxn>
                <a:cxn ang="0">
                  <a:pos x="connsiteX11686" y="connsiteY11686"/>
                </a:cxn>
                <a:cxn ang="0">
                  <a:pos x="connsiteX11687" y="connsiteY11687"/>
                </a:cxn>
                <a:cxn ang="0">
                  <a:pos x="connsiteX11688" y="connsiteY11688"/>
                </a:cxn>
                <a:cxn ang="0">
                  <a:pos x="connsiteX11689" y="connsiteY11689"/>
                </a:cxn>
                <a:cxn ang="0">
                  <a:pos x="connsiteX11690" y="connsiteY11690"/>
                </a:cxn>
                <a:cxn ang="0">
                  <a:pos x="connsiteX11691" y="connsiteY11691"/>
                </a:cxn>
                <a:cxn ang="0">
                  <a:pos x="connsiteX11692" y="connsiteY11692"/>
                </a:cxn>
                <a:cxn ang="0">
                  <a:pos x="connsiteX11693" y="connsiteY11693"/>
                </a:cxn>
                <a:cxn ang="0">
                  <a:pos x="connsiteX11694" y="connsiteY11694"/>
                </a:cxn>
                <a:cxn ang="0">
                  <a:pos x="connsiteX11695" y="connsiteY11695"/>
                </a:cxn>
                <a:cxn ang="0">
                  <a:pos x="connsiteX11696" y="connsiteY11696"/>
                </a:cxn>
                <a:cxn ang="0">
                  <a:pos x="connsiteX11697" y="connsiteY11697"/>
                </a:cxn>
                <a:cxn ang="0">
                  <a:pos x="connsiteX11698" y="connsiteY11698"/>
                </a:cxn>
                <a:cxn ang="0">
                  <a:pos x="connsiteX11699" y="connsiteY11699"/>
                </a:cxn>
                <a:cxn ang="0">
                  <a:pos x="connsiteX11700" y="connsiteY11700"/>
                </a:cxn>
                <a:cxn ang="0">
                  <a:pos x="connsiteX11701" y="connsiteY11701"/>
                </a:cxn>
                <a:cxn ang="0">
                  <a:pos x="connsiteX11702" y="connsiteY11702"/>
                </a:cxn>
                <a:cxn ang="0">
                  <a:pos x="connsiteX11703" y="connsiteY11703"/>
                </a:cxn>
                <a:cxn ang="0">
                  <a:pos x="connsiteX11704" y="connsiteY11704"/>
                </a:cxn>
                <a:cxn ang="0">
                  <a:pos x="connsiteX11705" y="connsiteY11705"/>
                </a:cxn>
                <a:cxn ang="0">
                  <a:pos x="connsiteX11706" y="connsiteY11706"/>
                </a:cxn>
                <a:cxn ang="0">
                  <a:pos x="connsiteX11707" y="connsiteY11707"/>
                </a:cxn>
                <a:cxn ang="0">
                  <a:pos x="connsiteX11708" y="connsiteY11708"/>
                </a:cxn>
                <a:cxn ang="0">
                  <a:pos x="connsiteX11709" y="connsiteY11709"/>
                </a:cxn>
                <a:cxn ang="0">
                  <a:pos x="connsiteX11710" y="connsiteY11710"/>
                </a:cxn>
                <a:cxn ang="0">
                  <a:pos x="connsiteX11711" y="connsiteY11711"/>
                </a:cxn>
                <a:cxn ang="0">
                  <a:pos x="connsiteX11712" y="connsiteY11712"/>
                </a:cxn>
                <a:cxn ang="0">
                  <a:pos x="connsiteX11713" y="connsiteY11713"/>
                </a:cxn>
                <a:cxn ang="0">
                  <a:pos x="connsiteX11714" y="connsiteY11714"/>
                </a:cxn>
                <a:cxn ang="0">
                  <a:pos x="connsiteX11715" y="connsiteY11715"/>
                </a:cxn>
                <a:cxn ang="0">
                  <a:pos x="connsiteX11716" y="connsiteY11716"/>
                </a:cxn>
                <a:cxn ang="0">
                  <a:pos x="connsiteX11717" y="connsiteY11717"/>
                </a:cxn>
                <a:cxn ang="0">
                  <a:pos x="connsiteX11718" y="connsiteY11718"/>
                </a:cxn>
                <a:cxn ang="0">
                  <a:pos x="connsiteX11719" y="connsiteY11719"/>
                </a:cxn>
                <a:cxn ang="0">
                  <a:pos x="connsiteX11720" y="connsiteY11720"/>
                </a:cxn>
                <a:cxn ang="0">
                  <a:pos x="connsiteX11721" y="connsiteY11721"/>
                </a:cxn>
                <a:cxn ang="0">
                  <a:pos x="connsiteX11722" y="connsiteY11722"/>
                </a:cxn>
                <a:cxn ang="0">
                  <a:pos x="connsiteX11723" y="connsiteY11723"/>
                </a:cxn>
                <a:cxn ang="0">
                  <a:pos x="connsiteX11724" y="connsiteY11724"/>
                </a:cxn>
                <a:cxn ang="0">
                  <a:pos x="connsiteX11725" y="connsiteY11725"/>
                </a:cxn>
                <a:cxn ang="0">
                  <a:pos x="connsiteX11726" y="connsiteY11726"/>
                </a:cxn>
                <a:cxn ang="0">
                  <a:pos x="connsiteX11727" y="connsiteY11727"/>
                </a:cxn>
                <a:cxn ang="0">
                  <a:pos x="connsiteX11728" y="connsiteY11728"/>
                </a:cxn>
                <a:cxn ang="0">
                  <a:pos x="connsiteX11729" y="connsiteY11729"/>
                </a:cxn>
                <a:cxn ang="0">
                  <a:pos x="connsiteX11730" y="connsiteY11730"/>
                </a:cxn>
                <a:cxn ang="0">
                  <a:pos x="connsiteX11731" y="connsiteY11731"/>
                </a:cxn>
                <a:cxn ang="0">
                  <a:pos x="connsiteX11732" y="connsiteY11732"/>
                </a:cxn>
                <a:cxn ang="0">
                  <a:pos x="connsiteX11733" y="connsiteY11733"/>
                </a:cxn>
                <a:cxn ang="0">
                  <a:pos x="connsiteX11734" y="connsiteY11734"/>
                </a:cxn>
                <a:cxn ang="0">
                  <a:pos x="connsiteX11735" y="connsiteY11735"/>
                </a:cxn>
                <a:cxn ang="0">
                  <a:pos x="connsiteX11736" y="connsiteY11736"/>
                </a:cxn>
                <a:cxn ang="0">
                  <a:pos x="connsiteX11737" y="connsiteY11737"/>
                </a:cxn>
                <a:cxn ang="0">
                  <a:pos x="connsiteX11738" y="connsiteY11738"/>
                </a:cxn>
                <a:cxn ang="0">
                  <a:pos x="connsiteX11739" y="connsiteY11739"/>
                </a:cxn>
                <a:cxn ang="0">
                  <a:pos x="connsiteX11740" y="connsiteY11740"/>
                </a:cxn>
                <a:cxn ang="0">
                  <a:pos x="connsiteX11741" y="connsiteY11741"/>
                </a:cxn>
                <a:cxn ang="0">
                  <a:pos x="connsiteX11742" y="connsiteY11742"/>
                </a:cxn>
                <a:cxn ang="0">
                  <a:pos x="connsiteX11743" y="connsiteY11743"/>
                </a:cxn>
                <a:cxn ang="0">
                  <a:pos x="connsiteX11744" y="connsiteY11744"/>
                </a:cxn>
                <a:cxn ang="0">
                  <a:pos x="connsiteX11745" y="connsiteY11745"/>
                </a:cxn>
                <a:cxn ang="0">
                  <a:pos x="connsiteX11746" y="connsiteY11746"/>
                </a:cxn>
                <a:cxn ang="0">
                  <a:pos x="connsiteX11747" y="connsiteY11747"/>
                </a:cxn>
                <a:cxn ang="0">
                  <a:pos x="connsiteX11748" y="connsiteY11748"/>
                </a:cxn>
                <a:cxn ang="0">
                  <a:pos x="connsiteX11749" y="connsiteY11749"/>
                </a:cxn>
                <a:cxn ang="0">
                  <a:pos x="connsiteX11750" y="connsiteY11750"/>
                </a:cxn>
                <a:cxn ang="0">
                  <a:pos x="connsiteX11751" y="connsiteY11751"/>
                </a:cxn>
                <a:cxn ang="0">
                  <a:pos x="connsiteX11752" y="connsiteY11752"/>
                </a:cxn>
                <a:cxn ang="0">
                  <a:pos x="connsiteX11753" y="connsiteY11753"/>
                </a:cxn>
                <a:cxn ang="0">
                  <a:pos x="connsiteX11754" y="connsiteY11754"/>
                </a:cxn>
                <a:cxn ang="0">
                  <a:pos x="connsiteX11755" y="connsiteY11755"/>
                </a:cxn>
                <a:cxn ang="0">
                  <a:pos x="connsiteX11756" y="connsiteY11756"/>
                </a:cxn>
                <a:cxn ang="0">
                  <a:pos x="connsiteX11757" y="connsiteY11757"/>
                </a:cxn>
                <a:cxn ang="0">
                  <a:pos x="connsiteX11758" y="connsiteY11758"/>
                </a:cxn>
                <a:cxn ang="0">
                  <a:pos x="connsiteX11759" y="connsiteY11759"/>
                </a:cxn>
                <a:cxn ang="0">
                  <a:pos x="connsiteX11760" y="connsiteY11760"/>
                </a:cxn>
                <a:cxn ang="0">
                  <a:pos x="connsiteX11761" y="connsiteY11761"/>
                </a:cxn>
                <a:cxn ang="0">
                  <a:pos x="connsiteX11762" y="connsiteY11762"/>
                </a:cxn>
                <a:cxn ang="0">
                  <a:pos x="connsiteX11763" y="connsiteY11763"/>
                </a:cxn>
                <a:cxn ang="0">
                  <a:pos x="connsiteX11764" y="connsiteY11764"/>
                </a:cxn>
                <a:cxn ang="0">
                  <a:pos x="connsiteX11765" y="connsiteY11765"/>
                </a:cxn>
                <a:cxn ang="0">
                  <a:pos x="connsiteX11766" y="connsiteY11766"/>
                </a:cxn>
                <a:cxn ang="0">
                  <a:pos x="connsiteX11767" y="connsiteY11767"/>
                </a:cxn>
                <a:cxn ang="0">
                  <a:pos x="connsiteX11768" y="connsiteY11768"/>
                </a:cxn>
                <a:cxn ang="0">
                  <a:pos x="connsiteX11769" y="connsiteY11769"/>
                </a:cxn>
                <a:cxn ang="0">
                  <a:pos x="connsiteX11770" y="connsiteY11770"/>
                </a:cxn>
                <a:cxn ang="0">
                  <a:pos x="connsiteX11771" y="connsiteY11771"/>
                </a:cxn>
                <a:cxn ang="0">
                  <a:pos x="connsiteX11772" y="connsiteY11772"/>
                </a:cxn>
                <a:cxn ang="0">
                  <a:pos x="connsiteX11773" y="connsiteY11773"/>
                </a:cxn>
                <a:cxn ang="0">
                  <a:pos x="connsiteX11774" y="connsiteY11774"/>
                </a:cxn>
                <a:cxn ang="0">
                  <a:pos x="connsiteX11775" y="connsiteY11775"/>
                </a:cxn>
                <a:cxn ang="0">
                  <a:pos x="connsiteX11776" y="connsiteY11776"/>
                </a:cxn>
                <a:cxn ang="0">
                  <a:pos x="connsiteX11777" y="connsiteY11777"/>
                </a:cxn>
                <a:cxn ang="0">
                  <a:pos x="connsiteX11778" y="connsiteY11778"/>
                </a:cxn>
                <a:cxn ang="0">
                  <a:pos x="connsiteX11779" y="connsiteY11779"/>
                </a:cxn>
                <a:cxn ang="0">
                  <a:pos x="connsiteX11780" y="connsiteY11780"/>
                </a:cxn>
                <a:cxn ang="0">
                  <a:pos x="connsiteX11781" y="connsiteY11781"/>
                </a:cxn>
                <a:cxn ang="0">
                  <a:pos x="connsiteX11782" y="connsiteY11782"/>
                </a:cxn>
                <a:cxn ang="0">
                  <a:pos x="connsiteX11783" y="connsiteY11783"/>
                </a:cxn>
                <a:cxn ang="0">
                  <a:pos x="connsiteX11784" y="connsiteY11784"/>
                </a:cxn>
                <a:cxn ang="0">
                  <a:pos x="connsiteX11785" y="connsiteY11785"/>
                </a:cxn>
                <a:cxn ang="0">
                  <a:pos x="connsiteX11786" y="connsiteY11786"/>
                </a:cxn>
                <a:cxn ang="0">
                  <a:pos x="connsiteX11787" y="connsiteY11787"/>
                </a:cxn>
                <a:cxn ang="0">
                  <a:pos x="connsiteX11788" y="connsiteY11788"/>
                </a:cxn>
                <a:cxn ang="0">
                  <a:pos x="connsiteX11789" y="connsiteY11789"/>
                </a:cxn>
                <a:cxn ang="0">
                  <a:pos x="connsiteX11790" y="connsiteY11790"/>
                </a:cxn>
                <a:cxn ang="0">
                  <a:pos x="connsiteX11791" y="connsiteY11791"/>
                </a:cxn>
                <a:cxn ang="0">
                  <a:pos x="connsiteX11792" y="connsiteY11792"/>
                </a:cxn>
                <a:cxn ang="0">
                  <a:pos x="connsiteX11793" y="connsiteY11793"/>
                </a:cxn>
                <a:cxn ang="0">
                  <a:pos x="connsiteX11794" y="connsiteY11794"/>
                </a:cxn>
                <a:cxn ang="0">
                  <a:pos x="connsiteX11795" y="connsiteY11795"/>
                </a:cxn>
                <a:cxn ang="0">
                  <a:pos x="connsiteX11796" y="connsiteY11796"/>
                </a:cxn>
                <a:cxn ang="0">
                  <a:pos x="connsiteX11797" y="connsiteY11797"/>
                </a:cxn>
                <a:cxn ang="0">
                  <a:pos x="connsiteX11798" y="connsiteY11798"/>
                </a:cxn>
                <a:cxn ang="0">
                  <a:pos x="connsiteX11799" y="connsiteY11799"/>
                </a:cxn>
                <a:cxn ang="0">
                  <a:pos x="connsiteX11800" y="connsiteY11800"/>
                </a:cxn>
                <a:cxn ang="0">
                  <a:pos x="connsiteX11801" y="connsiteY11801"/>
                </a:cxn>
                <a:cxn ang="0">
                  <a:pos x="connsiteX11802" y="connsiteY11802"/>
                </a:cxn>
                <a:cxn ang="0">
                  <a:pos x="connsiteX11803" y="connsiteY11803"/>
                </a:cxn>
                <a:cxn ang="0">
                  <a:pos x="connsiteX11804" y="connsiteY11804"/>
                </a:cxn>
                <a:cxn ang="0">
                  <a:pos x="connsiteX11805" y="connsiteY11805"/>
                </a:cxn>
                <a:cxn ang="0">
                  <a:pos x="connsiteX11806" y="connsiteY11806"/>
                </a:cxn>
                <a:cxn ang="0">
                  <a:pos x="connsiteX11807" y="connsiteY11807"/>
                </a:cxn>
                <a:cxn ang="0">
                  <a:pos x="connsiteX11808" y="connsiteY11808"/>
                </a:cxn>
                <a:cxn ang="0">
                  <a:pos x="connsiteX11809" y="connsiteY11809"/>
                </a:cxn>
                <a:cxn ang="0">
                  <a:pos x="connsiteX11810" y="connsiteY11810"/>
                </a:cxn>
                <a:cxn ang="0">
                  <a:pos x="connsiteX11811" y="connsiteY11811"/>
                </a:cxn>
                <a:cxn ang="0">
                  <a:pos x="connsiteX11812" y="connsiteY11812"/>
                </a:cxn>
                <a:cxn ang="0">
                  <a:pos x="connsiteX11813" y="connsiteY11813"/>
                </a:cxn>
                <a:cxn ang="0">
                  <a:pos x="connsiteX11814" y="connsiteY11814"/>
                </a:cxn>
                <a:cxn ang="0">
                  <a:pos x="connsiteX11815" y="connsiteY11815"/>
                </a:cxn>
                <a:cxn ang="0">
                  <a:pos x="connsiteX11816" y="connsiteY11816"/>
                </a:cxn>
                <a:cxn ang="0">
                  <a:pos x="connsiteX11817" y="connsiteY11817"/>
                </a:cxn>
                <a:cxn ang="0">
                  <a:pos x="connsiteX11818" y="connsiteY11818"/>
                </a:cxn>
                <a:cxn ang="0">
                  <a:pos x="connsiteX11819" y="connsiteY11819"/>
                </a:cxn>
                <a:cxn ang="0">
                  <a:pos x="connsiteX11820" y="connsiteY11820"/>
                </a:cxn>
                <a:cxn ang="0">
                  <a:pos x="connsiteX11821" y="connsiteY11821"/>
                </a:cxn>
                <a:cxn ang="0">
                  <a:pos x="connsiteX11822" y="connsiteY11822"/>
                </a:cxn>
                <a:cxn ang="0">
                  <a:pos x="connsiteX11823" y="connsiteY11823"/>
                </a:cxn>
                <a:cxn ang="0">
                  <a:pos x="connsiteX11824" y="connsiteY11824"/>
                </a:cxn>
                <a:cxn ang="0">
                  <a:pos x="connsiteX11825" y="connsiteY11825"/>
                </a:cxn>
                <a:cxn ang="0">
                  <a:pos x="connsiteX11826" y="connsiteY11826"/>
                </a:cxn>
                <a:cxn ang="0">
                  <a:pos x="connsiteX11827" y="connsiteY11827"/>
                </a:cxn>
                <a:cxn ang="0">
                  <a:pos x="connsiteX11828" y="connsiteY11828"/>
                </a:cxn>
                <a:cxn ang="0">
                  <a:pos x="connsiteX11829" y="connsiteY11829"/>
                </a:cxn>
                <a:cxn ang="0">
                  <a:pos x="connsiteX11830" y="connsiteY11830"/>
                </a:cxn>
                <a:cxn ang="0">
                  <a:pos x="connsiteX11831" y="connsiteY11831"/>
                </a:cxn>
                <a:cxn ang="0">
                  <a:pos x="connsiteX11832" y="connsiteY11832"/>
                </a:cxn>
                <a:cxn ang="0">
                  <a:pos x="connsiteX11833" y="connsiteY11833"/>
                </a:cxn>
                <a:cxn ang="0">
                  <a:pos x="connsiteX11834" y="connsiteY11834"/>
                </a:cxn>
                <a:cxn ang="0">
                  <a:pos x="connsiteX11835" y="connsiteY11835"/>
                </a:cxn>
                <a:cxn ang="0">
                  <a:pos x="connsiteX11836" y="connsiteY11836"/>
                </a:cxn>
                <a:cxn ang="0">
                  <a:pos x="connsiteX11837" y="connsiteY11837"/>
                </a:cxn>
                <a:cxn ang="0">
                  <a:pos x="connsiteX11838" y="connsiteY11838"/>
                </a:cxn>
                <a:cxn ang="0">
                  <a:pos x="connsiteX11839" y="connsiteY11839"/>
                </a:cxn>
                <a:cxn ang="0">
                  <a:pos x="connsiteX11840" y="connsiteY11840"/>
                </a:cxn>
                <a:cxn ang="0">
                  <a:pos x="connsiteX11841" y="connsiteY11841"/>
                </a:cxn>
                <a:cxn ang="0">
                  <a:pos x="connsiteX11842" y="connsiteY11842"/>
                </a:cxn>
                <a:cxn ang="0">
                  <a:pos x="connsiteX11843" y="connsiteY11843"/>
                </a:cxn>
                <a:cxn ang="0">
                  <a:pos x="connsiteX11844" y="connsiteY11844"/>
                </a:cxn>
                <a:cxn ang="0">
                  <a:pos x="connsiteX11845" y="connsiteY11845"/>
                </a:cxn>
                <a:cxn ang="0">
                  <a:pos x="connsiteX11846" y="connsiteY11846"/>
                </a:cxn>
                <a:cxn ang="0">
                  <a:pos x="connsiteX11847" y="connsiteY11847"/>
                </a:cxn>
                <a:cxn ang="0">
                  <a:pos x="connsiteX11848" y="connsiteY11848"/>
                </a:cxn>
                <a:cxn ang="0">
                  <a:pos x="connsiteX11849" y="connsiteY11849"/>
                </a:cxn>
                <a:cxn ang="0">
                  <a:pos x="connsiteX11850" y="connsiteY11850"/>
                </a:cxn>
                <a:cxn ang="0">
                  <a:pos x="connsiteX11851" y="connsiteY11851"/>
                </a:cxn>
                <a:cxn ang="0">
                  <a:pos x="connsiteX11852" y="connsiteY11852"/>
                </a:cxn>
                <a:cxn ang="0">
                  <a:pos x="connsiteX11853" y="connsiteY11853"/>
                </a:cxn>
                <a:cxn ang="0">
                  <a:pos x="connsiteX11854" y="connsiteY11854"/>
                </a:cxn>
                <a:cxn ang="0">
                  <a:pos x="connsiteX11855" y="connsiteY11855"/>
                </a:cxn>
                <a:cxn ang="0">
                  <a:pos x="connsiteX11856" y="connsiteY11856"/>
                </a:cxn>
                <a:cxn ang="0">
                  <a:pos x="connsiteX11857" y="connsiteY11857"/>
                </a:cxn>
                <a:cxn ang="0">
                  <a:pos x="connsiteX11858" y="connsiteY11858"/>
                </a:cxn>
                <a:cxn ang="0">
                  <a:pos x="connsiteX11859" y="connsiteY11859"/>
                </a:cxn>
                <a:cxn ang="0">
                  <a:pos x="connsiteX11860" y="connsiteY11860"/>
                </a:cxn>
                <a:cxn ang="0">
                  <a:pos x="connsiteX11861" y="connsiteY11861"/>
                </a:cxn>
                <a:cxn ang="0">
                  <a:pos x="connsiteX11862" y="connsiteY11862"/>
                </a:cxn>
                <a:cxn ang="0">
                  <a:pos x="connsiteX11863" y="connsiteY11863"/>
                </a:cxn>
                <a:cxn ang="0">
                  <a:pos x="connsiteX11864" y="connsiteY11864"/>
                </a:cxn>
                <a:cxn ang="0">
                  <a:pos x="connsiteX11865" y="connsiteY11865"/>
                </a:cxn>
                <a:cxn ang="0">
                  <a:pos x="connsiteX11866" y="connsiteY11866"/>
                </a:cxn>
                <a:cxn ang="0">
                  <a:pos x="connsiteX11867" y="connsiteY11867"/>
                </a:cxn>
                <a:cxn ang="0">
                  <a:pos x="connsiteX11868" y="connsiteY11868"/>
                </a:cxn>
                <a:cxn ang="0">
                  <a:pos x="connsiteX11869" y="connsiteY11869"/>
                </a:cxn>
                <a:cxn ang="0">
                  <a:pos x="connsiteX11870" y="connsiteY11870"/>
                </a:cxn>
                <a:cxn ang="0">
                  <a:pos x="connsiteX11871" y="connsiteY11871"/>
                </a:cxn>
                <a:cxn ang="0">
                  <a:pos x="connsiteX11872" y="connsiteY11872"/>
                </a:cxn>
                <a:cxn ang="0">
                  <a:pos x="connsiteX11873" y="connsiteY11873"/>
                </a:cxn>
                <a:cxn ang="0">
                  <a:pos x="connsiteX11874" y="connsiteY11874"/>
                </a:cxn>
                <a:cxn ang="0">
                  <a:pos x="connsiteX11875" y="connsiteY11875"/>
                </a:cxn>
                <a:cxn ang="0">
                  <a:pos x="connsiteX11876" y="connsiteY11876"/>
                </a:cxn>
                <a:cxn ang="0">
                  <a:pos x="connsiteX11877" y="connsiteY11877"/>
                </a:cxn>
                <a:cxn ang="0">
                  <a:pos x="connsiteX11878" y="connsiteY11878"/>
                </a:cxn>
                <a:cxn ang="0">
                  <a:pos x="connsiteX11879" y="connsiteY11879"/>
                </a:cxn>
                <a:cxn ang="0">
                  <a:pos x="connsiteX11880" y="connsiteY11880"/>
                </a:cxn>
                <a:cxn ang="0">
                  <a:pos x="connsiteX11881" y="connsiteY11881"/>
                </a:cxn>
                <a:cxn ang="0">
                  <a:pos x="connsiteX11882" y="connsiteY11882"/>
                </a:cxn>
                <a:cxn ang="0">
                  <a:pos x="connsiteX11883" y="connsiteY11883"/>
                </a:cxn>
                <a:cxn ang="0">
                  <a:pos x="connsiteX11884" y="connsiteY11884"/>
                </a:cxn>
                <a:cxn ang="0">
                  <a:pos x="connsiteX11885" y="connsiteY11885"/>
                </a:cxn>
                <a:cxn ang="0">
                  <a:pos x="connsiteX11886" y="connsiteY11886"/>
                </a:cxn>
                <a:cxn ang="0">
                  <a:pos x="connsiteX11887" y="connsiteY11887"/>
                </a:cxn>
                <a:cxn ang="0">
                  <a:pos x="connsiteX11888" y="connsiteY11888"/>
                </a:cxn>
                <a:cxn ang="0">
                  <a:pos x="connsiteX11889" y="connsiteY11889"/>
                </a:cxn>
                <a:cxn ang="0">
                  <a:pos x="connsiteX11890" y="connsiteY11890"/>
                </a:cxn>
                <a:cxn ang="0">
                  <a:pos x="connsiteX11891" y="connsiteY11891"/>
                </a:cxn>
                <a:cxn ang="0">
                  <a:pos x="connsiteX11892" y="connsiteY11892"/>
                </a:cxn>
                <a:cxn ang="0">
                  <a:pos x="connsiteX11893" y="connsiteY11893"/>
                </a:cxn>
                <a:cxn ang="0">
                  <a:pos x="connsiteX11894" y="connsiteY11894"/>
                </a:cxn>
                <a:cxn ang="0">
                  <a:pos x="connsiteX11895" y="connsiteY11895"/>
                </a:cxn>
                <a:cxn ang="0">
                  <a:pos x="connsiteX11896" y="connsiteY11896"/>
                </a:cxn>
                <a:cxn ang="0">
                  <a:pos x="connsiteX11897" y="connsiteY11897"/>
                </a:cxn>
                <a:cxn ang="0">
                  <a:pos x="connsiteX11898" y="connsiteY11898"/>
                </a:cxn>
                <a:cxn ang="0">
                  <a:pos x="connsiteX11899" y="connsiteY11899"/>
                </a:cxn>
                <a:cxn ang="0">
                  <a:pos x="connsiteX11900" y="connsiteY11900"/>
                </a:cxn>
                <a:cxn ang="0">
                  <a:pos x="connsiteX11901" y="connsiteY11901"/>
                </a:cxn>
                <a:cxn ang="0">
                  <a:pos x="connsiteX11902" y="connsiteY11902"/>
                </a:cxn>
                <a:cxn ang="0">
                  <a:pos x="connsiteX11903" y="connsiteY11903"/>
                </a:cxn>
                <a:cxn ang="0">
                  <a:pos x="connsiteX11904" y="connsiteY11904"/>
                </a:cxn>
                <a:cxn ang="0">
                  <a:pos x="connsiteX11905" y="connsiteY11905"/>
                </a:cxn>
                <a:cxn ang="0">
                  <a:pos x="connsiteX11906" y="connsiteY11906"/>
                </a:cxn>
                <a:cxn ang="0">
                  <a:pos x="connsiteX11907" y="connsiteY11907"/>
                </a:cxn>
                <a:cxn ang="0">
                  <a:pos x="connsiteX11908" y="connsiteY11908"/>
                </a:cxn>
                <a:cxn ang="0">
                  <a:pos x="connsiteX11909" y="connsiteY11909"/>
                </a:cxn>
                <a:cxn ang="0">
                  <a:pos x="connsiteX11910" y="connsiteY11910"/>
                </a:cxn>
                <a:cxn ang="0">
                  <a:pos x="connsiteX11911" y="connsiteY11911"/>
                </a:cxn>
                <a:cxn ang="0">
                  <a:pos x="connsiteX11912" y="connsiteY11912"/>
                </a:cxn>
                <a:cxn ang="0">
                  <a:pos x="connsiteX11913" y="connsiteY11913"/>
                </a:cxn>
                <a:cxn ang="0">
                  <a:pos x="connsiteX11914" y="connsiteY11914"/>
                </a:cxn>
                <a:cxn ang="0">
                  <a:pos x="connsiteX11915" y="connsiteY11915"/>
                </a:cxn>
                <a:cxn ang="0">
                  <a:pos x="connsiteX11916" y="connsiteY11916"/>
                </a:cxn>
                <a:cxn ang="0">
                  <a:pos x="connsiteX11917" y="connsiteY11917"/>
                </a:cxn>
                <a:cxn ang="0">
                  <a:pos x="connsiteX11918" y="connsiteY11918"/>
                </a:cxn>
                <a:cxn ang="0">
                  <a:pos x="connsiteX11919" y="connsiteY11919"/>
                </a:cxn>
                <a:cxn ang="0">
                  <a:pos x="connsiteX11920" y="connsiteY11920"/>
                </a:cxn>
                <a:cxn ang="0">
                  <a:pos x="connsiteX11921" y="connsiteY11921"/>
                </a:cxn>
                <a:cxn ang="0">
                  <a:pos x="connsiteX11922" y="connsiteY11922"/>
                </a:cxn>
                <a:cxn ang="0">
                  <a:pos x="connsiteX11923" y="connsiteY11923"/>
                </a:cxn>
                <a:cxn ang="0">
                  <a:pos x="connsiteX11924" y="connsiteY11924"/>
                </a:cxn>
                <a:cxn ang="0">
                  <a:pos x="connsiteX11925" y="connsiteY11925"/>
                </a:cxn>
                <a:cxn ang="0">
                  <a:pos x="connsiteX11926" y="connsiteY11926"/>
                </a:cxn>
                <a:cxn ang="0">
                  <a:pos x="connsiteX11927" y="connsiteY11927"/>
                </a:cxn>
                <a:cxn ang="0">
                  <a:pos x="connsiteX11928" y="connsiteY11928"/>
                </a:cxn>
                <a:cxn ang="0">
                  <a:pos x="connsiteX11929" y="connsiteY11929"/>
                </a:cxn>
                <a:cxn ang="0">
                  <a:pos x="connsiteX11930" y="connsiteY11930"/>
                </a:cxn>
                <a:cxn ang="0">
                  <a:pos x="connsiteX11931" y="connsiteY11931"/>
                </a:cxn>
                <a:cxn ang="0">
                  <a:pos x="connsiteX11932" y="connsiteY11932"/>
                </a:cxn>
                <a:cxn ang="0">
                  <a:pos x="connsiteX11933" y="connsiteY11933"/>
                </a:cxn>
                <a:cxn ang="0">
                  <a:pos x="connsiteX11934" y="connsiteY11934"/>
                </a:cxn>
                <a:cxn ang="0">
                  <a:pos x="connsiteX11935" y="connsiteY11935"/>
                </a:cxn>
                <a:cxn ang="0">
                  <a:pos x="connsiteX11936" y="connsiteY11936"/>
                </a:cxn>
                <a:cxn ang="0">
                  <a:pos x="connsiteX11937" y="connsiteY11937"/>
                </a:cxn>
                <a:cxn ang="0">
                  <a:pos x="connsiteX11938" y="connsiteY11938"/>
                </a:cxn>
                <a:cxn ang="0">
                  <a:pos x="connsiteX11939" y="connsiteY11939"/>
                </a:cxn>
                <a:cxn ang="0">
                  <a:pos x="connsiteX11940" y="connsiteY11940"/>
                </a:cxn>
                <a:cxn ang="0">
                  <a:pos x="connsiteX11941" y="connsiteY11941"/>
                </a:cxn>
                <a:cxn ang="0">
                  <a:pos x="connsiteX11942" y="connsiteY11942"/>
                </a:cxn>
                <a:cxn ang="0">
                  <a:pos x="connsiteX11943" y="connsiteY11943"/>
                </a:cxn>
                <a:cxn ang="0">
                  <a:pos x="connsiteX11944" y="connsiteY11944"/>
                </a:cxn>
                <a:cxn ang="0">
                  <a:pos x="connsiteX11945" y="connsiteY11945"/>
                </a:cxn>
                <a:cxn ang="0">
                  <a:pos x="connsiteX11946" y="connsiteY11946"/>
                </a:cxn>
                <a:cxn ang="0">
                  <a:pos x="connsiteX11947" y="connsiteY11947"/>
                </a:cxn>
                <a:cxn ang="0">
                  <a:pos x="connsiteX11948" y="connsiteY11948"/>
                </a:cxn>
                <a:cxn ang="0">
                  <a:pos x="connsiteX11949" y="connsiteY11949"/>
                </a:cxn>
                <a:cxn ang="0">
                  <a:pos x="connsiteX11950" y="connsiteY11950"/>
                </a:cxn>
                <a:cxn ang="0">
                  <a:pos x="connsiteX11951" y="connsiteY11951"/>
                </a:cxn>
                <a:cxn ang="0">
                  <a:pos x="connsiteX11952" y="connsiteY11952"/>
                </a:cxn>
                <a:cxn ang="0">
                  <a:pos x="connsiteX11953" y="connsiteY11953"/>
                </a:cxn>
                <a:cxn ang="0">
                  <a:pos x="connsiteX11954" y="connsiteY11954"/>
                </a:cxn>
                <a:cxn ang="0">
                  <a:pos x="connsiteX11955" y="connsiteY11955"/>
                </a:cxn>
                <a:cxn ang="0">
                  <a:pos x="connsiteX11956" y="connsiteY11956"/>
                </a:cxn>
                <a:cxn ang="0">
                  <a:pos x="connsiteX11957" y="connsiteY11957"/>
                </a:cxn>
                <a:cxn ang="0">
                  <a:pos x="connsiteX11958" y="connsiteY11958"/>
                </a:cxn>
                <a:cxn ang="0">
                  <a:pos x="connsiteX11959" y="connsiteY11959"/>
                </a:cxn>
                <a:cxn ang="0">
                  <a:pos x="connsiteX11960" y="connsiteY11960"/>
                </a:cxn>
                <a:cxn ang="0">
                  <a:pos x="connsiteX11961" y="connsiteY11961"/>
                </a:cxn>
                <a:cxn ang="0">
                  <a:pos x="connsiteX11962" y="connsiteY11962"/>
                </a:cxn>
                <a:cxn ang="0">
                  <a:pos x="connsiteX11963" y="connsiteY11963"/>
                </a:cxn>
                <a:cxn ang="0">
                  <a:pos x="connsiteX11964" y="connsiteY11964"/>
                </a:cxn>
                <a:cxn ang="0">
                  <a:pos x="connsiteX11965" y="connsiteY11965"/>
                </a:cxn>
                <a:cxn ang="0">
                  <a:pos x="connsiteX11966" y="connsiteY11966"/>
                </a:cxn>
                <a:cxn ang="0">
                  <a:pos x="connsiteX11967" y="connsiteY11967"/>
                </a:cxn>
                <a:cxn ang="0">
                  <a:pos x="connsiteX11968" y="connsiteY11968"/>
                </a:cxn>
                <a:cxn ang="0">
                  <a:pos x="connsiteX11969" y="connsiteY11969"/>
                </a:cxn>
                <a:cxn ang="0">
                  <a:pos x="connsiteX11970" y="connsiteY11970"/>
                </a:cxn>
                <a:cxn ang="0">
                  <a:pos x="connsiteX11971" y="connsiteY11971"/>
                </a:cxn>
                <a:cxn ang="0">
                  <a:pos x="connsiteX11972" y="connsiteY11972"/>
                </a:cxn>
                <a:cxn ang="0">
                  <a:pos x="connsiteX11973" y="connsiteY11973"/>
                </a:cxn>
                <a:cxn ang="0">
                  <a:pos x="connsiteX11974" y="connsiteY11974"/>
                </a:cxn>
                <a:cxn ang="0">
                  <a:pos x="connsiteX11975" y="connsiteY11975"/>
                </a:cxn>
                <a:cxn ang="0">
                  <a:pos x="connsiteX11976" y="connsiteY11976"/>
                </a:cxn>
                <a:cxn ang="0">
                  <a:pos x="connsiteX11977" y="connsiteY11977"/>
                </a:cxn>
                <a:cxn ang="0">
                  <a:pos x="connsiteX11978" y="connsiteY11978"/>
                </a:cxn>
                <a:cxn ang="0">
                  <a:pos x="connsiteX11979" y="connsiteY11979"/>
                </a:cxn>
                <a:cxn ang="0">
                  <a:pos x="connsiteX11980" y="connsiteY11980"/>
                </a:cxn>
                <a:cxn ang="0">
                  <a:pos x="connsiteX11981" y="connsiteY11981"/>
                </a:cxn>
                <a:cxn ang="0">
                  <a:pos x="connsiteX11982" y="connsiteY11982"/>
                </a:cxn>
                <a:cxn ang="0">
                  <a:pos x="connsiteX11983" y="connsiteY11983"/>
                </a:cxn>
                <a:cxn ang="0">
                  <a:pos x="connsiteX11984" y="connsiteY11984"/>
                </a:cxn>
                <a:cxn ang="0">
                  <a:pos x="connsiteX11985" y="connsiteY11985"/>
                </a:cxn>
                <a:cxn ang="0">
                  <a:pos x="connsiteX11986" y="connsiteY11986"/>
                </a:cxn>
                <a:cxn ang="0">
                  <a:pos x="connsiteX11987" y="connsiteY11987"/>
                </a:cxn>
                <a:cxn ang="0">
                  <a:pos x="connsiteX11988" y="connsiteY11988"/>
                </a:cxn>
                <a:cxn ang="0">
                  <a:pos x="connsiteX11989" y="connsiteY11989"/>
                </a:cxn>
                <a:cxn ang="0">
                  <a:pos x="connsiteX11990" y="connsiteY11990"/>
                </a:cxn>
                <a:cxn ang="0">
                  <a:pos x="connsiteX11991" y="connsiteY11991"/>
                </a:cxn>
                <a:cxn ang="0">
                  <a:pos x="connsiteX11992" y="connsiteY11992"/>
                </a:cxn>
                <a:cxn ang="0">
                  <a:pos x="connsiteX11993" y="connsiteY11993"/>
                </a:cxn>
                <a:cxn ang="0">
                  <a:pos x="connsiteX11994" y="connsiteY11994"/>
                </a:cxn>
                <a:cxn ang="0">
                  <a:pos x="connsiteX11995" y="connsiteY11995"/>
                </a:cxn>
                <a:cxn ang="0">
                  <a:pos x="connsiteX11996" y="connsiteY11996"/>
                </a:cxn>
                <a:cxn ang="0">
                  <a:pos x="connsiteX11997" y="connsiteY11997"/>
                </a:cxn>
                <a:cxn ang="0">
                  <a:pos x="connsiteX11998" y="connsiteY11998"/>
                </a:cxn>
                <a:cxn ang="0">
                  <a:pos x="connsiteX11999" y="connsiteY11999"/>
                </a:cxn>
                <a:cxn ang="0">
                  <a:pos x="connsiteX12000" y="connsiteY12000"/>
                </a:cxn>
                <a:cxn ang="0">
                  <a:pos x="connsiteX12001" y="connsiteY12001"/>
                </a:cxn>
                <a:cxn ang="0">
                  <a:pos x="connsiteX12002" y="connsiteY12002"/>
                </a:cxn>
                <a:cxn ang="0">
                  <a:pos x="connsiteX12003" y="connsiteY12003"/>
                </a:cxn>
                <a:cxn ang="0">
                  <a:pos x="connsiteX12004" y="connsiteY12004"/>
                </a:cxn>
                <a:cxn ang="0">
                  <a:pos x="connsiteX12005" y="connsiteY12005"/>
                </a:cxn>
                <a:cxn ang="0">
                  <a:pos x="connsiteX12006" y="connsiteY12006"/>
                </a:cxn>
                <a:cxn ang="0">
                  <a:pos x="connsiteX12007" y="connsiteY12007"/>
                </a:cxn>
                <a:cxn ang="0">
                  <a:pos x="connsiteX12008" y="connsiteY12008"/>
                </a:cxn>
                <a:cxn ang="0">
                  <a:pos x="connsiteX12009" y="connsiteY12009"/>
                </a:cxn>
                <a:cxn ang="0">
                  <a:pos x="connsiteX12010" y="connsiteY12010"/>
                </a:cxn>
                <a:cxn ang="0">
                  <a:pos x="connsiteX12011" y="connsiteY12011"/>
                </a:cxn>
                <a:cxn ang="0">
                  <a:pos x="connsiteX12012" y="connsiteY12012"/>
                </a:cxn>
                <a:cxn ang="0">
                  <a:pos x="connsiteX12013" y="connsiteY12013"/>
                </a:cxn>
                <a:cxn ang="0">
                  <a:pos x="connsiteX12014" y="connsiteY12014"/>
                </a:cxn>
                <a:cxn ang="0">
                  <a:pos x="connsiteX12015" y="connsiteY12015"/>
                </a:cxn>
                <a:cxn ang="0">
                  <a:pos x="connsiteX12016" y="connsiteY12016"/>
                </a:cxn>
                <a:cxn ang="0">
                  <a:pos x="connsiteX12017" y="connsiteY12017"/>
                </a:cxn>
                <a:cxn ang="0">
                  <a:pos x="connsiteX12018" y="connsiteY12018"/>
                </a:cxn>
                <a:cxn ang="0">
                  <a:pos x="connsiteX12019" y="connsiteY12019"/>
                </a:cxn>
                <a:cxn ang="0">
                  <a:pos x="connsiteX12020" y="connsiteY12020"/>
                </a:cxn>
                <a:cxn ang="0">
                  <a:pos x="connsiteX12021" y="connsiteY12021"/>
                </a:cxn>
                <a:cxn ang="0">
                  <a:pos x="connsiteX12022" y="connsiteY12022"/>
                </a:cxn>
                <a:cxn ang="0">
                  <a:pos x="connsiteX12023" y="connsiteY12023"/>
                </a:cxn>
                <a:cxn ang="0">
                  <a:pos x="connsiteX12024" y="connsiteY12024"/>
                </a:cxn>
                <a:cxn ang="0">
                  <a:pos x="connsiteX12025" y="connsiteY12025"/>
                </a:cxn>
                <a:cxn ang="0">
                  <a:pos x="connsiteX12026" y="connsiteY12026"/>
                </a:cxn>
                <a:cxn ang="0">
                  <a:pos x="connsiteX12027" y="connsiteY12027"/>
                </a:cxn>
                <a:cxn ang="0">
                  <a:pos x="connsiteX12028" y="connsiteY12028"/>
                </a:cxn>
                <a:cxn ang="0">
                  <a:pos x="connsiteX12029" y="connsiteY12029"/>
                </a:cxn>
                <a:cxn ang="0">
                  <a:pos x="connsiteX12030" y="connsiteY12030"/>
                </a:cxn>
                <a:cxn ang="0">
                  <a:pos x="connsiteX12031" y="connsiteY12031"/>
                </a:cxn>
                <a:cxn ang="0">
                  <a:pos x="connsiteX12032" y="connsiteY12032"/>
                </a:cxn>
                <a:cxn ang="0">
                  <a:pos x="connsiteX12033" y="connsiteY12033"/>
                </a:cxn>
                <a:cxn ang="0">
                  <a:pos x="connsiteX12034" y="connsiteY12034"/>
                </a:cxn>
                <a:cxn ang="0">
                  <a:pos x="connsiteX12035" y="connsiteY12035"/>
                </a:cxn>
                <a:cxn ang="0">
                  <a:pos x="connsiteX12036" y="connsiteY12036"/>
                </a:cxn>
                <a:cxn ang="0">
                  <a:pos x="connsiteX12037" y="connsiteY12037"/>
                </a:cxn>
                <a:cxn ang="0">
                  <a:pos x="connsiteX12038" y="connsiteY12038"/>
                </a:cxn>
                <a:cxn ang="0">
                  <a:pos x="connsiteX12039" y="connsiteY12039"/>
                </a:cxn>
                <a:cxn ang="0">
                  <a:pos x="connsiteX12040" y="connsiteY12040"/>
                </a:cxn>
                <a:cxn ang="0">
                  <a:pos x="connsiteX12041" y="connsiteY12041"/>
                </a:cxn>
                <a:cxn ang="0">
                  <a:pos x="connsiteX12042" y="connsiteY12042"/>
                </a:cxn>
                <a:cxn ang="0">
                  <a:pos x="connsiteX12043" y="connsiteY12043"/>
                </a:cxn>
                <a:cxn ang="0">
                  <a:pos x="connsiteX12044" y="connsiteY12044"/>
                </a:cxn>
                <a:cxn ang="0">
                  <a:pos x="connsiteX12045" y="connsiteY12045"/>
                </a:cxn>
                <a:cxn ang="0">
                  <a:pos x="connsiteX12046" y="connsiteY12046"/>
                </a:cxn>
                <a:cxn ang="0">
                  <a:pos x="connsiteX12047" y="connsiteY12047"/>
                </a:cxn>
                <a:cxn ang="0">
                  <a:pos x="connsiteX12048" y="connsiteY12048"/>
                </a:cxn>
                <a:cxn ang="0">
                  <a:pos x="connsiteX12049" y="connsiteY12049"/>
                </a:cxn>
                <a:cxn ang="0">
                  <a:pos x="connsiteX12050" y="connsiteY12050"/>
                </a:cxn>
                <a:cxn ang="0">
                  <a:pos x="connsiteX12051" y="connsiteY12051"/>
                </a:cxn>
                <a:cxn ang="0">
                  <a:pos x="connsiteX12052" y="connsiteY12052"/>
                </a:cxn>
                <a:cxn ang="0">
                  <a:pos x="connsiteX12053" y="connsiteY12053"/>
                </a:cxn>
                <a:cxn ang="0">
                  <a:pos x="connsiteX12054" y="connsiteY12054"/>
                </a:cxn>
                <a:cxn ang="0">
                  <a:pos x="connsiteX12055" y="connsiteY12055"/>
                </a:cxn>
                <a:cxn ang="0">
                  <a:pos x="connsiteX12056" y="connsiteY12056"/>
                </a:cxn>
                <a:cxn ang="0">
                  <a:pos x="connsiteX12057" y="connsiteY12057"/>
                </a:cxn>
                <a:cxn ang="0">
                  <a:pos x="connsiteX12058" y="connsiteY12058"/>
                </a:cxn>
                <a:cxn ang="0">
                  <a:pos x="connsiteX12059" y="connsiteY12059"/>
                </a:cxn>
                <a:cxn ang="0">
                  <a:pos x="connsiteX12060" y="connsiteY12060"/>
                </a:cxn>
                <a:cxn ang="0">
                  <a:pos x="connsiteX12061" y="connsiteY12061"/>
                </a:cxn>
                <a:cxn ang="0">
                  <a:pos x="connsiteX12062" y="connsiteY12062"/>
                </a:cxn>
                <a:cxn ang="0">
                  <a:pos x="connsiteX12063" y="connsiteY12063"/>
                </a:cxn>
                <a:cxn ang="0">
                  <a:pos x="connsiteX12064" y="connsiteY12064"/>
                </a:cxn>
                <a:cxn ang="0">
                  <a:pos x="connsiteX12065" y="connsiteY12065"/>
                </a:cxn>
                <a:cxn ang="0">
                  <a:pos x="connsiteX12066" y="connsiteY12066"/>
                </a:cxn>
                <a:cxn ang="0">
                  <a:pos x="connsiteX12067" y="connsiteY12067"/>
                </a:cxn>
                <a:cxn ang="0">
                  <a:pos x="connsiteX12068" y="connsiteY12068"/>
                </a:cxn>
                <a:cxn ang="0">
                  <a:pos x="connsiteX12069" y="connsiteY12069"/>
                </a:cxn>
                <a:cxn ang="0">
                  <a:pos x="connsiteX12070" y="connsiteY12070"/>
                </a:cxn>
                <a:cxn ang="0">
                  <a:pos x="connsiteX12071" y="connsiteY12071"/>
                </a:cxn>
                <a:cxn ang="0">
                  <a:pos x="connsiteX12072" y="connsiteY12072"/>
                </a:cxn>
                <a:cxn ang="0">
                  <a:pos x="connsiteX12073" y="connsiteY12073"/>
                </a:cxn>
                <a:cxn ang="0">
                  <a:pos x="connsiteX12074" y="connsiteY12074"/>
                </a:cxn>
                <a:cxn ang="0">
                  <a:pos x="connsiteX12075" y="connsiteY12075"/>
                </a:cxn>
                <a:cxn ang="0">
                  <a:pos x="connsiteX12076" y="connsiteY12076"/>
                </a:cxn>
                <a:cxn ang="0">
                  <a:pos x="connsiteX12077" y="connsiteY12077"/>
                </a:cxn>
                <a:cxn ang="0">
                  <a:pos x="connsiteX12078" y="connsiteY12078"/>
                </a:cxn>
                <a:cxn ang="0">
                  <a:pos x="connsiteX12079" y="connsiteY12079"/>
                </a:cxn>
                <a:cxn ang="0">
                  <a:pos x="connsiteX12080" y="connsiteY12080"/>
                </a:cxn>
                <a:cxn ang="0">
                  <a:pos x="connsiteX12081" y="connsiteY12081"/>
                </a:cxn>
                <a:cxn ang="0">
                  <a:pos x="connsiteX12082" y="connsiteY12082"/>
                </a:cxn>
                <a:cxn ang="0">
                  <a:pos x="connsiteX12083" y="connsiteY12083"/>
                </a:cxn>
                <a:cxn ang="0">
                  <a:pos x="connsiteX12084" y="connsiteY12084"/>
                </a:cxn>
                <a:cxn ang="0">
                  <a:pos x="connsiteX12085" y="connsiteY12085"/>
                </a:cxn>
                <a:cxn ang="0">
                  <a:pos x="connsiteX12086" y="connsiteY12086"/>
                </a:cxn>
                <a:cxn ang="0">
                  <a:pos x="connsiteX12087" y="connsiteY12087"/>
                </a:cxn>
                <a:cxn ang="0">
                  <a:pos x="connsiteX12088" y="connsiteY12088"/>
                </a:cxn>
                <a:cxn ang="0">
                  <a:pos x="connsiteX12089" y="connsiteY12089"/>
                </a:cxn>
                <a:cxn ang="0">
                  <a:pos x="connsiteX12090" y="connsiteY12090"/>
                </a:cxn>
                <a:cxn ang="0">
                  <a:pos x="connsiteX12091" y="connsiteY12091"/>
                </a:cxn>
                <a:cxn ang="0">
                  <a:pos x="connsiteX12092" y="connsiteY12092"/>
                </a:cxn>
                <a:cxn ang="0">
                  <a:pos x="connsiteX12093" y="connsiteY12093"/>
                </a:cxn>
                <a:cxn ang="0">
                  <a:pos x="connsiteX12094" y="connsiteY12094"/>
                </a:cxn>
                <a:cxn ang="0">
                  <a:pos x="connsiteX12095" y="connsiteY12095"/>
                </a:cxn>
                <a:cxn ang="0">
                  <a:pos x="connsiteX12096" y="connsiteY12096"/>
                </a:cxn>
                <a:cxn ang="0">
                  <a:pos x="connsiteX12097" y="connsiteY12097"/>
                </a:cxn>
                <a:cxn ang="0">
                  <a:pos x="connsiteX12098" y="connsiteY12098"/>
                </a:cxn>
                <a:cxn ang="0">
                  <a:pos x="connsiteX12099" y="connsiteY12099"/>
                </a:cxn>
                <a:cxn ang="0">
                  <a:pos x="connsiteX12100" y="connsiteY12100"/>
                </a:cxn>
                <a:cxn ang="0">
                  <a:pos x="connsiteX12101" y="connsiteY12101"/>
                </a:cxn>
                <a:cxn ang="0">
                  <a:pos x="connsiteX12102" y="connsiteY12102"/>
                </a:cxn>
                <a:cxn ang="0">
                  <a:pos x="connsiteX12103" y="connsiteY12103"/>
                </a:cxn>
                <a:cxn ang="0">
                  <a:pos x="connsiteX12104" y="connsiteY12104"/>
                </a:cxn>
                <a:cxn ang="0">
                  <a:pos x="connsiteX12105" y="connsiteY12105"/>
                </a:cxn>
                <a:cxn ang="0">
                  <a:pos x="connsiteX12106" y="connsiteY12106"/>
                </a:cxn>
                <a:cxn ang="0">
                  <a:pos x="connsiteX12107" y="connsiteY12107"/>
                </a:cxn>
                <a:cxn ang="0">
                  <a:pos x="connsiteX12108" y="connsiteY12108"/>
                </a:cxn>
                <a:cxn ang="0">
                  <a:pos x="connsiteX12109" y="connsiteY12109"/>
                </a:cxn>
                <a:cxn ang="0">
                  <a:pos x="connsiteX12110" y="connsiteY12110"/>
                </a:cxn>
                <a:cxn ang="0">
                  <a:pos x="connsiteX12111" y="connsiteY12111"/>
                </a:cxn>
                <a:cxn ang="0">
                  <a:pos x="connsiteX12112" y="connsiteY12112"/>
                </a:cxn>
                <a:cxn ang="0">
                  <a:pos x="connsiteX12113" y="connsiteY12113"/>
                </a:cxn>
                <a:cxn ang="0">
                  <a:pos x="connsiteX12114" y="connsiteY12114"/>
                </a:cxn>
                <a:cxn ang="0">
                  <a:pos x="connsiteX12115" y="connsiteY12115"/>
                </a:cxn>
                <a:cxn ang="0">
                  <a:pos x="connsiteX12116" y="connsiteY12116"/>
                </a:cxn>
                <a:cxn ang="0">
                  <a:pos x="connsiteX12117" y="connsiteY12117"/>
                </a:cxn>
                <a:cxn ang="0">
                  <a:pos x="connsiteX12118" y="connsiteY12118"/>
                </a:cxn>
                <a:cxn ang="0">
                  <a:pos x="connsiteX12119" y="connsiteY12119"/>
                </a:cxn>
                <a:cxn ang="0">
                  <a:pos x="connsiteX12120" y="connsiteY12120"/>
                </a:cxn>
                <a:cxn ang="0">
                  <a:pos x="connsiteX12121" y="connsiteY12121"/>
                </a:cxn>
                <a:cxn ang="0">
                  <a:pos x="connsiteX12122" y="connsiteY12122"/>
                </a:cxn>
                <a:cxn ang="0">
                  <a:pos x="connsiteX12123" y="connsiteY12123"/>
                </a:cxn>
                <a:cxn ang="0">
                  <a:pos x="connsiteX12124" y="connsiteY12124"/>
                </a:cxn>
                <a:cxn ang="0">
                  <a:pos x="connsiteX12125" y="connsiteY12125"/>
                </a:cxn>
                <a:cxn ang="0">
                  <a:pos x="connsiteX12126" y="connsiteY12126"/>
                </a:cxn>
                <a:cxn ang="0">
                  <a:pos x="connsiteX12127" y="connsiteY12127"/>
                </a:cxn>
                <a:cxn ang="0">
                  <a:pos x="connsiteX12128" y="connsiteY12128"/>
                </a:cxn>
                <a:cxn ang="0">
                  <a:pos x="connsiteX12129" y="connsiteY12129"/>
                </a:cxn>
                <a:cxn ang="0">
                  <a:pos x="connsiteX12130" y="connsiteY12130"/>
                </a:cxn>
                <a:cxn ang="0">
                  <a:pos x="connsiteX12131" y="connsiteY12131"/>
                </a:cxn>
                <a:cxn ang="0">
                  <a:pos x="connsiteX12132" y="connsiteY12132"/>
                </a:cxn>
                <a:cxn ang="0">
                  <a:pos x="connsiteX12133" y="connsiteY12133"/>
                </a:cxn>
                <a:cxn ang="0">
                  <a:pos x="connsiteX12134" y="connsiteY12134"/>
                </a:cxn>
                <a:cxn ang="0">
                  <a:pos x="connsiteX12135" y="connsiteY12135"/>
                </a:cxn>
                <a:cxn ang="0">
                  <a:pos x="connsiteX12136" y="connsiteY12136"/>
                </a:cxn>
                <a:cxn ang="0">
                  <a:pos x="connsiteX12137" y="connsiteY12137"/>
                </a:cxn>
                <a:cxn ang="0">
                  <a:pos x="connsiteX12138" y="connsiteY12138"/>
                </a:cxn>
                <a:cxn ang="0">
                  <a:pos x="connsiteX12139" y="connsiteY12139"/>
                </a:cxn>
                <a:cxn ang="0">
                  <a:pos x="connsiteX12140" y="connsiteY12140"/>
                </a:cxn>
                <a:cxn ang="0">
                  <a:pos x="connsiteX12141" y="connsiteY12141"/>
                </a:cxn>
                <a:cxn ang="0">
                  <a:pos x="connsiteX12142" y="connsiteY12142"/>
                </a:cxn>
                <a:cxn ang="0">
                  <a:pos x="connsiteX12143" y="connsiteY12143"/>
                </a:cxn>
                <a:cxn ang="0">
                  <a:pos x="connsiteX12144" y="connsiteY12144"/>
                </a:cxn>
                <a:cxn ang="0">
                  <a:pos x="connsiteX12145" y="connsiteY12145"/>
                </a:cxn>
                <a:cxn ang="0">
                  <a:pos x="connsiteX12146" y="connsiteY12146"/>
                </a:cxn>
                <a:cxn ang="0">
                  <a:pos x="connsiteX12147" y="connsiteY12147"/>
                </a:cxn>
                <a:cxn ang="0">
                  <a:pos x="connsiteX12148" y="connsiteY12148"/>
                </a:cxn>
                <a:cxn ang="0">
                  <a:pos x="connsiteX12149" y="connsiteY12149"/>
                </a:cxn>
                <a:cxn ang="0">
                  <a:pos x="connsiteX12150" y="connsiteY12150"/>
                </a:cxn>
                <a:cxn ang="0">
                  <a:pos x="connsiteX12151" y="connsiteY12151"/>
                </a:cxn>
                <a:cxn ang="0">
                  <a:pos x="connsiteX12152" y="connsiteY12152"/>
                </a:cxn>
                <a:cxn ang="0">
                  <a:pos x="connsiteX12153" y="connsiteY12153"/>
                </a:cxn>
                <a:cxn ang="0">
                  <a:pos x="connsiteX12154" y="connsiteY12154"/>
                </a:cxn>
                <a:cxn ang="0">
                  <a:pos x="connsiteX12155" y="connsiteY12155"/>
                </a:cxn>
                <a:cxn ang="0">
                  <a:pos x="connsiteX12156" y="connsiteY12156"/>
                </a:cxn>
                <a:cxn ang="0">
                  <a:pos x="connsiteX12157" y="connsiteY12157"/>
                </a:cxn>
                <a:cxn ang="0">
                  <a:pos x="connsiteX12158" y="connsiteY12158"/>
                </a:cxn>
                <a:cxn ang="0">
                  <a:pos x="connsiteX12159" y="connsiteY12159"/>
                </a:cxn>
                <a:cxn ang="0">
                  <a:pos x="connsiteX12160" y="connsiteY12160"/>
                </a:cxn>
                <a:cxn ang="0">
                  <a:pos x="connsiteX12161" y="connsiteY12161"/>
                </a:cxn>
                <a:cxn ang="0">
                  <a:pos x="connsiteX12162" y="connsiteY12162"/>
                </a:cxn>
                <a:cxn ang="0">
                  <a:pos x="connsiteX12163" y="connsiteY12163"/>
                </a:cxn>
                <a:cxn ang="0">
                  <a:pos x="connsiteX12164" y="connsiteY12164"/>
                </a:cxn>
                <a:cxn ang="0">
                  <a:pos x="connsiteX12165" y="connsiteY12165"/>
                </a:cxn>
                <a:cxn ang="0">
                  <a:pos x="connsiteX12166" y="connsiteY12166"/>
                </a:cxn>
                <a:cxn ang="0">
                  <a:pos x="connsiteX12167" y="connsiteY12167"/>
                </a:cxn>
                <a:cxn ang="0">
                  <a:pos x="connsiteX12168" y="connsiteY12168"/>
                </a:cxn>
                <a:cxn ang="0">
                  <a:pos x="connsiteX12169" y="connsiteY12169"/>
                </a:cxn>
                <a:cxn ang="0">
                  <a:pos x="connsiteX12170" y="connsiteY12170"/>
                </a:cxn>
                <a:cxn ang="0">
                  <a:pos x="connsiteX12171" y="connsiteY12171"/>
                </a:cxn>
                <a:cxn ang="0">
                  <a:pos x="connsiteX12172" y="connsiteY12172"/>
                </a:cxn>
                <a:cxn ang="0">
                  <a:pos x="connsiteX12173" y="connsiteY12173"/>
                </a:cxn>
                <a:cxn ang="0">
                  <a:pos x="connsiteX12174" y="connsiteY12174"/>
                </a:cxn>
                <a:cxn ang="0">
                  <a:pos x="connsiteX12175" y="connsiteY12175"/>
                </a:cxn>
                <a:cxn ang="0">
                  <a:pos x="connsiteX12176" y="connsiteY12176"/>
                </a:cxn>
                <a:cxn ang="0">
                  <a:pos x="connsiteX12177" y="connsiteY12177"/>
                </a:cxn>
                <a:cxn ang="0">
                  <a:pos x="connsiteX12178" y="connsiteY12178"/>
                </a:cxn>
                <a:cxn ang="0">
                  <a:pos x="connsiteX12179" y="connsiteY12179"/>
                </a:cxn>
                <a:cxn ang="0">
                  <a:pos x="connsiteX12180" y="connsiteY12180"/>
                </a:cxn>
                <a:cxn ang="0">
                  <a:pos x="connsiteX12181" y="connsiteY12181"/>
                </a:cxn>
                <a:cxn ang="0">
                  <a:pos x="connsiteX12182" y="connsiteY12182"/>
                </a:cxn>
                <a:cxn ang="0">
                  <a:pos x="connsiteX12183" y="connsiteY12183"/>
                </a:cxn>
                <a:cxn ang="0">
                  <a:pos x="connsiteX12184" y="connsiteY12184"/>
                </a:cxn>
                <a:cxn ang="0">
                  <a:pos x="connsiteX12185" y="connsiteY12185"/>
                </a:cxn>
                <a:cxn ang="0">
                  <a:pos x="connsiteX12186" y="connsiteY12186"/>
                </a:cxn>
                <a:cxn ang="0">
                  <a:pos x="connsiteX12187" y="connsiteY12187"/>
                </a:cxn>
                <a:cxn ang="0">
                  <a:pos x="connsiteX12188" y="connsiteY12188"/>
                </a:cxn>
                <a:cxn ang="0">
                  <a:pos x="connsiteX12189" y="connsiteY12189"/>
                </a:cxn>
                <a:cxn ang="0">
                  <a:pos x="connsiteX12190" y="connsiteY12190"/>
                </a:cxn>
                <a:cxn ang="0">
                  <a:pos x="connsiteX12191" y="connsiteY12191"/>
                </a:cxn>
                <a:cxn ang="0">
                  <a:pos x="connsiteX12192" y="connsiteY12192"/>
                </a:cxn>
                <a:cxn ang="0">
                  <a:pos x="connsiteX12193" y="connsiteY12193"/>
                </a:cxn>
                <a:cxn ang="0">
                  <a:pos x="connsiteX12194" y="connsiteY12194"/>
                </a:cxn>
                <a:cxn ang="0">
                  <a:pos x="connsiteX12195" y="connsiteY12195"/>
                </a:cxn>
                <a:cxn ang="0">
                  <a:pos x="connsiteX12196" y="connsiteY12196"/>
                </a:cxn>
                <a:cxn ang="0">
                  <a:pos x="connsiteX12197" y="connsiteY12197"/>
                </a:cxn>
                <a:cxn ang="0">
                  <a:pos x="connsiteX12198" y="connsiteY12198"/>
                </a:cxn>
                <a:cxn ang="0">
                  <a:pos x="connsiteX12199" y="connsiteY12199"/>
                </a:cxn>
                <a:cxn ang="0">
                  <a:pos x="connsiteX12200" y="connsiteY12200"/>
                </a:cxn>
                <a:cxn ang="0">
                  <a:pos x="connsiteX12201" y="connsiteY12201"/>
                </a:cxn>
                <a:cxn ang="0">
                  <a:pos x="connsiteX12202" y="connsiteY12202"/>
                </a:cxn>
                <a:cxn ang="0">
                  <a:pos x="connsiteX12203" y="connsiteY12203"/>
                </a:cxn>
                <a:cxn ang="0">
                  <a:pos x="connsiteX12204" y="connsiteY12204"/>
                </a:cxn>
                <a:cxn ang="0">
                  <a:pos x="connsiteX12205" y="connsiteY12205"/>
                </a:cxn>
                <a:cxn ang="0">
                  <a:pos x="connsiteX12206" y="connsiteY12206"/>
                </a:cxn>
                <a:cxn ang="0">
                  <a:pos x="connsiteX12207" y="connsiteY12207"/>
                </a:cxn>
                <a:cxn ang="0">
                  <a:pos x="connsiteX12208" y="connsiteY12208"/>
                </a:cxn>
                <a:cxn ang="0">
                  <a:pos x="connsiteX12209" y="connsiteY12209"/>
                </a:cxn>
                <a:cxn ang="0">
                  <a:pos x="connsiteX12210" y="connsiteY12210"/>
                </a:cxn>
                <a:cxn ang="0">
                  <a:pos x="connsiteX12211" y="connsiteY12211"/>
                </a:cxn>
                <a:cxn ang="0">
                  <a:pos x="connsiteX12212" y="connsiteY12212"/>
                </a:cxn>
                <a:cxn ang="0">
                  <a:pos x="connsiteX12213" y="connsiteY12213"/>
                </a:cxn>
                <a:cxn ang="0">
                  <a:pos x="connsiteX12214" y="connsiteY12214"/>
                </a:cxn>
                <a:cxn ang="0">
                  <a:pos x="connsiteX12215" y="connsiteY12215"/>
                </a:cxn>
                <a:cxn ang="0">
                  <a:pos x="connsiteX12216" y="connsiteY12216"/>
                </a:cxn>
                <a:cxn ang="0">
                  <a:pos x="connsiteX12217" y="connsiteY12217"/>
                </a:cxn>
                <a:cxn ang="0">
                  <a:pos x="connsiteX12218" y="connsiteY12218"/>
                </a:cxn>
                <a:cxn ang="0">
                  <a:pos x="connsiteX12219" y="connsiteY12219"/>
                </a:cxn>
                <a:cxn ang="0">
                  <a:pos x="connsiteX12220" y="connsiteY12220"/>
                </a:cxn>
                <a:cxn ang="0">
                  <a:pos x="connsiteX12221" y="connsiteY12221"/>
                </a:cxn>
                <a:cxn ang="0">
                  <a:pos x="connsiteX12222" y="connsiteY12222"/>
                </a:cxn>
                <a:cxn ang="0">
                  <a:pos x="connsiteX12223" y="connsiteY12223"/>
                </a:cxn>
                <a:cxn ang="0">
                  <a:pos x="connsiteX12224" y="connsiteY12224"/>
                </a:cxn>
                <a:cxn ang="0">
                  <a:pos x="connsiteX12225" y="connsiteY12225"/>
                </a:cxn>
                <a:cxn ang="0">
                  <a:pos x="connsiteX12226" y="connsiteY12226"/>
                </a:cxn>
                <a:cxn ang="0">
                  <a:pos x="connsiteX12227" y="connsiteY12227"/>
                </a:cxn>
                <a:cxn ang="0">
                  <a:pos x="connsiteX12228" y="connsiteY12228"/>
                </a:cxn>
                <a:cxn ang="0">
                  <a:pos x="connsiteX12229" y="connsiteY12229"/>
                </a:cxn>
                <a:cxn ang="0">
                  <a:pos x="connsiteX12230" y="connsiteY12230"/>
                </a:cxn>
                <a:cxn ang="0">
                  <a:pos x="connsiteX12231" y="connsiteY12231"/>
                </a:cxn>
                <a:cxn ang="0">
                  <a:pos x="connsiteX12232" y="connsiteY12232"/>
                </a:cxn>
                <a:cxn ang="0">
                  <a:pos x="connsiteX12233" y="connsiteY12233"/>
                </a:cxn>
                <a:cxn ang="0">
                  <a:pos x="connsiteX12234" y="connsiteY12234"/>
                </a:cxn>
                <a:cxn ang="0">
                  <a:pos x="connsiteX12235" y="connsiteY12235"/>
                </a:cxn>
                <a:cxn ang="0">
                  <a:pos x="connsiteX12236" y="connsiteY12236"/>
                </a:cxn>
                <a:cxn ang="0">
                  <a:pos x="connsiteX12237" y="connsiteY12237"/>
                </a:cxn>
                <a:cxn ang="0">
                  <a:pos x="connsiteX12238" y="connsiteY12238"/>
                </a:cxn>
                <a:cxn ang="0">
                  <a:pos x="connsiteX12239" y="connsiteY12239"/>
                </a:cxn>
                <a:cxn ang="0">
                  <a:pos x="connsiteX12240" y="connsiteY12240"/>
                </a:cxn>
                <a:cxn ang="0">
                  <a:pos x="connsiteX12241" y="connsiteY12241"/>
                </a:cxn>
                <a:cxn ang="0">
                  <a:pos x="connsiteX12242" y="connsiteY12242"/>
                </a:cxn>
                <a:cxn ang="0">
                  <a:pos x="connsiteX12243" y="connsiteY12243"/>
                </a:cxn>
                <a:cxn ang="0">
                  <a:pos x="connsiteX12244" y="connsiteY12244"/>
                </a:cxn>
                <a:cxn ang="0">
                  <a:pos x="connsiteX12245" y="connsiteY12245"/>
                </a:cxn>
                <a:cxn ang="0">
                  <a:pos x="connsiteX12246" y="connsiteY12246"/>
                </a:cxn>
                <a:cxn ang="0">
                  <a:pos x="connsiteX12247" y="connsiteY12247"/>
                </a:cxn>
                <a:cxn ang="0">
                  <a:pos x="connsiteX12248" y="connsiteY12248"/>
                </a:cxn>
                <a:cxn ang="0">
                  <a:pos x="connsiteX12249" y="connsiteY12249"/>
                </a:cxn>
                <a:cxn ang="0">
                  <a:pos x="connsiteX12250" y="connsiteY12250"/>
                </a:cxn>
                <a:cxn ang="0">
                  <a:pos x="connsiteX12251" y="connsiteY12251"/>
                </a:cxn>
                <a:cxn ang="0">
                  <a:pos x="connsiteX12252" y="connsiteY12252"/>
                </a:cxn>
                <a:cxn ang="0">
                  <a:pos x="connsiteX12253" y="connsiteY12253"/>
                </a:cxn>
                <a:cxn ang="0">
                  <a:pos x="connsiteX12254" y="connsiteY12254"/>
                </a:cxn>
                <a:cxn ang="0">
                  <a:pos x="connsiteX12255" y="connsiteY12255"/>
                </a:cxn>
                <a:cxn ang="0">
                  <a:pos x="connsiteX12256" y="connsiteY12256"/>
                </a:cxn>
                <a:cxn ang="0">
                  <a:pos x="connsiteX12257" y="connsiteY12257"/>
                </a:cxn>
                <a:cxn ang="0">
                  <a:pos x="connsiteX12258" y="connsiteY12258"/>
                </a:cxn>
                <a:cxn ang="0">
                  <a:pos x="connsiteX12259" y="connsiteY12259"/>
                </a:cxn>
                <a:cxn ang="0">
                  <a:pos x="connsiteX12260" y="connsiteY12260"/>
                </a:cxn>
                <a:cxn ang="0">
                  <a:pos x="connsiteX12261" y="connsiteY12261"/>
                </a:cxn>
                <a:cxn ang="0">
                  <a:pos x="connsiteX12262" y="connsiteY12262"/>
                </a:cxn>
                <a:cxn ang="0">
                  <a:pos x="connsiteX12263" y="connsiteY12263"/>
                </a:cxn>
                <a:cxn ang="0">
                  <a:pos x="connsiteX12264" y="connsiteY12264"/>
                </a:cxn>
                <a:cxn ang="0">
                  <a:pos x="connsiteX12265" y="connsiteY12265"/>
                </a:cxn>
                <a:cxn ang="0">
                  <a:pos x="connsiteX12266" y="connsiteY12266"/>
                </a:cxn>
                <a:cxn ang="0">
                  <a:pos x="connsiteX12267" y="connsiteY12267"/>
                </a:cxn>
                <a:cxn ang="0">
                  <a:pos x="connsiteX12268" y="connsiteY12268"/>
                </a:cxn>
                <a:cxn ang="0">
                  <a:pos x="connsiteX12269" y="connsiteY12269"/>
                </a:cxn>
                <a:cxn ang="0">
                  <a:pos x="connsiteX12270" y="connsiteY12270"/>
                </a:cxn>
                <a:cxn ang="0">
                  <a:pos x="connsiteX12271" y="connsiteY12271"/>
                </a:cxn>
                <a:cxn ang="0">
                  <a:pos x="connsiteX12272" y="connsiteY12272"/>
                </a:cxn>
                <a:cxn ang="0">
                  <a:pos x="connsiteX12273" y="connsiteY12273"/>
                </a:cxn>
                <a:cxn ang="0">
                  <a:pos x="connsiteX12274" y="connsiteY12274"/>
                </a:cxn>
                <a:cxn ang="0">
                  <a:pos x="connsiteX12275" y="connsiteY12275"/>
                </a:cxn>
                <a:cxn ang="0">
                  <a:pos x="connsiteX12276" y="connsiteY12276"/>
                </a:cxn>
                <a:cxn ang="0">
                  <a:pos x="connsiteX12277" y="connsiteY12277"/>
                </a:cxn>
                <a:cxn ang="0">
                  <a:pos x="connsiteX12278" y="connsiteY12278"/>
                </a:cxn>
                <a:cxn ang="0">
                  <a:pos x="connsiteX12279" y="connsiteY12279"/>
                </a:cxn>
                <a:cxn ang="0">
                  <a:pos x="connsiteX12280" y="connsiteY12280"/>
                </a:cxn>
                <a:cxn ang="0">
                  <a:pos x="connsiteX12281" y="connsiteY12281"/>
                </a:cxn>
                <a:cxn ang="0">
                  <a:pos x="connsiteX12282" y="connsiteY12282"/>
                </a:cxn>
                <a:cxn ang="0">
                  <a:pos x="connsiteX12283" y="connsiteY12283"/>
                </a:cxn>
                <a:cxn ang="0">
                  <a:pos x="connsiteX12284" y="connsiteY12284"/>
                </a:cxn>
                <a:cxn ang="0">
                  <a:pos x="connsiteX12285" y="connsiteY12285"/>
                </a:cxn>
                <a:cxn ang="0">
                  <a:pos x="connsiteX12286" y="connsiteY12286"/>
                </a:cxn>
                <a:cxn ang="0">
                  <a:pos x="connsiteX12287" y="connsiteY12287"/>
                </a:cxn>
                <a:cxn ang="0">
                  <a:pos x="connsiteX12288" y="connsiteY12288"/>
                </a:cxn>
                <a:cxn ang="0">
                  <a:pos x="connsiteX12289" y="connsiteY12289"/>
                </a:cxn>
                <a:cxn ang="0">
                  <a:pos x="connsiteX12290" y="connsiteY12290"/>
                </a:cxn>
                <a:cxn ang="0">
                  <a:pos x="connsiteX12291" y="connsiteY12291"/>
                </a:cxn>
                <a:cxn ang="0">
                  <a:pos x="connsiteX12292" y="connsiteY12292"/>
                </a:cxn>
                <a:cxn ang="0">
                  <a:pos x="connsiteX12293" y="connsiteY12293"/>
                </a:cxn>
                <a:cxn ang="0">
                  <a:pos x="connsiteX12294" y="connsiteY12294"/>
                </a:cxn>
                <a:cxn ang="0">
                  <a:pos x="connsiteX12295" y="connsiteY12295"/>
                </a:cxn>
                <a:cxn ang="0">
                  <a:pos x="connsiteX12296" y="connsiteY12296"/>
                </a:cxn>
                <a:cxn ang="0">
                  <a:pos x="connsiteX12297" y="connsiteY12297"/>
                </a:cxn>
                <a:cxn ang="0">
                  <a:pos x="connsiteX12298" y="connsiteY12298"/>
                </a:cxn>
                <a:cxn ang="0">
                  <a:pos x="connsiteX12299" y="connsiteY12299"/>
                </a:cxn>
                <a:cxn ang="0">
                  <a:pos x="connsiteX12300" y="connsiteY12300"/>
                </a:cxn>
                <a:cxn ang="0">
                  <a:pos x="connsiteX12301" y="connsiteY12301"/>
                </a:cxn>
                <a:cxn ang="0">
                  <a:pos x="connsiteX12302" y="connsiteY12302"/>
                </a:cxn>
                <a:cxn ang="0">
                  <a:pos x="connsiteX12303" y="connsiteY12303"/>
                </a:cxn>
                <a:cxn ang="0">
                  <a:pos x="connsiteX12304" y="connsiteY12304"/>
                </a:cxn>
                <a:cxn ang="0">
                  <a:pos x="connsiteX12305" y="connsiteY12305"/>
                </a:cxn>
                <a:cxn ang="0">
                  <a:pos x="connsiteX12306" y="connsiteY12306"/>
                </a:cxn>
                <a:cxn ang="0">
                  <a:pos x="connsiteX12307" y="connsiteY12307"/>
                </a:cxn>
                <a:cxn ang="0">
                  <a:pos x="connsiteX12308" y="connsiteY12308"/>
                </a:cxn>
                <a:cxn ang="0">
                  <a:pos x="connsiteX12309" y="connsiteY12309"/>
                </a:cxn>
                <a:cxn ang="0">
                  <a:pos x="connsiteX12310" y="connsiteY12310"/>
                </a:cxn>
                <a:cxn ang="0">
                  <a:pos x="connsiteX12311" y="connsiteY12311"/>
                </a:cxn>
                <a:cxn ang="0">
                  <a:pos x="connsiteX12312" y="connsiteY12312"/>
                </a:cxn>
                <a:cxn ang="0">
                  <a:pos x="connsiteX12313" y="connsiteY12313"/>
                </a:cxn>
                <a:cxn ang="0">
                  <a:pos x="connsiteX12314" y="connsiteY12314"/>
                </a:cxn>
                <a:cxn ang="0">
                  <a:pos x="connsiteX12315" y="connsiteY12315"/>
                </a:cxn>
                <a:cxn ang="0">
                  <a:pos x="connsiteX12316" y="connsiteY12316"/>
                </a:cxn>
                <a:cxn ang="0">
                  <a:pos x="connsiteX12317" y="connsiteY12317"/>
                </a:cxn>
                <a:cxn ang="0">
                  <a:pos x="connsiteX12318" y="connsiteY12318"/>
                </a:cxn>
                <a:cxn ang="0">
                  <a:pos x="connsiteX12319" y="connsiteY12319"/>
                </a:cxn>
                <a:cxn ang="0">
                  <a:pos x="connsiteX12320" y="connsiteY12320"/>
                </a:cxn>
                <a:cxn ang="0">
                  <a:pos x="connsiteX12321" y="connsiteY12321"/>
                </a:cxn>
                <a:cxn ang="0">
                  <a:pos x="connsiteX12322" y="connsiteY12322"/>
                </a:cxn>
                <a:cxn ang="0">
                  <a:pos x="connsiteX12323" y="connsiteY12323"/>
                </a:cxn>
                <a:cxn ang="0">
                  <a:pos x="connsiteX12324" y="connsiteY12324"/>
                </a:cxn>
                <a:cxn ang="0">
                  <a:pos x="connsiteX12325" y="connsiteY12325"/>
                </a:cxn>
                <a:cxn ang="0">
                  <a:pos x="connsiteX12326" y="connsiteY12326"/>
                </a:cxn>
                <a:cxn ang="0">
                  <a:pos x="connsiteX12327" y="connsiteY12327"/>
                </a:cxn>
                <a:cxn ang="0">
                  <a:pos x="connsiteX12328" y="connsiteY12328"/>
                </a:cxn>
                <a:cxn ang="0">
                  <a:pos x="connsiteX12329" y="connsiteY12329"/>
                </a:cxn>
                <a:cxn ang="0">
                  <a:pos x="connsiteX12330" y="connsiteY12330"/>
                </a:cxn>
                <a:cxn ang="0">
                  <a:pos x="connsiteX12331" y="connsiteY12331"/>
                </a:cxn>
                <a:cxn ang="0">
                  <a:pos x="connsiteX12332" y="connsiteY12332"/>
                </a:cxn>
                <a:cxn ang="0">
                  <a:pos x="connsiteX12333" y="connsiteY12333"/>
                </a:cxn>
                <a:cxn ang="0">
                  <a:pos x="connsiteX12334" y="connsiteY12334"/>
                </a:cxn>
                <a:cxn ang="0">
                  <a:pos x="connsiteX12335" y="connsiteY12335"/>
                </a:cxn>
                <a:cxn ang="0">
                  <a:pos x="connsiteX12336" y="connsiteY12336"/>
                </a:cxn>
                <a:cxn ang="0">
                  <a:pos x="connsiteX12337" y="connsiteY12337"/>
                </a:cxn>
                <a:cxn ang="0">
                  <a:pos x="connsiteX12338" y="connsiteY12338"/>
                </a:cxn>
                <a:cxn ang="0">
                  <a:pos x="connsiteX12339" y="connsiteY12339"/>
                </a:cxn>
                <a:cxn ang="0">
                  <a:pos x="connsiteX12340" y="connsiteY12340"/>
                </a:cxn>
                <a:cxn ang="0">
                  <a:pos x="connsiteX12341" y="connsiteY12341"/>
                </a:cxn>
                <a:cxn ang="0">
                  <a:pos x="connsiteX12342" y="connsiteY12342"/>
                </a:cxn>
                <a:cxn ang="0">
                  <a:pos x="connsiteX12343" y="connsiteY12343"/>
                </a:cxn>
                <a:cxn ang="0">
                  <a:pos x="connsiteX12344" y="connsiteY12344"/>
                </a:cxn>
                <a:cxn ang="0">
                  <a:pos x="connsiteX12345" y="connsiteY12345"/>
                </a:cxn>
                <a:cxn ang="0">
                  <a:pos x="connsiteX12346" y="connsiteY12346"/>
                </a:cxn>
                <a:cxn ang="0">
                  <a:pos x="connsiteX12347" y="connsiteY12347"/>
                </a:cxn>
                <a:cxn ang="0">
                  <a:pos x="connsiteX12348" y="connsiteY12348"/>
                </a:cxn>
                <a:cxn ang="0">
                  <a:pos x="connsiteX12349" y="connsiteY12349"/>
                </a:cxn>
                <a:cxn ang="0">
                  <a:pos x="connsiteX12350" y="connsiteY12350"/>
                </a:cxn>
                <a:cxn ang="0">
                  <a:pos x="connsiteX12351" y="connsiteY12351"/>
                </a:cxn>
                <a:cxn ang="0">
                  <a:pos x="connsiteX12352" y="connsiteY12352"/>
                </a:cxn>
                <a:cxn ang="0">
                  <a:pos x="connsiteX12353" y="connsiteY12353"/>
                </a:cxn>
                <a:cxn ang="0">
                  <a:pos x="connsiteX12354" y="connsiteY12354"/>
                </a:cxn>
                <a:cxn ang="0">
                  <a:pos x="connsiteX12355" y="connsiteY12355"/>
                </a:cxn>
                <a:cxn ang="0">
                  <a:pos x="connsiteX12356" y="connsiteY12356"/>
                </a:cxn>
                <a:cxn ang="0">
                  <a:pos x="connsiteX12357" y="connsiteY12357"/>
                </a:cxn>
                <a:cxn ang="0">
                  <a:pos x="connsiteX12358" y="connsiteY12358"/>
                </a:cxn>
                <a:cxn ang="0">
                  <a:pos x="connsiteX12359" y="connsiteY12359"/>
                </a:cxn>
                <a:cxn ang="0">
                  <a:pos x="connsiteX12360" y="connsiteY12360"/>
                </a:cxn>
                <a:cxn ang="0">
                  <a:pos x="connsiteX12361" y="connsiteY12361"/>
                </a:cxn>
                <a:cxn ang="0">
                  <a:pos x="connsiteX12362" y="connsiteY12362"/>
                </a:cxn>
                <a:cxn ang="0">
                  <a:pos x="connsiteX12363" y="connsiteY12363"/>
                </a:cxn>
                <a:cxn ang="0">
                  <a:pos x="connsiteX12364" y="connsiteY12364"/>
                </a:cxn>
                <a:cxn ang="0">
                  <a:pos x="connsiteX12365" y="connsiteY12365"/>
                </a:cxn>
                <a:cxn ang="0">
                  <a:pos x="connsiteX12366" y="connsiteY12366"/>
                </a:cxn>
                <a:cxn ang="0">
                  <a:pos x="connsiteX12367" y="connsiteY12367"/>
                </a:cxn>
                <a:cxn ang="0">
                  <a:pos x="connsiteX12368" y="connsiteY12368"/>
                </a:cxn>
                <a:cxn ang="0">
                  <a:pos x="connsiteX12369" y="connsiteY12369"/>
                </a:cxn>
                <a:cxn ang="0">
                  <a:pos x="connsiteX12370" y="connsiteY12370"/>
                </a:cxn>
                <a:cxn ang="0">
                  <a:pos x="connsiteX12371" y="connsiteY12371"/>
                </a:cxn>
                <a:cxn ang="0">
                  <a:pos x="connsiteX12372" y="connsiteY12372"/>
                </a:cxn>
                <a:cxn ang="0">
                  <a:pos x="connsiteX12373" y="connsiteY12373"/>
                </a:cxn>
                <a:cxn ang="0">
                  <a:pos x="connsiteX12374" y="connsiteY12374"/>
                </a:cxn>
                <a:cxn ang="0">
                  <a:pos x="connsiteX12375" y="connsiteY12375"/>
                </a:cxn>
                <a:cxn ang="0">
                  <a:pos x="connsiteX12376" y="connsiteY12376"/>
                </a:cxn>
                <a:cxn ang="0">
                  <a:pos x="connsiteX12377" y="connsiteY12377"/>
                </a:cxn>
                <a:cxn ang="0">
                  <a:pos x="connsiteX12378" y="connsiteY12378"/>
                </a:cxn>
                <a:cxn ang="0">
                  <a:pos x="connsiteX12379" y="connsiteY12379"/>
                </a:cxn>
                <a:cxn ang="0">
                  <a:pos x="connsiteX12380" y="connsiteY12380"/>
                </a:cxn>
                <a:cxn ang="0">
                  <a:pos x="connsiteX12381" y="connsiteY12381"/>
                </a:cxn>
                <a:cxn ang="0">
                  <a:pos x="connsiteX12382" y="connsiteY12382"/>
                </a:cxn>
                <a:cxn ang="0">
                  <a:pos x="connsiteX12383" y="connsiteY12383"/>
                </a:cxn>
                <a:cxn ang="0">
                  <a:pos x="connsiteX12384" y="connsiteY12384"/>
                </a:cxn>
                <a:cxn ang="0">
                  <a:pos x="connsiteX12385" y="connsiteY12385"/>
                </a:cxn>
                <a:cxn ang="0">
                  <a:pos x="connsiteX12386" y="connsiteY12386"/>
                </a:cxn>
                <a:cxn ang="0">
                  <a:pos x="connsiteX12387" y="connsiteY12387"/>
                </a:cxn>
                <a:cxn ang="0">
                  <a:pos x="connsiteX12388" y="connsiteY12388"/>
                </a:cxn>
                <a:cxn ang="0">
                  <a:pos x="connsiteX12389" y="connsiteY12389"/>
                </a:cxn>
                <a:cxn ang="0">
                  <a:pos x="connsiteX12390" y="connsiteY12390"/>
                </a:cxn>
                <a:cxn ang="0">
                  <a:pos x="connsiteX12391" y="connsiteY12391"/>
                </a:cxn>
                <a:cxn ang="0">
                  <a:pos x="connsiteX12392" y="connsiteY12392"/>
                </a:cxn>
                <a:cxn ang="0">
                  <a:pos x="connsiteX12393" y="connsiteY12393"/>
                </a:cxn>
                <a:cxn ang="0">
                  <a:pos x="connsiteX12394" y="connsiteY12394"/>
                </a:cxn>
                <a:cxn ang="0">
                  <a:pos x="connsiteX12395" y="connsiteY12395"/>
                </a:cxn>
                <a:cxn ang="0">
                  <a:pos x="connsiteX12396" y="connsiteY12396"/>
                </a:cxn>
                <a:cxn ang="0">
                  <a:pos x="connsiteX12397" y="connsiteY12397"/>
                </a:cxn>
                <a:cxn ang="0">
                  <a:pos x="connsiteX12398" y="connsiteY12398"/>
                </a:cxn>
                <a:cxn ang="0">
                  <a:pos x="connsiteX12399" y="connsiteY12399"/>
                </a:cxn>
                <a:cxn ang="0">
                  <a:pos x="connsiteX12400" y="connsiteY12400"/>
                </a:cxn>
                <a:cxn ang="0">
                  <a:pos x="connsiteX12401" y="connsiteY12401"/>
                </a:cxn>
                <a:cxn ang="0">
                  <a:pos x="connsiteX12402" y="connsiteY12402"/>
                </a:cxn>
                <a:cxn ang="0">
                  <a:pos x="connsiteX12403" y="connsiteY12403"/>
                </a:cxn>
                <a:cxn ang="0">
                  <a:pos x="connsiteX12404" y="connsiteY12404"/>
                </a:cxn>
                <a:cxn ang="0">
                  <a:pos x="connsiteX12405" y="connsiteY12405"/>
                </a:cxn>
                <a:cxn ang="0">
                  <a:pos x="connsiteX12406" y="connsiteY12406"/>
                </a:cxn>
                <a:cxn ang="0">
                  <a:pos x="connsiteX12407" y="connsiteY12407"/>
                </a:cxn>
                <a:cxn ang="0">
                  <a:pos x="connsiteX12408" y="connsiteY12408"/>
                </a:cxn>
                <a:cxn ang="0">
                  <a:pos x="connsiteX12409" y="connsiteY12409"/>
                </a:cxn>
                <a:cxn ang="0">
                  <a:pos x="connsiteX12410" y="connsiteY12410"/>
                </a:cxn>
                <a:cxn ang="0">
                  <a:pos x="connsiteX12411" y="connsiteY12411"/>
                </a:cxn>
                <a:cxn ang="0">
                  <a:pos x="connsiteX12412" y="connsiteY12412"/>
                </a:cxn>
                <a:cxn ang="0">
                  <a:pos x="connsiteX12413" y="connsiteY12413"/>
                </a:cxn>
                <a:cxn ang="0">
                  <a:pos x="connsiteX12414" y="connsiteY12414"/>
                </a:cxn>
                <a:cxn ang="0">
                  <a:pos x="connsiteX12415" y="connsiteY12415"/>
                </a:cxn>
                <a:cxn ang="0">
                  <a:pos x="connsiteX12416" y="connsiteY12416"/>
                </a:cxn>
                <a:cxn ang="0">
                  <a:pos x="connsiteX12417" y="connsiteY12417"/>
                </a:cxn>
                <a:cxn ang="0">
                  <a:pos x="connsiteX12418" y="connsiteY12418"/>
                </a:cxn>
                <a:cxn ang="0">
                  <a:pos x="connsiteX12419" y="connsiteY12419"/>
                </a:cxn>
                <a:cxn ang="0">
                  <a:pos x="connsiteX12420" y="connsiteY12420"/>
                </a:cxn>
                <a:cxn ang="0">
                  <a:pos x="connsiteX12421" y="connsiteY12421"/>
                </a:cxn>
                <a:cxn ang="0">
                  <a:pos x="connsiteX12422" y="connsiteY12422"/>
                </a:cxn>
                <a:cxn ang="0">
                  <a:pos x="connsiteX12423" y="connsiteY12423"/>
                </a:cxn>
                <a:cxn ang="0">
                  <a:pos x="connsiteX12424" y="connsiteY12424"/>
                </a:cxn>
                <a:cxn ang="0">
                  <a:pos x="connsiteX12425" y="connsiteY12425"/>
                </a:cxn>
                <a:cxn ang="0">
                  <a:pos x="connsiteX12426" y="connsiteY12426"/>
                </a:cxn>
                <a:cxn ang="0">
                  <a:pos x="connsiteX12427" y="connsiteY12427"/>
                </a:cxn>
                <a:cxn ang="0">
                  <a:pos x="connsiteX12428" y="connsiteY12428"/>
                </a:cxn>
                <a:cxn ang="0">
                  <a:pos x="connsiteX12429" y="connsiteY12429"/>
                </a:cxn>
                <a:cxn ang="0">
                  <a:pos x="connsiteX12430" y="connsiteY12430"/>
                </a:cxn>
                <a:cxn ang="0">
                  <a:pos x="connsiteX12431" y="connsiteY12431"/>
                </a:cxn>
                <a:cxn ang="0">
                  <a:pos x="connsiteX12432" y="connsiteY12432"/>
                </a:cxn>
              </a:cxnLst>
              <a:rect l="l" t="t" r="r" b="b"/>
              <a:pathLst>
                <a:path w="2057605" h="3215359">
                  <a:moveTo>
                    <a:pt x="2034591" y="2853318"/>
                  </a:moveTo>
                  <a:lnTo>
                    <a:pt x="2039626" y="2856051"/>
                  </a:lnTo>
                  <a:lnTo>
                    <a:pt x="2042071" y="2856051"/>
                  </a:lnTo>
                  <a:lnTo>
                    <a:pt x="2049838" y="2863531"/>
                  </a:lnTo>
                  <a:lnTo>
                    <a:pt x="2052283" y="2863531"/>
                  </a:lnTo>
                  <a:lnTo>
                    <a:pt x="2055160" y="2866264"/>
                  </a:lnTo>
                  <a:lnTo>
                    <a:pt x="2057605" y="2868709"/>
                  </a:lnTo>
                  <a:lnTo>
                    <a:pt x="2055160" y="2871154"/>
                  </a:lnTo>
                  <a:lnTo>
                    <a:pt x="2055160" y="2873743"/>
                  </a:lnTo>
                  <a:lnTo>
                    <a:pt x="2057605" y="2876476"/>
                  </a:lnTo>
                  <a:lnTo>
                    <a:pt x="2055160" y="2881367"/>
                  </a:lnTo>
                  <a:lnTo>
                    <a:pt x="2057605" y="2886689"/>
                  </a:lnTo>
                  <a:lnTo>
                    <a:pt x="2057605" y="2889134"/>
                  </a:lnTo>
                  <a:lnTo>
                    <a:pt x="2057605" y="2891579"/>
                  </a:lnTo>
                  <a:lnTo>
                    <a:pt x="2055160" y="2894168"/>
                  </a:lnTo>
                  <a:lnTo>
                    <a:pt x="2055160" y="2896901"/>
                  </a:lnTo>
                  <a:lnTo>
                    <a:pt x="2052283" y="2904381"/>
                  </a:lnTo>
                  <a:lnTo>
                    <a:pt x="2055160" y="2912004"/>
                  </a:lnTo>
                  <a:lnTo>
                    <a:pt x="2049838" y="2919771"/>
                  </a:lnTo>
                  <a:lnTo>
                    <a:pt x="2052283" y="2924662"/>
                  </a:lnTo>
                  <a:lnTo>
                    <a:pt x="2049838" y="2932429"/>
                  </a:lnTo>
                  <a:lnTo>
                    <a:pt x="2047393" y="2937463"/>
                  </a:lnTo>
                  <a:lnTo>
                    <a:pt x="2047393" y="2942642"/>
                  </a:lnTo>
                  <a:lnTo>
                    <a:pt x="2047393" y="2945087"/>
                  </a:lnTo>
                  <a:lnTo>
                    <a:pt x="2044804" y="2947676"/>
                  </a:lnTo>
                  <a:lnTo>
                    <a:pt x="2042071" y="2950409"/>
                  </a:lnTo>
                  <a:lnTo>
                    <a:pt x="2039626" y="2950409"/>
                  </a:lnTo>
                  <a:lnTo>
                    <a:pt x="2039626" y="2947676"/>
                  </a:lnTo>
                  <a:lnTo>
                    <a:pt x="2037180" y="2947676"/>
                  </a:lnTo>
                  <a:lnTo>
                    <a:pt x="2037180" y="2945087"/>
                  </a:lnTo>
                  <a:lnTo>
                    <a:pt x="2034591" y="2942642"/>
                  </a:lnTo>
                  <a:lnTo>
                    <a:pt x="2032146" y="2942642"/>
                  </a:lnTo>
                  <a:lnTo>
                    <a:pt x="2032146" y="2940196"/>
                  </a:lnTo>
                  <a:lnTo>
                    <a:pt x="2032146" y="2937463"/>
                  </a:lnTo>
                  <a:lnTo>
                    <a:pt x="2029413" y="2937463"/>
                  </a:lnTo>
                  <a:lnTo>
                    <a:pt x="2026968" y="2934874"/>
                  </a:lnTo>
                  <a:lnTo>
                    <a:pt x="2024523" y="2934874"/>
                  </a:lnTo>
                  <a:lnTo>
                    <a:pt x="2024523" y="2932429"/>
                  </a:lnTo>
                  <a:lnTo>
                    <a:pt x="2021934" y="2929984"/>
                  </a:lnTo>
                  <a:lnTo>
                    <a:pt x="2019201" y="2929984"/>
                  </a:lnTo>
                  <a:lnTo>
                    <a:pt x="2016755" y="2929984"/>
                  </a:lnTo>
                  <a:lnTo>
                    <a:pt x="2016755" y="2927395"/>
                  </a:lnTo>
                  <a:lnTo>
                    <a:pt x="2014310" y="2924662"/>
                  </a:lnTo>
                  <a:lnTo>
                    <a:pt x="2011721" y="2924662"/>
                  </a:lnTo>
                  <a:lnTo>
                    <a:pt x="2011721" y="2922217"/>
                  </a:lnTo>
                  <a:lnTo>
                    <a:pt x="2011721" y="2917326"/>
                  </a:lnTo>
                  <a:lnTo>
                    <a:pt x="2008988" y="2917326"/>
                  </a:lnTo>
                  <a:lnTo>
                    <a:pt x="2008988" y="2914449"/>
                  </a:lnTo>
                  <a:lnTo>
                    <a:pt x="2008988" y="2909559"/>
                  </a:lnTo>
                  <a:lnTo>
                    <a:pt x="2008988" y="2907114"/>
                  </a:lnTo>
                  <a:lnTo>
                    <a:pt x="2008988" y="2901792"/>
                  </a:lnTo>
                  <a:lnTo>
                    <a:pt x="2008988" y="2896901"/>
                  </a:lnTo>
                  <a:lnTo>
                    <a:pt x="2008988" y="2889134"/>
                  </a:lnTo>
                  <a:lnTo>
                    <a:pt x="2008988" y="2886689"/>
                  </a:lnTo>
                  <a:lnTo>
                    <a:pt x="2011721" y="2881367"/>
                  </a:lnTo>
                  <a:lnTo>
                    <a:pt x="2014310" y="2878921"/>
                  </a:lnTo>
                  <a:lnTo>
                    <a:pt x="2016755" y="2868709"/>
                  </a:lnTo>
                  <a:lnTo>
                    <a:pt x="2016755" y="2866264"/>
                  </a:lnTo>
                  <a:lnTo>
                    <a:pt x="2016755" y="2863531"/>
                  </a:lnTo>
                  <a:lnTo>
                    <a:pt x="2016755" y="2860942"/>
                  </a:lnTo>
                  <a:lnTo>
                    <a:pt x="2019201" y="2858496"/>
                  </a:lnTo>
                  <a:lnTo>
                    <a:pt x="2021934" y="2858496"/>
                  </a:lnTo>
                  <a:lnTo>
                    <a:pt x="2026968" y="2858496"/>
                  </a:lnTo>
                  <a:lnTo>
                    <a:pt x="2026968" y="2856051"/>
                  </a:lnTo>
                  <a:lnTo>
                    <a:pt x="2029413" y="2858496"/>
                  </a:lnTo>
                  <a:close/>
                  <a:moveTo>
                    <a:pt x="1881547" y="2810023"/>
                  </a:moveTo>
                  <a:lnTo>
                    <a:pt x="1884280" y="2810023"/>
                  </a:lnTo>
                  <a:lnTo>
                    <a:pt x="1886869" y="2810023"/>
                  </a:lnTo>
                  <a:lnTo>
                    <a:pt x="1894205" y="2812756"/>
                  </a:lnTo>
                  <a:lnTo>
                    <a:pt x="1896938" y="2812756"/>
                  </a:lnTo>
                  <a:lnTo>
                    <a:pt x="1899527" y="2812756"/>
                  </a:lnTo>
                  <a:lnTo>
                    <a:pt x="1901972" y="2812756"/>
                  </a:lnTo>
                  <a:lnTo>
                    <a:pt x="1901972" y="2815201"/>
                  </a:lnTo>
                  <a:lnTo>
                    <a:pt x="1901972" y="2830304"/>
                  </a:lnTo>
                  <a:lnTo>
                    <a:pt x="1901972" y="2833037"/>
                  </a:lnTo>
                  <a:lnTo>
                    <a:pt x="1901972" y="2835626"/>
                  </a:lnTo>
                  <a:lnTo>
                    <a:pt x="1904418" y="2838071"/>
                  </a:lnTo>
                  <a:lnTo>
                    <a:pt x="1901972" y="2840517"/>
                  </a:lnTo>
                  <a:lnTo>
                    <a:pt x="1901972" y="2843250"/>
                  </a:lnTo>
                  <a:lnTo>
                    <a:pt x="1896938" y="2848284"/>
                  </a:lnTo>
                  <a:lnTo>
                    <a:pt x="1894205" y="2853318"/>
                  </a:lnTo>
                  <a:lnTo>
                    <a:pt x="1889315" y="2856051"/>
                  </a:lnTo>
                  <a:lnTo>
                    <a:pt x="1886869" y="2858496"/>
                  </a:lnTo>
                  <a:lnTo>
                    <a:pt x="1881547" y="2866264"/>
                  </a:lnTo>
                  <a:lnTo>
                    <a:pt x="1881547" y="2868709"/>
                  </a:lnTo>
                  <a:lnTo>
                    <a:pt x="1881547" y="2871154"/>
                  </a:lnTo>
                  <a:lnTo>
                    <a:pt x="1881547" y="2873743"/>
                  </a:lnTo>
                  <a:lnTo>
                    <a:pt x="1879102" y="2873743"/>
                  </a:lnTo>
                  <a:lnTo>
                    <a:pt x="1871335" y="2886689"/>
                  </a:lnTo>
                  <a:lnTo>
                    <a:pt x="1866300" y="2896901"/>
                  </a:lnTo>
                  <a:lnTo>
                    <a:pt x="1853643" y="2909559"/>
                  </a:lnTo>
                  <a:lnTo>
                    <a:pt x="1850910" y="2912004"/>
                  </a:lnTo>
                  <a:lnTo>
                    <a:pt x="1848465" y="2912004"/>
                  </a:lnTo>
                  <a:lnTo>
                    <a:pt x="1848465" y="2909559"/>
                  </a:lnTo>
                  <a:lnTo>
                    <a:pt x="1846019" y="2909559"/>
                  </a:lnTo>
                  <a:lnTo>
                    <a:pt x="1843430" y="2907114"/>
                  </a:lnTo>
                  <a:lnTo>
                    <a:pt x="1838252" y="2904381"/>
                  </a:lnTo>
                  <a:lnTo>
                    <a:pt x="1833218" y="2904381"/>
                  </a:lnTo>
                  <a:lnTo>
                    <a:pt x="1830485" y="2909559"/>
                  </a:lnTo>
                  <a:lnTo>
                    <a:pt x="1825594" y="2917326"/>
                  </a:lnTo>
                  <a:lnTo>
                    <a:pt x="1823005" y="2917326"/>
                  </a:lnTo>
                  <a:lnTo>
                    <a:pt x="1820272" y="2922217"/>
                  </a:lnTo>
                  <a:lnTo>
                    <a:pt x="1817827" y="2919772"/>
                  </a:lnTo>
                  <a:lnTo>
                    <a:pt x="1817827" y="2917326"/>
                  </a:lnTo>
                  <a:lnTo>
                    <a:pt x="1817827" y="2912004"/>
                  </a:lnTo>
                  <a:lnTo>
                    <a:pt x="1815382" y="2904381"/>
                  </a:lnTo>
                  <a:lnTo>
                    <a:pt x="1812793" y="2899347"/>
                  </a:lnTo>
                  <a:lnTo>
                    <a:pt x="1810347" y="2899347"/>
                  </a:lnTo>
                  <a:lnTo>
                    <a:pt x="1810347" y="2896901"/>
                  </a:lnTo>
                  <a:lnTo>
                    <a:pt x="1807614" y="2894168"/>
                  </a:lnTo>
                  <a:lnTo>
                    <a:pt x="1805169" y="2891579"/>
                  </a:lnTo>
                  <a:lnTo>
                    <a:pt x="1802580" y="2891579"/>
                  </a:lnTo>
                  <a:lnTo>
                    <a:pt x="1802580" y="2889134"/>
                  </a:lnTo>
                  <a:lnTo>
                    <a:pt x="1800135" y="2886689"/>
                  </a:lnTo>
                  <a:lnTo>
                    <a:pt x="1802580" y="2883956"/>
                  </a:lnTo>
                  <a:lnTo>
                    <a:pt x="1805169" y="2878922"/>
                  </a:lnTo>
                  <a:lnTo>
                    <a:pt x="1807614" y="2876476"/>
                  </a:lnTo>
                  <a:lnTo>
                    <a:pt x="1810347" y="2873743"/>
                  </a:lnTo>
                  <a:lnTo>
                    <a:pt x="1812793" y="2866264"/>
                  </a:lnTo>
                  <a:lnTo>
                    <a:pt x="1812793" y="2860942"/>
                  </a:lnTo>
                  <a:lnTo>
                    <a:pt x="1815382" y="2858496"/>
                  </a:lnTo>
                  <a:lnTo>
                    <a:pt x="1817827" y="2856051"/>
                  </a:lnTo>
                  <a:lnTo>
                    <a:pt x="1815382" y="2850729"/>
                  </a:lnTo>
                  <a:lnTo>
                    <a:pt x="1815382" y="2848284"/>
                  </a:lnTo>
                  <a:lnTo>
                    <a:pt x="1815382" y="2840517"/>
                  </a:lnTo>
                  <a:lnTo>
                    <a:pt x="1817827" y="2835626"/>
                  </a:lnTo>
                  <a:lnTo>
                    <a:pt x="1817827" y="2833037"/>
                  </a:lnTo>
                  <a:lnTo>
                    <a:pt x="1820272" y="2833037"/>
                  </a:lnTo>
                  <a:lnTo>
                    <a:pt x="1823005" y="2830304"/>
                  </a:lnTo>
                  <a:lnTo>
                    <a:pt x="1823005" y="2827859"/>
                  </a:lnTo>
                  <a:lnTo>
                    <a:pt x="1825594" y="2827859"/>
                  </a:lnTo>
                  <a:lnTo>
                    <a:pt x="1828039" y="2825414"/>
                  </a:lnTo>
                  <a:lnTo>
                    <a:pt x="1830485" y="2825414"/>
                  </a:lnTo>
                  <a:lnTo>
                    <a:pt x="1833218" y="2825414"/>
                  </a:lnTo>
                  <a:lnTo>
                    <a:pt x="1835807" y="2827859"/>
                  </a:lnTo>
                  <a:lnTo>
                    <a:pt x="1835807" y="2830304"/>
                  </a:lnTo>
                  <a:lnTo>
                    <a:pt x="1838252" y="2833037"/>
                  </a:lnTo>
                  <a:lnTo>
                    <a:pt x="1840697" y="2833037"/>
                  </a:lnTo>
                  <a:lnTo>
                    <a:pt x="1843430" y="2833037"/>
                  </a:lnTo>
                  <a:lnTo>
                    <a:pt x="1846019" y="2833037"/>
                  </a:lnTo>
                  <a:lnTo>
                    <a:pt x="1850910" y="2825414"/>
                  </a:lnTo>
                  <a:lnTo>
                    <a:pt x="1858677" y="2817646"/>
                  </a:lnTo>
                  <a:lnTo>
                    <a:pt x="1866300" y="2817646"/>
                  </a:lnTo>
                  <a:lnTo>
                    <a:pt x="1874068" y="2817646"/>
                  </a:lnTo>
                  <a:lnTo>
                    <a:pt x="1876657" y="2815201"/>
                  </a:lnTo>
                  <a:lnTo>
                    <a:pt x="1876657" y="2812756"/>
                  </a:lnTo>
                  <a:close/>
                  <a:moveTo>
                    <a:pt x="1430471" y="2773776"/>
                  </a:moveTo>
                  <a:lnTo>
                    <a:pt x="1430471" y="2778810"/>
                  </a:lnTo>
                  <a:lnTo>
                    <a:pt x="1432916" y="2778810"/>
                  </a:lnTo>
                  <a:lnTo>
                    <a:pt x="1432916" y="2773776"/>
                  </a:lnTo>
                  <a:close/>
                  <a:moveTo>
                    <a:pt x="1904418" y="2674815"/>
                  </a:moveTo>
                  <a:lnTo>
                    <a:pt x="1907151" y="2674815"/>
                  </a:lnTo>
                  <a:lnTo>
                    <a:pt x="1907151" y="2677548"/>
                  </a:lnTo>
                  <a:lnTo>
                    <a:pt x="1904418" y="2677548"/>
                  </a:lnTo>
                  <a:close/>
                  <a:moveTo>
                    <a:pt x="1700600" y="2662732"/>
                  </a:moveTo>
                  <a:lnTo>
                    <a:pt x="1700600" y="2668054"/>
                  </a:lnTo>
                  <a:lnTo>
                    <a:pt x="1703045" y="2668054"/>
                  </a:lnTo>
                  <a:lnTo>
                    <a:pt x="1703045" y="2670499"/>
                  </a:lnTo>
                  <a:lnTo>
                    <a:pt x="1701895" y="2671650"/>
                  </a:lnTo>
                  <a:lnTo>
                    <a:pt x="1700600" y="2671650"/>
                  </a:lnTo>
                  <a:lnTo>
                    <a:pt x="1701229" y="2672316"/>
                  </a:lnTo>
                  <a:lnTo>
                    <a:pt x="1700600" y="2672945"/>
                  </a:lnTo>
                  <a:lnTo>
                    <a:pt x="1700600" y="2676972"/>
                  </a:lnTo>
                  <a:lnTo>
                    <a:pt x="1698154" y="2676972"/>
                  </a:lnTo>
                  <a:lnTo>
                    <a:pt x="1703045" y="2681863"/>
                  </a:lnTo>
                  <a:lnTo>
                    <a:pt x="1703045" y="2674239"/>
                  </a:lnTo>
                  <a:lnTo>
                    <a:pt x="1701229" y="2672316"/>
                  </a:lnTo>
                  <a:lnTo>
                    <a:pt x="1701895" y="2671650"/>
                  </a:lnTo>
                  <a:lnTo>
                    <a:pt x="1703045" y="2671650"/>
                  </a:lnTo>
                  <a:lnTo>
                    <a:pt x="1705055" y="2669852"/>
                  </a:lnTo>
                  <a:lnTo>
                    <a:pt x="1705778" y="2670499"/>
                  </a:lnTo>
                  <a:lnTo>
                    <a:pt x="1705778" y="2671650"/>
                  </a:lnTo>
                  <a:lnTo>
                    <a:pt x="1708367" y="2674239"/>
                  </a:lnTo>
                  <a:lnTo>
                    <a:pt x="1708367" y="2671650"/>
                  </a:lnTo>
                  <a:lnTo>
                    <a:pt x="1708367" y="2670499"/>
                  </a:lnTo>
                  <a:lnTo>
                    <a:pt x="1705778" y="2670499"/>
                  </a:lnTo>
                  <a:lnTo>
                    <a:pt x="1705778" y="2669205"/>
                  </a:lnTo>
                  <a:lnTo>
                    <a:pt x="1705055" y="2669852"/>
                  </a:lnTo>
                  <a:lnTo>
                    <a:pt x="1703045" y="2668054"/>
                  </a:lnTo>
                  <a:lnTo>
                    <a:pt x="1703045" y="2665609"/>
                  </a:lnTo>
                  <a:close/>
                  <a:moveTo>
                    <a:pt x="1899528" y="2657123"/>
                  </a:moveTo>
                  <a:lnTo>
                    <a:pt x="1901973" y="2657123"/>
                  </a:lnTo>
                  <a:lnTo>
                    <a:pt x="1904419" y="2659568"/>
                  </a:lnTo>
                  <a:lnTo>
                    <a:pt x="1904419" y="2662157"/>
                  </a:lnTo>
                  <a:lnTo>
                    <a:pt x="1901973" y="2662157"/>
                  </a:lnTo>
                  <a:lnTo>
                    <a:pt x="1896939" y="2664890"/>
                  </a:lnTo>
                  <a:lnTo>
                    <a:pt x="1896939" y="2659568"/>
                  </a:lnTo>
                  <a:close/>
                  <a:moveTo>
                    <a:pt x="1124527" y="2496312"/>
                  </a:moveTo>
                  <a:lnTo>
                    <a:pt x="1124527" y="2499045"/>
                  </a:lnTo>
                  <a:lnTo>
                    <a:pt x="1126973" y="2496312"/>
                  </a:lnTo>
                  <a:close/>
                  <a:moveTo>
                    <a:pt x="1754107" y="2493723"/>
                  </a:moveTo>
                  <a:lnTo>
                    <a:pt x="1756552" y="2493723"/>
                  </a:lnTo>
                  <a:lnTo>
                    <a:pt x="1754107" y="2496312"/>
                  </a:lnTo>
                  <a:close/>
                  <a:moveTo>
                    <a:pt x="1111582" y="2493723"/>
                  </a:moveTo>
                  <a:lnTo>
                    <a:pt x="1111582" y="2496312"/>
                  </a:lnTo>
                  <a:lnTo>
                    <a:pt x="1114315" y="2499045"/>
                  </a:lnTo>
                  <a:lnTo>
                    <a:pt x="1114315" y="2496312"/>
                  </a:lnTo>
                  <a:close/>
                  <a:moveTo>
                    <a:pt x="1100794" y="2485956"/>
                  </a:moveTo>
                  <a:lnTo>
                    <a:pt x="1100794" y="2488833"/>
                  </a:lnTo>
                  <a:lnTo>
                    <a:pt x="1098349" y="2488833"/>
                  </a:lnTo>
                  <a:lnTo>
                    <a:pt x="1095760" y="2491278"/>
                  </a:lnTo>
                  <a:lnTo>
                    <a:pt x="1098349" y="2491278"/>
                  </a:lnTo>
                  <a:lnTo>
                    <a:pt x="1095760" y="2493723"/>
                  </a:lnTo>
                  <a:lnTo>
                    <a:pt x="1095760" y="2499045"/>
                  </a:lnTo>
                  <a:lnTo>
                    <a:pt x="1093314" y="2503936"/>
                  </a:lnTo>
                  <a:lnTo>
                    <a:pt x="1090581" y="2506525"/>
                  </a:lnTo>
                  <a:lnTo>
                    <a:pt x="1088136" y="2509258"/>
                  </a:lnTo>
                  <a:lnTo>
                    <a:pt x="1085547" y="2511703"/>
                  </a:lnTo>
                  <a:lnTo>
                    <a:pt x="1083677" y="2511703"/>
                  </a:lnTo>
                  <a:lnTo>
                    <a:pt x="1077924" y="2511703"/>
                  </a:lnTo>
                  <a:lnTo>
                    <a:pt x="1075335" y="2509258"/>
                  </a:lnTo>
                  <a:lnTo>
                    <a:pt x="1075335" y="2511703"/>
                  </a:lnTo>
                  <a:lnTo>
                    <a:pt x="1077924" y="2511703"/>
                  </a:lnTo>
                  <a:lnTo>
                    <a:pt x="1077924" y="2514148"/>
                  </a:lnTo>
                  <a:lnTo>
                    <a:pt x="1080369" y="2514148"/>
                  </a:lnTo>
                  <a:lnTo>
                    <a:pt x="1077924" y="2516737"/>
                  </a:lnTo>
                  <a:lnTo>
                    <a:pt x="1080944" y="2516737"/>
                  </a:lnTo>
                  <a:lnTo>
                    <a:pt x="1080944" y="2514148"/>
                  </a:lnTo>
                  <a:lnTo>
                    <a:pt x="1083677" y="2511703"/>
                  </a:lnTo>
                  <a:lnTo>
                    <a:pt x="1083677" y="2514148"/>
                  </a:lnTo>
                  <a:lnTo>
                    <a:pt x="1086123" y="2511703"/>
                  </a:lnTo>
                  <a:lnTo>
                    <a:pt x="1088711" y="2511703"/>
                  </a:lnTo>
                  <a:lnTo>
                    <a:pt x="1088711" y="2509258"/>
                  </a:lnTo>
                  <a:lnTo>
                    <a:pt x="1091157" y="2509258"/>
                  </a:lnTo>
                  <a:lnTo>
                    <a:pt x="1091157" y="2511703"/>
                  </a:lnTo>
                  <a:lnTo>
                    <a:pt x="1093890" y="2511703"/>
                  </a:lnTo>
                  <a:lnTo>
                    <a:pt x="1093890" y="2519470"/>
                  </a:lnTo>
                  <a:lnTo>
                    <a:pt x="1091157" y="2519470"/>
                  </a:lnTo>
                  <a:lnTo>
                    <a:pt x="1088711" y="2521915"/>
                  </a:lnTo>
                  <a:lnTo>
                    <a:pt x="1093890" y="2521915"/>
                  </a:lnTo>
                  <a:lnTo>
                    <a:pt x="1093890" y="2519470"/>
                  </a:lnTo>
                  <a:lnTo>
                    <a:pt x="1096335" y="2516737"/>
                  </a:lnTo>
                  <a:lnTo>
                    <a:pt x="1096335" y="2511703"/>
                  </a:lnTo>
                  <a:lnTo>
                    <a:pt x="1093890" y="2511703"/>
                  </a:lnTo>
                  <a:lnTo>
                    <a:pt x="1093890" y="2509258"/>
                  </a:lnTo>
                  <a:lnTo>
                    <a:pt x="1091157" y="2509258"/>
                  </a:lnTo>
                  <a:lnTo>
                    <a:pt x="1093890" y="2506525"/>
                  </a:lnTo>
                  <a:lnTo>
                    <a:pt x="1093890" y="2503936"/>
                  </a:lnTo>
                  <a:lnTo>
                    <a:pt x="1096335" y="2503936"/>
                  </a:lnTo>
                  <a:lnTo>
                    <a:pt x="1096335" y="2499045"/>
                  </a:lnTo>
                  <a:lnTo>
                    <a:pt x="1098924" y="2499045"/>
                  </a:lnTo>
                  <a:lnTo>
                    <a:pt x="1096335" y="2496312"/>
                  </a:lnTo>
                  <a:lnTo>
                    <a:pt x="1098924" y="2493723"/>
                  </a:lnTo>
                  <a:lnTo>
                    <a:pt x="1098924" y="2491278"/>
                  </a:lnTo>
                  <a:lnTo>
                    <a:pt x="1101369" y="2491278"/>
                  </a:lnTo>
                  <a:lnTo>
                    <a:pt x="1101369" y="2488833"/>
                  </a:lnTo>
                  <a:lnTo>
                    <a:pt x="1103959" y="2488833"/>
                  </a:lnTo>
                  <a:lnTo>
                    <a:pt x="1104102" y="2488976"/>
                  </a:lnTo>
                  <a:lnTo>
                    <a:pt x="1104102" y="2491278"/>
                  </a:lnTo>
                  <a:lnTo>
                    <a:pt x="1106548" y="2491278"/>
                  </a:lnTo>
                  <a:lnTo>
                    <a:pt x="1109136" y="2493723"/>
                  </a:lnTo>
                  <a:lnTo>
                    <a:pt x="1108561" y="2490846"/>
                  </a:lnTo>
                  <a:lnTo>
                    <a:pt x="1105972" y="2490846"/>
                  </a:lnTo>
                  <a:lnTo>
                    <a:pt x="1104102" y="2488976"/>
                  </a:lnTo>
                  <a:lnTo>
                    <a:pt x="1104102" y="2488833"/>
                  </a:lnTo>
                  <a:lnTo>
                    <a:pt x="1103959" y="2488833"/>
                  </a:lnTo>
                  <a:lnTo>
                    <a:pt x="1103527" y="2488401"/>
                  </a:lnTo>
                  <a:lnTo>
                    <a:pt x="1103527" y="2485956"/>
                  </a:lnTo>
                  <a:close/>
                  <a:moveTo>
                    <a:pt x="1667661" y="2485955"/>
                  </a:moveTo>
                  <a:lnTo>
                    <a:pt x="1669818" y="2485955"/>
                  </a:lnTo>
                  <a:lnTo>
                    <a:pt x="1669818" y="2499332"/>
                  </a:lnTo>
                  <a:lnTo>
                    <a:pt x="1672264" y="2499332"/>
                  </a:lnTo>
                  <a:lnTo>
                    <a:pt x="1672264" y="2501777"/>
                  </a:lnTo>
                  <a:lnTo>
                    <a:pt x="1674996" y="2501777"/>
                  </a:lnTo>
                  <a:lnTo>
                    <a:pt x="1674996" y="2499332"/>
                  </a:lnTo>
                  <a:lnTo>
                    <a:pt x="1677586" y="2496599"/>
                  </a:lnTo>
                  <a:lnTo>
                    <a:pt x="1685209" y="2499332"/>
                  </a:lnTo>
                  <a:lnTo>
                    <a:pt x="1687798" y="2501777"/>
                  </a:lnTo>
                  <a:lnTo>
                    <a:pt x="1687798" y="2506811"/>
                  </a:lnTo>
                  <a:lnTo>
                    <a:pt x="1690244" y="2506811"/>
                  </a:lnTo>
                  <a:lnTo>
                    <a:pt x="1687798" y="2509544"/>
                  </a:lnTo>
                  <a:lnTo>
                    <a:pt x="1690244" y="2509544"/>
                  </a:lnTo>
                  <a:lnTo>
                    <a:pt x="1692689" y="2511990"/>
                  </a:lnTo>
                  <a:lnTo>
                    <a:pt x="1692689" y="2514435"/>
                  </a:lnTo>
                  <a:lnTo>
                    <a:pt x="1695421" y="2519757"/>
                  </a:lnTo>
                  <a:lnTo>
                    <a:pt x="1695421" y="2527236"/>
                  </a:lnTo>
                  <a:lnTo>
                    <a:pt x="1692689" y="2527236"/>
                  </a:lnTo>
                  <a:lnTo>
                    <a:pt x="1690244" y="2529969"/>
                  </a:lnTo>
                  <a:lnTo>
                    <a:pt x="1687798" y="2529969"/>
                  </a:lnTo>
                  <a:lnTo>
                    <a:pt x="1685209" y="2527236"/>
                  </a:lnTo>
                  <a:lnTo>
                    <a:pt x="1685209" y="2532415"/>
                  </a:lnTo>
                  <a:lnTo>
                    <a:pt x="1687798" y="2534860"/>
                  </a:lnTo>
                  <a:lnTo>
                    <a:pt x="1695421" y="2540182"/>
                  </a:lnTo>
                  <a:lnTo>
                    <a:pt x="1700456" y="2542627"/>
                  </a:lnTo>
                  <a:lnTo>
                    <a:pt x="1700456" y="2545073"/>
                  </a:lnTo>
                  <a:lnTo>
                    <a:pt x="1702901" y="2550394"/>
                  </a:lnTo>
                  <a:lnTo>
                    <a:pt x="1702901" y="2557874"/>
                  </a:lnTo>
                  <a:lnTo>
                    <a:pt x="1705634" y="2557874"/>
                  </a:lnTo>
                  <a:lnTo>
                    <a:pt x="1705634" y="2560463"/>
                  </a:lnTo>
                  <a:lnTo>
                    <a:pt x="1708223" y="2560463"/>
                  </a:lnTo>
                  <a:lnTo>
                    <a:pt x="1708223" y="2567943"/>
                  </a:lnTo>
                  <a:lnTo>
                    <a:pt x="1713114" y="2567943"/>
                  </a:lnTo>
                  <a:lnTo>
                    <a:pt x="1715847" y="2565354"/>
                  </a:lnTo>
                  <a:lnTo>
                    <a:pt x="1715847" y="2547518"/>
                  </a:lnTo>
                  <a:lnTo>
                    <a:pt x="1718292" y="2542483"/>
                  </a:lnTo>
                  <a:lnTo>
                    <a:pt x="1720881" y="2540038"/>
                  </a:lnTo>
                  <a:lnTo>
                    <a:pt x="1720881" y="2534716"/>
                  </a:lnTo>
                  <a:lnTo>
                    <a:pt x="1723326" y="2532271"/>
                  </a:lnTo>
                  <a:lnTo>
                    <a:pt x="1726059" y="2534716"/>
                  </a:lnTo>
                  <a:lnTo>
                    <a:pt x="1728504" y="2537305"/>
                  </a:lnTo>
                  <a:lnTo>
                    <a:pt x="1731094" y="2540038"/>
                  </a:lnTo>
                  <a:lnTo>
                    <a:pt x="1731094" y="2542483"/>
                  </a:lnTo>
                  <a:lnTo>
                    <a:pt x="1733539" y="2540038"/>
                  </a:lnTo>
                  <a:lnTo>
                    <a:pt x="1733539" y="2544929"/>
                  </a:lnTo>
                  <a:lnTo>
                    <a:pt x="1741306" y="2544929"/>
                  </a:lnTo>
                  <a:lnTo>
                    <a:pt x="1746197" y="2547518"/>
                  </a:lnTo>
                  <a:lnTo>
                    <a:pt x="1743751" y="2547518"/>
                  </a:lnTo>
                  <a:lnTo>
                    <a:pt x="1743751" y="2552696"/>
                  </a:lnTo>
                  <a:lnTo>
                    <a:pt x="1741306" y="2555141"/>
                  </a:lnTo>
                  <a:lnTo>
                    <a:pt x="1741306" y="2557730"/>
                  </a:lnTo>
                  <a:lnTo>
                    <a:pt x="1743751" y="2557730"/>
                  </a:lnTo>
                  <a:lnTo>
                    <a:pt x="1746197" y="2560463"/>
                  </a:lnTo>
                  <a:lnTo>
                    <a:pt x="1746197" y="2562909"/>
                  </a:lnTo>
                  <a:lnTo>
                    <a:pt x="1748929" y="2560463"/>
                  </a:lnTo>
                  <a:lnTo>
                    <a:pt x="1748929" y="2562909"/>
                  </a:lnTo>
                  <a:lnTo>
                    <a:pt x="1751519" y="2562909"/>
                  </a:lnTo>
                  <a:lnTo>
                    <a:pt x="1751519" y="2565354"/>
                  </a:lnTo>
                  <a:lnTo>
                    <a:pt x="1753964" y="2565354"/>
                  </a:lnTo>
                  <a:lnTo>
                    <a:pt x="1753964" y="2562909"/>
                  </a:lnTo>
                  <a:lnTo>
                    <a:pt x="1762163" y="2562909"/>
                  </a:lnTo>
                  <a:lnTo>
                    <a:pt x="1762163" y="2565354"/>
                  </a:lnTo>
                  <a:lnTo>
                    <a:pt x="1769786" y="2565354"/>
                  </a:lnTo>
                  <a:lnTo>
                    <a:pt x="1769786" y="2567943"/>
                  </a:lnTo>
                  <a:lnTo>
                    <a:pt x="1772375" y="2567943"/>
                  </a:lnTo>
                  <a:lnTo>
                    <a:pt x="1772375" y="2565354"/>
                  </a:lnTo>
                  <a:lnTo>
                    <a:pt x="1779998" y="2565354"/>
                  </a:lnTo>
                  <a:lnTo>
                    <a:pt x="1787478" y="2567943"/>
                  </a:lnTo>
                  <a:lnTo>
                    <a:pt x="1790211" y="2570676"/>
                  </a:lnTo>
                  <a:lnTo>
                    <a:pt x="1792800" y="2575566"/>
                  </a:lnTo>
                  <a:lnTo>
                    <a:pt x="1797690" y="2583334"/>
                  </a:lnTo>
                  <a:lnTo>
                    <a:pt x="1800423" y="2588224"/>
                  </a:lnTo>
                  <a:lnTo>
                    <a:pt x="1802869" y="2588224"/>
                  </a:lnTo>
                  <a:lnTo>
                    <a:pt x="1807903" y="2590813"/>
                  </a:lnTo>
                  <a:lnTo>
                    <a:pt x="1810636" y="2590813"/>
                  </a:lnTo>
                  <a:lnTo>
                    <a:pt x="1813081" y="2593546"/>
                  </a:lnTo>
                  <a:lnTo>
                    <a:pt x="1815670" y="2593546"/>
                  </a:lnTo>
                  <a:lnTo>
                    <a:pt x="1818116" y="2595991"/>
                  </a:lnTo>
                  <a:lnTo>
                    <a:pt x="1820561" y="2598437"/>
                  </a:lnTo>
                  <a:lnTo>
                    <a:pt x="1823294" y="2598437"/>
                  </a:lnTo>
                  <a:lnTo>
                    <a:pt x="1825883" y="2601026"/>
                  </a:lnTo>
                  <a:lnTo>
                    <a:pt x="1825883" y="2603759"/>
                  </a:lnTo>
                  <a:lnTo>
                    <a:pt x="1833794" y="2603759"/>
                  </a:lnTo>
                  <a:lnTo>
                    <a:pt x="1836383" y="2606204"/>
                  </a:lnTo>
                  <a:lnTo>
                    <a:pt x="1841274" y="2606204"/>
                  </a:lnTo>
                  <a:lnTo>
                    <a:pt x="1844006" y="2603759"/>
                  </a:lnTo>
                  <a:lnTo>
                    <a:pt x="1846596" y="2601026"/>
                  </a:lnTo>
                  <a:lnTo>
                    <a:pt x="1846596" y="2604334"/>
                  </a:lnTo>
                  <a:lnTo>
                    <a:pt x="1849041" y="2606779"/>
                  </a:lnTo>
                  <a:lnTo>
                    <a:pt x="1854219" y="2606779"/>
                  </a:lnTo>
                  <a:lnTo>
                    <a:pt x="1854219" y="2611813"/>
                  </a:lnTo>
                  <a:lnTo>
                    <a:pt x="1856808" y="2609224"/>
                  </a:lnTo>
                  <a:lnTo>
                    <a:pt x="1861699" y="2609224"/>
                  </a:lnTo>
                  <a:lnTo>
                    <a:pt x="1864431" y="2614546"/>
                  </a:lnTo>
                  <a:lnTo>
                    <a:pt x="1877233" y="2622026"/>
                  </a:lnTo>
                  <a:lnTo>
                    <a:pt x="1877233" y="2627204"/>
                  </a:lnTo>
                  <a:lnTo>
                    <a:pt x="1882124" y="2629649"/>
                  </a:lnTo>
                  <a:lnTo>
                    <a:pt x="1884857" y="2632238"/>
                  </a:lnTo>
                  <a:lnTo>
                    <a:pt x="1882124" y="2637417"/>
                  </a:lnTo>
                  <a:lnTo>
                    <a:pt x="1882124" y="2639862"/>
                  </a:lnTo>
                  <a:lnTo>
                    <a:pt x="1884857" y="2642451"/>
                  </a:lnTo>
                  <a:lnTo>
                    <a:pt x="1884857" y="2652663"/>
                  </a:lnTo>
                  <a:lnTo>
                    <a:pt x="1887302" y="2657842"/>
                  </a:lnTo>
                  <a:lnTo>
                    <a:pt x="1892336" y="2660287"/>
                  </a:lnTo>
                  <a:lnTo>
                    <a:pt x="1892336" y="2662732"/>
                  </a:lnTo>
                  <a:lnTo>
                    <a:pt x="1894781" y="2665609"/>
                  </a:lnTo>
                  <a:lnTo>
                    <a:pt x="1897514" y="2665609"/>
                  </a:lnTo>
                  <a:lnTo>
                    <a:pt x="1897514" y="2668054"/>
                  </a:lnTo>
                  <a:lnTo>
                    <a:pt x="1894781" y="2670499"/>
                  </a:lnTo>
                  <a:lnTo>
                    <a:pt x="1897514" y="2670499"/>
                  </a:lnTo>
                  <a:lnTo>
                    <a:pt x="1897514" y="2672945"/>
                  </a:lnTo>
                  <a:lnTo>
                    <a:pt x="1894781" y="2672945"/>
                  </a:lnTo>
                  <a:lnTo>
                    <a:pt x="1892336" y="2678267"/>
                  </a:lnTo>
                  <a:lnTo>
                    <a:pt x="1884857" y="2678267"/>
                  </a:lnTo>
                  <a:lnTo>
                    <a:pt x="1882124" y="2680712"/>
                  </a:lnTo>
                  <a:lnTo>
                    <a:pt x="1882124" y="2683157"/>
                  </a:lnTo>
                  <a:lnTo>
                    <a:pt x="1879678" y="2683157"/>
                  </a:lnTo>
                  <a:lnTo>
                    <a:pt x="1879678" y="2685746"/>
                  </a:lnTo>
                  <a:lnTo>
                    <a:pt x="1877233" y="2690924"/>
                  </a:lnTo>
                  <a:lnTo>
                    <a:pt x="1879678" y="2693370"/>
                  </a:lnTo>
                  <a:lnTo>
                    <a:pt x="1884857" y="2693370"/>
                  </a:lnTo>
                  <a:lnTo>
                    <a:pt x="1887302" y="2690924"/>
                  </a:lnTo>
                  <a:lnTo>
                    <a:pt x="1892336" y="2688479"/>
                  </a:lnTo>
                  <a:lnTo>
                    <a:pt x="1897514" y="2685746"/>
                  </a:lnTo>
                  <a:lnTo>
                    <a:pt x="1900103" y="2685746"/>
                  </a:lnTo>
                  <a:lnTo>
                    <a:pt x="1900103" y="2683157"/>
                  </a:lnTo>
                  <a:lnTo>
                    <a:pt x="1904994" y="2683157"/>
                  </a:lnTo>
                  <a:lnTo>
                    <a:pt x="1904994" y="2680712"/>
                  </a:lnTo>
                  <a:lnTo>
                    <a:pt x="1907727" y="2678267"/>
                  </a:lnTo>
                  <a:lnTo>
                    <a:pt x="1910316" y="2678267"/>
                  </a:lnTo>
                  <a:lnTo>
                    <a:pt x="1910316" y="2675534"/>
                  </a:lnTo>
                  <a:lnTo>
                    <a:pt x="1915206" y="2675534"/>
                  </a:lnTo>
                  <a:lnTo>
                    <a:pt x="1915206" y="2678267"/>
                  </a:lnTo>
                  <a:lnTo>
                    <a:pt x="1917939" y="2678267"/>
                  </a:lnTo>
                  <a:lnTo>
                    <a:pt x="1922974" y="2680712"/>
                  </a:lnTo>
                  <a:lnTo>
                    <a:pt x="1925419" y="2680712"/>
                  </a:lnTo>
                  <a:lnTo>
                    <a:pt x="1928152" y="2683157"/>
                  </a:lnTo>
                  <a:lnTo>
                    <a:pt x="1930741" y="2683157"/>
                  </a:lnTo>
                  <a:lnTo>
                    <a:pt x="1930741" y="2685746"/>
                  </a:lnTo>
                  <a:lnTo>
                    <a:pt x="1933186" y="2685746"/>
                  </a:lnTo>
                  <a:lnTo>
                    <a:pt x="1933186" y="2680712"/>
                  </a:lnTo>
                  <a:lnTo>
                    <a:pt x="1930741" y="2678267"/>
                  </a:lnTo>
                  <a:lnTo>
                    <a:pt x="1930741" y="2675534"/>
                  </a:lnTo>
                  <a:lnTo>
                    <a:pt x="1933186" y="2670499"/>
                  </a:lnTo>
                  <a:lnTo>
                    <a:pt x="1930741" y="2668054"/>
                  </a:lnTo>
                  <a:lnTo>
                    <a:pt x="1933186" y="2668054"/>
                  </a:lnTo>
                  <a:lnTo>
                    <a:pt x="1940953" y="2672945"/>
                  </a:lnTo>
                  <a:lnTo>
                    <a:pt x="1940953" y="2674815"/>
                  </a:lnTo>
                  <a:lnTo>
                    <a:pt x="1942679" y="2674815"/>
                  </a:lnTo>
                  <a:lnTo>
                    <a:pt x="1942679" y="2679993"/>
                  </a:lnTo>
                  <a:lnTo>
                    <a:pt x="1945125" y="2679993"/>
                  </a:lnTo>
                  <a:lnTo>
                    <a:pt x="1947858" y="2677548"/>
                  </a:lnTo>
                  <a:lnTo>
                    <a:pt x="1950447" y="2677548"/>
                  </a:lnTo>
                  <a:lnTo>
                    <a:pt x="1950447" y="2679993"/>
                  </a:lnTo>
                  <a:lnTo>
                    <a:pt x="1952892" y="2679993"/>
                  </a:lnTo>
                  <a:lnTo>
                    <a:pt x="1955337" y="2682438"/>
                  </a:lnTo>
                  <a:lnTo>
                    <a:pt x="1953036" y="2682438"/>
                  </a:lnTo>
                  <a:lnTo>
                    <a:pt x="1953036" y="2687760"/>
                  </a:lnTo>
                  <a:lnTo>
                    <a:pt x="1958214" y="2690205"/>
                  </a:lnTo>
                  <a:lnTo>
                    <a:pt x="1953036" y="2690205"/>
                  </a:lnTo>
                  <a:lnTo>
                    <a:pt x="1953036" y="2692650"/>
                  </a:lnTo>
                  <a:lnTo>
                    <a:pt x="1950591" y="2692650"/>
                  </a:lnTo>
                  <a:lnTo>
                    <a:pt x="1945269" y="2690205"/>
                  </a:lnTo>
                  <a:lnTo>
                    <a:pt x="1945269" y="2692650"/>
                  </a:lnTo>
                  <a:lnTo>
                    <a:pt x="1950591" y="2692650"/>
                  </a:lnTo>
                  <a:lnTo>
                    <a:pt x="1953036" y="2695240"/>
                  </a:lnTo>
                  <a:lnTo>
                    <a:pt x="1963248" y="2695240"/>
                  </a:lnTo>
                  <a:lnTo>
                    <a:pt x="1968139" y="2697973"/>
                  </a:lnTo>
                  <a:lnTo>
                    <a:pt x="1968139" y="2700418"/>
                  </a:lnTo>
                  <a:lnTo>
                    <a:pt x="1970872" y="2700418"/>
                  </a:lnTo>
                  <a:lnTo>
                    <a:pt x="1973461" y="2697973"/>
                  </a:lnTo>
                  <a:lnTo>
                    <a:pt x="1973461" y="2700418"/>
                  </a:lnTo>
                  <a:lnTo>
                    <a:pt x="1976050" y="2699842"/>
                  </a:lnTo>
                  <a:lnTo>
                    <a:pt x="1978495" y="2697397"/>
                  </a:lnTo>
                  <a:lnTo>
                    <a:pt x="1978495" y="2699842"/>
                  </a:lnTo>
                  <a:lnTo>
                    <a:pt x="1976050" y="2702288"/>
                  </a:lnTo>
                  <a:lnTo>
                    <a:pt x="1976050" y="2704877"/>
                  </a:lnTo>
                  <a:lnTo>
                    <a:pt x="1971016" y="2704877"/>
                  </a:lnTo>
                  <a:lnTo>
                    <a:pt x="1971016" y="2707610"/>
                  </a:lnTo>
                  <a:lnTo>
                    <a:pt x="1968283" y="2707610"/>
                  </a:lnTo>
                  <a:lnTo>
                    <a:pt x="1960947" y="2710055"/>
                  </a:lnTo>
                  <a:lnTo>
                    <a:pt x="1960947" y="2715089"/>
                  </a:lnTo>
                  <a:lnTo>
                    <a:pt x="1958358" y="2722713"/>
                  </a:lnTo>
                  <a:lnTo>
                    <a:pt x="1950734" y="2730480"/>
                  </a:lnTo>
                  <a:lnTo>
                    <a:pt x="1948145" y="2735370"/>
                  </a:lnTo>
                  <a:lnTo>
                    <a:pt x="1942967" y="2738247"/>
                  </a:lnTo>
                  <a:lnTo>
                    <a:pt x="1942967" y="2745583"/>
                  </a:lnTo>
                  <a:lnTo>
                    <a:pt x="1937933" y="2748460"/>
                  </a:lnTo>
                  <a:lnTo>
                    <a:pt x="1924987" y="2743138"/>
                  </a:lnTo>
                  <a:lnTo>
                    <a:pt x="1907295" y="2735370"/>
                  </a:lnTo>
                  <a:lnTo>
                    <a:pt x="1904562" y="2738247"/>
                  </a:lnTo>
                  <a:lnTo>
                    <a:pt x="1902117" y="2738247"/>
                  </a:lnTo>
                  <a:lnTo>
                    <a:pt x="1902117" y="2735370"/>
                  </a:lnTo>
                  <a:lnTo>
                    <a:pt x="1899672" y="2735370"/>
                  </a:lnTo>
                  <a:lnTo>
                    <a:pt x="1897083" y="2732925"/>
                  </a:lnTo>
                  <a:lnTo>
                    <a:pt x="1894350" y="2730480"/>
                  </a:lnTo>
                  <a:lnTo>
                    <a:pt x="1894350" y="2732925"/>
                  </a:lnTo>
                  <a:lnTo>
                    <a:pt x="1889459" y="2732925"/>
                  </a:lnTo>
                  <a:lnTo>
                    <a:pt x="1884425" y="2730480"/>
                  </a:lnTo>
                  <a:lnTo>
                    <a:pt x="1881692" y="2730480"/>
                  </a:lnTo>
                  <a:lnTo>
                    <a:pt x="1881692" y="2728035"/>
                  </a:lnTo>
                  <a:lnTo>
                    <a:pt x="1874213" y="2728035"/>
                  </a:lnTo>
                  <a:lnTo>
                    <a:pt x="1871480" y="2730480"/>
                  </a:lnTo>
                  <a:lnTo>
                    <a:pt x="1869034" y="2730480"/>
                  </a:lnTo>
                  <a:lnTo>
                    <a:pt x="1866733" y="2733069"/>
                  </a:lnTo>
                  <a:lnTo>
                    <a:pt x="1869178" y="2733069"/>
                  </a:lnTo>
                  <a:lnTo>
                    <a:pt x="1866733" y="2735514"/>
                  </a:lnTo>
                  <a:lnTo>
                    <a:pt x="1861411" y="2733069"/>
                  </a:lnTo>
                  <a:lnTo>
                    <a:pt x="1858966" y="2733069"/>
                  </a:lnTo>
                  <a:lnTo>
                    <a:pt x="1858966" y="2730624"/>
                  </a:lnTo>
                  <a:lnTo>
                    <a:pt x="1856520" y="2728178"/>
                  </a:lnTo>
                  <a:lnTo>
                    <a:pt x="1853931" y="2725446"/>
                  </a:lnTo>
                  <a:lnTo>
                    <a:pt x="1853931" y="2720411"/>
                  </a:lnTo>
                  <a:lnTo>
                    <a:pt x="1856520" y="2720411"/>
                  </a:lnTo>
                  <a:lnTo>
                    <a:pt x="1856520" y="2715233"/>
                  </a:lnTo>
                  <a:lnTo>
                    <a:pt x="1858966" y="2715233"/>
                  </a:lnTo>
                  <a:lnTo>
                    <a:pt x="1861411" y="2712644"/>
                  </a:lnTo>
                  <a:lnTo>
                    <a:pt x="1861411" y="2707753"/>
                  </a:lnTo>
                  <a:lnTo>
                    <a:pt x="1858966" y="2705021"/>
                  </a:lnTo>
                  <a:lnTo>
                    <a:pt x="1858966" y="2702432"/>
                  </a:lnTo>
                  <a:lnTo>
                    <a:pt x="1853931" y="2702432"/>
                  </a:lnTo>
                  <a:lnTo>
                    <a:pt x="1848753" y="2699986"/>
                  </a:lnTo>
                  <a:lnTo>
                    <a:pt x="1838541" y="2699986"/>
                  </a:lnTo>
                  <a:lnTo>
                    <a:pt x="1838541" y="2702432"/>
                  </a:lnTo>
                  <a:lnTo>
                    <a:pt x="1836095" y="2699986"/>
                  </a:lnTo>
                  <a:lnTo>
                    <a:pt x="1830773" y="2699986"/>
                  </a:lnTo>
                  <a:lnTo>
                    <a:pt x="1828328" y="2702432"/>
                  </a:lnTo>
                  <a:lnTo>
                    <a:pt x="1825883" y="2705021"/>
                  </a:lnTo>
                  <a:lnTo>
                    <a:pt x="1822718" y="2705021"/>
                  </a:lnTo>
                  <a:lnTo>
                    <a:pt x="1819985" y="2702432"/>
                  </a:lnTo>
                  <a:lnTo>
                    <a:pt x="1817540" y="2702432"/>
                  </a:lnTo>
                  <a:lnTo>
                    <a:pt x="1817540" y="2697541"/>
                  </a:lnTo>
                  <a:lnTo>
                    <a:pt x="1819985" y="2692219"/>
                  </a:lnTo>
                  <a:lnTo>
                    <a:pt x="1825308" y="2687328"/>
                  </a:lnTo>
                  <a:lnTo>
                    <a:pt x="1825308" y="2682007"/>
                  </a:lnTo>
                  <a:lnTo>
                    <a:pt x="1822718" y="2679561"/>
                  </a:lnTo>
                  <a:lnTo>
                    <a:pt x="1822718" y="2677116"/>
                  </a:lnTo>
                  <a:lnTo>
                    <a:pt x="1817540" y="2677116"/>
                  </a:lnTo>
                  <a:lnTo>
                    <a:pt x="1815095" y="2682007"/>
                  </a:lnTo>
                  <a:lnTo>
                    <a:pt x="1815095" y="2684596"/>
                  </a:lnTo>
                  <a:lnTo>
                    <a:pt x="1807328" y="2684596"/>
                  </a:lnTo>
                  <a:lnTo>
                    <a:pt x="1804882" y="2687328"/>
                  </a:lnTo>
                  <a:lnTo>
                    <a:pt x="1804882" y="2689630"/>
                  </a:lnTo>
                  <a:lnTo>
                    <a:pt x="1802293" y="2687185"/>
                  </a:lnTo>
                  <a:lnTo>
                    <a:pt x="1799848" y="2687185"/>
                  </a:lnTo>
                  <a:lnTo>
                    <a:pt x="1797115" y="2689630"/>
                  </a:lnTo>
                  <a:lnTo>
                    <a:pt x="1794670" y="2692075"/>
                  </a:lnTo>
                  <a:lnTo>
                    <a:pt x="1794670" y="2699842"/>
                  </a:lnTo>
                  <a:lnTo>
                    <a:pt x="1792225" y="2699842"/>
                  </a:lnTo>
                  <a:lnTo>
                    <a:pt x="1789636" y="2702288"/>
                  </a:lnTo>
                  <a:lnTo>
                    <a:pt x="1794670" y="2710055"/>
                  </a:lnTo>
                  <a:lnTo>
                    <a:pt x="1794670" y="2717822"/>
                  </a:lnTo>
                  <a:lnTo>
                    <a:pt x="1797115" y="2722713"/>
                  </a:lnTo>
                  <a:lnTo>
                    <a:pt x="1797115" y="2730480"/>
                  </a:lnTo>
                  <a:lnTo>
                    <a:pt x="1790067" y="2730480"/>
                  </a:lnTo>
                  <a:lnTo>
                    <a:pt x="1790067" y="2733932"/>
                  </a:lnTo>
                  <a:lnTo>
                    <a:pt x="1787334" y="2736377"/>
                  </a:lnTo>
                  <a:lnTo>
                    <a:pt x="1784889" y="2739254"/>
                  </a:lnTo>
                  <a:lnTo>
                    <a:pt x="1784889" y="2741699"/>
                  </a:lnTo>
                  <a:lnTo>
                    <a:pt x="1782444" y="2744145"/>
                  </a:lnTo>
                  <a:lnTo>
                    <a:pt x="1779855" y="2746590"/>
                  </a:lnTo>
                  <a:lnTo>
                    <a:pt x="1777122" y="2749467"/>
                  </a:lnTo>
                  <a:lnTo>
                    <a:pt x="1777122" y="2754357"/>
                  </a:lnTo>
                  <a:lnTo>
                    <a:pt x="1774676" y="2754357"/>
                  </a:lnTo>
                  <a:lnTo>
                    <a:pt x="1772231" y="2751912"/>
                  </a:lnTo>
                  <a:lnTo>
                    <a:pt x="1764464" y="2751912"/>
                  </a:lnTo>
                  <a:lnTo>
                    <a:pt x="1764464" y="2756802"/>
                  </a:lnTo>
                  <a:lnTo>
                    <a:pt x="1762019" y="2762124"/>
                  </a:lnTo>
                  <a:lnTo>
                    <a:pt x="1762019" y="2767015"/>
                  </a:lnTo>
                  <a:lnTo>
                    <a:pt x="1759430" y="2767015"/>
                  </a:lnTo>
                  <a:lnTo>
                    <a:pt x="1759430" y="2782549"/>
                  </a:lnTo>
                  <a:lnTo>
                    <a:pt x="1754251" y="2792762"/>
                  </a:lnTo>
                  <a:lnTo>
                    <a:pt x="1749217" y="2797652"/>
                  </a:lnTo>
                  <a:lnTo>
                    <a:pt x="1746484" y="2797652"/>
                  </a:lnTo>
                  <a:lnTo>
                    <a:pt x="1744039" y="2802974"/>
                  </a:lnTo>
                  <a:lnTo>
                    <a:pt x="1736559" y="2810454"/>
                  </a:lnTo>
                  <a:lnTo>
                    <a:pt x="1731381" y="2813187"/>
                  </a:lnTo>
                  <a:lnTo>
                    <a:pt x="1728792" y="2813187"/>
                  </a:lnTo>
                  <a:lnTo>
                    <a:pt x="1728792" y="2815632"/>
                  </a:lnTo>
                  <a:lnTo>
                    <a:pt x="1723614" y="2818077"/>
                  </a:lnTo>
                  <a:lnTo>
                    <a:pt x="1718579" y="2820523"/>
                  </a:lnTo>
                  <a:lnTo>
                    <a:pt x="1708511" y="2820523"/>
                  </a:lnTo>
                  <a:lnTo>
                    <a:pt x="1708511" y="2818077"/>
                  </a:lnTo>
                  <a:lnTo>
                    <a:pt x="1705922" y="2818077"/>
                  </a:lnTo>
                  <a:lnTo>
                    <a:pt x="1703189" y="2815632"/>
                  </a:lnTo>
                  <a:lnTo>
                    <a:pt x="1700744" y="2813187"/>
                  </a:lnTo>
                  <a:lnTo>
                    <a:pt x="1698298" y="2802974"/>
                  </a:lnTo>
                  <a:lnTo>
                    <a:pt x="1695709" y="2787440"/>
                  </a:lnTo>
                  <a:lnTo>
                    <a:pt x="1695709" y="2784995"/>
                  </a:lnTo>
                  <a:lnTo>
                    <a:pt x="1698298" y="2779816"/>
                  </a:lnTo>
                  <a:lnTo>
                    <a:pt x="1698298" y="2774782"/>
                  </a:lnTo>
                  <a:lnTo>
                    <a:pt x="1695709" y="2769604"/>
                  </a:lnTo>
                  <a:lnTo>
                    <a:pt x="1695709" y="2754357"/>
                  </a:lnTo>
                  <a:lnTo>
                    <a:pt x="1690531" y="2754357"/>
                  </a:lnTo>
                  <a:lnTo>
                    <a:pt x="1690531" y="2749467"/>
                  </a:lnTo>
                  <a:lnTo>
                    <a:pt x="1688086" y="2746590"/>
                  </a:lnTo>
                  <a:lnTo>
                    <a:pt x="1690531" y="2744145"/>
                  </a:lnTo>
                  <a:lnTo>
                    <a:pt x="1692976" y="2741699"/>
                  </a:lnTo>
                  <a:lnTo>
                    <a:pt x="1690531" y="2739254"/>
                  </a:lnTo>
                  <a:lnTo>
                    <a:pt x="1692976" y="2729041"/>
                  </a:lnTo>
                  <a:lnTo>
                    <a:pt x="1690531" y="2731487"/>
                  </a:lnTo>
                  <a:lnTo>
                    <a:pt x="1695709" y="2723720"/>
                  </a:lnTo>
                  <a:lnTo>
                    <a:pt x="1700744" y="2718829"/>
                  </a:lnTo>
                  <a:lnTo>
                    <a:pt x="1703189" y="2718829"/>
                  </a:lnTo>
                  <a:lnTo>
                    <a:pt x="1703189" y="2705884"/>
                  </a:lnTo>
                  <a:lnTo>
                    <a:pt x="1705922" y="2700849"/>
                  </a:lnTo>
                  <a:lnTo>
                    <a:pt x="1703189" y="2698404"/>
                  </a:lnTo>
                  <a:lnTo>
                    <a:pt x="1705922" y="2690637"/>
                  </a:lnTo>
                  <a:lnTo>
                    <a:pt x="1705922" y="2685459"/>
                  </a:lnTo>
                  <a:lnTo>
                    <a:pt x="1703189" y="2685459"/>
                  </a:lnTo>
                  <a:lnTo>
                    <a:pt x="1703189" y="2693082"/>
                  </a:lnTo>
                  <a:lnTo>
                    <a:pt x="1700744" y="2700849"/>
                  </a:lnTo>
                  <a:lnTo>
                    <a:pt x="1703189" y="2705884"/>
                  </a:lnTo>
                  <a:lnTo>
                    <a:pt x="1700744" y="2708616"/>
                  </a:lnTo>
                  <a:lnTo>
                    <a:pt x="1700744" y="2716096"/>
                  </a:lnTo>
                  <a:lnTo>
                    <a:pt x="1695709" y="2716096"/>
                  </a:lnTo>
                  <a:lnTo>
                    <a:pt x="1692976" y="2718829"/>
                  </a:lnTo>
                  <a:lnTo>
                    <a:pt x="1690531" y="2726309"/>
                  </a:lnTo>
                  <a:lnTo>
                    <a:pt x="1690531" y="2729041"/>
                  </a:lnTo>
                  <a:lnTo>
                    <a:pt x="1688086" y="2729041"/>
                  </a:lnTo>
                  <a:lnTo>
                    <a:pt x="1688086" y="2731487"/>
                  </a:lnTo>
                  <a:lnTo>
                    <a:pt x="1690531" y="2733932"/>
                  </a:lnTo>
                  <a:lnTo>
                    <a:pt x="1688086" y="2739254"/>
                  </a:lnTo>
                  <a:lnTo>
                    <a:pt x="1685497" y="2741699"/>
                  </a:lnTo>
                  <a:lnTo>
                    <a:pt x="1685497" y="2751912"/>
                  </a:lnTo>
                  <a:lnTo>
                    <a:pt x="1677873" y="2751912"/>
                  </a:lnTo>
                  <a:lnTo>
                    <a:pt x="1677873" y="2756802"/>
                  </a:lnTo>
                  <a:lnTo>
                    <a:pt x="1672551" y="2756802"/>
                  </a:lnTo>
                  <a:lnTo>
                    <a:pt x="1670106" y="2759391"/>
                  </a:lnTo>
                  <a:lnTo>
                    <a:pt x="1662626" y="2762124"/>
                  </a:lnTo>
                  <a:lnTo>
                    <a:pt x="1662626" y="2764570"/>
                  </a:lnTo>
                  <a:lnTo>
                    <a:pt x="1659894" y="2764570"/>
                  </a:lnTo>
                  <a:lnTo>
                    <a:pt x="1659894" y="2762124"/>
                  </a:lnTo>
                  <a:lnTo>
                    <a:pt x="1644647" y="2762124"/>
                  </a:lnTo>
                  <a:lnTo>
                    <a:pt x="1639468" y="2764570"/>
                  </a:lnTo>
                  <a:lnTo>
                    <a:pt x="1639468" y="2767015"/>
                  </a:lnTo>
                  <a:lnTo>
                    <a:pt x="1634434" y="2774782"/>
                  </a:lnTo>
                  <a:lnTo>
                    <a:pt x="1626811" y="2777227"/>
                  </a:lnTo>
                  <a:lnTo>
                    <a:pt x="1616598" y="2777227"/>
                  </a:lnTo>
                  <a:lnTo>
                    <a:pt x="1614153" y="2774782"/>
                  </a:lnTo>
                  <a:lnTo>
                    <a:pt x="1614153" y="2772337"/>
                  </a:lnTo>
                  <a:lnTo>
                    <a:pt x="1611564" y="2769604"/>
                  </a:lnTo>
                  <a:lnTo>
                    <a:pt x="1611564" y="2759391"/>
                  </a:lnTo>
                  <a:lnTo>
                    <a:pt x="1614153" y="2756802"/>
                  </a:lnTo>
                  <a:lnTo>
                    <a:pt x="1619043" y="2741699"/>
                  </a:lnTo>
                  <a:lnTo>
                    <a:pt x="1621776" y="2736377"/>
                  </a:lnTo>
                  <a:lnTo>
                    <a:pt x="1626811" y="2733932"/>
                  </a:lnTo>
                  <a:lnTo>
                    <a:pt x="1626811" y="2731487"/>
                  </a:lnTo>
                  <a:lnTo>
                    <a:pt x="1629256" y="2729041"/>
                  </a:lnTo>
                  <a:lnTo>
                    <a:pt x="1631989" y="2729041"/>
                  </a:lnTo>
                  <a:lnTo>
                    <a:pt x="1639468" y="2723720"/>
                  </a:lnTo>
                  <a:lnTo>
                    <a:pt x="1642201" y="2721274"/>
                  </a:lnTo>
                  <a:lnTo>
                    <a:pt x="1644647" y="2718829"/>
                  </a:lnTo>
                  <a:lnTo>
                    <a:pt x="1647236" y="2718829"/>
                  </a:lnTo>
                  <a:lnTo>
                    <a:pt x="1647236" y="2716096"/>
                  </a:lnTo>
                  <a:lnTo>
                    <a:pt x="1649681" y="2716096"/>
                  </a:lnTo>
                  <a:lnTo>
                    <a:pt x="1649681" y="2712644"/>
                  </a:lnTo>
                  <a:lnTo>
                    <a:pt x="1654859" y="2712644"/>
                  </a:lnTo>
                  <a:lnTo>
                    <a:pt x="1657448" y="2710199"/>
                  </a:lnTo>
                  <a:lnTo>
                    <a:pt x="1659894" y="2710199"/>
                  </a:lnTo>
                  <a:lnTo>
                    <a:pt x="1659894" y="2702432"/>
                  </a:lnTo>
                  <a:lnTo>
                    <a:pt x="1657448" y="2702432"/>
                  </a:lnTo>
                  <a:lnTo>
                    <a:pt x="1659894" y="2699986"/>
                  </a:lnTo>
                  <a:lnTo>
                    <a:pt x="1657448" y="2699986"/>
                  </a:lnTo>
                  <a:lnTo>
                    <a:pt x="1652414" y="2692219"/>
                  </a:lnTo>
                  <a:lnTo>
                    <a:pt x="1652414" y="2687328"/>
                  </a:lnTo>
                  <a:lnTo>
                    <a:pt x="1649681" y="2687328"/>
                  </a:lnTo>
                  <a:lnTo>
                    <a:pt x="1649681" y="2684596"/>
                  </a:lnTo>
                  <a:lnTo>
                    <a:pt x="1647236" y="2684596"/>
                  </a:lnTo>
                  <a:lnTo>
                    <a:pt x="1647236" y="2669349"/>
                  </a:lnTo>
                  <a:lnTo>
                    <a:pt x="1644647" y="2669349"/>
                  </a:lnTo>
                  <a:lnTo>
                    <a:pt x="1644647" y="2661582"/>
                  </a:lnTo>
                  <a:lnTo>
                    <a:pt x="1642201" y="2651513"/>
                  </a:lnTo>
                  <a:lnTo>
                    <a:pt x="1644647" y="2646478"/>
                  </a:lnTo>
                  <a:lnTo>
                    <a:pt x="1644647" y="2638711"/>
                  </a:lnTo>
                  <a:lnTo>
                    <a:pt x="1647236" y="2633821"/>
                  </a:lnTo>
                  <a:lnTo>
                    <a:pt x="1647236" y="2628499"/>
                  </a:lnTo>
                  <a:lnTo>
                    <a:pt x="1649681" y="2626053"/>
                  </a:lnTo>
                  <a:lnTo>
                    <a:pt x="1647236" y="2623608"/>
                  </a:lnTo>
                  <a:lnTo>
                    <a:pt x="1649681" y="2623608"/>
                  </a:lnTo>
                  <a:lnTo>
                    <a:pt x="1649681" y="2610663"/>
                  </a:lnTo>
                  <a:lnTo>
                    <a:pt x="1652414" y="2608074"/>
                  </a:lnTo>
                  <a:lnTo>
                    <a:pt x="1647236" y="2605628"/>
                  </a:lnTo>
                  <a:lnTo>
                    <a:pt x="1647236" y="2595416"/>
                  </a:lnTo>
                  <a:lnTo>
                    <a:pt x="1649681" y="2587649"/>
                  </a:lnTo>
                  <a:lnTo>
                    <a:pt x="1649681" y="2580313"/>
                  </a:lnTo>
                  <a:lnTo>
                    <a:pt x="1647236" y="2567367"/>
                  </a:lnTo>
                  <a:lnTo>
                    <a:pt x="1647236" y="2557155"/>
                  </a:lnTo>
                  <a:lnTo>
                    <a:pt x="1644647" y="2554566"/>
                  </a:lnTo>
                  <a:lnTo>
                    <a:pt x="1644647" y="2541908"/>
                  </a:lnTo>
                  <a:lnTo>
                    <a:pt x="1647236" y="2536730"/>
                  </a:lnTo>
                  <a:lnTo>
                    <a:pt x="1647236" y="2513716"/>
                  </a:lnTo>
                  <a:lnTo>
                    <a:pt x="1649681" y="2508825"/>
                  </a:lnTo>
                  <a:lnTo>
                    <a:pt x="1652414" y="2506092"/>
                  </a:lnTo>
                  <a:lnTo>
                    <a:pt x="1654859" y="2498613"/>
                  </a:lnTo>
                  <a:lnTo>
                    <a:pt x="1657448" y="2495880"/>
                  </a:lnTo>
                  <a:lnTo>
                    <a:pt x="1659894" y="2493291"/>
                  </a:lnTo>
                  <a:lnTo>
                    <a:pt x="1659894" y="2490845"/>
                  </a:lnTo>
                  <a:lnTo>
                    <a:pt x="1662626" y="2490845"/>
                  </a:lnTo>
                  <a:close/>
                  <a:moveTo>
                    <a:pt x="1685352" y="2470852"/>
                  </a:moveTo>
                  <a:lnTo>
                    <a:pt x="1687941" y="2470852"/>
                  </a:lnTo>
                  <a:lnTo>
                    <a:pt x="1690386" y="2470852"/>
                  </a:lnTo>
                  <a:lnTo>
                    <a:pt x="1692832" y="2476174"/>
                  </a:lnTo>
                  <a:lnTo>
                    <a:pt x="1692832" y="2473441"/>
                  </a:lnTo>
                  <a:lnTo>
                    <a:pt x="1692832" y="2470852"/>
                  </a:lnTo>
                  <a:lnTo>
                    <a:pt x="1695565" y="2470852"/>
                  </a:lnTo>
                  <a:lnTo>
                    <a:pt x="1698154" y="2476174"/>
                  </a:lnTo>
                  <a:lnTo>
                    <a:pt x="1700599" y="2476174"/>
                  </a:lnTo>
                  <a:lnTo>
                    <a:pt x="1700599" y="2478619"/>
                  </a:lnTo>
                  <a:lnTo>
                    <a:pt x="1698154" y="2478619"/>
                  </a:lnTo>
                  <a:lnTo>
                    <a:pt x="1703044" y="2483654"/>
                  </a:lnTo>
                  <a:lnTo>
                    <a:pt x="1705777" y="2486387"/>
                  </a:lnTo>
                  <a:lnTo>
                    <a:pt x="1708222" y="2488832"/>
                  </a:lnTo>
                  <a:lnTo>
                    <a:pt x="1705777" y="2488832"/>
                  </a:lnTo>
                  <a:lnTo>
                    <a:pt x="1703044" y="2488832"/>
                  </a:lnTo>
                  <a:lnTo>
                    <a:pt x="1703044" y="2491277"/>
                  </a:lnTo>
                  <a:lnTo>
                    <a:pt x="1705777" y="2491277"/>
                  </a:lnTo>
                  <a:lnTo>
                    <a:pt x="1708222" y="2491277"/>
                  </a:lnTo>
                  <a:lnTo>
                    <a:pt x="1708222" y="2493722"/>
                  </a:lnTo>
                  <a:lnTo>
                    <a:pt x="1710811" y="2496311"/>
                  </a:lnTo>
                  <a:lnTo>
                    <a:pt x="1713257" y="2499044"/>
                  </a:lnTo>
                  <a:lnTo>
                    <a:pt x="1713257" y="2501490"/>
                  </a:lnTo>
                  <a:lnTo>
                    <a:pt x="1713257" y="2503935"/>
                  </a:lnTo>
                  <a:lnTo>
                    <a:pt x="1715990" y="2509257"/>
                  </a:lnTo>
                  <a:lnTo>
                    <a:pt x="1718435" y="2509257"/>
                  </a:lnTo>
                  <a:lnTo>
                    <a:pt x="1718435" y="2511702"/>
                  </a:lnTo>
                  <a:lnTo>
                    <a:pt x="1715990" y="2511702"/>
                  </a:lnTo>
                  <a:lnTo>
                    <a:pt x="1718435" y="2514147"/>
                  </a:lnTo>
                  <a:lnTo>
                    <a:pt x="1718435" y="2516736"/>
                  </a:lnTo>
                  <a:lnTo>
                    <a:pt x="1718435" y="2519469"/>
                  </a:lnTo>
                  <a:lnTo>
                    <a:pt x="1715990" y="2521915"/>
                  </a:lnTo>
                  <a:lnTo>
                    <a:pt x="1715990" y="2524360"/>
                  </a:lnTo>
                  <a:lnTo>
                    <a:pt x="1713257" y="2524360"/>
                  </a:lnTo>
                  <a:lnTo>
                    <a:pt x="1713257" y="2526949"/>
                  </a:lnTo>
                  <a:lnTo>
                    <a:pt x="1708222" y="2524360"/>
                  </a:lnTo>
                  <a:lnTo>
                    <a:pt x="1708222" y="2521915"/>
                  </a:lnTo>
                  <a:lnTo>
                    <a:pt x="1705777" y="2514147"/>
                  </a:lnTo>
                  <a:lnTo>
                    <a:pt x="1703044" y="2514147"/>
                  </a:lnTo>
                  <a:lnTo>
                    <a:pt x="1692832" y="2506524"/>
                  </a:lnTo>
                  <a:lnTo>
                    <a:pt x="1690386" y="2503935"/>
                  </a:lnTo>
                  <a:lnTo>
                    <a:pt x="1690386" y="2499044"/>
                  </a:lnTo>
                  <a:lnTo>
                    <a:pt x="1690386" y="2496311"/>
                  </a:lnTo>
                  <a:lnTo>
                    <a:pt x="1687941" y="2488832"/>
                  </a:lnTo>
                  <a:lnTo>
                    <a:pt x="1687941" y="2486387"/>
                  </a:lnTo>
                  <a:lnTo>
                    <a:pt x="1685352" y="2481065"/>
                  </a:lnTo>
                  <a:lnTo>
                    <a:pt x="1685352" y="2476174"/>
                  </a:lnTo>
                  <a:close/>
                  <a:moveTo>
                    <a:pt x="1148117" y="2467976"/>
                  </a:moveTo>
                  <a:lnTo>
                    <a:pt x="1148117" y="2472866"/>
                  </a:lnTo>
                  <a:lnTo>
                    <a:pt x="1147398" y="2472866"/>
                  </a:lnTo>
                  <a:lnTo>
                    <a:pt x="1147398" y="2473814"/>
                  </a:lnTo>
                  <a:lnTo>
                    <a:pt x="1145672" y="2475743"/>
                  </a:lnTo>
                  <a:lnTo>
                    <a:pt x="1145672" y="2477325"/>
                  </a:lnTo>
                  <a:lnTo>
                    <a:pt x="1144952" y="2478045"/>
                  </a:lnTo>
                  <a:lnTo>
                    <a:pt x="1144952" y="2478189"/>
                  </a:lnTo>
                  <a:lnTo>
                    <a:pt x="1142939" y="2478189"/>
                  </a:lnTo>
                  <a:lnTo>
                    <a:pt x="1142759" y="2478528"/>
                  </a:lnTo>
                  <a:lnTo>
                    <a:pt x="1142219" y="2478045"/>
                  </a:lnTo>
                  <a:lnTo>
                    <a:pt x="1142219" y="2479548"/>
                  </a:lnTo>
                  <a:lnTo>
                    <a:pt x="1141720" y="2480490"/>
                  </a:lnTo>
                  <a:lnTo>
                    <a:pt x="1140925" y="2480490"/>
                  </a:lnTo>
                  <a:lnTo>
                    <a:pt x="1140853" y="2480634"/>
                  </a:lnTo>
                  <a:lnTo>
                    <a:pt x="1140349" y="2480634"/>
                  </a:lnTo>
                  <a:lnTo>
                    <a:pt x="1140349" y="2481641"/>
                  </a:lnTo>
                  <a:lnTo>
                    <a:pt x="1139630" y="2483079"/>
                  </a:lnTo>
                  <a:lnTo>
                    <a:pt x="1139630" y="2483223"/>
                  </a:lnTo>
                  <a:lnTo>
                    <a:pt x="1137904" y="2483223"/>
                  </a:lnTo>
                  <a:lnTo>
                    <a:pt x="1135459" y="2488401"/>
                  </a:lnTo>
                  <a:lnTo>
                    <a:pt x="1132007" y="2488401"/>
                  </a:lnTo>
                  <a:lnTo>
                    <a:pt x="1129418" y="2490846"/>
                  </a:lnTo>
                  <a:lnTo>
                    <a:pt x="1129418" y="2493291"/>
                  </a:lnTo>
                  <a:lnTo>
                    <a:pt x="1132007" y="2490846"/>
                  </a:lnTo>
                  <a:lnTo>
                    <a:pt x="1134740" y="2490846"/>
                  </a:lnTo>
                  <a:lnTo>
                    <a:pt x="1137185" y="2488401"/>
                  </a:lnTo>
                  <a:lnTo>
                    <a:pt x="1139630" y="2485956"/>
                  </a:lnTo>
                  <a:lnTo>
                    <a:pt x="1139630" y="2483223"/>
                  </a:lnTo>
                  <a:lnTo>
                    <a:pt x="1140349" y="2483223"/>
                  </a:lnTo>
                  <a:lnTo>
                    <a:pt x="1140349" y="2481641"/>
                  </a:lnTo>
                  <a:lnTo>
                    <a:pt x="1140853" y="2480634"/>
                  </a:lnTo>
                  <a:lnTo>
                    <a:pt x="1141644" y="2480634"/>
                  </a:lnTo>
                  <a:lnTo>
                    <a:pt x="1141720" y="2480490"/>
                  </a:lnTo>
                  <a:lnTo>
                    <a:pt x="1142219" y="2480490"/>
                  </a:lnTo>
                  <a:lnTo>
                    <a:pt x="1142219" y="2479548"/>
                  </a:lnTo>
                  <a:lnTo>
                    <a:pt x="1142759" y="2478528"/>
                  </a:lnTo>
                  <a:lnTo>
                    <a:pt x="1144952" y="2480490"/>
                  </a:lnTo>
                  <a:lnTo>
                    <a:pt x="1144952" y="2478189"/>
                  </a:lnTo>
                  <a:lnTo>
                    <a:pt x="1145672" y="2478189"/>
                  </a:lnTo>
                  <a:lnTo>
                    <a:pt x="1145672" y="2477325"/>
                  </a:lnTo>
                  <a:lnTo>
                    <a:pt x="1147398" y="2475599"/>
                  </a:lnTo>
                  <a:lnTo>
                    <a:pt x="1147398" y="2473814"/>
                  </a:lnTo>
                  <a:lnTo>
                    <a:pt x="1148117" y="2473010"/>
                  </a:lnTo>
                  <a:lnTo>
                    <a:pt x="1148117" y="2472866"/>
                  </a:lnTo>
                  <a:lnTo>
                    <a:pt x="1149843" y="2472866"/>
                  </a:lnTo>
                  <a:lnTo>
                    <a:pt x="1149843" y="2470278"/>
                  </a:lnTo>
                  <a:lnTo>
                    <a:pt x="1149843" y="2467976"/>
                  </a:lnTo>
                  <a:close/>
                  <a:moveTo>
                    <a:pt x="1718435" y="2453017"/>
                  </a:moveTo>
                  <a:lnTo>
                    <a:pt x="1721024" y="2453017"/>
                  </a:lnTo>
                  <a:lnTo>
                    <a:pt x="1726202" y="2455750"/>
                  </a:lnTo>
                  <a:lnTo>
                    <a:pt x="1728648" y="2458195"/>
                  </a:lnTo>
                  <a:lnTo>
                    <a:pt x="1733682" y="2458195"/>
                  </a:lnTo>
                  <a:lnTo>
                    <a:pt x="1736415" y="2460640"/>
                  </a:lnTo>
                  <a:lnTo>
                    <a:pt x="1738860" y="2460640"/>
                  </a:lnTo>
                  <a:lnTo>
                    <a:pt x="1738860" y="2458195"/>
                  </a:lnTo>
                  <a:lnTo>
                    <a:pt x="1741449" y="2458195"/>
                  </a:lnTo>
                  <a:lnTo>
                    <a:pt x="1741449" y="2460640"/>
                  </a:lnTo>
                  <a:lnTo>
                    <a:pt x="1741449" y="2463229"/>
                  </a:lnTo>
                  <a:lnTo>
                    <a:pt x="1743894" y="2463229"/>
                  </a:lnTo>
                  <a:lnTo>
                    <a:pt x="1749073" y="2465962"/>
                  </a:lnTo>
                  <a:lnTo>
                    <a:pt x="1749073" y="2468408"/>
                  </a:lnTo>
                  <a:lnTo>
                    <a:pt x="1756552" y="2473442"/>
                  </a:lnTo>
                  <a:lnTo>
                    <a:pt x="1759285" y="2476175"/>
                  </a:lnTo>
                  <a:lnTo>
                    <a:pt x="1759285" y="2478620"/>
                  </a:lnTo>
                  <a:lnTo>
                    <a:pt x="1759285" y="2481065"/>
                  </a:lnTo>
                  <a:lnTo>
                    <a:pt x="1759285" y="2483654"/>
                  </a:lnTo>
                  <a:lnTo>
                    <a:pt x="1754107" y="2488833"/>
                  </a:lnTo>
                  <a:lnTo>
                    <a:pt x="1756552" y="2488833"/>
                  </a:lnTo>
                  <a:lnTo>
                    <a:pt x="1759285" y="2488833"/>
                  </a:lnTo>
                  <a:lnTo>
                    <a:pt x="1759285" y="2491278"/>
                  </a:lnTo>
                  <a:lnTo>
                    <a:pt x="1761874" y="2491278"/>
                  </a:lnTo>
                  <a:lnTo>
                    <a:pt x="1764319" y="2493723"/>
                  </a:lnTo>
                  <a:lnTo>
                    <a:pt x="1769498" y="2493723"/>
                  </a:lnTo>
                  <a:lnTo>
                    <a:pt x="1769498" y="2496312"/>
                  </a:lnTo>
                  <a:lnTo>
                    <a:pt x="1772087" y="2499045"/>
                  </a:lnTo>
                  <a:lnTo>
                    <a:pt x="1772087" y="2496312"/>
                  </a:lnTo>
                  <a:lnTo>
                    <a:pt x="1774532" y="2496312"/>
                  </a:lnTo>
                  <a:lnTo>
                    <a:pt x="1776977" y="2496312"/>
                  </a:lnTo>
                  <a:lnTo>
                    <a:pt x="1779710" y="2496312"/>
                  </a:lnTo>
                  <a:lnTo>
                    <a:pt x="1787190" y="2496312"/>
                  </a:lnTo>
                  <a:lnTo>
                    <a:pt x="1787190" y="2499045"/>
                  </a:lnTo>
                  <a:lnTo>
                    <a:pt x="1782299" y="2499045"/>
                  </a:lnTo>
                  <a:lnTo>
                    <a:pt x="1784744" y="2501490"/>
                  </a:lnTo>
                  <a:lnTo>
                    <a:pt x="1784744" y="2503936"/>
                  </a:lnTo>
                  <a:lnTo>
                    <a:pt x="1782299" y="2503936"/>
                  </a:lnTo>
                  <a:lnTo>
                    <a:pt x="1779710" y="2503936"/>
                  </a:lnTo>
                  <a:lnTo>
                    <a:pt x="1782299" y="2506525"/>
                  </a:lnTo>
                  <a:lnTo>
                    <a:pt x="1779710" y="2509258"/>
                  </a:lnTo>
                  <a:lnTo>
                    <a:pt x="1776977" y="2506525"/>
                  </a:lnTo>
                  <a:lnTo>
                    <a:pt x="1772087" y="2503936"/>
                  </a:lnTo>
                  <a:lnTo>
                    <a:pt x="1769498" y="2503936"/>
                  </a:lnTo>
                  <a:lnTo>
                    <a:pt x="1766765" y="2506525"/>
                  </a:lnTo>
                  <a:lnTo>
                    <a:pt x="1766765" y="2503936"/>
                  </a:lnTo>
                  <a:lnTo>
                    <a:pt x="1764319" y="2503936"/>
                  </a:lnTo>
                  <a:lnTo>
                    <a:pt x="1764319" y="2506525"/>
                  </a:lnTo>
                  <a:lnTo>
                    <a:pt x="1761874" y="2506525"/>
                  </a:lnTo>
                  <a:lnTo>
                    <a:pt x="1759285" y="2503936"/>
                  </a:lnTo>
                  <a:lnTo>
                    <a:pt x="1756552" y="2509257"/>
                  </a:lnTo>
                  <a:lnTo>
                    <a:pt x="1756552" y="2506524"/>
                  </a:lnTo>
                  <a:lnTo>
                    <a:pt x="1756552" y="2503935"/>
                  </a:lnTo>
                  <a:lnTo>
                    <a:pt x="1759284" y="2503935"/>
                  </a:lnTo>
                  <a:lnTo>
                    <a:pt x="1756552" y="2501490"/>
                  </a:lnTo>
                  <a:lnTo>
                    <a:pt x="1756552" y="2499045"/>
                  </a:lnTo>
                  <a:lnTo>
                    <a:pt x="1759285" y="2496312"/>
                  </a:lnTo>
                  <a:lnTo>
                    <a:pt x="1761874" y="2496312"/>
                  </a:lnTo>
                  <a:lnTo>
                    <a:pt x="1756552" y="2493723"/>
                  </a:lnTo>
                  <a:lnTo>
                    <a:pt x="1756552" y="2491278"/>
                  </a:lnTo>
                  <a:lnTo>
                    <a:pt x="1754107" y="2493723"/>
                  </a:lnTo>
                  <a:lnTo>
                    <a:pt x="1751662" y="2493723"/>
                  </a:lnTo>
                  <a:lnTo>
                    <a:pt x="1749073" y="2499045"/>
                  </a:lnTo>
                  <a:lnTo>
                    <a:pt x="1746340" y="2499045"/>
                  </a:lnTo>
                  <a:lnTo>
                    <a:pt x="1746340" y="2496312"/>
                  </a:lnTo>
                  <a:lnTo>
                    <a:pt x="1743894" y="2496312"/>
                  </a:lnTo>
                  <a:lnTo>
                    <a:pt x="1743894" y="2499045"/>
                  </a:lnTo>
                  <a:lnTo>
                    <a:pt x="1741449" y="2496312"/>
                  </a:lnTo>
                  <a:lnTo>
                    <a:pt x="1738860" y="2496312"/>
                  </a:lnTo>
                  <a:lnTo>
                    <a:pt x="1738860" y="2493723"/>
                  </a:lnTo>
                  <a:lnTo>
                    <a:pt x="1741449" y="2491278"/>
                  </a:lnTo>
                  <a:lnTo>
                    <a:pt x="1738860" y="2486387"/>
                  </a:lnTo>
                  <a:lnTo>
                    <a:pt x="1738860" y="2481065"/>
                  </a:lnTo>
                  <a:lnTo>
                    <a:pt x="1738860" y="2478620"/>
                  </a:lnTo>
                  <a:lnTo>
                    <a:pt x="1736415" y="2478620"/>
                  </a:lnTo>
                  <a:lnTo>
                    <a:pt x="1733682" y="2473442"/>
                  </a:lnTo>
                  <a:lnTo>
                    <a:pt x="1733682" y="2470853"/>
                  </a:lnTo>
                  <a:lnTo>
                    <a:pt x="1731237" y="2470853"/>
                  </a:lnTo>
                  <a:lnTo>
                    <a:pt x="1723469" y="2470853"/>
                  </a:lnTo>
                  <a:lnTo>
                    <a:pt x="1718435" y="2465962"/>
                  </a:lnTo>
                  <a:lnTo>
                    <a:pt x="1718435" y="2463229"/>
                  </a:lnTo>
                  <a:lnTo>
                    <a:pt x="1718435" y="2458195"/>
                  </a:lnTo>
                  <a:lnTo>
                    <a:pt x="1718435" y="2455750"/>
                  </a:lnTo>
                  <a:close/>
                  <a:moveTo>
                    <a:pt x="1157610" y="2449853"/>
                  </a:moveTo>
                  <a:lnTo>
                    <a:pt x="1157610" y="2455174"/>
                  </a:lnTo>
                  <a:lnTo>
                    <a:pt x="1154877" y="2455174"/>
                  </a:lnTo>
                  <a:lnTo>
                    <a:pt x="1154877" y="2460065"/>
                  </a:lnTo>
                  <a:lnTo>
                    <a:pt x="1157610" y="2455174"/>
                  </a:lnTo>
                  <a:lnTo>
                    <a:pt x="1160055" y="2452441"/>
                  </a:lnTo>
                  <a:lnTo>
                    <a:pt x="1160055" y="2449853"/>
                  </a:lnTo>
                  <a:close/>
                  <a:moveTo>
                    <a:pt x="1160055" y="2432592"/>
                  </a:moveTo>
                  <a:lnTo>
                    <a:pt x="1157610" y="2437770"/>
                  </a:lnTo>
                  <a:lnTo>
                    <a:pt x="1157610" y="2442804"/>
                  </a:lnTo>
                  <a:lnTo>
                    <a:pt x="1160055" y="2442804"/>
                  </a:lnTo>
                  <a:lnTo>
                    <a:pt x="1160055" y="2445537"/>
                  </a:lnTo>
                  <a:lnTo>
                    <a:pt x="1162644" y="2445537"/>
                  </a:lnTo>
                  <a:lnTo>
                    <a:pt x="1162644" y="2442804"/>
                  </a:lnTo>
                  <a:lnTo>
                    <a:pt x="1160055" y="2442804"/>
                  </a:lnTo>
                  <a:close/>
                  <a:moveTo>
                    <a:pt x="1160055" y="2422379"/>
                  </a:moveTo>
                  <a:lnTo>
                    <a:pt x="1160055" y="2425112"/>
                  </a:lnTo>
                  <a:lnTo>
                    <a:pt x="1162644" y="2427558"/>
                  </a:lnTo>
                  <a:lnTo>
                    <a:pt x="1160055" y="2427558"/>
                  </a:lnTo>
                  <a:lnTo>
                    <a:pt x="1160055" y="2432016"/>
                  </a:lnTo>
                  <a:lnTo>
                    <a:pt x="1162644" y="2429428"/>
                  </a:lnTo>
                  <a:lnTo>
                    <a:pt x="1162644" y="2427558"/>
                  </a:lnTo>
                  <a:lnTo>
                    <a:pt x="1162644" y="2426982"/>
                  </a:lnTo>
                  <a:lnTo>
                    <a:pt x="1165090" y="2426982"/>
                  </a:lnTo>
                  <a:lnTo>
                    <a:pt x="1165090" y="2425112"/>
                  </a:lnTo>
                  <a:lnTo>
                    <a:pt x="1162644" y="2425112"/>
                  </a:lnTo>
                  <a:close/>
                  <a:moveTo>
                    <a:pt x="1165090" y="2417345"/>
                  </a:moveTo>
                  <a:lnTo>
                    <a:pt x="1165090" y="2419790"/>
                  </a:lnTo>
                  <a:lnTo>
                    <a:pt x="1167823" y="2422379"/>
                  </a:lnTo>
                  <a:lnTo>
                    <a:pt x="1165090" y="2422379"/>
                  </a:lnTo>
                  <a:lnTo>
                    <a:pt x="1165090" y="2424537"/>
                  </a:lnTo>
                  <a:lnTo>
                    <a:pt x="1167823" y="2426982"/>
                  </a:lnTo>
                  <a:lnTo>
                    <a:pt x="1167823" y="2422379"/>
                  </a:lnTo>
                  <a:lnTo>
                    <a:pt x="1167823" y="2419215"/>
                  </a:lnTo>
                  <a:lnTo>
                    <a:pt x="1167823" y="2417345"/>
                  </a:lnTo>
                  <a:close/>
                  <a:moveTo>
                    <a:pt x="1142219" y="2389296"/>
                  </a:moveTo>
                  <a:lnTo>
                    <a:pt x="1144952" y="2389296"/>
                  </a:lnTo>
                  <a:lnTo>
                    <a:pt x="1144952" y="2392029"/>
                  </a:lnTo>
                  <a:lnTo>
                    <a:pt x="1142219" y="2392029"/>
                  </a:lnTo>
                  <a:close/>
                  <a:moveTo>
                    <a:pt x="1190693" y="2363262"/>
                  </a:moveTo>
                  <a:lnTo>
                    <a:pt x="1188248" y="2365707"/>
                  </a:lnTo>
                  <a:lnTo>
                    <a:pt x="1193282" y="2365707"/>
                  </a:lnTo>
                  <a:lnTo>
                    <a:pt x="1192994" y="2363262"/>
                  </a:lnTo>
                  <a:close/>
                  <a:moveTo>
                    <a:pt x="1180480" y="2351179"/>
                  </a:moveTo>
                  <a:lnTo>
                    <a:pt x="1180480" y="2353624"/>
                  </a:lnTo>
                  <a:lnTo>
                    <a:pt x="1180480" y="2356069"/>
                  </a:lnTo>
                  <a:lnTo>
                    <a:pt x="1183069" y="2353624"/>
                  </a:lnTo>
                  <a:lnTo>
                    <a:pt x="1183069" y="2356069"/>
                  </a:lnTo>
                  <a:lnTo>
                    <a:pt x="1183069" y="2358658"/>
                  </a:lnTo>
                  <a:lnTo>
                    <a:pt x="1180480" y="2361391"/>
                  </a:lnTo>
                  <a:lnTo>
                    <a:pt x="1178035" y="2361391"/>
                  </a:lnTo>
                  <a:lnTo>
                    <a:pt x="1178035" y="2358658"/>
                  </a:lnTo>
                  <a:lnTo>
                    <a:pt x="1172857" y="2356069"/>
                  </a:lnTo>
                  <a:lnTo>
                    <a:pt x="1178035" y="2356069"/>
                  </a:lnTo>
                  <a:close/>
                  <a:moveTo>
                    <a:pt x="583839" y="2345857"/>
                  </a:moveTo>
                  <a:lnTo>
                    <a:pt x="583839" y="2353624"/>
                  </a:lnTo>
                  <a:lnTo>
                    <a:pt x="581250" y="2361392"/>
                  </a:lnTo>
                  <a:lnTo>
                    <a:pt x="581250" y="2358659"/>
                  </a:lnTo>
                  <a:lnTo>
                    <a:pt x="581250" y="2353624"/>
                  </a:lnTo>
                  <a:lnTo>
                    <a:pt x="581250" y="2351179"/>
                  </a:lnTo>
                  <a:close/>
                  <a:moveTo>
                    <a:pt x="571038" y="2343412"/>
                  </a:moveTo>
                  <a:lnTo>
                    <a:pt x="573627" y="2348446"/>
                  </a:lnTo>
                  <a:lnTo>
                    <a:pt x="576360" y="2353625"/>
                  </a:lnTo>
                  <a:lnTo>
                    <a:pt x="576360" y="2358659"/>
                  </a:lnTo>
                  <a:lnTo>
                    <a:pt x="573627" y="2358659"/>
                  </a:lnTo>
                  <a:lnTo>
                    <a:pt x="571038" y="2353625"/>
                  </a:lnTo>
                  <a:lnTo>
                    <a:pt x="571038" y="2348446"/>
                  </a:lnTo>
                  <a:close/>
                  <a:moveTo>
                    <a:pt x="581250" y="2340966"/>
                  </a:moveTo>
                  <a:lnTo>
                    <a:pt x="583695" y="2340966"/>
                  </a:lnTo>
                  <a:lnTo>
                    <a:pt x="583695" y="2343411"/>
                  </a:lnTo>
                  <a:lnTo>
                    <a:pt x="581250" y="2343411"/>
                  </a:lnTo>
                  <a:close/>
                  <a:moveTo>
                    <a:pt x="1162644" y="2338234"/>
                  </a:moveTo>
                  <a:lnTo>
                    <a:pt x="1165089" y="2338234"/>
                  </a:lnTo>
                  <a:lnTo>
                    <a:pt x="1162644" y="2340967"/>
                  </a:lnTo>
                  <a:close/>
                  <a:moveTo>
                    <a:pt x="594052" y="2338234"/>
                  </a:moveTo>
                  <a:lnTo>
                    <a:pt x="596785" y="2343412"/>
                  </a:lnTo>
                  <a:lnTo>
                    <a:pt x="596785" y="2345857"/>
                  </a:lnTo>
                  <a:lnTo>
                    <a:pt x="599230" y="2345857"/>
                  </a:lnTo>
                  <a:lnTo>
                    <a:pt x="599230" y="2351180"/>
                  </a:lnTo>
                  <a:lnTo>
                    <a:pt x="599230" y="2353625"/>
                  </a:lnTo>
                  <a:lnTo>
                    <a:pt x="599230" y="2356070"/>
                  </a:lnTo>
                  <a:lnTo>
                    <a:pt x="599230" y="2358659"/>
                  </a:lnTo>
                  <a:lnTo>
                    <a:pt x="596785" y="2358659"/>
                  </a:lnTo>
                  <a:lnTo>
                    <a:pt x="594052" y="2358659"/>
                  </a:lnTo>
                  <a:lnTo>
                    <a:pt x="594052" y="2356070"/>
                  </a:lnTo>
                  <a:lnTo>
                    <a:pt x="591463" y="2353625"/>
                  </a:lnTo>
                  <a:lnTo>
                    <a:pt x="594052" y="2351180"/>
                  </a:lnTo>
                  <a:lnTo>
                    <a:pt x="594052" y="2348447"/>
                  </a:lnTo>
                  <a:lnTo>
                    <a:pt x="591463" y="2340967"/>
                  </a:lnTo>
                  <a:lnTo>
                    <a:pt x="594052" y="2340967"/>
                  </a:lnTo>
                  <a:close/>
                  <a:moveTo>
                    <a:pt x="594052" y="2318096"/>
                  </a:moveTo>
                  <a:lnTo>
                    <a:pt x="596785" y="2318096"/>
                  </a:lnTo>
                  <a:lnTo>
                    <a:pt x="596785" y="2320541"/>
                  </a:lnTo>
                  <a:lnTo>
                    <a:pt x="594052" y="2320541"/>
                  </a:lnTo>
                  <a:close/>
                  <a:moveTo>
                    <a:pt x="594052" y="2307884"/>
                  </a:moveTo>
                  <a:lnTo>
                    <a:pt x="596785" y="2310329"/>
                  </a:lnTo>
                  <a:lnTo>
                    <a:pt x="596785" y="2312775"/>
                  </a:lnTo>
                  <a:lnTo>
                    <a:pt x="596785" y="2317953"/>
                  </a:lnTo>
                  <a:lnTo>
                    <a:pt x="594052" y="2310329"/>
                  </a:lnTo>
                  <a:close/>
                  <a:moveTo>
                    <a:pt x="586572" y="2284726"/>
                  </a:moveTo>
                  <a:lnTo>
                    <a:pt x="589017" y="2287459"/>
                  </a:lnTo>
                  <a:lnTo>
                    <a:pt x="589017" y="2289904"/>
                  </a:lnTo>
                  <a:lnTo>
                    <a:pt x="589017" y="2292349"/>
                  </a:lnTo>
                  <a:lnTo>
                    <a:pt x="589017" y="2294939"/>
                  </a:lnTo>
                  <a:lnTo>
                    <a:pt x="586572" y="2300117"/>
                  </a:lnTo>
                  <a:lnTo>
                    <a:pt x="583839" y="2300117"/>
                  </a:lnTo>
                  <a:lnTo>
                    <a:pt x="583839" y="2302562"/>
                  </a:lnTo>
                  <a:lnTo>
                    <a:pt x="586572" y="2307884"/>
                  </a:lnTo>
                  <a:lnTo>
                    <a:pt x="583839" y="2307884"/>
                  </a:lnTo>
                  <a:lnTo>
                    <a:pt x="581250" y="2302562"/>
                  </a:lnTo>
                  <a:lnTo>
                    <a:pt x="581250" y="2300117"/>
                  </a:lnTo>
                  <a:lnTo>
                    <a:pt x="581250" y="2297672"/>
                  </a:lnTo>
                  <a:lnTo>
                    <a:pt x="581250" y="2292349"/>
                  </a:lnTo>
                  <a:lnTo>
                    <a:pt x="583839" y="2292349"/>
                  </a:lnTo>
                  <a:lnTo>
                    <a:pt x="586572" y="2289904"/>
                  </a:lnTo>
                  <a:lnTo>
                    <a:pt x="586572" y="2287459"/>
                  </a:lnTo>
                  <a:close/>
                  <a:moveTo>
                    <a:pt x="571038" y="2284726"/>
                  </a:moveTo>
                  <a:lnTo>
                    <a:pt x="573627" y="2284726"/>
                  </a:lnTo>
                  <a:lnTo>
                    <a:pt x="576360" y="2284726"/>
                  </a:lnTo>
                  <a:lnTo>
                    <a:pt x="576360" y="2287459"/>
                  </a:lnTo>
                  <a:lnTo>
                    <a:pt x="578805" y="2289904"/>
                  </a:lnTo>
                  <a:lnTo>
                    <a:pt x="576360" y="2289904"/>
                  </a:lnTo>
                  <a:lnTo>
                    <a:pt x="573627" y="2289904"/>
                  </a:lnTo>
                  <a:lnTo>
                    <a:pt x="573627" y="2287459"/>
                  </a:lnTo>
                  <a:close/>
                  <a:moveTo>
                    <a:pt x="1147397" y="2279691"/>
                  </a:moveTo>
                  <a:lnTo>
                    <a:pt x="1149842" y="2282136"/>
                  </a:lnTo>
                  <a:lnTo>
                    <a:pt x="1149842" y="2284725"/>
                  </a:lnTo>
                  <a:lnTo>
                    <a:pt x="1144952" y="2287458"/>
                  </a:lnTo>
                  <a:lnTo>
                    <a:pt x="1142219" y="2287458"/>
                  </a:lnTo>
                  <a:lnTo>
                    <a:pt x="1142219" y="2284725"/>
                  </a:lnTo>
                  <a:lnTo>
                    <a:pt x="1144952" y="2284725"/>
                  </a:lnTo>
                  <a:lnTo>
                    <a:pt x="1144952" y="2282136"/>
                  </a:lnTo>
                  <a:lnTo>
                    <a:pt x="1147397" y="2282136"/>
                  </a:lnTo>
                  <a:close/>
                  <a:moveTo>
                    <a:pt x="576360" y="2274513"/>
                  </a:moveTo>
                  <a:lnTo>
                    <a:pt x="578805" y="2277246"/>
                  </a:lnTo>
                  <a:lnTo>
                    <a:pt x="576360" y="2279691"/>
                  </a:lnTo>
                  <a:close/>
                  <a:moveTo>
                    <a:pt x="563414" y="2271924"/>
                  </a:moveTo>
                  <a:lnTo>
                    <a:pt x="566147" y="2274513"/>
                  </a:lnTo>
                  <a:lnTo>
                    <a:pt x="566147" y="2277246"/>
                  </a:lnTo>
                  <a:lnTo>
                    <a:pt x="568592" y="2271924"/>
                  </a:lnTo>
                  <a:lnTo>
                    <a:pt x="571037" y="2271924"/>
                  </a:lnTo>
                  <a:lnTo>
                    <a:pt x="571037" y="2274513"/>
                  </a:lnTo>
                  <a:lnTo>
                    <a:pt x="571037" y="2277246"/>
                  </a:lnTo>
                  <a:lnTo>
                    <a:pt x="571037" y="2279691"/>
                  </a:lnTo>
                  <a:lnTo>
                    <a:pt x="568592" y="2284726"/>
                  </a:lnTo>
                  <a:lnTo>
                    <a:pt x="566147" y="2284726"/>
                  </a:lnTo>
                  <a:lnTo>
                    <a:pt x="566147" y="2287459"/>
                  </a:lnTo>
                  <a:lnTo>
                    <a:pt x="560825" y="2279691"/>
                  </a:lnTo>
                  <a:close/>
                  <a:moveTo>
                    <a:pt x="581250" y="2267034"/>
                  </a:moveTo>
                  <a:lnTo>
                    <a:pt x="583839" y="2267034"/>
                  </a:lnTo>
                  <a:lnTo>
                    <a:pt x="586572" y="2269479"/>
                  </a:lnTo>
                  <a:lnTo>
                    <a:pt x="589017" y="2271924"/>
                  </a:lnTo>
                  <a:lnTo>
                    <a:pt x="589017" y="2277247"/>
                  </a:lnTo>
                  <a:lnTo>
                    <a:pt x="589017" y="2282137"/>
                  </a:lnTo>
                  <a:lnTo>
                    <a:pt x="586572" y="2282137"/>
                  </a:lnTo>
                  <a:lnTo>
                    <a:pt x="586572" y="2279692"/>
                  </a:lnTo>
                  <a:lnTo>
                    <a:pt x="583839" y="2282137"/>
                  </a:lnTo>
                  <a:lnTo>
                    <a:pt x="581250" y="2282137"/>
                  </a:lnTo>
                  <a:lnTo>
                    <a:pt x="581250" y="2284726"/>
                  </a:lnTo>
                  <a:lnTo>
                    <a:pt x="581250" y="2287459"/>
                  </a:lnTo>
                  <a:lnTo>
                    <a:pt x="581250" y="2292349"/>
                  </a:lnTo>
                  <a:lnTo>
                    <a:pt x="578805" y="2289904"/>
                  </a:lnTo>
                  <a:lnTo>
                    <a:pt x="578805" y="2282137"/>
                  </a:lnTo>
                  <a:lnTo>
                    <a:pt x="578805" y="2279692"/>
                  </a:lnTo>
                  <a:lnTo>
                    <a:pt x="581250" y="2279692"/>
                  </a:lnTo>
                  <a:lnTo>
                    <a:pt x="578805" y="2277247"/>
                  </a:lnTo>
                  <a:close/>
                  <a:moveTo>
                    <a:pt x="1012190" y="2249054"/>
                  </a:moveTo>
                  <a:lnTo>
                    <a:pt x="1012190" y="2251499"/>
                  </a:lnTo>
                  <a:lnTo>
                    <a:pt x="1012190" y="2254088"/>
                  </a:lnTo>
                  <a:lnTo>
                    <a:pt x="1012190" y="2256821"/>
                  </a:lnTo>
                  <a:lnTo>
                    <a:pt x="1012190" y="2259267"/>
                  </a:lnTo>
                  <a:lnTo>
                    <a:pt x="1012190" y="2261712"/>
                  </a:lnTo>
                  <a:lnTo>
                    <a:pt x="1009745" y="2261712"/>
                  </a:lnTo>
                  <a:lnTo>
                    <a:pt x="1007012" y="2256821"/>
                  </a:lnTo>
                  <a:lnTo>
                    <a:pt x="1007012" y="2254088"/>
                  </a:lnTo>
                  <a:close/>
                  <a:moveTo>
                    <a:pt x="1134740" y="2228629"/>
                  </a:moveTo>
                  <a:lnTo>
                    <a:pt x="1134740" y="2231074"/>
                  </a:lnTo>
                  <a:lnTo>
                    <a:pt x="1134740" y="2233663"/>
                  </a:lnTo>
                  <a:lnTo>
                    <a:pt x="1137185" y="2231074"/>
                  </a:lnTo>
                  <a:lnTo>
                    <a:pt x="1137185" y="2233663"/>
                  </a:lnTo>
                  <a:lnTo>
                    <a:pt x="1132007" y="2236396"/>
                  </a:lnTo>
                  <a:lnTo>
                    <a:pt x="1129562" y="2236396"/>
                  </a:lnTo>
                  <a:lnTo>
                    <a:pt x="1129562" y="2233663"/>
                  </a:lnTo>
                  <a:close/>
                  <a:moveTo>
                    <a:pt x="1152432" y="2226184"/>
                  </a:moveTo>
                  <a:lnTo>
                    <a:pt x="1154877" y="2226184"/>
                  </a:lnTo>
                  <a:lnTo>
                    <a:pt x="1152432" y="2228629"/>
                  </a:lnTo>
                  <a:close/>
                  <a:moveTo>
                    <a:pt x="583839" y="2226184"/>
                  </a:moveTo>
                  <a:lnTo>
                    <a:pt x="586572" y="2226184"/>
                  </a:lnTo>
                  <a:lnTo>
                    <a:pt x="589017" y="2226184"/>
                  </a:lnTo>
                  <a:lnTo>
                    <a:pt x="591462" y="2226184"/>
                  </a:lnTo>
                  <a:lnTo>
                    <a:pt x="591462" y="2228629"/>
                  </a:lnTo>
                  <a:lnTo>
                    <a:pt x="589017" y="2228629"/>
                  </a:lnTo>
                  <a:lnTo>
                    <a:pt x="589017" y="2233664"/>
                  </a:lnTo>
                  <a:lnTo>
                    <a:pt x="586572" y="2236396"/>
                  </a:lnTo>
                  <a:lnTo>
                    <a:pt x="583839" y="2236396"/>
                  </a:lnTo>
                  <a:lnTo>
                    <a:pt x="581250" y="2233664"/>
                  </a:lnTo>
                  <a:lnTo>
                    <a:pt x="581250" y="2231074"/>
                  </a:lnTo>
                  <a:lnTo>
                    <a:pt x="583839" y="2228629"/>
                  </a:lnTo>
                  <a:close/>
                  <a:moveTo>
                    <a:pt x="497105" y="2226184"/>
                  </a:moveTo>
                  <a:lnTo>
                    <a:pt x="497105" y="2228629"/>
                  </a:lnTo>
                  <a:lnTo>
                    <a:pt x="499694" y="2231218"/>
                  </a:lnTo>
                  <a:lnTo>
                    <a:pt x="499694" y="2228629"/>
                  </a:lnTo>
                  <a:close/>
                  <a:moveTo>
                    <a:pt x="1129562" y="2223738"/>
                  </a:moveTo>
                  <a:lnTo>
                    <a:pt x="1132007" y="2223738"/>
                  </a:lnTo>
                  <a:lnTo>
                    <a:pt x="1129562" y="2226183"/>
                  </a:lnTo>
                  <a:close/>
                  <a:moveTo>
                    <a:pt x="423172" y="2223738"/>
                  </a:moveTo>
                  <a:lnTo>
                    <a:pt x="423172" y="2226183"/>
                  </a:lnTo>
                  <a:lnTo>
                    <a:pt x="423172" y="2228628"/>
                  </a:lnTo>
                  <a:lnTo>
                    <a:pt x="420727" y="2226183"/>
                  </a:lnTo>
                  <a:close/>
                  <a:moveTo>
                    <a:pt x="537955" y="2218416"/>
                  </a:moveTo>
                  <a:lnTo>
                    <a:pt x="540400" y="2220861"/>
                  </a:lnTo>
                  <a:lnTo>
                    <a:pt x="543133" y="2220861"/>
                  </a:lnTo>
                  <a:lnTo>
                    <a:pt x="543133" y="2218416"/>
                  </a:lnTo>
                  <a:lnTo>
                    <a:pt x="545722" y="2220861"/>
                  </a:lnTo>
                  <a:lnTo>
                    <a:pt x="548167" y="2220861"/>
                  </a:lnTo>
                  <a:lnTo>
                    <a:pt x="550613" y="2223738"/>
                  </a:lnTo>
                  <a:lnTo>
                    <a:pt x="550613" y="2226183"/>
                  </a:lnTo>
                  <a:lnTo>
                    <a:pt x="550613" y="2228629"/>
                  </a:lnTo>
                  <a:lnTo>
                    <a:pt x="550613" y="2233663"/>
                  </a:lnTo>
                  <a:lnTo>
                    <a:pt x="548167" y="2233663"/>
                  </a:lnTo>
                  <a:lnTo>
                    <a:pt x="545722" y="2233663"/>
                  </a:lnTo>
                  <a:lnTo>
                    <a:pt x="548167" y="2236396"/>
                  </a:lnTo>
                  <a:lnTo>
                    <a:pt x="545722" y="2236396"/>
                  </a:lnTo>
                  <a:lnTo>
                    <a:pt x="543133" y="2233663"/>
                  </a:lnTo>
                  <a:lnTo>
                    <a:pt x="543133" y="2231074"/>
                  </a:lnTo>
                  <a:lnTo>
                    <a:pt x="540400" y="2228629"/>
                  </a:lnTo>
                  <a:lnTo>
                    <a:pt x="545722" y="2231074"/>
                  </a:lnTo>
                  <a:lnTo>
                    <a:pt x="543133" y="2226183"/>
                  </a:lnTo>
                  <a:lnTo>
                    <a:pt x="537955" y="2223738"/>
                  </a:lnTo>
                  <a:close/>
                  <a:moveTo>
                    <a:pt x="1061095" y="2216259"/>
                  </a:moveTo>
                  <a:lnTo>
                    <a:pt x="1061095" y="2218704"/>
                  </a:lnTo>
                  <a:lnTo>
                    <a:pt x="1065985" y="2218704"/>
                  </a:lnTo>
                  <a:lnTo>
                    <a:pt x="1063540" y="2216259"/>
                  </a:lnTo>
                  <a:close/>
                  <a:moveTo>
                    <a:pt x="762343" y="2215971"/>
                  </a:moveTo>
                  <a:lnTo>
                    <a:pt x="762343" y="2220862"/>
                  </a:lnTo>
                  <a:lnTo>
                    <a:pt x="759754" y="2223738"/>
                  </a:lnTo>
                  <a:lnTo>
                    <a:pt x="762343" y="2226184"/>
                  </a:lnTo>
                  <a:lnTo>
                    <a:pt x="759754" y="2226184"/>
                  </a:lnTo>
                  <a:lnTo>
                    <a:pt x="757308" y="2231074"/>
                  </a:lnTo>
                  <a:lnTo>
                    <a:pt x="754863" y="2228629"/>
                  </a:lnTo>
                  <a:lnTo>
                    <a:pt x="754863" y="2223738"/>
                  </a:lnTo>
                  <a:lnTo>
                    <a:pt x="754863" y="2220862"/>
                  </a:lnTo>
                  <a:lnTo>
                    <a:pt x="757308" y="2223738"/>
                  </a:lnTo>
                  <a:lnTo>
                    <a:pt x="759754" y="2220862"/>
                  </a:lnTo>
                  <a:lnTo>
                    <a:pt x="759754" y="2218416"/>
                  </a:lnTo>
                  <a:close/>
                  <a:moveTo>
                    <a:pt x="527023" y="2214389"/>
                  </a:moveTo>
                  <a:lnTo>
                    <a:pt x="527742" y="2214677"/>
                  </a:lnTo>
                  <a:lnTo>
                    <a:pt x="527742" y="2215971"/>
                  </a:lnTo>
                  <a:close/>
                  <a:moveTo>
                    <a:pt x="961128" y="2213526"/>
                  </a:moveTo>
                  <a:lnTo>
                    <a:pt x="963717" y="2213526"/>
                  </a:lnTo>
                  <a:lnTo>
                    <a:pt x="963717" y="2215971"/>
                  </a:lnTo>
                  <a:lnTo>
                    <a:pt x="963717" y="2218416"/>
                  </a:lnTo>
                  <a:lnTo>
                    <a:pt x="963717" y="2220862"/>
                  </a:lnTo>
                  <a:lnTo>
                    <a:pt x="961128" y="2223739"/>
                  </a:lnTo>
                  <a:lnTo>
                    <a:pt x="958682" y="2220862"/>
                  </a:lnTo>
                  <a:lnTo>
                    <a:pt x="956237" y="2218416"/>
                  </a:lnTo>
                  <a:lnTo>
                    <a:pt x="958682" y="2218416"/>
                  </a:lnTo>
                  <a:close/>
                  <a:moveTo>
                    <a:pt x="460282" y="2212088"/>
                  </a:moveTo>
                  <a:lnTo>
                    <a:pt x="458988" y="2215971"/>
                  </a:lnTo>
                  <a:lnTo>
                    <a:pt x="456255" y="2215971"/>
                  </a:lnTo>
                  <a:lnTo>
                    <a:pt x="453810" y="2218417"/>
                  </a:lnTo>
                  <a:lnTo>
                    <a:pt x="448919" y="2218417"/>
                  </a:lnTo>
                  <a:lnTo>
                    <a:pt x="448919" y="2215971"/>
                  </a:lnTo>
                  <a:lnTo>
                    <a:pt x="451364" y="2215971"/>
                  </a:lnTo>
                  <a:lnTo>
                    <a:pt x="453810" y="2215971"/>
                  </a:lnTo>
                  <a:lnTo>
                    <a:pt x="456255" y="2213526"/>
                  </a:lnTo>
                  <a:lnTo>
                    <a:pt x="458988" y="2213526"/>
                  </a:lnTo>
                  <a:close/>
                  <a:moveTo>
                    <a:pt x="601675" y="2210793"/>
                  </a:moveTo>
                  <a:lnTo>
                    <a:pt x="604121" y="2210793"/>
                  </a:lnTo>
                  <a:lnTo>
                    <a:pt x="604121" y="2213526"/>
                  </a:lnTo>
                  <a:lnTo>
                    <a:pt x="609443" y="2215971"/>
                  </a:lnTo>
                  <a:lnTo>
                    <a:pt x="604121" y="2218416"/>
                  </a:lnTo>
                  <a:lnTo>
                    <a:pt x="606997" y="2218416"/>
                  </a:lnTo>
                  <a:lnTo>
                    <a:pt x="606997" y="2220862"/>
                  </a:lnTo>
                  <a:lnTo>
                    <a:pt x="604121" y="2220862"/>
                  </a:lnTo>
                  <a:lnTo>
                    <a:pt x="601675" y="2223739"/>
                  </a:lnTo>
                  <a:lnTo>
                    <a:pt x="601675" y="2226184"/>
                  </a:lnTo>
                  <a:lnTo>
                    <a:pt x="599230" y="2226184"/>
                  </a:lnTo>
                  <a:lnTo>
                    <a:pt x="596785" y="2226184"/>
                  </a:lnTo>
                  <a:lnTo>
                    <a:pt x="596785" y="2223739"/>
                  </a:lnTo>
                  <a:lnTo>
                    <a:pt x="599230" y="2220862"/>
                  </a:lnTo>
                  <a:lnTo>
                    <a:pt x="599230" y="2218416"/>
                  </a:lnTo>
                  <a:lnTo>
                    <a:pt x="599230" y="2213526"/>
                  </a:lnTo>
                  <a:lnTo>
                    <a:pt x="601675" y="2213526"/>
                  </a:lnTo>
                  <a:close/>
                  <a:moveTo>
                    <a:pt x="525297" y="2210793"/>
                  </a:moveTo>
                  <a:lnTo>
                    <a:pt x="527023" y="2214389"/>
                  </a:lnTo>
                  <a:lnTo>
                    <a:pt x="525297" y="2213526"/>
                  </a:lnTo>
                  <a:close/>
                  <a:moveTo>
                    <a:pt x="741918" y="2208204"/>
                  </a:moveTo>
                  <a:lnTo>
                    <a:pt x="744651" y="2208204"/>
                  </a:lnTo>
                  <a:lnTo>
                    <a:pt x="744651" y="2210649"/>
                  </a:lnTo>
                  <a:lnTo>
                    <a:pt x="741918" y="2210649"/>
                  </a:lnTo>
                  <a:close/>
                  <a:moveTo>
                    <a:pt x="461577" y="2208204"/>
                  </a:moveTo>
                  <a:lnTo>
                    <a:pt x="464022" y="2208204"/>
                  </a:lnTo>
                  <a:lnTo>
                    <a:pt x="461577" y="2210793"/>
                  </a:lnTo>
                  <a:lnTo>
                    <a:pt x="460282" y="2212088"/>
                  </a:lnTo>
                  <a:close/>
                  <a:moveTo>
                    <a:pt x="576360" y="2200580"/>
                  </a:moveTo>
                  <a:lnTo>
                    <a:pt x="578805" y="2200580"/>
                  </a:lnTo>
                  <a:lnTo>
                    <a:pt x="578805" y="2205758"/>
                  </a:lnTo>
                  <a:lnTo>
                    <a:pt x="576360" y="2205758"/>
                  </a:lnTo>
                  <a:lnTo>
                    <a:pt x="576360" y="2203313"/>
                  </a:lnTo>
                  <a:close/>
                  <a:moveTo>
                    <a:pt x="525297" y="2200580"/>
                  </a:moveTo>
                  <a:lnTo>
                    <a:pt x="530188" y="2203313"/>
                  </a:lnTo>
                  <a:lnTo>
                    <a:pt x="527742" y="2203313"/>
                  </a:lnTo>
                  <a:lnTo>
                    <a:pt x="533064" y="2208203"/>
                  </a:lnTo>
                  <a:lnTo>
                    <a:pt x="533064" y="2210792"/>
                  </a:lnTo>
                  <a:lnTo>
                    <a:pt x="533064" y="2213525"/>
                  </a:lnTo>
                  <a:lnTo>
                    <a:pt x="533064" y="2215971"/>
                  </a:lnTo>
                  <a:lnTo>
                    <a:pt x="530188" y="2215971"/>
                  </a:lnTo>
                  <a:lnTo>
                    <a:pt x="527742" y="2214676"/>
                  </a:lnTo>
                  <a:lnTo>
                    <a:pt x="527742" y="2213525"/>
                  </a:lnTo>
                  <a:lnTo>
                    <a:pt x="525297" y="2208203"/>
                  </a:lnTo>
                  <a:lnTo>
                    <a:pt x="522852" y="2205758"/>
                  </a:lnTo>
                  <a:lnTo>
                    <a:pt x="525297" y="2205758"/>
                  </a:lnTo>
                  <a:lnTo>
                    <a:pt x="527742" y="2208203"/>
                  </a:lnTo>
                  <a:lnTo>
                    <a:pt x="527742" y="2205758"/>
                  </a:lnTo>
                  <a:close/>
                  <a:moveTo>
                    <a:pt x="1060807" y="2190368"/>
                  </a:moveTo>
                  <a:lnTo>
                    <a:pt x="1063252" y="2190368"/>
                  </a:lnTo>
                  <a:lnTo>
                    <a:pt x="1063252" y="2193101"/>
                  </a:lnTo>
                  <a:close/>
                  <a:moveTo>
                    <a:pt x="509907" y="2190368"/>
                  </a:moveTo>
                  <a:lnTo>
                    <a:pt x="509907" y="2195546"/>
                  </a:lnTo>
                  <a:lnTo>
                    <a:pt x="507318" y="2197991"/>
                  </a:lnTo>
                  <a:lnTo>
                    <a:pt x="504872" y="2197991"/>
                  </a:lnTo>
                  <a:lnTo>
                    <a:pt x="502427" y="2195546"/>
                  </a:lnTo>
                  <a:close/>
                  <a:moveTo>
                    <a:pt x="334136" y="2190368"/>
                  </a:moveTo>
                  <a:lnTo>
                    <a:pt x="341616" y="2190368"/>
                  </a:lnTo>
                  <a:lnTo>
                    <a:pt x="344349" y="2190368"/>
                  </a:lnTo>
                  <a:lnTo>
                    <a:pt x="346794" y="2190368"/>
                  </a:lnTo>
                  <a:lnTo>
                    <a:pt x="349239" y="2193101"/>
                  </a:lnTo>
                  <a:lnTo>
                    <a:pt x="346794" y="2193101"/>
                  </a:lnTo>
                  <a:lnTo>
                    <a:pt x="341616" y="2193101"/>
                  </a:lnTo>
                  <a:lnTo>
                    <a:pt x="339026" y="2193101"/>
                  </a:lnTo>
                  <a:lnTo>
                    <a:pt x="336581" y="2193101"/>
                  </a:lnTo>
                  <a:close/>
                  <a:moveTo>
                    <a:pt x="308389" y="2187779"/>
                  </a:moveTo>
                  <a:lnTo>
                    <a:pt x="318602" y="2190368"/>
                  </a:lnTo>
                  <a:lnTo>
                    <a:pt x="316156" y="2190368"/>
                  </a:lnTo>
                  <a:lnTo>
                    <a:pt x="313711" y="2190368"/>
                  </a:lnTo>
                  <a:close/>
                  <a:moveTo>
                    <a:pt x="714013" y="2185334"/>
                  </a:moveTo>
                  <a:lnTo>
                    <a:pt x="716458" y="2185334"/>
                  </a:lnTo>
                  <a:lnTo>
                    <a:pt x="716458" y="2187779"/>
                  </a:lnTo>
                  <a:lnTo>
                    <a:pt x="714013" y="2187779"/>
                  </a:lnTo>
                  <a:close/>
                  <a:moveTo>
                    <a:pt x="520120" y="2185334"/>
                  </a:moveTo>
                  <a:lnTo>
                    <a:pt x="520120" y="2187779"/>
                  </a:lnTo>
                  <a:lnTo>
                    <a:pt x="517531" y="2187779"/>
                  </a:lnTo>
                  <a:lnTo>
                    <a:pt x="517531" y="2190368"/>
                  </a:lnTo>
                  <a:lnTo>
                    <a:pt x="515085" y="2193101"/>
                  </a:lnTo>
                  <a:lnTo>
                    <a:pt x="512640" y="2193101"/>
                  </a:lnTo>
                  <a:lnTo>
                    <a:pt x="512640" y="2190368"/>
                  </a:lnTo>
                  <a:lnTo>
                    <a:pt x="515085" y="2187779"/>
                  </a:lnTo>
                  <a:close/>
                  <a:moveTo>
                    <a:pt x="300910" y="2185334"/>
                  </a:moveTo>
                  <a:lnTo>
                    <a:pt x="305944" y="2185334"/>
                  </a:lnTo>
                  <a:lnTo>
                    <a:pt x="308390" y="2187779"/>
                  </a:lnTo>
                  <a:lnTo>
                    <a:pt x="308389" y="2187779"/>
                  </a:lnTo>
                  <a:lnTo>
                    <a:pt x="303499" y="2187779"/>
                  </a:lnTo>
                  <a:close/>
                  <a:moveTo>
                    <a:pt x="525297" y="2180155"/>
                  </a:moveTo>
                  <a:lnTo>
                    <a:pt x="525297" y="2185333"/>
                  </a:lnTo>
                  <a:lnTo>
                    <a:pt x="520119" y="2185333"/>
                  </a:lnTo>
                  <a:close/>
                  <a:moveTo>
                    <a:pt x="741918" y="2164908"/>
                  </a:moveTo>
                  <a:lnTo>
                    <a:pt x="757308" y="2172675"/>
                  </a:lnTo>
                  <a:lnTo>
                    <a:pt x="762343" y="2177566"/>
                  </a:lnTo>
                  <a:lnTo>
                    <a:pt x="765076" y="2182888"/>
                  </a:lnTo>
                  <a:lnTo>
                    <a:pt x="762343" y="2187778"/>
                  </a:lnTo>
                  <a:lnTo>
                    <a:pt x="762343" y="2190367"/>
                  </a:lnTo>
                  <a:lnTo>
                    <a:pt x="759754" y="2193100"/>
                  </a:lnTo>
                  <a:lnTo>
                    <a:pt x="754863" y="2193100"/>
                  </a:lnTo>
                  <a:lnTo>
                    <a:pt x="749541" y="2190367"/>
                  </a:lnTo>
                  <a:lnTo>
                    <a:pt x="744651" y="2185333"/>
                  </a:lnTo>
                  <a:lnTo>
                    <a:pt x="739329" y="2182888"/>
                  </a:lnTo>
                  <a:lnTo>
                    <a:pt x="739329" y="2177566"/>
                  </a:lnTo>
                  <a:lnTo>
                    <a:pt x="736883" y="2172675"/>
                  </a:lnTo>
                  <a:lnTo>
                    <a:pt x="734438" y="2169942"/>
                  </a:lnTo>
                  <a:lnTo>
                    <a:pt x="736883" y="2169942"/>
                  </a:lnTo>
                  <a:close/>
                  <a:moveTo>
                    <a:pt x="438707" y="2157285"/>
                  </a:moveTo>
                  <a:lnTo>
                    <a:pt x="438707" y="2162463"/>
                  </a:lnTo>
                  <a:lnTo>
                    <a:pt x="433385" y="2159730"/>
                  </a:lnTo>
                  <a:close/>
                  <a:moveTo>
                    <a:pt x="430939" y="2157285"/>
                  </a:moveTo>
                  <a:lnTo>
                    <a:pt x="433384" y="2159730"/>
                  </a:lnTo>
                  <a:lnTo>
                    <a:pt x="430939" y="2164908"/>
                  </a:lnTo>
                  <a:lnTo>
                    <a:pt x="430939" y="2167354"/>
                  </a:lnTo>
                  <a:lnTo>
                    <a:pt x="428494" y="2167354"/>
                  </a:lnTo>
                  <a:lnTo>
                    <a:pt x="425761" y="2167354"/>
                  </a:lnTo>
                  <a:lnTo>
                    <a:pt x="425761" y="2164908"/>
                  </a:lnTo>
                  <a:lnTo>
                    <a:pt x="425761" y="2162463"/>
                  </a:lnTo>
                  <a:lnTo>
                    <a:pt x="428494" y="2162463"/>
                  </a:lnTo>
                  <a:lnTo>
                    <a:pt x="428494" y="2159730"/>
                  </a:lnTo>
                  <a:close/>
                  <a:moveTo>
                    <a:pt x="876982" y="2149518"/>
                  </a:moveTo>
                  <a:lnTo>
                    <a:pt x="879571" y="2149518"/>
                  </a:lnTo>
                  <a:lnTo>
                    <a:pt x="882304" y="2149518"/>
                  </a:lnTo>
                  <a:lnTo>
                    <a:pt x="887195" y="2152251"/>
                  </a:lnTo>
                  <a:lnTo>
                    <a:pt x="887195" y="2154696"/>
                  </a:lnTo>
                  <a:lnTo>
                    <a:pt x="889784" y="2154696"/>
                  </a:lnTo>
                  <a:lnTo>
                    <a:pt x="889784" y="2159731"/>
                  </a:lnTo>
                  <a:lnTo>
                    <a:pt x="889784" y="2162463"/>
                  </a:lnTo>
                  <a:lnTo>
                    <a:pt x="889784" y="2164909"/>
                  </a:lnTo>
                  <a:lnTo>
                    <a:pt x="889784" y="2167354"/>
                  </a:lnTo>
                  <a:lnTo>
                    <a:pt x="889784" y="2169943"/>
                  </a:lnTo>
                  <a:lnTo>
                    <a:pt x="889784" y="2172676"/>
                  </a:lnTo>
                  <a:lnTo>
                    <a:pt x="889784" y="2175121"/>
                  </a:lnTo>
                  <a:lnTo>
                    <a:pt x="884749" y="2169943"/>
                  </a:lnTo>
                  <a:lnTo>
                    <a:pt x="884749" y="2175121"/>
                  </a:lnTo>
                  <a:lnTo>
                    <a:pt x="884749" y="2180156"/>
                  </a:lnTo>
                  <a:lnTo>
                    <a:pt x="882304" y="2182888"/>
                  </a:lnTo>
                  <a:lnTo>
                    <a:pt x="879571" y="2180156"/>
                  </a:lnTo>
                  <a:lnTo>
                    <a:pt x="879571" y="2177566"/>
                  </a:lnTo>
                  <a:lnTo>
                    <a:pt x="876982" y="2175121"/>
                  </a:lnTo>
                  <a:lnTo>
                    <a:pt x="872092" y="2175121"/>
                  </a:lnTo>
                  <a:lnTo>
                    <a:pt x="872092" y="2172676"/>
                  </a:lnTo>
                  <a:lnTo>
                    <a:pt x="864324" y="2169943"/>
                  </a:lnTo>
                  <a:lnTo>
                    <a:pt x="861879" y="2167354"/>
                  </a:lnTo>
                  <a:lnTo>
                    <a:pt x="859146" y="2164909"/>
                  </a:lnTo>
                  <a:lnTo>
                    <a:pt x="861879" y="2162463"/>
                  </a:lnTo>
                  <a:lnTo>
                    <a:pt x="869359" y="2159731"/>
                  </a:lnTo>
                  <a:lnTo>
                    <a:pt x="872092" y="2157285"/>
                  </a:lnTo>
                  <a:lnTo>
                    <a:pt x="874537" y="2154696"/>
                  </a:lnTo>
                  <a:lnTo>
                    <a:pt x="874537" y="2152251"/>
                  </a:lnTo>
                  <a:close/>
                  <a:moveTo>
                    <a:pt x="1012190" y="2142038"/>
                  </a:moveTo>
                  <a:lnTo>
                    <a:pt x="1014779" y="2144483"/>
                  </a:lnTo>
                  <a:lnTo>
                    <a:pt x="1012190" y="2144483"/>
                  </a:lnTo>
                  <a:close/>
                  <a:moveTo>
                    <a:pt x="948469" y="2126648"/>
                  </a:moveTo>
                  <a:lnTo>
                    <a:pt x="951058" y="2126648"/>
                  </a:lnTo>
                  <a:lnTo>
                    <a:pt x="953504" y="2129381"/>
                  </a:lnTo>
                  <a:lnTo>
                    <a:pt x="956237" y="2131826"/>
                  </a:lnTo>
                  <a:lnTo>
                    <a:pt x="956237" y="2134271"/>
                  </a:lnTo>
                  <a:lnTo>
                    <a:pt x="958682" y="2139593"/>
                  </a:lnTo>
                  <a:lnTo>
                    <a:pt x="958682" y="2142039"/>
                  </a:lnTo>
                  <a:lnTo>
                    <a:pt x="961127" y="2142039"/>
                  </a:lnTo>
                  <a:lnTo>
                    <a:pt x="961127" y="2144484"/>
                  </a:lnTo>
                  <a:lnTo>
                    <a:pt x="961127" y="2149518"/>
                  </a:lnTo>
                  <a:lnTo>
                    <a:pt x="958682" y="2149518"/>
                  </a:lnTo>
                  <a:lnTo>
                    <a:pt x="958682" y="2152251"/>
                  </a:lnTo>
                  <a:lnTo>
                    <a:pt x="961127" y="2152251"/>
                  </a:lnTo>
                  <a:lnTo>
                    <a:pt x="961127" y="2154696"/>
                  </a:lnTo>
                  <a:lnTo>
                    <a:pt x="961127" y="2157285"/>
                  </a:lnTo>
                  <a:lnTo>
                    <a:pt x="958682" y="2157285"/>
                  </a:lnTo>
                  <a:lnTo>
                    <a:pt x="958682" y="2159731"/>
                  </a:lnTo>
                  <a:lnTo>
                    <a:pt x="958682" y="2162464"/>
                  </a:lnTo>
                  <a:lnTo>
                    <a:pt x="956237" y="2159731"/>
                  </a:lnTo>
                  <a:lnTo>
                    <a:pt x="953504" y="2159731"/>
                  </a:lnTo>
                  <a:lnTo>
                    <a:pt x="953504" y="2162464"/>
                  </a:lnTo>
                  <a:lnTo>
                    <a:pt x="953504" y="2164909"/>
                  </a:lnTo>
                  <a:lnTo>
                    <a:pt x="951058" y="2164909"/>
                  </a:lnTo>
                  <a:lnTo>
                    <a:pt x="951058" y="2167353"/>
                  </a:lnTo>
                  <a:lnTo>
                    <a:pt x="951058" y="2169942"/>
                  </a:lnTo>
                  <a:lnTo>
                    <a:pt x="948469" y="2167353"/>
                  </a:lnTo>
                  <a:lnTo>
                    <a:pt x="951057" y="2164909"/>
                  </a:lnTo>
                  <a:lnTo>
                    <a:pt x="948469" y="2164909"/>
                  </a:lnTo>
                  <a:lnTo>
                    <a:pt x="946024" y="2159731"/>
                  </a:lnTo>
                  <a:lnTo>
                    <a:pt x="948469" y="2159731"/>
                  </a:lnTo>
                  <a:lnTo>
                    <a:pt x="948469" y="2157285"/>
                  </a:lnTo>
                  <a:lnTo>
                    <a:pt x="946024" y="2157285"/>
                  </a:lnTo>
                  <a:lnTo>
                    <a:pt x="943291" y="2157285"/>
                  </a:lnTo>
                  <a:lnTo>
                    <a:pt x="943291" y="2159731"/>
                  </a:lnTo>
                  <a:lnTo>
                    <a:pt x="943291" y="2162464"/>
                  </a:lnTo>
                  <a:lnTo>
                    <a:pt x="940846" y="2159731"/>
                  </a:lnTo>
                  <a:lnTo>
                    <a:pt x="940846" y="2154696"/>
                  </a:lnTo>
                  <a:lnTo>
                    <a:pt x="940846" y="2152251"/>
                  </a:lnTo>
                  <a:lnTo>
                    <a:pt x="940846" y="2149518"/>
                  </a:lnTo>
                  <a:lnTo>
                    <a:pt x="940846" y="2144484"/>
                  </a:lnTo>
                  <a:lnTo>
                    <a:pt x="940846" y="2142039"/>
                  </a:lnTo>
                  <a:lnTo>
                    <a:pt x="940846" y="2139593"/>
                  </a:lnTo>
                  <a:lnTo>
                    <a:pt x="943291" y="2142039"/>
                  </a:lnTo>
                  <a:lnTo>
                    <a:pt x="943291" y="2136717"/>
                  </a:lnTo>
                  <a:lnTo>
                    <a:pt x="940846" y="2131826"/>
                  </a:lnTo>
                  <a:lnTo>
                    <a:pt x="943291" y="2129381"/>
                  </a:lnTo>
                  <a:close/>
                  <a:moveTo>
                    <a:pt x="1407313" y="2111401"/>
                  </a:moveTo>
                  <a:lnTo>
                    <a:pt x="1410046" y="2113846"/>
                  </a:lnTo>
                  <a:lnTo>
                    <a:pt x="1412491" y="2111401"/>
                  </a:lnTo>
                  <a:lnTo>
                    <a:pt x="1412491" y="2113846"/>
                  </a:lnTo>
                  <a:lnTo>
                    <a:pt x="1412491" y="2116435"/>
                  </a:lnTo>
                  <a:lnTo>
                    <a:pt x="1415080" y="2116435"/>
                  </a:lnTo>
                  <a:lnTo>
                    <a:pt x="1415080" y="2119168"/>
                  </a:lnTo>
                  <a:lnTo>
                    <a:pt x="1412491" y="2121613"/>
                  </a:lnTo>
                  <a:lnTo>
                    <a:pt x="1412491" y="2119168"/>
                  </a:lnTo>
                  <a:lnTo>
                    <a:pt x="1410046" y="2119168"/>
                  </a:lnTo>
                  <a:lnTo>
                    <a:pt x="1407313" y="2116435"/>
                  </a:lnTo>
                  <a:lnTo>
                    <a:pt x="1407313" y="2113846"/>
                  </a:lnTo>
                  <a:close/>
                  <a:moveTo>
                    <a:pt x="963716" y="2111401"/>
                  </a:moveTo>
                  <a:lnTo>
                    <a:pt x="966449" y="2116435"/>
                  </a:lnTo>
                  <a:lnTo>
                    <a:pt x="968894" y="2119168"/>
                  </a:lnTo>
                  <a:lnTo>
                    <a:pt x="966449" y="2121613"/>
                  </a:lnTo>
                  <a:lnTo>
                    <a:pt x="968894" y="2126648"/>
                  </a:lnTo>
                  <a:lnTo>
                    <a:pt x="971340" y="2131826"/>
                  </a:lnTo>
                  <a:lnTo>
                    <a:pt x="971340" y="2134271"/>
                  </a:lnTo>
                  <a:lnTo>
                    <a:pt x="971340" y="2136716"/>
                  </a:lnTo>
                  <a:lnTo>
                    <a:pt x="971340" y="2139593"/>
                  </a:lnTo>
                  <a:lnTo>
                    <a:pt x="966449" y="2139593"/>
                  </a:lnTo>
                  <a:lnTo>
                    <a:pt x="963716" y="2139593"/>
                  </a:lnTo>
                  <a:lnTo>
                    <a:pt x="961127" y="2136716"/>
                  </a:lnTo>
                  <a:lnTo>
                    <a:pt x="958682" y="2131826"/>
                  </a:lnTo>
                  <a:lnTo>
                    <a:pt x="958682" y="2129381"/>
                  </a:lnTo>
                  <a:lnTo>
                    <a:pt x="958682" y="2124059"/>
                  </a:lnTo>
                  <a:lnTo>
                    <a:pt x="958682" y="2121613"/>
                  </a:lnTo>
                  <a:lnTo>
                    <a:pt x="963716" y="2116435"/>
                  </a:lnTo>
                  <a:lnTo>
                    <a:pt x="963716" y="2113846"/>
                  </a:lnTo>
                  <a:close/>
                  <a:moveTo>
                    <a:pt x="1386888" y="2098743"/>
                  </a:moveTo>
                  <a:lnTo>
                    <a:pt x="1388183" y="2098743"/>
                  </a:lnTo>
                  <a:lnTo>
                    <a:pt x="1386888" y="2101188"/>
                  </a:lnTo>
                  <a:close/>
                  <a:moveTo>
                    <a:pt x="1257002" y="2098743"/>
                  </a:moveTo>
                  <a:lnTo>
                    <a:pt x="1259447" y="2098743"/>
                  </a:lnTo>
                  <a:lnTo>
                    <a:pt x="1257002" y="2101188"/>
                  </a:lnTo>
                  <a:close/>
                  <a:moveTo>
                    <a:pt x="1402279" y="2072996"/>
                  </a:moveTo>
                  <a:lnTo>
                    <a:pt x="1404868" y="2072996"/>
                  </a:lnTo>
                  <a:lnTo>
                    <a:pt x="1404868" y="2075585"/>
                  </a:lnTo>
                  <a:lnTo>
                    <a:pt x="1407313" y="2078318"/>
                  </a:lnTo>
                  <a:lnTo>
                    <a:pt x="1407313" y="2072996"/>
                  </a:lnTo>
                  <a:lnTo>
                    <a:pt x="1410046" y="2075585"/>
                  </a:lnTo>
                  <a:lnTo>
                    <a:pt x="1410046" y="2078318"/>
                  </a:lnTo>
                  <a:lnTo>
                    <a:pt x="1410046" y="2083209"/>
                  </a:lnTo>
                  <a:lnTo>
                    <a:pt x="1407313" y="2088531"/>
                  </a:lnTo>
                  <a:lnTo>
                    <a:pt x="1407313" y="2090976"/>
                  </a:lnTo>
                  <a:lnTo>
                    <a:pt x="1407313" y="2096010"/>
                  </a:lnTo>
                  <a:lnTo>
                    <a:pt x="1404868" y="2098743"/>
                  </a:lnTo>
                  <a:lnTo>
                    <a:pt x="1402279" y="2098743"/>
                  </a:lnTo>
                  <a:lnTo>
                    <a:pt x="1399834" y="2096010"/>
                  </a:lnTo>
                  <a:lnTo>
                    <a:pt x="1399834" y="2090976"/>
                  </a:lnTo>
                  <a:lnTo>
                    <a:pt x="1397101" y="2090976"/>
                  </a:lnTo>
                  <a:lnTo>
                    <a:pt x="1397101" y="2093421"/>
                  </a:lnTo>
                  <a:lnTo>
                    <a:pt x="1397101" y="2096010"/>
                  </a:lnTo>
                  <a:lnTo>
                    <a:pt x="1397101" y="2098743"/>
                  </a:lnTo>
                  <a:lnTo>
                    <a:pt x="1399834" y="2098743"/>
                  </a:lnTo>
                  <a:lnTo>
                    <a:pt x="1399834" y="2101188"/>
                  </a:lnTo>
                  <a:lnTo>
                    <a:pt x="1397101" y="2101188"/>
                  </a:lnTo>
                  <a:lnTo>
                    <a:pt x="1397101" y="2103634"/>
                  </a:lnTo>
                  <a:lnTo>
                    <a:pt x="1394655" y="2101188"/>
                  </a:lnTo>
                  <a:lnTo>
                    <a:pt x="1394655" y="2103634"/>
                  </a:lnTo>
                  <a:lnTo>
                    <a:pt x="1392066" y="2103634"/>
                  </a:lnTo>
                  <a:lnTo>
                    <a:pt x="1389621" y="2103634"/>
                  </a:lnTo>
                  <a:lnTo>
                    <a:pt x="1389621" y="2098743"/>
                  </a:lnTo>
                  <a:lnTo>
                    <a:pt x="1388183" y="2098743"/>
                  </a:lnTo>
                  <a:lnTo>
                    <a:pt x="1389621" y="2096010"/>
                  </a:lnTo>
                  <a:lnTo>
                    <a:pt x="1386888" y="2096010"/>
                  </a:lnTo>
                  <a:lnTo>
                    <a:pt x="1386888" y="2093421"/>
                  </a:lnTo>
                  <a:lnTo>
                    <a:pt x="1389621" y="2090976"/>
                  </a:lnTo>
                  <a:lnTo>
                    <a:pt x="1389621" y="2088531"/>
                  </a:lnTo>
                  <a:lnTo>
                    <a:pt x="1389621" y="2085798"/>
                  </a:lnTo>
                  <a:lnTo>
                    <a:pt x="1389621" y="2083209"/>
                  </a:lnTo>
                  <a:lnTo>
                    <a:pt x="1394655" y="2085798"/>
                  </a:lnTo>
                  <a:lnTo>
                    <a:pt x="1394655" y="2080763"/>
                  </a:lnTo>
                  <a:lnTo>
                    <a:pt x="1394655" y="2078318"/>
                  </a:lnTo>
                  <a:lnTo>
                    <a:pt x="1397101" y="2078318"/>
                  </a:lnTo>
                  <a:lnTo>
                    <a:pt x="1399834" y="2078318"/>
                  </a:lnTo>
                  <a:lnTo>
                    <a:pt x="1402279" y="2075585"/>
                  </a:lnTo>
                  <a:close/>
                  <a:moveTo>
                    <a:pt x="1119349" y="2062927"/>
                  </a:moveTo>
                  <a:lnTo>
                    <a:pt x="1121794" y="2062927"/>
                  </a:lnTo>
                  <a:lnTo>
                    <a:pt x="1121794" y="2065372"/>
                  </a:lnTo>
                  <a:lnTo>
                    <a:pt x="1126972" y="2065372"/>
                  </a:lnTo>
                  <a:lnTo>
                    <a:pt x="1129561" y="2065372"/>
                  </a:lnTo>
                  <a:lnTo>
                    <a:pt x="1132007" y="2062927"/>
                  </a:lnTo>
                  <a:lnTo>
                    <a:pt x="1134740" y="2068105"/>
                  </a:lnTo>
                  <a:lnTo>
                    <a:pt x="1137185" y="2070550"/>
                  </a:lnTo>
                  <a:lnTo>
                    <a:pt x="1139630" y="2068105"/>
                  </a:lnTo>
                  <a:lnTo>
                    <a:pt x="1139630" y="2065372"/>
                  </a:lnTo>
                  <a:lnTo>
                    <a:pt x="1142219" y="2065372"/>
                  </a:lnTo>
                  <a:lnTo>
                    <a:pt x="1142219" y="2062927"/>
                  </a:lnTo>
                  <a:lnTo>
                    <a:pt x="1144952" y="2065372"/>
                  </a:lnTo>
                  <a:lnTo>
                    <a:pt x="1144952" y="2068105"/>
                  </a:lnTo>
                  <a:lnTo>
                    <a:pt x="1147397" y="2070550"/>
                  </a:lnTo>
                  <a:lnTo>
                    <a:pt x="1147397" y="2072996"/>
                  </a:lnTo>
                  <a:lnTo>
                    <a:pt x="1147397" y="2078318"/>
                  </a:lnTo>
                  <a:lnTo>
                    <a:pt x="1144952" y="2080763"/>
                  </a:lnTo>
                  <a:lnTo>
                    <a:pt x="1144952" y="2083208"/>
                  </a:lnTo>
                  <a:lnTo>
                    <a:pt x="1144952" y="2085797"/>
                  </a:lnTo>
                  <a:lnTo>
                    <a:pt x="1144952" y="2088530"/>
                  </a:lnTo>
                  <a:lnTo>
                    <a:pt x="1144952" y="2093421"/>
                  </a:lnTo>
                  <a:lnTo>
                    <a:pt x="1134740" y="2083208"/>
                  </a:lnTo>
                  <a:lnTo>
                    <a:pt x="1132007" y="2080763"/>
                  </a:lnTo>
                  <a:lnTo>
                    <a:pt x="1132007" y="2078318"/>
                  </a:lnTo>
                  <a:lnTo>
                    <a:pt x="1129561" y="2078318"/>
                  </a:lnTo>
                  <a:lnTo>
                    <a:pt x="1126972" y="2075585"/>
                  </a:lnTo>
                  <a:close/>
                  <a:moveTo>
                    <a:pt x="1366751" y="2055160"/>
                  </a:moveTo>
                  <a:lnTo>
                    <a:pt x="1369196" y="2055160"/>
                  </a:lnTo>
                  <a:lnTo>
                    <a:pt x="1371785" y="2057893"/>
                  </a:lnTo>
                  <a:lnTo>
                    <a:pt x="1371785" y="2060338"/>
                  </a:lnTo>
                  <a:lnTo>
                    <a:pt x="1369196" y="2062927"/>
                  </a:lnTo>
                  <a:lnTo>
                    <a:pt x="1366751" y="2060338"/>
                  </a:lnTo>
                  <a:lnTo>
                    <a:pt x="1364018" y="2060338"/>
                  </a:lnTo>
                  <a:lnTo>
                    <a:pt x="1364018" y="2057893"/>
                  </a:lnTo>
                  <a:lnTo>
                    <a:pt x="1366751" y="2057893"/>
                  </a:lnTo>
                  <a:close/>
                  <a:moveTo>
                    <a:pt x="1160056" y="2055160"/>
                  </a:moveTo>
                  <a:lnTo>
                    <a:pt x="1162645" y="2057893"/>
                  </a:lnTo>
                  <a:lnTo>
                    <a:pt x="1165090" y="2057893"/>
                  </a:lnTo>
                  <a:lnTo>
                    <a:pt x="1165090" y="2060338"/>
                  </a:lnTo>
                  <a:lnTo>
                    <a:pt x="1167823" y="2060338"/>
                  </a:lnTo>
                  <a:lnTo>
                    <a:pt x="1170268" y="2060338"/>
                  </a:lnTo>
                  <a:lnTo>
                    <a:pt x="1172857" y="2062927"/>
                  </a:lnTo>
                  <a:lnTo>
                    <a:pt x="1180481" y="2072996"/>
                  </a:lnTo>
                  <a:lnTo>
                    <a:pt x="1178035" y="2072996"/>
                  </a:lnTo>
                  <a:lnTo>
                    <a:pt x="1178035" y="2075585"/>
                  </a:lnTo>
                  <a:lnTo>
                    <a:pt x="1178035" y="2078318"/>
                  </a:lnTo>
                  <a:lnTo>
                    <a:pt x="1178035" y="2083208"/>
                  </a:lnTo>
                  <a:lnTo>
                    <a:pt x="1178035" y="2085797"/>
                  </a:lnTo>
                  <a:lnTo>
                    <a:pt x="1175302" y="2088530"/>
                  </a:lnTo>
                  <a:lnTo>
                    <a:pt x="1175302" y="2090976"/>
                  </a:lnTo>
                  <a:lnTo>
                    <a:pt x="1172857" y="2090976"/>
                  </a:lnTo>
                  <a:lnTo>
                    <a:pt x="1172857" y="2093421"/>
                  </a:lnTo>
                  <a:lnTo>
                    <a:pt x="1170268" y="2093421"/>
                  </a:lnTo>
                  <a:lnTo>
                    <a:pt x="1170268" y="2096010"/>
                  </a:lnTo>
                  <a:lnTo>
                    <a:pt x="1167823" y="2093421"/>
                  </a:lnTo>
                  <a:lnTo>
                    <a:pt x="1162645" y="2096010"/>
                  </a:lnTo>
                  <a:lnTo>
                    <a:pt x="1160056" y="2093421"/>
                  </a:lnTo>
                  <a:lnTo>
                    <a:pt x="1162645" y="2093421"/>
                  </a:lnTo>
                  <a:lnTo>
                    <a:pt x="1165090" y="2093421"/>
                  </a:lnTo>
                  <a:lnTo>
                    <a:pt x="1162645" y="2090976"/>
                  </a:lnTo>
                  <a:lnTo>
                    <a:pt x="1165090" y="2090976"/>
                  </a:lnTo>
                  <a:lnTo>
                    <a:pt x="1165090" y="2088530"/>
                  </a:lnTo>
                  <a:lnTo>
                    <a:pt x="1162645" y="2088530"/>
                  </a:lnTo>
                  <a:lnTo>
                    <a:pt x="1167823" y="2085797"/>
                  </a:lnTo>
                  <a:lnTo>
                    <a:pt x="1165090" y="2080763"/>
                  </a:lnTo>
                  <a:lnTo>
                    <a:pt x="1165090" y="2078318"/>
                  </a:lnTo>
                  <a:lnTo>
                    <a:pt x="1165090" y="2075585"/>
                  </a:lnTo>
                  <a:lnTo>
                    <a:pt x="1165090" y="2070551"/>
                  </a:lnTo>
                  <a:lnTo>
                    <a:pt x="1165090" y="2068105"/>
                  </a:lnTo>
                  <a:lnTo>
                    <a:pt x="1160056" y="2062927"/>
                  </a:lnTo>
                  <a:lnTo>
                    <a:pt x="1157610" y="2065372"/>
                  </a:lnTo>
                  <a:lnTo>
                    <a:pt x="1160056" y="2068105"/>
                  </a:lnTo>
                  <a:lnTo>
                    <a:pt x="1160056" y="2070551"/>
                  </a:lnTo>
                  <a:lnTo>
                    <a:pt x="1160056" y="2075585"/>
                  </a:lnTo>
                  <a:lnTo>
                    <a:pt x="1162645" y="2078318"/>
                  </a:lnTo>
                  <a:lnTo>
                    <a:pt x="1160056" y="2078318"/>
                  </a:lnTo>
                  <a:lnTo>
                    <a:pt x="1160056" y="2083208"/>
                  </a:lnTo>
                  <a:lnTo>
                    <a:pt x="1157610" y="2083208"/>
                  </a:lnTo>
                  <a:lnTo>
                    <a:pt x="1157610" y="2085797"/>
                  </a:lnTo>
                  <a:lnTo>
                    <a:pt x="1157610" y="2088530"/>
                  </a:lnTo>
                  <a:lnTo>
                    <a:pt x="1157610" y="2090976"/>
                  </a:lnTo>
                  <a:lnTo>
                    <a:pt x="1157610" y="2093421"/>
                  </a:lnTo>
                  <a:lnTo>
                    <a:pt x="1154877" y="2090976"/>
                  </a:lnTo>
                  <a:lnTo>
                    <a:pt x="1152432" y="2093421"/>
                  </a:lnTo>
                  <a:lnTo>
                    <a:pt x="1149843" y="2090976"/>
                  </a:lnTo>
                  <a:lnTo>
                    <a:pt x="1152432" y="2090976"/>
                  </a:lnTo>
                  <a:lnTo>
                    <a:pt x="1152432" y="2088530"/>
                  </a:lnTo>
                  <a:lnTo>
                    <a:pt x="1152432" y="2085797"/>
                  </a:lnTo>
                  <a:lnTo>
                    <a:pt x="1152432" y="2083208"/>
                  </a:lnTo>
                  <a:lnTo>
                    <a:pt x="1154877" y="2083208"/>
                  </a:lnTo>
                  <a:lnTo>
                    <a:pt x="1152432" y="2080763"/>
                  </a:lnTo>
                  <a:lnTo>
                    <a:pt x="1152432" y="2072996"/>
                  </a:lnTo>
                  <a:lnTo>
                    <a:pt x="1152432" y="2070551"/>
                  </a:lnTo>
                  <a:lnTo>
                    <a:pt x="1152432" y="2060338"/>
                  </a:lnTo>
                  <a:lnTo>
                    <a:pt x="1154877" y="2060338"/>
                  </a:lnTo>
                  <a:lnTo>
                    <a:pt x="1160056" y="2060338"/>
                  </a:lnTo>
                  <a:lnTo>
                    <a:pt x="1157610" y="2057893"/>
                  </a:lnTo>
                  <a:lnTo>
                    <a:pt x="1160056" y="2057893"/>
                  </a:lnTo>
                  <a:close/>
                  <a:moveTo>
                    <a:pt x="912941" y="2055160"/>
                  </a:moveTo>
                  <a:lnTo>
                    <a:pt x="915386" y="2055160"/>
                  </a:lnTo>
                  <a:lnTo>
                    <a:pt x="917831" y="2055160"/>
                  </a:lnTo>
                  <a:lnTo>
                    <a:pt x="917831" y="2057893"/>
                  </a:lnTo>
                  <a:lnTo>
                    <a:pt x="917831" y="2060338"/>
                  </a:lnTo>
                  <a:lnTo>
                    <a:pt x="920421" y="2057893"/>
                  </a:lnTo>
                  <a:lnTo>
                    <a:pt x="923154" y="2062927"/>
                  </a:lnTo>
                  <a:lnTo>
                    <a:pt x="923154" y="2060338"/>
                  </a:lnTo>
                  <a:lnTo>
                    <a:pt x="925599" y="2062927"/>
                  </a:lnTo>
                  <a:lnTo>
                    <a:pt x="925599" y="2065372"/>
                  </a:lnTo>
                  <a:lnTo>
                    <a:pt x="928044" y="2070551"/>
                  </a:lnTo>
                  <a:lnTo>
                    <a:pt x="930633" y="2070551"/>
                  </a:lnTo>
                  <a:lnTo>
                    <a:pt x="928044" y="2072996"/>
                  </a:lnTo>
                  <a:lnTo>
                    <a:pt x="925599" y="2070551"/>
                  </a:lnTo>
                  <a:lnTo>
                    <a:pt x="923154" y="2075585"/>
                  </a:lnTo>
                  <a:lnTo>
                    <a:pt x="923154" y="2078318"/>
                  </a:lnTo>
                  <a:lnTo>
                    <a:pt x="923154" y="2080763"/>
                  </a:lnTo>
                  <a:lnTo>
                    <a:pt x="920421" y="2080763"/>
                  </a:lnTo>
                  <a:lnTo>
                    <a:pt x="917831" y="2080763"/>
                  </a:lnTo>
                  <a:lnTo>
                    <a:pt x="917831" y="2083208"/>
                  </a:lnTo>
                  <a:lnTo>
                    <a:pt x="915386" y="2080763"/>
                  </a:lnTo>
                  <a:lnTo>
                    <a:pt x="915386" y="2078318"/>
                  </a:lnTo>
                  <a:lnTo>
                    <a:pt x="912941" y="2072996"/>
                  </a:lnTo>
                  <a:lnTo>
                    <a:pt x="917831" y="2075585"/>
                  </a:lnTo>
                  <a:lnTo>
                    <a:pt x="917831" y="2072996"/>
                  </a:lnTo>
                  <a:lnTo>
                    <a:pt x="917831" y="2070551"/>
                  </a:lnTo>
                  <a:lnTo>
                    <a:pt x="917831" y="2068105"/>
                  </a:lnTo>
                  <a:lnTo>
                    <a:pt x="917831" y="2065372"/>
                  </a:lnTo>
                  <a:lnTo>
                    <a:pt x="915386" y="2065372"/>
                  </a:lnTo>
                  <a:lnTo>
                    <a:pt x="915386" y="2068105"/>
                  </a:lnTo>
                  <a:lnTo>
                    <a:pt x="912941" y="2062927"/>
                  </a:lnTo>
                  <a:lnTo>
                    <a:pt x="910208" y="2060338"/>
                  </a:lnTo>
                  <a:close/>
                  <a:moveTo>
                    <a:pt x="1300298" y="2042502"/>
                  </a:moveTo>
                  <a:lnTo>
                    <a:pt x="1302743" y="2042502"/>
                  </a:lnTo>
                  <a:lnTo>
                    <a:pt x="1300298" y="2045235"/>
                  </a:lnTo>
                  <a:close/>
                  <a:moveTo>
                    <a:pt x="1157610" y="2039913"/>
                  </a:moveTo>
                  <a:lnTo>
                    <a:pt x="1160055" y="2039913"/>
                  </a:lnTo>
                  <a:lnTo>
                    <a:pt x="1160055" y="2042502"/>
                  </a:lnTo>
                  <a:close/>
                  <a:moveTo>
                    <a:pt x="1343593" y="2027255"/>
                  </a:moveTo>
                  <a:lnTo>
                    <a:pt x="1346326" y="2029700"/>
                  </a:lnTo>
                  <a:lnTo>
                    <a:pt x="1346326" y="2027255"/>
                  </a:lnTo>
                  <a:lnTo>
                    <a:pt x="1348771" y="2029700"/>
                  </a:lnTo>
                  <a:lnTo>
                    <a:pt x="1348771" y="2032289"/>
                  </a:lnTo>
                  <a:lnTo>
                    <a:pt x="1341147" y="2035022"/>
                  </a:lnTo>
                  <a:lnTo>
                    <a:pt x="1336113" y="2032289"/>
                  </a:lnTo>
                  <a:lnTo>
                    <a:pt x="1338558" y="2032289"/>
                  </a:lnTo>
                  <a:close/>
                  <a:moveTo>
                    <a:pt x="1333380" y="2022077"/>
                  </a:moveTo>
                  <a:lnTo>
                    <a:pt x="1336113" y="2022077"/>
                  </a:lnTo>
                  <a:lnTo>
                    <a:pt x="1338558" y="2022077"/>
                  </a:lnTo>
                  <a:lnTo>
                    <a:pt x="1341148" y="2022077"/>
                  </a:lnTo>
                  <a:lnTo>
                    <a:pt x="1341148" y="2024810"/>
                  </a:lnTo>
                  <a:lnTo>
                    <a:pt x="1333380" y="2029700"/>
                  </a:lnTo>
                  <a:lnTo>
                    <a:pt x="1330935" y="2024810"/>
                  </a:lnTo>
                  <a:lnTo>
                    <a:pt x="1333380" y="2024810"/>
                  </a:lnTo>
                  <a:close/>
                  <a:moveTo>
                    <a:pt x="1060807" y="2022077"/>
                  </a:moveTo>
                  <a:lnTo>
                    <a:pt x="1063252" y="2022077"/>
                  </a:lnTo>
                  <a:lnTo>
                    <a:pt x="1068286" y="2022077"/>
                  </a:lnTo>
                  <a:lnTo>
                    <a:pt x="1068286" y="2024810"/>
                  </a:lnTo>
                  <a:lnTo>
                    <a:pt x="1071019" y="2024810"/>
                  </a:lnTo>
                  <a:lnTo>
                    <a:pt x="1073464" y="2027255"/>
                  </a:lnTo>
                  <a:lnTo>
                    <a:pt x="1075910" y="2027255"/>
                  </a:lnTo>
                  <a:lnTo>
                    <a:pt x="1075910" y="2032290"/>
                  </a:lnTo>
                  <a:lnTo>
                    <a:pt x="1080944" y="2035022"/>
                  </a:lnTo>
                  <a:lnTo>
                    <a:pt x="1080944" y="2037468"/>
                  </a:lnTo>
                  <a:lnTo>
                    <a:pt x="1083677" y="2037468"/>
                  </a:lnTo>
                  <a:lnTo>
                    <a:pt x="1088711" y="2039913"/>
                  </a:lnTo>
                  <a:lnTo>
                    <a:pt x="1088711" y="2042502"/>
                  </a:lnTo>
                  <a:lnTo>
                    <a:pt x="1088711" y="2045235"/>
                  </a:lnTo>
                  <a:lnTo>
                    <a:pt x="1091156" y="2045235"/>
                  </a:lnTo>
                  <a:lnTo>
                    <a:pt x="1091156" y="2047680"/>
                  </a:lnTo>
                  <a:lnTo>
                    <a:pt x="1088711" y="2047680"/>
                  </a:lnTo>
                  <a:lnTo>
                    <a:pt x="1088711" y="2050125"/>
                  </a:lnTo>
                  <a:lnTo>
                    <a:pt x="1086122" y="2047680"/>
                  </a:lnTo>
                  <a:lnTo>
                    <a:pt x="1086122" y="2050125"/>
                  </a:lnTo>
                  <a:lnTo>
                    <a:pt x="1083677" y="2050125"/>
                  </a:lnTo>
                  <a:lnTo>
                    <a:pt x="1083677" y="2052715"/>
                  </a:lnTo>
                  <a:lnTo>
                    <a:pt x="1086122" y="2052715"/>
                  </a:lnTo>
                  <a:lnTo>
                    <a:pt x="1088711" y="2057893"/>
                  </a:lnTo>
                  <a:lnTo>
                    <a:pt x="1088711" y="2060338"/>
                  </a:lnTo>
                  <a:lnTo>
                    <a:pt x="1088711" y="2062927"/>
                  </a:lnTo>
                  <a:lnTo>
                    <a:pt x="1091156" y="2057893"/>
                  </a:lnTo>
                  <a:lnTo>
                    <a:pt x="1091156" y="2055160"/>
                  </a:lnTo>
                  <a:lnTo>
                    <a:pt x="1091156" y="2050125"/>
                  </a:lnTo>
                  <a:lnTo>
                    <a:pt x="1093889" y="2050125"/>
                  </a:lnTo>
                  <a:lnTo>
                    <a:pt x="1096335" y="2047680"/>
                  </a:lnTo>
                  <a:lnTo>
                    <a:pt x="1096335" y="2050125"/>
                  </a:lnTo>
                  <a:lnTo>
                    <a:pt x="1098924" y="2050125"/>
                  </a:lnTo>
                  <a:lnTo>
                    <a:pt x="1098924" y="2055160"/>
                  </a:lnTo>
                  <a:lnTo>
                    <a:pt x="1101369" y="2055160"/>
                  </a:lnTo>
                  <a:lnTo>
                    <a:pt x="1101369" y="2057893"/>
                  </a:lnTo>
                  <a:lnTo>
                    <a:pt x="1101369" y="2060338"/>
                  </a:lnTo>
                  <a:lnTo>
                    <a:pt x="1101369" y="2062927"/>
                  </a:lnTo>
                  <a:lnTo>
                    <a:pt x="1104102" y="2065372"/>
                  </a:lnTo>
                  <a:lnTo>
                    <a:pt x="1106547" y="2068105"/>
                  </a:lnTo>
                  <a:lnTo>
                    <a:pt x="1108992" y="2070550"/>
                  </a:lnTo>
                  <a:lnTo>
                    <a:pt x="1108992" y="2072996"/>
                  </a:lnTo>
                  <a:lnTo>
                    <a:pt x="1111581" y="2072996"/>
                  </a:lnTo>
                  <a:lnTo>
                    <a:pt x="1111581" y="2075585"/>
                  </a:lnTo>
                  <a:lnTo>
                    <a:pt x="1114314" y="2072996"/>
                  </a:lnTo>
                  <a:lnTo>
                    <a:pt x="1116760" y="2072996"/>
                  </a:lnTo>
                  <a:lnTo>
                    <a:pt x="1119349" y="2078318"/>
                  </a:lnTo>
                  <a:lnTo>
                    <a:pt x="1121794" y="2080763"/>
                  </a:lnTo>
                  <a:lnTo>
                    <a:pt x="1124527" y="2080763"/>
                  </a:lnTo>
                  <a:lnTo>
                    <a:pt x="1129561" y="2088530"/>
                  </a:lnTo>
                  <a:lnTo>
                    <a:pt x="1137185" y="2090975"/>
                  </a:lnTo>
                  <a:lnTo>
                    <a:pt x="1137185" y="2093421"/>
                  </a:lnTo>
                  <a:lnTo>
                    <a:pt x="1139630" y="2098743"/>
                  </a:lnTo>
                  <a:lnTo>
                    <a:pt x="1142219" y="2098743"/>
                  </a:lnTo>
                  <a:lnTo>
                    <a:pt x="1142219" y="2101188"/>
                  </a:lnTo>
                  <a:lnTo>
                    <a:pt x="1142219" y="2103633"/>
                  </a:lnTo>
                  <a:lnTo>
                    <a:pt x="1142219" y="2111401"/>
                  </a:lnTo>
                  <a:lnTo>
                    <a:pt x="1142219" y="2113846"/>
                  </a:lnTo>
                  <a:lnTo>
                    <a:pt x="1139630" y="2113846"/>
                  </a:lnTo>
                  <a:lnTo>
                    <a:pt x="1139630" y="2116435"/>
                  </a:lnTo>
                  <a:lnTo>
                    <a:pt x="1142219" y="2116435"/>
                  </a:lnTo>
                  <a:lnTo>
                    <a:pt x="1142219" y="2119168"/>
                  </a:lnTo>
                  <a:lnTo>
                    <a:pt x="1139630" y="2121613"/>
                  </a:lnTo>
                  <a:lnTo>
                    <a:pt x="1142219" y="2121613"/>
                  </a:lnTo>
                  <a:lnTo>
                    <a:pt x="1142219" y="2131826"/>
                  </a:lnTo>
                  <a:lnTo>
                    <a:pt x="1144952" y="2131826"/>
                  </a:lnTo>
                  <a:lnTo>
                    <a:pt x="1147397" y="2129380"/>
                  </a:lnTo>
                  <a:lnTo>
                    <a:pt x="1144952" y="2129380"/>
                  </a:lnTo>
                  <a:lnTo>
                    <a:pt x="1144952" y="2121613"/>
                  </a:lnTo>
                  <a:lnTo>
                    <a:pt x="1144952" y="2119168"/>
                  </a:lnTo>
                  <a:lnTo>
                    <a:pt x="1147397" y="2119168"/>
                  </a:lnTo>
                  <a:lnTo>
                    <a:pt x="1144952" y="2116435"/>
                  </a:lnTo>
                  <a:lnTo>
                    <a:pt x="1144952" y="2113846"/>
                  </a:lnTo>
                  <a:lnTo>
                    <a:pt x="1147397" y="2108955"/>
                  </a:lnTo>
                  <a:lnTo>
                    <a:pt x="1147397" y="2106222"/>
                  </a:lnTo>
                  <a:lnTo>
                    <a:pt x="1149843" y="2108955"/>
                  </a:lnTo>
                  <a:lnTo>
                    <a:pt x="1149843" y="2111401"/>
                  </a:lnTo>
                  <a:lnTo>
                    <a:pt x="1152431" y="2116435"/>
                  </a:lnTo>
                  <a:lnTo>
                    <a:pt x="1152431" y="2119168"/>
                  </a:lnTo>
                  <a:lnTo>
                    <a:pt x="1152431" y="2121613"/>
                  </a:lnTo>
                  <a:lnTo>
                    <a:pt x="1152431" y="2124058"/>
                  </a:lnTo>
                  <a:lnTo>
                    <a:pt x="1154877" y="2124058"/>
                  </a:lnTo>
                  <a:lnTo>
                    <a:pt x="1154877" y="2126647"/>
                  </a:lnTo>
                  <a:lnTo>
                    <a:pt x="1152431" y="2129380"/>
                  </a:lnTo>
                  <a:lnTo>
                    <a:pt x="1154877" y="2134271"/>
                  </a:lnTo>
                  <a:lnTo>
                    <a:pt x="1154877" y="2136716"/>
                  </a:lnTo>
                  <a:lnTo>
                    <a:pt x="1157610" y="2139593"/>
                  </a:lnTo>
                  <a:lnTo>
                    <a:pt x="1157610" y="2144483"/>
                  </a:lnTo>
                  <a:lnTo>
                    <a:pt x="1157610" y="2147072"/>
                  </a:lnTo>
                  <a:lnTo>
                    <a:pt x="1157610" y="2149518"/>
                  </a:lnTo>
                  <a:lnTo>
                    <a:pt x="1157610" y="2152251"/>
                  </a:lnTo>
                  <a:lnTo>
                    <a:pt x="1160055" y="2152251"/>
                  </a:lnTo>
                  <a:lnTo>
                    <a:pt x="1162644" y="2149518"/>
                  </a:lnTo>
                  <a:lnTo>
                    <a:pt x="1162644" y="2152251"/>
                  </a:lnTo>
                  <a:lnTo>
                    <a:pt x="1165089" y="2154696"/>
                  </a:lnTo>
                  <a:lnTo>
                    <a:pt x="1165089" y="2157285"/>
                  </a:lnTo>
                  <a:lnTo>
                    <a:pt x="1172857" y="2157285"/>
                  </a:lnTo>
                  <a:lnTo>
                    <a:pt x="1175302" y="2152251"/>
                  </a:lnTo>
                  <a:lnTo>
                    <a:pt x="1175302" y="2149518"/>
                  </a:lnTo>
                  <a:lnTo>
                    <a:pt x="1178035" y="2149518"/>
                  </a:lnTo>
                  <a:lnTo>
                    <a:pt x="1180480" y="2149518"/>
                  </a:lnTo>
                  <a:lnTo>
                    <a:pt x="1180480" y="2147072"/>
                  </a:lnTo>
                  <a:lnTo>
                    <a:pt x="1183069" y="2149518"/>
                  </a:lnTo>
                  <a:lnTo>
                    <a:pt x="1183069" y="2152251"/>
                  </a:lnTo>
                  <a:lnTo>
                    <a:pt x="1188247" y="2152251"/>
                  </a:lnTo>
                  <a:lnTo>
                    <a:pt x="1185514" y="2154696"/>
                  </a:lnTo>
                  <a:lnTo>
                    <a:pt x="1185514" y="2157285"/>
                  </a:lnTo>
                  <a:lnTo>
                    <a:pt x="1185514" y="2159730"/>
                  </a:lnTo>
                  <a:lnTo>
                    <a:pt x="1183069" y="2162463"/>
                  </a:lnTo>
                  <a:lnTo>
                    <a:pt x="1180480" y="2164908"/>
                  </a:lnTo>
                  <a:lnTo>
                    <a:pt x="1178035" y="2164908"/>
                  </a:lnTo>
                  <a:lnTo>
                    <a:pt x="1175302" y="2169943"/>
                  </a:lnTo>
                  <a:lnTo>
                    <a:pt x="1172857" y="2172676"/>
                  </a:lnTo>
                  <a:lnTo>
                    <a:pt x="1172857" y="2169943"/>
                  </a:lnTo>
                  <a:lnTo>
                    <a:pt x="1170267" y="2167354"/>
                  </a:lnTo>
                  <a:lnTo>
                    <a:pt x="1170267" y="2164908"/>
                  </a:lnTo>
                  <a:lnTo>
                    <a:pt x="1167822" y="2164908"/>
                  </a:lnTo>
                  <a:lnTo>
                    <a:pt x="1167822" y="2167354"/>
                  </a:lnTo>
                  <a:lnTo>
                    <a:pt x="1165089" y="2167354"/>
                  </a:lnTo>
                  <a:lnTo>
                    <a:pt x="1162644" y="2169943"/>
                  </a:lnTo>
                  <a:lnTo>
                    <a:pt x="1162644" y="2167354"/>
                  </a:lnTo>
                  <a:lnTo>
                    <a:pt x="1160055" y="2167354"/>
                  </a:lnTo>
                  <a:lnTo>
                    <a:pt x="1160055" y="2169943"/>
                  </a:lnTo>
                  <a:lnTo>
                    <a:pt x="1160055" y="2172676"/>
                  </a:lnTo>
                  <a:lnTo>
                    <a:pt x="1160055" y="2175121"/>
                  </a:lnTo>
                  <a:lnTo>
                    <a:pt x="1157610" y="2175121"/>
                  </a:lnTo>
                  <a:lnTo>
                    <a:pt x="1157610" y="2177566"/>
                  </a:lnTo>
                  <a:lnTo>
                    <a:pt x="1157610" y="2180155"/>
                  </a:lnTo>
                  <a:lnTo>
                    <a:pt x="1157610" y="2182888"/>
                  </a:lnTo>
                  <a:lnTo>
                    <a:pt x="1157610" y="2185333"/>
                  </a:lnTo>
                  <a:lnTo>
                    <a:pt x="1154877" y="2185333"/>
                  </a:lnTo>
                  <a:lnTo>
                    <a:pt x="1154877" y="2182888"/>
                  </a:lnTo>
                  <a:lnTo>
                    <a:pt x="1152431" y="2182888"/>
                  </a:lnTo>
                  <a:lnTo>
                    <a:pt x="1149843" y="2185333"/>
                  </a:lnTo>
                  <a:lnTo>
                    <a:pt x="1147397" y="2190368"/>
                  </a:lnTo>
                  <a:lnTo>
                    <a:pt x="1144952" y="2190368"/>
                  </a:lnTo>
                  <a:lnTo>
                    <a:pt x="1144952" y="2193101"/>
                  </a:lnTo>
                  <a:lnTo>
                    <a:pt x="1139630" y="2200580"/>
                  </a:lnTo>
                  <a:lnTo>
                    <a:pt x="1137185" y="2203313"/>
                  </a:lnTo>
                  <a:lnTo>
                    <a:pt x="1134739" y="2203313"/>
                  </a:lnTo>
                  <a:lnTo>
                    <a:pt x="1132006" y="2203313"/>
                  </a:lnTo>
                  <a:lnTo>
                    <a:pt x="1129561" y="2203313"/>
                  </a:lnTo>
                  <a:lnTo>
                    <a:pt x="1129561" y="2205758"/>
                  </a:lnTo>
                  <a:lnTo>
                    <a:pt x="1126972" y="2205758"/>
                  </a:lnTo>
                  <a:lnTo>
                    <a:pt x="1124527" y="2205758"/>
                  </a:lnTo>
                  <a:lnTo>
                    <a:pt x="1121794" y="2203313"/>
                  </a:lnTo>
                  <a:lnTo>
                    <a:pt x="1121794" y="2200580"/>
                  </a:lnTo>
                  <a:lnTo>
                    <a:pt x="1119349" y="2203313"/>
                  </a:lnTo>
                  <a:lnTo>
                    <a:pt x="1114314" y="2197991"/>
                  </a:lnTo>
                  <a:lnTo>
                    <a:pt x="1108992" y="2195546"/>
                  </a:lnTo>
                  <a:lnTo>
                    <a:pt x="1106547" y="2193101"/>
                  </a:lnTo>
                  <a:lnTo>
                    <a:pt x="1104102" y="2193101"/>
                  </a:lnTo>
                  <a:lnTo>
                    <a:pt x="1101369" y="2190368"/>
                  </a:lnTo>
                  <a:lnTo>
                    <a:pt x="1101369" y="2187779"/>
                  </a:lnTo>
                  <a:lnTo>
                    <a:pt x="1101369" y="2185333"/>
                  </a:lnTo>
                  <a:lnTo>
                    <a:pt x="1098924" y="2185333"/>
                  </a:lnTo>
                  <a:lnTo>
                    <a:pt x="1098924" y="2187779"/>
                  </a:lnTo>
                  <a:lnTo>
                    <a:pt x="1098924" y="2190368"/>
                  </a:lnTo>
                  <a:lnTo>
                    <a:pt x="1098924" y="2193101"/>
                  </a:lnTo>
                  <a:lnTo>
                    <a:pt x="1101369" y="2195546"/>
                  </a:lnTo>
                  <a:lnTo>
                    <a:pt x="1098924" y="2197991"/>
                  </a:lnTo>
                  <a:lnTo>
                    <a:pt x="1096335" y="2197991"/>
                  </a:lnTo>
                  <a:lnTo>
                    <a:pt x="1093889" y="2195546"/>
                  </a:lnTo>
                  <a:lnTo>
                    <a:pt x="1091156" y="2195546"/>
                  </a:lnTo>
                  <a:lnTo>
                    <a:pt x="1088711" y="2193101"/>
                  </a:lnTo>
                  <a:lnTo>
                    <a:pt x="1086122" y="2193101"/>
                  </a:lnTo>
                  <a:lnTo>
                    <a:pt x="1083677" y="2193101"/>
                  </a:lnTo>
                  <a:lnTo>
                    <a:pt x="1083677" y="2190368"/>
                  </a:lnTo>
                  <a:lnTo>
                    <a:pt x="1080944" y="2190368"/>
                  </a:lnTo>
                  <a:lnTo>
                    <a:pt x="1078499" y="2187779"/>
                  </a:lnTo>
                  <a:lnTo>
                    <a:pt x="1073464" y="2185333"/>
                  </a:lnTo>
                  <a:lnTo>
                    <a:pt x="1073464" y="2182888"/>
                  </a:lnTo>
                  <a:lnTo>
                    <a:pt x="1073464" y="2180155"/>
                  </a:lnTo>
                  <a:lnTo>
                    <a:pt x="1071019" y="2180155"/>
                  </a:lnTo>
                  <a:lnTo>
                    <a:pt x="1071019" y="2177566"/>
                  </a:lnTo>
                  <a:lnTo>
                    <a:pt x="1068286" y="2177566"/>
                  </a:lnTo>
                  <a:lnTo>
                    <a:pt x="1068286" y="2180155"/>
                  </a:lnTo>
                  <a:lnTo>
                    <a:pt x="1065697" y="2177566"/>
                  </a:lnTo>
                  <a:lnTo>
                    <a:pt x="1065697" y="2175121"/>
                  </a:lnTo>
                  <a:lnTo>
                    <a:pt x="1058074" y="2172676"/>
                  </a:lnTo>
                  <a:lnTo>
                    <a:pt x="1055485" y="2175121"/>
                  </a:lnTo>
                  <a:lnTo>
                    <a:pt x="1053039" y="2175121"/>
                  </a:lnTo>
                  <a:lnTo>
                    <a:pt x="1053039" y="2172676"/>
                  </a:lnTo>
                  <a:lnTo>
                    <a:pt x="1050594" y="2172676"/>
                  </a:lnTo>
                  <a:lnTo>
                    <a:pt x="1050594" y="2169943"/>
                  </a:lnTo>
                  <a:lnTo>
                    <a:pt x="1047861" y="2169943"/>
                  </a:lnTo>
                  <a:lnTo>
                    <a:pt x="1047861" y="2167354"/>
                  </a:lnTo>
                  <a:lnTo>
                    <a:pt x="1045416" y="2164908"/>
                  </a:lnTo>
                  <a:lnTo>
                    <a:pt x="1047861" y="2162463"/>
                  </a:lnTo>
                  <a:lnTo>
                    <a:pt x="1050594" y="2159730"/>
                  </a:lnTo>
                  <a:lnTo>
                    <a:pt x="1050594" y="2157285"/>
                  </a:lnTo>
                  <a:lnTo>
                    <a:pt x="1047861" y="2154696"/>
                  </a:lnTo>
                  <a:lnTo>
                    <a:pt x="1042827" y="2152251"/>
                  </a:lnTo>
                  <a:lnTo>
                    <a:pt x="1040382" y="2154696"/>
                  </a:lnTo>
                  <a:lnTo>
                    <a:pt x="1040382" y="2157285"/>
                  </a:lnTo>
                  <a:lnTo>
                    <a:pt x="1042827" y="2159730"/>
                  </a:lnTo>
                  <a:lnTo>
                    <a:pt x="1042827" y="2162463"/>
                  </a:lnTo>
                  <a:lnTo>
                    <a:pt x="1040382" y="2164908"/>
                  </a:lnTo>
                  <a:lnTo>
                    <a:pt x="1037649" y="2167354"/>
                  </a:lnTo>
                  <a:lnTo>
                    <a:pt x="1035203" y="2164908"/>
                  </a:lnTo>
                  <a:lnTo>
                    <a:pt x="1035203" y="2162463"/>
                  </a:lnTo>
                  <a:lnTo>
                    <a:pt x="1032614" y="2162463"/>
                  </a:lnTo>
                  <a:lnTo>
                    <a:pt x="1032614" y="2159730"/>
                  </a:lnTo>
                  <a:lnTo>
                    <a:pt x="1030169" y="2159730"/>
                  </a:lnTo>
                  <a:lnTo>
                    <a:pt x="1027436" y="2159730"/>
                  </a:lnTo>
                  <a:lnTo>
                    <a:pt x="1024847" y="2159730"/>
                  </a:lnTo>
                  <a:lnTo>
                    <a:pt x="1022402" y="2154696"/>
                  </a:lnTo>
                  <a:lnTo>
                    <a:pt x="1019957" y="2152251"/>
                  </a:lnTo>
                  <a:lnTo>
                    <a:pt x="1019957" y="2149518"/>
                  </a:lnTo>
                  <a:lnTo>
                    <a:pt x="1022402" y="2147072"/>
                  </a:lnTo>
                  <a:lnTo>
                    <a:pt x="1022402" y="2144483"/>
                  </a:lnTo>
                  <a:lnTo>
                    <a:pt x="1022402" y="2142038"/>
                  </a:lnTo>
                  <a:lnTo>
                    <a:pt x="1019957" y="2139593"/>
                  </a:lnTo>
                  <a:lnTo>
                    <a:pt x="1017224" y="2139593"/>
                  </a:lnTo>
                  <a:lnTo>
                    <a:pt x="1014778" y="2139593"/>
                  </a:lnTo>
                  <a:lnTo>
                    <a:pt x="1012189" y="2139593"/>
                  </a:lnTo>
                  <a:lnTo>
                    <a:pt x="1012189" y="2142038"/>
                  </a:lnTo>
                  <a:lnTo>
                    <a:pt x="1007011" y="2144483"/>
                  </a:lnTo>
                  <a:lnTo>
                    <a:pt x="1009744" y="2144483"/>
                  </a:lnTo>
                  <a:lnTo>
                    <a:pt x="1009744" y="2147072"/>
                  </a:lnTo>
                  <a:lnTo>
                    <a:pt x="1012189" y="2147072"/>
                  </a:lnTo>
                  <a:lnTo>
                    <a:pt x="1012189" y="2149518"/>
                  </a:lnTo>
                  <a:lnTo>
                    <a:pt x="1012189" y="2152251"/>
                  </a:lnTo>
                  <a:lnTo>
                    <a:pt x="1009744" y="2149518"/>
                  </a:lnTo>
                  <a:lnTo>
                    <a:pt x="1007011" y="2152251"/>
                  </a:lnTo>
                  <a:lnTo>
                    <a:pt x="1004566" y="2152251"/>
                  </a:lnTo>
                  <a:lnTo>
                    <a:pt x="1007011" y="2154696"/>
                  </a:lnTo>
                  <a:lnTo>
                    <a:pt x="1004566" y="2154696"/>
                  </a:lnTo>
                  <a:lnTo>
                    <a:pt x="1001977" y="2149518"/>
                  </a:lnTo>
                  <a:lnTo>
                    <a:pt x="997086" y="2147072"/>
                  </a:lnTo>
                  <a:lnTo>
                    <a:pt x="994353" y="2147072"/>
                  </a:lnTo>
                  <a:lnTo>
                    <a:pt x="994353" y="2144483"/>
                  </a:lnTo>
                  <a:lnTo>
                    <a:pt x="994353" y="2142038"/>
                  </a:lnTo>
                  <a:lnTo>
                    <a:pt x="994353" y="2139593"/>
                  </a:lnTo>
                  <a:lnTo>
                    <a:pt x="991764" y="2136716"/>
                  </a:lnTo>
                  <a:lnTo>
                    <a:pt x="994353" y="2136716"/>
                  </a:lnTo>
                  <a:lnTo>
                    <a:pt x="994353" y="2134271"/>
                  </a:lnTo>
                  <a:lnTo>
                    <a:pt x="991764" y="2134271"/>
                  </a:lnTo>
                  <a:lnTo>
                    <a:pt x="989319" y="2131826"/>
                  </a:lnTo>
                  <a:lnTo>
                    <a:pt x="989319" y="2129380"/>
                  </a:lnTo>
                  <a:lnTo>
                    <a:pt x="989319" y="2126647"/>
                  </a:lnTo>
                  <a:lnTo>
                    <a:pt x="991764" y="2126647"/>
                  </a:lnTo>
                  <a:lnTo>
                    <a:pt x="991764" y="2124058"/>
                  </a:lnTo>
                  <a:lnTo>
                    <a:pt x="991764" y="2121613"/>
                  </a:lnTo>
                  <a:lnTo>
                    <a:pt x="991764" y="2119168"/>
                  </a:lnTo>
                  <a:lnTo>
                    <a:pt x="994353" y="2119168"/>
                  </a:lnTo>
                  <a:lnTo>
                    <a:pt x="994353" y="2116435"/>
                  </a:lnTo>
                  <a:lnTo>
                    <a:pt x="997086" y="2119168"/>
                  </a:lnTo>
                  <a:lnTo>
                    <a:pt x="997086" y="2116435"/>
                  </a:lnTo>
                  <a:lnTo>
                    <a:pt x="999532" y="2119168"/>
                  </a:lnTo>
                  <a:lnTo>
                    <a:pt x="1001977" y="2116435"/>
                  </a:lnTo>
                  <a:lnTo>
                    <a:pt x="1001977" y="2113846"/>
                  </a:lnTo>
                  <a:lnTo>
                    <a:pt x="1004566" y="2116435"/>
                  </a:lnTo>
                  <a:lnTo>
                    <a:pt x="1004566" y="2113846"/>
                  </a:lnTo>
                  <a:lnTo>
                    <a:pt x="1007011" y="2116435"/>
                  </a:lnTo>
                  <a:lnTo>
                    <a:pt x="1009744" y="2116435"/>
                  </a:lnTo>
                  <a:lnTo>
                    <a:pt x="1009744" y="2113846"/>
                  </a:lnTo>
                  <a:lnTo>
                    <a:pt x="1012189" y="2116435"/>
                  </a:lnTo>
                  <a:lnTo>
                    <a:pt x="1014778" y="2116435"/>
                  </a:lnTo>
                  <a:lnTo>
                    <a:pt x="1017224" y="2113846"/>
                  </a:lnTo>
                  <a:lnTo>
                    <a:pt x="1017224" y="2111401"/>
                  </a:lnTo>
                  <a:lnTo>
                    <a:pt x="1019957" y="2108955"/>
                  </a:lnTo>
                  <a:lnTo>
                    <a:pt x="1019957" y="2111401"/>
                  </a:lnTo>
                  <a:lnTo>
                    <a:pt x="1022402" y="2111401"/>
                  </a:lnTo>
                  <a:lnTo>
                    <a:pt x="1022402" y="2113846"/>
                  </a:lnTo>
                  <a:lnTo>
                    <a:pt x="1027436" y="2111401"/>
                  </a:lnTo>
                  <a:lnTo>
                    <a:pt x="1030169" y="2108955"/>
                  </a:lnTo>
                  <a:lnTo>
                    <a:pt x="1030169" y="2106222"/>
                  </a:lnTo>
                  <a:lnTo>
                    <a:pt x="1030169" y="2103633"/>
                  </a:lnTo>
                  <a:lnTo>
                    <a:pt x="1030169" y="2101188"/>
                  </a:lnTo>
                  <a:lnTo>
                    <a:pt x="1030169" y="2098743"/>
                  </a:lnTo>
                  <a:lnTo>
                    <a:pt x="1032614" y="2098743"/>
                  </a:lnTo>
                  <a:lnTo>
                    <a:pt x="1032614" y="2096010"/>
                  </a:lnTo>
                  <a:lnTo>
                    <a:pt x="1035203" y="2098743"/>
                  </a:lnTo>
                  <a:lnTo>
                    <a:pt x="1037649" y="2098743"/>
                  </a:lnTo>
                  <a:lnTo>
                    <a:pt x="1037649" y="2096010"/>
                  </a:lnTo>
                  <a:lnTo>
                    <a:pt x="1040382" y="2096010"/>
                  </a:lnTo>
                  <a:lnTo>
                    <a:pt x="1042827" y="2096010"/>
                  </a:lnTo>
                  <a:lnTo>
                    <a:pt x="1042827" y="2093421"/>
                  </a:lnTo>
                  <a:lnTo>
                    <a:pt x="1042827" y="2090975"/>
                  </a:lnTo>
                  <a:lnTo>
                    <a:pt x="1040382" y="2093421"/>
                  </a:lnTo>
                  <a:lnTo>
                    <a:pt x="1040382" y="2090975"/>
                  </a:lnTo>
                  <a:lnTo>
                    <a:pt x="1040382" y="2088530"/>
                  </a:lnTo>
                  <a:lnTo>
                    <a:pt x="1042827" y="2088530"/>
                  </a:lnTo>
                  <a:lnTo>
                    <a:pt x="1040382" y="2085797"/>
                  </a:lnTo>
                  <a:lnTo>
                    <a:pt x="1037649" y="2085797"/>
                  </a:lnTo>
                  <a:lnTo>
                    <a:pt x="1035203" y="2078318"/>
                  </a:lnTo>
                  <a:lnTo>
                    <a:pt x="1035203" y="2072996"/>
                  </a:lnTo>
                  <a:lnTo>
                    <a:pt x="1037649" y="2072996"/>
                  </a:lnTo>
                  <a:lnTo>
                    <a:pt x="1037649" y="2075585"/>
                  </a:lnTo>
                  <a:lnTo>
                    <a:pt x="1040382" y="2075585"/>
                  </a:lnTo>
                  <a:lnTo>
                    <a:pt x="1042827" y="2075585"/>
                  </a:lnTo>
                  <a:lnTo>
                    <a:pt x="1040382" y="2070550"/>
                  </a:lnTo>
                  <a:lnTo>
                    <a:pt x="1037649" y="2070550"/>
                  </a:lnTo>
                  <a:lnTo>
                    <a:pt x="1035203" y="2068105"/>
                  </a:lnTo>
                  <a:lnTo>
                    <a:pt x="1035203" y="2065372"/>
                  </a:lnTo>
                  <a:lnTo>
                    <a:pt x="1035203" y="2062927"/>
                  </a:lnTo>
                  <a:lnTo>
                    <a:pt x="1037649" y="2062927"/>
                  </a:lnTo>
                  <a:lnTo>
                    <a:pt x="1037649" y="2060338"/>
                  </a:lnTo>
                  <a:lnTo>
                    <a:pt x="1040382" y="2060338"/>
                  </a:lnTo>
                  <a:lnTo>
                    <a:pt x="1042827" y="2062927"/>
                  </a:lnTo>
                  <a:lnTo>
                    <a:pt x="1047861" y="2065372"/>
                  </a:lnTo>
                  <a:lnTo>
                    <a:pt x="1050594" y="2070550"/>
                  </a:lnTo>
                  <a:lnTo>
                    <a:pt x="1053039" y="2075585"/>
                  </a:lnTo>
                  <a:lnTo>
                    <a:pt x="1055485" y="2075585"/>
                  </a:lnTo>
                  <a:lnTo>
                    <a:pt x="1055485" y="2078318"/>
                  </a:lnTo>
                  <a:lnTo>
                    <a:pt x="1058074" y="2078318"/>
                  </a:lnTo>
                  <a:lnTo>
                    <a:pt x="1058074" y="2080763"/>
                  </a:lnTo>
                  <a:lnTo>
                    <a:pt x="1060807" y="2080763"/>
                  </a:lnTo>
                  <a:lnTo>
                    <a:pt x="1060807" y="2078318"/>
                  </a:lnTo>
                  <a:lnTo>
                    <a:pt x="1058074" y="2075585"/>
                  </a:lnTo>
                  <a:lnTo>
                    <a:pt x="1058074" y="2072996"/>
                  </a:lnTo>
                  <a:lnTo>
                    <a:pt x="1055485" y="2072996"/>
                  </a:lnTo>
                  <a:lnTo>
                    <a:pt x="1053039" y="2068105"/>
                  </a:lnTo>
                  <a:lnTo>
                    <a:pt x="1053039" y="2065372"/>
                  </a:lnTo>
                  <a:lnTo>
                    <a:pt x="1050594" y="2060338"/>
                  </a:lnTo>
                  <a:lnTo>
                    <a:pt x="1047861" y="2060338"/>
                  </a:lnTo>
                  <a:lnTo>
                    <a:pt x="1045416" y="2057893"/>
                  </a:lnTo>
                  <a:lnTo>
                    <a:pt x="1050594" y="2039913"/>
                  </a:lnTo>
                  <a:lnTo>
                    <a:pt x="1055485" y="2032290"/>
                  </a:lnTo>
                  <a:lnTo>
                    <a:pt x="1058074" y="2032290"/>
                  </a:lnTo>
                  <a:lnTo>
                    <a:pt x="1060807" y="2027255"/>
                  </a:lnTo>
                  <a:lnTo>
                    <a:pt x="1060807" y="2024810"/>
                  </a:lnTo>
                  <a:close/>
                  <a:moveTo>
                    <a:pt x="907619" y="1981227"/>
                  </a:moveTo>
                  <a:lnTo>
                    <a:pt x="910208" y="1983960"/>
                  </a:lnTo>
                  <a:lnTo>
                    <a:pt x="907619" y="1983960"/>
                  </a:lnTo>
                  <a:close/>
                  <a:moveTo>
                    <a:pt x="963716" y="1927719"/>
                  </a:moveTo>
                  <a:lnTo>
                    <a:pt x="966449" y="1927719"/>
                  </a:lnTo>
                  <a:lnTo>
                    <a:pt x="971339" y="1930452"/>
                  </a:lnTo>
                  <a:lnTo>
                    <a:pt x="971339" y="1932897"/>
                  </a:lnTo>
                  <a:lnTo>
                    <a:pt x="968894" y="1932897"/>
                  </a:lnTo>
                  <a:lnTo>
                    <a:pt x="968894" y="1930452"/>
                  </a:lnTo>
                  <a:lnTo>
                    <a:pt x="966449" y="1930452"/>
                  </a:lnTo>
                  <a:close/>
                  <a:moveTo>
                    <a:pt x="948469" y="1914918"/>
                  </a:moveTo>
                  <a:lnTo>
                    <a:pt x="951058" y="1914918"/>
                  </a:lnTo>
                  <a:lnTo>
                    <a:pt x="951058" y="1917507"/>
                  </a:lnTo>
                  <a:lnTo>
                    <a:pt x="953503" y="1920240"/>
                  </a:lnTo>
                  <a:lnTo>
                    <a:pt x="953503" y="1917507"/>
                  </a:lnTo>
                  <a:lnTo>
                    <a:pt x="956236" y="1917507"/>
                  </a:lnTo>
                  <a:lnTo>
                    <a:pt x="956236" y="1920240"/>
                  </a:lnTo>
                  <a:lnTo>
                    <a:pt x="958682" y="1917507"/>
                  </a:lnTo>
                  <a:lnTo>
                    <a:pt x="961127" y="1922685"/>
                  </a:lnTo>
                  <a:lnTo>
                    <a:pt x="963716" y="1922685"/>
                  </a:lnTo>
                  <a:lnTo>
                    <a:pt x="963716" y="1925130"/>
                  </a:lnTo>
                  <a:lnTo>
                    <a:pt x="963716" y="1927719"/>
                  </a:lnTo>
                  <a:lnTo>
                    <a:pt x="963716" y="1927720"/>
                  </a:lnTo>
                  <a:lnTo>
                    <a:pt x="961127" y="1927720"/>
                  </a:lnTo>
                  <a:lnTo>
                    <a:pt x="961127" y="1932898"/>
                  </a:lnTo>
                  <a:lnTo>
                    <a:pt x="963716" y="1932898"/>
                  </a:lnTo>
                  <a:lnTo>
                    <a:pt x="966449" y="1935343"/>
                  </a:lnTo>
                  <a:lnTo>
                    <a:pt x="963716" y="1937932"/>
                  </a:lnTo>
                  <a:lnTo>
                    <a:pt x="966449" y="1940665"/>
                  </a:lnTo>
                  <a:lnTo>
                    <a:pt x="966449" y="1943110"/>
                  </a:lnTo>
                  <a:lnTo>
                    <a:pt x="961127" y="1943110"/>
                  </a:lnTo>
                  <a:lnTo>
                    <a:pt x="958682" y="1940665"/>
                  </a:lnTo>
                  <a:lnTo>
                    <a:pt x="956236" y="1940665"/>
                  </a:lnTo>
                  <a:lnTo>
                    <a:pt x="953503" y="1935343"/>
                  </a:lnTo>
                  <a:lnTo>
                    <a:pt x="951058" y="1932898"/>
                  </a:lnTo>
                  <a:lnTo>
                    <a:pt x="951058" y="1927720"/>
                  </a:lnTo>
                  <a:lnTo>
                    <a:pt x="951058" y="1922685"/>
                  </a:lnTo>
                  <a:lnTo>
                    <a:pt x="948469" y="1920240"/>
                  </a:lnTo>
                  <a:close/>
                  <a:moveTo>
                    <a:pt x="1124527" y="1843574"/>
                  </a:moveTo>
                  <a:lnTo>
                    <a:pt x="1126972" y="1843574"/>
                  </a:lnTo>
                  <a:lnTo>
                    <a:pt x="1126972" y="1848752"/>
                  </a:lnTo>
                  <a:lnTo>
                    <a:pt x="1132006" y="1851197"/>
                  </a:lnTo>
                  <a:lnTo>
                    <a:pt x="1129561" y="1853787"/>
                  </a:lnTo>
                  <a:lnTo>
                    <a:pt x="1124527" y="1853787"/>
                  </a:lnTo>
                  <a:lnTo>
                    <a:pt x="1121794" y="1851197"/>
                  </a:lnTo>
                  <a:lnTo>
                    <a:pt x="1124527" y="1848752"/>
                  </a:lnTo>
                  <a:lnTo>
                    <a:pt x="1124527" y="1846307"/>
                  </a:lnTo>
                  <a:close/>
                  <a:moveTo>
                    <a:pt x="1027436" y="1830772"/>
                  </a:moveTo>
                  <a:lnTo>
                    <a:pt x="1030169" y="1836094"/>
                  </a:lnTo>
                  <a:lnTo>
                    <a:pt x="1027436" y="1838539"/>
                  </a:lnTo>
                  <a:lnTo>
                    <a:pt x="1027436" y="1840985"/>
                  </a:lnTo>
                  <a:lnTo>
                    <a:pt x="1024847" y="1838539"/>
                  </a:lnTo>
                  <a:lnTo>
                    <a:pt x="1022402" y="1838539"/>
                  </a:lnTo>
                  <a:lnTo>
                    <a:pt x="1024847" y="1833361"/>
                  </a:lnTo>
                  <a:close/>
                  <a:moveTo>
                    <a:pt x="1108993" y="1782587"/>
                  </a:moveTo>
                  <a:lnTo>
                    <a:pt x="1114315" y="1782587"/>
                  </a:lnTo>
                  <a:lnTo>
                    <a:pt x="1114315" y="1785032"/>
                  </a:lnTo>
                  <a:lnTo>
                    <a:pt x="1114315" y="1787478"/>
                  </a:lnTo>
                  <a:lnTo>
                    <a:pt x="1108993" y="1790067"/>
                  </a:lnTo>
                  <a:lnTo>
                    <a:pt x="1106548" y="1787478"/>
                  </a:lnTo>
                  <a:lnTo>
                    <a:pt x="1108993" y="1785032"/>
                  </a:lnTo>
                  <a:close/>
                  <a:moveTo>
                    <a:pt x="1175302" y="1769641"/>
                  </a:moveTo>
                  <a:lnTo>
                    <a:pt x="1178035" y="1769641"/>
                  </a:lnTo>
                  <a:lnTo>
                    <a:pt x="1180481" y="1774819"/>
                  </a:lnTo>
                  <a:lnTo>
                    <a:pt x="1178035" y="1785032"/>
                  </a:lnTo>
                  <a:lnTo>
                    <a:pt x="1175302" y="1785032"/>
                  </a:lnTo>
                  <a:lnTo>
                    <a:pt x="1172857" y="1785032"/>
                  </a:lnTo>
                  <a:lnTo>
                    <a:pt x="1170268" y="1785032"/>
                  </a:lnTo>
                  <a:lnTo>
                    <a:pt x="1170268" y="1782586"/>
                  </a:lnTo>
                  <a:lnTo>
                    <a:pt x="1172857" y="1782586"/>
                  </a:lnTo>
                  <a:lnTo>
                    <a:pt x="1172857" y="1779854"/>
                  </a:lnTo>
                  <a:lnTo>
                    <a:pt x="1175302" y="1779854"/>
                  </a:lnTo>
                  <a:lnTo>
                    <a:pt x="1175302" y="1777265"/>
                  </a:lnTo>
                  <a:lnTo>
                    <a:pt x="1172857" y="1774819"/>
                  </a:lnTo>
                  <a:close/>
                  <a:moveTo>
                    <a:pt x="1209104" y="1749648"/>
                  </a:moveTo>
                  <a:lnTo>
                    <a:pt x="1211549" y="1752381"/>
                  </a:lnTo>
                  <a:lnTo>
                    <a:pt x="1211549" y="1756265"/>
                  </a:lnTo>
                  <a:lnTo>
                    <a:pt x="1213995" y="1756265"/>
                  </a:lnTo>
                  <a:lnTo>
                    <a:pt x="1216584" y="1758854"/>
                  </a:lnTo>
                  <a:lnTo>
                    <a:pt x="1213995" y="1761587"/>
                  </a:lnTo>
                  <a:lnTo>
                    <a:pt x="1211549" y="1761587"/>
                  </a:lnTo>
                  <a:lnTo>
                    <a:pt x="1213995" y="1764032"/>
                  </a:lnTo>
                  <a:lnTo>
                    <a:pt x="1213995" y="1769066"/>
                  </a:lnTo>
                  <a:lnTo>
                    <a:pt x="1209104" y="1769066"/>
                  </a:lnTo>
                  <a:lnTo>
                    <a:pt x="1209104" y="1766477"/>
                  </a:lnTo>
                  <a:lnTo>
                    <a:pt x="1206371" y="1769066"/>
                  </a:lnTo>
                  <a:lnTo>
                    <a:pt x="1203926" y="1769066"/>
                  </a:lnTo>
                  <a:lnTo>
                    <a:pt x="1203926" y="1771799"/>
                  </a:lnTo>
                  <a:lnTo>
                    <a:pt x="1201337" y="1769066"/>
                  </a:lnTo>
                  <a:lnTo>
                    <a:pt x="1196159" y="1769066"/>
                  </a:lnTo>
                  <a:lnTo>
                    <a:pt x="1203926" y="1774244"/>
                  </a:lnTo>
                  <a:lnTo>
                    <a:pt x="1203926" y="1771799"/>
                  </a:lnTo>
                  <a:lnTo>
                    <a:pt x="1209104" y="1769066"/>
                  </a:lnTo>
                  <a:lnTo>
                    <a:pt x="1206371" y="1774244"/>
                  </a:lnTo>
                  <a:lnTo>
                    <a:pt x="1206371" y="1776690"/>
                  </a:lnTo>
                  <a:lnTo>
                    <a:pt x="1209104" y="1776690"/>
                  </a:lnTo>
                  <a:lnTo>
                    <a:pt x="1206371" y="1779279"/>
                  </a:lnTo>
                  <a:lnTo>
                    <a:pt x="1206371" y="1782012"/>
                  </a:lnTo>
                  <a:lnTo>
                    <a:pt x="1209104" y="1784457"/>
                  </a:lnTo>
                  <a:lnTo>
                    <a:pt x="1211549" y="1782012"/>
                  </a:lnTo>
                  <a:lnTo>
                    <a:pt x="1211549" y="1774244"/>
                  </a:lnTo>
                  <a:lnTo>
                    <a:pt x="1213995" y="1774244"/>
                  </a:lnTo>
                  <a:lnTo>
                    <a:pt x="1213995" y="1776690"/>
                  </a:lnTo>
                  <a:lnTo>
                    <a:pt x="1216584" y="1774244"/>
                  </a:lnTo>
                  <a:lnTo>
                    <a:pt x="1219317" y="1774244"/>
                  </a:lnTo>
                  <a:lnTo>
                    <a:pt x="1216584" y="1779279"/>
                  </a:lnTo>
                  <a:lnTo>
                    <a:pt x="1216584" y="1791936"/>
                  </a:lnTo>
                  <a:lnTo>
                    <a:pt x="1221762" y="1784457"/>
                  </a:lnTo>
                  <a:lnTo>
                    <a:pt x="1221762" y="1776690"/>
                  </a:lnTo>
                  <a:lnTo>
                    <a:pt x="1223344" y="1776690"/>
                  </a:lnTo>
                  <a:lnTo>
                    <a:pt x="1225933" y="1779279"/>
                  </a:lnTo>
                  <a:lnTo>
                    <a:pt x="1228378" y="1779279"/>
                  </a:lnTo>
                  <a:lnTo>
                    <a:pt x="1231111" y="1776690"/>
                  </a:lnTo>
                  <a:lnTo>
                    <a:pt x="1231111" y="1779279"/>
                  </a:lnTo>
                  <a:lnTo>
                    <a:pt x="1236146" y="1782012"/>
                  </a:lnTo>
                  <a:lnTo>
                    <a:pt x="1238447" y="1782012"/>
                  </a:lnTo>
                  <a:lnTo>
                    <a:pt x="1241180" y="1779279"/>
                  </a:lnTo>
                  <a:lnTo>
                    <a:pt x="1243625" y="1782012"/>
                  </a:lnTo>
                  <a:lnTo>
                    <a:pt x="1243625" y="1789491"/>
                  </a:lnTo>
                  <a:lnTo>
                    <a:pt x="1238447" y="1794669"/>
                  </a:lnTo>
                  <a:lnTo>
                    <a:pt x="1251392" y="1807327"/>
                  </a:lnTo>
                  <a:lnTo>
                    <a:pt x="1253838" y="1809916"/>
                  </a:lnTo>
                  <a:lnTo>
                    <a:pt x="1258872" y="1809916"/>
                  </a:lnTo>
                  <a:lnTo>
                    <a:pt x="1258872" y="1815238"/>
                  </a:lnTo>
                  <a:lnTo>
                    <a:pt x="1261605" y="1815238"/>
                  </a:lnTo>
                  <a:lnTo>
                    <a:pt x="1266639" y="1820129"/>
                  </a:lnTo>
                  <a:lnTo>
                    <a:pt x="1266639" y="1830341"/>
                  </a:lnTo>
                  <a:lnTo>
                    <a:pt x="1271817" y="1830341"/>
                  </a:lnTo>
                  <a:lnTo>
                    <a:pt x="1274263" y="1832930"/>
                  </a:lnTo>
                  <a:lnTo>
                    <a:pt x="1274263" y="1838109"/>
                  </a:lnTo>
                  <a:lnTo>
                    <a:pt x="1276852" y="1843143"/>
                  </a:lnTo>
                  <a:lnTo>
                    <a:pt x="1276852" y="1850766"/>
                  </a:lnTo>
                  <a:lnTo>
                    <a:pt x="1279297" y="1853355"/>
                  </a:lnTo>
                  <a:lnTo>
                    <a:pt x="1282030" y="1858534"/>
                  </a:lnTo>
                  <a:lnTo>
                    <a:pt x="1279297" y="1871191"/>
                  </a:lnTo>
                  <a:lnTo>
                    <a:pt x="1282030" y="1873780"/>
                  </a:lnTo>
                  <a:lnTo>
                    <a:pt x="1282030" y="1876513"/>
                  </a:lnTo>
                  <a:lnTo>
                    <a:pt x="1279297" y="1878959"/>
                  </a:lnTo>
                  <a:lnTo>
                    <a:pt x="1279297" y="1891616"/>
                  </a:lnTo>
                  <a:lnTo>
                    <a:pt x="1284475" y="1896651"/>
                  </a:lnTo>
                  <a:lnTo>
                    <a:pt x="1279297" y="1899384"/>
                  </a:lnTo>
                  <a:lnTo>
                    <a:pt x="1276852" y="1896651"/>
                  </a:lnTo>
                  <a:lnTo>
                    <a:pt x="1276852" y="1894062"/>
                  </a:lnTo>
                  <a:lnTo>
                    <a:pt x="1274263" y="1891616"/>
                  </a:lnTo>
                  <a:lnTo>
                    <a:pt x="1274263" y="1894062"/>
                  </a:lnTo>
                  <a:lnTo>
                    <a:pt x="1276852" y="1899384"/>
                  </a:lnTo>
                  <a:lnTo>
                    <a:pt x="1279297" y="1899384"/>
                  </a:lnTo>
                  <a:lnTo>
                    <a:pt x="1279297" y="1901829"/>
                  </a:lnTo>
                  <a:lnTo>
                    <a:pt x="1288359" y="1901829"/>
                  </a:lnTo>
                  <a:lnTo>
                    <a:pt x="1290804" y="1906863"/>
                  </a:lnTo>
                  <a:lnTo>
                    <a:pt x="1293537" y="1906863"/>
                  </a:lnTo>
                  <a:lnTo>
                    <a:pt x="1293537" y="1912041"/>
                  </a:lnTo>
                  <a:lnTo>
                    <a:pt x="1290804" y="1912041"/>
                  </a:lnTo>
                  <a:lnTo>
                    <a:pt x="1290804" y="1914487"/>
                  </a:lnTo>
                  <a:lnTo>
                    <a:pt x="1293537" y="1914487"/>
                  </a:lnTo>
                  <a:lnTo>
                    <a:pt x="1290804" y="1917076"/>
                  </a:lnTo>
                  <a:lnTo>
                    <a:pt x="1293537" y="1917076"/>
                  </a:lnTo>
                  <a:lnTo>
                    <a:pt x="1293537" y="1919809"/>
                  </a:lnTo>
                  <a:lnTo>
                    <a:pt x="1295982" y="1917076"/>
                  </a:lnTo>
                  <a:lnTo>
                    <a:pt x="1301017" y="1919809"/>
                  </a:lnTo>
                  <a:lnTo>
                    <a:pt x="1303462" y="1919809"/>
                  </a:lnTo>
                  <a:lnTo>
                    <a:pt x="1303462" y="1922254"/>
                  </a:lnTo>
                  <a:lnTo>
                    <a:pt x="1306195" y="1922254"/>
                  </a:lnTo>
                  <a:lnTo>
                    <a:pt x="1308640" y="1927288"/>
                  </a:lnTo>
                  <a:lnTo>
                    <a:pt x="1308640" y="1932466"/>
                  </a:lnTo>
                  <a:lnTo>
                    <a:pt x="1311229" y="1930021"/>
                  </a:lnTo>
                  <a:lnTo>
                    <a:pt x="1311229" y="1924699"/>
                  </a:lnTo>
                  <a:lnTo>
                    <a:pt x="1313674" y="1927288"/>
                  </a:lnTo>
                  <a:lnTo>
                    <a:pt x="1316407" y="1930021"/>
                  </a:lnTo>
                  <a:lnTo>
                    <a:pt x="1313674" y="1932466"/>
                  </a:lnTo>
                  <a:lnTo>
                    <a:pt x="1311229" y="1932466"/>
                  </a:lnTo>
                  <a:lnTo>
                    <a:pt x="1311229" y="1939861"/>
                  </a:lnTo>
                  <a:lnTo>
                    <a:pt x="1312955" y="1937932"/>
                  </a:lnTo>
                  <a:lnTo>
                    <a:pt x="1312955" y="1940665"/>
                  </a:lnTo>
                  <a:lnTo>
                    <a:pt x="1310773" y="1940665"/>
                  </a:lnTo>
                  <a:lnTo>
                    <a:pt x="1308640" y="1942679"/>
                  </a:lnTo>
                  <a:lnTo>
                    <a:pt x="1316407" y="1945124"/>
                  </a:lnTo>
                  <a:lnTo>
                    <a:pt x="1318853" y="1942679"/>
                  </a:lnTo>
                  <a:lnTo>
                    <a:pt x="1318853" y="1947713"/>
                  </a:lnTo>
                  <a:lnTo>
                    <a:pt x="1321442" y="1950446"/>
                  </a:lnTo>
                  <a:lnTo>
                    <a:pt x="1321442" y="1952891"/>
                  </a:lnTo>
                  <a:lnTo>
                    <a:pt x="1318853" y="1957926"/>
                  </a:lnTo>
                  <a:lnTo>
                    <a:pt x="1321442" y="1955337"/>
                  </a:lnTo>
                  <a:lnTo>
                    <a:pt x="1321442" y="1960659"/>
                  </a:lnTo>
                  <a:lnTo>
                    <a:pt x="1323887" y="1957926"/>
                  </a:lnTo>
                  <a:lnTo>
                    <a:pt x="1323887" y="1963104"/>
                  </a:lnTo>
                  <a:lnTo>
                    <a:pt x="1321442" y="1965549"/>
                  </a:lnTo>
                  <a:lnTo>
                    <a:pt x="1318853" y="1965549"/>
                  </a:lnTo>
                  <a:lnTo>
                    <a:pt x="1318853" y="1968138"/>
                  </a:lnTo>
                  <a:lnTo>
                    <a:pt x="1321442" y="1968138"/>
                  </a:lnTo>
                  <a:lnTo>
                    <a:pt x="1321442" y="1965549"/>
                  </a:lnTo>
                  <a:lnTo>
                    <a:pt x="1323887" y="1965549"/>
                  </a:lnTo>
                  <a:lnTo>
                    <a:pt x="1323887" y="1968138"/>
                  </a:lnTo>
                  <a:lnTo>
                    <a:pt x="1326620" y="1968138"/>
                  </a:lnTo>
                  <a:lnTo>
                    <a:pt x="1326620" y="1966268"/>
                  </a:lnTo>
                  <a:lnTo>
                    <a:pt x="1331654" y="1966268"/>
                  </a:lnTo>
                  <a:lnTo>
                    <a:pt x="1329065" y="1963823"/>
                  </a:lnTo>
                  <a:lnTo>
                    <a:pt x="1329065" y="1961378"/>
                  </a:lnTo>
                  <a:lnTo>
                    <a:pt x="1326620" y="1958645"/>
                  </a:lnTo>
                  <a:lnTo>
                    <a:pt x="1329065" y="1958645"/>
                  </a:lnTo>
                  <a:lnTo>
                    <a:pt x="1331654" y="1961378"/>
                  </a:lnTo>
                  <a:lnTo>
                    <a:pt x="1334099" y="1958645"/>
                  </a:lnTo>
                  <a:lnTo>
                    <a:pt x="1336832" y="1961378"/>
                  </a:lnTo>
                  <a:lnTo>
                    <a:pt x="1336832" y="1981515"/>
                  </a:lnTo>
                  <a:lnTo>
                    <a:pt x="1341291" y="1981515"/>
                  </a:lnTo>
                  <a:lnTo>
                    <a:pt x="1338702" y="1978926"/>
                  </a:lnTo>
                  <a:lnTo>
                    <a:pt x="1338702" y="1974036"/>
                  </a:lnTo>
                  <a:lnTo>
                    <a:pt x="1343737" y="1981515"/>
                  </a:lnTo>
                  <a:lnTo>
                    <a:pt x="1346470" y="1981515"/>
                  </a:lnTo>
                  <a:lnTo>
                    <a:pt x="1343737" y="1986693"/>
                  </a:lnTo>
                  <a:lnTo>
                    <a:pt x="1338702" y="1989139"/>
                  </a:lnTo>
                  <a:lnTo>
                    <a:pt x="1333524" y="1989139"/>
                  </a:lnTo>
                  <a:lnTo>
                    <a:pt x="1326045" y="1991728"/>
                  </a:lnTo>
                  <a:lnTo>
                    <a:pt x="1320866" y="1989139"/>
                  </a:lnTo>
                  <a:lnTo>
                    <a:pt x="1318277" y="1984248"/>
                  </a:lnTo>
                  <a:lnTo>
                    <a:pt x="1313099" y="1981515"/>
                  </a:lnTo>
                  <a:lnTo>
                    <a:pt x="1315832" y="1974036"/>
                  </a:lnTo>
                  <a:lnTo>
                    <a:pt x="1313099" y="1978926"/>
                  </a:lnTo>
                  <a:lnTo>
                    <a:pt x="1310654" y="1974036"/>
                  </a:lnTo>
                  <a:lnTo>
                    <a:pt x="1310654" y="1976481"/>
                  </a:lnTo>
                  <a:lnTo>
                    <a:pt x="1308065" y="1976481"/>
                  </a:lnTo>
                  <a:lnTo>
                    <a:pt x="1310654" y="1978926"/>
                  </a:lnTo>
                  <a:lnTo>
                    <a:pt x="1310654" y="1981515"/>
                  </a:lnTo>
                  <a:lnTo>
                    <a:pt x="1308065" y="1984248"/>
                  </a:lnTo>
                  <a:lnTo>
                    <a:pt x="1305620" y="1981515"/>
                  </a:lnTo>
                  <a:lnTo>
                    <a:pt x="1302887" y="1984248"/>
                  </a:lnTo>
                  <a:lnTo>
                    <a:pt x="1305620" y="1984248"/>
                  </a:lnTo>
                  <a:lnTo>
                    <a:pt x="1305620" y="1986693"/>
                  </a:lnTo>
                  <a:lnTo>
                    <a:pt x="1302887" y="1994461"/>
                  </a:lnTo>
                  <a:lnTo>
                    <a:pt x="1300441" y="1996906"/>
                  </a:lnTo>
                  <a:lnTo>
                    <a:pt x="1302887" y="1996906"/>
                  </a:lnTo>
                  <a:lnTo>
                    <a:pt x="1302887" y="2001940"/>
                  </a:lnTo>
                  <a:lnTo>
                    <a:pt x="1305620" y="1999351"/>
                  </a:lnTo>
                  <a:lnTo>
                    <a:pt x="1305620" y="1996906"/>
                  </a:lnTo>
                  <a:lnTo>
                    <a:pt x="1308065" y="1996906"/>
                  </a:lnTo>
                  <a:lnTo>
                    <a:pt x="1308065" y="1993598"/>
                  </a:lnTo>
                  <a:lnTo>
                    <a:pt x="1313099" y="1993598"/>
                  </a:lnTo>
                  <a:lnTo>
                    <a:pt x="1313099" y="1996043"/>
                  </a:lnTo>
                  <a:lnTo>
                    <a:pt x="1308065" y="2001077"/>
                  </a:lnTo>
                  <a:lnTo>
                    <a:pt x="1311229" y="2001077"/>
                  </a:lnTo>
                  <a:lnTo>
                    <a:pt x="1316407" y="1998488"/>
                  </a:lnTo>
                  <a:lnTo>
                    <a:pt x="1316407" y="1993598"/>
                  </a:lnTo>
                  <a:lnTo>
                    <a:pt x="1323887" y="1996043"/>
                  </a:lnTo>
                  <a:lnTo>
                    <a:pt x="1326620" y="2001077"/>
                  </a:lnTo>
                  <a:lnTo>
                    <a:pt x="1329065" y="2003810"/>
                  </a:lnTo>
                  <a:lnTo>
                    <a:pt x="1323887" y="2008701"/>
                  </a:lnTo>
                  <a:lnTo>
                    <a:pt x="1321442" y="2006255"/>
                  </a:lnTo>
                  <a:lnTo>
                    <a:pt x="1321442" y="2008701"/>
                  </a:lnTo>
                  <a:lnTo>
                    <a:pt x="1318853" y="2011290"/>
                  </a:lnTo>
                  <a:lnTo>
                    <a:pt x="1318853" y="2015317"/>
                  </a:lnTo>
                  <a:lnTo>
                    <a:pt x="1316407" y="2017762"/>
                  </a:lnTo>
                  <a:lnTo>
                    <a:pt x="1313674" y="2017762"/>
                  </a:lnTo>
                  <a:lnTo>
                    <a:pt x="1316407" y="2020208"/>
                  </a:lnTo>
                  <a:lnTo>
                    <a:pt x="1313674" y="2022797"/>
                  </a:lnTo>
                  <a:lnTo>
                    <a:pt x="1308640" y="2027975"/>
                  </a:lnTo>
                  <a:lnTo>
                    <a:pt x="1306195" y="2030420"/>
                  </a:lnTo>
                  <a:lnTo>
                    <a:pt x="1301017" y="2033009"/>
                  </a:lnTo>
                  <a:lnTo>
                    <a:pt x="1301017" y="2038187"/>
                  </a:lnTo>
                  <a:lnTo>
                    <a:pt x="1298428" y="2035742"/>
                  </a:lnTo>
                  <a:lnTo>
                    <a:pt x="1298428" y="2038187"/>
                  </a:lnTo>
                  <a:lnTo>
                    <a:pt x="1295982" y="2038187"/>
                  </a:lnTo>
                  <a:lnTo>
                    <a:pt x="1295982" y="2040633"/>
                  </a:lnTo>
                  <a:lnTo>
                    <a:pt x="1293537" y="2043222"/>
                  </a:lnTo>
                  <a:lnTo>
                    <a:pt x="1290804" y="2043222"/>
                  </a:lnTo>
                  <a:lnTo>
                    <a:pt x="1290804" y="2045955"/>
                  </a:lnTo>
                  <a:lnTo>
                    <a:pt x="1301017" y="2045955"/>
                  </a:lnTo>
                  <a:lnTo>
                    <a:pt x="1298428" y="2048400"/>
                  </a:lnTo>
                  <a:lnTo>
                    <a:pt x="1301017" y="2048400"/>
                  </a:lnTo>
                  <a:lnTo>
                    <a:pt x="1306195" y="2045955"/>
                  </a:lnTo>
                  <a:lnTo>
                    <a:pt x="1313674" y="2050845"/>
                  </a:lnTo>
                  <a:lnTo>
                    <a:pt x="1316407" y="2048400"/>
                  </a:lnTo>
                  <a:lnTo>
                    <a:pt x="1316407" y="2050845"/>
                  </a:lnTo>
                  <a:lnTo>
                    <a:pt x="1318853" y="2053434"/>
                  </a:lnTo>
                  <a:lnTo>
                    <a:pt x="1313674" y="2053434"/>
                  </a:lnTo>
                  <a:lnTo>
                    <a:pt x="1316407" y="2055880"/>
                  </a:lnTo>
                  <a:lnTo>
                    <a:pt x="1318853" y="2058612"/>
                  </a:lnTo>
                  <a:lnTo>
                    <a:pt x="1323887" y="2063647"/>
                  </a:lnTo>
                  <a:lnTo>
                    <a:pt x="1329065" y="2066092"/>
                  </a:lnTo>
                  <a:lnTo>
                    <a:pt x="1339278" y="2073715"/>
                  </a:lnTo>
                  <a:lnTo>
                    <a:pt x="1339278" y="2071270"/>
                  </a:lnTo>
                  <a:lnTo>
                    <a:pt x="1336832" y="2068825"/>
                  </a:lnTo>
                  <a:lnTo>
                    <a:pt x="1341004" y="2063647"/>
                  </a:lnTo>
                  <a:lnTo>
                    <a:pt x="1338415" y="2063647"/>
                  </a:lnTo>
                  <a:lnTo>
                    <a:pt x="1341004" y="2061058"/>
                  </a:lnTo>
                  <a:lnTo>
                    <a:pt x="1343449" y="2061058"/>
                  </a:lnTo>
                  <a:lnTo>
                    <a:pt x="1346182" y="2055880"/>
                  </a:lnTo>
                  <a:lnTo>
                    <a:pt x="1346182" y="2053434"/>
                  </a:lnTo>
                  <a:lnTo>
                    <a:pt x="1348627" y="2053434"/>
                  </a:lnTo>
                  <a:lnTo>
                    <a:pt x="1348627" y="2050845"/>
                  </a:lnTo>
                  <a:lnTo>
                    <a:pt x="1351216" y="2048400"/>
                  </a:lnTo>
                  <a:lnTo>
                    <a:pt x="1354381" y="2048400"/>
                  </a:lnTo>
                  <a:lnTo>
                    <a:pt x="1357114" y="2050845"/>
                  </a:lnTo>
                  <a:lnTo>
                    <a:pt x="1359559" y="2048400"/>
                  </a:lnTo>
                  <a:lnTo>
                    <a:pt x="1359559" y="2053434"/>
                  </a:lnTo>
                  <a:lnTo>
                    <a:pt x="1362148" y="2050845"/>
                  </a:lnTo>
                  <a:lnTo>
                    <a:pt x="1362148" y="2053434"/>
                  </a:lnTo>
                  <a:lnTo>
                    <a:pt x="1359559" y="2055880"/>
                  </a:lnTo>
                  <a:lnTo>
                    <a:pt x="1359559" y="2061058"/>
                  </a:lnTo>
                  <a:lnTo>
                    <a:pt x="1357114" y="2063647"/>
                  </a:lnTo>
                  <a:lnTo>
                    <a:pt x="1349346" y="2063647"/>
                  </a:lnTo>
                  <a:lnTo>
                    <a:pt x="1349346" y="2066092"/>
                  </a:lnTo>
                  <a:lnTo>
                    <a:pt x="1357114" y="2066092"/>
                  </a:lnTo>
                  <a:lnTo>
                    <a:pt x="1357114" y="2063647"/>
                  </a:lnTo>
                  <a:lnTo>
                    <a:pt x="1359559" y="2063647"/>
                  </a:lnTo>
                  <a:lnTo>
                    <a:pt x="1362148" y="2061058"/>
                  </a:lnTo>
                  <a:lnTo>
                    <a:pt x="1364593" y="2061058"/>
                  </a:lnTo>
                  <a:lnTo>
                    <a:pt x="1364593" y="2063647"/>
                  </a:lnTo>
                  <a:lnTo>
                    <a:pt x="1367326" y="2063647"/>
                  </a:lnTo>
                  <a:lnTo>
                    <a:pt x="1367326" y="2066092"/>
                  </a:lnTo>
                  <a:lnTo>
                    <a:pt x="1369771" y="2066092"/>
                  </a:lnTo>
                  <a:lnTo>
                    <a:pt x="1372360" y="2063647"/>
                  </a:lnTo>
                  <a:lnTo>
                    <a:pt x="1367326" y="2068825"/>
                  </a:lnTo>
                  <a:lnTo>
                    <a:pt x="1367326" y="2071270"/>
                  </a:lnTo>
                  <a:lnTo>
                    <a:pt x="1364593" y="2073715"/>
                  </a:lnTo>
                  <a:lnTo>
                    <a:pt x="1367326" y="2073715"/>
                  </a:lnTo>
                  <a:lnTo>
                    <a:pt x="1369771" y="2071270"/>
                  </a:lnTo>
                  <a:lnTo>
                    <a:pt x="1369771" y="2068825"/>
                  </a:lnTo>
                  <a:lnTo>
                    <a:pt x="1374806" y="2066092"/>
                  </a:lnTo>
                  <a:lnTo>
                    <a:pt x="1372360" y="2071270"/>
                  </a:lnTo>
                  <a:lnTo>
                    <a:pt x="1377251" y="2068825"/>
                  </a:lnTo>
                  <a:lnTo>
                    <a:pt x="1377251" y="2066092"/>
                  </a:lnTo>
                  <a:lnTo>
                    <a:pt x="1379984" y="2068825"/>
                  </a:lnTo>
                  <a:lnTo>
                    <a:pt x="1379984" y="2071270"/>
                  </a:lnTo>
                  <a:lnTo>
                    <a:pt x="1382429" y="2068825"/>
                  </a:lnTo>
                  <a:lnTo>
                    <a:pt x="1382429" y="2066092"/>
                  </a:lnTo>
                  <a:lnTo>
                    <a:pt x="1379984" y="2066092"/>
                  </a:lnTo>
                  <a:lnTo>
                    <a:pt x="1379984" y="2063647"/>
                  </a:lnTo>
                  <a:lnTo>
                    <a:pt x="1381566" y="2063647"/>
                  </a:lnTo>
                  <a:lnTo>
                    <a:pt x="1384155" y="2061058"/>
                  </a:lnTo>
                  <a:lnTo>
                    <a:pt x="1386601" y="2061058"/>
                  </a:lnTo>
                  <a:lnTo>
                    <a:pt x="1386601" y="2063647"/>
                  </a:lnTo>
                  <a:lnTo>
                    <a:pt x="1391779" y="2063647"/>
                  </a:lnTo>
                  <a:lnTo>
                    <a:pt x="1394368" y="2066092"/>
                  </a:lnTo>
                  <a:lnTo>
                    <a:pt x="1394368" y="2068825"/>
                  </a:lnTo>
                  <a:lnTo>
                    <a:pt x="1397676" y="2065373"/>
                  </a:lnTo>
                  <a:lnTo>
                    <a:pt x="1397676" y="2070551"/>
                  </a:lnTo>
                  <a:lnTo>
                    <a:pt x="1399834" y="2070551"/>
                  </a:lnTo>
                  <a:lnTo>
                    <a:pt x="1399834" y="2072996"/>
                  </a:lnTo>
                  <a:lnTo>
                    <a:pt x="1397101" y="2072996"/>
                  </a:lnTo>
                  <a:lnTo>
                    <a:pt x="1397101" y="2071126"/>
                  </a:lnTo>
                  <a:lnTo>
                    <a:pt x="1392642" y="2075585"/>
                  </a:lnTo>
                  <a:lnTo>
                    <a:pt x="1390196" y="2072996"/>
                  </a:lnTo>
                  <a:lnTo>
                    <a:pt x="1385018" y="2070551"/>
                  </a:lnTo>
                  <a:lnTo>
                    <a:pt x="1387464" y="2072996"/>
                  </a:lnTo>
                  <a:lnTo>
                    <a:pt x="1387464" y="2075585"/>
                  </a:lnTo>
                  <a:lnTo>
                    <a:pt x="1390196" y="2075585"/>
                  </a:lnTo>
                  <a:lnTo>
                    <a:pt x="1390196" y="2078318"/>
                  </a:lnTo>
                  <a:lnTo>
                    <a:pt x="1387464" y="2078318"/>
                  </a:lnTo>
                  <a:lnTo>
                    <a:pt x="1385018" y="2080764"/>
                  </a:lnTo>
                  <a:lnTo>
                    <a:pt x="1379984" y="2083209"/>
                  </a:lnTo>
                  <a:lnTo>
                    <a:pt x="1382429" y="2083209"/>
                  </a:lnTo>
                  <a:lnTo>
                    <a:pt x="1382429" y="2086230"/>
                  </a:lnTo>
                  <a:lnTo>
                    <a:pt x="1379984" y="2088962"/>
                  </a:lnTo>
                  <a:lnTo>
                    <a:pt x="1382312" y="2088962"/>
                  </a:lnTo>
                  <a:lnTo>
                    <a:pt x="1381854" y="2088530"/>
                  </a:lnTo>
                  <a:lnTo>
                    <a:pt x="1389621" y="2080763"/>
                  </a:lnTo>
                  <a:lnTo>
                    <a:pt x="1389621" y="2083208"/>
                  </a:lnTo>
                  <a:lnTo>
                    <a:pt x="1384443" y="2093421"/>
                  </a:lnTo>
                  <a:lnTo>
                    <a:pt x="1384443" y="2090975"/>
                  </a:lnTo>
                  <a:lnTo>
                    <a:pt x="1382429" y="2089073"/>
                  </a:lnTo>
                  <a:lnTo>
                    <a:pt x="1382429" y="2093853"/>
                  </a:lnTo>
                  <a:lnTo>
                    <a:pt x="1379984" y="2099175"/>
                  </a:lnTo>
                  <a:lnTo>
                    <a:pt x="1379984" y="2096442"/>
                  </a:lnTo>
                  <a:lnTo>
                    <a:pt x="1376388" y="2096442"/>
                  </a:lnTo>
                  <a:lnTo>
                    <a:pt x="1376388" y="2093853"/>
                  </a:lnTo>
                  <a:lnTo>
                    <a:pt x="1373943" y="2093853"/>
                  </a:lnTo>
                  <a:lnTo>
                    <a:pt x="1371497" y="2096442"/>
                  </a:lnTo>
                  <a:lnTo>
                    <a:pt x="1368908" y="2093853"/>
                  </a:lnTo>
                  <a:lnTo>
                    <a:pt x="1371497" y="2093853"/>
                  </a:lnTo>
                  <a:lnTo>
                    <a:pt x="1373943" y="2091408"/>
                  </a:lnTo>
                  <a:lnTo>
                    <a:pt x="1373943" y="2086230"/>
                  </a:lnTo>
                  <a:lnTo>
                    <a:pt x="1371497" y="2088962"/>
                  </a:lnTo>
                  <a:lnTo>
                    <a:pt x="1371497" y="2091408"/>
                  </a:lnTo>
                  <a:lnTo>
                    <a:pt x="1368908" y="2091408"/>
                  </a:lnTo>
                  <a:lnTo>
                    <a:pt x="1368908" y="2093853"/>
                  </a:lnTo>
                  <a:lnTo>
                    <a:pt x="1363730" y="2093853"/>
                  </a:lnTo>
                  <a:lnTo>
                    <a:pt x="1358696" y="2091408"/>
                  </a:lnTo>
                  <a:lnTo>
                    <a:pt x="1358696" y="2093853"/>
                  </a:lnTo>
                  <a:lnTo>
                    <a:pt x="1363730" y="2093853"/>
                  </a:lnTo>
                  <a:lnTo>
                    <a:pt x="1366463" y="2096442"/>
                  </a:lnTo>
                  <a:lnTo>
                    <a:pt x="1366463" y="2099175"/>
                  </a:lnTo>
                  <a:lnTo>
                    <a:pt x="1368908" y="2099175"/>
                  </a:lnTo>
                  <a:lnTo>
                    <a:pt x="1371497" y="2101620"/>
                  </a:lnTo>
                  <a:lnTo>
                    <a:pt x="1373943" y="2104065"/>
                  </a:lnTo>
                  <a:lnTo>
                    <a:pt x="1376388" y="2106655"/>
                  </a:lnTo>
                  <a:lnTo>
                    <a:pt x="1379121" y="2109387"/>
                  </a:lnTo>
                  <a:lnTo>
                    <a:pt x="1381566" y="2111833"/>
                  </a:lnTo>
                  <a:lnTo>
                    <a:pt x="1384155" y="2114278"/>
                  </a:lnTo>
                  <a:lnTo>
                    <a:pt x="1386601" y="2116867"/>
                  </a:lnTo>
                  <a:lnTo>
                    <a:pt x="1389333" y="2119600"/>
                  </a:lnTo>
                  <a:lnTo>
                    <a:pt x="1389333" y="2122045"/>
                  </a:lnTo>
                  <a:lnTo>
                    <a:pt x="1391779" y="2122045"/>
                  </a:lnTo>
                  <a:lnTo>
                    <a:pt x="1389333" y="2124490"/>
                  </a:lnTo>
                  <a:lnTo>
                    <a:pt x="1389333" y="2129812"/>
                  </a:lnTo>
                  <a:lnTo>
                    <a:pt x="1391779" y="2129812"/>
                  </a:lnTo>
                  <a:lnTo>
                    <a:pt x="1394368" y="2134703"/>
                  </a:lnTo>
                  <a:lnTo>
                    <a:pt x="1394368" y="2140025"/>
                  </a:lnTo>
                  <a:lnTo>
                    <a:pt x="1396813" y="2140025"/>
                  </a:lnTo>
                  <a:lnTo>
                    <a:pt x="1399546" y="2142470"/>
                  </a:lnTo>
                  <a:lnTo>
                    <a:pt x="1401991" y="2142470"/>
                  </a:lnTo>
                  <a:lnTo>
                    <a:pt x="1399546" y="2147505"/>
                  </a:lnTo>
                  <a:lnTo>
                    <a:pt x="1401991" y="2147505"/>
                  </a:lnTo>
                  <a:lnTo>
                    <a:pt x="1401991" y="2149950"/>
                  </a:lnTo>
                  <a:lnTo>
                    <a:pt x="1401037" y="2149950"/>
                  </a:lnTo>
                  <a:lnTo>
                    <a:pt x="1400265" y="2149087"/>
                  </a:lnTo>
                  <a:lnTo>
                    <a:pt x="1399402" y="2149950"/>
                  </a:lnTo>
                  <a:lnTo>
                    <a:pt x="1396813" y="2149950"/>
                  </a:lnTo>
                  <a:lnTo>
                    <a:pt x="1394368" y="2152683"/>
                  </a:lnTo>
                  <a:lnTo>
                    <a:pt x="1394368" y="2155128"/>
                  </a:lnTo>
                  <a:lnTo>
                    <a:pt x="1397532" y="2155128"/>
                  </a:lnTo>
                  <a:lnTo>
                    <a:pt x="1397532" y="2151820"/>
                  </a:lnTo>
                  <a:lnTo>
                    <a:pt x="1399402" y="2149950"/>
                  </a:lnTo>
                  <a:lnTo>
                    <a:pt x="1401037" y="2149950"/>
                  </a:lnTo>
                  <a:lnTo>
                    <a:pt x="1402710" y="2151820"/>
                  </a:lnTo>
                  <a:lnTo>
                    <a:pt x="1402710" y="2156710"/>
                  </a:lnTo>
                  <a:lnTo>
                    <a:pt x="1400265" y="2156710"/>
                  </a:lnTo>
                  <a:lnTo>
                    <a:pt x="1400265" y="2164477"/>
                  </a:lnTo>
                  <a:lnTo>
                    <a:pt x="1402710" y="2166923"/>
                  </a:lnTo>
                  <a:lnTo>
                    <a:pt x="1402710" y="2169512"/>
                  </a:lnTo>
                  <a:lnTo>
                    <a:pt x="1400265" y="2172245"/>
                  </a:lnTo>
                  <a:lnTo>
                    <a:pt x="1400265" y="2177135"/>
                  </a:lnTo>
                  <a:lnTo>
                    <a:pt x="1402710" y="2179724"/>
                  </a:lnTo>
                  <a:lnTo>
                    <a:pt x="1402710" y="2182457"/>
                  </a:lnTo>
                  <a:lnTo>
                    <a:pt x="1400265" y="2182457"/>
                  </a:lnTo>
                  <a:lnTo>
                    <a:pt x="1402710" y="2189937"/>
                  </a:lnTo>
                  <a:lnTo>
                    <a:pt x="1400265" y="2195115"/>
                  </a:lnTo>
                  <a:lnTo>
                    <a:pt x="1397532" y="2197560"/>
                  </a:lnTo>
                  <a:lnTo>
                    <a:pt x="1400265" y="2200149"/>
                  </a:lnTo>
                  <a:lnTo>
                    <a:pt x="1400265" y="2202882"/>
                  </a:lnTo>
                  <a:lnTo>
                    <a:pt x="1407745" y="2205328"/>
                  </a:lnTo>
                  <a:lnTo>
                    <a:pt x="1412923" y="2207773"/>
                  </a:lnTo>
                  <a:lnTo>
                    <a:pt x="1407745" y="2210362"/>
                  </a:lnTo>
                  <a:lnTo>
                    <a:pt x="1402710" y="2213095"/>
                  </a:lnTo>
                  <a:lnTo>
                    <a:pt x="1405299" y="2213095"/>
                  </a:lnTo>
                  <a:lnTo>
                    <a:pt x="1407745" y="2210362"/>
                  </a:lnTo>
                  <a:lnTo>
                    <a:pt x="1412923" y="2210362"/>
                  </a:lnTo>
                  <a:lnTo>
                    <a:pt x="1412923" y="2220574"/>
                  </a:lnTo>
                  <a:lnTo>
                    <a:pt x="1415512" y="2220574"/>
                  </a:lnTo>
                  <a:lnTo>
                    <a:pt x="1415512" y="2223307"/>
                  </a:lnTo>
                  <a:lnTo>
                    <a:pt x="1417957" y="2225753"/>
                  </a:lnTo>
                  <a:lnTo>
                    <a:pt x="1420690" y="2223307"/>
                  </a:lnTo>
                  <a:lnTo>
                    <a:pt x="1423135" y="2220574"/>
                  </a:lnTo>
                  <a:lnTo>
                    <a:pt x="1420690" y="2215540"/>
                  </a:lnTo>
                  <a:lnTo>
                    <a:pt x="1417957" y="2215540"/>
                  </a:lnTo>
                  <a:lnTo>
                    <a:pt x="1417957" y="2213095"/>
                  </a:lnTo>
                  <a:lnTo>
                    <a:pt x="1423135" y="2210362"/>
                  </a:lnTo>
                  <a:lnTo>
                    <a:pt x="1423135" y="2207773"/>
                  </a:lnTo>
                  <a:lnTo>
                    <a:pt x="1425581" y="2207773"/>
                  </a:lnTo>
                  <a:lnTo>
                    <a:pt x="1425581" y="2197560"/>
                  </a:lnTo>
                  <a:lnTo>
                    <a:pt x="1430759" y="2195115"/>
                  </a:lnTo>
                  <a:lnTo>
                    <a:pt x="1430759" y="2192670"/>
                  </a:lnTo>
                  <a:lnTo>
                    <a:pt x="1433204" y="2189937"/>
                  </a:lnTo>
                  <a:lnTo>
                    <a:pt x="1430759" y="2187348"/>
                  </a:lnTo>
                  <a:lnTo>
                    <a:pt x="1430759" y="2184903"/>
                  </a:lnTo>
                  <a:lnTo>
                    <a:pt x="1428026" y="2182457"/>
                  </a:lnTo>
                  <a:lnTo>
                    <a:pt x="1428026" y="2179724"/>
                  </a:lnTo>
                  <a:lnTo>
                    <a:pt x="1425581" y="2174690"/>
                  </a:lnTo>
                  <a:lnTo>
                    <a:pt x="1428026" y="2169512"/>
                  </a:lnTo>
                  <a:lnTo>
                    <a:pt x="1430759" y="2166923"/>
                  </a:lnTo>
                  <a:lnTo>
                    <a:pt x="1433204" y="2162032"/>
                  </a:lnTo>
                  <a:lnTo>
                    <a:pt x="1433204" y="2166923"/>
                  </a:lnTo>
                  <a:lnTo>
                    <a:pt x="1435793" y="2169512"/>
                  </a:lnTo>
                  <a:lnTo>
                    <a:pt x="1435793" y="2149806"/>
                  </a:lnTo>
                  <a:lnTo>
                    <a:pt x="1433204" y="2147361"/>
                  </a:lnTo>
                  <a:lnTo>
                    <a:pt x="1435793" y="2144772"/>
                  </a:lnTo>
                  <a:lnTo>
                    <a:pt x="1430759" y="2134559"/>
                  </a:lnTo>
                  <a:lnTo>
                    <a:pt x="1433204" y="2132114"/>
                  </a:lnTo>
                  <a:lnTo>
                    <a:pt x="1435793" y="2124347"/>
                  </a:lnTo>
                  <a:lnTo>
                    <a:pt x="1435793" y="2119456"/>
                  </a:lnTo>
                  <a:lnTo>
                    <a:pt x="1438238" y="2119456"/>
                  </a:lnTo>
                  <a:lnTo>
                    <a:pt x="1438238" y="2116723"/>
                  </a:lnTo>
                  <a:lnTo>
                    <a:pt x="1443417" y="2114134"/>
                  </a:lnTo>
                  <a:lnTo>
                    <a:pt x="1446006" y="2101476"/>
                  </a:lnTo>
                  <a:lnTo>
                    <a:pt x="1446006" y="2096298"/>
                  </a:lnTo>
                  <a:lnTo>
                    <a:pt x="1450896" y="2093709"/>
                  </a:lnTo>
                  <a:lnTo>
                    <a:pt x="1456218" y="2091264"/>
                  </a:lnTo>
                  <a:lnTo>
                    <a:pt x="1458663" y="2091264"/>
                  </a:lnTo>
                  <a:lnTo>
                    <a:pt x="1463842" y="2093709"/>
                  </a:lnTo>
                  <a:lnTo>
                    <a:pt x="1466287" y="2093709"/>
                  </a:lnTo>
                  <a:lnTo>
                    <a:pt x="1468876" y="2101476"/>
                  </a:lnTo>
                  <a:lnTo>
                    <a:pt x="1471321" y="2106511"/>
                  </a:lnTo>
                  <a:lnTo>
                    <a:pt x="1476499" y="2114134"/>
                  </a:lnTo>
                  <a:lnTo>
                    <a:pt x="1481534" y="2116723"/>
                  </a:lnTo>
                  <a:lnTo>
                    <a:pt x="1484267" y="2119456"/>
                  </a:lnTo>
                  <a:lnTo>
                    <a:pt x="1491746" y="2124347"/>
                  </a:lnTo>
                  <a:lnTo>
                    <a:pt x="1501959" y="2132114"/>
                  </a:lnTo>
                  <a:lnTo>
                    <a:pt x="1507137" y="2137148"/>
                  </a:lnTo>
                  <a:lnTo>
                    <a:pt x="1509726" y="2142326"/>
                  </a:lnTo>
                  <a:lnTo>
                    <a:pt x="1512171" y="2144772"/>
                  </a:lnTo>
                  <a:lnTo>
                    <a:pt x="1514904" y="2147361"/>
                  </a:lnTo>
                  <a:lnTo>
                    <a:pt x="1514904" y="2149806"/>
                  </a:lnTo>
                  <a:lnTo>
                    <a:pt x="1517349" y="2152539"/>
                  </a:lnTo>
                  <a:lnTo>
                    <a:pt x="1517349" y="2157429"/>
                  </a:lnTo>
                  <a:lnTo>
                    <a:pt x="1519938" y="2160018"/>
                  </a:lnTo>
                  <a:lnTo>
                    <a:pt x="1519938" y="2175409"/>
                  </a:lnTo>
                  <a:lnTo>
                    <a:pt x="1522384" y="2180443"/>
                  </a:lnTo>
                  <a:lnTo>
                    <a:pt x="1522384" y="2183176"/>
                  </a:lnTo>
                  <a:lnTo>
                    <a:pt x="1524829" y="2185622"/>
                  </a:lnTo>
                  <a:lnTo>
                    <a:pt x="1524829" y="2188067"/>
                  </a:lnTo>
                  <a:lnTo>
                    <a:pt x="1527562" y="2190656"/>
                  </a:lnTo>
                  <a:lnTo>
                    <a:pt x="1527562" y="2213814"/>
                  </a:lnTo>
                  <a:lnTo>
                    <a:pt x="1524829" y="2216259"/>
                  </a:lnTo>
                  <a:lnTo>
                    <a:pt x="1524829" y="2218704"/>
                  </a:lnTo>
                  <a:lnTo>
                    <a:pt x="1522384" y="2218704"/>
                  </a:lnTo>
                  <a:lnTo>
                    <a:pt x="1519938" y="2216259"/>
                  </a:lnTo>
                  <a:lnTo>
                    <a:pt x="1512171" y="2216259"/>
                  </a:lnTo>
                  <a:lnTo>
                    <a:pt x="1512171" y="2208492"/>
                  </a:lnTo>
                  <a:lnTo>
                    <a:pt x="1509726" y="2198279"/>
                  </a:lnTo>
                  <a:lnTo>
                    <a:pt x="1509726" y="2200293"/>
                  </a:lnTo>
                  <a:lnTo>
                    <a:pt x="1507137" y="2203026"/>
                  </a:lnTo>
                  <a:lnTo>
                    <a:pt x="1507137" y="2207917"/>
                  </a:lnTo>
                  <a:lnTo>
                    <a:pt x="1501959" y="2210506"/>
                  </a:lnTo>
                  <a:lnTo>
                    <a:pt x="1504692" y="2218129"/>
                  </a:lnTo>
                  <a:lnTo>
                    <a:pt x="1507137" y="2220718"/>
                  </a:lnTo>
                  <a:lnTo>
                    <a:pt x="1507137" y="2223451"/>
                  </a:lnTo>
                  <a:lnTo>
                    <a:pt x="1509726" y="2228342"/>
                  </a:lnTo>
                  <a:lnTo>
                    <a:pt x="1509726" y="2233376"/>
                  </a:lnTo>
                  <a:lnTo>
                    <a:pt x="1507137" y="2236109"/>
                  </a:lnTo>
                  <a:lnTo>
                    <a:pt x="1507137" y="2240999"/>
                  </a:lnTo>
                  <a:lnTo>
                    <a:pt x="1504692" y="2243588"/>
                  </a:lnTo>
                  <a:lnTo>
                    <a:pt x="1507137" y="2243588"/>
                  </a:lnTo>
                  <a:lnTo>
                    <a:pt x="1504692" y="2246321"/>
                  </a:lnTo>
                  <a:lnTo>
                    <a:pt x="1507137" y="2248767"/>
                  </a:lnTo>
                  <a:lnTo>
                    <a:pt x="1504692" y="2248767"/>
                  </a:lnTo>
                  <a:lnTo>
                    <a:pt x="1504692" y="2251212"/>
                  </a:lnTo>
                  <a:lnTo>
                    <a:pt x="1507137" y="2253801"/>
                  </a:lnTo>
                  <a:lnTo>
                    <a:pt x="1509726" y="2258979"/>
                  </a:lnTo>
                  <a:lnTo>
                    <a:pt x="1509726" y="2261424"/>
                  </a:lnTo>
                  <a:lnTo>
                    <a:pt x="1512171" y="2264014"/>
                  </a:lnTo>
                  <a:lnTo>
                    <a:pt x="1514904" y="2271637"/>
                  </a:lnTo>
                  <a:lnTo>
                    <a:pt x="1517349" y="2274226"/>
                  </a:lnTo>
                  <a:lnTo>
                    <a:pt x="1517349" y="2276959"/>
                  </a:lnTo>
                  <a:lnTo>
                    <a:pt x="1519938" y="2276959"/>
                  </a:lnTo>
                  <a:lnTo>
                    <a:pt x="1519938" y="2287171"/>
                  </a:lnTo>
                  <a:lnTo>
                    <a:pt x="1527562" y="2292062"/>
                  </a:lnTo>
                  <a:lnTo>
                    <a:pt x="1530151" y="2292062"/>
                  </a:lnTo>
                  <a:lnTo>
                    <a:pt x="1532596" y="2294651"/>
                  </a:lnTo>
                  <a:lnTo>
                    <a:pt x="1532596" y="2297384"/>
                  </a:lnTo>
                  <a:lnTo>
                    <a:pt x="1535041" y="2297384"/>
                  </a:lnTo>
                  <a:lnTo>
                    <a:pt x="1535041" y="2299829"/>
                  </a:lnTo>
                  <a:lnTo>
                    <a:pt x="1537774" y="2302274"/>
                  </a:lnTo>
                  <a:lnTo>
                    <a:pt x="1540363" y="2304864"/>
                  </a:lnTo>
                  <a:lnTo>
                    <a:pt x="1542809" y="2307597"/>
                  </a:lnTo>
                  <a:lnTo>
                    <a:pt x="1545254" y="2312487"/>
                  </a:lnTo>
                  <a:lnTo>
                    <a:pt x="1550432" y="2320254"/>
                  </a:lnTo>
                  <a:lnTo>
                    <a:pt x="1555466" y="2320254"/>
                  </a:lnTo>
                  <a:lnTo>
                    <a:pt x="1555466" y="2327734"/>
                  </a:lnTo>
                  <a:lnTo>
                    <a:pt x="1558199" y="2327734"/>
                  </a:lnTo>
                  <a:lnTo>
                    <a:pt x="1558199" y="2330467"/>
                  </a:lnTo>
                  <a:lnTo>
                    <a:pt x="1560645" y="2332912"/>
                  </a:lnTo>
                  <a:lnTo>
                    <a:pt x="1560645" y="2337946"/>
                  </a:lnTo>
                  <a:lnTo>
                    <a:pt x="1558199" y="2340679"/>
                  </a:lnTo>
                  <a:lnTo>
                    <a:pt x="1555466" y="2343125"/>
                  </a:lnTo>
                  <a:lnTo>
                    <a:pt x="1558199" y="2345570"/>
                  </a:lnTo>
                  <a:lnTo>
                    <a:pt x="1558199" y="2348159"/>
                  </a:lnTo>
                  <a:lnTo>
                    <a:pt x="1560645" y="2345570"/>
                  </a:lnTo>
                  <a:lnTo>
                    <a:pt x="1560645" y="2343125"/>
                  </a:lnTo>
                  <a:lnTo>
                    <a:pt x="1565679" y="2343125"/>
                  </a:lnTo>
                  <a:lnTo>
                    <a:pt x="1565679" y="2353337"/>
                  </a:lnTo>
                  <a:lnTo>
                    <a:pt x="1568412" y="2353337"/>
                  </a:lnTo>
                  <a:lnTo>
                    <a:pt x="1568412" y="2343125"/>
                  </a:lnTo>
                  <a:lnTo>
                    <a:pt x="1570857" y="2340679"/>
                  </a:lnTo>
                  <a:lnTo>
                    <a:pt x="1570857" y="2335357"/>
                  </a:lnTo>
                  <a:lnTo>
                    <a:pt x="1573446" y="2335357"/>
                  </a:lnTo>
                  <a:lnTo>
                    <a:pt x="1573446" y="2340679"/>
                  </a:lnTo>
                  <a:lnTo>
                    <a:pt x="1575891" y="2335357"/>
                  </a:lnTo>
                  <a:lnTo>
                    <a:pt x="1575891" y="2332912"/>
                  </a:lnTo>
                  <a:lnTo>
                    <a:pt x="1581070" y="2332912"/>
                  </a:lnTo>
                  <a:lnTo>
                    <a:pt x="1578624" y="2327734"/>
                  </a:lnTo>
                  <a:lnTo>
                    <a:pt x="1578624" y="2326008"/>
                  </a:lnTo>
                  <a:lnTo>
                    <a:pt x="1575891" y="2326008"/>
                  </a:lnTo>
                  <a:lnTo>
                    <a:pt x="1573446" y="2323563"/>
                  </a:lnTo>
                  <a:lnTo>
                    <a:pt x="1573446" y="2321117"/>
                  </a:lnTo>
                  <a:lnTo>
                    <a:pt x="1578624" y="2321117"/>
                  </a:lnTo>
                  <a:lnTo>
                    <a:pt x="1583659" y="2313350"/>
                  </a:lnTo>
                  <a:lnTo>
                    <a:pt x="1586104" y="2310905"/>
                  </a:lnTo>
                  <a:lnTo>
                    <a:pt x="1593871" y="2318672"/>
                  </a:lnTo>
                  <a:lnTo>
                    <a:pt x="1593871" y="2313350"/>
                  </a:lnTo>
                  <a:lnTo>
                    <a:pt x="1596316" y="2313350"/>
                  </a:lnTo>
                  <a:lnTo>
                    <a:pt x="1596316" y="2321117"/>
                  </a:lnTo>
                  <a:lnTo>
                    <a:pt x="1598762" y="2318672"/>
                  </a:lnTo>
                  <a:lnTo>
                    <a:pt x="1601495" y="2318672"/>
                  </a:lnTo>
                  <a:lnTo>
                    <a:pt x="1601495" y="2315795"/>
                  </a:lnTo>
                  <a:lnTo>
                    <a:pt x="1598762" y="2313350"/>
                  </a:lnTo>
                  <a:lnTo>
                    <a:pt x="1598762" y="2304864"/>
                  </a:lnTo>
                  <a:lnTo>
                    <a:pt x="1601495" y="2302274"/>
                  </a:lnTo>
                  <a:lnTo>
                    <a:pt x="1598762" y="2299829"/>
                  </a:lnTo>
                  <a:lnTo>
                    <a:pt x="1598762" y="2297384"/>
                  </a:lnTo>
                  <a:lnTo>
                    <a:pt x="1601495" y="2289617"/>
                  </a:lnTo>
                  <a:lnTo>
                    <a:pt x="1598762" y="2287171"/>
                  </a:lnTo>
                  <a:lnTo>
                    <a:pt x="1598762" y="2281849"/>
                  </a:lnTo>
                  <a:lnTo>
                    <a:pt x="1596316" y="2281849"/>
                  </a:lnTo>
                  <a:lnTo>
                    <a:pt x="1596316" y="2276959"/>
                  </a:lnTo>
                  <a:lnTo>
                    <a:pt x="1598762" y="2266746"/>
                  </a:lnTo>
                  <a:lnTo>
                    <a:pt x="1601495" y="2261424"/>
                  </a:lnTo>
                  <a:lnTo>
                    <a:pt x="1604084" y="2256534"/>
                  </a:lnTo>
                  <a:lnTo>
                    <a:pt x="1604084" y="2253801"/>
                  </a:lnTo>
                  <a:lnTo>
                    <a:pt x="1606529" y="2248767"/>
                  </a:lnTo>
                  <a:lnTo>
                    <a:pt x="1608974" y="2248767"/>
                  </a:lnTo>
                  <a:lnTo>
                    <a:pt x="1608974" y="2233376"/>
                  </a:lnTo>
                  <a:lnTo>
                    <a:pt x="1611707" y="2233376"/>
                  </a:lnTo>
                  <a:lnTo>
                    <a:pt x="1611707" y="2238554"/>
                  </a:lnTo>
                  <a:lnTo>
                    <a:pt x="1619187" y="2228342"/>
                  </a:lnTo>
                  <a:lnTo>
                    <a:pt x="1619187" y="2218129"/>
                  </a:lnTo>
                  <a:lnTo>
                    <a:pt x="1621920" y="2218129"/>
                  </a:lnTo>
                  <a:lnTo>
                    <a:pt x="1619187" y="2215684"/>
                  </a:lnTo>
                  <a:lnTo>
                    <a:pt x="1619187" y="2213238"/>
                  </a:lnTo>
                  <a:lnTo>
                    <a:pt x="1621920" y="2207917"/>
                  </a:lnTo>
                  <a:lnTo>
                    <a:pt x="1619187" y="2205471"/>
                  </a:lnTo>
                  <a:lnTo>
                    <a:pt x="1619187" y="2200293"/>
                  </a:lnTo>
                  <a:lnTo>
                    <a:pt x="1621920" y="2197704"/>
                  </a:lnTo>
                  <a:lnTo>
                    <a:pt x="1619187" y="2195259"/>
                  </a:lnTo>
                  <a:lnTo>
                    <a:pt x="1621920" y="2192813"/>
                  </a:lnTo>
                  <a:lnTo>
                    <a:pt x="1621920" y="2179868"/>
                  </a:lnTo>
                  <a:lnTo>
                    <a:pt x="1624509" y="2177279"/>
                  </a:lnTo>
                  <a:lnTo>
                    <a:pt x="1621201" y="2177279"/>
                  </a:lnTo>
                  <a:lnTo>
                    <a:pt x="1621201" y="2164621"/>
                  </a:lnTo>
                  <a:lnTo>
                    <a:pt x="1618468" y="2164621"/>
                  </a:lnTo>
                  <a:lnTo>
                    <a:pt x="1618468" y="2151963"/>
                  </a:lnTo>
                  <a:lnTo>
                    <a:pt x="1621201" y="2151963"/>
                  </a:lnTo>
                  <a:lnTo>
                    <a:pt x="1621201" y="2141751"/>
                  </a:lnTo>
                  <a:lnTo>
                    <a:pt x="1626235" y="2141751"/>
                  </a:lnTo>
                  <a:lnTo>
                    <a:pt x="1628680" y="2139306"/>
                  </a:lnTo>
                  <a:lnTo>
                    <a:pt x="1628680" y="2136573"/>
                  </a:lnTo>
                  <a:lnTo>
                    <a:pt x="1623790" y="2136573"/>
                  </a:lnTo>
                  <a:lnTo>
                    <a:pt x="1626235" y="2133984"/>
                  </a:lnTo>
                  <a:lnTo>
                    <a:pt x="1633858" y="2136573"/>
                  </a:lnTo>
                  <a:lnTo>
                    <a:pt x="1633858" y="2139306"/>
                  </a:lnTo>
                  <a:lnTo>
                    <a:pt x="1636447" y="2141751"/>
                  </a:lnTo>
                  <a:lnTo>
                    <a:pt x="1641626" y="2141751"/>
                  </a:lnTo>
                  <a:lnTo>
                    <a:pt x="1638893" y="2139306"/>
                  </a:lnTo>
                  <a:lnTo>
                    <a:pt x="1636447" y="2139306"/>
                  </a:lnTo>
                  <a:lnTo>
                    <a:pt x="1636447" y="2136573"/>
                  </a:lnTo>
                  <a:lnTo>
                    <a:pt x="1656872" y="2136573"/>
                  </a:lnTo>
                  <a:lnTo>
                    <a:pt x="1662051" y="2139306"/>
                  </a:lnTo>
                  <a:lnTo>
                    <a:pt x="1662051" y="2136573"/>
                  </a:lnTo>
                  <a:lnTo>
                    <a:pt x="1659318" y="2133984"/>
                  </a:lnTo>
                  <a:lnTo>
                    <a:pt x="1662051" y="2131538"/>
                  </a:lnTo>
                  <a:lnTo>
                    <a:pt x="1656872" y="2131538"/>
                  </a:lnTo>
                  <a:lnTo>
                    <a:pt x="1656872" y="2126360"/>
                  </a:lnTo>
                  <a:lnTo>
                    <a:pt x="1654283" y="2126360"/>
                  </a:lnTo>
                  <a:lnTo>
                    <a:pt x="1649105" y="2129093"/>
                  </a:lnTo>
                  <a:lnTo>
                    <a:pt x="1641626" y="2129093"/>
                  </a:lnTo>
                  <a:lnTo>
                    <a:pt x="1638893" y="2126360"/>
                  </a:lnTo>
                  <a:lnTo>
                    <a:pt x="1638893" y="2124634"/>
                  </a:lnTo>
                  <a:lnTo>
                    <a:pt x="1641626" y="2122189"/>
                  </a:lnTo>
                  <a:lnTo>
                    <a:pt x="1646660" y="2124634"/>
                  </a:lnTo>
                  <a:lnTo>
                    <a:pt x="1644071" y="2122189"/>
                  </a:lnTo>
                  <a:lnTo>
                    <a:pt x="1649105" y="2122189"/>
                  </a:lnTo>
                  <a:lnTo>
                    <a:pt x="1649105" y="2119744"/>
                  </a:lnTo>
                  <a:lnTo>
                    <a:pt x="1644071" y="2119744"/>
                  </a:lnTo>
                  <a:lnTo>
                    <a:pt x="1644071" y="2117011"/>
                  </a:lnTo>
                  <a:lnTo>
                    <a:pt x="1646660" y="2117011"/>
                  </a:lnTo>
                  <a:lnTo>
                    <a:pt x="1646660" y="2114422"/>
                  </a:lnTo>
                  <a:lnTo>
                    <a:pt x="1644071" y="2117011"/>
                  </a:lnTo>
                  <a:lnTo>
                    <a:pt x="1641626" y="2114422"/>
                  </a:lnTo>
                  <a:lnTo>
                    <a:pt x="1638893" y="2111976"/>
                  </a:lnTo>
                  <a:lnTo>
                    <a:pt x="1654283" y="2111976"/>
                  </a:lnTo>
                  <a:lnTo>
                    <a:pt x="1654283" y="2108956"/>
                  </a:lnTo>
                  <a:lnTo>
                    <a:pt x="1649105" y="2106223"/>
                  </a:lnTo>
                  <a:lnTo>
                    <a:pt x="1649105" y="2103634"/>
                  </a:lnTo>
                  <a:lnTo>
                    <a:pt x="1651838" y="2103634"/>
                  </a:lnTo>
                  <a:lnTo>
                    <a:pt x="1651838" y="2098743"/>
                  </a:lnTo>
                  <a:lnTo>
                    <a:pt x="1659318" y="2101189"/>
                  </a:lnTo>
                  <a:lnTo>
                    <a:pt x="1664496" y="2103634"/>
                  </a:lnTo>
                  <a:lnTo>
                    <a:pt x="1664496" y="2101189"/>
                  </a:lnTo>
                  <a:lnTo>
                    <a:pt x="1667085" y="2101189"/>
                  </a:lnTo>
                  <a:lnTo>
                    <a:pt x="1664496" y="2098743"/>
                  </a:lnTo>
                  <a:lnTo>
                    <a:pt x="1664496" y="2101189"/>
                  </a:lnTo>
                  <a:lnTo>
                    <a:pt x="1662051" y="2101189"/>
                  </a:lnTo>
                  <a:lnTo>
                    <a:pt x="1659318" y="2098743"/>
                  </a:lnTo>
                  <a:lnTo>
                    <a:pt x="1654283" y="2098743"/>
                  </a:lnTo>
                  <a:lnTo>
                    <a:pt x="1654283" y="2096010"/>
                  </a:lnTo>
                  <a:lnTo>
                    <a:pt x="1656872" y="2096010"/>
                  </a:lnTo>
                  <a:lnTo>
                    <a:pt x="1654283" y="2093421"/>
                  </a:lnTo>
                  <a:lnTo>
                    <a:pt x="1649105" y="2096010"/>
                  </a:lnTo>
                  <a:lnTo>
                    <a:pt x="1646660" y="2093421"/>
                  </a:lnTo>
                  <a:lnTo>
                    <a:pt x="1646660" y="2090976"/>
                  </a:lnTo>
                  <a:lnTo>
                    <a:pt x="1641626" y="2090976"/>
                  </a:lnTo>
                  <a:lnTo>
                    <a:pt x="1644071" y="2088531"/>
                  </a:lnTo>
                  <a:lnTo>
                    <a:pt x="1641626" y="2088531"/>
                  </a:lnTo>
                  <a:lnTo>
                    <a:pt x="1638893" y="2090976"/>
                  </a:lnTo>
                  <a:lnTo>
                    <a:pt x="1636447" y="2090976"/>
                  </a:lnTo>
                  <a:lnTo>
                    <a:pt x="1638893" y="2088531"/>
                  </a:lnTo>
                  <a:lnTo>
                    <a:pt x="1638893" y="2085798"/>
                  </a:lnTo>
                  <a:lnTo>
                    <a:pt x="1641626" y="2085798"/>
                  </a:lnTo>
                  <a:lnTo>
                    <a:pt x="1641626" y="2083209"/>
                  </a:lnTo>
                  <a:lnTo>
                    <a:pt x="1638893" y="2083209"/>
                  </a:lnTo>
                  <a:lnTo>
                    <a:pt x="1638893" y="2085798"/>
                  </a:lnTo>
                  <a:lnTo>
                    <a:pt x="1633858" y="2085798"/>
                  </a:lnTo>
                  <a:lnTo>
                    <a:pt x="1633858" y="2090976"/>
                  </a:lnTo>
                  <a:lnTo>
                    <a:pt x="1631413" y="2090976"/>
                  </a:lnTo>
                  <a:lnTo>
                    <a:pt x="1628680" y="2088531"/>
                  </a:lnTo>
                  <a:lnTo>
                    <a:pt x="1631413" y="2083209"/>
                  </a:lnTo>
                  <a:lnTo>
                    <a:pt x="1623790" y="2083209"/>
                  </a:lnTo>
                  <a:lnTo>
                    <a:pt x="1623790" y="2079038"/>
                  </a:lnTo>
                  <a:lnTo>
                    <a:pt x="1621201" y="2076305"/>
                  </a:lnTo>
                  <a:lnTo>
                    <a:pt x="1621201" y="2073715"/>
                  </a:lnTo>
                  <a:lnTo>
                    <a:pt x="1618468" y="2068825"/>
                  </a:lnTo>
                  <a:lnTo>
                    <a:pt x="1621201" y="2068825"/>
                  </a:lnTo>
                  <a:lnTo>
                    <a:pt x="1621201" y="2070695"/>
                  </a:lnTo>
                  <a:lnTo>
                    <a:pt x="1626235" y="2070695"/>
                  </a:lnTo>
                  <a:lnTo>
                    <a:pt x="1626235" y="2068250"/>
                  </a:lnTo>
                  <a:lnTo>
                    <a:pt x="1621201" y="2068250"/>
                  </a:lnTo>
                  <a:lnTo>
                    <a:pt x="1618468" y="2063072"/>
                  </a:lnTo>
                  <a:lnTo>
                    <a:pt x="1621201" y="2063072"/>
                  </a:lnTo>
                  <a:lnTo>
                    <a:pt x="1618468" y="2060482"/>
                  </a:lnTo>
                  <a:lnTo>
                    <a:pt x="1616022" y="2058037"/>
                  </a:lnTo>
                  <a:lnTo>
                    <a:pt x="1616022" y="2055304"/>
                  </a:lnTo>
                  <a:lnTo>
                    <a:pt x="1618468" y="2055304"/>
                  </a:lnTo>
                  <a:lnTo>
                    <a:pt x="1621201" y="2058037"/>
                  </a:lnTo>
                  <a:lnTo>
                    <a:pt x="1621201" y="2052859"/>
                  </a:lnTo>
                  <a:lnTo>
                    <a:pt x="1618468" y="2050270"/>
                  </a:lnTo>
                  <a:lnTo>
                    <a:pt x="1616022" y="2052859"/>
                  </a:lnTo>
                  <a:lnTo>
                    <a:pt x="1616022" y="2047825"/>
                  </a:lnTo>
                  <a:lnTo>
                    <a:pt x="1613577" y="2047825"/>
                  </a:lnTo>
                  <a:lnTo>
                    <a:pt x="1613577" y="2042646"/>
                  </a:lnTo>
                  <a:lnTo>
                    <a:pt x="1616022" y="2040057"/>
                  </a:lnTo>
                  <a:lnTo>
                    <a:pt x="1616022" y="2036893"/>
                  </a:lnTo>
                  <a:lnTo>
                    <a:pt x="1618468" y="2034448"/>
                  </a:lnTo>
                  <a:lnTo>
                    <a:pt x="1616022" y="2031715"/>
                  </a:lnTo>
                  <a:lnTo>
                    <a:pt x="1613577" y="2031715"/>
                  </a:lnTo>
                  <a:lnTo>
                    <a:pt x="1610988" y="2026681"/>
                  </a:lnTo>
                  <a:lnTo>
                    <a:pt x="1610988" y="2021502"/>
                  </a:lnTo>
                  <a:lnTo>
                    <a:pt x="1616022" y="2021502"/>
                  </a:lnTo>
                  <a:lnTo>
                    <a:pt x="1616022" y="2016468"/>
                  </a:lnTo>
                  <a:lnTo>
                    <a:pt x="1613577" y="2014023"/>
                  </a:lnTo>
                  <a:lnTo>
                    <a:pt x="1610988" y="2014023"/>
                  </a:lnTo>
                  <a:lnTo>
                    <a:pt x="1610988" y="2011290"/>
                  </a:lnTo>
                  <a:lnTo>
                    <a:pt x="1613577" y="2008701"/>
                  </a:lnTo>
                  <a:lnTo>
                    <a:pt x="1616022" y="2008701"/>
                  </a:lnTo>
                  <a:lnTo>
                    <a:pt x="1616022" y="2014023"/>
                  </a:lnTo>
                  <a:lnTo>
                    <a:pt x="1618468" y="2011290"/>
                  </a:lnTo>
                  <a:lnTo>
                    <a:pt x="1618468" y="2004673"/>
                  </a:lnTo>
                  <a:lnTo>
                    <a:pt x="1610988" y="2004673"/>
                  </a:lnTo>
                  <a:lnTo>
                    <a:pt x="1605810" y="2007119"/>
                  </a:lnTo>
                  <a:lnTo>
                    <a:pt x="1605810" y="1999351"/>
                  </a:lnTo>
                  <a:lnTo>
                    <a:pt x="1608255" y="1999351"/>
                  </a:lnTo>
                  <a:lnTo>
                    <a:pt x="1608255" y="2001940"/>
                  </a:lnTo>
                  <a:lnTo>
                    <a:pt x="1618468" y="2001940"/>
                  </a:lnTo>
                  <a:lnTo>
                    <a:pt x="1623790" y="2007119"/>
                  </a:lnTo>
                  <a:lnTo>
                    <a:pt x="1631413" y="2009564"/>
                  </a:lnTo>
                  <a:lnTo>
                    <a:pt x="1628680" y="2007119"/>
                  </a:lnTo>
                  <a:lnTo>
                    <a:pt x="1633858" y="2001940"/>
                  </a:lnTo>
                  <a:lnTo>
                    <a:pt x="1636447" y="2004673"/>
                  </a:lnTo>
                  <a:lnTo>
                    <a:pt x="1638893" y="2001940"/>
                  </a:lnTo>
                  <a:lnTo>
                    <a:pt x="1638893" y="1999351"/>
                  </a:lnTo>
                  <a:lnTo>
                    <a:pt x="1638317" y="1999351"/>
                  </a:lnTo>
                  <a:lnTo>
                    <a:pt x="1638317" y="1996906"/>
                  </a:lnTo>
                  <a:lnTo>
                    <a:pt x="1643496" y="1996906"/>
                  </a:lnTo>
                  <a:lnTo>
                    <a:pt x="1645941" y="1999351"/>
                  </a:lnTo>
                  <a:lnTo>
                    <a:pt x="1650975" y="1994461"/>
                  </a:lnTo>
                  <a:lnTo>
                    <a:pt x="1658742" y="1994461"/>
                  </a:lnTo>
                  <a:lnTo>
                    <a:pt x="1663921" y="1996906"/>
                  </a:lnTo>
                  <a:lnTo>
                    <a:pt x="1671400" y="1996906"/>
                  </a:lnTo>
                  <a:lnTo>
                    <a:pt x="1671400" y="1998488"/>
                  </a:lnTo>
                  <a:lnTo>
                    <a:pt x="1673845" y="2001077"/>
                  </a:lnTo>
                  <a:lnTo>
                    <a:pt x="1676578" y="2001077"/>
                  </a:lnTo>
                  <a:lnTo>
                    <a:pt x="1676578" y="2003810"/>
                  </a:lnTo>
                  <a:lnTo>
                    <a:pt x="1691825" y="2008701"/>
                  </a:lnTo>
                  <a:lnTo>
                    <a:pt x="1699592" y="2011290"/>
                  </a:lnTo>
                  <a:lnTo>
                    <a:pt x="1699592" y="2008701"/>
                  </a:lnTo>
                  <a:lnTo>
                    <a:pt x="1702038" y="2011290"/>
                  </a:lnTo>
                  <a:lnTo>
                    <a:pt x="1704483" y="2014023"/>
                  </a:lnTo>
                  <a:lnTo>
                    <a:pt x="1709805" y="2014023"/>
                  </a:lnTo>
                  <a:lnTo>
                    <a:pt x="1709805" y="2011290"/>
                  </a:lnTo>
                  <a:lnTo>
                    <a:pt x="1704483" y="2011290"/>
                  </a:lnTo>
                  <a:lnTo>
                    <a:pt x="1702038" y="2008701"/>
                  </a:lnTo>
                  <a:lnTo>
                    <a:pt x="1709805" y="2008701"/>
                  </a:lnTo>
                  <a:lnTo>
                    <a:pt x="1709805" y="2006255"/>
                  </a:lnTo>
                  <a:lnTo>
                    <a:pt x="1724189" y="2006255"/>
                  </a:lnTo>
                  <a:lnTo>
                    <a:pt x="1726922" y="2003810"/>
                  </a:lnTo>
                  <a:lnTo>
                    <a:pt x="1729367" y="2006255"/>
                  </a:lnTo>
                  <a:lnTo>
                    <a:pt x="1734401" y="2006255"/>
                  </a:lnTo>
                  <a:lnTo>
                    <a:pt x="1739579" y="2003810"/>
                  </a:lnTo>
                  <a:lnTo>
                    <a:pt x="1737134" y="2003810"/>
                  </a:lnTo>
                  <a:lnTo>
                    <a:pt x="1737134" y="2001077"/>
                  </a:lnTo>
                  <a:lnTo>
                    <a:pt x="1742168" y="2001077"/>
                  </a:lnTo>
                  <a:lnTo>
                    <a:pt x="1742168" y="2003810"/>
                  </a:lnTo>
                  <a:lnTo>
                    <a:pt x="1744614" y="2003810"/>
                  </a:lnTo>
                  <a:lnTo>
                    <a:pt x="1744614" y="2006255"/>
                  </a:lnTo>
                  <a:lnTo>
                    <a:pt x="1757271" y="2008701"/>
                  </a:lnTo>
                  <a:lnTo>
                    <a:pt x="1752381" y="2008701"/>
                  </a:lnTo>
                  <a:lnTo>
                    <a:pt x="1752381" y="2011290"/>
                  </a:lnTo>
                  <a:lnTo>
                    <a:pt x="1749792" y="2011290"/>
                  </a:lnTo>
                  <a:lnTo>
                    <a:pt x="1749792" y="2014023"/>
                  </a:lnTo>
                  <a:lnTo>
                    <a:pt x="1747059" y="2008701"/>
                  </a:lnTo>
                  <a:lnTo>
                    <a:pt x="1739579" y="2008701"/>
                  </a:lnTo>
                  <a:lnTo>
                    <a:pt x="1742168" y="2011290"/>
                  </a:lnTo>
                  <a:lnTo>
                    <a:pt x="1739579" y="2011290"/>
                  </a:lnTo>
                  <a:lnTo>
                    <a:pt x="1741305" y="2014598"/>
                  </a:lnTo>
                  <a:lnTo>
                    <a:pt x="1743751" y="2014598"/>
                  </a:lnTo>
                  <a:lnTo>
                    <a:pt x="1743751" y="2017043"/>
                  </a:lnTo>
                  <a:lnTo>
                    <a:pt x="1736271" y="2017043"/>
                  </a:lnTo>
                  <a:lnTo>
                    <a:pt x="1736271" y="2019489"/>
                  </a:lnTo>
                  <a:lnTo>
                    <a:pt x="1743751" y="2019489"/>
                  </a:lnTo>
                  <a:lnTo>
                    <a:pt x="1743751" y="2022078"/>
                  </a:lnTo>
                  <a:lnTo>
                    <a:pt x="1746196" y="2022078"/>
                  </a:lnTo>
                  <a:lnTo>
                    <a:pt x="1746196" y="2024811"/>
                  </a:lnTo>
                  <a:lnTo>
                    <a:pt x="1748929" y="2024811"/>
                  </a:lnTo>
                  <a:lnTo>
                    <a:pt x="1748929" y="2027256"/>
                  </a:lnTo>
                  <a:lnTo>
                    <a:pt x="1718291" y="2027256"/>
                  </a:lnTo>
                  <a:lnTo>
                    <a:pt x="1718291" y="2024811"/>
                  </a:lnTo>
                  <a:lnTo>
                    <a:pt x="1713113" y="2024811"/>
                  </a:lnTo>
                  <a:lnTo>
                    <a:pt x="1713113" y="2027256"/>
                  </a:lnTo>
                  <a:lnTo>
                    <a:pt x="1715846" y="2027256"/>
                  </a:lnTo>
                  <a:lnTo>
                    <a:pt x="1720880" y="2029701"/>
                  </a:lnTo>
                  <a:lnTo>
                    <a:pt x="1741305" y="2032290"/>
                  </a:lnTo>
                  <a:lnTo>
                    <a:pt x="1743751" y="2032290"/>
                  </a:lnTo>
                  <a:lnTo>
                    <a:pt x="1751518" y="2035023"/>
                  </a:lnTo>
                  <a:lnTo>
                    <a:pt x="1753963" y="2035023"/>
                  </a:lnTo>
                  <a:lnTo>
                    <a:pt x="1761730" y="2037468"/>
                  </a:lnTo>
                  <a:lnTo>
                    <a:pt x="1761730" y="2039914"/>
                  </a:lnTo>
                  <a:lnTo>
                    <a:pt x="1759141" y="2039914"/>
                  </a:lnTo>
                  <a:lnTo>
                    <a:pt x="1756408" y="2037468"/>
                  </a:lnTo>
                  <a:lnTo>
                    <a:pt x="1753963" y="2039914"/>
                  </a:lnTo>
                  <a:lnTo>
                    <a:pt x="1756265" y="2039914"/>
                  </a:lnTo>
                  <a:lnTo>
                    <a:pt x="1758998" y="2042503"/>
                  </a:lnTo>
                  <a:lnTo>
                    <a:pt x="1764032" y="2047681"/>
                  </a:lnTo>
                  <a:lnTo>
                    <a:pt x="1766477" y="2047681"/>
                  </a:lnTo>
                  <a:lnTo>
                    <a:pt x="1766477" y="2052715"/>
                  </a:lnTo>
                  <a:lnTo>
                    <a:pt x="1761587" y="2050126"/>
                  </a:lnTo>
                  <a:lnTo>
                    <a:pt x="1764032" y="2055160"/>
                  </a:lnTo>
                  <a:lnTo>
                    <a:pt x="1761587" y="2055160"/>
                  </a:lnTo>
                  <a:lnTo>
                    <a:pt x="1764032" y="2057893"/>
                  </a:lnTo>
                  <a:lnTo>
                    <a:pt x="1769210" y="2057893"/>
                  </a:lnTo>
                  <a:lnTo>
                    <a:pt x="1774244" y="2055160"/>
                  </a:lnTo>
                  <a:lnTo>
                    <a:pt x="1771799" y="2052715"/>
                  </a:lnTo>
                  <a:lnTo>
                    <a:pt x="1782012" y="2052715"/>
                  </a:lnTo>
                  <a:lnTo>
                    <a:pt x="1786902" y="2050126"/>
                  </a:lnTo>
                  <a:lnTo>
                    <a:pt x="1789635" y="2050126"/>
                  </a:lnTo>
                  <a:lnTo>
                    <a:pt x="1792224" y="2052715"/>
                  </a:lnTo>
                  <a:lnTo>
                    <a:pt x="1794669" y="2052715"/>
                  </a:lnTo>
                  <a:lnTo>
                    <a:pt x="1797115" y="2057893"/>
                  </a:lnTo>
                  <a:lnTo>
                    <a:pt x="1799848" y="2057893"/>
                  </a:lnTo>
                  <a:lnTo>
                    <a:pt x="1802293" y="2055160"/>
                  </a:lnTo>
                  <a:lnTo>
                    <a:pt x="1804882" y="2055160"/>
                  </a:lnTo>
                  <a:lnTo>
                    <a:pt x="1804882" y="2057893"/>
                  </a:lnTo>
                  <a:lnTo>
                    <a:pt x="1810060" y="2065373"/>
                  </a:lnTo>
                  <a:lnTo>
                    <a:pt x="1810060" y="2070551"/>
                  </a:lnTo>
                  <a:lnTo>
                    <a:pt x="1807327" y="2070551"/>
                  </a:lnTo>
                  <a:lnTo>
                    <a:pt x="1807327" y="2068106"/>
                  </a:lnTo>
                  <a:lnTo>
                    <a:pt x="1804882" y="2070551"/>
                  </a:lnTo>
                  <a:lnTo>
                    <a:pt x="1804882" y="2072996"/>
                  </a:lnTo>
                  <a:lnTo>
                    <a:pt x="1802293" y="2072996"/>
                  </a:lnTo>
                  <a:lnTo>
                    <a:pt x="1802293" y="2080764"/>
                  </a:lnTo>
                  <a:lnTo>
                    <a:pt x="1799848" y="2083209"/>
                  </a:lnTo>
                  <a:lnTo>
                    <a:pt x="1797115" y="2083209"/>
                  </a:lnTo>
                  <a:lnTo>
                    <a:pt x="1795389" y="2085510"/>
                  </a:lnTo>
                  <a:lnTo>
                    <a:pt x="1795389" y="2090688"/>
                  </a:lnTo>
                  <a:lnTo>
                    <a:pt x="1790354" y="2095723"/>
                  </a:lnTo>
                  <a:lnTo>
                    <a:pt x="1780142" y="2100901"/>
                  </a:lnTo>
                  <a:lnTo>
                    <a:pt x="1785176" y="2100901"/>
                  </a:lnTo>
                  <a:lnTo>
                    <a:pt x="1790354" y="2095723"/>
                  </a:lnTo>
                  <a:lnTo>
                    <a:pt x="1797834" y="2095723"/>
                  </a:lnTo>
                  <a:lnTo>
                    <a:pt x="1797834" y="2093134"/>
                  </a:lnTo>
                  <a:lnTo>
                    <a:pt x="1800567" y="2095723"/>
                  </a:lnTo>
                  <a:lnTo>
                    <a:pt x="1800567" y="2098456"/>
                  </a:lnTo>
                  <a:lnTo>
                    <a:pt x="1803012" y="2098456"/>
                  </a:lnTo>
                  <a:lnTo>
                    <a:pt x="1803012" y="2103346"/>
                  </a:lnTo>
                  <a:lnTo>
                    <a:pt x="1805601" y="2103346"/>
                  </a:lnTo>
                  <a:lnTo>
                    <a:pt x="1805601" y="2098456"/>
                  </a:lnTo>
                  <a:lnTo>
                    <a:pt x="1808046" y="2098456"/>
                  </a:lnTo>
                  <a:lnTo>
                    <a:pt x="1810779" y="2095723"/>
                  </a:lnTo>
                  <a:lnTo>
                    <a:pt x="1810779" y="2098456"/>
                  </a:lnTo>
                  <a:lnTo>
                    <a:pt x="1815814" y="2098456"/>
                  </a:lnTo>
                  <a:lnTo>
                    <a:pt x="1815814" y="2103346"/>
                  </a:lnTo>
                  <a:lnTo>
                    <a:pt x="1818259" y="2103346"/>
                  </a:lnTo>
                  <a:lnTo>
                    <a:pt x="1818259" y="2105935"/>
                  </a:lnTo>
                  <a:lnTo>
                    <a:pt x="1820704" y="2108668"/>
                  </a:lnTo>
                  <a:lnTo>
                    <a:pt x="1820704" y="2111113"/>
                  </a:lnTo>
                  <a:lnTo>
                    <a:pt x="1818259" y="2111113"/>
                  </a:lnTo>
                  <a:lnTo>
                    <a:pt x="1820704" y="2121326"/>
                  </a:lnTo>
                  <a:lnTo>
                    <a:pt x="1818259" y="2118881"/>
                  </a:lnTo>
                  <a:lnTo>
                    <a:pt x="1815814" y="2118881"/>
                  </a:lnTo>
                  <a:lnTo>
                    <a:pt x="1815814" y="2121326"/>
                  </a:lnTo>
                  <a:lnTo>
                    <a:pt x="1818259" y="2121326"/>
                  </a:lnTo>
                  <a:lnTo>
                    <a:pt x="1818259" y="2123771"/>
                  </a:lnTo>
                  <a:lnTo>
                    <a:pt x="1820704" y="2123771"/>
                  </a:lnTo>
                  <a:lnTo>
                    <a:pt x="1820704" y="2126360"/>
                  </a:lnTo>
                  <a:lnTo>
                    <a:pt x="1818259" y="2126360"/>
                  </a:lnTo>
                  <a:lnTo>
                    <a:pt x="1818259" y="2132258"/>
                  </a:lnTo>
                  <a:lnTo>
                    <a:pt x="1815814" y="2132258"/>
                  </a:lnTo>
                  <a:lnTo>
                    <a:pt x="1813224" y="2134703"/>
                  </a:lnTo>
                  <a:lnTo>
                    <a:pt x="1813224" y="2137292"/>
                  </a:lnTo>
                  <a:lnTo>
                    <a:pt x="1808046" y="2142470"/>
                  </a:lnTo>
                  <a:lnTo>
                    <a:pt x="1800567" y="2142470"/>
                  </a:lnTo>
                  <a:lnTo>
                    <a:pt x="1800567" y="2152683"/>
                  </a:lnTo>
                  <a:lnTo>
                    <a:pt x="1797834" y="2152683"/>
                  </a:lnTo>
                  <a:lnTo>
                    <a:pt x="1795389" y="2155128"/>
                  </a:lnTo>
                  <a:lnTo>
                    <a:pt x="1795389" y="2157573"/>
                  </a:lnTo>
                  <a:lnTo>
                    <a:pt x="1792943" y="2155128"/>
                  </a:lnTo>
                  <a:lnTo>
                    <a:pt x="1790354" y="2155128"/>
                  </a:lnTo>
                  <a:lnTo>
                    <a:pt x="1787621" y="2149950"/>
                  </a:lnTo>
                  <a:lnTo>
                    <a:pt x="1782731" y="2147505"/>
                  </a:lnTo>
                  <a:lnTo>
                    <a:pt x="1777409" y="2144915"/>
                  </a:lnTo>
                  <a:lnTo>
                    <a:pt x="1777409" y="2147505"/>
                  </a:lnTo>
                  <a:lnTo>
                    <a:pt x="1782731" y="2149950"/>
                  </a:lnTo>
                  <a:lnTo>
                    <a:pt x="1782731" y="2155128"/>
                  </a:lnTo>
                  <a:lnTo>
                    <a:pt x="1769929" y="2155128"/>
                  </a:lnTo>
                  <a:lnTo>
                    <a:pt x="1769929" y="2152970"/>
                  </a:lnTo>
                  <a:lnTo>
                    <a:pt x="1764751" y="2150237"/>
                  </a:lnTo>
                  <a:lnTo>
                    <a:pt x="1762306" y="2150237"/>
                  </a:lnTo>
                  <a:lnTo>
                    <a:pt x="1762306" y="2152970"/>
                  </a:lnTo>
                  <a:lnTo>
                    <a:pt x="1764751" y="2152970"/>
                  </a:lnTo>
                  <a:lnTo>
                    <a:pt x="1764751" y="2155416"/>
                  </a:lnTo>
                  <a:lnTo>
                    <a:pt x="1767196" y="2155416"/>
                  </a:lnTo>
                  <a:lnTo>
                    <a:pt x="1769929" y="2157861"/>
                  </a:lnTo>
                  <a:lnTo>
                    <a:pt x="1767196" y="2157861"/>
                  </a:lnTo>
                  <a:lnTo>
                    <a:pt x="1767196" y="2160450"/>
                  </a:lnTo>
                  <a:lnTo>
                    <a:pt x="1762306" y="2160450"/>
                  </a:lnTo>
                  <a:lnTo>
                    <a:pt x="1764751" y="2165628"/>
                  </a:lnTo>
                  <a:lnTo>
                    <a:pt x="1767196" y="2163183"/>
                  </a:lnTo>
                  <a:lnTo>
                    <a:pt x="1769929" y="2163183"/>
                  </a:lnTo>
                  <a:lnTo>
                    <a:pt x="1769929" y="2165628"/>
                  </a:lnTo>
                  <a:lnTo>
                    <a:pt x="1772518" y="2165628"/>
                  </a:lnTo>
                  <a:lnTo>
                    <a:pt x="1774964" y="2168073"/>
                  </a:lnTo>
                  <a:lnTo>
                    <a:pt x="1785176" y="2168073"/>
                  </a:lnTo>
                  <a:lnTo>
                    <a:pt x="1782731" y="2165628"/>
                  </a:lnTo>
                  <a:lnTo>
                    <a:pt x="1787621" y="2165628"/>
                  </a:lnTo>
                  <a:lnTo>
                    <a:pt x="1787621" y="2168073"/>
                  </a:lnTo>
                  <a:lnTo>
                    <a:pt x="1792943" y="2168073"/>
                  </a:lnTo>
                  <a:lnTo>
                    <a:pt x="1792943" y="2173395"/>
                  </a:lnTo>
                  <a:lnTo>
                    <a:pt x="1790354" y="2173395"/>
                  </a:lnTo>
                  <a:lnTo>
                    <a:pt x="1787621" y="2170662"/>
                  </a:lnTo>
                  <a:lnTo>
                    <a:pt x="1777409" y="2170662"/>
                  </a:lnTo>
                  <a:lnTo>
                    <a:pt x="1780142" y="2173395"/>
                  </a:lnTo>
                  <a:lnTo>
                    <a:pt x="1777409" y="2173395"/>
                  </a:lnTo>
                  <a:lnTo>
                    <a:pt x="1772518" y="2175841"/>
                  </a:lnTo>
                  <a:lnTo>
                    <a:pt x="1774964" y="2175841"/>
                  </a:lnTo>
                  <a:lnTo>
                    <a:pt x="1774964" y="2178286"/>
                  </a:lnTo>
                  <a:lnTo>
                    <a:pt x="1777409" y="2180875"/>
                  </a:lnTo>
                  <a:lnTo>
                    <a:pt x="1780142" y="2180875"/>
                  </a:lnTo>
                  <a:lnTo>
                    <a:pt x="1780142" y="2178286"/>
                  </a:lnTo>
                  <a:lnTo>
                    <a:pt x="1782731" y="2175841"/>
                  </a:lnTo>
                  <a:lnTo>
                    <a:pt x="1782731" y="2178286"/>
                  </a:lnTo>
                  <a:lnTo>
                    <a:pt x="1785176" y="2180875"/>
                  </a:lnTo>
                  <a:lnTo>
                    <a:pt x="1782731" y="2186053"/>
                  </a:lnTo>
                  <a:lnTo>
                    <a:pt x="1782731" y="2193820"/>
                  </a:lnTo>
                  <a:lnTo>
                    <a:pt x="1785176" y="2196266"/>
                  </a:lnTo>
                  <a:lnTo>
                    <a:pt x="1790354" y="2196266"/>
                  </a:lnTo>
                  <a:lnTo>
                    <a:pt x="1792943" y="2188499"/>
                  </a:lnTo>
                  <a:lnTo>
                    <a:pt x="1795389" y="2183608"/>
                  </a:lnTo>
                  <a:lnTo>
                    <a:pt x="1797834" y="2186053"/>
                  </a:lnTo>
                  <a:lnTo>
                    <a:pt x="1797834" y="2191087"/>
                  </a:lnTo>
                  <a:lnTo>
                    <a:pt x="1795389" y="2193820"/>
                  </a:lnTo>
                  <a:lnTo>
                    <a:pt x="1795389" y="2196266"/>
                  </a:lnTo>
                  <a:lnTo>
                    <a:pt x="1792943" y="2198711"/>
                  </a:lnTo>
                  <a:lnTo>
                    <a:pt x="1795389" y="2198711"/>
                  </a:lnTo>
                  <a:lnTo>
                    <a:pt x="1792943" y="2201300"/>
                  </a:lnTo>
                  <a:lnTo>
                    <a:pt x="1792943" y="2206478"/>
                  </a:lnTo>
                  <a:lnTo>
                    <a:pt x="1795389" y="2206478"/>
                  </a:lnTo>
                  <a:lnTo>
                    <a:pt x="1792943" y="2208924"/>
                  </a:lnTo>
                  <a:lnTo>
                    <a:pt x="1792943" y="2211512"/>
                  </a:lnTo>
                  <a:lnTo>
                    <a:pt x="1795389" y="2214245"/>
                  </a:lnTo>
                  <a:lnTo>
                    <a:pt x="1795389" y="2219136"/>
                  </a:lnTo>
                  <a:lnTo>
                    <a:pt x="1797834" y="2221725"/>
                  </a:lnTo>
                  <a:lnTo>
                    <a:pt x="1805601" y="2231937"/>
                  </a:lnTo>
                  <a:lnTo>
                    <a:pt x="1813224" y="2234383"/>
                  </a:lnTo>
                  <a:lnTo>
                    <a:pt x="1813224" y="2239561"/>
                  </a:lnTo>
                  <a:lnTo>
                    <a:pt x="1823437" y="2244595"/>
                  </a:lnTo>
                  <a:lnTo>
                    <a:pt x="1826026" y="2249774"/>
                  </a:lnTo>
                  <a:lnTo>
                    <a:pt x="1833649" y="2254808"/>
                  </a:lnTo>
                  <a:lnTo>
                    <a:pt x="1836239" y="2254808"/>
                  </a:lnTo>
                  <a:lnTo>
                    <a:pt x="1838684" y="2259986"/>
                  </a:lnTo>
                  <a:lnTo>
                    <a:pt x="1841129" y="2262431"/>
                  </a:lnTo>
                  <a:lnTo>
                    <a:pt x="1846451" y="2270199"/>
                  </a:lnTo>
                  <a:lnTo>
                    <a:pt x="1848897" y="2270199"/>
                  </a:lnTo>
                  <a:lnTo>
                    <a:pt x="1848897" y="2272356"/>
                  </a:lnTo>
                  <a:lnTo>
                    <a:pt x="1846451" y="2274945"/>
                  </a:lnTo>
                  <a:lnTo>
                    <a:pt x="1846451" y="2277678"/>
                  </a:lnTo>
                  <a:lnTo>
                    <a:pt x="1843862" y="2295370"/>
                  </a:lnTo>
                  <a:lnTo>
                    <a:pt x="1846451" y="2298103"/>
                  </a:lnTo>
                  <a:lnTo>
                    <a:pt x="1846451" y="2320973"/>
                  </a:lnTo>
                  <a:lnTo>
                    <a:pt x="1843862" y="2320973"/>
                  </a:lnTo>
                  <a:lnTo>
                    <a:pt x="1843862" y="2328453"/>
                  </a:lnTo>
                  <a:lnTo>
                    <a:pt x="1841129" y="2331186"/>
                  </a:lnTo>
                  <a:lnTo>
                    <a:pt x="1838684" y="2328453"/>
                  </a:lnTo>
                  <a:lnTo>
                    <a:pt x="1836239" y="2331186"/>
                  </a:lnTo>
                  <a:lnTo>
                    <a:pt x="1836239" y="2333631"/>
                  </a:lnTo>
                  <a:lnTo>
                    <a:pt x="1830917" y="2333631"/>
                  </a:lnTo>
                  <a:lnTo>
                    <a:pt x="1828471" y="2331186"/>
                  </a:lnTo>
                  <a:lnTo>
                    <a:pt x="1826026" y="2333631"/>
                  </a:lnTo>
                  <a:lnTo>
                    <a:pt x="1823437" y="2336076"/>
                  </a:lnTo>
                  <a:lnTo>
                    <a:pt x="1823437" y="2338665"/>
                  </a:lnTo>
                  <a:lnTo>
                    <a:pt x="1820704" y="2338665"/>
                  </a:lnTo>
                  <a:lnTo>
                    <a:pt x="1823437" y="2341398"/>
                  </a:lnTo>
                  <a:lnTo>
                    <a:pt x="1820704" y="2341398"/>
                  </a:lnTo>
                  <a:lnTo>
                    <a:pt x="1820704" y="2343844"/>
                  </a:lnTo>
                  <a:lnTo>
                    <a:pt x="1823437" y="2343844"/>
                  </a:lnTo>
                  <a:lnTo>
                    <a:pt x="1823437" y="2346289"/>
                  </a:lnTo>
                  <a:lnTo>
                    <a:pt x="1820704" y="2346289"/>
                  </a:lnTo>
                  <a:lnTo>
                    <a:pt x="1820704" y="2354056"/>
                  </a:lnTo>
                  <a:lnTo>
                    <a:pt x="1818259" y="2356501"/>
                  </a:lnTo>
                  <a:lnTo>
                    <a:pt x="1818259" y="2358659"/>
                  </a:lnTo>
                  <a:lnTo>
                    <a:pt x="1815814" y="2361392"/>
                  </a:lnTo>
                  <a:lnTo>
                    <a:pt x="1815814" y="2363837"/>
                  </a:lnTo>
                  <a:lnTo>
                    <a:pt x="1818259" y="2363837"/>
                  </a:lnTo>
                  <a:lnTo>
                    <a:pt x="1818259" y="2368872"/>
                  </a:lnTo>
                  <a:lnTo>
                    <a:pt x="1813224" y="2366282"/>
                  </a:lnTo>
                  <a:lnTo>
                    <a:pt x="1813224" y="2368872"/>
                  </a:lnTo>
                  <a:lnTo>
                    <a:pt x="1808046" y="2366282"/>
                  </a:lnTo>
                  <a:lnTo>
                    <a:pt x="1808046" y="2371604"/>
                  </a:lnTo>
                  <a:lnTo>
                    <a:pt x="1805601" y="2371604"/>
                  </a:lnTo>
                  <a:lnTo>
                    <a:pt x="1805601" y="2374050"/>
                  </a:lnTo>
                  <a:lnTo>
                    <a:pt x="1803012" y="2374050"/>
                  </a:lnTo>
                  <a:lnTo>
                    <a:pt x="1805601" y="2376495"/>
                  </a:lnTo>
                  <a:lnTo>
                    <a:pt x="1803012" y="2379084"/>
                  </a:lnTo>
                  <a:lnTo>
                    <a:pt x="1800567" y="2381817"/>
                  </a:lnTo>
                  <a:lnTo>
                    <a:pt x="1800567" y="2389297"/>
                  </a:lnTo>
                  <a:lnTo>
                    <a:pt x="1797834" y="2389297"/>
                  </a:lnTo>
                  <a:lnTo>
                    <a:pt x="1792943" y="2392029"/>
                  </a:lnTo>
                  <a:lnTo>
                    <a:pt x="1792943" y="2389297"/>
                  </a:lnTo>
                  <a:lnTo>
                    <a:pt x="1787621" y="2392029"/>
                  </a:lnTo>
                  <a:lnTo>
                    <a:pt x="1785176" y="2392029"/>
                  </a:lnTo>
                  <a:lnTo>
                    <a:pt x="1785176" y="2394475"/>
                  </a:lnTo>
                  <a:lnTo>
                    <a:pt x="1782731" y="2394475"/>
                  </a:lnTo>
                  <a:lnTo>
                    <a:pt x="1782731" y="2404687"/>
                  </a:lnTo>
                  <a:lnTo>
                    <a:pt x="1776833" y="2404687"/>
                  </a:lnTo>
                  <a:lnTo>
                    <a:pt x="1776833" y="2407133"/>
                  </a:lnTo>
                  <a:lnTo>
                    <a:pt x="1774388" y="2409578"/>
                  </a:lnTo>
                  <a:lnTo>
                    <a:pt x="1771943" y="2412167"/>
                  </a:lnTo>
                  <a:lnTo>
                    <a:pt x="1771943" y="2414900"/>
                  </a:lnTo>
                  <a:lnTo>
                    <a:pt x="1769354" y="2417345"/>
                  </a:lnTo>
                  <a:lnTo>
                    <a:pt x="1766621" y="2419790"/>
                  </a:lnTo>
                  <a:lnTo>
                    <a:pt x="1766621" y="2417345"/>
                  </a:lnTo>
                  <a:lnTo>
                    <a:pt x="1764176" y="2419790"/>
                  </a:lnTo>
                  <a:lnTo>
                    <a:pt x="1764176" y="2422379"/>
                  </a:lnTo>
                  <a:lnTo>
                    <a:pt x="1761730" y="2422379"/>
                  </a:lnTo>
                  <a:lnTo>
                    <a:pt x="1761730" y="2419790"/>
                  </a:lnTo>
                  <a:lnTo>
                    <a:pt x="1759141" y="2422379"/>
                  </a:lnTo>
                  <a:lnTo>
                    <a:pt x="1756408" y="2422379"/>
                  </a:lnTo>
                  <a:lnTo>
                    <a:pt x="1756408" y="2417345"/>
                  </a:lnTo>
                  <a:lnTo>
                    <a:pt x="1759141" y="2419790"/>
                  </a:lnTo>
                  <a:lnTo>
                    <a:pt x="1759141" y="2414900"/>
                  </a:lnTo>
                  <a:lnTo>
                    <a:pt x="1753963" y="2409578"/>
                  </a:lnTo>
                  <a:lnTo>
                    <a:pt x="1751518" y="2407133"/>
                  </a:lnTo>
                  <a:lnTo>
                    <a:pt x="1741305" y="2417345"/>
                  </a:lnTo>
                  <a:lnTo>
                    <a:pt x="1743751" y="2422379"/>
                  </a:lnTo>
                  <a:lnTo>
                    <a:pt x="1741305" y="2422379"/>
                  </a:lnTo>
                  <a:lnTo>
                    <a:pt x="1741305" y="2425112"/>
                  </a:lnTo>
                  <a:lnTo>
                    <a:pt x="1743751" y="2427558"/>
                  </a:lnTo>
                  <a:lnTo>
                    <a:pt x="1748929" y="2430003"/>
                  </a:lnTo>
                  <a:lnTo>
                    <a:pt x="1748929" y="2435325"/>
                  </a:lnTo>
                  <a:lnTo>
                    <a:pt x="1751518" y="2437770"/>
                  </a:lnTo>
                  <a:lnTo>
                    <a:pt x="1753963" y="2440215"/>
                  </a:lnTo>
                  <a:lnTo>
                    <a:pt x="1753963" y="2442804"/>
                  </a:lnTo>
                  <a:lnTo>
                    <a:pt x="1751662" y="2442804"/>
                  </a:lnTo>
                  <a:lnTo>
                    <a:pt x="1751662" y="2445537"/>
                  </a:lnTo>
                  <a:lnTo>
                    <a:pt x="1749073" y="2447983"/>
                  </a:lnTo>
                  <a:lnTo>
                    <a:pt x="1746340" y="2447983"/>
                  </a:lnTo>
                  <a:lnTo>
                    <a:pt x="1746340" y="2445537"/>
                  </a:lnTo>
                  <a:lnTo>
                    <a:pt x="1749073" y="2442804"/>
                  </a:lnTo>
                  <a:lnTo>
                    <a:pt x="1749073" y="2440215"/>
                  </a:lnTo>
                  <a:lnTo>
                    <a:pt x="1746340" y="2442804"/>
                  </a:lnTo>
                  <a:lnTo>
                    <a:pt x="1741449" y="2442804"/>
                  </a:lnTo>
                  <a:lnTo>
                    <a:pt x="1741449" y="2440215"/>
                  </a:lnTo>
                  <a:lnTo>
                    <a:pt x="1733682" y="2437770"/>
                  </a:lnTo>
                  <a:lnTo>
                    <a:pt x="1731237" y="2435325"/>
                  </a:lnTo>
                  <a:lnTo>
                    <a:pt x="1728648" y="2430003"/>
                  </a:lnTo>
                  <a:lnTo>
                    <a:pt x="1726203" y="2430003"/>
                  </a:lnTo>
                  <a:lnTo>
                    <a:pt x="1723470" y="2432592"/>
                  </a:lnTo>
                  <a:lnTo>
                    <a:pt x="1721024" y="2432592"/>
                  </a:lnTo>
                  <a:lnTo>
                    <a:pt x="1721024" y="2435325"/>
                  </a:lnTo>
                  <a:lnTo>
                    <a:pt x="1723470" y="2435325"/>
                  </a:lnTo>
                  <a:lnTo>
                    <a:pt x="1723470" y="2437770"/>
                  </a:lnTo>
                  <a:lnTo>
                    <a:pt x="1721024" y="2437770"/>
                  </a:lnTo>
                  <a:lnTo>
                    <a:pt x="1718435" y="2435325"/>
                  </a:lnTo>
                  <a:lnTo>
                    <a:pt x="1718435" y="2432592"/>
                  </a:lnTo>
                  <a:lnTo>
                    <a:pt x="1715990" y="2432592"/>
                  </a:lnTo>
                  <a:lnTo>
                    <a:pt x="1715990" y="2427558"/>
                  </a:lnTo>
                  <a:lnTo>
                    <a:pt x="1713257" y="2425112"/>
                  </a:lnTo>
                  <a:lnTo>
                    <a:pt x="1710812" y="2425112"/>
                  </a:lnTo>
                  <a:lnTo>
                    <a:pt x="1710812" y="2422379"/>
                  </a:lnTo>
                  <a:lnTo>
                    <a:pt x="1708367" y="2427558"/>
                  </a:lnTo>
                  <a:lnTo>
                    <a:pt x="1705777" y="2427558"/>
                  </a:lnTo>
                  <a:lnTo>
                    <a:pt x="1705777" y="2430003"/>
                  </a:lnTo>
                  <a:lnTo>
                    <a:pt x="1708367" y="2432592"/>
                  </a:lnTo>
                  <a:lnTo>
                    <a:pt x="1710812" y="2435325"/>
                  </a:lnTo>
                  <a:lnTo>
                    <a:pt x="1713257" y="2437770"/>
                  </a:lnTo>
                  <a:lnTo>
                    <a:pt x="1715990" y="2440215"/>
                  </a:lnTo>
                  <a:lnTo>
                    <a:pt x="1718435" y="2442804"/>
                  </a:lnTo>
                  <a:lnTo>
                    <a:pt x="1721024" y="2447983"/>
                  </a:lnTo>
                  <a:lnTo>
                    <a:pt x="1721024" y="2450428"/>
                  </a:lnTo>
                  <a:lnTo>
                    <a:pt x="1715990" y="2450428"/>
                  </a:lnTo>
                  <a:lnTo>
                    <a:pt x="1713257" y="2447983"/>
                  </a:lnTo>
                  <a:lnTo>
                    <a:pt x="1710812" y="2442804"/>
                  </a:lnTo>
                  <a:lnTo>
                    <a:pt x="1707935" y="2445537"/>
                  </a:lnTo>
                  <a:lnTo>
                    <a:pt x="1705346" y="2445537"/>
                  </a:lnTo>
                  <a:lnTo>
                    <a:pt x="1700168" y="2447983"/>
                  </a:lnTo>
                  <a:lnTo>
                    <a:pt x="1697722" y="2442804"/>
                  </a:lnTo>
                  <a:lnTo>
                    <a:pt x="1692400" y="2440215"/>
                  </a:lnTo>
                  <a:lnTo>
                    <a:pt x="1692400" y="2442804"/>
                  </a:lnTo>
                  <a:lnTo>
                    <a:pt x="1689955" y="2445537"/>
                  </a:lnTo>
                  <a:lnTo>
                    <a:pt x="1687510" y="2440215"/>
                  </a:lnTo>
                  <a:lnTo>
                    <a:pt x="1684921" y="2440215"/>
                  </a:lnTo>
                  <a:lnTo>
                    <a:pt x="1682188" y="2435325"/>
                  </a:lnTo>
                  <a:lnTo>
                    <a:pt x="1682188" y="2440215"/>
                  </a:lnTo>
                  <a:lnTo>
                    <a:pt x="1679743" y="2442804"/>
                  </a:lnTo>
                  <a:lnTo>
                    <a:pt x="1677297" y="2442804"/>
                  </a:lnTo>
                  <a:lnTo>
                    <a:pt x="1674708" y="2437770"/>
                  </a:lnTo>
                  <a:lnTo>
                    <a:pt x="1671975" y="2430003"/>
                  </a:lnTo>
                  <a:lnTo>
                    <a:pt x="1669530" y="2419790"/>
                  </a:lnTo>
                  <a:lnTo>
                    <a:pt x="1667085" y="2414900"/>
                  </a:lnTo>
                  <a:lnTo>
                    <a:pt x="1662051" y="2409578"/>
                  </a:lnTo>
                  <a:lnTo>
                    <a:pt x="1662051" y="2404687"/>
                  </a:lnTo>
                  <a:lnTo>
                    <a:pt x="1659318" y="2404687"/>
                  </a:lnTo>
                  <a:lnTo>
                    <a:pt x="1659318" y="2407133"/>
                  </a:lnTo>
                  <a:lnTo>
                    <a:pt x="1656872" y="2409578"/>
                  </a:lnTo>
                  <a:lnTo>
                    <a:pt x="1654283" y="2409578"/>
                  </a:lnTo>
                  <a:lnTo>
                    <a:pt x="1654283" y="2412167"/>
                  </a:lnTo>
                  <a:lnTo>
                    <a:pt x="1651838" y="2414900"/>
                  </a:lnTo>
                  <a:lnTo>
                    <a:pt x="1646660" y="2417345"/>
                  </a:lnTo>
                  <a:lnTo>
                    <a:pt x="1636447" y="2417345"/>
                  </a:lnTo>
                  <a:lnTo>
                    <a:pt x="1638893" y="2422379"/>
                  </a:lnTo>
                  <a:lnTo>
                    <a:pt x="1636447" y="2419790"/>
                  </a:lnTo>
                  <a:lnTo>
                    <a:pt x="1628680" y="2419790"/>
                  </a:lnTo>
                  <a:lnTo>
                    <a:pt x="1623790" y="2414900"/>
                  </a:lnTo>
                  <a:lnTo>
                    <a:pt x="1623790" y="2419790"/>
                  </a:lnTo>
                  <a:lnTo>
                    <a:pt x="1621201" y="2417345"/>
                  </a:lnTo>
                  <a:lnTo>
                    <a:pt x="1621201" y="2414900"/>
                  </a:lnTo>
                  <a:lnTo>
                    <a:pt x="1618468" y="2414900"/>
                  </a:lnTo>
                  <a:lnTo>
                    <a:pt x="1618468" y="2419790"/>
                  </a:lnTo>
                  <a:lnTo>
                    <a:pt x="1616022" y="2419790"/>
                  </a:lnTo>
                  <a:lnTo>
                    <a:pt x="1613577" y="2417345"/>
                  </a:lnTo>
                  <a:lnTo>
                    <a:pt x="1608255" y="2414900"/>
                  </a:lnTo>
                  <a:lnTo>
                    <a:pt x="1608255" y="2419790"/>
                  </a:lnTo>
                  <a:lnTo>
                    <a:pt x="1600776" y="2419790"/>
                  </a:lnTo>
                  <a:lnTo>
                    <a:pt x="1600776" y="2425112"/>
                  </a:lnTo>
                  <a:lnTo>
                    <a:pt x="1603365" y="2427558"/>
                  </a:lnTo>
                  <a:lnTo>
                    <a:pt x="1605810" y="2430003"/>
                  </a:lnTo>
                  <a:lnTo>
                    <a:pt x="1598043" y="2430003"/>
                  </a:lnTo>
                  <a:lnTo>
                    <a:pt x="1598043" y="2432592"/>
                  </a:lnTo>
                  <a:lnTo>
                    <a:pt x="1600776" y="2432592"/>
                  </a:lnTo>
                  <a:lnTo>
                    <a:pt x="1603365" y="2437770"/>
                  </a:lnTo>
                  <a:lnTo>
                    <a:pt x="1605810" y="2442804"/>
                  </a:lnTo>
                  <a:lnTo>
                    <a:pt x="1608255" y="2442804"/>
                  </a:lnTo>
                  <a:lnTo>
                    <a:pt x="1608255" y="2446257"/>
                  </a:lnTo>
                  <a:lnTo>
                    <a:pt x="1610988" y="2446257"/>
                  </a:lnTo>
                  <a:lnTo>
                    <a:pt x="1616022" y="2448702"/>
                  </a:lnTo>
                  <a:lnTo>
                    <a:pt x="1623790" y="2448702"/>
                  </a:lnTo>
                  <a:lnTo>
                    <a:pt x="1628680" y="2451147"/>
                  </a:lnTo>
                  <a:lnTo>
                    <a:pt x="1631413" y="2451147"/>
                  </a:lnTo>
                  <a:lnTo>
                    <a:pt x="1636447" y="2453736"/>
                  </a:lnTo>
                  <a:lnTo>
                    <a:pt x="1638893" y="2456469"/>
                  </a:lnTo>
                  <a:lnTo>
                    <a:pt x="1644071" y="2456469"/>
                  </a:lnTo>
                  <a:lnTo>
                    <a:pt x="1646660" y="2458914"/>
                  </a:lnTo>
                  <a:lnTo>
                    <a:pt x="1644071" y="2463949"/>
                  </a:lnTo>
                  <a:lnTo>
                    <a:pt x="1641626" y="2466682"/>
                  </a:lnTo>
                  <a:lnTo>
                    <a:pt x="1644071" y="2471572"/>
                  </a:lnTo>
                  <a:lnTo>
                    <a:pt x="1644071" y="2475599"/>
                  </a:lnTo>
                  <a:lnTo>
                    <a:pt x="1641626" y="2478045"/>
                  </a:lnTo>
                  <a:lnTo>
                    <a:pt x="1638893" y="2478045"/>
                  </a:lnTo>
                  <a:lnTo>
                    <a:pt x="1638893" y="2480490"/>
                  </a:lnTo>
                  <a:lnTo>
                    <a:pt x="1636879" y="2480490"/>
                  </a:lnTo>
                  <a:lnTo>
                    <a:pt x="1636879" y="2483079"/>
                  </a:lnTo>
                  <a:lnTo>
                    <a:pt x="1634290" y="2483079"/>
                  </a:lnTo>
                  <a:lnTo>
                    <a:pt x="1634290" y="2485812"/>
                  </a:lnTo>
                  <a:lnTo>
                    <a:pt x="1631844" y="2488257"/>
                  </a:lnTo>
                  <a:lnTo>
                    <a:pt x="1629112" y="2493148"/>
                  </a:lnTo>
                  <a:lnTo>
                    <a:pt x="1624221" y="2493148"/>
                  </a:lnTo>
                  <a:lnTo>
                    <a:pt x="1624221" y="2503360"/>
                  </a:lnTo>
                  <a:lnTo>
                    <a:pt x="1621632" y="2505949"/>
                  </a:lnTo>
                  <a:lnTo>
                    <a:pt x="1624221" y="2508682"/>
                  </a:lnTo>
                  <a:lnTo>
                    <a:pt x="1626666" y="2511128"/>
                  </a:lnTo>
                  <a:lnTo>
                    <a:pt x="1624221" y="2516162"/>
                  </a:lnTo>
                  <a:lnTo>
                    <a:pt x="1621632" y="2518895"/>
                  </a:lnTo>
                  <a:lnTo>
                    <a:pt x="1621632" y="2521340"/>
                  </a:lnTo>
                  <a:lnTo>
                    <a:pt x="1618899" y="2521340"/>
                  </a:lnTo>
                  <a:lnTo>
                    <a:pt x="1618899" y="2523785"/>
                  </a:lnTo>
                  <a:lnTo>
                    <a:pt x="1616454" y="2523785"/>
                  </a:lnTo>
                  <a:lnTo>
                    <a:pt x="1614009" y="2526374"/>
                  </a:lnTo>
                  <a:lnTo>
                    <a:pt x="1614009" y="2529107"/>
                  </a:lnTo>
                  <a:lnTo>
                    <a:pt x="1612139" y="2532416"/>
                  </a:lnTo>
                  <a:lnTo>
                    <a:pt x="1609406" y="2534861"/>
                  </a:lnTo>
                  <a:lnTo>
                    <a:pt x="1609406" y="2537450"/>
                  </a:lnTo>
                  <a:lnTo>
                    <a:pt x="1606961" y="2537450"/>
                  </a:lnTo>
                  <a:lnTo>
                    <a:pt x="1606961" y="2540183"/>
                  </a:lnTo>
                  <a:lnTo>
                    <a:pt x="1604515" y="2540183"/>
                  </a:lnTo>
                  <a:lnTo>
                    <a:pt x="1601926" y="2542628"/>
                  </a:lnTo>
                  <a:lnTo>
                    <a:pt x="1599193" y="2542628"/>
                  </a:lnTo>
                  <a:lnTo>
                    <a:pt x="1599193" y="2547662"/>
                  </a:lnTo>
                  <a:lnTo>
                    <a:pt x="1596748" y="2547662"/>
                  </a:lnTo>
                  <a:lnTo>
                    <a:pt x="1594303" y="2550395"/>
                  </a:lnTo>
                  <a:lnTo>
                    <a:pt x="1591714" y="2550395"/>
                  </a:lnTo>
                  <a:lnTo>
                    <a:pt x="1591714" y="2555286"/>
                  </a:lnTo>
                  <a:lnTo>
                    <a:pt x="1594303" y="2557875"/>
                  </a:lnTo>
                  <a:lnTo>
                    <a:pt x="1591714" y="2563053"/>
                  </a:lnTo>
                  <a:lnTo>
                    <a:pt x="1586536" y="2565498"/>
                  </a:lnTo>
                  <a:lnTo>
                    <a:pt x="1581501" y="2568088"/>
                  </a:lnTo>
                  <a:lnTo>
                    <a:pt x="1573878" y="2570820"/>
                  </a:lnTo>
                  <a:lnTo>
                    <a:pt x="1550864" y="2570820"/>
                  </a:lnTo>
                  <a:lnTo>
                    <a:pt x="1543240" y="2568088"/>
                  </a:lnTo>
                  <a:lnTo>
                    <a:pt x="1538206" y="2565498"/>
                  </a:lnTo>
                  <a:lnTo>
                    <a:pt x="1538206" y="2563053"/>
                  </a:lnTo>
                  <a:lnTo>
                    <a:pt x="1535329" y="2563053"/>
                  </a:lnTo>
                  <a:lnTo>
                    <a:pt x="1535329" y="2560608"/>
                  </a:lnTo>
                  <a:lnTo>
                    <a:pt x="1532884" y="2557875"/>
                  </a:lnTo>
                  <a:lnTo>
                    <a:pt x="1532884" y="2555573"/>
                  </a:lnTo>
                  <a:lnTo>
                    <a:pt x="1530439" y="2553128"/>
                  </a:lnTo>
                  <a:lnTo>
                    <a:pt x="1527850" y="2550683"/>
                  </a:lnTo>
                  <a:lnTo>
                    <a:pt x="1522671" y="2545361"/>
                  </a:lnTo>
                  <a:lnTo>
                    <a:pt x="1507425" y="2540470"/>
                  </a:lnTo>
                  <a:lnTo>
                    <a:pt x="1515192" y="2537738"/>
                  </a:lnTo>
                  <a:lnTo>
                    <a:pt x="1517637" y="2537738"/>
                  </a:lnTo>
                  <a:lnTo>
                    <a:pt x="1512459" y="2535148"/>
                  </a:lnTo>
                  <a:lnTo>
                    <a:pt x="1507425" y="2532703"/>
                  </a:lnTo>
                  <a:lnTo>
                    <a:pt x="1492034" y="2532703"/>
                  </a:lnTo>
                  <a:lnTo>
                    <a:pt x="1489589" y="2527525"/>
                  </a:lnTo>
                  <a:lnTo>
                    <a:pt x="1487000" y="2524936"/>
                  </a:lnTo>
                  <a:lnTo>
                    <a:pt x="1487000" y="2522491"/>
                  </a:lnTo>
                  <a:lnTo>
                    <a:pt x="1479376" y="2517312"/>
                  </a:lnTo>
                  <a:lnTo>
                    <a:pt x="1476787" y="2514723"/>
                  </a:lnTo>
                  <a:lnTo>
                    <a:pt x="1471609" y="2514723"/>
                  </a:lnTo>
                  <a:lnTo>
                    <a:pt x="1466575" y="2512278"/>
                  </a:lnTo>
                  <a:lnTo>
                    <a:pt x="1456506" y="2504511"/>
                  </a:lnTo>
                  <a:lnTo>
                    <a:pt x="1453917" y="2502066"/>
                  </a:lnTo>
                  <a:lnTo>
                    <a:pt x="1451184" y="2502066"/>
                  </a:lnTo>
                  <a:lnTo>
                    <a:pt x="1451184" y="2507100"/>
                  </a:lnTo>
                  <a:lnTo>
                    <a:pt x="1446293" y="2507100"/>
                  </a:lnTo>
                  <a:lnTo>
                    <a:pt x="1453917" y="2509833"/>
                  </a:lnTo>
                  <a:lnTo>
                    <a:pt x="1456506" y="2514723"/>
                  </a:lnTo>
                  <a:lnTo>
                    <a:pt x="1458951" y="2514723"/>
                  </a:lnTo>
                  <a:lnTo>
                    <a:pt x="1456506" y="2517312"/>
                  </a:lnTo>
                  <a:lnTo>
                    <a:pt x="1453917" y="2517312"/>
                  </a:lnTo>
                  <a:lnTo>
                    <a:pt x="1443704" y="2514723"/>
                  </a:lnTo>
                  <a:lnTo>
                    <a:pt x="1441259" y="2512278"/>
                  </a:lnTo>
                  <a:lnTo>
                    <a:pt x="1438526" y="2512278"/>
                  </a:lnTo>
                  <a:lnTo>
                    <a:pt x="1433492" y="2514723"/>
                  </a:lnTo>
                  <a:lnTo>
                    <a:pt x="1425868" y="2514723"/>
                  </a:lnTo>
                  <a:lnTo>
                    <a:pt x="1425868" y="2517169"/>
                  </a:lnTo>
                  <a:lnTo>
                    <a:pt x="1428314" y="2519902"/>
                  </a:lnTo>
                  <a:lnTo>
                    <a:pt x="1441259" y="2524792"/>
                  </a:lnTo>
                  <a:lnTo>
                    <a:pt x="1453917" y="2527381"/>
                  </a:lnTo>
                  <a:lnTo>
                    <a:pt x="1456506" y="2527381"/>
                  </a:lnTo>
                  <a:lnTo>
                    <a:pt x="1456506" y="2532559"/>
                  </a:lnTo>
                  <a:lnTo>
                    <a:pt x="1464129" y="2535005"/>
                  </a:lnTo>
                  <a:lnTo>
                    <a:pt x="1466575" y="2540327"/>
                  </a:lnTo>
                  <a:lnTo>
                    <a:pt x="1471609" y="2542772"/>
                  </a:lnTo>
                  <a:lnTo>
                    <a:pt x="1481821" y="2555430"/>
                  </a:lnTo>
                  <a:lnTo>
                    <a:pt x="1489589" y="2565642"/>
                  </a:lnTo>
                  <a:lnTo>
                    <a:pt x="1494767" y="2573409"/>
                  </a:lnTo>
                  <a:lnTo>
                    <a:pt x="1499801" y="2575855"/>
                  </a:lnTo>
                  <a:lnTo>
                    <a:pt x="1499801" y="2578300"/>
                  </a:lnTo>
                  <a:lnTo>
                    <a:pt x="1525117" y="2578300"/>
                  </a:lnTo>
                  <a:lnTo>
                    <a:pt x="1530439" y="2581177"/>
                  </a:lnTo>
                  <a:lnTo>
                    <a:pt x="1550720" y="2581177"/>
                  </a:lnTo>
                  <a:lnTo>
                    <a:pt x="1553309" y="2578300"/>
                  </a:lnTo>
                  <a:lnTo>
                    <a:pt x="1558487" y="2575855"/>
                  </a:lnTo>
                  <a:lnTo>
                    <a:pt x="1563521" y="2578300"/>
                  </a:lnTo>
                  <a:lnTo>
                    <a:pt x="1563521" y="2575855"/>
                  </a:lnTo>
                  <a:lnTo>
                    <a:pt x="1571145" y="2575855"/>
                  </a:lnTo>
                  <a:lnTo>
                    <a:pt x="1576179" y="2573409"/>
                  </a:lnTo>
                  <a:lnTo>
                    <a:pt x="1578912" y="2573409"/>
                  </a:lnTo>
                  <a:lnTo>
                    <a:pt x="1586392" y="2575855"/>
                  </a:lnTo>
                  <a:lnTo>
                    <a:pt x="1599049" y="2575855"/>
                  </a:lnTo>
                  <a:lnTo>
                    <a:pt x="1601782" y="2578300"/>
                  </a:lnTo>
                  <a:lnTo>
                    <a:pt x="1601782" y="2581177"/>
                  </a:lnTo>
                  <a:lnTo>
                    <a:pt x="1604372" y="2581177"/>
                  </a:lnTo>
                  <a:lnTo>
                    <a:pt x="1604372" y="2583622"/>
                  </a:lnTo>
                  <a:lnTo>
                    <a:pt x="1606817" y="2586067"/>
                  </a:lnTo>
                  <a:lnTo>
                    <a:pt x="1606817" y="2588513"/>
                  </a:lnTo>
                  <a:lnTo>
                    <a:pt x="1609262" y="2591102"/>
                  </a:lnTo>
                  <a:lnTo>
                    <a:pt x="1606817" y="2593834"/>
                  </a:lnTo>
                  <a:lnTo>
                    <a:pt x="1606817" y="2601314"/>
                  </a:lnTo>
                  <a:lnTo>
                    <a:pt x="1604372" y="2604047"/>
                  </a:lnTo>
                  <a:lnTo>
                    <a:pt x="1601782" y="2606492"/>
                  </a:lnTo>
                  <a:lnTo>
                    <a:pt x="1604372" y="2608938"/>
                  </a:lnTo>
                  <a:lnTo>
                    <a:pt x="1604372" y="2611527"/>
                  </a:lnTo>
                  <a:lnTo>
                    <a:pt x="1599049" y="2614259"/>
                  </a:lnTo>
                  <a:lnTo>
                    <a:pt x="1599049" y="2616705"/>
                  </a:lnTo>
                  <a:lnTo>
                    <a:pt x="1596604" y="2619150"/>
                  </a:lnTo>
                  <a:lnTo>
                    <a:pt x="1594159" y="2626917"/>
                  </a:lnTo>
                  <a:lnTo>
                    <a:pt x="1594159" y="2637130"/>
                  </a:lnTo>
                  <a:lnTo>
                    <a:pt x="1591570" y="2637130"/>
                  </a:lnTo>
                  <a:lnTo>
                    <a:pt x="1591570" y="2639575"/>
                  </a:lnTo>
                  <a:lnTo>
                    <a:pt x="1589125" y="2642164"/>
                  </a:lnTo>
                  <a:lnTo>
                    <a:pt x="1589125" y="2644897"/>
                  </a:lnTo>
                  <a:lnTo>
                    <a:pt x="1586392" y="2642164"/>
                  </a:lnTo>
                  <a:lnTo>
                    <a:pt x="1586392" y="2647342"/>
                  </a:lnTo>
                  <a:lnTo>
                    <a:pt x="1583946" y="2649788"/>
                  </a:lnTo>
                  <a:lnTo>
                    <a:pt x="1583946" y="2652377"/>
                  </a:lnTo>
                  <a:lnTo>
                    <a:pt x="1586392" y="2655109"/>
                  </a:lnTo>
                  <a:lnTo>
                    <a:pt x="1583946" y="2655109"/>
                  </a:lnTo>
                  <a:lnTo>
                    <a:pt x="1583946" y="2660000"/>
                  </a:lnTo>
                  <a:lnTo>
                    <a:pt x="1581357" y="2662445"/>
                  </a:lnTo>
                  <a:lnTo>
                    <a:pt x="1578193" y="2662445"/>
                  </a:lnTo>
                  <a:lnTo>
                    <a:pt x="1575460" y="2665322"/>
                  </a:lnTo>
                  <a:lnTo>
                    <a:pt x="1570426" y="2667767"/>
                  </a:lnTo>
                  <a:lnTo>
                    <a:pt x="1570426" y="2685459"/>
                  </a:lnTo>
                  <a:lnTo>
                    <a:pt x="1567981" y="2688192"/>
                  </a:lnTo>
                  <a:lnTo>
                    <a:pt x="1565248" y="2690638"/>
                  </a:lnTo>
                  <a:lnTo>
                    <a:pt x="1565248" y="2693083"/>
                  </a:lnTo>
                  <a:lnTo>
                    <a:pt x="1562802" y="2695672"/>
                  </a:lnTo>
                  <a:lnTo>
                    <a:pt x="1562802" y="2700850"/>
                  </a:lnTo>
                  <a:lnTo>
                    <a:pt x="1560213" y="2700850"/>
                  </a:lnTo>
                  <a:lnTo>
                    <a:pt x="1562802" y="2703295"/>
                  </a:lnTo>
                  <a:lnTo>
                    <a:pt x="1562802" y="2708617"/>
                  </a:lnTo>
                  <a:lnTo>
                    <a:pt x="1560213" y="2708617"/>
                  </a:lnTo>
                  <a:lnTo>
                    <a:pt x="1560213" y="2713508"/>
                  </a:lnTo>
                  <a:lnTo>
                    <a:pt x="1557768" y="2713508"/>
                  </a:lnTo>
                  <a:lnTo>
                    <a:pt x="1555035" y="2711063"/>
                  </a:lnTo>
                  <a:lnTo>
                    <a:pt x="1552590" y="2713508"/>
                  </a:lnTo>
                  <a:lnTo>
                    <a:pt x="1552590" y="2716097"/>
                  </a:lnTo>
                  <a:lnTo>
                    <a:pt x="1550864" y="2716097"/>
                  </a:lnTo>
                  <a:lnTo>
                    <a:pt x="1550864" y="2717823"/>
                  </a:lnTo>
                  <a:lnTo>
                    <a:pt x="1548419" y="2717823"/>
                  </a:lnTo>
                  <a:lnTo>
                    <a:pt x="1545686" y="2720268"/>
                  </a:lnTo>
                  <a:lnTo>
                    <a:pt x="1545686" y="2722714"/>
                  </a:lnTo>
                  <a:lnTo>
                    <a:pt x="1543240" y="2722714"/>
                  </a:lnTo>
                  <a:lnTo>
                    <a:pt x="1543240" y="2725303"/>
                  </a:lnTo>
                  <a:lnTo>
                    <a:pt x="1538206" y="2725303"/>
                  </a:lnTo>
                  <a:lnTo>
                    <a:pt x="1540795" y="2728036"/>
                  </a:lnTo>
                  <a:lnTo>
                    <a:pt x="1535473" y="2728036"/>
                  </a:lnTo>
                  <a:lnTo>
                    <a:pt x="1538206" y="2730481"/>
                  </a:lnTo>
                  <a:lnTo>
                    <a:pt x="1532308" y="2730481"/>
                  </a:lnTo>
                  <a:lnTo>
                    <a:pt x="1527274" y="2732926"/>
                  </a:lnTo>
                  <a:lnTo>
                    <a:pt x="1522096" y="2732926"/>
                  </a:lnTo>
                  <a:lnTo>
                    <a:pt x="1511883" y="2730481"/>
                  </a:lnTo>
                  <a:lnTo>
                    <a:pt x="1509438" y="2730481"/>
                  </a:lnTo>
                  <a:lnTo>
                    <a:pt x="1506849" y="2728036"/>
                  </a:lnTo>
                  <a:lnTo>
                    <a:pt x="1506849" y="2725303"/>
                  </a:lnTo>
                  <a:lnTo>
                    <a:pt x="1504404" y="2722714"/>
                  </a:lnTo>
                  <a:lnTo>
                    <a:pt x="1501671" y="2720268"/>
                  </a:lnTo>
                  <a:lnTo>
                    <a:pt x="1504404" y="2725303"/>
                  </a:lnTo>
                  <a:lnTo>
                    <a:pt x="1509438" y="2732926"/>
                  </a:lnTo>
                  <a:lnTo>
                    <a:pt x="1509438" y="2738248"/>
                  </a:lnTo>
                  <a:lnTo>
                    <a:pt x="1506274" y="2738248"/>
                  </a:lnTo>
                  <a:lnTo>
                    <a:pt x="1506274" y="2735371"/>
                  </a:lnTo>
                  <a:lnTo>
                    <a:pt x="1503829" y="2735371"/>
                  </a:lnTo>
                  <a:lnTo>
                    <a:pt x="1501096" y="2732926"/>
                  </a:lnTo>
                  <a:lnTo>
                    <a:pt x="1501096" y="2738248"/>
                  </a:lnTo>
                  <a:lnTo>
                    <a:pt x="1498650" y="2732926"/>
                  </a:lnTo>
                  <a:lnTo>
                    <a:pt x="1496061" y="2732926"/>
                  </a:lnTo>
                  <a:lnTo>
                    <a:pt x="1496061" y="2730481"/>
                  </a:lnTo>
                  <a:lnTo>
                    <a:pt x="1493616" y="2730481"/>
                  </a:lnTo>
                  <a:lnTo>
                    <a:pt x="1490883" y="2732926"/>
                  </a:lnTo>
                  <a:lnTo>
                    <a:pt x="1488438" y="2728036"/>
                  </a:lnTo>
                  <a:lnTo>
                    <a:pt x="1488438" y="2730481"/>
                  </a:lnTo>
                  <a:lnTo>
                    <a:pt x="1485849" y="2730481"/>
                  </a:lnTo>
                  <a:lnTo>
                    <a:pt x="1485849" y="2733789"/>
                  </a:lnTo>
                  <a:lnTo>
                    <a:pt x="1488438" y="2736234"/>
                  </a:lnTo>
                  <a:lnTo>
                    <a:pt x="1483404" y="2733789"/>
                  </a:lnTo>
                  <a:lnTo>
                    <a:pt x="1483404" y="2731344"/>
                  </a:lnTo>
                  <a:lnTo>
                    <a:pt x="1480671" y="2728899"/>
                  </a:lnTo>
                  <a:lnTo>
                    <a:pt x="1479088" y="2728899"/>
                  </a:lnTo>
                  <a:lnTo>
                    <a:pt x="1479088" y="2726166"/>
                  </a:lnTo>
                  <a:lnTo>
                    <a:pt x="1476499" y="2726166"/>
                  </a:lnTo>
                  <a:lnTo>
                    <a:pt x="1479088" y="2731344"/>
                  </a:lnTo>
                  <a:lnTo>
                    <a:pt x="1476499" y="2728899"/>
                  </a:lnTo>
                  <a:lnTo>
                    <a:pt x="1471321" y="2723577"/>
                  </a:lnTo>
                  <a:lnTo>
                    <a:pt x="1471321" y="2721131"/>
                  </a:lnTo>
                  <a:lnTo>
                    <a:pt x="1468876" y="2721131"/>
                  </a:lnTo>
                  <a:lnTo>
                    <a:pt x="1466287" y="2718686"/>
                  </a:lnTo>
                  <a:lnTo>
                    <a:pt x="1463842" y="2718686"/>
                  </a:lnTo>
                  <a:lnTo>
                    <a:pt x="1461109" y="2721131"/>
                  </a:lnTo>
                  <a:lnTo>
                    <a:pt x="1458663" y="2721131"/>
                  </a:lnTo>
                  <a:lnTo>
                    <a:pt x="1458663" y="2723577"/>
                  </a:lnTo>
                  <a:lnTo>
                    <a:pt x="1463842" y="2726166"/>
                  </a:lnTo>
                  <a:lnTo>
                    <a:pt x="1463842" y="2723577"/>
                  </a:lnTo>
                  <a:lnTo>
                    <a:pt x="1466287" y="2723577"/>
                  </a:lnTo>
                  <a:lnTo>
                    <a:pt x="1466287" y="2728899"/>
                  </a:lnTo>
                  <a:lnTo>
                    <a:pt x="1468876" y="2731344"/>
                  </a:lnTo>
                  <a:lnTo>
                    <a:pt x="1471321" y="2733789"/>
                  </a:lnTo>
                  <a:lnTo>
                    <a:pt x="1466287" y="2733789"/>
                  </a:lnTo>
                  <a:lnTo>
                    <a:pt x="1468876" y="2736234"/>
                  </a:lnTo>
                  <a:lnTo>
                    <a:pt x="1466287" y="2736234"/>
                  </a:lnTo>
                  <a:lnTo>
                    <a:pt x="1466287" y="2739111"/>
                  </a:lnTo>
                  <a:lnTo>
                    <a:pt x="1471321" y="2739111"/>
                  </a:lnTo>
                  <a:lnTo>
                    <a:pt x="1474054" y="2741556"/>
                  </a:lnTo>
                  <a:lnTo>
                    <a:pt x="1471321" y="2741556"/>
                  </a:lnTo>
                  <a:lnTo>
                    <a:pt x="1471321" y="2744002"/>
                  </a:lnTo>
                  <a:lnTo>
                    <a:pt x="1468876" y="2744002"/>
                  </a:lnTo>
                  <a:lnTo>
                    <a:pt x="1466287" y="2746447"/>
                  </a:lnTo>
                  <a:lnTo>
                    <a:pt x="1463842" y="2746447"/>
                  </a:lnTo>
                  <a:lnTo>
                    <a:pt x="1466287" y="2744002"/>
                  </a:lnTo>
                  <a:lnTo>
                    <a:pt x="1466287" y="2741556"/>
                  </a:lnTo>
                  <a:lnTo>
                    <a:pt x="1463842" y="2741556"/>
                  </a:lnTo>
                  <a:lnTo>
                    <a:pt x="1463842" y="2739111"/>
                  </a:lnTo>
                  <a:lnTo>
                    <a:pt x="1461109" y="2739111"/>
                  </a:lnTo>
                  <a:lnTo>
                    <a:pt x="1461109" y="2744002"/>
                  </a:lnTo>
                  <a:lnTo>
                    <a:pt x="1458663" y="2741556"/>
                  </a:lnTo>
                  <a:lnTo>
                    <a:pt x="1456218" y="2741556"/>
                  </a:lnTo>
                  <a:lnTo>
                    <a:pt x="1453629" y="2739111"/>
                  </a:lnTo>
                  <a:lnTo>
                    <a:pt x="1450896" y="2739111"/>
                  </a:lnTo>
                  <a:lnTo>
                    <a:pt x="1453629" y="2744002"/>
                  </a:lnTo>
                  <a:lnTo>
                    <a:pt x="1458663" y="2749324"/>
                  </a:lnTo>
                  <a:lnTo>
                    <a:pt x="1458663" y="2751769"/>
                  </a:lnTo>
                  <a:lnTo>
                    <a:pt x="1463842" y="2756659"/>
                  </a:lnTo>
                  <a:lnTo>
                    <a:pt x="1466287" y="2759248"/>
                  </a:lnTo>
                  <a:lnTo>
                    <a:pt x="1466287" y="2763851"/>
                  </a:lnTo>
                  <a:lnTo>
                    <a:pt x="1463122" y="2763851"/>
                  </a:lnTo>
                  <a:lnTo>
                    <a:pt x="1463122" y="2761406"/>
                  </a:lnTo>
                  <a:lnTo>
                    <a:pt x="1460389" y="2763851"/>
                  </a:lnTo>
                  <a:lnTo>
                    <a:pt x="1460389" y="2768886"/>
                  </a:lnTo>
                  <a:lnTo>
                    <a:pt x="1457944" y="2768886"/>
                  </a:lnTo>
                  <a:lnTo>
                    <a:pt x="1457944" y="2776509"/>
                  </a:lnTo>
                  <a:lnTo>
                    <a:pt x="1455499" y="2776509"/>
                  </a:lnTo>
                  <a:lnTo>
                    <a:pt x="1455499" y="2781831"/>
                  </a:lnTo>
                  <a:lnTo>
                    <a:pt x="1457944" y="2781831"/>
                  </a:lnTo>
                  <a:lnTo>
                    <a:pt x="1452910" y="2784276"/>
                  </a:lnTo>
                  <a:lnTo>
                    <a:pt x="1450177" y="2784276"/>
                  </a:lnTo>
                  <a:lnTo>
                    <a:pt x="1447732" y="2779098"/>
                  </a:lnTo>
                  <a:lnTo>
                    <a:pt x="1447732" y="2781831"/>
                  </a:lnTo>
                  <a:lnTo>
                    <a:pt x="1445286" y="2784276"/>
                  </a:lnTo>
                  <a:lnTo>
                    <a:pt x="1440252" y="2784276"/>
                  </a:lnTo>
                  <a:lnTo>
                    <a:pt x="1440252" y="2779098"/>
                  </a:lnTo>
                  <a:lnTo>
                    <a:pt x="1442697" y="2779098"/>
                  </a:lnTo>
                  <a:lnTo>
                    <a:pt x="1437519" y="2776509"/>
                  </a:lnTo>
                  <a:lnTo>
                    <a:pt x="1435362" y="2776509"/>
                  </a:lnTo>
                  <a:lnTo>
                    <a:pt x="1435362" y="2779098"/>
                  </a:lnTo>
                  <a:lnTo>
                    <a:pt x="1432772" y="2781831"/>
                  </a:lnTo>
                  <a:lnTo>
                    <a:pt x="1427594" y="2784276"/>
                  </a:lnTo>
                  <a:lnTo>
                    <a:pt x="1425149" y="2784276"/>
                  </a:lnTo>
                  <a:lnTo>
                    <a:pt x="1425149" y="2786722"/>
                  </a:lnTo>
                  <a:lnTo>
                    <a:pt x="1414936" y="2786722"/>
                  </a:lnTo>
                  <a:lnTo>
                    <a:pt x="1409902" y="2784276"/>
                  </a:lnTo>
                  <a:lnTo>
                    <a:pt x="1402135" y="2781831"/>
                  </a:lnTo>
                  <a:lnTo>
                    <a:pt x="1396957" y="2781831"/>
                  </a:lnTo>
                  <a:lnTo>
                    <a:pt x="1414936" y="2792044"/>
                  </a:lnTo>
                  <a:lnTo>
                    <a:pt x="1422560" y="2792044"/>
                  </a:lnTo>
                  <a:lnTo>
                    <a:pt x="1425149" y="2794489"/>
                  </a:lnTo>
                  <a:lnTo>
                    <a:pt x="1425149" y="2792044"/>
                  </a:lnTo>
                  <a:lnTo>
                    <a:pt x="1427594" y="2792044"/>
                  </a:lnTo>
                  <a:lnTo>
                    <a:pt x="1430327" y="2796934"/>
                  </a:lnTo>
                  <a:lnTo>
                    <a:pt x="1427594" y="2796934"/>
                  </a:lnTo>
                  <a:lnTo>
                    <a:pt x="1432772" y="2799523"/>
                  </a:lnTo>
                  <a:lnTo>
                    <a:pt x="1432772" y="2804701"/>
                  </a:lnTo>
                  <a:lnTo>
                    <a:pt x="1430327" y="2804701"/>
                  </a:lnTo>
                  <a:lnTo>
                    <a:pt x="1430327" y="2814914"/>
                  </a:lnTo>
                  <a:lnTo>
                    <a:pt x="1432772" y="2817359"/>
                  </a:lnTo>
                  <a:lnTo>
                    <a:pt x="1427594" y="2817359"/>
                  </a:lnTo>
                  <a:lnTo>
                    <a:pt x="1427594" y="2819804"/>
                  </a:lnTo>
                  <a:lnTo>
                    <a:pt x="1430327" y="2819804"/>
                  </a:lnTo>
                  <a:lnTo>
                    <a:pt x="1427594" y="2822681"/>
                  </a:lnTo>
                  <a:lnTo>
                    <a:pt x="1430327" y="2825126"/>
                  </a:lnTo>
                  <a:lnTo>
                    <a:pt x="1430327" y="2830017"/>
                  </a:lnTo>
                  <a:lnTo>
                    <a:pt x="1432772" y="2832750"/>
                  </a:lnTo>
                  <a:lnTo>
                    <a:pt x="1432772" y="2835339"/>
                  </a:lnTo>
                  <a:lnTo>
                    <a:pt x="1435362" y="2837784"/>
                  </a:lnTo>
                  <a:lnTo>
                    <a:pt x="1432772" y="2837784"/>
                  </a:lnTo>
                  <a:lnTo>
                    <a:pt x="1435362" y="2840229"/>
                  </a:lnTo>
                  <a:lnTo>
                    <a:pt x="1432772" y="2840229"/>
                  </a:lnTo>
                  <a:lnTo>
                    <a:pt x="1432772" y="2842962"/>
                  </a:lnTo>
                  <a:lnTo>
                    <a:pt x="1435362" y="2845551"/>
                  </a:lnTo>
                  <a:lnTo>
                    <a:pt x="1435362" y="2853606"/>
                  </a:lnTo>
                  <a:lnTo>
                    <a:pt x="1432772" y="2853606"/>
                  </a:lnTo>
                  <a:lnTo>
                    <a:pt x="1432772" y="2858784"/>
                  </a:lnTo>
                  <a:lnTo>
                    <a:pt x="1430327" y="2858784"/>
                  </a:lnTo>
                  <a:lnTo>
                    <a:pt x="1432772" y="2861230"/>
                  </a:lnTo>
                  <a:lnTo>
                    <a:pt x="1427594" y="2866552"/>
                  </a:lnTo>
                  <a:lnTo>
                    <a:pt x="1414936" y="2866552"/>
                  </a:lnTo>
                  <a:lnTo>
                    <a:pt x="1414936" y="2868997"/>
                  </a:lnTo>
                  <a:lnTo>
                    <a:pt x="1412347" y="2871442"/>
                  </a:lnTo>
                  <a:lnTo>
                    <a:pt x="1407169" y="2871442"/>
                  </a:lnTo>
                  <a:lnTo>
                    <a:pt x="1407169" y="2876764"/>
                  </a:lnTo>
                  <a:lnTo>
                    <a:pt x="1404724" y="2879209"/>
                  </a:lnTo>
                  <a:lnTo>
                    <a:pt x="1404724" y="2876764"/>
                  </a:lnTo>
                  <a:lnTo>
                    <a:pt x="1402135" y="2876764"/>
                  </a:lnTo>
                  <a:lnTo>
                    <a:pt x="1402135" y="2879209"/>
                  </a:lnTo>
                  <a:lnTo>
                    <a:pt x="1396957" y="2879209"/>
                  </a:lnTo>
                  <a:lnTo>
                    <a:pt x="1396957" y="2881655"/>
                  </a:lnTo>
                  <a:lnTo>
                    <a:pt x="1399690" y="2881655"/>
                  </a:lnTo>
                  <a:lnTo>
                    <a:pt x="1399690" y="2884244"/>
                  </a:lnTo>
                  <a:lnTo>
                    <a:pt x="1381710" y="2884244"/>
                  </a:lnTo>
                  <a:lnTo>
                    <a:pt x="1381710" y="2881655"/>
                  </a:lnTo>
                  <a:lnTo>
                    <a:pt x="1369052" y="2881655"/>
                  </a:lnTo>
                  <a:lnTo>
                    <a:pt x="1361429" y="2879209"/>
                  </a:lnTo>
                  <a:lnTo>
                    <a:pt x="1356394" y="2879209"/>
                  </a:lnTo>
                  <a:lnTo>
                    <a:pt x="1358840" y="2881655"/>
                  </a:lnTo>
                  <a:lnTo>
                    <a:pt x="1361429" y="2881655"/>
                  </a:lnTo>
                  <a:lnTo>
                    <a:pt x="1361429" y="2886977"/>
                  </a:lnTo>
                  <a:lnTo>
                    <a:pt x="1358840" y="2886977"/>
                  </a:lnTo>
                  <a:lnTo>
                    <a:pt x="1358840" y="2884244"/>
                  </a:lnTo>
                  <a:lnTo>
                    <a:pt x="1356394" y="2884244"/>
                  </a:lnTo>
                  <a:lnTo>
                    <a:pt x="1358840" y="2886977"/>
                  </a:lnTo>
                  <a:lnTo>
                    <a:pt x="1356394" y="2886977"/>
                  </a:lnTo>
                  <a:lnTo>
                    <a:pt x="1353661" y="2884244"/>
                  </a:lnTo>
                  <a:lnTo>
                    <a:pt x="1353661" y="2881655"/>
                  </a:lnTo>
                  <a:lnTo>
                    <a:pt x="1351216" y="2884244"/>
                  </a:lnTo>
                  <a:lnTo>
                    <a:pt x="1351216" y="2881655"/>
                  </a:lnTo>
                  <a:lnTo>
                    <a:pt x="1343449" y="2881655"/>
                  </a:lnTo>
                  <a:lnTo>
                    <a:pt x="1341004" y="2884244"/>
                  </a:lnTo>
                  <a:lnTo>
                    <a:pt x="1343449" y="2886977"/>
                  </a:lnTo>
                  <a:lnTo>
                    <a:pt x="1343449" y="2891867"/>
                  </a:lnTo>
                  <a:lnTo>
                    <a:pt x="1346182" y="2891867"/>
                  </a:lnTo>
                  <a:lnTo>
                    <a:pt x="1348627" y="2894456"/>
                  </a:lnTo>
                  <a:lnTo>
                    <a:pt x="1348627" y="2897189"/>
                  </a:lnTo>
                  <a:lnTo>
                    <a:pt x="1351216" y="2897189"/>
                  </a:lnTo>
                  <a:lnTo>
                    <a:pt x="1353661" y="2899634"/>
                  </a:lnTo>
                  <a:lnTo>
                    <a:pt x="1356394" y="2899634"/>
                  </a:lnTo>
                  <a:lnTo>
                    <a:pt x="1356394" y="2902080"/>
                  </a:lnTo>
                  <a:lnTo>
                    <a:pt x="1366607" y="2902080"/>
                  </a:lnTo>
                  <a:lnTo>
                    <a:pt x="1371641" y="2904669"/>
                  </a:lnTo>
                  <a:lnTo>
                    <a:pt x="1374086" y="2907402"/>
                  </a:lnTo>
                  <a:lnTo>
                    <a:pt x="1374086" y="2909847"/>
                  </a:lnTo>
                  <a:lnTo>
                    <a:pt x="1369052" y="2912292"/>
                  </a:lnTo>
                  <a:lnTo>
                    <a:pt x="1369052" y="2914738"/>
                  </a:lnTo>
                  <a:lnTo>
                    <a:pt x="1366607" y="2917470"/>
                  </a:lnTo>
                  <a:lnTo>
                    <a:pt x="1363874" y="2917470"/>
                  </a:lnTo>
                  <a:lnTo>
                    <a:pt x="1358840" y="2914738"/>
                  </a:lnTo>
                  <a:lnTo>
                    <a:pt x="1356394" y="2914738"/>
                  </a:lnTo>
                  <a:lnTo>
                    <a:pt x="1356394" y="2912292"/>
                  </a:lnTo>
                  <a:lnTo>
                    <a:pt x="1353661" y="2909847"/>
                  </a:lnTo>
                  <a:lnTo>
                    <a:pt x="1351216" y="2909847"/>
                  </a:lnTo>
                  <a:lnTo>
                    <a:pt x="1351216" y="2912292"/>
                  </a:lnTo>
                  <a:lnTo>
                    <a:pt x="1349490" y="2912292"/>
                  </a:lnTo>
                  <a:lnTo>
                    <a:pt x="1349490" y="2917470"/>
                  </a:lnTo>
                  <a:lnTo>
                    <a:pt x="1341867" y="2917470"/>
                  </a:lnTo>
                  <a:lnTo>
                    <a:pt x="1334099" y="2912292"/>
                  </a:lnTo>
                  <a:lnTo>
                    <a:pt x="1334099" y="2914738"/>
                  </a:lnTo>
                  <a:lnTo>
                    <a:pt x="1336832" y="2914738"/>
                  </a:lnTo>
                  <a:lnTo>
                    <a:pt x="1336832" y="2917470"/>
                  </a:lnTo>
                  <a:lnTo>
                    <a:pt x="1338702" y="2919772"/>
                  </a:lnTo>
                  <a:lnTo>
                    <a:pt x="1338702" y="2924662"/>
                  </a:lnTo>
                  <a:lnTo>
                    <a:pt x="1328490" y="2924662"/>
                  </a:lnTo>
                  <a:lnTo>
                    <a:pt x="1326045" y="2927395"/>
                  </a:lnTo>
                  <a:lnTo>
                    <a:pt x="1326045" y="2929984"/>
                  </a:lnTo>
                  <a:lnTo>
                    <a:pt x="1328490" y="2929984"/>
                  </a:lnTo>
                  <a:lnTo>
                    <a:pt x="1328490" y="2934875"/>
                  </a:lnTo>
                  <a:lnTo>
                    <a:pt x="1331079" y="2934875"/>
                  </a:lnTo>
                  <a:lnTo>
                    <a:pt x="1328490" y="2937464"/>
                  </a:lnTo>
                  <a:lnTo>
                    <a:pt x="1326045" y="2937464"/>
                  </a:lnTo>
                  <a:lnTo>
                    <a:pt x="1333524" y="2940197"/>
                  </a:lnTo>
                  <a:lnTo>
                    <a:pt x="1336257" y="2940197"/>
                  </a:lnTo>
                  <a:lnTo>
                    <a:pt x="1338702" y="2950409"/>
                  </a:lnTo>
                  <a:lnTo>
                    <a:pt x="1336257" y="2950409"/>
                  </a:lnTo>
                  <a:lnTo>
                    <a:pt x="1338702" y="2952855"/>
                  </a:lnTo>
                  <a:lnTo>
                    <a:pt x="1338702" y="2960622"/>
                  </a:lnTo>
                  <a:lnTo>
                    <a:pt x="1336257" y="2960622"/>
                  </a:lnTo>
                  <a:lnTo>
                    <a:pt x="1336257" y="2955300"/>
                  </a:lnTo>
                  <a:lnTo>
                    <a:pt x="1333524" y="2952855"/>
                  </a:lnTo>
                  <a:lnTo>
                    <a:pt x="1333524" y="2950409"/>
                  </a:lnTo>
                  <a:lnTo>
                    <a:pt x="1331079" y="2950409"/>
                  </a:lnTo>
                  <a:lnTo>
                    <a:pt x="1331079" y="2947677"/>
                  </a:lnTo>
                  <a:lnTo>
                    <a:pt x="1328490" y="2945087"/>
                  </a:lnTo>
                  <a:lnTo>
                    <a:pt x="1320866" y="2945087"/>
                  </a:lnTo>
                  <a:lnTo>
                    <a:pt x="1310654" y="2942642"/>
                  </a:lnTo>
                  <a:lnTo>
                    <a:pt x="1310654" y="2945087"/>
                  </a:lnTo>
                  <a:lnTo>
                    <a:pt x="1313099" y="2945087"/>
                  </a:lnTo>
                  <a:lnTo>
                    <a:pt x="1320866" y="2947677"/>
                  </a:lnTo>
                  <a:lnTo>
                    <a:pt x="1326045" y="2950409"/>
                  </a:lnTo>
                  <a:lnTo>
                    <a:pt x="1326045" y="2952855"/>
                  </a:lnTo>
                  <a:lnTo>
                    <a:pt x="1328490" y="2955300"/>
                  </a:lnTo>
                  <a:lnTo>
                    <a:pt x="1323312" y="2957889"/>
                  </a:lnTo>
                  <a:lnTo>
                    <a:pt x="1320866" y="2957889"/>
                  </a:lnTo>
                  <a:lnTo>
                    <a:pt x="1320866" y="2955300"/>
                  </a:lnTo>
                  <a:lnTo>
                    <a:pt x="1318277" y="2955300"/>
                  </a:lnTo>
                  <a:lnTo>
                    <a:pt x="1318277" y="2957889"/>
                  </a:lnTo>
                  <a:lnTo>
                    <a:pt x="1313099" y="2957889"/>
                  </a:lnTo>
                  <a:lnTo>
                    <a:pt x="1315832" y="2960622"/>
                  </a:lnTo>
                  <a:lnTo>
                    <a:pt x="1315832" y="2963067"/>
                  </a:lnTo>
                  <a:lnTo>
                    <a:pt x="1310654" y="2960622"/>
                  </a:lnTo>
                  <a:lnTo>
                    <a:pt x="1308065" y="2957889"/>
                  </a:lnTo>
                  <a:lnTo>
                    <a:pt x="1305620" y="2957889"/>
                  </a:lnTo>
                  <a:lnTo>
                    <a:pt x="1305620" y="2960622"/>
                  </a:lnTo>
                  <a:lnTo>
                    <a:pt x="1308065" y="2960622"/>
                  </a:lnTo>
                  <a:lnTo>
                    <a:pt x="1310654" y="2963067"/>
                  </a:lnTo>
                  <a:lnTo>
                    <a:pt x="1300441" y="2960622"/>
                  </a:lnTo>
                  <a:lnTo>
                    <a:pt x="1300441" y="2963786"/>
                  </a:lnTo>
                  <a:lnTo>
                    <a:pt x="1305620" y="2963786"/>
                  </a:lnTo>
                  <a:lnTo>
                    <a:pt x="1305620" y="2968821"/>
                  </a:lnTo>
                  <a:lnTo>
                    <a:pt x="1315832" y="2968821"/>
                  </a:lnTo>
                  <a:lnTo>
                    <a:pt x="1315832" y="2973999"/>
                  </a:lnTo>
                  <a:lnTo>
                    <a:pt x="1313099" y="2973999"/>
                  </a:lnTo>
                  <a:lnTo>
                    <a:pt x="1310654" y="2971554"/>
                  </a:lnTo>
                  <a:lnTo>
                    <a:pt x="1308065" y="2971554"/>
                  </a:lnTo>
                  <a:lnTo>
                    <a:pt x="1308065" y="2973999"/>
                  </a:lnTo>
                  <a:lnTo>
                    <a:pt x="1310654" y="2976444"/>
                  </a:lnTo>
                  <a:lnTo>
                    <a:pt x="1302887" y="2976444"/>
                  </a:lnTo>
                  <a:lnTo>
                    <a:pt x="1305620" y="2979033"/>
                  </a:lnTo>
                  <a:lnTo>
                    <a:pt x="1305620" y="2981766"/>
                  </a:lnTo>
                  <a:lnTo>
                    <a:pt x="1308065" y="2981766"/>
                  </a:lnTo>
                  <a:lnTo>
                    <a:pt x="1308065" y="2984211"/>
                  </a:lnTo>
                  <a:lnTo>
                    <a:pt x="1303030" y="2984211"/>
                  </a:lnTo>
                  <a:lnTo>
                    <a:pt x="1303030" y="2981766"/>
                  </a:lnTo>
                  <a:lnTo>
                    <a:pt x="1300585" y="2981766"/>
                  </a:lnTo>
                  <a:lnTo>
                    <a:pt x="1300585" y="2976444"/>
                  </a:lnTo>
                  <a:lnTo>
                    <a:pt x="1297996" y="2976444"/>
                  </a:lnTo>
                  <a:lnTo>
                    <a:pt x="1297996" y="2979033"/>
                  </a:lnTo>
                  <a:lnTo>
                    <a:pt x="1293106" y="2979033"/>
                  </a:lnTo>
                  <a:lnTo>
                    <a:pt x="1290373" y="2976444"/>
                  </a:lnTo>
                  <a:lnTo>
                    <a:pt x="1290373" y="2979033"/>
                  </a:lnTo>
                  <a:lnTo>
                    <a:pt x="1295551" y="2981766"/>
                  </a:lnTo>
                  <a:lnTo>
                    <a:pt x="1297996" y="2981766"/>
                  </a:lnTo>
                  <a:lnTo>
                    <a:pt x="1297996" y="2984211"/>
                  </a:lnTo>
                  <a:lnTo>
                    <a:pt x="1300585" y="2986657"/>
                  </a:lnTo>
                  <a:lnTo>
                    <a:pt x="1303030" y="2986657"/>
                  </a:lnTo>
                  <a:lnTo>
                    <a:pt x="1303030" y="2989246"/>
                  </a:lnTo>
                  <a:lnTo>
                    <a:pt x="1297996" y="2989246"/>
                  </a:lnTo>
                  <a:lnTo>
                    <a:pt x="1297996" y="2986657"/>
                  </a:lnTo>
                  <a:lnTo>
                    <a:pt x="1295551" y="2989246"/>
                  </a:lnTo>
                  <a:lnTo>
                    <a:pt x="1297996" y="2991979"/>
                  </a:lnTo>
                  <a:lnTo>
                    <a:pt x="1297996" y="2996869"/>
                  </a:lnTo>
                  <a:lnTo>
                    <a:pt x="1295551" y="2996869"/>
                  </a:lnTo>
                  <a:lnTo>
                    <a:pt x="1295551" y="2994424"/>
                  </a:lnTo>
                  <a:lnTo>
                    <a:pt x="1293106" y="2994424"/>
                  </a:lnTo>
                  <a:lnTo>
                    <a:pt x="1293106" y="2991979"/>
                  </a:lnTo>
                  <a:lnTo>
                    <a:pt x="1287927" y="2991979"/>
                  </a:lnTo>
                  <a:lnTo>
                    <a:pt x="1287927" y="2989246"/>
                  </a:lnTo>
                  <a:lnTo>
                    <a:pt x="1285338" y="2989246"/>
                  </a:lnTo>
                  <a:lnTo>
                    <a:pt x="1280160" y="2986657"/>
                  </a:lnTo>
                  <a:lnTo>
                    <a:pt x="1280160" y="2989246"/>
                  </a:lnTo>
                  <a:lnTo>
                    <a:pt x="1285338" y="2994424"/>
                  </a:lnTo>
                  <a:lnTo>
                    <a:pt x="1287927" y="2994424"/>
                  </a:lnTo>
                  <a:lnTo>
                    <a:pt x="1287927" y="2996869"/>
                  </a:lnTo>
                  <a:lnTo>
                    <a:pt x="1280160" y="2996869"/>
                  </a:lnTo>
                  <a:lnTo>
                    <a:pt x="1280160" y="2999314"/>
                  </a:lnTo>
                  <a:lnTo>
                    <a:pt x="1282893" y="3002191"/>
                  </a:lnTo>
                  <a:lnTo>
                    <a:pt x="1285338" y="3002191"/>
                  </a:lnTo>
                  <a:lnTo>
                    <a:pt x="1290373" y="3007082"/>
                  </a:lnTo>
                  <a:lnTo>
                    <a:pt x="1300585" y="3007082"/>
                  </a:lnTo>
                  <a:lnTo>
                    <a:pt x="1300585" y="3012260"/>
                  </a:lnTo>
                  <a:lnTo>
                    <a:pt x="1293106" y="3012260"/>
                  </a:lnTo>
                  <a:lnTo>
                    <a:pt x="1290373" y="3009527"/>
                  </a:lnTo>
                  <a:lnTo>
                    <a:pt x="1293106" y="3014849"/>
                  </a:lnTo>
                  <a:lnTo>
                    <a:pt x="1297996" y="3014849"/>
                  </a:lnTo>
                  <a:lnTo>
                    <a:pt x="1297996" y="3017294"/>
                  </a:lnTo>
                  <a:lnTo>
                    <a:pt x="1295551" y="3017294"/>
                  </a:lnTo>
                  <a:lnTo>
                    <a:pt x="1290373" y="3019739"/>
                  </a:lnTo>
                  <a:lnTo>
                    <a:pt x="1285338" y="3019739"/>
                  </a:lnTo>
                  <a:lnTo>
                    <a:pt x="1285338" y="3022328"/>
                  </a:lnTo>
                  <a:lnTo>
                    <a:pt x="1282893" y="3025061"/>
                  </a:lnTo>
                  <a:lnTo>
                    <a:pt x="1277715" y="3027507"/>
                  </a:lnTo>
                  <a:lnTo>
                    <a:pt x="1277715" y="3029952"/>
                  </a:lnTo>
                  <a:lnTo>
                    <a:pt x="1275126" y="3032541"/>
                  </a:lnTo>
                  <a:lnTo>
                    <a:pt x="1275126" y="3034411"/>
                  </a:lnTo>
                  <a:lnTo>
                    <a:pt x="1272680" y="3034411"/>
                  </a:lnTo>
                  <a:lnTo>
                    <a:pt x="1273975" y="3036856"/>
                  </a:lnTo>
                  <a:lnTo>
                    <a:pt x="1272680" y="3036856"/>
                  </a:lnTo>
                  <a:lnTo>
                    <a:pt x="1269948" y="3034411"/>
                  </a:lnTo>
                  <a:lnTo>
                    <a:pt x="1267502" y="3034411"/>
                  </a:lnTo>
                  <a:lnTo>
                    <a:pt x="1267502" y="3036856"/>
                  </a:lnTo>
                  <a:lnTo>
                    <a:pt x="1264913" y="3039301"/>
                  </a:lnTo>
                  <a:lnTo>
                    <a:pt x="1262468" y="3044623"/>
                  </a:lnTo>
                  <a:lnTo>
                    <a:pt x="1262468" y="3049514"/>
                  </a:lnTo>
                  <a:lnTo>
                    <a:pt x="1264913" y="3052103"/>
                  </a:lnTo>
                  <a:lnTo>
                    <a:pt x="1262468" y="3052103"/>
                  </a:lnTo>
                  <a:lnTo>
                    <a:pt x="1264913" y="3054836"/>
                  </a:lnTo>
                  <a:lnTo>
                    <a:pt x="1269948" y="3054836"/>
                  </a:lnTo>
                  <a:lnTo>
                    <a:pt x="1272680" y="3057281"/>
                  </a:lnTo>
                  <a:lnTo>
                    <a:pt x="1272680" y="3059726"/>
                  </a:lnTo>
                  <a:lnTo>
                    <a:pt x="1269948" y="3059726"/>
                  </a:lnTo>
                  <a:lnTo>
                    <a:pt x="1269948" y="3062316"/>
                  </a:lnTo>
                  <a:lnTo>
                    <a:pt x="1264913" y="3065048"/>
                  </a:lnTo>
                  <a:lnTo>
                    <a:pt x="1259879" y="3065048"/>
                  </a:lnTo>
                  <a:lnTo>
                    <a:pt x="1257434" y="3062316"/>
                  </a:lnTo>
                  <a:lnTo>
                    <a:pt x="1257434" y="3065048"/>
                  </a:lnTo>
                  <a:lnTo>
                    <a:pt x="1259879" y="3067494"/>
                  </a:lnTo>
                  <a:lnTo>
                    <a:pt x="1259879" y="3077706"/>
                  </a:lnTo>
                  <a:lnTo>
                    <a:pt x="1257434" y="3077706"/>
                  </a:lnTo>
                  <a:lnTo>
                    <a:pt x="1257434" y="3080151"/>
                  </a:lnTo>
                  <a:lnTo>
                    <a:pt x="1259879" y="3080151"/>
                  </a:lnTo>
                  <a:lnTo>
                    <a:pt x="1259879" y="3082597"/>
                  </a:lnTo>
                  <a:lnTo>
                    <a:pt x="1257434" y="3082597"/>
                  </a:lnTo>
                  <a:lnTo>
                    <a:pt x="1257434" y="3085473"/>
                  </a:lnTo>
                  <a:lnTo>
                    <a:pt x="1259879" y="3085473"/>
                  </a:lnTo>
                  <a:lnTo>
                    <a:pt x="1262612" y="3087919"/>
                  </a:lnTo>
                  <a:lnTo>
                    <a:pt x="1257434" y="3090364"/>
                  </a:lnTo>
                  <a:lnTo>
                    <a:pt x="1252399" y="3090364"/>
                  </a:lnTo>
                  <a:lnTo>
                    <a:pt x="1254845" y="3092809"/>
                  </a:lnTo>
                  <a:lnTo>
                    <a:pt x="1252399" y="3095542"/>
                  </a:lnTo>
                  <a:lnTo>
                    <a:pt x="1252399" y="3103022"/>
                  </a:lnTo>
                  <a:lnTo>
                    <a:pt x="1249666" y="3110789"/>
                  </a:lnTo>
                  <a:lnTo>
                    <a:pt x="1244632" y="3115823"/>
                  </a:lnTo>
                  <a:lnTo>
                    <a:pt x="1242187" y="3121001"/>
                  </a:lnTo>
                  <a:lnTo>
                    <a:pt x="1242187" y="3123447"/>
                  </a:lnTo>
                  <a:lnTo>
                    <a:pt x="1239454" y="3128769"/>
                  </a:lnTo>
                  <a:lnTo>
                    <a:pt x="1239454" y="3136248"/>
                  </a:lnTo>
                  <a:lnTo>
                    <a:pt x="1231974" y="3143872"/>
                  </a:lnTo>
                  <a:lnTo>
                    <a:pt x="1231974" y="3154084"/>
                  </a:lnTo>
                  <a:lnTo>
                    <a:pt x="1229241" y="3156529"/>
                  </a:lnTo>
                  <a:lnTo>
                    <a:pt x="1226796" y="3156529"/>
                  </a:lnTo>
                  <a:lnTo>
                    <a:pt x="1226796" y="3154084"/>
                  </a:lnTo>
                  <a:lnTo>
                    <a:pt x="1221762" y="3154084"/>
                  </a:lnTo>
                  <a:lnTo>
                    <a:pt x="1219317" y="3156529"/>
                  </a:lnTo>
                  <a:lnTo>
                    <a:pt x="1224207" y="3161852"/>
                  </a:lnTo>
                  <a:lnTo>
                    <a:pt x="1226796" y="3166742"/>
                  </a:lnTo>
                  <a:lnTo>
                    <a:pt x="1226796" y="3172064"/>
                  </a:lnTo>
                  <a:lnTo>
                    <a:pt x="1224207" y="3184722"/>
                  </a:lnTo>
                  <a:lnTo>
                    <a:pt x="1226796" y="3192489"/>
                  </a:lnTo>
                  <a:lnTo>
                    <a:pt x="1224207" y="3192489"/>
                  </a:lnTo>
                  <a:lnTo>
                    <a:pt x="1224207" y="3202702"/>
                  </a:lnTo>
                  <a:lnTo>
                    <a:pt x="1221762" y="3207592"/>
                  </a:lnTo>
                  <a:lnTo>
                    <a:pt x="1221762" y="3212914"/>
                  </a:lnTo>
                  <a:lnTo>
                    <a:pt x="1218885" y="3212914"/>
                  </a:lnTo>
                  <a:lnTo>
                    <a:pt x="1218885" y="3215359"/>
                  </a:lnTo>
                  <a:lnTo>
                    <a:pt x="1040813" y="3215359"/>
                  </a:lnTo>
                  <a:lnTo>
                    <a:pt x="1038080" y="3212914"/>
                  </a:lnTo>
                  <a:lnTo>
                    <a:pt x="956668" y="3212914"/>
                  </a:lnTo>
                  <a:lnTo>
                    <a:pt x="953935" y="3210181"/>
                  </a:lnTo>
                  <a:lnTo>
                    <a:pt x="897838" y="3210181"/>
                  </a:lnTo>
                  <a:lnTo>
                    <a:pt x="897838" y="3207592"/>
                  </a:lnTo>
                  <a:lnTo>
                    <a:pt x="854687" y="3207592"/>
                  </a:lnTo>
                  <a:lnTo>
                    <a:pt x="852241" y="3205147"/>
                  </a:lnTo>
                  <a:lnTo>
                    <a:pt x="811391" y="3205147"/>
                  </a:lnTo>
                  <a:lnTo>
                    <a:pt x="811391" y="3203277"/>
                  </a:lnTo>
                  <a:lnTo>
                    <a:pt x="806213" y="3203277"/>
                  </a:lnTo>
                  <a:lnTo>
                    <a:pt x="806213" y="3200544"/>
                  </a:lnTo>
                  <a:lnTo>
                    <a:pt x="808946" y="3159982"/>
                  </a:lnTo>
                  <a:lnTo>
                    <a:pt x="808946" y="3136824"/>
                  </a:lnTo>
                  <a:lnTo>
                    <a:pt x="811391" y="3113810"/>
                  </a:lnTo>
                  <a:lnTo>
                    <a:pt x="811391" y="3106330"/>
                  </a:lnTo>
                  <a:lnTo>
                    <a:pt x="813837" y="3083172"/>
                  </a:lnTo>
                  <a:lnTo>
                    <a:pt x="813837" y="3080727"/>
                  </a:lnTo>
                  <a:lnTo>
                    <a:pt x="819159" y="3001903"/>
                  </a:lnTo>
                  <a:lnTo>
                    <a:pt x="821604" y="2965944"/>
                  </a:lnTo>
                  <a:lnTo>
                    <a:pt x="821604" y="2950841"/>
                  </a:lnTo>
                  <a:lnTo>
                    <a:pt x="824049" y="2948108"/>
                  </a:lnTo>
                  <a:lnTo>
                    <a:pt x="824049" y="2917614"/>
                  </a:lnTo>
                  <a:lnTo>
                    <a:pt x="826638" y="2904813"/>
                  </a:lnTo>
                  <a:lnTo>
                    <a:pt x="826638" y="2892011"/>
                  </a:lnTo>
                  <a:lnTo>
                    <a:pt x="829371" y="2871586"/>
                  </a:lnTo>
                  <a:lnTo>
                    <a:pt x="829371" y="2843681"/>
                  </a:lnTo>
                  <a:lnTo>
                    <a:pt x="831816" y="2833469"/>
                  </a:lnTo>
                  <a:lnTo>
                    <a:pt x="839584" y="2716097"/>
                  </a:lnTo>
                  <a:lnTo>
                    <a:pt x="836851" y="2716097"/>
                  </a:lnTo>
                  <a:lnTo>
                    <a:pt x="836851" y="2714371"/>
                  </a:lnTo>
                  <a:lnTo>
                    <a:pt x="831816" y="2714371"/>
                  </a:lnTo>
                  <a:lnTo>
                    <a:pt x="806213" y="2706748"/>
                  </a:lnTo>
                  <a:lnTo>
                    <a:pt x="775863" y="2696535"/>
                  </a:lnTo>
                  <a:lnTo>
                    <a:pt x="772411" y="2696535"/>
                  </a:lnTo>
                  <a:lnTo>
                    <a:pt x="772411" y="2693946"/>
                  </a:lnTo>
                  <a:lnTo>
                    <a:pt x="767377" y="2693946"/>
                  </a:lnTo>
                  <a:lnTo>
                    <a:pt x="716314" y="2678843"/>
                  </a:lnTo>
                  <a:lnTo>
                    <a:pt x="713869" y="2676110"/>
                  </a:lnTo>
                  <a:lnTo>
                    <a:pt x="701211" y="2673521"/>
                  </a:lnTo>
                  <a:lnTo>
                    <a:pt x="693444" y="2671076"/>
                  </a:lnTo>
                  <a:lnTo>
                    <a:pt x="688266" y="2668630"/>
                  </a:lnTo>
                  <a:lnTo>
                    <a:pt x="685677" y="2668630"/>
                  </a:lnTo>
                  <a:lnTo>
                    <a:pt x="673019" y="2666185"/>
                  </a:lnTo>
                  <a:lnTo>
                    <a:pt x="667841" y="2663308"/>
                  </a:lnTo>
                  <a:lnTo>
                    <a:pt x="606853" y="2645760"/>
                  </a:lnTo>
                  <a:lnTo>
                    <a:pt x="588874" y="2640438"/>
                  </a:lnTo>
                  <a:lnTo>
                    <a:pt x="587435" y="2640438"/>
                  </a:lnTo>
                  <a:lnTo>
                    <a:pt x="577223" y="2635547"/>
                  </a:lnTo>
                  <a:lnTo>
                    <a:pt x="574490" y="2635547"/>
                  </a:lnTo>
                  <a:lnTo>
                    <a:pt x="502571" y="2615122"/>
                  </a:lnTo>
                  <a:lnTo>
                    <a:pt x="495523" y="2615122"/>
                  </a:lnTo>
                  <a:lnTo>
                    <a:pt x="495523" y="2612390"/>
                  </a:lnTo>
                  <a:lnTo>
                    <a:pt x="487755" y="2612390"/>
                  </a:lnTo>
                  <a:lnTo>
                    <a:pt x="482865" y="2609801"/>
                  </a:lnTo>
                  <a:lnTo>
                    <a:pt x="475098" y="2599588"/>
                  </a:lnTo>
                  <a:lnTo>
                    <a:pt x="467330" y="2589376"/>
                  </a:lnTo>
                  <a:lnTo>
                    <a:pt x="464885" y="2589376"/>
                  </a:lnTo>
                  <a:lnTo>
                    <a:pt x="459995" y="2579163"/>
                  </a:lnTo>
                  <a:lnTo>
                    <a:pt x="452227" y="2571827"/>
                  </a:lnTo>
                  <a:lnTo>
                    <a:pt x="442015" y="2558882"/>
                  </a:lnTo>
                  <a:lnTo>
                    <a:pt x="429357" y="2543635"/>
                  </a:lnTo>
                  <a:lnTo>
                    <a:pt x="426624" y="2541190"/>
                  </a:lnTo>
                  <a:lnTo>
                    <a:pt x="424035" y="2538457"/>
                  </a:lnTo>
                  <a:lnTo>
                    <a:pt x="413823" y="2523210"/>
                  </a:lnTo>
                  <a:lnTo>
                    <a:pt x="411377" y="2520765"/>
                  </a:lnTo>
                  <a:lnTo>
                    <a:pt x="408932" y="2518032"/>
                  </a:lnTo>
                  <a:lnTo>
                    <a:pt x="393398" y="2515443"/>
                  </a:lnTo>
                  <a:lnTo>
                    <a:pt x="370527" y="2515443"/>
                  </a:lnTo>
                  <a:lnTo>
                    <a:pt x="365637" y="2512997"/>
                  </a:lnTo>
                  <a:lnTo>
                    <a:pt x="345212" y="2512997"/>
                  </a:lnTo>
                  <a:lnTo>
                    <a:pt x="327232" y="2510552"/>
                  </a:lnTo>
                  <a:lnTo>
                    <a:pt x="311985" y="2510552"/>
                  </a:lnTo>
                  <a:lnTo>
                    <a:pt x="283217" y="2469702"/>
                  </a:lnTo>
                  <a:lnTo>
                    <a:pt x="283217" y="2467257"/>
                  </a:lnTo>
                  <a:lnTo>
                    <a:pt x="280772" y="2461935"/>
                  </a:lnTo>
                  <a:lnTo>
                    <a:pt x="278039" y="2461935"/>
                  </a:lnTo>
                  <a:lnTo>
                    <a:pt x="270560" y="2449277"/>
                  </a:lnTo>
                  <a:lnTo>
                    <a:pt x="267827" y="2446832"/>
                  </a:lnTo>
                  <a:lnTo>
                    <a:pt x="247546" y="2418064"/>
                  </a:lnTo>
                  <a:lnTo>
                    <a:pt x="216908" y="2372324"/>
                  </a:lnTo>
                  <a:lnTo>
                    <a:pt x="209285" y="2364556"/>
                  </a:lnTo>
                  <a:lnTo>
                    <a:pt x="209285" y="2362111"/>
                  </a:lnTo>
                  <a:lnTo>
                    <a:pt x="191305" y="2336364"/>
                  </a:lnTo>
                  <a:lnTo>
                    <a:pt x="173613" y="2311049"/>
                  </a:lnTo>
                  <a:lnTo>
                    <a:pt x="170880" y="2308603"/>
                  </a:lnTo>
                  <a:lnTo>
                    <a:pt x="168435" y="2305870"/>
                  </a:lnTo>
                  <a:lnTo>
                    <a:pt x="163400" y="2298391"/>
                  </a:lnTo>
                  <a:lnTo>
                    <a:pt x="145564" y="2275233"/>
                  </a:lnTo>
                  <a:lnTo>
                    <a:pt x="145564" y="2267753"/>
                  </a:lnTo>
                  <a:lnTo>
                    <a:pt x="148010" y="2265020"/>
                  </a:lnTo>
                  <a:lnTo>
                    <a:pt x="150455" y="2239561"/>
                  </a:lnTo>
                  <a:lnTo>
                    <a:pt x="142975" y="2237116"/>
                  </a:lnTo>
                  <a:lnTo>
                    <a:pt x="137653" y="2237116"/>
                  </a:lnTo>
                  <a:lnTo>
                    <a:pt x="135208" y="2234383"/>
                  </a:lnTo>
                  <a:lnTo>
                    <a:pt x="135208" y="2237116"/>
                  </a:lnTo>
                  <a:lnTo>
                    <a:pt x="132619" y="2237116"/>
                  </a:lnTo>
                  <a:lnTo>
                    <a:pt x="81700" y="2224458"/>
                  </a:lnTo>
                  <a:lnTo>
                    <a:pt x="55953" y="2188499"/>
                  </a:lnTo>
                  <a:lnTo>
                    <a:pt x="30638" y="2155416"/>
                  </a:lnTo>
                  <a:lnTo>
                    <a:pt x="17980" y="2137580"/>
                  </a:lnTo>
                  <a:lnTo>
                    <a:pt x="7767" y="2124778"/>
                  </a:lnTo>
                  <a:lnTo>
                    <a:pt x="0" y="2114565"/>
                  </a:lnTo>
                  <a:lnTo>
                    <a:pt x="5178" y="2089250"/>
                  </a:lnTo>
                  <a:lnTo>
                    <a:pt x="10213" y="2079038"/>
                  </a:lnTo>
                  <a:lnTo>
                    <a:pt x="12658" y="2068825"/>
                  </a:lnTo>
                  <a:lnTo>
                    <a:pt x="12658" y="2062784"/>
                  </a:lnTo>
                  <a:lnTo>
                    <a:pt x="17980" y="2047537"/>
                  </a:lnTo>
                  <a:lnTo>
                    <a:pt x="20425" y="2029557"/>
                  </a:lnTo>
                  <a:lnTo>
                    <a:pt x="25603" y="2009132"/>
                  </a:lnTo>
                  <a:lnTo>
                    <a:pt x="28192" y="2009132"/>
                  </a:lnTo>
                  <a:lnTo>
                    <a:pt x="28192" y="2006687"/>
                  </a:lnTo>
                  <a:lnTo>
                    <a:pt x="30638" y="1994029"/>
                  </a:lnTo>
                  <a:lnTo>
                    <a:pt x="35816" y="1973604"/>
                  </a:lnTo>
                  <a:lnTo>
                    <a:pt x="43295" y="1940521"/>
                  </a:lnTo>
                  <a:lnTo>
                    <a:pt x="48474" y="1924987"/>
                  </a:lnTo>
                  <a:lnTo>
                    <a:pt x="76666" y="1930884"/>
                  </a:lnTo>
                  <a:lnTo>
                    <a:pt x="79399" y="1930884"/>
                  </a:lnTo>
                  <a:lnTo>
                    <a:pt x="81988" y="1935775"/>
                  </a:lnTo>
                  <a:lnTo>
                    <a:pt x="86878" y="1941097"/>
                  </a:lnTo>
                  <a:lnTo>
                    <a:pt x="92200" y="1945987"/>
                  </a:lnTo>
                  <a:lnTo>
                    <a:pt x="99824" y="1948576"/>
                  </a:lnTo>
                  <a:lnTo>
                    <a:pt x="99824" y="1951309"/>
                  </a:lnTo>
                  <a:lnTo>
                    <a:pt x="102125" y="1951309"/>
                  </a:lnTo>
                  <a:lnTo>
                    <a:pt x="107016" y="1953754"/>
                  </a:lnTo>
                  <a:lnTo>
                    <a:pt x="122550" y="1961809"/>
                  </a:lnTo>
                  <a:lnTo>
                    <a:pt x="127585" y="1966700"/>
                  </a:lnTo>
                  <a:lnTo>
                    <a:pt x="135352" y="1969289"/>
                  </a:lnTo>
                  <a:lnTo>
                    <a:pt x="142975" y="1976912"/>
                  </a:lnTo>
                  <a:lnTo>
                    <a:pt x="144989" y="1976912"/>
                  </a:lnTo>
                  <a:lnTo>
                    <a:pt x="149880" y="1989570"/>
                  </a:lnTo>
                  <a:lnTo>
                    <a:pt x="149880" y="1992159"/>
                  </a:lnTo>
                  <a:lnTo>
                    <a:pt x="152612" y="1994892"/>
                  </a:lnTo>
                  <a:lnTo>
                    <a:pt x="157647" y="1999783"/>
                  </a:lnTo>
                  <a:lnTo>
                    <a:pt x="160092" y="2005105"/>
                  </a:lnTo>
                  <a:lnTo>
                    <a:pt x="165414" y="2009995"/>
                  </a:lnTo>
                  <a:lnTo>
                    <a:pt x="167859" y="2009995"/>
                  </a:lnTo>
                  <a:lnTo>
                    <a:pt x="173037" y="2015317"/>
                  </a:lnTo>
                  <a:lnTo>
                    <a:pt x="178072" y="2017762"/>
                  </a:lnTo>
                  <a:lnTo>
                    <a:pt x="180517" y="2020208"/>
                  </a:lnTo>
                  <a:lnTo>
                    <a:pt x="185839" y="2020208"/>
                  </a:lnTo>
                  <a:lnTo>
                    <a:pt x="188284" y="2022797"/>
                  </a:lnTo>
                  <a:lnTo>
                    <a:pt x="190730" y="2025530"/>
                  </a:lnTo>
                  <a:lnTo>
                    <a:pt x="193319" y="2025530"/>
                  </a:lnTo>
                  <a:lnTo>
                    <a:pt x="196052" y="2030420"/>
                  </a:lnTo>
                  <a:lnTo>
                    <a:pt x="198497" y="2033009"/>
                  </a:lnTo>
                  <a:lnTo>
                    <a:pt x="200942" y="2035742"/>
                  </a:lnTo>
                  <a:lnTo>
                    <a:pt x="203387" y="2033009"/>
                  </a:lnTo>
                  <a:lnTo>
                    <a:pt x="206264" y="2033009"/>
                  </a:lnTo>
                  <a:lnTo>
                    <a:pt x="208709" y="2035742"/>
                  </a:lnTo>
                  <a:lnTo>
                    <a:pt x="208709" y="2030420"/>
                  </a:lnTo>
                  <a:lnTo>
                    <a:pt x="213600" y="2038187"/>
                  </a:lnTo>
                  <a:lnTo>
                    <a:pt x="216333" y="2038187"/>
                  </a:lnTo>
                  <a:lnTo>
                    <a:pt x="223812" y="2043222"/>
                  </a:lnTo>
                  <a:lnTo>
                    <a:pt x="223812" y="2045955"/>
                  </a:lnTo>
                  <a:lnTo>
                    <a:pt x="231580" y="2045955"/>
                  </a:lnTo>
                  <a:lnTo>
                    <a:pt x="231580" y="2043222"/>
                  </a:lnTo>
                  <a:lnTo>
                    <a:pt x="236758" y="2048400"/>
                  </a:lnTo>
                  <a:lnTo>
                    <a:pt x="239347" y="2050845"/>
                  </a:lnTo>
                  <a:lnTo>
                    <a:pt x="239347" y="2053434"/>
                  </a:lnTo>
                  <a:lnTo>
                    <a:pt x="244237" y="2055880"/>
                  </a:lnTo>
                  <a:lnTo>
                    <a:pt x="246970" y="2055880"/>
                  </a:lnTo>
                  <a:lnTo>
                    <a:pt x="246970" y="2058612"/>
                  </a:lnTo>
                  <a:lnTo>
                    <a:pt x="249559" y="2058612"/>
                  </a:lnTo>
                  <a:lnTo>
                    <a:pt x="252005" y="2055880"/>
                  </a:lnTo>
                  <a:lnTo>
                    <a:pt x="246970" y="2053434"/>
                  </a:lnTo>
                  <a:lnTo>
                    <a:pt x="244237" y="2048400"/>
                  </a:lnTo>
                  <a:lnTo>
                    <a:pt x="246970" y="2048400"/>
                  </a:lnTo>
                  <a:lnTo>
                    <a:pt x="239347" y="2038187"/>
                  </a:lnTo>
                  <a:lnTo>
                    <a:pt x="236758" y="2038187"/>
                  </a:lnTo>
                  <a:lnTo>
                    <a:pt x="236758" y="2035742"/>
                  </a:lnTo>
                  <a:lnTo>
                    <a:pt x="239347" y="2035742"/>
                  </a:lnTo>
                  <a:lnTo>
                    <a:pt x="241792" y="2033009"/>
                  </a:lnTo>
                  <a:lnTo>
                    <a:pt x="244237" y="2033009"/>
                  </a:lnTo>
                  <a:lnTo>
                    <a:pt x="257183" y="2043222"/>
                  </a:lnTo>
                  <a:lnTo>
                    <a:pt x="259772" y="2045955"/>
                  </a:lnTo>
                  <a:lnTo>
                    <a:pt x="259772" y="2043222"/>
                  </a:lnTo>
                  <a:lnTo>
                    <a:pt x="262217" y="2043222"/>
                  </a:lnTo>
                  <a:lnTo>
                    <a:pt x="262217" y="2040633"/>
                  </a:lnTo>
                  <a:lnTo>
                    <a:pt x="257183" y="2033009"/>
                  </a:lnTo>
                  <a:lnTo>
                    <a:pt x="264662" y="2038187"/>
                  </a:lnTo>
                  <a:lnTo>
                    <a:pt x="267251" y="2040633"/>
                  </a:lnTo>
                  <a:lnTo>
                    <a:pt x="269984" y="2040633"/>
                  </a:lnTo>
                  <a:lnTo>
                    <a:pt x="272430" y="2045955"/>
                  </a:lnTo>
                  <a:lnTo>
                    <a:pt x="275738" y="2045955"/>
                  </a:lnTo>
                  <a:lnTo>
                    <a:pt x="278327" y="2048400"/>
                  </a:lnTo>
                  <a:lnTo>
                    <a:pt x="285950" y="2053434"/>
                  </a:lnTo>
                  <a:lnTo>
                    <a:pt x="285950" y="2055880"/>
                  </a:lnTo>
                  <a:lnTo>
                    <a:pt x="288396" y="2058612"/>
                  </a:lnTo>
                  <a:lnTo>
                    <a:pt x="288396" y="2061058"/>
                  </a:lnTo>
                  <a:lnTo>
                    <a:pt x="291272" y="2061058"/>
                  </a:lnTo>
                  <a:lnTo>
                    <a:pt x="291272" y="2058612"/>
                  </a:lnTo>
                  <a:lnTo>
                    <a:pt x="293718" y="2061058"/>
                  </a:lnTo>
                  <a:lnTo>
                    <a:pt x="296163" y="2061058"/>
                  </a:lnTo>
                  <a:lnTo>
                    <a:pt x="296163" y="2066092"/>
                  </a:lnTo>
                  <a:lnTo>
                    <a:pt x="298608" y="2066092"/>
                  </a:lnTo>
                  <a:lnTo>
                    <a:pt x="298608" y="2068825"/>
                  </a:lnTo>
                  <a:lnTo>
                    <a:pt x="301341" y="2068825"/>
                  </a:lnTo>
                  <a:lnTo>
                    <a:pt x="301341" y="2075298"/>
                  </a:lnTo>
                  <a:lnTo>
                    <a:pt x="306375" y="2078031"/>
                  </a:lnTo>
                  <a:lnTo>
                    <a:pt x="308821" y="2078031"/>
                  </a:lnTo>
                  <a:lnTo>
                    <a:pt x="311554" y="2080476"/>
                  </a:lnTo>
                  <a:lnTo>
                    <a:pt x="311554" y="2085510"/>
                  </a:lnTo>
                  <a:lnTo>
                    <a:pt x="314143" y="2085510"/>
                  </a:lnTo>
                  <a:lnTo>
                    <a:pt x="311554" y="2088243"/>
                  </a:lnTo>
                  <a:lnTo>
                    <a:pt x="314143" y="2093134"/>
                  </a:lnTo>
                  <a:lnTo>
                    <a:pt x="314143" y="2095723"/>
                  </a:lnTo>
                  <a:lnTo>
                    <a:pt x="319033" y="2100901"/>
                  </a:lnTo>
                  <a:lnTo>
                    <a:pt x="321766" y="2105935"/>
                  </a:lnTo>
                  <a:lnTo>
                    <a:pt x="321766" y="2108668"/>
                  </a:lnTo>
                  <a:lnTo>
                    <a:pt x="324355" y="2111113"/>
                  </a:lnTo>
                  <a:lnTo>
                    <a:pt x="326800" y="2121326"/>
                  </a:lnTo>
                  <a:lnTo>
                    <a:pt x="324355" y="2123771"/>
                  </a:lnTo>
                  <a:lnTo>
                    <a:pt x="324355" y="2121326"/>
                  </a:lnTo>
                  <a:lnTo>
                    <a:pt x="321766" y="2121326"/>
                  </a:lnTo>
                  <a:lnTo>
                    <a:pt x="321766" y="2126360"/>
                  </a:lnTo>
                  <a:lnTo>
                    <a:pt x="324355" y="2126360"/>
                  </a:lnTo>
                  <a:lnTo>
                    <a:pt x="324355" y="2128949"/>
                  </a:lnTo>
                  <a:lnTo>
                    <a:pt x="326800" y="2126217"/>
                  </a:lnTo>
                  <a:lnTo>
                    <a:pt x="329246" y="2123627"/>
                  </a:lnTo>
                  <a:lnTo>
                    <a:pt x="331979" y="2126217"/>
                  </a:lnTo>
                  <a:lnTo>
                    <a:pt x="329246" y="2128949"/>
                  </a:lnTo>
                  <a:lnTo>
                    <a:pt x="326800" y="2128949"/>
                  </a:lnTo>
                  <a:lnTo>
                    <a:pt x="329246" y="2131395"/>
                  </a:lnTo>
                  <a:lnTo>
                    <a:pt x="329246" y="2133840"/>
                  </a:lnTo>
                  <a:lnTo>
                    <a:pt x="326800" y="2133840"/>
                  </a:lnTo>
                  <a:lnTo>
                    <a:pt x="324355" y="2136429"/>
                  </a:lnTo>
                  <a:lnTo>
                    <a:pt x="324355" y="2139162"/>
                  </a:lnTo>
                  <a:lnTo>
                    <a:pt x="321766" y="2139162"/>
                  </a:lnTo>
                  <a:lnTo>
                    <a:pt x="321766" y="2146642"/>
                  </a:lnTo>
                  <a:lnTo>
                    <a:pt x="316588" y="2146642"/>
                  </a:lnTo>
                  <a:lnTo>
                    <a:pt x="314143" y="2144052"/>
                  </a:lnTo>
                  <a:lnTo>
                    <a:pt x="308821" y="2144052"/>
                  </a:lnTo>
                  <a:lnTo>
                    <a:pt x="303930" y="2141607"/>
                  </a:lnTo>
                  <a:lnTo>
                    <a:pt x="301341" y="2139162"/>
                  </a:lnTo>
                  <a:lnTo>
                    <a:pt x="296163" y="2141607"/>
                  </a:lnTo>
                  <a:lnTo>
                    <a:pt x="293718" y="2141607"/>
                  </a:lnTo>
                  <a:lnTo>
                    <a:pt x="285950" y="2136429"/>
                  </a:lnTo>
                  <a:lnTo>
                    <a:pt x="283505" y="2131395"/>
                  </a:lnTo>
                  <a:lnTo>
                    <a:pt x="278327" y="2131395"/>
                  </a:lnTo>
                  <a:lnTo>
                    <a:pt x="283505" y="2136429"/>
                  </a:lnTo>
                  <a:lnTo>
                    <a:pt x="283505" y="2139162"/>
                  </a:lnTo>
                  <a:lnTo>
                    <a:pt x="285950" y="2144052"/>
                  </a:lnTo>
                  <a:lnTo>
                    <a:pt x="288396" y="2146642"/>
                  </a:lnTo>
                  <a:lnTo>
                    <a:pt x="283505" y="2144052"/>
                  </a:lnTo>
                  <a:lnTo>
                    <a:pt x="283505" y="2149087"/>
                  </a:lnTo>
                  <a:lnTo>
                    <a:pt x="281060" y="2146642"/>
                  </a:lnTo>
                  <a:lnTo>
                    <a:pt x="281060" y="2149087"/>
                  </a:lnTo>
                  <a:lnTo>
                    <a:pt x="270847" y="2141607"/>
                  </a:lnTo>
                  <a:lnTo>
                    <a:pt x="266388" y="2141607"/>
                  </a:lnTo>
                  <a:lnTo>
                    <a:pt x="265525" y="2139162"/>
                  </a:lnTo>
                  <a:lnTo>
                    <a:pt x="265525" y="2141607"/>
                  </a:lnTo>
                  <a:lnTo>
                    <a:pt x="266388" y="2141607"/>
                  </a:lnTo>
                  <a:lnTo>
                    <a:pt x="268114" y="2146642"/>
                  </a:lnTo>
                  <a:lnTo>
                    <a:pt x="263080" y="2151820"/>
                  </a:lnTo>
                  <a:lnTo>
                    <a:pt x="263080" y="2154265"/>
                  </a:lnTo>
                  <a:lnTo>
                    <a:pt x="260635" y="2156710"/>
                  </a:lnTo>
                  <a:lnTo>
                    <a:pt x="260635" y="2159299"/>
                  </a:lnTo>
                  <a:lnTo>
                    <a:pt x="263080" y="2162032"/>
                  </a:lnTo>
                  <a:lnTo>
                    <a:pt x="265525" y="2162032"/>
                  </a:lnTo>
                  <a:lnTo>
                    <a:pt x="265525" y="2164477"/>
                  </a:lnTo>
                  <a:lnTo>
                    <a:pt x="258046" y="2164477"/>
                  </a:lnTo>
                  <a:lnTo>
                    <a:pt x="252868" y="2166923"/>
                  </a:lnTo>
                  <a:lnTo>
                    <a:pt x="234888" y="2166923"/>
                  </a:lnTo>
                  <a:lnTo>
                    <a:pt x="242655" y="2169512"/>
                  </a:lnTo>
                  <a:lnTo>
                    <a:pt x="242655" y="2172820"/>
                  </a:lnTo>
                  <a:lnTo>
                    <a:pt x="245100" y="2172820"/>
                  </a:lnTo>
                  <a:lnTo>
                    <a:pt x="247833" y="2175265"/>
                  </a:lnTo>
                  <a:lnTo>
                    <a:pt x="258046" y="2175265"/>
                  </a:lnTo>
                  <a:lnTo>
                    <a:pt x="258046" y="2177711"/>
                  </a:lnTo>
                  <a:lnTo>
                    <a:pt x="260635" y="2177711"/>
                  </a:lnTo>
                  <a:lnTo>
                    <a:pt x="260635" y="2185478"/>
                  </a:lnTo>
                  <a:lnTo>
                    <a:pt x="258046" y="2187923"/>
                  </a:lnTo>
                  <a:lnTo>
                    <a:pt x="264375" y="2187923"/>
                  </a:lnTo>
                  <a:lnTo>
                    <a:pt x="266964" y="2190512"/>
                  </a:lnTo>
                  <a:lnTo>
                    <a:pt x="279909" y="2190512"/>
                  </a:lnTo>
                  <a:lnTo>
                    <a:pt x="279909" y="2193245"/>
                  </a:lnTo>
                  <a:lnTo>
                    <a:pt x="282354" y="2195690"/>
                  </a:lnTo>
                  <a:lnTo>
                    <a:pt x="284800" y="2195690"/>
                  </a:lnTo>
                  <a:lnTo>
                    <a:pt x="287245" y="2193245"/>
                  </a:lnTo>
                  <a:lnTo>
                    <a:pt x="287245" y="2195690"/>
                  </a:lnTo>
                  <a:lnTo>
                    <a:pt x="290122" y="2198136"/>
                  </a:lnTo>
                  <a:lnTo>
                    <a:pt x="292567" y="2200725"/>
                  </a:lnTo>
                  <a:lnTo>
                    <a:pt x="295012" y="2203458"/>
                  </a:lnTo>
                  <a:lnTo>
                    <a:pt x="297457" y="2205903"/>
                  </a:lnTo>
                  <a:lnTo>
                    <a:pt x="300190" y="2205903"/>
                  </a:lnTo>
                  <a:lnTo>
                    <a:pt x="302779" y="2208348"/>
                  </a:lnTo>
                  <a:lnTo>
                    <a:pt x="307670" y="2208348"/>
                  </a:lnTo>
                  <a:lnTo>
                    <a:pt x="317883" y="2213670"/>
                  </a:lnTo>
                  <a:lnTo>
                    <a:pt x="346650" y="2218561"/>
                  </a:lnTo>
                  <a:lnTo>
                    <a:pt x="349095" y="2221150"/>
                  </a:lnTo>
                  <a:lnTo>
                    <a:pt x="349095" y="2223883"/>
                  </a:lnTo>
                  <a:lnTo>
                    <a:pt x="361897" y="2223883"/>
                  </a:lnTo>
                  <a:lnTo>
                    <a:pt x="364630" y="2226328"/>
                  </a:lnTo>
                  <a:lnTo>
                    <a:pt x="367075" y="2226328"/>
                  </a:lnTo>
                  <a:lnTo>
                    <a:pt x="379733" y="2228773"/>
                  </a:lnTo>
                  <a:lnTo>
                    <a:pt x="387500" y="2226328"/>
                  </a:lnTo>
                  <a:lnTo>
                    <a:pt x="387500" y="2223883"/>
                  </a:lnTo>
                  <a:lnTo>
                    <a:pt x="385343" y="2223883"/>
                  </a:lnTo>
                  <a:lnTo>
                    <a:pt x="387932" y="2221150"/>
                  </a:lnTo>
                  <a:lnTo>
                    <a:pt x="395555" y="2223883"/>
                  </a:lnTo>
                  <a:lnTo>
                    <a:pt x="403035" y="2223883"/>
                  </a:lnTo>
                  <a:lnTo>
                    <a:pt x="403035" y="2231362"/>
                  </a:lnTo>
                  <a:lnTo>
                    <a:pt x="405768" y="2231362"/>
                  </a:lnTo>
                  <a:lnTo>
                    <a:pt x="405768" y="2233807"/>
                  </a:lnTo>
                  <a:lnTo>
                    <a:pt x="408357" y="2231362"/>
                  </a:lnTo>
                  <a:lnTo>
                    <a:pt x="408357" y="2228773"/>
                  </a:lnTo>
                  <a:lnTo>
                    <a:pt x="405768" y="2228773"/>
                  </a:lnTo>
                  <a:lnTo>
                    <a:pt x="405768" y="2223883"/>
                  </a:lnTo>
                  <a:lnTo>
                    <a:pt x="408357" y="2223883"/>
                  </a:lnTo>
                  <a:lnTo>
                    <a:pt x="413247" y="2226328"/>
                  </a:lnTo>
                  <a:lnTo>
                    <a:pt x="413247" y="2228773"/>
                  </a:lnTo>
                  <a:lnTo>
                    <a:pt x="415836" y="2226328"/>
                  </a:lnTo>
                  <a:lnTo>
                    <a:pt x="421015" y="2231362"/>
                  </a:lnTo>
                  <a:lnTo>
                    <a:pt x="423460" y="2231362"/>
                  </a:lnTo>
                  <a:lnTo>
                    <a:pt x="423460" y="2228773"/>
                  </a:lnTo>
                  <a:lnTo>
                    <a:pt x="426049" y="2228773"/>
                  </a:lnTo>
                  <a:lnTo>
                    <a:pt x="426049" y="2226328"/>
                  </a:lnTo>
                  <a:lnTo>
                    <a:pt x="428782" y="2228773"/>
                  </a:lnTo>
                  <a:lnTo>
                    <a:pt x="426049" y="2231362"/>
                  </a:lnTo>
                  <a:lnTo>
                    <a:pt x="431227" y="2231362"/>
                  </a:lnTo>
                  <a:lnTo>
                    <a:pt x="431227" y="2228773"/>
                  </a:lnTo>
                  <a:lnTo>
                    <a:pt x="433672" y="2226328"/>
                  </a:lnTo>
                  <a:lnTo>
                    <a:pt x="433672" y="2223883"/>
                  </a:lnTo>
                  <a:lnTo>
                    <a:pt x="436261" y="2221150"/>
                  </a:lnTo>
                  <a:lnTo>
                    <a:pt x="443885" y="2221150"/>
                  </a:lnTo>
                  <a:lnTo>
                    <a:pt x="441440" y="2223883"/>
                  </a:lnTo>
                  <a:lnTo>
                    <a:pt x="441440" y="2228773"/>
                  </a:lnTo>
                  <a:lnTo>
                    <a:pt x="446330" y="2226328"/>
                  </a:lnTo>
                  <a:lnTo>
                    <a:pt x="446330" y="2231362"/>
                  </a:lnTo>
                  <a:lnTo>
                    <a:pt x="454097" y="2228773"/>
                  </a:lnTo>
                  <a:lnTo>
                    <a:pt x="454097" y="2226328"/>
                  </a:lnTo>
                  <a:lnTo>
                    <a:pt x="456543" y="2226328"/>
                  </a:lnTo>
                  <a:lnTo>
                    <a:pt x="459419" y="2223883"/>
                  </a:lnTo>
                  <a:lnTo>
                    <a:pt x="461145" y="2223883"/>
                  </a:lnTo>
                  <a:lnTo>
                    <a:pt x="463591" y="2221150"/>
                  </a:lnTo>
                  <a:lnTo>
                    <a:pt x="466036" y="2221150"/>
                  </a:lnTo>
                  <a:lnTo>
                    <a:pt x="466036" y="2218561"/>
                  </a:lnTo>
                  <a:lnTo>
                    <a:pt x="473803" y="2218561"/>
                  </a:lnTo>
                  <a:lnTo>
                    <a:pt x="473803" y="2216115"/>
                  </a:lnTo>
                  <a:lnTo>
                    <a:pt x="476105" y="2216115"/>
                  </a:lnTo>
                  <a:lnTo>
                    <a:pt x="476105" y="2213670"/>
                  </a:lnTo>
                  <a:lnTo>
                    <a:pt x="478837" y="2213670"/>
                  </a:lnTo>
                  <a:lnTo>
                    <a:pt x="481427" y="2210937"/>
                  </a:lnTo>
                  <a:lnTo>
                    <a:pt x="481427" y="2213670"/>
                  </a:lnTo>
                  <a:lnTo>
                    <a:pt x="483872" y="2210937"/>
                  </a:lnTo>
                  <a:lnTo>
                    <a:pt x="488906" y="2210937"/>
                  </a:lnTo>
                  <a:lnTo>
                    <a:pt x="491639" y="2208348"/>
                  </a:lnTo>
                  <a:lnTo>
                    <a:pt x="494084" y="2205903"/>
                  </a:lnTo>
                  <a:lnTo>
                    <a:pt x="496530" y="2208348"/>
                  </a:lnTo>
                  <a:lnTo>
                    <a:pt x="499119" y="2210937"/>
                  </a:lnTo>
                  <a:lnTo>
                    <a:pt x="499119" y="2216115"/>
                  </a:lnTo>
                  <a:lnTo>
                    <a:pt x="496530" y="2221150"/>
                  </a:lnTo>
                  <a:lnTo>
                    <a:pt x="496530" y="2223883"/>
                  </a:lnTo>
                  <a:lnTo>
                    <a:pt x="501852" y="2223883"/>
                  </a:lnTo>
                  <a:lnTo>
                    <a:pt x="504297" y="2226328"/>
                  </a:lnTo>
                  <a:lnTo>
                    <a:pt x="504297" y="2228773"/>
                  </a:lnTo>
                  <a:lnTo>
                    <a:pt x="506742" y="2231362"/>
                  </a:lnTo>
                  <a:lnTo>
                    <a:pt x="509331" y="2233807"/>
                  </a:lnTo>
                  <a:lnTo>
                    <a:pt x="509331" y="2236540"/>
                  </a:lnTo>
                  <a:lnTo>
                    <a:pt x="506742" y="2236540"/>
                  </a:lnTo>
                  <a:lnTo>
                    <a:pt x="506742" y="2238986"/>
                  </a:lnTo>
                  <a:lnTo>
                    <a:pt x="509331" y="2241431"/>
                  </a:lnTo>
                  <a:lnTo>
                    <a:pt x="512064" y="2241431"/>
                  </a:lnTo>
                  <a:lnTo>
                    <a:pt x="512064" y="2244020"/>
                  </a:lnTo>
                  <a:lnTo>
                    <a:pt x="509331" y="2244020"/>
                  </a:lnTo>
                  <a:lnTo>
                    <a:pt x="506742" y="2241431"/>
                  </a:lnTo>
                  <a:lnTo>
                    <a:pt x="506742" y="2246465"/>
                  </a:lnTo>
                  <a:lnTo>
                    <a:pt x="509331" y="2246465"/>
                  </a:lnTo>
                  <a:lnTo>
                    <a:pt x="512064" y="2248911"/>
                  </a:lnTo>
                  <a:lnTo>
                    <a:pt x="519544" y="2248911"/>
                  </a:lnTo>
                  <a:lnTo>
                    <a:pt x="519544" y="2246465"/>
                  </a:lnTo>
                  <a:lnTo>
                    <a:pt x="516955" y="2243732"/>
                  </a:lnTo>
                  <a:lnTo>
                    <a:pt x="522852" y="2243732"/>
                  </a:lnTo>
                  <a:lnTo>
                    <a:pt x="522852" y="2238841"/>
                  </a:lnTo>
                  <a:lnTo>
                    <a:pt x="525297" y="2241430"/>
                  </a:lnTo>
                  <a:lnTo>
                    <a:pt x="522995" y="2243732"/>
                  </a:lnTo>
                  <a:lnTo>
                    <a:pt x="525009" y="2243732"/>
                  </a:lnTo>
                  <a:lnTo>
                    <a:pt x="527455" y="2246465"/>
                  </a:lnTo>
                  <a:lnTo>
                    <a:pt x="530044" y="2246465"/>
                  </a:lnTo>
                  <a:lnTo>
                    <a:pt x="535222" y="2248911"/>
                  </a:lnTo>
                  <a:lnTo>
                    <a:pt x="535222" y="2246465"/>
                  </a:lnTo>
                  <a:lnTo>
                    <a:pt x="537667" y="2246465"/>
                  </a:lnTo>
                  <a:lnTo>
                    <a:pt x="540113" y="2248911"/>
                  </a:lnTo>
                  <a:lnTo>
                    <a:pt x="537667" y="2248911"/>
                  </a:lnTo>
                  <a:lnTo>
                    <a:pt x="537667" y="2251356"/>
                  </a:lnTo>
                  <a:lnTo>
                    <a:pt x="540113" y="2259123"/>
                  </a:lnTo>
                  <a:lnTo>
                    <a:pt x="537667" y="2271781"/>
                  </a:lnTo>
                  <a:lnTo>
                    <a:pt x="540113" y="2274370"/>
                  </a:lnTo>
                  <a:lnTo>
                    <a:pt x="537667" y="2277103"/>
                  </a:lnTo>
                  <a:lnTo>
                    <a:pt x="535222" y="2279548"/>
                  </a:lnTo>
                  <a:lnTo>
                    <a:pt x="535222" y="2284582"/>
                  </a:lnTo>
                  <a:lnTo>
                    <a:pt x="537667" y="2284582"/>
                  </a:lnTo>
                  <a:lnTo>
                    <a:pt x="537667" y="2289761"/>
                  </a:lnTo>
                  <a:lnTo>
                    <a:pt x="540113" y="2287315"/>
                  </a:lnTo>
                  <a:lnTo>
                    <a:pt x="540113" y="2294795"/>
                  </a:lnTo>
                  <a:lnTo>
                    <a:pt x="542846" y="2294795"/>
                  </a:lnTo>
                  <a:lnTo>
                    <a:pt x="545434" y="2289761"/>
                  </a:lnTo>
                  <a:lnTo>
                    <a:pt x="547880" y="2284582"/>
                  </a:lnTo>
                  <a:lnTo>
                    <a:pt x="547880" y="2275233"/>
                  </a:lnTo>
                  <a:lnTo>
                    <a:pt x="553058" y="2267753"/>
                  </a:lnTo>
                  <a:lnTo>
                    <a:pt x="550325" y="2265020"/>
                  </a:lnTo>
                  <a:lnTo>
                    <a:pt x="553058" y="2265020"/>
                  </a:lnTo>
                  <a:lnTo>
                    <a:pt x="553058" y="2262431"/>
                  </a:lnTo>
                  <a:lnTo>
                    <a:pt x="555647" y="2265020"/>
                  </a:lnTo>
                  <a:lnTo>
                    <a:pt x="558092" y="2270199"/>
                  </a:lnTo>
                  <a:lnTo>
                    <a:pt x="558092" y="2299829"/>
                  </a:lnTo>
                  <a:lnTo>
                    <a:pt x="560538" y="2297384"/>
                  </a:lnTo>
                  <a:lnTo>
                    <a:pt x="560538" y="2294651"/>
                  </a:lnTo>
                  <a:lnTo>
                    <a:pt x="563127" y="2292062"/>
                  </a:lnTo>
                  <a:lnTo>
                    <a:pt x="563127" y="2289617"/>
                  </a:lnTo>
                  <a:lnTo>
                    <a:pt x="565859" y="2289617"/>
                  </a:lnTo>
                  <a:lnTo>
                    <a:pt x="565859" y="2287171"/>
                  </a:lnTo>
                  <a:lnTo>
                    <a:pt x="568305" y="2289617"/>
                  </a:lnTo>
                  <a:lnTo>
                    <a:pt x="568305" y="2294651"/>
                  </a:lnTo>
                  <a:lnTo>
                    <a:pt x="570750" y="2294651"/>
                  </a:lnTo>
                  <a:lnTo>
                    <a:pt x="570750" y="2299829"/>
                  </a:lnTo>
                  <a:lnTo>
                    <a:pt x="578517" y="2310042"/>
                  </a:lnTo>
                  <a:lnTo>
                    <a:pt x="578517" y="2307597"/>
                  </a:lnTo>
                  <a:lnTo>
                    <a:pt x="580963" y="2310042"/>
                  </a:lnTo>
                  <a:lnTo>
                    <a:pt x="580963" y="2322699"/>
                  </a:lnTo>
                  <a:lnTo>
                    <a:pt x="583552" y="2327734"/>
                  </a:lnTo>
                  <a:lnTo>
                    <a:pt x="583552" y="2330467"/>
                  </a:lnTo>
                  <a:lnTo>
                    <a:pt x="586285" y="2327734"/>
                  </a:lnTo>
                  <a:lnTo>
                    <a:pt x="586285" y="2335357"/>
                  </a:lnTo>
                  <a:lnTo>
                    <a:pt x="583552" y="2337946"/>
                  </a:lnTo>
                  <a:lnTo>
                    <a:pt x="583552" y="2332912"/>
                  </a:lnTo>
                  <a:lnTo>
                    <a:pt x="580963" y="2327734"/>
                  </a:lnTo>
                  <a:lnTo>
                    <a:pt x="580963" y="2341398"/>
                  </a:lnTo>
                  <a:lnTo>
                    <a:pt x="576072" y="2336076"/>
                  </a:lnTo>
                  <a:lnTo>
                    <a:pt x="573339" y="2338665"/>
                  </a:lnTo>
                  <a:lnTo>
                    <a:pt x="570750" y="2338665"/>
                  </a:lnTo>
                  <a:lnTo>
                    <a:pt x="570750" y="2336076"/>
                  </a:lnTo>
                  <a:lnTo>
                    <a:pt x="568305" y="2336076"/>
                  </a:lnTo>
                  <a:lnTo>
                    <a:pt x="568305" y="2338665"/>
                  </a:lnTo>
                  <a:lnTo>
                    <a:pt x="565859" y="2338665"/>
                  </a:lnTo>
                  <a:lnTo>
                    <a:pt x="565859" y="2343844"/>
                  </a:lnTo>
                  <a:lnTo>
                    <a:pt x="560538" y="2341398"/>
                  </a:lnTo>
                  <a:lnTo>
                    <a:pt x="553058" y="2331186"/>
                  </a:lnTo>
                  <a:lnTo>
                    <a:pt x="550325" y="2325864"/>
                  </a:lnTo>
                  <a:lnTo>
                    <a:pt x="550325" y="2323419"/>
                  </a:lnTo>
                  <a:lnTo>
                    <a:pt x="547880" y="2323419"/>
                  </a:lnTo>
                  <a:lnTo>
                    <a:pt x="550325" y="2331186"/>
                  </a:lnTo>
                  <a:lnTo>
                    <a:pt x="550325" y="2338665"/>
                  </a:lnTo>
                  <a:lnTo>
                    <a:pt x="553058" y="2338665"/>
                  </a:lnTo>
                  <a:lnTo>
                    <a:pt x="553058" y="2336076"/>
                  </a:lnTo>
                  <a:lnTo>
                    <a:pt x="555647" y="2336076"/>
                  </a:lnTo>
                  <a:lnTo>
                    <a:pt x="558092" y="2338665"/>
                  </a:lnTo>
                  <a:lnTo>
                    <a:pt x="558092" y="2343844"/>
                  </a:lnTo>
                  <a:lnTo>
                    <a:pt x="565859" y="2348878"/>
                  </a:lnTo>
                  <a:lnTo>
                    <a:pt x="568305" y="2354056"/>
                  </a:lnTo>
                  <a:lnTo>
                    <a:pt x="565859" y="2356501"/>
                  </a:lnTo>
                  <a:lnTo>
                    <a:pt x="565859" y="2361823"/>
                  </a:lnTo>
                  <a:lnTo>
                    <a:pt x="563127" y="2361823"/>
                  </a:lnTo>
                  <a:lnTo>
                    <a:pt x="565859" y="2364269"/>
                  </a:lnTo>
                  <a:lnTo>
                    <a:pt x="568305" y="2364269"/>
                  </a:lnTo>
                  <a:lnTo>
                    <a:pt x="570750" y="2361823"/>
                  </a:lnTo>
                  <a:lnTo>
                    <a:pt x="570750" y="2366714"/>
                  </a:lnTo>
                  <a:lnTo>
                    <a:pt x="573339" y="2366714"/>
                  </a:lnTo>
                  <a:lnTo>
                    <a:pt x="573339" y="2382248"/>
                  </a:lnTo>
                  <a:lnTo>
                    <a:pt x="576072" y="2384694"/>
                  </a:lnTo>
                  <a:lnTo>
                    <a:pt x="576072" y="2382248"/>
                  </a:lnTo>
                  <a:lnTo>
                    <a:pt x="578517" y="2379516"/>
                  </a:lnTo>
                  <a:lnTo>
                    <a:pt x="576072" y="2376926"/>
                  </a:lnTo>
                  <a:lnTo>
                    <a:pt x="576072" y="2374481"/>
                  </a:lnTo>
                  <a:lnTo>
                    <a:pt x="578517" y="2376926"/>
                  </a:lnTo>
                  <a:lnTo>
                    <a:pt x="580963" y="2382248"/>
                  </a:lnTo>
                  <a:lnTo>
                    <a:pt x="580963" y="2384694"/>
                  </a:lnTo>
                  <a:lnTo>
                    <a:pt x="583552" y="2389728"/>
                  </a:lnTo>
                  <a:lnTo>
                    <a:pt x="586285" y="2392461"/>
                  </a:lnTo>
                  <a:lnTo>
                    <a:pt x="580963" y="2392461"/>
                  </a:lnTo>
                  <a:lnTo>
                    <a:pt x="580963" y="2394906"/>
                  </a:lnTo>
                  <a:lnTo>
                    <a:pt x="586285" y="2397351"/>
                  </a:lnTo>
                  <a:lnTo>
                    <a:pt x="586285" y="2405119"/>
                  </a:lnTo>
                  <a:lnTo>
                    <a:pt x="588730" y="2407564"/>
                  </a:lnTo>
                  <a:lnTo>
                    <a:pt x="588730" y="2402674"/>
                  </a:lnTo>
                  <a:lnTo>
                    <a:pt x="591175" y="2405119"/>
                  </a:lnTo>
                  <a:lnTo>
                    <a:pt x="591175" y="2410009"/>
                  </a:lnTo>
                  <a:lnTo>
                    <a:pt x="593764" y="2410009"/>
                  </a:lnTo>
                  <a:lnTo>
                    <a:pt x="593764" y="2415331"/>
                  </a:lnTo>
                  <a:lnTo>
                    <a:pt x="596497" y="2417776"/>
                  </a:lnTo>
                  <a:lnTo>
                    <a:pt x="598942" y="2425544"/>
                  </a:lnTo>
                  <a:lnTo>
                    <a:pt x="601388" y="2430434"/>
                  </a:lnTo>
                  <a:lnTo>
                    <a:pt x="603977" y="2430434"/>
                  </a:lnTo>
                  <a:lnTo>
                    <a:pt x="603977" y="2427989"/>
                  </a:lnTo>
                  <a:lnTo>
                    <a:pt x="601388" y="2425544"/>
                  </a:lnTo>
                  <a:lnTo>
                    <a:pt x="603977" y="2425544"/>
                  </a:lnTo>
                  <a:lnTo>
                    <a:pt x="603977" y="2422811"/>
                  </a:lnTo>
                  <a:lnTo>
                    <a:pt x="596497" y="2412598"/>
                  </a:lnTo>
                  <a:lnTo>
                    <a:pt x="596497" y="2410009"/>
                  </a:lnTo>
                  <a:lnTo>
                    <a:pt x="593764" y="2410009"/>
                  </a:lnTo>
                  <a:lnTo>
                    <a:pt x="593764" y="2407564"/>
                  </a:lnTo>
                  <a:lnTo>
                    <a:pt x="591175" y="2402674"/>
                  </a:lnTo>
                  <a:lnTo>
                    <a:pt x="591175" y="2392461"/>
                  </a:lnTo>
                  <a:lnTo>
                    <a:pt x="586285" y="2387139"/>
                  </a:lnTo>
                  <a:lnTo>
                    <a:pt x="586285" y="2384694"/>
                  </a:lnTo>
                  <a:lnTo>
                    <a:pt x="583552" y="2382248"/>
                  </a:lnTo>
                  <a:lnTo>
                    <a:pt x="580963" y="2379516"/>
                  </a:lnTo>
                  <a:lnTo>
                    <a:pt x="580963" y="2374481"/>
                  </a:lnTo>
                  <a:lnTo>
                    <a:pt x="583552" y="2374481"/>
                  </a:lnTo>
                  <a:lnTo>
                    <a:pt x="583552" y="2379516"/>
                  </a:lnTo>
                  <a:lnTo>
                    <a:pt x="586285" y="2376926"/>
                  </a:lnTo>
                  <a:lnTo>
                    <a:pt x="586285" y="2351611"/>
                  </a:lnTo>
                  <a:lnTo>
                    <a:pt x="588730" y="2346289"/>
                  </a:lnTo>
                  <a:lnTo>
                    <a:pt x="588730" y="2348878"/>
                  </a:lnTo>
                  <a:lnTo>
                    <a:pt x="591175" y="2354056"/>
                  </a:lnTo>
                  <a:lnTo>
                    <a:pt x="588730" y="2354056"/>
                  </a:lnTo>
                  <a:lnTo>
                    <a:pt x="591175" y="2356501"/>
                  </a:lnTo>
                  <a:lnTo>
                    <a:pt x="591175" y="2361823"/>
                  </a:lnTo>
                  <a:lnTo>
                    <a:pt x="593764" y="2364269"/>
                  </a:lnTo>
                  <a:lnTo>
                    <a:pt x="593764" y="2361823"/>
                  </a:lnTo>
                  <a:lnTo>
                    <a:pt x="596497" y="2361823"/>
                  </a:lnTo>
                  <a:lnTo>
                    <a:pt x="596497" y="2364269"/>
                  </a:lnTo>
                  <a:lnTo>
                    <a:pt x="593764" y="2369303"/>
                  </a:lnTo>
                  <a:lnTo>
                    <a:pt x="596497" y="2369303"/>
                  </a:lnTo>
                  <a:lnTo>
                    <a:pt x="596497" y="2366714"/>
                  </a:lnTo>
                  <a:lnTo>
                    <a:pt x="598942" y="2366714"/>
                  </a:lnTo>
                  <a:lnTo>
                    <a:pt x="598942" y="2372036"/>
                  </a:lnTo>
                  <a:lnTo>
                    <a:pt x="601388" y="2372036"/>
                  </a:lnTo>
                  <a:lnTo>
                    <a:pt x="598942" y="2366714"/>
                  </a:lnTo>
                  <a:lnTo>
                    <a:pt x="598942" y="2364269"/>
                  </a:lnTo>
                  <a:lnTo>
                    <a:pt x="601388" y="2364269"/>
                  </a:lnTo>
                  <a:lnTo>
                    <a:pt x="601388" y="2361823"/>
                  </a:lnTo>
                  <a:lnTo>
                    <a:pt x="603977" y="2361823"/>
                  </a:lnTo>
                  <a:lnTo>
                    <a:pt x="603977" y="2359090"/>
                  </a:lnTo>
                  <a:lnTo>
                    <a:pt x="601388" y="2356501"/>
                  </a:lnTo>
                  <a:lnTo>
                    <a:pt x="601388" y="2353481"/>
                  </a:lnTo>
                  <a:lnTo>
                    <a:pt x="603977" y="2351036"/>
                  </a:lnTo>
                  <a:lnTo>
                    <a:pt x="609155" y="2358515"/>
                  </a:lnTo>
                  <a:lnTo>
                    <a:pt x="611600" y="2363693"/>
                  </a:lnTo>
                  <a:lnTo>
                    <a:pt x="614189" y="2373906"/>
                  </a:lnTo>
                  <a:lnTo>
                    <a:pt x="616922" y="2373906"/>
                  </a:lnTo>
                  <a:lnTo>
                    <a:pt x="616922" y="2371461"/>
                  </a:lnTo>
                  <a:lnTo>
                    <a:pt x="614189" y="2366139"/>
                  </a:lnTo>
                  <a:lnTo>
                    <a:pt x="614189" y="2361248"/>
                  </a:lnTo>
                  <a:lnTo>
                    <a:pt x="611600" y="2361248"/>
                  </a:lnTo>
                  <a:lnTo>
                    <a:pt x="614189" y="2358515"/>
                  </a:lnTo>
                  <a:lnTo>
                    <a:pt x="614189" y="2355926"/>
                  </a:lnTo>
                  <a:lnTo>
                    <a:pt x="603977" y="2343268"/>
                  </a:lnTo>
                  <a:lnTo>
                    <a:pt x="606710" y="2343268"/>
                  </a:lnTo>
                  <a:lnTo>
                    <a:pt x="606710" y="2340823"/>
                  </a:lnTo>
                  <a:lnTo>
                    <a:pt x="603977" y="2340823"/>
                  </a:lnTo>
                  <a:lnTo>
                    <a:pt x="601388" y="2338090"/>
                  </a:lnTo>
                  <a:lnTo>
                    <a:pt x="598942" y="2338090"/>
                  </a:lnTo>
                  <a:lnTo>
                    <a:pt x="598942" y="2335501"/>
                  </a:lnTo>
                  <a:lnTo>
                    <a:pt x="596497" y="2333056"/>
                  </a:lnTo>
                  <a:lnTo>
                    <a:pt x="596497" y="2322843"/>
                  </a:lnTo>
                  <a:lnTo>
                    <a:pt x="598942" y="2322843"/>
                  </a:lnTo>
                  <a:lnTo>
                    <a:pt x="601388" y="2327878"/>
                  </a:lnTo>
                  <a:lnTo>
                    <a:pt x="603977" y="2330611"/>
                  </a:lnTo>
                  <a:lnTo>
                    <a:pt x="603977" y="2333056"/>
                  </a:lnTo>
                  <a:lnTo>
                    <a:pt x="606710" y="2335501"/>
                  </a:lnTo>
                  <a:lnTo>
                    <a:pt x="609155" y="2338090"/>
                  </a:lnTo>
                  <a:lnTo>
                    <a:pt x="609155" y="2340823"/>
                  </a:lnTo>
                  <a:lnTo>
                    <a:pt x="611600" y="2338090"/>
                  </a:lnTo>
                  <a:lnTo>
                    <a:pt x="611600" y="2335501"/>
                  </a:lnTo>
                  <a:lnTo>
                    <a:pt x="619367" y="2335501"/>
                  </a:lnTo>
                  <a:lnTo>
                    <a:pt x="619367" y="2333056"/>
                  </a:lnTo>
                  <a:lnTo>
                    <a:pt x="609155" y="2333056"/>
                  </a:lnTo>
                  <a:lnTo>
                    <a:pt x="609155" y="2330611"/>
                  </a:lnTo>
                  <a:lnTo>
                    <a:pt x="606710" y="2333056"/>
                  </a:lnTo>
                  <a:lnTo>
                    <a:pt x="606710" y="2330611"/>
                  </a:lnTo>
                  <a:lnTo>
                    <a:pt x="603977" y="2330611"/>
                  </a:lnTo>
                  <a:lnTo>
                    <a:pt x="601388" y="2322843"/>
                  </a:lnTo>
                  <a:lnTo>
                    <a:pt x="598942" y="2320398"/>
                  </a:lnTo>
                  <a:lnTo>
                    <a:pt x="601388" y="2317953"/>
                  </a:lnTo>
                  <a:lnTo>
                    <a:pt x="601388" y="2315076"/>
                  </a:lnTo>
                  <a:lnTo>
                    <a:pt x="598942" y="2315076"/>
                  </a:lnTo>
                  <a:lnTo>
                    <a:pt x="598942" y="2307740"/>
                  </a:lnTo>
                  <a:lnTo>
                    <a:pt x="596497" y="2307740"/>
                  </a:lnTo>
                  <a:lnTo>
                    <a:pt x="596497" y="2299973"/>
                  </a:lnTo>
                  <a:lnTo>
                    <a:pt x="593764" y="2297528"/>
                  </a:lnTo>
                  <a:lnTo>
                    <a:pt x="596497" y="2297528"/>
                  </a:lnTo>
                  <a:lnTo>
                    <a:pt x="598942" y="2299973"/>
                  </a:lnTo>
                  <a:lnTo>
                    <a:pt x="598942" y="2292206"/>
                  </a:lnTo>
                  <a:lnTo>
                    <a:pt x="601388" y="2287315"/>
                  </a:lnTo>
                  <a:lnTo>
                    <a:pt x="603977" y="2287315"/>
                  </a:lnTo>
                  <a:lnTo>
                    <a:pt x="601388" y="2284582"/>
                  </a:lnTo>
                  <a:lnTo>
                    <a:pt x="601388" y="2282281"/>
                  </a:lnTo>
                  <a:lnTo>
                    <a:pt x="598942" y="2282281"/>
                  </a:lnTo>
                  <a:lnTo>
                    <a:pt x="601388" y="2279836"/>
                  </a:lnTo>
                  <a:lnTo>
                    <a:pt x="598942" y="2277390"/>
                  </a:lnTo>
                  <a:lnTo>
                    <a:pt x="596497" y="2272068"/>
                  </a:lnTo>
                  <a:lnTo>
                    <a:pt x="596497" y="2269623"/>
                  </a:lnTo>
                  <a:lnTo>
                    <a:pt x="593764" y="2269623"/>
                  </a:lnTo>
                  <a:lnTo>
                    <a:pt x="591175" y="2267178"/>
                  </a:lnTo>
                  <a:lnTo>
                    <a:pt x="591175" y="2264445"/>
                  </a:lnTo>
                  <a:lnTo>
                    <a:pt x="588730" y="2261856"/>
                  </a:lnTo>
                  <a:lnTo>
                    <a:pt x="586285" y="2254232"/>
                  </a:lnTo>
                  <a:lnTo>
                    <a:pt x="586285" y="2251643"/>
                  </a:lnTo>
                  <a:lnTo>
                    <a:pt x="588730" y="2246753"/>
                  </a:lnTo>
                  <a:lnTo>
                    <a:pt x="591175" y="2241431"/>
                  </a:lnTo>
                  <a:lnTo>
                    <a:pt x="591175" y="2239129"/>
                  </a:lnTo>
                  <a:lnTo>
                    <a:pt x="593764" y="2241575"/>
                  </a:lnTo>
                  <a:lnTo>
                    <a:pt x="596497" y="2241575"/>
                  </a:lnTo>
                  <a:lnTo>
                    <a:pt x="598942" y="2239129"/>
                  </a:lnTo>
                  <a:lnTo>
                    <a:pt x="603977" y="2239129"/>
                  </a:lnTo>
                  <a:lnTo>
                    <a:pt x="606710" y="2233951"/>
                  </a:lnTo>
                  <a:lnTo>
                    <a:pt x="609155" y="2228917"/>
                  </a:lnTo>
                  <a:lnTo>
                    <a:pt x="606710" y="2231506"/>
                  </a:lnTo>
                  <a:lnTo>
                    <a:pt x="603977" y="2228917"/>
                  </a:lnTo>
                  <a:lnTo>
                    <a:pt x="603977" y="2224026"/>
                  </a:lnTo>
                  <a:lnTo>
                    <a:pt x="606710" y="2221294"/>
                  </a:lnTo>
                  <a:lnTo>
                    <a:pt x="609155" y="2221294"/>
                  </a:lnTo>
                  <a:lnTo>
                    <a:pt x="609155" y="2218704"/>
                  </a:lnTo>
                  <a:lnTo>
                    <a:pt x="614189" y="2218704"/>
                  </a:lnTo>
                  <a:lnTo>
                    <a:pt x="621813" y="2221294"/>
                  </a:lnTo>
                  <a:lnTo>
                    <a:pt x="627135" y="2218704"/>
                  </a:lnTo>
                  <a:lnTo>
                    <a:pt x="632025" y="2216259"/>
                  </a:lnTo>
                  <a:lnTo>
                    <a:pt x="632025" y="2213814"/>
                  </a:lnTo>
                  <a:lnTo>
                    <a:pt x="635046" y="2213814"/>
                  </a:lnTo>
                  <a:lnTo>
                    <a:pt x="635046" y="2218704"/>
                  </a:lnTo>
                  <a:lnTo>
                    <a:pt x="637635" y="2218704"/>
                  </a:lnTo>
                  <a:lnTo>
                    <a:pt x="637635" y="2216259"/>
                  </a:lnTo>
                  <a:lnTo>
                    <a:pt x="640368" y="2216259"/>
                  </a:lnTo>
                  <a:lnTo>
                    <a:pt x="642813" y="2218704"/>
                  </a:lnTo>
                  <a:lnTo>
                    <a:pt x="645258" y="2218704"/>
                  </a:lnTo>
                  <a:lnTo>
                    <a:pt x="642813" y="2216259"/>
                  </a:lnTo>
                  <a:lnTo>
                    <a:pt x="650580" y="2216259"/>
                  </a:lnTo>
                  <a:lnTo>
                    <a:pt x="653026" y="2218704"/>
                  </a:lnTo>
                  <a:lnTo>
                    <a:pt x="653026" y="2213814"/>
                  </a:lnTo>
                  <a:lnTo>
                    <a:pt x="655471" y="2213814"/>
                  </a:lnTo>
                  <a:lnTo>
                    <a:pt x="653026" y="2211081"/>
                  </a:lnTo>
                  <a:lnTo>
                    <a:pt x="653026" y="2203601"/>
                  </a:lnTo>
                  <a:lnTo>
                    <a:pt x="658060" y="2203601"/>
                  </a:lnTo>
                  <a:lnTo>
                    <a:pt x="655471" y="2206047"/>
                  </a:lnTo>
                  <a:lnTo>
                    <a:pt x="655471" y="2208492"/>
                  </a:lnTo>
                  <a:lnTo>
                    <a:pt x="658060" y="2208492"/>
                  </a:lnTo>
                  <a:lnTo>
                    <a:pt x="658060" y="2211081"/>
                  </a:lnTo>
                  <a:lnTo>
                    <a:pt x="660793" y="2211081"/>
                  </a:lnTo>
                  <a:lnTo>
                    <a:pt x="660793" y="2200868"/>
                  </a:lnTo>
                  <a:lnTo>
                    <a:pt x="663094" y="2200868"/>
                  </a:lnTo>
                  <a:lnTo>
                    <a:pt x="668128" y="2208492"/>
                  </a:lnTo>
                  <a:lnTo>
                    <a:pt x="668128" y="2211081"/>
                  </a:lnTo>
                  <a:lnTo>
                    <a:pt x="673307" y="2211081"/>
                  </a:lnTo>
                  <a:lnTo>
                    <a:pt x="670861" y="2208492"/>
                  </a:lnTo>
                  <a:lnTo>
                    <a:pt x="670861" y="2206047"/>
                  </a:lnTo>
                  <a:lnTo>
                    <a:pt x="665539" y="2203601"/>
                  </a:lnTo>
                  <a:lnTo>
                    <a:pt x="668128" y="2200868"/>
                  </a:lnTo>
                  <a:lnTo>
                    <a:pt x="668128" y="2195834"/>
                  </a:lnTo>
                  <a:lnTo>
                    <a:pt x="670861" y="2198279"/>
                  </a:lnTo>
                  <a:lnTo>
                    <a:pt x="670861" y="2193389"/>
                  </a:lnTo>
                  <a:lnTo>
                    <a:pt x="668128" y="2193389"/>
                  </a:lnTo>
                  <a:lnTo>
                    <a:pt x="670861" y="2190656"/>
                  </a:lnTo>
                  <a:lnTo>
                    <a:pt x="675752" y="2190656"/>
                  </a:lnTo>
                  <a:lnTo>
                    <a:pt x="675752" y="2188067"/>
                  </a:lnTo>
                  <a:lnTo>
                    <a:pt x="681074" y="2185622"/>
                  </a:lnTo>
                  <a:lnTo>
                    <a:pt x="683519" y="2185622"/>
                  </a:lnTo>
                  <a:lnTo>
                    <a:pt x="683519" y="2188067"/>
                  </a:lnTo>
                  <a:lnTo>
                    <a:pt x="681074" y="2190656"/>
                  </a:lnTo>
                  <a:lnTo>
                    <a:pt x="678341" y="2190656"/>
                  </a:lnTo>
                  <a:lnTo>
                    <a:pt x="678341" y="2193389"/>
                  </a:lnTo>
                  <a:lnTo>
                    <a:pt x="681074" y="2193389"/>
                  </a:lnTo>
                  <a:lnTo>
                    <a:pt x="683519" y="2190656"/>
                  </a:lnTo>
                  <a:lnTo>
                    <a:pt x="685964" y="2188067"/>
                  </a:lnTo>
                  <a:lnTo>
                    <a:pt x="688553" y="2185622"/>
                  </a:lnTo>
                  <a:lnTo>
                    <a:pt x="691286" y="2188067"/>
                  </a:lnTo>
                  <a:lnTo>
                    <a:pt x="691286" y="2185622"/>
                  </a:lnTo>
                  <a:lnTo>
                    <a:pt x="693732" y="2185622"/>
                  </a:lnTo>
                  <a:lnTo>
                    <a:pt x="693732" y="2183176"/>
                  </a:lnTo>
                  <a:lnTo>
                    <a:pt x="696177" y="2185622"/>
                  </a:lnTo>
                  <a:lnTo>
                    <a:pt x="696177" y="2183176"/>
                  </a:lnTo>
                  <a:lnTo>
                    <a:pt x="698766" y="2183176"/>
                  </a:lnTo>
                  <a:lnTo>
                    <a:pt x="701499" y="2180443"/>
                  </a:lnTo>
                  <a:lnTo>
                    <a:pt x="701499" y="2185622"/>
                  </a:lnTo>
                  <a:lnTo>
                    <a:pt x="703944" y="2185622"/>
                  </a:lnTo>
                  <a:lnTo>
                    <a:pt x="703944" y="2183176"/>
                  </a:lnTo>
                  <a:lnTo>
                    <a:pt x="706389" y="2177854"/>
                  </a:lnTo>
                  <a:lnTo>
                    <a:pt x="706389" y="2172964"/>
                  </a:lnTo>
                  <a:lnTo>
                    <a:pt x="703944" y="2167642"/>
                  </a:lnTo>
                  <a:lnTo>
                    <a:pt x="706389" y="2165197"/>
                  </a:lnTo>
                  <a:lnTo>
                    <a:pt x="708835" y="2162751"/>
                  </a:lnTo>
                  <a:lnTo>
                    <a:pt x="711424" y="2160018"/>
                  </a:lnTo>
                  <a:lnTo>
                    <a:pt x="708835" y="2160018"/>
                  </a:lnTo>
                  <a:lnTo>
                    <a:pt x="708835" y="2157429"/>
                  </a:lnTo>
                  <a:lnTo>
                    <a:pt x="706389" y="2157429"/>
                  </a:lnTo>
                  <a:lnTo>
                    <a:pt x="706389" y="2160018"/>
                  </a:lnTo>
                  <a:lnTo>
                    <a:pt x="703944" y="2160018"/>
                  </a:lnTo>
                  <a:lnTo>
                    <a:pt x="703944" y="2157429"/>
                  </a:lnTo>
                  <a:lnTo>
                    <a:pt x="698191" y="2157429"/>
                  </a:lnTo>
                  <a:lnTo>
                    <a:pt x="690711" y="2160018"/>
                  </a:lnTo>
                  <a:lnTo>
                    <a:pt x="687978" y="2162751"/>
                  </a:lnTo>
                  <a:lnTo>
                    <a:pt x="686109" y="2162751"/>
                  </a:lnTo>
                  <a:lnTo>
                    <a:pt x="688266" y="2164908"/>
                  </a:lnTo>
                  <a:lnTo>
                    <a:pt x="685821" y="2164908"/>
                  </a:lnTo>
                  <a:lnTo>
                    <a:pt x="685821" y="2162751"/>
                  </a:lnTo>
                  <a:lnTo>
                    <a:pt x="680499" y="2162751"/>
                  </a:lnTo>
                  <a:lnTo>
                    <a:pt x="680499" y="2165197"/>
                  </a:lnTo>
                  <a:lnTo>
                    <a:pt x="677766" y="2165197"/>
                  </a:lnTo>
                  <a:lnTo>
                    <a:pt x="675177" y="2167642"/>
                  </a:lnTo>
                  <a:lnTo>
                    <a:pt x="668272" y="2167642"/>
                  </a:lnTo>
                  <a:lnTo>
                    <a:pt x="670813" y="2170049"/>
                  </a:lnTo>
                  <a:lnTo>
                    <a:pt x="670718" y="2169943"/>
                  </a:lnTo>
                  <a:lnTo>
                    <a:pt x="673163" y="2169943"/>
                  </a:lnTo>
                  <a:lnTo>
                    <a:pt x="675608" y="2169943"/>
                  </a:lnTo>
                  <a:lnTo>
                    <a:pt x="673163" y="2172676"/>
                  </a:lnTo>
                  <a:lnTo>
                    <a:pt x="670976" y="2170231"/>
                  </a:lnTo>
                  <a:lnTo>
                    <a:pt x="665683" y="2170231"/>
                  </a:lnTo>
                  <a:lnTo>
                    <a:pt x="671005" y="2172964"/>
                  </a:lnTo>
                  <a:lnTo>
                    <a:pt x="671005" y="2175409"/>
                  </a:lnTo>
                  <a:lnTo>
                    <a:pt x="668272" y="2177854"/>
                  </a:lnTo>
                  <a:lnTo>
                    <a:pt x="665683" y="2175409"/>
                  </a:lnTo>
                  <a:lnTo>
                    <a:pt x="668272" y="2175409"/>
                  </a:lnTo>
                  <a:lnTo>
                    <a:pt x="668272" y="2172964"/>
                  </a:lnTo>
                  <a:lnTo>
                    <a:pt x="665683" y="2172964"/>
                  </a:lnTo>
                  <a:lnTo>
                    <a:pt x="663238" y="2175409"/>
                  </a:lnTo>
                  <a:lnTo>
                    <a:pt x="665683" y="2177854"/>
                  </a:lnTo>
                  <a:lnTo>
                    <a:pt x="665683" y="2180443"/>
                  </a:lnTo>
                  <a:lnTo>
                    <a:pt x="671005" y="2180443"/>
                  </a:lnTo>
                  <a:lnTo>
                    <a:pt x="671005" y="2183176"/>
                  </a:lnTo>
                  <a:lnTo>
                    <a:pt x="668272" y="2188067"/>
                  </a:lnTo>
                  <a:lnTo>
                    <a:pt x="665683" y="2188067"/>
                  </a:lnTo>
                  <a:lnTo>
                    <a:pt x="665683" y="2195834"/>
                  </a:lnTo>
                  <a:lnTo>
                    <a:pt x="663238" y="2195834"/>
                  </a:lnTo>
                  <a:lnTo>
                    <a:pt x="663238" y="2193389"/>
                  </a:lnTo>
                  <a:lnTo>
                    <a:pt x="660793" y="2193389"/>
                  </a:lnTo>
                  <a:lnTo>
                    <a:pt x="660793" y="2188067"/>
                  </a:lnTo>
                  <a:lnTo>
                    <a:pt x="658060" y="2188067"/>
                  </a:lnTo>
                  <a:lnTo>
                    <a:pt x="658060" y="2183176"/>
                  </a:lnTo>
                  <a:lnTo>
                    <a:pt x="655471" y="2180443"/>
                  </a:lnTo>
                  <a:lnTo>
                    <a:pt x="653026" y="2183176"/>
                  </a:lnTo>
                  <a:lnTo>
                    <a:pt x="655471" y="2185622"/>
                  </a:lnTo>
                  <a:lnTo>
                    <a:pt x="653026" y="2185622"/>
                  </a:lnTo>
                  <a:lnTo>
                    <a:pt x="653026" y="2188067"/>
                  </a:lnTo>
                  <a:lnTo>
                    <a:pt x="655471" y="2188067"/>
                  </a:lnTo>
                  <a:lnTo>
                    <a:pt x="653026" y="2190656"/>
                  </a:lnTo>
                  <a:lnTo>
                    <a:pt x="650580" y="2188067"/>
                  </a:lnTo>
                  <a:lnTo>
                    <a:pt x="650580" y="2190656"/>
                  </a:lnTo>
                  <a:lnTo>
                    <a:pt x="647847" y="2188067"/>
                  </a:lnTo>
                  <a:lnTo>
                    <a:pt x="647847" y="2185622"/>
                  </a:lnTo>
                  <a:lnTo>
                    <a:pt x="645258" y="2183176"/>
                  </a:lnTo>
                  <a:lnTo>
                    <a:pt x="645258" y="2185622"/>
                  </a:lnTo>
                  <a:lnTo>
                    <a:pt x="644970" y="2185919"/>
                  </a:lnTo>
                  <a:lnTo>
                    <a:pt x="644970" y="2187779"/>
                  </a:lnTo>
                  <a:lnTo>
                    <a:pt x="644970" y="2190368"/>
                  </a:lnTo>
                  <a:lnTo>
                    <a:pt x="647559" y="2193101"/>
                  </a:lnTo>
                  <a:lnTo>
                    <a:pt x="650292" y="2193101"/>
                  </a:lnTo>
                  <a:lnTo>
                    <a:pt x="647559" y="2195546"/>
                  </a:lnTo>
                  <a:lnTo>
                    <a:pt x="644970" y="2197992"/>
                  </a:lnTo>
                  <a:lnTo>
                    <a:pt x="644970" y="2193101"/>
                  </a:lnTo>
                  <a:lnTo>
                    <a:pt x="642525" y="2193101"/>
                  </a:lnTo>
                  <a:lnTo>
                    <a:pt x="642525" y="2190368"/>
                  </a:lnTo>
                  <a:lnTo>
                    <a:pt x="642525" y="2188436"/>
                  </a:lnTo>
                  <a:lnTo>
                    <a:pt x="640368" y="2190656"/>
                  </a:lnTo>
                  <a:lnTo>
                    <a:pt x="637635" y="2190656"/>
                  </a:lnTo>
                  <a:lnTo>
                    <a:pt x="637635" y="2195834"/>
                  </a:lnTo>
                  <a:lnTo>
                    <a:pt x="632600" y="2193389"/>
                  </a:lnTo>
                  <a:lnTo>
                    <a:pt x="630155" y="2190656"/>
                  </a:lnTo>
                  <a:lnTo>
                    <a:pt x="630155" y="2188067"/>
                  </a:lnTo>
                  <a:lnTo>
                    <a:pt x="619943" y="2188067"/>
                  </a:lnTo>
                  <a:lnTo>
                    <a:pt x="622388" y="2185622"/>
                  </a:lnTo>
                  <a:lnTo>
                    <a:pt x="622388" y="2183176"/>
                  </a:lnTo>
                  <a:lnTo>
                    <a:pt x="617498" y="2183176"/>
                  </a:lnTo>
                  <a:lnTo>
                    <a:pt x="617498" y="2180443"/>
                  </a:lnTo>
                  <a:lnTo>
                    <a:pt x="612175" y="2183176"/>
                  </a:lnTo>
                  <a:lnTo>
                    <a:pt x="604552" y="2183176"/>
                  </a:lnTo>
                  <a:lnTo>
                    <a:pt x="604552" y="2193389"/>
                  </a:lnTo>
                  <a:lnTo>
                    <a:pt x="609730" y="2195834"/>
                  </a:lnTo>
                  <a:lnTo>
                    <a:pt x="609730" y="2200868"/>
                  </a:lnTo>
                  <a:lnTo>
                    <a:pt x="614765" y="2203601"/>
                  </a:lnTo>
                  <a:lnTo>
                    <a:pt x="614765" y="2206047"/>
                  </a:lnTo>
                  <a:lnTo>
                    <a:pt x="609730" y="2203601"/>
                  </a:lnTo>
                  <a:lnTo>
                    <a:pt x="604552" y="2200868"/>
                  </a:lnTo>
                  <a:lnTo>
                    <a:pt x="601963" y="2203601"/>
                  </a:lnTo>
                  <a:lnTo>
                    <a:pt x="601963" y="2206047"/>
                  </a:lnTo>
                  <a:lnTo>
                    <a:pt x="597073" y="2206047"/>
                  </a:lnTo>
                  <a:lnTo>
                    <a:pt x="594340" y="2203601"/>
                  </a:lnTo>
                  <a:lnTo>
                    <a:pt x="597073" y="2203601"/>
                  </a:lnTo>
                  <a:lnTo>
                    <a:pt x="594340" y="2200868"/>
                  </a:lnTo>
                  <a:lnTo>
                    <a:pt x="589305" y="2200868"/>
                  </a:lnTo>
                  <a:lnTo>
                    <a:pt x="584127" y="2203601"/>
                  </a:lnTo>
                  <a:lnTo>
                    <a:pt x="581538" y="2206047"/>
                  </a:lnTo>
                  <a:lnTo>
                    <a:pt x="579093" y="2206047"/>
                  </a:lnTo>
                  <a:lnTo>
                    <a:pt x="581538" y="2203601"/>
                  </a:lnTo>
                  <a:lnTo>
                    <a:pt x="581538" y="2193389"/>
                  </a:lnTo>
                  <a:lnTo>
                    <a:pt x="579093" y="2193389"/>
                  </a:lnTo>
                  <a:lnTo>
                    <a:pt x="579093" y="2198279"/>
                  </a:lnTo>
                  <a:lnTo>
                    <a:pt x="576647" y="2198279"/>
                  </a:lnTo>
                  <a:lnTo>
                    <a:pt x="576647" y="2195115"/>
                  </a:lnTo>
                  <a:lnTo>
                    <a:pt x="581538" y="2184903"/>
                  </a:lnTo>
                  <a:lnTo>
                    <a:pt x="581538" y="2182457"/>
                  </a:lnTo>
                  <a:lnTo>
                    <a:pt x="579093" y="2184903"/>
                  </a:lnTo>
                  <a:lnTo>
                    <a:pt x="579093" y="2182457"/>
                  </a:lnTo>
                  <a:lnTo>
                    <a:pt x="576647" y="2182457"/>
                  </a:lnTo>
                  <a:lnTo>
                    <a:pt x="573915" y="2184903"/>
                  </a:lnTo>
                  <a:lnTo>
                    <a:pt x="571325" y="2184903"/>
                  </a:lnTo>
                  <a:lnTo>
                    <a:pt x="571325" y="2187348"/>
                  </a:lnTo>
                  <a:lnTo>
                    <a:pt x="568880" y="2184903"/>
                  </a:lnTo>
                  <a:lnTo>
                    <a:pt x="563702" y="2187348"/>
                  </a:lnTo>
                  <a:lnTo>
                    <a:pt x="561113" y="2189937"/>
                  </a:lnTo>
                  <a:lnTo>
                    <a:pt x="561113" y="2182457"/>
                  </a:lnTo>
                  <a:lnTo>
                    <a:pt x="563702" y="2179724"/>
                  </a:lnTo>
                  <a:lnTo>
                    <a:pt x="563702" y="2177135"/>
                  </a:lnTo>
                  <a:lnTo>
                    <a:pt x="566435" y="2177135"/>
                  </a:lnTo>
                  <a:lnTo>
                    <a:pt x="566435" y="2174690"/>
                  </a:lnTo>
                  <a:lnTo>
                    <a:pt x="568880" y="2172245"/>
                  </a:lnTo>
                  <a:lnTo>
                    <a:pt x="571325" y="2169512"/>
                  </a:lnTo>
                  <a:lnTo>
                    <a:pt x="573915" y="2166923"/>
                  </a:lnTo>
                  <a:lnTo>
                    <a:pt x="576647" y="2164477"/>
                  </a:lnTo>
                  <a:lnTo>
                    <a:pt x="576647" y="2162032"/>
                  </a:lnTo>
                  <a:lnTo>
                    <a:pt x="579093" y="2159299"/>
                  </a:lnTo>
                  <a:lnTo>
                    <a:pt x="584127" y="2151820"/>
                  </a:lnTo>
                  <a:lnTo>
                    <a:pt x="586860" y="2144052"/>
                  </a:lnTo>
                  <a:lnTo>
                    <a:pt x="591750" y="2141607"/>
                  </a:lnTo>
                  <a:lnTo>
                    <a:pt x="601963" y="2144052"/>
                  </a:lnTo>
                  <a:lnTo>
                    <a:pt x="622388" y="2144052"/>
                  </a:lnTo>
                  <a:lnTo>
                    <a:pt x="624833" y="2141607"/>
                  </a:lnTo>
                  <a:lnTo>
                    <a:pt x="635046" y="2141607"/>
                  </a:lnTo>
                  <a:lnTo>
                    <a:pt x="637635" y="2139162"/>
                  </a:lnTo>
                  <a:lnTo>
                    <a:pt x="653026" y="2133840"/>
                  </a:lnTo>
                  <a:lnTo>
                    <a:pt x="655471" y="2133840"/>
                  </a:lnTo>
                  <a:lnTo>
                    <a:pt x="660793" y="2131395"/>
                  </a:lnTo>
                  <a:lnTo>
                    <a:pt x="660793" y="2128949"/>
                  </a:lnTo>
                  <a:lnTo>
                    <a:pt x="667409" y="2128949"/>
                  </a:lnTo>
                  <a:lnTo>
                    <a:pt x="670142" y="2126217"/>
                  </a:lnTo>
                  <a:lnTo>
                    <a:pt x="672588" y="2126217"/>
                  </a:lnTo>
                  <a:lnTo>
                    <a:pt x="687834" y="2121182"/>
                  </a:lnTo>
                  <a:lnTo>
                    <a:pt x="687834" y="2123627"/>
                  </a:lnTo>
                  <a:lnTo>
                    <a:pt x="698047" y="2131395"/>
                  </a:lnTo>
                  <a:lnTo>
                    <a:pt x="710705" y="2139162"/>
                  </a:lnTo>
                  <a:lnTo>
                    <a:pt x="713438" y="2146642"/>
                  </a:lnTo>
                  <a:lnTo>
                    <a:pt x="715883" y="2149087"/>
                  </a:lnTo>
                  <a:lnTo>
                    <a:pt x="715883" y="2169512"/>
                  </a:lnTo>
                  <a:lnTo>
                    <a:pt x="718328" y="2169512"/>
                  </a:lnTo>
                  <a:lnTo>
                    <a:pt x="718328" y="2177854"/>
                  </a:lnTo>
                  <a:lnTo>
                    <a:pt x="715883" y="2177854"/>
                  </a:lnTo>
                  <a:lnTo>
                    <a:pt x="715883" y="2183176"/>
                  </a:lnTo>
                  <a:lnTo>
                    <a:pt x="713438" y="2183176"/>
                  </a:lnTo>
                  <a:lnTo>
                    <a:pt x="710705" y="2185622"/>
                  </a:lnTo>
                  <a:lnTo>
                    <a:pt x="710705" y="2188067"/>
                  </a:lnTo>
                  <a:lnTo>
                    <a:pt x="713438" y="2188067"/>
                  </a:lnTo>
                  <a:lnTo>
                    <a:pt x="713438" y="2190656"/>
                  </a:lnTo>
                  <a:lnTo>
                    <a:pt x="710705" y="2190656"/>
                  </a:lnTo>
                  <a:lnTo>
                    <a:pt x="718328" y="2195834"/>
                  </a:lnTo>
                  <a:lnTo>
                    <a:pt x="724082" y="2195834"/>
                  </a:lnTo>
                  <a:lnTo>
                    <a:pt x="728972" y="2203601"/>
                  </a:lnTo>
                  <a:lnTo>
                    <a:pt x="728972" y="2206047"/>
                  </a:lnTo>
                  <a:lnTo>
                    <a:pt x="731561" y="2206047"/>
                  </a:lnTo>
                  <a:lnTo>
                    <a:pt x="734294" y="2208492"/>
                  </a:lnTo>
                  <a:lnTo>
                    <a:pt x="734294" y="2206047"/>
                  </a:lnTo>
                  <a:lnTo>
                    <a:pt x="731561" y="2200868"/>
                  </a:lnTo>
                  <a:lnTo>
                    <a:pt x="731561" y="2195834"/>
                  </a:lnTo>
                  <a:lnTo>
                    <a:pt x="734294" y="2198279"/>
                  </a:lnTo>
                  <a:lnTo>
                    <a:pt x="734294" y="2200868"/>
                  </a:lnTo>
                  <a:lnTo>
                    <a:pt x="736739" y="2198279"/>
                  </a:lnTo>
                  <a:lnTo>
                    <a:pt x="736739" y="2200725"/>
                  </a:lnTo>
                  <a:lnTo>
                    <a:pt x="741774" y="2200725"/>
                  </a:lnTo>
                  <a:lnTo>
                    <a:pt x="739185" y="2198136"/>
                  </a:lnTo>
                  <a:lnTo>
                    <a:pt x="741774" y="2198136"/>
                  </a:lnTo>
                  <a:lnTo>
                    <a:pt x="744507" y="2200725"/>
                  </a:lnTo>
                  <a:lnTo>
                    <a:pt x="744507" y="2203458"/>
                  </a:lnTo>
                  <a:lnTo>
                    <a:pt x="741774" y="2205903"/>
                  </a:lnTo>
                  <a:lnTo>
                    <a:pt x="739185" y="2205903"/>
                  </a:lnTo>
                  <a:lnTo>
                    <a:pt x="739185" y="2208348"/>
                  </a:lnTo>
                  <a:lnTo>
                    <a:pt x="736739" y="2208348"/>
                  </a:lnTo>
                  <a:lnTo>
                    <a:pt x="736739" y="2210937"/>
                  </a:lnTo>
                  <a:lnTo>
                    <a:pt x="741774" y="2210937"/>
                  </a:lnTo>
                  <a:lnTo>
                    <a:pt x="744507" y="2213670"/>
                  </a:lnTo>
                  <a:lnTo>
                    <a:pt x="744507" y="2210937"/>
                  </a:lnTo>
                  <a:lnTo>
                    <a:pt x="754719" y="2210937"/>
                  </a:lnTo>
                  <a:lnTo>
                    <a:pt x="754719" y="2213670"/>
                  </a:lnTo>
                  <a:lnTo>
                    <a:pt x="751986" y="2213670"/>
                  </a:lnTo>
                  <a:lnTo>
                    <a:pt x="751986" y="2221150"/>
                  </a:lnTo>
                  <a:lnTo>
                    <a:pt x="749397" y="2223883"/>
                  </a:lnTo>
                  <a:lnTo>
                    <a:pt x="751986" y="2223883"/>
                  </a:lnTo>
                  <a:lnTo>
                    <a:pt x="751986" y="2226328"/>
                  </a:lnTo>
                  <a:lnTo>
                    <a:pt x="754719" y="2228773"/>
                  </a:lnTo>
                  <a:lnTo>
                    <a:pt x="751986" y="2233807"/>
                  </a:lnTo>
                  <a:lnTo>
                    <a:pt x="754719" y="2236540"/>
                  </a:lnTo>
                  <a:lnTo>
                    <a:pt x="754719" y="2241431"/>
                  </a:lnTo>
                  <a:lnTo>
                    <a:pt x="757164" y="2241431"/>
                  </a:lnTo>
                  <a:lnTo>
                    <a:pt x="757164" y="2238986"/>
                  </a:lnTo>
                  <a:lnTo>
                    <a:pt x="762199" y="2238986"/>
                  </a:lnTo>
                  <a:lnTo>
                    <a:pt x="762199" y="2236540"/>
                  </a:lnTo>
                  <a:lnTo>
                    <a:pt x="764932" y="2238986"/>
                  </a:lnTo>
                  <a:lnTo>
                    <a:pt x="767377" y="2241431"/>
                  </a:lnTo>
                  <a:lnTo>
                    <a:pt x="772411" y="2241431"/>
                  </a:lnTo>
                  <a:lnTo>
                    <a:pt x="777589" y="2238986"/>
                  </a:lnTo>
                  <a:lnTo>
                    <a:pt x="780035" y="2241431"/>
                  </a:lnTo>
                  <a:lnTo>
                    <a:pt x="785069" y="2241431"/>
                  </a:lnTo>
                  <a:lnTo>
                    <a:pt x="785069" y="2244020"/>
                  </a:lnTo>
                  <a:lnTo>
                    <a:pt x="790247" y="2241431"/>
                  </a:lnTo>
                  <a:lnTo>
                    <a:pt x="793268" y="2236540"/>
                  </a:lnTo>
                  <a:lnTo>
                    <a:pt x="795857" y="2236540"/>
                  </a:lnTo>
                  <a:lnTo>
                    <a:pt x="795857" y="2238986"/>
                  </a:lnTo>
                  <a:lnTo>
                    <a:pt x="801035" y="2238986"/>
                  </a:lnTo>
                  <a:lnTo>
                    <a:pt x="801035" y="2231362"/>
                  </a:lnTo>
                  <a:lnTo>
                    <a:pt x="803480" y="2228773"/>
                  </a:lnTo>
                  <a:lnTo>
                    <a:pt x="806069" y="2226328"/>
                  </a:lnTo>
                  <a:lnTo>
                    <a:pt x="806069" y="2228773"/>
                  </a:lnTo>
                  <a:lnTo>
                    <a:pt x="811248" y="2233807"/>
                  </a:lnTo>
                  <a:lnTo>
                    <a:pt x="811248" y="2236540"/>
                  </a:lnTo>
                  <a:lnTo>
                    <a:pt x="808802" y="2236540"/>
                  </a:lnTo>
                  <a:lnTo>
                    <a:pt x="808802" y="2238986"/>
                  </a:lnTo>
                  <a:lnTo>
                    <a:pt x="806069" y="2241431"/>
                  </a:lnTo>
                  <a:lnTo>
                    <a:pt x="808802" y="2241431"/>
                  </a:lnTo>
                  <a:lnTo>
                    <a:pt x="808802" y="2247328"/>
                  </a:lnTo>
                  <a:lnTo>
                    <a:pt x="813693" y="2252219"/>
                  </a:lnTo>
                  <a:lnTo>
                    <a:pt x="813693" y="2254808"/>
                  </a:lnTo>
                  <a:lnTo>
                    <a:pt x="819015" y="2254808"/>
                  </a:lnTo>
                  <a:lnTo>
                    <a:pt x="819015" y="2259986"/>
                  </a:lnTo>
                  <a:lnTo>
                    <a:pt x="820597" y="2259986"/>
                  </a:lnTo>
                  <a:lnTo>
                    <a:pt x="823042" y="2262431"/>
                  </a:lnTo>
                  <a:lnTo>
                    <a:pt x="825631" y="2259986"/>
                  </a:lnTo>
                  <a:lnTo>
                    <a:pt x="825631" y="2262431"/>
                  </a:lnTo>
                  <a:lnTo>
                    <a:pt x="828364" y="2270199"/>
                  </a:lnTo>
                  <a:lnTo>
                    <a:pt x="828364" y="2271781"/>
                  </a:lnTo>
                  <a:lnTo>
                    <a:pt x="838577" y="2277103"/>
                  </a:lnTo>
                  <a:lnTo>
                    <a:pt x="846056" y="2277103"/>
                  </a:lnTo>
                  <a:lnTo>
                    <a:pt x="848789" y="2279548"/>
                  </a:lnTo>
                  <a:lnTo>
                    <a:pt x="851235" y="2281993"/>
                  </a:lnTo>
                  <a:lnTo>
                    <a:pt x="851235" y="2284582"/>
                  </a:lnTo>
                  <a:lnTo>
                    <a:pt x="853680" y="2287315"/>
                  </a:lnTo>
                  <a:lnTo>
                    <a:pt x="853680" y="2284582"/>
                  </a:lnTo>
                  <a:lnTo>
                    <a:pt x="856269" y="2284582"/>
                  </a:lnTo>
                  <a:lnTo>
                    <a:pt x="858714" y="2279548"/>
                  </a:lnTo>
                  <a:lnTo>
                    <a:pt x="861447" y="2281993"/>
                  </a:lnTo>
                  <a:lnTo>
                    <a:pt x="863892" y="2284582"/>
                  </a:lnTo>
                  <a:lnTo>
                    <a:pt x="866337" y="2284582"/>
                  </a:lnTo>
                  <a:lnTo>
                    <a:pt x="866337" y="2281993"/>
                  </a:lnTo>
                  <a:lnTo>
                    <a:pt x="868927" y="2281993"/>
                  </a:lnTo>
                  <a:lnTo>
                    <a:pt x="871660" y="2277103"/>
                  </a:lnTo>
                  <a:lnTo>
                    <a:pt x="871660" y="2284582"/>
                  </a:lnTo>
                  <a:lnTo>
                    <a:pt x="876550" y="2284582"/>
                  </a:lnTo>
                  <a:lnTo>
                    <a:pt x="874680" y="2287315"/>
                  </a:lnTo>
                  <a:lnTo>
                    <a:pt x="877125" y="2292206"/>
                  </a:lnTo>
                  <a:lnTo>
                    <a:pt x="879715" y="2289761"/>
                  </a:lnTo>
                  <a:lnTo>
                    <a:pt x="879715" y="2287315"/>
                  </a:lnTo>
                  <a:lnTo>
                    <a:pt x="882448" y="2287315"/>
                  </a:lnTo>
                  <a:lnTo>
                    <a:pt x="882448" y="2292206"/>
                  </a:lnTo>
                  <a:lnTo>
                    <a:pt x="884893" y="2292206"/>
                  </a:lnTo>
                  <a:lnTo>
                    <a:pt x="884893" y="2289761"/>
                  </a:lnTo>
                  <a:lnTo>
                    <a:pt x="887338" y="2292206"/>
                  </a:lnTo>
                  <a:lnTo>
                    <a:pt x="887338" y="2294795"/>
                  </a:lnTo>
                  <a:lnTo>
                    <a:pt x="889927" y="2294795"/>
                  </a:lnTo>
                  <a:lnTo>
                    <a:pt x="889927" y="2292206"/>
                  </a:lnTo>
                  <a:lnTo>
                    <a:pt x="895105" y="2292206"/>
                  </a:lnTo>
                  <a:lnTo>
                    <a:pt x="895105" y="2289761"/>
                  </a:lnTo>
                  <a:lnTo>
                    <a:pt x="897551" y="2287315"/>
                  </a:lnTo>
                  <a:lnTo>
                    <a:pt x="897551" y="2289761"/>
                  </a:lnTo>
                  <a:lnTo>
                    <a:pt x="900140" y="2289761"/>
                  </a:lnTo>
                  <a:lnTo>
                    <a:pt x="900140" y="2287315"/>
                  </a:lnTo>
                  <a:lnTo>
                    <a:pt x="902873" y="2289761"/>
                  </a:lnTo>
                  <a:lnTo>
                    <a:pt x="905318" y="2284582"/>
                  </a:lnTo>
                  <a:lnTo>
                    <a:pt x="905318" y="2281993"/>
                  </a:lnTo>
                  <a:lnTo>
                    <a:pt x="908194" y="2281993"/>
                  </a:lnTo>
                  <a:lnTo>
                    <a:pt x="908194" y="2284582"/>
                  </a:lnTo>
                  <a:lnTo>
                    <a:pt x="910208" y="2284582"/>
                  </a:lnTo>
                  <a:lnTo>
                    <a:pt x="910208" y="2282137"/>
                  </a:lnTo>
                  <a:lnTo>
                    <a:pt x="912941" y="2282137"/>
                  </a:lnTo>
                  <a:lnTo>
                    <a:pt x="912941" y="2284582"/>
                  </a:lnTo>
                  <a:lnTo>
                    <a:pt x="910784" y="2284582"/>
                  </a:lnTo>
                  <a:lnTo>
                    <a:pt x="910784" y="2287315"/>
                  </a:lnTo>
                  <a:lnTo>
                    <a:pt x="915962" y="2287315"/>
                  </a:lnTo>
                  <a:lnTo>
                    <a:pt x="920996" y="2284582"/>
                  </a:lnTo>
                  <a:lnTo>
                    <a:pt x="920996" y="2281993"/>
                  </a:lnTo>
                  <a:lnTo>
                    <a:pt x="926174" y="2281993"/>
                  </a:lnTo>
                  <a:lnTo>
                    <a:pt x="928619" y="2279548"/>
                  </a:lnTo>
                  <a:lnTo>
                    <a:pt x="931209" y="2274370"/>
                  </a:lnTo>
                  <a:lnTo>
                    <a:pt x="933654" y="2274370"/>
                  </a:lnTo>
                  <a:lnTo>
                    <a:pt x="933654" y="2277103"/>
                  </a:lnTo>
                  <a:lnTo>
                    <a:pt x="936387" y="2277103"/>
                  </a:lnTo>
                  <a:lnTo>
                    <a:pt x="936387" y="2281993"/>
                  </a:lnTo>
                  <a:lnTo>
                    <a:pt x="938832" y="2279548"/>
                  </a:lnTo>
                  <a:lnTo>
                    <a:pt x="943866" y="2277103"/>
                  </a:lnTo>
                  <a:lnTo>
                    <a:pt x="949044" y="2277103"/>
                  </a:lnTo>
                  <a:lnTo>
                    <a:pt x="951634" y="2274370"/>
                  </a:lnTo>
                  <a:lnTo>
                    <a:pt x="954079" y="2274370"/>
                  </a:lnTo>
                  <a:lnTo>
                    <a:pt x="954079" y="2277103"/>
                  </a:lnTo>
                  <a:lnTo>
                    <a:pt x="956812" y="2279548"/>
                  </a:lnTo>
                  <a:lnTo>
                    <a:pt x="961702" y="2281993"/>
                  </a:lnTo>
                  <a:lnTo>
                    <a:pt x="961702" y="2279548"/>
                  </a:lnTo>
                  <a:lnTo>
                    <a:pt x="967024" y="2281993"/>
                  </a:lnTo>
                  <a:lnTo>
                    <a:pt x="969470" y="2279548"/>
                  </a:lnTo>
                  <a:lnTo>
                    <a:pt x="969470" y="2281993"/>
                  </a:lnTo>
                  <a:lnTo>
                    <a:pt x="974504" y="2281993"/>
                  </a:lnTo>
                  <a:lnTo>
                    <a:pt x="974504" y="2279548"/>
                  </a:lnTo>
                  <a:lnTo>
                    <a:pt x="977237" y="2281993"/>
                  </a:lnTo>
                  <a:lnTo>
                    <a:pt x="978963" y="2281993"/>
                  </a:lnTo>
                  <a:lnTo>
                    <a:pt x="978963" y="2284582"/>
                  </a:lnTo>
                  <a:lnTo>
                    <a:pt x="981408" y="2284582"/>
                  </a:lnTo>
                  <a:lnTo>
                    <a:pt x="983997" y="2281993"/>
                  </a:lnTo>
                  <a:lnTo>
                    <a:pt x="983997" y="2284582"/>
                  </a:lnTo>
                  <a:lnTo>
                    <a:pt x="986730" y="2284582"/>
                  </a:lnTo>
                  <a:lnTo>
                    <a:pt x="989175" y="2287315"/>
                  </a:lnTo>
                  <a:lnTo>
                    <a:pt x="989175" y="2284582"/>
                  </a:lnTo>
                  <a:lnTo>
                    <a:pt x="991621" y="2284582"/>
                  </a:lnTo>
                  <a:lnTo>
                    <a:pt x="991621" y="2287315"/>
                  </a:lnTo>
                  <a:lnTo>
                    <a:pt x="993922" y="2287315"/>
                  </a:lnTo>
                  <a:lnTo>
                    <a:pt x="996655" y="2289761"/>
                  </a:lnTo>
                  <a:lnTo>
                    <a:pt x="999100" y="2294795"/>
                  </a:lnTo>
                  <a:lnTo>
                    <a:pt x="1001546" y="2294795"/>
                  </a:lnTo>
                  <a:lnTo>
                    <a:pt x="1004135" y="2292206"/>
                  </a:lnTo>
                  <a:lnTo>
                    <a:pt x="1006580" y="2294795"/>
                  </a:lnTo>
                  <a:lnTo>
                    <a:pt x="1009313" y="2294795"/>
                  </a:lnTo>
                  <a:lnTo>
                    <a:pt x="1009313" y="2292206"/>
                  </a:lnTo>
                  <a:lnTo>
                    <a:pt x="1011758" y="2297528"/>
                  </a:lnTo>
                  <a:lnTo>
                    <a:pt x="1014347" y="2297528"/>
                  </a:lnTo>
                  <a:lnTo>
                    <a:pt x="1014347" y="2289761"/>
                  </a:lnTo>
                  <a:lnTo>
                    <a:pt x="1016792" y="2289761"/>
                  </a:lnTo>
                  <a:lnTo>
                    <a:pt x="1016792" y="2292206"/>
                  </a:lnTo>
                  <a:lnTo>
                    <a:pt x="1019525" y="2292206"/>
                  </a:lnTo>
                  <a:lnTo>
                    <a:pt x="1021971" y="2289761"/>
                  </a:lnTo>
                  <a:lnTo>
                    <a:pt x="1021971" y="2287315"/>
                  </a:lnTo>
                  <a:lnTo>
                    <a:pt x="1024560" y="2287315"/>
                  </a:lnTo>
                  <a:lnTo>
                    <a:pt x="1024560" y="2284582"/>
                  </a:lnTo>
                  <a:lnTo>
                    <a:pt x="1027005" y="2287315"/>
                  </a:lnTo>
                  <a:lnTo>
                    <a:pt x="1029738" y="2287315"/>
                  </a:lnTo>
                  <a:lnTo>
                    <a:pt x="1032183" y="2284582"/>
                  </a:lnTo>
                  <a:lnTo>
                    <a:pt x="1034772" y="2284582"/>
                  </a:lnTo>
                  <a:lnTo>
                    <a:pt x="1034772" y="2287603"/>
                  </a:lnTo>
                  <a:lnTo>
                    <a:pt x="1039950" y="2287603"/>
                  </a:lnTo>
                  <a:lnTo>
                    <a:pt x="1034772" y="2277390"/>
                  </a:lnTo>
                  <a:lnTo>
                    <a:pt x="1034772" y="2274657"/>
                  </a:lnTo>
                  <a:lnTo>
                    <a:pt x="1032183" y="2277390"/>
                  </a:lnTo>
                  <a:lnTo>
                    <a:pt x="1029738" y="2277390"/>
                  </a:lnTo>
                  <a:lnTo>
                    <a:pt x="1024560" y="2264445"/>
                  </a:lnTo>
                  <a:lnTo>
                    <a:pt x="1021971" y="2259411"/>
                  </a:lnTo>
                  <a:lnTo>
                    <a:pt x="1021971" y="2251643"/>
                  </a:lnTo>
                  <a:lnTo>
                    <a:pt x="1027005" y="2251643"/>
                  </a:lnTo>
                  <a:lnTo>
                    <a:pt x="1029738" y="2246753"/>
                  </a:lnTo>
                  <a:lnTo>
                    <a:pt x="1029738" y="2249198"/>
                  </a:lnTo>
                  <a:lnTo>
                    <a:pt x="1032183" y="2249198"/>
                  </a:lnTo>
                  <a:lnTo>
                    <a:pt x="1032183" y="2244020"/>
                  </a:lnTo>
                  <a:lnTo>
                    <a:pt x="1029738" y="2241431"/>
                  </a:lnTo>
                  <a:lnTo>
                    <a:pt x="1034772" y="2241431"/>
                  </a:lnTo>
                  <a:lnTo>
                    <a:pt x="1034772" y="2236684"/>
                  </a:lnTo>
                  <a:lnTo>
                    <a:pt x="1037937" y="2236684"/>
                  </a:lnTo>
                  <a:lnTo>
                    <a:pt x="1037937" y="2244164"/>
                  </a:lnTo>
                  <a:lnTo>
                    <a:pt x="1040670" y="2249342"/>
                  </a:lnTo>
                  <a:lnTo>
                    <a:pt x="1043115" y="2249342"/>
                  </a:lnTo>
                  <a:lnTo>
                    <a:pt x="1043115" y="2239129"/>
                  </a:lnTo>
                  <a:lnTo>
                    <a:pt x="1037937" y="2233951"/>
                  </a:lnTo>
                  <a:lnTo>
                    <a:pt x="1035491" y="2233951"/>
                  </a:lnTo>
                  <a:lnTo>
                    <a:pt x="1035491" y="2228917"/>
                  </a:lnTo>
                  <a:lnTo>
                    <a:pt x="1032902" y="2226472"/>
                  </a:lnTo>
                  <a:lnTo>
                    <a:pt x="1030457" y="2221294"/>
                  </a:lnTo>
                  <a:lnTo>
                    <a:pt x="1027724" y="2218704"/>
                  </a:lnTo>
                  <a:lnTo>
                    <a:pt x="1025279" y="2213814"/>
                  </a:lnTo>
                  <a:lnTo>
                    <a:pt x="1025279" y="2211081"/>
                  </a:lnTo>
                  <a:lnTo>
                    <a:pt x="1027724" y="2211081"/>
                  </a:lnTo>
                  <a:lnTo>
                    <a:pt x="1027724" y="2213814"/>
                  </a:lnTo>
                  <a:lnTo>
                    <a:pt x="1030457" y="2211081"/>
                  </a:lnTo>
                  <a:lnTo>
                    <a:pt x="1030457" y="2213814"/>
                  </a:lnTo>
                  <a:lnTo>
                    <a:pt x="1032902" y="2216259"/>
                  </a:lnTo>
                  <a:lnTo>
                    <a:pt x="1035491" y="2218704"/>
                  </a:lnTo>
                  <a:lnTo>
                    <a:pt x="1035491" y="2213814"/>
                  </a:lnTo>
                  <a:lnTo>
                    <a:pt x="1037937" y="2216259"/>
                  </a:lnTo>
                  <a:lnTo>
                    <a:pt x="1035491" y="2211081"/>
                  </a:lnTo>
                  <a:lnTo>
                    <a:pt x="1035491" y="2208492"/>
                  </a:lnTo>
                  <a:lnTo>
                    <a:pt x="1037937" y="2211081"/>
                  </a:lnTo>
                  <a:lnTo>
                    <a:pt x="1037937" y="2213814"/>
                  </a:lnTo>
                  <a:lnTo>
                    <a:pt x="1040670" y="2213814"/>
                  </a:lnTo>
                  <a:lnTo>
                    <a:pt x="1040670" y="2211081"/>
                  </a:lnTo>
                  <a:lnTo>
                    <a:pt x="1043115" y="2213814"/>
                  </a:lnTo>
                  <a:lnTo>
                    <a:pt x="1043115" y="2216259"/>
                  </a:lnTo>
                  <a:lnTo>
                    <a:pt x="1045560" y="2216259"/>
                  </a:lnTo>
                  <a:lnTo>
                    <a:pt x="1045560" y="2218704"/>
                  </a:lnTo>
                  <a:lnTo>
                    <a:pt x="1048149" y="2221294"/>
                  </a:lnTo>
                  <a:lnTo>
                    <a:pt x="1048149" y="2224026"/>
                  </a:lnTo>
                  <a:lnTo>
                    <a:pt x="1050882" y="2224026"/>
                  </a:lnTo>
                  <a:lnTo>
                    <a:pt x="1050882" y="2218704"/>
                  </a:lnTo>
                  <a:lnTo>
                    <a:pt x="1055773" y="2218704"/>
                  </a:lnTo>
                  <a:lnTo>
                    <a:pt x="1053327" y="2216259"/>
                  </a:lnTo>
                  <a:lnTo>
                    <a:pt x="1055773" y="2213814"/>
                  </a:lnTo>
                  <a:lnTo>
                    <a:pt x="1055773" y="2216259"/>
                  </a:lnTo>
                  <a:lnTo>
                    <a:pt x="1060232" y="2216259"/>
                  </a:lnTo>
                  <a:lnTo>
                    <a:pt x="1060232" y="2213814"/>
                  </a:lnTo>
                  <a:lnTo>
                    <a:pt x="1067711" y="2213814"/>
                  </a:lnTo>
                  <a:lnTo>
                    <a:pt x="1070444" y="2216259"/>
                  </a:lnTo>
                  <a:lnTo>
                    <a:pt x="1070444" y="2211081"/>
                  </a:lnTo>
                  <a:lnTo>
                    <a:pt x="1067711" y="2208492"/>
                  </a:lnTo>
                  <a:lnTo>
                    <a:pt x="1062677" y="2208492"/>
                  </a:lnTo>
                  <a:lnTo>
                    <a:pt x="1062677" y="2206047"/>
                  </a:lnTo>
                  <a:lnTo>
                    <a:pt x="1065122" y="2203601"/>
                  </a:lnTo>
                  <a:lnTo>
                    <a:pt x="1062677" y="2203601"/>
                  </a:lnTo>
                  <a:lnTo>
                    <a:pt x="1060232" y="2200868"/>
                  </a:lnTo>
                  <a:lnTo>
                    <a:pt x="1057499" y="2198279"/>
                  </a:lnTo>
                  <a:lnTo>
                    <a:pt x="1057499" y="2193389"/>
                  </a:lnTo>
                  <a:lnTo>
                    <a:pt x="1060232" y="2193389"/>
                  </a:lnTo>
                  <a:lnTo>
                    <a:pt x="1062677" y="2195834"/>
                  </a:lnTo>
                  <a:lnTo>
                    <a:pt x="1062677" y="2193389"/>
                  </a:lnTo>
                  <a:lnTo>
                    <a:pt x="1065122" y="2195834"/>
                  </a:lnTo>
                  <a:lnTo>
                    <a:pt x="1065122" y="2190656"/>
                  </a:lnTo>
                  <a:lnTo>
                    <a:pt x="1067711" y="2193389"/>
                  </a:lnTo>
                  <a:lnTo>
                    <a:pt x="1067711" y="2195834"/>
                  </a:lnTo>
                  <a:lnTo>
                    <a:pt x="1070444" y="2195834"/>
                  </a:lnTo>
                  <a:lnTo>
                    <a:pt x="1070444" y="2193389"/>
                  </a:lnTo>
                  <a:lnTo>
                    <a:pt x="1072889" y="2195834"/>
                  </a:lnTo>
                  <a:lnTo>
                    <a:pt x="1075335" y="2198279"/>
                  </a:lnTo>
                  <a:lnTo>
                    <a:pt x="1075335" y="2200868"/>
                  </a:lnTo>
                  <a:lnTo>
                    <a:pt x="1072889" y="2200868"/>
                  </a:lnTo>
                  <a:lnTo>
                    <a:pt x="1075335" y="2203601"/>
                  </a:lnTo>
                  <a:lnTo>
                    <a:pt x="1075335" y="2206047"/>
                  </a:lnTo>
                  <a:lnTo>
                    <a:pt x="1077924" y="2208492"/>
                  </a:lnTo>
                  <a:lnTo>
                    <a:pt x="1080369" y="2211081"/>
                  </a:lnTo>
                  <a:lnTo>
                    <a:pt x="1080369" y="2206047"/>
                  </a:lnTo>
                  <a:lnTo>
                    <a:pt x="1077924" y="2206047"/>
                  </a:lnTo>
                  <a:lnTo>
                    <a:pt x="1075335" y="2203601"/>
                  </a:lnTo>
                  <a:lnTo>
                    <a:pt x="1075335" y="2200868"/>
                  </a:lnTo>
                  <a:lnTo>
                    <a:pt x="1077924" y="2198279"/>
                  </a:lnTo>
                  <a:lnTo>
                    <a:pt x="1088855" y="2198279"/>
                  </a:lnTo>
                  <a:lnTo>
                    <a:pt x="1088855" y="2200725"/>
                  </a:lnTo>
                  <a:lnTo>
                    <a:pt x="1091300" y="2200725"/>
                  </a:lnTo>
                  <a:lnTo>
                    <a:pt x="1091300" y="2203458"/>
                  </a:lnTo>
                  <a:lnTo>
                    <a:pt x="1094033" y="2203458"/>
                  </a:lnTo>
                  <a:lnTo>
                    <a:pt x="1094033" y="2205903"/>
                  </a:lnTo>
                  <a:lnTo>
                    <a:pt x="1096479" y="2208348"/>
                  </a:lnTo>
                  <a:lnTo>
                    <a:pt x="1096479" y="2210937"/>
                  </a:lnTo>
                  <a:lnTo>
                    <a:pt x="1099068" y="2213670"/>
                  </a:lnTo>
                  <a:lnTo>
                    <a:pt x="1099068" y="2216115"/>
                  </a:lnTo>
                  <a:lnTo>
                    <a:pt x="1101513" y="2218561"/>
                  </a:lnTo>
                  <a:lnTo>
                    <a:pt x="1104246" y="2218561"/>
                  </a:lnTo>
                  <a:lnTo>
                    <a:pt x="1106691" y="2223883"/>
                  </a:lnTo>
                  <a:lnTo>
                    <a:pt x="1106691" y="2226328"/>
                  </a:lnTo>
                  <a:lnTo>
                    <a:pt x="1104246" y="2223883"/>
                  </a:lnTo>
                  <a:lnTo>
                    <a:pt x="1104246" y="2226328"/>
                  </a:lnTo>
                  <a:lnTo>
                    <a:pt x="1106691" y="2231362"/>
                  </a:lnTo>
                  <a:lnTo>
                    <a:pt x="1112301" y="2231362"/>
                  </a:lnTo>
                  <a:lnTo>
                    <a:pt x="1109856" y="2228773"/>
                  </a:lnTo>
                  <a:lnTo>
                    <a:pt x="1115034" y="2228773"/>
                  </a:lnTo>
                  <a:lnTo>
                    <a:pt x="1115034" y="2226328"/>
                  </a:lnTo>
                  <a:lnTo>
                    <a:pt x="1117479" y="2228773"/>
                  </a:lnTo>
                  <a:lnTo>
                    <a:pt x="1120068" y="2226328"/>
                  </a:lnTo>
                  <a:lnTo>
                    <a:pt x="1120068" y="2233807"/>
                  </a:lnTo>
                  <a:lnTo>
                    <a:pt x="1122514" y="2231362"/>
                  </a:lnTo>
                  <a:lnTo>
                    <a:pt x="1125246" y="2231362"/>
                  </a:lnTo>
                  <a:lnTo>
                    <a:pt x="1125246" y="2226328"/>
                  </a:lnTo>
                  <a:lnTo>
                    <a:pt x="1130137" y="2226328"/>
                  </a:lnTo>
                  <a:lnTo>
                    <a:pt x="1130137" y="2231362"/>
                  </a:lnTo>
                  <a:lnTo>
                    <a:pt x="1127692" y="2236540"/>
                  </a:lnTo>
                  <a:lnTo>
                    <a:pt x="1127692" y="2238986"/>
                  </a:lnTo>
                  <a:lnTo>
                    <a:pt x="1122514" y="2241431"/>
                  </a:lnTo>
                  <a:lnTo>
                    <a:pt x="1122514" y="2249630"/>
                  </a:lnTo>
                  <a:lnTo>
                    <a:pt x="1120068" y="2247184"/>
                  </a:lnTo>
                  <a:lnTo>
                    <a:pt x="1120068" y="2252075"/>
                  </a:lnTo>
                  <a:lnTo>
                    <a:pt x="1112301" y="2249630"/>
                  </a:lnTo>
                  <a:lnTo>
                    <a:pt x="1115034" y="2252075"/>
                  </a:lnTo>
                  <a:lnTo>
                    <a:pt x="1115034" y="2259842"/>
                  </a:lnTo>
                  <a:lnTo>
                    <a:pt x="1120068" y="2259842"/>
                  </a:lnTo>
                  <a:lnTo>
                    <a:pt x="1122514" y="2257397"/>
                  </a:lnTo>
                  <a:lnTo>
                    <a:pt x="1122514" y="2254664"/>
                  </a:lnTo>
                  <a:lnTo>
                    <a:pt x="1125246" y="2254664"/>
                  </a:lnTo>
                  <a:lnTo>
                    <a:pt x="1127692" y="2257397"/>
                  </a:lnTo>
                  <a:lnTo>
                    <a:pt x="1130137" y="2257397"/>
                  </a:lnTo>
                  <a:lnTo>
                    <a:pt x="1127692" y="2254664"/>
                  </a:lnTo>
                  <a:lnTo>
                    <a:pt x="1130137" y="2249630"/>
                  </a:lnTo>
                  <a:lnTo>
                    <a:pt x="1127692" y="2252075"/>
                  </a:lnTo>
                  <a:lnTo>
                    <a:pt x="1125246" y="2252075"/>
                  </a:lnTo>
                  <a:lnTo>
                    <a:pt x="1127692" y="2247184"/>
                  </a:lnTo>
                  <a:lnTo>
                    <a:pt x="1130137" y="2244452"/>
                  </a:lnTo>
                  <a:lnTo>
                    <a:pt x="1135459" y="2239417"/>
                  </a:lnTo>
                  <a:lnTo>
                    <a:pt x="1137904" y="2236972"/>
                  </a:lnTo>
                  <a:lnTo>
                    <a:pt x="1137904" y="2239417"/>
                  </a:lnTo>
                  <a:lnTo>
                    <a:pt x="1140349" y="2236972"/>
                  </a:lnTo>
                  <a:lnTo>
                    <a:pt x="1145672" y="2234239"/>
                  </a:lnTo>
                  <a:lnTo>
                    <a:pt x="1150562" y="2231794"/>
                  </a:lnTo>
                  <a:lnTo>
                    <a:pt x="1153151" y="2229205"/>
                  </a:lnTo>
                  <a:lnTo>
                    <a:pt x="1153151" y="2231794"/>
                  </a:lnTo>
                  <a:lnTo>
                    <a:pt x="1150562" y="2234239"/>
                  </a:lnTo>
                  <a:lnTo>
                    <a:pt x="1150562" y="2236972"/>
                  </a:lnTo>
                  <a:lnTo>
                    <a:pt x="1148117" y="2239417"/>
                  </a:lnTo>
                  <a:lnTo>
                    <a:pt x="1148117" y="2244452"/>
                  </a:lnTo>
                  <a:lnTo>
                    <a:pt x="1150562" y="2244452"/>
                  </a:lnTo>
                  <a:lnTo>
                    <a:pt x="1150562" y="2249630"/>
                  </a:lnTo>
                  <a:lnTo>
                    <a:pt x="1148117" y="2259842"/>
                  </a:lnTo>
                  <a:lnTo>
                    <a:pt x="1145672" y="2262287"/>
                  </a:lnTo>
                  <a:lnTo>
                    <a:pt x="1145672" y="2270055"/>
                  </a:lnTo>
                  <a:lnTo>
                    <a:pt x="1142939" y="2275089"/>
                  </a:lnTo>
                  <a:lnTo>
                    <a:pt x="1142939" y="2277822"/>
                  </a:lnTo>
                  <a:lnTo>
                    <a:pt x="1140349" y="2280267"/>
                  </a:lnTo>
                  <a:lnTo>
                    <a:pt x="1140349" y="2292925"/>
                  </a:lnTo>
                  <a:lnTo>
                    <a:pt x="1145672" y="2292925"/>
                  </a:lnTo>
                  <a:lnTo>
                    <a:pt x="1142939" y="2295514"/>
                  </a:lnTo>
                  <a:lnTo>
                    <a:pt x="1140349" y="2300692"/>
                  </a:lnTo>
                  <a:lnTo>
                    <a:pt x="1140349" y="2303137"/>
                  </a:lnTo>
                  <a:lnTo>
                    <a:pt x="1142939" y="2303137"/>
                  </a:lnTo>
                  <a:lnTo>
                    <a:pt x="1142939" y="2308460"/>
                  </a:lnTo>
                  <a:lnTo>
                    <a:pt x="1137904" y="2308460"/>
                  </a:lnTo>
                  <a:lnTo>
                    <a:pt x="1137904" y="2303137"/>
                  </a:lnTo>
                  <a:lnTo>
                    <a:pt x="1135459" y="2298247"/>
                  </a:lnTo>
                  <a:lnTo>
                    <a:pt x="1135459" y="2313350"/>
                  </a:lnTo>
                  <a:lnTo>
                    <a:pt x="1132582" y="2314932"/>
                  </a:lnTo>
                  <a:lnTo>
                    <a:pt x="1127548" y="2317809"/>
                  </a:lnTo>
                  <a:lnTo>
                    <a:pt x="1127548" y="2320254"/>
                  </a:lnTo>
                  <a:lnTo>
                    <a:pt x="1125103" y="2322699"/>
                  </a:lnTo>
                  <a:lnTo>
                    <a:pt x="1122370" y="2322699"/>
                  </a:lnTo>
                  <a:lnTo>
                    <a:pt x="1122370" y="2325145"/>
                  </a:lnTo>
                  <a:lnTo>
                    <a:pt x="1119924" y="2325145"/>
                  </a:lnTo>
                  <a:lnTo>
                    <a:pt x="1119924" y="2330467"/>
                  </a:lnTo>
                  <a:lnTo>
                    <a:pt x="1122370" y="2330467"/>
                  </a:lnTo>
                  <a:lnTo>
                    <a:pt x="1127548" y="2325145"/>
                  </a:lnTo>
                  <a:lnTo>
                    <a:pt x="1129993" y="2322699"/>
                  </a:lnTo>
                  <a:lnTo>
                    <a:pt x="1129993" y="2325145"/>
                  </a:lnTo>
                  <a:lnTo>
                    <a:pt x="1132582" y="2322699"/>
                  </a:lnTo>
                  <a:lnTo>
                    <a:pt x="1132582" y="2330467"/>
                  </a:lnTo>
                  <a:lnTo>
                    <a:pt x="1140206" y="2330467"/>
                  </a:lnTo>
                  <a:lnTo>
                    <a:pt x="1140206" y="2332912"/>
                  </a:lnTo>
                  <a:lnTo>
                    <a:pt x="1142795" y="2332912"/>
                  </a:lnTo>
                  <a:lnTo>
                    <a:pt x="1145528" y="2327734"/>
                  </a:lnTo>
                  <a:lnTo>
                    <a:pt x="1145528" y="2331186"/>
                  </a:lnTo>
                  <a:lnTo>
                    <a:pt x="1147973" y="2331186"/>
                  </a:lnTo>
                  <a:lnTo>
                    <a:pt x="1147973" y="2333631"/>
                  </a:lnTo>
                  <a:lnTo>
                    <a:pt x="1145528" y="2333631"/>
                  </a:lnTo>
                  <a:lnTo>
                    <a:pt x="1145528" y="2338665"/>
                  </a:lnTo>
                  <a:lnTo>
                    <a:pt x="1142795" y="2341398"/>
                  </a:lnTo>
                  <a:lnTo>
                    <a:pt x="1142795" y="2343844"/>
                  </a:lnTo>
                  <a:lnTo>
                    <a:pt x="1140206" y="2346289"/>
                  </a:lnTo>
                  <a:lnTo>
                    <a:pt x="1140206" y="2351611"/>
                  </a:lnTo>
                  <a:lnTo>
                    <a:pt x="1137760" y="2354056"/>
                  </a:lnTo>
                  <a:lnTo>
                    <a:pt x="1145528" y="2354056"/>
                  </a:lnTo>
                  <a:lnTo>
                    <a:pt x="1145528" y="2359090"/>
                  </a:lnTo>
                  <a:lnTo>
                    <a:pt x="1147973" y="2356501"/>
                  </a:lnTo>
                  <a:lnTo>
                    <a:pt x="1150418" y="2354056"/>
                  </a:lnTo>
                  <a:lnTo>
                    <a:pt x="1158185" y="2348878"/>
                  </a:lnTo>
                  <a:lnTo>
                    <a:pt x="1163220" y="2341398"/>
                  </a:lnTo>
                  <a:lnTo>
                    <a:pt x="1165665" y="2341398"/>
                  </a:lnTo>
                  <a:lnTo>
                    <a:pt x="1165665" y="2343844"/>
                  </a:lnTo>
                  <a:lnTo>
                    <a:pt x="1168398" y="2343844"/>
                  </a:lnTo>
                  <a:lnTo>
                    <a:pt x="1168398" y="2341398"/>
                  </a:lnTo>
                  <a:lnTo>
                    <a:pt x="1170843" y="2338665"/>
                  </a:lnTo>
                  <a:lnTo>
                    <a:pt x="1173432" y="2338665"/>
                  </a:lnTo>
                  <a:lnTo>
                    <a:pt x="1173432" y="2346289"/>
                  </a:lnTo>
                  <a:lnTo>
                    <a:pt x="1165665" y="2356501"/>
                  </a:lnTo>
                  <a:lnTo>
                    <a:pt x="1163220" y="2359090"/>
                  </a:lnTo>
                  <a:lnTo>
                    <a:pt x="1163220" y="2361823"/>
                  </a:lnTo>
                  <a:lnTo>
                    <a:pt x="1160631" y="2364269"/>
                  </a:lnTo>
                  <a:lnTo>
                    <a:pt x="1158185" y="2366714"/>
                  </a:lnTo>
                  <a:lnTo>
                    <a:pt x="1160631" y="2366714"/>
                  </a:lnTo>
                  <a:lnTo>
                    <a:pt x="1165665" y="2361823"/>
                  </a:lnTo>
                  <a:lnTo>
                    <a:pt x="1165665" y="2359090"/>
                  </a:lnTo>
                  <a:lnTo>
                    <a:pt x="1168398" y="2356501"/>
                  </a:lnTo>
                  <a:lnTo>
                    <a:pt x="1168398" y="2361680"/>
                  </a:lnTo>
                  <a:lnTo>
                    <a:pt x="1173432" y="2358947"/>
                  </a:lnTo>
                  <a:lnTo>
                    <a:pt x="1175877" y="2361680"/>
                  </a:lnTo>
                  <a:lnTo>
                    <a:pt x="1175877" y="2369159"/>
                  </a:lnTo>
                  <a:lnTo>
                    <a:pt x="1180960" y="2366618"/>
                  </a:lnTo>
                  <a:lnTo>
                    <a:pt x="1181056" y="2366714"/>
                  </a:lnTo>
                  <a:lnTo>
                    <a:pt x="1181056" y="2371892"/>
                  </a:lnTo>
                  <a:lnTo>
                    <a:pt x="1178610" y="2374337"/>
                  </a:lnTo>
                  <a:lnTo>
                    <a:pt x="1178610" y="2376783"/>
                  </a:lnTo>
                  <a:lnTo>
                    <a:pt x="1181056" y="2379372"/>
                  </a:lnTo>
                  <a:lnTo>
                    <a:pt x="1183645" y="2379372"/>
                  </a:lnTo>
                  <a:lnTo>
                    <a:pt x="1183645" y="2382003"/>
                  </a:lnTo>
                  <a:lnTo>
                    <a:pt x="1182782" y="2383831"/>
                  </a:lnTo>
                  <a:lnTo>
                    <a:pt x="1183645" y="2383831"/>
                  </a:lnTo>
                  <a:lnTo>
                    <a:pt x="1183645" y="2389584"/>
                  </a:lnTo>
                  <a:lnTo>
                    <a:pt x="1181056" y="2389584"/>
                  </a:lnTo>
                  <a:lnTo>
                    <a:pt x="1181056" y="2386995"/>
                  </a:lnTo>
                  <a:lnTo>
                    <a:pt x="1178610" y="2389584"/>
                  </a:lnTo>
                  <a:lnTo>
                    <a:pt x="1178610" y="2392317"/>
                  </a:lnTo>
                  <a:lnTo>
                    <a:pt x="1170268" y="2392317"/>
                  </a:lnTo>
                  <a:lnTo>
                    <a:pt x="1172857" y="2389584"/>
                  </a:lnTo>
                  <a:lnTo>
                    <a:pt x="1167823" y="2389584"/>
                  </a:lnTo>
                  <a:lnTo>
                    <a:pt x="1170268" y="2386995"/>
                  </a:lnTo>
                  <a:lnTo>
                    <a:pt x="1167823" y="2386995"/>
                  </a:lnTo>
                  <a:lnTo>
                    <a:pt x="1165090" y="2389584"/>
                  </a:lnTo>
                  <a:lnTo>
                    <a:pt x="1162644" y="2389584"/>
                  </a:lnTo>
                  <a:lnTo>
                    <a:pt x="1162644" y="2392317"/>
                  </a:lnTo>
                  <a:lnTo>
                    <a:pt x="1160055" y="2389584"/>
                  </a:lnTo>
                  <a:lnTo>
                    <a:pt x="1158253" y="2391598"/>
                  </a:lnTo>
                  <a:lnTo>
                    <a:pt x="1157322" y="2391598"/>
                  </a:lnTo>
                  <a:lnTo>
                    <a:pt x="1156518" y="2392317"/>
                  </a:lnTo>
                  <a:lnTo>
                    <a:pt x="1154877" y="2392317"/>
                  </a:lnTo>
                  <a:lnTo>
                    <a:pt x="1154589" y="2391995"/>
                  </a:lnTo>
                  <a:lnTo>
                    <a:pt x="1154589" y="2391598"/>
                  </a:lnTo>
                  <a:lnTo>
                    <a:pt x="1154234" y="2391598"/>
                  </a:lnTo>
                  <a:lnTo>
                    <a:pt x="1152432" y="2389584"/>
                  </a:lnTo>
                  <a:lnTo>
                    <a:pt x="1152432" y="2384550"/>
                  </a:lnTo>
                  <a:lnTo>
                    <a:pt x="1149843" y="2382105"/>
                  </a:lnTo>
                  <a:lnTo>
                    <a:pt x="1152432" y="2382105"/>
                  </a:lnTo>
                  <a:lnTo>
                    <a:pt x="1152432" y="2376783"/>
                  </a:lnTo>
                  <a:lnTo>
                    <a:pt x="1149843" y="2379372"/>
                  </a:lnTo>
                  <a:lnTo>
                    <a:pt x="1149843" y="2382105"/>
                  </a:lnTo>
                  <a:lnTo>
                    <a:pt x="1147398" y="2384550"/>
                  </a:lnTo>
                  <a:lnTo>
                    <a:pt x="1149843" y="2384550"/>
                  </a:lnTo>
                  <a:lnTo>
                    <a:pt x="1149843" y="2389584"/>
                  </a:lnTo>
                  <a:lnTo>
                    <a:pt x="1145672" y="2389584"/>
                  </a:lnTo>
                  <a:lnTo>
                    <a:pt x="1145672" y="2386995"/>
                  </a:lnTo>
                  <a:lnTo>
                    <a:pt x="1140349" y="2386995"/>
                  </a:lnTo>
                  <a:lnTo>
                    <a:pt x="1140349" y="2384550"/>
                  </a:lnTo>
                  <a:lnTo>
                    <a:pt x="1135459" y="2384550"/>
                  </a:lnTo>
                  <a:lnTo>
                    <a:pt x="1135459" y="2382105"/>
                  </a:lnTo>
                  <a:lnTo>
                    <a:pt x="1137185" y="2382105"/>
                  </a:lnTo>
                  <a:lnTo>
                    <a:pt x="1137185" y="2376783"/>
                  </a:lnTo>
                  <a:lnTo>
                    <a:pt x="1132007" y="2376783"/>
                  </a:lnTo>
                  <a:lnTo>
                    <a:pt x="1132007" y="2374337"/>
                  </a:lnTo>
                  <a:lnTo>
                    <a:pt x="1129418" y="2374337"/>
                  </a:lnTo>
                  <a:lnTo>
                    <a:pt x="1129418" y="2376783"/>
                  </a:lnTo>
                  <a:lnTo>
                    <a:pt x="1126973" y="2376783"/>
                  </a:lnTo>
                  <a:lnTo>
                    <a:pt x="1129418" y="2379372"/>
                  </a:lnTo>
                  <a:lnTo>
                    <a:pt x="1129418" y="2386995"/>
                  </a:lnTo>
                  <a:lnTo>
                    <a:pt x="1134740" y="2386995"/>
                  </a:lnTo>
                  <a:lnTo>
                    <a:pt x="1137185" y="2389584"/>
                  </a:lnTo>
                  <a:lnTo>
                    <a:pt x="1137185" y="2394762"/>
                  </a:lnTo>
                  <a:lnTo>
                    <a:pt x="1139630" y="2394762"/>
                  </a:lnTo>
                  <a:lnTo>
                    <a:pt x="1139630" y="2397208"/>
                  </a:lnTo>
                  <a:lnTo>
                    <a:pt x="1144952" y="2397208"/>
                  </a:lnTo>
                  <a:lnTo>
                    <a:pt x="1144952" y="2404975"/>
                  </a:lnTo>
                  <a:lnTo>
                    <a:pt x="1147398" y="2404975"/>
                  </a:lnTo>
                  <a:lnTo>
                    <a:pt x="1147398" y="2407420"/>
                  </a:lnTo>
                  <a:lnTo>
                    <a:pt x="1149843" y="2407420"/>
                  </a:lnTo>
                  <a:lnTo>
                    <a:pt x="1149843" y="2409866"/>
                  </a:lnTo>
                  <a:lnTo>
                    <a:pt x="1152432" y="2409866"/>
                  </a:lnTo>
                  <a:lnTo>
                    <a:pt x="1152432" y="2412454"/>
                  </a:lnTo>
                  <a:lnTo>
                    <a:pt x="1157610" y="2412454"/>
                  </a:lnTo>
                  <a:lnTo>
                    <a:pt x="1157610" y="2420078"/>
                  </a:lnTo>
                  <a:lnTo>
                    <a:pt x="1162644" y="2420078"/>
                  </a:lnTo>
                  <a:lnTo>
                    <a:pt x="1160055" y="2415187"/>
                  </a:lnTo>
                  <a:lnTo>
                    <a:pt x="1157610" y="2412454"/>
                  </a:lnTo>
                  <a:lnTo>
                    <a:pt x="1154877" y="2407420"/>
                  </a:lnTo>
                  <a:lnTo>
                    <a:pt x="1154877" y="2404975"/>
                  </a:lnTo>
                  <a:lnTo>
                    <a:pt x="1152432" y="2404975"/>
                  </a:lnTo>
                  <a:lnTo>
                    <a:pt x="1149843" y="2402530"/>
                  </a:lnTo>
                  <a:lnTo>
                    <a:pt x="1149843" y="2399653"/>
                  </a:lnTo>
                  <a:lnTo>
                    <a:pt x="1147110" y="2399653"/>
                  </a:lnTo>
                  <a:lnTo>
                    <a:pt x="1147110" y="2396488"/>
                  </a:lnTo>
                  <a:lnTo>
                    <a:pt x="1144665" y="2394043"/>
                  </a:lnTo>
                  <a:lnTo>
                    <a:pt x="1147110" y="2394043"/>
                  </a:lnTo>
                  <a:lnTo>
                    <a:pt x="1147110" y="2391598"/>
                  </a:lnTo>
                  <a:lnTo>
                    <a:pt x="1154234" y="2391598"/>
                  </a:lnTo>
                  <a:lnTo>
                    <a:pt x="1154589" y="2391995"/>
                  </a:lnTo>
                  <a:lnTo>
                    <a:pt x="1154589" y="2394043"/>
                  </a:lnTo>
                  <a:lnTo>
                    <a:pt x="1156518" y="2392317"/>
                  </a:lnTo>
                  <a:lnTo>
                    <a:pt x="1157610" y="2392317"/>
                  </a:lnTo>
                  <a:lnTo>
                    <a:pt x="1158253" y="2391598"/>
                  </a:lnTo>
                  <a:lnTo>
                    <a:pt x="1159768" y="2391598"/>
                  </a:lnTo>
                  <a:lnTo>
                    <a:pt x="1159768" y="2394043"/>
                  </a:lnTo>
                  <a:lnTo>
                    <a:pt x="1162357" y="2394043"/>
                  </a:lnTo>
                  <a:lnTo>
                    <a:pt x="1159768" y="2396488"/>
                  </a:lnTo>
                  <a:lnTo>
                    <a:pt x="1164802" y="2396488"/>
                  </a:lnTo>
                  <a:lnTo>
                    <a:pt x="1164802" y="2394043"/>
                  </a:lnTo>
                  <a:lnTo>
                    <a:pt x="1167535" y="2396488"/>
                  </a:lnTo>
                  <a:lnTo>
                    <a:pt x="1169980" y="2394043"/>
                  </a:lnTo>
                  <a:lnTo>
                    <a:pt x="1172569" y="2394043"/>
                  </a:lnTo>
                  <a:lnTo>
                    <a:pt x="1172569" y="2396488"/>
                  </a:lnTo>
                  <a:lnTo>
                    <a:pt x="1175014" y="2394043"/>
                  </a:lnTo>
                  <a:lnTo>
                    <a:pt x="1180193" y="2394043"/>
                  </a:lnTo>
                  <a:lnTo>
                    <a:pt x="1182782" y="2396488"/>
                  </a:lnTo>
                  <a:lnTo>
                    <a:pt x="1185227" y="2396488"/>
                  </a:lnTo>
                  <a:lnTo>
                    <a:pt x="1185227" y="2394043"/>
                  </a:lnTo>
                  <a:lnTo>
                    <a:pt x="1187960" y="2394043"/>
                  </a:lnTo>
                  <a:lnTo>
                    <a:pt x="1187960" y="2391598"/>
                  </a:lnTo>
                  <a:lnTo>
                    <a:pt x="1185227" y="2391598"/>
                  </a:lnTo>
                  <a:lnTo>
                    <a:pt x="1187960" y="2388865"/>
                  </a:lnTo>
                  <a:lnTo>
                    <a:pt x="1187960" y="2383831"/>
                  </a:lnTo>
                  <a:lnTo>
                    <a:pt x="1183645" y="2383831"/>
                  </a:lnTo>
                  <a:lnTo>
                    <a:pt x="1183645" y="2382003"/>
                  </a:lnTo>
                  <a:lnTo>
                    <a:pt x="1185227" y="2378652"/>
                  </a:lnTo>
                  <a:lnTo>
                    <a:pt x="1182782" y="2376063"/>
                  </a:lnTo>
                  <a:lnTo>
                    <a:pt x="1182782" y="2368440"/>
                  </a:lnTo>
                  <a:lnTo>
                    <a:pt x="1187960" y="2368440"/>
                  </a:lnTo>
                  <a:lnTo>
                    <a:pt x="1185227" y="2365851"/>
                  </a:lnTo>
                  <a:lnTo>
                    <a:pt x="1182782" y="2365851"/>
                  </a:lnTo>
                  <a:lnTo>
                    <a:pt x="1182782" y="2368440"/>
                  </a:lnTo>
                  <a:lnTo>
                    <a:pt x="1181056" y="2366714"/>
                  </a:lnTo>
                  <a:lnTo>
                    <a:pt x="1181056" y="2366570"/>
                  </a:lnTo>
                  <a:lnTo>
                    <a:pt x="1180960" y="2366618"/>
                  </a:lnTo>
                  <a:lnTo>
                    <a:pt x="1180193" y="2365851"/>
                  </a:lnTo>
                  <a:lnTo>
                    <a:pt x="1182782" y="2363406"/>
                  </a:lnTo>
                  <a:lnTo>
                    <a:pt x="1185227" y="2360960"/>
                  </a:lnTo>
                  <a:lnTo>
                    <a:pt x="1187960" y="2355638"/>
                  </a:lnTo>
                  <a:lnTo>
                    <a:pt x="1185227" y="2350748"/>
                  </a:lnTo>
                  <a:lnTo>
                    <a:pt x="1190405" y="2350748"/>
                  </a:lnTo>
                  <a:lnTo>
                    <a:pt x="1190405" y="2348015"/>
                  </a:lnTo>
                  <a:lnTo>
                    <a:pt x="1187960" y="2345426"/>
                  </a:lnTo>
                  <a:lnTo>
                    <a:pt x="1182782" y="2342981"/>
                  </a:lnTo>
                  <a:lnTo>
                    <a:pt x="1182782" y="2337802"/>
                  </a:lnTo>
                  <a:lnTo>
                    <a:pt x="1180193" y="2335213"/>
                  </a:lnTo>
                  <a:lnTo>
                    <a:pt x="1180193" y="2327590"/>
                  </a:lnTo>
                  <a:lnTo>
                    <a:pt x="1182782" y="2322556"/>
                  </a:lnTo>
                  <a:lnTo>
                    <a:pt x="1182782" y="2317665"/>
                  </a:lnTo>
                  <a:lnTo>
                    <a:pt x="1177747" y="2309898"/>
                  </a:lnTo>
                  <a:lnTo>
                    <a:pt x="1175014" y="2304720"/>
                  </a:lnTo>
                  <a:lnTo>
                    <a:pt x="1172569" y="2304720"/>
                  </a:lnTo>
                  <a:lnTo>
                    <a:pt x="1169980" y="2302131"/>
                  </a:lnTo>
                  <a:lnTo>
                    <a:pt x="1167535" y="2302131"/>
                  </a:lnTo>
                  <a:lnTo>
                    <a:pt x="1164802" y="2299685"/>
                  </a:lnTo>
                  <a:lnTo>
                    <a:pt x="1164802" y="2291918"/>
                  </a:lnTo>
                  <a:lnTo>
                    <a:pt x="1167535" y="2289473"/>
                  </a:lnTo>
                  <a:lnTo>
                    <a:pt x="1169980" y="2289473"/>
                  </a:lnTo>
                  <a:lnTo>
                    <a:pt x="1167535" y="2287028"/>
                  </a:lnTo>
                  <a:lnTo>
                    <a:pt x="1169980" y="2287028"/>
                  </a:lnTo>
                  <a:lnTo>
                    <a:pt x="1172569" y="2281706"/>
                  </a:lnTo>
                  <a:lnTo>
                    <a:pt x="1172569" y="2274082"/>
                  </a:lnTo>
                  <a:lnTo>
                    <a:pt x="1169980" y="2274082"/>
                  </a:lnTo>
                  <a:lnTo>
                    <a:pt x="1172569" y="2271493"/>
                  </a:lnTo>
                  <a:lnTo>
                    <a:pt x="1172569" y="2269048"/>
                  </a:lnTo>
                  <a:lnTo>
                    <a:pt x="1175014" y="2263870"/>
                  </a:lnTo>
                  <a:lnTo>
                    <a:pt x="1177747" y="2258835"/>
                  </a:lnTo>
                  <a:lnTo>
                    <a:pt x="1172569" y="2253657"/>
                  </a:lnTo>
                  <a:lnTo>
                    <a:pt x="1182782" y="2253657"/>
                  </a:lnTo>
                  <a:lnTo>
                    <a:pt x="1185227" y="2251068"/>
                  </a:lnTo>
                  <a:lnTo>
                    <a:pt x="1185227" y="2256390"/>
                  </a:lnTo>
                  <a:lnTo>
                    <a:pt x="1182782" y="2258835"/>
                  </a:lnTo>
                  <a:lnTo>
                    <a:pt x="1185227" y="2258835"/>
                  </a:lnTo>
                  <a:lnTo>
                    <a:pt x="1190405" y="2251068"/>
                  </a:lnTo>
                  <a:lnTo>
                    <a:pt x="1192994" y="2251068"/>
                  </a:lnTo>
                  <a:lnTo>
                    <a:pt x="1192994" y="2253657"/>
                  </a:lnTo>
                  <a:lnTo>
                    <a:pt x="1196015" y="2253657"/>
                  </a:lnTo>
                  <a:lnTo>
                    <a:pt x="1196015" y="2256390"/>
                  </a:lnTo>
                  <a:lnTo>
                    <a:pt x="1208960" y="2256390"/>
                  </a:lnTo>
                  <a:lnTo>
                    <a:pt x="1208960" y="2253657"/>
                  </a:lnTo>
                  <a:lnTo>
                    <a:pt x="1211405" y="2253657"/>
                  </a:lnTo>
                  <a:lnTo>
                    <a:pt x="1211405" y="2248623"/>
                  </a:lnTo>
                  <a:lnTo>
                    <a:pt x="1213851" y="2246178"/>
                  </a:lnTo>
                  <a:lnTo>
                    <a:pt x="1216440" y="2243445"/>
                  </a:lnTo>
                  <a:lnTo>
                    <a:pt x="1219173" y="2240856"/>
                  </a:lnTo>
                  <a:lnTo>
                    <a:pt x="1221618" y="2238410"/>
                  </a:lnTo>
                  <a:lnTo>
                    <a:pt x="1224063" y="2235965"/>
                  </a:lnTo>
                  <a:lnTo>
                    <a:pt x="1226652" y="2233232"/>
                  </a:lnTo>
                  <a:lnTo>
                    <a:pt x="1229098" y="2230787"/>
                  </a:lnTo>
                  <a:lnTo>
                    <a:pt x="1234276" y="2228198"/>
                  </a:lnTo>
                  <a:lnTo>
                    <a:pt x="1234276" y="2213095"/>
                  </a:lnTo>
                  <a:lnTo>
                    <a:pt x="1242043" y="2202882"/>
                  </a:lnTo>
                  <a:lnTo>
                    <a:pt x="1244488" y="2200149"/>
                  </a:lnTo>
                  <a:lnTo>
                    <a:pt x="1249523" y="2200149"/>
                  </a:lnTo>
                  <a:lnTo>
                    <a:pt x="1252255" y="2197560"/>
                  </a:lnTo>
                  <a:lnTo>
                    <a:pt x="1254701" y="2195115"/>
                  </a:lnTo>
                  <a:lnTo>
                    <a:pt x="1257290" y="2195115"/>
                  </a:lnTo>
                  <a:lnTo>
                    <a:pt x="1259735" y="2189937"/>
                  </a:lnTo>
                  <a:lnTo>
                    <a:pt x="1262468" y="2187348"/>
                  </a:lnTo>
                  <a:lnTo>
                    <a:pt x="1262468" y="2184903"/>
                  </a:lnTo>
                  <a:lnTo>
                    <a:pt x="1264913" y="2182457"/>
                  </a:lnTo>
                  <a:lnTo>
                    <a:pt x="1259016" y="2182457"/>
                  </a:lnTo>
                  <a:lnTo>
                    <a:pt x="1256571" y="2179724"/>
                  </a:lnTo>
                  <a:lnTo>
                    <a:pt x="1256571" y="2182457"/>
                  </a:lnTo>
                  <a:lnTo>
                    <a:pt x="1251536" y="2182457"/>
                  </a:lnTo>
                  <a:lnTo>
                    <a:pt x="1253982" y="2179724"/>
                  </a:lnTo>
                  <a:lnTo>
                    <a:pt x="1253982" y="2177135"/>
                  </a:lnTo>
                  <a:lnTo>
                    <a:pt x="1256571" y="2169512"/>
                  </a:lnTo>
                  <a:lnTo>
                    <a:pt x="1253982" y="2166923"/>
                  </a:lnTo>
                  <a:lnTo>
                    <a:pt x="1256571" y="2164477"/>
                  </a:lnTo>
                  <a:lnTo>
                    <a:pt x="1256571" y="2159299"/>
                  </a:lnTo>
                  <a:lnTo>
                    <a:pt x="1259016" y="2154265"/>
                  </a:lnTo>
                  <a:lnTo>
                    <a:pt x="1256571" y="2149087"/>
                  </a:lnTo>
                  <a:lnTo>
                    <a:pt x="1256571" y="2139162"/>
                  </a:lnTo>
                  <a:lnTo>
                    <a:pt x="1253982" y="2136429"/>
                  </a:lnTo>
                  <a:lnTo>
                    <a:pt x="1251536" y="2139162"/>
                  </a:lnTo>
                  <a:lnTo>
                    <a:pt x="1251536" y="2136429"/>
                  </a:lnTo>
                  <a:lnTo>
                    <a:pt x="1248803" y="2139162"/>
                  </a:lnTo>
                  <a:lnTo>
                    <a:pt x="1246358" y="2139162"/>
                  </a:lnTo>
                  <a:lnTo>
                    <a:pt x="1246358" y="2133840"/>
                  </a:lnTo>
                  <a:lnTo>
                    <a:pt x="1243769" y="2136429"/>
                  </a:lnTo>
                  <a:lnTo>
                    <a:pt x="1241324" y="2141607"/>
                  </a:lnTo>
                  <a:lnTo>
                    <a:pt x="1241324" y="2144052"/>
                  </a:lnTo>
                  <a:lnTo>
                    <a:pt x="1238591" y="2146642"/>
                  </a:lnTo>
                  <a:lnTo>
                    <a:pt x="1236146" y="2149087"/>
                  </a:lnTo>
                  <a:lnTo>
                    <a:pt x="1236146" y="2151820"/>
                  </a:lnTo>
                  <a:lnTo>
                    <a:pt x="1238591" y="2151820"/>
                  </a:lnTo>
                  <a:lnTo>
                    <a:pt x="1236146" y="2154265"/>
                  </a:lnTo>
                  <a:lnTo>
                    <a:pt x="1238591" y="2154265"/>
                  </a:lnTo>
                  <a:lnTo>
                    <a:pt x="1241324" y="2149087"/>
                  </a:lnTo>
                  <a:lnTo>
                    <a:pt x="1243769" y="2149087"/>
                  </a:lnTo>
                  <a:lnTo>
                    <a:pt x="1243769" y="2151820"/>
                  </a:lnTo>
                  <a:lnTo>
                    <a:pt x="1248803" y="2149087"/>
                  </a:lnTo>
                  <a:lnTo>
                    <a:pt x="1243769" y="2154265"/>
                  </a:lnTo>
                  <a:lnTo>
                    <a:pt x="1241324" y="2159299"/>
                  </a:lnTo>
                  <a:lnTo>
                    <a:pt x="1238591" y="2162032"/>
                  </a:lnTo>
                  <a:lnTo>
                    <a:pt x="1236146" y="2164477"/>
                  </a:lnTo>
                  <a:lnTo>
                    <a:pt x="1233557" y="2166923"/>
                  </a:lnTo>
                  <a:lnTo>
                    <a:pt x="1225933" y="2166923"/>
                  </a:lnTo>
                  <a:lnTo>
                    <a:pt x="1223344" y="2169512"/>
                  </a:lnTo>
                  <a:lnTo>
                    <a:pt x="1215721" y="2169512"/>
                  </a:lnTo>
                  <a:lnTo>
                    <a:pt x="1215721" y="2167930"/>
                  </a:lnTo>
                  <a:lnTo>
                    <a:pt x="1213131" y="2167930"/>
                  </a:lnTo>
                  <a:lnTo>
                    <a:pt x="1213131" y="2165484"/>
                  </a:lnTo>
                  <a:lnTo>
                    <a:pt x="1210686" y="2167930"/>
                  </a:lnTo>
                  <a:lnTo>
                    <a:pt x="1213131" y="2163039"/>
                  </a:lnTo>
                  <a:lnTo>
                    <a:pt x="1213131" y="2157717"/>
                  </a:lnTo>
                  <a:lnTo>
                    <a:pt x="1215721" y="2150094"/>
                  </a:lnTo>
                  <a:lnTo>
                    <a:pt x="1213131" y="2147648"/>
                  </a:lnTo>
                  <a:lnTo>
                    <a:pt x="1213131" y="2140169"/>
                  </a:lnTo>
                  <a:lnTo>
                    <a:pt x="1218454" y="2140169"/>
                  </a:lnTo>
                  <a:lnTo>
                    <a:pt x="1218454" y="2142614"/>
                  </a:lnTo>
                  <a:lnTo>
                    <a:pt x="1220899" y="2142614"/>
                  </a:lnTo>
                  <a:lnTo>
                    <a:pt x="1223344" y="2140169"/>
                  </a:lnTo>
                  <a:lnTo>
                    <a:pt x="1223344" y="2132401"/>
                  </a:lnTo>
                  <a:lnTo>
                    <a:pt x="1231111" y="2132401"/>
                  </a:lnTo>
                  <a:lnTo>
                    <a:pt x="1231111" y="2129956"/>
                  </a:lnTo>
                  <a:lnTo>
                    <a:pt x="1233557" y="2129956"/>
                  </a:lnTo>
                  <a:lnTo>
                    <a:pt x="1233557" y="2127223"/>
                  </a:lnTo>
                  <a:lnTo>
                    <a:pt x="1231111" y="2124634"/>
                  </a:lnTo>
                  <a:lnTo>
                    <a:pt x="1233557" y="2122189"/>
                  </a:lnTo>
                  <a:lnTo>
                    <a:pt x="1236146" y="2122189"/>
                  </a:lnTo>
                  <a:lnTo>
                    <a:pt x="1236146" y="2119744"/>
                  </a:lnTo>
                  <a:lnTo>
                    <a:pt x="1238591" y="2114422"/>
                  </a:lnTo>
                  <a:lnTo>
                    <a:pt x="1236146" y="2117011"/>
                  </a:lnTo>
                  <a:lnTo>
                    <a:pt x="1236146" y="2119744"/>
                  </a:lnTo>
                  <a:lnTo>
                    <a:pt x="1231830" y="2119744"/>
                  </a:lnTo>
                  <a:lnTo>
                    <a:pt x="1229098" y="2122189"/>
                  </a:lnTo>
                  <a:lnTo>
                    <a:pt x="1226652" y="2117011"/>
                  </a:lnTo>
                  <a:lnTo>
                    <a:pt x="1226652" y="2114422"/>
                  </a:lnTo>
                  <a:lnTo>
                    <a:pt x="1229098" y="2101764"/>
                  </a:lnTo>
                  <a:lnTo>
                    <a:pt x="1226652" y="2099319"/>
                  </a:lnTo>
                  <a:lnTo>
                    <a:pt x="1226652" y="2096586"/>
                  </a:lnTo>
                  <a:lnTo>
                    <a:pt x="1234276" y="2091551"/>
                  </a:lnTo>
                  <a:lnTo>
                    <a:pt x="1244488" y="2091551"/>
                  </a:lnTo>
                  <a:lnTo>
                    <a:pt x="1247077" y="2089106"/>
                  </a:lnTo>
                  <a:lnTo>
                    <a:pt x="1247077" y="2091551"/>
                  </a:lnTo>
                  <a:lnTo>
                    <a:pt x="1249523" y="2091551"/>
                  </a:lnTo>
                  <a:lnTo>
                    <a:pt x="1252255" y="2083784"/>
                  </a:lnTo>
                  <a:lnTo>
                    <a:pt x="1259735" y="2081339"/>
                  </a:lnTo>
                  <a:lnTo>
                    <a:pt x="1259735" y="2083784"/>
                  </a:lnTo>
                  <a:lnTo>
                    <a:pt x="1257290" y="2083784"/>
                  </a:lnTo>
                  <a:lnTo>
                    <a:pt x="1254701" y="2089106"/>
                  </a:lnTo>
                  <a:lnTo>
                    <a:pt x="1254701" y="2091551"/>
                  </a:lnTo>
                  <a:lnTo>
                    <a:pt x="1252255" y="2091551"/>
                  </a:lnTo>
                  <a:lnTo>
                    <a:pt x="1252255" y="2096586"/>
                  </a:lnTo>
                  <a:lnTo>
                    <a:pt x="1249523" y="2093997"/>
                  </a:lnTo>
                  <a:lnTo>
                    <a:pt x="1249523" y="2096586"/>
                  </a:lnTo>
                  <a:lnTo>
                    <a:pt x="1247077" y="2101764"/>
                  </a:lnTo>
                  <a:lnTo>
                    <a:pt x="1244488" y="2104209"/>
                  </a:lnTo>
                  <a:lnTo>
                    <a:pt x="1247077" y="2104209"/>
                  </a:lnTo>
                  <a:lnTo>
                    <a:pt x="1247077" y="2101764"/>
                  </a:lnTo>
                  <a:lnTo>
                    <a:pt x="1249523" y="2101764"/>
                  </a:lnTo>
                  <a:lnTo>
                    <a:pt x="1244488" y="2106798"/>
                  </a:lnTo>
                  <a:lnTo>
                    <a:pt x="1247077" y="2109531"/>
                  </a:lnTo>
                  <a:lnTo>
                    <a:pt x="1249523" y="2109531"/>
                  </a:lnTo>
                  <a:lnTo>
                    <a:pt x="1247077" y="2111976"/>
                  </a:lnTo>
                  <a:lnTo>
                    <a:pt x="1247077" y="2113702"/>
                  </a:lnTo>
                  <a:lnTo>
                    <a:pt x="1249523" y="2113702"/>
                  </a:lnTo>
                  <a:lnTo>
                    <a:pt x="1249523" y="2109531"/>
                  </a:lnTo>
                  <a:lnTo>
                    <a:pt x="1249523" y="2108812"/>
                  </a:lnTo>
                  <a:lnTo>
                    <a:pt x="1257290" y="2103490"/>
                  </a:lnTo>
                  <a:lnTo>
                    <a:pt x="1259735" y="2098600"/>
                  </a:lnTo>
                  <a:lnTo>
                    <a:pt x="1259735" y="2095867"/>
                  </a:lnTo>
                  <a:lnTo>
                    <a:pt x="1264913" y="2093277"/>
                  </a:lnTo>
                  <a:lnTo>
                    <a:pt x="1264913" y="2090832"/>
                  </a:lnTo>
                  <a:lnTo>
                    <a:pt x="1267502" y="2088387"/>
                  </a:lnTo>
                  <a:lnTo>
                    <a:pt x="1267502" y="2085654"/>
                  </a:lnTo>
                  <a:lnTo>
                    <a:pt x="1264913" y="2085654"/>
                  </a:lnTo>
                  <a:lnTo>
                    <a:pt x="1264913" y="2088387"/>
                  </a:lnTo>
                  <a:lnTo>
                    <a:pt x="1257290" y="2088387"/>
                  </a:lnTo>
                  <a:lnTo>
                    <a:pt x="1264913" y="2075442"/>
                  </a:lnTo>
                  <a:lnTo>
                    <a:pt x="1262612" y="2075442"/>
                  </a:lnTo>
                  <a:lnTo>
                    <a:pt x="1262612" y="2070407"/>
                  </a:lnTo>
                  <a:lnTo>
                    <a:pt x="1257434" y="2067962"/>
                  </a:lnTo>
                  <a:lnTo>
                    <a:pt x="1254845" y="2067962"/>
                  </a:lnTo>
                  <a:lnTo>
                    <a:pt x="1252399" y="2070407"/>
                  </a:lnTo>
                  <a:lnTo>
                    <a:pt x="1252399" y="2072852"/>
                  </a:lnTo>
                  <a:lnTo>
                    <a:pt x="1247221" y="2072852"/>
                  </a:lnTo>
                  <a:lnTo>
                    <a:pt x="1247221" y="2078174"/>
                  </a:lnTo>
                  <a:lnTo>
                    <a:pt x="1244632" y="2078174"/>
                  </a:lnTo>
                  <a:lnTo>
                    <a:pt x="1244632" y="2080620"/>
                  </a:lnTo>
                  <a:lnTo>
                    <a:pt x="1226796" y="2080620"/>
                  </a:lnTo>
                  <a:lnTo>
                    <a:pt x="1221762" y="2072852"/>
                  </a:lnTo>
                  <a:lnTo>
                    <a:pt x="1221762" y="2070407"/>
                  </a:lnTo>
                  <a:lnTo>
                    <a:pt x="1218597" y="2070407"/>
                  </a:lnTo>
                  <a:lnTo>
                    <a:pt x="1215864" y="2065229"/>
                  </a:lnTo>
                  <a:lnTo>
                    <a:pt x="1213275" y="2057749"/>
                  </a:lnTo>
                  <a:lnTo>
                    <a:pt x="1213275" y="2055016"/>
                  </a:lnTo>
                  <a:lnTo>
                    <a:pt x="1210830" y="2055016"/>
                  </a:lnTo>
                  <a:lnTo>
                    <a:pt x="1210830" y="2049982"/>
                  </a:lnTo>
                  <a:lnTo>
                    <a:pt x="1213275" y="2049982"/>
                  </a:lnTo>
                  <a:lnTo>
                    <a:pt x="1213275" y="2047537"/>
                  </a:lnTo>
                  <a:lnTo>
                    <a:pt x="1210830" y="2049982"/>
                  </a:lnTo>
                  <a:lnTo>
                    <a:pt x="1205652" y="2049982"/>
                  </a:lnTo>
                  <a:lnTo>
                    <a:pt x="1205652" y="2052571"/>
                  </a:lnTo>
                  <a:lnTo>
                    <a:pt x="1203207" y="2052571"/>
                  </a:lnTo>
                  <a:lnTo>
                    <a:pt x="1203207" y="2055016"/>
                  </a:lnTo>
                  <a:lnTo>
                    <a:pt x="1205652" y="2057749"/>
                  </a:lnTo>
                  <a:lnTo>
                    <a:pt x="1205652" y="2060195"/>
                  </a:lnTo>
                  <a:lnTo>
                    <a:pt x="1203207" y="2065229"/>
                  </a:lnTo>
                  <a:lnTo>
                    <a:pt x="1200618" y="2065229"/>
                  </a:lnTo>
                  <a:lnTo>
                    <a:pt x="1195439" y="2062784"/>
                  </a:lnTo>
                  <a:lnTo>
                    <a:pt x="1195439" y="2060195"/>
                  </a:lnTo>
                  <a:lnTo>
                    <a:pt x="1192994" y="2060195"/>
                  </a:lnTo>
                  <a:lnTo>
                    <a:pt x="1192994" y="2057749"/>
                  </a:lnTo>
                  <a:lnTo>
                    <a:pt x="1191268" y="2057749"/>
                  </a:lnTo>
                  <a:lnTo>
                    <a:pt x="1191268" y="2060195"/>
                  </a:lnTo>
                  <a:lnTo>
                    <a:pt x="1188823" y="2060195"/>
                  </a:lnTo>
                  <a:lnTo>
                    <a:pt x="1188823" y="2055016"/>
                  </a:lnTo>
                  <a:lnTo>
                    <a:pt x="1186090" y="2055016"/>
                  </a:lnTo>
                  <a:lnTo>
                    <a:pt x="1181056" y="2052571"/>
                  </a:lnTo>
                  <a:lnTo>
                    <a:pt x="1178610" y="2049982"/>
                  </a:lnTo>
                  <a:lnTo>
                    <a:pt x="1175302" y="2049982"/>
                  </a:lnTo>
                  <a:lnTo>
                    <a:pt x="1167823" y="2042359"/>
                  </a:lnTo>
                  <a:lnTo>
                    <a:pt x="1167823" y="2039770"/>
                  </a:lnTo>
                  <a:lnTo>
                    <a:pt x="1165090" y="2037324"/>
                  </a:lnTo>
                  <a:lnTo>
                    <a:pt x="1162644" y="2037324"/>
                  </a:lnTo>
                  <a:lnTo>
                    <a:pt x="1160055" y="2039770"/>
                  </a:lnTo>
                  <a:lnTo>
                    <a:pt x="1157610" y="2037324"/>
                  </a:lnTo>
                  <a:lnTo>
                    <a:pt x="1160055" y="2037324"/>
                  </a:lnTo>
                  <a:lnTo>
                    <a:pt x="1160055" y="2034879"/>
                  </a:lnTo>
                  <a:lnTo>
                    <a:pt x="1157610" y="2034879"/>
                  </a:lnTo>
                  <a:lnTo>
                    <a:pt x="1157610" y="2037324"/>
                  </a:lnTo>
                  <a:lnTo>
                    <a:pt x="1154877" y="2037324"/>
                  </a:lnTo>
                  <a:lnTo>
                    <a:pt x="1154877" y="2039770"/>
                  </a:lnTo>
                  <a:lnTo>
                    <a:pt x="1152432" y="2034879"/>
                  </a:lnTo>
                  <a:lnTo>
                    <a:pt x="1152432" y="2037324"/>
                  </a:lnTo>
                  <a:lnTo>
                    <a:pt x="1149843" y="2032146"/>
                  </a:lnTo>
                  <a:lnTo>
                    <a:pt x="1147398" y="2032146"/>
                  </a:lnTo>
                  <a:lnTo>
                    <a:pt x="1147398" y="2029557"/>
                  </a:lnTo>
                  <a:lnTo>
                    <a:pt x="1144952" y="2029557"/>
                  </a:lnTo>
                  <a:lnTo>
                    <a:pt x="1142219" y="2027112"/>
                  </a:lnTo>
                  <a:lnTo>
                    <a:pt x="1147398" y="2027112"/>
                  </a:lnTo>
                  <a:lnTo>
                    <a:pt x="1144952" y="2024667"/>
                  </a:lnTo>
                  <a:lnTo>
                    <a:pt x="1147398" y="2024667"/>
                  </a:lnTo>
                  <a:lnTo>
                    <a:pt x="1147398" y="2021934"/>
                  </a:lnTo>
                  <a:lnTo>
                    <a:pt x="1144952" y="2021934"/>
                  </a:lnTo>
                  <a:lnTo>
                    <a:pt x="1144952" y="2016899"/>
                  </a:lnTo>
                  <a:lnTo>
                    <a:pt x="1147398" y="2019345"/>
                  </a:lnTo>
                  <a:lnTo>
                    <a:pt x="1147398" y="2016899"/>
                  </a:lnTo>
                  <a:lnTo>
                    <a:pt x="1144952" y="2014454"/>
                  </a:lnTo>
                  <a:lnTo>
                    <a:pt x="1137185" y="2014454"/>
                  </a:lnTo>
                  <a:lnTo>
                    <a:pt x="1137185" y="2009132"/>
                  </a:lnTo>
                  <a:lnTo>
                    <a:pt x="1129418" y="1998920"/>
                  </a:lnTo>
                  <a:lnTo>
                    <a:pt x="1129418" y="1996474"/>
                  </a:lnTo>
                  <a:lnTo>
                    <a:pt x="1126973" y="1991296"/>
                  </a:lnTo>
                  <a:lnTo>
                    <a:pt x="1126973" y="1963392"/>
                  </a:lnTo>
                  <a:lnTo>
                    <a:pt x="1129418" y="1958213"/>
                  </a:lnTo>
                  <a:lnTo>
                    <a:pt x="1132007" y="1958213"/>
                  </a:lnTo>
                  <a:lnTo>
                    <a:pt x="1132007" y="1955624"/>
                  </a:lnTo>
                  <a:lnTo>
                    <a:pt x="1134740" y="1958213"/>
                  </a:lnTo>
                  <a:lnTo>
                    <a:pt x="1134740" y="1955624"/>
                  </a:lnTo>
                  <a:lnTo>
                    <a:pt x="1137185" y="1945412"/>
                  </a:lnTo>
                  <a:lnTo>
                    <a:pt x="1137185" y="1942967"/>
                  </a:lnTo>
                  <a:lnTo>
                    <a:pt x="1139630" y="1940521"/>
                  </a:lnTo>
                  <a:lnTo>
                    <a:pt x="1139630" y="1937788"/>
                  </a:lnTo>
                  <a:lnTo>
                    <a:pt x="1142219" y="1937788"/>
                  </a:lnTo>
                  <a:lnTo>
                    <a:pt x="1142219" y="1942967"/>
                  </a:lnTo>
                  <a:lnTo>
                    <a:pt x="1144952" y="1940521"/>
                  </a:lnTo>
                  <a:lnTo>
                    <a:pt x="1144952" y="1935199"/>
                  </a:lnTo>
                  <a:lnTo>
                    <a:pt x="1149843" y="1935199"/>
                  </a:lnTo>
                  <a:lnTo>
                    <a:pt x="1154877" y="1940521"/>
                  </a:lnTo>
                  <a:lnTo>
                    <a:pt x="1157610" y="1940521"/>
                  </a:lnTo>
                  <a:lnTo>
                    <a:pt x="1157610" y="1937788"/>
                  </a:lnTo>
                  <a:lnTo>
                    <a:pt x="1154877" y="1937788"/>
                  </a:lnTo>
                  <a:lnTo>
                    <a:pt x="1152432" y="1935199"/>
                  </a:lnTo>
                  <a:lnTo>
                    <a:pt x="1149843" y="1935199"/>
                  </a:lnTo>
                  <a:lnTo>
                    <a:pt x="1147398" y="1930309"/>
                  </a:lnTo>
                  <a:lnTo>
                    <a:pt x="1147398" y="1927576"/>
                  </a:lnTo>
                  <a:lnTo>
                    <a:pt x="1152432" y="1924987"/>
                  </a:lnTo>
                  <a:lnTo>
                    <a:pt x="1152432" y="1922542"/>
                  </a:lnTo>
                  <a:lnTo>
                    <a:pt x="1154877" y="1920096"/>
                  </a:lnTo>
                  <a:lnTo>
                    <a:pt x="1160055" y="1917363"/>
                  </a:lnTo>
                  <a:lnTo>
                    <a:pt x="1157610" y="1917363"/>
                  </a:lnTo>
                  <a:lnTo>
                    <a:pt x="1154877" y="1920096"/>
                  </a:lnTo>
                  <a:lnTo>
                    <a:pt x="1152432" y="1920096"/>
                  </a:lnTo>
                  <a:lnTo>
                    <a:pt x="1149843" y="1922542"/>
                  </a:lnTo>
                  <a:lnTo>
                    <a:pt x="1148117" y="1922542"/>
                  </a:lnTo>
                  <a:lnTo>
                    <a:pt x="1148117" y="1924987"/>
                  </a:lnTo>
                  <a:lnTo>
                    <a:pt x="1145672" y="1924987"/>
                  </a:lnTo>
                  <a:lnTo>
                    <a:pt x="1145672" y="1928295"/>
                  </a:lnTo>
                  <a:lnTo>
                    <a:pt x="1142939" y="1931028"/>
                  </a:lnTo>
                  <a:lnTo>
                    <a:pt x="1140349" y="1928295"/>
                  </a:lnTo>
                  <a:lnTo>
                    <a:pt x="1135459" y="1923261"/>
                  </a:lnTo>
                  <a:lnTo>
                    <a:pt x="1132726" y="1915493"/>
                  </a:lnTo>
                  <a:lnTo>
                    <a:pt x="1132726" y="1913048"/>
                  </a:lnTo>
                  <a:lnTo>
                    <a:pt x="1125246" y="1910603"/>
                  </a:lnTo>
                  <a:lnTo>
                    <a:pt x="1125246" y="1902980"/>
                  </a:lnTo>
                  <a:lnTo>
                    <a:pt x="1130137" y="1890322"/>
                  </a:lnTo>
                  <a:lnTo>
                    <a:pt x="1130137" y="1877664"/>
                  </a:lnTo>
                  <a:lnTo>
                    <a:pt x="1135459" y="1872342"/>
                  </a:lnTo>
                  <a:lnTo>
                    <a:pt x="1135459" y="1869897"/>
                  </a:lnTo>
                  <a:lnTo>
                    <a:pt x="1135459" y="1867452"/>
                  </a:lnTo>
                  <a:lnTo>
                    <a:pt x="1132726" y="1867452"/>
                  </a:lnTo>
                  <a:lnTo>
                    <a:pt x="1135459" y="1869897"/>
                  </a:lnTo>
                  <a:lnTo>
                    <a:pt x="1132726" y="1872342"/>
                  </a:lnTo>
                  <a:lnTo>
                    <a:pt x="1127692" y="1867452"/>
                  </a:lnTo>
                  <a:lnTo>
                    <a:pt x="1127692" y="1863424"/>
                  </a:lnTo>
                  <a:lnTo>
                    <a:pt x="1132726" y="1858390"/>
                  </a:lnTo>
                  <a:lnTo>
                    <a:pt x="1135459" y="1863424"/>
                  </a:lnTo>
                  <a:lnTo>
                    <a:pt x="1135459" y="1860835"/>
                  </a:lnTo>
                  <a:lnTo>
                    <a:pt x="1132726" y="1858390"/>
                  </a:lnTo>
                  <a:lnTo>
                    <a:pt x="1132726" y="1848177"/>
                  </a:lnTo>
                  <a:lnTo>
                    <a:pt x="1137904" y="1845732"/>
                  </a:lnTo>
                  <a:lnTo>
                    <a:pt x="1132726" y="1845732"/>
                  </a:lnTo>
                  <a:lnTo>
                    <a:pt x="1132726" y="1848177"/>
                  </a:lnTo>
                  <a:lnTo>
                    <a:pt x="1130137" y="1848177"/>
                  </a:lnTo>
                  <a:lnTo>
                    <a:pt x="1130137" y="1845732"/>
                  </a:lnTo>
                  <a:lnTo>
                    <a:pt x="1135459" y="1842999"/>
                  </a:lnTo>
                  <a:lnTo>
                    <a:pt x="1137616" y="1842999"/>
                  </a:lnTo>
                  <a:lnTo>
                    <a:pt x="1142651" y="1830197"/>
                  </a:lnTo>
                  <a:lnTo>
                    <a:pt x="1147829" y="1827752"/>
                  </a:lnTo>
                  <a:lnTo>
                    <a:pt x="1147829" y="1825307"/>
                  </a:lnTo>
                  <a:lnTo>
                    <a:pt x="1152863" y="1827752"/>
                  </a:lnTo>
                  <a:lnTo>
                    <a:pt x="1155309" y="1827752"/>
                  </a:lnTo>
                  <a:lnTo>
                    <a:pt x="1155309" y="1832786"/>
                  </a:lnTo>
                  <a:lnTo>
                    <a:pt x="1160487" y="1837965"/>
                  </a:lnTo>
                  <a:lnTo>
                    <a:pt x="1163076" y="1840410"/>
                  </a:lnTo>
                  <a:lnTo>
                    <a:pt x="1165521" y="1842999"/>
                  </a:lnTo>
                  <a:lnTo>
                    <a:pt x="1170699" y="1842999"/>
                  </a:lnTo>
                  <a:lnTo>
                    <a:pt x="1170699" y="1837965"/>
                  </a:lnTo>
                  <a:lnTo>
                    <a:pt x="1168254" y="1835519"/>
                  </a:lnTo>
                  <a:lnTo>
                    <a:pt x="1173288" y="1835519"/>
                  </a:lnTo>
                  <a:lnTo>
                    <a:pt x="1173288" y="1832786"/>
                  </a:lnTo>
                  <a:lnTo>
                    <a:pt x="1175734" y="1832786"/>
                  </a:lnTo>
                  <a:lnTo>
                    <a:pt x="1173288" y="1830197"/>
                  </a:lnTo>
                  <a:lnTo>
                    <a:pt x="1168254" y="1827752"/>
                  </a:lnTo>
                  <a:lnTo>
                    <a:pt x="1168254" y="1825307"/>
                  </a:lnTo>
                  <a:lnTo>
                    <a:pt x="1170699" y="1825307"/>
                  </a:lnTo>
                  <a:lnTo>
                    <a:pt x="1170699" y="1819985"/>
                  </a:lnTo>
                  <a:lnTo>
                    <a:pt x="1173288" y="1819985"/>
                  </a:lnTo>
                  <a:lnTo>
                    <a:pt x="1175734" y="1815094"/>
                  </a:lnTo>
                  <a:lnTo>
                    <a:pt x="1183501" y="1812361"/>
                  </a:lnTo>
                  <a:lnTo>
                    <a:pt x="1178467" y="1812361"/>
                  </a:lnTo>
                  <a:lnTo>
                    <a:pt x="1175734" y="1815094"/>
                  </a:lnTo>
                  <a:lnTo>
                    <a:pt x="1170699" y="1815094"/>
                  </a:lnTo>
                  <a:lnTo>
                    <a:pt x="1170699" y="1817540"/>
                  </a:lnTo>
                  <a:lnTo>
                    <a:pt x="1165521" y="1815094"/>
                  </a:lnTo>
                  <a:lnTo>
                    <a:pt x="1160487" y="1815094"/>
                  </a:lnTo>
                  <a:lnTo>
                    <a:pt x="1158042" y="1812361"/>
                  </a:lnTo>
                  <a:lnTo>
                    <a:pt x="1155309" y="1809916"/>
                  </a:lnTo>
                  <a:lnTo>
                    <a:pt x="1152863" y="1809916"/>
                  </a:lnTo>
                  <a:lnTo>
                    <a:pt x="1152863" y="1808334"/>
                  </a:lnTo>
                  <a:lnTo>
                    <a:pt x="1155309" y="1805889"/>
                  </a:lnTo>
                  <a:lnTo>
                    <a:pt x="1155309" y="1800711"/>
                  </a:lnTo>
                  <a:lnTo>
                    <a:pt x="1163076" y="1800711"/>
                  </a:lnTo>
                  <a:lnTo>
                    <a:pt x="1163076" y="1798122"/>
                  </a:lnTo>
                  <a:lnTo>
                    <a:pt x="1165521" y="1795676"/>
                  </a:lnTo>
                  <a:lnTo>
                    <a:pt x="1163076" y="1795676"/>
                  </a:lnTo>
                  <a:lnTo>
                    <a:pt x="1165521" y="1792943"/>
                  </a:lnTo>
                  <a:lnTo>
                    <a:pt x="1168254" y="1790498"/>
                  </a:lnTo>
                  <a:lnTo>
                    <a:pt x="1170699" y="1787909"/>
                  </a:lnTo>
                  <a:lnTo>
                    <a:pt x="1183501" y="1787909"/>
                  </a:lnTo>
                  <a:lnTo>
                    <a:pt x="1180912" y="1785464"/>
                  </a:lnTo>
                  <a:lnTo>
                    <a:pt x="1180912" y="1772806"/>
                  </a:lnTo>
                  <a:lnTo>
                    <a:pt x="1182782" y="1772806"/>
                  </a:lnTo>
                  <a:lnTo>
                    <a:pt x="1183501" y="1772806"/>
                  </a:lnTo>
                  <a:lnTo>
                    <a:pt x="1185946" y="1772806"/>
                  </a:lnTo>
                  <a:lnTo>
                    <a:pt x="1185946" y="1770936"/>
                  </a:lnTo>
                  <a:lnTo>
                    <a:pt x="1188679" y="1770073"/>
                  </a:lnTo>
                  <a:lnTo>
                    <a:pt x="1185946" y="1770073"/>
                  </a:lnTo>
                  <a:lnTo>
                    <a:pt x="1185946" y="1770936"/>
                  </a:lnTo>
                  <a:lnTo>
                    <a:pt x="1182782" y="1772087"/>
                  </a:lnTo>
                  <a:lnTo>
                    <a:pt x="1180912" y="1770073"/>
                  </a:lnTo>
                  <a:lnTo>
                    <a:pt x="1183501" y="1767484"/>
                  </a:lnTo>
                  <a:lnTo>
                    <a:pt x="1180912" y="1765039"/>
                  </a:lnTo>
                  <a:lnTo>
                    <a:pt x="1183501" y="1759860"/>
                  </a:lnTo>
                  <a:lnTo>
                    <a:pt x="1183501" y="1757271"/>
                  </a:lnTo>
                  <a:lnTo>
                    <a:pt x="1188679" y="1754826"/>
                  </a:lnTo>
                  <a:lnTo>
                    <a:pt x="1196159" y="1754826"/>
                  </a:lnTo>
                  <a:lnTo>
                    <a:pt x="1198892" y="1752381"/>
                  </a:lnTo>
                  <a:lnTo>
                    <a:pt x="1201337" y="1752381"/>
                  </a:lnTo>
                  <a:close/>
                  <a:moveTo>
                    <a:pt x="1228810" y="1741737"/>
                  </a:moveTo>
                  <a:lnTo>
                    <a:pt x="1228810" y="1744182"/>
                  </a:lnTo>
                  <a:lnTo>
                    <a:pt x="1228810" y="1746627"/>
                  </a:lnTo>
                  <a:lnTo>
                    <a:pt x="1228810" y="1749217"/>
                  </a:lnTo>
                  <a:lnTo>
                    <a:pt x="1226365" y="1751949"/>
                  </a:lnTo>
                  <a:lnTo>
                    <a:pt x="1223775" y="1751949"/>
                  </a:lnTo>
                  <a:lnTo>
                    <a:pt x="1223775" y="1749217"/>
                  </a:lnTo>
                  <a:lnTo>
                    <a:pt x="1221330" y="1749217"/>
                  </a:lnTo>
                  <a:lnTo>
                    <a:pt x="1218885" y="1749217"/>
                  </a:lnTo>
                  <a:lnTo>
                    <a:pt x="1216152" y="1746627"/>
                  </a:lnTo>
                  <a:lnTo>
                    <a:pt x="1221330" y="1746627"/>
                  </a:lnTo>
                  <a:lnTo>
                    <a:pt x="1226365" y="1746627"/>
                  </a:lnTo>
                  <a:lnTo>
                    <a:pt x="1226365" y="1744182"/>
                  </a:lnTo>
                  <a:close/>
                  <a:moveTo>
                    <a:pt x="782624" y="1665071"/>
                  </a:moveTo>
                  <a:lnTo>
                    <a:pt x="780179" y="1672694"/>
                  </a:lnTo>
                  <a:lnTo>
                    <a:pt x="780179" y="1667804"/>
                  </a:lnTo>
                  <a:close/>
                  <a:moveTo>
                    <a:pt x="1157610" y="1634433"/>
                  </a:moveTo>
                  <a:lnTo>
                    <a:pt x="1160055" y="1634433"/>
                  </a:lnTo>
                  <a:lnTo>
                    <a:pt x="1162644" y="1637166"/>
                  </a:lnTo>
                  <a:lnTo>
                    <a:pt x="1160055" y="1644645"/>
                  </a:lnTo>
                  <a:lnTo>
                    <a:pt x="1160055" y="1642056"/>
                  </a:lnTo>
                  <a:lnTo>
                    <a:pt x="1157610" y="1642056"/>
                  </a:lnTo>
                  <a:lnTo>
                    <a:pt x="1157610" y="1639611"/>
                  </a:lnTo>
                  <a:lnTo>
                    <a:pt x="1154877" y="1637166"/>
                  </a:lnTo>
                  <a:close/>
                  <a:moveTo>
                    <a:pt x="1124528" y="1629399"/>
                  </a:moveTo>
                  <a:lnTo>
                    <a:pt x="1124528" y="1631988"/>
                  </a:lnTo>
                  <a:lnTo>
                    <a:pt x="1124528" y="1637166"/>
                  </a:lnTo>
                  <a:lnTo>
                    <a:pt x="1126973" y="1644646"/>
                  </a:lnTo>
                  <a:lnTo>
                    <a:pt x="1126973" y="1647379"/>
                  </a:lnTo>
                  <a:lnTo>
                    <a:pt x="1121795" y="1652413"/>
                  </a:lnTo>
                  <a:lnTo>
                    <a:pt x="1114315" y="1649824"/>
                  </a:lnTo>
                  <a:lnTo>
                    <a:pt x="1111582" y="1647379"/>
                  </a:lnTo>
                  <a:lnTo>
                    <a:pt x="1111582" y="1644646"/>
                  </a:lnTo>
                  <a:lnTo>
                    <a:pt x="1114315" y="1644646"/>
                  </a:lnTo>
                  <a:lnTo>
                    <a:pt x="1114315" y="1642057"/>
                  </a:lnTo>
                  <a:lnTo>
                    <a:pt x="1116760" y="1639612"/>
                  </a:lnTo>
                  <a:lnTo>
                    <a:pt x="1114315" y="1639612"/>
                  </a:lnTo>
                  <a:lnTo>
                    <a:pt x="1116760" y="1634433"/>
                  </a:lnTo>
                  <a:close/>
                  <a:moveTo>
                    <a:pt x="780179" y="1629399"/>
                  </a:moveTo>
                  <a:lnTo>
                    <a:pt x="782624" y="1631988"/>
                  </a:lnTo>
                  <a:lnTo>
                    <a:pt x="780179" y="1634433"/>
                  </a:lnTo>
                  <a:lnTo>
                    <a:pt x="780179" y="1631988"/>
                  </a:lnTo>
                  <a:close/>
                  <a:moveTo>
                    <a:pt x="930633" y="1619186"/>
                  </a:moveTo>
                  <a:lnTo>
                    <a:pt x="933078" y="1619186"/>
                  </a:lnTo>
                  <a:lnTo>
                    <a:pt x="930633" y="1621775"/>
                  </a:lnTo>
                  <a:close/>
                  <a:moveTo>
                    <a:pt x="1160055" y="1614296"/>
                  </a:moveTo>
                  <a:lnTo>
                    <a:pt x="1160055" y="1616741"/>
                  </a:lnTo>
                  <a:lnTo>
                    <a:pt x="1160055" y="1619186"/>
                  </a:lnTo>
                  <a:lnTo>
                    <a:pt x="1160055" y="1621776"/>
                  </a:lnTo>
                  <a:lnTo>
                    <a:pt x="1160055" y="1624221"/>
                  </a:lnTo>
                  <a:lnTo>
                    <a:pt x="1162644" y="1624221"/>
                  </a:lnTo>
                  <a:lnTo>
                    <a:pt x="1162644" y="1626954"/>
                  </a:lnTo>
                  <a:lnTo>
                    <a:pt x="1157610" y="1631988"/>
                  </a:lnTo>
                  <a:lnTo>
                    <a:pt x="1157610" y="1629399"/>
                  </a:lnTo>
                  <a:lnTo>
                    <a:pt x="1157610" y="1621776"/>
                  </a:lnTo>
                  <a:lnTo>
                    <a:pt x="1157610" y="1619186"/>
                  </a:lnTo>
                  <a:lnTo>
                    <a:pt x="1157610" y="1616741"/>
                  </a:lnTo>
                  <a:close/>
                  <a:moveTo>
                    <a:pt x="769966" y="1608542"/>
                  </a:moveTo>
                  <a:lnTo>
                    <a:pt x="769966" y="1611562"/>
                  </a:lnTo>
                  <a:lnTo>
                    <a:pt x="772555" y="1613864"/>
                  </a:lnTo>
                  <a:lnTo>
                    <a:pt x="772555" y="1611131"/>
                  </a:lnTo>
                  <a:close/>
                  <a:moveTo>
                    <a:pt x="775288" y="1606529"/>
                  </a:moveTo>
                  <a:lnTo>
                    <a:pt x="777733" y="1606529"/>
                  </a:lnTo>
                  <a:lnTo>
                    <a:pt x="777733" y="1608974"/>
                  </a:lnTo>
                  <a:lnTo>
                    <a:pt x="777733" y="1611563"/>
                  </a:lnTo>
                  <a:close/>
                  <a:moveTo>
                    <a:pt x="1160055" y="1596316"/>
                  </a:moveTo>
                  <a:lnTo>
                    <a:pt x="1160055" y="1598761"/>
                  </a:lnTo>
                  <a:lnTo>
                    <a:pt x="1162644" y="1601350"/>
                  </a:lnTo>
                  <a:lnTo>
                    <a:pt x="1160055" y="1606528"/>
                  </a:lnTo>
                  <a:lnTo>
                    <a:pt x="1157610" y="1606528"/>
                  </a:lnTo>
                  <a:lnTo>
                    <a:pt x="1154877" y="1604083"/>
                  </a:lnTo>
                  <a:lnTo>
                    <a:pt x="1154877" y="1601350"/>
                  </a:lnTo>
                  <a:lnTo>
                    <a:pt x="1154877" y="1598761"/>
                  </a:lnTo>
                  <a:lnTo>
                    <a:pt x="1157610" y="1598761"/>
                  </a:lnTo>
                  <a:close/>
                  <a:moveTo>
                    <a:pt x="1114315" y="1591138"/>
                  </a:moveTo>
                  <a:lnTo>
                    <a:pt x="1119350" y="1591138"/>
                  </a:lnTo>
                  <a:lnTo>
                    <a:pt x="1121795" y="1593871"/>
                  </a:lnTo>
                  <a:lnTo>
                    <a:pt x="1121795" y="1601350"/>
                  </a:lnTo>
                  <a:lnTo>
                    <a:pt x="1124528" y="1598761"/>
                  </a:lnTo>
                  <a:lnTo>
                    <a:pt x="1126973" y="1601350"/>
                  </a:lnTo>
                  <a:lnTo>
                    <a:pt x="1129562" y="1606529"/>
                  </a:lnTo>
                  <a:lnTo>
                    <a:pt x="1129562" y="1611563"/>
                  </a:lnTo>
                  <a:lnTo>
                    <a:pt x="1129562" y="1614296"/>
                  </a:lnTo>
                  <a:lnTo>
                    <a:pt x="1126973" y="1616741"/>
                  </a:lnTo>
                  <a:lnTo>
                    <a:pt x="1126973" y="1619186"/>
                  </a:lnTo>
                  <a:lnTo>
                    <a:pt x="1126973" y="1621775"/>
                  </a:lnTo>
                  <a:lnTo>
                    <a:pt x="1124528" y="1624221"/>
                  </a:lnTo>
                  <a:lnTo>
                    <a:pt x="1114315" y="1626954"/>
                  </a:lnTo>
                  <a:lnTo>
                    <a:pt x="1108993" y="1621775"/>
                  </a:lnTo>
                  <a:lnTo>
                    <a:pt x="1106548" y="1604083"/>
                  </a:lnTo>
                  <a:lnTo>
                    <a:pt x="1111582" y="1593871"/>
                  </a:lnTo>
                  <a:close/>
                  <a:moveTo>
                    <a:pt x="1116760" y="1583658"/>
                  </a:moveTo>
                  <a:lnTo>
                    <a:pt x="1116760" y="1586103"/>
                  </a:lnTo>
                  <a:lnTo>
                    <a:pt x="1114315" y="1586103"/>
                  </a:lnTo>
                  <a:close/>
                  <a:moveTo>
                    <a:pt x="1114315" y="1578336"/>
                  </a:moveTo>
                  <a:lnTo>
                    <a:pt x="1114315" y="1583658"/>
                  </a:lnTo>
                  <a:lnTo>
                    <a:pt x="1114315" y="1586103"/>
                  </a:lnTo>
                  <a:lnTo>
                    <a:pt x="1108993" y="1586103"/>
                  </a:lnTo>
                  <a:lnTo>
                    <a:pt x="1106548" y="1583658"/>
                  </a:lnTo>
                  <a:lnTo>
                    <a:pt x="1106548" y="1580925"/>
                  </a:lnTo>
                  <a:close/>
                  <a:moveTo>
                    <a:pt x="687834" y="1537342"/>
                  </a:moveTo>
                  <a:lnTo>
                    <a:pt x="700780" y="1544965"/>
                  </a:lnTo>
                  <a:lnTo>
                    <a:pt x="703225" y="1544965"/>
                  </a:lnTo>
                  <a:lnTo>
                    <a:pt x="703225" y="1547554"/>
                  </a:lnTo>
                  <a:lnTo>
                    <a:pt x="710705" y="1555178"/>
                  </a:lnTo>
                  <a:lnTo>
                    <a:pt x="715883" y="1562945"/>
                  </a:lnTo>
                  <a:lnTo>
                    <a:pt x="715883" y="1565390"/>
                  </a:lnTo>
                  <a:lnTo>
                    <a:pt x="718328" y="1565390"/>
                  </a:lnTo>
                  <a:lnTo>
                    <a:pt x="718328" y="1568123"/>
                  </a:lnTo>
                  <a:lnTo>
                    <a:pt x="727246" y="1568123"/>
                  </a:lnTo>
                  <a:lnTo>
                    <a:pt x="724801" y="1565678"/>
                  </a:lnTo>
                  <a:lnTo>
                    <a:pt x="722068" y="1560500"/>
                  </a:lnTo>
                  <a:lnTo>
                    <a:pt x="719479" y="1557911"/>
                  </a:lnTo>
                  <a:lnTo>
                    <a:pt x="722068" y="1553020"/>
                  </a:lnTo>
                  <a:lnTo>
                    <a:pt x="727246" y="1553020"/>
                  </a:lnTo>
                  <a:lnTo>
                    <a:pt x="727246" y="1550287"/>
                  </a:lnTo>
                  <a:lnTo>
                    <a:pt x="732280" y="1550287"/>
                  </a:lnTo>
                  <a:lnTo>
                    <a:pt x="735013" y="1553020"/>
                  </a:lnTo>
                  <a:lnTo>
                    <a:pt x="735013" y="1560500"/>
                  </a:lnTo>
                  <a:lnTo>
                    <a:pt x="737458" y="1560500"/>
                  </a:lnTo>
                  <a:lnTo>
                    <a:pt x="737458" y="1563233"/>
                  </a:lnTo>
                  <a:lnTo>
                    <a:pt x="739904" y="1563233"/>
                  </a:lnTo>
                  <a:lnTo>
                    <a:pt x="742493" y="1565678"/>
                  </a:lnTo>
                  <a:lnTo>
                    <a:pt x="739904" y="1560500"/>
                  </a:lnTo>
                  <a:lnTo>
                    <a:pt x="742493" y="1560500"/>
                  </a:lnTo>
                  <a:lnTo>
                    <a:pt x="745226" y="1563233"/>
                  </a:lnTo>
                  <a:lnTo>
                    <a:pt x="745226" y="1568123"/>
                  </a:lnTo>
                  <a:lnTo>
                    <a:pt x="747671" y="1573445"/>
                  </a:lnTo>
                  <a:lnTo>
                    <a:pt x="750116" y="1578336"/>
                  </a:lnTo>
                  <a:lnTo>
                    <a:pt x="752705" y="1586103"/>
                  </a:lnTo>
                  <a:lnTo>
                    <a:pt x="757883" y="1586103"/>
                  </a:lnTo>
                  <a:lnTo>
                    <a:pt x="757883" y="1588548"/>
                  </a:lnTo>
                  <a:lnTo>
                    <a:pt x="765651" y="1588548"/>
                  </a:lnTo>
                  <a:lnTo>
                    <a:pt x="765651" y="1596316"/>
                  </a:lnTo>
                  <a:lnTo>
                    <a:pt x="768096" y="1598761"/>
                  </a:lnTo>
                  <a:lnTo>
                    <a:pt x="768096" y="1601350"/>
                  </a:lnTo>
                  <a:lnTo>
                    <a:pt x="770541" y="1604083"/>
                  </a:lnTo>
                  <a:lnTo>
                    <a:pt x="770541" y="1606528"/>
                  </a:lnTo>
                  <a:lnTo>
                    <a:pt x="773130" y="1606528"/>
                  </a:lnTo>
                  <a:lnTo>
                    <a:pt x="773130" y="1608973"/>
                  </a:lnTo>
                  <a:lnTo>
                    <a:pt x="775863" y="1611562"/>
                  </a:lnTo>
                  <a:lnTo>
                    <a:pt x="775863" y="1611563"/>
                  </a:lnTo>
                  <a:lnTo>
                    <a:pt x="777733" y="1611563"/>
                  </a:lnTo>
                  <a:lnTo>
                    <a:pt x="782624" y="1621775"/>
                  </a:lnTo>
                  <a:lnTo>
                    <a:pt x="782624" y="1624221"/>
                  </a:lnTo>
                  <a:lnTo>
                    <a:pt x="777733" y="1616741"/>
                  </a:lnTo>
                  <a:lnTo>
                    <a:pt x="777733" y="1614296"/>
                  </a:lnTo>
                  <a:lnTo>
                    <a:pt x="775863" y="1612206"/>
                  </a:lnTo>
                  <a:lnTo>
                    <a:pt x="775863" y="1616741"/>
                  </a:lnTo>
                  <a:lnTo>
                    <a:pt x="780754" y="1626953"/>
                  </a:lnTo>
                  <a:lnTo>
                    <a:pt x="780754" y="1629398"/>
                  </a:lnTo>
                  <a:lnTo>
                    <a:pt x="778308" y="1629398"/>
                  </a:lnTo>
                  <a:lnTo>
                    <a:pt x="778308" y="1626953"/>
                  </a:lnTo>
                  <a:lnTo>
                    <a:pt x="775863" y="1624220"/>
                  </a:lnTo>
                  <a:lnTo>
                    <a:pt x="773130" y="1624220"/>
                  </a:lnTo>
                  <a:lnTo>
                    <a:pt x="775863" y="1626953"/>
                  </a:lnTo>
                  <a:lnTo>
                    <a:pt x="778308" y="1634433"/>
                  </a:lnTo>
                  <a:lnTo>
                    <a:pt x="775863" y="1634433"/>
                  </a:lnTo>
                  <a:lnTo>
                    <a:pt x="775863" y="1639611"/>
                  </a:lnTo>
                  <a:lnTo>
                    <a:pt x="777589" y="1639611"/>
                  </a:lnTo>
                  <a:lnTo>
                    <a:pt x="780034" y="1644645"/>
                  </a:lnTo>
                  <a:lnTo>
                    <a:pt x="780034" y="1647378"/>
                  </a:lnTo>
                  <a:lnTo>
                    <a:pt x="777589" y="1647378"/>
                  </a:lnTo>
                  <a:lnTo>
                    <a:pt x="780034" y="1657591"/>
                  </a:lnTo>
                  <a:lnTo>
                    <a:pt x="780034" y="1660036"/>
                  </a:lnTo>
                  <a:lnTo>
                    <a:pt x="782624" y="1660036"/>
                  </a:lnTo>
                  <a:lnTo>
                    <a:pt x="782624" y="1662481"/>
                  </a:lnTo>
                  <a:lnTo>
                    <a:pt x="780034" y="1662481"/>
                  </a:lnTo>
                  <a:lnTo>
                    <a:pt x="780034" y="1667803"/>
                  </a:lnTo>
                  <a:lnTo>
                    <a:pt x="777589" y="1667803"/>
                  </a:lnTo>
                  <a:lnTo>
                    <a:pt x="777589" y="1670248"/>
                  </a:lnTo>
                  <a:lnTo>
                    <a:pt x="780034" y="1675283"/>
                  </a:lnTo>
                  <a:lnTo>
                    <a:pt x="780034" y="1680461"/>
                  </a:lnTo>
                  <a:lnTo>
                    <a:pt x="782624" y="1680461"/>
                  </a:lnTo>
                  <a:lnTo>
                    <a:pt x="782624" y="1685927"/>
                  </a:lnTo>
                  <a:lnTo>
                    <a:pt x="785069" y="1698872"/>
                  </a:lnTo>
                  <a:lnTo>
                    <a:pt x="787802" y="1708797"/>
                  </a:lnTo>
                  <a:lnTo>
                    <a:pt x="787802" y="1711530"/>
                  </a:lnTo>
                  <a:lnTo>
                    <a:pt x="785069" y="1713975"/>
                  </a:lnTo>
                  <a:lnTo>
                    <a:pt x="785069" y="1721743"/>
                  </a:lnTo>
                  <a:lnTo>
                    <a:pt x="787802" y="1721743"/>
                  </a:lnTo>
                  <a:lnTo>
                    <a:pt x="790247" y="1731955"/>
                  </a:lnTo>
                  <a:lnTo>
                    <a:pt x="790247" y="1739435"/>
                  </a:lnTo>
                  <a:lnTo>
                    <a:pt x="787802" y="1739435"/>
                  </a:lnTo>
                  <a:lnTo>
                    <a:pt x="790247" y="1742168"/>
                  </a:lnTo>
                  <a:lnTo>
                    <a:pt x="790247" y="1744613"/>
                  </a:lnTo>
                  <a:lnTo>
                    <a:pt x="787802" y="1747058"/>
                  </a:lnTo>
                  <a:lnTo>
                    <a:pt x="790247" y="1752380"/>
                  </a:lnTo>
                  <a:lnTo>
                    <a:pt x="792692" y="1752380"/>
                  </a:lnTo>
                  <a:lnTo>
                    <a:pt x="792692" y="1754538"/>
                  </a:lnTo>
                  <a:lnTo>
                    <a:pt x="795282" y="1754538"/>
                  </a:lnTo>
                  <a:lnTo>
                    <a:pt x="795282" y="1759572"/>
                  </a:lnTo>
                  <a:lnTo>
                    <a:pt x="798014" y="1764750"/>
                  </a:lnTo>
                  <a:lnTo>
                    <a:pt x="800460" y="1769784"/>
                  </a:lnTo>
                  <a:lnTo>
                    <a:pt x="800460" y="1774963"/>
                  </a:lnTo>
                  <a:lnTo>
                    <a:pt x="802905" y="1774963"/>
                  </a:lnTo>
                  <a:lnTo>
                    <a:pt x="802905" y="1779997"/>
                  </a:lnTo>
                  <a:lnTo>
                    <a:pt x="805494" y="1785175"/>
                  </a:lnTo>
                  <a:lnTo>
                    <a:pt x="805494" y="1787620"/>
                  </a:lnTo>
                  <a:lnTo>
                    <a:pt x="802905" y="1797833"/>
                  </a:lnTo>
                  <a:lnTo>
                    <a:pt x="802905" y="1802867"/>
                  </a:lnTo>
                  <a:lnTo>
                    <a:pt x="805494" y="1805600"/>
                  </a:lnTo>
                  <a:lnTo>
                    <a:pt x="805494" y="1818258"/>
                  </a:lnTo>
                  <a:lnTo>
                    <a:pt x="802905" y="1820703"/>
                  </a:lnTo>
                  <a:lnTo>
                    <a:pt x="802905" y="1815813"/>
                  </a:lnTo>
                  <a:lnTo>
                    <a:pt x="800460" y="1815813"/>
                  </a:lnTo>
                  <a:lnTo>
                    <a:pt x="795282" y="1818258"/>
                  </a:lnTo>
                  <a:lnTo>
                    <a:pt x="795282" y="1826025"/>
                  </a:lnTo>
                  <a:lnTo>
                    <a:pt x="798014" y="1828471"/>
                  </a:lnTo>
                  <a:lnTo>
                    <a:pt x="798014" y="1833505"/>
                  </a:lnTo>
                  <a:lnTo>
                    <a:pt x="795282" y="1836238"/>
                  </a:lnTo>
                  <a:lnTo>
                    <a:pt x="795282" y="1838683"/>
                  </a:lnTo>
                  <a:lnTo>
                    <a:pt x="798014" y="1841128"/>
                  </a:lnTo>
                  <a:lnTo>
                    <a:pt x="795282" y="1841128"/>
                  </a:lnTo>
                  <a:lnTo>
                    <a:pt x="792692" y="1838683"/>
                  </a:lnTo>
                  <a:lnTo>
                    <a:pt x="792692" y="1841704"/>
                  </a:lnTo>
                  <a:lnTo>
                    <a:pt x="790247" y="1847026"/>
                  </a:lnTo>
                  <a:lnTo>
                    <a:pt x="788233" y="1847026"/>
                  </a:lnTo>
                  <a:lnTo>
                    <a:pt x="790679" y="1851916"/>
                  </a:lnTo>
                  <a:lnTo>
                    <a:pt x="790679" y="1857238"/>
                  </a:lnTo>
                  <a:lnTo>
                    <a:pt x="793124" y="1862129"/>
                  </a:lnTo>
                  <a:lnTo>
                    <a:pt x="793124" y="1864718"/>
                  </a:lnTo>
                  <a:lnTo>
                    <a:pt x="795713" y="1864718"/>
                  </a:lnTo>
                  <a:lnTo>
                    <a:pt x="798446" y="1867451"/>
                  </a:lnTo>
                  <a:lnTo>
                    <a:pt x="800891" y="1867451"/>
                  </a:lnTo>
                  <a:lnTo>
                    <a:pt x="800891" y="1869752"/>
                  </a:lnTo>
                  <a:lnTo>
                    <a:pt x="803336" y="1869752"/>
                  </a:lnTo>
                  <a:lnTo>
                    <a:pt x="803336" y="1872197"/>
                  </a:lnTo>
                  <a:lnTo>
                    <a:pt x="805925" y="1872197"/>
                  </a:lnTo>
                  <a:lnTo>
                    <a:pt x="805925" y="1877519"/>
                  </a:lnTo>
                  <a:lnTo>
                    <a:pt x="808658" y="1877519"/>
                  </a:lnTo>
                  <a:lnTo>
                    <a:pt x="808658" y="1890177"/>
                  </a:lnTo>
                  <a:lnTo>
                    <a:pt x="811104" y="1895068"/>
                  </a:lnTo>
                  <a:lnTo>
                    <a:pt x="811104" y="1900389"/>
                  </a:lnTo>
                  <a:lnTo>
                    <a:pt x="813549" y="1900389"/>
                  </a:lnTo>
                  <a:lnTo>
                    <a:pt x="813549" y="1897657"/>
                  </a:lnTo>
                  <a:lnTo>
                    <a:pt x="816138" y="1897657"/>
                  </a:lnTo>
                  <a:lnTo>
                    <a:pt x="821316" y="1905280"/>
                  </a:lnTo>
                  <a:lnTo>
                    <a:pt x="823761" y="1910602"/>
                  </a:lnTo>
                  <a:lnTo>
                    <a:pt x="823761" y="1912041"/>
                  </a:lnTo>
                  <a:lnTo>
                    <a:pt x="826350" y="1912041"/>
                  </a:lnTo>
                  <a:lnTo>
                    <a:pt x="826350" y="1919808"/>
                  </a:lnTo>
                  <a:lnTo>
                    <a:pt x="839296" y="1919808"/>
                  </a:lnTo>
                  <a:lnTo>
                    <a:pt x="839296" y="1922253"/>
                  </a:lnTo>
                  <a:lnTo>
                    <a:pt x="844186" y="1927287"/>
                  </a:lnTo>
                  <a:lnTo>
                    <a:pt x="844186" y="1932466"/>
                  </a:lnTo>
                  <a:lnTo>
                    <a:pt x="854399" y="1932466"/>
                  </a:lnTo>
                  <a:lnTo>
                    <a:pt x="851954" y="1930020"/>
                  </a:lnTo>
                  <a:lnTo>
                    <a:pt x="849508" y="1927287"/>
                  </a:lnTo>
                  <a:lnTo>
                    <a:pt x="846775" y="1927287"/>
                  </a:lnTo>
                  <a:lnTo>
                    <a:pt x="846775" y="1909595"/>
                  </a:lnTo>
                  <a:lnTo>
                    <a:pt x="849508" y="1909595"/>
                  </a:lnTo>
                  <a:lnTo>
                    <a:pt x="851954" y="1912041"/>
                  </a:lnTo>
                  <a:lnTo>
                    <a:pt x="854399" y="1914486"/>
                  </a:lnTo>
                  <a:lnTo>
                    <a:pt x="854399" y="1919808"/>
                  </a:lnTo>
                  <a:lnTo>
                    <a:pt x="856988" y="1919808"/>
                  </a:lnTo>
                  <a:lnTo>
                    <a:pt x="856988" y="1932466"/>
                  </a:lnTo>
                  <a:lnTo>
                    <a:pt x="862166" y="1932466"/>
                  </a:lnTo>
                  <a:lnTo>
                    <a:pt x="862166" y="1934911"/>
                  </a:lnTo>
                  <a:lnTo>
                    <a:pt x="863892" y="1934911"/>
                  </a:lnTo>
                  <a:lnTo>
                    <a:pt x="866337" y="1940233"/>
                  </a:lnTo>
                  <a:lnTo>
                    <a:pt x="868927" y="1940233"/>
                  </a:lnTo>
                  <a:lnTo>
                    <a:pt x="871660" y="1942678"/>
                  </a:lnTo>
                  <a:lnTo>
                    <a:pt x="871660" y="1945123"/>
                  </a:lnTo>
                  <a:lnTo>
                    <a:pt x="876550" y="1945123"/>
                  </a:lnTo>
                  <a:lnTo>
                    <a:pt x="876550" y="1950445"/>
                  </a:lnTo>
                  <a:lnTo>
                    <a:pt x="879571" y="1950445"/>
                  </a:lnTo>
                  <a:lnTo>
                    <a:pt x="882303" y="1955336"/>
                  </a:lnTo>
                  <a:lnTo>
                    <a:pt x="882303" y="1957925"/>
                  </a:lnTo>
                  <a:lnTo>
                    <a:pt x="884749" y="1957925"/>
                  </a:lnTo>
                  <a:lnTo>
                    <a:pt x="884749" y="1955336"/>
                  </a:lnTo>
                  <a:lnTo>
                    <a:pt x="887194" y="1957925"/>
                  </a:lnTo>
                  <a:lnTo>
                    <a:pt x="887194" y="1960658"/>
                  </a:lnTo>
                  <a:lnTo>
                    <a:pt x="889783" y="1963103"/>
                  </a:lnTo>
                  <a:lnTo>
                    <a:pt x="892516" y="1963103"/>
                  </a:lnTo>
                  <a:lnTo>
                    <a:pt x="892516" y="1965548"/>
                  </a:lnTo>
                  <a:lnTo>
                    <a:pt x="894961" y="1968137"/>
                  </a:lnTo>
                  <a:lnTo>
                    <a:pt x="894961" y="1965980"/>
                  </a:lnTo>
                  <a:lnTo>
                    <a:pt x="897407" y="1968569"/>
                  </a:lnTo>
                  <a:lnTo>
                    <a:pt x="899996" y="1965980"/>
                  </a:lnTo>
                  <a:lnTo>
                    <a:pt x="897407" y="1965980"/>
                  </a:lnTo>
                  <a:lnTo>
                    <a:pt x="897407" y="1963534"/>
                  </a:lnTo>
                  <a:lnTo>
                    <a:pt x="905174" y="1963534"/>
                  </a:lnTo>
                  <a:lnTo>
                    <a:pt x="910208" y="1968569"/>
                  </a:lnTo>
                  <a:lnTo>
                    <a:pt x="907619" y="1968569"/>
                  </a:lnTo>
                  <a:lnTo>
                    <a:pt x="905174" y="1971014"/>
                  </a:lnTo>
                  <a:lnTo>
                    <a:pt x="905174" y="1981227"/>
                  </a:lnTo>
                  <a:lnTo>
                    <a:pt x="907619" y="1983960"/>
                  </a:lnTo>
                  <a:lnTo>
                    <a:pt x="910208" y="1986405"/>
                  </a:lnTo>
                  <a:lnTo>
                    <a:pt x="910208" y="1983960"/>
                  </a:lnTo>
                  <a:lnTo>
                    <a:pt x="912941" y="1983960"/>
                  </a:lnTo>
                  <a:lnTo>
                    <a:pt x="912941" y="1986405"/>
                  </a:lnTo>
                  <a:lnTo>
                    <a:pt x="915386" y="1986405"/>
                  </a:lnTo>
                  <a:lnTo>
                    <a:pt x="915386" y="1981227"/>
                  </a:lnTo>
                  <a:lnTo>
                    <a:pt x="917832" y="1981227"/>
                  </a:lnTo>
                  <a:lnTo>
                    <a:pt x="920421" y="1983960"/>
                  </a:lnTo>
                  <a:lnTo>
                    <a:pt x="925599" y="1983960"/>
                  </a:lnTo>
                  <a:lnTo>
                    <a:pt x="925599" y="1981227"/>
                  </a:lnTo>
                  <a:lnTo>
                    <a:pt x="928044" y="1981227"/>
                  </a:lnTo>
                  <a:lnTo>
                    <a:pt x="928044" y="1976192"/>
                  </a:lnTo>
                  <a:lnTo>
                    <a:pt x="930633" y="1978638"/>
                  </a:lnTo>
                  <a:lnTo>
                    <a:pt x="933078" y="1978638"/>
                  </a:lnTo>
                  <a:lnTo>
                    <a:pt x="933078" y="1986405"/>
                  </a:lnTo>
                  <a:lnTo>
                    <a:pt x="930633" y="1986405"/>
                  </a:lnTo>
                  <a:lnTo>
                    <a:pt x="930633" y="1988850"/>
                  </a:lnTo>
                  <a:lnTo>
                    <a:pt x="933078" y="1988850"/>
                  </a:lnTo>
                  <a:lnTo>
                    <a:pt x="930633" y="1991439"/>
                  </a:lnTo>
                  <a:lnTo>
                    <a:pt x="933078" y="1991439"/>
                  </a:lnTo>
                  <a:lnTo>
                    <a:pt x="933078" y="1994172"/>
                  </a:lnTo>
                  <a:lnTo>
                    <a:pt x="935380" y="1996905"/>
                  </a:lnTo>
                  <a:lnTo>
                    <a:pt x="935380" y="2008700"/>
                  </a:lnTo>
                  <a:lnTo>
                    <a:pt x="932647" y="2011289"/>
                  </a:lnTo>
                  <a:lnTo>
                    <a:pt x="932647" y="2014022"/>
                  </a:lnTo>
                  <a:lnTo>
                    <a:pt x="935380" y="2014022"/>
                  </a:lnTo>
                  <a:lnTo>
                    <a:pt x="935380" y="2031714"/>
                  </a:lnTo>
                  <a:lnTo>
                    <a:pt x="932647" y="2034447"/>
                  </a:lnTo>
                  <a:lnTo>
                    <a:pt x="930202" y="2036892"/>
                  </a:lnTo>
                  <a:lnTo>
                    <a:pt x="932647" y="2041926"/>
                  </a:lnTo>
                  <a:lnTo>
                    <a:pt x="930202" y="2044659"/>
                  </a:lnTo>
                  <a:lnTo>
                    <a:pt x="927613" y="2044659"/>
                  </a:lnTo>
                  <a:lnTo>
                    <a:pt x="925167" y="2047105"/>
                  </a:lnTo>
                  <a:lnTo>
                    <a:pt x="922722" y="2044659"/>
                  </a:lnTo>
                  <a:lnTo>
                    <a:pt x="922722" y="2041926"/>
                  </a:lnTo>
                  <a:lnTo>
                    <a:pt x="919989" y="2041926"/>
                  </a:lnTo>
                  <a:lnTo>
                    <a:pt x="919989" y="2044659"/>
                  </a:lnTo>
                  <a:lnTo>
                    <a:pt x="914955" y="2044659"/>
                  </a:lnTo>
                  <a:lnTo>
                    <a:pt x="914955" y="2041926"/>
                  </a:lnTo>
                  <a:lnTo>
                    <a:pt x="912510" y="2034447"/>
                  </a:lnTo>
                  <a:lnTo>
                    <a:pt x="912510" y="2031714"/>
                  </a:lnTo>
                  <a:lnTo>
                    <a:pt x="909777" y="2029125"/>
                  </a:lnTo>
                  <a:lnTo>
                    <a:pt x="909777" y="2021501"/>
                  </a:lnTo>
                  <a:lnTo>
                    <a:pt x="912510" y="2021501"/>
                  </a:lnTo>
                  <a:lnTo>
                    <a:pt x="912510" y="2011289"/>
                  </a:lnTo>
                  <a:lnTo>
                    <a:pt x="909777" y="2011289"/>
                  </a:lnTo>
                  <a:lnTo>
                    <a:pt x="909777" y="2019631"/>
                  </a:lnTo>
                  <a:lnTo>
                    <a:pt x="907188" y="2022220"/>
                  </a:lnTo>
                  <a:lnTo>
                    <a:pt x="907188" y="2027399"/>
                  </a:lnTo>
                  <a:lnTo>
                    <a:pt x="904742" y="2027399"/>
                  </a:lnTo>
                  <a:lnTo>
                    <a:pt x="904742" y="2037611"/>
                  </a:lnTo>
                  <a:lnTo>
                    <a:pt x="902297" y="2040056"/>
                  </a:lnTo>
                  <a:lnTo>
                    <a:pt x="899564" y="2040056"/>
                  </a:lnTo>
                  <a:lnTo>
                    <a:pt x="899564" y="2043221"/>
                  </a:lnTo>
                  <a:lnTo>
                    <a:pt x="896975" y="2038187"/>
                  </a:lnTo>
                  <a:lnTo>
                    <a:pt x="894530" y="2038187"/>
                  </a:lnTo>
                  <a:lnTo>
                    <a:pt x="892085" y="2033008"/>
                  </a:lnTo>
                  <a:lnTo>
                    <a:pt x="889352" y="2035741"/>
                  </a:lnTo>
                  <a:lnTo>
                    <a:pt x="886763" y="2033008"/>
                  </a:lnTo>
                  <a:lnTo>
                    <a:pt x="886763" y="2025529"/>
                  </a:lnTo>
                  <a:lnTo>
                    <a:pt x="884317" y="2020207"/>
                  </a:lnTo>
                  <a:lnTo>
                    <a:pt x="881872" y="2020207"/>
                  </a:lnTo>
                  <a:lnTo>
                    <a:pt x="881872" y="2022796"/>
                  </a:lnTo>
                  <a:lnTo>
                    <a:pt x="879139" y="2020207"/>
                  </a:lnTo>
                  <a:lnTo>
                    <a:pt x="879139" y="2012583"/>
                  </a:lnTo>
                  <a:lnTo>
                    <a:pt x="876550" y="2009994"/>
                  </a:lnTo>
                  <a:lnTo>
                    <a:pt x="876550" y="2020207"/>
                  </a:lnTo>
                  <a:lnTo>
                    <a:pt x="872379" y="2020207"/>
                  </a:lnTo>
                  <a:lnTo>
                    <a:pt x="872379" y="2022796"/>
                  </a:lnTo>
                  <a:lnTo>
                    <a:pt x="874824" y="2025529"/>
                  </a:lnTo>
                  <a:lnTo>
                    <a:pt x="872379" y="2027974"/>
                  </a:lnTo>
                  <a:lnTo>
                    <a:pt x="872379" y="2030419"/>
                  </a:lnTo>
                  <a:lnTo>
                    <a:pt x="869646" y="2030419"/>
                  </a:lnTo>
                  <a:lnTo>
                    <a:pt x="869646" y="2027974"/>
                  </a:lnTo>
                  <a:lnTo>
                    <a:pt x="867057" y="2027974"/>
                  </a:lnTo>
                  <a:lnTo>
                    <a:pt x="867057" y="2025529"/>
                  </a:lnTo>
                  <a:lnTo>
                    <a:pt x="864611" y="2030419"/>
                  </a:lnTo>
                  <a:lnTo>
                    <a:pt x="862166" y="2030419"/>
                  </a:lnTo>
                  <a:lnTo>
                    <a:pt x="862166" y="2033008"/>
                  </a:lnTo>
                  <a:lnTo>
                    <a:pt x="859577" y="2033008"/>
                  </a:lnTo>
                  <a:lnTo>
                    <a:pt x="857132" y="2027974"/>
                  </a:lnTo>
                  <a:lnTo>
                    <a:pt x="857132" y="2035741"/>
                  </a:lnTo>
                  <a:lnTo>
                    <a:pt x="859577" y="2038187"/>
                  </a:lnTo>
                  <a:lnTo>
                    <a:pt x="864755" y="2038187"/>
                  </a:lnTo>
                  <a:lnTo>
                    <a:pt x="864755" y="2053433"/>
                  </a:lnTo>
                  <a:lnTo>
                    <a:pt x="862310" y="2055879"/>
                  </a:lnTo>
                  <a:lnTo>
                    <a:pt x="857132" y="2058612"/>
                  </a:lnTo>
                  <a:lnTo>
                    <a:pt x="854543" y="2055879"/>
                  </a:lnTo>
                  <a:lnTo>
                    <a:pt x="849652" y="2058612"/>
                  </a:lnTo>
                  <a:lnTo>
                    <a:pt x="846919" y="2055879"/>
                  </a:lnTo>
                  <a:lnTo>
                    <a:pt x="844330" y="2055879"/>
                  </a:lnTo>
                  <a:lnTo>
                    <a:pt x="841885" y="2050844"/>
                  </a:lnTo>
                  <a:lnTo>
                    <a:pt x="834118" y="2045954"/>
                  </a:lnTo>
                  <a:lnTo>
                    <a:pt x="831673" y="2040632"/>
                  </a:lnTo>
                  <a:lnTo>
                    <a:pt x="829227" y="2035741"/>
                  </a:lnTo>
                  <a:lnTo>
                    <a:pt x="826494" y="2035741"/>
                  </a:lnTo>
                  <a:lnTo>
                    <a:pt x="826494" y="2038187"/>
                  </a:lnTo>
                  <a:lnTo>
                    <a:pt x="823905" y="2035741"/>
                  </a:lnTo>
                  <a:lnTo>
                    <a:pt x="823905" y="2033008"/>
                  </a:lnTo>
                  <a:lnTo>
                    <a:pt x="821460" y="2035741"/>
                  </a:lnTo>
                  <a:lnTo>
                    <a:pt x="821460" y="2040632"/>
                  </a:lnTo>
                  <a:lnTo>
                    <a:pt x="819015" y="2043221"/>
                  </a:lnTo>
                  <a:lnTo>
                    <a:pt x="819015" y="2045954"/>
                  </a:lnTo>
                  <a:lnTo>
                    <a:pt x="821316" y="2045954"/>
                  </a:lnTo>
                  <a:lnTo>
                    <a:pt x="821316" y="2043221"/>
                  </a:lnTo>
                  <a:lnTo>
                    <a:pt x="823761" y="2048399"/>
                  </a:lnTo>
                  <a:lnTo>
                    <a:pt x="823761" y="2050844"/>
                  </a:lnTo>
                  <a:lnTo>
                    <a:pt x="826350" y="2050844"/>
                  </a:lnTo>
                  <a:lnTo>
                    <a:pt x="829083" y="2053433"/>
                  </a:lnTo>
                  <a:lnTo>
                    <a:pt x="831529" y="2050844"/>
                  </a:lnTo>
                  <a:lnTo>
                    <a:pt x="831529" y="2053433"/>
                  </a:lnTo>
                  <a:lnTo>
                    <a:pt x="833974" y="2066091"/>
                  </a:lnTo>
                  <a:lnTo>
                    <a:pt x="831529" y="2071269"/>
                  </a:lnTo>
                  <a:lnTo>
                    <a:pt x="833974" y="2071269"/>
                  </a:lnTo>
                  <a:lnTo>
                    <a:pt x="833974" y="2066091"/>
                  </a:lnTo>
                  <a:lnTo>
                    <a:pt x="833974" y="2061057"/>
                  </a:lnTo>
                  <a:lnTo>
                    <a:pt x="836563" y="2058612"/>
                  </a:lnTo>
                  <a:lnTo>
                    <a:pt x="839296" y="2068824"/>
                  </a:lnTo>
                  <a:lnTo>
                    <a:pt x="839296" y="2073715"/>
                  </a:lnTo>
                  <a:lnTo>
                    <a:pt x="836563" y="2076304"/>
                  </a:lnTo>
                  <a:lnTo>
                    <a:pt x="836563" y="2091694"/>
                  </a:lnTo>
                  <a:lnTo>
                    <a:pt x="831529" y="2096729"/>
                  </a:lnTo>
                  <a:lnTo>
                    <a:pt x="829083" y="2099462"/>
                  </a:lnTo>
                  <a:lnTo>
                    <a:pt x="826350" y="2099462"/>
                  </a:lnTo>
                  <a:lnTo>
                    <a:pt x="826350" y="2112119"/>
                  </a:lnTo>
                  <a:lnTo>
                    <a:pt x="829083" y="2109674"/>
                  </a:lnTo>
                  <a:lnTo>
                    <a:pt x="831529" y="2104352"/>
                  </a:lnTo>
                  <a:lnTo>
                    <a:pt x="831529" y="2101907"/>
                  </a:lnTo>
                  <a:lnTo>
                    <a:pt x="833974" y="2101907"/>
                  </a:lnTo>
                  <a:lnTo>
                    <a:pt x="833974" y="2099462"/>
                  </a:lnTo>
                  <a:lnTo>
                    <a:pt x="836563" y="2096729"/>
                  </a:lnTo>
                  <a:lnTo>
                    <a:pt x="836563" y="2094140"/>
                  </a:lnTo>
                  <a:lnTo>
                    <a:pt x="839296" y="2089249"/>
                  </a:lnTo>
                  <a:lnTo>
                    <a:pt x="844186" y="2086516"/>
                  </a:lnTo>
                  <a:lnTo>
                    <a:pt x="844186" y="2079037"/>
                  </a:lnTo>
                  <a:lnTo>
                    <a:pt x="846775" y="2079037"/>
                  </a:lnTo>
                  <a:lnTo>
                    <a:pt x="846775" y="2076304"/>
                  </a:lnTo>
                  <a:lnTo>
                    <a:pt x="849508" y="2076304"/>
                  </a:lnTo>
                  <a:lnTo>
                    <a:pt x="849508" y="2079037"/>
                  </a:lnTo>
                  <a:lnTo>
                    <a:pt x="851954" y="2076304"/>
                  </a:lnTo>
                  <a:lnTo>
                    <a:pt x="854399" y="2073715"/>
                  </a:lnTo>
                  <a:lnTo>
                    <a:pt x="854399" y="2076304"/>
                  </a:lnTo>
                  <a:lnTo>
                    <a:pt x="856988" y="2073715"/>
                  </a:lnTo>
                  <a:lnTo>
                    <a:pt x="862166" y="2073715"/>
                  </a:lnTo>
                  <a:lnTo>
                    <a:pt x="862166" y="2066091"/>
                  </a:lnTo>
                  <a:lnTo>
                    <a:pt x="863892" y="2066091"/>
                  </a:lnTo>
                  <a:lnTo>
                    <a:pt x="863892" y="2063646"/>
                  </a:lnTo>
                  <a:lnTo>
                    <a:pt x="866337" y="2066091"/>
                  </a:lnTo>
                  <a:lnTo>
                    <a:pt x="868927" y="2068824"/>
                  </a:lnTo>
                  <a:lnTo>
                    <a:pt x="871660" y="2066091"/>
                  </a:lnTo>
                  <a:lnTo>
                    <a:pt x="868927" y="2066091"/>
                  </a:lnTo>
                  <a:lnTo>
                    <a:pt x="868927" y="2063646"/>
                  </a:lnTo>
                  <a:lnTo>
                    <a:pt x="871660" y="2063646"/>
                  </a:lnTo>
                  <a:lnTo>
                    <a:pt x="874105" y="2066091"/>
                  </a:lnTo>
                  <a:lnTo>
                    <a:pt x="874105" y="2063646"/>
                  </a:lnTo>
                  <a:lnTo>
                    <a:pt x="876550" y="2066091"/>
                  </a:lnTo>
                  <a:lnTo>
                    <a:pt x="879139" y="2066091"/>
                  </a:lnTo>
                  <a:lnTo>
                    <a:pt x="881872" y="2068824"/>
                  </a:lnTo>
                  <a:lnTo>
                    <a:pt x="881872" y="2070550"/>
                  </a:lnTo>
                  <a:lnTo>
                    <a:pt x="884317" y="2070550"/>
                  </a:lnTo>
                  <a:lnTo>
                    <a:pt x="884317" y="2080763"/>
                  </a:lnTo>
                  <a:lnTo>
                    <a:pt x="881872" y="2080763"/>
                  </a:lnTo>
                  <a:lnTo>
                    <a:pt x="881872" y="2083208"/>
                  </a:lnTo>
                  <a:lnTo>
                    <a:pt x="876550" y="2080763"/>
                  </a:lnTo>
                  <a:lnTo>
                    <a:pt x="874105" y="2083208"/>
                  </a:lnTo>
                  <a:lnTo>
                    <a:pt x="876550" y="2085797"/>
                  </a:lnTo>
                  <a:lnTo>
                    <a:pt x="876550" y="2083208"/>
                  </a:lnTo>
                  <a:lnTo>
                    <a:pt x="879858" y="2083208"/>
                  </a:lnTo>
                  <a:lnTo>
                    <a:pt x="879858" y="2095722"/>
                  </a:lnTo>
                  <a:lnTo>
                    <a:pt x="877269" y="2095722"/>
                  </a:lnTo>
                  <a:lnTo>
                    <a:pt x="874824" y="2090688"/>
                  </a:lnTo>
                  <a:lnTo>
                    <a:pt x="872379" y="2098455"/>
                  </a:lnTo>
                  <a:lnTo>
                    <a:pt x="874824" y="2098455"/>
                  </a:lnTo>
                  <a:lnTo>
                    <a:pt x="874824" y="2103345"/>
                  </a:lnTo>
                  <a:lnTo>
                    <a:pt x="877269" y="2103345"/>
                  </a:lnTo>
                  <a:lnTo>
                    <a:pt x="879858" y="2100900"/>
                  </a:lnTo>
                  <a:lnTo>
                    <a:pt x="879858" y="2095722"/>
                  </a:lnTo>
                  <a:lnTo>
                    <a:pt x="882591" y="2095722"/>
                  </a:lnTo>
                  <a:lnTo>
                    <a:pt x="882591" y="2093133"/>
                  </a:lnTo>
                  <a:lnTo>
                    <a:pt x="885036" y="2093133"/>
                  </a:lnTo>
                  <a:lnTo>
                    <a:pt x="887482" y="2095722"/>
                  </a:lnTo>
                  <a:lnTo>
                    <a:pt x="885036" y="2095722"/>
                  </a:lnTo>
                  <a:lnTo>
                    <a:pt x="885036" y="2098455"/>
                  </a:lnTo>
                  <a:lnTo>
                    <a:pt x="887482" y="2098455"/>
                  </a:lnTo>
                  <a:lnTo>
                    <a:pt x="892804" y="2103345"/>
                  </a:lnTo>
                  <a:lnTo>
                    <a:pt x="892804" y="2111113"/>
                  </a:lnTo>
                  <a:lnTo>
                    <a:pt x="890071" y="2116147"/>
                  </a:lnTo>
                  <a:lnTo>
                    <a:pt x="887482" y="2118880"/>
                  </a:lnTo>
                  <a:lnTo>
                    <a:pt x="887482" y="2121325"/>
                  </a:lnTo>
                  <a:lnTo>
                    <a:pt x="885036" y="2121325"/>
                  </a:lnTo>
                  <a:lnTo>
                    <a:pt x="887482" y="2123770"/>
                  </a:lnTo>
                  <a:lnTo>
                    <a:pt x="887482" y="2129092"/>
                  </a:lnTo>
                  <a:lnTo>
                    <a:pt x="879858" y="2131538"/>
                  </a:lnTo>
                  <a:lnTo>
                    <a:pt x="874824" y="2126359"/>
                  </a:lnTo>
                  <a:lnTo>
                    <a:pt x="874824" y="2131538"/>
                  </a:lnTo>
                  <a:lnTo>
                    <a:pt x="869646" y="2131538"/>
                  </a:lnTo>
                  <a:lnTo>
                    <a:pt x="869646" y="2133983"/>
                  </a:lnTo>
                  <a:lnTo>
                    <a:pt x="864611" y="2133983"/>
                  </a:lnTo>
                  <a:lnTo>
                    <a:pt x="864611" y="2131538"/>
                  </a:lnTo>
                  <a:lnTo>
                    <a:pt x="859433" y="2131538"/>
                  </a:lnTo>
                  <a:lnTo>
                    <a:pt x="859433" y="2133983"/>
                  </a:lnTo>
                  <a:lnTo>
                    <a:pt x="862166" y="2133983"/>
                  </a:lnTo>
                  <a:lnTo>
                    <a:pt x="862166" y="2136572"/>
                  </a:lnTo>
                  <a:lnTo>
                    <a:pt x="859577" y="2136572"/>
                  </a:lnTo>
                  <a:lnTo>
                    <a:pt x="859577" y="2141750"/>
                  </a:lnTo>
                  <a:lnTo>
                    <a:pt x="854543" y="2141750"/>
                  </a:lnTo>
                  <a:lnTo>
                    <a:pt x="844330" y="2136572"/>
                  </a:lnTo>
                  <a:lnTo>
                    <a:pt x="844330" y="2139305"/>
                  </a:lnTo>
                  <a:lnTo>
                    <a:pt x="846919" y="2139305"/>
                  </a:lnTo>
                  <a:lnTo>
                    <a:pt x="844330" y="2141750"/>
                  </a:lnTo>
                  <a:lnTo>
                    <a:pt x="844330" y="2146784"/>
                  </a:lnTo>
                  <a:lnTo>
                    <a:pt x="841885" y="2146784"/>
                  </a:lnTo>
                  <a:lnTo>
                    <a:pt x="839440" y="2144195"/>
                  </a:lnTo>
                  <a:lnTo>
                    <a:pt x="839440" y="2146784"/>
                  </a:lnTo>
                  <a:lnTo>
                    <a:pt x="836707" y="2149230"/>
                  </a:lnTo>
                  <a:lnTo>
                    <a:pt x="831673" y="2149230"/>
                  </a:lnTo>
                  <a:lnTo>
                    <a:pt x="831673" y="2146784"/>
                  </a:lnTo>
                  <a:lnTo>
                    <a:pt x="829227" y="2146784"/>
                  </a:lnTo>
                  <a:lnTo>
                    <a:pt x="829227" y="2144195"/>
                  </a:lnTo>
                  <a:lnTo>
                    <a:pt x="826494" y="2141750"/>
                  </a:lnTo>
                  <a:lnTo>
                    <a:pt x="821460" y="2144195"/>
                  </a:lnTo>
                  <a:lnTo>
                    <a:pt x="816282" y="2144195"/>
                  </a:lnTo>
                  <a:lnTo>
                    <a:pt x="816282" y="2146784"/>
                  </a:lnTo>
                  <a:lnTo>
                    <a:pt x="819015" y="2149230"/>
                  </a:lnTo>
                  <a:lnTo>
                    <a:pt x="813837" y="2149230"/>
                  </a:lnTo>
                  <a:lnTo>
                    <a:pt x="813837" y="2146784"/>
                  </a:lnTo>
                  <a:lnTo>
                    <a:pt x="811391" y="2144195"/>
                  </a:lnTo>
                  <a:lnTo>
                    <a:pt x="801179" y="2144195"/>
                  </a:lnTo>
                  <a:lnTo>
                    <a:pt x="798733" y="2141750"/>
                  </a:lnTo>
                  <a:lnTo>
                    <a:pt x="793412" y="2141750"/>
                  </a:lnTo>
                  <a:lnTo>
                    <a:pt x="793412" y="2136572"/>
                  </a:lnTo>
                  <a:lnTo>
                    <a:pt x="790966" y="2136572"/>
                  </a:lnTo>
                  <a:lnTo>
                    <a:pt x="788521" y="2139305"/>
                  </a:lnTo>
                  <a:lnTo>
                    <a:pt x="785788" y="2139305"/>
                  </a:lnTo>
                  <a:lnTo>
                    <a:pt x="783343" y="2136572"/>
                  </a:lnTo>
                  <a:lnTo>
                    <a:pt x="780754" y="2131538"/>
                  </a:lnTo>
                  <a:lnTo>
                    <a:pt x="778308" y="2131538"/>
                  </a:lnTo>
                  <a:lnTo>
                    <a:pt x="778308" y="2123770"/>
                  </a:lnTo>
                  <a:lnTo>
                    <a:pt x="775863" y="2123770"/>
                  </a:lnTo>
                  <a:lnTo>
                    <a:pt x="775863" y="2126359"/>
                  </a:lnTo>
                  <a:lnTo>
                    <a:pt x="777733" y="2129955"/>
                  </a:lnTo>
                  <a:lnTo>
                    <a:pt x="775288" y="2129955"/>
                  </a:lnTo>
                  <a:lnTo>
                    <a:pt x="775288" y="2132401"/>
                  </a:lnTo>
                  <a:lnTo>
                    <a:pt x="772555" y="2129955"/>
                  </a:lnTo>
                  <a:lnTo>
                    <a:pt x="772555" y="2122188"/>
                  </a:lnTo>
                  <a:lnTo>
                    <a:pt x="769966" y="2124633"/>
                  </a:lnTo>
                  <a:lnTo>
                    <a:pt x="767521" y="2124633"/>
                  </a:lnTo>
                  <a:lnTo>
                    <a:pt x="767521" y="2129955"/>
                  </a:lnTo>
                  <a:lnTo>
                    <a:pt x="765075" y="2132401"/>
                  </a:lnTo>
                  <a:lnTo>
                    <a:pt x="762342" y="2134846"/>
                  </a:lnTo>
                  <a:lnTo>
                    <a:pt x="757308" y="2134846"/>
                  </a:lnTo>
                  <a:lnTo>
                    <a:pt x="749541" y="2132401"/>
                  </a:lnTo>
                  <a:lnTo>
                    <a:pt x="744650" y="2132401"/>
                  </a:lnTo>
                  <a:lnTo>
                    <a:pt x="741917" y="2129955"/>
                  </a:lnTo>
                  <a:lnTo>
                    <a:pt x="736883" y="2127222"/>
                  </a:lnTo>
                  <a:lnTo>
                    <a:pt x="734438" y="2122188"/>
                  </a:lnTo>
                  <a:lnTo>
                    <a:pt x="731705" y="2119743"/>
                  </a:lnTo>
                  <a:lnTo>
                    <a:pt x="736883" y="2119743"/>
                  </a:lnTo>
                  <a:lnTo>
                    <a:pt x="736883" y="2117010"/>
                  </a:lnTo>
                  <a:lnTo>
                    <a:pt x="739328" y="2117010"/>
                  </a:lnTo>
                  <a:lnTo>
                    <a:pt x="744650" y="2111976"/>
                  </a:lnTo>
                  <a:lnTo>
                    <a:pt x="749541" y="2111976"/>
                  </a:lnTo>
                  <a:lnTo>
                    <a:pt x="749541" y="2105934"/>
                  </a:lnTo>
                  <a:lnTo>
                    <a:pt x="747096" y="2103345"/>
                  </a:lnTo>
                  <a:lnTo>
                    <a:pt x="744794" y="2103345"/>
                  </a:lnTo>
                  <a:lnTo>
                    <a:pt x="744794" y="2098455"/>
                  </a:lnTo>
                  <a:lnTo>
                    <a:pt x="742061" y="2100900"/>
                  </a:lnTo>
                  <a:lnTo>
                    <a:pt x="734582" y="2100900"/>
                  </a:lnTo>
                  <a:lnTo>
                    <a:pt x="739472" y="2103345"/>
                  </a:lnTo>
                  <a:lnTo>
                    <a:pt x="744794" y="2103345"/>
                  </a:lnTo>
                  <a:lnTo>
                    <a:pt x="744794" y="2105934"/>
                  </a:lnTo>
                  <a:lnTo>
                    <a:pt x="742061" y="2105934"/>
                  </a:lnTo>
                  <a:lnTo>
                    <a:pt x="742061" y="2108667"/>
                  </a:lnTo>
                  <a:lnTo>
                    <a:pt x="739472" y="2105934"/>
                  </a:lnTo>
                  <a:lnTo>
                    <a:pt x="734582" y="2103345"/>
                  </a:lnTo>
                  <a:lnTo>
                    <a:pt x="729260" y="2100900"/>
                  </a:lnTo>
                  <a:lnTo>
                    <a:pt x="726814" y="2100900"/>
                  </a:lnTo>
                  <a:lnTo>
                    <a:pt x="724369" y="2093133"/>
                  </a:lnTo>
                  <a:lnTo>
                    <a:pt x="721636" y="2093133"/>
                  </a:lnTo>
                  <a:lnTo>
                    <a:pt x="714157" y="2088242"/>
                  </a:lnTo>
                  <a:lnTo>
                    <a:pt x="708835" y="2088242"/>
                  </a:lnTo>
                  <a:lnTo>
                    <a:pt x="703944" y="2093133"/>
                  </a:lnTo>
                  <a:lnTo>
                    <a:pt x="703944" y="2090688"/>
                  </a:lnTo>
                  <a:lnTo>
                    <a:pt x="698910" y="2090688"/>
                  </a:lnTo>
                  <a:lnTo>
                    <a:pt x="696321" y="2088242"/>
                  </a:lnTo>
                  <a:lnTo>
                    <a:pt x="696321" y="2093133"/>
                  </a:lnTo>
                  <a:lnTo>
                    <a:pt x="693876" y="2090688"/>
                  </a:lnTo>
                  <a:lnTo>
                    <a:pt x="693876" y="2088242"/>
                  </a:lnTo>
                  <a:lnTo>
                    <a:pt x="688697" y="2088242"/>
                  </a:lnTo>
                  <a:lnTo>
                    <a:pt x="688697" y="2085509"/>
                  </a:lnTo>
                  <a:lnTo>
                    <a:pt x="686108" y="2085509"/>
                  </a:lnTo>
                  <a:lnTo>
                    <a:pt x="683663" y="2082920"/>
                  </a:lnTo>
                  <a:lnTo>
                    <a:pt x="686108" y="2080475"/>
                  </a:lnTo>
                  <a:lnTo>
                    <a:pt x="686108" y="2078030"/>
                  </a:lnTo>
                  <a:lnTo>
                    <a:pt x="691430" y="2075297"/>
                  </a:lnTo>
                  <a:lnTo>
                    <a:pt x="691430" y="2072708"/>
                  </a:lnTo>
                  <a:lnTo>
                    <a:pt x="693876" y="2072708"/>
                  </a:lnTo>
                  <a:lnTo>
                    <a:pt x="691430" y="2070263"/>
                  </a:lnTo>
                  <a:lnTo>
                    <a:pt x="691430" y="2057605"/>
                  </a:lnTo>
                  <a:lnTo>
                    <a:pt x="688697" y="2054872"/>
                  </a:lnTo>
                  <a:lnTo>
                    <a:pt x="686108" y="2047392"/>
                  </a:lnTo>
                  <a:lnTo>
                    <a:pt x="683663" y="2047392"/>
                  </a:lnTo>
                  <a:lnTo>
                    <a:pt x="683663" y="2044947"/>
                  </a:lnTo>
                  <a:lnTo>
                    <a:pt x="678485" y="2047392"/>
                  </a:lnTo>
                  <a:lnTo>
                    <a:pt x="678485" y="2049837"/>
                  </a:lnTo>
                  <a:lnTo>
                    <a:pt x="675896" y="2047392"/>
                  </a:lnTo>
                  <a:lnTo>
                    <a:pt x="675896" y="2049837"/>
                  </a:lnTo>
                  <a:lnTo>
                    <a:pt x="673451" y="2057605"/>
                  </a:lnTo>
                  <a:lnTo>
                    <a:pt x="671005" y="2057605"/>
                  </a:lnTo>
                  <a:lnTo>
                    <a:pt x="663238" y="2060050"/>
                  </a:lnTo>
                  <a:lnTo>
                    <a:pt x="663238" y="2075297"/>
                  </a:lnTo>
                  <a:lnTo>
                    <a:pt x="660793" y="2078030"/>
                  </a:lnTo>
                  <a:lnTo>
                    <a:pt x="660793" y="2080475"/>
                  </a:lnTo>
                  <a:lnTo>
                    <a:pt x="655327" y="2080475"/>
                  </a:lnTo>
                  <a:lnTo>
                    <a:pt x="655327" y="2085509"/>
                  </a:lnTo>
                  <a:lnTo>
                    <a:pt x="652882" y="2082920"/>
                  </a:lnTo>
                  <a:lnTo>
                    <a:pt x="650436" y="2088242"/>
                  </a:lnTo>
                  <a:lnTo>
                    <a:pt x="647703" y="2090688"/>
                  </a:lnTo>
                  <a:lnTo>
                    <a:pt x="647703" y="2093133"/>
                  </a:lnTo>
                  <a:lnTo>
                    <a:pt x="645114" y="2093133"/>
                  </a:lnTo>
                  <a:lnTo>
                    <a:pt x="645114" y="2095722"/>
                  </a:lnTo>
                  <a:lnTo>
                    <a:pt x="642669" y="2095722"/>
                  </a:lnTo>
                  <a:lnTo>
                    <a:pt x="642669" y="2098455"/>
                  </a:lnTo>
                  <a:lnTo>
                    <a:pt x="640224" y="2100900"/>
                  </a:lnTo>
                  <a:lnTo>
                    <a:pt x="637491" y="2103345"/>
                  </a:lnTo>
                  <a:lnTo>
                    <a:pt x="634902" y="2103345"/>
                  </a:lnTo>
                  <a:lnTo>
                    <a:pt x="604408" y="2105934"/>
                  </a:lnTo>
                  <a:lnTo>
                    <a:pt x="599374" y="2105934"/>
                  </a:lnTo>
                  <a:lnTo>
                    <a:pt x="591607" y="2103345"/>
                  </a:lnTo>
                  <a:lnTo>
                    <a:pt x="583983" y="2103345"/>
                  </a:lnTo>
                  <a:lnTo>
                    <a:pt x="583983" y="2108667"/>
                  </a:lnTo>
                  <a:lnTo>
                    <a:pt x="576503" y="2116147"/>
                  </a:lnTo>
                  <a:lnTo>
                    <a:pt x="573771" y="2116147"/>
                  </a:lnTo>
                  <a:lnTo>
                    <a:pt x="566291" y="2121325"/>
                  </a:lnTo>
                  <a:lnTo>
                    <a:pt x="563558" y="2123770"/>
                  </a:lnTo>
                  <a:lnTo>
                    <a:pt x="560969" y="2123770"/>
                  </a:lnTo>
                  <a:lnTo>
                    <a:pt x="553489" y="2126359"/>
                  </a:lnTo>
                  <a:lnTo>
                    <a:pt x="540544" y="2126359"/>
                  </a:lnTo>
                  <a:lnTo>
                    <a:pt x="538099" y="2129092"/>
                  </a:lnTo>
                  <a:lnTo>
                    <a:pt x="530475" y="2131538"/>
                  </a:lnTo>
                  <a:lnTo>
                    <a:pt x="510050" y="2131538"/>
                  </a:lnTo>
                  <a:lnTo>
                    <a:pt x="505016" y="2129092"/>
                  </a:lnTo>
                  <a:lnTo>
                    <a:pt x="502571" y="2131538"/>
                  </a:lnTo>
                  <a:lnTo>
                    <a:pt x="499262" y="2131538"/>
                  </a:lnTo>
                  <a:lnTo>
                    <a:pt x="496673" y="2133983"/>
                  </a:lnTo>
                  <a:lnTo>
                    <a:pt x="494228" y="2133983"/>
                  </a:lnTo>
                  <a:lnTo>
                    <a:pt x="494228" y="2131538"/>
                  </a:lnTo>
                  <a:lnTo>
                    <a:pt x="489050" y="2129092"/>
                  </a:lnTo>
                  <a:lnTo>
                    <a:pt x="491783" y="2126359"/>
                  </a:lnTo>
                  <a:lnTo>
                    <a:pt x="491783" y="2123770"/>
                  </a:lnTo>
                  <a:lnTo>
                    <a:pt x="489050" y="2126359"/>
                  </a:lnTo>
                  <a:lnTo>
                    <a:pt x="484016" y="2126359"/>
                  </a:lnTo>
                  <a:lnTo>
                    <a:pt x="484016" y="2129092"/>
                  </a:lnTo>
                  <a:lnTo>
                    <a:pt x="481570" y="2129092"/>
                  </a:lnTo>
                  <a:lnTo>
                    <a:pt x="481570" y="2131538"/>
                  </a:lnTo>
                  <a:lnTo>
                    <a:pt x="466036" y="2133983"/>
                  </a:lnTo>
                  <a:lnTo>
                    <a:pt x="463591" y="2131538"/>
                  </a:lnTo>
                  <a:lnTo>
                    <a:pt x="466036" y="2131538"/>
                  </a:lnTo>
                  <a:lnTo>
                    <a:pt x="466036" y="2129092"/>
                  </a:lnTo>
                  <a:lnTo>
                    <a:pt x="473803" y="2129092"/>
                  </a:lnTo>
                  <a:lnTo>
                    <a:pt x="473803" y="2126359"/>
                  </a:lnTo>
                  <a:lnTo>
                    <a:pt x="465892" y="2126359"/>
                  </a:lnTo>
                  <a:lnTo>
                    <a:pt x="463447" y="2129092"/>
                  </a:lnTo>
                  <a:lnTo>
                    <a:pt x="461001" y="2129092"/>
                  </a:lnTo>
                  <a:lnTo>
                    <a:pt x="455679" y="2126359"/>
                  </a:lnTo>
                  <a:lnTo>
                    <a:pt x="450789" y="2126359"/>
                  </a:lnTo>
                  <a:lnTo>
                    <a:pt x="448344" y="2129092"/>
                  </a:lnTo>
                  <a:lnTo>
                    <a:pt x="450789" y="2129092"/>
                  </a:lnTo>
                  <a:lnTo>
                    <a:pt x="453234" y="2131538"/>
                  </a:lnTo>
                  <a:lnTo>
                    <a:pt x="455679" y="2131538"/>
                  </a:lnTo>
                  <a:lnTo>
                    <a:pt x="455679" y="2136572"/>
                  </a:lnTo>
                  <a:lnTo>
                    <a:pt x="448344" y="2131538"/>
                  </a:lnTo>
                  <a:lnTo>
                    <a:pt x="443022" y="2131538"/>
                  </a:lnTo>
                  <a:lnTo>
                    <a:pt x="435398" y="2129092"/>
                  </a:lnTo>
                  <a:lnTo>
                    <a:pt x="417706" y="2129092"/>
                  </a:lnTo>
                  <a:lnTo>
                    <a:pt x="417706" y="2126359"/>
                  </a:lnTo>
                  <a:lnTo>
                    <a:pt x="412384" y="2126359"/>
                  </a:lnTo>
                  <a:lnTo>
                    <a:pt x="412384" y="2129092"/>
                  </a:lnTo>
                  <a:lnTo>
                    <a:pt x="409939" y="2129092"/>
                  </a:lnTo>
                  <a:lnTo>
                    <a:pt x="409939" y="2126359"/>
                  </a:lnTo>
                  <a:lnTo>
                    <a:pt x="407494" y="2126359"/>
                  </a:lnTo>
                  <a:lnTo>
                    <a:pt x="404904" y="2129092"/>
                  </a:lnTo>
                  <a:lnTo>
                    <a:pt x="397281" y="2129092"/>
                  </a:lnTo>
                  <a:lnTo>
                    <a:pt x="394692" y="2126359"/>
                  </a:lnTo>
                  <a:lnTo>
                    <a:pt x="391959" y="2126359"/>
                  </a:lnTo>
                  <a:lnTo>
                    <a:pt x="391959" y="2129092"/>
                  </a:lnTo>
                  <a:lnTo>
                    <a:pt x="384479" y="2129092"/>
                  </a:lnTo>
                  <a:lnTo>
                    <a:pt x="381747" y="2126359"/>
                  </a:lnTo>
                  <a:lnTo>
                    <a:pt x="361465" y="2126359"/>
                  </a:lnTo>
                  <a:lnTo>
                    <a:pt x="361465" y="2124777"/>
                  </a:lnTo>
                  <a:lnTo>
                    <a:pt x="358876" y="2124777"/>
                  </a:lnTo>
                  <a:lnTo>
                    <a:pt x="361465" y="2122332"/>
                  </a:lnTo>
                  <a:lnTo>
                    <a:pt x="366644" y="2122332"/>
                  </a:lnTo>
                  <a:lnTo>
                    <a:pt x="371534" y="2124777"/>
                  </a:lnTo>
                  <a:lnTo>
                    <a:pt x="371534" y="2119887"/>
                  </a:lnTo>
                  <a:lnTo>
                    <a:pt x="369089" y="2119887"/>
                  </a:lnTo>
                  <a:lnTo>
                    <a:pt x="369089" y="2117154"/>
                  </a:lnTo>
                  <a:lnTo>
                    <a:pt x="366644" y="2117154"/>
                  </a:lnTo>
                  <a:lnTo>
                    <a:pt x="366644" y="2114565"/>
                  </a:lnTo>
                  <a:lnTo>
                    <a:pt x="364198" y="2114565"/>
                  </a:lnTo>
                  <a:lnTo>
                    <a:pt x="364198" y="2112119"/>
                  </a:lnTo>
                  <a:lnTo>
                    <a:pt x="361465" y="2109674"/>
                  </a:lnTo>
                  <a:lnTo>
                    <a:pt x="361465" y="2104352"/>
                  </a:lnTo>
                  <a:lnTo>
                    <a:pt x="358876" y="2104352"/>
                  </a:lnTo>
                  <a:lnTo>
                    <a:pt x="358876" y="2094140"/>
                  </a:lnTo>
                  <a:lnTo>
                    <a:pt x="356431" y="2094140"/>
                  </a:lnTo>
                  <a:lnTo>
                    <a:pt x="356431" y="2091694"/>
                  </a:lnTo>
                  <a:lnTo>
                    <a:pt x="353986" y="2089249"/>
                  </a:lnTo>
                  <a:lnTo>
                    <a:pt x="353986" y="2081482"/>
                  </a:lnTo>
                  <a:lnTo>
                    <a:pt x="351253" y="2081482"/>
                  </a:lnTo>
                  <a:lnTo>
                    <a:pt x="351253" y="2076304"/>
                  </a:lnTo>
                  <a:lnTo>
                    <a:pt x="353986" y="2076304"/>
                  </a:lnTo>
                  <a:lnTo>
                    <a:pt x="353986" y="2068824"/>
                  </a:lnTo>
                  <a:lnTo>
                    <a:pt x="356431" y="2068824"/>
                  </a:lnTo>
                  <a:lnTo>
                    <a:pt x="356431" y="2065516"/>
                  </a:lnTo>
                  <a:lnTo>
                    <a:pt x="358876" y="2063071"/>
                  </a:lnTo>
                  <a:lnTo>
                    <a:pt x="358876" y="2058036"/>
                  </a:lnTo>
                  <a:lnTo>
                    <a:pt x="361465" y="2055303"/>
                  </a:lnTo>
                  <a:lnTo>
                    <a:pt x="361465" y="2052858"/>
                  </a:lnTo>
                  <a:lnTo>
                    <a:pt x="364198" y="2052858"/>
                  </a:lnTo>
                  <a:lnTo>
                    <a:pt x="361465" y="2050269"/>
                  </a:lnTo>
                  <a:lnTo>
                    <a:pt x="358876" y="2047824"/>
                  </a:lnTo>
                  <a:lnTo>
                    <a:pt x="361465" y="2047824"/>
                  </a:lnTo>
                  <a:lnTo>
                    <a:pt x="361465" y="2045378"/>
                  </a:lnTo>
                  <a:lnTo>
                    <a:pt x="358876" y="2045378"/>
                  </a:lnTo>
                  <a:lnTo>
                    <a:pt x="361465" y="2042645"/>
                  </a:lnTo>
                  <a:lnTo>
                    <a:pt x="358876" y="2040056"/>
                  </a:lnTo>
                  <a:lnTo>
                    <a:pt x="364198" y="2040056"/>
                  </a:lnTo>
                  <a:lnTo>
                    <a:pt x="364198" y="2036892"/>
                  </a:lnTo>
                  <a:lnTo>
                    <a:pt x="358876" y="2036892"/>
                  </a:lnTo>
                  <a:lnTo>
                    <a:pt x="358876" y="2034447"/>
                  </a:lnTo>
                  <a:lnTo>
                    <a:pt x="364198" y="2034447"/>
                  </a:lnTo>
                  <a:lnTo>
                    <a:pt x="369089" y="2036892"/>
                  </a:lnTo>
                  <a:lnTo>
                    <a:pt x="369089" y="2034447"/>
                  </a:lnTo>
                  <a:lnTo>
                    <a:pt x="366644" y="2031714"/>
                  </a:lnTo>
                  <a:lnTo>
                    <a:pt x="364198" y="2031714"/>
                  </a:lnTo>
                  <a:lnTo>
                    <a:pt x="361465" y="2029125"/>
                  </a:lnTo>
                  <a:lnTo>
                    <a:pt x="358876" y="2029125"/>
                  </a:lnTo>
                  <a:lnTo>
                    <a:pt x="356431" y="2026680"/>
                  </a:lnTo>
                  <a:lnTo>
                    <a:pt x="353986" y="2026680"/>
                  </a:lnTo>
                  <a:lnTo>
                    <a:pt x="353986" y="2024234"/>
                  </a:lnTo>
                  <a:lnTo>
                    <a:pt x="351253" y="2024234"/>
                  </a:lnTo>
                  <a:lnTo>
                    <a:pt x="351253" y="2021501"/>
                  </a:lnTo>
                  <a:lnTo>
                    <a:pt x="343773" y="2021501"/>
                  </a:lnTo>
                  <a:lnTo>
                    <a:pt x="341040" y="2018912"/>
                  </a:lnTo>
                  <a:lnTo>
                    <a:pt x="341040" y="2016467"/>
                  </a:lnTo>
                  <a:lnTo>
                    <a:pt x="338451" y="2016467"/>
                  </a:lnTo>
                  <a:lnTo>
                    <a:pt x="338451" y="2014022"/>
                  </a:lnTo>
                  <a:lnTo>
                    <a:pt x="336006" y="2014022"/>
                  </a:lnTo>
                  <a:lnTo>
                    <a:pt x="330972" y="2011289"/>
                  </a:lnTo>
                  <a:lnTo>
                    <a:pt x="330972" y="2014022"/>
                  </a:lnTo>
                  <a:lnTo>
                    <a:pt x="323348" y="2014022"/>
                  </a:lnTo>
                  <a:lnTo>
                    <a:pt x="315581" y="2011289"/>
                  </a:lnTo>
                  <a:lnTo>
                    <a:pt x="311554" y="2011289"/>
                  </a:lnTo>
                  <a:lnTo>
                    <a:pt x="311554" y="2008844"/>
                  </a:lnTo>
                  <a:lnTo>
                    <a:pt x="306375" y="2006398"/>
                  </a:lnTo>
                  <a:lnTo>
                    <a:pt x="306375" y="2008844"/>
                  </a:lnTo>
                  <a:lnTo>
                    <a:pt x="298608" y="2011433"/>
                  </a:lnTo>
                  <a:lnTo>
                    <a:pt x="296163" y="2008844"/>
                  </a:lnTo>
                  <a:lnTo>
                    <a:pt x="293718" y="2008844"/>
                  </a:lnTo>
                  <a:lnTo>
                    <a:pt x="291272" y="2006398"/>
                  </a:lnTo>
                  <a:lnTo>
                    <a:pt x="283505" y="2006398"/>
                  </a:lnTo>
                  <a:lnTo>
                    <a:pt x="283505" y="2003953"/>
                  </a:lnTo>
                  <a:lnTo>
                    <a:pt x="281060" y="2003953"/>
                  </a:lnTo>
                  <a:lnTo>
                    <a:pt x="281060" y="2001220"/>
                  </a:lnTo>
                  <a:lnTo>
                    <a:pt x="275738" y="2001220"/>
                  </a:lnTo>
                  <a:lnTo>
                    <a:pt x="273292" y="1998631"/>
                  </a:lnTo>
                  <a:lnTo>
                    <a:pt x="265525" y="1996186"/>
                  </a:lnTo>
                  <a:lnTo>
                    <a:pt x="263080" y="1993741"/>
                  </a:lnTo>
                  <a:lnTo>
                    <a:pt x="263080" y="1991008"/>
                  </a:lnTo>
                  <a:lnTo>
                    <a:pt x="258046" y="1988419"/>
                  </a:lnTo>
                  <a:lnTo>
                    <a:pt x="255313" y="1988419"/>
                  </a:lnTo>
                  <a:lnTo>
                    <a:pt x="255313" y="1985973"/>
                  </a:lnTo>
                  <a:lnTo>
                    <a:pt x="250422" y="1980795"/>
                  </a:lnTo>
                  <a:lnTo>
                    <a:pt x="245100" y="1978206"/>
                  </a:lnTo>
                  <a:lnTo>
                    <a:pt x="242655" y="1975761"/>
                  </a:lnTo>
                  <a:lnTo>
                    <a:pt x="240210" y="1970583"/>
                  </a:lnTo>
                  <a:lnTo>
                    <a:pt x="240210" y="1968137"/>
                  </a:lnTo>
                  <a:lnTo>
                    <a:pt x="242655" y="1965548"/>
                  </a:lnTo>
                  <a:lnTo>
                    <a:pt x="245100" y="1968137"/>
                  </a:lnTo>
                  <a:lnTo>
                    <a:pt x="245100" y="1966411"/>
                  </a:lnTo>
                  <a:lnTo>
                    <a:pt x="242655" y="1963966"/>
                  </a:lnTo>
                  <a:lnTo>
                    <a:pt x="242655" y="1961521"/>
                  </a:lnTo>
                  <a:lnTo>
                    <a:pt x="245100" y="1963966"/>
                  </a:lnTo>
                  <a:lnTo>
                    <a:pt x="245100" y="1958788"/>
                  </a:lnTo>
                  <a:lnTo>
                    <a:pt x="242655" y="1956199"/>
                  </a:lnTo>
                  <a:lnTo>
                    <a:pt x="237621" y="1953754"/>
                  </a:lnTo>
                  <a:lnTo>
                    <a:pt x="237621" y="1955768"/>
                  </a:lnTo>
                  <a:lnTo>
                    <a:pt x="239634" y="1955768"/>
                  </a:lnTo>
                  <a:lnTo>
                    <a:pt x="239634" y="1958213"/>
                  </a:lnTo>
                  <a:lnTo>
                    <a:pt x="237189" y="1958213"/>
                  </a:lnTo>
                  <a:lnTo>
                    <a:pt x="237189" y="1956199"/>
                  </a:lnTo>
                  <a:lnTo>
                    <a:pt x="234888" y="1956199"/>
                  </a:lnTo>
                  <a:lnTo>
                    <a:pt x="234888" y="1953754"/>
                  </a:lnTo>
                  <a:lnTo>
                    <a:pt x="232443" y="1953754"/>
                  </a:lnTo>
                  <a:lnTo>
                    <a:pt x="232443" y="1948719"/>
                  </a:lnTo>
                  <a:lnTo>
                    <a:pt x="234888" y="1951452"/>
                  </a:lnTo>
                  <a:lnTo>
                    <a:pt x="234888" y="1941240"/>
                  </a:lnTo>
                  <a:lnTo>
                    <a:pt x="229997" y="1938507"/>
                  </a:lnTo>
                  <a:lnTo>
                    <a:pt x="229997" y="1935918"/>
                  </a:lnTo>
                  <a:lnTo>
                    <a:pt x="224675" y="1931027"/>
                  </a:lnTo>
                  <a:lnTo>
                    <a:pt x="224675" y="1928294"/>
                  </a:lnTo>
                  <a:lnTo>
                    <a:pt x="222230" y="1928294"/>
                  </a:lnTo>
                  <a:lnTo>
                    <a:pt x="222230" y="1910602"/>
                  </a:lnTo>
                  <a:lnTo>
                    <a:pt x="224675" y="1910602"/>
                  </a:lnTo>
                  <a:lnTo>
                    <a:pt x="234888" y="1913047"/>
                  </a:lnTo>
                  <a:lnTo>
                    <a:pt x="265525" y="1918082"/>
                  </a:lnTo>
                  <a:lnTo>
                    <a:pt x="270847" y="1920815"/>
                  </a:lnTo>
                  <a:lnTo>
                    <a:pt x="296163" y="1925705"/>
                  </a:lnTo>
                  <a:lnTo>
                    <a:pt x="303930" y="1928294"/>
                  </a:lnTo>
                  <a:lnTo>
                    <a:pt x="318314" y="1931027"/>
                  </a:lnTo>
                  <a:lnTo>
                    <a:pt x="323636" y="1933472"/>
                  </a:lnTo>
                  <a:lnTo>
                    <a:pt x="369376" y="1941240"/>
                  </a:lnTo>
                  <a:lnTo>
                    <a:pt x="374698" y="1941240"/>
                  </a:lnTo>
                  <a:lnTo>
                    <a:pt x="384767" y="1943685"/>
                  </a:lnTo>
                  <a:lnTo>
                    <a:pt x="384767" y="1966555"/>
                  </a:lnTo>
                  <a:lnTo>
                    <a:pt x="389802" y="1966555"/>
                  </a:lnTo>
                  <a:lnTo>
                    <a:pt x="392247" y="1969144"/>
                  </a:lnTo>
                  <a:lnTo>
                    <a:pt x="394980" y="1969144"/>
                  </a:lnTo>
                  <a:lnTo>
                    <a:pt x="400014" y="1946130"/>
                  </a:lnTo>
                  <a:lnTo>
                    <a:pt x="412672" y="1948719"/>
                  </a:lnTo>
                  <a:lnTo>
                    <a:pt x="420439" y="1948719"/>
                  </a:lnTo>
                  <a:lnTo>
                    <a:pt x="435686" y="1953897"/>
                  </a:lnTo>
                  <a:lnTo>
                    <a:pt x="438419" y="1953897"/>
                  </a:lnTo>
                  <a:lnTo>
                    <a:pt x="455967" y="1956343"/>
                  </a:lnTo>
                  <a:lnTo>
                    <a:pt x="476392" y="1961665"/>
                  </a:lnTo>
                  <a:lnTo>
                    <a:pt x="479125" y="1961665"/>
                  </a:lnTo>
                  <a:lnTo>
                    <a:pt x="496817" y="1964110"/>
                  </a:lnTo>
                  <a:lnTo>
                    <a:pt x="507030" y="1966555"/>
                  </a:lnTo>
                  <a:lnTo>
                    <a:pt x="525009" y="1969144"/>
                  </a:lnTo>
                  <a:lnTo>
                    <a:pt x="545434" y="1971590"/>
                  </a:lnTo>
                  <a:lnTo>
                    <a:pt x="550325" y="1938507"/>
                  </a:lnTo>
                  <a:lnTo>
                    <a:pt x="550325" y="1928294"/>
                  </a:lnTo>
                  <a:lnTo>
                    <a:pt x="555647" y="1895068"/>
                  </a:lnTo>
                  <a:lnTo>
                    <a:pt x="558092" y="1887444"/>
                  </a:lnTo>
                  <a:lnTo>
                    <a:pt x="558092" y="1879964"/>
                  </a:lnTo>
                  <a:lnTo>
                    <a:pt x="563127" y="1851197"/>
                  </a:lnTo>
                  <a:lnTo>
                    <a:pt x="563127" y="1848752"/>
                  </a:lnTo>
                  <a:lnTo>
                    <a:pt x="565859" y="1838539"/>
                  </a:lnTo>
                  <a:lnTo>
                    <a:pt x="568305" y="1825881"/>
                  </a:lnTo>
                  <a:lnTo>
                    <a:pt x="570750" y="1812936"/>
                  </a:lnTo>
                  <a:lnTo>
                    <a:pt x="570750" y="1800278"/>
                  </a:lnTo>
                  <a:lnTo>
                    <a:pt x="573339" y="1797689"/>
                  </a:lnTo>
                  <a:lnTo>
                    <a:pt x="573339" y="1787477"/>
                  </a:lnTo>
                  <a:lnTo>
                    <a:pt x="576072" y="1777264"/>
                  </a:lnTo>
                  <a:lnTo>
                    <a:pt x="578517" y="1754394"/>
                  </a:lnTo>
                  <a:lnTo>
                    <a:pt x="580962" y="1749216"/>
                  </a:lnTo>
                  <a:lnTo>
                    <a:pt x="580962" y="1746627"/>
                  </a:lnTo>
                  <a:lnTo>
                    <a:pt x="583552" y="1732243"/>
                  </a:lnTo>
                  <a:lnTo>
                    <a:pt x="588730" y="1696427"/>
                  </a:lnTo>
                  <a:lnTo>
                    <a:pt x="591175" y="1691393"/>
                  </a:lnTo>
                  <a:lnTo>
                    <a:pt x="593764" y="1662625"/>
                  </a:lnTo>
                  <a:lnTo>
                    <a:pt x="596497" y="1649967"/>
                  </a:lnTo>
                  <a:lnTo>
                    <a:pt x="596497" y="1644789"/>
                  </a:lnTo>
                  <a:lnTo>
                    <a:pt x="598942" y="1637310"/>
                  </a:lnTo>
                  <a:lnTo>
                    <a:pt x="598942" y="1631556"/>
                  </a:lnTo>
                  <a:lnTo>
                    <a:pt x="601387" y="1626522"/>
                  </a:lnTo>
                  <a:lnTo>
                    <a:pt x="601387" y="1613864"/>
                  </a:lnTo>
                  <a:lnTo>
                    <a:pt x="603977" y="1611131"/>
                  </a:lnTo>
                  <a:lnTo>
                    <a:pt x="606710" y="1585672"/>
                  </a:lnTo>
                  <a:lnTo>
                    <a:pt x="609155" y="1585672"/>
                  </a:lnTo>
                  <a:lnTo>
                    <a:pt x="609155" y="1583226"/>
                  </a:lnTo>
                  <a:lnTo>
                    <a:pt x="614189" y="1583226"/>
                  </a:lnTo>
                  <a:lnTo>
                    <a:pt x="614189" y="1585672"/>
                  </a:lnTo>
                  <a:lnTo>
                    <a:pt x="616922" y="1588117"/>
                  </a:lnTo>
                  <a:lnTo>
                    <a:pt x="611600" y="1590706"/>
                  </a:lnTo>
                  <a:lnTo>
                    <a:pt x="611600" y="1595884"/>
                  </a:lnTo>
                  <a:lnTo>
                    <a:pt x="621812" y="1606097"/>
                  </a:lnTo>
                  <a:lnTo>
                    <a:pt x="621812" y="1611131"/>
                  </a:lnTo>
                  <a:lnTo>
                    <a:pt x="629580" y="1608542"/>
                  </a:lnTo>
                  <a:lnTo>
                    <a:pt x="629580" y="1611706"/>
                  </a:lnTo>
                  <a:lnTo>
                    <a:pt x="634470" y="1611706"/>
                  </a:lnTo>
                  <a:lnTo>
                    <a:pt x="629580" y="1614439"/>
                  </a:lnTo>
                  <a:lnTo>
                    <a:pt x="632025" y="1616885"/>
                  </a:lnTo>
                  <a:lnTo>
                    <a:pt x="632025" y="1621919"/>
                  </a:lnTo>
                  <a:lnTo>
                    <a:pt x="637059" y="1621919"/>
                  </a:lnTo>
                  <a:lnTo>
                    <a:pt x="639792" y="1624364"/>
                  </a:lnTo>
                  <a:lnTo>
                    <a:pt x="634470" y="1627097"/>
                  </a:lnTo>
                  <a:lnTo>
                    <a:pt x="632025" y="1637310"/>
                  </a:lnTo>
                  <a:lnTo>
                    <a:pt x="634327" y="1637310"/>
                  </a:lnTo>
                  <a:lnTo>
                    <a:pt x="636915" y="1634577"/>
                  </a:lnTo>
                  <a:lnTo>
                    <a:pt x="639648" y="1637310"/>
                  </a:lnTo>
                  <a:lnTo>
                    <a:pt x="639648" y="1634864"/>
                  </a:lnTo>
                  <a:lnTo>
                    <a:pt x="642094" y="1634864"/>
                  </a:lnTo>
                  <a:lnTo>
                    <a:pt x="644539" y="1637597"/>
                  </a:lnTo>
                  <a:lnTo>
                    <a:pt x="647128" y="1642632"/>
                  </a:lnTo>
                  <a:lnTo>
                    <a:pt x="647128" y="1652700"/>
                  </a:lnTo>
                  <a:lnTo>
                    <a:pt x="644539" y="1655289"/>
                  </a:lnTo>
                  <a:lnTo>
                    <a:pt x="644539" y="1658022"/>
                  </a:lnTo>
                  <a:lnTo>
                    <a:pt x="642094" y="1660467"/>
                  </a:lnTo>
                  <a:lnTo>
                    <a:pt x="642094" y="1673125"/>
                  </a:lnTo>
                  <a:lnTo>
                    <a:pt x="644539" y="1688660"/>
                  </a:lnTo>
                  <a:lnTo>
                    <a:pt x="644539" y="1696139"/>
                  </a:lnTo>
                  <a:lnTo>
                    <a:pt x="647128" y="1693550"/>
                  </a:lnTo>
                  <a:lnTo>
                    <a:pt x="649861" y="1693550"/>
                  </a:lnTo>
                  <a:lnTo>
                    <a:pt x="649861" y="1696139"/>
                  </a:lnTo>
                  <a:lnTo>
                    <a:pt x="647128" y="1696139"/>
                  </a:lnTo>
                  <a:lnTo>
                    <a:pt x="647128" y="1698872"/>
                  </a:lnTo>
                  <a:lnTo>
                    <a:pt x="649861" y="1701317"/>
                  </a:lnTo>
                  <a:lnTo>
                    <a:pt x="647128" y="1703763"/>
                  </a:lnTo>
                  <a:lnTo>
                    <a:pt x="647128" y="1708797"/>
                  </a:lnTo>
                  <a:lnTo>
                    <a:pt x="644539" y="1711530"/>
                  </a:lnTo>
                  <a:lnTo>
                    <a:pt x="647128" y="1713975"/>
                  </a:lnTo>
                  <a:lnTo>
                    <a:pt x="649861" y="1719010"/>
                  </a:lnTo>
                  <a:lnTo>
                    <a:pt x="649861" y="1721455"/>
                  </a:lnTo>
                  <a:lnTo>
                    <a:pt x="647416" y="1721455"/>
                  </a:lnTo>
                  <a:lnTo>
                    <a:pt x="647416" y="1723900"/>
                  </a:lnTo>
                  <a:lnTo>
                    <a:pt x="649861" y="1721455"/>
                  </a:lnTo>
                  <a:lnTo>
                    <a:pt x="652306" y="1719010"/>
                  </a:lnTo>
                  <a:lnTo>
                    <a:pt x="654752" y="1716564"/>
                  </a:lnTo>
                  <a:lnTo>
                    <a:pt x="654752" y="1721743"/>
                  </a:lnTo>
                  <a:lnTo>
                    <a:pt x="652306" y="1721743"/>
                  </a:lnTo>
                  <a:lnTo>
                    <a:pt x="652306" y="1726777"/>
                  </a:lnTo>
                  <a:lnTo>
                    <a:pt x="649861" y="1726777"/>
                  </a:lnTo>
                  <a:lnTo>
                    <a:pt x="649861" y="1729222"/>
                  </a:lnTo>
                  <a:lnTo>
                    <a:pt x="647128" y="1731955"/>
                  </a:lnTo>
                  <a:lnTo>
                    <a:pt x="647128" y="1742168"/>
                  </a:lnTo>
                  <a:lnTo>
                    <a:pt x="649861" y="1744613"/>
                  </a:lnTo>
                  <a:lnTo>
                    <a:pt x="647128" y="1747058"/>
                  </a:lnTo>
                  <a:lnTo>
                    <a:pt x="649861" y="1747058"/>
                  </a:lnTo>
                  <a:lnTo>
                    <a:pt x="649861" y="1749647"/>
                  </a:lnTo>
                  <a:lnTo>
                    <a:pt x="647128" y="1749647"/>
                  </a:lnTo>
                  <a:lnTo>
                    <a:pt x="647128" y="1752380"/>
                  </a:lnTo>
                  <a:lnTo>
                    <a:pt x="649861" y="1754825"/>
                  </a:lnTo>
                  <a:lnTo>
                    <a:pt x="654752" y="1752380"/>
                  </a:lnTo>
                  <a:lnTo>
                    <a:pt x="654752" y="1754106"/>
                  </a:lnTo>
                  <a:lnTo>
                    <a:pt x="657340" y="1756551"/>
                  </a:lnTo>
                  <a:lnTo>
                    <a:pt x="657340" y="1764319"/>
                  </a:lnTo>
                  <a:lnTo>
                    <a:pt x="660073" y="1761873"/>
                  </a:lnTo>
                  <a:lnTo>
                    <a:pt x="662519" y="1766764"/>
                  </a:lnTo>
                  <a:lnTo>
                    <a:pt x="667553" y="1766764"/>
                  </a:lnTo>
                  <a:lnTo>
                    <a:pt x="667553" y="1765038"/>
                  </a:lnTo>
                  <a:lnTo>
                    <a:pt x="662519" y="1759860"/>
                  </a:lnTo>
                  <a:lnTo>
                    <a:pt x="662519" y="1757271"/>
                  </a:lnTo>
                  <a:lnTo>
                    <a:pt x="664964" y="1754825"/>
                  </a:lnTo>
                  <a:lnTo>
                    <a:pt x="664964" y="1752380"/>
                  </a:lnTo>
                  <a:lnTo>
                    <a:pt x="667553" y="1754825"/>
                  </a:lnTo>
                  <a:lnTo>
                    <a:pt x="667553" y="1757271"/>
                  </a:lnTo>
                  <a:lnTo>
                    <a:pt x="670286" y="1757271"/>
                  </a:lnTo>
                  <a:lnTo>
                    <a:pt x="670286" y="1754825"/>
                  </a:lnTo>
                  <a:lnTo>
                    <a:pt x="672731" y="1752380"/>
                  </a:lnTo>
                  <a:lnTo>
                    <a:pt x="672731" y="1749216"/>
                  </a:lnTo>
                  <a:lnTo>
                    <a:pt x="675177" y="1749216"/>
                  </a:lnTo>
                  <a:lnTo>
                    <a:pt x="680498" y="1746627"/>
                  </a:lnTo>
                  <a:lnTo>
                    <a:pt x="680498" y="1744181"/>
                  </a:lnTo>
                  <a:lnTo>
                    <a:pt x="685389" y="1746627"/>
                  </a:lnTo>
                  <a:lnTo>
                    <a:pt x="687978" y="1746627"/>
                  </a:lnTo>
                  <a:lnTo>
                    <a:pt x="687978" y="1744181"/>
                  </a:lnTo>
                  <a:lnTo>
                    <a:pt x="685389" y="1741736"/>
                  </a:lnTo>
                  <a:lnTo>
                    <a:pt x="680498" y="1739003"/>
                  </a:lnTo>
                  <a:lnTo>
                    <a:pt x="680498" y="1733969"/>
                  </a:lnTo>
                  <a:lnTo>
                    <a:pt x="685389" y="1736414"/>
                  </a:lnTo>
                  <a:lnTo>
                    <a:pt x="690711" y="1733969"/>
                  </a:lnTo>
                  <a:lnTo>
                    <a:pt x="690711" y="1731524"/>
                  </a:lnTo>
                  <a:lnTo>
                    <a:pt x="687978" y="1728791"/>
                  </a:lnTo>
                  <a:lnTo>
                    <a:pt x="685389" y="1728791"/>
                  </a:lnTo>
                  <a:lnTo>
                    <a:pt x="685389" y="1721311"/>
                  </a:lnTo>
                  <a:lnTo>
                    <a:pt x="680498" y="1721311"/>
                  </a:lnTo>
                  <a:lnTo>
                    <a:pt x="680498" y="1718578"/>
                  </a:lnTo>
                  <a:lnTo>
                    <a:pt x="677765" y="1716133"/>
                  </a:lnTo>
                  <a:lnTo>
                    <a:pt x="677765" y="1700886"/>
                  </a:lnTo>
                  <a:lnTo>
                    <a:pt x="675177" y="1698441"/>
                  </a:lnTo>
                  <a:lnTo>
                    <a:pt x="675177" y="1678016"/>
                  </a:lnTo>
                  <a:lnTo>
                    <a:pt x="677765" y="1680461"/>
                  </a:lnTo>
                  <a:lnTo>
                    <a:pt x="677765" y="1672118"/>
                  </a:lnTo>
                  <a:lnTo>
                    <a:pt x="675177" y="1669673"/>
                  </a:lnTo>
                  <a:lnTo>
                    <a:pt x="677765" y="1669673"/>
                  </a:lnTo>
                  <a:lnTo>
                    <a:pt x="677765" y="1667228"/>
                  </a:lnTo>
                  <a:lnTo>
                    <a:pt x="675177" y="1661906"/>
                  </a:lnTo>
                  <a:lnTo>
                    <a:pt x="677765" y="1659461"/>
                  </a:lnTo>
                  <a:lnTo>
                    <a:pt x="680498" y="1659461"/>
                  </a:lnTo>
                  <a:lnTo>
                    <a:pt x="675177" y="1654282"/>
                  </a:lnTo>
                  <a:lnTo>
                    <a:pt x="672731" y="1651693"/>
                  </a:lnTo>
                  <a:lnTo>
                    <a:pt x="672731" y="1647091"/>
                  </a:lnTo>
                  <a:lnTo>
                    <a:pt x="675177" y="1649536"/>
                  </a:lnTo>
                  <a:lnTo>
                    <a:pt x="677765" y="1649536"/>
                  </a:lnTo>
                  <a:lnTo>
                    <a:pt x="677765" y="1639323"/>
                  </a:lnTo>
                  <a:lnTo>
                    <a:pt x="675177" y="1636878"/>
                  </a:lnTo>
                  <a:lnTo>
                    <a:pt x="672731" y="1634145"/>
                  </a:lnTo>
                  <a:lnTo>
                    <a:pt x="672731" y="1631700"/>
                  </a:lnTo>
                  <a:lnTo>
                    <a:pt x="675177" y="1634145"/>
                  </a:lnTo>
                  <a:lnTo>
                    <a:pt x="675177" y="1623933"/>
                  </a:lnTo>
                  <a:lnTo>
                    <a:pt x="672731" y="1618898"/>
                  </a:lnTo>
                  <a:lnTo>
                    <a:pt x="675177" y="1618898"/>
                  </a:lnTo>
                  <a:lnTo>
                    <a:pt x="675177" y="1614008"/>
                  </a:lnTo>
                  <a:lnTo>
                    <a:pt x="672731" y="1606240"/>
                  </a:lnTo>
                  <a:lnTo>
                    <a:pt x="675177" y="1606240"/>
                  </a:lnTo>
                  <a:lnTo>
                    <a:pt x="675177" y="1601062"/>
                  </a:lnTo>
                  <a:lnTo>
                    <a:pt x="672731" y="1601062"/>
                  </a:lnTo>
                  <a:lnTo>
                    <a:pt x="675177" y="1598473"/>
                  </a:lnTo>
                  <a:lnTo>
                    <a:pt x="675177" y="1580637"/>
                  </a:lnTo>
                  <a:lnTo>
                    <a:pt x="672731" y="1578048"/>
                  </a:lnTo>
                  <a:lnTo>
                    <a:pt x="677765" y="1578048"/>
                  </a:lnTo>
                  <a:lnTo>
                    <a:pt x="675177" y="1575603"/>
                  </a:lnTo>
                  <a:lnTo>
                    <a:pt x="672731" y="1570425"/>
                  </a:lnTo>
                  <a:lnTo>
                    <a:pt x="672731" y="1562945"/>
                  </a:lnTo>
                  <a:lnTo>
                    <a:pt x="675177" y="1560212"/>
                  </a:lnTo>
                  <a:lnTo>
                    <a:pt x="675177" y="1557623"/>
                  </a:lnTo>
                  <a:lnTo>
                    <a:pt x="680355" y="1557623"/>
                  </a:lnTo>
                  <a:lnTo>
                    <a:pt x="682800" y="1560212"/>
                  </a:lnTo>
                  <a:lnTo>
                    <a:pt x="690567" y="1560212"/>
                  </a:lnTo>
                  <a:lnTo>
                    <a:pt x="680355" y="1550000"/>
                  </a:lnTo>
                  <a:lnTo>
                    <a:pt x="682800" y="1547554"/>
                  </a:lnTo>
                  <a:lnTo>
                    <a:pt x="680355" y="1542520"/>
                  </a:lnTo>
                  <a:lnTo>
                    <a:pt x="685245" y="1542520"/>
                  </a:lnTo>
                  <a:lnTo>
                    <a:pt x="685245" y="1539787"/>
                  </a:lnTo>
                  <a:close/>
                  <a:moveTo>
                    <a:pt x="948470" y="1529863"/>
                  </a:moveTo>
                  <a:lnTo>
                    <a:pt x="951059" y="1529863"/>
                  </a:lnTo>
                  <a:lnTo>
                    <a:pt x="958682" y="1532596"/>
                  </a:lnTo>
                  <a:lnTo>
                    <a:pt x="961128" y="1529863"/>
                  </a:lnTo>
                  <a:lnTo>
                    <a:pt x="963717" y="1537630"/>
                  </a:lnTo>
                  <a:lnTo>
                    <a:pt x="968895" y="1542808"/>
                  </a:lnTo>
                  <a:lnTo>
                    <a:pt x="971340" y="1550288"/>
                  </a:lnTo>
                  <a:lnTo>
                    <a:pt x="976662" y="1553021"/>
                  </a:lnTo>
                  <a:lnTo>
                    <a:pt x="976662" y="1555466"/>
                  </a:lnTo>
                  <a:lnTo>
                    <a:pt x="979107" y="1557912"/>
                  </a:lnTo>
                  <a:lnTo>
                    <a:pt x="981553" y="1563233"/>
                  </a:lnTo>
                  <a:lnTo>
                    <a:pt x="979107" y="1563233"/>
                  </a:lnTo>
                  <a:lnTo>
                    <a:pt x="981553" y="1568124"/>
                  </a:lnTo>
                  <a:lnTo>
                    <a:pt x="981553" y="1570713"/>
                  </a:lnTo>
                  <a:lnTo>
                    <a:pt x="979107" y="1568124"/>
                  </a:lnTo>
                  <a:lnTo>
                    <a:pt x="976662" y="1568124"/>
                  </a:lnTo>
                  <a:lnTo>
                    <a:pt x="973929" y="1570713"/>
                  </a:lnTo>
                  <a:lnTo>
                    <a:pt x="971340" y="1573446"/>
                  </a:lnTo>
                  <a:lnTo>
                    <a:pt x="968895" y="1573446"/>
                  </a:lnTo>
                  <a:lnTo>
                    <a:pt x="966450" y="1575891"/>
                  </a:lnTo>
                  <a:lnTo>
                    <a:pt x="958682" y="1570713"/>
                  </a:lnTo>
                  <a:lnTo>
                    <a:pt x="953504" y="1570713"/>
                  </a:lnTo>
                  <a:lnTo>
                    <a:pt x="956237" y="1565679"/>
                  </a:lnTo>
                  <a:lnTo>
                    <a:pt x="951059" y="1568124"/>
                  </a:lnTo>
                  <a:lnTo>
                    <a:pt x="946025" y="1563233"/>
                  </a:lnTo>
                  <a:lnTo>
                    <a:pt x="946025" y="1555466"/>
                  </a:lnTo>
                  <a:lnTo>
                    <a:pt x="943292" y="1555466"/>
                  </a:lnTo>
                  <a:lnTo>
                    <a:pt x="940846" y="1553021"/>
                  </a:lnTo>
                  <a:lnTo>
                    <a:pt x="938257" y="1553021"/>
                  </a:lnTo>
                  <a:lnTo>
                    <a:pt x="938257" y="1550288"/>
                  </a:lnTo>
                  <a:lnTo>
                    <a:pt x="935812" y="1550288"/>
                  </a:lnTo>
                  <a:lnTo>
                    <a:pt x="935812" y="1547843"/>
                  </a:lnTo>
                  <a:lnTo>
                    <a:pt x="933079" y="1545254"/>
                  </a:lnTo>
                  <a:lnTo>
                    <a:pt x="933079" y="1542808"/>
                  </a:lnTo>
                  <a:lnTo>
                    <a:pt x="938257" y="1542808"/>
                  </a:lnTo>
                  <a:lnTo>
                    <a:pt x="938257" y="1540075"/>
                  </a:lnTo>
                  <a:lnTo>
                    <a:pt x="940846" y="1537630"/>
                  </a:lnTo>
                  <a:lnTo>
                    <a:pt x="943292" y="1537630"/>
                  </a:lnTo>
                  <a:lnTo>
                    <a:pt x="948470" y="1535041"/>
                  </a:lnTo>
                  <a:close/>
                  <a:moveTo>
                    <a:pt x="1030169" y="1501958"/>
                  </a:moveTo>
                  <a:lnTo>
                    <a:pt x="1032614" y="1501958"/>
                  </a:lnTo>
                  <a:lnTo>
                    <a:pt x="1035203" y="1501958"/>
                  </a:lnTo>
                  <a:lnTo>
                    <a:pt x="1035204" y="1501958"/>
                  </a:lnTo>
                  <a:lnTo>
                    <a:pt x="1040382" y="1501958"/>
                  </a:lnTo>
                  <a:lnTo>
                    <a:pt x="1042827" y="1501958"/>
                  </a:lnTo>
                  <a:lnTo>
                    <a:pt x="1042827" y="1504403"/>
                  </a:lnTo>
                  <a:lnTo>
                    <a:pt x="1037649" y="1504403"/>
                  </a:lnTo>
                  <a:lnTo>
                    <a:pt x="1035203" y="1504403"/>
                  </a:lnTo>
                  <a:lnTo>
                    <a:pt x="1032614" y="1504403"/>
                  </a:lnTo>
                  <a:lnTo>
                    <a:pt x="1030169" y="1504403"/>
                  </a:lnTo>
                  <a:close/>
                  <a:moveTo>
                    <a:pt x="765076" y="1494191"/>
                  </a:moveTo>
                  <a:lnTo>
                    <a:pt x="765076" y="1496780"/>
                  </a:lnTo>
                  <a:lnTo>
                    <a:pt x="769966" y="1496780"/>
                  </a:lnTo>
                  <a:lnTo>
                    <a:pt x="772411" y="1496780"/>
                  </a:lnTo>
                  <a:lnTo>
                    <a:pt x="782624" y="1496780"/>
                  </a:lnTo>
                  <a:lnTo>
                    <a:pt x="787946" y="1494191"/>
                  </a:lnTo>
                  <a:lnTo>
                    <a:pt x="795426" y="1494191"/>
                  </a:lnTo>
                  <a:lnTo>
                    <a:pt x="800604" y="1496780"/>
                  </a:lnTo>
                  <a:lnTo>
                    <a:pt x="803049" y="1496780"/>
                  </a:lnTo>
                  <a:lnTo>
                    <a:pt x="805638" y="1499513"/>
                  </a:lnTo>
                  <a:lnTo>
                    <a:pt x="805638" y="1501958"/>
                  </a:lnTo>
                  <a:lnTo>
                    <a:pt x="805638" y="1504403"/>
                  </a:lnTo>
                  <a:lnTo>
                    <a:pt x="813262" y="1509725"/>
                  </a:lnTo>
                  <a:lnTo>
                    <a:pt x="815851" y="1514616"/>
                  </a:lnTo>
                  <a:lnTo>
                    <a:pt x="818584" y="1517205"/>
                  </a:lnTo>
                  <a:lnTo>
                    <a:pt x="821029" y="1519938"/>
                  </a:lnTo>
                  <a:lnTo>
                    <a:pt x="826063" y="1522383"/>
                  </a:lnTo>
                  <a:lnTo>
                    <a:pt x="826063" y="1527418"/>
                  </a:lnTo>
                  <a:lnTo>
                    <a:pt x="823474" y="1535041"/>
                  </a:lnTo>
                  <a:lnTo>
                    <a:pt x="823474" y="1537630"/>
                  </a:lnTo>
                  <a:lnTo>
                    <a:pt x="821029" y="1542808"/>
                  </a:lnTo>
                  <a:lnTo>
                    <a:pt x="821029" y="1545253"/>
                  </a:lnTo>
                  <a:lnTo>
                    <a:pt x="821029" y="1547843"/>
                  </a:lnTo>
                  <a:lnTo>
                    <a:pt x="821029" y="1555466"/>
                  </a:lnTo>
                  <a:lnTo>
                    <a:pt x="821029" y="1557911"/>
                  </a:lnTo>
                  <a:lnTo>
                    <a:pt x="818584" y="1557911"/>
                  </a:lnTo>
                  <a:lnTo>
                    <a:pt x="815851" y="1565678"/>
                  </a:lnTo>
                  <a:lnTo>
                    <a:pt x="813262" y="1568124"/>
                  </a:lnTo>
                  <a:lnTo>
                    <a:pt x="813262" y="1570713"/>
                  </a:lnTo>
                  <a:lnTo>
                    <a:pt x="808371" y="1573446"/>
                  </a:lnTo>
                  <a:lnTo>
                    <a:pt x="808371" y="1575891"/>
                  </a:lnTo>
                  <a:lnTo>
                    <a:pt x="810816" y="1575891"/>
                  </a:lnTo>
                  <a:lnTo>
                    <a:pt x="810816" y="1578336"/>
                  </a:lnTo>
                  <a:lnTo>
                    <a:pt x="808371" y="1578336"/>
                  </a:lnTo>
                  <a:lnTo>
                    <a:pt x="805638" y="1578336"/>
                  </a:lnTo>
                  <a:lnTo>
                    <a:pt x="805638" y="1583658"/>
                  </a:lnTo>
                  <a:lnTo>
                    <a:pt x="803049" y="1586104"/>
                  </a:lnTo>
                  <a:lnTo>
                    <a:pt x="800604" y="1586104"/>
                  </a:lnTo>
                  <a:lnTo>
                    <a:pt x="800604" y="1588549"/>
                  </a:lnTo>
                  <a:lnTo>
                    <a:pt x="798159" y="1596316"/>
                  </a:lnTo>
                  <a:lnTo>
                    <a:pt x="798159" y="1598761"/>
                  </a:lnTo>
                  <a:lnTo>
                    <a:pt x="792980" y="1601350"/>
                  </a:lnTo>
                  <a:lnTo>
                    <a:pt x="790391" y="1604083"/>
                  </a:lnTo>
                  <a:lnTo>
                    <a:pt x="790391" y="1606529"/>
                  </a:lnTo>
                  <a:lnTo>
                    <a:pt x="787946" y="1606529"/>
                  </a:lnTo>
                  <a:lnTo>
                    <a:pt x="787946" y="1604083"/>
                  </a:lnTo>
                  <a:lnTo>
                    <a:pt x="785213" y="1604083"/>
                  </a:lnTo>
                  <a:lnTo>
                    <a:pt x="782624" y="1604083"/>
                  </a:lnTo>
                  <a:lnTo>
                    <a:pt x="785213" y="1606529"/>
                  </a:lnTo>
                  <a:lnTo>
                    <a:pt x="787946" y="1608974"/>
                  </a:lnTo>
                  <a:lnTo>
                    <a:pt x="787946" y="1611563"/>
                  </a:lnTo>
                  <a:lnTo>
                    <a:pt x="785213" y="1608974"/>
                  </a:lnTo>
                  <a:lnTo>
                    <a:pt x="782624" y="1608974"/>
                  </a:lnTo>
                  <a:lnTo>
                    <a:pt x="787946" y="1614296"/>
                  </a:lnTo>
                  <a:lnTo>
                    <a:pt x="785213" y="1616741"/>
                  </a:lnTo>
                  <a:lnTo>
                    <a:pt x="785213" y="1619186"/>
                  </a:lnTo>
                  <a:lnTo>
                    <a:pt x="782624" y="1614296"/>
                  </a:lnTo>
                  <a:lnTo>
                    <a:pt x="782624" y="1611563"/>
                  </a:lnTo>
                  <a:lnTo>
                    <a:pt x="780179" y="1611563"/>
                  </a:lnTo>
                  <a:lnTo>
                    <a:pt x="780179" y="1606529"/>
                  </a:lnTo>
                  <a:lnTo>
                    <a:pt x="777734" y="1604083"/>
                  </a:lnTo>
                  <a:lnTo>
                    <a:pt x="775288" y="1601350"/>
                  </a:lnTo>
                  <a:lnTo>
                    <a:pt x="775288" y="1598761"/>
                  </a:lnTo>
                  <a:lnTo>
                    <a:pt x="772411" y="1596316"/>
                  </a:lnTo>
                  <a:lnTo>
                    <a:pt x="769966" y="1591138"/>
                  </a:lnTo>
                  <a:lnTo>
                    <a:pt x="767521" y="1586104"/>
                  </a:lnTo>
                  <a:lnTo>
                    <a:pt x="767521" y="1583658"/>
                  </a:lnTo>
                  <a:lnTo>
                    <a:pt x="765076" y="1578336"/>
                  </a:lnTo>
                  <a:lnTo>
                    <a:pt x="765076" y="1575891"/>
                  </a:lnTo>
                  <a:lnTo>
                    <a:pt x="762343" y="1575891"/>
                  </a:lnTo>
                  <a:lnTo>
                    <a:pt x="762343" y="1573446"/>
                  </a:lnTo>
                  <a:lnTo>
                    <a:pt x="759754" y="1570713"/>
                  </a:lnTo>
                  <a:lnTo>
                    <a:pt x="757309" y="1570713"/>
                  </a:lnTo>
                  <a:lnTo>
                    <a:pt x="757309" y="1565678"/>
                  </a:lnTo>
                  <a:lnTo>
                    <a:pt x="757309" y="1563233"/>
                  </a:lnTo>
                  <a:lnTo>
                    <a:pt x="759754" y="1565678"/>
                  </a:lnTo>
                  <a:lnTo>
                    <a:pt x="759754" y="1563233"/>
                  </a:lnTo>
                  <a:lnTo>
                    <a:pt x="757309" y="1560500"/>
                  </a:lnTo>
                  <a:lnTo>
                    <a:pt x="754863" y="1555466"/>
                  </a:lnTo>
                  <a:lnTo>
                    <a:pt x="759754" y="1557911"/>
                  </a:lnTo>
                  <a:lnTo>
                    <a:pt x="759754" y="1555466"/>
                  </a:lnTo>
                  <a:lnTo>
                    <a:pt x="757309" y="1555466"/>
                  </a:lnTo>
                  <a:lnTo>
                    <a:pt x="757309" y="1553021"/>
                  </a:lnTo>
                  <a:lnTo>
                    <a:pt x="754863" y="1553021"/>
                  </a:lnTo>
                  <a:lnTo>
                    <a:pt x="752130" y="1550288"/>
                  </a:lnTo>
                  <a:lnTo>
                    <a:pt x="752130" y="1547843"/>
                  </a:lnTo>
                  <a:lnTo>
                    <a:pt x="749541" y="1547843"/>
                  </a:lnTo>
                  <a:lnTo>
                    <a:pt x="749541" y="1545253"/>
                  </a:lnTo>
                  <a:lnTo>
                    <a:pt x="747096" y="1542808"/>
                  </a:lnTo>
                  <a:lnTo>
                    <a:pt x="747096" y="1540075"/>
                  </a:lnTo>
                  <a:lnTo>
                    <a:pt x="744651" y="1537630"/>
                  </a:lnTo>
                  <a:lnTo>
                    <a:pt x="741918" y="1537630"/>
                  </a:lnTo>
                  <a:lnTo>
                    <a:pt x="739329" y="1532596"/>
                  </a:lnTo>
                  <a:lnTo>
                    <a:pt x="736883" y="1529863"/>
                  </a:lnTo>
                  <a:lnTo>
                    <a:pt x="734438" y="1532596"/>
                  </a:lnTo>
                  <a:lnTo>
                    <a:pt x="734438" y="1529863"/>
                  </a:lnTo>
                  <a:lnTo>
                    <a:pt x="731705" y="1529863"/>
                  </a:lnTo>
                  <a:lnTo>
                    <a:pt x="726671" y="1527418"/>
                  </a:lnTo>
                  <a:lnTo>
                    <a:pt x="731705" y="1517205"/>
                  </a:lnTo>
                  <a:lnTo>
                    <a:pt x="736883" y="1514616"/>
                  </a:lnTo>
                  <a:lnTo>
                    <a:pt x="744651" y="1499513"/>
                  </a:lnTo>
                  <a:lnTo>
                    <a:pt x="754863" y="1496780"/>
                  </a:lnTo>
                  <a:close/>
                  <a:moveTo>
                    <a:pt x="1001977" y="1483978"/>
                  </a:moveTo>
                  <a:lnTo>
                    <a:pt x="1007011" y="1486567"/>
                  </a:lnTo>
                  <a:lnTo>
                    <a:pt x="1007011" y="1489300"/>
                  </a:lnTo>
                  <a:lnTo>
                    <a:pt x="1004566" y="1491745"/>
                  </a:lnTo>
                  <a:lnTo>
                    <a:pt x="1007011" y="1494191"/>
                  </a:lnTo>
                  <a:lnTo>
                    <a:pt x="1007011" y="1496780"/>
                  </a:lnTo>
                  <a:lnTo>
                    <a:pt x="1009744" y="1496780"/>
                  </a:lnTo>
                  <a:lnTo>
                    <a:pt x="1009744" y="1499513"/>
                  </a:lnTo>
                  <a:lnTo>
                    <a:pt x="1014779" y="1499513"/>
                  </a:lnTo>
                  <a:lnTo>
                    <a:pt x="1017224" y="1501958"/>
                  </a:lnTo>
                  <a:lnTo>
                    <a:pt x="1017224" y="1504403"/>
                  </a:lnTo>
                  <a:lnTo>
                    <a:pt x="1019957" y="1504403"/>
                  </a:lnTo>
                  <a:lnTo>
                    <a:pt x="1019957" y="1506992"/>
                  </a:lnTo>
                  <a:lnTo>
                    <a:pt x="1022402" y="1506992"/>
                  </a:lnTo>
                  <a:lnTo>
                    <a:pt x="1022402" y="1512170"/>
                  </a:lnTo>
                  <a:lnTo>
                    <a:pt x="1027436" y="1517205"/>
                  </a:lnTo>
                  <a:lnTo>
                    <a:pt x="1027436" y="1519938"/>
                  </a:lnTo>
                  <a:lnTo>
                    <a:pt x="1030169" y="1522383"/>
                  </a:lnTo>
                  <a:lnTo>
                    <a:pt x="1030169" y="1517205"/>
                  </a:lnTo>
                  <a:lnTo>
                    <a:pt x="1032615" y="1512170"/>
                  </a:lnTo>
                  <a:lnTo>
                    <a:pt x="1035204" y="1514616"/>
                  </a:lnTo>
                  <a:lnTo>
                    <a:pt x="1042827" y="1512170"/>
                  </a:lnTo>
                  <a:lnTo>
                    <a:pt x="1042827" y="1514616"/>
                  </a:lnTo>
                  <a:lnTo>
                    <a:pt x="1045416" y="1512170"/>
                  </a:lnTo>
                  <a:lnTo>
                    <a:pt x="1050594" y="1509725"/>
                  </a:lnTo>
                  <a:lnTo>
                    <a:pt x="1063252" y="1506992"/>
                  </a:lnTo>
                  <a:lnTo>
                    <a:pt x="1065697" y="1504403"/>
                  </a:lnTo>
                  <a:lnTo>
                    <a:pt x="1068286" y="1506992"/>
                  </a:lnTo>
                  <a:lnTo>
                    <a:pt x="1075910" y="1499513"/>
                  </a:lnTo>
                  <a:lnTo>
                    <a:pt x="1078499" y="1494191"/>
                  </a:lnTo>
                  <a:lnTo>
                    <a:pt x="1080944" y="1494191"/>
                  </a:lnTo>
                  <a:lnTo>
                    <a:pt x="1083677" y="1491745"/>
                  </a:lnTo>
                  <a:lnTo>
                    <a:pt x="1083677" y="1494191"/>
                  </a:lnTo>
                  <a:lnTo>
                    <a:pt x="1083677" y="1496780"/>
                  </a:lnTo>
                  <a:lnTo>
                    <a:pt x="1080944" y="1499513"/>
                  </a:lnTo>
                  <a:lnTo>
                    <a:pt x="1088711" y="1494191"/>
                  </a:lnTo>
                  <a:lnTo>
                    <a:pt x="1093890" y="1496780"/>
                  </a:lnTo>
                  <a:lnTo>
                    <a:pt x="1093890" y="1499513"/>
                  </a:lnTo>
                  <a:lnTo>
                    <a:pt x="1098924" y="1499513"/>
                  </a:lnTo>
                  <a:lnTo>
                    <a:pt x="1104102" y="1501958"/>
                  </a:lnTo>
                  <a:lnTo>
                    <a:pt x="1108993" y="1504403"/>
                  </a:lnTo>
                  <a:lnTo>
                    <a:pt x="1111582" y="1514616"/>
                  </a:lnTo>
                  <a:lnTo>
                    <a:pt x="1114315" y="1517205"/>
                  </a:lnTo>
                  <a:lnTo>
                    <a:pt x="1114315" y="1524828"/>
                  </a:lnTo>
                  <a:lnTo>
                    <a:pt x="1111582" y="1532595"/>
                  </a:lnTo>
                  <a:lnTo>
                    <a:pt x="1108993" y="1535041"/>
                  </a:lnTo>
                  <a:lnTo>
                    <a:pt x="1106547" y="1535041"/>
                  </a:lnTo>
                  <a:lnTo>
                    <a:pt x="1106547" y="1537630"/>
                  </a:lnTo>
                  <a:lnTo>
                    <a:pt x="1104102" y="1540075"/>
                  </a:lnTo>
                  <a:lnTo>
                    <a:pt x="1098924" y="1540075"/>
                  </a:lnTo>
                  <a:lnTo>
                    <a:pt x="1096335" y="1537630"/>
                  </a:lnTo>
                  <a:lnTo>
                    <a:pt x="1091157" y="1540075"/>
                  </a:lnTo>
                  <a:lnTo>
                    <a:pt x="1093890" y="1542808"/>
                  </a:lnTo>
                  <a:lnTo>
                    <a:pt x="1093890" y="1545253"/>
                  </a:lnTo>
                  <a:lnTo>
                    <a:pt x="1093890" y="1547842"/>
                  </a:lnTo>
                  <a:lnTo>
                    <a:pt x="1091157" y="1545253"/>
                  </a:lnTo>
                  <a:lnTo>
                    <a:pt x="1088711" y="1542808"/>
                  </a:lnTo>
                  <a:lnTo>
                    <a:pt x="1086122" y="1542808"/>
                  </a:lnTo>
                  <a:lnTo>
                    <a:pt x="1086122" y="1545253"/>
                  </a:lnTo>
                  <a:lnTo>
                    <a:pt x="1088711" y="1545253"/>
                  </a:lnTo>
                  <a:lnTo>
                    <a:pt x="1088711" y="1547842"/>
                  </a:lnTo>
                  <a:lnTo>
                    <a:pt x="1086122" y="1547842"/>
                  </a:lnTo>
                  <a:lnTo>
                    <a:pt x="1086122" y="1550287"/>
                  </a:lnTo>
                  <a:lnTo>
                    <a:pt x="1088711" y="1553020"/>
                  </a:lnTo>
                  <a:lnTo>
                    <a:pt x="1091157" y="1553020"/>
                  </a:lnTo>
                  <a:lnTo>
                    <a:pt x="1093890" y="1550287"/>
                  </a:lnTo>
                  <a:lnTo>
                    <a:pt x="1096335" y="1547842"/>
                  </a:lnTo>
                  <a:lnTo>
                    <a:pt x="1096335" y="1550287"/>
                  </a:lnTo>
                  <a:lnTo>
                    <a:pt x="1098924" y="1553020"/>
                  </a:lnTo>
                  <a:lnTo>
                    <a:pt x="1101369" y="1550287"/>
                  </a:lnTo>
                  <a:lnTo>
                    <a:pt x="1104102" y="1553020"/>
                  </a:lnTo>
                  <a:lnTo>
                    <a:pt x="1106547" y="1555466"/>
                  </a:lnTo>
                  <a:lnTo>
                    <a:pt x="1104102" y="1555466"/>
                  </a:lnTo>
                  <a:lnTo>
                    <a:pt x="1101369" y="1557911"/>
                  </a:lnTo>
                  <a:lnTo>
                    <a:pt x="1101369" y="1560500"/>
                  </a:lnTo>
                  <a:lnTo>
                    <a:pt x="1104102" y="1563233"/>
                  </a:lnTo>
                  <a:lnTo>
                    <a:pt x="1106547" y="1563233"/>
                  </a:lnTo>
                  <a:lnTo>
                    <a:pt x="1104102" y="1568123"/>
                  </a:lnTo>
                  <a:lnTo>
                    <a:pt x="1101369" y="1568123"/>
                  </a:lnTo>
                  <a:lnTo>
                    <a:pt x="1101369" y="1565678"/>
                  </a:lnTo>
                  <a:lnTo>
                    <a:pt x="1098924" y="1568123"/>
                  </a:lnTo>
                  <a:lnTo>
                    <a:pt x="1091157" y="1570713"/>
                  </a:lnTo>
                  <a:lnTo>
                    <a:pt x="1086122" y="1570713"/>
                  </a:lnTo>
                  <a:lnTo>
                    <a:pt x="1086122" y="1573445"/>
                  </a:lnTo>
                  <a:lnTo>
                    <a:pt x="1086122" y="1575891"/>
                  </a:lnTo>
                  <a:lnTo>
                    <a:pt x="1083677" y="1575891"/>
                  </a:lnTo>
                  <a:lnTo>
                    <a:pt x="1078499" y="1578336"/>
                  </a:lnTo>
                  <a:lnTo>
                    <a:pt x="1078499" y="1583658"/>
                  </a:lnTo>
                  <a:lnTo>
                    <a:pt x="1075910" y="1583658"/>
                  </a:lnTo>
                  <a:lnTo>
                    <a:pt x="1073465" y="1591138"/>
                  </a:lnTo>
                  <a:lnTo>
                    <a:pt x="1068286" y="1598761"/>
                  </a:lnTo>
                  <a:lnTo>
                    <a:pt x="1065697" y="1598761"/>
                  </a:lnTo>
                  <a:lnTo>
                    <a:pt x="1063252" y="1604083"/>
                  </a:lnTo>
                  <a:lnTo>
                    <a:pt x="1063252" y="1606528"/>
                  </a:lnTo>
                  <a:lnTo>
                    <a:pt x="1058074" y="1611563"/>
                  </a:lnTo>
                  <a:lnTo>
                    <a:pt x="1055485" y="1611563"/>
                  </a:lnTo>
                  <a:lnTo>
                    <a:pt x="1053040" y="1611563"/>
                  </a:lnTo>
                  <a:lnTo>
                    <a:pt x="1053040" y="1614295"/>
                  </a:lnTo>
                  <a:lnTo>
                    <a:pt x="1055485" y="1614295"/>
                  </a:lnTo>
                  <a:lnTo>
                    <a:pt x="1055485" y="1619186"/>
                  </a:lnTo>
                  <a:lnTo>
                    <a:pt x="1055485" y="1621775"/>
                  </a:lnTo>
                  <a:lnTo>
                    <a:pt x="1055485" y="1624220"/>
                  </a:lnTo>
                  <a:lnTo>
                    <a:pt x="1055485" y="1626953"/>
                  </a:lnTo>
                  <a:lnTo>
                    <a:pt x="1055485" y="1629398"/>
                  </a:lnTo>
                  <a:lnTo>
                    <a:pt x="1053040" y="1629398"/>
                  </a:lnTo>
                  <a:lnTo>
                    <a:pt x="1055485" y="1634433"/>
                  </a:lnTo>
                  <a:lnTo>
                    <a:pt x="1058074" y="1626953"/>
                  </a:lnTo>
                  <a:lnTo>
                    <a:pt x="1058074" y="1624220"/>
                  </a:lnTo>
                  <a:lnTo>
                    <a:pt x="1060807" y="1624220"/>
                  </a:lnTo>
                  <a:lnTo>
                    <a:pt x="1060807" y="1621775"/>
                  </a:lnTo>
                  <a:lnTo>
                    <a:pt x="1063252" y="1619186"/>
                  </a:lnTo>
                  <a:lnTo>
                    <a:pt x="1068286" y="1611563"/>
                  </a:lnTo>
                  <a:lnTo>
                    <a:pt x="1071019" y="1614295"/>
                  </a:lnTo>
                  <a:lnTo>
                    <a:pt x="1078499" y="1608973"/>
                  </a:lnTo>
                  <a:lnTo>
                    <a:pt x="1080944" y="1611563"/>
                  </a:lnTo>
                  <a:lnTo>
                    <a:pt x="1086122" y="1611563"/>
                  </a:lnTo>
                  <a:lnTo>
                    <a:pt x="1093890" y="1616741"/>
                  </a:lnTo>
                  <a:lnTo>
                    <a:pt x="1096335" y="1619186"/>
                  </a:lnTo>
                  <a:lnTo>
                    <a:pt x="1098924" y="1621775"/>
                  </a:lnTo>
                  <a:lnTo>
                    <a:pt x="1101369" y="1624220"/>
                  </a:lnTo>
                  <a:lnTo>
                    <a:pt x="1101369" y="1626953"/>
                  </a:lnTo>
                  <a:lnTo>
                    <a:pt x="1101369" y="1631988"/>
                  </a:lnTo>
                  <a:lnTo>
                    <a:pt x="1096335" y="1634433"/>
                  </a:lnTo>
                  <a:lnTo>
                    <a:pt x="1101369" y="1637166"/>
                  </a:lnTo>
                  <a:lnTo>
                    <a:pt x="1104102" y="1642056"/>
                  </a:lnTo>
                  <a:lnTo>
                    <a:pt x="1104102" y="1644645"/>
                  </a:lnTo>
                  <a:lnTo>
                    <a:pt x="1108993" y="1647378"/>
                  </a:lnTo>
                  <a:lnTo>
                    <a:pt x="1108993" y="1649824"/>
                  </a:lnTo>
                  <a:lnTo>
                    <a:pt x="1108993" y="1652413"/>
                  </a:lnTo>
                  <a:lnTo>
                    <a:pt x="1108993" y="1654858"/>
                  </a:lnTo>
                  <a:lnTo>
                    <a:pt x="1104102" y="1662481"/>
                  </a:lnTo>
                  <a:lnTo>
                    <a:pt x="1104102" y="1665070"/>
                  </a:lnTo>
                  <a:lnTo>
                    <a:pt x="1104102" y="1667803"/>
                  </a:lnTo>
                  <a:lnTo>
                    <a:pt x="1101369" y="1670249"/>
                  </a:lnTo>
                  <a:lnTo>
                    <a:pt x="1104102" y="1670249"/>
                  </a:lnTo>
                  <a:lnTo>
                    <a:pt x="1106547" y="1670249"/>
                  </a:lnTo>
                  <a:lnTo>
                    <a:pt x="1108993" y="1667803"/>
                  </a:lnTo>
                  <a:lnTo>
                    <a:pt x="1108993" y="1665070"/>
                  </a:lnTo>
                  <a:lnTo>
                    <a:pt x="1111582" y="1662481"/>
                  </a:lnTo>
                  <a:lnTo>
                    <a:pt x="1114315" y="1660036"/>
                  </a:lnTo>
                  <a:lnTo>
                    <a:pt x="1114315" y="1657591"/>
                  </a:lnTo>
                  <a:lnTo>
                    <a:pt x="1121794" y="1654858"/>
                  </a:lnTo>
                  <a:lnTo>
                    <a:pt x="1124527" y="1654858"/>
                  </a:lnTo>
                  <a:lnTo>
                    <a:pt x="1126972" y="1652413"/>
                  </a:lnTo>
                  <a:lnTo>
                    <a:pt x="1126972" y="1649824"/>
                  </a:lnTo>
                  <a:lnTo>
                    <a:pt x="1129561" y="1649824"/>
                  </a:lnTo>
                  <a:lnTo>
                    <a:pt x="1129561" y="1654858"/>
                  </a:lnTo>
                  <a:lnTo>
                    <a:pt x="1126972" y="1657591"/>
                  </a:lnTo>
                  <a:lnTo>
                    <a:pt x="1129561" y="1660036"/>
                  </a:lnTo>
                  <a:lnTo>
                    <a:pt x="1132007" y="1665070"/>
                  </a:lnTo>
                  <a:lnTo>
                    <a:pt x="1134740" y="1675283"/>
                  </a:lnTo>
                  <a:lnTo>
                    <a:pt x="1134740" y="1678016"/>
                  </a:lnTo>
                  <a:lnTo>
                    <a:pt x="1132007" y="1678016"/>
                  </a:lnTo>
                  <a:lnTo>
                    <a:pt x="1132007" y="1680461"/>
                  </a:lnTo>
                  <a:lnTo>
                    <a:pt x="1134740" y="1680461"/>
                  </a:lnTo>
                  <a:lnTo>
                    <a:pt x="1137185" y="1682906"/>
                  </a:lnTo>
                  <a:lnTo>
                    <a:pt x="1139630" y="1695708"/>
                  </a:lnTo>
                  <a:lnTo>
                    <a:pt x="1137185" y="1695708"/>
                  </a:lnTo>
                  <a:lnTo>
                    <a:pt x="1134740" y="1695708"/>
                  </a:lnTo>
                  <a:lnTo>
                    <a:pt x="1132007" y="1700886"/>
                  </a:lnTo>
                  <a:lnTo>
                    <a:pt x="1132007" y="1703331"/>
                  </a:lnTo>
                  <a:lnTo>
                    <a:pt x="1129561" y="1703331"/>
                  </a:lnTo>
                  <a:lnTo>
                    <a:pt x="1126972" y="1705920"/>
                  </a:lnTo>
                  <a:lnTo>
                    <a:pt x="1124527" y="1705920"/>
                  </a:lnTo>
                  <a:lnTo>
                    <a:pt x="1124527" y="1708366"/>
                  </a:lnTo>
                  <a:lnTo>
                    <a:pt x="1121794" y="1708366"/>
                  </a:lnTo>
                  <a:lnTo>
                    <a:pt x="1119349" y="1708366"/>
                  </a:lnTo>
                  <a:lnTo>
                    <a:pt x="1116760" y="1705920"/>
                  </a:lnTo>
                  <a:lnTo>
                    <a:pt x="1116760" y="1708366"/>
                  </a:lnTo>
                  <a:lnTo>
                    <a:pt x="1121794" y="1711099"/>
                  </a:lnTo>
                  <a:lnTo>
                    <a:pt x="1124527" y="1711099"/>
                  </a:lnTo>
                  <a:lnTo>
                    <a:pt x="1124527" y="1713544"/>
                  </a:lnTo>
                  <a:lnTo>
                    <a:pt x="1129561" y="1713544"/>
                  </a:lnTo>
                  <a:lnTo>
                    <a:pt x="1129561" y="1715989"/>
                  </a:lnTo>
                  <a:lnTo>
                    <a:pt x="1126972" y="1718578"/>
                  </a:lnTo>
                  <a:lnTo>
                    <a:pt x="1126972" y="1721311"/>
                  </a:lnTo>
                  <a:lnTo>
                    <a:pt x="1129561" y="1718578"/>
                  </a:lnTo>
                  <a:lnTo>
                    <a:pt x="1129561" y="1726345"/>
                  </a:lnTo>
                  <a:lnTo>
                    <a:pt x="1129561" y="1731524"/>
                  </a:lnTo>
                  <a:lnTo>
                    <a:pt x="1132007" y="1736414"/>
                  </a:lnTo>
                  <a:lnTo>
                    <a:pt x="1129561" y="1739003"/>
                  </a:lnTo>
                  <a:lnTo>
                    <a:pt x="1129561" y="1741736"/>
                  </a:lnTo>
                  <a:lnTo>
                    <a:pt x="1121794" y="1741736"/>
                  </a:lnTo>
                  <a:lnTo>
                    <a:pt x="1116760" y="1744181"/>
                  </a:lnTo>
                  <a:lnTo>
                    <a:pt x="1114315" y="1746627"/>
                  </a:lnTo>
                  <a:lnTo>
                    <a:pt x="1119349" y="1746627"/>
                  </a:lnTo>
                  <a:lnTo>
                    <a:pt x="1121794" y="1746627"/>
                  </a:lnTo>
                  <a:lnTo>
                    <a:pt x="1124527" y="1746627"/>
                  </a:lnTo>
                  <a:lnTo>
                    <a:pt x="1126972" y="1746627"/>
                  </a:lnTo>
                  <a:lnTo>
                    <a:pt x="1126972" y="1744181"/>
                  </a:lnTo>
                  <a:lnTo>
                    <a:pt x="1129561" y="1744181"/>
                  </a:lnTo>
                  <a:lnTo>
                    <a:pt x="1132007" y="1744181"/>
                  </a:lnTo>
                  <a:lnTo>
                    <a:pt x="1132007" y="1749216"/>
                  </a:lnTo>
                  <a:lnTo>
                    <a:pt x="1132007" y="1751949"/>
                  </a:lnTo>
                  <a:lnTo>
                    <a:pt x="1129561" y="1754394"/>
                  </a:lnTo>
                  <a:lnTo>
                    <a:pt x="1129561" y="1756839"/>
                  </a:lnTo>
                  <a:lnTo>
                    <a:pt x="1126972" y="1756839"/>
                  </a:lnTo>
                  <a:lnTo>
                    <a:pt x="1124527" y="1756839"/>
                  </a:lnTo>
                  <a:lnTo>
                    <a:pt x="1121794" y="1759428"/>
                  </a:lnTo>
                  <a:lnTo>
                    <a:pt x="1119349" y="1762161"/>
                  </a:lnTo>
                  <a:lnTo>
                    <a:pt x="1121794" y="1762161"/>
                  </a:lnTo>
                  <a:lnTo>
                    <a:pt x="1126972" y="1759428"/>
                  </a:lnTo>
                  <a:lnTo>
                    <a:pt x="1129561" y="1759428"/>
                  </a:lnTo>
                  <a:lnTo>
                    <a:pt x="1129561" y="1764606"/>
                  </a:lnTo>
                  <a:lnTo>
                    <a:pt x="1129561" y="1767052"/>
                  </a:lnTo>
                  <a:lnTo>
                    <a:pt x="1129561" y="1769641"/>
                  </a:lnTo>
                  <a:lnTo>
                    <a:pt x="1126972" y="1772374"/>
                  </a:lnTo>
                  <a:lnTo>
                    <a:pt x="1126972" y="1774819"/>
                  </a:lnTo>
                  <a:lnTo>
                    <a:pt x="1119349" y="1777264"/>
                  </a:lnTo>
                  <a:lnTo>
                    <a:pt x="1119349" y="1774819"/>
                  </a:lnTo>
                  <a:lnTo>
                    <a:pt x="1119349" y="1772374"/>
                  </a:lnTo>
                  <a:lnTo>
                    <a:pt x="1121794" y="1769641"/>
                  </a:lnTo>
                  <a:lnTo>
                    <a:pt x="1119349" y="1769641"/>
                  </a:lnTo>
                  <a:lnTo>
                    <a:pt x="1116760" y="1772374"/>
                  </a:lnTo>
                  <a:lnTo>
                    <a:pt x="1116760" y="1774819"/>
                  </a:lnTo>
                  <a:lnTo>
                    <a:pt x="1111582" y="1774819"/>
                  </a:lnTo>
                  <a:lnTo>
                    <a:pt x="1111582" y="1777264"/>
                  </a:lnTo>
                  <a:lnTo>
                    <a:pt x="1108993" y="1779853"/>
                  </a:lnTo>
                  <a:lnTo>
                    <a:pt x="1108993" y="1782586"/>
                  </a:lnTo>
                  <a:lnTo>
                    <a:pt x="1106547" y="1787477"/>
                  </a:lnTo>
                  <a:lnTo>
                    <a:pt x="1104102" y="1790066"/>
                  </a:lnTo>
                  <a:lnTo>
                    <a:pt x="1101369" y="1792511"/>
                  </a:lnTo>
                  <a:lnTo>
                    <a:pt x="1098924" y="1795244"/>
                  </a:lnTo>
                  <a:lnTo>
                    <a:pt x="1093890" y="1797689"/>
                  </a:lnTo>
                  <a:lnTo>
                    <a:pt x="1088711" y="1800278"/>
                  </a:lnTo>
                  <a:lnTo>
                    <a:pt x="1086122" y="1797689"/>
                  </a:lnTo>
                  <a:lnTo>
                    <a:pt x="1083677" y="1797689"/>
                  </a:lnTo>
                  <a:lnTo>
                    <a:pt x="1080944" y="1797689"/>
                  </a:lnTo>
                  <a:lnTo>
                    <a:pt x="1078499" y="1797689"/>
                  </a:lnTo>
                  <a:lnTo>
                    <a:pt x="1078499" y="1795244"/>
                  </a:lnTo>
                  <a:lnTo>
                    <a:pt x="1073465" y="1795244"/>
                  </a:lnTo>
                  <a:lnTo>
                    <a:pt x="1068286" y="1792511"/>
                  </a:lnTo>
                  <a:lnTo>
                    <a:pt x="1063252" y="1795244"/>
                  </a:lnTo>
                  <a:lnTo>
                    <a:pt x="1060807" y="1795244"/>
                  </a:lnTo>
                  <a:lnTo>
                    <a:pt x="1055485" y="1790066"/>
                  </a:lnTo>
                  <a:lnTo>
                    <a:pt x="1053040" y="1782586"/>
                  </a:lnTo>
                  <a:lnTo>
                    <a:pt x="1053040" y="1777264"/>
                  </a:lnTo>
                  <a:lnTo>
                    <a:pt x="1053040" y="1774819"/>
                  </a:lnTo>
                  <a:lnTo>
                    <a:pt x="1055485" y="1772374"/>
                  </a:lnTo>
                  <a:lnTo>
                    <a:pt x="1058074" y="1767052"/>
                  </a:lnTo>
                  <a:lnTo>
                    <a:pt x="1058074" y="1764606"/>
                  </a:lnTo>
                  <a:lnTo>
                    <a:pt x="1055485" y="1767052"/>
                  </a:lnTo>
                  <a:lnTo>
                    <a:pt x="1055485" y="1769641"/>
                  </a:lnTo>
                  <a:lnTo>
                    <a:pt x="1053040" y="1769641"/>
                  </a:lnTo>
                  <a:lnTo>
                    <a:pt x="1050594" y="1772374"/>
                  </a:lnTo>
                  <a:lnTo>
                    <a:pt x="1047861" y="1779853"/>
                  </a:lnTo>
                  <a:lnTo>
                    <a:pt x="1047861" y="1785031"/>
                  </a:lnTo>
                  <a:lnTo>
                    <a:pt x="1050594" y="1787477"/>
                  </a:lnTo>
                  <a:lnTo>
                    <a:pt x="1053040" y="1795244"/>
                  </a:lnTo>
                  <a:lnTo>
                    <a:pt x="1055485" y="1797689"/>
                  </a:lnTo>
                  <a:lnTo>
                    <a:pt x="1055485" y="1800278"/>
                  </a:lnTo>
                  <a:lnTo>
                    <a:pt x="1058074" y="1802724"/>
                  </a:lnTo>
                  <a:lnTo>
                    <a:pt x="1060807" y="1802724"/>
                  </a:lnTo>
                  <a:lnTo>
                    <a:pt x="1060807" y="1807902"/>
                  </a:lnTo>
                  <a:lnTo>
                    <a:pt x="1060807" y="1810347"/>
                  </a:lnTo>
                  <a:lnTo>
                    <a:pt x="1063252" y="1807902"/>
                  </a:lnTo>
                  <a:lnTo>
                    <a:pt x="1063252" y="1810347"/>
                  </a:lnTo>
                  <a:lnTo>
                    <a:pt x="1065697" y="1807902"/>
                  </a:lnTo>
                  <a:lnTo>
                    <a:pt x="1065697" y="1810347"/>
                  </a:lnTo>
                  <a:lnTo>
                    <a:pt x="1065697" y="1812936"/>
                  </a:lnTo>
                  <a:lnTo>
                    <a:pt x="1063252" y="1812936"/>
                  </a:lnTo>
                  <a:lnTo>
                    <a:pt x="1063252" y="1815669"/>
                  </a:lnTo>
                  <a:lnTo>
                    <a:pt x="1058074" y="1823149"/>
                  </a:lnTo>
                  <a:lnTo>
                    <a:pt x="1058074" y="1825881"/>
                  </a:lnTo>
                  <a:lnTo>
                    <a:pt x="1053040" y="1828327"/>
                  </a:lnTo>
                  <a:lnTo>
                    <a:pt x="1047861" y="1838539"/>
                  </a:lnTo>
                  <a:lnTo>
                    <a:pt x="1045416" y="1838539"/>
                  </a:lnTo>
                  <a:lnTo>
                    <a:pt x="1045416" y="1840985"/>
                  </a:lnTo>
                  <a:lnTo>
                    <a:pt x="1040382" y="1840985"/>
                  </a:lnTo>
                  <a:lnTo>
                    <a:pt x="1037649" y="1838539"/>
                  </a:lnTo>
                  <a:lnTo>
                    <a:pt x="1037649" y="1840985"/>
                  </a:lnTo>
                  <a:lnTo>
                    <a:pt x="1037649" y="1843574"/>
                  </a:lnTo>
                  <a:lnTo>
                    <a:pt x="1035204" y="1840985"/>
                  </a:lnTo>
                  <a:lnTo>
                    <a:pt x="1032615" y="1838539"/>
                  </a:lnTo>
                  <a:lnTo>
                    <a:pt x="1027436" y="1828327"/>
                  </a:lnTo>
                  <a:lnTo>
                    <a:pt x="1024847" y="1828327"/>
                  </a:lnTo>
                  <a:lnTo>
                    <a:pt x="1022402" y="1830772"/>
                  </a:lnTo>
                  <a:lnTo>
                    <a:pt x="1014779" y="1830772"/>
                  </a:lnTo>
                  <a:lnTo>
                    <a:pt x="1009744" y="1810347"/>
                  </a:lnTo>
                  <a:lnTo>
                    <a:pt x="1009744" y="1807902"/>
                  </a:lnTo>
                  <a:lnTo>
                    <a:pt x="1012189" y="1805456"/>
                  </a:lnTo>
                  <a:lnTo>
                    <a:pt x="1012189" y="1802724"/>
                  </a:lnTo>
                  <a:lnTo>
                    <a:pt x="1009744" y="1800278"/>
                  </a:lnTo>
                  <a:lnTo>
                    <a:pt x="1007011" y="1800278"/>
                  </a:lnTo>
                  <a:lnTo>
                    <a:pt x="1001977" y="1797689"/>
                  </a:lnTo>
                  <a:lnTo>
                    <a:pt x="1001977" y="1790066"/>
                  </a:lnTo>
                  <a:lnTo>
                    <a:pt x="999532" y="1782586"/>
                  </a:lnTo>
                  <a:lnTo>
                    <a:pt x="999532" y="1779853"/>
                  </a:lnTo>
                  <a:lnTo>
                    <a:pt x="999532" y="1777264"/>
                  </a:lnTo>
                  <a:lnTo>
                    <a:pt x="997087" y="1777264"/>
                  </a:lnTo>
                  <a:lnTo>
                    <a:pt x="997087" y="1774819"/>
                  </a:lnTo>
                  <a:lnTo>
                    <a:pt x="994354" y="1774819"/>
                  </a:lnTo>
                  <a:lnTo>
                    <a:pt x="994354" y="1764606"/>
                  </a:lnTo>
                  <a:lnTo>
                    <a:pt x="989319" y="1764606"/>
                  </a:lnTo>
                  <a:lnTo>
                    <a:pt x="986874" y="1764606"/>
                  </a:lnTo>
                  <a:lnTo>
                    <a:pt x="984141" y="1764606"/>
                  </a:lnTo>
                  <a:lnTo>
                    <a:pt x="981552" y="1754394"/>
                  </a:lnTo>
                  <a:lnTo>
                    <a:pt x="973929" y="1749216"/>
                  </a:lnTo>
                  <a:lnTo>
                    <a:pt x="973929" y="1746627"/>
                  </a:lnTo>
                  <a:lnTo>
                    <a:pt x="973929" y="1741736"/>
                  </a:lnTo>
                  <a:lnTo>
                    <a:pt x="968894" y="1739003"/>
                  </a:lnTo>
                  <a:lnTo>
                    <a:pt x="968894" y="1736414"/>
                  </a:lnTo>
                  <a:lnTo>
                    <a:pt x="968894" y="1733969"/>
                  </a:lnTo>
                  <a:lnTo>
                    <a:pt x="968894" y="1731524"/>
                  </a:lnTo>
                  <a:lnTo>
                    <a:pt x="966449" y="1731524"/>
                  </a:lnTo>
                  <a:lnTo>
                    <a:pt x="966449" y="1728791"/>
                  </a:lnTo>
                  <a:lnTo>
                    <a:pt x="968894" y="1728791"/>
                  </a:lnTo>
                  <a:lnTo>
                    <a:pt x="963716" y="1726345"/>
                  </a:lnTo>
                  <a:lnTo>
                    <a:pt x="961127" y="1721311"/>
                  </a:lnTo>
                  <a:lnTo>
                    <a:pt x="956236" y="1718578"/>
                  </a:lnTo>
                  <a:lnTo>
                    <a:pt x="953504" y="1718578"/>
                  </a:lnTo>
                  <a:lnTo>
                    <a:pt x="953504" y="1715989"/>
                  </a:lnTo>
                  <a:lnTo>
                    <a:pt x="951058" y="1718578"/>
                  </a:lnTo>
                  <a:lnTo>
                    <a:pt x="951058" y="1721311"/>
                  </a:lnTo>
                  <a:lnTo>
                    <a:pt x="951058" y="1723756"/>
                  </a:lnTo>
                  <a:lnTo>
                    <a:pt x="948469" y="1715989"/>
                  </a:lnTo>
                  <a:lnTo>
                    <a:pt x="946024" y="1715989"/>
                  </a:lnTo>
                  <a:lnTo>
                    <a:pt x="946024" y="1713544"/>
                  </a:lnTo>
                  <a:lnTo>
                    <a:pt x="946024" y="1711099"/>
                  </a:lnTo>
                  <a:lnTo>
                    <a:pt x="943291" y="1708366"/>
                  </a:lnTo>
                  <a:lnTo>
                    <a:pt x="946024" y="1708366"/>
                  </a:lnTo>
                  <a:lnTo>
                    <a:pt x="946024" y="1705920"/>
                  </a:lnTo>
                  <a:lnTo>
                    <a:pt x="943291" y="1705920"/>
                  </a:lnTo>
                  <a:lnTo>
                    <a:pt x="940846" y="1698441"/>
                  </a:lnTo>
                  <a:lnTo>
                    <a:pt x="938257" y="1698441"/>
                  </a:lnTo>
                  <a:lnTo>
                    <a:pt x="938257" y="1700886"/>
                  </a:lnTo>
                  <a:lnTo>
                    <a:pt x="935811" y="1700886"/>
                  </a:lnTo>
                  <a:lnTo>
                    <a:pt x="935811" y="1703331"/>
                  </a:lnTo>
                  <a:lnTo>
                    <a:pt x="933078" y="1703331"/>
                  </a:lnTo>
                  <a:lnTo>
                    <a:pt x="933078" y="1708366"/>
                  </a:lnTo>
                  <a:lnTo>
                    <a:pt x="933078" y="1711099"/>
                  </a:lnTo>
                  <a:lnTo>
                    <a:pt x="930633" y="1711099"/>
                  </a:lnTo>
                  <a:lnTo>
                    <a:pt x="928044" y="1711099"/>
                  </a:lnTo>
                  <a:lnTo>
                    <a:pt x="930633" y="1708366"/>
                  </a:lnTo>
                  <a:lnTo>
                    <a:pt x="928044" y="1708366"/>
                  </a:lnTo>
                  <a:lnTo>
                    <a:pt x="928044" y="1705920"/>
                  </a:lnTo>
                  <a:lnTo>
                    <a:pt x="925599" y="1705920"/>
                  </a:lnTo>
                  <a:lnTo>
                    <a:pt x="923154" y="1703331"/>
                  </a:lnTo>
                  <a:lnTo>
                    <a:pt x="920421" y="1703331"/>
                  </a:lnTo>
                  <a:lnTo>
                    <a:pt x="915386" y="1703331"/>
                  </a:lnTo>
                  <a:lnTo>
                    <a:pt x="917832" y="1700886"/>
                  </a:lnTo>
                  <a:lnTo>
                    <a:pt x="912941" y="1695708"/>
                  </a:lnTo>
                  <a:lnTo>
                    <a:pt x="912941" y="1693119"/>
                  </a:lnTo>
                  <a:lnTo>
                    <a:pt x="912941" y="1690674"/>
                  </a:lnTo>
                  <a:lnTo>
                    <a:pt x="915386" y="1690674"/>
                  </a:lnTo>
                  <a:lnTo>
                    <a:pt x="917832" y="1690674"/>
                  </a:lnTo>
                  <a:lnTo>
                    <a:pt x="915386" y="1685495"/>
                  </a:lnTo>
                  <a:lnTo>
                    <a:pt x="915386" y="1688228"/>
                  </a:lnTo>
                  <a:lnTo>
                    <a:pt x="912941" y="1688228"/>
                  </a:lnTo>
                  <a:lnTo>
                    <a:pt x="912941" y="1682906"/>
                  </a:lnTo>
                  <a:lnTo>
                    <a:pt x="912941" y="1680461"/>
                  </a:lnTo>
                  <a:lnTo>
                    <a:pt x="912941" y="1678016"/>
                  </a:lnTo>
                  <a:lnTo>
                    <a:pt x="912941" y="1675283"/>
                  </a:lnTo>
                  <a:lnTo>
                    <a:pt x="910208" y="1672694"/>
                  </a:lnTo>
                  <a:lnTo>
                    <a:pt x="907619" y="1672694"/>
                  </a:lnTo>
                  <a:lnTo>
                    <a:pt x="905174" y="1670249"/>
                  </a:lnTo>
                  <a:lnTo>
                    <a:pt x="902729" y="1670249"/>
                  </a:lnTo>
                  <a:lnTo>
                    <a:pt x="899996" y="1667803"/>
                  </a:lnTo>
                  <a:lnTo>
                    <a:pt x="897407" y="1662481"/>
                  </a:lnTo>
                  <a:lnTo>
                    <a:pt x="894961" y="1662481"/>
                  </a:lnTo>
                  <a:lnTo>
                    <a:pt x="892516" y="1654858"/>
                  </a:lnTo>
                  <a:lnTo>
                    <a:pt x="889783" y="1654858"/>
                  </a:lnTo>
                  <a:lnTo>
                    <a:pt x="887194" y="1649824"/>
                  </a:lnTo>
                  <a:lnTo>
                    <a:pt x="884749" y="1649824"/>
                  </a:lnTo>
                  <a:lnTo>
                    <a:pt x="884749" y="1637166"/>
                  </a:lnTo>
                  <a:lnTo>
                    <a:pt x="884749" y="1631988"/>
                  </a:lnTo>
                  <a:lnTo>
                    <a:pt x="887194" y="1629398"/>
                  </a:lnTo>
                  <a:lnTo>
                    <a:pt x="892516" y="1621775"/>
                  </a:lnTo>
                  <a:lnTo>
                    <a:pt x="897407" y="1604083"/>
                  </a:lnTo>
                  <a:lnTo>
                    <a:pt x="897407" y="1601350"/>
                  </a:lnTo>
                  <a:lnTo>
                    <a:pt x="899996" y="1601350"/>
                  </a:lnTo>
                  <a:lnTo>
                    <a:pt x="902729" y="1598761"/>
                  </a:lnTo>
                  <a:lnTo>
                    <a:pt x="905174" y="1598761"/>
                  </a:lnTo>
                  <a:lnTo>
                    <a:pt x="907619" y="1596316"/>
                  </a:lnTo>
                  <a:lnTo>
                    <a:pt x="910208" y="1598761"/>
                  </a:lnTo>
                  <a:lnTo>
                    <a:pt x="912941" y="1596316"/>
                  </a:lnTo>
                  <a:lnTo>
                    <a:pt x="915386" y="1598761"/>
                  </a:lnTo>
                  <a:lnTo>
                    <a:pt x="915386" y="1601350"/>
                  </a:lnTo>
                  <a:lnTo>
                    <a:pt x="917832" y="1604083"/>
                  </a:lnTo>
                  <a:lnTo>
                    <a:pt x="920421" y="1604083"/>
                  </a:lnTo>
                  <a:lnTo>
                    <a:pt x="920421" y="1606528"/>
                  </a:lnTo>
                  <a:lnTo>
                    <a:pt x="923154" y="1608973"/>
                  </a:lnTo>
                  <a:lnTo>
                    <a:pt x="925599" y="1611563"/>
                  </a:lnTo>
                  <a:lnTo>
                    <a:pt x="925599" y="1614295"/>
                  </a:lnTo>
                  <a:lnTo>
                    <a:pt x="923154" y="1614295"/>
                  </a:lnTo>
                  <a:lnTo>
                    <a:pt x="923154" y="1611563"/>
                  </a:lnTo>
                  <a:lnTo>
                    <a:pt x="920421" y="1611563"/>
                  </a:lnTo>
                  <a:lnTo>
                    <a:pt x="920421" y="1614295"/>
                  </a:lnTo>
                  <a:lnTo>
                    <a:pt x="928044" y="1624220"/>
                  </a:lnTo>
                  <a:lnTo>
                    <a:pt x="930633" y="1624220"/>
                  </a:lnTo>
                  <a:lnTo>
                    <a:pt x="930633" y="1621775"/>
                  </a:lnTo>
                  <a:lnTo>
                    <a:pt x="933078" y="1626953"/>
                  </a:lnTo>
                  <a:lnTo>
                    <a:pt x="933078" y="1629398"/>
                  </a:lnTo>
                  <a:lnTo>
                    <a:pt x="935811" y="1631988"/>
                  </a:lnTo>
                  <a:lnTo>
                    <a:pt x="935811" y="1634433"/>
                  </a:lnTo>
                  <a:lnTo>
                    <a:pt x="935811" y="1637166"/>
                  </a:lnTo>
                  <a:lnTo>
                    <a:pt x="938257" y="1642056"/>
                  </a:lnTo>
                  <a:lnTo>
                    <a:pt x="938257" y="1637166"/>
                  </a:lnTo>
                  <a:lnTo>
                    <a:pt x="940846" y="1637166"/>
                  </a:lnTo>
                  <a:lnTo>
                    <a:pt x="943291" y="1639611"/>
                  </a:lnTo>
                  <a:lnTo>
                    <a:pt x="940846" y="1642056"/>
                  </a:lnTo>
                  <a:lnTo>
                    <a:pt x="940846" y="1644645"/>
                  </a:lnTo>
                  <a:lnTo>
                    <a:pt x="938257" y="1644645"/>
                  </a:lnTo>
                  <a:lnTo>
                    <a:pt x="935811" y="1644645"/>
                  </a:lnTo>
                  <a:lnTo>
                    <a:pt x="940846" y="1649824"/>
                  </a:lnTo>
                  <a:lnTo>
                    <a:pt x="946024" y="1649824"/>
                  </a:lnTo>
                  <a:lnTo>
                    <a:pt x="951058" y="1652413"/>
                  </a:lnTo>
                  <a:lnTo>
                    <a:pt x="953504" y="1649824"/>
                  </a:lnTo>
                  <a:lnTo>
                    <a:pt x="956236" y="1652413"/>
                  </a:lnTo>
                  <a:lnTo>
                    <a:pt x="958682" y="1652413"/>
                  </a:lnTo>
                  <a:lnTo>
                    <a:pt x="958682" y="1649824"/>
                  </a:lnTo>
                  <a:lnTo>
                    <a:pt x="958682" y="1647378"/>
                  </a:lnTo>
                  <a:lnTo>
                    <a:pt x="958682" y="1644645"/>
                  </a:lnTo>
                  <a:lnTo>
                    <a:pt x="961127" y="1644645"/>
                  </a:lnTo>
                  <a:lnTo>
                    <a:pt x="966449" y="1644645"/>
                  </a:lnTo>
                  <a:lnTo>
                    <a:pt x="966449" y="1649824"/>
                  </a:lnTo>
                  <a:lnTo>
                    <a:pt x="968894" y="1649824"/>
                  </a:lnTo>
                  <a:lnTo>
                    <a:pt x="968894" y="1647378"/>
                  </a:lnTo>
                  <a:lnTo>
                    <a:pt x="966449" y="1644645"/>
                  </a:lnTo>
                  <a:lnTo>
                    <a:pt x="971339" y="1644645"/>
                  </a:lnTo>
                  <a:lnTo>
                    <a:pt x="973929" y="1647378"/>
                  </a:lnTo>
                  <a:lnTo>
                    <a:pt x="976662" y="1644645"/>
                  </a:lnTo>
                  <a:lnTo>
                    <a:pt x="976662" y="1642056"/>
                  </a:lnTo>
                  <a:lnTo>
                    <a:pt x="979107" y="1637166"/>
                  </a:lnTo>
                  <a:lnTo>
                    <a:pt x="979107" y="1631988"/>
                  </a:lnTo>
                  <a:lnTo>
                    <a:pt x="976662" y="1631988"/>
                  </a:lnTo>
                  <a:lnTo>
                    <a:pt x="976662" y="1629398"/>
                  </a:lnTo>
                  <a:lnTo>
                    <a:pt x="976662" y="1626953"/>
                  </a:lnTo>
                  <a:lnTo>
                    <a:pt x="976662" y="1624220"/>
                  </a:lnTo>
                  <a:lnTo>
                    <a:pt x="973929" y="1621775"/>
                  </a:lnTo>
                  <a:lnTo>
                    <a:pt x="976662" y="1619186"/>
                  </a:lnTo>
                  <a:lnTo>
                    <a:pt x="973929" y="1619186"/>
                  </a:lnTo>
                  <a:lnTo>
                    <a:pt x="971339" y="1619186"/>
                  </a:lnTo>
                  <a:lnTo>
                    <a:pt x="976662" y="1611563"/>
                  </a:lnTo>
                  <a:lnTo>
                    <a:pt x="973929" y="1608973"/>
                  </a:lnTo>
                  <a:lnTo>
                    <a:pt x="979107" y="1608973"/>
                  </a:lnTo>
                  <a:lnTo>
                    <a:pt x="979107" y="1606528"/>
                  </a:lnTo>
                  <a:lnTo>
                    <a:pt x="981552" y="1606528"/>
                  </a:lnTo>
                  <a:lnTo>
                    <a:pt x="981552" y="1608973"/>
                  </a:lnTo>
                  <a:lnTo>
                    <a:pt x="976662" y="1614295"/>
                  </a:lnTo>
                  <a:lnTo>
                    <a:pt x="979107" y="1619186"/>
                  </a:lnTo>
                  <a:lnTo>
                    <a:pt x="981552" y="1616741"/>
                  </a:lnTo>
                  <a:lnTo>
                    <a:pt x="984141" y="1619186"/>
                  </a:lnTo>
                  <a:lnTo>
                    <a:pt x="984141" y="1621775"/>
                  </a:lnTo>
                  <a:lnTo>
                    <a:pt x="981552" y="1624220"/>
                  </a:lnTo>
                  <a:lnTo>
                    <a:pt x="979107" y="1626953"/>
                  </a:lnTo>
                  <a:lnTo>
                    <a:pt x="979107" y="1629398"/>
                  </a:lnTo>
                  <a:lnTo>
                    <a:pt x="981552" y="1629398"/>
                  </a:lnTo>
                  <a:lnTo>
                    <a:pt x="989319" y="1626953"/>
                  </a:lnTo>
                  <a:lnTo>
                    <a:pt x="989319" y="1624220"/>
                  </a:lnTo>
                  <a:lnTo>
                    <a:pt x="991764" y="1621775"/>
                  </a:lnTo>
                  <a:lnTo>
                    <a:pt x="989319" y="1619186"/>
                  </a:lnTo>
                  <a:lnTo>
                    <a:pt x="989319" y="1616741"/>
                  </a:lnTo>
                  <a:lnTo>
                    <a:pt x="986874" y="1614295"/>
                  </a:lnTo>
                  <a:lnTo>
                    <a:pt x="986874" y="1611563"/>
                  </a:lnTo>
                  <a:lnTo>
                    <a:pt x="986874" y="1608973"/>
                  </a:lnTo>
                  <a:lnTo>
                    <a:pt x="989319" y="1608973"/>
                  </a:lnTo>
                  <a:lnTo>
                    <a:pt x="986874" y="1606528"/>
                  </a:lnTo>
                  <a:lnTo>
                    <a:pt x="984141" y="1604083"/>
                  </a:lnTo>
                  <a:lnTo>
                    <a:pt x="986874" y="1601350"/>
                  </a:lnTo>
                  <a:lnTo>
                    <a:pt x="981552" y="1598761"/>
                  </a:lnTo>
                  <a:lnTo>
                    <a:pt x="984141" y="1596316"/>
                  </a:lnTo>
                  <a:lnTo>
                    <a:pt x="981552" y="1596316"/>
                  </a:lnTo>
                  <a:lnTo>
                    <a:pt x="979107" y="1596316"/>
                  </a:lnTo>
                  <a:lnTo>
                    <a:pt x="976662" y="1601350"/>
                  </a:lnTo>
                  <a:lnTo>
                    <a:pt x="973929" y="1601350"/>
                  </a:lnTo>
                  <a:lnTo>
                    <a:pt x="973929" y="1596316"/>
                  </a:lnTo>
                  <a:lnTo>
                    <a:pt x="971339" y="1596316"/>
                  </a:lnTo>
                  <a:lnTo>
                    <a:pt x="971339" y="1593870"/>
                  </a:lnTo>
                  <a:lnTo>
                    <a:pt x="971339" y="1588548"/>
                  </a:lnTo>
                  <a:lnTo>
                    <a:pt x="976662" y="1583658"/>
                  </a:lnTo>
                  <a:lnTo>
                    <a:pt x="973929" y="1583658"/>
                  </a:lnTo>
                  <a:lnTo>
                    <a:pt x="973929" y="1580925"/>
                  </a:lnTo>
                  <a:lnTo>
                    <a:pt x="976662" y="1578336"/>
                  </a:lnTo>
                  <a:lnTo>
                    <a:pt x="979107" y="1575891"/>
                  </a:lnTo>
                  <a:lnTo>
                    <a:pt x="979107" y="1573445"/>
                  </a:lnTo>
                  <a:lnTo>
                    <a:pt x="981552" y="1573445"/>
                  </a:lnTo>
                  <a:lnTo>
                    <a:pt x="981552" y="1575891"/>
                  </a:lnTo>
                  <a:lnTo>
                    <a:pt x="984141" y="1573445"/>
                  </a:lnTo>
                  <a:lnTo>
                    <a:pt x="986874" y="1580925"/>
                  </a:lnTo>
                  <a:lnTo>
                    <a:pt x="991764" y="1580925"/>
                  </a:lnTo>
                  <a:lnTo>
                    <a:pt x="989319" y="1583658"/>
                  </a:lnTo>
                  <a:lnTo>
                    <a:pt x="991764" y="1586103"/>
                  </a:lnTo>
                  <a:lnTo>
                    <a:pt x="991764" y="1588548"/>
                  </a:lnTo>
                  <a:lnTo>
                    <a:pt x="1001977" y="1586103"/>
                  </a:lnTo>
                  <a:lnTo>
                    <a:pt x="1001977" y="1583658"/>
                  </a:lnTo>
                  <a:lnTo>
                    <a:pt x="999532" y="1586103"/>
                  </a:lnTo>
                  <a:lnTo>
                    <a:pt x="997087" y="1583658"/>
                  </a:lnTo>
                  <a:lnTo>
                    <a:pt x="991764" y="1578336"/>
                  </a:lnTo>
                  <a:lnTo>
                    <a:pt x="986874" y="1568123"/>
                  </a:lnTo>
                  <a:lnTo>
                    <a:pt x="979107" y="1557911"/>
                  </a:lnTo>
                  <a:lnTo>
                    <a:pt x="979107" y="1555466"/>
                  </a:lnTo>
                  <a:lnTo>
                    <a:pt x="971339" y="1545253"/>
                  </a:lnTo>
                  <a:lnTo>
                    <a:pt x="973929" y="1540075"/>
                  </a:lnTo>
                  <a:lnTo>
                    <a:pt x="976662" y="1535041"/>
                  </a:lnTo>
                  <a:lnTo>
                    <a:pt x="976662" y="1532595"/>
                  </a:lnTo>
                  <a:lnTo>
                    <a:pt x="973929" y="1529862"/>
                  </a:lnTo>
                  <a:lnTo>
                    <a:pt x="971339" y="1529862"/>
                  </a:lnTo>
                  <a:lnTo>
                    <a:pt x="968894" y="1529862"/>
                  </a:lnTo>
                  <a:lnTo>
                    <a:pt x="966449" y="1529862"/>
                  </a:lnTo>
                  <a:lnTo>
                    <a:pt x="963716" y="1527417"/>
                  </a:lnTo>
                  <a:lnTo>
                    <a:pt x="961127" y="1524828"/>
                  </a:lnTo>
                  <a:lnTo>
                    <a:pt x="966449" y="1524828"/>
                  </a:lnTo>
                  <a:lnTo>
                    <a:pt x="963716" y="1522383"/>
                  </a:lnTo>
                  <a:lnTo>
                    <a:pt x="963716" y="1519938"/>
                  </a:lnTo>
                  <a:lnTo>
                    <a:pt x="961127" y="1519938"/>
                  </a:lnTo>
                  <a:lnTo>
                    <a:pt x="958682" y="1519938"/>
                  </a:lnTo>
                  <a:lnTo>
                    <a:pt x="956236" y="1519938"/>
                  </a:lnTo>
                  <a:lnTo>
                    <a:pt x="956236" y="1517205"/>
                  </a:lnTo>
                  <a:lnTo>
                    <a:pt x="958682" y="1514616"/>
                  </a:lnTo>
                  <a:lnTo>
                    <a:pt x="953504" y="1512170"/>
                  </a:lnTo>
                  <a:lnTo>
                    <a:pt x="961127" y="1509725"/>
                  </a:lnTo>
                  <a:lnTo>
                    <a:pt x="961127" y="1506992"/>
                  </a:lnTo>
                  <a:lnTo>
                    <a:pt x="958682" y="1506992"/>
                  </a:lnTo>
                  <a:lnTo>
                    <a:pt x="958682" y="1501958"/>
                  </a:lnTo>
                  <a:lnTo>
                    <a:pt x="963716" y="1501958"/>
                  </a:lnTo>
                  <a:lnTo>
                    <a:pt x="963716" y="1499513"/>
                  </a:lnTo>
                  <a:lnTo>
                    <a:pt x="966449" y="1499513"/>
                  </a:lnTo>
                  <a:lnTo>
                    <a:pt x="966449" y="1501958"/>
                  </a:lnTo>
                  <a:lnTo>
                    <a:pt x="971339" y="1499513"/>
                  </a:lnTo>
                  <a:lnTo>
                    <a:pt x="973929" y="1499513"/>
                  </a:lnTo>
                  <a:lnTo>
                    <a:pt x="976662" y="1496780"/>
                  </a:lnTo>
                  <a:lnTo>
                    <a:pt x="981552" y="1499513"/>
                  </a:lnTo>
                  <a:lnTo>
                    <a:pt x="984141" y="1499513"/>
                  </a:lnTo>
                  <a:lnTo>
                    <a:pt x="984141" y="1501958"/>
                  </a:lnTo>
                  <a:lnTo>
                    <a:pt x="989319" y="1504403"/>
                  </a:lnTo>
                  <a:lnTo>
                    <a:pt x="991764" y="1504403"/>
                  </a:lnTo>
                  <a:lnTo>
                    <a:pt x="994354" y="1509725"/>
                  </a:lnTo>
                  <a:lnTo>
                    <a:pt x="997087" y="1509725"/>
                  </a:lnTo>
                  <a:lnTo>
                    <a:pt x="999532" y="1504403"/>
                  </a:lnTo>
                  <a:lnTo>
                    <a:pt x="999532" y="1501958"/>
                  </a:lnTo>
                  <a:lnTo>
                    <a:pt x="1001977" y="1499513"/>
                  </a:lnTo>
                  <a:lnTo>
                    <a:pt x="1001977" y="1496780"/>
                  </a:lnTo>
                  <a:lnTo>
                    <a:pt x="1001977" y="1494191"/>
                  </a:lnTo>
                  <a:lnTo>
                    <a:pt x="999532" y="1494191"/>
                  </a:lnTo>
                  <a:lnTo>
                    <a:pt x="999532" y="1496780"/>
                  </a:lnTo>
                  <a:lnTo>
                    <a:pt x="999532" y="1499513"/>
                  </a:lnTo>
                  <a:lnTo>
                    <a:pt x="994354" y="1501958"/>
                  </a:lnTo>
                  <a:lnTo>
                    <a:pt x="991764" y="1501958"/>
                  </a:lnTo>
                  <a:lnTo>
                    <a:pt x="986874" y="1499513"/>
                  </a:lnTo>
                  <a:lnTo>
                    <a:pt x="989319" y="1499513"/>
                  </a:lnTo>
                  <a:lnTo>
                    <a:pt x="989319" y="1496780"/>
                  </a:lnTo>
                  <a:lnTo>
                    <a:pt x="986874" y="1496780"/>
                  </a:lnTo>
                  <a:lnTo>
                    <a:pt x="986874" y="1491745"/>
                  </a:lnTo>
                  <a:lnTo>
                    <a:pt x="989319" y="1489300"/>
                  </a:lnTo>
                  <a:lnTo>
                    <a:pt x="994354" y="1486567"/>
                  </a:lnTo>
                  <a:close/>
                  <a:moveTo>
                    <a:pt x="1075910" y="1463553"/>
                  </a:moveTo>
                  <a:lnTo>
                    <a:pt x="1086123" y="1463553"/>
                  </a:lnTo>
                  <a:lnTo>
                    <a:pt x="1088712" y="1466142"/>
                  </a:lnTo>
                  <a:lnTo>
                    <a:pt x="1088712" y="1471320"/>
                  </a:lnTo>
                  <a:lnTo>
                    <a:pt x="1088712" y="1473909"/>
                  </a:lnTo>
                  <a:lnTo>
                    <a:pt x="1088712" y="1476355"/>
                  </a:lnTo>
                  <a:lnTo>
                    <a:pt x="1086123" y="1479088"/>
                  </a:lnTo>
                  <a:lnTo>
                    <a:pt x="1083677" y="1481533"/>
                  </a:lnTo>
                  <a:lnTo>
                    <a:pt x="1080944" y="1483978"/>
                  </a:lnTo>
                  <a:lnTo>
                    <a:pt x="1078499" y="1486567"/>
                  </a:lnTo>
                  <a:lnTo>
                    <a:pt x="1073465" y="1489300"/>
                  </a:lnTo>
                  <a:lnTo>
                    <a:pt x="1071020" y="1494191"/>
                  </a:lnTo>
                  <a:lnTo>
                    <a:pt x="1068287" y="1496780"/>
                  </a:lnTo>
                  <a:lnTo>
                    <a:pt x="1065697" y="1496780"/>
                  </a:lnTo>
                  <a:lnTo>
                    <a:pt x="1060807" y="1501958"/>
                  </a:lnTo>
                  <a:lnTo>
                    <a:pt x="1053040" y="1501958"/>
                  </a:lnTo>
                  <a:lnTo>
                    <a:pt x="1050595" y="1501958"/>
                  </a:lnTo>
                  <a:lnTo>
                    <a:pt x="1047862" y="1501958"/>
                  </a:lnTo>
                  <a:lnTo>
                    <a:pt x="1047862" y="1496780"/>
                  </a:lnTo>
                  <a:lnTo>
                    <a:pt x="1045416" y="1496780"/>
                  </a:lnTo>
                  <a:lnTo>
                    <a:pt x="1045416" y="1504403"/>
                  </a:lnTo>
                  <a:lnTo>
                    <a:pt x="1042827" y="1501958"/>
                  </a:lnTo>
                  <a:lnTo>
                    <a:pt x="1042827" y="1499513"/>
                  </a:lnTo>
                  <a:lnTo>
                    <a:pt x="1035204" y="1501958"/>
                  </a:lnTo>
                  <a:lnTo>
                    <a:pt x="1024847" y="1496780"/>
                  </a:lnTo>
                  <a:lnTo>
                    <a:pt x="1022402" y="1496780"/>
                  </a:lnTo>
                  <a:lnTo>
                    <a:pt x="1019957" y="1494191"/>
                  </a:lnTo>
                  <a:lnTo>
                    <a:pt x="1019957" y="1489300"/>
                  </a:lnTo>
                  <a:lnTo>
                    <a:pt x="1027437" y="1486567"/>
                  </a:lnTo>
                  <a:lnTo>
                    <a:pt x="1037649" y="1483978"/>
                  </a:lnTo>
                  <a:lnTo>
                    <a:pt x="1035204" y="1481533"/>
                  </a:lnTo>
                  <a:lnTo>
                    <a:pt x="1037649" y="1481533"/>
                  </a:lnTo>
                  <a:lnTo>
                    <a:pt x="1042827" y="1479088"/>
                  </a:lnTo>
                  <a:lnTo>
                    <a:pt x="1045416" y="1476355"/>
                  </a:lnTo>
                  <a:lnTo>
                    <a:pt x="1053040" y="1473909"/>
                  </a:lnTo>
                  <a:lnTo>
                    <a:pt x="1055485" y="1473909"/>
                  </a:lnTo>
                  <a:close/>
                  <a:moveTo>
                    <a:pt x="1241755" y="1455930"/>
                  </a:moveTo>
                  <a:lnTo>
                    <a:pt x="1244200" y="1455930"/>
                  </a:lnTo>
                  <a:lnTo>
                    <a:pt x="1262180" y="1458663"/>
                  </a:lnTo>
                  <a:lnTo>
                    <a:pt x="1272393" y="1461108"/>
                  </a:lnTo>
                  <a:lnTo>
                    <a:pt x="1272393" y="1466142"/>
                  </a:lnTo>
                  <a:lnTo>
                    <a:pt x="1274838" y="1466142"/>
                  </a:lnTo>
                  <a:lnTo>
                    <a:pt x="1274838" y="1463553"/>
                  </a:lnTo>
                  <a:lnTo>
                    <a:pt x="1277427" y="1463553"/>
                  </a:lnTo>
                  <a:lnTo>
                    <a:pt x="1279872" y="1466142"/>
                  </a:lnTo>
                  <a:lnTo>
                    <a:pt x="1287496" y="1471321"/>
                  </a:lnTo>
                  <a:lnTo>
                    <a:pt x="1290085" y="1476355"/>
                  </a:lnTo>
                  <a:lnTo>
                    <a:pt x="1290085" y="1481533"/>
                  </a:lnTo>
                  <a:lnTo>
                    <a:pt x="1287496" y="1483978"/>
                  </a:lnTo>
                  <a:lnTo>
                    <a:pt x="1287496" y="1486567"/>
                  </a:lnTo>
                  <a:lnTo>
                    <a:pt x="1290085" y="1486567"/>
                  </a:lnTo>
                  <a:lnTo>
                    <a:pt x="1295263" y="1483978"/>
                  </a:lnTo>
                  <a:lnTo>
                    <a:pt x="1297708" y="1479088"/>
                  </a:lnTo>
                  <a:lnTo>
                    <a:pt x="1300297" y="1479088"/>
                  </a:lnTo>
                  <a:lnTo>
                    <a:pt x="1302742" y="1473910"/>
                  </a:lnTo>
                  <a:lnTo>
                    <a:pt x="1307921" y="1473910"/>
                  </a:lnTo>
                  <a:lnTo>
                    <a:pt x="1315688" y="1471321"/>
                  </a:lnTo>
                  <a:lnTo>
                    <a:pt x="1318133" y="1473910"/>
                  </a:lnTo>
                  <a:lnTo>
                    <a:pt x="1320722" y="1473910"/>
                  </a:lnTo>
                  <a:lnTo>
                    <a:pt x="1333380" y="1476355"/>
                  </a:lnTo>
                  <a:lnTo>
                    <a:pt x="1338558" y="1479088"/>
                  </a:lnTo>
                  <a:lnTo>
                    <a:pt x="1343592" y="1481533"/>
                  </a:lnTo>
                  <a:lnTo>
                    <a:pt x="1348771" y="1481533"/>
                  </a:lnTo>
                  <a:lnTo>
                    <a:pt x="1351360" y="1481533"/>
                  </a:lnTo>
                  <a:lnTo>
                    <a:pt x="1353805" y="1481533"/>
                  </a:lnTo>
                  <a:lnTo>
                    <a:pt x="1358983" y="1483978"/>
                  </a:lnTo>
                  <a:lnTo>
                    <a:pt x="1361572" y="1486567"/>
                  </a:lnTo>
                  <a:lnTo>
                    <a:pt x="1361572" y="1483978"/>
                  </a:lnTo>
                  <a:lnTo>
                    <a:pt x="1366750" y="1483978"/>
                  </a:lnTo>
                  <a:lnTo>
                    <a:pt x="1369196" y="1486567"/>
                  </a:lnTo>
                  <a:lnTo>
                    <a:pt x="1371785" y="1486567"/>
                  </a:lnTo>
                  <a:lnTo>
                    <a:pt x="1369196" y="1489300"/>
                  </a:lnTo>
                  <a:lnTo>
                    <a:pt x="1366750" y="1494191"/>
                  </a:lnTo>
                  <a:lnTo>
                    <a:pt x="1366750" y="1491746"/>
                  </a:lnTo>
                  <a:lnTo>
                    <a:pt x="1364017" y="1491746"/>
                  </a:lnTo>
                  <a:lnTo>
                    <a:pt x="1364017" y="1494191"/>
                  </a:lnTo>
                  <a:lnTo>
                    <a:pt x="1364017" y="1496780"/>
                  </a:lnTo>
                  <a:lnTo>
                    <a:pt x="1364017" y="1501958"/>
                  </a:lnTo>
                  <a:lnTo>
                    <a:pt x="1364017" y="1504404"/>
                  </a:lnTo>
                  <a:lnTo>
                    <a:pt x="1361572" y="1509725"/>
                  </a:lnTo>
                  <a:lnTo>
                    <a:pt x="1361572" y="1512171"/>
                  </a:lnTo>
                  <a:lnTo>
                    <a:pt x="1361572" y="1514616"/>
                  </a:lnTo>
                  <a:lnTo>
                    <a:pt x="1351360" y="1535041"/>
                  </a:lnTo>
                  <a:lnTo>
                    <a:pt x="1348771" y="1535041"/>
                  </a:lnTo>
                  <a:lnTo>
                    <a:pt x="1346325" y="1537630"/>
                  </a:lnTo>
                  <a:lnTo>
                    <a:pt x="1343592" y="1535041"/>
                  </a:lnTo>
                  <a:lnTo>
                    <a:pt x="1343592" y="1537630"/>
                  </a:lnTo>
                  <a:lnTo>
                    <a:pt x="1346325" y="1542808"/>
                  </a:lnTo>
                  <a:lnTo>
                    <a:pt x="1346325" y="1545254"/>
                  </a:lnTo>
                  <a:lnTo>
                    <a:pt x="1343592" y="1547843"/>
                  </a:lnTo>
                  <a:lnTo>
                    <a:pt x="1343592" y="1550288"/>
                  </a:lnTo>
                  <a:lnTo>
                    <a:pt x="1341147" y="1555466"/>
                  </a:lnTo>
                  <a:lnTo>
                    <a:pt x="1341147" y="1557911"/>
                  </a:lnTo>
                  <a:lnTo>
                    <a:pt x="1341147" y="1560500"/>
                  </a:lnTo>
                  <a:lnTo>
                    <a:pt x="1336113" y="1565679"/>
                  </a:lnTo>
                  <a:lnTo>
                    <a:pt x="1336113" y="1568124"/>
                  </a:lnTo>
                  <a:lnTo>
                    <a:pt x="1336113" y="1573446"/>
                  </a:lnTo>
                  <a:lnTo>
                    <a:pt x="1333380" y="1573446"/>
                  </a:lnTo>
                  <a:lnTo>
                    <a:pt x="1333380" y="1575891"/>
                  </a:lnTo>
                  <a:lnTo>
                    <a:pt x="1328346" y="1578336"/>
                  </a:lnTo>
                  <a:lnTo>
                    <a:pt x="1323167" y="1580925"/>
                  </a:lnTo>
                  <a:lnTo>
                    <a:pt x="1328346" y="1583658"/>
                  </a:lnTo>
                  <a:lnTo>
                    <a:pt x="1330935" y="1580925"/>
                  </a:lnTo>
                  <a:lnTo>
                    <a:pt x="1330935" y="1583658"/>
                  </a:lnTo>
                  <a:lnTo>
                    <a:pt x="1330935" y="1586104"/>
                  </a:lnTo>
                  <a:lnTo>
                    <a:pt x="1323167" y="1608974"/>
                  </a:lnTo>
                  <a:lnTo>
                    <a:pt x="1320722" y="1614296"/>
                  </a:lnTo>
                  <a:lnTo>
                    <a:pt x="1320722" y="1616741"/>
                  </a:lnTo>
                  <a:lnTo>
                    <a:pt x="1315688" y="1624221"/>
                  </a:lnTo>
                  <a:lnTo>
                    <a:pt x="1315688" y="1629399"/>
                  </a:lnTo>
                  <a:lnTo>
                    <a:pt x="1315688" y="1631988"/>
                  </a:lnTo>
                  <a:lnTo>
                    <a:pt x="1310510" y="1639611"/>
                  </a:lnTo>
                  <a:lnTo>
                    <a:pt x="1307921" y="1644646"/>
                  </a:lnTo>
                  <a:lnTo>
                    <a:pt x="1300297" y="1652413"/>
                  </a:lnTo>
                  <a:lnTo>
                    <a:pt x="1297708" y="1652413"/>
                  </a:lnTo>
                  <a:lnTo>
                    <a:pt x="1295263" y="1652413"/>
                  </a:lnTo>
                  <a:lnTo>
                    <a:pt x="1290085" y="1649824"/>
                  </a:lnTo>
                  <a:lnTo>
                    <a:pt x="1267214" y="1644646"/>
                  </a:lnTo>
                  <a:lnTo>
                    <a:pt x="1262180" y="1642057"/>
                  </a:lnTo>
                  <a:lnTo>
                    <a:pt x="1259447" y="1644646"/>
                  </a:lnTo>
                  <a:lnTo>
                    <a:pt x="1257002" y="1639611"/>
                  </a:lnTo>
                  <a:lnTo>
                    <a:pt x="1254413" y="1642057"/>
                  </a:lnTo>
                  <a:lnTo>
                    <a:pt x="1251968" y="1642057"/>
                  </a:lnTo>
                  <a:lnTo>
                    <a:pt x="1249235" y="1642057"/>
                  </a:lnTo>
                  <a:lnTo>
                    <a:pt x="1246789" y="1644646"/>
                  </a:lnTo>
                  <a:lnTo>
                    <a:pt x="1236577" y="1644646"/>
                  </a:lnTo>
                  <a:lnTo>
                    <a:pt x="1228810" y="1647379"/>
                  </a:lnTo>
                  <a:lnTo>
                    <a:pt x="1226364" y="1647379"/>
                  </a:lnTo>
                  <a:lnTo>
                    <a:pt x="1223775" y="1647379"/>
                  </a:lnTo>
                  <a:lnTo>
                    <a:pt x="1218885" y="1647379"/>
                  </a:lnTo>
                  <a:lnTo>
                    <a:pt x="1216152" y="1647379"/>
                  </a:lnTo>
                  <a:lnTo>
                    <a:pt x="1216152" y="1652413"/>
                  </a:lnTo>
                  <a:lnTo>
                    <a:pt x="1216152" y="1654858"/>
                  </a:lnTo>
                  <a:lnTo>
                    <a:pt x="1218885" y="1654858"/>
                  </a:lnTo>
                  <a:lnTo>
                    <a:pt x="1221330" y="1652413"/>
                  </a:lnTo>
                  <a:lnTo>
                    <a:pt x="1223775" y="1652413"/>
                  </a:lnTo>
                  <a:lnTo>
                    <a:pt x="1226364" y="1654858"/>
                  </a:lnTo>
                  <a:lnTo>
                    <a:pt x="1231542" y="1654858"/>
                  </a:lnTo>
                  <a:lnTo>
                    <a:pt x="1233988" y="1654858"/>
                  </a:lnTo>
                  <a:lnTo>
                    <a:pt x="1236577" y="1649824"/>
                  </a:lnTo>
                  <a:lnTo>
                    <a:pt x="1239022" y="1649824"/>
                  </a:lnTo>
                  <a:lnTo>
                    <a:pt x="1239022" y="1652413"/>
                  </a:lnTo>
                  <a:lnTo>
                    <a:pt x="1239022" y="1662482"/>
                  </a:lnTo>
                  <a:lnTo>
                    <a:pt x="1239022" y="1665071"/>
                  </a:lnTo>
                  <a:lnTo>
                    <a:pt x="1244200" y="1665071"/>
                  </a:lnTo>
                  <a:lnTo>
                    <a:pt x="1249235" y="1672694"/>
                  </a:lnTo>
                  <a:lnTo>
                    <a:pt x="1251968" y="1678016"/>
                  </a:lnTo>
                  <a:lnTo>
                    <a:pt x="1251968" y="1690674"/>
                  </a:lnTo>
                  <a:lnTo>
                    <a:pt x="1249235" y="1693119"/>
                  </a:lnTo>
                  <a:lnTo>
                    <a:pt x="1246789" y="1698441"/>
                  </a:lnTo>
                  <a:lnTo>
                    <a:pt x="1246789" y="1700886"/>
                  </a:lnTo>
                  <a:lnTo>
                    <a:pt x="1244200" y="1703332"/>
                  </a:lnTo>
                  <a:lnTo>
                    <a:pt x="1239022" y="1705921"/>
                  </a:lnTo>
                  <a:lnTo>
                    <a:pt x="1236577" y="1708366"/>
                  </a:lnTo>
                  <a:lnTo>
                    <a:pt x="1236577" y="1711099"/>
                  </a:lnTo>
                  <a:lnTo>
                    <a:pt x="1236577" y="1715990"/>
                  </a:lnTo>
                  <a:lnTo>
                    <a:pt x="1233988" y="1715990"/>
                  </a:lnTo>
                  <a:lnTo>
                    <a:pt x="1233988" y="1723757"/>
                  </a:lnTo>
                  <a:lnTo>
                    <a:pt x="1231542" y="1723757"/>
                  </a:lnTo>
                  <a:lnTo>
                    <a:pt x="1231542" y="1726346"/>
                  </a:lnTo>
                  <a:lnTo>
                    <a:pt x="1228810" y="1728791"/>
                  </a:lnTo>
                  <a:lnTo>
                    <a:pt x="1231542" y="1731524"/>
                  </a:lnTo>
                  <a:lnTo>
                    <a:pt x="1228810" y="1739004"/>
                  </a:lnTo>
                  <a:lnTo>
                    <a:pt x="1228810" y="1741737"/>
                  </a:lnTo>
                  <a:lnTo>
                    <a:pt x="1226364" y="1741737"/>
                  </a:lnTo>
                  <a:lnTo>
                    <a:pt x="1223775" y="1741737"/>
                  </a:lnTo>
                  <a:lnTo>
                    <a:pt x="1223775" y="1744182"/>
                  </a:lnTo>
                  <a:lnTo>
                    <a:pt x="1221330" y="1744182"/>
                  </a:lnTo>
                  <a:lnTo>
                    <a:pt x="1221330" y="1746627"/>
                  </a:lnTo>
                  <a:lnTo>
                    <a:pt x="1218885" y="1744182"/>
                  </a:lnTo>
                  <a:lnTo>
                    <a:pt x="1216152" y="1746627"/>
                  </a:lnTo>
                  <a:lnTo>
                    <a:pt x="1213707" y="1746627"/>
                  </a:lnTo>
                  <a:lnTo>
                    <a:pt x="1211117" y="1746627"/>
                  </a:lnTo>
                  <a:lnTo>
                    <a:pt x="1205939" y="1749216"/>
                  </a:lnTo>
                  <a:lnTo>
                    <a:pt x="1203350" y="1749216"/>
                  </a:lnTo>
                  <a:lnTo>
                    <a:pt x="1198460" y="1749216"/>
                  </a:lnTo>
                  <a:lnTo>
                    <a:pt x="1195727" y="1751949"/>
                  </a:lnTo>
                  <a:lnTo>
                    <a:pt x="1193138" y="1751949"/>
                  </a:lnTo>
                  <a:lnTo>
                    <a:pt x="1190692" y="1754394"/>
                  </a:lnTo>
                  <a:lnTo>
                    <a:pt x="1185514" y="1754394"/>
                  </a:lnTo>
                  <a:lnTo>
                    <a:pt x="1188247" y="1751949"/>
                  </a:lnTo>
                  <a:lnTo>
                    <a:pt x="1185514" y="1749216"/>
                  </a:lnTo>
                  <a:lnTo>
                    <a:pt x="1185514" y="1751949"/>
                  </a:lnTo>
                  <a:lnTo>
                    <a:pt x="1183069" y="1751949"/>
                  </a:lnTo>
                  <a:lnTo>
                    <a:pt x="1180480" y="1749216"/>
                  </a:lnTo>
                  <a:lnTo>
                    <a:pt x="1183069" y="1746627"/>
                  </a:lnTo>
                  <a:lnTo>
                    <a:pt x="1183069" y="1744182"/>
                  </a:lnTo>
                  <a:lnTo>
                    <a:pt x="1183069" y="1741737"/>
                  </a:lnTo>
                  <a:lnTo>
                    <a:pt x="1188247" y="1739004"/>
                  </a:lnTo>
                  <a:lnTo>
                    <a:pt x="1188247" y="1736415"/>
                  </a:lnTo>
                  <a:lnTo>
                    <a:pt x="1185514" y="1736415"/>
                  </a:lnTo>
                  <a:lnTo>
                    <a:pt x="1183069" y="1739004"/>
                  </a:lnTo>
                  <a:lnTo>
                    <a:pt x="1183069" y="1736415"/>
                  </a:lnTo>
                  <a:lnTo>
                    <a:pt x="1188247" y="1733969"/>
                  </a:lnTo>
                  <a:lnTo>
                    <a:pt x="1193138" y="1731524"/>
                  </a:lnTo>
                  <a:lnTo>
                    <a:pt x="1198460" y="1731524"/>
                  </a:lnTo>
                  <a:lnTo>
                    <a:pt x="1200905" y="1728791"/>
                  </a:lnTo>
                  <a:lnTo>
                    <a:pt x="1195727" y="1728791"/>
                  </a:lnTo>
                  <a:lnTo>
                    <a:pt x="1183069" y="1731524"/>
                  </a:lnTo>
                  <a:lnTo>
                    <a:pt x="1185514" y="1728791"/>
                  </a:lnTo>
                  <a:lnTo>
                    <a:pt x="1183069" y="1726346"/>
                  </a:lnTo>
                  <a:lnTo>
                    <a:pt x="1183069" y="1718579"/>
                  </a:lnTo>
                  <a:lnTo>
                    <a:pt x="1183069" y="1711099"/>
                  </a:lnTo>
                  <a:lnTo>
                    <a:pt x="1183069" y="1705921"/>
                  </a:lnTo>
                  <a:lnTo>
                    <a:pt x="1183069" y="1700886"/>
                  </a:lnTo>
                  <a:lnTo>
                    <a:pt x="1183069" y="1698441"/>
                  </a:lnTo>
                  <a:lnTo>
                    <a:pt x="1180480" y="1693119"/>
                  </a:lnTo>
                  <a:lnTo>
                    <a:pt x="1183069" y="1693119"/>
                  </a:lnTo>
                  <a:lnTo>
                    <a:pt x="1185514" y="1693119"/>
                  </a:lnTo>
                  <a:lnTo>
                    <a:pt x="1183069" y="1690674"/>
                  </a:lnTo>
                  <a:lnTo>
                    <a:pt x="1185514" y="1690674"/>
                  </a:lnTo>
                  <a:lnTo>
                    <a:pt x="1185514" y="1688229"/>
                  </a:lnTo>
                  <a:lnTo>
                    <a:pt x="1183069" y="1682907"/>
                  </a:lnTo>
                  <a:lnTo>
                    <a:pt x="1180480" y="1680461"/>
                  </a:lnTo>
                  <a:lnTo>
                    <a:pt x="1178035" y="1678016"/>
                  </a:lnTo>
                  <a:lnTo>
                    <a:pt x="1175302" y="1678016"/>
                  </a:lnTo>
                  <a:lnTo>
                    <a:pt x="1175302" y="1672694"/>
                  </a:lnTo>
                  <a:lnTo>
                    <a:pt x="1178035" y="1670249"/>
                  </a:lnTo>
                  <a:lnTo>
                    <a:pt x="1175302" y="1665071"/>
                  </a:lnTo>
                  <a:lnTo>
                    <a:pt x="1172857" y="1662482"/>
                  </a:lnTo>
                  <a:lnTo>
                    <a:pt x="1170267" y="1660036"/>
                  </a:lnTo>
                  <a:lnTo>
                    <a:pt x="1165089" y="1657591"/>
                  </a:lnTo>
                  <a:lnTo>
                    <a:pt x="1165089" y="1654858"/>
                  </a:lnTo>
                  <a:lnTo>
                    <a:pt x="1165089" y="1652413"/>
                  </a:lnTo>
                  <a:lnTo>
                    <a:pt x="1167822" y="1652413"/>
                  </a:lnTo>
                  <a:lnTo>
                    <a:pt x="1167822" y="1649824"/>
                  </a:lnTo>
                  <a:lnTo>
                    <a:pt x="1167822" y="1647379"/>
                  </a:lnTo>
                  <a:lnTo>
                    <a:pt x="1165089" y="1644646"/>
                  </a:lnTo>
                  <a:lnTo>
                    <a:pt x="1165089" y="1647379"/>
                  </a:lnTo>
                  <a:lnTo>
                    <a:pt x="1162644" y="1644646"/>
                  </a:lnTo>
                  <a:lnTo>
                    <a:pt x="1162644" y="1637166"/>
                  </a:lnTo>
                  <a:lnTo>
                    <a:pt x="1162644" y="1629399"/>
                  </a:lnTo>
                  <a:lnTo>
                    <a:pt x="1165089" y="1626954"/>
                  </a:lnTo>
                  <a:lnTo>
                    <a:pt x="1162644" y="1621775"/>
                  </a:lnTo>
                  <a:lnTo>
                    <a:pt x="1162644" y="1619186"/>
                  </a:lnTo>
                  <a:lnTo>
                    <a:pt x="1162644" y="1616741"/>
                  </a:lnTo>
                  <a:lnTo>
                    <a:pt x="1162644" y="1614296"/>
                  </a:lnTo>
                  <a:lnTo>
                    <a:pt x="1162644" y="1611563"/>
                  </a:lnTo>
                  <a:lnTo>
                    <a:pt x="1165089" y="1608974"/>
                  </a:lnTo>
                  <a:lnTo>
                    <a:pt x="1162644" y="1606529"/>
                  </a:lnTo>
                  <a:lnTo>
                    <a:pt x="1162644" y="1604083"/>
                  </a:lnTo>
                  <a:lnTo>
                    <a:pt x="1162644" y="1601350"/>
                  </a:lnTo>
                  <a:lnTo>
                    <a:pt x="1167822" y="1598761"/>
                  </a:lnTo>
                  <a:lnTo>
                    <a:pt x="1167822" y="1596316"/>
                  </a:lnTo>
                  <a:lnTo>
                    <a:pt x="1165089" y="1596316"/>
                  </a:lnTo>
                  <a:lnTo>
                    <a:pt x="1165089" y="1591138"/>
                  </a:lnTo>
                  <a:lnTo>
                    <a:pt x="1165089" y="1588549"/>
                  </a:lnTo>
                  <a:lnTo>
                    <a:pt x="1165089" y="1578336"/>
                  </a:lnTo>
                  <a:lnTo>
                    <a:pt x="1165089" y="1575891"/>
                  </a:lnTo>
                  <a:lnTo>
                    <a:pt x="1162644" y="1573446"/>
                  </a:lnTo>
                  <a:lnTo>
                    <a:pt x="1165089" y="1570713"/>
                  </a:lnTo>
                  <a:lnTo>
                    <a:pt x="1165089" y="1565679"/>
                  </a:lnTo>
                  <a:lnTo>
                    <a:pt x="1165089" y="1563233"/>
                  </a:lnTo>
                  <a:lnTo>
                    <a:pt x="1162644" y="1563233"/>
                  </a:lnTo>
                  <a:lnTo>
                    <a:pt x="1162644" y="1557911"/>
                  </a:lnTo>
                  <a:lnTo>
                    <a:pt x="1162644" y="1555466"/>
                  </a:lnTo>
                  <a:lnTo>
                    <a:pt x="1162644" y="1553021"/>
                  </a:lnTo>
                  <a:lnTo>
                    <a:pt x="1162644" y="1547843"/>
                  </a:lnTo>
                  <a:lnTo>
                    <a:pt x="1165089" y="1542808"/>
                  </a:lnTo>
                  <a:lnTo>
                    <a:pt x="1162644" y="1542808"/>
                  </a:lnTo>
                  <a:lnTo>
                    <a:pt x="1160055" y="1540075"/>
                  </a:lnTo>
                  <a:lnTo>
                    <a:pt x="1162644" y="1540075"/>
                  </a:lnTo>
                  <a:lnTo>
                    <a:pt x="1162644" y="1537630"/>
                  </a:lnTo>
                  <a:lnTo>
                    <a:pt x="1162644" y="1535041"/>
                  </a:lnTo>
                  <a:lnTo>
                    <a:pt x="1165089" y="1535041"/>
                  </a:lnTo>
                  <a:lnTo>
                    <a:pt x="1165089" y="1537630"/>
                  </a:lnTo>
                  <a:lnTo>
                    <a:pt x="1165089" y="1540075"/>
                  </a:lnTo>
                  <a:lnTo>
                    <a:pt x="1167822" y="1537630"/>
                  </a:lnTo>
                  <a:lnTo>
                    <a:pt x="1165089" y="1535041"/>
                  </a:lnTo>
                  <a:lnTo>
                    <a:pt x="1165089" y="1532596"/>
                  </a:lnTo>
                  <a:lnTo>
                    <a:pt x="1162644" y="1529863"/>
                  </a:lnTo>
                  <a:lnTo>
                    <a:pt x="1160055" y="1529863"/>
                  </a:lnTo>
                  <a:lnTo>
                    <a:pt x="1162644" y="1524829"/>
                  </a:lnTo>
                  <a:lnTo>
                    <a:pt x="1160055" y="1522383"/>
                  </a:lnTo>
                  <a:lnTo>
                    <a:pt x="1162644" y="1522383"/>
                  </a:lnTo>
                  <a:lnTo>
                    <a:pt x="1162644" y="1517205"/>
                  </a:lnTo>
                  <a:lnTo>
                    <a:pt x="1165089" y="1517205"/>
                  </a:lnTo>
                  <a:lnTo>
                    <a:pt x="1167822" y="1514616"/>
                  </a:lnTo>
                  <a:lnTo>
                    <a:pt x="1170267" y="1512171"/>
                  </a:lnTo>
                  <a:lnTo>
                    <a:pt x="1172857" y="1512171"/>
                  </a:lnTo>
                  <a:lnTo>
                    <a:pt x="1172857" y="1514616"/>
                  </a:lnTo>
                  <a:lnTo>
                    <a:pt x="1175302" y="1512171"/>
                  </a:lnTo>
                  <a:lnTo>
                    <a:pt x="1178035" y="1512171"/>
                  </a:lnTo>
                  <a:lnTo>
                    <a:pt x="1180480" y="1514616"/>
                  </a:lnTo>
                  <a:lnTo>
                    <a:pt x="1180480" y="1519938"/>
                  </a:lnTo>
                  <a:lnTo>
                    <a:pt x="1183069" y="1519938"/>
                  </a:lnTo>
                  <a:lnTo>
                    <a:pt x="1183069" y="1522383"/>
                  </a:lnTo>
                  <a:lnTo>
                    <a:pt x="1190692" y="1527418"/>
                  </a:lnTo>
                  <a:lnTo>
                    <a:pt x="1193138" y="1527418"/>
                  </a:lnTo>
                  <a:lnTo>
                    <a:pt x="1195727" y="1527418"/>
                  </a:lnTo>
                  <a:lnTo>
                    <a:pt x="1198460" y="1527418"/>
                  </a:lnTo>
                  <a:lnTo>
                    <a:pt x="1200905" y="1527418"/>
                  </a:lnTo>
                  <a:lnTo>
                    <a:pt x="1203350" y="1527418"/>
                  </a:lnTo>
                  <a:lnTo>
                    <a:pt x="1203350" y="1524829"/>
                  </a:lnTo>
                  <a:lnTo>
                    <a:pt x="1200905" y="1524829"/>
                  </a:lnTo>
                  <a:lnTo>
                    <a:pt x="1193138" y="1524829"/>
                  </a:lnTo>
                  <a:lnTo>
                    <a:pt x="1190692" y="1519938"/>
                  </a:lnTo>
                  <a:lnTo>
                    <a:pt x="1193138" y="1517205"/>
                  </a:lnTo>
                  <a:lnTo>
                    <a:pt x="1185514" y="1512171"/>
                  </a:lnTo>
                  <a:lnTo>
                    <a:pt x="1183069" y="1506993"/>
                  </a:lnTo>
                  <a:lnTo>
                    <a:pt x="1185514" y="1501958"/>
                  </a:lnTo>
                  <a:lnTo>
                    <a:pt x="1188247" y="1501958"/>
                  </a:lnTo>
                  <a:lnTo>
                    <a:pt x="1188247" y="1504404"/>
                  </a:lnTo>
                  <a:lnTo>
                    <a:pt x="1190692" y="1501958"/>
                  </a:lnTo>
                  <a:lnTo>
                    <a:pt x="1188247" y="1501958"/>
                  </a:lnTo>
                  <a:lnTo>
                    <a:pt x="1188247" y="1499513"/>
                  </a:lnTo>
                  <a:lnTo>
                    <a:pt x="1183069" y="1501958"/>
                  </a:lnTo>
                  <a:lnTo>
                    <a:pt x="1183069" y="1504404"/>
                  </a:lnTo>
                  <a:lnTo>
                    <a:pt x="1175302" y="1496780"/>
                  </a:lnTo>
                  <a:lnTo>
                    <a:pt x="1175302" y="1494191"/>
                  </a:lnTo>
                  <a:lnTo>
                    <a:pt x="1175302" y="1489300"/>
                  </a:lnTo>
                  <a:lnTo>
                    <a:pt x="1175302" y="1483978"/>
                  </a:lnTo>
                  <a:lnTo>
                    <a:pt x="1175302" y="1481533"/>
                  </a:lnTo>
                  <a:lnTo>
                    <a:pt x="1178035" y="1481533"/>
                  </a:lnTo>
                  <a:lnTo>
                    <a:pt x="1180480" y="1479088"/>
                  </a:lnTo>
                  <a:lnTo>
                    <a:pt x="1195727" y="1471321"/>
                  </a:lnTo>
                  <a:lnTo>
                    <a:pt x="1195727" y="1468875"/>
                  </a:lnTo>
                  <a:lnTo>
                    <a:pt x="1195727" y="1466142"/>
                  </a:lnTo>
                  <a:lnTo>
                    <a:pt x="1203350" y="1468875"/>
                  </a:lnTo>
                  <a:lnTo>
                    <a:pt x="1208672" y="1466142"/>
                  </a:lnTo>
                  <a:lnTo>
                    <a:pt x="1208672" y="1463553"/>
                  </a:lnTo>
                  <a:lnTo>
                    <a:pt x="1213707" y="1461108"/>
                  </a:lnTo>
                  <a:lnTo>
                    <a:pt x="1216152" y="1461108"/>
                  </a:lnTo>
                  <a:lnTo>
                    <a:pt x="1226364" y="1461108"/>
                  </a:lnTo>
                  <a:lnTo>
                    <a:pt x="1228810" y="1461108"/>
                  </a:lnTo>
                  <a:lnTo>
                    <a:pt x="1228810" y="1463553"/>
                  </a:lnTo>
                  <a:lnTo>
                    <a:pt x="1231542" y="1468875"/>
                  </a:lnTo>
                  <a:lnTo>
                    <a:pt x="1233988" y="1468875"/>
                  </a:lnTo>
                  <a:lnTo>
                    <a:pt x="1233988" y="1463553"/>
                  </a:lnTo>
                  <a:lnTo>
                    <a:pt x="1233988" y="1461108"/>
                  </a:lnTo>
                  <a:lnTo>
                    <a:pt x="1231542" y="1463553"/>
                  </a:lnTo>
                  <a:lnTo>
                    <a:pt x="1231542" y="1461108"/>
                  </a:lnTo>
                  <a:lnTo>
                    <a:pt x="1233988" y="1458663"/>
                  </a:lnTo>
                  <a:close/>
                  <a:moveTo>
                    <a:pt x="1047862" y="1433060"/>
                  </a:moveTo>
                  <a:lnTo>
                    <a:pt x="1053040" y="1433060"/>
                  </a:lnTo>
                  <a:lnTo>
                    <a:pt x="1053040" y="1435793"/>
                  </a:lnTo>
                  <a:lnTo>
                    <a:pt x="1058074" y="1438238"/>
                  </a:lnTo>
                  <a:lnTo>
                    <a:pt x="1055485" y="1438238"/>
                  </a:lnTo>
                  <a:lnTo>
                    <a:pt x="1047862" y="1438238"/>
                  </a:lnTo>
                  <a:lnTo>
                    <a:pt x="1047862" y="1435793"/>
                  </a:lnTo>
                  <a:close/>
                  <a:moveTo>
                    <a:pt x="1098923" y="1394943"/>
                  </a:moveTo>
                  <a:lnTo>
                    <a:pt x="1101368" y="1394943"/>
                  </a:lnTo>
                  <a:lnTo>
                    <a:pt x="1104101" y="1399977"/>
                  </a:lnTo>
                  <a:lnTo>
                    <a:pt x="1104101" y="1402423"/>
                  </a:lnTo>
                  <a:lnTo>
                    <a:pt x="1101368" y="1407601"/>
                  </a:lnTo>
                  <a:lnTo>
                    <a:pt x="1098923" y="1410046"/>
                  </a:lnTo>
                  <a:lnTo>
                    <a:pt x="1096334" y="1412635"/>
                  </a:lnTo>
                  <a:lnTo>
                    <a:pt x="1088710" y="1417813"/>
                  </a:lnTo>
                  <a:lnTo>
                    <a:pt x="1086121" y="1417813"/>
                  </a:lnTo>
                  <a:lnTo>
                    <a:pt x="1083676" y="1415368"/>
                  </a:lnTo>
                  <a:lnTo>
                    <a:pt x="1083676" y="1412635"/>
                  </a:lnTo>
                  <a:lnTo>
                    <a:pt x="1083676" y="1410046"/>
                  </a:lnTo>
                  <a:lnTo>
                    <a:pt x="1086121" y="1407601"/>
                  </a:lnTo>
                  <a:lnTo>
                    <a:pt x="1091156" y="1405155"/>
                  </a:lnTo>
                  <a:lnTo>
                    <a:pt x="1091156" y="1402423"/>
                  </a:lnTo>
                  <a:lnTo>
                    <a:pt x="1093889" y="1399977"/>
                  </a:lnTo>
                  <a:lnTo>
                    <a:pt x="1093889" y="1397388"/>
                  </a:lnTo>
                  <a:lnTo>
                    <a:pt x="1096334" y="1397388"/>
                  </a:lnTo>
                  <a:close/>
                  <a:moveTo>
                    <a:pt x="1162643" y="1392210"/>
                  </a:moveTo>
                  <a:lnTo>
                    <a:pt x="1167821" y="1392210"/>
                  </a:lnTo>
                  <a:lnTo>
                    <a:pt x="1175301" y="1399977"/>
                  </a:lnTo>
                  <a:lnTo>
                    <a:pt x="1178034" y="1410046"/>
                  </a:lnTo>
                  <a:lnTo>
                    <a:pt x="1178034" y="1412635"/>
                  </a:lnTo>
                  <a:lnTo>
                    <a:pt x="1172856" y="1412635"/>
                  </a:lnTo>
                  <a:lnTo>
                    <a:pt x="1165088" y="1410046"/>
                  </a:lnTo>
                  <a:lnTo>
                    <a:pt x="1160054" y="1407601"/>
                  </a:lnTo>
                  <a:lnTo>
                    <a:pt x="1157609" y="1405155"/>
                  </a:lnTo>
                  <a:lnTo>
                    <a:pt x="1154876" y="1402422"/>
                  </a:lnTo>
                  <a:lnTo>
                    <a:pt x="1154876" y="1399977"/>
                  </a:lnTo>
                  <a:lnTo>
                    <a:pt x="1157609" y="1397388"/>
                  </a:lnTo>
                  <a:lnTo>
                    <a:pt x="1157609" y="1399977"/>
                  </a:lnTo>
                  <a:lnTo>
                    <a:pt x="1160054" y="1399977"/>
                  </a:lnTo>
                  <a:lnTo>
                    <a:pt x="1160054" y="1397388"/>
                  </a:lnTo>
                  <a:lnTo>
                    <a:pt x="1160054" y="1394943"/>
                  </a:lnTo>
                  <a:close/>
                  <a:moveTo>
                    <a:pt x="1300297" y="1376963"/>
                  </a:moveTo>
                  <a:lnTo>
                    <a:pt x="1302742" y="1376963"/>
                  </a:lnTo>
                  <a:lnTo>
                    <a:pt x="1302742" y="1381997"/>
                  </a:lnTo>
                  <a:lnTo>
                    <a:pt x="1300297" y="1381997"/>
                  </a:lnTo>
                  <a:lnTo>
                    <a:pt x="1297708" y="1379552"/>
                  </a:lnTo>
                  <a:close/>
                  <a:moveTo>
                    <a:pt x="1167822" y="1374518"/>
                  </a:moveTo>
                  <a:lnTo>
                    <a:pt x="1172856" y="1376963"/>
                  </a:lnTo>
                  <a:lnTo>
                    <a:pt x="1170267" y="1379552"/>
                  </a:lnTo>
                  <a:lnTo>
                    <a:pt x="1167822" y="1379552"/>
                  </a:lnTo>
                  <a:close/>
                  <a:moveTo>
                    <a:pt x="1078498" y="1297852"/>
                  </a:moveTo>
                  <a:lnTo>
                    <a:pt x="1080943" y="1297852"/>
                  </a:lnTo>
                  <a:lnTo>
                    <a:pt x="1078498" y="1303030"/>
                  </a:lnTo>
                  <a:close/>
                  <a:moveTo>
                    <a:pt x="1073464" y="1295407"/>
                  </a:moveTo>
                  <a:lnTo>
                    <a:pt x="1075334" y="1295407"/>
                  </a:lnTo>
                  <a:lnTo>
                    <a:pt x="1075909" y="1295407"/>
                  </a:lnTo>
                  <a:lnTo>
                    <a:pt x="1075909" y="1297852"/>
                  </a:lnTo>
                  <a:lnTo>
                    <a:pt x="1073464" y="1297852"/>
                  </a:lnTo>
                  <a:close/>
                  <a:moveTo>
                    <a:pt x="1104101" y="1295263"/>
                  </a:moveTo>
                  <a:lnTo>
                    <a:pt x="1106546" y="1295263"/>
                  </a:lnTo>
                  <a:lnTo>
                    <a:pt x="1108991" y="1295263"/>
                  </a:lnTo>
                  <a:lnTo>
                    <a:pt x="1108991" y="1297852"/>
                  </a:lnTo>
                  <a:lnTo>
                    <a:pt x="1108991" y="1305619"/>
                  </a:lnTo>
                  <a:lnTo>
                    <a:pt x="1108991" y="1308065"/>
                  </a:lnTo>
                  <a:lnTo>
                    <a:pt x="1108991" y="1310798"/>
                  </a:lnTo>
                  <a:lnTo>
                    <a:pt x="1106546" y="1308065"/>
                  </a:lnTo>
                  <a:lnTo>
                    <a:pt x="1106546" y="1303030"/>
                  </a:lnTo>
                  <a:lnTo>
                    <a:pt x="1106546" y="1297852"/>
                  </a:lnTo>
                  <a:close/>
                  <a:moveTo>
                    <a:pt x="859145" y="1267214"/>
                  </a:moveTo>
                  <a:lnTo>
                    <a:pt x="864323" y="1269947"/>
                  </a:lnTo>
                  <a:lnTo>
                    <a:pt x="874536" y="1280159"/>
                  </a:lnTo>
                  <a:lnTo>
                    <a:pt x="874536" y="1282605"/>
                  </a:lnTo>
                  <a:lnTo>
                    <a:pt x="876981" y="1292817"/>
                  </a:lnTo>
                  <a:lnTo>
                    <a:pt x="874536" y="1297852"/>
                  </a:lnTo>
                  <a:lnTo>
                    <a:pt x="876981" y="1300584"/>
                  </a:lnTo>
                  <a:lnTo>
                    <a:pt x="879570" y="1308064"/>
                  </a:lnTo>
                  <a:lnTo>
                    <a:pt x="879570" y="1310797"/>
                  </a:lnTo>
                  <a:lnTo>
                    <a:pt x="869358" y="1323455"/>
                  </a:lnTo>
                  <a:lnTo>
                    <a:pt x="864323" y="1323455"/>
                  </a:lnTo>
                  <a:lnTo>
                    <a:pt x="861878" y="1323455"/>
                  </a:lnTo>
                  <a:lnTo>
                    <a:pt x="854111" y="1325900"/>
                  </a:lnTo>
                  <a:lnTo>
                    <a:pt x="851666" y="1323455"/>
                  </a:lnTo>
                  <a:lnTo>
                    <a:pt x="849221" y="1323455"/>
                  </a:lnTo>
                  <a:lnTo>
                    <a:pt x="841453" y="1321010"/>
                  </a:lnTo>
                  <a:lnTo>
                    <a:pt x="839008" y="1315688"/>
                  </a:lnTo>
                  <a:lnTo>
                    <a:pt x="833686" y="1313242"/>
                  </a:lnTo>
                  <a:lnTo>
                    <a:pt x="833686" y="1308064"/>
                  </a:lnTo>
                  <a:lnTo>
                    <a:pt x="833686" y="1305619"/>
                  </a:lnTo>
                  <a:lnTo>
                    <a:pt x="836275" y="1303030"/>
                  </a:lnTo>
                  <a:lnTo>
                    <a:pt x="839008" y="1297852"/>
                  </a:lnTo>
                  <a:lnTo>
                    <a:pt x="841453" y="1290372"/>
                  </a:lnTo>
                  <a:lnTo>
                    <a:pt x="839008" y="1290372"/>
                  </a:lnTo>
                  <a:lnTo>
                    <a:pt x="843898" y="1285194"/>
                  </a:lnTo>
                  <a:lnTo>
                    <a:pt x="843898" y="1282605"/>
                  </a:lnTo>
                  <a:lnTo>
                    <a:pt x="846488" y="1280159"/>
                  </a:lnTo>
                  <a:lnTo>
                    <a:pt x="849221" y="1277427"/>
                  </a:lnTo>
                  <a:lnTo>
                    <a:pt x="851666" y="1272392"/>
                  </a:lnTo>
                  <a:lnTo>
                    <a:pt x="851666" y="1269947"/>
                  </a:lnTo>
                  <a:close/>
                  <a:moveTo>
                    <a:pt x="1183069" y="1254557"/>
                  </a:moveTo>
                  <a:lnTo>
                    <a:pt x="1185514" y="1254557"/>
                  </a:lnTo>
                  <a:lnTo>
                    <a:pt x="1188247" y="1254557"/>
                  </a:lnTo>
                  <a:lnTo>
                    <a:pt x="1193137" y="1254557"/>
                  </a:lnTo>
                  <a:lnTo>
                    <a:pt x="1193137" y="1257290"/>
                  </a:lnTo>
                  <a:lnTo>
                    <a:pt x="1200905" y="1257290"/>
                  </a:lnTo>
                  <a:lnTo>
                    <a:pt x="1203350" y="1257290"/>
                  </a:lnTo>
                  <a:lnTo>
                    <a:pt x="1205939" y="1259735"/>
                  </a:lnTo>
                  <a:lnTo>
                    <a:pt x="1211117" y="1262180"/>
                  </a:lnTo>
                  <a:lnTo>
                    <a:pt x="1216152" y="1274982"/>
                  </a:lnTo>
                  <a:lnTo>
                    <a:pt x="1218885" y="1274982"/>
                  </a:lnTo>
                  <a:lnTo>
                    <a:pt x="1221330" y="1277427"/>
                  </a:lnTo>
                  <a:lnTo>
                    <a:pt x="1221330" y="1280160"/>
                  </a:lnTo>
                  <a:lnTo>
                    <a:pt x="1223775" y="1282605"/>
                  </a:lnTo>
                  <a:lnTo>
                    <a:pt x="1226364" y="1285194"/>
                  </a:lnTo>
                  <a:lnTo>
                    <a:pt x="1231542" y="1290373"/>
                  </a:lnTo>
                  <a:lnTo>
                    <a:pt x="1231542" y="1292818"/>
                  </a:lnTo>
                  <a:lnTo>
                    <a:pt x="1233988" y="1297852"/>
                  </a:lnTo>
                  <a:lnTo>
                    <a:pt x="1228809" y="1297852"/>
                  </a:lnTo>
                  <a:lnTo>
                    <a:pt x="1233988" y="1300585"/>
                  </a:lnTo>
                  <a:lnTo>
                    <a:pt x="1236577" y="1303031"/>
                  </a:lnTo>
                  <a:lnTo>
                    <a:pt x="1239022" y="1308065"/>
                  </a:lnTo>
                  <a:lnTo>
                    <a:pt x="1236577" y="1315688"/>
                  </a:lnTo>
                  <a:lnTo>
                    <a:pt x="1239022" y="1321010"/>
                  </a:lnTo>
                  <a:lnTo>
                    <a:pt x="1239022" y="1323456"/>
                  </a:lnTo>
                  <a:lnTo>
                    <a:pt x="1241755" y="1325901"/>
                  </a:lnTo>
                  <a:lnTo>
                    <a:pt x="1239022" y="1328490"/>
                  </a:lnTo>
                  <a:lnTo>
                    <a:pt x="1239022" y="1331223"/>
                  </a:lnTo>
                  <a:lnTo>
                    <a:pt x="1236577" y="1333668"/>
                  </a:lnTo>
                  <a:lnTo>
                    <a:pt x="1233988" y="1336113"/>
                  </a:lnTo>
                  <a:lnTo>
                    <a:pt x="1236577" y="1336113"/>
                  </a:lnTo>
                  <a:lnTo>
                    <a:pt x="1239022" y="1336113"/>
                  </a:lnTo>
                  <a:lnTo>
                    <a:pt x="1239022" y="1338702"/>
                  </a:lnTo>
                  <a:lnTo>
                    <a:pt x="1241755" y="1346326"/>
                  </a:lnTo>
                  <a:lnTo>
                    <a:pt x="1241755" y="1348915"/>
                  </a:lnTo>
                  <a:lnTo>
                    <a:pt x="1244200" y="1351648"/>
                  </a:lnTo>
                  <a:lnTo>
                    <a:pt x="1244200" y="1354093"/>
                  </a:lnTo>
                  <a:lnTo>
                    <a:pt x="1244200" y="1364306"/>
                  </a:lnTo>
                  <a:lnTo>
                    <a:pt x="1244200" y="1371785"/>
                  </a:lnTo>
                  <a:lnTo>
                    <a:pt x="1241755" y="1387176"/>
                  </a:lnTo>
                  <a:lnTo>
                    <a:pt x="1236577" y="1389621"/>
                  </a:lnTo>
                  <a:lnTo>
                    <a:pt x="1231542" y="1389621"/>
                  </a:lnTo>
                  <a:lnTo>
                    <a:pt x="1228809" y="1392210"/>
                  </a:lnTo>
                  <a:lnTo>
                    <a:pt x="1226364" y="1392210"/>
                  </a:lnTo>
                  <a:lnTo>
                    <a:pt x="1223775" y="1389621"/>
                  </a:lnTo>
                  <a:lnTo>
                    <a:pt x="1223775" y="1392210"/>
                  </a:lnTo>
                  <a:lnTo>
                    <a:pt x="1221330" y="1392210"/>
                  </a:lnTo>
                  <a:lnTo>
                    <a:pt x="1218885" y="1392210"/>
                  </a:lnTo>
                  <a:lnTo>
                    <a:pt x="1216152" y="1392210"/>
                  </a:lnTo>
                  <a:lnTo>
                    <a:pt x="1213706" y="1392210"/>
                  </a:lnTo>
                  <a:lnTo>
                    <a:pt x="1205939" y="1392210"/>
                  </a:lnTo>
                  <a:lnTo>
                    <a:pt x="1200905" y="1392210"/>
                  </a:lnTo>
                  <a:lnTo>
                    <a:pt x="1198460" y="1392210"/>
                  </a:lnTo>
                  <a:lnTo>
                    <a:pt x="1195727" y="1389621"/>
                  </a:lnTo>
                  <a:lnTo>
                    <a:pt x="1193137" y="1389621"/>
                  </a:lnTo>
                  <a:lnTo>
                    <a:pt x="1193137" y="1387176"/>
                  </a:lnTo>
                  <a:lnTo>
                    <a:pt x="1190692" y="1387176"/>
                  </a:lnTo>
                  <a:lnTo>
                    <a:pt x="1190692" y="1389621"/>
                  </a:lnTo>
                  <a:lnTo>
                    <a:pt x="1183069" y="1387176"/>
                  </a:lnTo>
                  <a:lnTo>
                    <a:pt x="1183069" y="1384731"/>
                  </a:lnTo>
                  <a:lnTo>
                    <a:pt x="1185514" y="1379552"/>
                  </a:lnTo>
                  <a:lnTo>
                    <a:pt x="1183069" y="1379552"/>
                  </a:lnTo>
                  <a:lnTo>
                    <a:pt x="1180480" y="1376963"/>
                  </a:lnTo>
                  <a:lnTo>
                    <a:pt x="1180480" y="1374518"/>
                  </a:lnTo>
                  <a:lnTo>
                    <a:pt x="1175302" y="1369340"/>
                  </a:lnTo>
                  <a:lnTo>
                    <a:pt x="1170267" y="1374518"/>
                  </a:lnTo>
                  <a:lnTo>
                    <a:pt x="1170267" y="1371785"/>
                  </a:lnTo>
                  <a:lnTo>
                    <a:pt x="1172856" y="1369340"/>
                  </a:lnTo>
                  <a:lnTo>
                    <a:pt x="1167822" y="1369340"/>
                  </a:lnTo>
                  <a:lnTo>
                    <a:pt x="1162644" y="1369340"/>
                  </a:lnTo>
                  <a:lnTo>
                    <a:pt x="1160055" y="1364306"/>
                  </a:lnTo>
                  <a:lnTo>
                    <a:pt x="1160055" y="1366751"/>
                  </a:lnTo>
                  <a:lnTo>
                    <a:pt x="1157609" y="1366751"/>
                  </a:lnTo>
                  <a:lnTo>
                    <a:pt x="1154877" y="1366751"/>
                  </a:lnTo>
                  <a:lnTo>
                    <a:pt x="1154877" y="1364306"/>
                  </a:lnTo>
                  <a:lnTo>
                    <a:pt x="1149842" y="1361573"/>
                  </a:lnTo>
                  <a:lnTo>
                    <a:pt x="1147397" y="1359127"/>
                  </a:lnTo>
                  <a:lnTo>
                    <a:pt x="1147397" y="1356538"/>
                  </a:lnTo>
                  <a:lnTo>
                    <a:pt x="1144952" y="1354093"/>
                  </a:lnTo>
                  <a:lnTo>
                    <a:pt x="1147397" y="1351648"/>
                  </a:lnTo>
                  <a:lnTo>
                    <a:pt x="1149842" y="1348915"/>
                  </a:lnTo>
                  <a:lnTo>
                    <a:pt x="1147397" y="1346326"/>
                  </a:lnTo>
                  <a:lnTo>
                    <a:pt x="1144952" y="1351648"/>
                  </a:lnTo>
                  <a:lnTo>
                    <a:pt x="1144952" y="1348915"/>
                  </a:lnTo>
                  <a:lnTo>
                    <a:pt x="1147397" y="1341435"/>
                  </a:lnTo>
                  <a:lnTo>
                    <a:pt x="1147397" y="1338702"/>
                  </a:lnTo>
                  <a:lnTo>
                    <a:pt x="1144952" y="1341435"/>
                  </a:lnTo>
                  <a:lnTo>
                    <a:pt x="1142219" y="1346326"/>
                  </a:lnTo>
                  <a:lnTo>
                    <a:pt x="1142219" y="1354093"/>
                  </a:lnTo>
                  <a:lnTo>
                    <a:pt x="1137184" y="1356538"/>
                  </a:lnTo>
                  <a:lnTo>
                    <a:pt x="1134739" y="1354093"/>
                  </a:lnTo>
                  <a:lnTo>
                    <a:pt x="1134739" y="1351648"/>
                  </a:lnTo>
                  <a:lnTo>
                    <a:pt x="1134739" y="1341435"/>
                  </a:lnTo>
                  <a:lnTo>
                    <a:pt x="1132006" y="1341435"/>
                  </a:lnTo>
                  <a:lnTo>
                    <a:pt x="1126972" y="1343881"/>
                  </a:lnTo>
                  <a:lnTo>
                    <a:pt x="1126972" y="1338702"/>
                  </a:lnTo>
                  <a:lnTo>
                    <a:pt x="1126972" y="1333668"/>
                  </a:lnTo>
                  <a:lnTo>
                    <a:pt x="1129561" y="1328490"/>
                  </a:lnTo>
                  <a:lnTo>
                    <a:pt x="1132006" y="1321010"/>
                  </a:lnTo>
                  <a:lnTo>
                    <a:pt x="1132006" y="1315688"/>
                  </a:lnTo>
                  <a:lnTo>
                    <a:pt x="1134739" y="1315688"/>
                  </a:lnTo>
                  <a:lnTo>
                    <a:pt x="1134739" y="1318277"/>
                  </a:lnTo>
                  <a:lnTo>
                    <a:pt x="1137184" y="1315688"/>
                  </a:lnTo>
                  <a:lnTo>
                    <a:pt x="1134739" y="1315688"/>
                  </a:lnTo>
                  <a:lnTo>
                    <a:pt x="1137184" y="1313243"/>
                  </a:lnTo>
                  <a:lnTo>
                    <a:pt x="1139630" y="1308065"/>
                  </a:lnTo>
                  <a:lnTo>
                    <a:pt x="1142219" y="1310798"/>
                  </a:lnTo>
                  <a:lnTo>
                    <a:pt x="1147397" y="1310798"/>
                  </a:lnTo>
                  <a:lnTo>
                    <a:pt x="1149842" y="1308065"/>
                  </a:lnTo>
                  <a:lnTo>
                    <a:pt x="1149842" y="1305620"/>
                  </a:lnTo>
                  <a:lnTo>
                    <a:pt x="1147397" y="1308065"/>
                  </a:lnTo>
                  <a:lnTo>
                    <a:pt x="1144952" y="1308065"/>
                  </a:lnTo>
                  <a:lnTo>
                    <a:pt x="1147397" y="1305620"/>
                  </a:lnTo>
                  <a:lnTo>
                    <a:pt x="1144952" y="1305620"/>
                  </a:lnTo>
                  <a:lnTo>
                    <a:pt x="1149842" y="1303031"/>
                  </a:lnTo>
                  <a:lnTo>
                    <a:pt x="1152431" y="1303031"/>
                  </a:lnTo>
                  <a:lnTo>
                    <a:pt x="1152431" y="1300585"/>
                  </a:lnTo>
                  <a:lnTo>
                    <a:pt x="1147397" y="1303031"/>
                  </a:lnTo>
                  <a:lnTo>
                    <a:pt x="1144952" y="1305620"/>
                  </a:lnTo>
                  <a:lnTo>
                    <a:pt x="1142219" y="1303031"/>
                  </a:lnTo>
                  <a:lnTo>
                    <a:pt x="1144952" y="1300585"/>
                  </a:lnTo>
                  <a:lnTo>
                    <a:pt x="1147397" y="1297852"/>
                  </a:lnTo>
                  <a:lnTo>
                    <a:pt x="1149842" y="1290373"/>
                  </a:lnTo>
                  <a:lnTo>
                    <a:pt x="1152431" y="1290373"/>
                  </a:lnTo>
                  <a:lnTo>
                    <a:pt x="1152431" y="1292818"/>
                  </a:lnTo>
                  <a:lnTo>
                    <a:pt x="1149842" y="1292818"/>
                  </a:lnTo>
                  <a:lnTo>
                    <a:pt x="1149842" y="1295263"/>
                  </a:lnTo>
                  <a:lnTo>
                    <a:pt x="1152431" y="1295263"/>
                  </a:lnTo>
                  <a:lnTo>
                    <a:pt x="1152431" y="1292818"/>
                  </a:lnTo>
                  <a:lnTo>
                    <a:pt x="1154877" y="1292818"/>
                  </a:lnTo>
                  <a:lnTo>
                    <a:pt x="1154877" y="1290373"/>
                  </a:lnTo>
                  <a:lnTo>
                    <a:pt x="1157609" y="1292818"/>
                  </a:lnTo>
                  <a:lnTo>
                    <a:pt x="1157609" y="1290373"/>
                  </a:lnTo>
                  <a:lnTo>
                    <a:pt x="1152431" y="1287640"/>
                  </a:lnTo>
                  <a:lnTo>
                    <a:pt x="1149842" y="1287640"/>
                  </a:lnTo>
                  <a:lnTo>
                    <a:pt x="1147397" y="1287640"/>
                  </a:lnTo>
                  <a:lnTo>
                    <a:pt x="1144952" y="1290373"/>
                  </a:lnTo>
                  <a:lnTo>
                    <a:pt x="1142219" y="1290373"/>
                  </a:lnTo>
                  <a:lnTo>
                    <a:pt x="1142219" y="1287640"/>
                  </a:lnTo>
                  <a:lnTo>
                    <a:pt x="1149842" y="1282605"/>
                  </a:lnTo>
                  <a:lnTo>
                    <a:pt x="1154877" y="1285194"/>
                  </a:lnTo>
                  <a:lnTo>
                    <a:pt x="1154877" y="1287640"/>
                  </a:lnTo>
                  <a:lnTo>
                    <a:pt x="1160055" y="1285194"/>
                  </a:lnTo>
                  <a:lnTo>
                    <a:pt x="1162644" y="1282605"/>
                  </a:lnTo>
                  <a:lnTo>
                    <a:pt x="1157609" y="1282605"/>
                  </a:lnTo>
                  <a:lnTo>
                    <a:pt x="1154877" y="1280160"/>
                  </a:lnTo>
                  <a:lnTo>
                    <a:pt x="1157609" y="1274982"/>
                  </a:lnTo>
                  <a:lnTo>
                    <a:pt x="1160055" y="1269948"/>
                  </a:lnTo>
                  <a:lnTo>
                    <a:pt x="1162644" y="1267215"/>
                  </a:lnTo>
                  <a:lnTo>
                    <a:pt x="1165089" y="1264769"/>
                  </a:lnTo>
                  <a:lnTo>
                    <a:pt x="1167822" y="1264769"/>
                  </a:lnTo>
                  <a:lnTo>
                    <a:pt x="1170267" y="1262180"/>
                  </a:lnTo>
                  <a:lnTo>
                    <a:pt x="1170267" y="1264769"/>
                  </a:lnTo>
                  <a:lnTo>
                    <a:pt x="1172856" y="1264769"/>
                  </a:lnTo>
                  <a:lnTo>
                    <a:pt x="1172856" y="1259735"/>
                  </a:lnTo>
                  <a:lnTo>
                    <a:pt x="1175302" y="1259735"/>
                  </a:lnTo>
                  <a:lnTo>
                    <a:pt x="1178035" y="1259735"/>
                  </a:lnTo>
                  <a:close/>
                  <a:moveTo>
                    <a:pt x="994353" y="1251967"/>
                  </a:moveTo>
                  <a:lnTo>
                    <a:pt x="999531" y="1251967"/>
                  </a:lnTo>
                  <a:lnTo>
                    <a:pt x="1001976" y="1251967"/>
                  </a:lnTo>
                  <a:lnTo>
                    <a:pt x="1001976" y="1254556"/>
                  </a:lnTo>
                  <a:lnTo>
                    <a:pt x="1004565" y="1257289"/>
                  </a:lnTo>
                  <a:lnTo>
                    <a:pt x="1001976" y="1259734"/>
                  </a:lnTo>
                  <a:lnTo>
                    <a:pt x="999531" y="1259734"/>
                  </a:lnTo>
                  <a:lnTo>
                    <a:pt x="999531" y="1257289"/>
                  </a:lnTo>
                  <a:lnTo>
                    <a:pt x="997086" y="1257289"/>
                  </a:lnTo>
                  <a:lnTo>
                    <a:pt x="989319" y="1259734"/>
                  </a:lnTo>
                  <a:lnTo>
                    <a:pt x="986873" y="1259734"/>
                  </a:lnTo>
                  <a:lnTo>
                    <a:pt x="976661" y="1262179"/>
                  </a:lnTo>
                  <a:lnTo>
                    <a:pt x="973928" y="1262179"/>
                  </a:lnTo>
                  <a:lnTo>
                    <a:pt x="973928" y="1259734"/>
                  </a:lnTo>
                  <a:lnTo>
                    <a:pt x="981551" y="1257289"/>
                  </a:lnTo>
                  <a:lnTo>
                    <a:pt x="984140" y="1257289"/>
                  </a:lnTo>
                  <a:lnTo>
                    <a:pt x="986873" y="1257289"/>
                  </a:lnTo>
                  <a:lnTo>
                    <a:pt x="986873" y="1254556"/>
                  </a:lnTo>
                  <a:lnTo>
                    <a:pt x="989319" y="1254556"/>
                  </a:lnTo>
                  <a:lnTo>
                    <a:pt x="991764" y="1254556"/>
                  </a:lnTo>
                  <a:lnTo>
                    <a:pt x="994353" y="1254556"/>
                  </a:lnTo>
                  <a:close/>
                  <a:moveTo>
                    <a:pt x="1137184" y="1249522"/>
                  </a:moveTo>
                  <a:lnTo>
                    <a:pt x="1144952" y="1257289"/>
                  </a:lnTo>
                  <a:lnTo>
                    <a:pt x="1149842" y="1257289"/>
                  </a:lnTo>
                  <a:lnTo>
                    <a:pt x="1152431" y="1257289"/>
                  </a:lnTo>
                  <a:lnTo>
                    <a:pt x="1152431" y="1262180"/>
                  </a:lnTo>
                  <a:lnTo>
                    <a:pt x="1152431" y="1264769"/>
                  </a:lnTo>
                  <a:lnTo>
                    <a:pt x="1152431" y="1267214"/>
                  </a:lnTo>
                  <a:lnTo>
                    <a:pt x="1149842" y="1269947"/>
                  </a:lnTo>
                  <a:lnTo>
                    <a:pt x="1142219" y="1280159"/>
                  </a:lnTo>
                  <a:lnTo>
                    <a:pt x="1142219" y="1277427"/>
                  </a:lnTo>
                  <a:lnTo>
                    <a:pt x="1139629" y="1274981"/>
                  </a:lnTo>
                  <a:lnTo>
                    <a:pt x="1139629" y="1272392"/>
                  </a:lnTo>
                  <a:lnTo>
                    <a:pt x="1137184" y="1269947"/>
                  </a:lnTo>
                  <a:lnTo>
                    <a:pt x="1134739" y="1269947"/>
                  </a:lnTo>
                  <a:lnTo>
                    <a:pt x="1134739" y="1267214"/>
                  </a:lnTo>
                  <a:lnTo>
                    <a:pt x="1134739" y="1264769"/>
                  </a:lnTo>
                  <a:lnTo>
                    <a:pt x="1137184" y="1262180"/>
                  </a:lnTo>
                  <a:lnTo>
                    <a:pt x="1134739" y="1262180"/>
                  </a:lnTo>
                  <a:lnTo>
                    <a:pt x="1132006" y="1267214"/>
                  </a:lnTo>
                  <a:lnTo>
                    <a:pt x="1132006" y="1269947"/>
                  </a:lnTo>
                  <a:lnTo>
                    <a:pt x="1132006" y="1277427"/>
                  </a:lnTo>
                  <a:lnTo>
                    <a:pt x="1129561" y="1282605"/>
                  </a:lnTo>
                  <a:lnTo>
                    <a:pt x="1124527" y="1282605"/>
                  </a:lnTo>
                  <a:lnTo>
                    <a:pt x="1124527" y="1285194"/>
                  </a:lnTo>
                  <a:lnTo>
                    <a:pt x="1126972" y="1287639"/>
                  </a:lnTo>
                  <a:lnTo>
                    <a:pt x="1124527" y="1287639"/>
                  </a:lnTo>
                  <a:lnTo>
                    <a:pt x="1121794" y="1290372"/>
                  </a:lnTo>
                  <a:lnTo>
                    <a:pt x="1119348" y="1292817"/>
                  </a:lnTo>
                  <a:lnTo>
                    <a:pt x="1119348" y="1290372"/>
                  </a:lnTo>
                  <a:lnTo>
                    <a:pt x="1116759" y="1290372"/>
                  </a:lnTo>
                  <a:lnTo>
                    <a:pt x="1114314" y="1290372"/>
                  </a:lnTo>
                  <a:lnTo>
                    <a:pt x="1116759" y="1285194"/>
                  </a:lnTo>
                  <a:lnTo>
                    <a:pt x="1114314" y="1280159"/>
                  </a:lnTo>
                  <a:lnTo>
                    <a:pt x="1114314" y="1277427"/>
                  </a:lnTo>
                  <a:lnTo>
                    <a:pt x="1114314" y="1274981"/>
                  </a:lnTo>
                  <a:lnTo>
                    <a:pt x="1114314" y="1272392"/>
                  </a:lnTo>
                  <a:lnTo>
                    <a:pt x="1114314" y="1269947"/>
                  </a:lnTo>
                  <a:lnTo>
                    <a:pt x="1121794" y="1267214"/>
                  </a:lnTo>
                  <a:lnTo>
                    <a:pt x="1124527" y="1264769"/>
                  </a:lnTo>
                  <a:lnTo>
                    <a:pt x="1126972" y="1264769"/>
                  </a:lnTo>
                  <a:lnTo>
                    <a:pt x="1132006" y="1259734"/>
                  </a:lnTo>
                  <a:lnTo>
                    <a:pt x="1134739" y="1259734"/>
                  </a:lnTo>
                  <a:lnTo>
                    <a:pt x="1134739" y="1254556"/>
                  </a:lnTo>
                  <a:lnTo>
                    <a:pt x="1137184" y="1251967"/>
                  </a:lnTo>
                  <a:close/>
                  <a:moveTo>
                    <a:pt x="1124527" y="1249522"/>
                  </a:moveTo>
                  <a:lnTo>
                    <a:pt x="1124527" y="1251967"/>
                  </a:lnTo>
                  <a:lnTo>
                    <a:pt x="1121794" y="1254556"/>
                  </a:lnTo>
                  <a:lnTo>
                    <a:pt x="1121794" y="1257289"/>
                  </a:lnTo>
                  <a:lnTo>
                    <a:pt x="1119348" y="1259734"/>
                  </a:lnTo>
                  <a:lnTo>
                    <a:pt x="1116759" y="1259734"/>
                  </a:lnTo>
                  <a:lnTo>
                    <a:pt x="1116759" y="1257289"/>
                  </a:lnTo>
                  <a:lnTo>
                    <a:pt x="1114314" y="1257289"/>
                  </a:lnTo>
                  <a:lnTo>
                    <a:pt x="1116759" y="1254556"/>
                  </a:lnTo>
                  <a:close/>
                  <a:moveTo>
                    <a:pt x="1024991" y="1246502"/>
                  </a:moveTo>
                  <a:lnTo>
                    <a:pt x="1024991" y="1248947"/>
                  </a:lnTo>
                  <a:lnTo>
                    <a:pt x="1027436" y="1248947"/>
                  </a:lnTo>
                  <a:lnTo>
                    <a:pt x="1027436" y="1246502"/>
                  </a:lnTo>
                  <a:close/>
                  <a:moveTo>
                    <a:pt x="1045272" y="1241755"/>
                  </a:moveTo>
                  <a:lnTo>
                    <a:pt x="1045272" y="1243769"/>
                  </a:lnTo>
                  <a:lnTo>
                    <a:pt x="1032614" y="1243769"/>
                  </a:lnTo>
                  <a:lnTo>
                    <a:pt x="1032614" y="1246502"/>
                  </a:lnTo>
                  <a:lnTo>
                    <a:pt x="1050594" y="1246502"/>
                  </a:lnTo>
                  <a:lnTo>
                    <a:pt x="1050594" y="1244344"/>
                  </a:lnTo>
                  <a:lnTo>
                    <a:pt x="1047861" y="1244344"/>
                  </a:lnTo>
                  <a:lnTo>
                    <a:pt x="1047861" y="1241755"/>
                  </a:lnTo>
                  <a:close/>
                  <a:moveTo>
                    <a:pt x="1132006" y="1226652"/>
                  </a:moveTo>
                  <a:lnTo>
                    <a:pt x="1134739" y="1226652"/>
                  </a:lnTo>
                  <a:lnTo>
                    <a:pt x="1134739" y="1231686"/>
                  </a:lnTo>
                  <a:lnTo>
                    <a:pt x="1132006" y="1234132"/>
                  </a:lnTo>
                  <a:lnTo>
                    <a:pt x="1132006" y="1239310"/>
                  </a:lnTo>
                  <a:lnTo>
                    <a:pt x="1126972" y="1239310"/>
                  </a:lnTo>
                  <a:lnTo>
                    <a:pt x="1126972" y="1231686"/>
                  </a:lnTo>
                  <a:close/>
                  <a:moveTo>
                    <a:pt x="1203350" y="1208672"/>
                  </a:moveTo>
                  <a:lnTo>
                    <a:pt x="1205939" y="1211261"/>
                  </a:lnTo>
                  <a:lnTo>
                    <a:pt x="1205939" y="1223919"/>
                  </a:lnTo>
                  <a:lnTo>
                    <a:pt x="1208672" y="1226652"/>
                  </a:lnTo>
                  <a:lnTo>
                    <a:pt x="1208672" y="1229097"/>
                  </a:lnTo>
                  <a:lnTo>
                    <a:pt x="1208672" y="1231686"/>
                  </a:lnTo>
                  <a:lnTo>
                    <a:pt x="1211117" y="1239310"/>
                  </a:lnTo>
                  <a:lnTo>
                    <a:pt x="1208672" y="1239310"/>
                  </a:lnTo>
                  <a:lnTo>
                    <a:pt x="1200905" y="1241755"/>
                  </a:lnTo>
                  <a:lnTo>
                    <a:pt x="1195726" y="1241755"/>
                  </a:lnTo>
                  <a:lnTo>
                    <a:pt x="1193137" y="1239310"/>
                  </a:lnTo>
                  <a:lnTo>
                    <a:pt x="1193137" y="1231686"/>
                  </a:lnTo>
                  <a:lnTo>
                    <a:pt x="1193137" y="1221330"/>
                  </a:lnTo>
                  <a:lnTo>
                    <a:pt x="1190692" y="1216439"/>
                  </a:lnTo>
                  <a:lnTo>
                    <a:pt x="1190692" y="1213706"/>
                  </a:lnTo>
                  <a:lnTo>
                    <a:pt x="1198459" y="1213706"/>
                  </a:lnTo>
                  <a:close/>
                  <a:moveTo>
                    <a:pt x="879570" y="1208672"/>
                  </a:moveTo>
                  <a:lnTo>
                    <a:pt x="882303" y="1208672"/>
                  </a:lnTo>
                  <a:lnTo>
                    <a:pt x="884748" y="1208672"/>
                  </a:lnTo>
                  <a:lnTo>
                    <a:pt x="894961" y="1208672"/>
                  </a:lnTo>
                  <a:lnTo>
                    <a:pt x="897406" y="1211261"/>
                  </a:lnTo>
                  <a:lnTo>
                    <a:pt x="897406" y="1213706"/>
                  </a:lnTo>
                  <a:lnTo>
                    <a:pt x="887193" y="1216439"/>
                  </a:lnTo>
                  <a:lnTo>
                    <a:pt x="879570" y="1213706"/>
                  </a:lnTo>
                  <a:close/>
                  <a:moveTo>
                    <a:pt x="1157609" y="1206227"/>
                  </a:moveTo>
                  <a:lnTo>
                    <a:pt x="1157609" y="1213707"/>
                  </a:lnTo>
                  <a:lnTo>
                    <a:pt x="1154876" y="1218885"/>
                  </a:lnTo>
                  <a:lnTo>
                    <a:pt x="1154876" y="1216439"/>
                  </a:lnTo>
                  <a:lnTo>
                    <a:pt x="1154876" y="1213707"/>
                  </a:lnTo>
                  <a:lnTo>
                    <a:pt x="1152431" y="1208672"/>
                  </a:lnTo>
                  <a:close/>
                  <a:moveTo>
                    <a:pt x="938256" y="1196014"/>
                  </a:moveTo>
                  <a:lnTo>
                    <a:pt x="940845" y="1196014"/>
                  </a:lnTo>
                  <a:lnTo>
                    <a:pt x="943291" y="1198459"/>
                  </a:lnTo>
                  <a:lnTo>
                    <a:pt x="943291" y="1201048"/>
                  </a:lnTo>
                  <a:lnTo>
                    <a:pt x="943291" y="1206226"/>
                  </a:lnTo>
                  <a:lnTo>
                    <a:pt x="935811" y="1211261"/>
                  </a:lnTo>
                  <a:lnTo>
                    <a:pt x="930633" y="1211261"/>
                  </a:lnTo>
                  <a:lnTo>
                    <a:pt x="928044" y="1213706"/>
                  </a:lnTo>
                  <a:lnTo>
                    <a:pt x="925599" y="1213706"/>
                  </a:lnTo>
                  <a:lnTo>
                    <a:pt x="925599" y="1216439"/>
                  </a:lnTo>
                  <a:lnTo>
                    <a:pt x="925599" y="1221330"/>
                  </a:lnTo>
                  <a:lnTo>
                    <a:pt x="920420" y="1226651"/>
                  </a:lnTo>
                  <a:lnTo>
                    <a:pt x="917831" y="1226651"/>
                  </a:lnTo>
                  <a:lnTo>
                    <a:pt x="915386" y="1226651"/>
                  </a:lnTo>
                  <a:lnTo>
                    <a:pt x="915386" y="1229097"/>
                  </a:lnTo>
                  <a:lnTo>
                    <a:pt x="912941" y="1229097"/>
                  </a:lnTo>
                  <a:lnTo>
                    <a:pt x="912941" y="1226651"/>
                  </a:lnTo>
                  <a:lnTo>
                    <a:pt x="910208" y="1229097"/>
                  </a:lnTo>
                  <a:lnTo>
                    <a:pt x="907619" y="1231686"/>
                  </a:lnTo>
                  <a:lnTo>
                    <a:pt x="905174" y="1229097"/>
                  </a:lnTo>
                  <a:lnTo>
                    <a:pt x="899995" y="1229097"/>
                  </a:lnTo>
                  <a:lnTo>
                    <a:pt x="894961" y="1229097"/>
                  </a:lnTo>
                  <a:lnTo>
                    <a:pt x="894961" y="1226651"/>
                  </a:lnTo>
                  <a:lnTo>
                    <a:pt x="899995" y="1221330"/>
                  </a:lnTo>
                  <a:lnTo>
                    <a:pt x="894961" y="1221330"/>
                  </a:lnTo>
                  <a:lnTo>
                    <a:pt x="897406" y="1218884"/>
                  </a:lnTo>
                  <a:lnTo>
                    <a:pt x="899995" y="1218884"/>
                  </a:lnTo>
                  <a:lnTo>
                    <a:pt x="905174" y="1218884"/>
                  </a:lnTo>
                  <a:lnTo>
                    <a:pt x="905174" y="1216439"/>
                  </a:lnTo>
                  <a:lnTo>
                    <a:pt x="902728" y="1213706"/>
                  </a:lnTo>
                  <a:lnTo>
                    <a:pt x="907619" y="1206226"/>
                  </a:lnTo>
                  <a:lnTo>
                    <a:pt x="910208" y="1206226"/>
                  </a:lnTo>
                  <a:lnTo>
                    <a:pt x="935811" y="1198459"/>
                  </a:lnTo>
                  <a:close/>
                  <a:moveTo>
                    <a:pt x="1188246" y="1183069"/>
                  </a:moveTo>
                  <a:lnTo>
                    <a:pt x="1190692" y="1188247"/>
                  </a:lnTo>
                  <a:lnTo>
                    <a:pt x="1190692" y="1190836"/>
                  </a:lnTo>
                  <a:lnTo>
                    <a:pt x="1188246" y="1198460"/>
                  </a:lnTo>
                  <a:lnTo>
                    <a:pt x="1183068" y="1198460"/>
                  </a:lnTo>
                  <a:lnTo>
                    <a:pt x="1180479" y="1193281"/>
                  </a:lnTo>
                  <a:lnTo>
                    <a:pt x="1178034" y="1188247"/>
                  </a:lnTo>
                  <a:lnTo>
                    <a:pt x="1180479" y="1188247"/>
                  </a:lnTo>
                  <a:lnTo>
                    <a:pt x="1183068" y="1188247"/>
                  </a:lnTo>
                  <a:lnTo>
                    <a:pt x="1183068" y="1190836"/>
                  </a:lnTo>
                  <a:lnTo>
                    <a:pt x="1185513" y="1188247"/>
                  </a:lnTo>
                  <a:lnTo>
                    <a:pt x="1188246" y="1185802"/>
                  </a:lnTo>
                  <a:close/>
                  <a:moveTo>
                    <a:pt x="997086" y="1183069"/>
                  </a:moveTo>
                  <a:lnTo>
                    <a:pt x="999531" y="1183069"/>
                  </a:lnTo>
                  <a:lnTo>
                    <a:pt x="991764" y="1188247"/>
                  </a:lnTo>
                  <a:close/>
                  <a:moveTo>
                    <a:pt x="925598" y="1183069"/>
                  </a:moveTo>
                  <a:lnTo>
                    <a:pt x="930633" y="1183069"/>
                  </a:lnTo>
                  <a:lnTo>
                    <a:pt x="933078" y="1185802"/>
                  </a:lnTo>
                  <a:lnTo>
                    <a:pt x="935811" y="1193281"/>
                  </a:lnTo>
                  <a:lnTo>
                    <a:pt x="930633" y="1196014"/>
                  </a:lnTo>
                  <a:lnTo>
                    <a:pt x="925598" y="1196014"/>
                  </a:lnTo>
                  <a:lnTo>
                    <a:pt x="923153" y="1196014"/>
                  </a:lnTo>
                  <a:lnTo>
                    <a:pt x="920420" y="1198460"/>
                  </a:lnTo>
                  <a:lnTo>
                    <a:pt x="917831" y="1198460"/>
                  </a:lnTo>
                  <a:lnTo>
                    <a:pt x="912941" y="1201049"/>
                  </a:lnTo>
                  <a:lnTo>
                    <a:pt x="910208" y="1201049"/>
                  </a:lnTo>
                  <a:lnTo>
                    <a:pt x="907619" y="1201049"/>
                  </a:lnTo>
                  <a:lnTo>
                    <a:pt x="905173" y="1203494"/>
                  </a:lnTo>
                  <a:lnTo>
                    <a:pt x="899995" y="1206227"/>
                  </a:lnTo>
                  <a:lnTo>
                    <a:pt x="889783" y="1206227"/>
                  </a:lnTo>
                  <a:lnTo>
                    <a:pt x="879570" y="1206227"/>
                  </a:lnTo>
                  <a:lnTo>
                    <a:pt x="879570" y="1203494"/>
                  </a:lnTo>
                  <a:lnTo>
                    <a:pt x="879570" y="1201049"/>
                  </a:lnTo>
                  <a:lnTo>
                    <a:pt x="876981" y="1201049"/>
                  </a:lnTo>
                  <a:lnTo>
                    <a:pt x="876981" y="1198460"/>
                  </a:lnTo>
                  <a:lnTo>
                    <a:pt x="879570" y="1198460"/>
                  </a:lnTo>
                  <a:lnTo>
                    <a:pt x="882303" y="1198460"/>
                  </a:lnTo>
                  <a:lnTo>
                    <a:pt x="892516" y="1196014"/>
                  </a:lnTo>
                  <a:lnTo>
                    <a:pt x="917831" y="1185802"/>
                  </a:lnTo>
                  <a:close/>
                  <a:moveTo>
                    <a:pt x="1009744" y="1160055"/>
                  </a:moveTo>
                  <a:lnTo>
                    <a:pt x="1009744" y="1162644"/>
                  </a:lnTo>
                  <a:lnTo>
                    <a:pt x="1012189" y="1162644"/>
                  </a:lnTo>
                  <a:close/>
                  <a:moveTo>
                    <a:pt x="917831" y="1149986"/>
                  </a:moveTo>
                  <a:lnTo>
                    <a:pt x="920420" y="1149986"/>
                  </a:lnTo>
                  <a:lnTo>
                    <a:pt x="923153" y="1149986"/>
                  </a:lnTo>
                  <a:lnTo>
                    <a:pt x="925598" y="1155164"/>
                  </a:lnTo>
                  <a:lnTo>
                    <a:pt x="930633" y="1165377"/>
                  </a:lnTo>
                  <a:lnTo>
                    <a:pt x="928044" y="1170411"/>
                  </a:lnTo>
                  <a:lnTo>
                    <a:pt x="928044" y="1175589"/>
                  </a:lnTo>
                  <a:lnTo>
                    <a:pt x="925598" y="1175589"/>
                  </a:lnTo>
                  <a:lnTo>
                    <a:pt x="923153" y="1180623"/>
                  </a:lnTo>
                  <a:lnTo>
                    <a:pt x="917831" y="1183069"/>
                  </a:lnTo>
                  <a:lnTo>
                    <a:pt x="915386" y="1183069"/>
                  </a:lnTo>
                  <a:lnTo>
                    <a:pt x="915386" y="1185802"/>
                  </a:lnTo>
                  <a:lnTo>
                    <a:pt x="899995" y="1188247"/>
                  </a:lnTo>
                  <a:lnTo>
                    <a:pt x="887194" y="1188247"/>
                  </a:lnTo>
                  <a:lnTo>
                    <a:pt x="879570" y="1188247"/>
                  </a:lnTo>
                  <a:lnTo>
                    <a:pt x="874536" y="1185802"/>
                  </a:lnTo>
                  <a:lnTo>
                    <a:pt x="879570" y="1183069"/>
                  </a:lnTo>
                  <a:lnTo>
                    <a:pt x="876981" y="1183069"/>
                  </a:lnTo>
                  <a:lnTo>
                    <a:pt x="874536" y="1183069"/>
                  </a:lnTo>
                  <a:lnTo>
                    <a:pt x="872091" y="1185802"/>
                  </a:lnTo>
                  <a:lnTo>
                    <a:pt x="869358" y="1180623"/>
                  </a:lnTo>
                  <a:lnTo>
                    <a:pt x="864323" y="1180623"/>
                  </a:lnTo>
                  <a:lnTo>
                    <a:pt x="861878" y="1178034"/>
                  </a:lnTo>
                  <a:lnTo>
                    <a:pt x="861878" y="1173144"/>
                  </a:lnTo>
                  <a:lnTo>
                    <a:pt x="861878" y="1170411"/>
                  </a:lnTo>
                  <a:lnTo>
                    <a:pt x="861878" y="1167822"/>
                  </a:lnTo>
                  <a:lnTo>
                    <a:pt x="864323" y="1165377"/>
                  </a:lnTo>
                  <a:lnTo>
                    <a:pt x="866769" y="1165377"/>
                  </a:lnTo>
                  <a:lnTo>
                    <a:pt x="869358" y="1160198"/>
                  </a:lnTo>
                  <a:lnTo>
                    <a:pt x="874536" y="1160198"/>
                  </a:lnTo>
                  <a:lnTo>
                    <a:pt x="876981" y="1160198"/>
                  </a:lnTo>
                  <a:lnTo>
                    <a:pt x="884748" y="1157609"/>
                  </a:lnTo>
                  <a:lnTo>
                    <a:pt x="897406" y="1155164"/>
                  </a:lnTo>
                  <a:lnTo>
                    <a:pt x="899995" y="1152719"/>
                  </a:lnTo>
                  <a:lnTo>
                    <a:pt x="905173" y="1152719"/>
                  </a:lnTo>
                  <a:close/>
                  <a:moveTo>
                    <a:pt x="1006435" y="1109136"/>
                  </a:moveTo>
                  <a:lnTo>
                    <a:pt x="1011614" y="1111869"/>
                  </a:lnTo>
                  <a:lnTo>
                    <a:pt x="1019381" y="1114314"/>
                  </a:lnTo>
                  <a:lnTo>
                    <a:pt x="1021826" y="1111869"/>
                  </a:lnTo>
                  <a:lnTo>
                    <a:pt x="1024415" y="1109136"/>
                  </a:lnTo>
                  <a:lnTo>
                    <a:pt x="1029593" y="1111869"/>
                  </a:lnTo>
                  <a:lnTo>
                    <a:pt x="1029593" y="1114314"/>
                  </a:lnTo>
                  <a:lnTo>
                    <a:pt x="1026860" y="1114314"/>
                  </a:lnTo>
                  <a:lnTo>
                    <a:pt x="1024415" y="1116903"/>
                  </a:lnTo>
                  <a:lnTo>
                    <a:pt x="1029593" y="1116903"/>
                  </a:lnTo>
                  <a:lnTo>
                    <a:pt x="1037073" y="1129561"/>
                  </a:lnTo>
                  <a:lnTo>
                    <a:pt x="1037073" y="1132294"/>
                  </a:lnTo>
                  <a:lnTo>
                    <a:pt x="1039806" y="1132294"/>
                  </a:lnTo>
                  <a:lnTo>
                    <a:pt x="1039806" y="1129561"/>
                  </a:lnTo>
                  <a:lnTo>
                    <a:pt x="1044696" y="1129561"/>
                  </a:lnTo>
                  <a:lnTo>
                    <a:pt x="1039806" y="1134739"/>
                  </a:lnTo>
                  <a:lnTo>
                    <a:pt x="1039806" y="1142506"/>
                  </a:lnTo>
                  <a:lnTo>
                    <a:pt x="1044696" y="1147397"/>
                  </a:lnTo>
                  <a:lnTo>
                    <a:pt x="1044696" y="1137185"/>
                  </a:lnTo>
                  <a:lnTo>
                    <a:pt x="1047285" y="1137185"/>
                  </a:lnTo>
                  <a:lnTo>
                    <a:pt x="1050018" y="1134739"/>
                  </a:lnTo>
                  <a:lnTo>
                    <a:pt x="1050018" y="1139774"/>
                  </a:lnTo>
                  <a:lnTo>
                    <a:pt x="1052464" y="1142506"/>
                  </a:lnTo>
                  <a:lnTo>
                    <a:pt x="1052464" y="1134739"/>
                  </a:lnTo>
                  <a:lnTo>
                    <a:pt x="1050018" y="1129561"/>
                  </a:lnTo>
                  <a:lnTo>
                    <a:pt x="1050018" y="1127116"/>
                  </a:lnTo>
                  <a:lnTo>
                    <a:pt x="1047285" y="1127116"/>
                  </a:lnTo>
                  <a:lnTo>
                    <a:pt x="1047285" y="1116903"/>
                  </a:lnTo>
                  <a:lnTo>
                    <a:pt x="1050018" y="1114314"/>
                  </a:lnTo>
                  <a:lnTo>
                    <a:pt x="1054909" y="1114314"/>
                  </a:lnTo>
                  <a:lnTo>
                    <a:pt x="1057498" y="1116903"/>
                  </a:lnTo>
                  <a:lnTo>
                    <a:pt x="1057498" y="1114314"/>
                  </a:lnTo>
                  <a:lnTo>
                    <a:pt x="1062676" y="1114314"/>
                  </a:lnTo>
                  <a:lnTo>
                    <a:pt x="1065121" y="1111869"/>
                  </a:lnTo>
                  <a:lnTo>
                    <a:pt x="1065121" y="1109136"/>
                  </a:lnTo>
                  <a:lnTo>
                    <a:pt x="1067710" y="1109136"/>
                  </a:lnTo>
                  <a:lnTo>
                    <a:pt x="1067710" y="1114314"/>
                  </a:lnTo>
                  <a:lnTo>
                    <a:pt x="1075334" y="1119348"/>
                  </a:lnTo>
                  <a:lnTo>
                    <a:pt x="1072889" y="1122081"/>
                  </a:lnTo>
                  <a:lnTo>
                    <a:pt x="1070443" y="1116903"/>
                  </a:lnTo>
                  <a:lnTo>
                    <a:pt x="1070443" y="1122081"/>
                  </a:lnTo>
                  <a:lnTo>
                    <a:pt x="1072889" y="1122081"/>
                  </a:lnTo>
                  <a:lnTo>
                    <a:pt x="1075334" y="1124527"/>
                  </a:lnTo>
                  <a:lnTo>
                    <a:pt x="1077923" y="1124527"/>
                  </a:lnTo>
                  <a:lnTo>
                    <a:pt x="1077923" y="1127116"/>
                  </a:lnTo>
                  <a:lnTo>
                    <a:pt x="1080943" y="1127116"/>
                  </a:lnTo>
                  <a:lnTo>
                    <a:pt x="1078498" y="1122082"/>
                  </a:lnTo>
                  <a:lnTo>
                    <a:pt x="1078498" y="1119349"/>
                  </a:lnTo>
                  <a:lnTo>
                    <a:pt x="1083676" y="1122082"/>
                  </a:lnTo>
                  <a:lnTo>
                    <a:pt x="1088711" y="1124527"/>
                  </a:lnTo>
                  <a:lnTo>
                    <a:pt x="1086122" y="1127116"/>
                  </a:lnTo>
                  <a:lnTo>
                    <a:pt x="1083676" y="1124527"/>
                  </a:lnTo>
                  <a:lnTo>
                    <a:pt x="1083676" y="1127116"/>
                  </a:lnTo>
                  <a:lnTo>
                    <a:pt x="1080944" y="1127116"/>
                  </a:lnTo>
                  <a:lnTo>
                    <a:pt x="1080944" y="1129561"/>
                  </a:lnTo>
                  <a:lnTo>
                    <a:pt x="1091156" y="1129561"/>
                  </a:lnTo>
                  <a:lnTo>
                    <a:pt x="1091156" y="1132294"/>
                  </a:lnTo>
                  <a:lnTo>
                    <a:pt x="1093889" y="1132294"/>
                  </a:lnTo>
                  <a:lnTo>
                    <a:pt x="1093889" y="1144952"/>
                  </a:lnTo>
                  <a:lnTo>
                    <a:pt x="1091156" y="1149986"/>
                  </a:lnTo>
                  <a:lnTo>
                    <a:pt x="1091156" y="1155164"/>
                  </a:lnTo>
                  <a:lnTo>
                    <a:pt x="1088711" y="1157610"/>
                  </a:lnTo>
                  <a:lnTo>
                    <a:pt x="1091156" y="1160199"/>
                  </a:lnTo>
                  <a:lnTo>
                    <a:pt x="1091156" y="1165377"/>
                  </a:lnTo>
                  <a:lnTo>
                    <a:pt x="1096334" y="1170411"/>
                  </a:lnTo>
                  <a:lnTo>
                    <a:pt x="1098923" y="1175589"/>
                  </a:lnTo>
                  <a:lnTo>
                    <a:pt x="1098923" y="1185370"/>
                  </a:lnTo>
                  <a:lnTo>
                    <a:pt x="1096334" y="1187816"/>
                  </a:lnTo>
                  <a:lnTo>
                    <a:pt x="1096334" y="1200617"/>
                  </a:lnTo>
                  <a:lnTo>
                    <a:pt x="1093889" y="1205795"/>
                  </a:lnTo>
                  <a:lnTo>
                    <a:pt x="1093889" y="1218885"/>
                  </a:lnTo>
                  <a:lnTo>
                    <a:pt x="1096334" y="1221474"/>
                  </a:lnTo>
                  <a:lnTo>
                    <a:pt x="1093889" y="1231542"/>
                  </a:lnTo>
                  <a:lnTo>
                    <a:pt x="1088711" y="1234131"/>
                  </a:lnTo>
                  <a:lnTo>
                    <a:pt x="1083676" y="1239310"/>
                  </a:lnTo>
                  <a:lnTo>
                    <a:pt x="1091156" y="1241755"/>
                  </a:lnTo>
                  <a:lnTo>
                    <a:pt x="1093889" y="1244344"/>
                  </a:lnTo>
                  <a:lnTo>
                    <a:pt x="1101369" y="1244344"/>
                  </a:lnTo>
                  <a:lnTo>
                    <a:pt x="1101369" y="1267502"/>
                  </a:lnTo>
                  <a:lnTo>
                    <a:pt x="1098923" y="1267502"/>
                  </a:lnTo>
                  <a:lnTo>
                    <a:pt x="1098923" y="1270235"/>
                  </a:lnTo>
                  <a:lnTo>
                    <a:pt x="1101369" y="1277714"/>
                  </a:lnTo>
                  <a:lnTo>
                    <a:pt x="1101369" y="1285194"/>
                  </a:lnTo>
                  <a:lnTo>
                    <a:pt x="1103526" y="1287927"/>
                  </a:lnTo>
                  <a:lnTo>
                    <a:pt x="1100793" y="1287927"/>
                  </a:lnTo>
                  <a:lnTo>
                    <a:pt x="1098348" y="1282893"/>
                  </a:lnTo>
                  <a:lnTo>
                    <a:pt x="1098348" y="1272680"/>
                  </a:lnTo>
                  <a:lnTo>
                    <a:pt x="1093314" y="1270235"/>
                  </a:lnTo>
                  <a:lnTo>
                    <a:pt x="1090581" y="1267502"/>
                  </a:lnTo>
                  <a:lnTo>
                    <a:pt x="1088136" y="1262468"/>
                  </a:lnTo>
                  <a:lnTo>
                    <a:pt x="1088136" y="1267502"/>
                  </a:lnTo>
                  <a:lnTo>
                    <a:pt x="1085546" y="1267502"/>
                  </a:lnTo>
                  <a:lnTo>
                    <a:pt x="1085546" y="1270235"/>
                  </a:lnTo>
                  <a:lnTo>
                    <a:pt x="1088136" y="1277714"/>
                  </a:lnTo>
                  <a:lnTo>
                    <a:pt x="1085546" y="1280447"/>
                  </a:lnTo>
                  <a:lnTo>
                    <a:pt x="1085546" y="1277714"/>
                  </a:lnTo>
                  <a:lnTo>
                    <a:pt x="1083101" y="1275269"/>
                  </a:lnTo>
                  <a:lnTo>
                    <a:pt x="1083101" y="1270235"/>
                  </a:lnTo>
                  <a:lnTo>
                    <a:pt x="1080368" y="1272680"/>
                  </a:lnTo>
                  <a:lnTo>
                    <a:pt x="1080368" y="1275269"/>
                  </a:lnTo>
                  <a:lnTo>
                    <a:pt x="1077923" y="1275269"/>
                  </a:lnTo>
                  <a:lnTo>
                    <a:pt x="1077923" y="1277714"/>
                  </a:lnTo>
                  <a:lnTo>
                    <a:pt x="1080368" y="1277714"/>
                  </a:lnTo>
                  <a:lnTo>
                    <a:pt x="1080368" y="1280160"/>
                  </a:lnTo>
                  <a:lnTo>
                    <a:pt x="1083101" y="1280160"/>
                  </a:lnTo>
                  <a:lnTo>
                    <a:pt x="1083101" y="1282605"/>
                  </a:lnTo>
                  <a:lnTo>
                    <a:pt x="1085546" y="1282605"/>
                  </a:lnTo>
                  <a:lnTo>
                    <a:pt x="1085546" y="1285194"/>
                  </a:lnTo>
                  <a:lnTo>
                    <a:pt x="1075334" y="1285194"/>
                  </a:lnTo>
                  <a:lnTo>
                    <a:pt x="1075334" y="1287639"/>
                  </a:lnTo>
                  <a:lnTo>
                    <a:pt x="1077923" y="1287639"/>
                  </a:lnTo>
                  <a:lnTo>
                    <a:pt x="1083101" y="1290372"/>
                  </a:lnTo>
                  <a:lnTo>
                    <a:pt x="1083101" y="1292817"/>
                  </a:lnTo>
                  <a:lnTo>
                    <a:pt x="1077923" y="1292817"/>
                  </a:lnTo>
                  <a:lnTo>
                    <a:pt x="1075334" y="1295407"/>
                  </a:lnTo>
                  <a:lnTo>
                    <a:pt x="1075334" y="1290372"/>
                  </a:lnTo>
                  <a:lnTo>
                    <a:pt x="1070443" y="1292817"/>
                  </a:lnTo>
                  <a:lnTo>
                    <a:pt x="1072889" y="1297852"/>
                  </a:lnTo>
                  <a:lnTo>
                    <a:pt x="1072889" y="1300585"/>
                  </a:lnTo>
                  <a:lnTo>
                    <a:pt x="1075334" y="1303030"/>
                  </a:lnTo>
                  <a:lnTo>
                    <a:pt x="1077923" y="1303030"/>
                  </a:lnTo>
                  <a:lnTo>
                    <a:pt x="1080368" y="1305619"/>
                  </a:lnTo>
                  <a:lnTo>
                    <a:pt x="1080368" y="1303030"/>
                  </a:lnTo>
                  <a:lnTo>
                    <a:pt x="1083101" y="1300585"/>
                  </a:lnTo>
                  <a:lnTo>
                    <a:pt x="1083101" y="1305619"/>
                  </a:lnTo>
                  <a:lnTo>
                    <a:pt x="1085546" y="1310797"/>
                  </a:lnTo>
                  <a:lnTo>
                    <a:pt x="1085546" y="1315544"/>
                  </a:lnTo>
                  <a:lnTo>
                    <a:pt x="1090581" y="1315544"/>
                  </a:lnTo>
                  <a:lnTo>
                    <a:pt x="1090581" y="1318133"/>
                  </a:lnTo>
                  <a:lnTo>
                    <a:pt x="1088136" y="1318133"/>
                  </a:lnTo>
                  <a:lnTo>
                    <a:pt x="1090581" y="1320866"/>
                  </a:lnTo>
                  <a:lnTo>
                    <a:pt x="1093314" y="1318133"/>
                  </a:lnTo>
                  <a:lnTo>
                    <a:pt x="1093314" y="1325756"/>
                  </a:lnTo>
                  <a:lnTo>
                    <a:pt x="1088136" y="1325756"/>
                  </a:lnTo>
                  <a:lnTo>
                    <a:pt x="1088136" y="1328345"/>
                  </a:lnTo>
                  <a:lnTo>
                    <a:pt x="1085546" y="1325756"/>
                  </a:lnTo>
                  <a:lnTo>
                    <a:pt x="1083101" y="1328345"/>
                  </a:lnTo>
                  <a:lnTo>
                    <a:pt x="1083101" y="1325756"/>
                  </a:lnTo>
                  <a:lnTo>
                    <a:pt x="1080368" y="1325756"/>
                  </a:lnTo>
                  <a:lnTo>
                    <a:pt x="1080368" y="1320866"/>
                  </a:lnTo>
                  <a:lnTo>
                    <a:pt x="1075334" y="1320866"/>
                  </a:lnTo>
                  <a:lnTo>
                    <a:pt x="1075334" y="1315975"/>
                  </a:lnTo>
                  <a:lnTo>
                    <a:pt x="1077923" y="1313530"/>
                  </a:lnTo>
                  <a:lnTo>
                    <a:pt x="1075334" y="1313530"/>
                  </a:lnTo>
                  <a:lnTo>
                    <a:pt x="1075334" y="1315975"/>
                  </a:lnTo>
                  <a:lnTo>
                    <a:pt x="1072889" y="1318564"/>
                  </a:lnTo>
                  <a:lnTo>
                    <a:pt x="1072889" y="1323743"/>
                  </a:lnTo>
                  <a:lnTo>
                    <a:pt x="1075334" y="1323743"/>
                  </a:lnTo>
                  <a:lnTo>
                    <a:pt x="1075334" y="1326188"/>
                  </a:lnTo>
                  <a:lnTo>
                    <a:pt x="1077923" y="1326188"/>
                  </a:lnTo>
                  <a:lnTo>
                    <a:pt x="1080368" y="1328777"/>
                  </a:lnTo>
                  <a:lnTo>
                    <a:pt x="1080368" y="1333955"/>
                  </a:lnTo>
                  <a:lnTo>
                    <a:pt x="1077923" y="1338990"/>
                  </a:lnTo>
                  <a:lnTo>
                    <a:pt x="1073752" y="1338990"/>
                  </a:lnTo>
                  <a:lnTo>
                    <a:pt x="1071306" y="1341722"/>
                  </a:lnTo>
                  <a:lnTo>
                    <a:pt x="1068574" y="1338990"/>
                  </a:lnTo>
                  <a:lnTo>
                    <a:pt x="1063539" y="1341722"/>
                  </a:lnTo>
                  <a:lnTo>
                    <a:pt x="1055340" y="1341722"/>
                  </a:lnTo>
                  <a:lnTo>
                    <a:pt x="1052895" y="1344168"/>
                  </a:lnTo>
                  <a:lnTo>
                    <a:pt x="1047717" y="1344168"/>
                  </a:lnTo>
                  <a:lnTo>
                    <a:pt x="1047717" y="1341722"/>
                  </a:lnTo>
                  <a:lnTo>
                    <a:pt x="1045128" y="1341722"/>
                  </a:lnTo>
                  <a:lnTo>
                    <a:pt x="1045128" y="1336400"/>
                  </a:lnTo>
                  <a:lnTo>
                    <a:pt x="1047717" y="1333955"/>
                  </a:lnTo>
                  <a:lnTo>
                    <a:pt x="1042683" y="1336400"/>
                  </a:lnTo>
                  <a:lnTo>
                    <a:pt x="1042683" y="1341722"/>
                  </a:lnTo>
                  <a:lnTo>
                    <a:pt x="1032470" y="1341722"/>
                  </a:lnTo>
                  <a:lnTo>
                    <a:pt x="1027292" y="1344168"/>
                  </a:lnTo>
                  <a:lnTo>
                    <a:pt x="1027292" y="1336400"/>
                  </a:lnTo>
                  <a:lnTo>
                    <a:pt x="1032470" y="1326188"/>
                  </a:lnTo>
                  <a:lnTo>
                    <a:pt x="1032470" y="1323743"/>
                  </a:lnTo>
                  <a:lnTo>
                    <a:pt x="1030025" y="1328777"/>
                  </a:lnTo>
                  <a:lnTo>
                    <a:pt x="1027292" y="1331510"/>
                  </a:lnTo>
                  <a:lnTo>
                    <a:pt x="1024847" y="1333955"/>
                  </a:lnTo>
                  <a:lnTo>
                    <a:pt x="1022258" y="1338990"/>
                  </a:lnTo>
                  <a:lnTo>
                    <a:pt x="1024847" y="1341722"/>
                  </a:lnTo>
                  <a:lnTo>
                    <a:pt x="1024847" y="1344168"/>
                  </a:lnTo>
                  <a:lnTo>
                    <a:pt x="1006867" y="1344168"/>
                  </a:lnTo>
                  <a:lnTo>
                    <a:pt x="1004422" y="1341722"/>
                  </a:lnTo>
                  <a:lnTo>
                    <a:pt x="999387" y="1341722"/>
                  </a:lnTo>
                  <a:lnTo>
                    <a:pt x="994209" y="1338990"/>
                  </a:lnTo>
                  <a:lnTo>
                    <a:pt x="991620" y="1336400"/>
                  </a:lnTo>
                  <a:lnTo>
                    <a:pt x="991620" y="1313530"/>
                  </a:lnTo>
                  <a:lnTo>
                    <a:pt x="986730" y="1313530"/>
                  </a:lnTo>
                  <a:lnTo>
                    <a:pt x="986730" y="1311085"/>
                  </a:lnTo>
                  <a:lnTo>
                    <a:pt x="991620" y="1308352"/>
                  </a:lnTo>
                  <a:lnTo>
                    <a:pt x="1010175" y="1308352"/>
                  </a:lnTo>
                  <a:lnTo>
                    <a:pt x="999963" y="1305907"/>
                  </a:lnTo>
                  <a:lnTo>
                    <a:pt x="997517" y="1305907"/>
                  </a:lnTo>
                  <a:lnTo>
                    <a:pt x="994784" y="1303318"/>
                  </a:lnTo>
                  <a:lnTo>
                    <a:pt x="997517" y="1303318"/>
                  </a:lnTo>
                  <a:lnTo>
                    <a:pt x="999963" y="1298139"/>
                  </a:lnTo>
                  <a:lnTo>
                    <a:pt x="999963" y="1295694"/>
                  </a:lnTo>
                  <a:lnTo>
                    <a:pt x="989750" y="1298139"/>
                  </a:lnTo>
                  <a:lnTo>
                    <a:pt x="987305" y="1295694"/>
                  </a:lnTo>
                  <a:lnTo>
                    <a:pt x="984572" y="1293105"/>
                  </a:lnTo>
                  <a:lnTo>
                    <a:pt x="979538" y="1290660"/>
                  </a:lnTo>
                  <a:lnTo>
                    <a:pt x="984572" y="1287927"/>
                  </a:lnTo>
                  <a:lnTo>
                    <a:pt x="987305" y="1287927"/>
                  </a:lnTo>
                  <a:lnTo>
                    <a:pt x="984572" y="1290660"/>
                  </a:lnTo>
                  <a:lnTo>
                    <a:pt x="987305" y="1290660"/>
                  </a:lnTo>
                  <a:lnTo>
                    <a:pt x="987305" y="1287927"/>
                  </a:lnTo>
                  <a:lnTo>
                    <a:pt x="989750" y="1287927"/>
                  </a:lnTo>
                  <a:lnTo>
                    <a:pt x="989750" y="1282893"/>
                  </a:lnTo>
                  <a:lnTo>
                    <a:pt x="984572" y="1280447"/>
                  </a:lnTo>
                  <a:lnTo>
                    <a:pt x="981983" y="1280447"/>
                  </a:lnTo>
                  <a:lnTo>
                    <a:pt x="984572" y="1277714"/>
                  </a:lnTo>
                  <a:lnTo>
                    <a:pt x="1010175" y="1277714"/>
                  </a:lnTo>
                  <a:lnTo>
                    <a:pt x="1010175" y="1274406"/>
                  </a:lnTo>
                  <a:lnTo>
                    <a:pt x="999963" y="1274406"/>
                  </a:lnTo>
                  <a:lnTo>
                    <a:pt x="997517" y="1271817"/>
                  </a:lnTo>
                  <a:lnTo>
                    <a:pt x="1007442" y="1271817"/>
                  </a:lnTo>
                  <a:lnTo>
                    <a:pt x="1012620" y="1269372"/>
                  </a:lnTo>
                  <a:lnTo>
                    <a:pt x="1012620" y="1274406"/>
                  </a:lnTo>
                  <a:lnTo>
                    <a:pt x="1015209" y="1271817"/>
                  </a:lnTo>
                  <a:lnTo>
                    <a:pt x="1017655" y="1269372"/>
                  </a:lnTo>
                  <a:lnTo>
                    <a:pt x="1020388" y="1269372"/>
                  </a:lnTo>
                  <a:lnTo>
                    <a:pt x="1017655" y="1266639"/>
                  </a:lnTo>
                  <a:lnTo>
                    <a:pt x="1010175" y="1269372"/>
                  </a:lnTo>
                  <a:lnTo>
                    <a:pt x="1002408" y="1269372"/>
                  </a:lnTo>
                  <a:lnTo>
                    <a:pt x="999963" y="1266639"/>
                  </a:lnTo>
                  <a:lnTo>
                    <a:pt x="997517" y="1266639"/>
                  </a:lnTo>
                  <a:lnTo>
                    <a:pt x="1010175" y="1264194"/>
                  </a:lnTo>
                  <a:lnTo>
                    <a:pt x="1007442" y="1264194"/>
                  </a:lnTo>
                  <a:lnTo>
                    <a:pt x="1007442" y="1261604"/>
                  </a:lnTo>
                  <a:lnTo>
                    <a:pt x="1012620" y="1259159"/>
                  </a:lnTo>
                  <a:lnTo>
                    <a:pt x="1022833" y="1256714"/>
                  </a:lnTo>
                  <a:lnTo>
                    <a:pt x="1020388" y="1253981"/>
                  </a:lnTo>
                  <a:lnTo>
                    <a:pt x="1015209" y="1253981"/>
                  </a:lnTo>
                  <a:lnTo>
                    <a:pt x="1017655" y="1251392"/>
                  </a:lnTo>
                  <a:lnTo>
                    <a:pt x="1015209" y="1248947"/>
                  </a:lnTo>
                  <a:lnTo>
                    <a:pt x="1020388" y="1248947"/>
                  </a:lnTo>
                  <a:lnTo>
                    <a:pt x="1022977" y="1246502"/>
                  </a:lnTo>
                  <a:lnTo>
                    <a:pt x="1022977" y="1243769"/>
                  </a:lnTo>
                  <a:lnTo>
                    <a:pt x="1020531" y="1243769"/>
                  </a:lnTo>
                  <a:lnTo>
                    <a:pt x="1015353" y="1246502"/>
                  </a:lnTo>
                  <a:lnTo>
                    <a:pt x="1012764" y="1243769"/>
                  </a:lnTo>
                  <a:lnTo>
                    <a:pt x="1010319" y="1246502"/>
                  </a:lnTo>
                  <a:lnTo>
                    <a:pt x="1005141" y="1246502"/>
                  </a:lnTo>
                  <a:lnTo>
                    <a:pt x="997661" y="1248947"/>
                  </a:lnTo>
                  <a:lnTo>
                    <a:pt x="989894" y="1248947"/>
                  </a:lnTo>
                  <a:lnTo>
                    <a:pt x="979681" y="1253981"/>
                  </a:lnTo>
                  <a:lnTo>
                    <a:pt x="974503" y="1253981"/>
                  </a:lnTo>
                  <a:lnTo>
                    <a:pt x="974503" y="1251392"/>
                  </a:lnTo>
                  <a:lnTo>
                    <a:pt x="971914" y="1251392"/>
                  </a:lnTo>
                  <a:lnTo>
                    <a:pt x="971914" y="1253981"/>
                  </a:lnTo>
                  <a:lnTo>
                    <a:pt x="956811" y="1253981"/>
                  </a:lnTo>
                  <a:lnTo>
                    <a:pt x="941420" y="1259159"/>
                  </a:lnTo>
                  <a:lnTo>
                    <a:pt x="936386" y="1259159"/>
                  </a:lnTo>
                  <a:lnTo>
                    <a:pt x="933653" y="1256714"/>
                  </a:lnTo>
                  <a:lnTo>
                    <a:pt x="931208" y="1256714"/>
                  </a:lnTo>
                  <a:lnTo>
                    <a:pt x="928619" y="1259159"/>
                  </a:lnTo>
                  <a:lnTo>
                    <a:pt x="923728" y="1259159"/>
                  </a:lnTo>
                  <a:lnTo>
                    <a:pt x="918406" y="1264194"/>
                  </a:lnTo>
                  <a:lnTo>
                    <a:pt x="915961" y="1264194"/>
                  </a:lnTo>
                  <a:lnTo>
                    <a:pt x="915961" y="1259159"/>
                  </a:lnTo>
                  <a:lnTo>
                    <a:pt x="913516" y="1259159"/>
                  </a:lnTo>
                  <a:lnTo>
                    <a:pt x="913516" y="1251392"/>
                  </a:lnTo>
                  <a:lnTo>
                    <a:pt x="910783" y="1248947"/>
                  </a:lnTo>
                  <a:lnTo>
                    <a:pt x="910783" y="1246502"/>
                  </a:lnTo>
                  <a:lnTo>
                    <a:pt x="913516" y="1243769"/>
                  </a:lnTo>
                  <a:lnTo>
                    <a:pt x="913516" y="1246502"/>
                  </a:lnTo>
                  <a:lnTo>
                    <a:pt x="918406" y="1248947"/>
                  </a:lnTo>
                  <a:lnTo>
                    <a:pt x="918406" y="1247077"/>
                  </a:lnTo>
                  <a:lnTo>
                    <a:pt x="915961" y="1247077"/>
                  </a:lnTo>
                  <a:lnTo>
                    <a:pt x="918406" y="1244344"/>
                  </a:lnTo>
                  <a:lnTo>
                    <a:pt x="915961" y="1241755"/>
                  </a:lnTo>
                  <a:lnTo>
                    <a:pt x="918406" y="1241755"/>
                  </a:lnTo>
                  <a:lnTo>
                    <a:pt x="923728" y="1239310"/>
                  </a:lnTo>
                  <a:lnTo>
                    <a:pt x="923728" y="1236864"/>
                  </a:lnTo>
                  <a:lnTo>
                    <a:pt x="920995" y="1236864"/>
                  </a:lnTo>
                  <a:lnTo>
                    <a:pt x="928619" y="1234131"/>
                  </a:lnTo>
                  <a:lnTo>
                    <a:pt x="931208" y="1234131"/>
                  </a:lnTo>
                  <a:lnTo>
                    <a:pt x="933653" y="1236864"/>
                  </a:lnTo>
                  <a:lnTo>
                    <a:pt x="936386" y="1236864"/>
                  </a:lnTo>
                  <a:lnTo>
                    <a:pt x="936386" y="1239310"/>
                  </a:lnTo>
                  <a:lnTo>
                    <a:pt x="938831" y="1239310"/>
                  </a:lnTo>
                  <a:lnTo>
                    <a:pt x="938831" y="1234131"/>
                  </a:lnTo>
                  <a:lnTo>
                    <a:pt x="936386" y="1234131"/>
                  </a:lnTo>
                  <a:lnTo>
                    <a:pt x="933653" y="1231542"/>
                  </a:lnTo>
                  <a:lnTo>
                    <a:pt x="938831" y="1226652"/>
                  </a:lnTo>
                  <a:lnTo>
                    <a:pt x="928619" y="1226652"/>
                  </a:lnTo>
                  <a:lnTo>
                    <a:pt x="928619" y="1223919"/>
                  </a:lnTo>
                  <a:lnTo>
                    <a:pt x="931208" y="1218885"/>
                  </a:lnTo>
                  <a:lnTo>
                    <a:pt x="933653" y="1216439"/>
                  </a:lnTo>
                  <a:lnTo>
                    <a:pt x="936386" y="1216439"/>
                  </a:lnTo>
                  <a:lnTo>
                    <a:pt x="938831" y="1213706"/>
                  </a:lnTo>
                  <a:lnTo>
                    <a:pt x="938831" y="1211261"/>
                  </a:lnTo>
                  <a:lnTo>
                    <a:pt x="941420" y="1213706"/>
                  </a:lnTo>
                  <a:lnTo>
                    <a:pt x="943866" y="1211261"/>
                  </a:lnTo>
                  <a:lnTo>
                    <a:pt x="949044" y="1208672"/>
                  </a:lnTo>
                  <a:lnTo>
                    <a:pt x="949044" y="1210973"/>
                  </a:lnTo>
                  <a:lnTo>
                    <a:pt x="951633" y="1216152"/>
                  </a:lnTo>
                  <a:lnTo>
                    <a:pt x="954078" y="1218597"/>
                  </a:lnTo>
                  <a:lnTo>
                    <a:pt x="956811" y="1221186"/>
                  </a:lnTo>
                  <a:lnTo>
                    <a:pt x="961702" y="1221186"/>
                  </a:lnTo>
                  <a:lnTo>
                    <a:pt x="961702" y="1228809"/>
                  </a:lnTo>
                  <a:lnTo>
                    <a:pt x="961702" y="1231255"/>
                  </a:lnTo>
                  <a:lnTo>
                    <a:pt x="964291" y="1233844"/>
                  </a:lnTo>
                  <a:lnTo>
                    <a:pt x="967024" y="1231255"/>
                  </a:lnTo>
                  <a:lnTo>
                    <a:pt x="974503" y="1228809"/>
                  </a:lnTo>
                  <a:lnTo>
                    <a:pt x="979681" y="1226364"/>
                  </a:lnTo>
                  <a:lnTo>
                    <a:pt x="977236" y="1223631"/>
                  </a:lnTo>
                  <a:lnTo>
                    <a:pt x="974503" y="1226364"/>
                  </a:lnTo>
                  <a:lnTo>
                    <a:pt x="971914" y="1228809"/>
                  </a:lnTo>
                  <a:lnTo>
                    <a:pt x="961702" y="1228809"/>
                  </a:lnTo>
                  <a:lnTo>
                    <a:pt x="967024" y="1223631"/>
                  </a:lnTo>
                  <a:lnTo>
                    <a:pt x="964291" y="1221186"/>
                  </a:lnTo>
                  <a:lnTo>
                    <a:pt x="964291" y="1218597"/>
                  </a:lnTo>
                  <a:lnTo>
                    <a:pt x="961702" y="1216152"/>
                  </a:lnTo>
                  <a:lnTo>
                    <a:pt x="959256" y="1216152"/>
                  </a:lnTo>
                  <a:lnTo>
                    <a:pt x="956811" y="1208384"/>
                  </a:lnTo>
                  <a:lnTo>
                    <a:pt x="959256" y="1205939"/>
                  </a:lnTo>
                  <a:lnTo>
                    <a:pt x="961702" y="1203206"/>
                  </a:lnTo>
                  <a:lnTo>
                    <a:pt x="967024" y="1200761"/>
                  </a:lnTo>
                  <a:lnTo>
                    <a:pt x="967024" y="1195727"/>
                  </a:lnTo>
                  <a:lnTo>
                    <a:pt x="964291" y="1198172"/>
                  </a:lnTo>
                  <a:lnTo>
                    <a:pt x="959256" y="1198172"/>
                  </a:lnTo>
                  <a:lnTo>
                    <a:pt x="956811" y="1200761"/>
                  </a:lnTo>
                  <a:lnTo>
                    <a:pt x="951633" y="1198172"/>
                  </a:lnTo>
                  <a:lnTo>
                    <a:pt x="949044" y="1195727"/>
                  </a:lnTo>
                  <a:lnTo>
                    <a:pt x="946599" y="1187959"/>
                  </a:lnTo>
                  <a:lnTo>
                    <a:pt x="946599" y="1180336"/>
                  </a:lnTo>
                  <a:lnTo>
                    <a:pt x="949044" y="1180336"/>
                  </a:lnTo>
                  <a:lnTo>
                    <a:pt x="951633" y="1177747"/>
                  </a:lnTo>
                  <a:lnTo>
                    <a:pt x="951633" y="1172856"/>
                  </a:lnTo>
                  <a:lnTo>
                    <a:pt x="954078" y="1172856"/>
                  </a:lnTo>
                  <a:lnTo>
                    <a:pt x="954078" y="1170123"/>
                  </a:lnTo>
                  <a:lnTo>
                    <a:pt x="956811" y="1170123"/>
                  </a:lnTo>
                  <a:lnTo>
                    <a:pt x="964291" y="1167534"/>
                  </a:lnTo>
                  <a:lnTo>
                    <a:pt x="969469" y="1162644"/>
                  </a:lnTo>
                  <a:lnTo>
                    <a:pt x="967024" y="1162644"/>
                  </a:lnTo>
                  <a:lnTo>
                    <a:pt x="961702" y="1167534"/>
                  </a:lnTo>
                  <a:lnTo>
                    <a:pt x="954078" y="1167534"/>
                  </a:lnTo>
                  <a:lnTo>
                    <a:pt x="949044" y="1165089"/>
                  </a:lnTo>
                  <a:lnTo>
                    <a:pt x="943866" y="1167534"/>
                  </a:lnTo>
                  <a:lnTo>
                    <a:pt x="941420" y="1165089"/>
                  </a:lnTo>
                  <a:lnTo>
                    <a:pt x="941420" y="1162644"/>
                  </a:lnTo>
                  <a:lnTo>
                    <a:pt x="943866" y="1159911"/>
                  </a:lnTo>
                  <a:lnTo>
                    <a:pt x="946599" y="1159911"/>
                  </a:lnTo>
                  <a:lnTo>
                    <a:pt x="943866" y="1154877"/>
                  </a:lnTo>
                  <a:lnTo>
                    <a:pt x="941420" y="1154877"/>
                  </a:lnTo>
                  <a:lnTo>
                    <a:pt x="943866" y="1152431"/>
                  </a:lnTo>
                  <a:lnTo>
                    <a:pt x="946599" y="1152431"/>
                  </a:lnTo>
                  <a:lnTo>
                    <a:pt x="943866" y="1149698"/>
                  </a:lnTo>
                  <a:lnTo>
                    <a:pt x="943866" y="1147109"/>
                  </a:lnTo>
                  <a:lnTo>
                    <a:pt x="946599" y="1144664"/>
                  </a:lnTo>
                  <a:lnTo>
                    <a:pt x="946599" y="1147109"/>
                  </a:lnTo>
                  <a:lnTo>
                    <a:pt x="949044" y="1147109"/>
                  </a:lnTo>
                  <a:lnTo>
                    <a:pt x="946599" y="1144664"/>
                  </a:lnTo>
                  <a:lnTo>
                    <a:pt x="946599" y="1139486"/>
                  </a:lnTo>
                  <a:lnTo>
                    <a:pt x="949044" y="1136897"/>
                  </a:lnTo>
                  <a:lnTo>
                    <a:pt x="951633" y="1134452"/>
                  </a:lnTo>
                  <a:lnTo>
                    <a:pt x="954078" y="1132006"/>
                  </a:lnTo>
                  <a:lnTo>
                    <a:pt x="961702" y="1134452"/>
                  </a:lnTo>
                  <a:lnTo>
                    <a:pt x="964291" y="1134452"/>
                  </a:lnTo>
                  <a:lnTo>
                    <a:pt x="967024" y="1136897"/>
                  </a:lnTo>
                  <a:lnTo>
                    <a:pt x="969469" y="1139486"/>
                  </a:lnTo>
                  <a:lnTo>
                    <a:pt x="971914" y="1139486"/>
                  </a:lnTo>
                  <a:lnTo>
                    <a:pt x="971914" y="1142219"/>
                  </a:lnTo>
                  <a:lnTo>
                    <a:pt x="974503" y="1144664"/>
                  </a:lnTo>
                  <a:lnTo>
                    <a:pt x="974503" y="1147109"/>
                  </a:lnTo>
                  <a:lnTo>
                    <a:pt x="977236" y="1152431"/>
                  </a:lnTo>
                  <a:lnTo>
                    <a:pt x="979681" y="1152431"/>
                  </a:lnTo>
                  <a:lnTo>
                    <a:pt x="977236" y="1154877"/>
                  </a:lnTo>
                  <a:lnTo>
                    <a:pt x="977236" y="1162644"/>
                  </a:lnTo>
                  <a:lnTo>
                    <a:pt x="973784" y="1165377"/>
                  </a:lnTo>
                  <a:lnTo>
                    <a:pt x="978962" y="1165377"/>
                  </a:lnTo>
                  <a:lnTo>
                    <a:pt x="981407" y="1167822"/>
                  </a:lnTo>
                  <a:lnTo>
                    <a:pt x="983997" y="1167822"/>
                  </a:lnTo>
                  <a:lnTo>
                    <a:pt x="986730" y="1170411"/>
                  </a:lnTo>
                  <a:lnTo>
                    <a:pt x="986730" y="1173144"/>
                  </a:lnTo>
                  <a:lnTo>
                    <a:pt x="989175" y="1175589"/>
                  </a:lnTo>
                  <a:lnTo>
                    <a:pt x="989175" y="1180192"/>
                  </a:lnTo>
                  <a:lnTo>
                    <a:pt x="991620" y="1180192"/>
                  </a:lnTo>
                  <a:lnTo>
                    <a:pt x="991620" y="1185370"/>
                  </a:lnTo>
                  <a:lnTo>
                    <a:pt x="986730" y="1185370"/>
                  </a:lnTo>
                  <a:lnTo>
                    <a:pt x="989175" y="1187816"/>
                  </a:lnTo>
                  <a:lnTo>
                    <a:pt x="991620" y="1187816"/>
                  </a:lnTo>
                  <a:lnTo>
                    <a:pt x="991620" y="1190405"/>
                  </a:lnTo>
                  <a:lnTo>
                    <a:pt x="997517" y="1190405"/>
                  </a:lnTo>
                  <a:lnTo>
                    <a:pt x="1004997" y="1200617"/>
                  </a:lnTo>
                  <a:lnTo>
                    <a:pt x="1007442" y="1205795"/>
                  </a:lnTo>
                  <a:lnTo>
                    <a:pt x="1010175" y="1208241"/>
                  </a:lnTo>
                  <a:lnTo>
                    <a:pt x="1007442" y="1210830"/>
                  </a:lnTo>
                  <a:lnTo>
                    <a:pt x="1012620" y="1210830"/>
                  </a:lnTo>
                  <a:lnTo>
                    <a:pt x="1015209" y="1218453"/>
                  </a:lnTo>
                  <a:lnTo>
                    <a:pt x="1015209" y="1216008"/>
                  </a:lnTo>
                  <a:lnTo>
                    <a:pt x="1017655" y="1213275"/>
                  </a:lnTo>
                  <a:lnTo>
                    <a:pt x="1020388" y="1213275"/>
                  </a:lnTo>
                  <a:lnTo>
                    <a:pt x="1022833" y="1210830"/>
                  </a:lnTo>
                  <a:lnTo>
                    <a:pt x="1025422" y="1208241"/>
                  </a:lnTo>
                  <a:lnTo>
                    <a:pt x="1030600" y="1205795"/>
                  </a:lnTo>
                  <a:lnTo>
                    <a:pt x="1022833" y="1205795"/>
                  </a:lnTo>
                  <a:lnTo>
                    <a:pt x="1020388" y="1208241"/>
                  </a:lnTo>
                  <a:lnTo>
                    <a:pt x="1017655" y="1208241"/>
                  </a:lnTo>
                  <a:lnTo>
                    <a:pt x="1017655" y="1205795"/>
                  </a:lnTo>
                  <a:lnTo>
                    <a:pt x="1015209" y="1205795"/>
                  </a:lnTo>
                  <a:lnTo>
                    <a:pt x="1015209" y="1203206"/>
                  </a:lnTo>
                  <a:lnTo>
                    <a:pt x="1012620" y="1200761"/>
                  </a:lnTo>
                  <a:lnTo>
                    <a:pt x="1010175" y="1200761"/>
                  </a:lnTo>
                  <a:lnTo>
                    <a:pt x="1012620" y="1198172"/>
                  </a:lnTo>
                  <a:lnTo>
                    <a:pt x="1010175" y="1195727"/>
                  </a:lnTo>
                  <a:lnTo>
                    <a:pt x="1007442" y="1185514"/>
                  </a:lnTo>
                  <a:lnTo>
                    <a:pt x="1004997" y="1182781"/>
                  </a:lnTo>
                  <a:lnTo>
                    <a:pt x="1007442" y="1182781"/>
                  </a:lnTo>
                  <a:lnTo>
                    <a:pt x="1010175" y="1180336"/>
                  </a:lnTo>
                  <a:lnTo>
                    <a:pt x="1007442" y="1180336"/>
                  </a:lnTo>
                  <a:lnTo>
                    <a:pt x="1012620" y="1177747"/>
                  </a:lnTo>
                  <a:lnTo>
                    <a:pt x="1017655" y="1180336"/>
                  </a:lnTo>
                  <a:lnTo>
                    <a:pt x="1020388" y="1182781"/>
                  </a:lnTo>
                  <a:lnTo>
                    <a:pt x="1022833" y="1182781"/>
                  </a:lnTo>
                  <a:lnTo>
                    <a:pt x="1027867" y="1180336"/>
                  </a:lnTo>
                  <a:lnTo>
                    <a:pt x="1033045" y="1180336"/>
                  </a:lnTo>
                  <a:lnTo>
                    <a:pt x="1027867" y="1177747"/>
                  </a:lnTo>
                  <a:lnTo>
                    <a:pt x="1025422" y="1180336"/>
                  </a:lnTo>
                  <a:lnTo>
                    <a:pt x="1022833" y="1180336"/>
                  </a:lnTo>
                  <a:lnTo>
                    <a:pt x="1022833" y="1177747"/>
                  </a:lnTo>
                  <a:lnTo>
                    <a:pt x="1020388" y="1177747"/>
                  </a:lnTo>
                  <a:lnTo>
                    <a:pt x="1015209" y="1175302"/>
                  </a:lnTo>
                  <a:lnTo>
                    <a:pt x="1015209" y="1172856"/>
                  </a:lnTo>
                  <a:lnTo>
                    <a:pt x="1007442" y="1172856"/>
                  </a:lnTo>
                  <a:lnTo>
                    <a:pt x="999963" y="1170123"/>
                  </a:lnTo>
                  <a:lnTo>
                    <a:pt x="997517" y="1165089"/>
                  </a:lnTo>
                  <a:lnTo>
                    <a:pt x="997517" y="1162644"/>
                  </a:lnTo>
                  <a:lnTo>
                    <a:pt x="999963" y="1159911"/>
                  </a:lnTo>
                  <a:lnTo>
                    <a:pt x="1009888" y="1159911"/>
                  </a:lnTo>
                  <a:lnTo>
                    <a:pt x="1007442" y="1157322"/>
                  </a:lnTo>
                  <a:lnTo>
                    <a:pt x="1007442" y="1154877"/>
                  </a:lnTo>
                  <a:lnTo>
                    <a:pt x="1010175" y="1157322"/>
                  </a:lnTo>
                  <a:lnTo>
                    <a:pt x="1012620" y="1159911"/>
                  </a:lnTo>
                  <a:lnTo>
                    <a:pt x="1015209" y="1162644"/>
                  </a:lnTo>
                  <a:lnTo>
                    <a:pt x="1020388" y="1162644"/>
                  </a:lnTo>
                  <a:lnTo>
                    <a:pt x="1017079" y="1160342"/>
                  </a:lnTo>
                  <a:lnTo>
                    <a:pt x="1012045" y="1157753"/>
                  </a:lnTo>
                  <a:lnTo>
                    <a:pt x="1017079" y="1155308"/>
                  </a:lnTo>
                  <a:lnTo>
                    <a:pt x="1012045" y="1155308"/>
                  </a:lnTo>
                  <a:lnTo>
                    <a:pt x="1009600" y="1150130"/>
                  </a:lnTo>
                  <a:lnTo>
                    <a:pt x="1009600" y="1147541"/>
                  </a:lnTo>
                  <a:lnTo>
                    <a:pt x="1006867" y="1147541"/>
                  </a:lnTo>
                  <a:lnTo>
                    <a:pt x="1001833" y="1145096"/>
                  </a:lnTo>
                  <a:lnTo>
                    <a:pt x="1001833" y="1147541"/>
                  </a:lnTo>
                  <a:lnTo>
                    <a:pt x="996942" y="1147541"/>
                  </a:lnTo>
                  <a:lnTo>
                    <a:pt x="994209" y="1150130"/>
                  </a:lnTo>
                  <a:lnTo>
                    <a:pt x="994209" y="1145096"/>
                  </a:lnTo>
                  <a:lnTo>
                    <a:pt x="991620" y="1147541"/>
                  </a:lnTo>
                  <a:lnTo>
                    <a:pt x="989175" y="1147541"/>
                  </a:lnTo>
                  <a:lnTo>
                    <a:pt x="983997" y="1134883"/>
                  </a:lnTo>
                  <a:lnTo>
                    <a:pt x="981407" y="1129705"/>
                  </a:lnTo>
                  <a:lnTo>
                    <a:pt x="981407" y="1127260"/>
                  </a:lnTo>
                  <a:lnTo>
                    <a:pt x="986730" y="1124671"/>
                  </a:lnTo>
                  <a:lnTo>
                    <a:pt x="989175" y="1124671"/>
                  </a:lnTo>
                  <a:lnTo>
                    <a:pt x="991620" y="1122225"/>
                  </a:lnTo>
                  <a:lnTo>
                    <a:pt x="991620" y="1119492"/>
                  </a:lnTo>
                  <a:lnTo>
                    <a:pt x="993777" y="1119492"/>
                  </a:lnTo>
                  <a:lnTo>
                    <a:pt x="993777" y="1116903"/>
                  </a:lnTo>
                  <a:lnTo>
                    <a:pt x="996510" y="1116903"/>
                  </a:lnTo>
                  <a:lnTo>
                    <a:pt x="996510" y="1114314"/>
                  </a:lnTo>
                  <a:lnTo>
                    <a:pt x="1001401" y="1111869"/>
                  </a:lnTo>
                  <a:close/>
                  <a:moveTo>
                    <a:pt x="1058073" y="1104102"/>
                  </a:moveTo>
                  <a:lnTo>
                    <a:pt x="1065697" y="1104102"/>
                  </a:lnTo>
                  <a:lnTo>
                    <a:pt x="1068286" y="1109136"/>
                  </a:lnTo>
                  <a:lnTo>
                    <a:pt x="1063251" y="1106691"/>
                  </a:lnTo>
                  <a:lnTo>
                    <a:pt x="1063251" y="1109136"/>
                  </a:lnTo>
                  <a:lnTo>
                    <a:pt x="1060806" y="1109136"/>
                  </a:lnTo>
                  <a:lnTo>
                    <a:pt x="1058073" y="1109136"/>
                  </a:lnTo>
                  <a:lnTo>
                    <a:pt x="1055484" y="1109136"/>
                  </a:lnTo>
                  <a:lnTo>
                    <a:pt x="1053039" y="1106691"/>
                  </a:lnTo>
                  <a:lnTo>
                    <a:pt x="1055484" y="1106691"/>
                  </a:lnTo>
                  <a:close/>
                  <a:moveTo>
                    <a:pt x="1019956" y="1093889"/>
                  </a:moveTo>
                  <a:lnTo>
                    <a:pt x="1022401" y="1096478"/>
                  </a:lnTo>
                  <a:lnTo>
                    <a:pt x="1024846" y="1093889"/>
                  </a:lnTo>
                  <a:lnTo>
                    <a:pt x="1027436" y="1093889"/>
                  </a:lnTo>
                  <a:lnTo>
                    <a:pt x="1030168" y="1093889"/>
                  </a:lnTo>
                  <a:lnTo>
                    <a:pt x="1030168" y="1096478"/>
                  </a:lnTo>
                  <a:lnTo>
                    <a:pt x="1032614" y="1096478"/>
                  </a:lnTo>
                  <a:lnTo>
                    <a:pt x="1035203" y="1096478"/>
                  </a:lnTo>
                  <a:lnTo>
                    <a:pt x="1035203" y="1098923"/>
                  </a:lnTo>
                  <a:lnTo>
                    <a:pt x="1037648" y="1101656"/>
                  </a:lnTo>
                  <a:lnTo>
                    <a:pt x="1032614" y="1104101"/>
                  </a:lnTo>
                  <a:lnTo>
                    <a:pt x="1030168" y="1106691"/>
                  </a:lnTo>
                  <a:lnTo>
                    <a:pt x="1027436" y="1106691"/>
                  </a:lnTo>
                  <a:lnTo>
                    <a:pt x="1027436" y="1104101"/>
                  </a:lnTo>
                  <a:lnTo>
                    <a:pt x="1032614" y="1101656"/>
                  </a:lnTo>
                  <a:lnTo>
                    <a:pt x="1027436" y="1101656"/>
                  </a:lnTo>
                  <a:lnTo>
                    <a:pt x="1017223" y="1096478"/>
                  </a:lnTo>
                  <a:close/>
                  <a:moveTo>
                    <a:pt x="879570" y="1093889"/>
                  </a:moveTo>
                  <a:lnTo>
                    <a:pt x="882303" y="1093889"/>
                  </a:lnTo>
                  <a:lnTo>
                    <a:pt x="884748" y="1098923"/>
                  </a:lnTo>
                  <a:lnTo>
                    <a:pt x="884748" y="1104101"/>
                  </a:lnTo>
                  <a:lnTo>
                    <a:pt x="882303" y="1106691"/>
                  </a:lnTo>
                  <a:lnTo>
                    <a:pt x="879570" y="1109136"/>
                  </a:lnTo>
                  <a:lnTo>
                    <a:pt x="887194" y="1109136"/>
                  </a:lnTo>
                  <a:lnTo>
                    <a:pt x="887194" y="1106691"/>
                  </a:lnTo>
                  <a:lnTo>
                    <a:pt x="887194" y="1104101"/>
                  </a:lnTo>
                  <a:lnTo>
                    <a:pt x="889783" y="1104101"/>
                  </a:lnTo>
                  <a:lnTo>
                    <a:pt x="894961" y="1111869"/>
                  </a:lnTo>
                  <a:lnTo>
                    <a:pt x="897406" y="1111869"/>
                  </a:lnTo>
                  <a:lnTo>
                    <a:pt x="897406" y="1114314"/>
                  </a:lnTo>
                  <a:lnTo>
                    <a:pt x="894961" y="1116903"/>
                  </a:lnTo>
                  <a:lnTo>
                    <a:pt x="897406" y="1119348"/>
                  </a:lnTo>
                  <a:lnTo>
                    <a:pt x="897406" y="1122081"/>
                  </a:lnTo>
                  <a:lnTo>
                    <a:pt x="907619" y="1122081"/>
                  </a:lnTo>
                  <a:lnTo>
                    <a:pt x="907619" y="1127116"/>
                  </a:lnTo>
                  <a:lnTo>
                    <a:pt x="910208" y="1129561"/>
                  </a:lnTo>
                  <a:lnTo>
                    <a:pt x="912941" y="1132294"/>
                  </a:lnTo>
                  <a:lnTo>
                    <a:pt x="912941" y="1137184"/>
                  </a:lnTo>
                  <a:lnTo>
                    <a:pt x="902728" y="1144951"/>
                  </a:lnTo>
                  <a:lnTo>
                    <a:pt x="899995" y="1144951"/>
                  </a:lnTo>
                  <a:lnTo>
                    <a:pt x="897406" y="1144951"/>
                  </a:lnTo>
                  <a:lnTo>
                    <a:pt x="894961" y="1147397"/>
                  </a:lnTo>
                  <a:lnTo>
                    <a:pt x="892516" y="1147397"/>
                  </a:lnTo>
                  <a:lnTo>
                    <a:pt x="889783" y="1149986"/>
                  </a:lnTo>
                  <a:lnTo>
                    <a:pt x="887194" y="1149986"/>
                  </a:lnTo>
                  <a:lnTo>
                    <a:pt x="879570" y="1144951"/>
                  </a:lnTo>
                  <a:lnTo>
                    <a:pt x="876981" y="1147397"/>
                  </a:lnTo>
                  <a:lnTo>
                    <a:pt x="869358" y="1144951"/>
                  </a:lnTo>
                  <a:lnTo>
                    <a:pt x="866769" y="1142506"/>
                  </a:lnTo>
                  <a:lnTo>
                    <a:pt x="874536" y="1142506"/>
                  </a:lnTo>
                  <a:lnTo>
                    <a:pt x="876981" y="1142506"/>
                  </a:lnTo>
                  <a:lnTo>
                    <a:pt x="869358" y="1139773"/>
                  </a:lnTo>
                  <a:lnTo>
                    <a:pt x="866769" y="1137184"/>
                  </a:lnTo>
                  <a:lnTo>
                    <a:pt x="866769" y="1134739"/>
                  </a:lnTo>
                  <a:lnTo>
                    <a:pt x="864323" y="1134739"/>
                  </a:lnTo>
                  <a:lnTo>
                    <a:pt x="866769" y="1132294"/>
                  </a:lnTo>
                  <a:lnTo>
                    <a:pt x="869358" y="1124526"/>
                  </a:lnTo>
                  <a:lnTo>
                    <a:pt x="866769" y="1119348"/>
                  </a:lnTo>
                  <a:lnTo>
                    <a:pt x="864323" y="1119348"/>
                  </a:lnTo>
                  <a:lnTo>
                    <a:pt x="864323" y="1122081"/>
                  </a:lnTo>
                  <a:lnTo>
                    <a:pt x="861878" y="1122081"/>
                  </a:lnTo>
                  <a:lnTo>
                    <a:pt x="861878" y="1119348"/>
                  </a:lnTo>
                  <a:lnTo>
                    <a:pt x="861878" y="1116903"/>
                  </a:lnTo>
                  <a:lnTo>
                    <a:pt x="861878" y="1114314"/>
                  </a:lnTo>
                  <a:lnTo>
                    <a:pt x="859145" y="1111869"/>
                  </a:lnTo>
                  <a:lnTo>
                    <a:pt x="859145" y="1106691"/>
                  </a:lnTo>
                  <a:lnTo>
                    <a:pt x="861878" y="1104101"/>
                  </a:lnTo>
                  <a:lnTo>
                    <a:pt x="866769" y="1098923"/>
                  </a:lnTo>
                  <a:lnTo>
                    <a:pt x="872091" y="1096478"/>
                  </a:lnTo>
                  <a:close/>
                  <a:moveTo>
                    <a:pt x="991764" y="1091444"/>
                  </a:moveTo>
                  <a:lnTo>
                    <a:pt x="994353" y="1091444"/>
                  </a:lnTo>
                  <a:lnTo>
                    <a:pt x="997086" y="1091444"/>
                  </a:lnTo>
                  <a:lnTo>
                    <a:pt x="999531" y="1091444"/>
                  </a:lnTo>
                  <a:lnTo>
                    <a:pt x="1001976" y="1091444"/>
                  </a:lnTo>
                  <a:lnTo>
                    <a:pt x="1004565" y="1093889"/>
                  </a:lnTo>
                  <a:lnTo>
                    <a:pt x="1007011" y="1093889"/>
                  </a:lnTo>
                  <a:lnTo>
                    <a:pt x="1007011" y="1096478"/>
                  </a:lnTo>
                  <a:lnTo>
                    <a:pt x="1001976" y="1096478"/>
                  </a:lnTo>
                  <a:lnTo>
                    <a:pt x="1001976" y="1098924"/>
                  </a:lnTo>
                  <a:lnTo>
                    <a:pt x="999531" y="1101656"/>
                  </a:lnTo>
                  <a:lnTo>
                    <a:pt x="997086" y="1104102"/>
                  </a:lnTo>
                  <a:lnTo>
                    <a:pt x="991764" y="1104102"/>
                  </a:lnTo>
                  <a:lnTo>
                    <a:pt x="989318" y="1109136"/>
                  </a:lnTo>
                  <a:lnTo>
                    <a:pt x="973928" y="1116903"/>
                  </a:lnTo>
                  <a:lnTo>
                    <a:pt x="966448" y="1119349"/>
                  </a:lnTo>
                  <a:lnTo>
                    <a:pt x="958681" y="1114314"/>
                  </a:lnTo>
                  <a:lnTo>
                    <a:pt x="961126" y="1111869"/>
                  </a:lnTo>
                  <a:lnTo>
                    <a:pt x="963715" y="1109136"/>
                  </a:lnTo>
                  <a:lnTo>
                    <a:pt x="968893" y="1106691"/>
                  </a:lnTo>
                  <a:lnTo>
                    <a:pt x="976661" y="1104102"/>
                  </a:lnTo>
                  <a:lnTo>
                    <a:pt x="979106" y="1101656"/>
                  </a:lnTo>
                  <a:lnTo>
                    <a:pt x="981551" y="1101656"/>
                  </a:lnTo>
                  <a:lnTo>
                    <a:pt x="981551" y="1098924"/>
                  </a:lnTo>
                  <a:lnTo>
                    <a:pt x="981551" y="1096478"/>
                  </a:lnTo>
                  <a:lnTo>
                    <a:pt x="984140" y="1096478"/>
                  </a:lnTo>
                  <a:lnTo>
                    <a:pt x="984140" y="1093889"/>
                  </a:lnTo>
                  <a:close/>
                  <a:moveTo>
                    <a:pt x="1644501" y="1088711"/>
                  </a:moveTo>
                  <a:lnTo>
                    <a:pt x="1644501" y="1091444"/>
                  </a:lnTo>
                  <a:lnTo>
                    <a:pt x="1642056" y="1091444"/>
                  </a:lnTo>
                  <a:close/>
                  <a:moveTo>
                    <a:pt x="1108992" y="1081231"/>
                  </a:moveTo>
                  <a:lnTo>
                    <a:pt x="1114314" y="1081231"/>
                  </a:lnTo>
                  <a:lnTo>
                    <a:pt x="1114314" y="1083676"/>
                  </a:lnTo>
                  <a:lnTo>
                    <a:pt x="1116759" y="1086265"/>
                  </a:lnTo>
                  <a:lnTo>
                    <a:pt x="1114314" y="1091444"/>
                  </a:lnTo>
                  <a:lnTo>
                    <a:pt x="1108992" y="1083676"/>
                  </a:lnTo>
                  <a:close/>
                  <a:moveTo>
                    <a:pt x="1106546" y="1053183"/>
                  </a:moveTo>
                  <a:lnTo>
                    <a:pt x="1111580" y="1053183"/>
                  </a:lnTo>
                  <a:lnTo>
                    <a:pt x="1111580" y="1055628"/>
                  </a:lnTo>
                  <a:lnTo>
                    <a:pt x="1114313" y="1058361"/>
                  </a:lnTo>
                  <a:lnTo>
                    <a:pt x="1108991" y="1063252"/>
                  </a:lnTo>
                  <a:lnTo>
                    <a:pt x="1106546" y="1063252"/>
                  </a:lnTo>
                  <a:lnTo>
                    <a:pt x="1101368" y="1063252"/>
                  </a:lnTo>
                  <a:lnTo>
                    <a:pt x="1104101" y="1060806"/>
                  </a:lnTo>
                  <a:lnTo>
                    <a:pt x="1101368" y="1060806"/>
                  </a:lnTo>
                  <a:lnTo>
                    <a:pt x="1104101" y="1058361"/>
                  </a:lnTo>
                  <a:lnTo>
                    <a:pt x="1101368" y="1058361"/>
                  </a:lnTo>
                  <a:lnTo>
                    <a:pt x="1104101" y="1055628"/>
                  </a:lnTo>
                  <a:lnTo>
                    <a:pt x="1106546" y="1055628"/>
                  </a:lnTo>
                  <a:close/>
                  <a:moveTo>
                    <a:pt x="716458" y="1053183"/>
                  </a:moveTo>
                  <a:lnTo>
                    <a:pt x="724226" y="1055628"/>
                  </a:lnTo>
                  <a:lnTo>
                    <a:pt x="726671" y="1053183"/>
                  </a:lnTo>
                  <a:lnTo>
                    <a:pt x="729116" y="1053183"/>
                  </a:lnTo>
                  <a:lnTo>
                    <a:pt x="731705" y="1053183"/>
                  </a:lnTo>
                  <a:lnTo>
                    <a:pt x="731705" y="1055628"/>
                  </a:lnTo>
                  <a:lnTo>
                    <a:pt x="734438" y="1055628"/>
                  </a:lnTo>
                  <a:lnTo>
                    <a:pt x="734438" y="1058361"/>
                  </a:lnTo>
                  <a:lnTo>
                    <a:pt x="731705" y="1058361"/>
                  </a:lnTo>
                  <a:lnTo>
                    <a:pt x="729116" y="1060806"/>
                  </a:lnTo>
                  <a:lnTo>
                    <a:pt x="729116" y="1063252"/>
                  </a:lnTo>
                  <a:lnTo>
                    <a:pt x="731705" y="1063252"/>
                  </a:lnTo>
                  <a:lnTo>
                    <a:pt x="736883" y="1063252"/>
                  </a:lnTo>
                  <a:lnTo>
                    <a:pt x="739329" y="1068574"/>
                  </a:lnTo>
                  <a:lnTo>
                    <a:pt x="739329" y="1071019"/>
                  </a:lnTo>
                  <a:lnTo>
                    <a:pt x="736883" y="1076053"/>
                  </a:lnTo>
                  <a:lnTo>
                    <a:pt x="734438" y="1078786"/>
                  </a:lnTo>
                  <a:lnTo>
                    <a:pt x="731705" y="1081231"/>
                  </a:lnTo>
                  <a:lnTo>
                    <a:pt x="726671" y="1081231"/>
                  </a:lnTo>
                  <a:lnTo>
                    <a:pt x="726671" y="1083677"/>
                  </a:lnTo>
                  <a:lnTo>
                    <a:pt x="724226" y="1086266"/>
                  </a:lnTo>
                  <a:lnTo>
                    <a:pt x="726671" y="1086266"/>
                  </a:lnTo>
                  <a:lnTo>
                    <a:pt x="729116" y="1086266"/>
                  </a:lnTo>
                  <a:lnTo>
                    <a:pt x="729116" y="1088711"/>
                  </a:lnTo>
                  <a:lnTo>
                    <a:pt x="726671" y="1088711"/>
                  </a:lnTo>
                  <a:lnTo>
                    <a:pt x="726671" y="1091444"/>
                  </a:lnTo>
                  <a:lnTo>
                    <a:pt x="729116" y="1091444"/>
                  </a:lnTo>
                  <a:lnTo>
                    <a:pt x="731705" y="1091444"/>
                  </a:lnTo>
                  <a:lnTo>
                    <a:pt x="731705" y="1096478"/>
                  </a:lnTo>
                  <a:lnTo>
                    <a:pt x="729116" y="1093889"/>
                  </a:lnTo>
                  <a:lnTo>
                    <a:pt x="729116" y="1096478"/>
                  </a:lnTo>
                  <a:lnTo>
                    <a:pt x="726671" y="1096478"/>
                  </a:lnTo>
                  <a:lnTo>
                    <a:pt x="726671" y="1098924"/>
                  </a:lnTo>
                  <a:lnTo>
                    <a:pt x="726671" y="1101657"/>
                  </a:lnTo>
                  <a:lnTo>
                    <a:pt x="729116" y="1098924"/>
                  </a:lnTo>
                  <a:lnTo>
                    <a:pt x="729116" y="1101657"/>
                  </a:lnTo>
                  <a:lnTo>
                    <a:pt x="729116" y="1104102"/>
                  </a:lnTo>
                  <a:lnTo>
                    <a:pt x="731705" y="1106691"/>
                  </a:lnTo>
                  <a:lnTo>
                    <a:pt x="726671" y="1109136"/>
                  </a:lnTo>
                  <a:lnTo>
                    <a:pt x="726671" y="1111869"/>
                  </a:lnTo>
                  <a:lnTo>
                    <a:pt x="731705" y="1114314"/>
                  </a:lnTo>
                  <a:lnTo>
                    <a:pt x="734438" y="1116903"/>
                  </a:lnTo>
                  <a:lnTo>
                    <a:pt x="736883" y="1116903"/>
                  </a:lnTo>
                  <a:lnTo>
                    <a:pt x="736883" y="1119349"/>
                  </a:lnTo>
                  <a:lnTo>
                    <a:pt x="736883" y="1122082"/>
                  </a:lnTo>
                  <a:lnTo>
                    <a:pt x="739329" y="1124527"/>
                  </a:lnTo>
                  <a:lnTo>
                    <a:pt x="736883" y="1127116"/>
                  </a:lnTo>
                  <a:lnTo>
                    <a:pt x="736883" y="1132294"/>
                  </a:lnTo>
                  <a:lnTo>
                    <a:pt x="741918" y="1137185"/>
                  </a:lnTo>
                  <a:lnTo>
                    <a:pt x="736883" y="1134739"/>
                  </a:lnTo>
                  <a:lnTo>
                    <a:pt x="736883" y="1137185"/>
                  </a:lnTo>
                  <a:lnTo>
                    <a:pt x="734438" y="1139774"/>
                  </a:lnTo>
                  <a:lnTo>
                    <a:pt x="739329" y="1142507"/>
                  </a:lnTo>
                  <a:lnTo>
                    <a:pt x="734438" y="1147397"/>
                  </a:lnTo>
                  <a:lnTo>
                    <a:pt x="729116" y="1147397"/>
                  </a:lnTo>
                  <a:lnTo>
                    <a:pt x="729116" y="1149986"/>
                  </a:lnTo>
                  <a:lnTo>
                    <a:pt x="726671" y="1155164"/>
                  </a:lnTo>
                  <a:lnTo>
                    <a:pt x="726671" y="1157610"/>
                  </a:lnTo>
                  <a:lnTo>
                    <a:pt x="724226" y="1160199"/>
                  </a:lnTo>
                  <a:lnTo>
                    <a:pt x="726671" y="1160199"/>
                  </a:lnTo>
                  <a:lnTo>
                    <a:pt x="726671" y="1162932"/>
                  </a:lnTo>
                  <a:lnTo>
                    <a:pt x="724226" y="1162932"/>
                  </a:lnTo>
                  <a:lnTo>
                    <a:pt x="721493" y="1167822"/>
                  </a:lnTo>
                  <a:lnTo>
                    <a:pt x="726671" y="1165377"/>
                  </a:lnTo>
                  <a:lnTo>
                    <a:pt x="729116" y="1165377"/>
                  </a:lnTo>
                  <a:lnTo>
                    <a:pt x="729116" y="1167822"/>
                  </a:lnTo>
                  <a:lnTo>
                    <a:pt x="731705" y="1167822"/>
                  </a:lnTo>
                  <a:lnTo>
                    <a:pt x="734438" y="1167822"/>
                  </a:lnTo>
                  <a:lnTo>
                    <a:pt x="736883" y="1165377"/>
                  </a:lnTo>
                  <a:lnTo>
                    <a:pt x="744651" y="1165377"/>
                  </a:lnTo>
                  <a:lnTo>
                    <a:pt x="744651" y="1167822"/>
                  </a:lnTo>
                  <a:lnTo>
                    <a:pt x="747096" y="1170411"/>
                  </a:lnTo>
                  <a:lnTo>
                    <a:pt x="749541" y="1170411"/>
                  </a:lnTo>
                  <a:lnTo>
                    <a:pt x="747096" y="1173144"/>
                  </a:lnTo>
                  <a:lnTo>
                    <a:pt x="749541" y="1175589"/>
                  </a:lnTo>
                  <a:lnTo>
                    <a:pt x="749541" y="1178035"/>
                  </a:lnTo>
                  <a:lnTo>
                    <a:pt x="749541" y="1180624"/>
                  </a:lnTo>
                  <a:lnTo>
                    <a:pt x="747096" y="1183069"/>
                  </a:lnTo>
                  <a:lnTo>
                    <a:pt x="744651" y="1185802"/>
                  </a:lnTo>
                  <a:lnTo>
                    <a:pt x="744651" y="1188247"/>
                  </a:lnTo>
                  <a:lnTo>
                    <a:pt x="739329" y="1190836"/>
                  </a:lnTo>
                  <a:lnTo>
                    <a:pt x="739329" y="1196014"/>
                  </a:lnTo>
                  <a:lnTo>
                    <a:pt x="736883" y="1196014"/>
                  </a:lnTo>
                  <a:lnTo>
                    <a:pt x="734438" y="1198460"/>
                  </a:lnTo>
                  <a:lnTo>
                    <a:pt x="734438" y="1201049"/>
                  </a:lnTo>
                  <a:lnTo>
                    <a:pt x="731705" y="1203494"/>
                  </a:lnTo>
                  <a:lnTo>
                    <a:pt x="734438" y="1206227"/>
                  </a:lnTo>
                  <a:lnTo>
                    <a:pt x="736883" y="1206227"/>
                  </a:lnTo>
                  <a:lnTo>
                    <a:pt x="739329" y="1201049"/>
                  </a:lnTo>
                  <a:lnTo>
                    <a:pt x="741918" y="1198460"/>
                  </a:lnTo>
                  <a:lnTo>
                    <a:pt x="744651" y="1196014"/>
                  </a:lnTo>
                  <a:lnTo>
                    <a:pt x="744651" y="1193281"/>
                  </a:lnTo>
                  <a:lnTo>
                    <a:pt x="747096" y="1190836"/>
                  </a:lnTo>
                  <a:lnTo>
                    <a:pt x="754863" y="1190836"/>
                  </a:lnTo>
                  <a:lnTo>
                    <a:pt x="757309" y="1190836"/>
                  </a:lnTo>
                  <a:lnTo>
                    <a:pt x="759754" y="1190836"/>
                  </a:lnTo>
                  <a:lnTo>
                    <a:pt x="762343" y="1190836"/>
                  </a:lnTo>
                  <a:lnTo>
                    <a:pt x="765076" y="1190836"/>
                  </a:lnTo>
                  <a:lnTo>
                    <a:pt x="767521" y="1193281"/>
                  </a:lnTo>
                  <a:lnTo>
                    <a:pt x="767521" y="1196014"/>
                  </a:lnTo>
                  <a:lnTo>
                    <a:pt x="767521" y="1198460"/>
                  </a:lnTo>
                  <a:lnTo>
                    <a:pt x="765076" y="1201049"/>
                  </a:lnTo>
                  <a:lnTo>
                    <a:pt x="767521" y="1208672"/>
                  </a:lnTo>
                  <a:lnTo>
                    <a:pt x="767521" y="1211261"/>
                  </a:lnTo>
                  <a:lnTo>
                    <a:pt x="767521" y="1213706"/>
                  </a:lnTo>
                  <a:lnTo>
                    <a:pt x="767521" y="1216439"/>
                  </a:lnTo>
                  <a:lnTo>
                    <a:pt x="767521" y="1226652"/>
                  </a:lnTo>
                  <a:lnTo>
                    <a:pt x="767521" y="1229097"/>
                  </a:lnTo>
                  <a:lnTo>
                    <a:pt x="769966" y="1229097"/>
                  </a:lnTo>
                  <a:lnTo>
                    <a:pt x="769966" y="1223919"/>
                  </a:lnTo>
                  <a:lnTo>
                    <a:pt x="772412" y="1211261"/>
                  </a:lnTo>
                  <a:lnTo>
                    <a:pt x="775288" y="1208672"/>
                  </a:lnTo>
                  <a:lnTo>
                    <a:pt x="777734" y="1211261"/>
                  </a:lnTo>
                  <a:lnTo>
                    <a:pt x="782624" y="1211261"/>
                  </a:lnTo>
                  <a:lnTo>
                    <a:pt x="782624" y="1208672"/>
                  </a:lnTo>
                  <a:lnTo>
                    <a:pt x="780179" y="1208672"/>
                  </a:lnTo>
                  <a:lnTo>
                    <a:pt x="775288" y="1206227"/>
                  </a:lnTo>
                  <a:lnTo>
                    <a:pt x="772412" y="1203494"/>
                  </a:lnTo>
                  <a:lnTo>
                    <a:pt x="775288" y="1196014"/>
                  </a:lnTo>
                  <a:lnTo>
                    <a:pt x="772412" y="1188247"/>
                  </a:lnTo>
                  <a:lnTo>
                    <a:pt x="775288" y="1183069"/>
                  </a:lnTo>
                  <a:lnTo>
                    <a:pt x="777734" y="1183069"/>
                  </a:lnTo>
                  <a:lnTo>
                    <a:pt x="780179" y="1180624"/>
                  </a:lnTo>
                  <a:lnTo>
                    <a:pt x="782624" y="1178035"/>
                  </a:lnTo>
                  <a:lnTo>
                    <a:pt x="785213" y="1173144"/>
                  </a:lnTo>
                  <a:lnTo>
                    <a:pt x="785213" y="1170411"/>
                  </a:lnTo>
                  <a:lnTo>
                    <a:pt x="787946" y="1173144"/>
                  </a:lnTo>
                  <a:lnTo>
                    <a:pt x="790391" y="1173144"/>
                  </a:lnTo>
                  <a:lnTo>
                    <a:pt x="795426" y="1175589"/>
                  </a:lnTo>
                  <a:lnTo>
                    <a:pt x="808371" y="1183069"/>
                  </a:lnTo>
                  <a:lnTo>
                    <a:pt x="818584" y="1198460"/>
                  </a:lnTo>
                  <a:lnTo>
                    <a:pt x="821029" y="1198460"/>
                  </a:lnTo>
                  <a:lnTo>
                    <a:pt x="823474" y="1206227"/>
                  </a:lnTo>
                  <a:lnTo>
                    <a:pt x="823474" y="1211261"/>
                  </a:lnTo>
                  <a:lnTo>
                    <a:pt x="821029" y="1213706"/>
                  </a:lnTo>
                  <a:lnTo>
                    <a:pt x="823474" y="1221330"/>
                  </a:lnTo>
                  <a:lnTo>
                    <a:pt x="821029" y="1223919"/>
                  </a:lnTo>
                  <a:lnTo>
                    <a:pt x="821029" y="1226652"/>
                  </a:lnTo>
                  <a:lnTo>
                    <a:pt x="821029" y="1236864"/>
                  </a:lnTo>
                  <a:lnTo>
                    <a:pt x="818584" y="1241755"/>
                  </a:lnTo>
                  <a:lnTo>
                    <a:pt x="818584" y="1249522"/>
                  </a:lnTo>
                  <a:lnTo>
                    <a:pt x="815851" y="1249522"/>
                  </a:lnTo>
                  <a:lnTo>
                    <a:pt x="810816" y="1251967"/>
                  </a:lnTo>
                  <a:lnTo>
                    <a:pt x="808371" y="1254556"/>
                  </a:lnTo>
                  <a:lnTo>
                    <a:pt x="808371" y="1257289"/>
                  </a:lnTo>
                  <a:lnTo>
                    <a:pt x="813262" y="1259735"/>
                  </a:lnTo>
                  <a:lnTo>
                    <a:pt x="810816" y="1262180"/>
                  </a:lnTo>
                  <a:lnTo>
                    <a:pt x="810816" y="1264769"/>
                  </a:lnTo>
                  <a:lnTo>
                    <a:pt x="808371" y="1267214"/>
                  </a:lnTo>
                  <a:lnTo>
                    <a:pt x="805638" y="1267214"/>
                  </a:lnTo>
                  <a:lnTo>
                    <a:pt x="808371" y="1274981"/>
                  </a:lnTo>
                  <a:lnTo>
                    <a:pt x="805638" y="1277427"/>
                  </a:lnTo>
                  <a:lnTo>
                    <a:pt x="805638" y="1280160"/>
                  </a:lnTo>
                  <a:lnTo>
                    <a:pt x="805638" y="1282605"/>
                  </a:lnTo>
                  <a:lnTo>
                    <a:pt x="800604" y="1282605"/>
                  </a:lnTo>
                  <a:lnTo>
                    <a:pt x="800604" y="1285194"/>
                  </a:lnTo>
                  <a:lnTo>
                    <a:pt x="798159" y="1287639"/>
                  </a:lnTo>
                  <a:lnTo>
                    <a:pt x="798159" y="1290372"/>
                  </a:lnTo>
                  <a:lnTo>
                    <a:pt x="795426" y="1297852"/>
                  </a:lnTo>
                  <a:lnTo>
                    <a:pt x="798159" y="1297852"/>
                  </a:lnTo>
                  <a:lnTo>
                    <a:pt x="798159" y="1300585"/>
                  </a:lnTo>
                  <a:lnTo>
                    <a:pt x="798159" y="1303030"/>
                  </a:lnTo>
                  <a:lnTo>
                    <a:pt x="795426" y="1305619"/>
                  </a:lnTo>
                  <a:lnTo>
                    <a:pt x="792980" y="1305619"/>
                  </a:lnTo>
                  <a:lnTo>
                    <a:pt x="790391" y="1305619"/>
                  </a:lnTo>
                  <a:lnTo>
                    <a:pt x="787946" y="1310797"/>
                  </a:lnTo>
                  <a:lnTo>
                    <a:pt x="790391" y="1315688"/>
                  </a:lnTo>
                  <a:lnTo>
                    <a:pt x="787946" y="1318277"/>
                  </a:lnTo>
                  <a:lnTo>
                    <a:pt x="785213" y="1318277"/>
                  </a:lnTo>
                  <a:lnTo>
                    <a:pt x="782624" y="1321010"/>
                  </a:lnTo>
                  <a:lnTo>
                    <a:pt x="780179" y="1321010"/>
                  </a:lnTo>
                  <a:lnTo>
                    <a:pt x="777734" y="1321010"/>
                  </a:lnTo>
                  <a:lnTo>
                    <a:pt x="772412" y="1321010"/>
                  </a:lnTo>
                  <a:lnTo>
                    <a:pt x="769966" y="1321010"/>
                  </a:lnTo>
                  <a:lnTo>
                    <a:pt x="767521" y="1321010"/>
                  </a:lnTo>
                  <a:lnTo>
                    <a:pt x="762343" y="1321010"/>
                  </a:lnTo>
                  <a:lnTo>
                    <a:pt x="759754" y="1325900"/>
                  </a:lnTo>
                  <a:lnTo>
                    <a:pt x="757309" y="1328489"/>
                  </a:lnTo>
                  <a:lnTo>
                    <a:pt x="754863" y="1328489"/>
                  </a:lnTo>
                  <a:lnTo>
                    <a:pt x="747096" y="1331222"/>
                  </a:lnTo>
                  <a:lnTo>
                    <a:pt x="744651" y="1328489"/>
                  </a:lnTo>
                  <a:lnTo>
                    <a:pt x="741918" y="1325900"/>
                  </a:lnTo>
                  <a:lnTo>
                    <a:pt x="739329" y="1328489"/>
                  </a:lnTo>
                  <a:lnTo>
                    <a:pt x="736883" y="1325900"/>
                  </a:lnTo>
                  <a:lnTo>
                    <a:pt x="734438" y="1323455"/>
                  </a:lnTo>
                  <a:lnTo>
                    <a:pt x="731705" y="1321010"/>
                  </a:lnTo>
                  <a:lnTo>
                    <a:pt x="729116" y="1321010"/>
                  </a:lnTo>
                  <a:lnTo>
                    <a:pt x="729116" y="1313243"/>
                  </a:lnTo>
                  <a:lnTo>
                    <a:pt x="731705" y="1308064"/>
                  </a:lnTo>
                  <a:lnTo>
                    <a:pt x="729116" y="1303030"/>
                  </a:lnTo>
                  <a:lnTo>
                    <a:pt x="726671" y="1303030"/>
                  </a:lnTo>
                  <a:lnTo>
                    <a:pt x="729116" y="1310797"/>
                  </a:lnTo>
                  <a:lnTo>
                    <a:pt x="726671" y="1310797"/>
                  </a:lnTo>
                  <a:lnTo>
                    <a:pt x="726671" y="1313243"/>
                  </a:lnTo>
                  <a:lnTo>
                    <a:pt x="721493" y="1315688"/>
                  </a:lnTo>
                  <a:lnTo>
                    <a:pt x="721493" y="1313243"/>
                  </a:lnTo>
                  <a:lnTo>
                    <a:pt x="718904" y="1315688"/>
                  </a:lnTo>
                  <a:lnTo>
                    <a:pt x="718904" y="1321010"/>
                  </a:lnTo>
                  <a:lnTo>
                    <a:pt x="716458" y="1321010"/>
                  </a:lnTo>
                  <a:lnTo>
                    <a:pt x="716458" y="1323455"/>
                  </a:lnTo>
                  <a:lnTo>
                    <a:pt x="718904" y="1323455"/>
                  </a:lnTo>
                  <a:lnTo>
                    <a:pt x="718904" y="1325900"/>
                  </a:lnTo>
                  <a:lnTo>
                    <a:pt x="714013" y="1323455"/>
                  </a:lnTo>
                  <a:lnTo>
                    <a:pt x="711280" y="1325900"/>
                  </a:lnTo>
                  <a:lnTo>
                    <a:pt x="706246" y="1323455"/>
                  </a:lnTo>
                  <a:lnTo>
                    <a:pt x="701212" y="1323455"/>
                  </a:lnTo>
                  <a:lnTo>
                    <a:pt x="698623" y="1323455"/>
                  </a:lnTo>
                  <a:lnTo>
                    <a:pt x="698623" y="1321010"/>
                  </a:lnTo>
                  <a:lnTo>
                    <a:pt x="698623" y="1318277"/>
                  </a:lnTo>
                  <a:lnTo>
                    <a:pt x="698623" y="1315688"/>
                  </a:lnTo>
                  <a:lnTo>
                    <a:pt x="696033" y="1315688"/>
                  </a:lnTo>
                  <a:lnTo>
                    <a:pt x="693588" y="1315688"/>
                  </a:lnTo>
                  <a:lnTo>
                    <a:pt x="688266" y="1313243"/>
                  </a:lnTo>
                  <a:lnTo>
                    <a:pt x="691143" y="1313243"/>
                  </a:lnTo>
                  <a:lnTo>
                    <a:pt x="693588" y="1313243"/>
                  </a:lnTo>
                  <a:lnTo>
                    <a:pt x="701212" y="1315688"/>
                  </a:lnTo>
                  <a:lnTo>
                    <a:pt x="698623" y="1308064"/>
                  </a:lnTo>
                  <a:lnTo>
                    <a:pt x="698623" y="1305619"/>
                  </a:lnTo>
                  <a:lnTo>
                    <a:pt x="696033" y="1303030"/>
                  </a:lnTo>
                  <a:lnTo>
                    <a:pt x="691143" y="1300585"/>
                  </a:lnTo>
                  <a:lnTo>
                    <a:pt x="688266" y="1303030"/>
                  </a:lnTo>
                  <a:lnTo>
                    <a:pt x="685821" y="1305619"/>
                  </a:lnTo>
                  <a:lnTo>
                    <a:pt x="683376" y="1308064"/>
                  </a:lnTo>
                  <a:lnTo>
                    <a:pt x="680930" y="1308064"/>
                  </a:lnTo>
                  <a:lnTo>
                    <a:pt x="680930" y="1310797"/>
                  </a:lnTo>
                  <a:lnTo>
                    <a:pt x="678198" y="1313243"/>
                  </a:lnTo>
                  <a:lnTo>
                    <a:pt x="670718" y="1315688"/>
                  </a:lnTo>
                  <a:lnTo>
                    <a:pt x="670718" y="1313243"/>
                  </a:lnTo>
                  <a:lnTo>
                    <a:pt x="667985" y="1315688"/>
                  </a:lnTo>
                  <a:lnTo>
                    <a:pt x="665396" y="1318277"/>
                  </a:lnTo>
                  <a:lnTo>
                    <a:pt x="665396" y="1321010"/>
                  </a:lnTo>
                  <a:lnTo>
                    <a:pt x="662951" y="1321010"/>
                  </a:lnTo>
                  <a:lnTo>
                    <a:pt x="662951" y="1323455"/>
                  </a:lnTo>
                  <a:lnTo>
                    <a:pt x="660505" y="1325900"/>
                  </a:lnTo>
                  <a:lnTo>
                    <a:pt x="655183" y="1325900"/>
                  </a:lnTo>
                  <a:lnTo>
                    <a:pt x="652738" y="1323455"/>
                  </a:lnTo>
                  <a:lnTo>
                    <a:pt x="650293" y="1323455"/>
                  </a:lnTo>
                  <a:lnTo>
                    <a:pt x="652738" y="1310797"/>
                  </a:lnTo>
                  <a:lnTo>
                    <a:pt x="655183" y="1282605"/>
                  </a:lnTo>
                  <a:lnTo>
                    <a:pt x="660505" y="1254556"/>
                  </a:lnTo>
                  <a:lnTo>
                    <a:pt x="662951" y="1241755"/>
                  </a:lnTo>
                  <a:lnTo>
                    <a:pt x="665396" y="1231686"/>
                  </a:lnTo>
                  <a:lnTo>
                    <a:pt x="673163" y="1231686"/>
                  </a:lnTo>
                  <a:lnTo>
                    <a:pt x="675608" y="1234131"/>
                  </a:lnTo>
                  <a:lnTo>
                    <a:pt x="678198" y="1234131"/>
                  </a:lnTo>
                  <a:lnTo>
                    <a:pt x="678198" y="1236864"/>
                  </a:lnTo>
                  <a:lnTo>
                    <a:pt x="685821" y="1236864"/>
                  </a:lnTo>
                  <a:lnTo>
                    <a:pt x="696033" y="1244344"/>
                  </a:lnTo>
                  <a:lnTo>
                    <a:pt x="698623" y="1236864"/>
                  </a:lnTo>
                  <a:lnTo>
                    <a:pt x="696033" y="1234131"/>
                  </a:lnTo>
                  <a:lnTo>
                    <a:pt x="693588" y="1231686"/>
                  </a:lnTo>
                  <a:lnTo>
                    <a:pt x="698623" y="1231686"/>
                  </a:lnTo>
                  <a:lnTo>
                    <a:pt x="701212" y="1231686"/>
                  </a:lnTo>
                  <a:lnTo>
                    <a:pt x="698623" y="1229097"/>
                  </a:lnTo>
                  <a:lnTo>
                    <a:pt x="698623" y="1226652"/>
                  </a:lnTo>
                  <a:lnTo>
                    <a:pt x="701212" y="1223919"/>
                  </a:lnTo>
                  <a:lnTo>
                    <a:pt x="701212" y="1221330"/>
                  </a:lnTo>
                  <a:lnTo>
                    <a:pt x="698623" y="1216439"/>
                  </a:lnTo>
                  <a:lnTo>
                    <a:pt x="701212" y="1213706"/>
                  </a:lnTo>
                  <a:lnTo>
                    <a:pt x="701212" y="1216439"/>
                  </a:lnTo>
                  <a:lnTo>
                    <a:pt x="703801" y="1213706"/>
                  </a:lnTo>
                  <a:lnTo>
                    <a:pt x="698623" y="1211261"/>
                  </a:lnTo>
                  <a:lnTo>
                    <a:pt x="698623" y="1208672"/>
                  </a:lnTo>
                  <a:lnTo>
                    <a:pt x="696033" y="1208672"/>
                  </a:lnTo>
                  <a:lnTo>
                    <a:pt x="696033" y="1206227"/>
                  </a:lnTo>
                  <a:lnTo>
                    <a:pt x="693588" y="1206227"/>
                  </a:lnTo>
                  <a:lnTo>
                    <a:pt x="693588" y="1203494"/>
                  </a:lnTo>
                  <a:lnTo>
                    <a:pt x="696033" y="1203494"/>
                  </a:lnTo>
                  <a:lnTo>
                    <a:pt x="691143" y="1201049"/>
                  </a:lnTo>
                  <a:lnTo>
                    <a:pt x="688266" y="1201049"/>
                  </a:lnTo>
                  <a:lnTo>
                    <a:pt x="683376" y="1196014"/>
                  </a:lnTo>
                  <a:lnTo>
                    <a:pt x="680930" y="1196014"/>
                  </a:lnTo>
                  <a:lnTo>
                    <a:pt x="675608" y="1193281"/>
                  </a:lnTo>
                  <a:lnTo>
                    <a:pt x="675608" y="1190836"/>
                  </a:lnTo>
                  <a:lnTo>
                    <a:pt x="678198" y="1190836"/>
                  </a:lnTo>
                  <a:lnTo>
                    <a:pt x="678198" y="1188247"/>
                  </a:lnTo>
                  <a:lnTo>
                    <a:pt x="675608" y="1188247"/>
                  </a:lnTo>
                  <a:lnTo>
                    <a:pt x="678198" y="1185802"/>
                  </a:lnTo>
                  <a:lnTo>
                    <a:pt x="678198" y="1183069"/>
                  </a:lnTo>
                  <a:lnTo>
                    <a:pt x="675608" y="1183069"/>
                  </a:lnTo>
                  <a:lnTo>
                    <a:pt x="675608" y="1185802"/>
                  </a:lnTo>
                  <a:lnTo>
                    <a:pt x="673163" y="1185802"/>
                  </a:lnTo>
                  <a:lnTo>
                    <a:pt x="673163" y="1180624"/>
                  </a:lnTo>
                  <a:lnTo>
                    <a:pt x="673163" y="1178035"/>
                  </a:lnTo>
                  <a:lnTo>
                    <a:pt x="675608" y="1178035"/>
                  </a:lnTo>
                  <a:lnTo>
                    <a:pt x="673163" y="1175589"/>
                  </a:lnTo>
                  <a:lnTo>
                    <a:pt x="675608" y="1173144"/>
                  </a:lnTo>
                  <a:lnTo>
                    <a:pt x="680930" y="1173144"/>
                  </a:lnTo>
                  <a:lnTo>
                    <a:pt x="683376" y="1167822"/>
                  </a:lnTo>
                  <a:lnTo>
                    <a:pt x="685821" y="1167822"/>
                  </a:lnTo>
                  <a:lnTo>
                    <a:pt x="685821" y="1165377"/>
                  </a:lnTo>
                  <a:lnTo>
                    <a:pt x="688266" y="1167822"/>
                  </a:lnTo>
                  <a:lnTo>
                    <a:pt x="691143" y="1165377"/>
                  </a:lnTo>
                  <a:lnTo>
                    <a:pt x="691143" y="1162932"/>
                  </a:lnTo>
                  <a:lnTo>
                    <a:pt x="696033" y="1165377"/>
                  </a:lnTo>
                  <a:lnTo>
                    <a:pt x="693588" y="1162932"/>
                  </a:lnTo>
                  <a:lnTo>
                    <a:pt x="696033" y="1160199"/>
                  </a:lnTo>
                  <a:lnTo>
                    <a:pt x="693588" y="1160199"/>
                  </a:lnTo>
                  <a:lnTo>
                    <a:pt x="691143" y="1157610"/>
                  </a:lnTo>
                  <a:lnTo>
                    <a:pt x="693588" y="1157610"/>
                  </a:lnTo>
                  <a:lnTo>
                    <a:pt x="696033" y="1155164"/>
                  </a:lnTo>
                  <a:lnTo>
                    <a:pt x="696033" y="1152719"/>
                  </a:lnTo>
                  <a:lnTo>
                    <a:pt x="693588" y="1147397"/>
                  </a:lnTo>
                  <a:lnTo>
                    <a:pt x="691143" y="1144952"/>
                  </a:lnTo>
                  <a:lnTo>
                    <a:pt x="691143" y="1139774"/>
                  </a:lnTo>
                  <a:lnTo>
                    <a:pt x="685821" y="1139774"/>
                  </a:lnTo>
                  <a:lnTo>
                    <a:pt x="683376" y="1137185"/>
                  </a:lnTo>
                  <a:lnTo>
                    <a:pt x="685821" y="1134739"/>
                  </a:lnTo>
                  <a:lnTo>
                    <a:pt x="683376" y="1134739"/>
                  </a:lnTo>
                  <a:lnTo>
                    <a:pt x="680930" y="1132294"/>
                  </a:lnTo>
                  <a:lnTo>
                    <a:pt x="680930" y="1129561"/>
                  </a:lnTo>
                  <a:lnTo>
                    <a:pt x="678198" y="1132294"/>
                  </a:lnTo>
                  <a:lnTo>
                    <a:pt x="678198" y="1137185"/>
                  </a:lnTo>
                  <a:lnTo>
                    <a:pt x="675608" y="1137185"/>
                  </a:lnTo>
                  <a:lnTo>
                    <a:pt x="675608" y="1132294"/>
                  </a:lnTo>
                  <a:lnTo>
                    <a:pt x="673163" y="1129561"/>
                  </a:lnTo>
                  <a:lnTo>
                    <a:pt x="673163" y="1127116"/>
                  </a:lnTo>
                  <a:lnTo>
                    <a:pt x="670718" y="1124527"/>
                  </a:lnTo>
                  <a:lnTo>
                    <a:pt x="670718" y="1122082"/>
                  </a:lnTo>
                  <a:lnTo>
                    <a:pt x="665396" y="1119349"/>
                  </a:lnTo>
                  <a:lnTo>
                    <a:pt x="662951" y="1122082"/>
                  </a:lnTo>
                  <a:lnTo>
                    <a:pt x="662951" y="1119349"/>
                  </a:lnTo>
                  <a:lnTo>
                    <a:pt x="665396" y="1116903"/>
                  </a:lnTo>
                  <a:lnTo>
                    <a:pt x="665396" y="1114314"/>
                  </a:lnTo>
                  <a:lnTo>
                    <a:pt x="662951" y="1111869"/>
                  </a:lnTo>
                  <a:lnTo>
                    <a:pt x="665396" y="1109136"/>
                  </a:lnTo>
                  <a:lnTo>
                    <a:pt x="665396" y="1101657"/>
                  </a:lnTo>
                  <a:lnTo>
                    <a:pt x="675608" y="1101657"/>
                  </a:lnTo>
                  <a:lnTo>
                    <a:pt x="680930" y="1096478"/>
                  </a:lnTo>
                  <a:lnTo>
                    <a:pt x="680930" y="1093889"/>
                  </a:lnTo>
                  <a:lnTo>
                    <a:pt x="683376" y="1096478"/>
                  </a:lnTo>
                  <a:lnTo>
                    <a:pt x="685821" y="1093889"/>
                  </a:lnTo>
                  <a:lnTo>
                    <a:pt x="685821" y="1096478"/>
                  </a:lnTo>
                  <a:lnTo>
                    <a:pt x="688266" y="1096478"/>
                  </a:lnTo>
                  <a:lnTo>
                    <a:pt x="688266" y="1093889"/>
                  </a:lnTo>
                  <a:lnTo>
                    <a:pt x="691143" y="1093889"/>
                  </a:lnTo>
                  <a:lnTo>
                    <a:pt x="691143" y="1091444"/>
                  </a:lnTo>
                  <a:lnTo>
                    <a:pt x="688266" y="1088711"/>
                  </a:lnTo>
                  <a:lnTo>
                    <a:pt x="691143" y="1086266"/>
                  </a:lnTo>
                  <a:lnTo>
                    <a:pt x="691143" y="1083677"/>
                  </a:lnTo>
                  <a:lnTo>
                    <a:pt x="691143" y="1081231"/>
                  </a:lnTo>
                  <a:lnTo>
                    <a:pt x="693588" y="1083677"/>
                  </a:lnTo>
                  <a:lnTo>
                    <a:pt x="696033" y="1083677"/>
                  </a:lnTo>
                  <a:lnTo>
                    <a:pt x="696033" y="1081231"/>
                  </a:lnTo>
                  <a:lnTo>
                    <a:pt x="696033" y="1078786"/>
                  </a:lnTo>
                  <a:lnTo>
                    <a:pt x="698623" y="1078786"/>
                  </a:lnTo>
                  <a:lnTo>
                    <a:pt x="701212" y="1073464"/>
                  </a:lnTo>
                  <a:lnTo>
                    <a:pt x="701212" y="1071019"/>
                  </a:lnTo>
                  <a:lnTo>
                    <a:pt x="701212" y="1068574"/>
                  </a:lnTo>
                  <a:lnTo>
                    <a:pt x="703801" y="1065841"/>
                  </a:lnTo>
                  <a:lnTo>
                    <a:pt x="703801" y="1063252"/>
                  </a:lnTo>
                  <a:lnTo>
                    <a:pt x="708835" y="1060806"/>
                  </a:lnTo>
                  <a:lnTo>
                    <a:pt x="708835" y="1058361"/>
                  </a:lnTo>
                  <a:lnTo>
                    <a:pt x="708835" y="1055628"/>
                  </a:lnTo>
                  <a:lnTo>
                    <a:pt x="711280" y="1055628"/>
                  </a:lnTo>
                  <a:close/>
                  <a:moveTo>
                    <a:pt x="1160054" y="1050594"/>
                  </a:moveTo>
                  <a:lnTo>
                    <a:pt x="1162643" y="1050594"/>
                  </a:lnTo>
                  <a:lnTo>
                    <a:pt x="1162643" y="1053183"/>
                  </a:lnTo>
                  <a:lnTo>
                    <a:pt x="1165089" y="1050594"/>
                  </a:lnTo>
                  <a:lnTo>
                    <a:pt x="1167822" y="1050594"/>
                  </a:lnTo>
                  <a:lnTo>
                    <a:pt x="1170267" y="1050594"/>
                  </a:lnTo>
                  <a:lnTo>
                    <a:pt x="1170267" y="1053183"/>
                  </a:lnTo>
                  <a:lnTo>
                    <a:pt x="1172856" y="1055628"/>
                  </a:lnTo>
                  <a:lnTo>
                    <a:pt x="1172856" y="1058361"/>
                  </a:lnTo>
                  <a:lnTo>
                    <a:pt x="1175301" y="1058361"/>
                  </a:lnTo>
                  <a:lnTo>
                    <a:pt x="1178034" y="1060806"/>
                  </a:lnTo>
                  <a:lnTo>
                    <a:pt x="1180479" y="1060806"/>
                  </a:lnTo>
                  <a:lnTo>
                    <a:pt x="1183068" y="1063252"/>
                  </a:lnTo>
                  <a:lnTo>
                    <a:pt x="1185514" y="1063252"/>
                  </a:lnTo>
                  <a:lnTo>
                    <a:pt x="1188247" y="1063252"/>
                  </a:lnTo>
                  <a:lnTo>
                    <a:pt x="1190692" y="1063252"/>
                  </a:lnTo>
                  <a:lnTo>
                    <a:pt x="1193137" y="1063252"/>
                  </a:lnTo>
                  <a:lnTo>
                    <a:pt x="1195726" y="1063252"/>
                  </a:lnTo>
                  <a:lnTo>
                    <a:pt x="1198459" y="1063252"/>
                  </a:lnTo>
                  <a:lnTo>
                    <a:pt x="1200904" y="1071019"/>
                  </a:lnTo>
                  <a:lnTo>
                    <a:pt x="1205939" y="1073464"/>
                  </a:lnTo>
                  <a:lnTo>
                    <a:pt x="1205939" y="1076053"/>
                  </a:lnTo>
                  <a:lnTo>
                    <a:pt x="1208672" y="1076053"/>
                  </a:lnTo>
                  <a:lnTo>
                    <a:pt x="1213706" y="1073464"/>
                  </a:lnTo>
                  <a:lnTo>
                    <a:pt x="1213706" y="1071019"/>
                  </a:lnTo>
                  <a:lnTo>
                    <a:pt x="1216151" y="1068574"/>
                  </a:lnTo>
                  <a:lnTo>
                    <a:pt x="1218884" y="1068574"/>
                  </a:lnTo>
                  <a:lnTo>
                    <a:pt x="1221329" y="1071019"/>
                  </a:lnTo>
                  <a:lnTo>
                    <a:pt x="1223775" y="1071019"/>
                  </a:lnTo>
                  <a:lnTo>
                    <a:pt x="1228809" y="1073464"/>
                  </a:lnTo>
                  <a:lnTo>
                    <a:pt x="1231542" y="1081231"/>
                  </a:lnTo>
                  <a:lnTo>
                    <a:pt x="1236576" y="1086266"/>
                  </a:lnTo>
                  <a:lnTo>
                    <a:pt x="1236576" y="1088711"/>
                  </a:lnTo>
                  <a:lnTo>
                    <a:pt x="1239021" y="1091444"/>
                  </a:lnTo>
                  <a:lnTo>
                    <a:pt x="1239021" y="1096478"/>
                  </a:lnTo>
                  <a:lnTo>
                    <a:pt x="1244200" y="1096478"/>
                  </a:lnTo>
                  <a:lnTo>
                    <a:pt x="1244200" y="1101657"/>
                  </a:lnTo>
                  <a:lnTo>
                    <a:pt x="1244200" y="1104102"/>
                  </a:lnTo>
                  <a:lnTo>
                    <a:pt x="1241754" y="1111869"/>
                  </a:lnTo>
                  <a:lnTo>
                    <a:pt x="1241754" y="1114314"/>
                  </a:lnTo>
                  <a:lnTo>
                    <a:pt x="1241754" y="1119349"/>
                  </a:lnTo>
                  <a:lnTo>
                    <a:pt x="1239021" y="1122082"/>
                  </a:lnTo>
                  <a:lnTo>
                    <a:pt x="1239021" y="1124527"/>
                  </a:lnTo>
                  <a:lnTo>
                    <a:pt x="1236576" y="1127116"/>
                  </a:lnTo>
                  <a:lnTo>
                    <a:pt x="1236576" y="1129561"/>
                  </a:lnTo>
                  <a:lnTo>
                    <a:pt x="1233987" y="1129561"/>
                  </a:lnTo>
                  <a:lnTo>
                    <a:pt x="1231542" y="1137185"/>
                  </a:lnTo>
                  <a:lnTo>
                    <a:pt x="1228809" y="1137185"/>
                  </a:lnTo>
                  <a:lnTo>
                    <a:pt x="1228809" y="1139774"/>
                  </a:lnTo>
                  <a:lnTo>
                    <a:pt x="1228809" y="1142507"/>
                  </a:lnTo>
                  <a:lnTo>
                    <a:pt x="1231542" y="1147397"/>
                  </a:lnTo>
                  <a:lnTo>
                    <a:pt x="1233987" y="1147397"/>
                  </a:lnTo>
                  <a:lnTo>
                    <a:pt x="1231542" y="1142507"/>
                  </a:lnTo>
                  <a:lnTo>
                    <a:pt x="1231542" y="1139774"/>
                  </a:lnTo>
                  <a:lnTo>
                    <a:pt x="1233987" y="1137185"/>
                  </a:lnTo>
                  <a:lnTo>
                    <a:pt x="1236576" y="1137185"/>
                  </a:lnTo>
                  <a:lnTo>
                    <a:pt x="1239021" y="1137185"/>
                  </a:lnTo>
                  <a:lnTo>
                    <a:pt x="1241754" y="1129561"/>
                  </a:lnTo>
                  <a:lnTo>
                    <a:pt x="1244200" y="1124527"/>
                  </a:lnTo>
                  <a:lnTo>
                    <a:pt x="1244200" y="1122082"/>
                  </a:lnTo>
                  <a:lnTo>
                    <a:pt x="1244200" y="1119349"/>
                  </a:lnTo>
                  <a:lnTo>
                    <a:pt x="1246789" y="1114314"/>
                  </a:lnTo>
                  <a:lnTo>
                    <a:pt x="1254412" y="1114314"/>
                  </a:lnTo>
                  <a:lnTo>
                    <a:pt x="1259446" y="1116903"/>
                  </a:lnTo>
                  <a:lnTo>
                    <a:pt x="1262179" y="1116903"/>
                  </a:lnTo>
                  <a:lnTo>
                    <a:pt x="1264625" y="1114314"/>
                  </a:lnTo>
                  <a:lnTo>
                    <a:pt x="1267214" y="1114314"/>
                  </a:lnTo>
                  <a:lnTo>
                    <a:pt x="1269659" y="1114314"/>
                  </a:lnTo>
                  <a:lnTo>
                    <a:pt x="1272392" y="1116903"/>
                  </a:lnTo>
                  <a:lnTo>
                    <a:pt x="1272392" y="1114314"/>
                  </a:lnTo>
                  <a:lnTo>
                    <a:pt x="1274837" y="1114314"/>
                  </a:lnTo>
                  <a:lnTo>
                    <a:pt x="1277426" y="1111869"/>
                  </a:lnTo>
                  <a:lnTo>
                    <a:pt x="1279871" y="1109136"/>
                  </a:lnTo>
                  <a:lnTo>
                    <a:pt x="1282604" y="1109136"/>
                  </a:lnTo>
                  <a:lnTo>
                    <a:pt x="1285050" y="1106691"/>
                  </a:lnTo>
                  <a:lnTo>
                    <a:pt x="1285050" y="1104102"/>
                  </a:lnTo>
                  <a:lnTo>
                    <a:pt x="1287495" y="1104102"/>
                  </a:lnTo>
                  <a:lnTo>
                    <a:pt x="1290084" y="1104102"/>
                  </a:lnTo>
                  <a:lnTo>
                    <a:pt x="1297707" y="1101657"/>
                  </a:lnTo>
                  <a:lnTo>
                    <a:pt x="1302742" y="1101657"/>
                  </a:lnTo>
                  <a:lnTo>
                    <a:pt x="1305475" y="1101657"/>
                  </a:lnTo>
                  <a:lnTo>
                    <a:pt x="1305475" y="1104102"/>
                  </a:lnTo>
                  <a:lnTo>
                    <a:pt x="1307920" y="1104102"/>
                  </a:lnTo>
                  <a:lnTo>
                    <a:pt x="1310509" y="1101657"/>
                  </a:lnTo>
                  <a:lnTo>
                    <a:pt x="1315687" y="1106691"/>
                  </a:lnTo>
                  <a:lnTo>
                    <a:pt x="1318132" y="1106691"/>
                  </a:lnTo>
                  <a:lnTo>
                    <a:pt x="1323167" y="1109136"/>
                  </a:lnTo>
                  <a:lnTo>
                    <a:pt x="1323167" y="1111869"/>
                  </a:lnTo>
                  <a:lnTo>
                    <a:pt x="1323167" y="1114314"/>
                  </a:lnTo>
                  <a:lnTo>
                    <a:pt x="1325900" y="1114314"/>
                  </a:lnTo>
                  <a:lnTo>
                    <a:pt x="1328345" y="1114314"/>
                  </a:lnTo>
                  <a:lnTo>
                    <a:pt x="1328345" y="1116903"/>
                  </a:lnTo>
                  <a:lnTo>
                    <a:pt x="1330934" y="1116903"/>
                  </a:lnTo>
                  <a:lnTo>
                    <a:pt x="1333379" y="1119349"/>
                  </a:lnTo>
                  <a:lnTo>
                    <a:pt x="1336112" y="1124527"/>
                  </a:lnTo>
                  <a:lnTo>
                    <a:pt x="1333379" y="1127116"/>
                  </a:lnTo>
                  <a:lnTo>
                    <a:pt x="1333379" y="1129561"/>
                  </a:lnTo>
                  <a:lnTo>
                    <a:pt x="1336112" y="1129561"/>
                  </a:lnTo>
                  <a:lnTo>
                    <a:pt x="1336112" y="1132294"/>
                  </a:lnTo>
                  <a:lnTo>
                    <a:pt x="1330934" y="1134739"/>
                  </a:lnTo>
                  <a:lnTo>
                    <a:pt x="1328345" y="1132294"/>
                  </a:lnTo>
                  <a:lnTo>
                    <a:pt x="1323167" y="1134739"/>
                  </a:lnTo>
                  <a:lnTo>
                    <a:pt x="1323167" y="1132294"/>
                  </a:lnTo>
                  <a:lnTo>
                    <a:pt x="1320722" y="1129561"/>
                  </a:lnTo>
                  <a:lnTo>
                    <a:pt x="1320722" y="1127116"/>
                  </a:lnTo>
                  <a:lnTo>
                    <a:pt x="1318132" y="1127116"/>
                  </a:lnTo>
                  <a:lnTo>
                    <a:pt x="1318132" y="1129561"/>
                  </a:lnTo>
                  <a:lnTo>
                    <a:pt x="1315687" y="1129561"/>
                  </a:lnTo>
                  <a:lnTo>
                    <a:pt x="1310509" y="1129561"/>
                  </a:lnTo>
                  <a:lnTo>
                    <a:pt x="1302742" y="1127116"/>
                  </a:lnTo>
                  <a:lnTo>
                    <a:pt x="1297707" y="1129561"/>
                  </a:lnTo>
                  <a:lnTo>
                    <a:pt x="1300297" y="1129561"/>
                  </a:lnTo>
                  <a:lnTo>
                    <a:pt x="1305475" y="1132294"/>
                  </a:lnTo>
                  <a:lnTo>
                    <a:pt x="1302742" y="1132294"/>
                  </a:lnTo>
                  <a:lnTo>
                    <a:pt x="1302742" y="1134739"/>
                  </a:lnTo>
                  <a:lnTo>
                    <a:pt x="1307920" y="1134739"/>
                  </a:lnTo>
                  <a:lnTo>
                    <a:pt x="1307920" y="1132294"/>
                  </a:lnTo>
                  <a:lnTo>
                    <a:pt x="1310509" y="1134739"/>
                  </a:lnTo>
                  <a:lnTo>
                    <a:pt x="1312954" y="1134739"/>
                  </a:lnTo>
                  <a:lnTo>
                    <a:pt x="1320722" y="1134739"/>
                  </a:lnTo>
                  <a:lnTo>
                    <a:pt x="1320722" y="1137185"/>
                  </a:lnTo>
                  <a:lnTo>
                    <a:pt x="1323167" y="1137185"/>
                  </a:lnTo>
                  <a:lnTo>
                    <a:pt x="1328345" y="1137185"/>
                  </a:lnTo>
                  <a:lnTo>
                    <a:pt x="1330934" y="1139774"/>
                  </a:lnTo>
                  <a:lnTo>
                    <a:pt x="1333379" y="1139774"/>
                  </a:lnTo>
                  <a:lnTo>
                    <a:pt x="1330934" y="1142507"/>
                  </a:lnTo>
                  <a:lnTo>
                    <a:pt x="1336112" y="1139774"/>
                  </a:lnTo>
                  <a:lnTo>
                    <a:pt x="1341147" y="1139774"/>
                  </a:lnTo>
                  <a:lnTo>
                    <a:pt x="1346325" y="1144952"/>
                  </a:lnTo>
                  <a:lnTo>
                    <a:pt x="1353804" y="1144952"/>
                  </a:lnTo>
                  <a:lnTo>
                    <a:pt x="1356537" y="1147397"/>
                  </a:lnTo>
                  <a:lnTo>
                    <a:pt x="1361572" y="1149986"/>
                  </a:lnTo>
                  <a:lnTo>
                    <a:pt x="1369195" y="1149986"/>
                  </a:lnTo>
                  <a:lnTo>
                    <a:pt x="1371784" y="1149986"/>
                  </a:lnTo>
                  <a:lnTo>
                    <a:pt x="1374230" y="1152719"/>
                  </a:lnTo>
                  <a:lnTo>
                    <a:pt x="1379408" y="1152719"/>
                  </a:lnTo>
                  <a:lnTo>
                    <a:pt x="1379408" y="1155164"/>
                  </a:lnTo>
                  <a:lnTo>
                    <a:pt x="1381853" y="1157610"/>
                  </a:lnTo>
                  <a:lnTo>
                    <a:pt x="1381853" y="1160199"/>
                  </a:lnTo>
                  <a:lnTo>
                    <a:pt x="1379408" y="1165377"/>
                  </a:lnTo>
                  <a:lnTo>
                    <a:pt x="1379408" y="1167822"/>
                  </a:lnTo>
                  <a:lnTo>
                    <a:pt x="1376675" y="1170411"/>
                  </a:lnTo>
                  <a:lnTo>
                    <a:pt x="1369195" y="1173144"/>
                  </a:lnTo>
                  <a:lnTo>
                    <a:pt x="1366750" y="1173144"/>
                  </a:lnTo>
                  <a:lnTo>
                    <a:pt x="1358982" y="1173144"/>
                  </a:lnTo>
                  <a:lnTo>
                    <a:pt x="1356537" y="1173144"/>
                  </a:lnTo>
                  <a:lnTo>
                    <a:pt x="1348770" y="1173144"/>
                  </a:lnTo>
                  <a:lnTo>
                    <a:pt x="1338557" y="1173144"/>
                  </a:lnTo>
                  <a:lnTo>
                    <a:pt x="1341147" y="1175589"/>
                  </a:lnTo>
                  <a:lnTo>
                    <a:pt x="1346325" y="1178035"/>
                  </a:lnTo>
                  <a:lnTo>
                    <a:pt x="1351359" y="1178035"/>
                  </a:lnTo>
                  <a:lnTo>
                    <a:pt x="1351359" y="1180624"/>
                  </a:lnTo>
                  <a:lnTo>
                    <a:pt x="1343592" y="1178035"/>
                  </a:lnTo>
                  <a:lnTo>
                    <a:pt x="1338557" y="1175589"/>
                  </a:lnTo>
                  <a:lnTo>
                    <a:pt x="1336112" y="1173144"/>
                  </a:lnTo>
                  <a:lnTo>
                    <a:pt x="1333379" y="1173144"/>
                  </a:lnTo>
                  <a:lnTo>
                    <a:pt x="1328345" y="1173144"/>
                  </a:lnTo>
                  <a:lnTo>
                    <a:pt x="1320722" y="1173144"/>
                  </a:lnTo>
                  <a:lnTo>
                    <a:pt x="1315687" y="1173144"/>
                  </a:lnTo>
                  <a:lnTo>
                    <a:pt x="1312954" y="1167822"/>
                  </a:lnTo>
                  <a:lnTo>
                    <a:pt x="1310509" y="1167822"/>
                  </a:lnTo>
                  <a:lnTo>
                    <a:pt x="1305475" y="1162932"/>
                  </a:lnTo>
                  <a:lnTo>
                    <a:pt x="1302742" y="1162932"/>
                  </a:lnTo>
                  <a:lnTo>
                    <a:pt x="1300297" y="1162932"/>
                  </a:lnTo>
                  <a:lnTo>
                    <a:pt x="1300297" y="1165377"/>
                  </a:lnTo>
                  <a:lnTo>
                    <a:pt x="1307920" y="1170411"/>
                  </a:lnTo>
                  <a:lnTo>
                    <a:pt x="1310509" y="1170411"/>
                  </a:lnTo>
                  <a:lnTo>
                    <a:pt x="1310509" y="1173144"/>
                  </a:lnTo>
                  <a:lnTo>
                    <a:pt x="1307920" y="1175589"/>
                  </a:lnTo>
                  <a:lnTo>
                    <a:pt x="1307920" y="1178035"/>
                  </a:lnTo>
                  <a:lnTo>
                    <a:pt x="1305475" y="1178035"/>
                  </a:lnTo>
                  <a:lnTo>
                    <a:pt x="1305475" y="1180624"/>
                  </a:lnTo>
                  <a:lnTo>
                    <a:pt x="1310509" y="1178035"/>
                  </a:lnTo>
                  <a:lnTo>
                    <a:pt x="1312954" y="1175589"/>
                  </a:lnTo>
                  <a:lnTo>
                    <a:pt x="1315687" y="1175589"/>
                  </a:lnTo>
                  <a:lnTo>
                    <a:pt x="1318132" y="1178035"/>
                  </a:lnTo>
                  <a:lnTo>
                    <a:pt x="1320722" y="1178035"/>
                  </a:lnTo>
                  <a:lnTo>
                    <a:pt x="1325900" y="1178035"/>
                  </a:lnTo>
                  <a:lnTo>
                    <a:pt x="1325900" y="1180624"/>
                  </a:lnTo>
                  <a:lnTo>
                    <a:pt x="1328345" y="1180624"/>
                  </a:lnTo>
                  <a:lnTo>
                    <a:pt x="1330934" y="1180624"/>
                  </a:lnTo>
                  <a:lnTo>
                    <a:pt x="1333379" y="1180624"/>
                  </a:lnTo>
                  <a:lnTo>
                    <a:pt x="1333379" y="1183069"/>
                  </a:lnTo>
                  <a:lnTo>
                    <a:pt x="1330934" y="1183069"/>
                  </a:lnTo>
                  <a:lnTo>
                    <a:pt x="1328345" y="1185802"/>
                  </a:lnTo>
                  <a:lnTo>
                    <a:pt x="1328345" y="1188247"/>
                  </a:lnTo>
                  <a:lnTo>
                    <a:pt x="1325900" y="1188247"/>
                  </a:lnTo>
                  <a:lnTo>
                    <a:pt x="1325900" y="1190836"/>
                  </a:lnTo>
                  <a:lnTo>
                    <a:pt x="1333379" y="1188247"/>
                  </a:lnTo>
                  <a:lnTo>
                    <a:pt x="1336112" y="1185802"/>
                  </a:lnTo>
                  <a:lnTo>
                    <a:pt x="1341147" y="1185802"/>
                  </a:lnTo>
                  <a:lnTo>
                    <a:pt x="1348770" y="1188247"/>
                  </a:lnTo>
                  <a:lnTo>
                    <a:pt x="1348770" y="1190836"/>
                  </a:lnTo>
                  <a:lnTo>
                    <a:pt x="1343592" y="1193281"/>
                  </a:lnTo>
                  <a:lnTo>
                    <a:pt x="1341147" y="1193281"/>
                  </a:lnTo>
                  <a:lnTo>
                    <a:pt x="1338557" y="1193281"/>
                  </a:lnTo>
                  <a:lnTo>
                    <a:pt x="1336112" y="1193281"/>
                  </a:lnTo>
                  <a:lnTo>
                    <a:pt x="1330934" y="1196014"/>
                  </a:lnTo>
                  <a:lnTo>
                    <a:pt x="1325900" y="1196014"/>
                  </a:lnTo>
                  <a:lnTo>
                    <a:pt x="1323167" y="1196014"/>
                  </a:lnTo>
                  <a:lnTo>
                    <a:pt x="1318132" y="1196014"/>
                  </a:lnTo>
                  <a:lnTo>
                    <a:pt x="1318132" y="1198460"/>
                  </a:lnTo>
                  <a:lnTo>
                    <a:pt x="1318276" y="1198460"/>
                  </a:lnTo>
                  <a:lnTo>
                    <a:pt x="1323167" y="1196014"/>
                  </a:lnTo>
                  <a:lnTo>
                    <a:pt x="1325900" y="1198460"/>
                  </a:lnTo>
                  <a:lnTo>
                    <a:pt x="1323167" y="1198460"/>
                  </a:lnTo>
                  <a:lnTo>
                    <a:pt x="1321585" y="1200186"/>
                  </a:lnTo>
                  <a:lnTo>
                    <a:pt x="1327770" y="1203206"/>
                  </a:lnTo>
                  <a:lnTo>
                    <a:pt x="1328345" y="1201049"/>
                  </a:lnTo>
                  <a:lnTo>
                    <a:pt x="1328345" y="1198460"/>
                  </a:lnTo>
                  <a:lnTo>
                    <a:pt x="1330934" y="1201049"/>
                  </a:lnTo>
                  <a:lnTo>
                    <a:pt x="1330934" y="1203494"/>
                  </a:lnTo>
                  <a:lnTo>
                    <a:pt x="1333379" y="1203494"/>
                  </a:lnTo>
                  <a:lnTo>
                    <a:pt x="1336112" y="1201049"/>
                  </a:lnTo>
                  <a:lnTo>
                    <a:pt x="1338557" y="1198460"/>
                  </a:lnTo>
                  <a:lnTo>
                    <a:pt x="1341147" y="1201049"/>
                  </a:lnTo>
                  <a:lnTo>
                    <a:pt x="1338701" y="1208672"/>
                  </a:lnTo>
                  <a:lnTo>
                    <a:pt x="1341147" y="1203494"/>
                  </a:lnTo>
                  <a:lnTo>
                    <a:pt x="1343592" y="1201049"/>
                  </a:lnTo>
                  <a:lnTo>
                    <a:pt x="1348770" y="1201049"/>
                  </a:lnTo>
                  <a:lnTo>
                    <a:pt x="1348770" y="1206227"/>
                  </a:lnTo>
                  <a:lnTo>
                    <a:pt x="1351359" y="1206227"/>
                  </a:lnTo>
                  <a:lnTo>
                    <a:pt x="1351359" y="1198460"/>
                  </a:lnTo>
                  <a:lnTo>
                    <a:pt x="1351359" y="1196014"/>
                  </a:lnTo>
                  <a:lnTo>
                    <a:pt x="1353804" y="1196014"/>
                  </a:lnTo>
                  <a:lnTo>
                    <a:pt x="1356537" y="1196014"/>
                  </a:lnTo>
                  <a:lnTo>
                    <a:pt x="1356537" y="1198460"/>
                  </a:lnTo>
                  <a:lnTo>
                    <a:pt x="1358982" y="1198460"/>
                  </a:lnTo>
                  <a:lnTo>
                    <a:pt x="1358982" y="1201049"/>
                  </a:lnTo>
                  <a:lnTo>
                    <a:pt x="1361572" y="1203494"/>
                  </a:lnTo>
                  <a:lnTo>
                    <a:pt x="1364017" y="1208672"/>
                  </a:lnTo>
                  <a:lnTo>
                    <a:pt x="1369195" y="1211261"/>
                  </a:lnTo>
                  <a:lnTo>
                    <a:pt x="1366750" y="1213707"/>
                  </a:lnTo>
                  <a:lnTo>
                    <a:pt x="1366750" y="1216439"/>
                  </a:lnTo>
                  <a:lnTo>
                    <a:pt x="1364017" y="1218885"/>
                  </a:lnTo>
                  <a:lnTo>
                    <a:pt x="1366750" y="1221330"/>
                  </a:lnTo>
                  <a:lnTo>
                    <a:pt x="1366750" y="1222624"/>
                  </a:lnTo>
                  <a:lnTo>
                    <a:pt x="1369195" y="1223919"/>
                  </a:lnTo>
                  <a:lnTo>
                    <a:pt x="1369195" y="1221330"/>
                  </a:lnTo>
                  <a:lnTo>
                    <a:pt x="1371784" y="1216440"/>
                  </a:lnTo>
                  <a:lnTo>
                    <a:pt x="1369195" y="1216440"/>
                  </a:lnTo>
                  <a:lnTo>
                    <a:pt x="1371784" y="1213707"/>
                  </a:lnTo>
                  <a:lnTo>
                    <a:pt x="1371784" y="1216439"/>
                  </a:lnTo>
                  <a:lnTo>
                    <a:pt x="1376675" y="1216439"/>
                  </a:lnTo>
                  <a:lnTo>
                    <a:pt x="1379408" y="1218885"/>
                  </a:lnTo>
                  <a:lnTo>
                    <a:pt x="1379408" y="1221330"/>
                  </a:lnTo>
                  <a:lnTo>
                    <a:pt x="1384442" y="1223919"/>
                  </a:lnTo>
                  <a:lnTo>
                    <a:pt x="1384442" y="1226652"/>
                  </a:lnTo>
                  <a:lnTo>
                    <a:pt x="1386887" y="1229097"/>
                  </a:lnTo>
                  <a:lnTo>
                    <a:pt x="1386887" y="1236865"/>
                  </a:lnTo>
                  <a:lnTo>
                    <a:pt x="1384442" y="1236865"/>
                  </a:lnTo>
                  <a:lnTo>
                    <a:pt x="1386887" y="1244344"/>
                  </a:lnTo>
                  <a:lnTo>
                    <a:pt x="1386887" y="1247077"/>
                  </a:lnTo>
                  <a:lnTo>
                    <a:pt x="1384442" y="1247077"/>
                  </a:lnTo>
                  <a:lnTo>
                    <a:pt x="1381853" y="1247077"/>
                  </a:lnTo>
                  <a:lnTo>
                    <a:pt x="1376675" y="1251967"/>
                  </a:lnTo>
                  <a:lnTo>
                    <a:pt x="1374230" y="1249522"/>
                  </a:lnTo>
                  <a:lnTo>
                    <a:pt x="1371784" y="1249522"/>
                  </a:lnTo>
                  <a:lnTo>
                    <a:pt x="1371784" y="1251967"/>
                  </a:lnTo>
                  <a:lnTo>
                    <a:pt x="1369195" y="1254557"/>
                  </a:lnTo>
                  <a:lnTo>
                    <a:pt x="1371784" y="1254557"/>
                  </a:lnTo>
                  <a:lnTo>
                    <a:pt x="1374230" y="1251967"/>
                  </a:lnTo>
                  <a:lnTo>
                    <a:pt x="1374230" y="1254557"/>
                  </a:lnTo>
                  <a:lnTo>
                    <a:pt x="1376675" y="1254557"/>
                  </a:lnTo>
                  <a:lnTo>
                    <a:pt x="1376675" y="1257290"/>
                  </a:lnTo>
                  <a:lnTo>
                    <a:pt x="1369195" y="1257290"/>
                  </a:lnTo>
                  <a:lnTo>
                    <a:pt x="1369195" y="1259735"/>
                  </a:lnTo>
                  <a:lnTo>
                    <a:pt x="1374230" y="1259735"/>
                  </a:lnTo>
                  <a:lnTo>
                    <a:pt x="1376675" y="1257290"/>
                  </a:lnTo>
                  <a:lnTo>
                    <a:pt x="1379408" y="1254557"/>
                  </a:lnTo>
                  <a:lnTo>
                    <a:pt x="1379408" y="1251967"/>
                  </a:lnTo>
                  <a:lnTo>
                    <a:pt x="1381853" y="1251967"/>
                  </a:lnTo>
                  <a:lnTo>
                    <a:pt x="1384442" y="1251967"/>
                  </a:lnTo>
                  <a:lnTo>
                    <a:pt x="1386887" y="1251967"/>
                  </a:lnTo>
                  <a:lnTo>
                    <a:pt x="1392065" y="1262180"/>
                  </a:lnTo>
                  <a:lnTo>
                    <a:pt x="1392065" y="1267214"/>
                  </a:lnTo>
                  <a:lnTo>
                    <a:pt x="1394655" y="1267214"/>
                  </a:lnTo>
                  <a:lnTo>
                    <a:pt x="1397100" y="1267214"/>
                  </a:lnTo>
                  <a:lnTo>
                    <a:pt x="1397100" y="1272392"/>
                  </a:lnTo>
                  <a:lnTo>
                    <a:pt x="1402278" y="1274982"/>
                  </a:lnTo>
                  <a:lnTo>
                    <a:pt x="1402278" y="1272392"/>
                  </a:lnTo>
                  <a:lnTo>
                    <a:pt x="1404867" y="1272392"/>
                  </a:lnTo>
                  <a:lnTo>
                    <a:pt x="1404867" y="1269947"/>
                  </a:lnTo>
                  <a:lnTo>
                    <a:pt x="1404867" y="1267214"/>
                  </a:lnTo>
                  <a:lnTo>
                    <a:pt x="1402278" y="1264769"/>
                  </a:lnTo>
                  <a:lnTo>
                    <a:pt x="1402278" y="1259735"/>
                  </a:lnTo>
                  <a:lnTo>
                    <a:pt x="1402278" y="1257290"/>
                  </a:lnTo>
                  <a:lnTo>
                    <a:pt x="1397100" y="1247077"/>
                  </a:lnTo>
                  <a:lnTo>
                    <a:pt x="1402278" y="1244344"/>
                  </a:lnTo>
                  <a:lnTo>
                    <a:pt x="1402278" y="1239310"/>
                  </a:lnTo>
                  <a:lnTo>
                    <a:pt x="1402278" y="1236865"/>
                  </a:lnTo>
                  <a:lnTo>
                    <a:pt x="1404867" y="1239310"/>
                  </a:lnTo>
                  <a:lnTo>
                    <a:pt x="1407312" y="1239310"/>
                  </a:lnTo>
                  <a:lnTo>
                    <a:pt x="1415080" y="1251967"/>
                  </a:lnTo>
                  <a:lnTo>
                    <a:pt x="1425292" y="1257290"/>
                  </a:lnTo>
                  <a:lnTo>
                    <a:pt x="1425292" y="1259735"/>
                  </a:lnTo>
                  <a:lnTo>
                    <a:pt x="1422703" y="1259735"/>
                  </a:lnTo>
                  <a:lnTo>
                    <a:pt x="1420258" y="1262180"/>
                  </a:lnTo>
                  <a:lnTo>
                    <a:pt x="1422703" y="1264769"/>
                  </a:lnTo>
                  <a:lnTo>
                    <a:pt x="1425292" y="1264769"/>
                  </a:lnTo>
                  <a:lnTo>
                    <a:pt x="1425292" y="1262180"/>
                  </a:lnTo>
                  <a:lnTo>
                    <a:pt x="1432915" y="1251967"/>
                  </a:lnTo>
                  <a:lnTo>
                    <a:pt x="1435505" y="1251967"/>
                  </a:lnTo>
                  <a:lnTo>
                    <a:pt x="1437950" y="1251967"/>
                  </a:lnTo>
                  <a:lnTo>
                    <a:pt x="1440683" y="1249522"/>
                  </a:lnTo>
                  <a:lnTo>
                    <a:pt x="1440683" y="1251967"/>
                  </a:lnTo>
                  <a:lnTo>
                    <a:pt x="1443128" y="1251967"/>
                  </a:lnTo>
                  <a:lnTo>
                    <a:pt x="1445573" y="1257290"/>
                  </a:lnTo>
                  <a:lnTo>
                    <a:pt x="1448162" y="1259735"/>
                  </a:lnTo>
                  <a:lnTo>
                    <a:pt x="1445573" y="1267214"/>
                  </a:lnTo>
                  <a:lnTo>
                    <a:pt x="1448162" y="1267214"/>
                  </a:lnTo>
                  <a:lnTo>
                    <a:pt x="1450608" y="1262180"/>
                  </a:lnTo>
                  <a:lnTo>
                    <a:pt x="1448162" y="1257290"/>
                  </a:lnTo>
                  <a:lnTo>
                    <a:pt x="1448162" y="1254557"/>
                  </a:lnTo>
                  <a:lnTo>
                    <a:pt x="1448162" y="1251967"/>
                  </a:lnTo>
                  <a:lnTo>
                    <a:pt x="1450608" y="1247077"/>
                  </a:lnTo>
                  <a:lnTo>
                    <a:pt x="1450608" y="1244344"/>
                  </a:lnTo>
                  <a:lnTo>
                    <a:pt x="1453341" y="1241755"/>
                  </a:lnTo>
                  <a:lnTo>
                    <a:pt x="1455930" y="1241755"/>
                  </a:lnTo>
                  <a:lnTo>
                    <a:pt x="1458375" y="1244344"/>
                  </a:lnTo>
                  <a:lnTo>
                    <a:pt x="1460820" y="1247077"/>
                  </a:lnTo>
                  <a:lnTo>
                    <a:pt x="1463553" y="1251967"/>
                  </a:lnTo>
                  <a:lnTo>
                    <a:pt x="1466142" y="1254557"/>
                  </a:lnTo>
                  <a:lnTo>
                    <a:pt x="1473766" y="1259735"/>
                  </a:lnTo>
                  <a:lnTo>
                    <a:pt x="1481245" y="1259735"/>
                  </a:lnTo>
                  <a:lnTo>
                    <a:pt x="1483978" y="1259735"/>
                  </a:lnTo>
                  <a:lnTo>
                    <a:pt x="1483978" y="1262180"/>
                  </a:lnTo>
                  <a:lnTo>
                    <a:pt x="1489012" y="1264769"/>
                  </a:lnTo>
                  <a:lnTo>
                    <a:pt x="1489012" y="1267214"/>
                  </a:lnTo>
                  <a:lnTo>
                    <a:pt x="1481245" y="1272392"/>
                  </a:lnTo>
                  <a:lnTo>
                    <a:pt x="1481245" y="1274982"/>
                  </a:lnTo>
                  <a:lnTo>
                    <a:pt x="1486423" y="1274982"/>
                  </a:lnTo>
                  <a:lnTo>
                    <a:pt x="1491458" y="1269947"/>
                  </a:lnTo>
                  <a:lnTo>
                    <a:pt x="1494191" y="1267214"/>
                  </a:lnTo>
                  <a:lnTo>
                    <a:pt x="1499225" y="1264769"/>
                  </a:lnTo>
                  <a:lnTo>
                    <a:pt x="1504403" y="1267214"/>
                  </a:lnTo>
                  <a:lnTo>
                    <a:pt x="1506848" y="1267214"/>
                  </a:lnTo>
                  <a:lnTo>
                    <a:pt x="1509437" y="1264769"/>
                  </a:lnTo>
                  <a:lnTo>
                    <a:pt x="1514616" y="1264769"/>
                  </a:lnTo>
                  <a:lnTo>
                    <a:pt x="1509437" y="1262180"/>
                  </a:lnTo>
                  <a:lnTo>
                    <a:pt x="1501670" y="1259735"/>
                  </a:lnTo>
                  <a:lnTo>
                    <a:pt x="1496636" y="1257290"/>
                  </a:lnTo>
                  <a:lnTo>
                    <a:pt x="1496636" y="1254557"/>
                  </a:lnTo>
                  <a:lnTo>
                    <a:pt x="1496636" y="1251967"/>
                  </a:lnTo>
                  <a:lnTo>
                    <a:pt x="1499225" y="1251967"/>
                  </a:lnTo>
                  <a:lnTo>
                    <a:pt x="1504403" y="1247077"/>
                  </a:lnTo>
                  <a:lnTo>
                    <a:pt x="1509437" y="1247077"/>
                  </a:lnTo>
                  <a:lnTo>
                    <a:pt x="1514616" y="1236865"/>
                  </a:lnTo>
                  <a:lnTo>
                    <a:pt x="1514616" y="1239310"/>
                  </a:lnTo>
                  <a:lnTo>
                    <a:pt x="1517061" y="1241755"/>
                  </a:lnTo>
                  <a:lnTo>
                    <a:pt x="1527273" y="1241755"/>
                  </a:lnTo>
                  <a:lnTo>
                    <a:pt x="1524540" y="1239310"/>
                  </a:lnTo>
                  <a:lnTo>
                    <a:pt x="1522095" y="1239310"/>
                  </a:lnTo>
                  <a:lnTo>
                    <a:pt x="1527273" y="1236865"/>
                  </a:lnTo>
                  <a:lnTo>
                    <a:pt x="1527273" y="1231686"/>
                  </a:lnTo>
                  <a:lnTo>
                    <a:pt x="1529719" y="1231686"/>
                  </a:lnTo>
                  <a:lnTo>
                    <a:pt x="1529719" y="1226652"/>
                  </a:lnTo>
                  <a:lnTo>
                    <a:pt x="1532308" y="1226652"/>
                  </a:lnTo>
                  <a:lnTo>
                    <a:pt x="1537486" y="1226652"/>
                  </a:lnTo>
                  <a:lnTo>
                    <a:pt x="1540075" y="1226652"/>
                  </a:lnTo>
                  <a:lnTo>
                    <a:pt x="1544965" y="1226652"/>
                  </a:lnTo>
                  <a:lnTo>
                    <a:pt x="1547698" y="1229097"/>
                  </a:lnTo>
                  <a:lnTo>
                    <a:pt x="1550287" y="1229097"/>
                  </a:lnTo>
                  <a:lnTo>
                    <a:pt x="1547698" y="1226652"/>
                  </a:lnTo>
                  <a:lnTo>
                    <a:pt x="1544965" y="1226652"/>
                  </a:lnTo>
                  <a:lnTo>
                    <a:pt x="1542520" y="1221330"/>
                  </a:lnTo>
                  <a:lnTo>
                    <a:pt x="1552733" y="1218885"/>
                  </a:lnTo>
                  <a:lnTo>
                    <a:pt x="1555178" y="1216439"/>
                  </a:lnTo>
                  <a:lnTo>
                    <a:pt x="1555178" y="1213707"/>
                  </a:lnTo>
                  <a:lnTo>
                    <a:pt x="1557911" y="1213707"/>
                  </a:lnTo>
                  <a:lnTo>
                    <a:pt x="1557911" y="1208672"/>
                  </a:lnTo>
                  <a:lnTo>
                    <a:pt x="1560356" y="1208672"/>
                  </a:lnTo>
                  <a:lnTo>
                    <a:pt x="1562945" y="1208672"/>
                  </a:lnTo>
                  <a:lnTo>
                    <a:pt x="1565390" y="1206227"/>
                  </a:lnTo>
                  <a:lnTo>
                    <a:pt x="1565390" y="1203494"/>
                  </a:lnTo>
                  <a:lnTo>
                    <a:pt x="1565390" y="1201049"/>
                  </a:lnTo>
                  <a:lnTo>
                    <a:pt x="1565390" y="1198460"/>
                  </a:lnTo>
                  <a:lnTo>
                    <a:pt x="1568123" y="1201049"/>
                  </a:lnTo>
                  <a:lnTo>
                    <a:pt x="1570569" y="1201049"/>
                  </a:lnTo>
                  <a:lnTo>
                    <a:pt x="1573158" y="1198460"/>
                  </a:lnTo>
                  <a:lnTo>
                    <a:pt x="1575603" y="1201049"/>
                  </a:lnTo>
                  <a:lnTo>
                    <a:pt x="1580781" y="1201049"/>
                  </a:lnTo>
                  <a:lnTo>
                    <a:pt x="1583370" y="1203494"/>
                  </a:lnTo>
                  <a:lnTo>
                    <a:pt x="1588548" y="1208672"/>
                  </a:lnTo>
                  <a:lnTo>
                    <a:pt x="1593583" y="1206227"/>
                  </a:lnTo>
                  <a:lnTo>
                    <a:pt x="1598473" y="1206227"/>
                  </a:lnTo>
                  <a:lnTo>
                    <a:pt x="1598473" y="1203494"/>
                  </a:lnTo>
                  <a:lnTo>
                    <a:pt x="1603795" y="1203494"/>
                  </a:lnTo>
                  <a:lnTo>
                    <a:pt x="1608686" y="1196014"/>
                  </a:lnTo>
                  <a:lnTo>
                    <a:pt x="1611419" y="1193281"/>
                  </a:lnTo>
                  <a:lnTo>
                    <a:pt x="1618898" y="1188247"/>
                  </a:lnTo>
                  <a:lnTo>
                    <a:pt x="1631844" y="1188247"/>
                  </a:lnTo>
                  <a:lnTo>
                    <a:pt x="1634433" y="1188247"/>
                  </a:lnTo>
                  <a:lnTo>
                    <a:pt x="1636878" y="1190836"/>
                  </a:lnTo>
                  <a:lnTo>
                    <a:pt x="1652269" y="1188247"/>
                  </a:lnTo>
                  <a:lnTo>
                    <a:pt x="1657303" y="1190836"/>
                  </a:lnTo>
                  <a:lnTo>
                    <a:pt x="1659748" y="1190836"/>
                  </a:lnTo>
                  <a:lnTo>
                    <a:pt x="1667516" y="1190836"/>
                  </a:lnTo>
                  <a:lnTo>
                    <a:pt x="1667516" y="1193281"/>
                  </a:lnTo>
                  <a:lnTo>
                    <a:pt x="1667516" y="1196014"/>
                  </a:lnTo>
                  <a:lnTo>
                    <a:pt x="1664926" y="1201049"/>
                  </a:lnTo>
                  <a:lnTo>
                    <a:pt x="1662481" y="1201049"/>
                  </a:lnTo>
                  <a:lnTo>
                    <a:pt x="1662481" y="1203494"/>
                  </a:lnTo>
                  <a:lnTo>
                    <a:pt x="1662481" y="1206227"/>
                  </a:lnTo>
                  <a:lnTo>
                    <a:pt x="1662481" y="1208672"/>
                  </a:lnTo>
                  <a:lnTo>
                    <a:pt x="1664926" y="1208672"/>
                  </a:lnTo>
                  <a:lnTo>
                    <a:pt x="1669961" y="1208672"/>
                  </a:lnTo>
                  <a:lnTo>
                    <a:pt x="1675139" y="1208672"/>
                  </a:lnTo>
                  <a:lnTo>
                    <a:pt x="1690386" y="1203494"/>
                  </a:lnTo>
                  <a:lnTo>
                    <a:pt x="1692831" y="1203494"/>
                  </a:lnTo>
                  <a:lnTo>
                    <a:pt x="1695564" y="1206227"/>
                  </a:lnTo>
                  <a:lnTo>
                    <a:pt x="1698153" y="1206227"/>
                  </a:lnTo>
                  <a:lnTo>
                    <a:pt x="1708222" y="1213707"/>
                  </a:lnTo>
                  <a:lnTo>
                    <a:pt x="1705776" y="1216439"/>
                  </a:lnTo>
                  <a:lnTo>
                    <a:pt x="1708222" y="1216439"/>
                  </a:lnTo>
                  <a:lnTo>
                    <a:pt x="1710811" y="1213707"/>
                  </a:lnTo>
                  <a:lnTo>
                    <a:pt x="1710811" y="1216439"/>
                  </a:lnTo>
                  <a:lnTo>
                    <a:pt x="1705776" y="1223919"/>
                  </a:lnTo>
                  <a:lnTo>
                    <a:pt x="1698153" y="1226652"/>
                  </a:lnTo>
                  <a:lnTo>
                    <a:pt x="1698153" y="1229097"/>
                  </a:lnTo>
                  <a:lnTo>
                    <a:pt x="1700598" y="1229097"/>
                  </a:lnTo>
                  <a:lnTo>
                    <a:pt x="1703044" y="1229097"/>
                  </a:lnTo>
                  <a:lnTo>
                    <a:pt x="1713256" y="1223919"/>
                  </a:lnTo>
                  <a:lnTo>
                    <a:pt x="1713256" y="1226652"/>
                  </a:lnTo>
                  <a:lnTo>
                    <a:pt x="1715989" y="1226652"/>
                  </a:lnTo>
                  <a:lnTo>
                    <a:pt x="1721023" y="1223919"/>
                  </a:lnTo>
                  <a:lnTo>
                    <a:pt x="1723469" y="1223919"/>
                  </a:lnTo>
                  <a:lnTo>
                    <a:pt x="1726202" y="1223919"/>
                  </a:lnTo>
                  <a:lnTo>
                    <a:pt x="1726202" y="1226652"/>
                  </a:lnTo>
                  <a:lnTo>
                    <a:pt x="1723469" y="1229097"/>
                  </a:lnTo>
                  <a:lnTo>
                    <a:pt x="1726202" y="1231686"/>
                  </a:lnTo>
                  <a:lnTo>
                    <a:pt x="1731236" y="1234132"/>
                  </a:lnTo>
                  <a:lnTo>
                    <a:pt x="1731236" y="1236865"/>
                  </a:lnTo>
                  <a:lnTo>
                    <a:pt x="1731236" y="1239310"/>
                  </a:lnTo>
                  <a:lnTo>
                    <a:pt x="1731236" y="1241755"/>
                  </a:lnTo>
                  <a:lnTo>
                    <a:pt x="1731236" y="1244344"/>
                  </a:lnTo>
                  <a:lnTo>
                    <a:pt x="1728647" y="1244344"/>
                  </a:lnTo>
                  <a:lnTo>
                    <a:pt x="1728647" y="1247077"/>
                  </a:lnTo>
                  <a:lnTo>
                    <a:pt x="1731236" y="1249522"/>
                  </a:lnTo>
                  <a:lnTo>
                    <a:pt x="1733681" y="1249522"/>
                  </a:lnTo>
                  <a:lnTo>
                    <a:pt x="1736414" y="1249522"/>
                  </a:lnTo>
                  <a:lnTo>
                    <a:pt x="1733681" y="1259735"/>
                  </a:lnTo>
                  <a:lnTo>
                    <a:pt x="1733681" y="1262180"/>
                  </a:lnTo>
                  <a:lnTo>
                    <a:pt x="1726202" y="1267214"/>
                  </a:lnTo>
                  <a:lnTo>
                    <a:pt x="1726202" y="1269947"/>
                  </a:lnTo>
                  <a:lnTo>
                    <a:pt x="1721023" y="1277427"/>
                  </a:lnTo>
                  <a:lnTo>
                    <a:pt x="1721023" y="1280160"/>
                  </a:lnTo>
                  <a:lnTo>
                    <a:pt x="1718434" y="1280160"/>
                  </a:lnTo>
                  <a:lnTo>
                    <a:pt x="1718434" y="1282605"/>
                  </a:lnTo>
                  <a:lnTo>
                    <a:pt x="1710811" y="1285194"/>
                  </a:lnTo>
                  <a:lnTo>
                    <a:pt x="1710811" y="1292818"/>
                  </a:lnTo>
                  <a:lnTo>
                    <a:pt x="1713256" y="1292818"/>
                  </a:lnTo>
                  <a:lnTo>
                    <a:pt x="1715989" y="1295263"/>
                  </a:lnTo>
                  <a:lnTo>
                    <a:pt x="1713256" y="1297852"/>
                  </a:lnTo>
                  <a:lnTo>
                    <a:pt x="1715989" y="1297852"/>
                  </a:lnTo>
                  <a:lnTo>
                    <a:pt x="1718434" y="1297852"/>
                  </a:lnTo>
                  <a:lnTo>
                    <a:pt x="1718434" y="1295263"/>
                  </a:lnTo>
                  <a:lnTo>
                    <a:pt x="1721023" y="1295263"/>
                  </a:lnTo>
                  <a:lnTo>
                    <a:pt x="1721023" y="1290372"/>
                  </a:lnTo>
                  <a:lnTo>
                    <a:pt x="1726202" y="1290372"/>
                  </a:lnTo>
                  <a:lnTo>
                    <a:pt x="1731236" y="1287639"/>
                  </a:lnTo>
                  <a:lnTo>
                    <a:pt x="1731236" y="1285194"/>
                  </a:lnTo>
                  <a:lnTo>
                    <a:pt x="1733681" y="1285194"/>
                  </a:lnTo>
                  <a:lnTo>
                    <a:pt x="1738859" y="1285194"/>
                  </a:lnTo>
                  <a:lnTo>
                    <a:pt x="1741448" y="1287639"/>
                  </a:lnTo>
                  <a:lnTo>
                    <a:pt x="1741448" y="1290372"/>
                  </a:lnTo>
                  <a:lnTo>
                    <a:pt x="1741448" y="1295263"/>
                  </a:lnTo>
                  <a:lnTo>
                    <a:pt x="1743894" y="1297852"/>
                  </a:lnTo>
                  <a:lnTo>
                    <a:pt x="1749072" y="1300585"/>
                  </a:lnTo>
                  <a:lnTo>
                    <a:pt x="1749072" y="1303030"/>
                  </a:lnTo>
                  <a:lnTo>
                    <a:pt x="1746339" y="1305619"/>
                  </a:lnTo>
                  <a:lnTo>
                    <a:pt x="1743894" y="1308064"/>
                  </a:lnTo>
                  <a:lnTo>
                    <a:pt x="1738859" y="1308064"/>
                  </a:lnTo>
                  <a:lnTo>
                    <a:pt x="1738859" y="1310797"/>
                  </a:lnTo>
                  <a:lnTo>
                    <a:pt x="1733681" y="1313243"/>
                  </a:lnTo>
                  <a:lnTo>
                    <a:pt x="1733681" y="1315688"/>
                  </a:lnTo>
                  <a:lnTo>
                    <a:pt x="1731236" y="1315688"/>
                  </a:lnTo>
                  <a:lnTo>
                    <a:pt x="1726202" y="1313243"/>
                  </a:lnTo>
                  <a:lnTo>
                    <a:pt x="1723469" y="1313243"/>
                  </a:lnTo>
                  <a:lnTo>
                    <a:pt x="1721023" y="1313243"/>
                  </a:lnTo>
                  <a:lnTo>
                    <a:pt x="1721023" y="1310797"/>
                  </a:lnTo>
                  <a:lnTo>
                    <a:pt x="1718434" y="1310797"/>
                  </a:lnTo>
                  <a:lnTo>
                    <a:pt x="1715989" y="1310797"/>
                  </a:lnTo>
                  <a:lnTo>
                    <a:pt x="1715989" y="1308064"/>
                  </a:lnTo>
                  <a:lnTo>
                    <a:pt x="1715989" y="1305619"/>
                  </a:lnTo>
                  <a:lnTo>
                    <a:pt x="1713256" y="1303030"/>
                  </a:lnTo>
                  <a:lnTo>
                    <a:pt x="1710811" y="1303030"/>
                  </a:lnTo>
                  <a:lnTo>
                    <a:pt x="1710811" y="1305619"/>
                  </a:lnTo>
                  <a:lnTo>
                    <a:pt x="1710811" y="1308064"/>
                  </a:lnTo>
                  <a:lnTo>
                    <a:pt x="1713256" y="1310797"/>
                  </a:lnTo>
                  <a:lnTo>
                    <a:pt x="1715989" y="1310797"/>
                  </a:lnTo>
                  <a:lnTo>
                    <a:pt x="1715989" y="1313243"/>
                  </a:lnTo>
                  <a:lnTo>
                    <a:pt x="1721023" y="1315688"/>
                  </a:lnTo>
                  <a:lnTo>
                    <a:pt x="1723469" y="1321010"/>
                  </a:lnTo>
                  <a:lnTo>
                    <a:pt x="1721023" y="1325900"/>
                  </a:lnTo>
                  <a:lnTo>
                    <a:pt x="1723469" y="1328489"/>
                  </a:lnTo>
                  <a:lnTo>
                    <a:pt x="1723469" y="1331222"/>
                  </a:lnTo>
                  <a:lnTo>
                    <a:pt x="1721023" y="1333668"/>
                  </a:lnTo>
                  <a:lnTo>
                    <a:pt x="1723469" y="1341435"/>
                  </a:lnTo>
                  <a:lnTo>
                    <a:pt x="1723469" y="1348914"/>
                  </a:lnTo>
                  <a:lnTo>
                    <a:pt x="1721023" y="1348914"/>
                  </a:lnTo>
                  <a:lnTo>
                    <a:pt x="1715989" y="1348914"/>
                  </a:lnTo>
                  <a:lnTo>
                    <a:pt x="1713256" y="1354093"/>
                  </a:lnTo>
                  <a:lnTo>
                    <a:pt x="1708222" y="1354093"/>
                  </a:lnTo>
                  <a:lnTo>
                    <a:pt x="1695564" y="1356538"/>
                  </a:lnTo>
                  <a:lnTo>
                    <a:pt x="1690386" y="1356538"/>
                  </a:lnTo>
                  <a:lnTo>
                    <a:pt x="1682618" y="1361572"/>
                  </a:lnTo>
                  <a:lnTo>
                    <a:pt x="1682618" y="1364305"/>
                  </a:lnTo>
                  <a:lnTo>
                    <a:pt x="1677728" y="1369340"/>
                  </a:lnTo>
                  <a:lnTo>
                    <a:pt x="1675139" y="1371785"/>
                  </a:lnTo>
                  <a:lnTo>
                    <a:pt x="1672406" y="1374518"/>
                  </a:lnTo>
                  <a:lnTo>
                    <a:pt x="1669961" y="1374518"/>
                  </a:lnTo>
                  <a:lnTo>
                    <a:pt x="1667516" y="1374518"/>
                  </a:lnTo>
                  <a:lnTo>
                    <a:pt x="1662481" y="1374518"/>
                  </a:lnTo>
                  <a:lnTo>
                    <a:pt x="1654714" y="1369340"/>
                  </a:lnTo>
                  <a:lnTo>
                    <a:pt x="1647091" y="1371785"/>
                  </a:lnTo>
                  <a:lnTo>
                    <a:pt x="1647091" y="1369340"/>
                  </a:lnTo>
                  <a:lnTo>
                    <a:pt x="1647091" y="1364305"/>
                  </a:lnTo>
                  <a:lnTo>
                    <a:pt x="1644501" y="1361572"/>
                  </a:lnTo>
                  <a:lnTo>
                    <a:pt x="1644501" y="1366750"/>
                  </a:lnTo>
                  <a:lnTo>
                    <a:pt x="1644501" y="1369340"/>
                  </a:lnTo>
                  <a:lnTo>
                    <a:pt x="1642056" y="1371785"/>
                  </a:lnTo>
                  <a:lnTo>
                    <a:pt x="1639323" y="1371785"/>
                  </a:lnTo>
                  <a:lnTo>
                    <a:pt x="1634433" y="1371785"/>
                  </a:lnTo>
                  <a:lnTo>
                    <a:pt x="1631844" y="1371785"/>
                  </a:lnTo>
                  <a:lnTo>
                    <a:pt x="1626665" y="1369340"/>
                  </a:lnTo>
                  <a:lnTo>
                    <a:pt x="1621631" y="1359127"/>
                  </a:lnTo>
                  <a:lnTo>
                    <a:pt x="1618898" y="1359127"/>
                  </a:lnTo>
                  <a:lnTo>
                    <a:pt x="1618898" y="1356538"/>
                  </a:lnTo>
                  <a:lnTo>
                    <a:pt x="1618898" y="1354093"/>
                  </a:lnTo>
                  <a:lnTo>
                    <a:pt x="1616453" y="1346325"/>
                  </a:lnTo>
                  <a:lnTo>
                    <a:pt x="1616453" y="1341435"/>
                  </a:lnTo>
                  <a:lnTo>
                    <a:pt x="1618898" y="1338702"/>
                  </a:lnTo>
                  <a:lnTo>
                    <a:pt x="1616453" y="1338702"/>
                  </a:lnTo>
                  <a:lnTo>
                    <a:pt x="1616453" y="1333668"/>
                  </a:lnTo>
                  <a:lnTo>
                    <a:pt x="1613864" y="1333668"/>
                  </a:lnTo>
                  <a:lnTo>
                    <a:pt x="1611419" y="1333668"/>
                  </a:lnTo>
                  <a:lnTo>
                    <a:pt x="1611419" y="1336113"/>
                  </a:lnTo>
                  <a:lnTo>
                    <a:pt x="1608686" y="1333668"/>
                  </a:lnTo>
                  <a:lnTo>
                    <a:pt x="1606240" y="1331222"/>
                  </a:lnTo>
                  <a:lnTo>
                    <a:pt x="1603795" y="1325900"/>
                  </a:lnTo>
                  <a:lnTo>
                    <a:pt x="1601206" y="1325900"/>
                  </a:lnTo>
                  <a:lnTo>
                    <a:pt x="1598473" y="1325900"/>
                  </a:lnTo>
                  <a:lnTo>
                    <a:pt x="1598473" y="1328489"/>
                  </a:lnTo>
                  <a:lnTo>
                    <a:pt x="1603795" y="1338702"/>
                  </a:lnTo>
                  <a:lnTo>
                    <a:pt x="1608686" y="1338702"/>
                  </a:lnTo>
                  <a:lnTo>
                    <a:pt x="1608686" y="1341435"/>
                  </a:lnTo>
                  <a:lnTo>
                    <a:pt x="1611419" y="1341435"/>
                  </a:lnTo>
                  <a:lnTo>
                    <a:pt x="1611419" y="1343880"/>
                  </a:lnTo>
                  <a:lnTo>
                    <a:pt x="1611419" y="1346325"/>
                  </a:lnTo>
                  <a:lnTo>
                    <a:pt x="1608686" y="1354093"/>
                  </a:lnTo>
                  <a:lnTo>
                    <a:pt x="1608686" y="1356538"/>
                  </a:lnTo>
                  <a:lnTo>
                    <a:pt x="1608686" y="1359127"/>
                  </a:lnTo>
                  <a:lnTo>
                    <a:pt x="1608686" y="1361572"/>
                  </a:lnTo>
                  <a:lnTo>
                    <a:pt x="1608686" y="1366750"/>
                  </a:lnTo>
                  <a:lnTo>
                    <a:pt x="1603795" y="1374518"/>
                  </a:lnTo>
                  <a:lnTo>
                    <a:pt x="1598473" y="1374518"/>
                  </a:lnTo>
                  <a:lnTo>
                    <a:pt x="1596028" y="1374518"/>
                  </a:lnTo>
                  <a:lnTo>
                    <a:pt x="1593583" y="1374518"/>
                  </a:lnTo>
                  <a:lnTo>
                    <a:pt x="1585815" y="1379552"/>
                  </a:lnTo>
                  <a:lnTo>
                    <a:pt x="1580781" y="1384730"/>
                  </a:lnTo>
                  <a:lnTo>
                    <a:pt x="1573158" y="1384730"/>
                  </a:lnTo>
                  <a:lnTo>
                    <a:pt x="1568123" y="1384730"/>
                  </a:lnTo>
                  <a:lnTo>
                    <a:pt x="1565390" y="1381997"/>
                  </a:lnTo>
                  <a:lnTo>
                    <a:pt x="1562945" y="1384730"/>
                  </a:lnTo>
                  <a:lnTo>
                    <a:pt x="1557911" y="1387175"/>
                  </a:lnTo>
                  <a:lnTo>
                    <a:pt x="1555178" y="1387175"/>
                  </a:lnTo>
                  <a:lnTo>
                    <a:pt x="1555178" y="1376963"/>
                  </a:lnTo>
                  <a:lnTo>
                    <a:pt x="1552733" y="1369340"/>
                  </a:lnTo>
                  <a:lnTo>
                    <a:pt x="1552733" y="1366750"/>
                  </a:lnTo>
                  <a:lnTo>
                    <a:pt x="1552733" y="1361572"/>
                  </a:lnTo>
                  <a:lnTo>
                    <a:pt x="1550287" y="1361572"/>
                  </a:lnTo>
                  <a:lnTo>
                    <a:pt x="1550287" y="1366750"/>
                  </a:lnTo>
                  <a:lnTo>
                    <a:pt x="1550287" y="1381997"/>
                  </a:lnTo>
                  <a:lnTo>
                    <a:pt x="1550287" y="1387175"/>
                  </a:lnTo>
                  <a:lnTo>
                    <a:pt x="1550287" y="1389621"/>
                  </a:lnTo>
                  <a:lnTo>
                    <a:pt x="1547698" y="1389621"/>
                  </a:lnTo>
                  <a:lnTo>
                    <a:pt x="1544965" y="1389621"/>
                  </a:lnTo>
                  <a:lnTo>
                    <a:pt x="1540075" y="1387175"/>
                  </a:lnTo>
                  <a:lnTo>
                    <a:pt x="1540075" y="1379552"/>
                  </a:lnTo>
                  <a:lnTo>
                    <a:pt x="1534753" y="1374518"/>
                  </a:lnTo>
                  <a:lnTo>
                    <a:pt x="1534753" y="1371785"/>
                  </a:lnTo>
                  <a:lnTo>
                    <a:pt x="1534753" y="1369340"/>
                  </a:lnTo>
                  <a:lnTo>
                    <a:pt x="1534753" y="1366750"/>
                  </a:lnTo>
                  <a:lnTo>
                    <a:pt x="1532308" y="1366750"/>
                  </a:lnTo>
                  <a:lnTo>
                    <a:pt x="1529719" y="1369340"/>
                  </a:lnTo>
                  <a:lnTo>
                    <a:pt x="1534753" y="1381997"/>
                  </a:lnTo>
                  <a:lnTo>
                    <a:pt x="1534753" y="1389621"/>
                  </a:lnTo>
                  <a:lnTo>
                    <a:pt x="1532308" y="1389621"/>
                  </a:lnTo>
                  <a:lnTo>
                    <a:pt x="1527273" y="1392210"/>
                  </a:lnTo>
                  <a:lnTo>
                    <a:pt x="1524540" y="1392210"/>
                  </a:lnTo>
                  <a:lnTo>
                    <a:pt x="1519650" y="1394943"/>
                  </a:lnTo>
                  <a:lnTo>
                    <a:pt x="1517061" y="1394943"/>
                  </a:lnTo>
                  <a:lnTo>
                    <a:pt x="1514616" y="1394943"/>
                  </a:lnTo>
                  <a:lnTo>
                    <a:pt x="1511883" y="1394943"/>
                  </a:lnTo>
                  <a:lnTo>
                    <a:pt x="1511883" y="1392210"/>
                  </a:lnTo>
                  <a:lnTo>
                    <a:pt x="1511883" y="1387175"/>
                  </a:lnTo>
                  <a:lnTo>
                    <a:pt x="1511883" y="1384730"/>
                  </a:lnTo>
                  <a:lnTo>
                    <a:pt x="1509437" y="1381997"/>
                  </a:lnTo>
                  <a:lnTo>
                    <a:pt x="1509437" y="1379552"/>
                  </a:lnTo>
                  <a:lnTo>
                    <a:pt x="1509437" y="1376963"/>
                  </a:lnTo>
                  <a:lnTo>
                    <a:pt x="1506848" y="1376963"/>
                  </a:lnTo>
                  <a:lnTo>
                    <a:pt x="1506848" y="1379552"/>
                  </a:lnTo>
                  <a:lnTo>
                    <a:pt x="1506848" y="1381997"/>
                  </a:lnTo>
                  <a:lnTo>
                    <a:pt x="1509437" y="1387175"/>
                  </a:lnTo>
                  <a:lnTo>
                    <a:pt x="1506848" y="1389621"/>
                  </a:lnTo>
                  <a:lnTo>
                    <a:pt x="1506848" y="1394943"/>
                  </a:lnTo>
                  <a:lnTo>
                    <a:pt x="1504403" y="1397388"/>
                  </a:lnTo>
                  <a:lnTo>
                    <a:pt x="1501670" y="1397388"/>
                  </a:lnTo>
                  <a:lnTo>
                    <a:pt x="1496636" y="1394943"/>
                  </a:lnTo>
                  <a:lnTo>
                    <a:pt x="1489012" y="1387175"/>
                  </a:lnTo>
                  <a:lnTo>
                    <a:pt x="1489012" y="1381997"/>
                  </a:lnTo>
                  <a:lnTo>
                    <a:pt x="1486423" y="1379552"/>
                  </a:lnTo>
                  <a:lnTo>
                    <a:pt x="1486423" y="1381997"/>
                  </a:lnTo>
                  <a:lnTo>
                    <a:pt x="1486423" y="1389621"/>
                  </a:lnTo>
                  <a:lnTo>
                    <a:pt x="1489012" y="1392210"/>
                  </a:lnTo>
                  <a:lnTo>
                    <a:pt x="1494191" y="1397388"/>
                  </a:lnTo>
                  <a:lnTo>
                    <a:pt x="1494191" y="1399977"/>
                  </a:lnTo>
                  <a:lnTo>
                    <a:pt x="1489012" y="1399977"/>
                  </a:lnTo>
                  <a:lnTo>
                    <a:pt x="1486423" y="1402422"/>
                  </a:lnTo>
                  <a:lnTo>
                    <a:pt x="1483978" y="1402422"/>
                  </a:lnTo>
                  <a:lnTo>
                    <a:pt x="1481245" y="1399977"/>
                  </a:lnTo>
                  <a:lnTo>
                    <a:pt x="1481245" y="1397388"/>
                  </a:lnTo>
                  <a:lnTo>
                    <a:pt x="1481245" y="1394943"/>
                  </a:lnTo>
                  <a:lnTo>
                    <a:pt x="1478800" y="1394943"/>
                  </a:lnTo>
                  <a:lnTo>
                    <a:pt x="1478800" y="1397388"/>
                  </a:lnTo>
                  <a:lnTo>
                    <a:pt x="1478800" y="1399977"/>
                  </a:lnTo>
                  <a:lnTo>
                    <a:pt x="1476211" y="1399977"/>
                  </a:lnTo>
                  <a:lnTo>
                    <a:pt x="1468587" y="1399977"/>
                  </a:lnTo>
                  <a:lnTo>
                    <a:pt x="1466142" y="1394943"/>
                  </a:lnTo>
                  <a:lnTo>
                    <a:pt x="1468587" y="1389621"/>
                  </a:lnTo>
                  <a:lnTo>
                    <a:pt x="1463553" y="1394943"/>
                  </a:lnTo>
                  <a:lnTo>
                    <a:pt x="1463553" y="1397388"/>
                  </a:lnTo>
                  <a:lnTo>
                    <a:pt x="1463553" y="1399977"/>
                  </a:lnTo>
                  <a:lnTo>
                    <a:pt x="1460820" y="1402422"/>
                  </a:lnTo>
                  <a:lnTo>
                    <a:pt x="1453341" y="1405155"/>
                  </a:lnTo>
                  <a:lnTo>
                    <a:pt x="1450608" y="1402422"/>
                  </a:lnTo>
                  <a:lnTo>
                    <a:pt x="1453341" y="1397388"/>
                  </a:lnTo>
                  <a:lnTo>
                    <a:pt x="1450608" y="1394943"/>
                  </a:lnTo>
                  <a:lnTo>
                    <a:pt x="1450608" y="1399977"/>
                  </a:lnTo>
                  <a:lnTo>
                    <a:pt x="1448162" y="1402422"/>
                  </a:lnTo>
                  <a:lnTo>
                    <a:pt x="1445573" y="1402422"/>
                  </a:lnTo>
                  <a:lnTo>
                    <a:pt x="1437950" y="1402422"/>
                  </a:lnTo>
                  <a:lnTo>
                    <a:pt x="1437950" y="1399977"/>
                  </a:lnTo>
                  <a:lnTo>
                    <a:pt x="1437950" y="1397388"/>
                  </a:lnTo>
                  <a:lnTo>
                    <a:pt x="1435505" y="1402422"/>
                  </a:lnTo>
                  <a:lnTo>
                    <a:pt x="1432915" y="1402422"/>
                  </a:lnTo>
                  <a:lnTo>
                    <a:pt x="1427737" y="1402422"/>
                  </a:lnTo>
                  <a:lnTo>
                    <a:pt x="1425292" y="1402422"/>
                  </a:lnTo>
                  <a:lnTo>
                    <a:pt x="1422703" y="1402422"/>
                  </a:lnTo>
                  <a:lnTo>
                    <a:pt x="1422703" y="1397388"/>
                  </a:lnTo>
                  <a:lnTo>
                    <a:pt x="1422703" y="1394943"/>
                  </a:lnTo>
                  <a:lnTo>
                    <a:pt x="1422703" y="1384730"/>
                  </a:lnTo>
                  <a:lnTo>
                    <a:pt x="1425292" y="1379552"/>
                  </a:lnTo>
                  <a:lnTo>
                    <a:pt x="1425292" y="1369340"/>
                  </a:lnTo>
                  <a:lnTo>
                    <a:pt x="1425292" y="1366750"/>
                  </a:lnTo>
                  <a:lnTo>
                    <a:pt x="1422703" y="1364305"/>
                  </a:lnTo>
                  <a:lnTo>
                    <a:pt x="1427737" y="1364305"/>
                  </a:lnTo>
                  <a:lnTo>
                    <a:pt x="1427737" y="1361572"/>
                  </a:lnTo>
                  <a:lnTo>
                    <a:pt x="1422703" y="1361572"/>
                  </a:lnTo>
                  <a:lnTo>
                    <a:pt x="1422703" y="1359127"/>
                  </a:lnTo>
                  <a:lnTo>
                    <a:pt x="1422703" y="1354093"/>
                  </a:lnTo>
                  <a:lnTo>
                    <a:pt x="1420258" y="1343880"/>
                  </a:lnTo>
                  <a:lnTo>
                    <a:pt x="1417525" y="1346325"/>
                  </a:lnTo>
                  <a:lnTo>
                    <a:pt x="1420258" y="1351647"/>
                  </a:lnTo>
                  <a:lnTo>
                    <a:pt x="1420258" y="1354093"/>
                  </a:lnTo>
                  <a:lnTo>
                    <a:pt x="1417525" y="1359127"/>
                  </a:lnTo>
                  <a:lnTo>
                    <a:pt x="1415080" y="1359127"/>
                  </a:lnTo>
                  <a:lnTo>
                    <a:pt x="1417525" y="1354093"/>
                  </a:lnTo>
                  <a:lnTo>
                    <a:pt x="1415080" y="1354093"/>
                  </a:lnTo>
                  <a:lnTo>
                    <a:pt x="1412490" y="1359127"/>
                  </a:lnTo>
                  <a:lnTo>
                    <a:pt x="1412490" y="1364305"/>
                  </a:lnTo>
                  <a:lnTo>
                    <a:pt x="1412490" y="1369340"/>
                  </a:lnTo>
                  <a:lnTo>
                    <a:pt x="1410045" y="1374518"/>
                  </a:lnTo>
                  <a:lnTo>
                    <a:pt x="1412490" y="1376963"/>
                  </a:lnTo>
                  <a:lnTo>
                    <a:pt x="1410045" y="1381997"/>
                  </a:lnTo>
                  <a:lnTo>
                    <a:pt x="1407312" y="1379552"/>
                  </a:lnTo>
                  <a:lnTo>
                    <a:pt x="1407312" y="1364305"/>
                  </a:lnTo>
                  <a:lnTo>
                    <a:pt x="1404867" y="1361572"/>
                  </a:lnTo>
                  <a:lnTo>
                    <a:pt x="1402278" y="1359127"/>
                  </a:lnTo>
                  <a:lnTo>
                    <a:pt x="1399833" y="1356538"/>
                  </a:lnTo>
                  <a:lnTo>
                    <a:pt x="1399833" y="1359127"/>
                  </a:lnTo>
                  <a:lnTo>
                    <a:pt x="1402278" y="1364305"/>
                  </a:lnTo>
                  <a:lnTo>
                    <a:pt x="1402278" y="1366750"/>
                  </a:lnTo>
                  <a:lnTo>
                    <a:pt x="1402278" y="1371785"/>
                  </a:lnTo>
                  <a:lnTo>
                    <a:pt x="1397100" y="1369340"/>
                  </a:lnTo>
                  <a:lnTo>
                    <a:pt x="1394655" y="1369340"/>
                  </a:lnTo>
                  <a:lnTo>
                    <a:pt x="1397100" y="1374518"/>
                  </a:lnTo>
                  <a:lnTo>
                    <a:pt x="1399833" y="1379552"/>
                  </a:lnTo>
                  <a:lnTo>
                    <a:pt x="1402278" y="1379552"/>
                  </a:lnTo>
                  <a:lnTo>
                    <a:pt x="1402278" y="1384730"/>
                  </a:lnTo>
                  <a:lnTo>
                    <a:pt x="1397100" y="1389621"/>
                  </a:lnTo>
                  <a:lnTo>
                    <a:pt x="1397100" y="1392210"/>
                  </a:lnTo>
                  <a:lnTo>
                    <a:pt x="1394655" y="1392210"/>
                  </a:lnTo>
                  <a:lnTo>
                    <a:pt x="1392065" y="1392210"/>
                  </a:lnTo>
                  <a:lnTo>
                    <a:pt x="1389620" y="1392210"/>
                  </a:lnTo>
                  <a:lnTo>
                    <a:pt x="1389620" y="1394943"/>
                  </a:lnTo>
                  <a:lnTo>
                    <a:pt x="1386887" y="1397388"/>
                  </a:lnTo>
                  <a:lnTo>
                    <a:pt x="1376675" y="1399977"/>
                  </a:lnTo>
                  <a:lnTo>
                    <a:pt x="1371784" y="1399977"/>
                  </a:lnTo>
                  <a:lnTo>
                    <a:pt x="1371784" y="1397388"/>
                  </a:lnTo>
                  <a:lnTo>
                    <a:pt x="1371784" y="1394943"/>
                  </a:lnTo>
                  <a:lnTo>
                    <a:pt x="1369195" y="1392210"/>
                  </a:lnTo>
                  <a:lnTo>
                    <a:pt x="1366750" y="1394943"/>
                  </a:lnTo>
                  <a:lnTo>
                    <a:pt x="1366750" y="1397388"/>
                  </a:lnTo>
                  <a:lnTo>
                    <a:pt x="1361572" y="1394943"/>
                  </a:lnTo>
                  <a:lnTo>
                    <a:pt x="1356537" y="1392210"/>
                  </a:lnTo>
                  <a:lnTo>
                    <a:pt x="1356537" y="1389621"/>
                  </a:lnTo>
                  <a:lnTo>
                    <a:pt x="1353804" y="1389621"/>
                  </a:lnTo>
                  <a:lnTo>
                    <a:pt x="1353804" y="1392210"/>
                  </a:lnTo>
                  <a:lnTo>
                    <a:pt x="1346325" y="1389621"/>
                  </a:lnTo>
                  <a:lnTo>
                    <a:pt x="1343592" y="1384730"/>
                  </a:lnTo>
                  <a:lnTo>
                    <a:pt x="1341147" y="1381997"/>
                  </a:lnTo>
                  <a:lnTo>
                    <a:pt x="1341147" y="1376963"/>
                  </a:lnTo>
                  <a:lnTo>
                    <a:pt x="1338557" y="1376963"/>
                  </a:lnTo>
                  <a:lnTo>
                    <a:pt x="1341147" y="1374518"/>
                  </a:lnTo>
                  <a:lnTo>
                    <a:pt x="1338557" y="1374518"/>
                  </a:lnTo>
                  <a:lnTo>
                    <a:pt x="1336112" y="1381997"/>
                  </a:lnTo>
                  <a:lnTo>
                    <a:pt x="1333379" y="1379552"/>
                  </a:lnTo>
                  <a:lnTo>
                    <a:pt x="1330934" y="1379552"/>
                  </a:lnTo>
                  <a:lnTo>
                    <a:pt x="1333379" y="1371785"/>
                  </a:lnTo>
                  <a:lnTo>
                    <a:pt x="1336112" y="1366750"/>
                  </a:lnTo>
                  <a:lnTo>
                    <a:pt x="1338557" y="1359127"/>
                  </a:lnTo>
                  <a:lnTo>
                    <a:pt x="1336112" y="1356538"/>
                  </a:lnTo>
                  <a:lnTo>
                    <a:pt x="1336112" y="1361572"/>
                  </a:lnTo>
                  <a:lnTo>
                    <a:pt x="1333379" y="1361572"/>
                  </a:lnTo>
                  <a:lnTo>
                    <a:pt x="1328345" y="1369340"/>
                  </a:lnTo>
                  <a:lnTo>
                    <a:pt x="1328345" y="1371785"/>
                  </a:lnTo>
                  <a:lnTo>
                    <a:pt x="1328345" y="1374518"/>
                  </a:lnTo>
                  <a:lnTo>
                    <a:pt x="1325900" y="1374518"/>
                  </a:lnTo>
                  <a:lnTo>
                    <a:pt x="1325900" y="1371785"/>
                  </a:lnTo>
                  <a:lnTo>
                    <a:pt x="1323167" y="1371785"/>
                  </a:lnTo>
                  <a:lnTo>
                    <a:pt x="1323167" y="1376963"/>
                  </a:lnTo>
                  <a:lnTo>
                    <a:pt x="1323167" y="1379552"/>
                  </a:lnTo>
                  <a:lnTo>
                    <a:pt x="1325900" y="1381997"/>
                  </a:lnTo>
                  <a:lnTo>
                    <a:pt x="1325900" y="1384730"/>
                  </a:lnTo>
                  <a:lnTo>
                    <a:pt x="1328345" y="1389621"/>
                  </a:lnTo>
                  <a:lnTo>
                    <a:pt x="1323167" y="1389621"/>
                  </a:lnTo>
                  <a:lnTo>
                    <a:pt x="1320722" y="1387175"/>
                  </a:lnTo>
                  <a:lnTo>
                    <a:pt x="1320722" y="1384730"/>
                  </a:lnTo>
                  <a:lnTo>
                    <a:pt x="1320722" y="1381997"/>
                  </a:lnTo>
                  <a:lnTo>
                    <a:pt x="1320722" y="1379552"/>
                  </a:lnTo>
                  <a:lnTo>
                    <a:pt x="1318132" y="1379552"/>
                  </a:lnTo>
                  <a:lnTo>
                    <a:pt x="1320722" y="1384730"/>
                  </a:lnTo>
                  <a:lnTo>
                    <a:pt x="1318132" y="1387175"/>
                  </a:lnTo>
                  <a:lnTo>
                    <a:pt x="1318132" y="1389621"/>
                  </a:lnTo>
                  <a:lnTo>
                    <a:pt x="1315687" y="1389621"/>
                  </a:lnTo>
                  <a:lnTo>
                    <a:pt x="1312954" y="1389621"/>
                  </a:lnTo>
                  <a:lnTo>
                    <a:pt x="1312954" y="1387175"/>
                  </a:lnTo>
                  <a:lnTo>
                    <a:pt x="1310509" y="1387175"/>
                  </a:lnTo>
                  <a:lnTo>
                    <a:pt x="1307920" y="1387175"/>
                  </a:lnTo>
                  <a:lnTo>
                    <a:pt x="1305475" y="1384730"/>
                  </a:lnTo>
                  <a:lnTo>
                    <a:pt x="1307920" y="1379552"/>
                  </a:lnTo>
                  <a:lnTo>
                    <a:pt x="1307920" y="1376963"/>
                  </a:lnTo>
                  <a:lnTo>
                    <a:pt x="1305475" y="1376963"/>
                  </a:lnTo>
                  <a:lnTo>
                    <a:pt x="1302742" y="1376963"/>
                  </a:lnTo>
                  <a:lnTo>
                    <a:pt x="1297707" y="1374518"/>
                  </a:lnTo>
                  <a:lnTo>
                    <a:pt x="1292817" y="1371785"/>
                  </a:lnTo>
                  <a:lnTo>
                    <a:pt x="1292817" y="1369340"/>
                  </a:lnTo>
                  <a:lnTo>
                    <a:pt x="1292817" y="1364305"/>
                  </a:lnTo>
                  <a:lnTo>
                    <a:pt x="1292817" y="1354093"/>
                  </a:lnTo>
                  <a:lnTo>
                    <a:pt x="1290084" y="1351647"/>
                  </a:lnTo>
                  <a:lnTo>
                    <a:pt x="1290084" y="1348914"/>
                  </a:lnTo>
                  <a:lnTo>
                    <a:pt x="1292817" y="1346325"/>
                  </a:lnTo>
                  <a:lnTo>
                    <a:pt x="1287495" y="1343880"/>
                  </a:lnTo>
                  <a:lnTo>
                    <a:pt x="1287495" y="1341435"/>
                  </a:lnTo>
                  <a:lnTo>
                    <a:pt x="1287495" y="1338702"/>
                  </a:lnTo>
                  <a:lnTo>
                    <a:pt x="1287495" y="1336113"/>
                  </a:lnTo>
                  <a:lnTo>
                    <a:pt x="1285050" y="1336113"/>
                  </a:lnTo>
                  <a:lnTo>
                    <a:pt x="1285050" y="1331222"/>
                  </a:lnTo>
                  <a:lnTo>
                    <a:pt x="1287495" y="1328489"/>
                  </a:lnTo>
                  <a:lnTo>
                    <a:pt x="1292817" y="1328489"/>
                  </a:lnTo>
                  <a:lnTo>
                    <a:pt x="1295262" y="1325900"/>
                  </a:lnTo>
                  <a:lnTo>
                    <a:pt x="1297707" y="1323455"/>
                  </a:lnTo>
                  <a:lnTo>
                    <a:pt x="1297707" y="1321010"/>
                  </a:lnTo>
                  <a:lnTo>
                    <a:pt x="1292817" y="1325900"/>
                  </a:lnTo>
                  <a:lnTo>
                    <a:pt x="1287495" y="1323455"/>
                  </a:lnTo>
                  <a:lnTo>
                    <a:pt x="1290084" y="1321010"/>
                  </a:lnTo>
                  <a:lnTo>
                    <a:pt x="1290084" y="1318277"/>
                  </a:lnTo>
                  <a:lnTo>
                    <a:pt x="1287495" y="1321010"/>
                  </a:lnTo>
                  <a:lnTo>
                    <a:pt x="1282604" y="1321010"/>
                  </a:lnTo>
                  <a:lnTo>
                    <a:pt x="1279871" y="1321010"/>
                  </a:lnTo>
                  <a:lnTo>
                    <a:pt x="1279871" y="1318277"/>
                  </a:lnTo>
                  <a:lnTo>
                    <a:pt x="1279871" y="1315688"/>
                  </a:lnTo>
                  <a:lnTo>
                    <a:pt x="1277426" y="1315688"/>
                  </a:lnTo>
                  <a:lnTo>
                    <a:pt x="1277426" y="1313243"/>
                  </a:lnTo>
                  <a:lnTo>
                    <a:pt x="1274837" y="1313243"/>
                  </a:lnTo>
                  <a:lnTo>
                    <a:pt x="1274837" y="1310797"/>
                  </a:lnTo>
                  <a:lnTo>
                    <a:pt x="1274837" y="1300585"/>
                  </a:lnTo>
                  <a:lnTo>
                    <a:pt x="1277426" y="1290372"/>
                  </a:lnTo>
                  <a:lnTo>
                    <a:pt x="1279871" y="1287639"/>
                  </a:lnTo>
                  <a:lnTo>
                    <a:pt x="1274837" y="1287639"/>
                  </a:lnTo>
                  <a:lnTo>
                    <a:pt x="1274837" y="1280160"/>
                  </a:lnTo>
                  <a:lnTo>
                    <a:pt x="1279871" y="1264769"/>
                  </a:lnTo>
                  <a:lnTo>
                    <a:pt x="1290084" y="1257290"/>
                  </a:lnTo>
                  <a:lnTo>
                    <a:pt x="1285050" y="1254557"/>
                  </a:lnTo>
                  <a:lnTo>
                    <a:pt x="1290084" y="1247077"/>
                  </a:lnTo>
                  <a:lnTo>
                    <a:pt x="1287495" y="1247077"/>
                  </a:lnTo>
                  <a:lnTo>
                    <a:pt x="1287495" y="1244344"/>
                  </a:lnTo>
                  <a:lnTo>
                    <a:pt x="1285050" y="1244344"/>
                  </a:lnTo>
                  <a:lnTo>
                    <a:pt x="1282604" y="1239310"/>
                  </a:lnTo>
                  <a:lnTo>
                    <a:pt x="1282604" y="1236865"/>
                  </a:lnTo>
                  <a:lnTo>
                    <a:pt x="1279871" y="1236865"/>
                  </a:lnTo>
                  <a:lnTo>
                    <a:pt x="1285050" y="1226652"/>
                  </a:lnTo>
                  <a:lnTo>
                    <a:pt x="1282604" y="1218885"/>
                  </a:lnTo>
                  <a:lnTo>
                    <a:pt x="1274837" y="1213707"/>
                  </a:lnTo>
                  <a:lnTo>
                    <a:pt x="1274837" y="1211261"/>
                  </a:lnTo>
                  <a:lnTo>
                    <a:pt x="1272392" y="1208672"/>
                  </a:lnTo>
                  <a:lnTo>
                    <a:pt x="1272392" y="1206227"/>
                  </a:lnTo>
                  <a:lnTo>
                    <a:pt x="1269659" y="1206227"/>
                  </a:lnTo>
                  <a:lnTo>
                    <a:pt x="1267214" y="1201049"/>
                  </a:lnTo>
                  <a:lnTo>
                    <a:pt x="1264625" y="1201049"/>
                  </a:lnTo>
                  <a:lnTo>
                    <a:pt x="1267214" y="1198460"/>
                  </a:lnTo>
                  <a:lnTo>
                    <a:pt x="1264625" y="1185802"/>
                  </a:lnTo>
                  <a:lnTo>
                    <a:pt x="1259446" y="1178035"/>
                  </a:lnTo>
                  <a:lnTo>
                    <a:pt x="1259446" y="1175589"/>
                  </a:lnTo>
                  <a:lnTo>
                    <a:pt x="1259446" y="1173144"/>
                  </a:lnTo>
                  <a:lnTo>
                    <a:pt x="1257001" y="1170411"/>
                  </a:lnTo>
                  <a:lnTo>
                    <a:pt x="1254412" y="1167822"/>
                  </a:lnTo>
                  <a:lnTo>
                    <a:pt x="1251967" y="1165377"/>
                  </a:lnTo>
                  <a:lnTo>
                    <a:pt x="1249234" y="1157610"/>
                  </a:lnTo>
                  <a:lnTo>
                    <a:pt x="1249234" y="1155164"/>
                  </a:lnTo>
                  <a:lnTo>
                    <a:pt x="1249234" y="1152719"/>
                  </a:lnTo>
                  <a:lnTo>
                    <a:pt x="1246789" y="1149986"/>
                  </a:lnTo>
                  <a:lnTo>
                    <a:pt x="1239021" y="1152719"/>
                  </a:lnTo>
                  <a:lnTo>
                    <a:pt x="1236576" y="1155164"/>
                  </a:lnTo>
                  <a:lnTo>
                    <a:pt x="1233987" y="1157610"/>
                  </a:lnTo>
                  <a:lnTo>
                    <a:pt x="1231542" y="1160199"/>
                  </a:lnTo>
                  <a:lnTo>
                    <a:pt x="1231542" y="1162932"/>
                  </a:lnTo>
                  <a:lnTo>
                    <a:pt x="1228809" y="1160199"/>
                  </a:lnTo>
                  <a:lnTo>
                    <a:pt x="1228809" y="1157610"/>
                  </a:lnTo>
                  <a:lnTo>
                    <a:pt x="1226364" y="1157610"/>
                  </a:lnTo>
                  <a:lnTo>
                    <a:pt x="1226364" y="1162932"/>
                  </a:lnTo>
                  <a:lnTo>
                    <a:pt x="1223775" y="1165377"/>
                  </a:lnTo>
                  <a:lnTo>
                    <a:pt x="1221329" y="1165377"/>
                  </a:lnTo>
                  <a:lnTo>
                    <a:pt x="1216151" y="1167822"/>
                  </a:lnTo>
                  <a:lnTo>
                    <a:pt x="1211117" y="1162932"/>
                  </a:lnTo>
                  <a:lnTo>
                    <a:pt x="1205939" y="1165377"/>
                  </a:lnTo>
                  <a:lnTo>
                    <a:pt x="1195726" y="1165377"/>
                  </a:lnTo>
                  <a:lnTo>
                    <a:pt x="1193137" y="1160199"/>
                  </a:lnTo>
                  <a:lnTo>
                    <a:pt x="1193137" y="1162932"/>
                  </a:lnTo>
                  <a:lnTo>
                    <a:pt x="1190692" y="1162932"/>
                  </a:lnTo>
                  <a:lnTo>
                    <a:pt x="1183068" y="1173144"/>
                  </a:lnTo>
                  <a:lnTo>
                    <a:pt x="1178034" y="1170411"/>
                  </a:lnTo>
                  <a:lnTo>
                    <a:pt x="1172856" y="1170411"/>
                  </a:lnTo>
                  <a:lnTo>
                    <a:pt x="1170267" y="1173144"/>
                  </a:lnTo>
                  <a:lnTo>
                    <a:pt x="1170267" y="1170411"/>
                  </a:lnTo>
                  <a:lnTo>
                    <a:pt x="1170267" y="1167822"/>
                  </a:lnTo>
                  <a:lnTo>
                    <a:pt x="1170267" y="1165377"/>
                  </a:lnTo>
                  <a:lnTo>
                    <a:pt x="1170267" y="1162932"/>
                  </a:lnTo>
                  <a:lnTo>
                    <a:pt x="1172856" y="1160199"/>
                  </a:lnTo>
                  <a:lnTo>
                    <a:pt x="1172856" y="1162932"/>
                  </a:lnTo>
                  <a:lnTo>
                    <a:pt x="1175301" y="1165377"/>
                  </a:lnTo>
                  <a:lnTo>
                    <a:pt x="1175301" y="1162932"/>
                  </a:lnTo>
                  <a:lnTo>
                    <a:pt x="1178034" y="1160199"/>
                  </a:lnTo>
                  <a:lnTo>
                    <a:pt x="1180479" y="1160199"/>
                  </a:lnTo>
                  <a:lnTo>
                    <a:pt x="1180479" y="1155164"/>
                  </a:lnTo>
                  <a:lnTo>
                    <a:pt x="1185514" y="1157610"/>
                  </a:lnTo>
                  <a:lnTo>
                    <a:pt x="1188247" y="1157610"/>
                  </a:lnTo>
                  <a:lnTo>
                    <a:pt x="1190692" y="1160199"/>
                  </a:lnTo>
                  <a:lnTo>
                    <a:pt x="1190692" y="1157610"/>
                  </a:lnTo>
                  <a:lnTo>
                    <a:pt x="1188247" y="1155164"/>
                  </a:lnTo>
                  <a:lnTo>
                    <a:pt x="1183068" y="1155164"/>
                  </a:lnTo>
                  <a:lnTo>
                    <a:pt x="1183068" y="1152719"/>
                  </a:lnTo>
                  <a:lnTo>
                    <a:pt x="1180479" y="1152719"/>
                  </a:lnTo>
                  <a:lnTo>
                    <a:pt x="1178034" y="1152719"/>
                  </a:lnTo>
                  <a:lnTo>
                    <a:pt x="1178034" y="1155164"/>
                  </a:lnTo>
                  <a:lnTo>
                    <a:pt x="1175301" y="1149986"/>
                  </a:lnTo>
                  <a:lnTo>
                    <a:pt x="1172856" y="1149986"/>
                  </a:lnTo>
                  <a:lnTo>
                    <a:pt x="1172856" y="1152719"/>
                  </a:lnTo>
                  <a:lnTo>
                    <a:pt x="1170267" y="1152719"/>
                  </a:lnTo>
                  <a:lnTo>
                    <a:pt x="1170267" y="1155164"/>
                  </a:lnTo>
                  <a:lnTo>
                    <a:pt x="1167822" y="1152719"/>
                  </a:lnTo>
                  <a:lnTo>
                    <a:pt x="1167822" y="1149986"/>
                  </a:lnTo>
                  <a:lnTo>
                    <a:pt x="1170267" y="1147397"/>
                  </a:lnTo>
                  <a:lnTo>
                    <a:pt x="1167822" y="1147397"/>
                  </a:lnTo>
                  <a:lnTo>
                    <a:pt x="1165089" y="1149986"/>
                  </a:lnTo>
                  <a:lnTo>
                    <a:pt x="1160054" y="1149986"/>
                  </a:lnTo>
                  <a:lnTo>
                    <a:pt x="1160054" y="1147397"/>
                  </a:lnTo>
                  <a:lnTo>
                    <a:pt x="1154876" y="1147397"/>
                  </a:lnTo>
                  <a:lnTo>
                    <a:pt x="1152431" y="1144952"/>
                  </a:lnTo>
                  <a:lnTo>
                    <a:pt x="1149842" y="1142507"/>
                  </a:lnTo>
                  <a:lnTo>
                    <a:pt x="1147397" y="1132294"/>
                  </a:lnTo>
                  <a:lnTo>
                    <a:pt x="1144951" y="1129561"/>
                  </a:lnTo>
                  <a:lnTo>
                    <a:pt x="1147397" y="1129561"/>
                  </a:lnTo>
                  <a:lnTo>
                    <a:pt x="1149842" y="1129561"/>
                  </a:lnTo>
                  <a:lnTo>
                    <a:pt x="1152431" y="1129561"/>
                  </a:lnTo>
                  <a:lnTo>
                    <a:pt x="1154876" y="1129561"/>
                  </a:lnTo>
                  <a:lnTo>
                    <a:pt x="1157609" y="1127116"/>
                  </a:lnTo>
                  <a:lnTo>
                    <a:pt x="1160054" y="1127116"/>
                  </a:lnTo>
                  <a:lnTo>
                    <a:pt x="1160054" y="1124527"/>
                  </a:lnTo>
                  <a:lnTo>
                    <a:pt x="1162643" y="1122082"/>
                  </a:lnTo>
                  <a:lnTo>
                    <a:pt x="1162643" y="1116903"/>
                  </a:lnTo>
                  <a:lnTo>
                    <a:pt x="1160054" y="1116903"/>
                  </a:lnTo>
                  <a:lnTo>
                    <a:pt x="1157609" y="1119349"/>
                  </a:lnTo>
                  <a:lnTo>
                    <a:pt x="1160054" y="1122082"/>
                  </a:lnTo>
                  <a:lnTo>
                    <a:pt x="1157609" y="1124527"/>
                  </a:lnTo>
                  <a:lnTo>
                    <a:pt x="1154876" y="1124527"/>
                  </a:lnTo>
                  <a:lnTo>
                    <a:pt x="1154876" y="1122082"/>
                  </a:lnTo>
                  <a:lnTo>
                    <a:pt x="1152431" y="1124527"/>
                  </a:lnTo>
                  <a:lnTo>
                    <a:pt x="1149842" y="1124527"/>
                  </a:lnTo>
                  <a:lnTo>
                    <a:pt x="1147397" y="1124527"/>
                  </a:lnTo>
                  <a:lnTo>
                    <a:pt x="1147397" y="1122082"/>
                  </a:lnTo>
                  <a:lnTo>
                    <a:pt x="1149842" y="1119349"/>
                  </a:lnTo>
                  <a:lnTo>
                    <a:pt x="1147397" y="1119349"/>
                  </a:lnTo>
                  <a:lnTo>
                    <a:pt x="1144951" y="1122082"/>
                  </a:lnTo>
                  <a:lnTo>
                    <a:pt x="1139629" y="1114314"/>
                  </a:lnTo>
                  <a:lnTo>
                    <a:pt x="1139629" y="1111869"/>
                  </a:lnTo>
                  <a:lnTo>
                    <a:pt x="1137184" y="1114314"/>
                  </a:lnTo>
                  <a:lnTo>
                    <a:pt x="1134739" y="1109136"/>
                  </a:lnTo>
                  <a:lnTo>
                    <a:pt x="1132006" y="1106691"/>
                  </a:lnTo>
                  <a:lnTo>
                    <a:pt x="1134739" y="1104102"/>
                  </a:lnTo>
                  <a:lnTo>
                    <a:pt x="1129561" y="1104102"/>
                  </a:lnTo>
                  <a:lnTo>
                    <a:pt x="1126972" y="1101657"/>
                  </a:lnTo>
                  <a:lnTo>
                    <a:pt x="1121793" y="1104102"/>
                  </a:lnTo>
                  <a:lnTo>
                    <a:pt x="1116759" y="1098924"/>
                  </a:lnTo>
                  <a:lnTo>
                    <a:pt x="1119348" y="1096478"/>
                  </a:lnTo>
                  <a:lnTo>
                    <a:pt x="1121793" y="1096478"/>
                  </a:lnTo>
                  <a:lnTo>
                    <a:pt x="1121793" y="1093889"/>
                  </a:lnTo>
                  <a:lnTo>
                    <a:pt x="1119348" y="1091444"/>
                  </a:lnTo>
                  <a:lnTo>
                    <a:pt x="1119348" y="1086266"/>
                  </a:lnTo>
                  <a:lnTo>
                    <a:pt x="1126972" y="1091444"/>
                  </a:lnTo>
                  <a:lnTo>
                    <a:pt x="1126972" y="1093889"/>
                  </a:lnTo>
                  <a:lnTo>
                    <a:pt x="1126972" y="1096478"/>
                  </a:lnTo>
                  <a:lnTo>
                    <a:pt x="1129561" y="1096478"/>
                  </a:lnTo>
                  <a:lnTo>
                    <a:pt x="1132006" y="1093889"/>
                  </a:lnTo>
                  <a:lnTo>
                    <a:pt x="1134739" y="1096478"/>
                  </a:lnTo>
                  <a:lnTo>
                    <a:pt x="1139629" y="1096478"/>
                  </a:lnTo>
                  <a:lnTo>
                    <a:pt x="1137184" y="1093889"/>
                  </a:lnTo>
                  <a:lnTo>
                    <a:pt x="1134739" y="1093889"/>
                  </a:lnTo>
                  <a:lnTo>
                    <a:pt x="1132006" y="1093889"/>
                  </a:lnTo>
                  <a:lnTo>
                    <a:pt x="1129561" y="1093889"/>
                  </a:lnTo>
                  <a:lnTo>
                    <a:pt x="1132006" y="1091444"/>
                  </a:lnTo>
                  <a:lnTo>
                    <a:pt x="1132006" y="1088711"/>
                  </a:lnTo>
                  <a:lnTo>
                    <a:pt x="1132006" y="1086266"/>
                  </a:lnTo>
                  <a:lnTo>
                    <a:pt x="1134739" y="1088711"/>
                  </a:lnTo>
                  <a:lnTo>
                    <a:pt x="1134739" y="1091444"/>
                  </a:lnTo>
                  <a:lnTo>
                    <a:pt x="1139629" y="1088711"/>
                  </a:lnTo>
                  <a:lnTo>
                    <a:pt x="1132006" y="1086266"/>
                  </a:lnTo>
                  <a:lnTo>
                    <a:pt x="1126972" y="1078786"/>
                  </a:lnTo>
                  <a:lnTo>
                    <a:pt x="1121793" y="1081231"/>
                  </a:lnTo>
                  <a:lnTo>
                    <a:pt x="1124526" y="1078786"/>
                  </a:lnTo>
                  <a:lnTo>
                    <a:pt x="1121793" y="1078786"/>
                  </a:lnTo>
                  <a:lnTo>
                    <a:pt x="1119348" y="1073464"/>
                  </a:lnTo>
                  <a:lnTo>
                    <a:pt x="1121793" y="1073464"/>
                  </a:lnTo>
                  <a:lnTo>
                    <a:pt x="1121793" y="1071019"/>
                  </a:lnTo>
                  <a:lnTo>
                    <a:pt x="1129561" y="1065841"/>
                  </a:lnTo>
                  <a:lnTo>
                    <a:pt x="1126972" y="1065841"/>
                  </a:lnTo>
                  <a:lnTo>
                    <a:pt x="1121793" y="1063252"/>
                  </a:lnTo>
                  <a:lnTo>
                    <a:pt x="1124526" y="1063252"/>
                  </a:lnTo>
                  <a:lnTo>
                    <a:pt x="1129561" y="1060806"/>
                  </a:lnTo>
                  <a:lnTo>
                    <a:pt x="1132006" y="1063252"/>
                  </a:lnTo>
                  <a:lnTo>
                    <a:pt x="1134739" y="1065841"/>
                  </a:lnTo>
                  <a:lnTo>
                    <a:pt x="1139629" y="1060806"/>
                  </a:lnTo>
                  <a:lnTo>
                    <a:pt x="1139629" y="1058361"/>
                  </a:lnTo>
                  <a:lnTo>
                    <a:pt x="1134739" y="1055628"/>
                  </a:lnTo>
                  <a:lnTo>
                    <a:pt x="1137184" y="1055628"/>
                  </a:lnTo>
                  <a:lnTo>
                    <a:pt x="1139629" y="1053183"/>
                  </a:lnTo>
                  <a:close/>
                  <a:moveTo>
                    <a:pt x="1162643" y="1024991"/>
                  </a:moveTo>
                  <a:lnTo>
                    <a:pt x="1167821" y="1024991"/>
                  </a:lnTo>
                  <a:lnTo>
                    <a:pt x="1170266" y="1024991"/>
                  </a:lnTo>
                  <a:lnTo>
                    <a:pt x="1175301" y="1030169"/>
                  </a:lnTo>
                  <a:lnTo>
                    <a:pt x="1175301" y="1035203"/>
                  </a:lnTo>
                  <a:lnTo>
                    <a:pt x="1172856" y="1035203"/>
                  </a:lnTo>
                  <a:lnTo>
                    <a:pt x="1170266" y="1035203"/>
                  </a:lnTo>
                  <a:lnTo>
                    <a:pt x="1167821" y="1035203"/>
                  </a:lnTo>
                  <a:lnTo>
                    <a:pt x="1165088" y="1030169"/>
                  </a:lnTo>
                  <a:close/>
                  <a:moveTo>
                    <a:pt x="1160054" y="1024991"/>
                  </a:moveTo>
                  <a:lnTo>
                    <a:pt x="1162643" y="1024991"/>
                  </a:lnTo>
                  <a:lnTo>
                    <a:pt x="1162643" y="1027724"/>
                  </a:lnTo>
                  <a:close/>
                  <a:moveTo>
                    <a:pt x="882303" y="1022546"/>
                  </a:moveTo>
                  <a:lnTo>
                    <a:pt x="884748" y="1022546"/>
                  </a:lnTo>
                  <a:lnTo>
                    <a:pt x="887194" y="1022546"/>
                  </a:lnTo>
                  <a:lnTo>
                    <a:pt x="892516" y="1024991"/>
                  </a:lnTo>
                  <a:lnTo>
                    <a:pt x="892516" y="1030169"/>
                  </a:lnTo>
                  <a:lnTo>
                    <a:pt x="882303" y="1037937"/>
                  </a:lnTo>
                  <a:lnTo>
                    <a:pt x="876981" y="1035204"/>
                  </a:lnTo>
                  <a:lnTo>
                    <a:pt x="879570" y="1027724"/>
                  </a:lnTo>
                  <a:lnTo>
                    <a:pt x="879570" y="1024991"/>
                  </a:lnTo>
                  <a:close/>
                  <a:moveTo>
                    <a:pt x="1307920" y="1017511"/>
                  </a:moveTo>
                  <a:lnTo>
                    <a:pt x="1310509" y="1017511"/>
                  </a:lnTo>
                  <a:lnTo>
                    <a:pt x="1312954" y="1017511"/>
                  </a:lnTo>
                  <a:lnTo>
                    <a:pt x="1318133" y="1019956"/>
                  </a:lnTo>
                  <a:lnTo>
                    <a:pt x="1320722" y="1024991"/>
                  </a:lnTo>
                  <a:lnTo>
                    <a:pt x="1323167" y="1027723"/>
                  </a:lnTo>
                  <a:lnTo>
                    <a:pt x="1320722" y="1030169"/>
                  </a:lnTo>
                  <a:lnTo>
                    <a:pt x="1318133" y="1032758"/>
                  </a:lnTo>
                  <a:lnTo>
                    <a:pt x="1312954" y="1035203"/>
                  </a:lnTo>
                  <a:lnTo>
                    <a:pt x="1305475" y="1030169"/>
                  </a:lnTo>
                  <a:lnTo>
                    <a:pt x="1302742" y="1024991"/>
                  </a:lnTo>
                  <a:lnTo>
                    <a:pt x="1302742" y="1022545"/>
                  </a:lnTo>
                  <a:close/>
                  <a:moveTo>
                    <a:pt x="1310509" y="958825"/>
                  </a:moveTo>
                  <a:lnTo>
                    <a:pt x="1312955" y="958825"/>
                  </a:lnTo>
                  <a:lnTo>
                    <a:pt x="1323167" y="961270"/>
                  </a:lnTo>
                  <a:lnTo>
                    <a:pt x="1328345" y="958825"/>
                  </a:lnTo>
                  <a:lnTo>
                    <a:pt x="1330934" y="961270"/>
                  </a:lnTo>
                  <a:lnTo>
                    <a:pt x="1333380" y="961270"/>
                  </a:lnTo>
                  <a:lnTo>
                    <a:pt x="1333380" y="964003"/>
                  </a:lnTo>
                  <a:lnTo>
                    <a:pt x="1333380" y="966448"/>
                  </a:lnTo>
                  <a:lnTo>
                    <a:pt x="1338558" y="968894"/>
                  </a:lnTo>
                  <a:lnTo>
                    <a:pt x="1346325" y="976661"/>
                  </a:lnTo>
                  <a:lnTo>
                    <a:pt x="1351359" y="984428"/>
                  </a:lnTo>
                  <a:lnTo>
                    <a:pt x="1351359" y="986873"/>
                  </a:lnTo>
                  <a:lnTo>
                    <a:pt x="1351359" y="989319"/>
                  </a:lnTo>
                  <a:lnTo>
                    <a:pt x="1351359" y="997086"/>
                  </a:lnTo>
                  <a:lnTo>
                    <a:pt x="1351359" y="999531"/>
                  </a:lnTo>
                  <a:lnTo>
                    <a:pt x="1353805" y="999531"/>
                  </a:lnTo>
                  <a:lnTo>
                    <a:pt x="1353805" y="1002120"/>
                  </a:lnTo>
                  <a:lnTo>
                    <a:pt x="1353805" y="1004566"/>
                  </a:lnTo>
                  <a:lnTo>
                    <a:pt x="1353805" y="1007298"/>
                  </a:lnTo>
                  <a:lnTo>
                    <a:pt x="1351359" y="1009744"/>
                  </a:lnTo>
                  <a:lnTo>
                    <a:pt x="1346325" y="1017511"/>
                  </a:lnTo>
                  <a:lnTo>
                    <a:pt x="1341147" y="1022545"/>
                  </a:lnTo>
                  <a:lnTo>
                    <a:pt x="1330934" y="1024991"/>
                  </a:lnTo>
                  <a:lnTo>
                    <a:pt x="1330934" y="1022545"/>
                  </a:lnTo>
                  <a:lnTo>
                    <a:pt x="1328345" y="1019956"/>
                  </a:lnTo>
                  <a:lnTo>
                    <a:pt x="1328345" y="1017511"/>
                  </a:lnTo>
                  <a:lnTo>
                    <a:pt x="1325900" y="1017511"/>
                  </a:lnTo>
                  <a:lnTo>
                    <a:pt x="1320722" y="1017511"/>
                  </a:lnTo>
                  <a:lnTo>
                    <a:pt x="1320722" y="1014778"/>
                  </a:lnTo>
                  <a:lnTo>
                    <a:pt x="1315688" y="1012333"/>
                  </a:lnTo>
                  <a:lnTo>
                    <a:pt x="1310509" y="1009744"/>
                  </a:lnTo>
                  <a:lnTo>
                    <a:pt x="1310509" y="1007298"/>
                  </a:lnTo>
                  <a:lnTo>
                    <a:pt x="1307920" y="1004566"/>
                  </a:lnTo>
                  <a:lnTo>
                    <a:pt x="1307920" y="1002120"/>
                  </a:lnTo>
                  <a:lnTo>
                    <a:pt x="1305475" y="1002120"/>
                  </a:lnTo>
                  <a:lnTo>
                    <a:pt x="1302742" y="999531"/>
                  </a:lnTo>
                  <a:lnTo>
                    <a:pt x="1302742" y="997086"/>
                  </a:lnTo>
                  <a:lnTo>
                    <a:pt x="1302742" y="994641"/>
                  </a:lnTo>
                  <a:lnTo>
                    <a:pt x="1302742" y="991908"/>
                  </a:lnTo>
                  <a:lnTo>
                    <a:pt x="1305475" y="991908"/>
                  </a:lnTo>
                  <a:lnTo>
                    <a:pt x="1300297" y="979250"/>
                  </a:lnTo>
                  <a:lnTo>
                    <a:pt x="1302742" y="976661"/>
                  </a:lnTo>
                  <a:lnTo>
                    <a:pt x="1302742" y="974216"/>
                  </a:lnTo>
                  <a:lnTo>
                    <a:pt x="1302742" y="971483"/>
                  </a:lnTo>
                  <a:lnTo>
                    <a:pt x="1302742" y="968894"/>
                  </a:lnTo>
                  <a:lnTo>
                    <a:pt x="1302742" y="964003"/>
                  </a:lnTo>
                  <a:lnTo>
                    <a:pt x="1305475" y="964003"/>
                  </a:lnTo>
                  <a:lnTo>
                    <a:pt x="1305475" y="966448"/>
                  </a:lnTo>
                  <a:close/>
                  <a:moveTo>
                    <a:pt x="1162643" y="940845"/>
                  </a:moveTo>
                  <a:lnTo>
                    <a:pt x="1165088" y="940845"/>
                  </a:lnTo>
                  <a:lnTo>
                    <a:pt x="1167821" y="940845"/>
                  </a:lnTo>
                  <a:lnTo>
                    <a:pt x="1167821" y="943578"/>
                  </a:lnTo>
                  <a:lnTo>
                    <a:pt x="1167821" y="951057"/>
                  </a:lnTo>
                  <a:lnTo>
                    <a:pt x="1170267" y="951057"/>
                  </a:lnTo>
                  <a:lnTo>
                    <a:pt x="1172856" y="946023"/>
                  </a:lnTo>
                  <a:lnTo>
                    <a:pt x="1172856" y="948612"/>
                  </a:lnTo>
                  <a:lnTo>
                    <a:pt x="1175301" y="948612"/>
                  </a:lnTo>
                  <a:lnTo>
                    <a:pt x="1178034" y="948612"/>
                  </a:lnTo>
                  <a:lnTo>
                    <a:pt x="1180479" y="946023"/>
                  </a:lnTo>
                  <a:lnTo>
                    <a:pt x="1183068" y="943578"/>
                  </a:lnTo>
                  <a:lnTo>
                    <a:pt x="1185513" y="943578"/>
                  </a:lnTo>
                  <a:lnTo>
                    <a:pt x="1188246" y="943578"/>
                  </a:lnTo>
                  <a:lnTo>
                    <a:pt x="1190692" y="943578"/>
                  </a:lnTo>
                  <a:lnTo>
                    <a:pt x="1195726" y="943578"/>
                  </a:lnTo>
                  <a:lnTo>
                    <a:pt x="1195726" y="946023"/>
                  </a:lnTo>
                  <a:lnTo>
                    <a:pt x="1198459" y="946023"/>
                  </a:lnTo>
                  <a:lnTo>
                    <a:pt x="1200904" y="946023"/>
                  </a:lnTo>
                  <a:lnTo>
                    <a:pt x="1203349" y="946023"/>
                  </a:lnTo>
                  <a:lnTo>
                    <a:pt x="1203349" y="948612"/>
                  </a:lnTo>
                  <a:lnTo>
                    <a:pt x="1205938" y="946023"/>
                  </a:lnTo>
                  <a:lnTo>
                    <a:pt x="1208671" y="948612"/>
                  </a:lnTo>
                  <a:lnTo>
                    <a:pt x="1211117" y="948612"/>
                  </a:lnTo>
                  <a:lnTo>
                    <a:pt x="1211117" y="946023"/>
                  </a:lnTo>
                  <a:lnTo>
                    <a:pt x="1213706" y="948612"/>
                  </a:lnTo>
                  <a:lnTo>
                    <a:pt x="1213706" y="951057"/>
                  </a:lnTo>
                  <a:lnTo>
                    <a:pt x="1218884" y="951057"/>
                  </a:lnTo>
                  <a:lnTo>
                    <a:pt x="1218884" y="948612"/>
                  </a:lnTo>
                  <a:lnTo>
                    <a:pt x="1223774" y="943578"/>
                  </a:lnTo>
                  <a:lnTo>
                    <a:pt x="1226364" y="946023"/>
                  </a:lnTo>
                  <a:lnTo>
                    <a:pt x="1228809" y="948612"/>
                  </a:lnTo>
                  <a:lnTo>
                    <a:pt x="1231542" y="946023"/>
                  </a:lnTo>
                  <a:lnTo>
                    <a:pt x="1231542" y="951057"/>
                  </a:lnTo>
                  <a:lnTo>
                    <a:pt x="1233987" y="951057"/>
                  </a:lnTo>
                  <a:lnTo>
                    <a:pt x="1239021" y="951057"/>
                  </a:lnTo>
                  <a:lnTo>
                    <a:pt x="1241754" y="961270"/>
                  </a:lnTo>
                  <a:lnTo>
                    <a:pt x="1239021" y="964003"/>
                  </a:lnTo>
                  <a:lnTo>
                    <a:pt x="1236576" y="964003"/>
                  </a:lnTo>
                  <a:lnTo>
                    <a:pt x="1231542" y="966448"/>
                  </a:lnTo>
                  <a:lnTo>
                    <a:pt x="1231542" y="968893"/>
                  </a:lnTo>
                  <a:lnTo>
                    <a:pt x="1231542" y="971482"/>
                  </a:lnTo>
                  <a:lnTo>
                    <a:pt x="1233987" y="971482"/>
                  </a:lnTo>
                  <a:lnTo>
                    <a:pt x="1231542" y="974215"/>
                  </a:lnTo>
                  <a:lnTo>
                    <a:pt x="1228809" y="976661"/>
                  </a:lnTo>
                  <a:lnTo>
                    <a:pt x="1231542" y="981695"/>
                  </a:lnTo>
                  <a:lnTo>
                    <a:pt x="1231542" y="986873"/>
                  </a:lnTo>
                  <a:lnTo>
                    <a:pt x="1228809" y="994640"/>
                  </a:lnTo>
                  <a:lnTo>
                    <a:pt x="1226364" y="994640"/>
                  </a:lnTo>
                  <a:lnTo>
                    <a:pt x="1223774" y="991907"/>
                  </a:lnTo>
                  <a:lnTo>
                    <a:pt x="1221329" y="991907"/>
                  </a:lnTo>
                  <a:lnTo>
                    <a:pt x="1218884" y="991907"/>
                  </a:lnTo>
                  <a:lnTo>
                    <a:pt x="1221329" y="994640"/>
                  </a:lnTo>
                  <a:lnTo>
                    <a:pt x="1216151" y="994640"/>
                  </a:lnTo>
                  <a:lnTo>
                    <a:pt x="1216151" y="991907"/>
                  </a:lnTo>
                  <a:lnTo>
                    <a:pt x="1213706" y="991907"/>
                  </a:lnTo>
                  <a:lnTo>
                    <a:pt x="1211117" y="994640"/>
                  </a:lnTo>
                  <a:lnTo>
                    <a:pt x="1208671" y="994640"/>
                  </a:lnTo>
                  <a:lnTo>
                    <a:pt x="1205938" y="991907"/>
                  </a:lnTo>
                  <a:lnTo>
                    <a:pt x="1203349" y="989318"/>
                  </a:lnTo>
                  <a:lnTo>
                    <a:pt x="1203349" y="991907"/>
                  </a:lnTo>
                  <a:lnTo>
                    <a:pt x="1200904" y="991907"/>
                  </a:lnTo>
                  <a:lnTo>
                    <a:pt x="1200904" y="989318"/>
                  </a:lnTo>
                  <a:lnTo>
                    <a:pt x="1198459" y="989318"/>
                  </a:lnTo>
                  <a:lnTo>
                    <a:pt x="1193137" y="989318"/>
                  </a:lnTo>
                  <a:lnTo>
                    <a:pt x="1185513" y="989318"/>
                  </a:lnTo>
                  <a:lnTo>
                    <a:pt x="1180479" y="991907"/>
                  </a:lnTo>
                  <a:lnTo>
                    <a:pt x="1178034" y="991907"/>
                  </a:lnTo>
                  <a:lnTo>
                    <a:pt x="1175301" y="991907"/>
                  </a:lnTo>
                  <a:lnTo>
                    <a:pt x="1172856" y="989318"/>
                  </a:lnTo>
                  <a:lnTo>
                    <a:pt x="1172856" y="991907"/>
                  </a:lnTo>
                  <a:lnTo>
                    <a:pt x="1170267" y="991907"/>
                  </a:lnTo>
                  <a:lnTo>
                    <a:pt x="1160054" y="991907"/>
                  </a:lnTo>
                  <a:lnTo>
                    <a:pt x="1157609" y="989318"/>
                  </a:lnTo>
                  <a:lnTo>
                    <a:pt x="1154876" y="991907"/>
                  </a:lnTo>
                  <a:lnTo>
                    <a:pt x="1152431" y="989318"/>
                  </a:lnTo>
                  <a:lnTo>
                    <a:pt x="1149842" y="989318"/>
                  </a:lnTo>
                  <a:lnTo>
                    <a:pt x="1149842" y="986873"/>
                  </a:lnTo>
                  <a:lnTo>
                    <a:pt x="1147396" y="986873"/>
                  </a:lnTo>
                  <a:lnTo>
                    <a:pt x="1147396" y="984428"/>
                  </a:lnTo>
                  <a:lnTo>
                    <a:pt x="1147396" y="981695"/>
                  </a:lnTo>
                  <a:lnTo>
                    <a:pt x="1142218" y="974215"/>
                  </a:lnTo>
                  <a:lnTo>
                    <a:pt x="1139629" y="971482"/>
                  </a:lnTo>
                  <a:lnTo>
                    <a:pt x="1139629" y="968893"/>
                  </a:lnTo>
                  <a:lnTo>
                    <a:pt x="1142218" y="968893"/>
                  </a:lnTo>
                  <a:lnTo>
                    <a:pt x="1139629" y="966448"/>
                  </a:lnTo>
                  <a:lnTo>
                    <a:pt x="1139629" y="964003"/>
                  </a:lnTo>
                  <a:lnTo>
                    <a:pt x="1142218" y="961270"/>
                  </a:lnTo>
                  <a:lnTo>
                    <a:pt x="1142218" y="956236"/>
                  </a:lnTo>
                  <a:lnTo>
                    <a:pt x="1144951" y="953790"/>
                  </a:lnTo>
                  <a:lnTo>
                    <a:pt x="1147396" y="956236"/>
                  </a:lnTo>
                  <a:lnTo>
                    <a:pt x="1147396" y="951057"/>
                  </a:lnTo>
                  <a:lnTo>
                    <a:pt x="1149842" y="951057"/>
                  </a:lnTo>
                  <a:lnTo>
                    <a:pt x="1152431" y="948612"/>
                  </a:lnTo>
                  <a:lnTo>
                    <a:pt x="1157609" y="946023"/>
                  </a:lnTo>
                  <a:lnTo>
                    <a:pt x="1160054" y="946023"/>
                  </a:lnTo>
                  <a:lnTo>
                    <a:pt x="1160054" y="943578"/>
                  </a:lnTo>
                  <a:lnTo>
                    <a:pt x="1162643" y="946023"/>
                  </a:lnTo>
                  <a:lnTo>
                    <a:pt x="1165088" y="946023"/>
                  </a:lnTo>
                  <a:lnTo>
                    <a:pt x="1162643" y="943578"/>
                  </a:lnTo>
                  <a:close/>
                  <a:moveTo>
                    <a:pt x="1132006" y="930633"/>
                  </a:moveTo>
                  <a:lnTo>
                    <a:pt x="1134739" y="930633"/>
                  </a:lnTo>
                  <a:lnTo>
                    <a:pt x="1132006" y="932071"/>
                  </a:lnTo>
                  <a:close/>
                  <a:moveTo>
                    <a:pt x="833685" y="930633"/>
                  </a:moveTo>
                  <a:lnTo>
                    <a:pt x="836274" y="930633"/>
                  </a:lnTo>
                  <a:lnTo>
                    <a:pt x="841452" y="930633"/>
                  </a:lnTo>
                  <a:lnTo>
                    <a:pt x="843898" y="930633"/>
                  </a:lnTo>
                  <a:lnTo>
                    <a:pt x="843898" y="933366"/>
                  </a:lnTo>
                  <a:lnTo>
                    <a:pt x="846487" y="935811"/>
                  </a:lnTo>
                  <a:lnTo>
                    <a:pt x="849220" y="935811"/>
                  </a:lnTo>
                  <a:lnTo>
                    <a:pt x="849220" y="938400"/>
                  </a:lnTo>
                  <a:lnTo>
                    <a:pt x="854110" y="940845"/>
                  </a:lnTo>
                  <a:lnTo>
                    <a:pt x="854110" y="943578"/>
                  </a:lnTo>
                  <a:lnTo>
                    <a:pt x="856699" y="948613"/>
                  </a:lnTo>
                  <a:lnTo>
                    <a:pt x="856699" y="951058"/>
                  </a:lnTo>
                  <a:lnTo>
                    <a:pt x="859144" y="953791"/>
                  </a:lnTo>
                  <a:lnTo>
                    <a:pt x="864323" y="971483"/>
                  </a:lnTo>
                  <a:lnTo>
                    <a:pt x="864323" y="974216"/>
                  </a:lnTo>
                  <a:lnTo>
                    <a:pt x="861877" y="976661"/>
                  </a:lnTo>
                  <a:lnTo>
                    <a:pt x="861877" y="979250"/>
                  </a:lnTo>
                  <a:lnTo>
                    <a:pt x="861877" y="981695"/>
                  </a:lnTo>
                  <a:lnTo>
                    <a:pt x="861877" y="984428"/>
                  </a:lnTo>
                  <a:lnTo>
                    <a:pt x="869357" y="984428"/>
                  </a:lnTo>
                  <a:lnTo>
                    <a:pt x="872090" y="989319"/>
                  </a:lnTo>
                  <a:lnTo>
                    <a:pt x="876980" y="994641"/>
                  </a:lnTo>
                  <a:lnTo>
                    <a:pt x="876980" y="999532"/>
                  </a:lnTo>
                  <a:lnTo>
                    <a:pt x="879570" y="1002120"/>
                  </a:lnTo>
                  <a:lnTo>
                    <a:pt x="876980" y="1004566"/>
                  </a:lnTo>
                  <a:lnTo>
                    <a:pt x="879570" y="1007299"/>
                  </a:lnTo>
                  <a:lnTo>
                    <a:pt x="882302" y="1012333"/>
                  </a:lnTo>
                  <a:lnTo>
                    <a:pt x="879570" y="1019957"/>
                  </a:lnTo>
                  <a:lnTo>
                    <a:pt x="874535" y="1024991"/>
                  </a:lnTo>
                  <a:lnTo>
                    <a:pt x="872090" y="1024991"/>
                  </a:lnTo>
                  <a:lnTo>
                    <a:pt x="869357" y="1027724"/>
                  </a:lnTo>
                  <a:lnTo>
                    <a:pt x="866768" y="1027724"/>
                  </a:lnTo>
                  <a:lnTo>
                    <a:pt x="864323" y="1027724"/>
                  </a:lnTo>
                  <a:lnTo>
                    <a:pt x="861877" y="1027724"/>
                  </a:lnTo>
                  <a:lnTo>
                    <a:pt x="861877" y="1022546"/>
                  </a:lnTo>
                  <a:lnTo>
                    <a:pt x="854110" y="1017511"/>
                  </a:lnTo>
                  <a:lnTo>
                    <a:pt x="851665" y="1017511"/>
                  </a:lnTo>
                  <a:lnTo>
                    <a:pt x="854110" y="1019957"/>
                  </a:lnTo>
                  <a:lnTo>
                    <a:pt x="851665" y="1019957"/>
                  </a:lnTo>
                  <a:lnTo>
                    <a:pt x="849220" y="1019957"/>
                  </a:lnTo>
                  <a:lnTo>
                    <a:pt x="849220" y="1012333"/>
                  </a:lnTo>
                  <a:lnTo>
                    <a:pt x="846487" y="1012333"/>
                  </a:lnTo>
                  <a:lnTo>
                    <a:pt x="843898" y="1012333"/>
                  </a:lnTo>
                  <a:lnTo>
                    <a:pt x="843898" y="1009744"/>
                  </a:lnTo>
                  <a:lnTo>
                    <a:pt x="849220" y="1009744"/>
                  </a:lnTo>
                  <a:lnTo>
                    <a:pt x="846487" y="1004566"/>
                  </a:lnTo>
                  <a:lnTo>
                    <a:pt x="841452" y="994641"/>
                  </a:lnTo>
                  <a:lnTo>
                    <a:pt x="843898" y="994641"/>
                  </a:lnTo>
                  <a:lnTo>
                    <a:pt x="841452" y="989319"/>
                  </a:lnTo>
                  <a:lnTo>
                    <a:pt x="843898" y="989319"/>
                  </a:lnTo>
                  <a:lnTo>
                    <a:pt x="843898" y="986874"/>
                  </a:lnTo>
                  <a:lnTo>
                    <a:pt x="841452" y="986874"/>
                  </a:lnTo>
                  <a:lnTo>
                    <a:pt x="841452" y="984428"/>
                  </a:lnTo>
                  <a:lnTo>
                    <a:pt x="839007" y="981695"/>
                  </a:lnTo>
                  <a:lnTo>
                    <a:pt x="841452" y="979250"/>
                  </a:lnTo>
                  <a:lnTo>
                    <a:pt x="839007" y="976661"/>
                  </a:lnTo>
                  <a:lnTo>
                    <a:pt x="839007" y="974216"/>
                  </a:lnTo>
                  <a:lnTo>
                    <a:pt x="839007" y="971483"/>
                  </a:lnTo>
                  <a:lnTo>
                    <a:pt x="839007" y="968894"/>
                  </a:lnTo>
                  <a:lnTo>
                    <a:pt x="841452" y="968894"/>
                  </a:lnTo>
                  <a:lnTo>
                    <a:pt x="843898" y="966449"/>
                  </a:lnTo>
                  <a:lnTo>
                    <a:pt x="839007" y="964003"/>
                  </a:lnTo>
                  <a:lnTo>
                    <a:pt x="836274" y="964003"/>
                  </a:lnTo>
                  <a:lnTo>
                    <a:pt x="836274" y="961270"/>
                  </a:lnTo>
                  <a:lnTo>
                    <a:pt x="839007" y="961270"/>
                  </a:lnTo>
                  <a:lnTo>
                    <a:pt x="839007" y="958825"/>
                  </a:lnTo>
                  <a:lnTo>
                    <a:pt x="836274" y="956236"/>
                  </a:lnTo>
                  <a:lnTo>
                    <a:pt x="839007" y="953791"/>
                  </a:lnTo>
                  <a:lnTo>
                    <a:pt x="839007" y="948613"/>
                  </a:lnTo>
                  <a:lnTo>
                    <a:pt x="836274" y="943578"/>
                  </a:lnTo>
                  <a:lnTo>
                    <a:pt x="833685" y="938400"/>
                  </a:lnTo>
                  <a:lnTo>
                    <a:pt x="831240" y="935811"/>
                  </a:lnTo>
                  <a:close/>
                  <a:moveTo>
                    <a:pt x="1596747" y="927469"/>
                  </a:moveTo>
                  <a:lnTo>
                    <a:pt x="1594302" y="928763"/>
                  </a:lnTo>
                  <a:lnTo>
                    <a:pt x="1594302" y="933366"/>
                  </a:lnTo>
                  <a:lnTo>
                    <a:pt x="1599193" y="938401"/>
                  </a:lnTo>
                  <a:lnTo>
                    <a:pt x="1604515" y="940846"/>
                  </a:lnTo>
                  <a:lnTo>
                    <a:pt x="1606960" y="943579"/>
                  </a:lnTo>
                  <a:lnTo>
                    <a:pt x="1609405" y="943579"/>
                  </a:lnTo>
                  <a:lnTo>
                    <a:pt x="1606960" y="938401"/>
                  </a:lnTo>
                  <a:lnTo>
                    <a:pt x="1604515" y="938401"/>
                  </a:lnTo>
                  <a:lnTo>
                    <a:pt x="1604515" y="935811"/>
                  </a:lnTo>
                  <a:lnTo>
                    <a:pt x="1601925" y="933366"/>
                  </a:lnTo>
                  <a:lnTo>
                    <a:pt x="1599193" y="930633"/>
                  </a:lnTo>
                  <a:lnTo>
                    <a:pt x="1596747" y="930633"/>
                  </a:lnTo>
                  <a:close/>
                  <a:moveTo>
                    <a:pt x="951057" y="920420"/>
                  </a:moveTo>
                  <a:lnTo>
                    <a:pt x="953503" y="920420"/>
                  </a:lnTo>
                  <a:lnTo>
                    <a:pt x="958681" y="920420"/>
                  </a:lnTo>
                  <a:lnTo>
                    <a:pt x="966448" y="920420"/>
                  </a:lnTo>
                  <a:lnTo>
                    <a:pt x="971338" y="920420"/>
                  </a:lnTo>
                  <a:lnTo>
                    <a:pt x="979106" y="925598"/>
                  </a:lnTo>
                  <a:lnTo>
                    <a:pt x="981551" y="925598"/>
                  </a:lnTo>
                  <a:lnTo>
                    <a:pt x="986873" y="930632"/>
                  </a:lnTo>
                  <a:lnTo>
                    <a:pt x="994353" y="940845"/>
                  </a:lnTo>
                  <a:lnTo>
                    <a:pt x="994353" y="943578"/>
                  </a:lnTo>
                  <a:lnTo>
                    <a:pt x="994353" y="948612"/>
                  </a:lnTo>
                  <a:lnTo>
                    <a:pt x="989318" y="948612"/>
                  </a:lnTo>
                  <a:lnTo>
                    <a:pt x="986873" y="948612"/>
                  </a:lnTo>
                  <a:lnTo>
                    <a:pt x="984140" y="946023"/>
                  </a:lnTo>
                  <a:lnTo>
                    <a:pt x="981551" y="946023"/>
                  </a:lnTo>
                  <a:lnTo>
                    <a:pt x="976661" y="946023"/>
                  </a:lnTo>
                  <a:lnTo>
                    <a:pt x="976661" y="948612"/>
                  </a:lnTo>
                  <a:lnTo>
                    <a:pt x="973928" y="948612"/>
                  </a:lnTo>
                  <a:lnTo>
                    <a:pt x="971338" y="951057"/>
                  </a:lnTo>
                  <a:lnTo>
                    <a:pt x="966448" y="953790"/>
                  </a:lnTo>
                  <a:lnTo>
                    <a:pt x="963715" y="953790"/>
                  </a:lnTo>
                  <a:lnTo>
                    <a:pt x="961126" y="953790"/>
                  </a:lnTo>
                  <a:lnTo>
                    <a:pt x="958681" y="953790"/>
                  </a:lnTo>
                  <a:lnTo>
                    <a:pt x="953503" y="946023"/>
                  </a:lnTo>
                  <a:lnTo>
                    <a:pt x="948468" y="943578"/>
                  </a:lnTo>
                  <a:lnTo>
                    <a:pt x="948468" y="940845"/>
                  </a:lnTo>
                  <a:lnTo>
                    <a:pt x="948468" y="938400"/>
                  </a:lnTo>
                  <a:lnTo>
                    <a:pt x="946023" y="935811"/>
                  </a:lnTo>
                  <a:lnTo>
                    <a:pt x="946023" y="933365"/>
                  </a:lnTo>
                  <a:lnTo>
                    <a:pt x="946023" y="930632"/>
                  </a:lnTo>
                  <a:lnTo>
                    <a:pt x="948468" y="925598"/>
                  </a:lnTo>
                  <a:lnTo>
                    <a:pt x="948468" y="923153"/>
                  </a:lnTo>
                  <a:close/>
                  <a:moveTo>
                    <a:pt x="1091156" y="874680"/>
                  </a:moveTo>
                  <a:lnTo>
                    <a:pt x="1096334" y="877125"/>
                  </a:lnTo>
                  <a:lnTo>
                    <a:pt x="1093889" y="879858"/>
                  </a:lnTo>
                  <a:lnTo>
                    <a:pt x="1091156" y="879858"/>
                  </a:lnTo>
                  <a:close/>
                  <a:moveTo>
                    <a:pt x="1721023" y="872091"/>
                  </a:moveTo>
                  <a:lnTo>
                    <a:pt x="1723469" y="877125"/>
                  </a:lnTo>
                  <a:lnTo>
                    <a:pt x="1723469" y="879858"/>
                  </a:lnTo>
                  <a:lnTo>
                    <a:pt x="1721023" y="882303"/>
                  </a:lnTo>
                  <a:lnTo>
                    <a:pt x="1721023" y="884893"/>
                  </a:lnTo>
                  <a:lnTo>
                    <a:pt x="1718434" y="884893"/>
                  </a:lnTo>
                  <a:lnTo>
                    <a:pt x="1718434" y="887338"/>
                  </a:lnTo>
                  <a:lnTo>
                    <a:pt x="1713256" y="877125"/>
                  </a:lnTo>
                  <a:lnTo>
                    <a:pt x="1715989" y="874680"/>
                  </a:lnTo>
                  <a:close/>
                  <a:moveTo>
                    <a:pt x="1193137" y="869646"/>
                  </a:moveTo>
                  <a:lnTo>
                    <a:pt x="1198459" y="872091"/>
                  </a:lnTo>
                  <a:lnTo>
                    <a:pt x="1200905" y="877126"/>
                  </a:lnTo>
                  <a:lnTo>
                    <a:pt x="1200905" y="882304"/>
                  </a:lnTo>
                  <a:lnTo>
                    <a:pt x="1200905" y="887338"/>
                  </a:lnTo>
                  <a:lnTo>
                    <a:pt x="1198459" y="884893"/>
                  </a:lnTo>
                  <a:lnTo>
                    <a:pt x="1195726" y="884893"/>
                  </a:lnTo>
                  <a:lnTo>
                    <a:pt x="1193137" y="879858"/>
                  </a:lnTo>
                  <a:lnTo>
                    <a:pt x="1190692" y="877126"/>
                  </a:lnTo>
                  <a:lnTo>
                    <a:pt x="1190692" y="874680"/>
                  </a:lnTo>
                  <a:lnTo>
                    <a:pt x="1190692" y="872091"/>
                  </a:lnTo>
                  <a:close/>
                  <a:moveTo>
                    <a:pt x="973927" y="869646"/>
                  </a:moveTo>
                  <a:lnTo>
                    <a:pt x="976660" y="872091"/>
                  </a:lnTo>
                  <a:lnTo>
                    <a:pt x="979106" y="877126"/>
                  </a:lnTo>
                  <a:lnTo>
                    <a:pt x="979106" y="879858"/>
                  </a:lnTo>
                  <a:lnTo>
                    <a:pt x="979106" y="882304"/>
                  </a:lnTo>
                  <a:lnTo>
                    <a:pt x="976660" y="884893"/>
                  </a:lnTo>
                  <a:lnTo>
                    <a:pt x="973927" y="882304"/>
                  </a:lnTo>
                  <a:lnTo>
                    <a:pt x="968893" y="882304"/>
                  </a:lnTo>
                  <a:lnTo>
                    <a:pt x="971338" y="877126"/>
                  </a:lnTo>
                  <a:lnTo>
                    <a:pt x="971338" y="874680"/>
                  </a:lnTo>
                  <a:lnTo>
                    <a:pt x="971338" y="872091"/>
                  </a:lnTo>
                  <a:close/>
                  <a:moveTo>
                    <a:pt x="938256" y="861878"/>
                  </a:moveTo>
                  <a:lnTo>
                    <a:pt x="940845" y="861878"/>
                  </a:lnTo>
                  <a:lnTo>
                    <a:pt x="943290" y="866912"/>
                  </a:lnTo>
                  <a:lnTo>
                    <a:pt x="943290" y="872090"/>
                  </a:lnTo>
                  <a:lnTo>
                    <a:pt x="933077" y="884892"/>
                  </a:lnTo>
                  <a:lnTo>
                    <a:pt x="928043" y="884892"/>
                  </a:lnTo>
                  <a:lnTo>
                    <a:pt x="925598" y="879858"/>
                  </a:lnTo>
                  <a:lnTo>
                    <a:pt x="928043" y="874680"/>
                  </a:lnTo>
                  <a:lnTo>
                    <a:pt x="928043" y="872090"/>
                  </a:lnTo>
                  <a:lnTo>
                    <a:pt x="935810" y="866912"/>
                  </a:lnTo>
                  <a:lnTo>
                    <a:pt x="935810" y="864467"/>
                  </a:lnTo>
                  <a:close/>
                  <a:moveTo>
                    <a:pt x="1369915" y="819590"/>
                  </a:moveTo>
                  <a:lnTo>
                    <a:pt x="1369915" y="821028"/>
                  </a:lnTo>
                  <a:lnTo>
                    <a:pt x="1370921" y="823761"/>
                  </a:lnTo>
                  <a:close/>
                  <a:moveTo>
                    <a:pt x="1368764" y="814700"/>
                  </a:moveTo>
                  <a:lnTo>
                    <a:pt x="1367469" y="816138"/>
                  </a:lnTo>
                  <a:lnTo>
                    <a:pt x="1369627" y="818296"/>
                  </a:lnTo>
                  <a:close/>
                  <a:moveTo>
                    <a:pt x="1083676" y="787945"/>
                  </a:moveTo>
                  <a:lnTo>
                    <a:pt x="1088711" y="787945"/>
                  </a:lnTo>
                  <a:lnTo>
                    <a:pt x="1093889" y="787945"/>
                  </a:lnTo>
                  <a:lnTo>
                    <a:pt x="1096334" y="787945"/>
                  </a:lnTo>
                  <a:lnTo>
                    <a:pt x="1104101" y="790534"/>
                  </a:lnTo>
                  <a:lnTo>
                    <a:pt x="1106547" y="792979"/>
                  </a:lnTo>
                  <a:lnTo>
                    <a:pt x="1108992" y="792979"/>
                  </a:lnTo>
                  <a:lnTo>
                    <a:pt x="1121793" y="800747"/>
                  </a:lnTo>
                  <a:lnTo>
                    <a:pt x="1124526" y="805925"/>
                  </a:lnTo>
                  <a:lnTo>
                    <a:pt x="1132006" y="808370"/>
                  </a:lnTo>
                  <a:lnTo>
                    <a:pt x="1134739" y="808370"/>
                  </a:lnTo>
                  <a:lnTo>
                    <a:pt x="1139629" y="818583"/>
                  </a:lnTo>
                  <a:lnTo>
                    <a:pt x="1142218" y="816137"/>
                  </a:lnTo>
                  <a:lnTo>
                    <a:pt x="1144951" y="818583"/>
                  </a:lnTo>
                  <a:lnTo>
                    <a:pt x="1144951" y="821028"/>
                  </a:lnTo>
                  <a:lnTo>
                    <a:pt x="1142218" y="826062"/>
                  </a:lnTo>
                  <a:lnTo>
                    <a:pt x="1142218" y="831240"/>
                  </a:lnTo>
                  <a:lnTo>
                    <a:pt x="1147397" y="833829"/>
                  </a:lnTo>
                  <a:lnTo>
                    <a:pt x="1149842" y="839008"/>
                  </a:lnTo>
                  <a:lnTo>
                    <a:pt x="1152431" y="839008"/>
                  </a:lnTo>
                  <a:lnTo>
                    <a:pt x="1152431" y="836275"/>
                  </a:lnTo>
                  <a:lnTo>
                    <a:pt x="1154876" y="836275"/>
                  </a:lnTo>
                  <a:lnTo>
                    <a:pt x="1157609" y="836275"/>
                  </a:lnTo>
                  <a:lnTo>
                    <a:pt x="1157609" y="833829"/>
                  </a:lnTo>
                  <a:lnTo>
                    <a:pt x="1160054" y="833829"/>
                  </a:lnTo>
                  <a:lnTo>
                    <a:pt x="1162643" y="833829"/>
                  </a:lnTo>
                  <a:lnTo>
                    <a:pt x="1165089" y="836275"/>
                  </a:lnTo>
                  <a:lnTo>
                    <a:pt x="1167822" y="836275"/>
                  </a:lnTo>
                  <a:lnTo>
                    <a:pt x="1167822" y="839008"/>
                  </a:lnTo>
                  <a:lnTo>
                    <a:pt x="1172856" y="841453"/>
                  </a:lnTo>
                  <a:lnTo>
                    <a:pt x="1172856" y="844042"/>
                  </a:lnTo>
                  <a:lnTo>
                    <a:pt x="1175301" y="844042"/>
                  </a:lnTo>
                  <a:lnTo>
                    <a:pt x="1178034" y="846487"/>
                  </a:lnTo>
                  <a:lnTo>
                    <a:pt x="1183068" y="851665"/>
                  </a:lnTo>
                  <a:lnTo>
                    <a:pt x="1185514" y="854254"/>
                  </a:lnTo>
                  <a:lnTo>
                    <a:pt x="1185514" y="859433"/>
                  </a:lnTo>
                  <a:lnTo>
                    <a:pt x="1180479" y="864467"/>
                  </a:lnTo>
                  <a:lnTo>
                    <a:pt x="1178034" y="866912"/>
                  </a:lnTo>
                  <a:lnTo>
                    <a:pt x="1175301" y="866912"/>
                  </a:lnTo>
                  <a:lnTo>
                    <a:pt x="1175301" y="872090"/>
                  </a:lnTo>
                  <a:lnTo>
                    <a:pt x="1170267" y="874679"/>
                  </a:lnTo>
                  <a:lnTo>
                    <a:pt x="1167822" y="877125"/>
                  </a:lnTo>
                  <a:lnTo>
                    <a:pt x="1167822" y="879858"/>
                  </a:lnTo>
                  <a:lnTo>
                    <a:pt x="1172856" y="879858"/>
                  </a:lnTo>
                  <a:lnTo>
                    <a:pt x="1178034" y="884892"/>
                  </a:lnTo>
                  <a:lnTo>
                    <a:pt x="1178034" y="887337"/>
                  </a:lnTo>
                  <a:lnTo>
                    <a:pt x="1180479" y="890070"/>
                  </a:lnTo>
                  <a:lnTo>
                    <a:pt x="1180479" y="892515"/>
                  </a:lnTo>
                  <a:lnTo>
                    <a:pt x="1183068" y="892515"/>
                  </a:lnTo>
                  <a:lnTo>
                    <a:pt x="1183068" y="895104"/>
                  </a:lnTo>
                  <a:lnTo>
                    <a:pt x="1183068" y="897550"/>
                  </a:lnTo>
                  <a:lnTo>
                    <a:pt x="1183068" y="902728"/>
                  </a:lnTo>
                  <a:lnTo>
                    <a:pt x="1183068" y="905173"/>
                  </a:lnTo>
                  <a:lnTo>
                    <a:pt x="1183068" y="907762"/>
                  </a:lnTo>
                  <a:lnTo>
                    <a:pt x="1178034" y="917975"/>
                  </a:lnTo>
                  <a:lnTo>
                    <a:pt x="1170267" y="915386"/>
                  </a:lnTo>
                  <a:lnTo>
                    <a:pt x="1167822" y="915386"/>
                  </a:lnTo>
                  <a:lnTo>
                    <a:pt x="1167822" y="917975"/>
                  </a:lnTo>
                  <a:lnTo>
                    <a:pt x="1165089" y="920420"/>
                  </a:lnTo>
                  <a:lnTo>
                    <a:pt x="1162643" y="920420"/>
                  </a:lnTo>
                  <a:lnTo>
                    <a:pt x="1157609" y="923153"/>
                  </a:lnTo>
                  <a:lnTo>
                    <a:pt x="1154876" y="925598"/>
                  </a:lnTo>
                  <a:lnTo>
                    <a:pt x="1152431" y="925598"/>
                  </a:lnTo>
                  <a:lnTo>
                    <a:pt x="1152431" y="928187"/>
                  </a:lnTo>
                  <a:lnTo>
                    <a:pt x="1149842" y="930633"/>
                  </a:lnTo>
                  <a:lnTo>
                    <a:pt x="1142218" y="930633"/>
                  </a:lnTo>
                  <a:lnTo>
                    <a:pt x="1142218" y="933365"/>
                  </a:lnTo>
                  <a:lnTo>
                    <a:pt x="1139629" y="933365"/>
                  </a:lnTo>
                  <a:lnTo>
                    <a:pt x="1137184" y="930633"/>
                  </a:lnTo>
                  <a:lnTo>
                    <a:pt x="1137184" y="928187"/>
                  </a:lnTo>
                  <a:lnTo>
                    <a:pt x="1134739" y="925598"/>
                  </a:lnTo>
                  <a:lnTo>
                    <a:pt x="1132006" y="925598"/>
                  </a:lnTo>
                  <a:lnTo>
                    <a:pt x="1129561" y="930633"/>
                  </a:lnTo>
                  <a:lnTo>
                    <a:pt x="1126972" y="930633"/>
                  </a:lnTo>
                  <a:lnTo>
                    <a:pt x="1129561" y="933365"/>
                  </a:lnTo>
                  <a:lnTo>
                    <a:pt x="1132006" y="932071"/>
                  </a:lnTo>
                  <a:lnTo>
                    <a:pt x="1132006" y="933365"/>
                  </a:lnTo>
                  <a:lnTo>
                    <a:pt x="1132006" y="935811"/>
                  </a:lnTo>
                  <a:lnTo>
                    <a:pt x="1126972" y="935811"/>
                  </a:lnTo>
                  <a:lnTo>
                    <a:pt x="1124526" y="935811"/>
                  </a:lnTo>
                  <a:lnTo>
                    <a:pt x="1126972" y="940845"/>
                  </a:lnTo>
                  <a:lnTo>
                    <a:pt x="1124526" y="940845"/>
                  </a:lnTo>
                  <a:lnTo>
                    <a:pt x="1124526" y="943578"/>
                  </a:lnTo>
                  <a:lnTo>
                    <a:pt x="1119348" y="940845"/>
                  </a:lnTo>
                  <a:lnTo>
                    <a:pt x="1116759" y="940845"/>
                  </a:lnTo>
                  <a:lnTo>
                    <a:pt x="1114314" y="940845"/>
                  </a:lnTo>
                  <a:lnTo>
                    <a:pt x="1114314" y="938400"/>
                  </a:lnTo>
                  <a:lnTo>
                    <a:pt x="1114314" y="933365"/>
                  </a:lnTo>
                  <a:lnTo>
                    <a:pt x="1114314" y="930633"/>
                  </a:lnTo>
                  <a:lnTo>
                    <a:pt x="1116759" y="923153"/>
                  </a:lnTo>
                  <a:lnTo>
                    <a:pt x="1114314" y="920420"/>
                  </a:lnTo>
                  <a:lnTo>
                    <a:pt x="1108992" y="917975"/>
                  </a:lnTo>
                  <a:lnTo>
                    <a:pt x="1101368" y="910495"/>
                  </a:lnTo>
                  <a:lnTo>
                    <a:pt x="1096334" y="907762"/>
                  </a:lnTo>
                  <a:lnTo>
                    <a:pt x="1096334" y="905173"/>
                  </a:lnTo>
                  <a:lnTo>
                    <a:pt x="1096334" y="902728"/>
                  </a:lnTo>
                  <a:lnTo>
                    <a:pt x="1096334" y="900283"/>
                  </a:lnTo>
                  <a:lnTo>
                    <a:pt x="1098923" y="897550"/>
                  </a:lnTo>
                  <a:lnTo>
                    <a:pt x="1106547" y="900283"/>
                  </a:lnTo>
                  <a:lnTo>
                    <a:pt x="1114314" y="900283"/>
                  </a:lnTo>
                  <a:lnTo>
                    <a:pt x="1121793" y="900283"/>
                  </a:lnTo>
                  <a:lnTo>
                    <a:pt x="1124526" y="897550"/>
                  </a:lnTo>
                  <a:lnTo>
                    <a:pt x="1121793" y="897550"/>
                  </a:lnTo>
                  <a:lnTo>
                    <a:pt x="1121793" y="895104"/>
                  </a:lnTo>
                  <a:lnTo>
                    <a:pt x="1121793" y="892515"/>
                  </a:lnTo>
                  <a:lnTo>
                    <a:pt x="1111581" y="884892"/>
                  </a:lnTo>
                  <a:lnTo>
                    <a:pt x="1108992" y="882303"/>
                  </a:lnTo>
                  <a:lnTo>
                    <a:pt x="1108992" y="879858"/>
                  </a:lnTo>
                  <a:lnTo>
                    <a:pt x="1101368" y="882303"/>
                  </a:lnTo>
                  <a:lnTo>
                    <a:pt x="1096334" y="877125"/>
                  </a:lnTo>
                  <a:lnTo>
                    <a:pt x="1093889" y="874679"/>
                  </a:lnTo>
                  <a:lnTo>
                    <a:pt x="1093889" y="872090"/>
                  </a:lnTo>
                  <a:lnTo>
                    <a:pt x="1093889" y="869645"/>
                  </a:lnTo>
                  <a:lnTo>
                    <a:pt x="1091156" y="866912"/>
                  </a:lnTo>
                  <a:lnTo>
                    <a:pt x="1088711" y="866912"/>
                  </a:lnTo>
                  <a:lnTo>
                    <a:pt x="1086122" y="864467"/>
                  </a:lnTo>
                  <a:lnTo>
                    <a:pt x="1088711" y="864467"/>
                  </a:lnTo>
                  <a:lnTo>
                    <a:pt x="1088711" y="859433"/>
                  </a:lnTo>
                  <a:lnTo>
                    <a:pt x="1083676" y="856700"/>
                  </a:lnTo>
                  <a:lnTo>
                    <a:pt x="1086122" y="854254"/>
                  </a:lnTo>
                  <a:lnTo>
                    <a:pt x="1086122" y="851665"/>
                  </a:lnTo>
                  <a:lnTo>
                    <a:pt x="1086122" y="849220"/>
                  </a:lnTo>
                  <a:lnTo>
                    <a:pt x="1080943" y="846487"/>
                  </a:lnTo>
                  <a:lnTo>
                    <a:pt x="1078498" y="844042"/>
                  </a:lnTo>
                  <a:lnTo>
                    <a:pt x="1075909" y="841453"/>
                  </a:lnTo>
                  <a:lnTo>
                    <a:pt x="1075909" y="836275"/>
                  </a:lnTo>
                  <a:lnTo>
                    <a:pt x="1075909" y="833829"/>
                  </a:lnTo>
                  <a:lnTo>
                    <a:pt x="1078498" y="833829"/>
                  </a:lnTo>
                  <a:lnTo>
                    <a:pt x="1078498" y="831240"/>
                  </a:lnTo>
                  <a:lnTo>
                    <a:pt x="1080943" y="831240"/>
                  </a:lnTo>
                  <a:lnTo>
                    <a:pt x="1088711" y="831240"/>
                  </a:lnTo>
                  <a:lnTo>
                    <a:pt x="1088711" y="828795"/>
                  </a:lnTo>
                  <a:lnTo>
                    <a:pt x="1086122" y="828795"/>
                  </a:lnTo>
                  <a:lnTo>
                    <a:pt x="1088711" y="826062"/>
                  </a:lnTo>
                  <a:lnTo>
                    <a:pt x="1086122" y="823617"/>
                  </a:lnTo>
                  <a:lnTo>
                    <a:pt x="1086122" y="821028"/>
                  </a:lnTo>
                  <a:lnTo>
                    <a:pt x="1083676" y="821028"/>
                  </a:lnTo>
                  <a:lnTo>
                    <a:pt x="1080943" y="816137"/>
                  </a:lnTo>
                  <a:lnTo>
                    <a:pt x="1078498" y="813404"/>
                  </a:lnTo>
                  <a:lnTo>
                    <a:pt x="1080943" y="805925"/>
                  </a:lnTo>
                  <a:lnTo>
                    <a:pt x="1080943" y="803192"/>
                  </a:lnTo>
                  <a:lnTo>
                    <a:pt x="1078498" y="803192"/>
                  </a:lnTo>
                  <a:lnTo>
                    <a:pt x="1078498" y="800747"/>
                  </a:lnTo>
                  <a:lnTo>
                    <a:pt x="1080943" y="798157"/>
                  </a:lnTo>
                  <a:lnTo>
                    <a:pt x="1078498" y="795712"/>
                  </a:lnTo>
                  <a:lnTo>
                    <a:pt x="1080943" y="792979"/>
                  </a:lnTo>
                  <a:lnTo>
                    <a:pt x="1083676" y="790534"/>
                  </a:lnTo>
                  <a:close/>
                  <a:moveTo>
                    <a:pt x="1779709" y="716458"/>
                  </a:moveTo>
                  <a:lnTo>
                    <a:pt x="1787189" y="716458"/>
                  </a:lnTo>
                  <a:lnTo>
                    <a:pt x="1797401" y="721780"/>
                  </a:lnTo>
                  <a:lnTo>
                    <a:pt x="1797401" y="724225"/>
                  </a:lnTo>
                  <a:lnTo>
                    <a:pt x="1794956" y="724225"/>
                  </a:lnTo>
                  <a:lnTo>
                    <a:pt x="1794956" y="726814"/>
                  </a:lnTo>
                  <a:lnTo>
                    <a:pt x="1792511" y="729260"/>
                  </a:lnTo>
                  <a:lnTo>
                    <a:pt x="1789922" y="729260"/>
                  </a:lnTo>
                  <a:lnTo>
                    <a:pt x="1784743" y="726814"/>
                  </a:lnTo>
                  <a:lnTo>
                    <a:pt x="1779709" y="724225"/>
                  </a:lnTo>
                  <a:lnTo>
                    <a:pt x="1779709" y="721780"/>
                  </a:lnTo>
                  <a:close/>
                  <a:moveTo>
                    <a:pt x="923153" y="691142"/>
                  </a:moveTo>
                  <a:lnTo>
                    <a:pt x="923153" y="693587"/>
                  </a:lnTo>
                  <a:lnTo>
                    <a:pt x="925598" y="693587"/>
                  </a:lnTo>
                  <a:lnTo>
                    <a:pt x="928043" y="693587"/>
                  </a:lnTo>
                  <a:lnTo>
                    <a:pt x="928043" y="696176"/>
                  </a:lnTo>
                  <a:lnTo>
                    <a:pt x="930632" y="698622"/>
                  </a:lnTo>
                  <a:lnTo>
                    <a:pt x="935810" y="703800"/>
                  </a:lnTo>
                  <a:lnTo>
                    <a:pt x="940845" y="703800"/>
                  </a:lnTo>
                  <a:lnTo>
                    <a:pt x="943290" y="706245"/>
                  </a:lnTo>
                  <a:lnTo>
                    <a:pt x="946023" y="708834"/>
                  </a:lnTo>
                  <a:lnTo>
                    <a:pt x="946023" y="711567"/>
                  </a:lnTo>
                  <a:lnTo>
                    <a:pt x="948468" y="714012"/>
                  </a:lnTo>
                  <a:lnTo>
                    <a:pt x="951057" y="716458"/>
                  </a:lnTo>
                  <a:lnTo>
                    <a:pt x="951057" y="724225"/>
                  </a:lnTo>
                  <a:lnTo>
                    <a:pt x="951057" y="726814"/>
                  </a:lnTo>
                  <a:lnTo>
                    <a:pt x="953502" y="726814"/>
                  </a:lnTo>
                  <a:lnTo>
                    <a:pt x="956235" y="734437"/>
                  </a:lnTo>
                  <a:lnTo>
                    <a:pt x="956235" y="736883"/>
                  </a:lnTo>
                  <a:lnTo>
                    <a:pt x="956235" y="744650"/>
                  </a:lnTo>
                  <a:lnTo>
                    <a:pt x="956235" y="747095"/>
                  </a:lnTo>
                  <a:lnTo>
                    <a:pt x="953502" y="749684"/>
                  </a:lnTo>
                  <a:lnTo>
                    <a:pt x="953502" y="754862"/>
                  </a:lnTo>
                  <a:lnTo>
                    <a:pt x="951057" y="759897"/>
                  </a:lnTo>
                  <a:lnTo>
                    <a:pt x="956235" y="757308"/>
                  </a:lnTo>
                  <a:lnTo>
                    <a:pt x="958681" y="759897"/>
                  </a:lnTo>
                  <a:lnTo>
                    <a:pt x="956235" y="767520"/>
                  </a:lnTo>
                  <a:lnTo>
                    <a:pt x="956235" y="772554"/>
                  </a:lnTo>
                  <a:lnTo>
                    <a:pt x="958681" y="772554"/>
                  </a:lnTo>
                  <a:lnTo>
                    <a:pt x="963715" y="762342"/>
                  </a:lnTo>
                  <a:lnTo>
                    <a:pt x="963715" y="749684"/>
                  </a:lnTo>
                  <a:lnTo>
                    <a:pt x="966448" y="752129"/>
                  </a:lnTo>
                  <a:lnTo>
                    <a:pt x="968893" y="749684"/>
                  </a:lnTo>
                  <a:lnTo>
                    <a:pt x="971338" y="749684"/>
                  </a:lnTo>
                  <a:lnTo>
                    <a:pt x="973927" y="744650"/>
                  </a:lnTo>
                  <a:lnTo>
                    <a:pt x="976660" y="741917"/>
                  </a:lnTo>
                  <a:lnTo>
                    <a:pt x="979106" y="739472"/>
                  </a:lnTo>
                  <a:lnTo>
                    <a:pt x="984140" y="744650"/>
                  </a:lnTo>
                  <a:lnTo>
                    <a:pt x="984140" y="741917"/>
                  </a:lnTo>
                  <a:lnTo>
                    <a:pt x="989318" y="749684"/>
                  </a:lnTo>
                  <a:lnTo>
                    <a:pt x="994352" y="759897"/>
                  </a:lnTo>
                  <a:lnTo>
                    <a:pt x="997085" y="759897"/>
                  </a:lnTo>
                  <a:lnTo>
                    <a:pt x="999531" y="757308"/>
                  </a:lnTo>
                  <a:lnTo>
                    <a:pt x="999531" y="759897"/>
                  </a:lnTo>
                  <a:lnTo>
                    <a:pt x="1001976" y="762342"/>
                  </a:lnTo>
                  <a:lnTo>
                    <a:pt x="1001976" y="765075"/>
                  </a:lnTo>
                  <a:lnTo>
                    <a:pt x="999531" y="775287"/>
                  </a:lnTo>
                  <a:lnTo>
                    <a:pt x="997085" y="780322"/>
                  </a:lnTo>
                  <a:lnTo>
                    <a:pt x="997085" y="782767"/>
                  </a:lnTo>
                  <a:lnTo>
                    <a:pt x="994352" y="782767"/>
                  </a:lnTo>
                  <a:lnTo>
                    <a:pt x="994352" y="785500"/>
                  </a:lnTo>
                  <a:lnTo>
                    <a:pt x="999531" y="785500"/>
                  </a:lnTo>
                  <a:lnTo>
                    <a:pt x="1001976" y="787945"/>
                  </a:lnTo>
                  <a:lnTo>
                    <a:pt x="1001976" y="790534"/>
                  </a:lnTo>
                  <a:lnTo>
                    <a:pt x="1004565" y="790534"/>
                  </a:lnTo>
                  <a:lnTo>
                    <a:pt x="1007010" y="787945"/>
                  </a:lnTo>
                  <a:lnTo>
                    <a:pt x="1009743" y="787945"/>
                  </a:lnTo>
                  <a:lnTo>
                    <a:pt x="1012188" y="787945"/>
                  </a:lnTo>
                  <a:lnTo>
                    <a:pt x="1014777" y="782767"/>
                  </a:lnTo>
                  <a:lnTo>
                    <a:pt x="1017223" y="782767"/>
                  </a:lnTo>
                  <a:lnTo>
                    <a:pt x="1019956" y="782767"/>
                  </a:lnTo>
                  <a:lnTo>
                    <a:pt x="1022401" y="792979"/>
                  </a:lnTo>
                  <a:lnTo>
                    <a:pt x="1030168" y="798158"/>
                  </a:lnTo>
                  <a:lnTo>
                    <a:pt x="1032613" y="803192"/>
                  </a:lnTo>
                  <a:lnTo>
                    <a:pt x="1032613" y="805925"/>
                  </a:lnTo>
                  <a:lnTo>
                    <a:pt x="1032613" y="808370"/>
                  </a:lnTo>
                  <a:lnTo>
                    <a:pt x="1030168" y="808370"/>
                  </a:lnTo>
                  <a:lnTo>
                    <a:pt x="1030168" y="810959"/>
                  </a:lnTo>
                  <a:lnTo>
                    <a:pt x="1027435" y="810959"/>
                  </a:lnTo>
                  <a:lnTo>
                    <a:pt x="1027435" y="813404"/>
                  </a:lnTo>
                  <a:lnTo>
                    <a:pt x="1027435" y="816137"/>
                  </a:lnTo>
                  <a:lnTo>
                    <a:pt x="1030168" y="816137"/>
                  </a:lnTo>
                  <a:lnTo>
                    <a:pt x="1032613" y="813404"/>
                  </a:lnTo>
                  <a:lnTo>
                    <a:pt x="1035202" y="813404"/>
                  </a:lnTo>
                  <a:lnTo>
                    <a:pt x="1037648" y="816137"/>
                  </a:lnTo>
                  <a:lnTo>
                    <a:pt x="1037648" y="818583"/>
                  </a:lnTo>
                  <a:lnTo>
                    <a:pt x="1040381" y="818583"/>
                  </a:lnTo>
                  <a:lnTo>
                    <a:pt x="1045415" y="821028"/>
                  </a:lnTo>
                  <a:lnTo>
                    <a:pt x="1042826" y="823617"/>
                  </a:lnTo>
                  <a:lnTo>
                    <a:pt x="1040381" y="826062"/>
                  </a:lnTo>
                  <a:lnTo>
                    <a:pt x="1040381" y="831240"/>
                  </a:lnTo>
                  <a:lnTo>
                    <a:pt x="1040381" y="833829"/>
                  </a:lnTo>
                  <a:lnTo>
                    <a:pt x="1040381" y="836275"/>
                  </a:lnTo>
                  <a:lnTo>
                    <a:pt x="1032613" y="841453"/>
                  </a:lnTo>
                  <a:lnTo>
                    <a:pt x="1032613" y="844042"/>
                  </a:lnTo>
                  <a:lnTo>
                    <a:pt x="1035202" y="846487"/>
                  </a:lnTo>
                  <a:lnTo>
                    <a:pt x="1035202" y="849220"/>
                  </a:lnTo>
                  <a:lnTo>
                    <a:pt x="1035202" y="856700"/>
                  </a:lnTo>
                  <a:lnTo>
                    <a:pt x="1035202" y="859433"/>
                  </a:lnTo>
                  <a:lnTo>
                    <a:pt x="1035202" y="864467"/>
                  </a:lnTo>
                  <a:lnTo>
                    <a:pt x="1042826" y="866912"/>
                  </a:lnTo>
                  <a:lnTo>
                    <a:pt x="1045415" y="877125"/>
                  </a:lnTo>
                  <a:lnTo>
                    <a:pt x="1047860" y="882303"/>
                  </a:lnTo>
                  <a:lnTo>
                    <a:pt x="1050593" y="887337"/>
                  </a:lnTo>
                  <a:lnTo>
                    <a:pt x="1053038" y="890070"/>
                  </a:lnTo>
                  <a:lnTo>
                    <a:pt x="1053038" y="892515"/>
                  </a:lnTo>
                  <a:lnTo>
                    <a:pt x="1060806" y="900283"/>
                  </a:lnTo>
                  <a:lnTo>
                    <a:pt x="1060806" y="902728"/>
                  </a:lnTo>
                  <a:lnTo>
                    <a:pt x="1055484" y="910495"/>
                  </a:lnTo>
                  <a:lnTo>
                    <a:pt x="1055484" y="912940"/>
                  </a:lnTo>
                  <a:lnTo>
                    <a:pt x="1053038" y="915386"/>
                  </a:lnTo>
                  <a:lnTo>
                    <a:pt x="1053038" y="917975"/>
                  </a:lnTo>
                  <a:lnTo>
                    <a:pt x="1053038" y="920420"/>
                  </a:lnTo>
                  <a:lnTo>
                    <a:pt x="1053038" y="923153"/>
                  </a:lnTo>
                  <a:lnTo>
                    <a:pt x="1055484" y="925598"/>
                  </a:lnTo>
                  <a:lnTo>
                    <a:pt x="1050593" y="930633"/>
                  </a:lnTo>
                  <a:lnTo>
                    <a:pt x="1050593" y="933365"/>
                  </a:lnTo>
                  <a:lnTo>
                    <a:pt x="1047860" y="933365"/>
                  </a:lnTo>
                  <a:lnTo>
                    <a:pt x="1045415" y="935811"/>
                  </a:lnTo>
                  <a:lnTo>
                    <a:pt x="1040381" y="938400"/>
                  </a:lnTo>
                  <a:lnTo>
                    <a:pt x="1037648" y="938400"/>
                  </a:lnTo>
                  <a:lnTo>
                    <a:pt x="1037648" y="935811"/>
                  </a:lnTo>
                  <a:lnTo>
                    <a:pt x="1035202" y="938400"/>
                  </a:lnTo>
                  <a:lnTo>
                    <a:pt x="1030168" y="935811"/>
                  </a:lnTo>
                  <a:lnTo>
                    <a:pt x="1027435" y="940845"/>
                  </a:lnTo>
                  <a:lnTo>
                    <a:pt x="1024846" y="938400"/>
                  </a:lnTo>
                  <a:lnTo>
                    <a:pt x="1022401" y="938400"/>
                  </a:lnTo>
                  <a:lnTo>
                    <a:pt x="1019956" y="935811"/>
                  </a:lnTo>
                  <a:lnTo>
                    <a:pt x="1017223" y="935811"/>
                  </a:lnTo>
                  <a:lnTo>
                    <a:pt x="1014777" y="933365"/>
                  </a:lnTo>
                  <a:lnTo>
                    <a:pt x="1012188" y="930633"/>
                  </a:lnTo>
                  <a:lnTo>
                    <a:pt x="1009743" y="930633"/>
                  </a:lnTo>
                  <a:lnTo>
                    <a:pt x="1009743" y="928187"/>
                  </a:lnTo>
                  <a:lnTo>
                    <a:pt x="1007010" y="928187"/>
                  </a:lnTo>
                  <a:lnTo>
                    <a:pt x="1007010" y="923153"/>
                  </a:lnTo>
                  <a:lnTo>
                    <a:pt x="1004565" y="920420"/>
                  </a:lnTo>
                  <a:lnTo>
                    <a:pt x="1001976" y="915386"/>
                  </a:lnTo>
                  <a:lnTo>
                    <a:pt x="1001976" y="912940"/>
                  </a:lnTo>
                  <a:lnTo>
                    <a:pt x="1001976" y="910495"/>
                  </a:lnTo>
                  <a:lnTo>
                    <a:pt x="999531" y="905173"/>
                  </a:lnTo>
                  <a:lnTo>
                    <a:pt x="999531" y="902728"/>
                  </a:lnTo>
                  <a:lnTo>
                    <a:pt x="999531" y="900283"/>
                  </a:lnTo>
                  <a:lnTo>
                    <a:pt x="999531" y="897550"/>
                  </a:lnTo>
                  <a:lnTo>
                    <a:pt x="1001976" y="895105"/>
                  </a:lnTo>
                  <a:lnTo>
                    <a:pt x="999531" y="895105"/>
                  </a:lnTo>
                  <a:lnTo>
                    <a:pt x="999531" y="890070"/>
                  </a:lnTo>
                  <a:lnTo>
                    <a:pt x="997085" y="887337"/>
                  </a:lnTo>
                  <a:lnTo>
                    <a:pt x="994352" y="882303"/>
                  </a:lnTo>
                  <a:lnTo>
                    <a:pt x="997085" y="879858"/>
                  </a:lnTo>
                  <a:lnTo>
                    <a:pt x="994352" y="877125"/>
                  </a:lnTo>
                  <a:lnTo>
                    <a:pt x="991763" y="879858"/>
                  </a:lnTo>
                  <a:lnTo>
                    <a:pt x="989318" y="882303"/>
                  </a:lnTo>
                  <a:lnTo>
                    <a:pt x="986873" y="882303"/>
                  </a:lnTo>
                  <a:lnTo>
                    <a:pt x="984140" y="877125"/>
                  </a:lnTo>
                  <a:lnTo>
                    <a:pt x="984140" y="874680"/>
                  </a:lnTo>
                  <a:lnTo>
                    <a:pt x="984140" y="872090"/>
                  </a:lnTo>
                  <a:lnTo>
                    <a:pt x="979106" y="872090"/>
                  </a:lnTo>
                  <a:lnTo>
                    <a:pt x="976660" y="869645"/>
                  </a:lnTo>
                  <a:lnTo>
                    <a:pt x="973927" y="866912"/>
                  </a:lnTo>
                  <a:lnTo>
                    <a:pt x="971338" y="866912"/>
                  </a:lnTo>
                  <a:lnTo>
                    <a:pt x="968893" y="866912"/>
                  </a:lnTo>
                  <a:lnTo>
                    <a:pt x="966448" y="864467"/>
                  </a:lnTo>
                  <a:lnTo>
                    <a:pt x="966448" y="861878"/>
                  </a:lnTo>
                  <a:lnTo>
                    <a:pt x="963715" y="861878"/>
                  </a:lnTo>
                  <a:lnTo>
                    <a:pt x="961126" y="861878"/>
                  </a:lnTo>
                  <a:lnTo>
                    <a:pt x="961126" y="864467"/>
                  </a:lnTo>
                  <a:lnTo>
                    <a:pt x="958681" y="864467"/>
                  </a:lnTo>
                  <a:lnTo>
                    <a:pt x="956235" y="864467"/>
                  </a:lnTo>
                  <a:lnTo>
                    <a:pt x="953502" y="866912"/>
                  </a:lnTo>
                  <a:lnTo>
                    <a:pt x="948468" y="866912"/>
                  </a:lnTo>
                  <a:lnTo>
                    <a:pt x="946023" y="864467"/>
                  </a:lnTo>
                  <a:lnTo>
                    <a:pt x="943290" y="864467"/>
                  </a:lnTo>
                  <a:lnTo>
                    <a:pt x="943290" y="861878"/>
                  </a:lnTo>
                  <a:lnTo>
                    <a:pt x="943290" y="859433"/>
                  </a:lnTo>
                  <a:lnTo>
                    <a:pt x="940845" y="859433"/>
                  </a:lnTo>
                  <a:lnTo>
                    <a:pt x="946023" y="851665"/>
                  </a:lnTo>
                  <a:lnTo>
                    <a:pt x="948468" y="851665"/>
                  </a:lnTo>
                  <a:lnTo>
                    <a:pt x="948468" y="849220"/>
                  </a:lnTo>
                  <a:lnTo>
                    <a:pt x="946023" y="846487"/>
                  </a:lnTo>
                  <a:lnTo>
                    <a:pt x="943290" y="844042"/>
                  </a:lnTo>
                  <a:lnTo>
                    <a:pt x="943290" y="846487"/>
                  </a:lnTo>
                  <a:lnTo>
                    <a:pt x="943290" y="849220"/>
                  </a:lnTo>
                  <a:lnTo>
                    <a:pt x="940845" y="849220"/>
                  </a:lnTo>
                  <a:lnTo>
                    <a:pt x="938255" y="849220"/>
                  </a:lnTo>
                  <a:lnTo>
                    <a:pt x="935810" y="849220"/>
                  </a:lnTo>
                  <a:lnTo>
                    <a:pt x="933077" y="849220"/>
                  </a:lnTo>
                  <a:lnTo>
                    <a:pt x="930632" y="849220"/>
                  </a:lnTo>
                  <a:lnTo>
                    <a:pt x="925598" y="851665"/>
                  </a:lnTo>
                  <a:lnTo>
                    <a:pt x="923153" y="851665"/>
                  </a:lnTo>
                  <a:lnTo>
                    <a:pt x="920420" y="854255"/>
                  </a:lnTo>
                  <a:lnTo>
                    <a:pt x="915385" y="854255"/>
                  </a:lnTo>
                  <a:lnTo>
                    <a:pt x="915385" y="856700"/>
                  </a:lnTo>
                  <a:lnTo>
                    <a:pt x="910207" y="859433"/>
                  </a:lnTo>
                  <a:lnTo>
                    <a:pt x="907618" y="859433"/>
                  </a:lnTo>
                  <a:lnTo>
                    <a:pt x="907618" y="864467"/>
                  </a:lnTo>
                  <a:lnTo>
                    <a:pt x="905173" y="864467"/>
                  </a:lnTo>
                  <a:lnTo>
                    <a:pt x="902728" y="864467"/>
                  </a:lnTo>
                  <a:lnTo>
                    <a:pt x="902728" y="861878"/>
                  </a:lnTo>
                  <a:lnTo>
                    <a:pt x="902728" y="859433"/>
                  </a:lnTo>
                  <a:lnTo>
                    <a:pt x="897405" y="861878"/>
                  </a:lnTo>
                  <a:lnTo>
                    <a:pt x="894960" y="861878"/>
                  </a:lnTo>
                  <a:lnTo>
                    <a:pt x="892515" y="859433"/>
                  </a:lnTo>
                  <a:lnTo>
                    <a:pt x="889782" y="854255"/>
                  </a:lnTo>
                  <a:lnTo>
                    <a:pt x="887193" y="854255"/>
                  </a:lnTo>
                  <a:lnTo>
                    <a:pt x="887193" y="851665"/>
                  </a:lnTo>
                  <a:lnTo>
                    <a:pt x="887193" y="849220"/>
                  </a:lnTo>
                  <a:lnTo>
                    <a:pt x="884748" y="846487"/>
                  </a:lnTo>
                  <a:lnTo>
                    <a:pt x="882302" y="846487"/>
                  </a:lnTo>
                  <a:lnTo>
                    <a:pt x="882302" y="844042"/>
                  </a:lnTo>
                  <a:lnTo>
                    <a:pt x="882302" y="841453"/>
                  </a:lnTo>
                  <a:lnTo>
                    <a:pt x="879570" y="831240"/>
                  </a:lnTo>
                  <a:lnTo>
                    <a:pt x="879570" y="823617"/>
                  </a:lnTo>
                  <a:lnTo>
                    <a:pt x="879570" y="821028"/>
                  </a:lnTo>
                  <a:lnTo>
                    <a:pt x="882302" y="816137"/>
                  </a:lnTo>
                  <a:lnTo>
                    <a:pt x="887193" y="810959"/>
                  </a:lnTo>
                  <a:lnTo>
                    <a:pt x="892515" y="813404"/>
                  </a:lnTo>
                  <a:lnTo>
                    <a:pt x="894960" y="813404"/>
                  </a:lnTo>
                  <a:lnTo>
                    <a:pt x="897405" y="813404"/>
                  </a:lnTo>
                  <a:lnTo>
                    <a:pt x="899995" y="816137"/>
                  </a:lnTo>
                  <a:lnTo>
                    <a:pt x="905173" y="821028"/>
                  </a:lnTo>
                  <a:lnTo>
                    <a:pt x="907618" y="823617"/>
                  </a:lnTo>
                  <a:lnTo>
                    <a:pt x="910207" y="823617"/>
                  </a:lnTo>
                  <a:lnTo>
                    <a:pt x="915385" y="823617"/>
                  </a:lnTo>
                  <a:lnTo>
                    <a:pt x="915385" y="821028"/>
                  </a:lnTo>
                  <a:lnTo>
                    <a:pt x="917830" y="821028"/>
                  </a:lnTo>
                  <a:lnTo>
                    <a:pt x="920420" y="826062"/>
                  </a:lnTo>
                  <a:lnTo>
                    <a:pt x="923153" y="826062"/>
                  </a:lnTo>
                  <a:lnTo>
                    <a:pt x="925598" y="826062"/>
                  </a:lnTo>
                  <a:lnTo>
                    <a:pt x="928043" y="821028"/>
                  </a:lnTo>
                  <a:lnTo>
                    <a:pt x="925598" y="818583"/>
                  </a:lnTo>
                  <a:lnTo>
                    <a:pt x="930632" y="813404"/>
                  </a:lnTo>
                  <a:lnTo>
                    <a:pt x="928043" y="810959"/>
                  </a:lnTo>
                  <a:lnTo>
                    <a:pt x="928043" y="808370"/>
                  </a:lnTo>
                  <a:lnTo>
                    <a:pt x="925598" y="808370"/>
                  </a:lnTo>
                  <a:lnTo>
                    <a:pt x="923153" y="808370"/>
                  </a:lnTo>
                  <a:lnTo>
                    <a:pt x="915385" y="808370"/>
                  </a:lnTo>
                  <a:lnTo>
                    <a:pt x="912940" y="805925"/>
                  </a:lnTo>
                  <a:lnTo>
                    <a:pt x="910207" y="805925"/>
                  </a:lnTo>
                  <a:lnTo>
                    <a:pt x="915385" y="800747"/>
                  </a:lnTo>
                  <a:lnTo>
                    <a:pt x="917830" y="800747"/>
                  </a:lnTo>
                  <a:lnTo>
                    <a:pt x="920420" y="800747"/>
                  </a:lnTo>
                  <a:lnTo>
                    <a:pt x="925598" y="800747"/>
                  </a:lnTo>
                  <a:lnTo>
                    <a:pt x="928043" y="795712"/>
                  </a:lnTo>
                  <a:lnTo>
                    <a:pt x="928043" y="792979"/>
                  </a:lnTo>
                  <a:lnTo>
                    <a:pt x="930632" y="792979"/>
                  </a:lnTo>
                  <a:lnTo>
                    <a:pt x="933077" y="792979"/>
                  </a:lnTo>
                  <a:lnTo>
                    <a:pt x="933077" y="790534"/>
                  </a:lnTo>
                  <a:lnTo>
                    <a:pt x="930632" y="787945"/>
                  </a:lnTo>
                  <a:lnTo>
                    <a:pt x="933077" y="787945"/>
                  </a:lnTo>
                  <a:lnTo>
                    <a:pt x="930632" y="785500"/>
                  </a:lnTo>
                  <a:lnTo>
                    <a:pt x="930632" y="782767"/>
                  </a:lnTo>
                  <a:lnTo>
                    <a:pt x="928043" y="782767"/>
                  </a:lnTo>
                  <a:lnTo>
                    <a:pt x="925598" y="787945"/>
                  </a:lnTo>
                  <a:lnTo>
                    <a:pt x="925598" y="785500"/>
                  </a:lnTo>
                  <a:lnTo>
                    <a:pt x="923153" y="785500"/>
                  </a:lnTo>
                  <a:lnTo>
                    <a:pt x="920420" y="787945"/>
                  </a:lnTo>
                  <a:lnTo>
                    <a:pt x="917830" y="787945"/>
                  </a:lnTo>
                  <a:lnTo>
                    <a:pt x="917830" y="785500"/>
                  </a:lnTo>
                  <a:lnTo>
                    <a:pt x="923153" y="780322"/>
                  </a:lnTo>
                  <a:lnTo>
                    <a:pt x="920420" y="780322"/>
                  </a:lnTo>
                  <a:lnTo>
                    <a:pt x="917830" y="777733"/>
                  </a:lnTo>
                  <a:lnTo>
                    <a:pt x="915385" y="785500"/>
                  </a:lnTo>
                  <a:lnTo>
                    <a:pt x="912940" y="785500"/>
                  </a:lnTo>
                  <a:lnTo>
                    <a:pt x="910207" y="785500"/>
                  </a:lnTo>
                  <a:lnTo>
                    <a:pt x="912940" y="782767"/>
                  </a:lnTo>
                  <a:lnTo>
                    <a:pt x="910207" y="782767"/>
                  </a:lnTo>
                  <a:lnTo>
                    <a:pt x="907618" y="782767"/>
                  </a:lnTo>
                  <a:lnTo>
                    <a:pt x="905173" y="782767"/>
                  </a:lnTo>
                  <a:lnTo>
                    <a:pt x="907618" y="780322"/>
                  </a:lnTo>
                  <a:lnTo>
                    <a:pt x="912940" y="772554"/>
                  </a:lnTo>
                  <a:lnTo>
                    <a:pt x="920420" y="765075"/>
                  </a:lnTo>
                  <a:lnTo>
                    <a:pt x="917830" y="762342"/>
                  </a:lnTo>
                  <a:lnTo>
                    <a:pt x="915385" y="759897"/>
                  </a:lnTo>
                  <a:lnTo>
                    <a:pt x="912940" y="754862"/>
                  </a:lnTo>
                  <a:lnTo>
                    <a:pt x="912940" y="752129"/>
                  </a:lnTo>
                  <a:lnTo>
                    <a:pt x="907618" y="752129"/>
                  </a:lnTo>
                  <a:lnTo>
                    <a:pt x="907618" y="757308"/>
                  </a:lnTo>
                  <a:lnTo>
                    <a:pt x="905173" y="754862"/>
                  </a:lnTo>
                  <a:lnTo>
                    <a:pt x="902728" y="754862"/>
                  </a:lnTo>
                  <a:lnTo>
                    <a:pt x="902728" y="759897"/>
                  </a:lnTo>
                  <a:lnTo>
                    <a:pt x="902728" y="762342"/>
                  </a:lnTo>
                  <a:lnTo>
                    <a:pt x="897405" y="770109"/>
                  </a:lnTo>
                  <a:lnTo>
                    <a:pt x="889782" y="775287"/>
                  </a:lnTo>
                  <a:lnTo>
                    <a:pt x="889782" y="777733"/>
                  </a:lnTo>
                  <a:lnTo>
                    <a:pt x="884748" y="777733"/>
                  </a:lnTo>
                  <a:lnTo>
                    <a:pt x="884748" y="775287"/>
                  </a:lnTo>
                  <a:lnTo>
                    <a:pt x="884748" y="770109"/>
                  </a:lnTo>
                  <a:lnTo>
                    <a:pt x="887193" y="767520"/>
                  </a:lnTo>
                  <a:lnTo>
                    <a:pt x="889782" y="765075"/>
                  </a:lnTo>
                  <a:lnTo>
                    <a:pt x="892515" y="759897"/>
                  </a:lnTo>
                  <a:lnTo>
                    <a:pt x="894960" y="752129"/>
                  </a:lnTo>
                  <a:lnTo>
                    <a:pt x="897405" y="747095"/>
                  </a:lnTo>
                  <a:lnTo>
                    <a:pt x="897405" y="744650"/>
                  </a:lnTo>
                  <a:lnTo>
                    <a:pt x="897405" y="741917"/>
                  </a:lnTo>
                  <a:lnTo>
                    <a:pt x="894960" y="741917"/>
                  </a:lnTo>
                  <a:lnTo>
                    <a:pt x="889782" y="739472"/>
                  </a:lnTo>
                  <a:lnTo>
                    <a:pt x="884748" y="741917"/>
                  </a:lnTo>
                  <a:lnTo>
                    <a:pt x="874535" y="744650"/>
                  </a:lnTo>
                  <a:lnTo>
                    <a:pt x="872090" y="744650"/>
                  </a:lnTo>
                  <a:lnTo>
                    <a:pt x="869357" y="741917"/>
                  </a:lnTo>
                  <a:lnTo>
                    <a:pt x="866768" y="739472"/>
                  </a:lnTo>
                  <a:lnTo>
                    <a:pt x="869357" y="734437"/>
                  </a:lnTo>
                  <a:lnTo>
                    <a:pt x="869357" y="729259"/>
                  </a:lnTo>
                  <a:lnTo>
                    <a:pt x="869357" y="719047"/>
                  </a:lnTo>
                  <a:lnTo>
                    <a:pt x="874535" y="706245"/>
                  </a:lnTo>
                  <a:lnTo>
                    <a:pt x="876980" y="703800"/>
                  </a:lnTo>
                  <a:lnTo>
                    <a:pt x="876980" y="701354"/>
                  </a:lnTo>
                  <a:lnTo>
                    <a:pt x="879570" y="698622"/>
                  </a:lnTo>
                  <a:lnTo>
                    <a:pt x="876980" y="698622"/>
                  </a:lnTo>
                  <a:lnTo>
                    <a:pt x="876980" y="696176"/>
                  </a:lnTo>
                  <a:lnTo>
                    <a:pt x="876980" y="693587"/>
                  </a:lnTo>
                  <a:lnTo>
                    <a:pt x="879570" y="693587"/>
                  </a:lnTo>
                  <a:lnTo>
                    <a:pt x="879570" y="696176"/>
                  </a:lnTo>
                  <a:lnTo>
                    <a:pt x="882302" y="698622"/>
                  </a:lnTo>
                  <a:lnTo>
                    <a:pt x="884748" y="701354"/>
                  </a:lnTo>
                  <a:lnTo>
                    <a:pt x="894960" y="696176"/>
                  </a:lnTo>
                  <a:lnTo>
                    <a:pt x="902728" y="696176"/>
                  </a:lnTo>
                  <a:lnTo>
                    <a:pt x="907618" y="696176"/>
                  </a:lnTo>
                  <a:lnTo>
                    <a:pt x="910207" y="693587"/>
                  </a:lnTo>
                  <a:lnTo>
                    <a:pt x="912940" y="693587"/>
                  </a:lnTo>
                  <a:lnTo>
                    <a:pt x="917830" y="693587"/>
                  </a:lnTo>
                  <a:lnTo>
                    <a:pt x="920420" y="693587"/>
                  </a:lnTo>
                  <a:close/>
                  <a:moveTo>
                    <a:pt x="1047861" y="578805"/>
                  </a:moveTo>
                  <a:lnTo>
                    <a:pt x="1050594" y="578805"/>
                  </a:lnTo>
                  <a:lnTo>
                    <a:pt x="1053039" y="581394"/>
                  </a:lnTo>
                  <a:lnTo>
                    <a:pt x="1055484" y="586572"/>
                  </a:lnTo>
                  <a:lnTo>
                    <a:pt x="1058073" y="586572"/>
                  </a:lnTo>
                  <a:lnTo>
                    <a:pt x="1060806" y="583839"/>
                  </a:lnTo>
                  <a:lnTo>
                    <a:pt x="1065697" y="583839"/>
                  </a:lnTo>
                  <a:lnTo>
                    <a:pt x="1065697" y="581394"/>
                  </a:lnTo>
                  <a:lnTo>
                    <a:pt x="1071019" y="589017"/>
                  </a:lnTo>
                  <a:lnTo>
                    <a:pt x="1071019" y="594052"/>
                  </a:lnTo>
                  <a:lnTo>
                    <a:pt x="1073464" y="604264"/>
                  </a:lnTo>
                  <a:lnTo>
                    <a:pt x="1073464" y="606997"/>
                  </a:lnTo>
                  <a:lnTo>
                    <a:pt x="1073464" y="609443"/>
                  </a:lnTo>
                  <a:lnTo>
                    <a:pt x="1073464" y="612032"/>
                  </a:lnTo>
                  <a:lnTo>
                    <a:pt x="1073464" y="617210"/>
                  </a:lnTo>
                  <a:lnTo>
                    <a:pt x="1073464" y="619655"/>
                  </a:lnTo>
                  <a:lnTo>
                    <a:pt x="1073464" y="622100"/>
                  </a:lnTo>
                  <a:lnTo>
                    <a:pt x="1075909" y="634902"/>
                  </a:lnTo>
                  <a:lnTo>
                    <a:pt x="1075909" y="640080"/>
                  </a:lnTo>
                  <a:lnTo>
                    <a:pt x="1073464" y="645114"/>
                  </a:lnTo>
                  <a:lnTo>
                    <a:pt x="1073464" y="647847"/>
                  </a:lnTo>
                  <a:lnTo>
                    <a:pt x="1071019" y="647847"/>
                  </a:lnTo>
                  <a:lnTo>
                    <a:pt x="1073464" y="650293"/>
                  </a:lnTo>
                  <a:lnTo>
                    <a:pt x="1071019" y="655327"/>
                  </a:lnTo>
                  <a:lnTo>
                    <a:pt x="1068286" y="655327"/>
                  </a:lnTo>
                  <a:lnTo>
                    <a:pt x="1068286" y="652738"/>
                  </a:lnTo>
                  <a:lnTo>
                    <a:pt x="1068286" y="650293"/>
                  </a:lnTo>
                  <a:lnTo>
                    <a:pt x="1065697" y="647847"/>
                  </a:lnTo>
                  <a:lnTo>
                    <a:pt x="1065697" y="645114"/>
                  </a:lnTo>
                  <a:lnTo>
                    <a:pt x="1060806" y="642525"/>
                  </a:lnTo>
                  <a:lnTo>
                    <a:pt x="1058073" y="642525"/>
                  </a:lnTo>
                  <a:lnTo>
                    <a:pt x="1058073" y="640080"/>
                  </a:lnTo>
                  <a:lnTo>
                    <a:pt x="1055484" y="640080"/>
                  </a:lnTo>
                  <a:lnTo>
                    <a:pt x="1058073" y="627422"/>
                  </a:lnTo>
                  <a:lnTo>
                    <a:pt x="1058073" y="624689"/>
                  </a:lnTo>
                  <a:lnTo>
                    <a:pt x="1053039" y="622100"/>
                  </a:lnTo>
                  <a:lnTo>
                    <a:pt x="1053039" y="619655"/>
                  </a:lnTo>
                  <a:lnTo>
                    <a:pt x="1050594" y="619655"/>
                  </a:lnTo>
                  <a:lnTo>
                    <a:pt x="1047861" y="617210"/>
                  </a:lnTo>
                  <a:lnTo>
                    <a:pt x="1047861" y="619655"/>
                  </a:lnTo>
                  <a:lnTo>
                    <a:pt x="1040381" y="622100"/>
                  </a:lnTo>
                  <a:lnTo>
                    <a:pt x="1037648" y="622100"/>
                  </a:lnTo>
                  <a:lnTo>
                    <a:pt x="1035203" y="619655"/>
                  </a:lnTo>
                  <a:lnTo>
                    <a:pt x="1032614" y="612032"/>
                  </a:lnTo>
                  <a:lnTo>
                    <a:pt x="1035203" y="609443"/>
                  </a:lnTo>
                  <a:lnTo>
                    <a:pt x="1035203" y="606997"/>
                  </a:lnTo>
                  <a:lnTo>
                    <a:pt x="1035203" y="601819"/>
                  </a:lnTo>
                  <a:lnTo>
                    <a:pt x="1037648" y="594052"/>
                  </a:lnTo>
                  <a:lnTo>
                    <a:pt x="1040381" y="586572"/>
                  </a:lnTo>
                  <a:lnTo>
                    <a:pt x="1042826" y="583839"/>
                  </a:lnTo>
                  <a:lnTo>
                    <a:pt x="1045416" y="581394"/>
                  </a:lnTo>
                  <a:close/>
                  <a:moveTo>
                    <a:pt x="1291235" y="503721"/>
                  </a:moveTo>
                  <a:lnTo>
                    <a:pt x="1288071" y="509906"/>
                  </a:lnTo>
                  <a:lnTo>
                    <a:pt x="1290516" y="509906"/>
                  </a:lnTo>
                  <a:lnTo>
                    <a:pt x="1290516" y="507461"/>
                  </a:lnTo>
                  <a:lnTo>
                    <a:pt x="1292529" y="509331"/>
                  </a:lnTo>
                  <a:close/>
                  <a:moveTo>
                    <a:pt x="1152430" y="489481"/>
                  </a:moveTo>
                  <a:lnTo>
                    <a:pt x="1160054" y="489481"/>
                  </a:lnTo>
                  <a:lnTo>
                    <a:pt x="1165088" y="489481"/>
                  </a:lnTo>
                  <a:lnTo>
                    <a:pt x="1172856" y="489481"/>
                  </a:lnTo>
                  <a:lnTo>
                    <a:pt x="1175301" y="494659"/>
                  </a:lnTo>
                  <a:lnTo>
                    <a:pt x="1178034" y="499693"/>
                  </a:lnTo>
                  <a:lnTo>
                    <a:pt x="1172856" y="502426"/>
                  </a:lnTo>
                  <a:lnTo>
                    <a:pt x="1170266" y="504872"/>
                  </a:lnTo>
                  <a:lnTo>
                    <a:pt x="1165088" y="502426"/>
                  </a:lnTo>
                  <a:lnTo>
                    <a:pt x="1160054" y="497248"/>
                  </a:lnTo>
                  <a:lnTo>
                    <a:pt x="1152430" y="497248"/>
                  </a:lnTo>
                  <a:lnTo>
                    <a:pt x="1147396" y="494659"/>
                  </a:lnTo>
                  <a:lnTo>
                    <a:pt x="1144951" y="494659"/>
                  </a:lnTo>
                  <a:close/>
                  <a:moveTo>
                    <a:pt x="1321153" y="290841"/>
                  </a:moveTo>
                  <a:lnTo>
                    <a:pt x="1318564" y="293286"/>
                  </a:lnTo>
                  <a:lnTo>
                    <a:pt x="1318564" y="298320"/>
                  </a:lnTo>
                  <a:lnTo>
                    <a:pt x="1321153" y="298320"/>
                  </a:lnTo>
                  <a:lnTo>
                    <a:pt x="1323599" y="290841"/>
                  </a:lnTo>
                  <a:close/>
                  <a:moveTo>
                    <a:pt x="1713256" y="0"/>
                  </a:moveTo>
                  <a:lnTo>
                    <a:pt x="1713256" y="2589"/>
                  </a:lnTo>
                  <a:lnTo>
                    <a:pt x="1710811" y="2589"/>
                  </a:lnTo>
                  <a:lnTo>
                    <a:pt x="1713975" y="5034"/>
                  </a:lnTo>
                  <a:lnTo>
                    <a:pt x="1713975" y="12802"/>
                  </a:lnTo>
                  <a:lnTo>
                    <a:pt x="1716708" y="10213"/>
                  </a:lnTo>
                  <a:lnTo>
                    <a:pt x="1719154" y="10213"/>
                  </a:lnTo>
                  <a:lnTo>
                    <a:pt x="1719154" y="12802"/>
                  </a:lnTo>
                  <a:lnTo>
                    <a:pt x="1721743" y="15247"/>
                  </a:lnTo>
                  <a:lnTo>
                    <a:pt x="1716708" y="23014"/>
                  </a:lnTo>
                  <a:lnTo>
                    <a:pt x="1721743" y="20425"/>
                  </a:lnTo>
                  <a:lnTo>
                    <a:pt x="1724188" y="15247"/>
                  </a:lnTo>
                  <a:lnTo>
                    <a:pt x="1726921" y="12802"/>
                  </a:lnTo>
                  <a:lnTo>
                    <a:pt x="1729366" y="10213"/>
                  </a:lnTo>
                  <a:lnTo>
                    <a:pt x="1731955" y="15247"/>
                  </a:lnTo>
                  <a:lnTo>
                    <a:pt x="1734400" y="23014"/>
                  </a:lnTo>
                  <a:lnTo>
                    <a:pt x="1737133" y="23014"/>
                  </a:lnTo>
                  <a:lnTo>
                    <a:pt x="1737133" y="25459"/>
                  </a:lnTo>
                  <a:lnTo>
                    <a:pt x="1739579" y="20425"/>
                  </a:lnTo>
                  <a:lnTo>
                    <a:pt x="1734400" y="15247"/>
                  </a:lnTo>
                  <a:lnTo>
                    <a:pt x="1739579" y="15247"/>
                  </a:lnTo>
                  <a:lnTo>
                    <a:pt x="1739579" y="10213"/>
                  </a:lnTo>
                  <a:lnTo>
                    <a:pt x="1746195" y="10213"/>
                  </a:lnTo>
                  <a:lnTo>
                    <a:pt x="1748928" y="15247"/>
                  </a:lnTo>
                  <a:lnTo>
                    <a:pt x="1748928" y="17980"/>
                  </a:lnTo>
                  <a:lnTo>
                    <a:pt x="1751517" y="17980"/>
                  </a:lnTo>
                  <a:lnTo>
                    <a:pt x="1751517" y="15247"/>
                  </a:lnTo>
                  <a:lnTo>
                    <a:pt x="1753963" y="12802"/>
                  </a:lnTo>
                  <a:lnTo>
                    <a:pt x="1772518" y="12802"/>
                  </a:lnTo>
                  <a:lnTo>
                    <a:pt x="1772518" y="7767"/>
                  </a:lnTo>
                  <a:lnTo>
                    <a:pt x="1777408" y="7767"/>
                  </a:lnTo>
                  <a:lnTo>
                    <a:pt x="1777408" y="12802"/>
                  </a:lnTo>
                  <a:lnTo>
                    <a:pt x="1780141" y="12802"/>
                  </a:lnTo>
                  <a:lnTo>
                    <a:pt x="1780141" y="7767"/>
                  </a:lnTo>
                  <a:lnTo>
                    <a:pt x="1782730" y="10213"/>
                  </a:lnTo>
                  <a:lnTo>
                    <a:pt x="1789634" y="7767"/>
                  </a:lnTo>
                  <a:lnTo>
                    <a:pt x="1786901" y="12802"/>
                  </a:lnTo>
                  <a:lnTo>
                    <a:pt x="1789634" y="12802"/>
                  </a:lnTo>
                  <a:lnTo>
                    <a:pt x="1789634" y="17980"/>
                  </a:lnTo>
                  <a:lnTo>
                    <a:pt x="1785751" y="27473"/>
                  </a:lnTo>
                  <a:lnTo>
                    <a:pt x="1783449" y="55522"/>
                  </a:lnTo>
                  <a:lnTo>
                    <a:pt x="1786901" y="48330"/>
                  </a:lnTo>
                  <a:lnTo>
                    <a:pt x="1792224" y="43439"/>
                  </a:lnTo>
                  <a:lnTo>
                    <a:pt x="1792224" y="38117"/>
                  </a:lnTo>
                  <a:lnTo>
                    <a:pt x="1797114" y="33227"/>
                  </a:lnTo>
                  <a:lnTo>
                    <a:pt x="1805457" y="17980"/>
                  </a:lnTo>
                  <a:lnTo>
                    <a:pt x="1810635" y="15247"/>
                  </a:lnTo>
                  <a:lnTo>
                    <a:pt x="1813080" y="15247"/>
                  </a:lnTo>
                  <a:lnTo>
                    <a:pt x="1813080" y="23014"/>
                  </a:lnTo>
                  <a:lnTo>
                    <a:pt x="1823293" y="28192"/>
                  </a:lnTo>
                  <a:lnTo>
                    <a:pt x="1820560" y="23014"/>
                  </a:lnTo>
                  <a:lnTo>
                    <a:pt x="1818114" y="23014"/>
                  </a:lnTo>
                  <a:lnTo>
                    <a:pt x="1818114" y="12802"/>
                  </a:lnTo>
                  <a:lnTo>
                    <a:pt x="1820560" y="12802"/>
                  </a:lnTo>
                  <a:lnTo>
                    <a:pt x="1818114" y="10213"/>
                  </a:lnTo>
                  <a:lnTo>
                    <a:pt x="1815669" y="10213"/>
                  </a:lnTo>
                  <a:lnTo>
                    <a:pt x="1815669" y="7767"/>
                  </a:lnTo>
                  <a:lnTo>
                    <a:pt x="1818114" y="5034"/>
                  </a:lnTo>
                  <a:lnTo>
                    <a:pt x="1818114" y="2589"/>
                  </a:lnTo>
                  <a:lnTo>
                    <a:pt x="1820560" y="0"/>
                  </a:lnTo>
                  <a:lnTo>
                    <a:pt x="1825882" y="0"/>
                  </a:lnTo>
                  <a:lnTo>
                    <a:pt x="1825882" y="2589"/>
                  </a:lnTo>
                  <a:lnTo>
                    <a:pt x="1823293" y="5034"/>
                  </a:lnTo>
                  <a:lnTo>
                    <a:pt x="1823293" y="7767"/>
                  </a:lnTo>
                  <a:lnTo>
                    <a:pt x="1825882" y="7767"/>
                  </a:lnTo>
                  <a:lnTo>
                    <a:pt x="1827608" y="12802"/>
                  </a:lnTo>
                  <a:lnTo>
                    <a:pt x="1835375" y="20425"/>
                  </a:lnTo>
                  <a:lnTo>
                    <a:pt x="1837820" y="17980"/>
                  </a:lnTo>
                  <a:lnTo>
                    <a:pt x="1837820" y="15247"/>
                  </a:lnTo>
                  <a:lnTo>
                    <a:pt x="1840265" y="5034"/>
                  </a:lnTo>
                  <a:lnTo>
                    <a:pt x="1851053" y="2589"/>
                  </a:lnTo>
                  <a:lnTo>
                    <a:pt x="1856375" y="5034"/>
                  </a:lnTo>
                  <a:lnTo>
                    <a:pt x="1858820" y="10213"/>
                  </a:lnTo>
                  <a:lnTo>
                    <a:pt x="1858820" y="17980"/>
                  </a:lnTo>
                  <a:lnTo>
                    <a:pt x="1856375" y="17980"/>
                  </a:lnTo>
                  <a:lnTo>
                    <a:pt x="1853786" y="23014"/>
                  </a:lnTo>
                  <a:lnTo>
                    <a:pt x="1851053" y="23014"/>
                  </a:lnTo>
                  <a:lnTo>
                    <a:pt x="1853786" y="25459"/>
                  </a:lnTo>
                  <a:lnTo>
                    <a:pt x="1856375" y="23014"/>
                  </a:lnTo>
                  <a:lnTo>
                    <a:pt x="1861266" y="25459"/>
                  </a:lnTo>
                  <a:lnTo>
                    <a:pt x="1861266" y="28192"/>
                  </a:lnTo>
                  <a:lnTo>
                    <a:pt x="1869033" y="28192"/>
                  </a:lnTo>
                  <a:lnTo>
                    <a:pt x="1871335" y="30638"/>
                  </a:lnTo>
                  <a:lnTo>
                    <a:pt x="1871335" y="35672"/>
                  </a:lnTo>
                  <a:lnTo>
                    <a:pt x="1874067" y="35672"/>
                  </a:lnTo>
                  <a:lnTo>
                    <a:pt x="1881547" y="38117"/>
                  </a:lnTo>
                  <a:lnTo>
                    <a:pt x="1881547" y="45884"/>
                  </a:lnTo>
                  <a:lnTo>
                    <a:pt x="1884280" y="56097"/>
                  </a:lnTo>
                  <a:lnTo>
                    <a:pt x="1886679" y="58496"/>
                  </a:lnTo>
                  <a:lnTo>
                    <a:pt x="1886635" y="58590"/>
                  </a:lnTo>
                  <a:lnTo>
                    <a:pt x="1881547" y="61275"/>
                  </a:lnTo>
                  <a:lnTo>
                    <a:pt x="1881547" y="63576"/>
                  </a:lnTo>
                  <a:lnTo>
                    <a:pt x="1884280" y="63576"/>
                  </a:lnTo>
                  <a:lnTo>
                    <a:pt x="1886635" y="58590"/>
                  </a:lnTo>
                  <a:lnTo>
                    <a:pt x="1886725" y="58542"/>
                  </a:lnTo>
                  <a:lnTo>
                    <a:pt x="1886679" y="58496"/>
                  </a:lnTo>
                  <a:lnTo>
                    <a:pt x="1886725" y="58398"/>
                  </a:lnTo>
                  <a:lnTo>
                    <a:pt x="1886725" y="48186"/>
                  </a:lnTo>
                  <a:lnTo>
                    <a:pt x="1891760" y="50919"/>
                  </a:lnTo>
                  <a:lnTo>
                    <a:pt x="1889314" y="45741"/>
                  </a:lnTo>
                  <a:lnTo>
                    <a:pt x="1896938" y="40706"/>
                  </a:lnTo>
                  <a:lnTo>
                    <a:pt x="1899527" y="40706"/>
                  </a:lnTo>
                  <a:lnTo>
                    <a:pt x="1899527" y="43295"/>
                  </a:lnTo>
                  <a:lnTo>
                    <a:pt x="1901972" y="43295"/>
                  </a:lnTo>
                  <a:lnTo>
                    <a:pt x="1904417" y="40706"/>
                  </a:lnTo>
                  <a:lnTo>
                    <a:pt x="1904417" y="45741"/>
                  </a:lnTo>
                  <a:lnTo>
                    <a:pt x="1907150" y="45741"/>
                  </a:lnTo>
                  <a:lnTo>
                    <a:pt x="1907150" y="40706"/>
                  </a:lnTo>
                  <a:lnTo>
                    <a:pt x="1909739" y="43439"/>
                  </a:lnTo>
                  <a:lnTo>
                    <a:pt x="1917363" y="43439"/>
                  </a:lnTo>
                  <a:lnTo>
                    <a:pt x="1924842" y="48330"/>
                  </a:lnTo>
                  <a:lnTo>
                    <a:pt x="1935055" y="58542"/>
                  </a:lnTo>
                  <a:lnTo>
                    <a:pt x="1937788" y="66309"/>
                  </a:lnTo>
                  <a:lnTo>
                    <a:pt x="1940952" y="69474"/>
                  </a:lnTo>
                  <a:lnTo>
                    <a:pt x="1940952" y="83858"/>
                  </a:lnTo>
                  <a:lnTo>
                    <a:pt x="1937500" y="86734"/>
                  </a:lnTo>
                  <a:lnTo>
                    <a:pt x="1937500" y="91913"/>
                  </a:lnTo>
                  <a:lnTo>
                    <a:pt x="1929877" y="99392"/>
                  </a:lnTo>
                  <a:lnTo>
                    <a:pt x="1927288" y="102125"/>
                  </a:lnTo>
                  <a:lnTo>
                    <a:pt x="1932322" y="102125"/>
                  </a:lnTo>
                  <a:lnTo>
                    <a:pt x="1932322" y="104570"/>
                  </a:lnTo>
                  <a:lnTo>
                    <a:pt x="1934767" y="104570"/>
                  </a:lnTo>
                  <a:lnTo>
                    <a:pt x="1934767" y="107159"/>
                  </a:lnTo>
                  <a:lnTo>
                    <a:pt x="1932322" y="117372"/>
                  </a:lnTo>
                  <a:lnTo>
                    <a:pt x="1929877" y="122550"/>
                  </a:lnTo>
                  <a:lnTo>
                    <a:pt x="1927288" y="124995"/>
                  </a:lnTo>
                  <a:lnTo>
                    <a:pt x="1927288" y="130030"/>
                  </a:lnTo>
                  <a:lnTo>
                    <a:pt x="1924555" y="142688"/>
                  </a:lnTo>
                  <a:lnTo>
                    <a:pt x="1911897" y="158078"/>
                  </a:lnTo>
                  <a:lnTo>
                    <a:pt x="1911897" y="165845"/>
                  </a:lnTo>
                  <a:lnTo>
                    <a:pt x="1909452" y="170880"/>
                  </a:lnTo>
                  <a:lnTo>
                    <a:pt x="1906863" y="173325"/>
                  </a:lnTo>
                  <a:lnTo>
                    <a:pt x="1904130" y="173325"/>
                  </a:lnTo>
                  <a:lnTo>
                    <a:pt x="1901684" y="170880"/>
                  </a:lnTo>
                  <a:lnTo>
                    <a:pt x="1896650" y="170880"/>
                  </a:lnTo>
                  <a:lnTo>
                    <a:pt x="1901684" y="173325"/>
                  </a:lnTo>
                  <a:lnTo>
                    <a:pt x="1906863" y="178503"/>
                  </a:lnTo>
                  <a:lnTo>
                    <a:pt x="1901684" y="183538"/>
                  </a:lnTo>
                  <a:lnTo>
                    <a:pt x="1901684" y="186270"/>
                  </a:lnTo>
                  <a:lnTo>
                    <a:pt x="1893917" y="188716"/>
                  </a:lnTo>
                  <a:lnTo>
                    <a:pt x="1889027" y="186270"/>
                  </a:lnTo>
                  <a:lnTo>
                    <a:pt x="1886438" y="188716"/>
                  </a:lnTo>
                  <a:lnTo>
                    <a:pt x="1881259" y="191305"/>
                  </a:lnTo>
                  <a:lnTo>
                    <a:pt x="1878814" y="188716"/>
                  </a:lnTo>
                  <a:lnTo>
                    <a:pt x="1878814" y="193750"/>
                  </a:lnTo>
                  <a:lnTo>
                    <a:pt x="1868602" y="201517"/>
                  </a:lnTo>
                  <a:lnTo>
                    <a:pt x="1866156" y="206696"/>
                  </a:lnTo>
                  <a:lnTo>
                    <a:pt x="1868602" y="206696"/>
                  </a:lnTo>
                  <a:lnTo>
                    <a:pt x="1876369" y="203963"/>
                  </a:lnTo>
                  <a:lnTo>
                    <a:pt x="1878814" y="201517"/>
                  </a:lnTo>
                  <a:lnTo>
                    <a:pt x="1878814" y="198928"/>
                  </a:lnTo>
                  <a:lnTo>
                    <a:pt x="1881259" y="198928"/>
                  </a:lnTo>
                  <a:lnTo>
                    <a:pt x="1881259" y="203963"/>
                  </a:lnTo>
                  <a:lnTo>
                    <a:pt x="1873780" y="211586"/>
                  </a:lnTo>
                  <a:lnTo>
                    <a:pt x="1871047" y="214175"/>
                  </a:lnTo>
                  <a:lnTo>
                    <a:pt x="1871047" y="211586"/>
                  </a:lnTo>
                  <a:lnTo>
                    <a:pt x="1868602" y="211586"/>
                  </a:lnTo>
                  <a:lnTo>
                    <a:pt x="1866156" y="214175"/>
                  </a:lnTo>
                  <a:lnTo>
                    <a:pt x="1866156" y="216620"/>
                  </a:lnTo>
                  <a:lnTo>
                    <a:pt x="1858389" y="219353"/>
                  </a:lnTo>
                  <a:lnTo>
                    <a:pt x="1837964" y="232011"/>
                  </a:lnTo>
                  <a:lnTo>
                    <a:pt x="1832930" y="232011"/>
                  </a:lnTo>
                  <a:lnTo>
                    <a:pt x="1825306" y="239778"/>
                  </a:lnTo>
                  <a:lnTo>
                    <a:pt x="1822717" y="242224"/>
                  </a:lnTo>
                  <a:lnTo>
                    <a:pt x="1817539" y="242224"/>
                  </a:lnTo>
                  <a:lnTo>
                    <a:pt x="1807327" y="234600"/>
                  </a:lnTo>
                  <a:lnTo>
                    <a:pt x="1794669" y="226833"/>
                  </a:lnTo>
                  <a:lnTo>
                    <a:pt x="1789634" y="226833"/>
                  </a:lnTo>
                  <a:lnTo>
                    <a:pt x="1794669" y="229566"/>
                  </a:lnTo>
                  <a:lnTo>
                    <a:pt x="1797114" y="229566"/>
                  </a:lnTo>
                  <a:lnTo>
                    <a:pt x="1817395" y="244813"/>
                  </a:lnTo>
                  <a:lnTo>
                    <a:pt x="1817395" y="249991"/>
                  </a:lnTo>
                  <a:lnTo>
                    <a:pt x="1812361" y="249991"/>
                  </a:lnTo>
                  <a:lnTo>
                    <a:pt x="1817395" y="252436"/>
                  </a:lnTo>
                  <a:lnTo>
                    <a:pt x="1819840" y="252436"/>
                  </a:lnTo>
                  <a:lnTo>
                    <a:pt x="1822573" y="247258"/>
                  </a:lnTo>
                  <a:lnTo>
                    <a:pt x="1825162" y="247258"/>
                  </a:lnTo>
                  <a:lnTo>
                    <a:pt x="1830053" y="244813"/>
                  </a:lnTo>
                  <a:lnTo>
                    <a:pt x="1835375" y="239778"/>
                  </a:lnTo>
                  <a:lnTo>
                    <a:pt x="1840265" y="239778"/>
                  </a:lnTo>
                  <a:lnTo>
                    <a:pt x="1848033" y="234600"/>
                  </a:lnTo>
                  <a:lnTo>
                    <a:pt x="1858245" y="234600"/>
                  </a:lnTo>
                  <a:lnTo>
                    <a:pt x="1860690" y="237045"/>
                  </a:lnTo>
                  <a:lnTo>
                    <a:pt x="1863423" y="237045"/>
                  </a:lnTo>
                  <a:lnTo>
                    <a:pt x="1863423" y="239778"/>
                  </a:lnTo>
                  <a:lnTo>
                    <a:pt x="1881115" y="239778"/>
                  </a:lnTo>
                  <a:lnTo>
                    <a:pt x="1883848" y="234600"/>
                  </a:lnTo>
                  <a:lnTo>
                    <a:pt x="1896506" y="224388"/>
                  </a:lnTo>
                  <a:lnTo>
                    <a:pt x="1901540" y="219353"/>
                  </a:lnTo>
                  <a:lnTo>
                    <a:pt x="1909308" y="214175"/>
                  </a:lnTo>
                  <a:lnTo>
                    <a:pt x="1911753" y="214175"/>
                  </a:lnTo>
                  <a:lnTo>
                    <a:pt x="1914198" y="221799"/>
                  </a:lnTo>
                  <a:lnTo>
                    <a:pt x="1916931" y="229566"/>
                  </a:lnTo>
                  <a:lnTo>
                    <a:pt x="1914198" y="244813"/>
                  </a:lnTo>
                  <a:lnTo>
                    <a:pt x="1903986" y="267683"/>
                  </a:lnTo>
                  <a:lnTo>
                    <a:pt x="1896506" y="275450"/>
                  </a:lnTo>
                  <a:lnTo>
                    <a:pt x="1893773" y="275450"/>
                  </a:lnTo>
                  <a:lnTo>
                    <a:pt x="1891328" y="277895"/>
                  </a:lnTo>
                  <a:lnTo>
                    <a:pt x="1891328" y="292711"/>
                  </a:lnTo>
                  <a:lnTo>
                    <a:pt x="1888883" y="300190"/>
                  </a:lnTo>
                  <a:lnTo>
                    <a:pt x="1888883" y="305369"/>
                  </a:lnTo>
                  <a:lnTo>
                    <a:pt x="1886294" y="318170"/>
                  </a:lnTo>
                  <a:lnTo>
                    <a:pt x="1883848" y="320615"/>
                  </a:lnTo>
                  <a:lnTo>
                    <a:pt x="1881115" y="325794"/>
                  </a:lnTo>
                  <a:lnTo>
                    <a:pt x="1878670" y="328383"/>
                  </a:lnTo>
                  <a:lnTo>
                    <a:pt x="1878670" y="331403"/>
                  </a:lnTo>
                  <a:lnTo>
                    <a:pt x="1870903" y="336581"/>
                  </a:lnTo>
                  <a:lnTo>
                    <a:pt x="1873636" y="341616"/>
                  </a:lnTo>
                  <a:lnTo>
                    <a:pt x="1868458" y="351828"/>
                  </a:lnTo>
                  <a:lnTo>
                    <a:pt x="1870903" y="354561"/>
                  </a:lnTo>
                  <a:lnTo>
                    <a:pt x="1868458" y="359596"/>
                  </a:lnTo>
                  <a:lnTo>
                    <a:pt x="1863423" y="369808"/>
                  </a:lnTo>
                  <a:lnTo>
                    <a:pt x="1860690" y="374986"/>
                  </a:lnTo>
                  <a:lnTo>
                    <a:pt x="1858245" y="382466"/>
                  </a:lnTo>
                  <a:lnTo>
                    <a:pt x="1858245" y="387644"/>
                  </a:lnTo>
                  <a:lnTo>
                    <a:pt x="1855800" y="387644"/>
                  </a:lnTo>
                  <a:lnTo>
                    <a:pt x="1855800" y="390089"/>
                  </a:lnTo>
                  <a:lnTo>
                    <a:pt x="1853211" y="395124"/>
                  </a:lnTo>
                  <a:lnTo>
                    <a:pt x="1850478" y="397856"/>
                  </a:lnTo>
                  <a:lnTo>
                    <a:pt x="1855800" y="397856"/>
                  </a:lnTo>
                  <a:lnTo>
                    <a:pt x="1853211" y="405336"/>
                  </a:lnTo>
                  <a:lnTo>
                    <a:pt x="1850478" y="410514"/>
                  </a:lnTo>
                  <a:lnTo>
                    <a:pt x="1853211" y="413103"/>
                  </a:lnTo>
                  <a:lnTo>
                    <a:pt x="1853211" y="430652"/>
                  </a:lnTo>
                  <a:lnTo>
                    <a:pt x="1850478" y="435686"/>
                  </a:lnTo>
                  <a:lnTo>
                    <a:pt x="1842998" y="443453"/>
                  </a:lnTo>
                  <a:lnTo>
                    <a:pt x="1840265" y="443453"/>
                  </a:lnTo>
                  <a:lnTo>
                    <a:pt x="1840265" y="445755"/>
                  </a:lnTo>
                  <a:lnTo>
                    <a:pt x="1832930" y="445755"/>
                  </a:lnTo>
                  <a:lnTo>
                    <a:pt x="1832930" y="448488"/>
                  </a:lnTo>
                  <a:lnTo>
                    <a:pt x="1830197" y="445755"/>
                  </a:lnTo>
                  <a:lnTo>
                    <a:pt x="1827752" y="435542"/>
                  </a:lnTo>
                  <a:lnTo>
                    <a:pt x="1815094" y="422884"/>
                  </a:lnTo>
                  <a:lnTo>
                    <a:pt x="1812505" y="420295"/>
                  </a:lnTo>
                  <a:lnTo>
                    <a:pt x="1810059" y="417850"/>
                  </a:lnTo>
                  <a:lnTo>
                    <a:pt x="1807327" y="420295"/>
                  </a:lnTo>
                  <a:lnTo>
                    <a:pt x="1812505" y="422884"/>
                  </a:lnTo>
                  <a:lnTo>
                    <a:pt x="1825306" y="438275"/>
                  </a:lnTo>
                  <a:lnTo>
                    <a:pt x="1825306" y="448488"/>
                  </a:lnTo>
                  <a:lnTo>
                    <a:pt x="1830197" y="453522"/>
                  </a:lnTo>
                  <a:lnTo>
                    <a:pt x="1840409" y="453522"/>
                  </a:lnTo>
                  <a:lnTo>
                    <a:pt x="1843142" y="458700"/>
                  </a:lnTo>
                  <a:lnTo>
                    <a:pt x="1843142" y="471358"/>
                  </a:lnTo>
                  <a:lnTo>
                    <a:pt x="1837964" y="471358"/>
                  </a:lnTo>
                  <a:lnTo>
                    <a:pt x="1835519" y="473803"/>
                  </a:lnTo>
                  <a:lnTo>
                    <a:pt x="1832930" y="471358"/>
                  </a:lnTo>
                  <a:lnTo>
                    <a:pt x="1830197" y="471358"/>
                  </a:lnTo>
                  <a:lnTo>
                    <a:pt x="1827752" y="473803"/>
                  </a:lnTo>
                  <a:lnTo>
                    <a:pt x="1825306" y="473803"/>
                  </a:lnTo>
                  <a:lnTo>
                    <a:pt x="1822717" y="476392"/>
                  </a:lnTo>
                  <a:lnTo>
                    <a:pt x="1822717" y="478837"/>
                  </a:lnTo>
                  <a:lnTo>
                    <a:pt x="1815094" y="481570"/>
                  </a:lnTo>
                  <a:lnTo>
                    <a:pt x="1812505" y="484016"/>
                  </a:lnTo>
                  <a:lnTo>
                    <a:pt x="1810059" y="486605"/>
                  </a:lnTo>
                  <a:lnTo>
                    <a:pt x="1810059" y="492502"/>
                  </a:lnTo>
                  <a:lnTo>
                    <a:pt x="1807327" y="494947"/>
                  </a:lnTo>
                  <a:lnTo>
                    <a:pt x="1804881" y="494947"/>
                  </a:lnTo>
                  <a:lnTo>
                    <a:pt x="1799847" y="492502"/>
                  </a:lnTo>
                  <a:lnTo>
                    <a:pt x="1797114" y="489769"/>
                  </a:lnTo>
                  <a:lnTo>
                    <a:pt x="1792224" y="484735"/>
                  </a:lnTo>
                  <a:lnTo>
                    <a:pt x="1786901" y="484735"/>
                  </a:lnTo>
                  <a:lnTo>
                    <a:pt x="1784456" y="482290"/>
                  </a:lnTo>
                  <a:lnTo>
                    <a:pt x="1782011" y="484735"/>
                  </a:lnTo>
                  <a:lnTo>
                    <a:pt x="1792224" y="492502"/>
                  </a:lnTo>
                  <a:lnTo>
                    <a:pt x="1799847" y="494947"/>
                  </a:lnTo>
                  <a:lnTo>
                    <a:pt x="1797114" y="499982"/>
                  </a:lnTo>
                  <a:lnTo>
                    <a:pt x="1795244" y="499982"/>
                  </a:lnTo>
                  <a:lnTo>
                    <a:pt x="1790210" y="502715"/>
                  </a:lnTo>
                  <a:lnTo>
                    <a:pt x="1792799" y="507749"/>
                  </a:lnTo>
                  <a:lnTo>
                    <a:pt x="1802867" y="502715"/>
                  </a:lnTo>
                  <a:lnTo>
                    <a:pt x="1807902" y="502715"/>
                  </a:lnTo>
                  <a:lnTo>
                    <a:pt x="1810635" y="499982"/>
                  </a:lnTo>
                  <a:lnTo>
                    <a:pt x="1828327" y="484735"/>
                  </a:lnTo>
                  <a:lnTo>
                    <a:pt x="1830772" y="484735"/>
                  </a:lnTo>
                  <a:lnTo>
                    <a:pt x="1838539" y="487324"/>
                  </a:lnTo>
                  <a:lnTo>
                    <a:pt x="1836094" y="492502"/>
                  </a:lnTo>
                  <a:lnTo>
                    <a:pt x="1838539" y="492502"/>
                  </a:lnTo>
                  <a:lnTo>
                    <a:pt x="1838539" y="494947"/>
                  </a:lnTo>
                  <a:lnTo>
                    <a:pt x="1836094" y="499982"/>
                  </a:lnTo>
                  <a:lnTo>
                    <a:pt x="1836094" y="507749"/>
                  </a:lnTo>
                  <a:lnTo>
                    <a:pt x="1828327" y="512927"/>
                  </a:lnTo>
                  <a:lnTo>
                    <a:pt x="1825882" y="512927"/>
                  </a:lnTo>
                  <a:lnTo>
                    <a:pt x="1825882" y="515372"/>
                  </a:lnTo>
                  <a:lnTo>
                    <a:pt x="1821854" y="517961"/>
                  </a:lnTo>
                  <a:lnTo>
                    <a:pt x="1819121" y="520407"/>
                  </a:lnTo>
                  <a:lnTo>
                    <a:pt x="1821854" y="523140"/>
                  </a:lnTo>
                  <a:lnTo>
                    <a:pt x="1821854" y="525585"/>
                  </a:lnTo>
                  <a:lnTo>
                    <a:pt x="1829334" y="517961"/>
                  </a:lnTo>
                  <a:lnTo>
                    <a:pt x="1832067" y="517961"/>
                  </a:lnTo>
                  <a:lnTo>
                    <a:pt x="1837101" y="520407"/>
                  </a:lnTo>
                  <a:lnTo>
                    <a:pt x="1837101" y="525585"/>
                  </a:lnTo>
                  <a:lnTo>
                    <a:pt x="1834656" y="528174"/>
                  </a:lnTo>
                  <a:lnTo>
                    <a:pt x="1834656" y="530619"/>
                  </a:lnTo>
                  <a:lnTo>
                    <a:pt x="1837101" y="533352"/>
                  </a:lnTo>
                  <a:lnTo>
                    <a:pt x="1834656" y="533352"/>
                  </a:lnTo>
                  <a:lnTo>
                    <a:pt x="1834656" y="538386"/>
                  </a:lnTo>
                  <a:lnTo>
                    <a:pt x="1829334" y="546010"/>
                  </a:lnTo>
                  <a:lnTo>
                    <a:pt x="1826889" y="551044"/>
                  </a:lnTo>
                  <a:lnTo>
                    <a:pt x="1816676" y="558668"/>
                  </a:lnTo>
                  <a:lnTo>
                    <a:pt x="1811642" y="561257"/>
                  </a:lnTo>
                  <a:lnTo>
                    <a:pt x="1809196" y="566435"/>
                  </a:lnTo>
                  <a:lnTo>
                    <a:pt x="1806463" y="566435"/>
                  </a:lnTo>
                  <a:lnTo>
                    <a:pt x="1804018" y="563702"/>
                  </a:lnTo>
                  <a:lnTo>
                    <a:pt x="1801429" y="566435"/>
                  </a:lnTo>
                  <a:lnTo>
                    <a:pt x="1796251" y="566435"/>
                  </a:lnTo>
                  <a:lnTo>
                    <a:pt x="1788771" y="563702"/>
                  </a:lnTo>
                  <a:lnTo>
                    <a:pt x="1788771" y="558668"/>
                  </a:lnTo>
                  <a:lnTo>
                    <a:pt x="1783593" y="553777"/>
                  </a:lnTo>
                  <a:lnTo>
                    <a:pt x="1781148" y="551044"/>
                  </a:lnTo>
                  <a:lnTo>
                    <a:pt x="1786038" y="548599"/>
                  </a:lnTo>
                  <a:lnTo>
                    <a:pt x="1783593" y="548599"/>
                  </a:lnTo>
                  <a:lnTo>
                    <a:pt x="1781148" y="546010"/>
                  </a:lnTo>
                  <a:lnTo>
                    <a:pt x="1778559" y="548599"/>
                  </a:lnTo>
                  <a:lnTo>
                    <a:pt x="1770935" y="551044"/>
                  </a:lnTo>
                  <a:lnTo>
                    <a:pt x="1763168" y="551044"/>
                  </a:lnTo>
                  <a:lnTo>
                    <a:pt x="1760723" y="553777"/>
                  </a:lnTo>
                  <a:lnTo>
                    <a:pt x="1758134" y="553777"/>
                  </a:lnTo>
                  <a:lnTo>
                    <a:pt x="1758134" y="551044"/>
                  </a:lnTo>
                  <a:lnTo>
                    <a:pt x="1760723" y="548599"/>
                  </a:lnTo>
                  <a:lnTo>
                    <a:pt x="1750510" y="546010"/>
                  </a:lnTo>
                  <a:lnTo>
                    <a:pt x="1747921" y="546010"/>
                  </a:lnTo>
                  <a:lnTo>
                    <a:pt x="1745188" y="548599"/>
                  </a:lnTo>
                  <a:lnTo>
                    <a:pt x="1742743" y="551044"/>
                  </a:lnTo>
                  <a:lnTo>
                    <a:pt x="1741880" y="562120"/>
                  </a:lnTo>
                  <a:lnTo>
                    <a:pt x="1745620" y="560969"/>
                  </a:lnTo>
                  <a:lnTo>
                    <a:pt x="1753387" y="560969"/>
                  </a:lnTo>
                  <a:lnTo>
                    <a:pt x="1755832" y="558380"/>
                  </a:lnTo>
                  <a:lnTo>
                    <a:pt x="1768778" y="560969"/>
                  </a:lnTo>
                  <a:lnTo>
                    <a:pt x="1773812" y="558380"/>
                  </a:lnTo>
                  <a:lnTo>
                    <a:pt x="1776257" y="555935"/>
                  </a:lnTo>
                  <a:lnTo>
                    <a:pt x="1776257" y="563414"/>
                  </a:lnTo>
                  <a:lnTo>
                    <a:pt x="1778990" y="563414"/>
                  </a:lnTo>
                  <a:lnTo>
                    <a:pt x="1786470" y="576360"/>
                  </a:lnTo>
                  <a:lnTo>
                    <a:pt x="1786470" y="581394"/>
                  </a:lnTo>
                  <a:lnTo>
                    <a:pt x="1789203" y="583839"/>
                  </a:lnTo>
                  <a:lnTo>
                    <a:pt x="1791792" y="589017"/>
                  </a:lnTo>
                  <a:lnTo>
                    <a:pt x="1791792" y="594052"/>
                  </a:lnTo>
                  <a:lnTo>
                    <a:pt x="1786470" y="594052"/>
                  </a:lnTo>
                  <a:lnTo>
                    <a:pt x="1786470" y="599230"/>
                  </a:lnTo>
                  <a:lnTo>
                    <a:pt x="1784025" y="599230"/>
                  </a:lnTo>
                  <a:lnTo>
                    <a:pt x="1778990" y="601819"/>
                  </a:lnTo>
                  <a:lnTo>
                    <a:pt x="1773812" y="599230"/>
                  </a:lnTo>
                  <a:lnTo>
                    <a:pt x="1773812" y="596785"/>
                  </a:lnTo>
                  <a:lnTo>
                    <a:pt x="1771367" y="596785"/>
                  </a:lnTo>
                  <a:lnTo>
                    <a:pt x="1771367" y="594052"/>
                  </a:lnTo>
                  <a:lnTo>
                    <a:pt x="1768778" y="594052"/>
                  </a:lnTo>
                  <a:lnTo>
                    <a:pt x="1768778" y="596785"/>
                  </a:lnTo>
                  <a:lnTo>
                    <a:pt x="1771367" y="601819"/>
                  </a:lnTo>
                  <a:lnTo>
                    <a:pt x="1773812" y="606997"/>
                  </a:lnTo>
                  <a:lnTo>
                    <a:pt x="1771367" y="612032"/>
                  </a:lnTo>
                  <a:lnTo>
                    <a:pt x="1763600" y="614477"/>
                  </a:lnTo>
                  <a:lnTo>
                    <a:pt x="1761154" y="614477"/>
                  </a:lnTo>
                  <a:lnTo>
                    <a:pt x="1755832" y="617210"/>
                  </a:lnTo>
                  <a:lnTo>
                    <a:pt x="1753387" y="614477"/>
                  </a:lnTo>
                  <a:lnTo>
                    <a:pt x="1745620" y="609443"/>
                  </a:lnTo>
                  <a:lnTo>
                    <a:pt x="1743175" y="609443"/>
                  </a:lnTo>
                  <a:lnTo>
                    <a:pt x="1740729" y="612032"/>
                  </a:lnTo>
                  <a:lnTo>
                    <a:pt x="1745620" y="617210"/>
                  </a:lnTo>
                  <a:lnTo>
                    <a:pt x="1748353" y="619655"/>
                  </a:lnTo>
                  <a:lnTo>
                    <a:pt x="1748353" y="627422"/>
                  </a:lnTo>
                  <a:lnTo>
                    <a:pt x="1743175" y="629868"/>
                  </a:lnTo>
                  <a:lnTo>
                    <a:pt x="1736414" y="629868"/>
                  </a:lnTo>
                  <a:lnTo>
                    <a:pt x="1734544" y="652594"/>
                  </a:lnTo>
                  <a:lnTo>
                    <a:pt x="1748928" y="650293"/>
                  </a:lnTo>
                  <a:lnTo>
                    <a:pt x="1759141" y="647847"/>
                  </a:lnTo>
                  <a:lnTo>
                    <a:pt x="1769353" y="647847"/>
                  </a:lnTo>
                  <a:lnTo>
                    <a:pt x="1769353" y="650293"/>
                  </a:lnTo>
                  <a:lnTo>
                    <a:pt x="1764175" y="652738"/>
                  </a:lnTo>
                  <a:lnTo>
                    <a:pt x="1764175" y="655327"/>
                  </a:lnTo>
                  <a:lnTo>
                    <a:pt x="1759141" y="657772"/>
                  </a:lnTo>
                  <a:lnTo>
                    <a:pt x="1766620" y="660505"/>
                  </a:lnTo>
                  <a:lnTo>
                    <a:pt x="1764175" y="662950"/>
                  </a:lnTo>
                  <a:lnTo>
                    <a:pt x="1766620" y="662950"/>
                  </a:lnTo>
                  <a:lnTo>
                    <a:pt x="1769353" y="665539"/>
                  </a:lnTo>
                  <a:lnTo>
                    <a:pt x="1774388" y="670718"/>
                  </a:lnTo>
                  <a:lnTo>
                    <a:pt x="1774388" y="678485"/>
                  </a:lnTo>
                  <a:lnTo>
                    <a:pt x="1771942" y="681218"/>
                  </a:lnTo>
                  <a:lnTo>
                    <a:pt x="1759141" y="681218"/>
                  </a:lnTo>
                  <a:lnTo>
                    <a:pt x="1759141" y="683663"/>
                  </a:lnTo>
                  <a:lnTo>
                    <a:pt x="1761730" y="706677"/>
                  </a:lnTo>
                  <a:lnTo>
                    <a:pt x="1769353" y="706677"/>
                  </a:lnTo>
                  <a:lnTo>
                    <a:pt x="1771942" y="709122"/>
                  </a:lnTo>
                  <a:lnTo>
                    <a:pt x="1774388" y="711855"/>
                  </a:lnTo>
                  <a:lnTo>
                    <a:pt x="1774388" y="716746"/>
                  </a:lnTo>
                  <a:lnTo>
                    <a:pt x="1776833" y="716746"/>
                  </a:lnTo>
                  <a:lnTo>
                    <a:pt x="1776833" y="721780"/>
                  </a:lnTo>
                  <a:lnTo>
                    <a:pt x="1779566" y="726671"/>
                  </a:lnTo>
                  <a:lnTo>
                    <a:pt x="1779566" y="729260"/>
                  </a:lnTo>
                  <a:lnTo>
                    <a:pt x="1776833" y="731993"/>
                  </a:lnTo>
                  <a:lnTo>
                    <a:pt x="1779566" y="736883"/>
                  </a:lnTo>
                  <a:lnTo>
                    <a:pt x="1779566" y="739472"/>
                  </a:lnTo>
                  <a:lnTo>
                    <a:pt x="1784600" y="739472"/>
                  </a:lnTo>
                  <a:lnTo>
                    <a:pt x="1787045" y="741917"/>
                  </a:lnTo>
                  <a:lnTo>
                    <a:pt x="1787045" y="744650"/>
                  </a:lnTo>
                  <a:lnTo>
                    <a:pt x="1784600" y="741917"/>
                  </a:lnTo>
                  <a:lnTo>
                    <a:pt x="1784600" y="744650"/>
                  </a:lnTo>
                  <a:lnTo>
                    <a:pt x="1779566" y="747096"/>
                  </a:lnTo>
                  <a:lnTo>
                    <a:pt x="1782155" y="747096"/>
                  </a:lnTo>
                  <a:lnTo>
                    <a:pt x="1782155" y="749685"/>
                  </a:lnTo>
                  <a:lnTo>
                    <a:pt x="1779566" y="752130"/>
                  </a:lnTo>
                  <a:lnTo>
                    <a:pt x="1776833" y="752130"/>
                  </a:lnTo>
                  <a:lnTo>
                    <a:pt x="1776833" y="754863"/>
                  </a:lnTo>
                  <a:lnTo>
                    <a:pt x="1771942" y="754863"/>
                  </a:lnTo>
                  <a:lnTo>
                    <a:pt x="1771942" y="757308"/>
                  </a:lnTo>
                  <a:lnTo>
                    <a:pt x="1766620" y="759897"/>
                  </a:lnTo>
                  <a:lnTo>
                    <a:pt x="1766620" y="762342"/>
                  </a:lnTo>
                  <a:lnTo>
                    <a:pt x="1759141" y="762342"/>
                  </a:lnTo>
                  <a:lnTo>
                    <a:pt x="1759141" y="765075"/>
                  </a:lnTo>
                  <a:lnTo>
                    <a:pt x="1756408" y="767521"/>
                  </a:lnTo>
                  <a:lnTo>
                    <a:pt x="1753963" y="765075"/>
                  </a:lnTo>
                  <a:lnTo>
                    <a:pt x="1750510" y="765075"/>
                  </a:lnTo>
                  <a:lnTo>
                    <a:pt x="1742887" y="762342"/>
                  </a:lnTo>
                  <a:lnTo>
                    <a:pt x="1737853" y="765075"/>
                  </a:lnTo>
                  <a:lnTo>
                    <a:pt x="1732675" y="765075"/>
                  </a:lnTo>
                  <a:lnTo>
                    <a:pt x="1732675" y="767521"/>
                  </a:lnTo>
                  <a:lnTo>
                    <a:pt x="1730085" y="770110"/>
                  </a:lnTo>
                  <a:lnTo>
                    <a:pt x="1737853" y="770110"/>
                  </a:lnTo>
                  <a:lnTo>
                    <a:pt x="1740298" y="767521"/>
                  </a:lnTo>
                  <a:lnTo>
                    <a:pt x="1745332" y="765075"/>
                  </a:lnTo>
                  <a:lnTo>
                    <a:pt x="1753100" y="772555"/>
                  </a:lnTo>
                  <a:lnTo>
                    <a:pt x="1767483" y="772555"/>
                  </a:lnTo>
                  <a:lnTo>
                    <a:pt x="1770216" y="775288"/>
                  </a:lnTo>
                  <a:lnTo>
                    <a:pt x="1775250" y="775288"/>
                  </a:lnTo>
                  <a:lnTo>
                    <a:pt x="1775250" y="777733"/>
                  </a:lnTo>
                  <a:lnTo>
                    <a:pt x="1777696" y="777733"/>
                  </a:lnTo>
                  <a:lnTo>
                    <a:pt x="1780429" y="780322"/>
                  </a:lnTo>
                  <a:lnTo>
                    <a:pt x="1785463" y="785500"/>
                  </a:lnTo>
                  <a:lnTo>
                    <a:pt x="1785463" y="787946"/>
                  </a:lnTo>
                  <a:lnTo>
                    <a:pt x="1780429" y="787946"/>
                  </a:lnTo>
                  <a:lnTo>
                    <a:pt x="1777696" y="790535"/>
                  </a:lnTo>
                  <a:lnTo>
                    <a:pt x="1777696" y="795713"/>
                  </a:lnTo>
                  <a:lnTo>
                    <a:pt x="1775250" y="798158"/>
                  </a:lnTo>
                  <a:lnTo>
                    <a:pt x="1775250" y="805925"/>
                  </a:lnTo>
                  <a:lnTo>
                    <a:pt x="1772805" y="805925"/>
                  </a:lnTo>
                  <a:lnTo>
                    <a:pt x="1772805" y="808371"/>
                  </a:lnTo>
                  <a:lnTo>
                    <a:pt x="1767483" y="808371"/>
                  </a:lnTo>
                  <a:lnTo>
                    <a:pt x="1765038" y="805925"/>
                  </a:lnTo>
                  <a:lnTo>
                    <a:pt x="1760004" y="805925"/>
                  </a:lnTo>
                  <a:lnTo>
                    <a:pt x="1757271" y="808371"/>
                  </a:lnTo>
                  <a:lnTo>
                    <a:pt x="1752380" y="805925"/>
                  </a:lnTo>
                  <a:lnTo>
                    <a:pt x="1749791" y="808371"/>
                  </a:lnTo>
                  <a:lnTo>
                    <a:pt x="1739579" y="808371"/>
                  </a:lnTo>
                  <a:lnTo>
                    <a:pt x="1737133" y="813405"/>
                  </a:lnTo>
                  <a:lnTo>
                    <a:pt x="1734400" y="816138"/>
                  </a:lnTo>
                  <a:lnTo>
                    <a:pt x="1731955" y="816138"/>
                  </a:lnTo>
                  <a:lnTo>
                    <a:pt x="1739579" y="821028"/>
                  </a:lnTo>
                  <a:lnTo>
                    <a:pt x="1754106" y="821028"/>
                  </a:lnTo>
                  <a:lnTo>
                    <a:pt x="1756551" y="823618"/>
                  </a:lnTo>
                  <a:lnTo>
                    <a:pt x="1759284" y="818583"/>
                  </a:lnTo>
                  <a:lnTo>
                    <a:pt x="1764319" y="821028"/>
                  </a:lnTo>
                  <a:lnTo>
                    <a:pt x="1769497" y="818583"/>
                  </a:lnTo>
                  <a:lnTo>
                    <a:pt x="1774531" y="818583"/>
                  </a:lnTo>
                  <a:lnTo>
                    <a:pt x="1774531" y="833830"/>
                  </a:lnTo>
                  <a:lnTo>
                    <a:pt x="1772086" y="839008"/>
                  </a:lnTo>
                  <a:lnTo>
                    <a:pt x="1772086" y="843755"/>
                  </a:lnTo>
                  <a:lnTo>
                    <a:pt x="1769497" y="846200"/>
                  </a:lnTo>
                  <a:lnTo>
                    <a:pt x="1769497" y="844043"/>
                  </a:lnTo>
                  <a:lnTo>
                    <a:pt x="1764319" y="844043"/>
                  </a:lnTo>
                  <a:lnTo>
                    <a:pt x="1761874" y="841453"/>
                  </a:lnTo>
                  <a:lnTo>
                    <a:pt x="1761874" y="839008"/>
                  </a:lnTo>
                  <a:lnTo>
                    <a:pt x="1759284" y="839008"/>
                  </a:lnTo>
                  <a:lnTo>
                    <a:pt x="1756551" y="841453"/>
                  </a:lnTo>
                  <a:lnTo>
                    <a:pt x="1756551" y="844043"/>
                  </a:lnTo>
                  <a:lnTo>
                    <a:pt x="1751661" y="844043"/>
                  </a:lnTo>
                  <a:lnTo>
                    <a:pt x="1751661" y="854255"/>
                  </a:lnTo>
                  <a:lnTo>
                    <a:pt x="1746339" y="854255"/>
                  </a:lnTo>
                  <a:lnTo>
                    <a:pt x="1741449" y="861879"/>
                  </a:lnTo>
                  <a:lnTo>
                    <a:pt x="1738859" y="861879"/>
                  </a:lnTo>
                  <a:lnTo>
                    <a:pt x="1731236" y="856700"/>
                  </a:lnTo>
                  <a:lnTo>
                    <a:pt x="1723469" y="859433"/>
                  </a:lnTo>
                  <a:lnTo>
                    <a:pt x="1718434" y="859433"/>
                  </a:lnTo>
                  <a:lnTo>
                    <a:pt x="1697146" y="871228"/>
                  </a:lnTo>
                  <a:lnTo>
                    <a:pt x="1698153" y="872091"/>
                  </a:lnTo>
                  <a:lnTo>
                    <a:pt x="1698153" y="874680"/>
                  </a:lnTo>
                  <a:lnTo>
                    <a:pt x="1700598" y="874680"/>
                  </a:lnTo>
                  <a:lnTo>
                    <a:pt x="1705777" y="877125"/>
                  </a:lnTo>
                  <a:lnTo>
                    <a:pt x="1705777" y="879858"/>
                  </a:lnTo>
                  <a:lnTo>
                    <a:pt x="1713256" y="884893"/>
                  </a:lnTo>
                  <a:lnTo>
                    <a:pt x="1713256" y="894961"/>
                  </a:lnTo>
                  <a:lnTo>
                    <a:pt x="1715989" y="894961"/>
                  </a:lnTo>
                  <a:lnTo>
                    <a:pt x="1715989" y="897550"/>
                  </a:lnTo>
                  <a:lnTo>
                    <a:pt x="1713256" y="900283"/>
                  </a:lnTo>
                  <a:lnTo>
                    <a:pt x="1713256" y="902729"/>
                  </a:lnTo>
                  <a:lnTo>
                    <a:pt x="1715989" y="902729"/>
                  </a:lnTo>
                  <a:lnTo>
                    <a:pt x="1718434" y="900283"/>
                  </a:lnTo>
                  <a:lnTo>
                    <a:pt x="1721024" y="902729"/>
                  </a:lnTo>
                  <a:lnTo>
                    <a:pt x="1723469" y="905174"/>
                  </a:lnTo>
                  <a:lnTo>
                    <a:pt x="1723469" y="907763"/>
                  </a:lnTo>
                  <a:lnTo>
                    <a:pt x="1726202" y="907763"/>
                  </a:lnTo>
                  <a:lnTo>
                    <a:pt x="1726202" y="910496"/>
                  </a:lnTo>
                  <a:lnTo>
                    <a:pt x="1723469" y="917975"/>
                  </a:lnTo>
                  <a:lnTo>
                    <a:pt x="1718434" y="920421"/>
                  </a:lnTo>
                  <a:lnTo>
                    <a:pt x="1721024" y="923154"/>
                  </a:lnTo>
                  <a:lnTo>
                    <a:pt x="1723469" y="925599"/>
                  </a:lnTo>
                  <a:lnTo>
                    <a:pt x="1721024" y="930633"/>
                  </a:lnTo>
                  <a:lnTo>
                    <a:pt x="1713256" y="935811"/>
                  </a:lnTo>
                  <a:lnTo>
                    <a:pt x="1715989" y="938401"/>
                  </a:lnTo>
                  <a:lnTo>
                    <a:pt x="1715989" y="946024"/>
                  </a:lnTo>
                  <a:lnTo>
                    <a:pt x="1710811" y="948613"/>
                  </a:lnTo>
                  <a:lnTo>
                    <a:pt x="1708366" y="951058"/>
                  </a:lnTo>
                  <a:lnTo>
                    <a:pt x="1708366" y="953791"/>
                  </a:lnTo>
                  <a:lnTo>
                    <a:pt x="1705777" y="956236"/>
                  </a:lnTo>
                  <a:lnTo>
                    <a:pt x="1703044" y="958826"/>
                  </a:lnTo>
                  <a:lnTo>
                    <a:pt x="1700598" y="958826"/>
                  </a:lnTo>
                  <a:lnTo>
                    <a:pt x="1700598" y="948613"/>
                  </a:lnTo>
                  <a:lnTo>
                    <a:pt x="1698153" y="951058"/>
                  </a:lnTo>
                  <a:lnTo>
                    <a:pt x="1698153" y="953791"/>
                  </a:lnTo>
                  <a:lnTo>
                    <a:pt x="1695564" y="953791"/>
                  </a:lnTo>
                  <a:lnTo>
                    <a:pt x="1695564" y="958826"/>
                  </a:lnTo>
                  <a:lnTo>
                    <a:pt x="1692831" y="961271"/>
                  </a:lnTo>
                  <a:lnTo>
                    <a:pt x="1690386" y="964004"/>
                  </a:lnTo>
                  <a:lnTo>
                    <a:pt x="1675139" y="964004"/>
                  </a:lnTo>
                  <a:lnTo>
                    <a:pt x="1672406" y="966449"/>
                  </a:lnTo>
                  <a:lnTo>
                    <a:pt x="1667516" y="969038"/>
                  </a:lnTo>
                  <a:lnTo>
                    <a:pt x="1662481" y="971483"/>
                  </a:lnTo>
                  <a:lnTo>
                    <a:pt x="1654714" y="969038"/>
                  </a:lnTo>
                  <a:lnTo>
                    <a:pt x="1652269" y="971483"/>
                  </a:lnTo>
                  <a:lnTo>
                    <a:pt x="1649536" y="971483"/>
                  </a:lnTo>
                  <a:lnTo>
                    <a:pt x="1644502" y="969038"/>
                  </a:lnTo>
                  <a:lnTo>
                    <a:pt x="1634289" y="966449"/>
                  </a:lnTo>
                  <a:lnTo>
                    <a:pt x="1629111" y="964004"/>
                  </a:lnTo>
                  <a:lnTo>
                    <a:pt x="1629111" y="961271"/>
                  </a:lnTo>
                  <a:lnTo>
                    <a:pt x="1626666" y="958826"/>
                  </a:lnTo>
                  <a:lnTo>
                    <a:pt x="1618898" y="958826"/>
                  </a:lnTo>
                  <a:lnTo>
                    <a:pt x="1618898" y="956236"/>
                  </a:lnTo>
                  <a:lnTo>
                    <a:pt x="1616453" y="951058"/>
                  </a:lnTo>
                  <a:lnTo>
                    <a:pt x="1614008" y="948613"/>
                  </a:lnTo>
                  <a:lnTo>
                    <a:pt x="1611419" y="948613"/>
                  </a:lnTo>
                  <a:lnTo>
                    <a:pt x="1608686" y="946024"/>
                  </a:lnTo>
                  <a:lnTo>
                    <a:pt x="1606241" y="946024"/>
                  </a:lnTo>
                  <a:lnTo>
                    <a:pt x="1603795" y="948613"/>
                  </a:lnTo>
                  <a:lnTo>
                    <a:pt x="1603795" y="958826"/>
                  </a:lnTo>
                  <a:lnTo>
                    <a:pt x="1608686" y="961271"/>
                  </a:lnTo>
                  <a:lnTo>
                    <a:pt x="1613720" y="967168"/>
                  </a:lnTo>
                  <a:lnTo>
                    <a:pt x="1616165" y="967168"/>
                  </a:lnTo>
                  <a:lnTo>
                    <a:pt x="1621344" y="964723"/>
                  </a:lnTo>
                  <a:lnTo>
                    <a:pt x="1626378" y="969757"/>
                  </a:lnTo>
                  <a:lnTo>
                    <a:pt x="1621344" y="974935"/>
                  </a:lnTo>
                  <a:lnTo>
                    <a:pt x="1618611" y="974935"/>
                  </a:lnTo>
                  <a:lnTo>
                    <a:pt x="1613720" y="977381"/>
                  </a:lnTo>
                  <a:lnTo>
                    <a:pt x="1608398" y="979826"/>
                  </a:lnTo>
                  <a:lnTo>
                    <a:pt x="1605953" y="979826"/>
                  </a:lnTo>
                  <a:lnTo>
                    <a:pt x="1600919" y="977381"/>
                  </a:lnTo>
                  <a:lnTo>
                    <a:pt x="1595740" y="977381"/>
                  </a:lnTo>
                  <a:lnTo>
                    <a:pt x="1595740" y="979826"/>
                  </a:lnTo>
                  <a:lnTo>
                    <a:pt x="1593727" y="979826"/>
                  </a:lnTo>
                  <a:lnTo>
                    <a:pt x="1598617" y="985148"/>
                  </a:lnTo>
                  <a:lnTo>
                    <a:pt x="1606385" y="987593"/>
                  </a:lnTo>
                  <a:lnTo>
                    <a:pt x="1606385" y="995360"/>
                  </a:lnTo>
                  <a:lnTo>
                    <a:pt x="1611563" y="997806"/>
                  </a:lnTo>
                  <a:lnTo>
                    <a:pt x="1629255" y="977381"/>
                  </a:lnTo>
                  <a:lnTo>
                    <a:pt x="1637022" y="979826"/>
                  </a:lnTo>
                  <a:lnTo>
                    <a:pt x="1642200" y="979826"/>
                  </a:lnTo>
                  <a:lnTo>
                    <a:pt x="1647235" y="982415"/>
                  </a:lnTo>
                  <a:lnTo>
                    <a:pt x="1654858" y="982415"/>
                  </a:lnTo>
                  <a:lnTo>
                    <a:pt x="1659892" y="985148"/>
                  </a:lnTo>
                  <a:lnTo>
                    <a:pt x="1665071" y="982415"/>
                  </a:lnTo>
                  <a:lnTo>
                    <a:pt x="1659892" y="990038"/>
                  </a:lnTo>
                  <a:lnTo>
                    <a:pt x="1659892" y="994497"/>
                  </a:lnTo>
                  <a:lnTo>
                    <a:pt x="1657447" y="996943"/>
                  </a:lnTo>
                  <a:lnTo>
                    <a:pt x="1657447" y="1001977"/>
                  </a:lnTo>
                  <a:lnTo>
                    <a:pt x="1659892" y="999388"/>
                  </a:lnTo>
                  <a:lnTo>
                    <a:pt x="1662625" y="996943"/>
                  </a:lnTo>
                  <a:lnTo>
                    <a:pt x="1662625" y="991764"/>
                  </a:lnTo>
                  <a:lnTo>
                    <a:pt x="1667660" y="986730"/>
                  </a:lnTo>
                  <a:lnTo>
                    <a:pt x="1667660" y="981552"/>
                  </a:lnTo>
                  <a:lnTo>
                    <a:pt x="1670680" y="981552"/>
                  </a:lnTo>
                  <a:lnTo>
                    <a:pt x="1675858" y="976518"/>
                  </a:lnTo>
                  <a:lnTo>
                    <a:pt x="1675858" y="974072"/>
                  </a:lnTo>
                  <a:lnTo>
                    <a:pt x="1686071" y="974072"/>
                  </a:lnTo>
                  <a:lnTo>
                    <a:pt x="1688660" y="976518"/>
                  </a:lnTo>
                  <a:lnTo>
                    <a:pt x="1691105" y="974072"/>
                  </a:lnTo>
                  <a:lnTo>
                    <a:pt x="1698872" y="981552"/>
                  </a:lnTo>
                  <a:lnTo>
                    <a:pt x="1698872" y="984285"/>
                  </a:lnTo>
                  <a:lnTo>
                    <a:pt x="1703763" y="991764"/>
                  </a:lnTo>
                  <a:lnTo>
                    <a:pt x="1701318" y="994497"/>
                  </a:lnTo>
                  <a:lnTo>
                    <a:pt x="1698872" y="994497"/>
                  </a:lnTo>
                  <a:lnTo>
                    <a:pt x="1701318" y="996943"/>
                  </a:lnTo>
                  <a:lnTo>
                    <a:pt x="1698872" y="996943"/>
                  </a:lnTo>
                  <a:lnTo>
                    <a:pt x="1698872" y="1001977"/>
                  </a:lnTo>
                  <a:lnTo>
                    <a:pt x="1696283" y="1001977"/>
                  </a:lnTo>
                  <a:lnTo>
                    <a:pt x="1696283" y="1007155"/>
                  </a:lnTo>
                  <a:lnTo>
                    <a:pt x="1693550" y="1017368"/>
                  </a:lnTo>
                  <a:lnTo>
                    <a:pt x="1696283" y="1017368"/>
                  </a:lnTo>
                  <a:lnTo>
                    <a:pt x="1701318" y="1014635"/>
                  </a:lnTo>
                  <a:lnTo>
                    <a:pt x="1703763" y="1017368"/>
                  </a:lnTo>
                  <a:lnTo>
                    <a:pt x="1703763" y="1014635"/>
                  </a:lnTo>
                  <a:lnTo>
                    <a:pt x="1706496" y="1012189"/>
                  </a:lnTo>
                  <a:lnTo>
                    <a:pt x="1711530" y="1014635"/>
                  </a:lnTo>
                  <a:lnTo>
                    <a:pt x="1711530" y="1024847"/>
                  </a:lnTo>
                  <a:lnTo>
                    <a:pt x="1716708" y="1027580"/>
                  </a:lnTo>
                  <a:lnTo>
                    <a:pt x="1719154" y="1027580"/>
                  </a:lnTo>
                  <a:lnTo>
                    <a:pt x="1716708" y="1019813"/>
                  </a:lnTo>
                  <a:lnTo>
                    <a:pt x="1719154" y="1019813"/>
                  </a:lnTo>
                  <a:lnTo>
                    <a:pt x="1721743" y="1017368"/>
                  </a:lnTo>
                  <a:lnTo>
                    <a:pt x="1721743" y="1014635"/>
                  </a:lnTo>
                  <a:lnTo>
                    <a:pt x="1719154" y="1012189"/>
                  </a:lnTo>
                  <a:lnTo>
                    <a:pt x="1724188" y="1004422"/>
                  </a:lnTo>
                  <a:lnTo>
                    <a:pt x="1724188" y="1001977"/>
                  </a:lnTo>
                  <a:lnTo>
                    <a:pt x="1729366" y="999388"/>
                  </a:lnTo>
                  <a:lnTo>
                    <a:pt x="1734400" y="999388"/>
                  </a:lnTo>
                  <a:lnTo>
                    <a:pt x="1734400" y="1004422"/>
                  </a:lnTo>
                  <a:lnTo>
                    <a:pt x="1737133" y="1001977"/>
                  </a:lnTo>
                  <a:lnTo>
                    <a:pt x="1739579" y="1001977"/>
                  </a:lnTo>
                  <a:lnTo>
                    <a:pt x="1742168" y="1004422"/>
                  </a:lnTo>
                  <a:lnTo>
                    <a:pt x="1742168" y="1010176"/>
                  </a:lnTo>
                  <a:lnTo>
                    <a:pt x="1744613" y="1012765"/>
                  </a:lnTo>
                  <a:lnTo>
                    <a:pt x="1744613" y="1015210"/>
                  </a:lnTo>
                  <a:lnTo>
                    <a:pt x="1747058" y="1015210"/>
                  </a:lnTo>
                  <a:lnTo>
                    <a:pt x="1747058" y="1017943"/>
                  </a:lnTo>
                  <a:lnTo>
                    <a:pt x="1752380" y="1020388"/>
                  </a:lnTo>
                  <a:lnTo>
                    <a:pt x="1749791" y="1022977"/>
                  </a:lnTo>
                  <a:lnTo>
                    <a:pt x="1749791" y="1030601"/>
                  </a:lnTo>
                  <a:lnTo>
                    <a:pt x="1752380" y="1033190"/>
                  </a:lnTo>
                  <a:lnTo>
                    <a:pt x="1752380" y="1040382"/>
                  </a:lnTo>
                  <a:lnTo>
                    <a:pt x="1754825" y="1042971"/>
                  </a:lnTo>
                  <a:lnTo>
                    <a:pt x="1754825" y="1045416"/>
                  </a:lnTo>
                  <a:lnTo>
                    <a:pt x="1752380" y="1048149"/>
                  </a:lnTo>
                  <a:lnTo>
                    <a:pt x="1749791" y="1050594"/>
                  </a:lnTo>
                  <a:lnTo>
                    <a:pt x="1747058" y="1050594"/>
                  </a:lnTo>
                  <a:lnTo>
                    <a:pt x="1747058" y="1053040"/>
                  </a:lnTo>
                  <a:lnTo>
                    <a:pt x="1744613" y="1053040"/>
                  </a:lnTo>
                  <a:lnTo>
                    <a:pt x="1744613" y="1060807"/>
                  </a:lnTo>
                  <a:lnTo>
                    <a:pt x="1747058" y="1065841"/>
                  </a:lnTo>
                  <a:lnTo>
                    <a:pt x="1744613" y="1065841"/>
                  </a:lnTo>
                  <a:lnTo>
                    <a:pt x="1742168" y="1071019"/>
                  </a:lnTo>
                  <a:lnTo>
                    <a:pt x="1739579" y="1073465"/>
                  </a:lnTo>
                  <a:lnTo>
                    <a:pt x="1739579" y="1078787"/>
                  </a:lnTo>
                  <a:lnTo>
                    <a:pt x="1736702" y="1078787"/>
                  </a:lnTo>
                  <a:lnTo>
                    <a:pt x="1731524" y="1073465"/>
                  </a:lnTo>
                  <a:lnTo>
                    <a:pt x="1731524" y="1063252"/>
                  </a:lnTo>
                  <a:lnTo>
                    <a:pt x="1723756" y="1063252"/>
                  </a:lnTo>
                  <a:lnTo>
                    <a:pt x="1723756" y="1071019"/>
                  </a:lnTo>
                  <a:lnTo>
                    <a:pt x="1721311" y="1086266"/>
                  </a:lnTo>
                  <a:lnTo>
                    <a:pt x="1721311" y="1088711"/>
                  </a:lnTo>
                  <a:lnTo>
                    <a:pt x="1716277" y="1091444"/>
                  </a:lnTo>
                  <a:lnTo>
                    <a:pt x="1716277" y="1096479"/>
                  </a:lnTo>
                  <a:lnTo>
                    <a:pt x="1713544" y="1098924"/>
                  </a:lnTo>
                  <a:lnTo>
                    <a:pt x="1716277" y="1104102"/>
                  </a:lnTo>
                  <a:lnTo>
                    <a:pt x="1713544" y="1106691"/>
                  </a:lnTo>
                  <a:lnTo>
                    <a:pt x="1706064" y="1106691"/>
                  </a:lnTo>
                  <a:lnTo>
                    <a:pt x="1698441" y="1116904"/>
                  </a:lnTo>
                  <a:lnTo>
                    <a:pt x="1690674" y="1122082"/>
                  </a:lnTo>
                  <a:lnTo>
                    <a:pt x="1688228" y="1119349"/>
                  </a:lnTo>
                  <a:lnTo>
                    <a:pt x="1685639" y="1122082"/>
                  </a:lnTo>
                  <a:lnTo>
                    <a:pt x="1682906" y="1124527"/>
                  </a:lnTo>
                  <a:lnTo>
                    <a:pt x="1680461" y="1129561"/>
                  </a:lnTo>
                  <a:lnTo>
                    <a:pt x="1678016" y="1129561"/>
                  </a:lnTo>
                  <a:lnTo>
                    <a:pt x="1675427" y="1132294"/>
                  </a:lnTo>
                  <a:lnTo>
                    <a:pt x="1672694" y="1129561"/>
                  </a:lnTo>
                  <a:lnTo>
                    <a:pt x="1672694" y="1135027"/>
                  </a:lnTo>
                  <a:lnTo>
                    <a:pt x="1670249" y="1137473"/>
                  </a:lnTo>
                  <a:lnTo>
                    <a:pt x="1665214" y="1135027"/>
                  </a:lnTo>
                  <a:lnTo>
                    <a:pt x="1662769" y="1140062"/>
                  </a:lnTo>
                  <a:lnTo>
                    <a:pt x="1660036" y="1142795"/>
                  </a:lnTo>
                  <a:lnTo>
                    <a:pt x="1657591" y="1142795"/>
                  </a:lnTo>
                  <a:lnTo>
                    <a:pt x="1657591" y="1140062"/>
                  </a:lnTo>
                  <a:lnTo>
                    <a:pt x="1660036" y="1137473"/>
                  </a:lnTo>
                  <a:lnTo>
                    <a:pt x="1660036" y="1132582"/>
                  </a:lnTo>
                  <a:lnTo>
                    <a:pt x="1655002" y="1132582"/>
                  </a:lnTo>
                  <a:lnTo>
                    <a:pt x="1657591" y="1127404"/>
                  </a:lnTo>
                  <a:lnTo>
                    <a:pt x="1660036" y="1122370"/>
                  </a:lnTo>
                  <a:lnTo>
                    <a:pt x="1660036" y="1106979"/>
                  </a:lnTo>
                  <a:lnTo>
                    <a:pt x="1662769" y="1101945"/>
                  </a:lnTo>
                  <a:lnTo>
                    <a:pt x="1660036" y="1099212"/>
                  </a:lnTo>
                  <a:lnTo>
                    <a:pt x="1657591" y="1096766"/>
                  </a:lnTo>
                  <a:lnTo>
                    <a:pt x="1655002" y="1094177"/>
                  </a:lnTo>
                  <a:lnTo>
                    <a:pt x="1655002" y="1091732"/>
                  </a:lnTo>
                  <a:lnTo>
                    <a:pt x="1647378" y="1091732"/>
                  </a:lnTo>
                  <a:lnTo>
                    <a:pt x="1647378" y="1088999"/>
                  </a:lnTo>
                  <a:lnTo>
                    <a:pt x="1644789" y="1088999"/>
                  </a:lnTo>
                  <a:lnTo>
                    <a:pt x="1644789" y="1086554"/>
                  </a:lnTo>
                  <a:lnTo>
                    <a:pt x="1642344" y="1083965"/>
                  </a:lnTo>
                  <a:lnTo>
                    <a:pt x="1642344" y="1088999"/>
                  </a:lnTo>
                  <a:lnTo>
                    <a:pt x="1639611" y="1088999"/>
                  </a:lnTo>
                  <a:lnTo>
                    <a:pt x="1639611" y="1091732"/>
                  </a:lnTo>
                  <a:lnTo>
                    <a:pt x="1637166" y="1094177"/>
                  </a:lnTo>
                  <a:lnTo>
                    <a:pt x="1637166" y="1096766"/>
                  </a:lnTo>
                  <a:lnTo>
                    <a:pt x="1634577" y="1096766"/>
                  </a:lnTo>
                  <a:lnTo>
                    <a:pt x="1626953" y="1099212"/>
                  </a:lnTo>
                  <a:lnTo>
                    <a:pt x="1624508" y="1096766"/>
                  </a:lnTo>
                  <a:lnTo>
                    <a:pt x="1621344" y="1096766"/>
                  </a:lnTo>
                  <a:lnTo>
                    <a:pt x="1616165" y="1094177"/>
                  </a:lnTo>
                  <a:lnTo>
                    <a:pt x="1616165" y="1081520"/>
                  </a:lnTo>
                  <a:lnTo>
                    <a:pt x="1613720" y="1079074"/>
                  </a:lnTo>
                  <a:lnTo>
                    <a:pt x="1621344" y="1073752"/>
                  </a:lnTo>
                  <a:lnTo>
                    <a:pt x="1621344" y="1066129"/>
                  </a:lnTo>
                  <a:lnTo>
                    <a:pt x="1618611" y="1068862"/>
                  </a:lnTo>
                  <a:lnTo>
                    <a:pt x="1618611" y="1071307"/>
                  </a:lnTo>
                  <a:lnTo>
                    <a:pt x="1611131" y="1079074"/>
                  </a:lnTo>
                  <a:lnTo>
                    <a:pt x="1605953" y="1076341"/>
                  </a:lnTo>
                  <a:lnTo>
                    <a:pt x="1600919" y="1071307"/>
                  </a:lnTo>
                  <a:lnTo>
                    <a:pt x="1598186" y="1066129"/>
                  </a:lnTo>
                  <a:lnTo>
                    <a:pt x="1598186" y="1063540"/>
                  </a:lnTo>
                  <a:lnTo>
                    <a:pt x="1595740" y="1063540"/>
                  </a:lnTo>
                  <a:lnTo>
                    <a:pt x="1595740" y="1061095"/>
                  </a:lnTo>
                  <a:lnTo>
                    <a:pt x="1593295" y="1061095"/>
                  </a:lnTo>
                  <a:lnTo>
                    <a:pt x="1593295" y="1058649"/>
                  </a:lnTo>
                  <a:lnTo>
                    <a:pt x="1585528" y="1053327"/>
                  </a:lnTo>
                  <a:lnTo>
                    <a:pt x="1585528" y="1055916"/>
                  </a:lnTo>
                  <a:lnTo>
                    <a:pt x="1593295" y="1063540"/>
                  </a:lnTo>
                  <a:lnTo>
                    <a:pt x="1593295" y="1068862"/>
                  </a:lnTo>
                  <a:lnTo>
                    <a:pt x="1595740" y="1071307"/>
                  </a:lnTo>
                  <a:lnTo>
                    <a:pt x="1595740" y="1073752"/>
                  </a:lnTo>
                  <a:lnTo>
                    <a:pt x="1599049" y="1073752"/>
                  </a:lnTo>
                  <a:lnTo>
                    <a:pt x="1604371" y="1079074"/>
                  </a:lnTo>
                  <a:lnTo>
                    <a:pt x="1609261" y="1081520"/>
                  </a:lnTo>
                  <a:lnTo>
                    <a:pt x="1611994" y="1081520"/>
                  </a:lnTo>
                  <a:lnTo>
                    <a:pt x="1614583" y="1083965"/>
                  </a:lnTo>
                  <a:lnTo>
                    <a:pt x="1614583" y="1086554"/>
                  </a:lnTo>
                  <a:lnTo>
                    <a:pt x="1611994" y="1094177"/>
                  </a:lnTo>
                  <a:lnTo>
                    <a:pt x="1617028" y="1101945"/>
                  </a:lnTo>
                  <a:lnTo>
                    <a:pt x="1617028" y="1104390"/>
                  </a:lnTo>
                  <a:lnTo>
                    <a:pt x="1614583" y="1109424"/>
                  </a:lnTo>
                  <a:lnTo>
                    <a:pt x="1611994" y="1112157"/>
                  </a:lnTo>
                  <a:lnTo>
                    <a:pt x="1601782" y="1112157"/>
                  </a:lnTo>
                  <a:lnTo>
                    <a:pt x="1599049" y="1114602"/>
                  </a:lnTo>
                  <a:lnTo>
                    <a:pt x="1596603" y="1117191"/>
                  </a:lnTo>
                  <a:lnTo>
                    <a:pt x="1596603" y="1114602"/>
                  </a:lnTo>
                  <a:lnTo>
                    <a:pt x="1591569" y="1112157"/>
                  </a:lnTo>
                  <a:lnTo>
                    <a:pt x="1586391" y="1112157"/>
                  </a:lnTo>
                  <a:lnTo>
                    <a:pt x="1581357" y="1106979"/>
                  </a:lnTo>
                  <a:lnTo>
                    <a:pt x="1583946" y="1101945"/>
                  </a:lnTo>
                  <a:lnTo>
                    <a:pt x="1581357" y="1099212"/>
                  </a:lnTo>
                  <a:lnTo>
                    <a:pt x="1581357" y="1091732"/>
                  </a:lnTo>
                  <a:lnTo>
                    <a:pt x="1576178" y="1086554"/>
                  </a:lnTo>
                  <a:lnTo>
                    <a:pt x="1576178" y="1083965"/>
                  </a:lnTo>
                  <a:lnTo>
                    <a:pt x="1573733" y="1081520"/>
                  </a:lnTo>
                  <a:lnTo>
                    <a:pt x="1571144" y="1076341"/>
                  </a:lnTo>
                  <a:lnTo>
                    <a:pt x="1568699" y="1076341"/>
                  </a:lnTo>
                  <a:lnTo>
                    <a:pt x="1568699" y="1063252"/>
                  </a:lnTo>
                  <a:lnTo>
                    <a:pt x="1565966" y="1063252"/>
                  </a:lnTo>
                  <a:lnTo>
                    <a:pt x="1565966" y="1078930"/>
                  </a:lnTo>
                  <a:lnTo>
                    <a:pt x="1568699" y="1078930"/>
                  </a:lnTo>
                  <a:lnTo>
                    <a:pt x="1568699" y="1083821"/>
                  </a:lnTo>
                  <a:lnTo>
                    <a:pt x="1576178" y="1094033"/>
                  </a:lnTo>
                  <a:lnTo>
                    <a:pt x="1578911" y="1094033"/>
                  </a:lnTo>
                  <a:lnTo>
                    <a:pt x="1578911" y="1099068"/>
                  </a:lnTo>
                  <a:lnTo>
                    <a:pt x="1581357" y="1101801"/>
                  </a:lnTo>
                  <a:lnTo>
                    <a:pt x="1578911" y="1104246"/>
                  </a:lnTo>
                  <a:lnTo>
                    <a:pt x="1576178" y="1106835"/>
                  </a:lnTo>
                  <a:lnTo>
                    <a:pt x="1581357" y="1112013"/>
                  </a:lnTo>
                  <a:lnTo>
                    <a:pt x="1581357" y="1114458"/>
                  </a:lnTo>
                  <a:lnTo>
                    <a:pt x="1563665" y="1114458"/>
                  </a:lnTo>
                  <a:lnTo>
                    <a:pt x="1561075" y="1109280"/>
                  </a:lnTo>
                  <a:lnTo>
                    <a:pt x="1561075" y="1106835"/>
                  </a:lnTo>
                  <a:lnTo>
                    <a:pt x="1555897" y="1106835"/>
                  </a:lnTo>
                  <a:lnTo>
                    <a:pt x="1555897" y="1104246"/>
                  </a:lnTo>
                  <a:lnTo>
                    <a:pt x="1550863" y="1099068"/>
                  </a:lnTo>
                  <a:lnTo>
                    <a:pt x="1550863" y="1096623"/>
                  </a:lnTo>
                  <a:lnTo>
                    <a:pt x="1548418" y="1096623"/>
                  </a:lnTo>
                  <a:lnTo>
                    <a:pt x="1548418" y="1086410"/>
                  </a:lnTo>
                  <a:lnTo>
                    <a:pt x="1545685" y="1086410"/>
                  </a:lnTo>
                  <a:lnTo>
                    <a:pt x="1540794" y="1083821"/>
                  </a:lnTo>
                  <a:lnTo>
                    <a:pt x="1538205" y="1083821"/>
                  </a:lnTo>
                  <a:lnTo>
                    <a:pt x="1538205" y="1086410"/>
                  </a:lnTo>
                  <a:lnTo>
                    <a:pt x="1540794" y="1088855"/>
                  </a:lnTo>
                  <a:lnTo>
                    <a:pt x="1545685" y="1088855"/>
                  </a:lnTo>
                  <a:lnTo>
                    <a:pt x="1543240" y="1091588"/>
                  </a:lnTo>
                  <a:lnTo>
                    <a:pt x="1543240" y="1094033"/>
                  </a:lnTo>
                  <a:lnTo>
                    <a:pt x="1545685" y="1094033"/>
                  </a:lnTo>
                  <a:lnTo>
                    <a:pt x="1543240" y="1099068"/>
                  </a:lnTo>
                  <a:lnTo>
                    <a:pt x="1543240" y="1101801"/>
                  </a:lnTo>
                  <a:lnTo>
                    <a:pt x="1545685" y="1104246"/>
                  </a:lnTo>
                  <a:lnTo>
                    <a:pt x="1548418" y="1106835"/>
                  </a:lnTo>
                  <a:lnTo>
                    <a:pt x="1545685" y="1112013"/>
                  </a:lnTo>
                  <a:lnTo>
                    <a:pt x="1545685" y="1114458"/>
                  </a:lnTo>
                  <a:lnTo>
                    <a:pt x="1540794" y="1114458"/>
                  </a:lnTo>
                  <a:lnTo>
                    <a:pt x="1540794" y="1117048"/>
                  </a:lnTo>
                  <a:lnTo>
                    <a:pt x="1538205" y="1119493"/>
                  </a:lnTo>
                  <a:lnTo>
                    <a:pt x="1530150" y="1116904"/>
                  </a:lnTo>
                  <a:lnTo>
                    <a:pt x="1530150" y="1114315"/>
                  </a:lnTo>
                  <a:lnTo>
                    <a:pt x="1524828" y="1111869"/>
                  </a:lnTo>
                  <a:lnTo>
                    <a:pt x="1524828" y="1106691"/>
                  </a:lnTo>
                  <a:lnTo>
                    <a:pt x="1522383" y="1101657"/>
                  </a:lnTo>
                  <a:lnTo>
                    <a:pt x="1517349" y="1098924"/>
                  </a:lnTo>
                  <a:lnTo>
                    <a:pt x="1514903" y="1098924"/>
                  </a:lnTo>
                  <a:lnTo>
                    <a:pt x="1514903" y="1104102"/>
                  </a:lnTo>
                  <a:lnTo>
                    <a:pt x="1517349" y="1104102"/>
                  </a:lnTo>
                  <a:lnTo>
                    <a:pt x="1514903" y="1106691"/>
                  </a:lnTo>
                  <a:lnTo>
                    <a:pt x="1517349" y="1109136"/>
                  </a:lnTo>
                  <a:lnTo>
                    <a:pt x="1519938" y="1116904"/>
                  </a:lnTo>
                  <a:lnTo>
                    <a:pt x="1522383" y="1119349"/>
                  </a:lnTo>
                  <a:lnTo>
                    <a:pt x="1519938" y="1122082"/>
                  </a:lnTo>
                  <a:lnTo>
                    <a:pt x="1542808" y="1132294"/>
                  </a:lnTo>
                  <a:lnTo>
                    <a:pt x="1542808" y="1134740"/>
                  </a:lnTo>
                  <a:lnTo>
                    <a:pt x="1540363" y="1137185"/>
                  </a:lnTo>
                  <a:lnTo>
                    <a:pt x="1530150" y="1137185"/>
                  </a:lnTo>
                  <a:lnTo>
                    <a:pt x="1524828" y="1139774"/>
                  </a:lnTo>
                  <a:lnTo>
                    <a:pt x="1517349" y="1139774"/>
                  </a:lnTo>
                  <a:lnTo>
                    <a:pt x="1514903" y="1142507"/>
                  </a:lnTo>
                  <a:lnTo>
                    <a:pt x="1514903" y="1139774"/>
                  </a:lnTo>
                  <a:lnTo>
                    <a:pt x="1507136" y="1139774"/>
                  </a:lnTo>
                  <a:lnTo>
                    <a:pt x="1496924" y="1134740"/>
                  </a:lnTo>
                  <a:lnTo>
                    <a:pt x="1481533" y="1134740"/>
                  </a:lnTo>
                  <a:lnTo>
                    <a:pt x="1474053" y="1132294"/>
                  </a:lnTo>
                  <a:lnTo>
                    <a:pt x="1476499" y="1129561"/>
                  </a:lnTo>
                  <a:lnTo>
                    <a:pt x="1474053" y="1129561"/>
                  </a:lnTo>
                  <a:lnTo>
                    <a:pt x="1474053" y="1127116"/>
                  </a:lnTo>
                  <a:lnTo>
                    <a:pt x="1471320" y="1122082"/>
                  </a:lnTo>
                  <a:lnTo>
                    <a:pt x="1474053" y="1119349"/>
                  </a:lnTo>
                  <a:lnTo>
                    <a:pt x="1476499" y="1114315"/>
                  </a:lnTo>
                  <a:lnTo>
                    <a:pt x="1476499" y="1112013"/>
                  </a:lnTo>
                  <a:lnTo>
                    <a:pt x="1476499" y="1109136"/>
                  </a:lnTo>
                  <a:lnTo>
                    <a:pt x="1463841" y="1096479"/>
                  </a:lnTo>
                  <a:lnTo>
                    <a:pt x="1463841" y="1099068"/>
                  </a:lnTo>
                  <a:lnTo>
                    <a:pt x="1466286" y="1104246"/>
                  </a:lnTo>
                  <a:lnTo>
                    <a:pt x="1471320" y="1106835"/>
                  </a:lnTo>
                  <a:lnTo>
                    <a:pt x="1474053" y="1109280"/>
                  </a:lnTo>
                  <a:lnTo>
                    <a:pt x="1476499" y="1112013"/>
                  </a:lnTo>
                  <a:lnTo>
                    <a:pt x="1471320" y="1112013"/>
                  </a:lnTo>
                  <a:lnTo>
                    <a:pt x="1471320" y="1114458"/>
                  </a:lnTo>
                  <a:lnTo>
                    <a:pt x="1463841" y="1119493"/>
                  </a:lnTo>
                  <a:lnTo>
                    <a:pt x="1466286" y="1124671"/>
                  </a:lnTo>
                  <a:lnTo>
                    <a:pt x="1466286" y="1132438"/>
                  </a:lnTo>
                  <a:lnTo>
                    <a:pt x="1463841" y="1134883"/>
                  </a:lnTo>
                  <a:lnTo>
                    <a:pt x="1466286" y="1137329"/>
                  </a:lnTo>
                  <a:lnTo>
                    <a:pt x="1466286" y="1139918"/>
                  </a:lnTo>
                  <a:lnTo>
                    <a:pt x="1460389" y="1139918"/>
                  </a:lnTo>
                  <a:lnTo>
                    <a:pt x="1457943" y="1137329"/>
                  </a:lnTo>
                  <a:lnTo>
                    <a:pt x="1450176" y="1134883"/>
                  </a:lnTo>
                  <a:lnTo>
                    <a:pt x="1447731" y="1132438"/>
                  </a:lnTo>
                  <a:lnTo>
                    <a:pt x="1447731" y="1129705"/>
                  </a:lnTo>
                  <a:lnTo>
                    <a:pt x="1450176" y="1127260"/>
                  </a:lnTo>
                  <a:lnTo>
                    <a:pt x="1437518" y="1124671"/>
                  </a:lnTo>
                  <a:lnTo>
                    <a:pt x="1437518" y="1122226"/>
                  </a:lnTo>
                  <a:lnTo>
                    <a:pt x="1440251" y="1119493"/>
                  </a:lnTo>
                  <a:lnTo>
                    <a:pt x="1437518" y="1117048"/>
                  </a:lnTo>
                  <a:lnTo>
                    <a:pt x="1435073" y="1114458"/>
                  </a:lnTo>
                  <a:lnTo>
                    <a:pt x="1435073" y="1106835"/>
                  </a:lnTo>
                  <a:lnTo>
                    <a:pt x="1432484" y="1104246"/>
                  </a:lnTo>
                  <a:lnTo>
                    <a:pt x="1430039" y="1101801"/>
                  </a:lnTo>
                  <a:lnTo>
                    <a:pt x="1430039" y="1104246"/>
                  </a:lnTo>
                  <a:lnTo>
                    <a:pt x="1432484" y="1112013"/>
                  </a:lnTo>
                  <a:lnTo>
                    <a:pt x="1430039" y="1114458"/>
                  </a:lnTo>
                  <a:lnTo>
                    <a:pt x="1435073" y="1119493"/>
                  </a:lnTo>
                  <a:lnTo>
                    <a:pt x="1435073" y="1124527"/>
                  </a:lnTo>
                  <a:lnTo>
                    <a:pt x="1432484" y="1127116"/>
                  </a:lnTo>
                  <a:lnTo>
                    <a:pt x="1437518" y="1129561"/>
                  </a:lnTo>
                  <a:lnTo>
                    <a:pt x="1441258" y="1132582"/>
                  </a:lnTo>
                  <a:lnTo>
                    <a:pt x="1438525" y="1137473"/>
                  </a:lnTo>
                  <a:lnTo>
                    <a:pt x="1441258" y="1140062"/>
                  </a:lnTo>
                  <a:lnTo>
                    <a:pt x="1438525" y="1140062"/>
                  </a:lnTo>
                  <a:lnTo>
                    <a:pt x="1436080" y="1137473"/>
                  </a:lnTo>
                  <a:lnTo>
                    <a:pt x="1436080" y="1142795"/>
                  </a:lnTo>
                  <a:lnTo>
                    <a:pt x="1433491" y="1142795"/>
                  </a:lnTo>
                  <a:lnTo>
                    <a:pt x="1428313" y="1140062"/>
                  </a:lnTo>
                  <a:lnTo>
                    <a:pt x="1425868" y="1135027"/>
                  </a:lnTo>
                  <a:lnTo>
                    <a:pt x="1423278" y="1135027"/>
                  </a:lnTo>
                  <a:lnTo>
                    <a:pt x="1425868" y="1140062"/>
                  </a:lnTo>
                  <a:lnTo>
                    <a:pt x="1413066" y="1140062"/>
                  </a:lnTo>
                  <a:lnTo>
                    <a:pt x="1410621" y="1137473"/>
                  </a:lnTo>
                  <a:lnTo>
                    <a:pt x="1407888" y="1135027"/>
                  </a:lnTo>
                  <a:lnTo>
                    <a:pt x="1405443" y="1135027"/>
                  </a:lnTo>
                  <a:lnTo>
                    <a:pt x="1407888" y="1129849"/>
                  </a:lnTo>
                  <a:lnTo>
                    <a:pt x="1407888" y="1127404"/>
                  </a:lnTo>
                  <a:lnTo>
                    <a:pt x="1405443" y="1124815"/>
                  </a:lnTo>
                  <a:lnTo>
                    <a:pt x="1407888" y="1124815"/>
                  </a:lnTo>
                  <a:lnTo>
                    <a:pt x="1410621" y="1122370"/>
                  </a:lnTo>
                  <a:lnTo>
                    <a:pt x="1405443" y="1109424"/>
                  </a:lnTo>
                  <a:lnTo>
                    <a:pt x="1402853" y="1106979"/>
                  </a:lnTo>
                  <a:lnTo>
                    <a:pt x="1400408" y="1104390"/>
                  </a:lnTo>
                  <a:lnTo>
                    <a:pt x="1402853" y="1099212"/>
                  </a:lnTo>
                  <a:lnTo>
                    <a:pt x="1400408" y="1091732"/>
                  </a:lnTo>
                  <a:lnTo>
                    <a:pt x="1400408" y="1088999"/>
                  </a:lnTo>
                  <a:lnTo>
                    <a:pt x="1397675" y="1088999"/>
                  </a:lnTo>
                  <a:lnTo>
                    <a:pt x="1397675" y="1086554"/>
                  </a:lnTo>
                  <a:lnTo>
                    <a:pt x="1400408" y="1083965"/>
                  </a:lnTo>
                  <a:lnTo>
                    <a:pt x="1400408" y="1076341"/>
                  </a:lnTo>
                  <a:lnTo>
                    <a:pt x="1397675" y="1076341"/>
                  </a:lnTo>
                  <a:lnTo>
                    <a:pt x="1397675" y="1084109"/>
                  </a:lnTo>
                  <a:lnTo>
                    <a:pt x="1392641" y="1091876"/>
                  </a:lnTo>
                  <a:lnTo>
                    <a:pt x="1395230" y="1094321"/>
                  </a:lnTo>
                  <a:lnTo>
                    <a:pt x="1397675" y="1102088"/>
                  </a:lnTo>
                  <a:lnTo>
                    <a:pt x="1397675" y="1107123"/>
                  </a:lnTo>
                  <a:lnTo>
                    <a:pt x="1400408" y="1109568"/>
                  </a:lnTo>
                  <a:lnTo>
                    <a:pt x="1402853" y="1122513"/>
                  </a:lnTo>
                  <a:lnTo>
                    <a:pt x="1400408" y="1127548"/>
                  </a:lnTo>
                  <a:lnTo>
                    <a:pt x="1400408" y="1137616"/>
                  </a:lnTo>
                  <a:lnTo>
                    <a:pt x="1397675" y="1137616"/>
                  </a:lnTo>
                  <a:lnTo>
                    <a:pt x="1397675" y="1124959"/>
                  </a:lnTo>
                  <a:lnTo>
                    <a:pt x="1400408" y="1124959"/>
                  </a:lnTo>
                  <a:lnTo>
                    <a:pt x="1397675" y="1122513"/>
                  </a:lnTo>
                  <a:lnTo>
                    <a:pt x="1397675" y="1109568"/>
                  </a:lnTo>
                  <a:lnTo>
                    <a:pt x="1395230" y="1107123"/>
                  </a:lnTo>
                  <a:lnTo>
                    <a:pt x="1395230" y="1112301"/>
                  </a:lnTo>
                  <a:lnTo>
                    <a:pt x="1392641" y="1117335"/>
                  </a:lnTo>
                  <a:lnTo>
                    <a:pt x="1392641" y="1127548"/>
                  </a:lnTo>
                  <a:lnTo>
                    <a:pt x="1395230" y="1127548"/>
                  </a:lnTo>
                  <a:lnTo>
                    <a:pt x="1390196" y="1135171"/>
                  </a:lnTo>
                  <a:lnTo>
                    <a:pt x="1385018" y="1135171"/>
                  </a:lnTo>
                  <a:lnTo>
                    <a:pt x="1385018" y="1132726"/>
                  </a:lnTo>
                  <a:lnTo>
                    <a:pt x="1385018" y="1129993"/>
                  </a:lnTo>
                  <a:lnTo>
                    <a:pt x="1382428" y="1132726"/>
                  </a:lnTo>
                  <a:lnTo>
                    <a:pt x="1385018" y="1132726"/>
                  </a:lnTo>
                  <a:lnTo>
                    <a:pt x="1382428" y="1135171"/>
                  </a:lnTo>
                  <a:lnTo>
                    <a:pt x="1379983" y="1132726"/>
                  </a:lnTo>
                  <a:lnTo>
                    <a:pt x="1376387" y="1132726"/>
                  </a:lnTo>
                  <a:lnTo>
                    <a:pt x="1376387" y="1129993"/>
                  </a:lnTo>
                  <a:lnTo>
                    <a:pt x="1373942" y="1127548"/>
                  </a:lnTo>
                  <a:lnTo>
                    <a:pt x="1371497" y="1124959"/>
                  </a:lnTo>
                  <a:lnTo>
                    <a:pt x="1371497" y="1119780"/>
                  </a:lnTo>
                  <a:lnTo>
                    <a:pt x="1368908" y="1114746"/>
                  </a:lnTo>
                  <a:lnTo>
                    <a:pt x="1368908" y="1117335"/>
                  </a:lnTo>
                  <a:lnTo>
                    <a:pt x="1366462" y="1117335"/>
                  </a:lnTo>
                  <a:lnTo>
                    <a:pt x="1366462" y="1119780"/>
                  </a:lnTo>
                  <a:lnTo>
                    <a:pt x="1363729" y="1117335"/>
                  </a:lnTo>
                  <a:lnTo>
                    <a:pt x="1361284" y="1114746"/>
                  </a:lnTo>
                  <a:lnTo>
                    <a:pt x="1363729" y="1114746"/>
                  </a:lnTo>
                  <a:lnTo>
                    <a:pt x="1363729" y="1107123"/>
                  </a:lnTo>
                  <a:lnTo>
                    <a:pt x="1368908" y="1102088"/>
                  </a:lnTo>
                  <a:lnTo>
                    <a:pt x="1368908" y="1099355"/>
                  </a:lnTo>
                  <a:lnTo>
                    <a:pt x="1366462" y="1094321"/>
                  </a:lnTo>
                  <a:lnTo>
                    <a:pt x="1366462" y="1091876"/>
                  </a:lnTo>
                  <a:lnTo>
                    <a:pt x="1371497" y="1091876"/>
                  </a:lnTo>
                  <a:lnTo>
                    <a:pt x="1366462" y="1089143"/>
                  </a:lnTo>
                  <a:lnTo>
                    <a:pt x="1363729" y="1081663"/>
                  </a:lnTo>
                  <a:lnTo>
                    <a:pt x="1363729" y="1073896"/>
                  </a:lnTo>
                  <a:lnTo>
                    <a:pt x="1366462" y="1069006"/>
                  </a:lnTo>
                  <a:lnTo>
                    <a:pt x="1368908" y="1066273"/>
                  </a:lnTo>
                  <a:lnTo>
                    <a:pt x="1371497" y="1063684"/>
                  </a:lnTo>
                  <a:lnTo>
                    <a:pt x="1373942" y="1063684"/>
                  </a:lnTo>
                  <a:lnTo>
                    <a:pt x="1373942" y="1061238"/>
                  </a:lnTo>
                  <a:lnTo>
                    <a:pt x="1376387" y="1061238"/>
                  </a:lnTo>
                  <a:lnTo>
                    <a:pt x="1379120" y="1058793"/>
                  </a:lnTo>
                  <a:lnTo>
                    <a:pt x="1381565" y="1053471"/>
                  </a:lnTo>
                  <a:lnTo>
                    <a:pt x="1381565" y="1051026"/>
                  </a:lnTo>
                  <a:lnTo>
                    <a:pt x="1384154" y="1053471"/>
                  </a:lnTo>
                  <a:lnTo>
                    <a:pt x="1386600" y="1051026"/>
                  </a:lnTo>
                  <a:lnTo>
                    <a:pt x="1389333" y="1043402"/>
                  </a:lnTo>
                  <a:lnTo>
                    <a:pt x="1394367" y="1038368"/>
                  </a:lnTo>
                  <a:lnTo>
                    <a:pt x="1396381" y="1038368"/>
                  </a:lnTo>
                  <a:lnTo>
                    <a:pt x="1396381" y="1035635"/>
                  </a:lnTo>
                  <a:lnTo>
                    <a:pt x="1391346" y="1035635"/>
                  </a:lnTo>
                  <a:lnTo>
                    <a:pt x="1396381" y="1033190"/>
                  </a:lnTo>
                  <a:lnTo>
                    <a:pt x="1396381" y="1030601"/>
                  </a:lnTo>
                  <a:lnTo>
                    <a:pt x="1399114" y="1033190"/>
                  </a:lnTo>
                  <a:lnTo>
                    <a:pt x="1399114" y="1030169"/>
                  </a:lnTo>
                  <a:lnTo>
                    <a:pt x="1404148" y="1030169"/>
                  </a:lnTo>
                  <a:lnTo>
                    <a:pt x="1404148" y="1027724"/>
                  </a:lnTo>
                  <a:lnTo>
                    <a:pt x="1406593" y="1027724"/>
                  </a:lnTo>
                  <a:lnTo>
                    <a:pt x="1406593" y="1030169"/>
                  </a:lnTo>
                  <a:lnTo>
                    <a:pt x="1411771" y="1027724"/>
                  </a:lnTo>
                  <a:lnTo>
                    <a:pt x="1416806" y="1027724"/>
                  </a:lnTo>
                  <a:lnTo>
                    <a:pt x="1419539" y="1024991"/>
                  </a:lnTo>
                  <a:lnTo>
                    <a:pt x="1402997" y="958106"/>
                  </a:lnTo>
                  <a:lnTo>
                    <a:pt x="1399114" y="956236"/>
                  </a:lnTo>
                  <a:lnTo>
                    <a:pt x="1396381" y="956236"/>
                  </a:lnTo>
                  <a:lnTo>
                    <a:pt x="1396381" y="940846"/>
                  </a:lnTo>
                  <a:lnTo>
                    <a:pt x="1398682" y="940846"/>
                  </a:lnTo>
                  <a:lnTo>
                    <a:pt x="1398682" y="939264"/>
                  </a:lnTo>
                  <a:lnTo>
                    <a:pt x="1396812" y="935811"/>
                  </a:lnTo>
                  <a:lnTo>
                    <a:pt x="1394367" y="935811"/>
                  </a:lnTo>
                  <a:lnTo>
                    <a:pt x="1394367" y="933366"/>
                  </a:lnTo>
                  <a:lnTo>
                    <a:pt x="1396237" y="933366"/>
                  </a:lnTo>
                  <a:lnTo>
                    <a:pt x="1396237" y="931784"/>
                  </a:lnTo>
                  <a:lnTo>
                    <a:pt x="1394367" y="924592"/>
                  </a:lnTo>
                  <a:lnTo>
                    <a:pt x="1394367" y="923154"/>
                  </a:lnTo>
                  <a:lnTo>
                    <a:pt x="1375812" y="846200"/>
                  </a:lnTo>
                  <a:lnTo>
                    <a:pt x="1374086" y="851378"/>
                  </a:lnTo>
                  <a:lnTo>
                    <a:pt x="1371640" y="880146"/>
                  </a:lnTo>
                  <a:lnTo>
                    <a:pt x="1369052" y="880146"/>
                  </a:lnTo>
                  <a:lnTo>
                    <a:pt x="1366606" y="877413"/>
                  </a:lnTo>
                  <a:lnTo>
                    <a:pt x="1363873" y="874968"/>
                  </a:lnTo>
                  <a:lnTo>
                    <a:pt x="1358839" y="869934"/>
                  </a:lnTo>
                  <a:lnTo>
                    <a:pt x="1348627" y="846776"/>
                  </a:lnTo>
                  <a:lnTo>
                    <a:pt x="1346181" y="844330"/>
                  </a:lnTo>
                  <a:lnTo>
                    <a:pt x="1346181" y="841741"/>
                  </a:lnTo>
                  <a:lnTo>
                    <a:pt x="1343448" y="841741"/>
                  </a:lnTo>
                  <a:lnTo>
                    <a:pt x="1343448" y="839296"/>
                  </a:lnTo>
                  <a:lnTo>
                    <a:pt x="1341003" y="839296"/>
                  </a:lnTo>
                  <a:lnTo>
                    <a:pt x="1341003" y="836563"/>
                  </a:lnTo>
                  <a:lnTo>
                    <a:pt x="1338414" y="834118"/>
                  </a:lnTo>
                  <a:lnTo>
                    <a:pt x="1330790" y="813693"/>
                  </a:lnTo>
                  <a:lnTo>
                    <a:pt x="1330790" y="811104"/>
                  </a:lnTo>
                  <a:lnTo>
                    <a:pt x="1328201" y="813693"/>
                  </a:lnTo>
                  <a:lnTo>
                    <a:pt x="1328201" y="821316"/>
                  </a:lnTo>
                  <a:lnTo>
                    <a:pt x="1330790" y="836563"/>
                  </a:lnTo>
                  <a:lnTo>
                    <a:pt x="1333236" y="839296"/>
                  </a:lnTo>
                  <a:lnTo>
                    <a:pt x="1335969" y="841741"/>
                  </a:lnTo>
                  <a:lnTo>
                    <a:pt x="1341003" y="844330"/>
                  </a:lnTo>
                  <a:lnTo>
                    <a:pt x="1343448" y="859721"/>
                  </a:lnTo>
                  <a:lnTo>
                    <a:pt x="1346181" y="867201"/>
                  </a:lnTo>
                  <a:lnTo>
                    <a:pt x="1348627" y="874968"/>
                  </a:lnTo>
                  <a:lnTo>
                    <a:pt x="1351215" y="880146"/>
                  </a:lnTo>
                  <a:lnTo>
                    <a:pt x="1351215" y="882591"/>
                  </a:lnTo>
                  <a:lnTo>
                    <a:pt x="1348195" y="882591"/>
                  </a:lnTo>
                  <a:lnTo>
                    <a:pt x="1343017" y="872379"/>
                  </a:lnTo>
                  <a:lnTo>
                    <a:pt x="1337982" y="872379"/>
                  </a:lnTo>
                  <a:lnTo>
                    <a:pt x="1332804" y="862166"/>
                  </a:lnTo>
                  <a:lnTo>
                    <a:pt x="1327770" y="856988"/>
                  </a:lnTo>
                  <a:lnTo>
                    <a:pt x="1320146" y="856988"/>
                  </a:lnTo>
                  <a:lnTo>
                    <a:pt x="1317557" y="859721"/>
                  </a:lnTo>
                  <a:lnTo>
                    <a:pt x="1309934" y="859721"/>
                  </a:lnTo>
                  <a:lnTo>
                    <a:pt x="1315112" y="862166"/>
                  </a:lnTo>
                  <a:lnTo>
                    <a:pt x="1317557" y="864755"/>
                  </a:lnTo>
                  <a:lnTo>
                    <a:pt x="1325325" y="864755"/>
                  </a:lnTo>
                  <a:lnTo>
                    <a:pt x="1322592" y="867201"/>
                  </a:lnTo>
                  <a:lnTo>
                    <a:pt x="1322592" y="872379"/>
                  </a:lnTo>
                  <a:lnTo>
                    <a:pt x="1325325" y="877413"/>
                  </a:lnTo>
                  <a:lnTo>
                    <a:pt x="1325325" y="885180"/>
                  </a:lnTo>
                  <a:lnTo>
                    <a:pt x="1320146" y="887626"/>
                  </a:lnTo>
                  <a:lnTo>
                    <a:pt x="1304900" y="887626"/>
                  </a:lnTo>
                  <a:lnTo>
                    <a:pt x="1299721" y="885180"/>
                  </a:lnTo>
                  <a:lnTo>
                    <a:pt x="1297132" y="882591"/>
                  </a:lnTo>
                  <a:lnTo>
                    <a:pt x="1287064" y="882591"/>
                  </a:lnTo>
                  <a:lnTo>
                    <a:pt x="1276851" y="872379"/>
                  </a:lnTo>
                  <a:lnTo>
                    <a:pt x="1274262" y="874968"/>
                  </a:lnTo>
                  <a:lnTo>
                    <a:pt x="1271817" y="877413"/>
                  </a:lnTo>
                  <a:lnTo>
                    <a:pt x="1269084" y="877413"/>
                  </a:lnTo>
                  <a:lnTo>
                    <a:pt x="1266639" y="874968"/>
                  </a:lnTo>
                  <a:lnTo>
                    <a:pt x="1266639" y="866625"/>
                  </a:lnTo>
                  <a:lnTo>
                    <a:pt x="1261604" y="866625"/>
                  </a:lnTo>
                  <a:lnTo>
                    <a:pt x="1261604" y="864180"/>
                  </a:lnTo>
                  <a:lnTo>
                    <a:pt x="1258871" y="864180"/>
                  </a:lnTo>
                  <a:lnTo>
                    <a:pt x="1253837" y="859146"/>
                  </a:lnTo>
                  <a:lnTo>
                    <a:pt x="1251392" y="859146"/>
                  </a:lnTo>
                  <a:lnTo>
                    <a:pt x="1251392" y="853967"/>
                  </a:lnTo>
                  <a:lnTo>
                    <a:pt x="1246214" y="851378"/>
                  </a:lnTo>
                  <a:lnTo>
                    <a:pt x="1243625" y="851378"/>
                  </a:lnTo>
                  <a:lnTo>
                    <a:pt x="1243625" y="848933"/>
                  </a:lnTo>
                  <a:lnTo>
                    <a:pt x="1241179" y="846200"/>
                  </a:lnTo>
                  <a:lnTo>
                    <a:pt x="1241179" y="835844"/>
                  </a:lnTo>
                  <a:lnTo>
                    <a:pt x="1246214" y="835844"/>
                  </a:lnTo>
                  <a:lnTo>
                    <a:pt x="1243625" y="833399"/>
                  </a:lnTo>
                  <a:lnTo>
                    <a:pt x="1248659" y="835844"/>
                  </a:lnTo>
                  <a:lnTo>
                    <a:pt x="1253837" y="835844"/>
                  </a:lnTo>
                  <a:lnTo>
                    <a:pt x="1256426" y="833399"/>
                  </a:lnTo>
                  <a:lnTo>
                    <a:pt x="1253837" y="830809"/>
                  </a:lnTo>
                  <a:lnTo>
                    <a:pt x="1266639" y="830809"/>
                  </a:lnTo>
                  <a:lnTo>
                    <a:pt x="1274262" y="825631"/>
                  </a:lnTo>
                  <a:lnTo>
                    <a:pt x="1279296" y="828364"/>
                  </a:lnTo>
                  <a:lnTo>
                    <a:pt x="1283036" y="828364"/>
                  </a:lnTo>
                  <a:lnTo>
                    <a:pt x="1283036" y="823186"/>
                  </a:lnTo>
                  <a:lnTo>
                    <a:pt x="1280303" y="823186"/>
                  </a:lnTo>
                  <a:lnTo>
                    <a:pt x="1259878" y="820597"/>
                  </a:lnTo>
                  <a:lnTo>
                    <a:pt x="1254844" y="820597"/>
                  </a:lnTo>
                  <a:lnTo>
                    <a:pt x="1252399" y="818152"/>
                  </a:lnTo>
                  <a:lnTo>
                    <a:pt x="1249666" y="815706"/>
                  </a:lnTo>
                  <a:lnTo>
                    <a:pt x="1244631" y="815706"/>
                  </a:lnTo>
                  <a:lnTo>
                    <a:pt x="1242186" y="820597"/>
                  </a:lnTo>
                  <a:lnTo>
                    <a:pt x="1231974" y="820597"/>
                  </a:lnTo>
                  <a:lnTo>
                    <a:pt x="1229241" y="818152"/>
                  </a:lnTo>
                  <a:lnTo>
                    <a:pt x="1226796" y="812974"/>
                  </a:lnTo>
                  <a:lnTo>
                    <a:pt x="1226796" y="810384"/>
                  </a:lnTo>
                  <a:lnTo>
                    <a:pt x="1229241" y="810384"/>
                  </a:lnTo>
                  <a:lnTo>
                    <a:pt x="1229241" y="807939"/>
                  </a:lnTo>
                  <a:lnTo>
                    <a:pt x="1221761" y="807939"/>
                  </a:lnTo>
                  <a:lnTo>
                    <a:pt x="1219316" y="805494"/>
                  </a:lnTo>
                  <a:lnTo>
                    <a:pt x="1216583" y="800316"/>
                  </a:lnTo>
                  <a:lnTo>
                    <a:pt x="1216583" y="792549"/>
                  </a:lnTo>
                  <a:lnTo>
                    <a:pt x="1213994" y="792549"/>
                  </a:lnTo>
                  <a:lnTo>
                    <a:pt x="1221761" y="790103"/>
                  </a:lnTo>
                  <a:lnTo>
                    <a:pt x="1234419" y="797727"/>
                  </a:lnTo>
                  <a:lnTo>
                    <a:pt x="1239453" y="797727"/>
                  </a:lnTo>
                  <a:lnTo>
                    <a:pt x="1239453" y="795281"/>
                  </a:lnTo>
                  <a:lnTo>
                    <a:pt x="1231974" y="790103"/>
                  </a:lnTo>
                  <a:lnTo>
                    <a:pt x="1229241" y="787514"/>
                  </a:lnTo>
                  <a:lnTo>
                    <a:pt x="1226796" y="787514"/>
                  </a:lnTo>
                  <a:lnTo>
                    <a:pt x="1221761" y="785069"/>
                  </a:lnTo>
                  <a:lnTo>
                    <a:pt x="1213994" y="785069"/>
                  </a:lnTo>
                  <a:lnTo>
                    <a:pt x="1209103" y="777302"/>
                  </a:lnTo>
                  <a:lnTo>
                    <a:pt x="1209103" y="774856"/>
                  </a:lnTo>
                  <a:lnTo>
                    <a:pt x="1206370" y="772123"/>
                  </a:lnTo>
                  <a:lnTo>
                    <a:pt x="1203925" y="772123"/>
                  </a:lnTo>
                  <a:lnTo>
                    <a:pt x="1203925" y="764644"/>
                  </a:lnTo>
                  <a:lnTo>
                    <a:pt x="1201336" y="761911"/>
                  </a:lnTo>
                  <a:lnTo>
                    <a:pt x="1206370" y="756877"/>
                  </a:lnTo>
                  <a:lnTo>
                    <a:pt x="1209103" y="754431"/>
                  </a:lnTo>
                  <a:lnTo>
                    <a:pt x="1213994" y="754431"/>
                  </a:lnTo>
                  <a:lnTo>
                    <a:pt x="1216583" y="751698"/>
                  </a:lnTo>
                  <a:lnTo>
                    <a:pt x="1219316" y="751698"/>
                  </a:lnTo>
                  <a:lnTo>
                    <a:pt x="1219316" y="746664"/>
                  </a:lnTo>
                  <a:lnTo>
                    <a:pt x="1224206" y="744219"/>
                  </a:lnTo>
                  <a:lnTo>
                    <a:pt x="1224206" y="734006"/>
                  </a:lnTo>
                  <a:lnTo>
                    <a:pt x="1231974" y="734006"/>
                  </a:lnTo>
                  <a:lnTo>
                    <a:pt x="1242186" y="736452"/>
                  </a:lnTo>
                  <a:lnTo>
                    <a:pt x="1242186" y="734006"/>
                  </a:lnTo>
                  <a:lnTo>
                    <a:pt x="1265056" y="734006"/>
                  </a:lnTo>
                  <a:lnTo>
                    <a:pt x="1270091" y="731561"/>
                  </a:lnTo>
                  <a:lnTo>
                    <a:pt x="1272824" y="731561"/>
                  </a:lnTo>
                  <a:lnTo>
                    <a:pt x="1275269" y="728828"/>
                  </a:lnTo>
                  <a:lnTo>
                    <a:pt x="1277858" y="728828"/>
                  </a:lnTo>
                  <a:lnTo>
                    <a:pt x="1288071" y="726239"/>
                  </a:lnTo>
                  <a:lnTo>
                    <a:pt x="1290516" y="723794"/>
                  </a:lnTo>
                  <a:lnTo>
                    <a:pt x="1300728" y="723794"/>
                  </a:lnTo>
                  <a:lnTo>
                    <a:pt x="1303174" y="721349"/>
                  </a:lnTo>
                  <a:lnTo>
                    <a:pt x="1310941" y="721349"/>
                  </a:lnTo>
                  <a:lnTo>
                    <a:pt x="1313386" y="718616"/>
                  </a:lnTo>
                  <a:lnTo>
                    <a:pt x="1313386" y="716027"/>
                  </a:lnTo>
                  <a:lnTo>
                    <a:pt x="1310941" y="716027"/>
                  </a:lnTo>
                  <a:lnTo>
                    <a:pt x="1303174" y="718616"/>
                  </a:lnTo>
                  <a:lnTo>
                    <a:pt x="1303174" y="716027"/>
                  </a:lnTo>
                  <a:lnTo>
                    <a:pt x="1290516" y="716027"/>
                  </a:lnTo>
                  <a:lnTo>
                    <a:pt x="1285481" y="718616"/>
                  </a:lnTo>
                  <a:lnTo>
                    <a:pt x="1277858" y="718616"/>
                  </a:lnTo>
                  <a:lnTo>
                    <a:pt x="1277858" y="721349"/>
                  </a:lnTo>
                  <a:lnTo>
                    <a:pt x="1275269" y="723794"/>
                  </a:lnTo>
                  <a:lnTo>
                    <a:pt x="1259878" y="723794"/>
                  </a:lnTo>
                  <a:lnTo>
                    <a:pt x="1247221" y="718616"/>
                  </a:lnTo>
                  <a:lnTo>
                    <a:pt x="1247221" y="716027"/>
                  </a:lnTo>
                  <a:lnTo>
                    <a:pt x="1249666" y="713581"/>
                  </a:lnTo>
                  <a:lnTo>
                    <a:pt x="1249666" y="708403"/>
                  </a:lnTo>
                  <a:lnTo>
                    <a:pt x="1267646" y="708403"/>
                  </a:lnTo>
                  <a:lnTo>
                    <a:pt x="1270091" y="705958"/>
                  </a:lnTo>
                  <a:lnTo>
                    <a:pt x="1288071" y="700924"/>
                  </a:lnTo>
                  <a:lnTo>
                    <a:pt x="1290516" y="700924"/>
                  </a:lnTo>
                  <a:lnTo>
                    <a:pt x="1290516" y="693156"/>
                  </a:lnTo>
                  <a:lnTo>
                    <a:pt x="1288071" y="693156"/>
                  </a:lnTo>
                  <a:lnTo>
                    <a:pt x="1285481" y="698191"/>
                  </a:lnTo>
                  <a:lnTo>
                    <a:pt x="1283036" y="698191"/>
                  </a:lnTo>
                  <a:lnTo>
                    <a:pt x="1272824" y="700924"/>
                  </a:lnTo>
                  <a:lnTo>
                    <a:pt x="1272824" y="703369"/>
                  </a:lnTo>
                  <a:lnTo>
                    <a:pt x="1262611" y="703369"/>
                  </a:lnTo>
                  <a:lnTo>
                    <a:pt x="1257433" y="700924"/>
                  </a:lnTo>
                  <a:lnTo>
                    <a:pt x="1249666" y="700924"/>
                  </a:lnTo>
                  <a:lnTo>
                    <a:pt x="1247221" y="698191"/>
                  </a:lnTo>
                  <a:lnTo>
                    <a:pt x="1252399" y="695745"/>
                  </a:lnTo>
                  <a:lnTo>
                    <a:pt x="1257433" y="690711"/>
                  </a:lnTo>
                  <a:lnTo>
                    <a:pt x="1259878" y="685533"/>
                  </a:lnTo>
                  <a:lnTo>
                    <a:pt x="1252399" y="685533"/>
                  </a:lnTo>
                  <a:lnTo>
                    <a:pt x="1252399" y="687978"/>
                  </a:lnTo>
                  <a:lnTo>
                    <a:pt x="1249666" y="687978"/>
                  </a:lnTo>
                  <a:lnTo>
                    <a:pt x="1249666" y="685533"/>
                  </a:lnTo>
                  <a:lnTo>
                    <a:pt x="1247221" y="687978"/>
                  </a:lnTo>
                  <a:lnTo>
                    <a:pt x="1242186" y="690711"/>
                  </a:lnTo>
                  <a:lnTo>
                    <a:pt x="1242186" y="693156"/>
                  </a:lnTo>
                  <a:lnTo>
                    <a:pt x="1237008" y="690711"/>
                  </a:lnTo>
                  <a:lnTo>
                    <a:pt x="1237008" y="685533"/>
                  </a:lnTo>
                  <a:lnTo>
                    <a:pt x="1234419" y="682944"/>
                  </a:lnTo>
                  <a:lnTo>
                    <a:pt x="1231974" y="682944"/>
                  </a:lnTo>
                  <a:lnTo>
                    <a:pt x="1231974" y="685533"/>
                  </a:lnTo>
                  <a:lnTo>
                    <a:pt x="1237008" y="698191"/>
                  </a:lnTo>
                  <a:lnTo>
                    <a:pt x="1234419" y="700924"/>
                  </a:lnTo>
                  <a:lnTo>
                    <a:pt x="1229241" y="700924"/>
                  </a:lnTo>
                  <a:lnTo>
                    <a:pt x="1226796" y="705958"/>
                  </a:lnTo>
                  <a:lnTo>
                    <a:pt x="1229241" y="693156"/>
                  </a:lnTo>
                  <a:lnTo>
                    <a:pt x="1229241" y="687978"/>
                  </a:lnTo>
                  <a:lnTo>
                    <a:pt x="1226796" y="687978"/>
                  </a:lnTo>
                  <a:lnTo>
                    <a:pt x="1226796" y="691143"/>
                  </a:lnTo>
                  <a:lnTo>
                    <a:pt x="1224206" y="693588"/>
                  </a:lnTo>
                  <a:lnTo>
                    <a:pt x="1221761" y="701355"/>
                  </a:lnTo>
                  <a:lnTo>
                    <a:pt x="1215864" y="701355"/>
                  </a:lnTo>
                  <a:lnTo>
                    <a:pt x="1215864" y="703800"/>
                  </a:lnTo>
                  <a:lnTo>
                    <a:pt x="1218597" y="708835"/>
                  </a:lnTo>
                  <a:lnTo>
                    <a:pt x="1218597" y="711568"/>
                  </a:lnTo>
                  <a:lnTo>
                    <a:pt x="1210829" y="716458"/>
                  </a:lnTo>
                  <a:lnTo>
                    <a:pt x="1205651" y="719047"/>
                  </a:lnTo>
                  <a:lnTo>
                    <a:pt x="1203206" y="714013"/>
                  </a:lnTo>
                  <a:lnTo>
                    <a:pt x="1203206" y="703800"/>
                  </a:lnTo>
                  <a:lnTo>
                    <a:pt x="1208384" y="701355"/>
                  </a:lnTo>
                  <a:lnTo>
                    <a:pt x="1210829" y="698622"/>
                  </a:lnTo>
                  <a:lnTo>
                    <a:pt x="1203206" y="698622"/>
                  </a:lnTo>
                  <a:lnTo>
                    <a:pt x="1200617" y="696177"/>
                  </a:lnTo>
                  <a:lnTo>
                    <a:pt x="1198172" y="693588"/>
                  </a:lnTo>
                  <a:lnTo>
                    <a:pt x="1195439" y="693588"/>
                  </a:lnTo>
                  <a:lnTo>
                    <a:pt x="1192993" y="696177"/>
                  </a:lnTo>
                  <a:lnTo>
                    <a:pt x="1192993" y="693588"/>
                  </a:lnTo>
                  <a:lnTo>
                    <a:pt x="1190404" y="696177"/>
                  </a:lnTo>
                  <a:lnTo>
                    <a:pt x="1192993" y="701355"/>
                  </a:lnTo>
                  <a:lnTo>
                    <a:pt x="1192993" y="698622"/>
                  </a:lnTo>
                  <a:lnTo>
                    <a:pt x="1195439" y="698622"/>
                  </a:lnTo>
                  <a:lnTo>
                    <a:pt x="1195439" y="701355"/>
                  </a:lnTo>
                  <a:lnTo>
                    <a:pt x="1192993" y="703800"/>
                  </a:lnTo>
                  <a:lnTo>
                    <a:pt x="1192993" y="706102"/>
                  </a:lnTo>
                  <a:lnTo>
                    <a:pt x="1188822" y="706102"/>
                  </a:lnTo>
                  <a:lnTo>
                    <a:pt x="1188822" y="708547"/>
                  </a:lnTo>
                  <a:lnTo>
                    <a:pt x="1183644" y="713725"/>
                  </a:lnTo>
                  <a:lnTo>
                    <a:pt x="1181055" y="711280"/>
                  </a:lnTo>
                  <a:lnTo>
                    <a:pt x="1181055" y="713725"/>
                  </a:lnTo>
                  <a:lnTo>
                    <a:pt x="1178610" y="718760"/>
                  </a:lnTo>
                  <a:lnTo>
                    <a:pt x="1175877" y="716170"/>
                  </a:lnTo>
                  <a:lnTo>
                    <a:pt x="1173431" y="713725"/>
                  </a:lnTo>
                  <a:lnTo>
                    <a:pt x="1173431" y="708547"/>
                  </a:lnTo>
                  <a:lnTo>
                    <a:pt x="1170842" y="706102"/>
                  </a:lnTo>
                  <a:lnTo>
                    <a:pt x="1173431" y="706102"/>
                  </a:lnTo>
                  <a:lnTo>
                    <a:pt x="1175877" y="703513"/>
                  </a:lnTo>
                  <a:lnTo>
                    <a:pt x="1170842" y="703513"/>
                  </a:lnTo>
                  <a:lnTo>
                    <a:pt x="1170842" y="698335"/>
                  </a:lnTo>
                  <a:lnTo>
                    <a:pt x="1173431" y="695889"/>
                  </a:lnTo>
                  <a:lnTo>
                    <a:pt x="1168397" y="695889"/>
                  </a:lnTo>
                  <a:lnTo>
                    <a:pt x="1168397" y="701067"/>
                  </a:lnTo>
                  <a:lnTo>
                    <a:pt x="1165664" y="698335"/>
                  </a:lnTo>
                  <a:lnTo>
                    <a:pt x="1160630" y="698335"/>
                  </a:lnTo>
                  <a:lnTo>
                    <a:pt x="1158185" y="693300"/>
                  </a:lnTo>
                  <a:lnTo>
                    <a:pt x="1158185" y="688122"/>
                  </a:lnTo>
                  <a:lnTo>
                    <a:pt x="1160630" y="690855"/>
                  </a:lnTo>
                  <a:lnTo>
                    <a:pt x="1160630" y="685677"/>
                  </a:lnTo>
                  <a:lnTo>
                    <a:pt x="1158185" y="685677"/>
                  </a:lnTo>
                  <a:lnTo>
                    <a:pt x="1158185" y="675464"/>
                  </a:lnTo>
                  <a:lnTo>
                    <a:pt x="1160630" y="675464"/>
                  </a:lnTo>
                  <a:lnTo>
                    <a:pt x="1165664" y="672875"/>
                  </a:lnTo>
                  <a:lnTo>
                    <a:pt x="1170842" y="672875"/>
                  </a:lnTo>
                  <a:lnTo>
                    <a:pt x="1178610" y="667697"/>
                  </a:lnTo>
                  <a:lnTo>
                    <a:pt x="1182781" y="667697"/>
                  </a:lnTo>
                  <a:lnTo>
                    <a:pt x="1190404" y="660217"/>
                  </a:lnTo>
                  <a:lnTo>
                    <a:pt x="1192993" y="657484"/>
                  </a:lnTo>
                  <a:lnTo>
                    <a:pt x="1196446" y="657484"/>
                  </a:lnTo>
                  <a:lnTo>
                    <a:pt x="1196446" y="655039"/>
                  </a:lnTo>
                  <a:lnTo>
                    <a:pt x="1199178" y="652450"/>
                  </a:lnTo>
                  <a:lnTo>
                    <a:pt x="1196446" y="652450"/>
                  </a:lnTo>
                  <a:lnTo>
                    <a:pt x="1196446" y="644827"/>
                  </a:lnTo>
                  <a:lnTo>
                    <a:pt x="1199178" y="642238"/>
                  </a:lnTo>
                  <a:lnTo>
                    <a:pt x="1199178" y="639792"/>
                  </a:lnTo>
                  <a:lnTo>
                    <a:pt x="1196446" y="639792"/>
                  </a:lnTo>
                  <a:lnTo>
                    <a:pt x="1191411" y="644827"/>
                  </a:lnTo>
                  <a:lnTo>
                    <a:pt x="1191411" y="647560"/>
                  </a:lnTo>
                  <a:lnTo>
                    <a:pt x="1188966" y="647560"/>
                  </a:lnTo>
                  <a:lnTo>
                    <a:pt x="1188966" y="650005"/>
                  </a:lnTo>
                  <a:lnTo>
                    <a:pt x="1186233" y="650005"/>
                  </a:lnTo>
                  <a:lnTo>
                    <a:pt x="1186233" y="652450"/>
                  </a:lnTo>
                  <a:lnTo>
                    <a:pt x="1183788" y="655039"/>
                  </a:lnTo>
                  <a:lnTo>
                    <a:pt x="1178753" y="655039"/>
                  </a:lnTo>
                  <a:lnTo>
                    <a:pt x="1170986" y="660217"/>
                  </a:lnTo>
                  <a:lnTo>
                    <a:pt x="1165808" y="660217"/>
                  </a:lnTo>
                  <a:lnTo>
                    <a:pt x="1160774" y="662663"/>
                  </a:lnTo>
                  <a:lnTo>
                    <a:pt x="1153150" y="657484"/>
                  </a:lnTo>
                  <a:lnTo>
                    <a:pt x="1153150" y="655039"/>
                  </a:lnTo>
                  <a:lnTo>
                    <a:pt x="1150561" y="652450"/>
                  </a:lnTo>
                  <a:lnTo>
                    <a:pt x="1150561" y="650005"/>
                  </a:lnTo>
                  <a:lnTo>
                    <a:pt x="1148116" y="647560"/>
                  </a:lnTo>
                  <a:lnTo>
                    <a:pt x="1148116" y="644827"/>
                  </a:lnTo>
                  <a:lnTo>
                    <a:pt x="1145671" y="644827"/>
                  </a:lnTo>
                  <a:lnTo>
                    <a:pt x="1145671" y="643101"/>
                  </a:lnTo>
                  <a:lnTo>
                    <a:pt x="1142938" y="640655"/>
                  </a:lnTo>
                  <a:lnTo>
                    <a:pt x="1142938" y="638210"/>
                  </a:lnTo>
                  <a:lnTo>
                    <a:pt x="1140349" y="630443"/>
                  </a:lnTo>
                  <a:lnTo>
                    <a:pt x="1135458" y="630443"/>
                  </a:lnTo>
                  <a:lnTo>
                    <a:pt x="1140349" y="627278"/>
                  </a:lnTo>
                  <a:lnTo>
                    <a:pt x="1140349" y="624546"/>
                  </a:lnTo>
                  <a:lnTo>
                    <a:pt x="1137903" y="627278"/>
                  </a:lnTo>
                  <a:lnTo>
                    <a:pt x="1135458" y="627278"/>
                  </a:lnTo>
                  <a:lnTo>
                    <a:pt x="1135458" y="624546"/>
                  </a:lnTo>
                  <a:lnTo>
                    <a:pt x="1132725" y="622100"/>
                  </a:lnTo>
                  <a:lnTo>
                    <a:pt x="1135458" y="619511"/>
                  </a:lnTo>
                  <a:lnTo>
                    <a:pt x="1137903" y="619511"/>
                  </a:lnTo>
                  <a:lnTo>
                    <a:pt x="1137903" y="617066"/>
                  </a:lnTo>
                  <a:lnTo>
                    <a:pt x="1140349" y="617066"/>
                  </a:lnTo>
                  <a:lnTo>
                    <a:pt x="1140349" y="622100"/>
                  </a:lnTo>
                  <a:lnTo>
                    <a:pt x="1142938" y="619511"/>
                  </a:lnTo>
                  <a:lnTo>
                    <a:pt x="1145671" y="619511"/>
                  </a:lnTo>
                  <a:lnTo>
                    <a:pt x="1148116" y="617066"/>
                  </a:lnTo>
                  <a:lnTo>
                    <a:pt x="1145671" y="614333"/>
                  </a:lnTo>
                  <a:lnTo>
                    <a:pt x="1142938" y="614333"/>
                  </a:lnTo>
                  <a:lnTo>
                    <a:pt x="1140349" y="611888"/>
                  </a:lnTo>
                  <a:lnTo>
                    <a:pt x="1137903" y="611888"/>
                  </a:lnTo>
                  <a:lnTo>
                    <a:pt x="1135458" y="609299"/>
                  </a:lnTo>
                  <a:lnTo>
                    <a:pt x="1135458" y="606853"/>
                  </a:lnTo>
                  <a:lnTo>
                    <a:pt x="1132725" y="601675"/>
                  </a:lnTo>
                  <a:lnTo>
                    <a:pt x="1135458" y="601675"/>
                  </a:lnTo>
                  <a:lnTo>
                    <a:pt x="1135458" y="599230"/>
                  </a:lnTo>
                  <a:lnTo>
                    <a:pt x="1137903" y="596785"/>
                  </a:lnTo>
                  <a:lnTo>
                    <a:pt x="1142938" y="596785"/>
                  </a:lnTo>
                  <a:lnTo>
                    <a:pt x="1137903" y="594052"/>
                  </a:lnTo>
                  <a:lnTo>
                    <a:pt x="1135458" y="596785"/>
                  </a:lnTo>
                  <a:lnTo>
                    <a:pt x="1132006" y="596785"/>
                  </a:lnTo>
                  <a:lnTo>
                    <a:pt x="1129417" y="591607"/>
                  </a:lnTo>
                  <a:lnTo>
                    <a:pt x="1132006" y="581394"/>
                  </a:lnTo>
                  <a:lnTo>
                    <a:pt x="1142219" y="581394"/>
                  </a:lnTo>
                  <a:lnTo>
                    <a:pt x="1144952" y="586572"/>
                  </a:lnTo>
                  <a:lnTo>
                    <a:pt x="1147397" y="589017"/>
                  </a:lnTo>
                  <a:lnTo>
                    <a:pt x="1149842" y="591607"/>
                  </a:lnTo>
                  <a:lnTo>
                    <a:pt x="1154589" y="596641"/>
                  </a:lnTo>
                  <a:lnTo>
                    <a:pt x="1164801" y="599086"/>
                  </a:lnTo>
                  <a:lnTo>
                    <a:pt x="1177747" y="599086"/>
                  </a:lnTo>
                  <a:lnTo>
                    <a:pt x="1182781" y="596641"/>
                  </a:lnTo>
                  <a:lnTo>
                    <a:pt x="1195439" y="606853"/>
                  </a:lnTo>
                  <a:lnTo>
                    <a:pt x="1192993" y="604120"/>
                  </a:lnTo>
                  <a:lnTo>
                    <a:pt x="1192993" y="601675"/>
                  </a:lnTo>
                  <a:lnTo>
                    <a:pt x="1190404" y="599374"/>
                  </a:lnTo>
                  <a:lnTo>
                    <a:pt x="1187959" y="599374"/>
                  </a:lnTo>
                  <a:lnTo>
                    <a:pt x="1187959" y="596929"/>
                  </a:lnTo>
                  <a:lnTo>
                    <a:pt x="1185226" y="596929"/>
                  </a:lnTo>
                  <a:lnTo>
                    <a:pt x="1185226" y="591750"/>
                  </a:lnTo>
                  <a:lnTo>
                    <a:pt x="1182781" y="591750"/>
                  </a:lnTo>
                  <a:lnTo>
                    <a:pt x="1182781" y="589161"/>
                  </a:lnTo>
                  <a:lnTo>
                    <a:pt x="1180192" y="589161"/>
                  </a:lnTo>
                  <a:lnTo>
                    <a:pt x="1180192" y="586716"/>
                  </a:lnTo>
                  <a:lnTo>
                    <a:pt x="1182781" y="583983"/>
                  </a:lnTo>
                  <a:lnTo>
                    <a:pt x="1190404" y="576504"/>
                  </a:lnTo>
                  <a:lnTo>
                    <a:pt x="1192993" y="576504"/>
                  </a:lnTo>
                  <a:lnTo>
                    <a:pt x="1195439" y="573771"/>
                  </a:lnTo>
                  <a:lnTo>
                    <a:pt x="1200617" y="576504"/>
                  </a:lnTo>
                  <a:lnTo>
                    <a:pt x="1200617" y="573771"/>
                  </a:lnTo>
                  <a:lnTo>
                    <a:pt x="1198172" y="573771"/>
                  </a:lnTo>
                  <a:lnTo>
                    <a:pt x="1192993" y="571325"/>
                  </a:lnTo>
                  <a:lnTo>
                    <a:pt x="1190692" y="571325"/>
                  </a:lnTo>
                  <a:lnTo>
                    <a:pt x="1190692" y="568736"/>
                  </a:lnTo>
                  <a:lnTo>
                    <a:pt x="1188247" y="568736"/>
                  </a:lnTo>
                  <a:lnTo>
                    <a:pt x="1188247" y="563558"/>
                  </a:lnTo>
                  <a:lnTo>
                    <a:pt x="1185514" y="566291"/>
                  </a:lnTo>
                  <a:lnTo>
                    <a:pt x="1185514" y="571325"/>
                  </a:lnTo>
                  <a:lnTo>
                    <a:pt x="1183069" y="573771"/>
                  </a:lnTo>
                  <a:lnTo>
                    <a:pt x="1180480" y="576504"/>
                  </a:lnTo>
                  <a:lnTo>
                    <a:pt x="1178034" y="578949"/>
                  </a:lnTo>
                  <a:lnTo>
                    <a:pt x="1170267" y="583983"/>
                  </a:lnTo>
                  <a:lnTo>
                    <a:pt x="1167822" y="583983"/>
                  </a:lnTo>
                  <a:lnTo>
                    <a:pt x="1165089" y="581538"/>
                  </a:lnTo>
                  <a:lnTo>
                    <a:pt x="1160055" y="578949"/>
                  </a:lnTo>
                  <a:lnTo>
                    <a:pt x="1160055" y="576504"/>
                  </a:lnTo>
                  <a:lnTo>
                    <a:pt x="1154876" y="576504"/>
                  </a:lnTo>
                  <a:lnTo>
                    <a:pt x="1154876" y="573771"/>
                  </a:lnTo>
                  <a:lnTo>
                    <a:pt x="1157609" y="571325"/>
                  </a:lnTo>
                  <a:lnTo>
                    <a:pt x="1160055" y="571325"/>
                  </a:lnTo>
                  <a:lnTo>
                    <a:pt x="1167822" y="568736"/>
                  </a:lnTo>
                  <a:lnTo>
                    <a:pt x="1167822" y="563558"/>
                  </a:lnTo>
                  <a:lnTo>
                    <a:pt x="1165089" y="563558"/>
                  </a:lnTo>
                  <a:lnTo>
                    <a:pt x="1165089" y="566291"/>
                  </a:lnTo>
                  <a:lnTo>
                    <a:pt x="1160055" y="566291"/>
                  </a:lnTo>
                  <a:lnTo>
                    <a:pt x="1157609" y="563558"/>
                  </a:lnTo>
                  <a:lnTo>
                    <a:pt x="1154876" y="566291"/>
                  </a:lnTo>
                  <a:lnTo>
                    <a:pt x="1154876" y="568736"/>
                  </a:lnTo>
                  <a:lnTo>
                    <a:pt x="1152431" y="568736"/>
                  </a:lnTo>
                  <a:lnTo>
                    <a:pt x="1149842" y="571325"/>
                  </a:lnTo>
                  <a:lnTo>
                    <a:pt x="1147397" y="571325"/>
                  </a:lnTo>
                  <a:lnTo>
                    <a:pt x="1147397" y="568736"/>
                  </a:lnTo>
                  <a:lnTo>
                    <a:pt x="1144952" y="566291"/>
                  </a:lnTo>
                  <a:lnTo>
                    <a:pt x="1142219" y="563558"/>
                  </a:lnTo>
                  <a:lnTo>
                    <a:pt x="1139629" y="563558"/>
                  </a:lnTo>
                  <a:lnTo>
                    <a:pt x="1137184" y="558524"/>
                  </a:lnTo>
                  <a:lnTo>
                    <a:pt x="1134739" y="558524"/>
                  </a:lnTo>
                  <a:lnTo>
                    <a:pt x="1134739" y="553346"/>
                  </a:lnTo>
                  <a:lnTo>
                    <a:pt x="1136753" y="551044"/>
                  </a:lnTo>
                  <a:lnTo>
                    <a:pt x="1132006" y="551044"/>
                  </a:lnTo>
                  <a:lnTo>
                    <a:pt x="1129417" y="548599"/>
                  </a:lnTo>
                  <a:lnTo>
                    <a:pt x="1132006" y="543565"/>
                  </a:lnTo>
                  <a:lnTo>
                    <a:pt x="1134739" y="543565"/>
                  </a:lnTo>
                  <a:lnTo>
                    <a:pt x="1137184" y="548599"/>
                  </a:lnTo>
                  <a:lnTo>
                    <a:pt x="1137184" y="543565"/>
                  </a:lnTo>
                  <a:lnTo>
                    <a:pt x="1142219" y="548599"/>
                  </a:lnTo>
                  <a:lnTo>
                    <a:pt x="1142219" y="543565"/>
                  </a:lnTo>
                  <a:lnTo>
                    <a:pt x="1144952" y="540832"/>
                  </a:lnTo>
                  <a:lnTo>
                    <a:pt x="1149842" y="540832"/>
                  </a:lnTo>
                  <a:lnTo>
                    <a:pt x="1157609" y="543565"/>
                  </a:lnTo>
                  <a:lnTo>
                    <a:pt x="1160055" y="546010"/>
                  </a:lnTo>
                  <a:lnTo>
                    <a:pt x="1160055" y="548599"/>
                  </a:lnTo>
                  <a:lnTo>
                    <a:pt x="1162644" y="548599"/>
                  </a:lnTo>
                  <a:lnTo>
                    <a:pt x="1162644" y="543565"/>
                  </a:lnTo>
                  <a:lnTo>
                    <a:pt x="1167822" y="543565"/>
                  </a:lnTo>
                  <a:lnTo>
                    <a:pt x="1160055" y="540832"/>
                  </a:lnTo>
                  <a:lnTo>
                    <a:pt x="1157609" y="538386"/>
                  </a:lnTo>
                  <a:lnTo>
                    <a:pt x="1157609" y="535797"/>
                  </a:lnTo>
                  <a:lnTo>
                    <a:pt x="1154876" y="533352"/>
                  </a:lnTo>
                  <a:lnTo>
                    <a:pt x="1154876" y="530619"/>
                  </a:lnTo>
                  <a:lnTo>
                    <a:pt x="1147397" y="523140"/>
                  </a:lnTo>
                  <a:lnTo>
                    <a:pt x="1149842" y="520407"/>
                  </a:lnTo>
                  <a:lnTo>
                    <a:pt x="1152431" y="520407"/>
                  </a:lnTo>
                  <a:lnTo>
                    <a:pt x="1149842" y="515372"/>
                  </a:lnTo>
                  <a:lnTo>
                    <a:pt x="1152143" y="517242"/>
                  </a:lnTo>
                  <a:lnTo>
                    <a:pt x="1154589" y="517242"/>
                  </a:lnTo>
                  <a:lnTo>
                    <a:pt x="1152143" y="514653"/>
                  </a:lnTo>
                  <a:lnTo>
                    <a:pt x="1149554" y="512208"/>
                  </a:lnTo>
                  <a:lnTo>
                    <a:pt x="1149554" y="507030"/>
                  </a:lnTo>
                  <a:lnTo>
                    <a:pt x="1154589" y="509475"/>
                  </a:lnTo>
                  <a:lnTo>
                    <a:pt x="1172568" y="507030"/>
                  </a:lnTo>
                  <a:lnTo>
                    <a:pt x="1175014" y="507030"/>
                  </a:lnTo>
                  <a:lnTo>
                    <a:pt x="1180192" y="509475"/>
                  </a:lnTo>
                  <a:lnTo>
                    <a:pt x="1182781" y="512208"/>
                  </a:lnTo>
                  <a:lnTo>
                    <a:pt x="1203206" y="512208"/>
                  </a:lnTo>
                  <a:lnTo>
                    <a:pt x="1203206" y="517242"/>
                  </a:lnTo>
                  <a:lnTo>
                    <a:pt x="1208384" y="517242"/>
                  </a:lnTo>
                  <a:lnTo>
                    <a:pt x="1205651" y="512208"/>
                  </a:lnTo>
                  <a:lnTo>
                    <a:pt x="1205651" y="509475"/>
                  </a:lnTo>
                  <a:lnTo>
                    <a:pt x="1203206" y="507030"/>
                  </a:lnTo>
                  <a:lnTo>
                    <a:pt x="1200617" y="507030"/>
                  </a:lnTo>
                  <a:lnTo>
                    <a:pt x="1192993" y="504441"/>
                  </a:lnTo>
                  <a:lnTo>
                    <a:pt x="1187959" y="507030"/>
                  </a:lnTo>
                  <a:lnTo>
                    <a:pt x="1187959" y="504441"/>
                  </a:lnTo>
                  <a:lnTo>
                    <a:pt x="1185226" y="501995"/>
                  </a:lnTo>
                  <a:lnTo>
                    <a:pt x="1185226" y="491783"/>
                  </a:lnTo>
                  <a:lnTo>
                    <a:pt x="1190404" y="489050"/>
                  </a:lnTo>
                  <a:lnTo>
                    <a:pt x="1195439" y="491783"/>
                  </a:lnTo>
                  <a:lnTo>
                    <a:pt x="1200617" y="486605"/>
                  </a:lnTo>
                  <a:lnTo>
                    <a:pt x="1192993" y="486605"/>
                  </a:lnTo>
                  <a:lnTo>
                    <a:pt x="1192993" y="484879"/>
                  </a:lnTo>
                  <a:lnTo>
                    <a:pt x="1195439" y="484879"/>
                  </a:lnTo>
                  <a:lnTo>
                    <a:pt x="1195439" y="482433"/>
                  </a:lnTo>
                  <a:lnTo>
                    <a:pt x="1192993" y="484879"/>
                  </a:lnTo>
                  <a:lnTo>
                    <a:pt x="1181055" y="484879"/>
                  </a:lnTo>
                  <a:lnTo>
                    <a:pt x="1178610" y="482433"/>
                  </a:lnTo>
                  <a:lnTo>
                    <a:pt x="1178610" y="479700"/>
                  </a:lnTo>
                  <a:lnTo>
                    <a:pt x="1175877" y="479700"/>
                  </a:lnTo>
                  <a:lnTo>
                    <a:pt x="1181055" y="474666"/>
                  </a:lnTo>
                  <a:lnTo>
                    <a:pt x="1178610" y="472221"/>
                  </a:lnTo>
                  <a:lnTo>
                    <a:pt x="1175877" y="474810"/>
                  </a:lnTo>
                  <a:lnTo>
                    <a:pt x="1170842" y="474810"/>
                  </a:lnTo>
                  <a:lnTo>
                    <a:pt x="1168397" y="477399"/>
                  </a:lnTo>
                  <a:lnTo>
                    <a:pt x="1165664" y="474810"/>
                  </a:lnTo>
                  <a:lnTo>
                    <a:pt x="1163219" y="474810"/>
                  </a:lnTo>
                  <a:lnTo>
                    <a:pt x="1163219" y="469919"/>
                  </a:lnTo>
                  <a:lnTo>
                    <a:pt x="1165664" y="467187"/>
                  </a:lnTo>
                  <a:lnTo>
                    <a:pt x="1170842" y="464741"/>
                  </a:lnTo>
                  <a:lnTo>
                    <a:pt x="1173431" y="462152"/>
                  </a:lnTo>
                  <a:lnTo>
                    <a:pt x="1173431" y="459707"/>
                  </a:lnTo>
                  <a:lnTo>
                    <a:pt x="1170842" y="462152"/>
                  </a:lnTo>
                  <a:lnTo>
                    <a:pt x="1170842" y="459707"/>
                  </a:lnTo>
                  <a:lnTo>
                    <a:pt x="1165664" y="459707"/>
                  </a:lnTo>
                  <a:lnTo>
                    <a:pt x="1165664" y="454529"/>
                  </a:lnTo>
                  <a:lnTo>
                    <a:pt x="1168397" y="454529"/>
                  </a:lnTo>
                  <a:lnTo>
                    <a:pt x="1168397" y="449494"/>
                  </a:lnTo>
                  <a:lnTo>
                    <a:pt x="1170842" y="439282"/>
                  </a:lnTo>
                  <a:lnTo>
                    <a:pt x="1178610" y="436549"/>
                  </a:lnTo>
                  <a:lnTo>
                    <a:pt x="1178610" y="431515"/>
                  </a:lnTo>
                  <a:lnTo>
                    <a:pt x="1180192" y="431515"/>
                  </a:lnTo>
                  <a:lnTo>
                    <a:pt x="1187959" y="436549"/>
                  </a:lnTo>
                  <a:lnTo>
                    <a:pt x="1187959" y="439282"/>
                  </a:lnTo>
                  <a:lnTo>
                    <a:pt x="1190404" y="441727"/>
                  </a:lnTo>
                  <a:lnTo>
                    <a:pt x="1190404" y="446761"/>
                  </a:lnTo>
                  <a:lnTo>
                    <a:pt x="1195439" y="444316"/>
                  </a:lnTo>
                  <a:lnTo>
                    <a:pt x="1192993" y="441727"/>
                  </a:lnTo>
                  <a:lnTo>
                    <a:pt x="1192993" y="439282"/>
                  </a:lnTo>
                  <a:lnTo>
                    <a:pt x="1198172" y="441727"/>
                  </a:lnTo>
                  <a:lnTo>
                    <a:pt x="1198172" y="436549"/>
                  </a:lnTo>
                  <a:lnTo>
                    <a:pt x="1203206" y="439282"/>
                  </a:lnTo>
                  <a:lnTo>
                    <a:pt x="1203206" y="436549"/>
                  </a:lnTo>
                  <a:lnTo>
                    <a:pt x="1200617" y="434104"/>
                  </a:lnTo>
                  <a:lnTo>
                    <a:pt x="1198172" y="434104"/>
                  </a:lnTo>
                  <a:lnTo>
                    <a:pt x="1195439" y="431515"/>
                  </a:lnTo>
                  <a:lnTo>
                    <a:pt x="1192993" y="429069"/>
                  </a:lnTo>
                  <a:lnTo>
                    <a:pt x="1192993" y="423891"/>
                  </a:lnTo>
                  <a:lnTo>
                    <a:pt x="1196158" y="423891"/>
                  </a:lnTo>
                  <a:lnTo>
                    <a:pt x="1198891" y="426336"/>
                  </a:lnTo>
                  <a:lnTo>
                    <a:pt x="1201336" y="429069"/>
                  </a:lnTo>
                  <a:lnTo>
                    <a:pt x="1206370" y="426336"/>
                  </a:lnTo>
                  <a:lnTo>
                    <a:pt x="1216583" y="431515"/>
                  </a:lnTo>
                  <a:lnTo>
                    <a:pt x="1213994" y="429069"/>
                  </a:lnTo>
                  <a:lnTo>
                    <a:pt x="1221761" y="429069"/>
                  </a:lnTo>
                  <a:lnTo>
                    <a:pt x="1224206" y="425761"/>
                  </a:lnTo>
                  <a:lnTo>
                    <a:pt x="1224206" y="423316"/>
                  </a:lnTo>
                  <a:lnTo>
                    <a:pt x="1226796" y="420727"/>
                  </a:lnTo>
                  <a:lnTo>
                    <a:pt x="1224206" y="420727"/>
                  </a:lnTo>
                  <a:lnTo>
                    <a:pt x="1224206" y="415549"/>
                  </a:lnTo>
                  <a:lnTo>
                    <a:pt x="1226796" y="413103"/>
                  </a:lnTo>
                  <a:lnTo>
                    <a:pt x="1224206" y="410514"/>
                  </a:lnTo>
                  <a:lnTo>
                    <a:pt x="1221761" y="410514"/>
                  </a:lnTo>
                  <a:lnTo>
                    <a:pt x="1221761" y="408069"/>
                  </a:lnTo>
                  <a:lnTo>
                    <a:pt x="1219172" y="408069"/>
                  </a:lnTo>
                  <a:lnTo>
                    <a:pt x="1216439" y="405336"/>
                  </a:lnTo>
                  <a:lnTo>
                    <a:pt x="1213850" y="405336"/>
                  </a:lnTo>
                  <a:lnTo>
                    <a:pt x="1206227" y="408069"/>
                  </a:lnTo>
                  <a:lnTo>
                    <a:pt x="1193569" y="405336"/>
                  </a:lnTo>
                  <a:lnTo>
                    <a:pt x="1193569" y="402891"/>
                  </a:lnTo>
                  <a:lnTo>
                    <a:pt x="1190980" y="400302"/>
                  </a:lnTo>
                  <a:lnTo>
                    <a:pt x="1190980" y="398432"/>
                  </a:lnTo>
                  <a:lnTo>
                    <a:pt x="1193569" y="393254"/>
                  </a:lnTo>
                  <a:lnTo>
                    <a:pt x="1196014" y="390665"/>
                  </a:lnTo>
                  <a:lnTo>
                    <a:pt x="1196014" y="385774"/>
                  </a:lnTo>
                  <a:lnTo>
                    <a:pt x="1198747" y="385774"/>
                  </a:lnTo>
                  <a:lnTo>
                    <a:pt x="1201192" y="383041"/>
                  </a:lnTo>
                  <a:lnTo>
                    <a:pt x="1203781" y="383041"/>
                  </a:lnTo>
                  <a:lnTo>
                    <a:pt x="1203781" y="385774"/>
                  </a:lnTo>
                  <a:lnTo>
                    <a:pt x="1208960" y="388219"/>
                  </a:lnTo>
                  <a:lnTo>
                    <a:pt x="1211405" y="390665"/>
                  </a:lnTo>
                  <a:lnTo>
                    <a:pt x="1213850" y="390665"/>
                  </a:lnTo>
                  <a:lnTo>
                    <a:pt x="1213850" y="380596"/>
                  </a:lnTo>
                  <a:lnTo>
                    <a:pt x="1224063" y="385774"/>
                  </a:lnTo>
                  <a:lnTo>
                    <a:pt x="1226652" y="388219"/>
                  </a:lnTo>
                  <a:lnTo>
                    <a:pt x="1234275" y="395699"/>
                  </a:lnTo>
                  <a:lnTo>
                    <a:pt x="1242042" y="398432"/>
                  </a:lnTo>
                  <a:lnTo>
                    <a:pt x="1244488" y="400877"/>
                  </a:lnTo>
                  <a:lnTo>
                    <a:pt x="1249522" y="403466"/>
                  </a:lnTo>
                  <a:lnTo>
                    <a:pt x="1252255" y="408644"/>
                  </a:lnTo>
                  <a:lnTo>
                    <a:pt x="1257289" y="416124"/>
                  </a:lnTo>
                  <a:lnTo>
                    <a:pt x="1259734" y="429069"/>
                  </a:lnTo>
                  <a:lnTo>
                    <a:pt x="1257289" y="429069"/>
                  </a:lnTo>
                  <a:lnTo>
                    <a:pt x="1257289" y="430939"/>
                  </a:lnTo>
                  <a:lnTo>
                    <a:pt x="1259734" y="433528"/>
                  </a:lnTo>
                  <a:lnTo>
                    <a:pt x="1264913" y="438707"/>
                  </a:lnTo>
                  <a:lnTo>
                    <a:pt x="1269659" y="453953"/>
                  </a:lnTo>
                  <a:lnTo>
                    <a:pt x="1274837" y="469344"/>
                  </a:lnTo>
                  <a:lnTo>
                    <a:pt x="1277426" y="469344"/>
                  </a:lnTo>
                  <a:lnTo>
                    <a:pt x="1277426" y="479413"/>
                  </a:lnTo>
                  <a:lnTo>
                    <a:pt x="1282605" y="484591"/>
                  </a:lnTo>
                  <a:lnTo>
                    <a:pt x="1286488" y="486605"/>
                  </a:lnTo>
                  <a:lnTo>
                    <a:pt x="1248659" y="336869"/>
                  </a:lnTo>
                  <a:lnTo>
                    <a:pt x="1251392" y="331691"/>
                  </a:lnTo>
                  <a:lnTo>
                    <a:pt x="1248659" y="329246"/>
                  </a:lnTo>
                  <a:lnTo>
                    <a:pt x="1253837" y="329246"/>
                  </a:lnTo>
                  <a:lnTo>
                    <a:pt x="1251392" y="326657"/>
                  </a:lnTo>
                  <a:lnTo>
                    <a:pt x="1253837" y="326657"/>
                  </a:lnTo>
                  <a:lnTo>
                    <a:pt x="1253837" y="316444"/>
                  </a:lnTo>
                  <a:lnTo>
                    <a:pt x="1256426" y="316444"/>
                  </a:lnTo>
                  <a:lnTo>
                    <a:pt x="1258871" y="313999"/>
                  </a:lnTo>
                  <a:lnTo>
                    <a:pt x="1258871" y="310547"/>
                  </a:lnTo>
                  <a:lnTo>
                    <a:pt x="1261604" y="308101"/>
                  </a:lnTo>
                  <a:lnTo>
                    <a:pt x="1266639" y="310547"/>
                  </a:lnTo>
                  <a:lnTo>
                    <a:pt x="1269084" y="310547"/>
                  </a:lnTo>
                  <a:lnTo>
                    <a:pt x="1266639" y="308101"/>
                  </a:lnTo>
                  <a:lnTo>
                    <a:pt x="1266639" y="305512"/>
                  </a:lnTo>
                  <a:lnTo>
                    <a:pt x="1269084" y="300334"/>
                  </a:lnTo>
                  <a:lnTo>
                    <a:pt x="1276851" y="297889"/>
                  </a:lnTo>
                  <a:lnTo>
                    <a:pt x="1276851" y="295300"/>
                  </a:lnTo>
                  <a:lnTo>
                    <a:pt x="1279296" y="292855"/>
                  </a:lnTo>
                  <a:lnTo>
                    <a:pt x="1279296" y="290409"/>
                  </a:lnTo>
                  <a:lnTo>
                    <a:pt x="1282749" y="290409"/>
                  </a:lnTo>
                  <a:lnTo>
                    <a:pt x="1287783" y="287676"/>
                  </a:lnTo>
                  <a:lnTo>
                    <a:pt x="1292961" y="287676"/>
                  </a:lnTo>
                  <a:lnTo>
                    <a:pt x="1292961" y="285231"/>
                  </a:lnTo>
                  <a:lnTo>
                    <a:pt x="1297851" y="285231"/>
                  </a:lnTo>
                  <a:lnTo>
                    <a:pt x="1297851" y="283505"/>
                  </a:lnTo>
                  <a:lnTo>
                    <a:pt x="1300441" y="286094"/>
                  </a:lnTo>
                  <a:lnTo>
                    <a:pt x="1302886" y="288539"/>
                  </a:lnTo>
                  <a:lnTo>
                    <a:pt x="1305619" y="296163"/>
                  </a:lnTo>
                  <a:lnTo>
                    <a:pt x="1308064" y="296163"/>
                  </a:lnTo>
                  <a:lnTo>
                    <a:pt x="1308064" y="301197"/>
                  </a:lnTo>
                  <a:lnTo>
                    <a:pt x="1310941" y="301197"/>
                  </a:lnTo>
                  <a:lnTo>
                    <a:pt x="1310941" y="303930"/>
                  </a:lnTo>
                  <a:lnTo>
                    <a:pt x="1313386" y="303930"/>
                  </a:lnTo>
                  <a:lnTo>
                    <a:pt x="1310941" y="298752"/>
                  </a:lnTo>
                  <a:lnTo>
                    <a:pt x="1313386" y="291272"/>
                  </a:lnTo>
                  <a:lnTo>
                    <a:pt x="1313386" y="286094"/>
                  </a:lnTo>
                  <a:lnTo>
                    <a:pt x="1310941" y="286094"/>
                  </a:lnTo>
                  <a:lnTo>
                    <a:pt x="1308352" y="283505"/>
                  </a:lnTo>
                  <a:lnTo>
                    <a:pt x="1310941" y="278327"/>
                  </a:lnTo>
                  <a:lnTo>
                    <a:pt x="1313386" y="281060"/>
                  </a:lnTo>
                  <a:lnTo>
                    <a:pt x="1313386" y="283505"/>
                  </a:lnTo>
                  <a:lnTo>
                    <a:pt x="1316119" y="283505"/>
                  </a:lnTo>
                  <a:lnTo>
                    <a:pt x="1316119" y="286094"/>
                  </a:lnTo>
                  <a:lnTo>
                    <a:pt x="1318564" y="288539"/>
                  </a:lnTo>
                  <a:lnTo>
                    <a:pt x="1316119" y="281060"/>
                  </a:lnTo>
                  <a:lnTo>
                    <a:pt x="1318564" y="278327"/>
                  </a:lnTo>
                  <a:lnTo>
                    <a:pt x="1316119" y="270847"/>
                  </a:lnTo>
                  <a:lnTo>
                    <a:pt x="1318564" y="263080"/>
                  </a:lnTo>
                  <a:lnTo>
                    <a:pt x="1323599" y="257902"/>
                  </a:lnTo>
                  <a:lnTo>
                    <a:pt x="1326332" y="257902"/>
                  </a:lnTo>
                  <a:lnTo>
                    <a:pt x="1331366" y="255457"/>
                  </a:lnTo>
                  <a:lnTo>
                    <a:pt x="1333811" y="252868"/>
                  </a:lnTo>
                  <a:lnTo>
                    <a:pt x="1336544" y="252868"/>
                  </a:lnTo>
                  <a:lnTo>
                    <a:pt x="1336544" y="247689"/>
                  </a:lnTo>
                  <a:lnTo>
                    <a:pt x="1338989" y="250422"/>
                  </a:lnTo>
                  <a:lnTo>
                    <a:pt x="1341578" y="250422"/>
                  </a:lnTo>
                  <a:lnTo>
                    <a:pt x="1341578" y="252868"/>
                  </a:lnTo>
                  <a:lnTo>
                    <a:pt x="1346757" y="252868"/>
                  </a:lnTo>
                  <a:lnTo>
                    <a:pt x="1349202" y="250422"/>
                  </a:lnTo>
                  <a:lnTo>
                    <a:pt x="1354236" y="252868"/>
                  </a:lnTo>
                  <a:lnTo>
                    <a:pt x="1359414" y="263080"/>
                  </a:lnTo>
                  <a:lnTo>
                    <a:pt x="1362003" y="263080"/>
                  </a:lnTo>
                  <a:lnTo>
                    <a:pt x="1359414" y="268114"/>
                  </a:lnTo>
                  <a:lnTo>
                    <a:pt x="1359414" y="273293"/>
                  </a:lnTo>
                  <a:lnTo>
                    <a:pt x="1369627" y="278327"/>
                  </a:lnTo>
                  <a:lnTo>
                    <a:pt x="1372216" y="281060"/>
                  </a:lnTo>
                  <a:lnTo>
                    <a:pt x="1369627" y="275882"/>
                  </a:lnTo>
                  <a:lnTo>
                    <a:pt x="1362003" y="270847"/>
                  </a:lnTo>
                  <a:lnTo>
                    <a:pt x="1364449" y="265669"/>
                  </a:lnTo>
                  <a:lnTo>
                    <a:pt x="1367182" y="265669"/>
                  </a:lnTo>
                  <a:lnTo>
                    <a:pt x="1364449" y="257902"/>
                  </a:lnTo>
                  <a:lnTo>
                    <a:pt x="1367182" y="255457"/>
                  </a:lnTo>
                  <a:lnTo>
                    <a:pt x="1381565" y="255457"/>
                  </a:lnTo>
                  <a:lnTo>
                    <a:pt x="1386600" y="257902"/>
                  </a:lnTo>
                  <a:lnTo>
                    <a:pt x="1396812" y="270847"/>
                  </a:lnTo>
                  <a:lnTo>
                    <a:pt x="1399545" y="275882"/>
                  </a:lnTo>
                  <a:lnTo>
                    <a:pt x="1404580" y="281060"/>
                  </a:lnTo>
                  <a:lnTo>
                    <a:pt x="1404580" y="278327"/>
                  </a:lnTo>
                  <a:lnTo>
                    <a:pt x="1401990" y="275882"/>
                  </a:lnTo>
                  <a:lnTo>
                    <a:pt x="1399545" y="270847"/>
                  </a:lnTo>
                  <a:lnTo>
                    <a:pt x="1396812" y="265669"/>
                  </a:lnTo>
                  <a:lnTo>
                    <a:pt x="1394367" y="263080"/>
                  </a:lnTo>
                  <a:lnTo>
                    <a:pt x="1394367" y="260635"/>
                  </a:lnTo>
                  <a:lnTo>
                    <a:pt x="1407744" y="260635"/>
                  </a:lnTo>
                  <a:lnTo>
                    <a:pt x="1412922" y="270847"/>
                  </a:lnTo>
                  <a:lnTo>
                    <a:pt x="1412922" y="273293"/>
                  </a:lnTo>
                  <a:lnTo>
                    <a:pt x="1415511" y="275882"/>
                  </a:lnTo>
                  <a:lnTo>
                    <a:pt x="1420689" y="278327"/>
                  </a:lnTo>
                  <a:lnTo>
                    <a:pt x="1410477" y="260635"/>
                  </a:lnTo>
                  <a:lnTo>
                    <a:pt x="1417956" y="260635"/>
                  </a:lnTo>
                  <a:lnTo>
                    <a:pt x="1417956" y="263080"/>
                  </a:lnTo>
                  <a:lnTo>
                    <a:pt x="1419970" y="270606"/>
                  </a:lnTo>
                  <a:lnTo>
                    <a:pt x="1419970" y="270847"/>
                  </a:lnTo>
                  <a:lnTo>
                    <a:pt x="1420058" y="270935"/>
                  </a:lnTo>
                  <a:lnTo>
                    <a:pt x="1420689" y="273293"/>
                  </a:lnTo>
                  <a:lnTo>
                    <a:pt x="1423135" y="275882"/>
                  </a:lnTo>
                  <a:lnTo>
                    <a:pt x="1425005" y="275882"/>
                  </a:lnTo>
                  <a:lnTo>
                    <a:pt x="1422415" y="273293"/>
                  </a:lnTo>
                  <a:lnTo>
                    <a:pt x="1420058" y="270935"/>
                  </a:lnTo>
                  <a:lnTo>
                    <a:pt x="1419970" y="270606"/>
                  </a:lnTo>
                  <a:lnTo>
                    <a:pt x="1419970" y="260059"/>
                  </a:lnTo>
                  <a:lnTo>
                    <a:pt x="1417237" y="254881"/>
                  </a:lnTo>
                  <a:lnTo>
                    <a:pt x="1396812" y="252292"/>
                  </a:lnTo>
                  <a:lnTo>
                    <a:pt x="1394367" y="252292"/>
                  </a:lnTo>
                  <a:lnTo>
                    <a:pt x="1391778" y="249847"/>
                  </a:lnTo>
                  <a:lnTo>
                    <a:pt x="1389333" y="249847"/>
                  </a:lnTo>
                  <a:lnTo>
                    <a:pt x="1386600" y="247114"/>
                  </a:lnTo>
                  <a:lnTo>
                    <a:pt x="1384154" y="244669"/>
                  </a:lnTo>
                  <a:lnTo>
                    <a:pt x="1373942" y="244669"/>
                  </a:lnTo>
                  <a:lnTo>
                    <a:pt x="1371497" y="242080"/>
                  </a:lnTo>
                  <a:lnTo>
                    <a:pt x="1368908" y="242080"/>
                  </a:lnTo>
                  <a:lnTo>
                    <a:pt x="1368908" y="239778"/>
                  </a:lnTo>
                  <a:lnTo>
                    <a:pt x="1366462" y="239778"/>
                  </a:lnTo>
                  <a:lnTo>
                    <a:pt x="1366462" y="237045"/>
                  </a:lnTo>
                  <a:lnTo>
                    <a:pt x="1363729" y="234600"/>
                  </a:lnTo>
                  <a:lnTo>
                    <a:pt x="1363729" y="226833"/>
                  </a:lnTo>
                  <a:lnTo>
                    <a:pt x="1376387" y="224388"/>
                  </a:lnTo>
                  <a:lnTo>
                    <a:pt x="1389333" y="219353"/>
                  </a:lnTo>
                  <a:lnTo>
                    <a:pt x="1391778" y="214175"/>
                  </a:lnTo>
                  <a:lnTo>
                    <a:pt x="1396812" y="211586"/>
                  </a:lnTo>
                  <a:lnTo>
                    <a:pt x="1394367" y="211586"/>
                  </a:lnTo>
                  <a:lnTo>
                    <a:pt x="1396812" y="209141"/>
                  </a:lnTo>
                  <a:lnTo>
                    <a:pt x="1391778" y="206696"/>
                  </a:lnTo>
                  <a:lnTo>
                    <a:pt x="1394367" y="201517"/>
                  </a:lnTo>
                  <a:lnTo>
                    <a:pt x="1390052" y="201517"/>
                  </a:lnTo>
                  <a:lnTo>
                    <a:pt x="1390052" y="191305"/>
                  </a:lnTo>
                  <a:lnTo>
                    <a:pt x="1387319" y="191305"/>
                  </a:lnTo>
                  <a:lnTo>
                    <a:pt x="1384874" y="188716"/>
                  </a:lnTo>
                  <a:lnTo>
                    <a:pt x="1382285" y="188716"/>
                  </a:lnTo>
                  <a:lnTo>
                    <a:pt x="1384874" y="186270"/>
                  </a:lnTo>
                  <a:lnTo>
                    <a:pt x="1384874" y="183538"/>
                  </a:lnTo>
                  <a:lnTo>
                    <a:pt x="1392497" y="181092"/>
                  </a:lnTo>
                  <a:lnTo>
                    <a:pt x="1397531" y="178503"/>
                  </a:lnTo>
                  <a:lnTo>
                    <a:pt x="1410477" y="178503"/>
                  </a:lnTo>
                  <a:lnTo>
                    <a:pt x="1412922" y="181092"/>
                  </a:lnTo>
                  <a:lnTo>
                    <a:pt x="1407744" y="183538"/>
                  </a:lnTo>
                  <a:lnTo>
                    <a:pt x="1407744" y="186270"/>
                  </a:lnTo>
                  <a:lnTo>
                    <a:pt x="1402710" y="186270"/>
                  </a:lnTo>
                  <a:lnTo>
                    <a:pt x="1417956" y="193750"/>
                  </a:lnTo>
                  <a:lnTo>
                    <a:pt x="1417956" y="196483"/>
                  </a:lnTo>
                  <a:lnTo>
                    <a:pt x="1423135" y="193750"/>
                  </a:lnTo>
                  <a:lnTo>
                    <a:pt x="1430039" y="193750"/>
                  </a:lnTo>
                  <a:lnTo>
                    <a:pt x="1437518" y="198928"/>
                  </a:lnTo>
                  <a:lnTo>
                    <a:pt x="1443416" y="203963"/>
                  </a:lnTo>
                  <a:lnTo>
                    <a:pt x="1446005" y="206696"/>
                  </a:lnTo>
                  <a:lnTo>
                    <a:pt x="1446005" y="216620"/>
                  </a:lnTo>
                  <a:lnTo>
                    <a:pt x="1456217" y="224388"/>
                  </a:lnTo>
                  <a:lnTo>
                    <a:pt x="1458663" y="232011"/>
                  </a:lnTo>
                  <a:lnTo>
                    <a:pt x="1458663" y="236902"/>
                  </a:lnTo>
                  <a:lnTo>
                    <a:pt x="1456217" y="242080"/>
                  </a:lnTo>
                  <a:lnTo>
                    <a:pt x="1456217" y="244956"/>
                  </a:lnTo>
                  <a:lnTo>
                    <a:pt x="1461108" y="239922"/>
                  </a:lnTo>
                  <a:lnTo>
                    <a:pt x="1466286" y="237189"/>
                  </a:lnTo>
                  <a:lnTo>
                    <a:pt x="1478225" y="237189"/>
                  </a:lnTo>
                  <a:lnTo>
                    <a:pt x="1480670" y="242367"/>
                  </a:lnTo>
                  <a:lnTo>
                    <a:pt x="1485848" y="242367"/>
                  </a:lnTo>
                  <a:lnTo>
                    <a:pt x="1483403" y="239922"/>
                  </a:lnTo>
                  <a:lnTo>
                    <a:pt x="1480670" y="234744"/>
                  </a:lnTo>
                  <a:lnTo>
                    <a:pt x="1462978" y="234744"/>
                  </a:lnTo>
                  <a:lnTo>
                    <a:pt x="1460245" y="221942"/>
                  </a:lnTo>
                  <a:lnTo>
                    <a:pt x="1457800" y="219497"/>
                  </a:lnTo>
                  <a:lnTo>
                    <a:pt x="1455354" y="216764"/>
                  </a:lnTo>
                  <a:lnTo>
                    <a:pt x="1452765" y="214319"/>
                  </a:lnTo>
                  <a:lnTo>
                    <a:pt x="1452765" y="204106"/>
                  </a:lnTo>
                  <a:lnTo>
                    <a:pt x="1462978" y="204106"/>
                  </a:lnTo>
                  <a:lnTo>
                    <a:pt x="1462978" y="206839"/>
                  </a:lnTo>
                  <a:lnTo>
                    <a:pt x="1468012" y="211730"/>
                  </a:lnTo>
                  <a:lnTo>
                    <a:pt x="1470457" y="214319"/>
                  </a:lnTo>
                  <a:lnTo>
                    <a:pt x="1480670" y="221942"/>
                  </a:lnTo>
                  <a:lnTo>
                    <a:pt x="1483403" y="224531"/>
                  </a:lnTo>
                  <a:lnTo>
                    <a:pt x="1483403" y="226977"/>
                  </a:lnTo>
                  <a:lnTo>
                    <a:pt x="1485848" y="226977"/>
                  </a:lnTo>
                  <a:lnTo>
                    <a:pt x="1490883" y="229710"/>
                  </a:lnTo>
                  <a:lnTo>
                    <a:pt x="1503828" y="237189"/>
                  </a:lnTo>
                  <a:lnTo>
                    <a:pt x="1508862" y="239922"/>
                  </a:lnTo>
                  <a:lnTo>
                    <a:pt x="1514040" y="234744"/>
                  </a:lnTo>
                  <a:lnTo>
                    <a:pt x="1506273" y="229710"/>
                  </a:lnTo>
                  <a:lnTo>
                    <a:pt x="1501095" y="224531"/>
                  </a:lnTo>
                  <a:lnTo>
                    <a:pt x="1501095" y="221942"/>
                  </a:lnTo>
                  <a:lnTo>
                    <a:pt x="1503828" y="219497"/>
                  </a:lnTo>
                  <a:lnTo>
                    <a:pt x="1496061" y="219497"/>
                  </a:lnTo>
                  <a:lnTo>
                    <a:pt x="1488437" y="214319"/>
                  </a:lnTo>
                  <a:lnTo>
                    <a:pt x="1485848" y="214319"/>
                  </a:lnTo>
                  <a:lnTo>
                    <a:pt x="1480670" y="211730"/>
                  </a:lnTo>
                  <a:lnTo>
                    <a:pt x="1478800" y="211730"/>
                  </a:lnTo>
                  <a:lnTo>
                    <a:pt x="1473766" y="201661"/>
                  </a:lnTo>
                  <a:lnTo>
                    <a:pt x="1460820" y="193894"/>
                  </a:lnTo>
                  <a:lnTo>
                    <a:pt x="1458375" y="191449"/>
                  </a:lnTo>
                  <a:lnTo>
                    <a:pt x="1458375" y="188860"/>
                  </a:lnTo>
                  <a:lnTo>
                    <a:pt x="1455930" y="186414"/>
                  </a:lnTo>
                  <a:lnTo>
                    <a:pt x="1458375" y="173469"/>
                  </a:lnTo>
                  <a:lnTo>
                    <a:pt x="1458375" y="165989"/>
                  </a:lnTo>
                  <a:lnTo>
                    <a:pt x="1481245" y="165989"/>
                  </a:lnTo>
                  <a:lnTo>
                    <a:pt x="1473766" y="160811"/>
                  </a:lnTo>
                  <a:lnTo>
                    <a:pt x="1468588" y="160811"/>
                  </a:lnTo>
                  <a:lnTo>
                    <a:pt x="1460820" y="155777"/>
                  </a:lnTo>
                  <a:lnTo>
                    <a:pt x="1460820" y="150742"/>
                  </a:lnTo>
                  <a:lnTo>
                    <a:pt x="1458375" y="148153"/>
                  </a:lnTo>
                  <a:lnTo>
                    <a:pt x="1460820" y="137941"/>
                  </a:lnTo>
                  <a:lnTo>
                    <a:pt x="1468588" y="137941"/>
                  </a:lnTo>
                  <a:lnTo>
                    <a:pt x="1478800" y="140530"/>
                  </a:lnTo>
                  <a:lnTo>
                    <a:pt x="1483978" y="145708"/>
                  </a:lnTo>
                  <a:lnTo>
                    <a:pt x="1486423" y="145708"/>
                  </a:lnTo>
                  <a:lnTo>
                    <a:pt x="1486423" y="148153"/>
                  </a:lnTo>
                  <a:lnTo>
                    <a:pt x="1489013" y="150742"/>
                  </a:lnTo>
                  <a:lnTo>
                    <a:pt x="1494191" y="155921"/>
                  </a:lnTo>
                  <a:lnTo>
                    <a:pt x="1496636" y="153188"/>
                  </a:lnTo>
                  <a:lnTo>
                    <a:pt x="1499225" y="153188"/>
                  </a:lnTo>
                  <a:lnTo>
                    <a:pt x="1499225" y="150742"/>
                  </a:lnTo>
                  <a:lnTo>
                    <a:pt x="1496636" y="148153"/>
                  </a:lnTo>
                  <a:lnTo>
                    <a:pt x="1496636" y="145708"/>
                  </a:lnTo>
                  <a:lnTo>
                    <a:pt x="1499225" y="142975"/>
                  </a:lnTo>
                  <a:lnTo>
                    <a:pt x="1494191" y="145708"/>
                  </a:lnTo>
                  <a:lnTo>
                    <a:pt x="1494191" y="137941"/>
                  </a:lnTo>
                  <a:lnTo>
                    <a:pt x="1491458" y="137941"/>
                  </a:lnTo>
                  <a:lnTo>
                    <a:pt x="1483978" y="132763"/>
                  </a:lnTo>
                  <a:lnTo>
                    <a:pt x="1483978" y="130317"/>
                  </a:lnTo>
                  <a:lnTo>
                    <a:pt x="1473766" y="117660"/>
                  </a:lnTo>
                  <a:lnTo>
                    <a:pt x="1471033" y="115071"/>
                  </a:lnTo>
                  <a:lnTo>
                    <a:pt x="1471033" y="109892"/>
                  </a:lnTo>
                  <a:lnTo>
                    <a:pt x="1489013" y="107447"/>
                  </a:lnTo>
                  <a:lnTo>
                    <a:pt x="1491458" y="107447"/>
                  </a:lnTo>
                  <a:lnTo>
                    <a:pt x="1494191" y="109892"/>
                  </a:lnTo>
                  <a:lnTo>
                    <a:pt x="1496636" y="109892"/>
                  </a:lnTo>
                  <a:lnTo>
                    <a:pt x="1499225" y="112625"/>
                  </a:lnTo>
                  <a:lnTo>
                    <a:pt x="1501670" y="117372"/>
                  </a:lnTo>
                  <a:lnTo>
                    <a:pt x="1504403" y="119817"/>
                  </a:lnTo>
                  <a:lnTo>
                    <a:pt x="1504403" y="127009"/>
                  </a:lnTo>
                  <a:lnTo>
                    <a:pt x="1511883" y="132187"/>
                  </a:lnTo>
                  <a:lnTo>
                    <a:pt x="1506849" y="127297"/>
                  </a:lnTo>
                  <a:lnTo>
                    <a:pt x="1509438" y="122262"/>
                  </a:lnTo>
                  <a:lnTo>
                    <a:pt x="1511883" y="122262"/>
                  </a:lnTo>
                  <a:lnTo>
                    <a:pt x="1517061" y="124708"/>
                  </a:lnTo>
                  <a:lnTo>
                    <a:pt x="1527274" y="127297"/>
                  </a:lnTo>
                  <a:lnTo>
                    <a:pt x="1532308" y="127297"/>
                  </a:lnTo>
                  <a:lnTo>
                    <a:pt x="1534753" y="124708"/>
                  </a:lnTo>
                  <a:lnTo>
                    <a:pt x="1537486" y="124708"/>
                  </a:lnTo>
                  <a:lnTo>
                    <a:pt x="1542520" y="122262"/>
                  </a:lnTo>
                  <a:lnTo>
                    <a:pt x="1542520" y="119530"/>
                  </a:lnTo>
                  <a:lnTo>
                    <a:pt x="1534753" y="122262"/>
                  </a:lnTo>
                  <a:lnTo>
                    <a:pt x="1524541" y="122262"/>
                  </a:lnTo>
                  <a:lnTo>
                    <a:pt x="1509438" y="114495"/>
                  </a:lnTo>
                  <a:lnTo>
                    <a:pt x="1504403" y="106872"/>
                  </a:lnTo>
                  <a:lnTo>
                    <a:pt x="1509438" y="104283"/>
                  </a:lnTo>
                  <a:lnTo>
                    <a:pt x="1509438" y="101837"/>
                  </a:lnTo>
                  <a:lnTo>
                    <a:pt x="1499944" y="101837"/>
                  </a:lnTo>
                  <a:lnTo>
                    <a:pt x="1494910" y="96659"/>
                  </a:lnTo>
                  <a:lnTo>
                    <a:pt x="1494910" y="91625"/>
                  </a:lnTo>
                  <a:lnTo>
                    <a:pt x="1499944" y="83858"/>
                  </a:lnTo>
                  <a:lnTo>
                    <a:pt x="1512602" y="76234"/>
                  </a:lnTo>
                  <a:lnTo>
                    <a:pt x="1515335" y="76234"/>
                  </a:lnTo>
                  <a:lnTo>
                    <a:pt x="1517780" y="78679"/>
                  </a:lnTo>
                  <a:lnTo>
                    <a:pt x="1522814" y="78679"/>
                  </a:lnTo>
                  <a:lnTo>
                    <a:pt x="1520369" y="81412"/>
                  </a:lnTo>
                  <a:lnTo>
                    <a:pt x="1522814" y="83858"/>
                  </a:lnTo>
                  <a:lnTo>
                    <a:pt x="1522814" y="86734"/>
                  </a:lnTo>
                  <a:lnTo>
                    <a:pt x="1525260" y="91913"/>
                  </a:lnTo>
                  <a:lnTo>
                    <a:pt x="1527993" y="81700"/>
                  </a:lnTo>
                  <a:lnTo>
                    <a:pt x="1530582" y="81700"/>
                  </a:lnTo>
                  <a:lnTo>
                    <a:pt x="1530582" y="78967"/>
                  </a:lnTo>
                  <a:lnTo>
                    <a:pt x="1533027" y="78967"/>
                  </a:lnTo>
                  <a:lnTo>
                    <a:pt x="1533027" y="81700"/>
                  </a:lnTo>
                  <a:lnTo>
                    <a:pt x="1535472" y="89180"/>
                  </a:lnTo>
                  <a:lnTo>
                    <a:pt x="1535472" y="96659"/>
                  </a:lnTo>
                  <a:lnTo>
                    <a:pt x="1538205" y="94070"/>
                  </a:lnTo>
                  <a:lnTo>
                    <a:pt x="1538205" y="91625"/>
                  </a:lnTo>
                  <a:lnTo>
                    <a:pt x="1540075" y="91625"/>
                  </a:lnTo>
                  <a:lnTo>
                    <a:pt x="1542520" y="94070"/>
                  </a:lnTo>
                  <a:lnTo>
                    <a:pt x="1547699" y="96659"/>
                  </a:lnTo>
                  <a:lnTo>
                    <a:pt x="1544966" y="94070"/>
                  </a:lnTo>
                  <a:lnTo>
                    <a:pt x="1540075" y="88892"/>
                  </a:lnTo>
                  <a:lnTo>
                    <a:pt x="1542520" y="88892"/>
                  </a:lnTo>
                  <a:lnTo>
                    <a:pt x="1542520" y="86447"/>
                  </a:lnTo>
                  <a:lnTo>
                    <a:pt x="1544966" y="86447"/>
                  </a:lnTo>
                  <a:lnTo>
                    <a:pt x="1547699" y="88892"/>
                  </a:lnTo>
                  <a:lnTo>
                    <a:pt x="1544966" y="83858"/>
                  </a:lnTo>
                  <a:lnTo>
                    <a:pt x="1544966" y="81412"/>
                  </a:lnTo>
                  <a:lnTo>
                    <a:pt x="1547699" y="78679"/>
                  </a:lnTo>
                  <a:lnTo>
                    <a:pt x="1550144" y="78679"/>
                  </a:lnTo>
                  <a:lnTo>
                    <a:pt x="1562945" y="83858"/>
                  </a:lnTo>
                  <a:lnTo>
                    <a:pt x="1570425" y="91913"/>
                  </a:lnTo>
                  <a:lnTo>
                    <a:pt x="1570425" y="94358"/>
                  </a:lnTo>
                  <a:lnTo>
                    <a:pt x="1573014" y="99392"/>
                  </a:lnTo>
                  <a:lnTo>
                    <a:pt x="1575459" y="99392"/>
                  </a:lnTo>
                  <a:lnTo>
                    <a:pt x="1578192" y="104570"/>
                  </a:lnTo>
                  <a:lnTo>
                    <a:pt x="1585672" y="114783"/>
                  </a:lnTo>
                  <a:lnTo>
                    <a:pt x="1601062" y="124995"/>
                  </a:lnTo>
                  <a:lnTo>
                    <a:pt x="1598329" y="124995"/>
                  </a:lnTo>
                  <a:lnTo>
                    <a:pt x="1601062" y="135208"/>
                  </a:lnTo>
                  <a:lnTo>
                    <a:pt x="1603652" y="130030"/>
                  </a:lnTo>
                  <a:lnTo>
                    <a:pt x="1611275" y="119817"/>
                  </a:lnTo>
                  <a:lnTo>
                    <a:pt x="1608542" y="119817"/>
                  </a:lnTo>
                  <a:lnTo>
                    <a:pt x="1608542" y="117372"/>
                  </a:lnTo>
                  <a:lnTo>
                    <a:pt x="1590850" y="109605"/>
                  </a:lnTo>
                  <a:lnTo>
                    <a:pt x="1585672" y="99392"/>
                  </a:lnTo>
                  <a:lnTo>
                    <a:pt x="1585672" y="96947"/>
                  </a:lnTo>
                  <a:lnTo>
                    <a:pt x="1593439" y="91913"/>
                  </a:lnTo>
                  <a:lnTo>
                    <a:pt x="1588405" y="91913"/>
                  </a:lnTo>
                  <a:lnTo>
                    <a:pt x="1585672" y="94358"/>
                  </a:lnTo>
                  <a:lnTo>
                    <a:pt x="1583227" y="94358"/>
                  </a:lnTo>
                  <a:lnTo>
                    <a:pt x="1573014" y="81700"/>
                  </a:lnTo>
                  <a:lnTo>
                    <a:pt x="1560212" y="71488"/>
                  </a:lnTo>
                  <a:lnTo>
                    <a:pt x="1555034" y="66309"/>
                  </a:lnTo>
                  <a:lnTo>
                    <a:pt x="1555034" y="63720"/>
                  </a:lnTo>
                  <a:lnTo>
                    <a:pt x="1552589" y="63720"/>
                  </a:lnTo>
                  <a:lnTo>
                    <a:pt x="1555753" y="61131"/>
                  </a:lnTo>
                  <a:lnTo>
                    <a:pt x="1555753" y="55953"/>
                  </a:lnTo>
                  <a:lnTo>
                    <a:pt x="1553308" y="55953"/>
                  </a:lnTo>
                  <a:lnTo>
                    <a:pt x="1550719" y="53364"/>
                  </a:lnTo>
                  <a:lnTo>
                    <a:pt x="1555753" y="48186"/>
                  </a:lnTo>
                  <a:lnTo>
                    <a:pt x="1558486" y="45741"/>
                  </a:lnTo>
                  <a:lnTo>
                    <a:pt x="1573733" y="45741"/>
                  </a:lnTo>
                  <a:lnTo>
                    <a:pt x="1576178" y="43295"/>
                  </a:lnTo>
                  <a:lnTo>
                    <a:pt x="1581357" y="40706"/>
                  </a:lnTo>
                  <a:lnTo>
                    <a:pt x="1585816" y="40706"/>
                  </a:lnTo>
                  <a:lnTo>
                    <a:pt x="1585816" y="43295"/>
                  </a:lnTo>
                  <a:lnTo>
                    <a:pt x="1593583" y="45741"/>
                  </a:lnTo>
                  <a:lnTo>
                    <a:pt x="1601206" y="45741"/>
                  </a:lnTo>
                  <a:lnTo>
                    <a:pt x="1601206" y="43295"/>
                  </a:lnTo>
                  <a:lnTo>
                    <a:pt x="1603795" y="43295"/>
                  </a:lnTo>
                  <a:lnTo>
                    <a:pt x="1606241" y="40706"/>
                  </a:lnTo>
                  <a:lnTo>
                    <a:pt x="1613576" y="43439"/>
                  </a:lnTo>
                  <a:lnTo>
                    <a:pt x="1616022" y="43439"/>
                  </a:lnTo>
                  <a:lnTo>
                    <a:pt x="1621200" y="45884"/>
                  </a:lnTo>
                  <a:lnTo>
                    <a:pt x="1626234" y="51063"/>
                  </a:lnTo>
                  <a:lnTo>
                    <a:pt x="1633857" y="61275"/>
                  </a:lnTo>
                  <a:lnTo>
                    <a:pt x="1638892" y="71488"/>
                  </a:lnTo>
                  <a:lnTo>
                    <a:pt x="1670105" y="88892"/>
                  </a:lnTo>
                  <a:lnTo>
                    <a:pt x="1670105" y="86447"/>
                  </a:lnTo>
                  <a:lnTo>
                    <a:pt x="1667660" y="83858"/>
                  </a:lnTo>
                  <a:lnTo>
                    <a:pt x="1669530" y="83858"/>
                  </a:lnTo>
                  <a:lnTo>
                    <a:pt x="1669530" y="81700"/>
                  </a:lnTo>
                  <a:lnTo>
                    <a:pt x="1651837" y="73933"/>
                  </a:lnTo>
                  <a:lnTo>
                    <a:pt x="1646659" y="68755"/>
                  </a:lnTo>
                  <a:lnTo>
                    <a:pt x="1644070" y="61275"/>
                  </a:lnTo>
                  <a:lnTo>
                    <a:pt x="1638892" y="58542"/>
                  </a:lnTo>
                  <a:lnTo>
                    <a:pt x="1638892" y="56097"/>
                  </a:lnTo>
                  <a:lnTo>
                    <a:pt x="1636303" y="56097"/>
                  </a:lnTo>
                  <a:lnTo>
                    <a:pt x="1636303" y="53508"/>
                  </a:lnTo>
                  <a:lnTo>
                    <a:pt x="1638748" y="45884"/>
                  </a:lnTo>
                  <a:lnTo>
                    <a:pt x="1638748" y="43439"/>
                  </a:lnTo>
                  <a:lnTo>
                    <a:pt x="1641481" y="38117"/>
                  </a:lnTo>
                  <a:lnTo>
                    <a:pt x="1643926" y="33227"/>
                  </a:lnTo>
                  <a:lnTo>
                    <a:pt x="1643926" y="28192"/>
                  </a:lnTo>
                  <a:lnTo>
                    <a:pt x="1646515" y="25459"/>
                  </a:lnTo>
                  <a:lnTo>
                    <a:pt x="1646515" y="23014"/>
                  </a:lnTo>
                  <a:lnTo>
                    <a:pt x="1648961" y="23014"/>
                  </a:lnTo>
                  <a:lnTo>
                    <a:pt x="1651694" y="20425"/>
                  </a:lnTo>
                  <a:lnTo>
                    <a:pt x="1669386" y="15247"/>
                  </a:lnTo>
                  <a:lnTo>
                    <a:pt x="1671831" y="15247"/>
                  </a:lnTo>
                  <a:lnTo>
                    <a:pt x="1671831" y="30494"/>
                  </a:lnTo>
                  <a:lnTo>
                    <a:pt x="1674564" y="33083"/>
                  </a:lnTo>
                  <a:lnTo>
                    <a:pt x="1677153" y="35528"/>
                  </a:lnTo>
                  <a:lnTo>
                    <a:pt x="1682043" y="40706"/>
                  </a:lnTo>
                  <a:lnTo>
                    <a:pt x="1694989" y="45884"/>
                  </a:lnTo>
                  <a:lnTo>
                    <a:pt x="1697578" y="45884"/>
                  </a:lnTo>
                  <a:lnTo>
                    <a:pt x="1694989" y="43439"/>
                  </a:lnTo>
                  <a:lnTo>
                    <a:pt x="1694989" y="40850"/>
                  </a:lnTo>
                  <a:lnTo>
                    <a:pt x="1687365" y="38117"/>
                  </a:lnTo>
                  <a:lnTo>
                    <a:pt x="1684776" y="35672"/>
                  </a:lnTo>
                  <a:lnTo>
                    <a:pt x="1682043" y="33227"/>
                  </a:lnTo>
                  <a:lnTo>
                    <a:pt x="1682043" y="30638"/>
                  </a:lnTo>
                  <a:lnTo>
                    <a:pt x="1677153" y="28192"/>
                  </a:lnTo>
                  <a:lnTo>
                    <a:pt x="1679598" y="17980"/>
                  </a:lnTo>
                  <a:lnTo>
                    <a:pt x="1682043" y="15247"/>
                  </a:lnTo>
                  <a:lnTo>
                    <a:pt x="1679598" y="12802"/>
                  </a:lnTo>
                  <a:lnTo>
                    <a:pt x="1682043" y="12802"/>
                  </a:lnTo>
                  <a:lnTo>
                    <a:pt x="1682043" y="10213"/>
                  </a:lnTo>
                  <a:lnTo>
                    <a:pt x="1685352" y="12802"/>
                  </a:lnTo>
                  <a:lnTo>
                    <a:pt x="1690386" y="7767"/>
                  </a:lnTo>
                  <a:lnTo>
                    <a:pt x="1698153" y="5034"/>
                  </a:lnTo>
                  <a:lnTo>
                    <a:pt x="1700598" y="2589"/>
                  </a:lnTo>
                  <a:lnTo>
                    <a:pt x="1705777" y="2589"/>
                  </a:lnTo>
                  <a:close/>
                </a:path>
              </a:pathLst>
            </a:custGeom>
            <a:grpFill/>
            <a:ln w="3594" cap="flat">
              <a:solidFill>
                <a:srgbClr val="FFFFFF"/>
              </a:solidFill>
              <a:prstDash val="solid"/>
              <a:miter/>
            </a:ln>
          </p:spPr>
          <p:txBody>
            <a:bodyPr rtlCol="0" anchor="ctr"/>
            <a:lstStyle>
              <a:defPPr>
                <a:defRPr lang="en-US"/>
              </a:defPPr>
              <a:lvl1pPr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1pPr>
              <a:lvl2pPr marL="69087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2pPr>
              <a:lvl3pPr marL="138175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3pPr>
              <a:lvl4pPr marL="2072625"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4pPr>
              <a:lvl5pPr marL="2763500" algn="l" defTabSz="690875" rtl="0" fontAlgn="base">
                <a:spcBef>
                  <a:spcPct val="0"/>
                </a:spcBef>
                <a:spcAft>
                  <a:spcPct val="0"/>
                </a:spcAft>
                <a:defRPr kumimoji="1" sz="3627" kern="1200">
                  <a:solidFill>
                    <a:schemeClr val="tx1"/>
                  </a:solidFill>
                  <a:latin typeface="Arial" charset="0"/>
                  <a:ea typeface="ヒラギノ角ゴ Pro W3" charset="0"/>
                  <a:cs typeface="ヒラギノ角ゴ Pro W3" charset="0"/>
                </a:defRPr>
              </a:lvl5pPr>
              <a:lvl6pPr marL="3454375" algn="l" defTabSz="690875" rtl="0" eaLnBrk="1" latinLnBrk="0" hangingPunct="1">
                <a:defRPr kumimoji="1" sz="3627" kern="1200">
                  <a:solidFill>
                    <a:schemeClr val="tx1"/>
                  </a:solidFill>
                  <a:latin typeface="Arial" charset="0"/>
                  <a:ea typeface="ヒラギノ角ゴ Pro W3" charset="0"/>
                  <a:cs typeface="ヒラギノ角ゴ Pro W3" charset="0"/>
                </a:defRPr>
              </a:lvl6pPr>
              <a:lvl7pPr marL="4145250" algn="l" defTabSz="690875" rtl="0" eaLnBrk="1" latinLnBrk="0" hangingPunct="1">
                <a:defRPr kumimoji="1" sz="3627" kern="1200">
                  <a:solidFill>
                    <a:schemeClr val="tx1"/>
                  </a:solidFill>
                  <a:latin typeface="Arial" charset="0"/>
                  <a:ea typeface="ヒラギノ角ゴ Pro W3" charset="0"/>
                  <a:cs typeface="ヒラギノ角ゴ Pro W3" charset="0"/>
                </a:defRPr>
              </a:lvl7pPr>
              <a:lvl8pPr marL="4836124" algn="l" defTabSz="690875" rtl="0" eaLnBrk="1" latinLnBrk="0" hangingPunct="1">
                <a:defRPr kumimoji="1" sz="3627" kern="1200">
                  <a:solidFill>
                    <a:schemeClr val="tx1"/>
                  </a:solidFill>
                  <a:latin typeface="Arial" charset="0"/>
                  <a:ea typeface="ヒラギノ角ゴ Pro W3" charset="0"/>
                  <a:cs typeface="ヒラギノ角ゴ Pro W3" charset="0"/>
                </a:defRPr>
              </a:lvl8pPr>
              <a:lvl9pPr marL="5526999" algn="l" defTabSz="690875" rtl="0" eaLnBrk="1" latinLnBrk="0" hangingPunct="1">
                <a:defRPr kumimoji="1" sz="3627" kern="1200">
                  <a:solidFill>
                    <a:schemeClr val="tx1"/>
                  </a:solidFill>
                  <a:latin typeface="Arial" charset="0"/>
                  <a:ea typeface="ヒラギノ角ゴ Pro W3" charset="0"/>
                  <a:cs typeface="ヒラギノ角ゴ Pro W3" charset="0"/>
                </a:defRPr>
              </a:lvl9pPr>
            </a:lstStyle>
            <a:p>
              <a:endParaRPr lang="en-US" sz="4836"/>
            </a:p>
          </p:txBody>
        </p:sp>
      </p:grpSp>
      <p:sp>
        <p:nvSpPr>
          <p:cNvPr id="15" name="Text Placeholder 14">
            <a:extLst>
              <a:ext uri="{FF2B5EF4-FFF2-40B4-BE49-F238E27FC236}">
                <a16:creationId xmlns:a16="http://schemas.microsoft.com/office/drawing/2014/main" id="{E89430B4-A940-83B0-229A-E980B3C5841F}"/>
              </a:ext>
            </a:extLst>
          </p:cNvPr>
          <p:cNvSpPr>
            <a:spLocks noGrp="1"/>
          </p:cNvSpPr>
          <p:nvPr>
            <p:ph type="body" sz="quarter" idx="13"/>
          </p:nvPr>
        </p:nvSpPr>
        <p:spPr>
          <a:xfrm>
            <a:off x="647525" y="669600"/>
            <a:ext cx="5448475" cy="392400"/>
          </a:xfrm>
        </p:spPr>
        <p:txBody>
          <a:bodyPr/>
          <a:lstStyle/>
          <a:p>
            <a:r>
              <a:rPr lang="en-CA" cap="all"/>
              <a:t>MARKET OVERVIEW</a:t>
            </a:r>
          </a:p>
        </p:txBody>
      </p:sp>
      <p:sp>
        <p:nvSpPr>
          <p:cNvPr id="10" name="Title 9">
            <a:extLst>
              <a:ext uri="{FF2B5EF4-FFF2-40B4-BE49-F238E27FC236}">
                <a16:creationId xmlns:a16="http://schemas.microsoft.com/office/drawing/2014/main" id="{A7D64D65-4834-C558-4719-55899EE8A5A9}"/>
              </a:ext>
            </a:extLst>
          </p:cNvPr>
          <p:cNvSpPr>
            <a:spLocks noGrp="1"/>
          </p:cNvSpPr>
          <p:nvPr>
            <p:ph type="title"/>
          </p:nvPr>
        </p:nvSpPr>
        <p:spPr>
          <a:xfrm>
            <a:off x="648000" y="1062000"/>
            <a:ext cx="7512888" cy="835200"/>
          </a:xfrm>
        </p:spPr>
        <p:txBody>
          <a:bodyPr/>
          <a:lstStyle/>
          <a:p>
            <a:r>
              <a:rPr lang="en-CA"/>
              <a:t>Canada Office</a:t>
            </a:r>
          </a:p>
        </p:txBody>
      </p:sp>
      <p:sp>
        <p:nvSpPr>
          <p:cNvPr id="16" name="Text Placeholder 15">
            <a:extLst>
              <a:ext uri="{FF2B5EF4-FFF2-40B4-BE49-F238E27FC236}">
                <a16:creationId xmlns:a16="http://schemas.microsoft.com/office/drawing/2014/main" id="{CFB01DA5-D256-6540-D8CB-78BEF0B1C017}"/>
              </a:ext>
            </a:extLst>
          </p:cNvPr>
          <p:cNvSpPr>
            <a:spLocks noGrp="1"/>
          </p:cNvSpPr>
          <p:nvPr>
            <p:ph type="body" sz="quarter" idx="14"/>
          </p:nvPr>
        </p:nvSpPr>
        <p:spPr/>
        <p:txBody>
          <a:bodyPr/>
          <a:lstStyle/>
          <a:p>
            <a:endParaRPr lang="en-CA"/>
          </a:p>
        </p:txBody>
      </p:sp>
      <p:sp>
        <p:nvSpPr>
          <p:cNvPr id="2" name="Footer Placeholder 1">
            <a:extLst>
              <a:ext uri="{FF2B5EF4-FFF2-40B4-BE49-F238E27FC236}">
                <a16:creationId xmlns:a16="http://schemas.microsoft.com/office/drawing/2014/main" id="{A366A316-D0BC-63DA-2475-CAB3EEA36EE8}"/>
              </a:ext>
            </a:extLst>
          </p:cNvPr>
          <p:cNvSpPr>
            <a:spLocks noGrp="1"/>
          </p:cNvSpPr>
          <p:nvPr>
            <p:ph type="ftr" sz="quarter" idx="11"/>
          </p:nvPr>
        </p:nvSpPr>
        <p:spPr/>
        <p:txBody>
          <a:bodyPr/>
          <a:lstStyle/>
          <a:p>
            <a:r>
              <a:rPr lang="en-CA"/>
              <a:t>Colliers</a:t>
            </a:r>
          </a:p>
        </p:txBody>
      </p:sp>
      <p:sp>
        <p:nvSpPr>
          <p:cNvPr id="3" name="Slide Number Placeholder 2">
            <a:extLst>
              <a:ext uri="{FF2B5EF4-FFF2-40B4-BE49-F238E27FC236}">
                <a16:creationId xmlns:a16="http://schemas.microsoft.com/office/drawing/2014/main" id="{FA692307-CC7E-C73A-8D5C-74E30BB8304A}"/>
              </a:ext>
            </a:extLst>
          </p:cNvPr>
          <p:cNvSpPr>
            <a:spLocks noGrp="1"/>
          </p:cNvSpPr>
          <p:nvPr>
            <p:ph type="sldNum" sz="quarter" idx="12"/>
          </p:nvPr>
        </p:nvSpPr>
        <p:spPr/>
        <p:txBody>
          <a:bodyPr/>
          <a:lstStyle/>
          <a:p>
            <a:fld id="{23AA811B-2EBD-4900-905E-5BE206449611}" type="slidenum">
              <a:rPr lang="en-CA"/>
              <a:pPr/>
              <a:t>35</a:t>
            </a:fld>
            <a:endParaRPr lang="en-CA"/>
          </a:p>
        </p:txBody>
      </p:sp>
      <p:cxnSp>
        <p:nvCxnSpPr>
          <p:cNvPr id="30" name="Straight Connector 29">
            <a:extLst>
              <a:ext uri="{FF2B5EF4-FFF2-40B4-BE49-F238E27FC236}">
                <a16:creationId xmlns:a16="http://schemas.microsoft.com/office/drawing/2014/main" id="{6276C923-67CB-B2EF-6B5F-AF523015B83D}"/>
              </a:ext>
            </a:extLst>
          </p:cNvPr>
          <p:cNvCxnSpPr/>
          <p:nvPr/>
        </p:nvCxnSpPr>
        <p:spPr>
          <a:xfrm>
            <a:off x="11125200" y="273800"/>
            <a:ext cx="0" cy="12600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graphicFrame>
        <p:nvGraphicFramePr>
          <p:cNvPr id="281" name="Table 9">
            <a:extLst>
              <a:ext uri="{FF2B5EF4-FFF2-40B4-BE49-F238E27FC236}">
                <a16:creationId xmlns:a16="http://schemas.microsoft.com/office/drawing/2014/main" id="{4385A957-F8BE-F93D-A907-ABCD459D15CA}"/>
              </a:ext>
            </a:extLst>
          </p:cNvPr>
          <p:cNvGraphicFramePr>
            <a:graphicFrameLocks/>
          </p:cNvGraphicFramePr>
          <p:nvPr/>
        </p:nvGraphicFramePr>
        <p:xfrm>
          <a:off x="6318939" y="1705555"/>
          <a:ext cx="5233581" cy="4311974"/>
        </p:xfrm>
        <a:graphic>
          <a:graphicData uri="http://schemas.openxmlformats.org/drawingml/2006/table">
            <a:tbl>
              <a:tblPr firstRow="1" bandRow="1">
                <a:tableStyleId>{0505E3EF-67EA-436B-97B2-0124C06EBD24}</a:tableStyleId>
              </a:tblPr>
              <a:tblGrid>
                <a:gridCol w="487451">
                  <a:extLst>
                    <a:ext uri="{9D8B030D-6E8A-4147-A177-3AD203B41FA5}">
                      <a16:colId xmlns:a16="http://schemas.microsoft.com/office/drawing/2014/main" val="3295251876"/>
                    </a:ext>
                  </a:extLst>
                </a:gridCol>
                <a:gridCol w="839601">
                  <a:extLst>
                    <a:ext uri="{9D8B030D-6E8A-4147-A177-3AD203B41FA5}">
                      <a16:colId xmlns:a16="http://schemas.microsoft.com/office/drawing/2014/main" val="3039928718"/>
                    </a:ext>
                  </a:extLst>
                </a:gridCol>
                <a:gridCol w="750681">
                  <a:extLst>
                    <a:ext uri="{9D8B030D-6E8A-4147-A177-3AD203B41FA5}">
                      <a16:colId xmlns:a16="http://schemas.microsoft.com/office/drawing/2014/main" val="2679705897"/>
                    </a:ext>
                  </a:extLst>
                </a:gridCol>
                <a:gridCol w="397167">
                  <a:extLst>
                    <a:ext uri="{9D8B030D-6E8A-4147-A177-3AD203B41FA5}">
                      <a16:colId xmlns:a16="http://schemas.microsoft.com/office/drawing/2014/main" val="62215890"/>
                    </a:ext>
                  </a:extLst>
                </a:gridCol>
                <a:gridCol w="1010511">
                  <a:extLst>
                    <a:ext uri="{9D8B030D-6E8A-4147-A177-3AD203B41FA5}">
                      <a16:colId xmlns:a16="http://schemas.microsoft.com/office/drawing/2014/main" val="2328276857"/>
                    </a:ext>
                  </a:extLst>
                </a:gridCol>
                <a:gridCol w="397167">
                  <a:extLst>
                    <a:ext uri="{9D8B030D-6E8A-4147-A177-3AD203B41FA5}">
                      <a16:colId xmlns:a16="http://schemas.microsoft.com/office/drawing/2014/main" val="1339711450"/>
                    </a:ext>
                  </a:extLst>
                </a:gridCol>
                <a:gridCol w="953836">
                  <a:extLst>
                    <a:ext uri="{9D8B030D-6E8A-4147-A177-3AD203B41FA5}">
                      <a16:colId xmlns:a16="http://schemas.microsoft.com/office/drawing/2014/main" val="1375274683"/>
                    </a:ext>
                  </a:extLst>
                </a:gridCol>
                <a:gridCol w="397167">
                  <a:extLst>
                    <a:ext uri="{9D8B030D-6E8A-4147-A177-3AD203B41FA5}">
                      <a16:colId xmlns:a16="http://schemas.microsoft.com/office/drawing/2014/main" val="2506695419"/>
                    </a:ext>
                  </a:extLst>
                </a:gridCol>
              </a:tblGrid>
              <a:tr h="381113">
                <a:tc>
                  <a:txBody>
                    <a:bodyPr/>
                    <a:lstStyle/>
                    <a:p>
                      <a:endParaRPr lang="en-US" sz="100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a:txBody>
                  <a:tcPr marL="0" marR="0" marT="0" marB="95294" anchor="b">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a:solidFill>
                            <a:schemeClr val="accent2"/>
                          </a:solidFill>
                          <a:latin typeface="Open Sans" panose="020B0606030504020204" pitchFamily="34" charset="0"/>
                          <a:ea typeface="Open Sans" panose="020B0606030504020204" pitchFamily="34" charset="0"/>
                          <a:cs typeface="Open Sans" panose="020B0606030504020204" pitchFamily="34" charset="0"/>
                        </a:rPr>
                        <a:t>Market</a:t>
                      </a:r>
                    </a:p>
                  </a:txBody>
                  <a:tcPr marL="63529" marR="0" marT="0" marB="95294"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00">
                          <a:solidFill>
                            <a:schemeClr val="accent2"/>
                          </a:solidFill>
                          <a:latin typeface="Open Sans" panose="020B0606030504020204" pitchFamily="34" charset="0"/>
                          <a:ea typeface="Open Sans" panose="020B0606030504020204" pitchFamily="34" charset="0"/>
                          <a:cs typeface="Open Sans" panose="020B0606030504020204" pitchFamily="34" charset="0"/>
                        </a:rPr>
                        <a:t>Vacancy Rate</a:t>
                      </a:r>
                    </a:p>
                  </a:txBody>
                  <a:tcPr marL="0" marR="0" marT="0" marB="95294"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00" err="1">
                          <a:solidFill>
                            <a:schemeClr val="accent2"/>
                          </a:solidFill>
                          <a:latin typeface="Open Sans" panose="020B0606030504020204" pitchFamily="34" charset="0"/>
                          <a:ea typeface="Open Sans" panose="020B0606030504020204" pitchFamily="34" charset="0"/>
                          <a:cs typeface="Open Sans" panose="020B0606030504020204" pitchFamily="34" charset="0"/>
                        </a:rPr>
                        <a:t>QoQ</a:t>
                      </a:r>
                      <a:endParaRPr lang="en-US" sz="100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a:txBody>
                  <a:tcPr marL="0" marR="0" marT="0" marB="95294"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00">
                          <a:solidFill>
                            <a:schemeClr val="accent2"/>
                          </a:solidFill>
                          <a:latin typeface="Open Sans" panose="020B0606030504020204" pitchFamily="34" charset="0"/>
                          <a:ea typeface="Open Sans" panose="020B0606030504020204" pitchFamily="34" charset="0"/>
                          <a:cs typeface="Open Sans" panose="020B0606030504020204" pitchFamily="34" charset="0"/>
                        </a:rPr>
                        <a:t>Sublet as % </a:t>
                      </a:r>
                      <a:br>
                        <a:rPr lang="en-US" sz="1000">
                          <a:solidFill>
                            <a:schemeClr val="accent2"/>
                          </a:solidFill>
                          <a:latin typeface="Open Sans" panose="020B0606030504020204" pitchFamily="34" charset="0"/>
                          <a:ea typeface="Open Sans" panose="020B0606030504020204" pitchFamily="34" charset="0"/>
                          <a:cs typeface="Open Sans" panose="020B0606030504020204" pitchFamily="34" charset="0"/>
                        </a:rPr>
                      </a:br>
                      <a:r>
                        <a:rPr lang="en-US" sz="1000">
                          <a:solidFill>
                            <a:schemeClr val="accent2"/>
                          </a:solidFill>
                          <a:latin typeface="Open Sans" panose="020B0606030504020204" pitchFamily="34" charset="0"/>
                          <a:ea typeface="Open Sans" panose="020B0606030504020204" pitchFamily="34" charset="0"/>
                          <a:cs typeface="Open Sans" panose="020B0606030504020204" pitchFamily="34" charset="0"/>
                        </a:rPr>
                        <a:t>of Vacancy</a:t>
                      </a:r>
                    </a:p>
                  </a:txBody>
                  <a:tcPr marL="0" marR="0" marT="0" marB="95294"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00" err="1">
                          <a:solidFill>
                            <a:schemeClr val="accent2"/>
                          </a:solidFill>
                          <a:latin typeface="Open Sans" panose="020B0606030504020204" pitchFamily="34" charset="0"/>
                          <a:ea typeface="Open Sans" panose="020B0606030504020204" pitchFamily="34" charset="0"/>
                          <a:cs typeface="Open Sans" panose="020B0606030504020204" pitchFamily="34" charset="0"/>
                        </a:rPr>
                        <a:t>QoQ</a:t>
                      </a:r>
                      <a:endParaRPr lang="en-US" sz="100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a:txBody>
                  <a:tcPr marL="0" marR="0" marT="0" marB="95294"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00">
                          <a:solidFill>
                            <a:schemeClr val="accent2"/>
                          </a:solidFill>
                          <a:latin typeface="Open Sans" panose="020B0606030504020204" pitchFamily="34" charset="0"/>
                          <a:ea typeface="Open Sans" panose="020B0606030504020204" pitchFamily="34" charset="0"/>
                          <a:cs typeface="Open Sans" panose="020B0606030504020204" pitchFamily="34" charset="0"/>
                        </a:rPr>
                        <a:t>Net Asking Rent (PSF)</a:t>
                      </a:r>
                    </a:p>
                  </a:txBody>
                  <a:tcPr marL="0" marR="0" marT="0" marB="95294"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00" err="1">
                          <a:solidFill>
                            <a:schemeClr val="accent2"/>
                          </a:solidFill>
                          <a:latin typeface="Open Sans" panose="020B0606030504020204" pitchFamily="34" charset="0"/>
                          <a:ea typeface="Open Sans" panose="020B0606030504020204" pitchFamily="34" charset="0"/>
                          <a:cs typeface="Open Sans" panose="020B0606030504020204" pitchFamily="34" charset="0"/>
                        </a:rPr>
                        <a:t>QoQ</a:t>
                      </a:r>
                      <a:endParaRPr lang="en-US" sz="100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a:txBody>
                  <a:tcPr marL="0" marR="0" marT="0" marB="95294" anchor="b">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6638561"/>
                  </a:ext>
                </a:extLst>
              </a:tr>
              <a:tr h="325990">
                <a:tc>
                  <a:txBody>
                    <a:bodyPr/>
                    <a:lstStyle/>
                    <a:p>
                      <a:endParaRPr lang="en-US" sz="1000" b="1">
                        <a:solidFill>
                          <a:schemeClr val="tx1"/>
                        </a:solidFill>
                        <a:latin typeface="+mn-lt"/>
                      </a:endParaRPr>
                    </a:p>
                  </a:txBody>
                  <a:tcPr marL="0" marR="0" marT="0" marB="0" anchor="ctr">
                    <a:lnL w="12700" cmpd="sng">
                      <a:noFill/>
                    </a:lnL>
                    <a:lnR w="12700" cap="flat" cmpd="sng" algn="ctr">
                      <a:noFill/>
                      <a:prstDash val="solid"/>
                      <a:round/>
                      <a:headEnd type="none" w="med" len="med"/>
                      <a:tailEnd type="none" w="med" len="med"/>
                    </a:lnR>
                    <a:lnT w="12700" cap="flat" cmpd="sng" algn="ctr">
                      <a:solidFill>
                        <a:schemeClr val="accent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1">
                          <a:solidFill>
                            <a:schemeClr val="tx1"/>
                          </a:solidFill>
                          <a:latin typeface="+mn-lt"/>
                        </a:rPr>
                        <a:t>Victoria</a:t>
                      </a:r>
                    </a:p>
                  </a:txBody>
                  <a:tcPr marL="63529" marR="0" marT="0" marB="0" anchor="ctr">
                    <a:lnL w="12700" cmpd="sng">
                      <a:noFill/>
                    </a:lnL>
                    <a:lnR w="12700" cap="flat" cmpd="sng" algn="ctr">
                      <a:noFill/>
                      <a:prstDash val="solid"/>
                      <a:round/>
                      <a:headEnd type="none" w="med" len="med"/>
                      <a:tailEnd type="none" w="med" len="med"/>
                    </a:lnR>
                    <a:lnT w="12700" cap="flat" cmpd="sng" algn="ctr">
                      <a:solidFill>
                        <a:schemeClr val="accent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rPr>
                        <a:t>7.5%</a:t>
                      </a: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20" normalizeH="0" baseline="0">
                          <a:ln>
                            <a:noFill/>
                          </a:ln>
                          <a:solidFill>
                            <a:schemeClr val="accent2"/>
                          </a:solidFill>
                          <a:effectLst/>
                          <a:uLnTx/>
                          <a:uFillTx/>
                          <a:latin typeface="Wingdings 3" panose="05040102010807070707" pitchFamily="18" charset="2"/>
                          <a:ea typeface="+mn-ea"/>
                          <a:cs typeface="+mn-cs"/>
                        </a:rPr>
                        <a:t>Ç</a:t>
                      </a:r>
                      <a:endParaRPr kumimoji="0" lang="en-US" sz="1400" b="0" i="0" u="none" strike="noStrike" kern="1200" cap="none" spc="-50" normalizeH="0" baseline="0">
                        <a:ln>
                          <a:noFill/>
                        </a:ln>
                        <a:solidFill>
                          <a:schemeClr val="accent2"/>
                        </a:solidFill>
                        <a:effectLst/>
                        <a:uLnTx/>
                        <a:uFillTx/>
                        <a:latin typeface="Wingdings 3" panose="05040102010807070707" pitchFamily="18" charset="2"/>
                        <a:ea typeface="+mn-ea"/>
                        <a:cs typeface="+mn-cs"/>
                      </a:endParaRP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rPr>
                        <a:t>10.2%</a:t>
                      </a: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20" normalizeH="0" baseline="0">
                          <a:ln>
                            <a:noFill/>
                          </a:ln>
                          <a:solidFill>
                            <a:schemeClr val="accent2"/>
                          </a:solidFill>
                          <a:effectLst/>
                          <a:uLnTx/>
                          <a:uFillTx/>
                          <a:latin typeface="Wingdings 3" panose="05040102010807070707" pitchFamily="18" charset="2"/>
                          <a:ea typeface="+mn-ea"/>
                          <a:cs typeface="+mn-cs"/>
                        </a:rPr>
                        <a:t>Ç</a:t>
                      </a: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rPr>
                        <a:t>$22.81</a:t>
                      </a: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20" normalizeH="0" baseline="0">
                          <a:ln>
                            <a:noFill/>
                          </a:ln>
                          <a:solidFill>
                            <a:schemeClr val="accent2"/>
                          </a:solidFill>
                          <a:effectLst/>
                          <a:uLnTx/>
                          <a:uFillTx/>
                          <a:latin typeface="Wingdings 3" panose="05040102010807070707" pitchFamily="18" charset="2"/>
                          <a:ea typeface="+mn-ea"/>
                          <a:cs typeface="+mn-cs"/>
                        </a:rPr>
                        <a:t>Ç</a:t>
                      </a:r>
                    </a:p>
                  </a:txBody>
                  <a:tcPr marL="4803" marR="4803" marT="4803" marB="0" anchor="ctr">
                    <a:lnL w="12700" cap="flat" cmpd="sng" algn="ctr">
                      <a:noFill/>
                      <a:prstDash val="solid"/>
                      <a:round/>
                      <a:headEnd type="none" w="med" len="med"/>
                      <a:tailEnd type="none" w="med" len="med"/>
                    </a:lnL>
                    <a:lnR w="12700" cmpd="sng">
                      <a:noFill/>
                    </a:lnR>
                    <a:lnT w="12700" cap="flat" cmpd="sng" algn="ctr">
                      <a:solidFill>
                        <a:schemeClr val="accent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927131"/>
                  </a:ext>
                </a:extLst>
              </a:tr>
              <a:tr h="325990">
                <a:tc>
                  <a:txBody>
                    <a:bodyPr/>
                    <a:lstStyle/>
                    <a:p>
                      <a:endParaRPr lang="en-US" sz="1000" b="1">
                        <a:solidFill>
                          <a:schemeClr val="tx1"/>
                        </a:solidFill>
                        <a:latin typeface="+mn-lt"/>
                      </a:endParaRPr>
                    </a:p>
                  </a:txBody>
                  <a:tcPr marL="0" marR="0" marT="0" marB="0" anchor="ctr">
                    <a:lnL w="12700" cmpd="sng">
                      <a:noFill/>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1F3"/>
                    </a:solidFill>
                  </a:tcPr>
                </a:tc>
                <a:tc>
                  <a:txBody>
                    <a:bodyPr/>
                    <a:lstStyle/>
                    <a:p>
                      <a:r>
                        <a:rPr lang="en-US" sz="900" b="1">
                          <a:solidFill>
                            <a:schemeClr val="tx1"/>
                          </a:solidFill>
                          <a:latin typeface="+mn-lt"/>
                        </a:rPr>
                        <a:t>Vancouver</a:t>
                      </a:r>
                    </a:p>
                  </a:txBody>
                  <a:tcPr marL="63529" marR="0" marT="0" marB="0" anchor="ctr">
                    <a:lnL w="12700" cmpd="sng">
                      <a:noFill/>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1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rPr>
                        <a:t>8.8%</a:t>
                      </a: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1F3"/>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20" normalizeH="0" baseline="0">
                          <a:ln>
                            <a:noFill/>
                          </a:ln>
                          <a:solidFill>
                            <a:schemeClr val="accent2"/>
                          </a:solidFill>
                          <a:effectLst/>
                          <a:uLnTx/>
                          <a:uFillTx/>
                          <a:latin typeface="Wingdings 3" panose="05040102010807070707" pitchFamily="18" charset="2"/>
                          <a:ea typeface="+mn-ea"/>
                          <a:cs typeface="+mn-cs"/>
                        </a:rPr>
                        <a:t>Ç</a:t>
                      </a: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1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rPr>
                        <a:t>24.7%</a:t>
                      </a: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1F3"/>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20" normalizeH="0" baseline="0">
                          <a:ln>
                            <a:noFill/>
                          </a:ln>
                          <a:solidFill>
                            <a:schemeClr val="accent2"/>
                          </a:solidFill>
                          <a:effectLst/>
                          <a:uLnTx/>
                          <a:uFillTx/>
                          <a:latin typeface="Wingdings 3"/>
                          <a:ea typeface="+mn-ea"/>
                          <a:cs typeface="+mn-cs"/>
                          <a:sym typeface="Wingdings 3"/>
                        </a:rPr>
                        <a:t>È</a:t>
                      </a:r>
                      <a:endParaRPr kumimoji="0" lang="en-CA" sz="1400" b="0" i="0" u="none" strike="noStrike" kern="1200" cap="none" spc="-20" normalizeH="0" baseline="0">
                        <a:ln>
                          <a:noFill/>
                        </a:ln>
                        <a:solidFill>
                          <a:schemeClr val="accent2"/>
                        </a:solidFill>
                        <a:effectLst/>
                        <a:uLnTx/>
                        <a:uFillTx/>
                        <a:latin typeface="Wingdings 3" panose="05040102010807070707" pitchFamily="18" charset="2"/>
                        <a:ea typeface="+mn-ea"/>
                        <a:cs typeface="+mn-cs"/>
                      </a:endParaRP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1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rPr>
                        <a:t>$34.26</a:t>
                      </a: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1F3"/>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20" normalizeH="0" baseline="0">
                          <a:ln>
                            <a:noFill/>
                          </a:ln>
                          <a:solidFill>
                            <a:schemeClr val="accent2"/>
                          </a:solidFill>
                          <a:effectLst/>
                          <a:uLnTx/>
                          <a:uFillTx/>
                          <a:latin typeface="Wingdings 3"/>
                          <a:ea typeface="+mn-ea"/>
                          <a:cs typeface="+mn-cs"/>
                          <a:sym typeface="Wingdings 3"/>
                        </a:rPr>
                        <a:t>È</a:t>
                      </a:r>
                      <a:endParaRPr kumimoji="0" lang="en-CA" sz="1400" b="0" i="0" u="none" strike="noStrike" kern="1200" cap="none" spc="-20" normalizeH="0" baseline="0">
                        <a:ln>
                          <a:noFill/>
                        </a:ln>
                        <a:solidFill>
                          <a:schemeClr val="accent2"/>
                        </a:solidFill>
                        <a:effectLst/>
                        <a:uLnTx/>
                        <a:uFillTx/>
                        <a:latin typeface="Wingdings 3" panose="05040102010807070707" pitchFamily="18" charset="2"/>
                        <a:ea typeface="+mn-ea"/>
                        <a:cs typeface="+mn-cs"/>
                      </a:endParaRPr>
                    </a:p>
                  </a:txBody>
                  <a:tcPr marL="4803" marR="4803" marT="4803" marB="0" anchor="ctr">
                    <a:lnL w="12700" cap="flat" cmpd="sng" algn="ctr">
                      <a:noFill/>
                      <a:prstDash val="solid"/>
                      <a:round/>
                      <a:headEnd type="none" w="med" len="med"/>
                      <a:tailEnd type="none" w="med" len="med"/>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1F3"/>
                    </a:solidFill>
                  </a:tcPr>
                </a:tc>
                <a:extLst>
                  <a:ext uri="{0D108BD9-81ED-4DB2-BD59-A6C34878D82A}">
                    <a16:rowId xmlns:a16="http://schemas.microsoft.com/office/drawing/2014/main" val="1572417808"/>
                  </a:ext>
                </a:extLst>
              </a:tr>
              <a:tr h="325990">
                <a:tc>
                  <a:txBody>
                    <a:bodyPr/>
                    <a:lstStyle/>
                    <a:p>
                      <a:endParaRPr lang="en-US" sz="1000" b="1">
                        <a:solidFill>
                          <a:schemeClr val="tx1"/>
                        </a:solidFill>
                        <a:latin typeface="+mn-lt"/>
                      </a:endParaRPr>
                    </a:p>
                  </a:txBody>
                  <a:tcPr marL="0" marR="0" marT="0" marB="0" anchor="ctr">
                    <a:lnL w="12700" cmpd="sng">
                      <a:noFill/>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1">
                          <a:solidFill>
                            <a:schemeClr val="tx1"/>
                          </a:solidFill>
                          <a:latin typeface="+mn-lt"/>
                        </a:rPr>
                        <a:t>Edmonton</a:t>
                      </a:r>
                    </a:p>
                  </a:txBody>
                  <a:tcPr marL="63529" marR="0" marT="0" marB="0" anchor="ctr">
                    <a:lnL w="12700" cmpd="sng">
                      <a:noFill/>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rPr>
                        <a:t>19.4%</a:t>
                      </a: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20" normalizeH="0" baseline="0">
                          <a:ln>
                            <a:noFill/>
                          </a:ln>
                          <a:solidFill>
                            <a:schemeClr val="accent2"/>
                          </a:solidFill>
                          <a:effectLst/>
                          <a:uLnTx/>
                          <a:uFillTx/>
                          <a:latin typeface="Wingdings 3"/>
                          <a:ea typeface="+mn-ea"/>
                          <a:cs typeface="+mn-cs"/>
                        </a:rPr>
                        <a:t>ÅÆ</a:t>
                      </a:r>
                      <a:endParaRPr kumimoji="0" lang="en-CA" sz="1400" b="0" i="0" u="none" strike="noStrike" kern="1200" cap="none" spc="-20" normalizeH="0" baseline="0">
                        <a:ln>
                          <a:noFill/>
                        </a:ln>
                        <a:solidFill>
                          <a:schemeClr val="accent2"/>
                        </a:solidFill>
                        <a:effectLst/>
                        <a:uLnTx/>
                        <a:uFillTx/>
                        <a:latin typeface="Wingdings 3" panose="05040102010807070707" pitchFamily="18" charset="2"/>
                        <a:ea typeface="+mn-ea"/>
                        <a:cs typeface="+mn-cs"/>
                      </a:endParaRP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rPr>
                        <a:t>9.6%</a:t>
                      </a: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20" normalizeH="0" baseline="0">
                          <a:ln>
                            <a:noFill/>
                          </a:ln>
                          <a:solidFill>
                            <a:schemeClr val="accent2"/>
                          </a:solidFill>
                          <a:effectLst/>
                          <a:uLnTx/>
                          <a:uFillTx/>
                          <a:latin typeface="Wingdings 3"/>
                          <a:ea typeface="+mn-ea"/>
                          <a:cs typeface="+mn-cs"/>
                          <a:sym typeface="Wingdings 3"/>
                        </a:rPr>
                        <a:t>È</a:t>
                      </a: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rPr>
                        <a:t>$16.65</a:t>
                      </a: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20" normalizeH="0" baseline="0">
                          <a:ln>
                            <a:noFill/>
                          </a:ln>
                          <a:solidFill>
                            <a:schemeClr val="accent2"/>
                          </a:solidFill>
                          <a:effectLst/>
                          <a:uLnTx/>
                          <a:uFillTx/>
                          <a:latin typeface="Wingdings 3" panose="05040102010807070707" pitchFamily="18" charset="2"/>
                          <a:ea typeface="+mn-ea"/>
                          <a:cs typeface="+mn-cs"/>
                        </a:rPr>
                        <a:t>Ç</a:t>
                      </a:r>
                      <a:endParaRPr kumimoji="0" lang="en-CA" sz="1400" b="0" i="0" u="none" strike="noStrike" kern="1200" cap="none" spc="-20" normalizeH="0" baseline="0">
                        <a:ln>
                          <a:noFill/>
                        </a:ln>
                        <a:solidFill>
                          <a:schemeClr val="accent2"/>
                        </a:solidFill>
                        <a:effectLst/>
                        <a:uLnTx/>
                        <a:uFillTx/>
                        <a:latin typeface="Wingdings 3"/>
                        <a:ea typeface="+mn-ea"/>
                        <a:cs typeface="+mn-cs"/>
                        <a:sym typeface="Wingdings 3"/>
                      </a:endParaRPr>
                    </a:p>
                  </a:txBody>
                  <a:tcPr marL="4803" marR="4803" marT="4803" marB="0" anchor="ctr">
                    <a:lnL w="12700" cap="flat" cmpd="sng" algn="ctr">
                      <a:noFill/>
                      <a:prstDash val="solid"/>
                      <a:round/>
                      <a:headEnd type="none" w="med" len="med"/>
                      <a:tailEnd type="none" w="med" len="med"/>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9168789"/>
                  </a:ext>
                </a:extLst>
              </a:tr>
              <a:tr h="325990">
                <a:tc>
                  <a:txBody>
                    <a:bodyPr/>
                    <a:lstStyle/>
                    <a:p>
                      <a:endParaRPr lang="en-US" sz="1000" b="1">
                        <a:solidFill>
                          <a:schemeClr val="tx1"/>
                        </a:solidFill>
                        <a:latin typeface="+mn-lt"/>
                      </a:endParaRPr>
                    </a:p>
                  </a:txBody>
                  <a:tcPr marL="0" marR="0" marT="0" marB="0" anchor="ctr">
                    <a:lnL w="12700" cmpd="sng">
                      <a:noFill/>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1F3"/>
                    </a:solidFill>
                  </a:tcPr>
                </a:tc>
                <a:tc>
                  <a:txBody>
                    <a:bodyPr/>
                    <a:lstStyle/>
                    <a:p>
                      <a:r>
                        <a:rPr lang="en-US" sz="900" b="1">
                          <a:solidFill>
                            <a:schemeClr val="tx1"/>
                          </a:solidFill>
                          <a:latin typeface="+mn-lt"/>
                        </a:rPr>
                        <a:t>Calgary</a:t>
                      </a:r>
                    </a:p>
                  </a:txBody>
                  <a:tcPr marL="63529" marR="0" marT="0" marB="0" anchor="ctr">
                    <a:lnL w="12700" cmpd="sng">
                      <a:noFill/>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1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rPr>
                        <a:t>25.5%</a:t>
                      </a: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1F3"/>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20" normalizeH="0" baseline="0">
                          <a:ln>
                            <a:noFill/>
                          </a:ln>
                          <a:solidFill>
                            <a:schemeClr val="accent2"/>
                          </a:solidFill>
                          <a:effectLst/>
                          <a:uLnTx/>
                          <a:uFillTx/>
                          <a:latin typeface="Wingdings 3"/>
                          <a:ea typeface="+mn-ea"/>
                          <a:cs typeface="+mn-cs"/>
                          <a:sym typeface="Wingdings 3"/>
                        </a:rPr>
                        <a:t>È</a:t>
                      </a:r>
                      <a:endParaRPr kumimoji="0" lang="en-CA" sz="1400" b="0" i="0" u="none" strike="noStrike" kern="1200" cap="none" spc="-20" normalizeH="0" baseline="0">
                        <a:ln>
                          <a:noFill/>
                        </a:ln>
                        <a:solidFill>
                          <a:schemeClr val="accent2"/>
                        </a:solidFill>
                        <a:effectLst/>
                        <a:uLnTx/>
                        <a:uFillTx/>
                        <a:latin typeface="Wingdings 3" panose="05040102010807070707" pitchFamily="18" charset="2"/>
                        <a:ea typeface="+mn-ea"/>
                        <a:cs typeface="+mn-cs"/>
                      </a:endParaRP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1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rPr>
                        <a:t>14.5%</a:t>
                      </a: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1F3"/>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20" normalizeH="0" baseline="0">
                          <a:ln>
                            <a:noFill/>
                          </a:ln>
                          <a:solidFill>
                            <a:schemeClr val="accent2"/>
                          </a:solidFill>
                          <a:effectLst/>
                          <a:uLnTx/>
                          <a:uFillTx/>
                          <a:latin typeface="Wingdings 3" panose="05040102010807070707" pitchFamily="18" charset="2"/>
                          <a:ea typeface="+mn-ea"/>
                          <a:cs typeface="+mn-cs"/>
                        </a:rPr>
                        <a:t>Ç</a:t>
                      </a:r>
                      <a:endParaRPr kumimoji="0" lang="en-US" sz="1400" b="0" i="0" u="none" strike="noStrike" kern="1200" cap="none" spc="-20" normalizeH="0" baseline="0">
                        <a:ln>
                          <a:noFill/>
                        </a:ln>
                        <a:solidFill>
                          <a:schemeClr val="accent2"/>
                        </a:solidFill>
                        <a:effectLst/>
                        <a:uLnTx/>
                        <a:uFillTx/>
                        <a:latin typeface="Wingdings 3" panose="05040102010807070707" pitchFamily="18" charset="2"/>
                        <a:ea typeface="+mn-ea"/>
                        <a:cs typeface="+mn-cs"/>
                      </a:endParaRP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1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rPr>
                        <a:t>$14.84</a:t>
                      </a: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1F3"/>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20" normalizeH="0" baseline="0">
                          <a:ln>
                            <a:noFill/>
                          </a:ln>
                          <a:solidFill>
                            <a:schemeClr val="accent2"/>
                          </a:solidFill>
                          <a:effectLst/>
                          <a:uLnTx/>
                          <a:uFillTx/>
                          <a:latin typeface="Wingdings 3"/>
                          <a:ea typeface="+mn-ea"/>
                          <a:cs typeface="+mn-cs"/>
                          <a:sym typeface="Wingdings 3"/>
                        </a:rPr>
                        <a:t>È</a:t>
                      </a:r>
                      <a:endParaRPr kumimoji="0" lang="en-US" sz="1400" b="0" i="0" u="none" strike="noStrike" kern="1200" cap="none" spc="-20" normalizeH="0" baseline="0">
                        <a:ln>
                          <a:noFill/>
                        </a:ln>
                        <a:solidFill>
                          <a:schemeClr val="accent2"/>
                        </a:solidFill>
                        <a:effectLst/>
                        <a:uLnTx/>
                        <a:uFillTx/>
                        <a:latin typeface="Wingdings 3" panose="05040102010807070707" pitchFamily="18" charset="2"/>
                        <a:ea typeface="+mn-ea"/>
                        <a:cs typeface="+mn-cs"/>
                      </a:endParaRPr>
                    </a:p>
                  </a:txBody>
                  <a:tcPr marL="4803" marR="4803" marT="4803" marB="0" anchor="ctr">
                    <a:lnL w="12700" cap="flat" cmpd="sng" algn="ctr">
                      <a:noFill/>
                      <a:prstDash val="solid"/>
                      <a:round/>
                      <a:headEnd type="none" w="med" len="med"/>
                      <a:tailEnd type="none" w="med" len="med"/>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1F3"/>
                    </a:solidFill>
                  </a:tcPr>
                </a:tc>
                <a:extLst>
                  <a:ext uri="{0D108BD9-81ED-4DB2-BD59-A6C34878D82A}">
                    <a16:rowId xmlns:a16="http://schemas.microsoft.com/office/drawing/2014/main" val="801725651"/>
                  </a:ext>
                </a:extLst>
              </a:tr>
              <a:tr h="325990">
                <a:tc>
                  <a:txBody>
                    <a:bodyPr/>
                    <a:lstStyle/>
                    <a:p>
                      <a:endParaRPr lang="en-US" sz="1000" b="1">
                        <a:solidFill>
                          <a:schemeClr val="tx1"/>
                        </a:solidFill>
                        <a:latin typeface="+mn-lt"/>
                      </a:endParaRPr>
                    </a:p>
                  </a:txBody>
                  <a:tcPr marL="0" marR="0" marT="0" marB="0" anchor="ctr">
                    <a:lnL w="12700" cmpd="sng">
                      <a:noFill/>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1">
                          <a:solidFill>
                            <a:schemeClr val="tx1"/>
                          </a:solidFill>
                          <a:latin typeface="+mn-lt"/>
                        </a:rPr>
                        <a:t>Saskatoon</a:t>
                      </a:r>
                    </a:p>
                  </a:txBody>
                  <a:tcPr marL="63529" marR="0" marT="0" marB="0" anchor="ctr">
                    <a:lnL w="12700" cmpd="sng">
                      <a:noFill/>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rPr>
                        <a:t>12.8%</a:t>
                      </a: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20" normalizeH="0" baseline="0">
                          <a:ln>
                            <a:noFill/>
                          </a:ln>
                          <a:solidFill>
                            <a:schemeClr val="accent2"/>
                          </a:solidFill>
                          <a:effectLst/>
                          <a:uLnTx/>
                          <a:uFillTx/>
                          <a:latin typeface="Wingdings 3"/>
                          <a:ea typeface="+mn-ea"/>
                          <a:cs typeface="+mn-cs"/>
                          <a:sym typeface="Wingdings 3"/>
                        </a:rPr>
                        <a:t>È</a:t>
                      </a:r>
                      <a:endParaRPr kumimoji="0" lang="en-US" sz="1400" b="0" i="0" u="none" strike="noStrike" kern="1200" cap="none" spc="-20" normalizeH="0" baseline="0">
                        <a:ln>
                          <a:noFill/>
                        </a:ln>
                        <a:solidFill>
                          <a:schemeClr val="accent2"/>
                        </a:solidFill>
                        <a:effectLst/>
                        <a:uLnTx/>
                        <a:uFillTx/>
                        <a:latin typeface="Wingdings 3" panose="05040102010807070707" pitchFamily="18" charset="2"/>
                        <a:ea typeface="+mn-ea"/>
                        <a:cs typeface="+mn-cs"/>
                      </a:endParaRP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rPr>
                        <a:t>1.6%</a:t>
                      </a: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20" normalizeH="0" baseline="0">
                          <a:ln>
                            <a:noFill/>
                          </a:ln>
                          <a:solidFill>
                            <a:schemeClr val="accent2"/>
                          </a:solidFill>
                          <a:effectLst/>
                          <a:uLnTx/>
                          <a:uFillTx/>
                          <a:latin typeface="Wingdings 3"/>
                          <a:ea typeface="+mn-ea"/>
                          <a:cs typeface="+mn-cs"/>
                        </a:rPr>
                        <a:t>ÅÆ</a:t>
                      </a:r>
                      <a:endParaRPr kumimoji="0" lang="en-CA" sz="1400" b="0" i="0" u="none" strike="noStrike" kern="1200" cap="none" spc="-20" normalizeH="0" baseline="0">
                        <a:ln>
                          <a:noFill/>
                        </a:ln>
                        <a:solidFill>
                          <a:schemeClr val="accent2"/>
                        </a:solidFill>
                        <a:effectLst/>
                        <a:uLnTx/>
                        <a:uFillTx/>
                        <a:latin typeface="Wingdings 3" panose="05040102010807070707" pitchFamily="18" charset="2"/>
                        <a:ea typeface="+mn-ea"/>
                        <a:cs typeface="+mn-cs"/>
                      </a:endParaRP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rPr>
                        <a:t>$20.13</a:t>
                      </a: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20" normalizeH="0" baseline="0">
                          <a:ln>
                            <a:noFill/>
                          </a:ln>
                          <a:solidFill>
                            <a:schemeClr val="accent2"/>
                          </a:solidFill>
                          <a:effectLst/>
                          <a:uLnTx/>
                          <a:uFillTx/>
                          <a:latin typeface="Wingdings 3" panose="05040102010807070707" pitchFamily="18" charset="2"/>
                          <a:ea typeface="+mn-ea"/>
                          <a:cs typeface="+mn-cs"/>
                        </a:rPr>
                        <a:t>Ç</a:t>
                      </a:r>
                    </a:p>
                  </a:txBody>
                  <a:tcPr marL="4803" marR="4803" marT="4803" marB="0" anchor="ctr">
                    <a:lnL w="12700" cap="flat" cmpd="sng" algn="ctr">
                      <a:noFill/>
                      <a:prstDash val="solid"/>
                      <a:round/>
                      <a:headEnd type="none" w="med" len="med"/>
                      <a:tailEnd type="none" w="med" len="med"/>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2449232"/>
                  </a:ext>
                </a:extLst>
              </a:tr>
              <a:tr h="325990">
                <a:tc>
                  <a:txBody>
                    <a:bodyPr/>
                    <a:lstStyle/>
                    <a:p>
                      <a:endParaRPr lang="en-US" sz="1000" b="1">
                        <a:solidFill>
                          <a:schemeClr val="tx1"/>
                        </a:solidFill>
                        <a:latin typeface="+mn-lt"/>
                      </a:endParaRPr>
                    </a:p>
                  </a:txBody>
                  <a:tcPr marL="0" marR="0" marT="0" marB="0" anchor="ctr">
                    <a:lnL w="12700" cmpd="sng">
                      <a:noFill/>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1F3"/>
                    </a:solidFill>
                  </a:tcPr>
                </a:tc>
                <a:tc>
                  <a:txBody>
                    <a:bodyPr/>
                    <a:lstStyle/>
                    <a:p>
                      <a:r>
                        <a:rPr lang="en-US" sz="900" b="1" kern="1200">
                          <a:solidFill>
                            <a:schemeClr val="tx1"/>
                          </a:solidFill>
                          <a:latin typeface="+mn-lt"/>
                          <a:ea typeface="+mn-ea"/>
                          <a:cs typeface="+mn-cs"/>
                        </a:rPr>
                        <a:t>Regina</a:t>
                      </a:r>
                    </a:p>
                  </a:txBody>
                  <a:tcPr marL="63529" marR="0" marT="0" marB="0" anchor="ctr">
                    <a:lnL w="12700" cmpd="sng">
                      <a:noFill/>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1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rPr>
                        <a:t>11.6%</a:t>
                      </a: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1F3"/>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20" normalizeH="0" baseline="0">
                          <a:ln>
                            <a:noFill/>
                          </a:ln>
                          <a:solidFill>
                            <a:schemeClr val="accent2"/>
                          </a:solidFill>
                          <a:effectLst/>
                          <a:uLnTx/>
                          <a:uFillTx/>
                          <a:latin typeface="Wingdings 3"/>
                          <a:ea typeface="+mn-ea"/>
                          <a:cs typeface="+mn-cs"/>
                          <a:sym typeface="Wingdings 3"/>
                        </a:rPr>
                        <a:t>È</a:t>
                      </a:r>
                      <a:endParaRPr kumimoji="0" lang="en-US" sz="1400" b="0" i="0" u="none" strike="noStrike" kern="1200" cap="none" spc="-20" normalizeH="0" baseline="0">
                        <a:ln>
                          <a:noFill/>
                        </a:ln>
                        <a:solidFill>
                          <a:schemeClr val="accent2"/>
                        </a:solidFill>
                        <a:effectLst/>
                        <a:uLnTx/>
                        <a:uFillTx/>
                        <a:latin typeface="Wingdings 3" panose="05040102010807070707" pitchFamily="18" charset="2"/>
                        <a:ea typeface="+mn-ea"/>
                        <a:cs typeface="+mn-cs"/>
                      </a:endParaRP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1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rPr>
                        <a:t>2.7%</a:t>
                      </a: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1F3"/>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20" normalizeH="0" baseline="0">
                          <a:ln>
                            <a:noFill/>
                          </a:ln>
                          <a:solidFill>
                            <a:schemeClr val="accent2"/>
                          </a:solidFill>
                          <a:effectLst/>
                          <a:uLnTx/>
                          <a:uFillTx/>
                          <a:latin typeface="Wingdings 3"/>
                          <a:ea typeface="+mn-ea"/>
                          <a:cs typeface="+mn-cs"/>
                          <a:sym typeface="Wingdings 3"/>
                        </a:rPr>
                        <a:t>È</a:t>
                      </a:r>
                      <a:endParaRPr kumimoji="0" lang="en-CA" sz="1400" b="0" i="0" u="none" strike="noStrike" kern="1200" cap="none" spc="-20" normalizeH="0" baseline="0">
                        <a:ln>
                          <a:noFill/>
                        </a:ln>
                        <a:solidFill>
                          <a:schemeClr val="accent2"/>
                        </a:solidFill>
                        <a:effectLst/>
                        <a:uLnTx/>
                        <a:uFillTx/>
                        <a:latin typeface="Wingdings 3" panose="05040102010807070707" pitchFamily="18" charset="2"/>
                        <a:ea typeface="+mn-ea"/>
                        <a:cs typeface="+mn-cs"/>
                      </a:endParaRP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1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rPr>
                        <a:t>$15.19</a:t>
                      </a: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1F3"/>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20" normalizeH="0" baseline="0">
                          <a:ln>
                            <a:noFill/>
                          </a:ln>
                          <a:solidFill>
                            <a:schemeClr val="accent2"/>
                          </a:solidFill>
                          <a:effectLst/>
                          <a:uLnTx/>
                          <a:uFillTx/>
                          <a:latin typeface="Wingdings 3"/>
                          <a:ea typeface="+mn-ea"/>
                          <a:cs typeface="+mn-cs"/>
                          <a:sym typeface="Wingdings 3"/>
                        </a:rPr>
                        <a:t>È</a:t>
                      </a:r>
                      <a:endParaRPr kumimoji="0" lang="en-CA" sz="1400" b="0" i="0" u="none" strike="noStrike" kern="1200" cap="none" spc="-20" normalizeH="0" baseline="0">
                        <a:ln>
                          <a:noFill/>
                        </a:ln>
                        <a:solidFill>
                          <a:schemeClr val="accent2"/>
                        </a:solidFill>
                        <a:effectLst/>
                        <a:uLnTx/>
                        <a:uFillTx/>
                        <a:latin typeface="Wingdings 3" panose="05040102010807070707" pitchFamily="18" charset="2"/>
                        <a:ea typeface="+mn-ea"/>
                        <a:cs typeface="+mn-cs"/>
                      </a:endParaRPr>
                    </a:p>
                  </a:txBody>
                  <a:tcPr marL="4803" marR="4803" marT="4803" marB="0" anchor="ctr">
                    <a:lnL w="12700" cap="flat" cmpd="sng" algn="ctr">
                      <a:noFill/>
                      <a:prstDash val="solid"/>
                      <a:round/>
                      <a:headEnd type="none" w="med" len="med"/>
                      <a:tailEnd type="none" w="med" len="med"/>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1F3"/>
                    </a:solidFill>
                  </a:tcPr>
                </a:tc>
                <a:extLst>
                  <a:ext uri="{0D108BD9-81ED-4DB2-BD59-A6C34878D82A}">
                    <a16:rowId xmlns:a16="http://schemas.microsoft.com/office/drawing/2014/main" val="972610682"/>
                  </a:ext>
                </a:extLst>
              </a:tr>
              <a:tr h="325990">
                <a:tc>
                  <a:txBody>
                    <a:bodyPr/>
                    <a:lstStyle/>
                    <a:p>
                      <a:endParaRPr lang="en-US" sz="1000" b="1">
                        <a:solidFill>
                          <a:schemeClr val="tx1"/>
                        </a:solidFill>
                        <a:latin typeface="+mn-lt"/>
                      </a:endParaRPr>
                    </a:p>
                  </a:txBody>
                  <a:tcPr marL="0" marR="0" marT="0" marB="0" anchor="ctr">
                    <a:lnL w="12700" cmpd="sng">
                      <a:noFill/>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1">
                          <a:solidFill>
                            <a:schemeClr val="tx1"/>
                          </a:solidFill>
                          <a:latin typeface="+mn-lt"/>
                        </a:rPr>
                        <a:t>Winnipeg</a:t>
                      </a:r>
                    </a:p>
                  </a:txBody>
                  <a:tcPr marL="63529" marR="0" marT="0" marB="0" anchor="ctr">
                    <a:lnL w="12700" cmpd="sng">
                      <a:noFill/>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rPr>
                        <a:t>14.8%</a:t>
                      </a: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20" normalizeH="0" baseline="0">
                          <a:ln>
                            <a:noFill/>
                          </a:ln>
                          <a:solidFill>
                            <a:schemeClr val="accent2"/>
                          </a:solidFill>
                          <a:effectLst/>
                          <a:uLnTx/>
                          <a:uFillTx/>
                          <a:latin typeface="Wingdings 3" panose="05040102010807070707" pitchFamily="18" charset="2"/>
                          <a:ea typeface="+mn-ea"/>
                          <a:cs typeface="+mn-cs"/>
                        </a:rPr>
                        <a:t>Ç</a:t>
                      </a:r>
                      <a:endParaRPr kumimoji="0" lang="en-US" sz="1400" b="0" i="0" u="none" strike="noStrike" kern="1200" cap="none" spc="-20" normalizeH="0" baseline="0">
                        <a:ln>
                          <a:noFill/>
                        </a:ln>
                        <a:solidFill>
                          <a:schemeClr val="accent2"/>
                        </a:solidFill>
                        <a:effectLst/>
                        <a:uLnTx/>
                        <a:uFillTx/>
                        <a:latin typeface="Wingdings 3" panose="05040102010807070707" pitchFamily="18" charset="2"/>
                        <a:ea typeface="+mn-ea"/>
                        <a:cs typeface="+mn-cs"/>
                      </a:endParaRP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rPr>
                        <a:t>11.5%</a:t>
                      </a: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20" normalizeH="0" baseline="0">
                          <a:ln>
                            <a:noFill/>
                          </a:ln>
                          <a:solidFill>
                            <a:schemeClr val="accent2"/>
                          </a:solidFill>
                          <a:effectLst/>
                          <a:uLnTx/>
                          <a:uFillTx/>
                          <a:latin typeface="Wingdings 3" panose="05040102010807070707" pitchFamily="18" charset="2"/>
                          <a:ea typeface="+mn-ea"/>
                          <a:cs typeface="+mn-cs"/>
                        </a:rPr>
                        <a:t>Ç</a:t>
                      </a: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rPr>
                        <a:t>$16.11</a:t>
                      </a: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20" normalizeH="0" baseline="0">
                          <a:ln>
                            <a:noFill/>
                          </a:ln>
                          <a:solidFill>
                            <a:schemeClr val="accent2"/>
                          </a:solidFill>
                          <a:effectLst/>
                          <a:uLnTx/>
                          <a:uFillTx/>
                          <a:latin typeface="Wingdings 3" panose="05040102010807070707" pitchFamily="18" charset="2"/>
                          <a:ea typeface="+mn-ea"/>
                          <a:cs typeface="+mn-cs"/>
                        </a:rPr>
                        <a:t>Ç</a:t>
                      </a:r>
                    </a:p>
                  </a:txBody>
                  <a:tcPr marL="4803" marR="4803" marT="4803" marB="0" anchor="ctr">
                    <a:lnL w="12700" cap="flat" cmpd="sng" algn="ctr">
                      <a:noFill/>
                      <a:prstDash val="solid"/>
                      <a:round/>
                      <a:headEnd type="none" w="med" len="med"/>
                      <a:tailEnd type="none" w="med" len="med"/>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0195147"/>
                  </a:ext>
                </a:extLst>
              </a:tr>
              <a:tr h="325990">
                <a:tc>
                  <a:txBody>
                    <a:bodyPr/>
                    <a:lstStyle/>
                    <a:p>
                      <a:endParaRPr lang="en-US" sz="1000" b="1">
                        <a:solidFill>
                          <a:schemeClr val="tx1"/>
                        </a:solidFill>
                        <a:latin typeface="+mn-lt"/>
                      </a:endParaRPr>
                    </a:p>
                  </a:txBody>
                  <a:tcPr marL="0" marR="0" marT="0" marB="0" anchor="ctr">
                    <a:lnL w="12700" cmpd="sng">
                      <a:noFill/>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1F3"/>
                    </a:solidFill>
                  </a:tcPr>
                </a:tc>
                <a:tc>
                  <a:txBody>
                    <a:bodyPr/>
                    <a:lstStyle/>
                    <a:p>
                      <a:r>
                        <a:rPr lang="en-US" sz="900" b="1">
                          <a:solidFill>
                            <a:schemeClr val="tx1"/>
                          </a:solidFill>
                          <a:latin typeface="+mn-lt"/>
                        </a:rPr>
                        <a:t>Waterloo</a:t>
                      </a:r>
                    </a:p>
                  </a:txBody>
                  <a:tcPr marL="63529" marR="0" marT="0" marB="0" anchor="ctr">
                    <a:lnL w="12700" cmpd="sng">
                      <a:noFill/>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1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rPr>
                        <a:t>13.0%</a:t>
                      </a: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1F3"/>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20" normalizeH="0" baseline="0" err="1">
                          <a:ln>
                            <a:noFill/>
                          </a:ln>
                          <a:solidFill>
                            <a:schemeClr val="accent2"/>
                          </a:solidFill>
                          <a:effectLst/>
                          <a:uLnTx/>
                          <a:uFillTx/>
                          <a:latin typeface="Wingdings 3" panose="05040102010807070707" pitchFamily="18" charset="2"/>
                          <a:ea typeface="+mn-ea"/>
                          <a:cs typeface="+mn-cs"/>
                          <a:sym typeface="Wingdings 3"/>
                        </a:rPr>
                        <a:t>È</a:t>
                      </a:r>
                      <a:endParaRPr kumimoji="0" lang="en-US" sz="1400" b="0" i="0" u="none" strike="noStrike" kern="1200" cap="none" spc="-20" normalizeH="0" baseline="0">
                        <a:ln>
                          <a:noFill/>
                        </a:ln>
                        <a:solidFill>
                          <a:schemeClr val="accent2"/>
                        </a:solidFill>
                        <a:effectLst/>
                        <a:uLnTx/>
                        <a:uFillTx/>
                        <a:latin typeface="Wingdings 3" panose="05040102010807070707" pitchFamily="18" charset="2"/>
                        <a:ea typeface="+mn-ea"/>
                        <a:cs typeface="+mn-cs"/>
                      </a:endParaRP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1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rPr>
                        <a:t>24.4%</a:t>
                      </a: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1F3"/>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20" normalizeH="0" baseline="0">
                          <a:ln>
                            <a:noFill/>
                          </a:ln>
                          <a:solidFill>
                            <a:schemeClr val="accent2"/>
                          </a:solidFill>
                          <a:effectLst/>
                          <a:uLnTx/>
                          <a:uFillTx/>
                          <a:latin typeface="Wingdings 3" panose="05040102010807070707" pitchFamily="18" charset="2"/>
                          <a:ea typeface="+mn-ea"/>
                          <a:cs typeface="+mn-cs"/>
                        </a:rPr>
                        <a:t>Ç</a:t>
                      </a: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1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rPr>
                        <a:t>$16.28</a:t>
                      </a: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1F3"/>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20" normalizeH="0" baseline="0">
                          <a:ln>
                            <a:noFill/>
                          </a:ln>
                          <a:solidFill>
                            <a:schemeClr val="accent2"/>
                          </a:solidFill>
                          <a:effectLst/>
                          <a:uLnTx/>
                          <a:uFillTx/>
                          <a:latin typeface="Wingdings 3"/>
                          <a:ea typeface="+mn-ea"/>
                          <a:cs typeface="+mn-cs"/>
                          <a:sym typeface="Wingdings 3"/>
                        </a:rPr>
                        <a:t>È</a:t>
                      </a:r>
                      <a:endParaRPr kumimoji="0" lang="en-CA" sz="1400" b="0" i="0" u="none" strike="noStrike" kern="1200" cap="none" spc="-20" normalizeH="0" baseline="0">
                        <a:ln>
                          <a:noFill/>
                        </a:ln>
                        <a:solidFill>
                          <a:schemeClr val="accent2"/>
                        </a:solidFill>
                        <a:effectLst/>
                        <a:uLnTx/>
                        <a:uFillTx/>
                        <a:latin typeface="Wingdings 3" panose="05040102010807070707" pitchFamily="18" charset="2"/>
                        <a:ea typeface="+mn-ea"/>
                        <a:cs typeface="+mn-cs"/>
                      </a:endParaRPr>
                    </a:p>
                  </a:txBody>
                  <a:tcPr marL="4803" marR="4803" marT="4803" marB="0" anchor="ctr">
                    <a:lnL w="12700" cap="flat" cmpd="sng" algn="ctr">
                      <a:noFill/>
                      <a:prstDash val="solid"/>
                      <a:round/>
                      <a:headEnd type="none" w="med" len="med"/>
                      <a:tailEnd type="none" w="med" len="med"/>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1F3"/>
                    </a:solidFill>
                  </a:tcPr>
                </a:tc>
                <a:extLst>
                  <a:ext uri="{0D108BD9-81ED-4DB2-BD59-A6C34878D82A}">
                    <a16:rowId xmlns:a16="http://schemas.microsoft.com/office/drawing/2014/main" val="651134453"/>
                  </a:ext>
                </a:extLst>
              </a:tr>
              <a:tr h="325990">
                <a:tc>
                  <a:txBody>
                    <a:bodyPr/>
                    <a:lstStyle/>
                    <a:p>
                      <a:endParaRPr lang="en-US" sz="1000" b="1">
                        <a:solidFill>
                          <a:srgbClr val="FF0000"/>
                        </a:solidFill>
                        <a:latin typeface="+mn-lt"/>
                      </a:endParaRPr>
                    </a:p>
                  </a:txBody>
                  <a:tcPr marL="0" marR="0" marT="0" marB="0" anchor="ctr">
                    <a:lnL w="12700" cmpd="sng">
                      <a:noFill/>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1036290" rtl="0" eaLnBrk="1" latinLnBrk="0" hangingPunct="1"/>
                      <a:r>
                        <a:rPr lang="en-US" sz="900" b="1" kern="1200">
                          <a:solidFill>
                            <a:schemeClr val="tx1"/>
                          </a:solidFill>
                          <a:latin typeface="+mn-lt"/>
                          <a:ea typeface="+mn-ea"/>
                          <a:cs typeface="+mn-cs"/>
                        </a:rPr>
                        <a:t>Toronto</a:t>
                      </a:r>
                    </a:p>
                  </a:txBody>
                  <a:tcPr marL="63529" marR="0" marT="0" marB="0" anchor="ctr">
                    <a:lnL w="12700" cmpd="sng">
                      <a:noFill/>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rPr>
                        <a:t>11.6%</a:t>
                      </a: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20" normalizeH="0" baseline="0">
                          <a:ln>
                            <a:noFill/>
                          </a:ln>
                          <a:solidFill>
                            <a:schemeClr val="accent2"/>
                          </a:solidFill>
                          <a:effectLst/>
                          <a:uLnTx/>
                          <a:uFillTx/>
                          <a:latin typeface="Wingdings 3" panose="05040102010807070707" pitchFamily="18" charset="2"/>
                          <a:ea typeface="+mn-ea"/>
                          <a:cs typeface="+mn-cs"/>
                        </a:rPr>
                        <a:t>Ç</a:t>
                      </a:r>
                      <a:endParaRPr kumimoji="0" lang="en-US" sz="1400" b="0" i="0" u="none" strike="noStrike" kern="1200" cap="none" spc="-20" normalizeH="0" baseline="0">
                        <a:ln>
                          <a:noFill/>
                        </a:ln>
                        <a:solidFill>
                          <a:schemeClr val="accent2"/>
                        </a:solidFill>
                        <a:effectLst/>
                        <a:uLnTx/>
                        <a:uFillTx/>
                        <a:latin typeface="Wingdings 3" panose="05040102010807070707" pitchFamily="18" charset="2"/>
                        <a:ea typeface="+mn-ea"/>
                        <a:cs typeface="+mn-cs"/>
                      </a:endParaRP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rPr>
                        <a:t>21.3%</a:t>
                      </a: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20" normalizeH="0" baseline="0">
                          <a:ln>
                            <a:noFill/>
                          </a:ln>
                          <a:solidFill>
                            <a:schemeClr val="accent2"/>
                          </a:solidFill>
                          <a:effectLst/>
                          <a:uLnTx/>
                          <a:uFillTx/>
                          <a:latin typeface="Wingdings 3"/>
                          <a:ea typeface="+mn-ea"/>
                          <a:cs typeface="+mn-cs"/>
                        </a:rPr>
                        <a:t>ÅÆ</a:t>
                      </a:r>
                      <a:endParaRPr kumimoji="0" lang="en-CA" sz="1400" b="0" i="0" u="none" strike="noStrike" kern="1200" cap="none" spc="-20" normalizeH="0" baseline="0">
                        <a:ln>
                          <a:noFill/>
                        </a:ln>
                        <a:solidFill>
                          <a:schemeClr val="accent2"/>
                        </a:solidFill>
                        <a:effectLst/>
                        <a:uLnTx/>
                        <a:uFillTx/>
                        <a:latin typeface="Wingdings 3" panose="05040102010807070707" pitchFamily="18" charset="2"/>
                        <a:ea typeface="+mn-ea"/>
                        <a:cs typeface="+mn-cs"/>
                      </a:endParaRP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rPr>
                        <a:t>$25.80</a:t>
                      </a: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20" normalizeH="0" baseline="0">
                          <a:ln>
                            <a:noFill/>
                          </a:ln>
                          <a:solidFill>
                            <a:schemeClr val="accent2"/>
                          </a:solidFill>
                          <a:effectLst/>
                          <a:uLnTx/>
                          <a:uFillTx/>
                          <a:latin typeface="Wingdings 3"/>
                          <a:ea typeface="+mn-ea"/>
                          <a:cs typeface="+mn-cs"/>
                          <a:sym typeface="Wingdings 3"/>
                        </a:rPr>
                        <a:t>È</a:t>
                      </a:r>
                      <a:endParaRPr kumimoji="0" lang="en-CA" sz="1400" b="0" i="0" u="none" strike="noStrike" kern="1200" cap="none" spc="-20" normalizeH="0" baseline="0">
                        <a:ln>
                          <a:noFill/>
                        </a:ln>
                        <a:solidFill>
                          <a:schemeClr val="accent2"/>
                        </a:solidFill>
                        <a:effectLst/>
                        <a:uLnTx/>
                        <a:uFillTx/>
                        <a:latin typeface="Wingdings 3" panose="05040102010807070707" pitchFamily="18" charset="2"/>
                        <a:ea typeface="+mn-ea"/>
                        <a:cs typeface="+mn-cs"/>
                      </a:endParaRPr>
                    </a:p>
                  </a:txBody>
                  <a:tcPr marL="4803" marR="4803" marT="4803" marB="0" anchor="ctr">
                    <a:lnL w="12700" cap="flat" cmpd="sng" algn="ctr">
                      <a:noFill/>
                      <a:prstDash val="solid"/>
                      <a:round/>
                      <a:headEnd type="none" w="med" len="med"/>
                      <a:tailEnd type="none" w="med" len="med"/>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8911907"/>
                  </a:ext>
                </a:extLst>
              </a:tr>
              <a:tr h="325990">
                <a:tc>
                  <a:txBody>
                    <a:bodyPr/>
                    <a:lstStyle/>
                    <a:p>
                      <a:endParaRPr lang="en-US" sz="1000" b="1">
                        <a:solidFill>
                          <a:schemeClr val="tx1"/>
                        </a:solidFill>
                        <a:latin typeface="+mn-lt"/>
                      </a:endParaRPr>
                    </a:p>
                  </a:txBody>
                  <a:tcPr marL="0" marR="0" marT="0" marB="0" anchor="ctr">
                    <a:lnL w="12700" cmpd="sng">
                      <a:noFill/>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1F3"/>
                    </a:solidFill>
                  </a:tcPr>
                </a:tc>
                <a:tc>
                  <a:txBody>
                    <a:bodyPr/>
                    <a:lstStyle/>
                    <a:p>
                      <a:r>
                        <a:rPr lang="en-US" sz="900" b="1">
                          <a:solidFill>
                            <a:schemeClr val="tx1"/>
                          </a:solidFill>
                          <a:latin typeface="+mn-lt"/>
                        </a:rPr>
                        <a:t>Ottawa</a:t>
                      </a:r>
                    </a:p>
                  </a:txBody>
                  <a:tcPr marL="63529" marR="0" marT="0" marB="0" anchor="ctr">
                    <a:lnL w="12700" cmpd="sng">
                      <a:noFill/>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1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rPr>
                        <a:t>12.0%</a:t>
                      </a: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1F3"/>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20" normalizeH="0" baseline="0">
                          <a:ln>
                            <a:noFill/>
                          </a:ln>
                          <a:solidFill>
                            <a:schemeClr val="accent2"/>
                          </a:solidFill>
                          <a:effectLst/>
                          <a:uLnTx/>
                          <a:uFillTx/>
                          <a:latin typeface="Wingdings 3"/>
                          <a:ea typeface="+mn-ea"/>
                          <a:cs typeface="+mn-cs"/>
                          <a:sym typeface="Wingdings 3"/>
                        </a:rPr>
                        <a:t>È</a:t>
                      </a:r>
                      <a:endParaRPr kumimoji="0" lang="en-US" sz="1400" b="0" i="0" u="none" strike="noStrike" kern="1200" cap="none" spc="-20" normalizeH="0" baseline="0">
                        <a:ln>
                          <a:noFill/>
                        </a:ln>
                        <a:solidFill>
                          <a:schemeClr val="accent2"/>
                        </a:solidFill>
                        <a:effectLst/>
                        <a:uLnTx/>
                        <a:uFillTx/>
                        <a:latin typeface="Wingdings 3" panose="05040102010807070707" pitchFamily="18" charset="2"/>
                        <a:ea typeface="+mn-ea"/>
                        <a:cs typeface="+mn-cs"/>
                      </a:endParaRP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1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rPr>
                        <a:t>15.3%</a:t>
                      </a: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1F3"/>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20" normalizeH="0" baseline="0">
                          <a:ln>
                            <a:noFill/>
                          </a:ln>
                          <a:solidFill>
                            <a:schemeClr val="accent2"/>
                          </a:solidFill>
                          <a:effectLst/>
                          <a:uLnTx/>
                          <a:uFillTx/>
                          <a:latin typeface="Wingdings 3"/>
                          <a:ea typeface="+mn-ea"/>
                          <a:cs typeface="+mn-cs"/>
                          <a:sym typeface="Wingdings 3"/>
                        </a:rPr>
                        <a:t>È</a:t>
                      </a:r>
                      <a:endParaRPr kumimoji="0" lang="en-CA" sz="1400" b="0" i="0" u="none" strike="noStrike" kern="1200" cap="none" spc="-20" normalizeH="0" baseline="0">
                        <a:ln>
                          <a:noFill/>
                        </a:ln>
                        <a:solidFill>
                          <a:schemeClr val="accent2"/>
                        </a:solidFill>
                        <a:effectLst/>
                        <a:uLnTx/>
                        <a:uFillTx/>
                        <a:latin typeface="Wingdings 3" panose="05040102010807070707" pitchFamily="18" charset="2"/>
                        <a:ea typeface="+mn-ea"/>
                        <a:cs typeface="+mn-cs"/>
                      </a:endParaRP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1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rPr>
                        <a:t>$17.50</a:t>
                      </a: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1F3"/>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20" normalizeH="0" baseline="0">
                          <a:ln>
                            <a:noFill/>
                          </a:ln>
                          <a:solidFill>
                            <a:schemeClr val="accent2"/>
                          </a:solidFill>
                          <a:effectLst/>
                          <a:uLnTx/>
                          <a:uFillTx/>
                          <a:latin typeface="Wingdings 3" panose="05040102010807070707" pitchFamily="18" charset="2"/>
                          <a:ea typeface="+mn-ea"/>
                          <a:cs typeface="+mn-cs"/>
                        </a:rPr>
                        <a:t>Ç</a:t>
                      </a:r>
                    </a:p>
                  </a:txBody>
                  <a:tcPr marL="4803" marR="4803" marT="4803" marB="0" anchor="ctr">
                    <a:lnL w="12700" cap="flat" cmpd="sng" algn="ctr">
                      <a:noFill/>
                      <a:prstDash val="solid"/>
                      <a:round/>
                      <a:headEnd type="none" w="med" len="med"/>
                      <a:tailEnd type="none" w="med" len="med"/>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1F3"/>
                    </a:solidFill>
                  </a:tcPr>
                </a:tc>
                <a:extLst>
                  <a:ext uri="{0D108BD9-81ED-4DB2-BD59-A6C34878D82A}">
                    <a16:rowId xmlns:a16="http://schemas.microsoft.com/office/drawing/2014/main" val="912053648"/>
                  </a:ext>
                </a:extLst>
              </a:tr>
              <a:tr h="325990">
                <a:tc>
                  <a:txBody>
                    <a:bodyPr/>
                    <a:lstStyle/>
                    <a:p>
                      <a:endParaRPr lang="en-US" sz="1000" b="1">
                        <a:solidFill>
                          <a:schemeClr val="tx1"/>
                        </a:solidFill>
                        <a:latin typeface="+mn-lt"/>
                      </a:endParaRPr>
                    </a:p>
                  </a:txBody>
                  <a:tcPr marL="0" marR="0" marT="0" marB="0" anchor="ctr">
                    <a:lnL w="12700" cmpd="sng">
                      <a:noFill/>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1">
                          <a:solidFill>
                            <a:schemeClr val="tx1"/>
                          </a:solidFill>
                          <a:latin typeface="+mn-lt"/>
                        </a:rPr>
                        <a:t>Montréal</a:t>
                      </a:r>
                    </a:p>
                  </a:txBody>
                  <a:tcPr marL="63529" marR="0" marT="0" marB="0" anchor="ctr">
                    <a:lnL w="12700" cmpd="sng">
                      <a:noFill/>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rPr>
                        <a:t>16.8%</a:t>
                      </a: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20" normalizeH="0" baseline="0">
                          <a:ln>
                            <a:noFill/>
                          </a:ln>
                          <a:solidFill>
                            <a:schemeClr val="accent2"/>
                          </a:solidFill>
                          <a:effectLst/>
                          <a:uLnTx/>
                          <a:uFillTx/>
                          <a:latin typeface="Wingdings 3" panose="05040102010807070707" pitchFamily="18" charset="2"/>
                          <a:ea typeface="+mn-ea"/>
                          <a:cs typeface="+mn-cs"/>
                        </a:rPr>
                        <a:t>Ç</a:t>
                      </a: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rPr>
                        <a:t>17.7%</a:t>
                      </a: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20" normalizeH="0" baseline="0">
                          <a:ln>
                            <a:noFill/>
                          </a:ln>
                          <a:solidFill>
                            <a:schemeClr val="accent2"/>
                          </a:solidFill>
                          <a:effectLst/>
                          <a:uLnTx/>
                          <a:uFillTx/>
                          <a:latin typeface="Wingdings 3" panose="05040102010807070707" pitchFamily="18" charset="2"/>
                          <a:ea typeface="+mn-ea"/>
                          <a:cs typeface="+mn-cs"/>
                        </a:rPr>
                        <a:t>Ç</a:t>
                      </a: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rPr>
                        <a:t>$19.22</a:t>
                      </a: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20" normalizeH="0" baseline="0">
                          <a:ln>
                            <a:noFill/>
                          </a:ln>
                          <a:solidFill>
                            <a:schemeClr val="accent2"/>
                          </a:solidFill>
                          <a:effectLst/>
                          <a:uLnTx/>
                          <a:uFillTx/>
                          <a:latin typeface="Wingdings 3"/>
                          <a:ea typeface="+mn-ea"/>
                          <a:cs typeface="+mn-cs"/>
                          <a:sym typeface="Wingdings 3"/>
                        </a:rPr>
                        <a:t>È</a:t>
                      </a:r>
                      <a:endParaRPr kumimoji="0" lang="en-CA" sz="1400" b="0" i="0" u="none" strike="noStrike" kern="1200" cap="none" spc="-20" normalizeH="0" baseline="0">
                        <a:ln>
                          <a:noFill/>
                        </a:ln>
                        <a:solidFill>
                          <a:schemeClr val="accent2"/>
                        </a:solidFill>
                        <a:effectLst/>
                        <a:uLnTx/>
                        <a:uFillTx/>
                        <a:latin typeface="Wingdings 3" panose="05040102010807070707" pitchFamily="18" charset="2"/>
                        <a:ea typeface="+mn-ea"/>
                        <a:cs typeface="+mn-cs"/>
                      </a:endParaRPr>
                    </a:p>
                  </a:txBody>
                  <a:tcPr marL="4803" marR="4803" marT="4803" marB="0" anchor="ctr">
                    <a:lnL w="12700" cap="flat" cmpd="sng" algn="ctr">
                      <a:noFill/>
                      <a:prstDash val="solid"/>
                      <a:round/>
                      <a:headEnd type="none" w="med" len="med"/>
                      <a:tailEnd type="none" w="med" len="med"/>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1825171"/>
                  </a:ext>
                </a:extLst>
              </a:tr>
              <a:tr h="325990">
                <a:tc>
                  <a:txBody>
                    <a:bodyPr/>
                    <a:lstStyle/>
                    <a:p>
                      <a:endParaRPr lang="en-US" sz="1000" b="1">
                        <a:solidFill>
                          <a:schemeClr val="tx1"/>
                        </a:solidFill>
                        <a:latin typeface="+mn-lt"/>
                      </a:endParaRPr>
                    </a:p>
                  </a:txBody>
                  <a:tcPr marL="0" marR="0" marT="0" marB="0" anchor="ctr">
                    <a:lnL w="12700" cmpd="sng">
                      <a:noFill/>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1">
                          <a:solidFill>
                            <a:schemeClr val="tx1"/>
                          </a:solidFill>
                          <a:latin typeface="+mn-lt"/>
                        </a:rPr>
                        <a:t>Halifax</a:t>
                      </a:r>
                    </a:p>
                  </a:txBody>
                  <a:tcPr marL="63529" marR="0" marT="0" marB="0" anchor="ctr">
                    <a:lnL w="12700" cmpd="sng">
                      <a:noFill/>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rPr>
                        <a:t>12.4%</a:t>
                      </a: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20" normalizeH="0" baseline="0">
                          <a:ln>
                            <a:noFill/>
                          </a:ln>
                          <a:solidFill>
                            <a:schemeClr val="accent2"/>
                          </a:solidFill>
                          <a:effectLst/>
                          <a:uLnTx/>
                          <a:uFillTx/>
                          <a:latin typeface="Wingdings 3"/>
                          <a:ea typeface="+mn-ea"/>
                          <a:cs typeface="+mn-cs"/>
                          <a:sym typeface="Wingdings 3"/>
                        </a:rPr>
                        <a:t>È</a:t>
                      </a:r>
                      <a:endParaRPr kumimoji="0" lang="en-CA" sz="1400" b="0" i="0" u="none" strike="noStrike" kern="1200" cap="none" spc="-20" normalizeH="0" baseline="0">
                        <a:ln>
                          <a:noFill/>
                        </a:ln>
                        <a:solidFill>
                          <a:schemeClr val="accent2"/>
                        </a:solidFill>
                        <a:effectLst/>
                        <a:uLnTx/>
                        <a:uFillTx/>
                        <a:latin typeface="Wingdings 3" panose="05040102010807070707" pitchFamily="18" charset="2"/>
                        <a:ea typeface="+mn-ea"/>
                        <a:cs typeface="+mn-cs"/>
                      </a:endParaRP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rPr>
                        <a:t>7.6%</a:t>
                      </a: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20" normalizeH="0" baseline="0">
                          <a:ln>
                            <a:noFill/>
                          </a:ln>
                          <a:solidFill>
                            <a:schemeClr val="accent2"/>
                          </a:solidFill>
                          <a:effectLst/>
                          <a:uLnTx/>
                          <a:uFillTx/>
                          <a:latin typeface="Wingdings 3" panose="05040102010807070707" pitchFamily="18" charset="2"/>
                          <a:ea typeface="+mn-ea"/>
                          <a:cs typeface="+mn-cs"/>
                        </a:rPr>
                        <a:t>Ç</a:t>
                      </a: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rPr>
                        <a:t>$16.61</a:t>
                      </a:r>
                    </a:p>
                  </a:txBody>
                  <a:tcPr marL="4803" marR="4803" marT="480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20" normalizeH="0" baseline="0">
                          <a:ln>
                            <a:noFill/>
                          </a:ln>
                          <a:solidFill>
                            <a:schemeClr val="accent2"/>
                          </a:solidFill>
                          <a:effectLst/>
                          <a:uLnTx/>
                          <a:uFillTx/>
                          <a:latin typeface="Wingdings 3"/>
                          <a:ea typeface="+mn-ea"/>
                          <a:cs typeface="+mn-cs"/>
                          <a:sym typeface="Wingdings 3"/>
                        </a:rPr>
                        <a:t>È</a:t>
                      </a:r>
                      <a:endParaRPr kumimoji="0" lang="en-CA" sz="1400" b="0" i="0" u="none" strike="noStrike" kern="1200" cap="none" spc="-20" normalizeH="0" baseline="0">
                        <a:ln>
                          <a:noFill/>
                        </a:ln>
                        <a:solidFill>
                          <a:schemeClr val="accent2"/>
                        </a:solidFill>
                        <a:effectLst/>
                        <a:uLnTx/>
                        <a:uFillTx/>
                        <a:latin typeface="Wingdings 3" panose="05040102010807070707" pitchFamily="18" charset="2"/>
                        <a:ea typeface="+mn-ea"/>
                        <a:cs typeface="+mn-cs"/>
                      </a:endParaRPr>
                    </a:p>
                  </a:txBody>
                  <a:tcPr marL="4803" marR="4803" marT="4803" marB="0" anchor="ctr">
                    <a:lnL w="12700" cap="flat" cmpd="sng" algn="ctr">
                      <a:noFill/>
                      <a:prstDash val="solid"/>
                      <a:round/>
                      <a:headEnd type="none" w="med" len="med"/>
                      <a:tailEnd type="none" w="med" len="med"/>
                    </a:lnL>
                    <a:lnR w="12700" cmpd="sng">
                      <a:noFill/>
                    </a:lnR>
                    <a:lnT w="6350" cap="flat" cmpd="sng" algn="ctr">
                      <a:solidFill>
                        <a:schemeClr val="bg2"/>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559617"/>
                  </a:ext>
                </a:extLst>
              </a:tr>
            </a:tbl>
          </a:graphicData>
        </a:graphic>
      </p:graphicFrame>
      <p:sp>
        <p:nvSpPr>
          <p:cNvPr id="282" name="Oval 281">
            <a:extLst>
              <a:ext uri="{FF2B5EF4-FFF2-40B4-BE49-F238E27FC236}">
                <a16:creationId xmlns:a16="http://schemas.microsoft.com/office/drawing/2014/main" id="{F846B90F-6F61-5988-7739-9D69ABA2EF12}"/>
              </a:ext>
            </a:extLst>
          </p:cNvPr>
          <p:cNvSpPr>
            <a:spLocks noChangeAspect="1"/>
          </p:cNvSpPr>
          <p:nvPr/>
        </p:nvSpPr>
        <p:spPr>
          <a:xfrm>
            <a:off x="6416173" y="2145180"/>
            <a:ext cx="254118" cy="254118"/>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b="1">
                <a:solidFill>
                  <a:schemeClr val="bg1"/>
                </a:solidFill>
                <a:latin typeface="Open Sans" panose="020B0606030504020204" pitchFamily="34" charset="0"/>
                <a:ea typeface="Open Sans" panose="020B0606030504020204" pitchFamily="34" charset="0"/>
                <a:cs typeface="Open Sans" panose="020B0606030504020204" pitchFamily="34" charset="0"/>
              </a:rPr>
              <a:t>1</a:t>
            </a:r>
            <a:endParaRPr lang="en-CA" sz="9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83" name="Oval 282">
            <a:extLst>
              <a:ext uri="{FF2B5EF4-FFF2-40B4-BE49-F238E27FC236}">
                <a16:creationId xmlns:a16="http://schemas.microsoft.com/office/drawing/2014/main" id="{D080F142-BBCE-B9A0-279F-74D3E45526E0}"/>
              </a:ext>
            </a:extLst>
          </p:cNvPr>
          <p:cNvSpPr>
            <a:spLocks noChangeAspect="1"/>
          </p:cNvSpPr>
          <p:nvPr/>
        </p:nvSpPr>
        <p:spPr>
          <a:xfrm>
            <a:off x="6416473" y="2471042"/>
            <a:ext cx="254118" cy="254118"/>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b="1">
                <a:solidFill>
                  <a:schemeClr val="bg1"/>
                </a:solidFill>
                <a:latin typeface="Open Sans" panose="020B0606030504020204" pitchFamily="34" charset="0"/>
                <a:ea typeface="Open Sans" panose="020B0606030504020204" pitchFamily="34" charset="0"/>
                <a:cs typeface="Open Sans" panose="020B0606030504020204" pitchFamily="34" charset="0"/>
              </a:rPr>
              <a:t>2</a:t>
            </a:r>
            <a:endParaRPr lang="en-CA" sz="9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84" name="Oval 283">
            <a:extLst>
              <a:ext uri="{FF2B5EF4-FFF2-40B4-BE49-F238E27FC236}">
                <a16:creationId xmlns:a16="http://schemas.microsoft.com/office/drawing/2014/main" id="{0268CE98-F78D-D55D-09DB-D47B9C792A66}"/>
              </a:ext>
            </a:extLst>
          </p:cNvPr>
          <p:cNvSpPr>
            <a:spLocks noChangeAspect="1"/>
          </p:cNvSpPr>
          <p:nvPr/>
        </p:nvSpPr>
        <p:spPr>
          <a:xfrm>
            <a:off x="6416473" y="3122766"/>
            <a:ext cx="254118" cy="254118"/>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b="1">
                <a:solidFill>
                  <a:schemeClr val="bg1"/>
                </a:solidFill>
                <a:latin typeface="Open Sans" panose="020B0606030504020204" pitchFamily="34" charset="0"/>
                <a:ea typeface="Open Sans" panose="020B0606030504020204" pitchFamily="34" charset="0"/>
                <a:cs typeface="Open Sans" panose="020B0606030504020204" pitchFamily="34" charset="0"/>
              </a:rPr>
              <a:t>4</a:t>
            </a:r>
            <a:endParaRPr lang="en-CA" sz="9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85" name="Oval 284">
            <a:extLst>
              <a:ext uri="{FF2B5EF4-FFF2-40B4-BE49-F238E27FC236}">
                <a16:creationId xmlns:a16="http://schemas.microsoft.com/office/drawing/2014/main" id="{B0BF0706-F271-F947-8F5C-B51A0796D1F6}"/>
              </a:ext>
            </a:extLst>
          </p:cNvPr>
          <p:cNvSpPr>
            <a:spLocks noChangeAspect="1"/>
          </p:cNvSpPr>
          <p:nvPr/>
        </p:nvSpPr>
        <p:spPr>
          <a:xfrm>
            <a:off x="6416473" y="2796904"/>
            <a:ext cx="254118" cy="254118"/>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b="1">
                <a:solidFill>
                  <a:schemeClr val="bg1"/>
                </a:solidFill>
                <a:latin typeface="Open Sans" panose="020B0606030504020204" pitchFamily="34" charset="0"/>
                <a:ea typeface="Open Sans" panose="020B0606030504020204" pitchFamily="34" charset="0"/>
                <a:cs typeface="Open Sans" panose="020B0606030504020204" pitchFamily="34" charset="0"/>
              </a:rPr>
              <a:t>3</a:t>
            </a:r>
            <a:endParaRPr lang="en-CA" sz="9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86" name="Oval 285">
            <a:extLst>
              <a:ext uri="{FF2B5EF4-FFF2-40B4-BE49-F238E27FC236}">
                <a16:creationId xmlns:a16="http://schemas.microsoft.com/office/drawing/2014/main" id="{901A3AC7-25F3-E010-03E0-D1734E188A3D}"/>
              </a:ext>
            </a:extLst>
          </p:cNvPr>
          <p:cNvSpPr>
            <a:spLocks noChangeAspect="1"/>
          </p:cNvSpPr>
          <p:nvPr/>
        </p:nvSpPr>
        <p:spPr>
          <a:xfrm>
            <a:off x="6416173" y="3448628"/>
            <a:ext cx="254118" cy="254118"/>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b="1">
                <a:solidFill>
                  <a:schemeClr val="bg1"/>
                </a:solidFill>
                <a:latin typeface="Open Sans" panose="020B0606030504020204" pitchFamily="34" charset="0"/>
                <a:ea typeface="Open Sans" panose="020B0606030504020204" pitchFamily="34" charset="0"/>
                <a:cs typeface="Open Sans" panose="020B0606030504020204" pitchFamily="34" charset="0"/>
              </a:rPr>
              <a:t>5</a:t>
            </a:r>
            <a:endParaRPr lang="en-CA" sz="9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87" name="Oval 286">
            <a:extLst>
              <a:ext uri="{FF2B5EF4-FFF2-40B4-BE49-F238E27FC236}">
                <a16:creationId xmlns:a16="http://schemas.microsoft.com/office/drawing/2014/main" id="{C9B4181B-EB3E-6A43-89D4-2B4ED4368E4A}"/>
              </a:ext>
            </a:extLst>
          </p:cNvPr>
          <p:cNvSpPr>
            <a:spLocks noChangeAspect="1"/>
          </p:cNvSpPr>
          <p:nvPr/>
        </p:nvSpPr>
        <p:spPr>
          <a:xfrm>
            <a:off x="6416173" y="3774490"/>
            <a:ext cx="254118" cy="254118"/>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b="1">
                <a:solidFill>
                  <a:schemeClr val="bg1"/>
                </a:solidFill>
                <a:latin typeface="Open Sans" panose="020B0606030504020204" pitchFamily="34" charset="0"/>
                <a:ea typeface="Open Sans" panose="020B0606030504020204" pitchFamily="34" charset="0"/>
                <a:cs typeface="Open Sans" panose="020B0606030504020204" pitchFamily="34" charset="0"/>
              </a:rPr>
              <a:t>6</a:t>
            </a:r>
            <a:endParaRPr lang="en-CA" sz="900" b="1" err="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88" name="Oval 287">
            <a:extLst>
              <a:ext uri="{FF2B5EF4-FFF2-40B4-BE49-F238E27FC236}">
                <a16:creationId xmlns:a16="http://schemas.microsoft.com/office/drawing/2014/main" id="{BE9A576F-48ED-41E4-6CC3-F4AA8D767F6C}"/>
              </a:ext>
            </a:extLst>
          </p:cNvPr>
          <p:cNvSpPr>
            <a:spLocks noChangeAspect="1"/>
          </p:cNvSpPr>
          <p:nvPr/>
        </p:nvSpPr>
        <p:spPr>
          <a:xfrm>
            <a:off x="6416173" y="4100352"/>
            <a:ext cx="254118" cy="254118"/>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b="1">
                <a:solidFill>
                  <a:schemeClr val="bg1"/>
                </a:solidFill>
                <a:latin typeface="Open Sans" panose="020B0606030504020204" pitchFamily="34" charset="0"/>
                <a:ea typeface="Open Sans" panose="020B0606030504020204" pitchFamily="34" charset="0"/>
                <a:cs typeface="Open Sans" panose="020B0606030504020204" pitchFamily="34" charset="0"/>
              </a:rPr>
              <a:t>7</a:t>
            </a:r>
            <a:endParaRPr lang="en-CA" sz="9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89" name="Oval 288">
            <a:extLst>
              <a:ext uri="{FF2B5EF4-FFF2-40B4-BE49-F238E27FC236}">
                <a16:creationId xmlns:a16="http://schemas.microsoft.com/office/drawing/2014/main" id="{4A89FAD3-4DF6-709E-A100-6925BC370015}"/>
              </a:ext>
            </a:extLst>
          </p:cNvPr>
          <p:cNvSpPr>
            <a:spLocks noChangeAspect="1"/>
          </p:cNvSpPr>
          <p:nvPr/>
        </p:nvSpPr>
        <p:spPr>
          <a:xfrm>
            <a:off x="6416173" y="4426214"/>
            <a:ext cx="254118" cy="254118"/>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b="1">
                <a:solidFill>
                  <a:schemeClr val="bg1"/>
                </a:solidFill>
                <a:latin typeface="Open Sans" panose="020B0606030504020204" pitchFamily="34" charset="0"/>
                <a:ea typeface="Open Sans" panose="020B0606030504020204" pitchFamily="34" charset="0"/>
                <a:cs typeface="Open Sans" panose="020B0606030504020204" pitchFamily="34" charset="0"/>
              </a:rPr>
              <a:t>8</a:t>
            </a:r>
            <a:endParaRPr lang="en-CA" sz="9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0" name="Oval 289">
            <a:extLst>
              <a:ext uri="{FF2B5EF4-FFF2-40B4-BE49-F238E27FC236}">
                <a16:creationId xmlns:a16="http://schemas.microsoft.com/office/drawing/2014/main" id="{E8D72EC5-67FB-D784-6A78-05DEA77D4F44}"/>
              </a:ext>
            </a:extLst>
          </p:cNvPr>
          <p:cNvSpPr>
            <a:spLocks noChangeAspect="1"/>
          </p:cNvSpPr>
          <p:nvPr/>
        </p:nvSpPr>
        <p:spPr>
          <a:xfrm>
            <a:off x="6416173" y="4752076"/>
            <a:ext cx="254118" cy="254118"/>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b="1">
                <a:solidFill>
                  <a:schemeClr val="bg1"/>
                </a:solidFill>
                <a:latin typeface="Open Sans" panose="020B0606030504020204" pitchFamily="34" charset="0"/>
                <a:ea typeface="Open Sans" panose="020B0606030504020204" pitchFamily="34" charset="0"/>
                <a:cs typeface="Open Sans" panose="020B0606030504020204" pitchFamily="34" charset="0"/>
              </a:rPr>
              <a:t>9</a:t>
            </a:r>
            <a:endParaRPr lang="en-CA" sz="9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1" name="Oval 290">
            <a:extLst>
              <a:ext uri="{FF2B5EF4-FFF2-40B4-BE49-F238E27FC236}">
                <a16:creationId xmlns:a16="http://schemas.microsoft.com/office/drawing/2014/main" id="{9B1DEDB1-6E4D-4CDA-0D67-768431FBEA17}"/>
              </a:ext>
            </a:extLst>
          </p:cNvPr>
          <p:cNvSpPr>
            <a:spLocks noChangeAspect="1"/>
          </p:cNvSpPr>
          <p:nvPr/>
        </p:nvSpPr>
        <p:spPr>
          <a:xfrm>
            <a:off x="6418391" y="5077938"/>
            <a:ext cx="254118" cy="254118"/>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b="1">
                <a:solidFill>
                  <a:schemeClr val="bg1"/>
                </a:solidFill>
                <a:latin typeface="Open Sans" panose="020B0606030504020204" pitchFamily="34" charset="0"/>
                <a:ea typeface="Open Sans" panose="020B0606030504020204" pitchFamily="34" charset="0"/>
                <a:cs typeface="Open Sans" panose="020B0606030504020204" pitchFamily="34" charset="0"/>
              </a:rPr>
              <a:t>10</a:t>
            </a:r>
            <a:endParaRPr lang="en-CA" sz="9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2" name="Oval 291">
            <a:extLst>
              <a:ext uri="{FF2B5EF4-FFF2-40B4-BE49-F238E27FC236}">
                <a16:creationId xmlns:a16="http://schemas.microsoft.com/office/drawing/2014/main" id="{64E86A3C-42B6-1928-52CA-4B96EF9C3783}"/>
              </a:ext>
            </a:extLst>
          </p:cNvPr>
          <p:cNvSpPr>
            <a:spLocks noChangeAspect="1"/>
          </p:cNvSpPr>
          <p:nvPr/>
        </p:nvSpPr>
        <p:spPr>
          <a:xfrm>
            <a:off x="6418391" y="5403800"/>
            <a:ext cx="254118" cy="254118"/>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b="1">
                <a:solidFill>
                  <a:schemeClr val="bg1"/>
                </a:solidFill>
                <a:latin typeface="Open Sans" panose="020B0606030504020204" pitchFamily="34" charset="0"/>
                <a:ea typeface="Open Sans" panose="020B0606030504020204" pitchFamily="34" charset="0"/>
                <a:cs typeface="Open Sans" panose="020B0606030504020204" pitchFamily="34" charset="0"/>
              </a:rPr>
              <a:t>11</a:t>
            </a:r>
            <a:endParaRPr lang="en-CA" sz="9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3" name="Oval 292">
            <a:extLst>
              <a:ext uri="{FF2B5EF4-FFF2-40B4-BE49-F238E27FC236}">
                <a16:creationId xmlns:a16="http://schemas.microsoft.com/office/drawing/2014/main" id="{92205D69-00E1-6F26-4C08-F2ABA9725AD4}"/>
              </a:ext>
            </a:extLst>
          </p:cNvPr>
          <p:cNvSpPr/>
          <p:nvPr/>
        </p:nvSpPr>
        <p:spPr>
          <a:xfrm>
            <a:off x="744233" y="4839632"/>
            <a:ext cx="213451" cy="213451"/>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700" b="1">
                <a:solidFill>
                  <a:schemeClr val="bg1"/>
                </a:solidFill>
                <a:latin typeface="Open Sans" panose="020B0606030504020204" pitchFamily="34" charset="0"/>
                <a:ea typeface="Open Sans" panose="020B0606030504020204" pitchFamily="34" charset="0"/>
                <a:cs typeface="Open Sans" panose="020B0606030504020204" pitchFamily="34" charset="0"/>
              </a:rPr>
              <a:t>1</a:t>
            </a:r>
            <a:endParaRPr lang="en-CA" sz="7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4" name="Oval 293">
            <a:extLst>
              <a:ext uri="{FF2B5EF4-FFF2-40B4-BE49-F238E27FC236}">
                <a16:creationId xmlns:a16="http://schemas.microsoft.com/office/drawing/2014/main" id="{201907D5-8BF3-71E5-C4BB-85779E874C98}"/>
              </a:ext>
            </a:extLst>
          </p:cNvPr>
          <p:cNvSpPr/>
          <p:nvPr/>
        </p:nvSpPr>
        <p:spPr>
          <a:xfrm>
            <a:off x="933103" y="4759025"/>
            <a:ext cx="213451" cy="213451"/>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700" b="1">
                <a:solidFill>
                  <a:schemeClr val="bg1"/>
                </a:solidFill>
                <a:latin typeface="Open Sans" panose="020B0606030504020204" pitchFamily="34" charset="0"/>
                <a:ea typeface="Open Sans" panose="020B0606030504020204" pitchFamily="34" charset="0"/>
                <a:cs typeface="Open Sans" panose="020B0606030504020204" pitchFamily="34" charset="0"/>
              </a:rPr>
              <a:t>2</a:t>
            </a:r>
            <a:endParaRPr lang="en-CA" sz="7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5" name="Oval 294">
            <a:extLst>
              <a:ext uri="{FF2B5EF4-FFF2-40B4-BE49-F238E27FC236}">
                <a16:creationId xmlns:a16="http://schemas.microsoft.com/office/drawing/2014/main" id="{A121ACCD-CF78-B00A-B8D5-0A205E0A7A65}"/>
              </a:ext>
            </a:extLst>
          </p:cNvPr>
          <p:cNvSpPr/>
          <p:nvPr/>
        </p:nvSpPr>
        <p:spPr>
          <a:xfrm>
            <a:off x="1565826" y="4450635"/>
            <a:ext cx="213451" cy="213451"/>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700" b="1">
                <a:solidFill>
                  <a:schemeClr val="bg1"/>
                </a:solidFill>
                <a:latin typeface="Open Sans" panose="020B0606030504020204" pitchFamily="34" charset="0"/>
                <a:ea typeface="Open Sans" panose="020B0606030504020204" pitchFamily="34" charset="0"/>
                <a:cs typeface="Open Sans" panose="020B0606030504020204" pitchFamily="34" charset="0"/>
              </a:rPr>
              <a:t>3</a:t>
            </a:r>
            <a:endParaRPr lang="en-CA" sz="7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6" name="Oval 295">
            <a:extLst>
              <a:ext uri="{FF2B5EF4-FFF2-40B4-BE49-F238E27FC236}">
                <a16:creationId xmlns:a16="http://schemas.microsoft.com/office/drawing/2014/main" id="{AECFF8EB-BF7F-30E6-2C4D-E4B751D1069A}"/>
              </a:ext>
            </a:extLst>
          </p:cNvPr>
          <p:cNvSpPr/>
          <p:nvPr/>
        </p:nvSpPr>
        <p:spPr>
          <a:xfrm>
            <a:off x="1601562" y="4756353"/>
            <a:ext cx="213451" cy="213451"/>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700" b="1">
                <a:solidFill>
                  <a:schemeClr val="bg1"/>
                </a:solidFill>
                <a:latin typeface="Open Sans" panose="020B0606030504020204" pitchFamily="34" charset="0"/>
                <a:ea typeface="Open Sans" panose="020B0606030504020204" pitchFamily="34" charset="0"/>
                <a:cs typeface="Open Sans" panose="020B0606030504020204" pitchFamily="34" charset="0"/>
              </a:rPr>
              <a:t>4</a:t>
            </a:r>
            <a:endParaRPr lang="en-CA" sz="700" b="1" err="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7" name="Oval 296">
            <a:extLst>
              <a:ext uri="{FF2B5EF4-FFF2-40B4-BE49-F238E27FC236}">
                <a16:creationId xmlns:a16="http://schemas.microsoft.com/office/drawing/2014/main" id="{937522F7-C20C-6802-F691-0FD37E7402F0}"/>
              </a:ext>
            </a:extLst>
          </p:cNvPr>
          <p:cNvSpPr/>
          <p:nvPr/>
        </p:nvSpPr>
        <p:spPr>
          <a:xfrm>
            <a:off x="2068776" y="4675339"/>
            <a:ext cx="213451" cy="213451"/>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700" b="1">
                <a:solidFill>
                  <a:schemeClr val="bg1"/>
                </a:solidFill>
                <a:latin typeface="Open Sans" panose="020B0606030504020204" pitchFamily="34" charset="0"/>
                <a:ea typeface="Open Sans" panose="020B0606030504020204" pitchFamily="34" charset="0"/>
                <a:cs typeface="Open Sans" panose="020B0606030504020204" pitchFamily="34" charset="0"/>
              </a:rPr>
              <a:t>5</a:t>
            </a:r>
            <a:endParaRPr lang="en-CA" sz="700" b="1" err="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8" name="Oval 297">
            <a:extLst>
              <a:ext uri="{FF2B5EF4-FFF2-40B4-BE49-F238E27FC236}">
                <a16:creationId xmlns:a16="http://schemas.microsoft.com/office/drawing/2014/main" id="{30848577-F906-28BC-8D11-9A3BE2B6D206}"/>
              </a:ext>
            </a:extLst>
          </p:cNvPr>
          <p:cNvSpPr/>
          <p:nvPr/>
        </p:nvSpPr>
        <p:spPr>
          <a:xfrm>
            <a:off x="2106675" y="4965638"/>
            <a:ext cx="213451" cy="213451"/>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700" b="1">
                <a:solidFill>
                  <a:schemeClr val="bg1"/>
                </a:solidFill>
                <a:latin typeface="Open Sans" panose="020B0606030504020204" pitchFamily="34" charset="0"/>
                <a:ea typeface="Open Sans" panose="020B0606030504020204" pitchFamily="34" charset="0"/>
                <a:cs typeface="Open Sans" panose="020B0606030504020204" pitchFamily="34" charset="0"/>
              </a:rPr>
              <a:t>6</a:t>
            </a:r>
            <a:endParaRPr lang="en-CA" sz="700" b="1" err="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9" name="Oval 298">
            <a:extLst>
              <a:ext uri="{FF2B5EF4-FFF2-40B4-BE49-F238E27FC236}">
                <a16:creationId xmlns:a16="http://schemas.microsoft.com/office/drawing/2014/main" id="{06577EF0-01CF-43F8-16E1-07AB2488E6A3}"/>
              </a:ext>
            </a:extLst>
          </p:cNvPr>
          <p:cNvSpPr/>
          <p:nvPr/>
        </p:nvSpPr>
        <p:spPr>
          <a:xfrm>
            <a:off x="2663609" y="5058481"/>
            <a:ext cx="213451" cy="213451"/>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700" b="1">
                <a:solidFill>
                  <a:schemeClr val="bg1"/>
                </a:solidFill>
                <a:latin typeface="Open Sans" panose="020B0606030504020204" pitchFamily="34" charset="0"/>
                <a:ea typeface="Open Sans" panose="020B0606030504020204" pitchFamily="34" charset="0"/>
                <a:cs typeface="Open Sans" panose="020B0606030504020204" pitchFamily="34" charset="0"/>
              </a:rPr>
              <a:t>7</a:t>
            </a:r>
            <a:endParaRPr lang="en-CA" sz="700" b="1" err="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00" name="Oval 299">
            <a:extLst>
              <a:ext uri="{FF2B5EF4-FFF2-40B4-BE49-F238E27FC236}">
                <a16:creationId xmlns:a16="http://schemas.microsoft.com/office/drawing/2014/main" id="{84F2FC1E-5CD5-FA83-0ABB-2200ACE174B6}"/>
              </a:ext>
            </a:extLst>
          </p:cNvPr>
          <p:cNvSpPr/>
          <p:nvPr/>
        </p:nvSpPr>
        <p:spPr>
          <a:xfrm>
            <a:off x="3844273" y="5725064"/>
            <a:ext cx="213451" cy="213451"/>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700" b="1">
                <a:solidFill>
                  <a:schemeClr val="bg1"/>
                </a:solidFill>
                <a:latin typeface="Open Sans" panose="020B0606030504020204" pitchFamily="34" charset="0"/>
                <a:ea typeface="Open Sans" panose="020B0606030504020204" pitchFamily="34" charset="0"/>
                <a:cs typeface="Open Sans" panose="020B0606030504020204" pitchFamily="34" charset="0"/>
              </a:rPr>
              <a:t>8</a:t>
            </a:r>
            <a:endParaRPr lang="en-CA" sz="7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01" name="Oval 300">
            <a:extLst>
              <a:ext uri="{FF2B5EF4-FFF2-40B4-BE49-F238E27FC236}">
                <a16:creationId xmlns:a16="http://schemas.microsoft.com/office/drawing/2014/main" id="{B8B74B22-9A6F-5CD8-76C9-807972EEC12E}"/>
              </a:ext>
            </a:extLst>
          </p:cNvPr>
          <p:cNvSpPr/>
          <p:nvPr/>
        </p:nvSpPr>
        <p:spPr>
          <a:xfrm>
            <a:off x="4009639" y="5649160"/>
            <a:ext cx="213451" cy="213451"/>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700" b="1">
                <a:solidFill>
                  <a:schemeClr val="bg1"/>
                </a:solidFill>
                <a:latin typeface="Open Sans" panose="020B0606030504020204" pitchFamily="34" charset="0"/>
                <a:ea typeface="Open Sans" panose="020B0606030504020204" pitchFamily="34" charset="0"/>
                <a:cs typeface="Open Sans" panose="020B0606030504020204" pitchFamily="34" charset="0"/>
              </a:rPr>
              <a:t>9</a:t>
            </a:r>
            <a:endParaRPr lang="en-CA" sz="700" b="1" err="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02" name="Oval 301">
            <a:extLst>
              <a:ext uri="{FF2B5EF4-FFF2-40B4-BE49-F238E27FC236}">
                <a16:creationId xmlns:a16="http://schemas.microsoft.com/office/drawing/2014/main" id="{A81DAEF4-D5C8-6F4A-D0F3-E1034D3F13B3}"/>
              </a:ext>
            </a:extLst>
          </p:cNvPr>
          <p:cNvSpPr/>
          <p:nvPr/>
        </p:nvSpPr>
        <p:spPr>
          <a:xfrm>
            <a:off x="4096679" y="5359909"/>
            <a:ext cx="213451" cy="213451"/>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700" b="1">
                <a:solidFill>
                  <a:schemeClr val="bg1"/>
                </a:solidFill>
                <a:latin typeface="Open Sans" panose="020B0606030504020204" pitchFamily="34" charset="0"/>
                <a:ea typeface="Open Sans" panose="020B0606030504020204" pitchFamily="34" charset="0"/>
                <a:cs typeface="Open Sans" panose="020B0606030504020204" pitchFamily="34" charset="0"/>
              </a:rPr>
              <a:t>10</a:t>
            </a:r>
            <a:endParaRPr lang="en-CA" sz="7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03" name="Oval 302">
            <a:extLst>
              <a:ext uri="{FF2B5EF4-FFF2-40B4-BE49-F238E27FC236}">
                <a16:creationId xmlns:a16="http://schemas.microsoft.com/office/drawing/2014/main" id="{38518F39-03D4-BB1E-C9F0-BDA519C918FA}"/>
              </a:ext>
            </a:extLst>
          </p:cNvPr>
          <p:cNvSpPr/>
          <p:nvPr/>
        </p:nvSpPr>
        <p:spPr>
          <a:xfrm>
            <a:off x="4311866" y="5352559"/>
            <a:ext cx="213451" cy="213451"/>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700" b="1">
                <a:solidFill>
                  <a:schemeClr val="bg1"/>
                </a:solidFill>
                <a:latin typeface="Open Sans" panose="020B0606030504020204" pitchFamily="34" charset="0"/>
                <a:ea typeface="Open Sans" panose="020B0606030504020204" pitchFamily="34" charset="0"/>
                <a:cs typeface="Open Sans" panose="020B0606030504020204" pitchFamily="34" charset="0"/>
              </a:rPr>
              <a:t>11</a:t>
            </a:r>
            <a:endParaRPr lang="en-CA" sz="7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04" name="Oval 303">
            <a:extLst>
              <a:ext uri="{FF2B5EF4-FFF2-40B4-BE49-F238E27FC236}">
                <a16:creationId xmlns:a16="http://schemas.microsoft.com/office/drawing/2014/main" id="{9B3FB649-9735-F0DD-36A7-D970A0E3EF11}"/>
              </a:ext>
            </a:extLst>
          </p:cNvPr>
          <p:cNvSpPr>
            <a:spLocks noChangeAspect="1"/>
          </p:cNvSpPr>
          <p:nvPr/>
        </p:nvSpPr>
        <p:spPr>
          <a:xfrm>
            <a:off x="6418391" y="5729662"/>
            <a:ext cx="254118" cy="254118"/>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b="1">
                <a:solidFill>
                  <a:schemeClr val="bg1"/>
                </a:solidFill>
                <a:latin typeface="Open Sans" panose="020B0606030504020204" pitchFamily="34" charset="0"/>
                <a:ea typeface="Open Sans" panose="020B0606030504020204" pitchFamily="34" charset="0"/>
                <a:cs typeface="Open Sans" panose="020B0606030504020204" pitchFamily="34" charset="0"/>
              </a:rPr>
              <a:t>12</a:t>
            </a:r>
            <a:endParaRPr lang="en-CA" sz="9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05" name="Oval 304">
            <a:extLst>
              <a:ext uri="{FF2B5EF4-FFF2-40B4-BE49-F238E27FC236}">
                <a16:creationId xmlns:a16="http://schemas.microsoft.com/office/drawing/2014/main" id="{F580582F-980D-B8F8-F2C3-D116FA062EB5}"/>
              </a:ext>
            </a:extLst>
          </p:cNvPr>
          <p:cNvSpPr/>
          <p:nvPr/>
        </p:nvSpPr>
        <p:spPr>
          <a:xfrm>
            <a:off x="5081142" y="5235731"/>
            <a:ext cx="213451" cy="213451"/>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700" b="1">
                <a:solidFill>
                  <a:schemeClr val="bg1"/>
                </a:solidFill>
                <a:latin typeface="Open Sans" panose="020B0606030504020204" pitchFamily="34" charset="0"/>
                <a:ea typeface="Open Sans" panose="020B0606030504020204" pitchFamily="34" charset="0"/>
                <a:cs typeface="Open Sans" panose="020B0606030504020204" pitchFamily="34" charset="0"/>
              </a:rPr>
              <a:t>12</a:t>
            </a:r>
            <a:endParaRPr lang="en-CA" sz="7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 name="Rounded Rectangle 3">
            <a:extLst>
              <a:ext uri="{FF2B5EF4-FFF2-40B4-BE49-F238E27FC236}">
                <a16:creationId xmlns:a16="http://schemas.microsoft.com/office/drawing/2014/main" id="{34EA9184-234F-EA46-AFEE-1D0E36E1F907}"/>
              </a:ext>
            </a:extLst>
          </p:cNvPr>
          <p:cNvSpPr/>
          <p:nvPr/>
        </p:nvSpPr>
        <p:spPr>
          <a:xfrm>
            <a:off x="4486050" y="3299660"/>
            <a:ext cx="3674838" cy="1107911"/>
          </a:xfrm>
          <a:prstGeom prst="roundRect">
            <a:avLst/>
          </a:prstGeom>
          <a:solidFill>
            <a:srgbClr val="FBD1D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CA" sz="1200" noProof="0">
                <a:solidFill>
                  <a:schemeClr val="tx2"/>
                </a:solidFill>
              </a:rPr>
              <a:t>Sample Data Please update or replace slide with Canada market snapshot available in Templafy</a:t>
            </a:r>
            <a:br>
              <a:rPr lang="en-CA" sz="1200" noProof="0">
                <a:solidFill>
                  <a:schemeClr val="tx2"/>
                </a:solidFill>
              </a:rPr>
            </a:br>
            <a:r>
              <a:rPr lang="en-CA" sz="1200" noProof="0">
                <a:solidFill>
                  <a:schemeClr val="tx2"/>
                </a:solidFill>
              </a:rPr>
              <a:t>/Slides/Canada/1 Pitch and Proposals/B Special Canada Reports/Canada Market Snapshot</a:t>
            </a:r>
          </a:p>
        </p:txBody>
      </p:sp>
    </p:spTree>
    <p:custDataLst>
      <p:custData r:id="rId1"/>
      <p:custData r:id="rId2"/>
    </p:custDataLst>
    <p:extLst>
      <p:ext uri="{BB962C8B-B14F-4D97-AF65-F5344CB8AC3E}">
        <p14:creationId xmlns:p14="http://schemas.microsoft.com/office/powerpoint/2010/main" val="24522084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E89430B4-A940-83B0-229A-E980B3C5841F}"/>
              </a:ext>
            </a:extLst>
          </p:cNvPr>
          <p:cNvSpPr>
            <a:spLocks noGrp="1"/>
          </p:cNvSpPr>
          <p:nvPr>
            <p:ph type="body" sz="quarter" idx="13"/>
          </p:nvPr>
        </p:nvSpPr>
        <p:spPr>
          <a:xfrm>
            <a:off x="647525" y="669600"/>
            <a:ext cx="5448475" cy="392400"/>
          </a:xfrm>
        </p:spPr>
        <p:txBody>
          <a:bodyPr/>
          <a:lstStyle/>
          <a:p>
            <a:r>
              <a:rPr lang="en-CA" cap="all"/>
              <a:t>MARKET OVERVIEW</a:t>
            </a:r>
          </a:p>
        </p:txBody>
      </p:sp>
      <p:sp>
        <p:nvSpPr>
          <p:cNvPr id="10" name="Title 9">
            <a:extLst>
              <a:ext uri="{FF2B5EF4-FFF2-40B4-BE49-F238E27FC236}">
                <a16:creationId xmlns:a16="http://schemas.microsoft.com/office/drawing/2014/main" id="{A7D64D65-4834-C558-4719-55899EE8A5A9}"/>
              </a:ext>
            </a:extLst>
          </p:cNvPr>
          <p:cNvSpPr>
            <a:spLocks noGrp="1"/>
          </p:cNvSpPr>
          <p:nvPr>
            <p:ph type="title"/>
          </p:nvPr>
        </p:nvSpPr>
        <p:spPr>
          <a:xfrm>
            <a:off x="648000" y="1062000"/>
            <a:ext cx="7512888" cy="835200"/>
          </a:xfrm>
        </p:spPr>
        <p:txBody>
          <a:bodyPr/>
          <a:lstStyle/>
          <a:p>
            <a:r>
              <a:rPr lang="en-CA"/>
              <a:t>Canada Office Fundamentals</a:t>
            </a:r>
          </a:p>
        </p:txBody>
      </p:sp>
      <p:sp>
        <p:nvSpPr>
          <p:cNvPr id="2" name="Footer Placeholder 1">
            <a:extLst>
              <a:ext uri="{FF2B5EF4-FFF2-40B4-BE49-F238E27FC236}">
                <a16:creationId xmlns:a16="http://schemas.microsoft.com/office/drawing/2014/main" id="{A366A316-D0BC-63DA-2475-CAB3EEA36EE8}"/>
              </a:ext>
            </a:extLst>
          </p:cNvPr>
          <p:cNvSpPr>
            <a:spLocks noGrp="1"/>
          </p:cNvSpPr>
          <p:nvPr>
            <p:ph type="ftr" sz="quarter" idx="11"/>
          </p:nvPr>
        </p:nvSpPr>
        <p:spPr/>
        <p:txBody>
          <a:bodyPr/>
          <a:lstStyle/>
          <a:p>
            <a:r>
              <a:rPr lang="en-CA"/>
              <a:t>Colliers</a:t>
            </a:r>
          </a:p>
        </p:txBody>
      </p:sp>
      <p:sp>
        <p:nvSpPr>
          <p:cNvPr id="3" name="Slide Number Placeholder 2">
            <a:extLst>
              <a:ext uri="{FF2B5EF4-FFF2-40B4-BE49-F238E27FC236}">
                <a16:creationId xmlns:a16="http://schemas.microsoft.com/office/drawing/2014/main" id="{FA692307-CC7E-C73A-8D5C-74E30BB8304A}"/>
              </a:ext>
            </a:extLst>
          </p:cNvPr>
          <p:cNvSpPr>
            <a:spLocks noGrp="1"/>
          </p:cNvSpPr>
          <p:nvPr>
            <p:ph type="sldNum" sz="quarter" idx="12"/>
          </p:nvPr>
        </p:nvSpPr>
        <p:spPr/>
        <p:txBody>
          <a:bodyPr/>
          <a:lstStyle/>
          <a:p>
            <a:fld id="{23AA811B-2EBD-4900-905E-5BE206449611}" type="slidenum">
              <a:rPr lang="en-CA"/>
              <a:pPr/>
              <a:t>36</a:t>
            </a:fld>
            <a:endParaRPr lang="en-CA"/>
          </a:p>
        </p:txBody>
      </p:sp>
      <p:cxnSp>
        <p:nvCxnSpPr>
          <p:cNvPr id="30" name="Straight Connector 29">
            <a:extLst>
              <a:ext uri="{FF2B5EF4-FFF2-40B4-BE49-F238E27FC236}">
                <a16:creationId xmlns:a16="http://schemas.microsoft.com/office/drawing/2014/main" id="{6276C923-67CB-B2EF-6B5F-AF523015B83D}"/>
              </a:ext>
            </a:extLst>
          </p:cNvPr>
          <p:cNvCxnSpPr/>
          <p:nvPr/>
        </p:nvCxnSpPr>
        <p:spPr>
          <a:xfrm>
            <a:off x="11125200" y="273800"/>
            <a:ext cx="0" cy="12600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51C18CF8-692B-F1F5-14B0-C45328606A5A}"/>
              </a:ext>
            </a:extLst>
          </p:cNvPr>
          <p:cNvGrpSpPr/>
          <p:nvPr/>
        </p:nvGrpSpPr>
        <p:grpSpPr>
          <a:xfrm>
            <a:off x="279663" y="2023988"/>
            <a:ext cx="5254300" cy="2573412"/>
            <a:chOff x="335362" y="1923256"/>
            <a:chExt cx="2912378" cy="1902021"/>
          </a:xfrm>
        </p:grpSpPr>
        <p:sp>
          <p:nvSpPr>
            <p:cNvPr id="5" name="TextBox 4">
              <a:extLst>
                <a:ext uri="{FF2B5EF4-FFF2-40B4-BE49-F238E27FC236}">
                  <a16:creationId xmlns:a16="http://schemas.microsoft.com/office/drawing/2014/main" id="{C17BB764-B247-4771-F583-7EFB82A63A73}"/>
                </a:ext>
              </a:extLst>
            </p:cNvPr>
            <p:cNvSpPr txBox="1"/>
            <p:nvPr/>
          </p:nvSpPr>
          <p:spPr>
            <a:xfrm>
              <a:off x="538977" y="1923256"/>
              <a:ext cx="865725" cy="204731"/>
            </a:xfrm>
            <a:prstGeom prst="rect">
              <a:avLst/>
            </a:prstGeom>
            <a:noFill/>
          </p:spPr>
          <p:txBody>
            <a:bodyPr wrap="square" rtlCol="0">
              <a:spAutoFit/>
            </a:bodyPr>
            <a:lstStyle/>
            <a:p>
              <a:r>
                <a:rPr lang="en-US" sz="1200" b="1">
                  <a:solidFill>
                    <a:schemeClr val="accent5"/>
                  </a:solidFill>
                </a:rPr>
                <a:t>Vacancy Rate</a:t>
              </a:r>
            </a:p>
          </p:txBody>
        </p:sp>
        <p:graphicFrame>
          <p:nvGraphicFramePr>
            <p:cNvPr id="7" name="Content Placeholder 11">
              <a:extLst>
                <a:ext uri="{FF2B5EF4-FFF2-40B4-BE49-F238E27FC236}">
                  <a16:creationId xmlns:a16="http://schemas.microsoft.com/office/drawing/2014/main" id="{849DD691-D6DE-BF31-1564-D8C7831AB011}"/>
                </a:ext>
              </a:extLst>
            </p:cNvPr>
            <p:cNvGraphicFramePr>
              <a:graphicFrameLocks/>
            </p:cNvGraphicFramePr>
            <p:nvPr/>
          </p:nvGraphicFramePr>
          <p:xfrm>
            <a:off x="335362" y="2124721"/>
            <a:ext cx="2912378" cy="1700556"/>
          </p:xfrm>
          <a:graphic>
            <a:graphicData uri="http://schemas.openxmlformats.org/drawingml/2006/chart">
              <c:chart xmlns:c="http://schemas.openxmlformats.org/drawingml/2006/chart" xmlns:r="http://schemas.openxmlformats.org/officeDocument/2006/relationships" r:id="rId5"/>
            </a:graphicData>
          </a:graphic>
        </p:graphicFrame>
      </p:grpSp>
      <p:grpSp>
        <p:nvGrpSpPr>
          <p:cNvPr id="9" name="Group 8">
            <a:extLst>
              <a:ext uri="{FF2B5EF4-FFF2-40B4-BE49-F238E27FC236}">
                <a16:creationId xmlns:a16="http://schemas.microsoft.com/office/drawing/2014/main" id="{A24D3367-764E-D195-6134-8FFDC9FE7875}"/>
              </a:ext>
            </a:extLst>
          </p:cNvPr>
          <p:cNvGrpSpPr/>
          <p:nvPr/>
        </p:nvGrpSpPr>
        <p:grpSpPr>
          <a:xfrm>
            <a:off x="5912900" y="2023417"/>
            <a:ext cx="5254300" cy="2573983"/>
            <a:chOff x="3173502" y="1923256"/>
            <a:chExt cx="2912378" cy="1902021"/>
          </a:xfrm>
        </p:grpSpPr>
        <p:sp>
          <p:nvSpPr>
            <p:cNvPr id="6" name="TextBox 5">
              <a:extLst>
                <a:ext uri="{FF2B5EF4-FFF2-40B4-BE49-F238E27FC236}">
                  <a16:creationId xmlns:a16="http://schemas.microsoft.com/office/drawing/2014/main" id="{AFA6AB77-B8C2-282B-E2B5-699EF4666591}"/>
                </a:ext>
              </a:extLst>
            </p:cNvPr>
            <p:cNvSpPr txBox="1"/>
            <p:nvPr/>
          </p:nvSpPr>
          <p:spPr>
            <a:xfrm>
              <a:off x="3395691" y="1923256"/>
              <a:ext cx="1376999" cy="204686"/>
            </a:xfrm>
            <a:prstGeom prst="rect">
              <a:avLst/>
            </a:prstGeom>
            <a:noFill/>
          </p:spPr>
          <p:txBody>
            <a:bodyPr wrap="square" rtlCol="0">
              <a:spAutoFit/>
            </a:bodyPr>
            <a:lstStyle/>
            <a:p>
              <a:r>
                <a:rPr lang="en-US" sz="1200" b="1">
                  <a:solidFill>
                    <a:schemeClr val="accent5"/>
                  </a:solidFill>
                </a:rPr>
                <a:t>Avg. Asking Net Rent</a:t>
              </a:r>
            </a:p>
          </p:txBody>
        </p:sp>
        <p:graphicFrame>
          <p:nvGraphicFramePr>
            <p:cNvPr id="8" name="Content Placeholder 11">
              <a:extLst>
                <a:ext uri="{FF2B5EF4-FFF2-40B4-BE49-F238E27FC236}">
                  <a16:creationId xmlns:a16="http://schemas.microsoft.com/office/drawing/2014/main" id="{E41F77C1-3B0B-A034-058A-4CB2C8AE481A}"/>
                </a:ext>
              </a:extLst>
            </p:cNvPr>
            <p:cNvGraphicFramePr>
              <a:graphicFrameLocks/>
            </p:cNvGraphicFramePr>
            <p:nvPr/>
          </p:nvGraphicFramePr>
          <p:xfrm>
            <a:off x="3173502" y="2124721"/>
            <a:ext cx="2912378" cy="1700556"/>
          </p:xfrm>
          <a:graphic>
            <a:graphicData uri="http://schemas.openxmlformats.org/drawingml/2006/chart">
              <c:chart xmlns:c="http://schemas.openxmlformats.org/drawingml/2006/chart" xmlns:r="http://schemas.openxmlformats.org/officeDocument/2006/relationships" r:id="rId6"/>
            </a:graphicData>
          </a:graphic>
        </p:graphicFrame>
      </p:grpSp>
      <p:sp>
        <p:nvSpPr>
          <p:cNvPr id="12" name="Rectangle 11">
            <a:extLst>
              <a:ext uri="{FF2B5EF4-FFF2-40B4-BE49-F238E27FC236}">
                <a16:creationId xmlns:a16="http://schemas.microsoft.com/office/drawing/2014/main" id="{B7806479-2EE8-BCF4-9CA3-5C6AD00BD863}"/>
              </a:ext>
            </a:extLst>
          </p:cNvPr>
          <p:cNvSpPr/>
          <p:nvPr/>
        </p:nvSpPr>
        <p:spPr>
          <a:xfrm>
            <a:off x="0" y="5176256"/>
            <a:ext cx="12192000" cy="1681744"/>
          </a:xfrm>
          <a:prstGeom prst="rect">
            <a:avLst/>
          </a:prstGeom>
          <a:solidFill>
            <a:srgbClr val="E5E8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noProof="0" err="1"/>
          </a:p>
        </p:txBody>
      </p:sp>
      <p:sp>
        <p:nvSpPr>
          <p:cNvPr id="13" name="Content Placeholder 47">
            <a:extLst>
              <a:ext uri="{FF2B5EF4-FFF2-40B4-BE49-F238E27FC236}">
                <a16:creationId xmlns:a16="http://schemas.microsoft.com/office/drawing/2014/main" id="{65597FCB-A864-B86C-7F6B-67CCFD19FBD1}"/>
              </a:ext>
            </a:extLst>
          </p:cNvPr>
          <p:cNvSpPr txBox="1">
            <a:spLocks/>
          </p:cNvSpPr>
          <p:nvPr/>
        </p:nvSpPr>
        <p:spPr>
          <a:xfrm>
            <a:off x="903483" y="5573667"/>
            <a:ext cx="3500961" cy="872354"/>
          </a:xfrm>
          <a:prstGeom prst="rect">
            <a:avLst/>
          </a:prstGeom>
        </p:spPr>
        <p:txBody>
          <a:bodyPr vert="horz" lIns="0" tIns="0" rIns="0" bIns="0" rtlCol="0">
            <a:noAutofit/>
          </a:bodyPr>
          <a:lstStyle>
            <a:lvl1pPr marL="0" indent="0" algn="l" defTabSz="914400" rtl="0" eaLnBrk="1" latinLnBrk="0" hangingPunct="1">
              <a:lnSpc>
                <a:spcPct val="100000"/>
              </a:lnSpc>
              <a:spcBef>
                <a:spcPts val="300"/>
              </a:spcBef>
              <a:spcAft>
                <a:spcPts val="600"/>
              </a:spcAft>
              <a:buFontTx/>
              <a:buNone/>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None/>
              <a:defRPr sz="1400" kern="1200" spc="300">
                <a:solidFill>
                  <a:schemeClr val="accent3"/>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a:lnSpc>
                <a:spcPts val="1800"/>
              </a:lnSpc>
              <a:spcAft>
                <a:spcPts val="800"/>
              </a:spcAft>
            </a:pPr>
            <a:r>
              <a:rPr lang="en-CA" sz="1400" b="1">
                <a:latin typeface="Open Sans Semibold" panose="020B0606030504020204" pitchFamily="34" charset="0"/>
                <a:ea typeface="Open Sans Semibold" panose="020B0606030504020204" pitchFamily="34" charset="0"/>
                <a:cs typeface="Open Sans Semibold" panose="020B0606030504020204" pitchFamily="34" charset="0"/>
              </a:rPr>
              <a:t>Why does this matter to [ Client Name ]?</a:t>
            </a:r>
          </a:p>
          <a:p>
            <a:pPr>
              <a:lnSpc>
                <a:spcPts val="1800"/>
              </a:lnSpc>
              <a:spcAft>
                <a:spcPts val="800"/>
              </a:spcAft>
            </a:pPr>
            <a:r>
              <a:rPr lang="en-CA" sz="1200"/>
              <a:t>The current market suggests the following three important trends for your business to consider:</a:t>
            </a:r>
          </a:p>
          <a:p>
            <a:pPr>
              <a:lnSpc>
                <a:spcPts val="1800"/>
              </a:lnSpc>
              <a:spcAft>
                <a:spcPts val="800"/>
              </a:spcAft>
            </a:pPr>
            <a:endParaRPr lang="en-CA" sz="1200"/>
          </a:p>
        </p:txBody>
      </p:sp>
      <p:pic>
        <p:nvPicPr>
          <p:cNvPr id="14" name="Graphic 13">
            <a:extLst>
              <a:ext uri="{FF2B5EF4-FFF2-40B4-BE49-F238E27FC236}">
                <a16:creationId xmlns:a16="http://schemas.microsoft.com/office/drawing/2014/main" id="{F687710D-6D75-1701-4E78-B90D46A5561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39580" y="5711351"/>
            <a:ext cx="512446" cy="512446"/>
          </a:xfrm>
          <a:prstGeom prst="rect">
            <a:avLst/>
          </a:prstGeom>
        </p:spPr>
      </p:pic>
      <p:pic>
        <p:nvPicPr>
          <p:cNvPr id="17" name="Graphic 16">
            <a:extLst>
              <a:ext uri="{FF2B5EF4-FFF2-40B4-BE49-F238E27FC236}">
                <a16:creationId xmlns:a16="http://schemas.microsoft.com/office/drawing/2014/main" id="{095B62E0-B31F-5262-3739-B99AD0417C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023416" y="5667923"/>
            <a:ext cx="683840" cy="683840"/>
          </a:xfrm>
          <a:prstGeom prst="rect">
            <a:avLst/>
          </a:prstGeom>
        </p:spPr>
      </p:pic>
      <p:pic>
        <p:nvPicPr>
          <p:cNvPr id="18" name="Graphic 17">
            <a:extLst>
              <a:ext uri="{FF2B5EF4-FFF2-40B4-BE49-F238E27FC236}">
                <a16:creationId xmlns:a16="http://schemas.microsoft.com/office/drawing/2014/main" id="{7305E780-E9B4-60F6-08EB-CEB57D89F9D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318229" y="5729746"/>
            <a:ext cx="560195" cy="560195"/>
          </a:xfrm>
          <a:prstGeom prst="rect">
            <a:avLst/>
          </a:prstGeom>
        </p:spPr>
      </p:pic>
      <p:sp>
        <p:nvSpPr>
          <p:cNvPr id="19" name="Freeform: Shape 18">
            <a:extLst>
              <a:ext uri="{FF2B5EF4-FFF2-40B4-BE49-F238E27FC236}">
                <a16:creationId xmlns:a16="http://schemas.microsoft.com/office/drawing/2014/main" id="{4259416B-9EFF-2E05-3A16-EBEE7514F263}"/>
              </a:ext>
            </a:extLst>
          </p:cNvPr>
          <p:cNvSpPr/>
          <p:nvPr/>
        </p:nvSpPr>
        <p:spPr>
          <a:xfrm>
            <a:off x="5813606" y="5729746"/>
            <a:ext cx="1279133" cy="664951"/>
          </a:xfrm>
          <a:custGeom>
            <a:avLst/>
            <a:gdLst>
              <a:gd name="connsiteX0" fmla="*/ 0 w 1627845"/>
              <a:gd name="connsiteY0" fmla="*/ 0 h 1373167"/>
              <a:gd name="connsiteX1" fmla="*/ 1627845 w 1627845"/>
              <a:gd name="connsiteY1" fmla="*/ 0 h 1373167"/>
              <a:gd name="connsiteX2" fmla="*/ 1627845 w 1627845"/>
              <a:gd name="connsiteY2" fmla="*/ 1373167 h 1373167"/>
              <a:gd name="connsiteX3" fmla="*/ 0 w 1627845"/>
              <a:gd name="connsiteY3" fmla="*/ 1373167 h 1373167"/>
              <a:gd name="connsiteX4" fmla="*/ 0 w 1627845"/>
              <a:gd name="connsiteY4" fmla="*/ 0 h 13731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7845" h="1373167">
                <a:moveTo>
                  <a:pt x="1627845" y="1373167"/>
                </a:moveTo>
                <a:lnTo>
                  <a:pt x="0" y="1373167"/>
                </a:lnTo>
                <a:lnTo>
                  <a:pt x="0" y="0"/>
                </a:lnTo>
                <a:lnTo>
                  <a:pt x="1627845" y="0"/>
                </a:lnTo>
                <a:lnTo>
                  <a:pt x="1627845" y="1373167"/>
                </a:lnTo>
                <a:close/>
              </a:path>
            </a:pathLst>
          </a:custGeom>
          <a:no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0" tIns="45721" rIns="1" bIns="45720" numCol="1" spcCol="1270" anchor="t" anchorCtr="0">
            <a:noAutofit/>
          </a:bodyPr>
          <a:lstStyle/>
          <a:p>
            <a:pPr marL="0" lvl="0" indent="0" defTabSz="533400">
              <a:lnSpc>
                <a:spcPct val="90000"/>
              </a:lnSpc>
              <a:spcBef>
                <a:spcPct val="0"/>
              </a:spcBef>
              <a:spcAft>
                <a:spcPct val="35000"/>
              </a:spcAft>
              <a:buNone/>
            </a:pPr>
            <a:r>
              <a:rPr lang="en-CA" sz="1100" b="1" kern="1200">
                <a:solidFill>
                  <a:schemeClr val="tx2"/>
                </a:solidFill>
                <a:latin typeface="+mn-lt"/>
              </a:rPr>
              <a:t>Trend 1</a:t>
            </a:r>
          </a:p>
          <a:p>
            <a:pPr marL="0" lvl="1" indent="0" defTabSz="533400">
              <a:lnSpc>
                <a:spcPct val="90000"/>
              </a:lnSpc>
              <a:spcBef>
                <a:spcPct val="0"/>
              </a:spcBef>
              <a:spcAft>
                <a:spcPct val="15000"/>
              </a:spcAft>
              <a:buNone/>
            </a:pPr>
            <a:r>
              <a:rPr lang="en-CA" sz="1100" kern="1200" err="1">
                <a:solidFill>
                  <a:srgbClr val="4A4A4D"/>
                </a:solidFill>
                <a:latin typeface="+mn-lt"/>
                <a:ea typeface="Open Sans" panose="020B0606030504020204" pitchFamily="34" charset="0"/>
                <a:cs typeface="Open Sans" panose="020B0606030504020204" pitchFamily="34" charset="0"/>
              </a:rPr>
              <a:t>Landae</a:t>
            </a:r>
            <a:r>
              <a:rPr lang="en-CA" sz="1100" kern="1200">
                <a:solidFill>
                  <a:srgbClr val="4A4A4D"/>
                </a:solidFill>
                <a:latin typeface="+mn-lt"/>
                <a:ea typeface="Open Sans" panose="020B0606030504020204" pitchFamily="34" charset="0"/>
                <a:cs typeface="Open Sans" panose="020B0606030504020204" pitchFamily="34" charset="0"/>
              </a:rPr>
              <a:t> </a:t>
            </a:r>
            <a:r>
              <a:rPr lang="en-CA" sz="1100" kern="1200" err="1">
                <a:solidFill>
                  <a:srgbClr val="4A4A4D"/>
                </a:solidFill>
                <a:latin typeface="+mn-lt"/>
                <a:ea typeface="Open Sans" panose="020B0606030504020204" pitchFamily="34" charset="0"/>
                <a:cs typeface="Open Sans" panose="020B0606030504020204" pitchFamily="34" charset="0"/>
              </a:rPr>
              <a:t>est</a:t>
            </a:r>
            <a:r>
              <a:rPr lang="en-CA" sz="1100" kern="1200">
                <a:solidFill>
                  <a:srgbClr val="4A4A4D"/>
                </a:solidFill>
                <a:latin typeface="+mn-lt"/>
                <a:ea typeface="Open Sans" panose="020B0606030504020204" pitchFamily="34" charset="0"/>
                <a:cs typeface="Open Sans" panose="020B0606030504020204" pitchFamily="34" charset="0"/>
              </a:rPr>
              <a:t>, cum que </a:t>
            </a:r>
            <a:r>
              <a:rPr lang="en-CA" sz="1100" kern="1200" err="1">
                <a:solidFill>
                  <a:srgbClr val="4A4A4D"/>
                </a:solidFill>
                <a:latin typeface="+mn-lt"/>
                <a:ea typeface="Open Sans" panose="020B0606030504020204" pitchFamily="34" charset="0"/>
                <a:cs typeface="Open Sans" panose="020B0606030504020204" pitchFamily="34" charset="0"/>
              </a:rPr>
              <a:t>vendis</a:t>
            </a:r>
            <a:r>
              <a:rPr lang="en-CA" sz="1100" kern="1200">
                <a:solidFill>
                  <a:srgbClr val="4A4A4D"/>
                </a:solidFill>
                <a:latin typeface="+mn-lt"/>
                <a:ea typeface="Open Sans" panose="020B0606030504020204" pitchFamily="34" charset="0"/>
                <a:cs typeface="Open Sans" panose="020B0606030504020204" pitchFamily="34" charset="0"/>
              </a:rPr>
              <a:t> </a:t>
            </a:r>
            <a:r>
              <a:rPr lang="en-CA" sz="1100" kern="1200" err="1">
                <a:solidFill>
                  <a:srgbClr val="4A4A4D"/>
                </a:solidFill>
                <a:latin typeface="+mn-lt"/>
                <a:ea typeface="Open Sans" panose="020B0606030504020204" pitchFamily="34" charset="0"/>
                <a:cs typeface="Open Sans" panose="020B0606030504020204" pitchFamily="34" charset="0"/>
              </a:rPr>
              <a:t>dolland</a:t>
            </a:r>
            <a:r>
              <a:rPr lang="en-CA" sz="1100" kern="1200">
                <a:solidFill>
                  <a:srgbClr val="4A4A4D"/>
                </a:solidFill>
                <a:latin typeface="+mn-lt"/>
                <a:ea typeface="Open Sans" panose="020B0606030504020204" pitchFamily="34" charset="0"/>
                <a:cs typeface="Open Sans" panose="020B0606030504020204" pitchFamily="34" charset="0"/>
              </a:rPr>
              <a:t>.</a:t>
            </a:r>
            <a:endParaRPr lang="en-CA" sz="1100" kern="1200">
              <a:latin typeface="+mn-lt"/>
            </a:endParaRPr>
          </a:p>
        </p:txBody>
      </p:sp>
      <p:sp>
        <p:nvSpPr>
          <p:cNvPr id="20" name="Freeform: Shape 19">
            <a:extLst>
              <a:ext uri="{FF2B5EF4-FFF2-40B4-BE49-F238E27FC236}">
                <a16:creationId xmlns:a16="http://schemas.microsoft.com/office/drawing/2014/main" id="{A7CB3F50-1034-F8F8-81DC-47A462C5A8BF}"/>
              </a:ext>
            </a:extLst>
          </p:cNvPr>
          <p:cNvSpPr/>
          <p:nvPr/>
        </p:nvSpPr>
        <p:spPr>
          <a:xfrm>
            <a:off x="7992724" y="5729746"/>
            <a:ext cx="1279133" cy="664951"/>
          </a:xfrm>
          <a:custGeom>
            <a:avLst/>
            <a:gdLst>
              <a:gd name="connsiteX0" fmla="*/ 0 w 1627845"/>
              <a:gd name="connsiteY0" fmla="*/ 0 h 1373167"/>
              <a:gd name="connsiteX1" fmla="*/ 1627845 w 1627845"/>
              <a:gd name="connsiteY1" fmla="*/ 0 h 1373167"/>
              <a:gd name="connsiteX2" fmla="*/ 1627845 w 1627845"/>
              <a:gd name="connsiteY2" fmla="*/ 1373167 h 1373167"/>
              <a:gd name="connsiteX3" fmla="*/ 0 w 1627845"/>
              <a:gd name="connsiteY3" fmla="*/ 1373167 h 1373167"/>
              <a:gd name="connsiteX4" fmla="*/ 0 w 1627845"/>
              <a:gd name="connsiteY4" fmla="*/ 0 h 13731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7845" h="1373167">
                <a:moveTo>
                  <a:pt x="1627845" y="1373167"/>
                </a:moveTo>
                <a:lnTo>
                  <a:pt x="0" y="1373167"/>
                </a:lnTo>
                <a:lnTo>
                  <a:pt x="0" y="0"/>
                </a:lnTo>
                <a:lnTo>
                  <a:pt x="1627845" y="0"/>
                </a:lnTo>
                <a:lnTo>
                  <a:pt x="1627845" y="1373167"/>
                </a:lnTo>
                <a:close/>
              </a:path>
            </a:pathLst>
          </a:custGeom>
          <a:no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0" tIns="45721" rIns="1" bIns="45720" numCol="1" spcCol="1270" anchor="t" anchorCtr="0">
            <a:noAutofit/>
          </a:bodyPr>
          <a:lstStyle/>
          <a:p>
            <a:pPr marL="0" lvl="0" indent="0" defTabSz="533400">
              <a:lnSpc>
                <a:spcPct val="90000"/>
              </a:lnSpc>
              <a:spcBef>
                <a:spcPct val="0"/>
              </a:spcBef>
              <a:spcAft>
                <a:spcPct val="35000"/>
              </a:spcAft>
              <a:buNone/>
            </a:pPr>
            <a:r>
              <a:rPr lang="en-CA" sz="1100" b="1" kern="1200">
                <a:solidFill>
                  <a:schemeClr val="tx2"/>
                </a:solidFill>
                <a:latin typeface="+mn-lt"/>
              </a:rPr>
              <a:t>Trend 2</a:t>
            </a:r>
          </a:p>
          <a:p>
            <a:pPr marL="0" lvl="1" indent="0" defTabSz="533400">
              <a:lnSpc>
                <a:spcPct val="90000"/>
              </a:lnSpc>
              <a:spcBef>
                <a:spcPct val="0"/>
              </a:spcBef>
              <a:spcAft>
                <a:spcPct val="15000"/>
              </a:spcAft>
              <a:buNone/>
            </a:pPr>
            <a:r>
              <a:rPr lang="en-CA" sz="1100" kern="1200" err="1">
                <a:solidFill>
                  <a:srgbClr val="4A4A4D"/>
                </a:solidFill>
                <a:latin typeface="+mn-lt"/>
                <a:ea typeface="Open Sans" panose="020B0606030504020204" pitchFamily="34" charset="0"/>
                <a:cs typeface="Open Sans" panose="020B0606030504020204" pitchFamily="34" charset="0"/>
              </a:rPr>
              <a:t>Landae</a:t>
            </a:r>
            <a:r>
              <a:rPr lang="en-CA" sz="1100" kern="1200">
                <a:solidFill>
                  <a:srgbClr val="4A4A4D"/>
                </a:solidFill>
                <a:latin typeface="+mn-lt"/>
                <a:ea typeface="Open Sans" panose="020B0606030504020204" pitchFamily="34" charset="0"/>
                <a:cs typeface="Open Sans" panose="020B0606030504020204" pitchFamily="34" charset="0"/>
              </a:rPr>
              <a:t> </a:t>
            </a:r>
            <a:r>
              <a:rPr lang="en-CA" sz="1100" kern="1200" err="1">
                <a:solidFill>
                  <a:srgbClr val="4A4A4D"/>
                </a:solidFill>
                <a:latin typeface="+mn-lt"/>
                <a:ea typeface="Open Sans" panose="020B0606030504020204" pitchFamily="34" charset="0"/>
                <a:cs typeface="Open Sans" panose="020B0606030504020204" pitchFamily="34" charset="0"/>
              </a:rPr>
              <a:t>est</a:t>
            </a:r>
            <a:r>
              <a:rPr lang="en-CA" sz="1100" kern="1200">
                <a:solidFill>
                  <a:srgbClr val="4A4A4D"/>
                </a:solidFill>
                <a:latin typeface="+mn-lt"/>
                <a:ea typeface="Open Sans" panose="020B0606030504020204" pitchFamily="34" charset="0"/>
                <a:cs typeface="Open Sans" panose="020B0606030504020204" pitchFamily="34" charset="0"/>
              </a:rPr>
              <a:t>, cum que </a:t>
            </a:r>
            <a:r>
              <a:rPr lang="en-CA" sz="1100" kern="1200" err="1">
                <a:solidFill>
                  <a:srgbClr val="4A4A4D"/>
                </a:solidFill>
                <a:latin typeface="+mn-lt"/>
                <a:ea typeface="Open Sans" panose="020B0606030504020204" pitchFamily="34" charset="0"/>
                <a:cs typeface="Open Sans" panose="020B0606030504020204" pitchFamily="34" charset="0"/>
              </a:rPr>
              <a:t>vendis</a:t>
            </a:r>
            <a:r>
              <a:rPr lang="en-CA" sz="1100" kern="1200">
                <a:solidFill>
                  <a:srgbClr val="4A4A4D"/>
                </a:solidFill>
                <a:latin typeface="+mn-lt"/>
                <a:ea typeface="Open Sans" panose="020B0606030504020204" pitchFamily="34" charset="0"/>
                <a:cs typeface="Open Sans" panose="020B0606030504020204" pitchFamily="34" charset="0"/>
              </a:rPr>
              <a:t> </a:t>
            </a:r>
            <a:r>
              <a:rPr lang="en-CA" sz="1100" kern="1200" err="1">
                <a:solidFill>
                  <a:srgbClr val="4A4A4D"/>
                </a:solidFill>
                <a:latin typeface="+mn-lt"/>
                <a:ea typeface="Open Sans" panose="020B0606030504020204" pitchFamily="34" charset="0"/>
                <a:cs typeface="Open Sans" panose="020B0606030504020204" pitchFamily="34" charset="0"/>
              </a:rPr>
              <a:t>dolland</a:t>
            </a:r>
            <a:r>
              <a:rPr lang="en-CA" sz="1100" kern="1200">
                <a:solidFill>
                  <a:srgbClr val="4A4A4D"/>
                </a:solidFill>
                <a:latin typeface="+mn-lt"/>
                <a:ea typeface="Open Sans" panose="020B0606030504020204" pitchFamily="34" charset="0"/>
                <a:cs typeface="Open Sans" panose="020B0606030504020204" pitchFamily="34" charset="0"/>
              </a:rPr>
              <a:t>.</a:t>
            </a:r>
            <a:endParaRPr lang="en-CA" sz="1100" kern="1200">
              <a:latin typeface="+mn-lt"/>
            </a:endParaRPr>
          </a:p>
        </p:txBody>
      </p:sp>
      <p:sp>
        <p:nvSpPr>
          <p:cNvPr id="21" name="Freeform: Shape 20">
            <a:extLst>
              <a:ext uri="{FF2B5EF4-FFF2-40B4-BE49-F238E27FC236}">
                <a16:creationId xmlns:a16="http://schemas.microsoft.com/office/drawing/2014/main" id="{CD0CD5D6-0F79-4AC4-C22C-15873EC8086B}"/>
              </a:ext>
            </a:extLst>
          </p:cNvPr>
          <p:cNvSpPr/>
          <p:nvPr/>
        </p:nvSpPr>
        <p:spPr>
          <a:xfrm>
            <a:off x="10212971" y="5691913"/>
            <a:ext cx="1279133" cy="664951"/>
          </a:xfrm>
          <a:custGeom>
            <a:avLst/>
            <a:gdLst>
              <a:gd name="connsiteX0" fmla="*/ 0 w 1627845"/>
              <a:gd name="connsiteY0" fmla="*/ 0 h 1373167"/>
              <a:gd name="connsiteX1" fmla="*/ 1627845 w 1627845"/>
              <a:gd name="connsiteY1" fmla="*/ 0 h 1373167"/>
              <a:gd name="connsiteX2" fmla="*/ 1627845 w 1627845"/>
              <a:gd name="connsiteY2" fmla="*/ 1373167 h 1373167"/>
              <a:gd name="connsiteX3" fmla="*/ 0 w 1627845"/>
              <a:gd name="connsiteY3" fmla="*/ 1373167 h 1373167"/>
              <a:gd name="connsiteX4" fmla="*/ 0 w 1627845"/>
              <a:gd name="connsiteY4" fmla="*/ 0 h 13731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7845" h="1373167">
                <a:moveTo>
                  <a:pt x="1627845" y="1373167"/>
                </a:moveTo>
                <a:lnTo>
                  <a:pt x="0" y="1373167"/>
                </a:lnTo>
                <a:lnTo>
                  <a:pt x="0" y="0"/>
                </a:lnTo>
                <a:lnTo>
                  <a:pt x="1627845" y="0"/>
                </a:lnTo>
                <a:lnTo>
                  <a:pt x="1627845" y="1373167"/>
                </a:lnTo>
                <a:close/>
              </a:path>
            </a:pathLst>
          </a:custGeom>
          <a:no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0" tIns="45721" rIns="1" bIns="45720" numCol="1" spcCol="1270" anchor="t" anchorCtr="0">
            <a:noAutofit/>
          </a:bodyPr>
          <a:lstStyle/>
          <a:p>
            <a:pPr marL="0" lvl="0" indent="0" defTabSz="533400">
              <a:lnSpc>
                <a:spcPct val="90000"/>
              </a:lnSpc>
              <a:spcBef>
                <a:spcPct val="0"/>
              </a:spcBef>
              <a:spcAft>
                <a:spcPct val="35000"/>
              </a:spcAft>
              <a:buNone/>
            </a:pPr>
            <a:r>
              <a:rPr lang="en-CA" sz="1100" b="1" kern="1200">
                <a:solidFill>
                  <a:schemeClr val="tx2"/>
                </a:solidFill>
                <a:latin typeface="+mn-lt"/>
              </a:rPr>
              <a:t>Trend 3</a:t>
            </a:r>
          </a:p>
          <a:p>
            <a:pPr marL="0" lvl="1" indent="0" defTabSz="533400">
              <a:lnSpc>
                <a:spcPct val="90000"/>
              </a:lnSpc>
              <a:spcBef>
                <a:spcPct val="0"/>
              </a:spcBef>
              <a:spcAft>
                <a:spcPct val="15000"/>
              </a:spcAft>
              <a:buNone/>
            </a:pPr>
            <a:r>
              <a:rPr lang="en-CA" sz="1100" kern="1200" err="1">
                <a:solidFill>
                  <a:srgbClr val="4A4A4D"/>
                </a:solidFill>
                <a:latin typeface="+mn-lt"/>
                <a:ea typeface="Open Sans" panose="020B0606030504020204" pitchFamily="34" charset="0"/>
                <a:cs typeface="Open Sans" panose="020B0606030504020204" pitchFamily="34" charset="0"/>
              </a:rPr>
              <a:t>Landae</a:t>
            </a:r>
            <a:r>
              <a:rPr lang="en-CA" sz="1100" kern="1200">
                <a:solidFill>
                  <a:srgbClr val="4A4A4D"/>
                </a:solidFill>
                <a:latin typeface="+mn-lt"/>
                <a:ea typeface="Open Sans" panose="020B0606030504020204" pitchFamily="34" charset="0"/>
                <a:cs typeface="Open Sans" panose="020B0606030504020204" pitchFamily="34" charset="0"/>
              </a:rPr>
              <a:t> </a:t>
            </a:r>
            <a:r>
              <a:rPr lang="en-CA" sz="1100" kern="1200" err="1">
                <a:solidFill>
                  <a:srgbClr val="4A4A4D"/>
                </a:solidFill>
                <a:latin typeface="+mn-lt"/>
                <a:ea typeface="Open Sans" panose="020B0606030504020204" pitchFamily="34" charset="0"/>
                <a:cs typeface="Open Sans" panose="020B0606030504020204" pitchFamily="34" charset="0"/>
              </a:rPr>
              <a:t>est</a:t>
            </a:r>
            <a:r>
              <a:rPr lang="en-CA" sz="1100" kern="1200">
                <a:solidFill>
                  <a:srgbClr val="4A4A4D"/>
                </a:solidFill>
                <a:latin typeface="+mn-lt"/>
                <a:ea typeface="Open Sans" panose="020B0606030504020204" pitchFamily="34" charset="0"/>
                <a:cs typeface="Open Sans" panose="020B0606030504020204" pitchFamily="34" charset="0"/>
              </a:rPr>
              <a:t>, cum que </a:t>
            </a:r>
            <a:r>
              <a:rPr lang="en-CA" sz="1100" kern="1200" err="1">
                <a:solidFill>
                  <a:srgbClr val="4A4A4D"/>
                </a:solidFill>
                <a:latin typeface="+mn-lt"/>
                <a:ea typeface="Open Sans" panose="020B0606030504020204" pitchFamily="34" charset="0"/>
                <a:cs typeface="Open Sans" panose="020B0606030504020204" pitchFamily="34" charset="0"/>
              </a:rPr>
              <a:t>vendis</a:t>
            </a:r>
            <a:r>
              <a:rPr lang="en-CA" sz="1100" kern="1200">
                <a:solidFill>
                  <a:srgbClr val="4A4A4D"/>
                </a:solidFill>
                <a:latin typeface="+mn-lt"/>
                <a:ea typeface="Open Sans" panose="020B0606030504020204" pitchFamily="34" charset="0"/>
                <a:cs typeface="Open Sans" panose="020B0606030504020204" pitchFamily="34" charset="0"/>
              </a:rPr>
              <a:t> </a:t>
            </a:r>
            <a:r>
              <a:rPr lang="en-CA" sz="1100" kern="1200" err="1">
                <a:solidFill>
                  <a:srgbClr val="4A4A4D"/>
                </a:solidFill>
                <a:latin typeface="+mn-lt"/>
                <a:ea typeface="Open Sans" panose="020B0606030504020204" pitchFamily="34" charset="0"/>
                <a:cs typeface="Open Sans" panose="020B0606030504020204" pitchFamily="34" charset="0"/>
              </a:rPr>
              <a:t>dolland</a:t>
            </a:r>
            <a:r>
              <a:rPr lang="en-CA" sz="1100" kern="1200">
                <a:solidFill>
                  <a:srgbClr val="4A4A4D"/>
                </a:solidFill>
                <a:latin typeface="+mn-lt"/>
                <a:ea typeface="Open Sans" panose="020B0606030504020204" pitchFamily="34" charset="0"/>
                <a:cs typeface="Open Sans" panose="020B0606030504020204" pitchFamily="34" charset="0"/>
              </a:rPr>
              <a:t>.</a:t>
            </a:r>
            <a:endParaRPr lang="en-CA" sz="1100" kern="1200">
              <a:latin typeface="+mn-lt"/>
            </a:endParaRPr>
          </a:p>
        </p:txBody>
      </p:sp>
      <p:sp>
        <p:nvSpPr>
          <p:cNvPr id="4" name="Rounded Rectangle 3">
            <a:extLst>
              <a:ext uri="{FF2B5EF4-FFF2-40B4-BE49-F238E27FC236}">
                <a16:creationId xmlns:a16="http://schemas.microsoft.com/office/drawing/2014/main" id="{4652FF84-F01F-B69B-5B57-C08D57378AB0}"/>
              </a:ext>
            </a:extLst>
          </p:cNvPr>
          <p:cNvSpPr/>
          <p:nvPr/>
        </p:nvSpPr>
        <p:spPr>
          <a:xfrm>
            <a:off x="2247486" y="2950779"/>
            <a:ext cx="1318654" cy="956441"/>
          </a:xfrm>
          <a:prstGeom prst="roundRect">
            <a:avLst/>
          </a:prstGeom>
          <a:solidFill>
            <a:srgbClr val="FBD1D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CA" sz="1200" noProof="0">
                <a:solidFill>
                  <a:schemeClr val="tx2"/>
                </a:solidFill>
              </a:rPr>
              <a:t>Sample Graph</a:t>
            </a:r>
          </a:p>
        </p:txBody>
      </p:sp>
      <p:sp>
        <p:nvSpPr>
          <p:cNvPr id="16" name="Rounded Rectangle 15">
            <a:extLst>
              <a:ext uri="{FF2B5EF4-FFF2-40B4-BE49-F238E27FC236}">
                <a16:creationId xmlns:a16="http://schemas.microsoft.com/office/drawing/2014/main" id="{C24BBA6D-E9D8-68BB-90E8-40931FBEA550}"/>
              </a:ext>
            </a:extLst>
          </p:cNvPr>
          <p:cNvSpPr/>
          <p:nvPr/>
        </p:nvSpPr>
        <p:spPr>
          <a:xfrm>
            <a:off x="8477149" y="2835511"/>
            <a:ext cx="1318654" cy="956441"/>
          </a:xfrm>
          <a:prstGeom prst="roundRect">
            <a:avLst/>
          </a:prstGeom>
          <a:solidFill>
            <a:srgbClr val="FBD1D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CA" sz="1200" noProof="0">
                <a:solidFill>
                  <a:schemeClr val="tx2"/>
                </a:solidFill>
              </a:rPr>
              <a:t>Sample Graph</a:t>
            </a:r>
          </a:p>
        </p:txBody>
      </p:sp>
    </p:spTree>
    <p:custDataLst>
      <p:custData r:id="rId1"/>
      <p:custData r:id="rId2"/>
    </p:custDataLst>
    <p:extLst>
      <p:ext uri="{BB962C8B-B14F-4D97-AF65-F5344CB8AC3E}">
        <p14:creationId xmlns:p14="http://schemas.microsoft.com/office/powerpoint/2010/main" val="39153051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19">
            <a:extLst>
              <a:ext uri="{FF2B5EF4-FFF2-40B4-BE49-F238E27FC236}">
                <a16:creationId xmlns:a16="http://schemas.microsoft.com/office/drawing/2014/main" id="{CD175A3C-8F26-841E-6A66-759C13DE0841}"/>
              </a:ext>
            </a:extLst>
          </p:cNvPr>
          <p:cNvGraphicFramePr>
            <a:graphicFrameLocks noGrp="1"/>
          </p:cNvGraphicFramePr>
          <p:nvPr>
            <p:ph idx="1"/>
          </p:nvPr>
        </p:nvGraphicFramePr>
        <p:xfrm>
          <a:off x="647700" y="2123256"/>
          <a:ext cx="8116890" cy="4284744"/>
        </p:xfrm>
        <a:graphic>
          <a:graphicData uri="http://schemas.openxmlformats.org/drawingml/2006/table">
            <a:tbl>
              <a:tblPr firstRow="1" bandRow="1">
                <a:tableStyleId>{69012ECD-51FC-41F1-AA8D-1B2483CD663E}</a:tableStyleId>
              </a:tblPr>
              <a:tblGrid>
                <a:gridCol w="982294">
                  <a:extLst>
                    <a:ext uri="{9D8B030D-6E8A-4147-A177-3AD203B41FA5}">
                      <a16:colId xmlns:a16="http://schemas.microsoft.com/office/drawing/2014/main" val="1455216386"/>
                    </a:ext>
                  </a:extLst>
                </a:gridCol>
                <a:gridCol w="1051132">
                  <a:extLst>
                    <a:ext uri="{9D8B030D-6E8A-4147-A177-3AD203B41FA5}">
                      <a16:colId xmlns:a16="http://schemas.microsoft.com/office/drawing/2014/main" val="760175056"/>
                    </a:ext>
                  </a:extLst>
                </a:gridCol>
                <a:gridCol w="598206">
                  <a:extLst>
                    <a:ext uri="{9D8B030D-6E8A-4147-A177-3AD203B41FA5}">
                      <a16:colId xmlns:a16="http://schemas.microsoft.com/office/drawing/2014/main" val="3210389251"/>
                    </a:ext>
                  </a:extLst>
                </a:gridCol>
                <a:gridCol w="495656">
                  <a:extLst>
                    <a:ext uri="{9D8B030D-6E8A-4147-A177-3AD203B41FA5}">
                      <a16:colId xmlns:a16="http://schemas.microsoft.com/office/drawing/2014/main" val="4152001563"/>
                    </a:ext>
                  </a:extLst>
                </a:gridCol>
                <a:gridCol w="854579">
                  <a:extLst>
                    <a:ext uri="{9D8B030D-6E8A-4147-A177-3AD203B41FA5}">
                      <a16:colId xmlns:a16="http://schemas.microsoft.com/office/drawing/2014/main" val="4030720181"/>
                    </a:ext>
                  </a:extLst>
                </a:gridCol>
                <a:gridCol w="1025496">
                  <a:extLst>
                    <a:ext uri="{9D8B030D-6E8A-4147-A177-3AD203B41FA5}">
                      <a16:colId xmlns:a16="http://schemas.microsoft.com/office/drawing/2014/main" val="2244023881"/>
                    </a:ext>
                  </a:extLst>
                </a:gridCol>
                <a:gridCol w="863125">
                  <a:extLst>
                    <a:ext uri="{9D8B030D-6E8A-4147-A177-3AD203B41FA5}">
                      <a16:colId xmlns:a16="http://schemas.microsoft.com/office/drawing/2014/main" val="984465675"/>
                    </a:ext>
                  </a:extLst>
                </a:gridCol>
                <a:gridCol w="760576">
                  <a:extLst>
                    <a:ext uri="{9D8B030D-6E8A-4147-A177-3AD203B41FA5}">
                      <a16:colId xmlns:a16="http://schemas.microsoft.com/office/drawing/2014/main" val="4149671417"/>
                    </a:ext>
                  </a:extLst>
                </a:gridCol>
                <a:gridCol w="752030">
                  <a:extLst>
                    <a:ext uri="{9D8B030D-6E8A-4147-A177-3AD203B41FA5}">
                      <a16:colId xmlns:a16="http://schemas.microsoft.com/office/drawing/2014/main" val="1274020262"/>
                    </a:ext>
                  </a:extLst>
                </a:gridCol>
                <a:gridCol w="733796">
                  <a:extLst>
                    <a:ext uri="{9D8B030D-6E8A-4147-A177-3AD203B41FA5}">
                      <a16:colId xmlns:a16="http://schemas.microsoft.com/office/drawing/2014/main" val="401139279"/>
                    </a:ext>
                  </a:extLst>
                </a:gridCol>
              </a:tblGrid>
              <a:tr h="435924">
                <a:tc>
                  <a:txBody>
                    <a:bodyPr/>
                    <a:lstStyle/>
                    <a:p>
                      <a:pPr algn="ctr"/>
                      <a:r>
                        <a:rPr lang="en-US" sz="900" b="0">
                          <a:solidFill>
                            <a:schemeClr val="accent2"/>
                          </a:solidFill>
                          <a:latin typeface="+mn-lt"/>
                          <a:ea typeface="Open Sans SemiBold" panose="020B0706030804020204" pitchFamily="34" charset="0"/>
                          <a:cs typeface="Open Sans SemiBold" panose="020B0706030804020204" pitchFamily="34" charset="0"/>
                        </a:rPr>
                        <a:t>Building</a:t>
                      </a:r>
                    </a:p>
                  </a:txBody>
                  <a:tcPr anchor="ctr">
                    <a:lnL w="6350" cap="flat" cmpd="sng" algn="ctr">
                      <a:noFill/>
                      <a:prstDash val="solid"/>
                      <a:round/>
                      <a:headEnd type="none" w="med" len="med"/>
                      <a:tailEnd type="none" w="med" len="med"/>
                    </a:lnL>
                    <a:lnT w="6350" cap="flat" cmpd="sng" algn="ctr">
                      <a:no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a:solidFill>
                            <a:schemeClr val="accent2"/>
                          </a:solidFill>
                          <a:latin typeface="+mn-lt"/>
                          <a:ea typeface="Open Sans SemiBold" panose="020B0706030804020204" pitchFamily="34" charset="0"/>
                          <a:cs typeface="Open Sans SemiBold" panose="020B0706030804020204" pitchFamily="34" charset="0"/>
                        </a:rPr>
                        <a:t>Address</a:t>
                      </a:r>
                    </a:p>
                  </a:txBody>
                  <a:tcPr anchor="ctr">
                    <a:lnT w="6350" cap="flat" cmpd="sng" algn="ctr">
                      <a:no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a:solidFill>
                            <a:schemeClr val="accent2"/>
                          </a:solidFill>
                          <a:latin typeface="+mn-lt"/>
                          <a:ea typeface="Open Sans SemiBold" panose="020B0706030804020204" pitchFamily="34" charset="0"/>
                          <a:cs typeface="Open Sans SemiBold" panose="020B0706030804020204" pitchFamily="34" charset="0"/>
                        </a:rPr>
                        <a:t>Target Space</a:t>
                      </a:r>
                    </a:p>
                  </a:txBody>
                  <a:tcPr anchor="ctr">
                    <a:lnT w="6350" cap="flat" cmpd="sng" algn="ctr">
                      <a:no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a:solidFill>
                            <a:schemeClr val="accent2"/>
                          </a:solidFill>
                          <a:latin typeface="+mn-lt"/>
                          <a:ea typeface="Open Sans SemiBold" panose="020B0706030804020204" pitchFamily="34" charset="0"/>
                          <a:cs typeface="Open Sans SemiBold" panose="020B0706030804020204" pitchFamily="34" charset="0"/>
                        </a:rPr>
                        <a:t>Class</a:t>
                      </a:r>
                    </a:p>
                  </a:txBody>
                  <a:tcPr anchor="ctr">
                    <a:lnT w="6350" cap="flat" cmpd="sng" algn="ctr">
                      <a:no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a:solidFill>
                            <a:schemeClr val="accent2"/>
                          </a:solidFill>
                          <a:latin typeface="+mn-lt"/>
                          <a:ea typeface="Open Sans SemiBold" panose="020B0706030804020204" pitchFamily="34" charset="0"/>
                          <a:cs typeface="Open Sans SemiBold" panose="020B0706030804020204" pitchFamily="34" charset="0"/>
                        </a:rPr>
                        <a:t>Building SF</a:t>
                      </a:r>
                    </a:p>
                  </a:txBody>
                  <a:tcPr anchor="ctr">
                    <a:lnT w="6350" cap="flat" cmpd="sng" algn="ctr">
                      <a:no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a:solidFill>
                            <a:schemeClr val="accent2"/>
                          </a:solidFill>
                          <a:latin typeface="+mn-lt"/>
                          <a:ea typeface="Open Sans SemiBold" panose="020B0706030804020204" pitchFamily="34" charset="0"/>
                          <a:cs typeface="Open Sans SemiBold" panose="020B0706030804020204" pitchFamily="34" charset="0"/>
                        </a:rPr>
                        <a:t>Largest Contig. Space</a:t>
                      </a:r>
                    </a:p>
                  </a:txBody>
                  <a:tcPr anchor="ctr">
                    <a:lnT w="6350" cap="flat" cmpd="sng" algn="ctr">
                      <a:no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a:solidFill>
                            <a:schemeClr val="accent2"/>
                          </a:solidFill>
                          <a:latin typeface="+mn-lt"/>
                          <a:ea typeface="Open Sans SemiBold" panose="020B0706030804020204" pitchFamily="34" charset="0"/>
                          <a:cs typeface="Open Sans SemiBold" panose="020B0706030804020204" pitchFamily="34" charset="0"/>
                        </a:rPr>
                        <a:t>Occupancy Rate</a:t>
                      </a:r>
                    </a:p>
                  </a:txBody>
                  <a:tcPr anchor="ctr">
                    <a:lnT w="6350" cap="flat" cmpd="sng" algn="ctr">
                      <a:no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a:solidFill>
                            <a:schemeClr val="accent2"/>
                          </a:solidFill>
                          <a:latin typeface="+mn-lt"/>
                          <a:ea typeface="Open Sans SemiBold" panose="020B0706030804020204" pitchFamily="34" charset="0"/>
                          <a:cs typeface="Open Sans SemiBold" panose="020B0706030804020204" pitchFamily="34" charset="0"/>
                        </a:rPr>
                        <a:t>Asking Rate PSF</a:t>
                      </a:r>
                    </a:p>
                  </a:txBody>
                  <a:tcPr anchor="ctr">
                    <a:lnT w="6350" cap="flat" cmpd="sng" algn="ctr">
                      <a:no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a:solidFill>
                            <a:schemeClr val="accent2"/>
                          </a:solidFill>
                          <a:latin typeface="+mn-lt"/>
                          <a:ea typeface="Open Sans SemiBold" panose="020B0706030804020204" pitchFamily="34" charset="0"/>
                          <a:cs typeface="Open Sans SemiBold" panose="020B0706030804020204" pitchFamily="34" charset="0"/>
                        </a:rPr>
                        <a:t>Amenity Rating</a:t>
                      </a:r>
                    </a:p>
                  </a:txBody>
                  <a:tcPr anchor="ctr">
                    <a:lnR w="6350" cap="flat" cmpd="sng" algn="ctr">
                      <a:noFill/>
                      <a:prstDash val="solid"/>
                      <a:round/>
                      <a:headEnd type="none" w="med" len="med"/>
                      <a:tailEnd type="none" w="med" len="med"/>
                    </a:lnR>
                    <a:lnT w="6350" cap="flat" cmpd="sng" algn="ctr">
                      <a:no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a:solidFill>
                            <a:schemeClr val="accent2"/>
                          </a:solidFill>
                          <a:latin typeface="+mn-lt"/>
                          <a:ea typeface="Open Sans SemiBold" panose="020B0706030804020204" pitchFamily="34" charset="0"/>
                          <a:cs typeface="Open Sans SemiBold" panose="020B0706030804020204" pitchFamily="34" charset="0"/>
                        </a:rPr>
                        <a:t>Inst. Owner</a:t>
                      </a:r>
                    </a:p>
                  </a:txBody>
                  <a:tcPr anchor="ctr">
                    <a:lnL>
                      <a:noFill/>
                    </a:lnL>
                    <a:lnR w="6350" cap="flat" cmpd="sng" algn="ctr">
                      <a:noFill/>
                      <a:prstDash val="solid"/>
                      <a:round/>
                      <a:headEnd type="none" w="med" len="med"/>
                      <a:tailEnd type="none" w="med" len="med"/>
                    </a:lnR>
                    <a:lnT w="6350" cap="flat" cmpd="sng" algn="ctr">
                      <a:noFill/>
                      <a:prstDash val="solid"/>
                      <a:round/>
                      <a:headEnd type="none" w="med" len="med"/>
                      <a:tailEnd type="none" w="med" len="med"/>
                    </a:lnT>
                    <a:noFill/>
                  </a:tcPr>
                </a:tc>
                <a:extLst>
                  <a:ext uri="{0D108BD9-81ED-4DB2-BD59-A6C34878D82A}">
                    <a16:rowId xmlns:a16="http://schemas.microsoft.com/office/drawing/2014/main" val="676314784"/>
                  </a:ext>
                </a:extLst>
              </a:tr>
              <a:tr h="641470">
                <a:tc>
                  <a:txBody>
                    <a:bodyPr/>
                    <a:lstStyle/>
                    <a:p>
                      <a:pPr algn="ctr"/>
                      <a:endParaRPr lang="en-US"/>
                    </a:p>
                  </a:txBody>
                  <a:tcPr anchor="ctr">
                    <a:lnL w="6350" cap="flat" cmpd="sng" algn="ctr">
                      <a:noFill/>
                      <a:prstDash val="solid"/>
                      <a:round/>
                      <a:headEnd type="none" w="med" len="med"/>
                      <a:tailEnd type="none" w="med" len="med"/>
                    </a:lnL>
                    <a:lnB w="6350" cap="flat" cmpd="sng" algn="ctr">
                      <a:solidFill>
                        <a:schemeClr val="bg2"/>
                      </a:solidFill>
                      <a:prstDash val="solid"/>
                      <a:round/>
                      <a:headEnd type="none" w="med" len="med"/>
                      <a:tailEnd type="none" w="med" len="med"/>
                    </a:lnB>
                  </a:tcPr>
                </a:tc>
                <a:tc>
                  <a:txBody>
                    <a:bodyPr/>
                    <a:lstStyle/>
                    <a:p>
                      <a:pPr algn="ctr"/>
                      <a:endParaRPr lang="en-US">
                        <a:solidFill>
                          <a:schemeClr val="tx1"/>
                        </a:solidFill>
                      </a:endParaRPr>
                    </a:p>
                  </a:txBody>
                  <a:tcPr anchor="ctr">
                    <a:lnB w="6350" cap="flat" cmpd="sng" algn="ctr">
                      <a:solidFill>
                        <a:schemeClr val="bg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latin typeface="+mn-lt"/>
                          <a:cs typeface="Aaux Next Regular"/>
                        </a:rPr>
                        <a:t>XX,XXX</a:t>
                      </a:r>
                    </a:p>
                  </a:txBody>
                  <a:tcPr marL="0" marR="0" marT="0" marB="0" anchor="ctr">
                    <a:lnB w="6350" cap="flat" cmpd="sng" algn="ctr">
                      <a:solidFill>
                        <a:schemeClr val="bg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58595B"/>
                          </a:solidFill>
                          <a:effectLst/>
                          <a:uLnTx/>
                          <a:uFillTx/>
                          <a:latin typeface="+mn-lt"/>
                          <a:ea typeface="+mn-ea"/>
                          <a:cs typeface="Aaux Next Regular"/>
                        </a:rPr>
                        <a:t>X</a:t>
                      </a:r>
                      <a:endParaRPr kumimoji="0" lang="en-US" sz="700" b="0" i="0" u="none" strike="noStrike" kern="1200" cap="none" spc="0" normalizeH="0" baseline="0" noProof="0">
                        <a:ln>
                          <a:noFill/>
                        </a:ln>
                        <a:solidFill>
                          <a:srgbClr val="4A4A4D"/>
                        </a:solidFill>
                        <a:effectLst/>
                        <a:uLnTx/>
                        <a:uFillTx/>
                        <a:latin typeface="+mn-lt"/>
                        <a:ea typeface="+mn-ea"/>
                        <a:cs typeface="Aaux Next Regular"/>
                      </a:endParaRPr>
                    </a:p>
                  </a:txBody>
                  <a:tcPr marL="0" marR="0" marT="0" marB="0" anchor="ctr">
                    <a:lnB w="6350" cap="flat" cmpd="sng" algn="ctr">
                      <a:solidFill>
                        <a:schemeClr val="bg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58595B"/>
                          </a:solidFill>
                          <a:effectLst/>
                          <a:uLnTx/>
                          <a:uFillTx/>
                          <a:latin typeface="+mn-lt"/>
                          <a:ea typeface="+mn-ea"/>
                          <a:cs typeface="Aaux Next Regular"/>
                        </a:rPr>
                        <a:t>XX,XXX</a:t>
                      </a:r>
                      <a:endParaRPr kumimoji="0" lang="en-US" sz="700" b="0" i="0" u="none" strike="noStrike" kern="1200" cap="none" spc="0" normalizeH="0" baseline="0" noProof="0">
                        <a:ln>
                          <a:noFill/>
                        </a:ln>
                        <a:solidFill>
                          <a:srgbClr val="4A4A4D"/>
                        </a:solidFill>
                        <a:effectLst/>
                        <a:uLnTx/>
                        <a:uFillTx/>
                        <a:latin typeface="+mn-lt"/>
                        <a:ea typeface="+mn-ea"/>
                        <a:cs typeface="Aaux Next Regular"/>
                      </a:endParaRPr>
                    </a:p>
                  </a:txBody>
                  <a:tcPr marL="0" marR="0" marT="0" marB="0" anchor="ctr">
                    <a:lnB w="6350" cap="flat" cmpd="sng" algn="ctr">
                      <a:solidFill>
                        <a:schemeClr val="bg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solidFill>
                            <a:srgbClr val="58595B"/>
                          </a:solidFill>
                          <a:latin typeface="+mn-lt"/>
                          <a:cs typeface="Aaux Next Regular"/>
                        </a:rPr>
                        <a:t>XX,XXX</a:t>
                      </a:r>
                      <a:endParaRPr lang="en-US" sz="800">
                        <a:latin typeface="+mn-lt"/>
                        <a:cs typeface="Aaux Next Regular"/>
                      </a:endParaRPr>
                    </a:p>
                  </a:txBody>
                  <a:tcPr marL="0" marR="0" marT="0" marB="0" anchor="ctr">
                    <a:lnB w="6350" cap="flat" cmpd="sng" algn="ctr">
                      <a:solidFill>
                        <a:schemeClr val="bg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58595B"/>
                          </a:solidFill>
                          <a:effectLst/>
                          <a:uLnTx/>
                          <a:uFillTx/>
                          <a:latin typeface="+mn-lt"/>
                          <a:ea typeface="+mn-ea"/>
                          <a:cs typeface="Aaux Next Regular"/>
                        </a:rPr>
                        <a:t>XX%</a:t>
                      </a:r>
                      <a:endParaRPr kumimoji="0" lang="en-US" sz="700" b="0" i="0" u="none" strike="noStrike" kern="1200" cap="none" spc="0" normalizeH="0" baseline="0" noProof="0">
                        <a:ln>
                          <a:noFill/>
                        </a:ln>
                        <a:solidFill>
                          <a:srgbClr val="4A4A4D"/>
                        </a:solidFill>
                        <a:effectLst/>
                        <a:uLnTx/>
                        <a:uFillTx/>
                        <a:latin typeface="+mn-lt"/>
                        <a:ea typeface="+mn-ea"/>
                        <a:cs typeface="Aaux Next Regular"/>
                      </a:endParaRPr>
                    </a:p>
                  </a:txBody>
                  <a:tcPr marL="0" marR="0" marT="0" marB="0" anchor="ctr">
                    <a:lnR w="6350" cap="flat" cmpd="sng" algn="ctr">
                      <a:noFill/>
                      <a:prstDash val="solid"/>
                      <a:round/>
                      <a:headEnd type="none" w="med" len="med"/>
                      <a:tailEnd type="none" w="med" len="med"/>
                    </a:lnR>
                    <a:lnB w="6350" cap="flat" cmpd="sng" algn="ctr">
                      <a:solidFill>
                        <a:schemeClr val="bg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58595B"/>
                          </a:solidFill>
                          <a:effectLst/>
                          <a:uLnTx/>
                          <a:uFillTx/>
                          <a:latin typeface="+mn-lt"/>
                          <a:ea typeface="+mn-ea"/>
                          <a:cs typeface="Aaux Next Regular"/>
                        </a:rPr>
                        <a:t>$XX,XXX</a:t>
                      </a:r>
                      <a:endParaRPr kumimoji="0" lang="en-US" sz="700" b="0" i="0" u="none" strike="noStrike" kern="1200" cap="none" spc="0" normalizeH="0" baseline="0" noProof="0">
                        <a:ln>
                          <a:noFill/>
                        </a:ln>
                        <a:solidFill>
                          <a:srgbClr val="4A4A4D"/>
                        </a:solidFill>
                        <a:effectLst/>
                        <a:uLnTx/>
                        <a:uFillTx/>
                        <a:latin typeface="+mn-lt"/>
                        <a:ea typeface="+mn-ea"/>
                        <a:cs typeface="Aaux Next Regular"/>
                      </a:endParaRPr>
                    </a:p>
                  </a:txBody>
                  <a:tcPr marL="0" marR="0" marT="0" marB="0" anchor="ctr">
                    <a:lnL w="6350" cap="flat" cmpd="sng" algn="ctr">
                      <a:noFill/>
                      <a:prstDash val="solid"/>
                      <a:round/>
                      <a:headEnd type="none" w="med" len="med"/>
                      <a:tailEnd type="none" w="med" len="med"/>
                    </a:lnL>
                    <a:lnB w="6350" cap="flat" cmpd="sng" algn="ctr">
                      <a:solidFill>
                        <a:schemeClr val="bg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solidFill>
                            <a:srgbClr val="58595B"/>
                          </a:solidFill>
                          <a:latin typeface="+mn-lt"/>
                          <a:cs typeface="Aaux Next Regular"/>
                        </a:rPr>
                        <a:t>X</a:t>
                      </a:r>
                      <a:endParaRPr lang="en-US" sz="800">
                        <a:latin typeface="+mn-lt"/>
                        <a:cs typeface="Aaux Next Regular"/>
                      </a:endParaRPr>
                    </a:p>
                  </a:txBody>
                  <a:tcPr marL="0" marR="0" marT="0" marB="0" anchor="ctr">
                    <a:lnR w="6350" cap="flat" cmpd="sng" algn="ctr">
                      <a:noFill/>
                      <a:prstDash val="solid"/>
                      <a:round/>
                      <a:headEnd type="none" w="med" len="med"/>
                      <a:tailEnd type="none" w="med" len="med"/>
                    </a:lnR>
                    <a:lnB w="6350" cap="flat" cmpd="sng" algn="ctr">
                      <a:solidFill>
                        <a:schemeClr val="bg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latin typeface="+mn-lt"/>
                          <a:cs typeface="Aaux Next Regular"/>
                        </a:rPr>
                        <a:t>X</a:t>
                      </a:r>
                    </a:p>
                  </a:txBody>
                  <a:tcPr marL="0" marR="0" marT="0" marB="0" anchor="ctr">
                    <a:lnL>
                      <a:noFill/>
                    </a:lnL>
                    <a:lnR w="6350" cap="flat" cmpd="sng" algn="ctr">
                      <a:noFill/>
                      <a:prstDash val="solid"/>
                      <a:round/>
                      <a:headEnd type="none" w="med" len="med"/>
                      <a:tailEnd type="none" w="med" len="med"/>
                    </a:lnR>
                    <a:lnB w="635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731647480"/>
                  </a:ext>
                </a:extLst>
              </a:tr>
              <a:tr h="641470">
                <a:tc>
                  <a:txBody>
                    <a:bodyPr/>
                    <a:lstStyle/>
                    <a:p>
                      <a:endParaRPr lang="en-US"/>
                    </a:p>
                  </a:txBody>
                  <a:tcPr anchor="ctr">
                    <a:lnL w="6350" cap="flat" cmpd="sng" algn="ctr">
                      <a:noFill/>
                      <a:prstDash val="solid"/>
                      <a:round/>
                      <a:headEnd type="none" w="med" len="med"/>
                      <a:tailEnd type="none" w="med" len="med"/>
                    </a:lnL>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a:p>
                  </a:txBody>
                  <a:tcPr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a:p>
                  </a:txBody>
                  <a:tcPr marL="0" marR="0" marT="0" marB="0" anchor="ctr">
                    <a:lnR w="635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a:p>
                  </a:txBody>
                  <a:tcPr marL="0" marR="0" marT="0" marB="0" anchor="ctr">
                    <a:lnL>
                      <a:noFill/>
                    </a:lnL>
                    <a:lnR w="635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945817902"/>
                  </a:ext>
                </a:extLst>
              </a:tr>
              <a:tr h="641470">
                <a:tc>
                  <a:txBody>
                    <a:bodyPr/>
                    <a:lstStyle/>
                    <a:p>
                      <a:endParaRPr lang="en-US"/>
                    </a:p>
                  </a:txBody>
                  <a:tcPr anchor="ctr">
                    <a:lnL w="6350" cap="flat" cmpd="sng" algn="ctr">
                      <a:noFill/>
                      <a:prstDash val="solid"/>
                      <a:round/>
                      <a:headEnd type="none" w="med" len="med"/>
                      <a:tailEnd type="none" w="med" len="med"/>
                    </a:lnL>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a:p>
                  </a:txBody>
                  <a:tcPr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a:p>
                  </a:txBody>
                  <a:tcPr marL="0" marR="0" marT="0" marB="0" anchor="ctr">
                    <a:lnR w="635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a:p>
                  </a:txBody>
                  <a:tcPr marL="0" marR="0" marT="0" marB="0" anchor="ctr">
                    <a:lnL>
                      <a:noFill/>
                    </a:lnL>
                    <a:lnR w="635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539599046"/>
                  </a:ext>
                </a:extLst>
              </a:tr>
              <a:tr h="641470">
                <a:tc>
                  <a:txBody>
                    <a:bodyPr/>
                    <a:lstStyle/>
                    <a:p>
                      <a:endParaRPr lang="en-US"/>
                    </a:p>
                  </a:txBody>
                  <a:tcPr anchor="ctr">
                    <a:lnL w="6350" cap="flat" cmpd="sng" algn="ctr">
                      <a:noFill/>
                      <a:prstDash val="solid"/>
                      <a:round/>
                      <a:headEnd type="none" w="med" len="med"/>
                      <a:tailEnd type="none" w="med" len="med"/>
                    </a:lnL>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a:p>
                  </a:txBody>
                  <a:tcPr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a:p>
                  </a:txBody>
                  <a:tcPr marL="0" marR="0" marT="0" marB="0" anchor="ctr">
                    <a:lnR w="635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a:p>
                  </a:txBody>
                  <a:tcPr marL="0" marR="0" marT="0" marB="0" anchor="ctr">
                    <a:lnL>
                      <a:noFill/>
                    </a:lnL>
                    <a:lnR w="635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203531474"/>
                  </a:ext>
                </a:extLst>
              </a:tr>
              <a:tr h="641470">
                <a:tc>
                  <a:txBody>
                    <a:bodyPr/>
                    <a:lstStyle/>
                    <a:p>
                      <a:endParaRPr lang="en-US"/>
                    </a:p>
                  </a:txBody>
                  <a:tcPr anchor="ctr">
                    <a:lnL w="6350" cap="flat" cmpd="sng" algn="ctr">
                      <a:noFill/>
                      <a:prstDash val="solid"/>
                      <a:round/>
                      <a:headEnd type="none" w="med" len="med"/>
                      <a:tailEnd type="none" w="med" len="med"/>
                    </a:lnL>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a:p>
                  </a:txBody>
                  <a:tcPr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a:p>
                  </a:txBody>
                  <a:tcPr marL="0" marR="0" marT="0" marB="0" anchor="ctr">
                    <a:lnR w="635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a:p>
                  </a:txBody>
                  <a:tcPr marL="0" marR="0" marT="0" marB="0" anchor="ctr">
                    <a:lnL>
                      <a:noFill/>
                    </a:lnL>
                    <a:lnR w="635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998002317"/>
                  </a:ext>
                </a:extLst>
              </a:tr>
              <a:tr h="641470">
                <a:tc>
                  <a:txBody>
                    <a:bodyPr/>
                    <a:lstStyle/>
                    <a:p>
                      <a:endParaRPr lang="en-US"/>
                    </a:p>
                  </a:txBody>
                  <a:tcPr anchor="ctr">
                    <a:lnL w="6350" cap="flat" cmpd="sng" algn="ctr">
                      <a:noFill/>
                      <a:prstDash val="solid"/>
                      <a:round/>
                      <a:headEnd type="none" w="med" len="med"/>
                      <a:tailEnd type="none" w="med" len="med"/>
                    </a:lnL>
                    <a:lnT w="6350" cap="flat" cmpd="sng" algn="ctr">
                      <a:solidFill>
                        <a:schemeClr val="bg2"/>
                      </a:solidFill>
                      <a:prstDash val="solid"/>
                      <a:round/>
                      <a:headEnd type="none" w="med" len="med"/>
                      <a:tailEnd type="none" w="med" len="med"/>
                    </a:lnT>
                    <a:lnB w="6350" cap="flat" cmpd="sng" algn="ctr">
                      <a:noFill/>
                      <a:prstDash val="solid"/>
                      <a:round/>
                      <a:headEnd type="none" w="med" len="med"/>
                      <a:tailEnd type="none" w="med" len="med"/>
                    </a:lnB>
                  </a:tcPr>
                </a:tc>
                <a:tc>
                  <a:txBody>
                    <a:bodyPr/>
                    <a:lstStyle/>
                    <a:p>
                      <a:endParaRPr lang="en-US"/>
                    </a:p>
                  </a:txBody>
                  <a:tcPr anchor="ctr">
                    <a:lnT w="6350" cap="flat" cmpd="sng" algn="ctr">
                      <a:solidFill>
                        <a:schemeClr val="bg2"/>
                      </a:solidFill>
                      <a:prstDash val="solid"/>
                      <a:round/>
                      <a:headEnd type="none" w="med" len="med"/>
                      <a:tailEnd type="none" w="med" len="med"/>
                    </a:lnT>
                    <a:lnB w="6350" cap="flat" cmpd="sng" algn="ctr">
                      <a:noFill/>
                      <a:prstDash val="solid"/>
                      <a:round/>
                      <a:headEnd type="none" w="med" len="med"/>
                      <a:tailEnd type="none" w="med" len="med"/>
                    </a:lnB>
                  </a:tcPr>
                </a:tc>
                <a:tc>
                  <a:txBody>
                    <a:bodyPr/>
                    <a:lstStyle/>
                    <a:p>
                      <a:endParaRPr lang="en-US"/>
                    </a:p>
                  </a:txBody>
                  <a:tcPr marL="0" marR="0" marT="0" marB="0" anchor="ctr">
                    <a:lnT w="6350" cap="flat" cmpd="sng" algn="ctr">
                      <a:solidFill>
                        <a:schemeClr val="bg2"/>
                      </a:solidFill>
                      <a:prstDash val="solid"/>
                      <a:round/>
                      <a:headEnd type="none" w="med" len="med"/>
                      <a:tailEnd type="none" w="med" len="med"/>
                    </a:lnT>
                    <a:lnB w="6350" cap="flat" cmpd="sng" algn="ctr">
                      <a:noFill/>
                      <a:prstDash val="solid"/>
                      <a:round/>
                      <a:headEnd type="none" w="med" len="med"/>
                      <a:tailEnd type="none" w="med" len="med"/>
                    </a:lnB>
                  </a:tcPr>
                </a:tc>
                <a:tc>
                  <a:txBody>
                    <a:bodyPr/>
                    <a:lstStyle/>
                    <a:p>
                      <a:endParaRPr lang="en-US"/>
                    </a:p>
                  </a:txBody>
                  <a:tcPr marL="0" marR="0" marT="0" marB="0" anchor="ctr">
                    <a:lnT w="6350" cap="flat" cmpd="sng" algn="ctr">
                      <a:solidFill>
                        <a:schemeClr val="bg2"/>
                      </a:solidFill>
                      <a:prstDash val="solid"/>
                      <a:round/>
                      <a:headEnd type="none" w="med" len="med"/>
                      <a:tailEnd type="none" w="med" len="med"/>
                    </a:lnT>
                    <a:lnB w="6350" cap="flat" cmpd="sng" algn="ctr">
                      <a:noFill/>
                      <a:prstDash val="solid"/>
                      <a:round/>
                      <a:headEnd type="none" w="med" len="med"/>
                      <a:tailEnd type="none" w="med" len="med"/>
                    </a:lnB>
                  </a:tcPr>
                </a:tc>
                <a:tc>
                  <a:txBody>
                    <a:bodyPr/>
                    <a:lstStyle/>
                    <a:p>
                      <a:endParaRPr lang="en-US"/>
                    </a:p>
                  </a:txBody>
                  <a:tcPr marL="0" marR="0" marT="0" marB="0" anchor="ctr">
                    <a:lnT w="6350" cap="flat" cmpd="sng" algn="ctr">
                      <a:solidFill>
                        <a:schemeClr val="bg2"/>
                      </a:solidFill>
                      <a:prstDash val="solid"/>
                      <a:round/>
                      <a:headEnd type="none" w="med" len="med"/>
                      <a:tailEnd type="none" w="med" len="med"/>
                    </a:lnT>
                    <a:lnB w="6350" cap="flat" cmpd="sng" algn="ctr">
                      <a:noFill/>
                      <a:prstDash val="solid"/>
                      <a:round/>
                      <a:headEnd type="none" w="med" len="med"/>
                      <a:tailEnd type="none" w="med" len="med"/>
                    </a:lnB>
                  </a:tcPr>
                </a:tc>
                <a:tc>
                  <a:txBody>
                    <a:bodyPr/>
                    <a:lstStyle/>
                    <a:p>
                      <a:endParaRPr lang="en-US"/>
                    </a:p>
                  </a:txBody>
                  <a:tcPr marL="0" marR="0" marT="0" marB="0" anchor="ctr">
                    <a:lnT w="6350" cap="flat" cmpd="sng" algn="ctr">
                      <a:solidFill>
                        <a:schemeClr val="bg2"/>
                      </a:solidFill>
                      <a:prstDash val="solid"/>
                      <a:round/>
                      <a:headEnd type="none" w="med" len="med"/>
                      <a:tailEnd type="none" w="med" len="med"/>
                    </a:lnT>
                    <a:lnB w="6350" cap="flat" cmpd="sng" algn="ctr">
                      <a:noFill/>
                      <a:prstDash val="solid"/>
                      <a:round/>
                      <a:headEnd type="none" w="med" len="med"/>
                      <a:tailEnd type="none" w="med" len="med"/>
                    </a:lnB>
                  </a:tcPr>
                </a:tc>
                <a:tc>
                  <a:txBody>
                    <a:bodyPr/>
                    <a:lstStyle/>
                    <a:p>
                      <a:endParaRPr lang="en-US"/>
                    </a:p>
                  </a:txBody>
                  <a:tcPr marL="0" marR="0" marT="0" marB="0" anchor="ctr">
                    <a:lnT w="6350" cap="flat" cmpd="sng" algn="ctr">
                      <a:solidFill>
                        <a:schemeClr val="bg2"/>
                      </a:solidFill>
                      <a:prstDash val="solid"/>
                      <a:round/>
                      <a:headEnd type="none" w="med" len="med"/>
                      <a:tailEnd type="none" w="med" len="med"/>
                    </a:lnT>
                    <a:lnB w="6350" cap="flat" cmpd="sng" algn="ctr">
                      <a:noFill/>
                      <a:prstDash val="solid"/>
                      <a:round/>
                      <a:headEnd type="none" w="med" len="med"/>
                      <a:tailEnd type="none" w="med" len="med"/>
                    </a:lnB>
                  </a:tcPr>
                </a:tc>
                <a:tc>
                  <a:txBody>
                    <a:bodyPr/>
                    <a:lstStyle/>
                    <a:p>
                      <a:endParaRPr lang="en-US"/>
                    </a:p>
                  </a:txBody>
                  <a:tcPr marL="0" marR="0" marT="0" marB="0" anchor="ctr">
                    <a:lnT w="6350" cap="flat" cmpd="sng" algn="ctr">
                      <a:solidFill>
                        <a:schemeClr val="bg2"/>
                      </a:solidFill>
                      <a:prstDash val="solid"/>
                      <a:round/>
                      <a:headEnd type="none" w="med" len="med"/>
                      <a:tailEnd type="none" w="med" len="med"/>
                    </a:lnT>
                    <a:lnB w="6350" cap="flat" cmpd="sng" algn="ctr">
                      <a:noFill/>
                      <a:prstDash val="solid"/>
                      <a:round/>
                      <a:headEnd type="none" w="med" len="med"/>
                      <a:tailEnd type="none" w="med" len="med"/>
                    </a:lnB>
                  </a:tcPr>
                </a:tc>
                <a:tc>
                  <a:txBody>
                    <a:bodyPr/>
                    <a:lstStyle/>
                    <a:p>
                      <a:endParaRPr lang="en-US"/>
                    </a:p>
                  </a:txBody>
                  <a:tcPr marL="0" marR="0" marT="0" marB="0" anchor="ctr">
                    <a:lnR w="635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noFill/>
                      <a:prstDash val="solid"/>
                      <a:round/>
                      <a:headEnd type="none" w="med" len="med"/>
                      <a:tailEnd type="none" w="med" len="med"/>
                    </a:lnB>
                  </a:tcPr>
                </a:tc>
                <a:tc>
                  <a:txBody>
                    <a:bodyPr/>
                    <a:lstStyle/>
                    <a:p>
                      <a:endParaRPr lang="en-US"/>
                    </a:p>
                  </a:txBody>
                  <a:tcPr marL="0" marR="0" marT="0" marB="0" anchor="ctr">
                    <a:lnL>
                      <a:noFill/>
                    </a:lnL>
                    <a:lnR w="635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noFill/>
                      <a:prstDash val="solid"/>
                      <a:round/>
                      <a:headEnd type="none" w="med" len="med"/>
                      <a:tailEnd type="none" w="med" len="med"/>
                    </a:lnB>
                  </a:tcPr>
                </a:tc>
                <a:extLst>
                  <a:ext uri="{0D108BD9-81ED-4DB2-BD59-A6C34878D82A}">
                    <a16:rowId xmlns:a16="http://schemas.microsoft.com/office/drawing/2014/main" val="1949008707"/>
                  </a:ext>
                </a:extLst>
              </a:tr>
            </a:tbl>
          </a:graphicData>
        </a:graphic>
      </p:graphicFrame>
      <p:pic>
        <p:nvPicPr>
          <p:cNvPr id="66" name="Picture 65">
            <a:extLst>
              <a:ext uri="{FF2B5EF4-FFF2-40B4-BE49-F238E27FC236}">
                <a16:creationId xmlns:a16="http://schemas.microsoft.com/office/drawing/2014/main" id="{519462A0-3147-065E-85CD-F1E7565D427E}"/>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8980488" y="0"/>
            <a:ext cx="3211512" cy="6858000"/>
          </a:xfrm>
          <a:prstGeom prst="rect">
            <a:avLst/>
          </a:prstGeom>
        </p:spPr>
      </p:pic>
      <p:grpSp>
        <p:nvGrpSpPr>
          <p:cNvPr id="11" name="Group 10">
            <a:extLst>
              <a:ext uri="{FF2B5EF4-FFF2-40B4-BE49-F238E27FC236}">
                <a16:creationId xmlns:a16="http://schemas.microsoft.com/office/drawing/2014/main" id="{EB32B24E-1FA9-A2A5-42CB-66E8E2DA6F61}"/>
              </a:ext>
            </a:extLst>
          </p:cNvPr>
          <p:cNvGrpSpPr/>
          <p:nvPr/>
        </p:nvGrpSpPr>
        <p:grpSpPr>
          <a:xfrm>
            <a:off x="11668934" y="6329086"/>
            <a:ext cx="270000" cy="329178"/>
            <a:chOff x="9640418" y="10120045"/>
            <a:chExt cx="270000" cy="329178"/>
          </a:xfrm>
        </p:grpSpPr>
        <p:sp>
          <p:nvSpPr>
            <p:cNvPr id="13" name="Triangle 12">
              <a:extLst>
                <a:ext uri="{FF2B5EF4-FFF2-40B4-BE49-F238E27FC236}">
                  <a16:creationId xmlns:a16="http://schemas.microsoft.com/office/drawing/2014/main" id="{8BB407D6-1FDF-B2C6-3230-D43E7F4EDBCF}"/>
                </a:ext>
              </a:extLst>
            </p:cNvPr>
            <p:cNvSpPr>
              <a:spLocks noChangeAspect="1"/>
            </p:cNvSpPr>
            <p:nvPr/>
          </p:nvSpPr>
          <p:spPr>
            <a:xfrm>
              <a:off x="9723218" y="10120045"/>
              <a:ext cx="104400" cy="90000"/>
            </a:xfrm>
            <a:prstGeom prst="triangl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a:p>
          </p:txBody>
        </p:sp>
        <p:sp>
          <p:nvSpPr>
            <p:cNvPr id="14" name="Oval 13">
              <a:extLst>
                <a:ext uri="{FF2B5EF4-FFF2-40B4-BE49-F238E27FC236}">
                  <a16:creationId xmlns:a16="http://schemas.microsoft.com/office/drawing/2014/main" id="{ED4E5138-32AA-398C-FC48-05CFE19A5E82}"/>
                </a:ext>
              </a:extLst>
            </p:cNvPr>
            <p:cNvSpPr>
              <a:spLocks noChangeAspect="1"/>
            </p:cNvSpPr>
            <p:nvPr/>
          </p:nvSpPr>
          <p:spPr>
            <a:xfrm>
              <a:off x="9640418" y="10179223"/>
              <a:ext cx="270000" cy="270000"/>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130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rPr>
                <a:t>N</a:t>
              </a:r>
            </a:p>
          </p:txBody>
        </p:sp>
      </p:grpSp>
      <p:sp>
        <p:nvSpPr>
          <p:cNvPr id="19" name="Rectangle 18">
            <a:extLst>
              <a:ext uri="{FF2B5EF4-FFF2-40B4-BE49-F238E27FC236}">
                <a16:creationId xmlns:a16="http://schemas.microsoft.com/office/drawing/2014/main" id="{9EB73BD5-178B-00CC-1F87-893A33F39D59}"/>
              </a:ext>
            </a:extLst>
          </p:cNvPr>
          <p:cNvSpPr>
            <a:spLocks noChangeAspect="1"/>
          </p:cNvSpPr>
          <p:nvPr/>
        </p:nvSpPr>
        <p:spPr>
          <a:xfrm>
            <a:off x="9477713" y="4426333"/>
            <a:ext cx="288000" cy="28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1050" b="1">
                <a:latin typeface="Open Sans Semibold" panose="020B0606030504020204" pitchFamily="34" charset="0"/>
                <a:ea typeface="Open Sans Semibold" panose="020B0606030504020204" pitchFamily="34" charset="0"/>
                <a:cs typeface="Open Sans Semibold" panose="020B0606030504020204" pitchFamily="34" charset="0"/>
              </a:rPr>
              <a:t>6</a:t>
            </a:r>
          </a:p>
        </p:txBody>
      </p:sp>
      <p:sp>
        <p:nvSpPr>
          <p:cNvPr id="20" name="Rectangle 19">
            <a:extLst>
              <a:ext uri="{FF2B5EF4-FFF2-40B4-BE49-F238E27FC236}">
                <a16:creationId xmlns:a16="http://schemas.microsoft.com/office/drawing/2014/main" id="{3D838711-72AA-B1E6-CDBA-420F41884F06}"/>
              </a:ext>
            </a:extLst>
          </p:cNvPr>
          <p:cNvSpPr>
            <a:spLocks noChangeAspect="1"/>
          </p:cNvSpPr>
          <p:nvPr/>
        </p:nvSpPr>
        <p:spPr>
          <a:xfrm>
            <a:off x="10765519" y="890056"/>
            <a:ext cx="288000" cy="28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1050" b="1">
                <a:latin typeface="Open Sans Semibold" panose="020B0606030504020204" pitchFamily="34" charset="0"/>
                <a:ea typeface="Open Sans Semibold" panose="020B0606030504020204" pitchFamily="34" charset="0"/>
                <a:cs typeface="Open Sans Semibold" panose="020B0606030504020204" pitchFamily="34" charset="0"/>
              </a:rPr>
              <a:t>1</a:t>
            </a:r>
          </a:p>
        </p:txBody>
      </p:sp>
      <p:sp>
        <p:nvSpPr>
          <p:cNvPr id="21" name="Rectangle 20">
            <a:extLst>
              <a:ext uri="{FF2B5EF4-FFF2-40B4-BE49-F238E27FC236}">
                <a16:creationId xmlns:a16="http://schemas.microsoft.com/office/drawing/2014/main" id="{0C84E530-5725-E58D-8AB7-41C8BAB965EE}"/>
              </a:ext>
            </a:extLst>
          </p:cNvPr>
          <p:cNvSpPr>
            <a:spLocks noChangeAspect="1"/>
          </p:cNvSpPr>
          <p:nvPr/>
        </p:nvSpPr>
        <p:spPr>
          <a:xfrm>
            <a:off x="9748199" y="1107769"/>
            <a:ext cx="288000" cy="28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1050" b="1">
                <a:latin typeface="Open Sans Semibold" panose="020B0606030504020204" pitchFamily="34" charset="0"/>
                <a:ea typeface="Open Sans Semibold" panose="020B0606030504020204" pitchFamily="34" charset="0"/>
                <a:cs typeface="Open Sans Semibold" panose="020B0606030504020204" pitchFamily="34" charset="0"/>
              </a:rPr>
              <a:t>2</a:t>
            </a:r>
          </a:p>
        </p:txBody>
      </p:sp>
      <p:sp>
        <p:nvSpPr>
          <p:cNvPr id="22" name="Rectangle 21">
            <a:extLst>
              <a:ext uri="{FF2B5EF4-FFF2-40B4-BE49-F238E27FC236}">
                <a16:creationId xmlns:a16="http://schemas.microsoft.com/office/drawing/2014/main" id="{B1BA78E9-C9B3-D326-FDB3-0C51F6A98AC3}"/>
              </a:ext>
            </a:extLst>
          </p:cNvPr>
          <p:cNvSpPr>
            <a:spLocks noChangeAspect="1"/>
          </p:cNvSpPr>
          <p:nvPr/>
        </p:nvSpPr>
        <p:spPr>
          <a:xfrm>
            <a:off x="11335735" y="3091779"/>
            <a:ext cx="288000" cy="28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1050" b="1">
                <a:latin typeface="Open Sans Semibold" panose="020B0606030504020204" pitchFamily="34" charset="0"/>
                <a:ea typeface="Open Sans Semibold" panose="020B0606030504020204" pitchFamily="34" charset="0"/>
                <a:cs typeface="Open Sans Semibold" panose="020B0606030504020204" pitchFamily="34" charset="0"/>
              </a:rPr>
              <a:t>3</a:t>
            </a:r>
          </a:p>
        </p:txBody>
      </p:sp>
      <p:sp>
        <p:nvSpPr>
          <p:cNvPr id="23" name="Rectangle 22">
            <a:extLst>
              <a:ext uri="{FF2B5EF4-FFF2-40B4-BE49-F238E27FC236}">
                <a16:creationId xmlns:a16="http://schemas.microsoft.com/office/drawing/2014/main" id="{6102170F-8F5C-97A7-439E-5A6CCCB4B4AC}"/>
              </a:ext>
            </a:extLst>
          </p:cNvPr>
          <p:cNvSpPr>
            <a:spLocks noChangeAspect="1"/>
          </p:cNvSpPr>
          <p:nvPr/>
        </p:nvSpPr>
        <p:spPr>
          <a:xfrm>
            <a:off x="11191735" y="5028861"/>
            <a:ext cx="288000" cy="28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1050" b="1">
                <a:latin typeface="Open Sans Semibold" panose="020B0606030504020204" pitchFamily="34" charset="0"/>
                <a:ea typeface="Open Sans Semibold" panose="020B0606030504020204" pitchFamily="34" charset="0"/>
                <a:cs typeface="Open Sans Semibold" panose="020B0606030504020204" pitchFamily="34" charset="0"/>
              </a:rPr>
              <a:t>4</a:t>
            </a:r>
          </a:p>
        </p:txBody>
      </p:sp>
      <p:sp>
        <p:nvSpPr>
          <p:cNvPr id="24" name="Rectangle 23">
            <a:extLst>
              <a:ext uri="{FF2B5EF4-FFF2-40B4-BE49-F238E27FC236}">
                <a16:creationId xmlns:a16="http://schemas.microsoft.com/office/drawing/2014/main" id="{7328CDCA-7F1C-537C-89A0-FC2F571EE192}"/>
              </a:ext>
            </a:extLst>
          </p:cNvPr>
          <p:cNvSpPr>
            <a:spLocks noChangeAspect="1"/>
          </p:cNvSpPr>
          <p:nvPr/>
        </p:nvSpPr>
        <p:spPr>
          <a:xfrm>
            <a:off x="10421832" y="4426333"/>
            <a:ext cx="288000" cy="28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1050" b="1">
                <a:latin typeface="Open Sans Semibold" panose="020B0606030504020204" pitchFamily="34" charset="0"/>
                <a:ea typeface="Open Sans Semibold" panose="020B0606030504020204" pitchFamily="34" charset="0"/>
                <a:cs typeface="Open Sans Semibold" panose="020B0606030504020204" pitchFamily="34" charset="0"/>
              </a:rPr>
              <a:t>5</a:t>
            </a:r>
          </a:p>
        </p:txBody>
      </p:sp>
      <p:sp>
        <p:nvSpPr>
          <p:cNvPr id="15" name="Text Placeholder 14">
            <a:extLst>
              <a:ext uri="{FF2B5EF4-FFF2-40B4-BE49-F238E27FC236}">
                <a16:creationId xmlns:a16="http://schemas.microsoft.com/office/drawing/2014/main" id="{E89430B4-A940-83B0-229A-E980B3C5841F}"/>
              </a:ext>
            </a:extLst>
          </p:cNvPr>
          <p:cNvSpPr>
            <a:spLocks noGrp="1"/>
          </p:cNvSpPr>
          <p:nvPr>
            <p:ph type="body" sz="quarter" idx="13"/>
          </p:nvPr>
        </p:nvSpPr>
        <p:spPr>
          <a:xfrm>
            <a:off x="647525" y="669600"/>
            <a:ext cx="5448475" cy="392400"/>
          </a:xfrm>
        </p:spPr>
        <p:txBody>
          <a:bodyPr/>
          <a:lstStyle/>
          <a:p>
            <a:r>
              <a:rPr lang="en-CA" cap="all"/>
              <a:t>MARKET OVERVIEW</a:t>
            </a:r>
          </a:p>
        </p:txBody>
      </p:sp>
      <p:sp>
        <p:nvSpPr>
          <p:cNvPr id="10" name="Title 9">
            <a:extLst>
              <a:ext uri="{FF2B5EF4-FFF2-40B4-BE49-F238E27FC236}">
                <a16:creationId xmlns:a16="http://schemas.microsoft.com/office/drawing/2014/main" id="{A7D64D65-4834-C558-4719-55899EE8A5A9}"/>
              </a:ext>
            </a:extLst>
          </p:cNvPr>
          <p:cNvSpPr>
            <a:spLocks noGrp="1"/>
          </p:cNvSpPr>
          <p:nvPr>
            <p:ph type="title"/>
          </p:nvPr>
        </p:nvSpPr>
        <p:spPr>
          <a:xfrm>
            <a:off x="648000" y="1062000"/>
            <a:ext cx="5448563" cy="835200"/>
          </a:xfrm>
        </p:spPr>
        <p:txBody>
          <a:bodyPr/>
          <a:lstStyle/>
          <a:p>
            <a:r>
              <a:rPr lang="en-US"/>
              <a:t>The Right Space</a:t>
            </a:r>
            <a:endParaRPr lang="en-CA"/>
          </a:p>
        </p:txBody>
      </p:sp>
      <p:sp>
        <p:nvSpPr>
          <p:cNvPr id="16" name="Text Placeholder 15">
            <a:extLst>
              <a:ext uri="{FF2B5EF4-FFF2-40B4-BE49-F238E27FC236}">
                <a16:creationId xmlns:a16="http://schemas.microsoft.com/office/drawing/2014/main" id="{CFB01DA5-D256-6540-D8CB-78BEF0B1C017}"/>
              </a:ext>
            </a:extLst>
          </p:cNvPr>
          <p:cNvSpPr>
            <a:spLocks noGrp="1"/>
          </p:cNvSpPr>
          <p:nvPr>
            <p:ph type="body" sz="quarter" idx="14"/>
          </p:nvPr>
        </p:nvSpPr>
        <p:spPr/>
        <p:txBody>
          <a:bodyPr/>
          <a:lstStyle/>
          <a:p>
            <a:endParaRPr lang="en-CA"/>
          </a:p>
        </p:txBody>
      </p:sp>
      <p:sp>
        <p:nvSpPr>
          <p:cNvPr id="2" name="Footer Placeholder 1">
            <a:extLst>
              <a:ext uri="{FF2B5EF4-FFF2-40B4-BE49-F238E27FC236}">
                <a16:creationId xmlns:a16="http://schemas.microsoft.com/office/drawing/2014/main" id="{A366A316-D0BC-63DA-2475-CAB3EEA36EE8}"/>
              </a:ext>
            </a:extLst>
          </p:cNvPr>
          <p:cNvSpPr>
            <a:spLocks noGrp="1"/>
          </p:cNvSpPr>
          <p:nvPr>
            <p:ph type="ftr" sz="quarter" idx="11"/>
          </p:nvPr>
        </p:nvSpPr>
        <p:spPr/>
        <p:txBody>
          <a:bodyPr/>
          <a:lstStyle/>
          <a:p>
            <a:r>
              <a:rPr lang="en-CA"/>
              <a:t>Colliers</a:t>
            </a:r>
          </a:p>
        </p:txBody>
      </p:sp>
      <p:sp>
        <p:nvSpPr>
          <p:cNvPr id="3" name="Slide Number Placeholder 2">
            <a:extLst>
              <a:ext uri="{FF2B5EF4-FFF2-40B4-BE49-F238E27FC236}">
                <a16:creationId xmlns:a16="http://schemas.microsoft.com/office/drawing/2014/main" id="{FA692307-CC7E-C73A-8D5C-74E30BB8304A}"/>
              </a:ext>
            </a:extLst>
          </p:cNvPr>
          <p:cNvSpPr>
            <a:spLocks noGrp="1"/>
          </p:cNvSpPr>
          <p:nvPr>
            <p:ph type="sldNum" sz="quarter" idx="12"/>
          </p:nvPr>
        </p:nvSpPr>
        <p:spPr/>
        <p:txBody>
          <a:bodyPr/>
          <a:lstStyle/>
          <a:p>
            <a:fld id="{23AA811B-2EBD-4900-905E-5BE206449611}" type="slidenum">
              <a:rPr lang="en-CA"/>
              <a:pPr/>
              <a:t>37</a:t>
            </a:fld>
            <a:endParaRPr lang="en-CA"/>
          </a:p>
        </p:txBody>
      </p:sp>
      <p:cxnSp>
        <p:nvCxnSpPr>
          <p:cNvPr id="30" name="Straight Connector 29">
            <a:extLst>
              <a:ext uri="{FF2B5EF4-FFF2-40B4-BE49-F238E27FC236}">
                <a16:creationId xmlns:a16="http://schemas.microsoft.com/office/drawing/2014/main" id="{6276C923-67CB-B2EF-6B5F-AF523015B83D}"/>
              </a:ext>
            </a:extLst>
          </p:cNvPr>
          <p:cNvCxnSpPr/>
          <p:nvPr/>
        </p:nvCxnSpPr>
        <p:spPr>
          <a:xfrm>
            <a:off x="11125200" y="273800"/>
            <a:ext cx="0" cy="12600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31" name="Title 26">
            <a:extLst>
              <a:ext uri="{FF2B5EF4-FFF2-40B4-BE49-F238E27FC236}">
                <a16:creationId xmlns:a16="http://schemas.microsoft.com/office/drawing/2014/main" id="{80A71D42-FE81-B64A-E0A3-252824C39806}"/>
              </a:ext>
            </a:extLst>
          </p:cNvPr>
          <p:cNvSpPr txBox="1">
            <a:spLocks/>
          </p:cNvSpPr>
          <p:nvPr/>
        </p:nvSpPr>
        <p:spPr>
          <a:xfrm>
            <a:off x="9515242" y="2107668"/>
            <a:ext cx="1512000" cy="324000"/>
          </a:xfrm>
          <a:prstGeom prst="rect">
            <a:avLst/>
          </a:prstGeom>
          <a:solidFill>
            <a:schemeClr val="tx2"/>
          </a:solidFill>
        </p:spPr>
        <p:txBody>
          <a:bodyPr lIns="0" tIns="0" rIns="0" bIns="0" anchor="ctr"/>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gn="ctr">
              <a:lnSpc>
                <a:spcPct val="90000"/>
              </a:lnSpc>
            </a:pPr>
            <a:r>
              <a:rPr lang="en-CA" sz="1200" b="1">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rPr>
              <a:t>1234 Streetname</a:t>
            </a:r>
            <a:endParaRPr lang="en-CA" sz="1200" b="1" baseline="3000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endParaRPr>
          </a:p>
        </p:txBody>
      </p:sp>
      <p:sp>
        <p:nvSpPr>
          <p:cNvPr id="5" name="Graphic 6" descr="Marker">
            <a:extLst>
              <a:ext uri="{FF2B5EF4-FFF2-40B4-BE49-F238E27FC236}">
                <a16:creationId xmlns:a16="http://schemas.microsoft.com/office/drawing/2014/main" id="{AB1AF118-F47C-375D-96A2-54D9EF9DFCEB}"/>
              </a:ext>
            </a:extLst>
          </p:cNvPr>
          <p:cNvSpPr/>
          <p:nvPr/>
        </p:nvSpPr>
        <p:spPr>
          <a:xfrm>
            <a:off x="10912805" y="1914538"/>
            <a:ext cx="372312" cy="613656"/>
          </a:xfrm>
          <a:custGeom>
            <a:avLst/>
            <a:gdLst>
              <a:gd name="connsiteX0" fmla="*/ 199373 w 398745"/>
              <a:gd name="connsiteY0" fmla="*/ 285750 h 647700"/>
              <a:gd name="connsiteX1" fmla="*/ 113648 w 398745"/>
              <a:gd name="connsiteY1" fmla="*/ 200025 h 647700"/>
              <a:gd name="connsiteX2" fmla="*/ 199373 w 398745"/>
              <a:gd name="connsiteY2" fmla="*/ 114300 h 647700"/>
              <a:gd name="connsiteX3" fmla="*/ 285098 w 398745"/>
              <a:gd name="connsiteY3" fmla="*/ 200025 h 647700"/>
              <a:gd name="connsiteX4" fmla="*/ 199373 w 398745"/>
              <a:gd name="connsiteY4" fmla="*/ 285750 h 647700"/>
              <a:gd name="connsiteX5" fmla="*/ 199373 w 398745"/>
              <a:gd name="connsiteY5" fmla="*/ 0 h 647700"/>
              <a:gd name="connsiteX6" fmla="*/ 34590 w 398745"/>
              <a:gd name="connsiteY6" fmla="*/ 87630 h 647700"/>
              <a:gd name="connsiteX7" fmla="*/ 13635 w 398745"/>
              <a:gd name="connsiteY7" fmla="*/ 273368 h 647700"/>
              <a:gd name="connsiteX8" fmla="*/ 104123 w 398745"/>
              <a:gd name="connsiteY8" fmla="*/ 473393 h 647700"/>
              <a:gd name="connsiteX9" fmla="*/ 182228 w 398745"/>
              <a:gd name="connsiteY9" fmla="*/ 637223 h 647700"/>
              <a:gd name="connsiteX10" fmla="*/ 199373 w 398745"/>
              <a:gd name="connsiteY10" fmla="*/ 647700 h 647700"/>
              <a:gd name="connsiteX11" fmla="*/ 216518 w 398745"/>
              <a:gd name="connsiteY11" fmla="*/ 637223 h 647700"/>
              <a:gd name="connsiteX12" fmla="*/ 294623 w 398745"/>
              <a:gd name="connsiteY12" fmla="*/ 473393 h 647700"/>
              <a:gd name="connsiteX13" fmla="*/ 385110 w 398745"/>
              <a:gd name="connsiteY13" fmla="*/ 273368 h 647700"/>
              <a:gd name="connsiteX14" fmla="*/ 364155 w 398745"/>
              <a:gd name="connsiteY14" fmla="*/ 87630 h 647700"/>
              <a:gd name="connsiteX15" fmla="*/ 199373 w 398745"/>
              <a:gd name="connsiteY15" fmla="*/ 0 h 647700"/>
              <a:gd name="connsiteX0" fmla="*/ 199373 w 398745"/>
              <a:gd name="connsiteY0" fmla="*/ 285750 h 657225"/>
              <a:gd name="connsiteX1" fmla="*/ 113648 w 398745"/>
              <a:gd name="connsiteY1" fmla="*/ 200025 h 657225"/>
              <a:gd name="connsiteX2" fmla="*/ 199373 w 398745"/>
              <a:gd name="connsiteY2" fmla="*/ 114300 h 657225"/>
              <a:gd name="connsiteX3" fmla="*/ 285098 w 398745"/>
              <a:gd name="connsiteY3" fmla="*/ 200025 h 657225"/>
              <a:gd name="connsiteX4" fmla="*/ 199373 w 398745"/>
              <a:gd name="connsiteY4" fmla="*/ 285750 h 657225"/>
              <a:gd name="connsiteX5" fmla="*/ 199373 w 398745"/>
              <a:gd name="connsiteY5" fmla="*/ 0 h 657225"/>
              <a:gd name="connsiteX6" fmla="*/ 34590 w 398745"/>
              <a:gd name="connsiteY6" fmla="*/ 87630 h 657225"/>
              <a:gd name="connsiteX7" fmla="*/ 13635 w 398745"/>
              <a:gd name="connsiteY7" fmla="*/ 273368 h 657225"/>
              <a:gd name="connsiteX8" fmla="*/ 104123 w 398745"/>
              <a:gd name="connsiteY8" fmla="*/ 473393 h 657225"/>
              <a:gd name="connsiteX9" fmla="*/ 182228 w 398745"/>
              <a:gd name="connsiteY9" fmla="*/ 637223 h 657225"/>
              <a:gd name="connsiteX10" fmla="*/ 199373 w 398745"/>
              <a:gd name="connsiteY10" fmla="*/ 657225 h 657225"/>
              <a:gd name="connsiteX11" fmla="*/ 216518 w 398745"/>
              <a:gd name="connsiteY11" fmla="*/ 637223 h 657225"/>
              <a:gd name="connsiteX12" fmla="*/ 294623 w 398745"/>
              <a:gd name="connsiteY12" fmla="*/ 473393 h 657225"/>
              <a:gd name="connsiteX13" fmla="*/ 385110 w 398745"/>
              <a:gd name="connsiteY13" fmla="*/ 273368 h 657225"/>
              <a:gd name="connsiteX14" fmla="*/ 364155 w 398745"/>
              <a:gd name="connsiteY14" fmla="*/ 87630 h 657225"/>
              <a:gd name="connsiteX15" fmla="*/ 199373 w 398745"/>
              <a:gd name="connsiteY15" fmla="*/ 0 h 657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98745" h="657225">
                <a:moveTo>
                  <a:pt x="199373" y="285750"/>
                </a:moveTo>
                <a:cubicBezTo>
                  <a:pt x="151748" y="285750"/>
                  <a:pt x="113648" y="247650"/>
                  <a:pt x="113648" y="200025"/>
                </a:cubicBezTo>
                <a:cubicBezTo>
                  <a:pt x="113648" y="152400"/>
                  <a:pt x="151748" y="114300"/>
                  <a:pt x="199373" y="114300"/>
                </a:cubicBezTo>
                <a:cubicBezTo>
                  <a:pt x="246998" y="114300"/>
                  <a:pt x="285098" y="152400"/>
                  <a:pt x="285098" y="200025"/>
                </a:cubicBezTo>
                <a:cubicBezTo>
                  <a:pt x="285098" y="247650"/>
                  <a:pt x="246998" y="285750"/>
                  <a:pt x="199373" y="285750"/>
                </a:cubicBezTo>
                <a:close/>
                <a:moveTo>
                  <a:pt x="199373" y="0"/>
                </a:moveTo>
                <a:cubicBezTo>
                  <a:pt x="133650" y="0"/>
                  <a:pt x="71738" y="32385"/>
                  <a:pt x="34590" y="87630"/>
                </a:cubicBezTo>
                <a:cubicBezTo>
                  <a:pt x="-2557" y="141923"/>
                  <a:pt x="-10177" y="211455"/>
                  <a:pt x="13635" y="273368"/>
                </a:cubicBezTo>
                <a:lnTo>
                  <a:pt x="104123" y="473393"/>
                </a:lnTo>
                <a:lnTo>
                  <a:pt x="182228" y="637223"/>
                </a:lnTo>
                <a:cubicBezTo>
                  <a:pt x="185085" y="643890"/>
                  <a:pt x="191753" y="657225"/>
                  <a:pt x="199373" y="657225"/>
                </a:cubicBezTo>
                <a:cubicBezTo>
                  <a:pt x="206993" y="657225"/>
                  <a:pt x="213660" y="643890"/>
                  <a:pt x="216518" y="637223"/>
                </a:cubicBezTo>
                <a:lnTo>
                  <a:pt x="294623" y="473393"/>
                </a:lnTo>
                <a:lnTo>
                  <a:pt x="385110" y="273368"/>
                </a:lnTo>
                <a:cubicBezTo>
                  <a:pt x="408923" y="211455"/>
                  <a:pt x="401303" y="141923"/>
                  <a:pt x="364155" y="87630"/>
                </a:cubicBezTo>
                <a:cubicBezTo>
                  <a:pt x="327008" y="32385"/>
                  <a:pt x="265095" y="0"/>
                  <a:pt x="199373" y="0"/>
                </a:cubicBezTo>
                <a:close/>
              </a:path>
            </a:pathLst>
          </a:custGeom>
          <a:solidFill>
            <a:schemeClr val="tx2"/>
          </a:solidFill>
          <a:ln w="9525" cap="flat">
            <a:solidFill>
              <a:schemeClr val="bg1"/>
            </a:solidFill>
            <a:prstDash val="solid"/>
            <a:miter/>
          </a:ln>
        </p:spPr>
        <p:txBody>
          <a:bodyPr rtlCol="0" anchor="ctr"/>
          <a:lstStyle/>
          <a:p>
            <a:endParaRPr lang="en-US"/>
          </a:p>
        </p:txBody>
      </p:sp>
      <p:sp>
        <p:nvSpPr>
          <p:cNvPr id="18" name="object 104">
            <a:extLst>
              <a:ext uri="{FF2B5EF4-FFF2-40B4-BE49-F238E27FC236}">
                <a16:creationId xmlns:a16="http://schemas.microsoft.com/office/drawing/2014/main" id="{0B2AE67B-C34A-A5ED-9E54-C5D17ED06CC5}"/>
              </a:ext>
            </a:extLst>
          </p:cNvPr>
          <p:cNvSpPr/>
          <p:nvPr/>
        </p:nvSpPr>
        <p:spPr>
          <a:xfrm>
            <a:off x="641171" y="2645229"/>
            <a:ext cx="829528" cy="486626"/>
          </a:xfrm>
          <a:prstGeom prst="rect">
            <a:avLst/>
          </a:prstGeom>
          <a:blipFill>
            <a:blip r:embed="rId6" cstate="email">
              <a:extLst>
                <a:ext uri="{28A0092B-C50C-407E-A947-70E740481C1C}">
                  <a14:useLocalDpi xmlns:a14="http://schemas.microsoft.com/office/drawing/2010/main"/>
                </a:ext>
              </a:extLst>
            </a:blip>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4A4A4D"/>
              </a:solidFill>
              <a:effectLst/>
              <a:uLnTx/>
              <a:uFillTx/>
              <a:latin typeface="Open Sans"/>
              <a:ea typeface="+mn-ea"/>
              <a:cs typeface="+mn-cs"/>
            </a:endParaRPr>
          </a:p>
        </p:txBody>
      </p:sp>
      <p:sp>
        <p:nvSpPr>
          <p:cNvPr id="25" name="object 104">
            <a:extLst>
              <a:ext uri="{FF2B5EF4-FFF2-40B4-BE49-F238E27FC236}">
                <a16:creationId xmlns:a16="http://schemas.microsoft.com/office/drawing/2014/main" id="{D651443C-C918-B022-E59B-50DD84ACCA18}"/>
              </a:ext>
            </a:extLst>
          </p:cNvPr>
          <p:cNvSpPr/>
          <p:nvPr/>
        </p:nvSpPr>
        <p:spPr>
          <a:xfrm>
            <a:off x="641171" y="3280598"/>
            <a:ext cx="829528" cy="486626"/>
          </a:xfrm>
          <a:prstGeom prst="rect">
            <a:avLst/>
          </a:prstGeom>
          <a:blipFill>
            <a:blip r:embed="rId6" cstate="email">
              <a:extLst>
                <a:ext uri="{28A0092B-C50C-407E-A947-70E740481C1C}">
                  <a14:useLocalDpi xmlns:a14="http://schemas.microsoft.com/office/drawing/2010/main"/>
                </a:ext>
              </a:extLst>
            </a:blip>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4A4A4D"/>
              </a:solidFill>
              <a:effectLst/>
              <a:uLnTx/>
              <a:uFillTx/>
              <a:latin typeface="Open Sans"/>
              <a:ea typeface="+mn-ea"/>
              <a:cs typeface="+mn-cs"/>
            </a:endParaRPr>
          </a:p>
        </p:txBody>
      </p:sp>
      <p:sp>
        <p:nvSpPr>
          <p:cNvPr id="26" name="object 104">
            <a:extLst>
              <a:ext uri="{FF2B5EF4-FFF2-40B4-BE49-F238E27FC236}">
                <a16:creationId xmlns:a16="http://schemas.microsoft.com/office/drawing/2014/main" id="{4A4528D1-733E-EBF1-1522-AA0E51B27112}"/>
              </a:ext>
            </a:extLst>
          </p:cNvPr>
          <p:cNvSpPr/>
          <p:nvPr/>
        </p:nvSpPr>
        <p:spPr>
          <a:xfrm>
            <a:off x="641171" y="3915967"/>
            <a:ext cx="829528" cy="486626"/>
          </a:xfrm>
          <a:prstGeom prst="rect">
            <a:avLst/>
          </a:prstGeom>
          <a:blipFill>
            <a:blip r:embed="rId6" cstate="email">
              <a:extLst>
                <a:ext uri="{28A0092B-C50C-407E-A947-70E740481C1C}">
                  <a14:useLocalDpi xmlns:a14="http://schemas.microsoft.com/office/drawing/2010/main"/>
                </a:ext>
              </a:extLst>
            </a:blip>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4A4A4D"/>
              </a:solidFill>
              <a:effectLst/>
              <a:uLnTx/>
              <a:uFillTx/>
              <a:latin typeface="Open Sans"/>
              <a:ea typeface="+mn-ea"/>
              <a:cs typeface="+mn-cs"/>
            </a:endParaRPr>
          </a:p>
        </p:txBody>
      </p:sp>
      <p:sp>
        <p:nvSpPr>
          <p:cNvPr id="27" name="object 104">
            <a:extLst>
              <a:ext uri="{FF2B5EF4-FFF2-40B4-BE49-F238E27FC236}">
                <a16:creationId xmlns:a16="http://schemas.microsoft.com/office/drawing/2014/main" id="{80B78775-887E-CDFC-6B07-7ED52A208AD7}"/>
              </a:ext>
            </a:extLst>
          </p:cNvPr>
          <p:cNvSpPr/>
          <p:nvPr/>
        </p:nvSpPr>
        <p:spPr>
          <a:xfrm>
            <a:off x="641171" y="4551336"/>
            <a:ext cx="829528" cy="486626"/>
          </a:xfrm>
          <a:prstGeom prst="rect">
            <a:avLst/>
          </a:prstGeom>
          <a:blipFill>
            <a:blip r:embed="rId6" cstate="email">
              <a:extLst>
                <a:ext uri="{28A0092B-C50C-407E-A947-70E740481C1C}">
                  <a14:useLocalDpi xmlns:a14="http://schemas.microsoft.com/office/drawing/2010/main"/>
                </a:ext>
              </a:extLst>
            </a:blip>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4A4A4D"/>
              </a:solidFill>
              <a:effectLst/>
              <a:uLnTx/>
              <a:uFillTx/>
              <a:latin typeface="Open Sans"/>
              <a:ea typeface="+mn-ea"/>
              <a:cs typeface="+mn-cs"/>
            </a:endParaRPr>
          </a:p>
        </p:txBody>
      </p:sp>
      <p:sp>
        <p:nvSpPr>
          <p:cNvPr id="28" name="object 104">
            <a:extLst>
              <a:ext uri="{FF2B5EF4-FFF2-40B4-BE49-F238E27FC236}">
                <a16:creationId xmlns:a16="http://schemas.microsoft.com/office/drawing/2014/main" id="{92F6124B-2A61-BAC2-C993-BB3C372BE425}"/>
              </a:ext>
            </a:extLst>
          </p:cNvPr>
          <p:cNvSpPr/>
          <p:nvPr/>
        </p:nvSpPr>
        <p:spPr>
          <a:xfrm>
            <a:off x="641171" y="5186705"/>
            <a:ext cx="829528" cy="486626"/>
          </a:xfrm>
          <a:prstGeom prst="rect">
            <a:avLst/>
          </a:prstGeom>
          <a:blipFill>
            <a:blip r:embed="rId6" cstate="email">
              <a:extLst>
                <a:ext uri="{28A0092B-C50C-407E-A947-70E740481C1C}">
                  <a14:useLocalDpi xmlns:a14="http://schemas.microsoft.com/office/drawing/2010/main"/>
                </a:ext>
              </a:extLst>
            </a:blip>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4A4A4D"/>
              </a:solidFill>
              <a:effectLst/>
              <a:uLnTx/>
              <a:uFillTx/>
              <a:latin typeface="Open Sans"/>
              <a:ea typeface="+mn-ea"/>
              <a:cs typeface="+mn-cs"/>
            </a:endParaRPr>
          </a:p>
        </p:txBody>
      </p:sp>
      <p:sp>
        <p:nvSpPr>
          <p:cNvPr id="29" name="object 104">
            <a:extLst>
              <a:ext uri="{FF2B5EF4-FFF2-40B4-BE49-F238E27FC236}">
                <a16:creationId xmlns:a16="http://schemas.microsoft.com/office/drawing/2014/main" id="{0A5A06E4-F2F6-262C-EE37-57283B346231}"/>
              </a:ext>
            </a:extLst>
          </p:cNvPr>
          <p:cNvSpPr/>
          <p:nvPr/>
        </p:nvSpPr>
        <p:spPr>
          <a:xfrm>
            <a:off x="641171" y="5822074"/>
            <a:ext cx="829528" cy="486626"/>
          </a:xfrm>
          <a:prstGeom prst="rect">
            <a:avLst/>
          </a:prstGeom>
          <a:blipFill>
            <a:blip r:embed="rId6" cstate="email">
              <a:extLst>
                <a:ext uri="{28A0092B-C50C-407E-A947-70E740481C1C}">
                  <a14:useLocalDpi xmlns:a14="http://schemas.microsoft.com/office/drawing/2010/main"/>
                </a:ext>
              </a:extLst>
            </a:blip>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4A4A4D"/>
              </a:solidFill>
              <a:effectLst/>
              <a:uLnTx/>
              <a:uFillTx/>
              <a:latin typeface="Open Sans"/>
              <a:ea typeface="+mn-ea"/>
              <a:cs typeface="+mn-cs"/>
            </a:endParaRPr>
          </a:p>
        </p:txBody>
      </p:sp>
      <p:sp>
        <p:nvSpPr>
          <p:cNvPr id="55" name="Oval 54">
            <a:extLst>
              <a:ext uri="{FF2B5EF4-FFF2-40B4-BE49-F238E27FC236}">
                <a16:creationId xmlns:a16="http://schemas.microsoft.com/office/drawing/2014/main" id="{4118B133-068F-E7DC-E988-D41E0BA29FF9}"/>
              </a:ext>
            </a:extLst>
          </p:cNvPr>
          <p:cNvSpPr>
            <a:spLocks noChangeAspect="1"/>
          </p:cNvSpPr>
          <p:nvPr/>
        </p:nvSpPr>
        <p:spPr>
          <a:xfrm>
            <a:off x="368383" y="2719288"/>
            <a:ext cx="182880" cy="1828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Open Sans"/>
                <a:ea typeface="+mn-ea"/>
                <a:cs typeface="+mn-cs"/>
              </a:rPr>
              <a:t>1</a:t>
            </a:r>
          </a:p>
        </p:txBody>
      </p:sp>
      <p:sp>
        <p:nvSpPr>
          <p:cNvPr id="61" name="Oval 60">
            <a:extLst>
              <a:ext uri="{FF2B5EF4-FFF2-40B4-BE49-F238E27FC236}">
                <a16:creationId xmlns:a16="http://schemas.microsoft.com/office/drawing/2014/main" id="{E5F8657B-BF28-8DB0-FE27-B4157D285FE3}"/>
              </a:ext>
            </a:extLst>
          </p:cNvPr>
          <p:cNvSpPr>
            <a:spLocks noChangeAspect="1"/>
          </p:cNvSpPr>
          <p:nvPr/>
        </p:nvSpPr>
        <p:spPr>
          <a:xfrm>
            <a:off x="368383" y="3383595"/>
            <a:ext cx="182880" cy="1828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Open Sans"/>
                <a:ea typeface="+mn-ea"/>
                <a:cs typeface="+mn-cs"/>
              </a:rPr>
              <a:t>2</a:t>
            </a:r>
          </a:p>
        </p:txBody>
      </p:sp>
      <p:sp>
        <p:nvSpPr>
          <p:cNvPr id="62" name="Oval 61">
            <a:extLst>
              <a:ext uri="{FF2B5EF4-FFF2-40B4-BE49-F238E27FC236}">
                <a16:creationId xmlns:a16="http://schemas.microsoft.com/office/drawing/2014/main" id="{027CCF4C-EDBE-C331-217B-2E4F1B9F469D}"/>
              </a:ext>
            </a:extLst>
          </p:cNvPr>
          <p:cNvSpPr>
            <a:spLocks noChangeAspect="1"/>
          </p:cNvSpPr>
          <p:nvPr/>
        </p:nvSpPr>
        <p:spPr>
          <a:xfrm>
            <a:off x="368383" y="4063346"/>
            <a:ext cx="182880" cy="1828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Open Sans"/>
                <a:ea typeface="+mn-ea"/>
                <a:cs typeface="+mn-cs"/>
              </a:rPr>
              <a:t>3</a:t>
            </a:r>
          </a:p>
        </p:txBody>
      </p:sp>
      <p:sp>
        <p:nvSpPr>
          <p:cNvPr id="63" name="Oval 62">
            <a:extLst>
              <a:ext uri="{FF2B5EF4-FFF2-40B4-BE49-F238E27FC236}">
                <a16:creationId xmlns:a16="http://schemas.microsoft.com/office/drawing/2014/main" id="{4E003110-9C18-E9EA-BFF9-C291DDEE538D}"/>
              </a:ext>
            </a:extLst>
          </p:cNvPr>
          <p:cNvSpPr>
            <a:spLocks noChangeAspect="1"/>
          </p:cNvSpPr>
          <p:nvPr/>
        </p:nvSpPr>
        <p:spPr>
          <a:xfrm>
            <a:off x="368383" y="4727653"/>
            <a:ext cx="182880" cy="1828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Open Sans"/>
                <a:ea typeface="+mn-ea"/>
                <a:cs typeface="+mn-cs"/>
              </a:rPr>
              <a:t>4</a:t>
            </a:r>
          </a:p>
        </p:txBody>
      </p:sp>
      <p:sp>
        <p:nvSpPr>
          <p:cNvPr id="64" name="Oval 63">
            <a:extLst>
              <a:ext uri="{FF2B5EF4-FFF2-40B4-BE49-F238E27FC236}">
                <a16:creationId xmlns:a16="http://schemas.microsoft.com/office/drawing/2014/main" id="{B3D41783-D84B-9913-AA25-5EB6C41C6396}"/>
              </a:ext>
            </a:extLst>
          </p:cNvPr>
          <p:cNvSpPr>
            <a:spLocks noChangeAspect="1"/>
          </p:cNvSpPr>
          <p:nvPr/>
        </p:nvSpPr>
        <p:spPr>
          <a:xfrm>
            <a:off x="368383" y="5363336"/>
            <a:ext cx="182880" cy="1828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Open Sans"/>
                <a:ea typeface="+mn-ea"/>
                <a:cs typeface="+mn-cs"/>
              </a:rPr>
              <a:t>5</a:t>
            </a:r>
          </a:p>
        </p:txBody>
      </p:sp>
      <p:sp>
        <p:nvSpPr>
          <p:cNvPr id="65" name="Oval 64">
            <a:extLst>
              <a:ext uri="{FF2B5EF4-FFF2-40B4-BE49-F238E27FC236}">
                <a16:creationId xmlns:a16="http://schemas.microsoft.com/office/drawing/2014/main" id="{F89C7FFF-755F-C777-F8E3-240D3BA103FA}"/>
              </a:ext>
            </a:extLst>
          </p:cNvPr>
          <p:cNvSpPr>
            <a:spLocks noChangeAspect="1"/>
          </p:cNvSpPr>
          <p:nvPr/>
        </p:nvSpPr>
        <p:spPr>
          <a:xfrm>
            <a:off x="368383" y="6027643"/>
            <a:ext cx="182880" cy="1828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rgbClr val="FFFFFF"/>
                </a:solidFill>
                <a:latin typeface="Open Sans"/>
              </a:rPr>
              <a:t>6</a:t>
            </a:r>
            <a:endParaRPr kumimoji="0" lang="en-US" sz="700" b="0" i="0" u="none" strike="noStrike" kern="1200" cap="none" spc="0" normalizeH="0" baseline="0" noProof="0">
              <a:ln>
                <a:noFill/>
              </a:ln>
              <a:solidFill>
                <a:srgbClr val="FFFFFF"/>
              </a:solidFill>
              <a:effectLst/>
              <a:uLnTx/>
              <a:uFillTx/>
              <a:latin typeface="Open Sans"/>
              <a:ea typeface="+mn-ea"/>
              <a:cs typeface="+mn-cs"/>
            </a:endParaRPr>
          </a:p>
        </p:txBody>
      </p:sp>
      <p:sp>
        <p:nvSpPr>
          <p:cNvPr id="4" name="TextBox 3">
            <a:extLst>
              <a:ext uri="{FF2B5EF4-FFF2-40B4-BE49-F238E27FC236}">
                <a16:creationId xmlns:a16="http://schemas.microsoft.com/office/drawing/2014/main" id="{C11B2180-B4A4-139C-0344-50050E2FAB20}"/>
              </a:ext>
            </a:extLst>
          </p:cNvPr>
          <p:cNvSpPr txBox="1"/>
          <p:nvPr/>
        </p:nvSpPr>
        <p:spPr>
          <a:xfrm>
            <a:off x="647699" y="1663055"/>
            <a:ext cx="8074914" cy="289246"/>
          </a:xfrm>
          <a:prstGeom prst="rect">
            <a:avLst/>
          </a:prstGeom>
          <a:noFill/>
        </p:spPr>
        <p:txBody>
          <a:bodyPr wrap="square" lIns="0" tIns="0" rIns="0" bIns="0"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accent5"/>
                </a:solidFill>
                <a:effectLst/>
                <a:uLnTx/>
                <a:uFillTx/>
                <a:latin typeface="Merriweather" panose="00000500000000000000" pitchFamily="2" charset="0"/>
                <a:ea typeface="+mn-ea"/>
                <a:cs typeface="+mn-cs"/>
              </a:rPr>
              <a:t>Market Inventory of properties meeting your requirements | </a:t>
            </a:r>
            <a:r>
              <a:rPr kumimoji="0" lang="en-US" sz="1000" b="0" i="0" u="none" strike="noStrike" kern="1200" cap="none" spc="0" normalizeH="0" baseline="0" noProof="0">
                <a:ln>
                  <a:noFill/>
                </a:ln>
                <a:solidFill>
                  <a:schemeClr val="accent5"/>
                </a:solidFill>
                <a:effectLst/>
                <a:uLnTx/>
                <a:uFillTx/>
                <a:latin typeface="Open Sans"/>
                <a:ea typeface="Open Sans SemiBold" panose="020B0706030804020204" pitchFamily="34" charset="0"/>
                <a:cs typeface="Open Sans SemiBold" panose="020B0706030804020204" pitchFamily="34" charset="0"/>
              </a:rPr>
              <a:t>Market CBD Availability | X,XXX – XX,XXX SF</a:t>
            </a:r>
          </a:p>
        </p:txBody>
      </p:sp>
    </p:spTree>
    <p:custDataLst>
      <p:custData r:id="rId1"/>
      <p:custData r:id="rId2"/>
    </p:custDataLst>
    <p:extLst>
      <p:ext uri="{BB962C8B-B14F-4D97-AF65-F5344CB8AC3E}">
        <p14:creationId xmlns:p14="http://schemas.microsoft.com/office/powerpoint/2010/main" val="30855639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B3624E0-555D-2578-0474-3E983477B571}"/>
              </a:ext>
            </a:extLst>
          </p:cNvPr>
          <p:cNvSpPr/>
          <p:nvPr/>
        </p:nvSpPr>
        <p:spPr>
          <a:xfrm>
            <a:off x="2261419" y="2289600"/>
            <a:ext cx="1484671" cy="4165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3" name="Title 2">
            <a:extLst>
              <a:ext uri="{FF2B5EF4-FFF2-40B4-BE49-F238E27FC236}">
                <a16:creationId xmlns:a16="http://schemas.microsoft.com/office/drawing/2014/main" id="{C9CCF156-19F0-BD67-6EBA-D4E2ADE0CFAF}"/>
              </a:ext>
            </a:extLst>
          </p:cNvPr>
          <p:cNvSpPr>
            <a:spLocks noGrp="1"/>
          </p:cNvSpPr>
          <p:nvPr>
            <p:ph type="title"/>
          </p:nvPr>
        </p:nvSpPr>
        <p:spPr/>
        <p:txBody>
          <a:bodyPr/>
          <a:lstStyle/>
          <a:p>
            <a:r>
              <a:rPr lang="en-US"/>
              <a:t>Benchmarking</a:t>
            </a:r>
          </a:p>
        </p:txBody>
      </p:sp>
      <p:sp>
        <p:nvSpPr>
          <p:cNvPr id="6" name="Footer Placeholder 5">
            <a:extLst>
              <a:ext uri="{FF2B5EF4-FFF2-40B4-BE49-F238E27FC236}">
                <a16:creationId xmlns:a16="http://schemas.microsoft.com/office/drawing/2014/main" id="{25240FFB-5FD1-7E17-4968-AB8C252698A4}"/>
              </a:ext>
            </a:extLst>
          </p:cNvPr>
          <p:cNvSpPr>
            <a:spLocks noGrp="1"/>
          </p:cNvSpPr>
          <p:nvPr>
            <p:ph type="ftr" sz="quarter" idx="11"/>
          </p:nvPr>
        </p:nvSpPr>
        <p:spPr/>
        <p:txBody>
          <a:bodyPr/>
          <a:lstStyle/>
          <a:p>
            <a:r>
              <a:rPr lang="en-US"/>
              <a:t>Colliers</a:t>
            </a:r>
          </a:p>
        </p:txBody>
      </p:sp>
      <p:sp>
        <p:nvSpPr>
          <p:cNvPr id="7" name="Slide Number Placeholder 6">
            <a:extLst>
              <a:ext uri="{FF2B5EF4-FFF2-40B4-BE49-F238E27FC236}">
                <a16:creationId xmlns:a16="http://schemas.microsoft.com/office/drawing/2014/main" id="{171D485F-D3A3-D33F-708A-6F31406FF6FA}"/>
              </a:ext>
            </a:extLst>
          </p:cNvPr>
          <p:cNvSpPr>
            <a:spLocks noGrp="1"/>
          </p:cNvSpPr>
          <p:nvPr>
            <p:ph type="sldNum" sz="quarter" idx="12"/>
          </p:nvPr>
        </p:nvSpPr>
        <p:spPr/>
        <p:txBody>
          <a:bodyPr/>
          <a:lstStyle/>
          <a:p>
            <a:fld id="{23AA811B-2EBD-4900-905E-5BE206449611}" type="slidenum">
              <a:rPr lang="en-US" smtClean="0"/>
              <a:pPr/>
              <a:t>38</a:t>
            </a:fld>
            <a:endParaRPr lang="en-US"/>
          </a:p>
        </p:txBody>
      </p:sp>
      <p:sp>
        <p:nvSpPr>
          <p:cNvPr id="8" name="Text Placeholder 14">
            <a:extLst>
              <a:ext uri="{FF2B5EF4-FFF2-40B4-BE49-F238E27FC236}">
                <a16:creationId xmlns:a16="http://schemas.microsoft.com/office/drawing/2014/main" id="{8D697657-F44E-ECC4-EF7F-6C6087FBF43C}"/>
              </a:ext>
            </a:extLst>
          </p:cNvPr>
          <p:cNvSpPr>
            <a:spLocks noGrp="1"/>
          </p:cNvSpPr>
          <p:nvPr>
            <p:ph type="body" sz="quarter" idx="13"/>
          </p:nvPr>
        </p:nvSpPr>
        <p:spPr>
          <a:xfrm>
            <a:off x="647525" y="669600"/>
            <a:ext cx="5448475" cy="392400"/>
          </a:xfrm>
        </p:spPr>
        <p:txBody>
          <a:bodyPr/>
          <a:lstStyle/>
          <a:p>
            <a:r>
              <a:rPr lang="en-CA" cap="all"/>
              <a:t>MARKET OVERVIEW</a:t>
            </a:r>
          </a:p>
        </p:txBody>
      </p:sp>
      <p:sp>
        <p:nvSpPr>
          <p:cNvPr id="9" name="TextBox 8">
            <a:extLst>
              <a:ext uri="{FF2B5EF4-FFF2-40B4-BE49-F238E27FC236}">
                <a16:creationId xmlns:a16="http://schemas.microsoft.com/office/drawing/2014/main" id="{EB11E218-E9AD-D774-E496-33486E94D08B}"/>
              </a:ext>
            </a:extLst>
          </p:cNvPr>
          <p:cNvSpPr txBox="1"/>
          <p:nvPr/>
        </p:nvSpPr>
        <p:spPr>
          <a:xfrm>
            <a:off x="647699" y="1663055"/>
            <a:ext cx="8074914" cy="289246"/>
          </a:xfrm>
          <a:prstGeom prst="rect">
            <a:avLst/>
          </a:prstGeom>
          <a:noFill/>
        </p:spPr>
        <p:txBody>
          <a:bodyPr wrap="square" lIns="0" tIns="0" rIns="0" bIns="0"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accent2"/>
                </a:solidFill>
                <a:effectLst/>
                <a:uLnTx/>
                <a:uFillTx/>
                <a:latin typeface="Merriweather" panose="00000500000000000000" pitchFamily="2" charset="0"/>
                <a:ea typeface="+mn-ea"/>
                <a:cs typeface="+mn-cs"/>
              </a:rPr>
              <a:t>How are you stacking up to your competitors?</a:t>
            </a:r>
            <a:endParaRPr kumimoji="0" lang="en-US" sz="1000" b="0" i="0" u="none" strike="noStrike" kern="1200" cap="none" spc="0" normalizeH="0" baseline="0" noProof="0">
              <a:ln>
                <a:noFill/>
              </a:ln>
              <a:solidFill>
                <a:schemeClr val="accent2"/>
              </a:solidFill>
              <a:effectLst/>
              <a:uLnTx/>
              <a:uFillTx/>
              <a:latin typeface="Open Sans"/>
              <a:ea typeface="Open Sans SemiBold" panose="020B0706030804020204" pitchFamily="34" charset="0"/>
              <a:cs typeface="Open Sans SemiBold" panose="020B0706030804020204" pitchFamily="34" charset="0"/>
            </a:endParaRPr>
          </a:p>
        </p:txBody>
      </p:sp>
      <p:graphicFrame>
        <p:nvGraphicFramePr>
          <p:cNvPr id="11" name="Table 2">
            <a:extLst>
              <a:ext uri="{FF2B5EF4-FFF2-40B4-BE49-F238E27FC236}">
                <a16:creationId xmlns:a16="http://schemas.microsoft.com/office/drawing/2014/main" id="{87D8971E-BDE6-DC46-2837-1A88FC514A75}"/>
              </a:ext>
            </a:extLst>
          </p:cNvPr>
          <p:cNvGraphicFramePr>
            <a:graphicFrameLocks/>
          </p:cNvGraphicFramePr>
          <p:nvPr/>
        </p:nvGraphicFramePr>
        <p:xfrm>
          <a:off x="646585" y="2289600"/>
          <a:ext cx="10895015" cy="4165600"/>
        </p:xfrm>
        <a:graphic>
          <a:graphicData uri="http://schemas.openxmlformats.org/drawingml/2006/table">
            <a:tbl>
              <a:tblPr firstRow="1" bandRow="1">
                <a:tableStyleId>{5C22544A-7EE6-4342-B048-85BDC9FD1C3A}</a:tableStyleId>
              </a:tblPr>
              <a:tblGrid>
                <a:gridCol w="1609367">
                  <a:extLst>
                    <a:ext uri="{9D8B030D-6E8A-4147-A177-3AD203B41FA5}">
                      <a16:colId xmlns:a16="http://schemas.microsoft.com/office/drawing/2014/main" val="771540851"/>
                    </a:ext>
                  </a:extLst>
                </a:gridCol>
                <a:gridCol w="1503493">
                  <a:extLst>
                    <a:ext uri="{9D8B030D-6E8A-4147-A177-3AD203B41FA5}">
                      <a16:colId xmlns:a16="http://schemas.microsoft.com/office/drawing/2014/main" val="3876644815"/>
                    </a:ext>
                  </a:extLst>
                </a:gridCol>
                <a:gridCol w="1556431">
                  <a:extLst>
                    <a:ext uri="{9D8B030D-6E8A-4147-A177-3AD203B41FA5}">
                      <a16:colId xmlns:a16="http://schemas.microsoft.com/office/drawing/2014/main" val="3640239642"/>
                    </a:ext>
                  </a:extLst>
                </a:gridCol>
                <a:gridCol w="1556431">
                  <a:extLst>
                    <a:ext uri="{9D8B030D-6E8A-4147-A177-3AD203B41FA5}">
                      <a16:colId xmlns:a16="http://schemas.microsoft.com/office/drawing/2014/main" val="2207223169"/>
                    </a:ext>
                  </a:extLst>
                </a:gridCol>
                <a:gridCol w="1556431">
                  <a:extLst>
                    <a:ext uri="{9D8B030D-6E8A-4147-A177-3AD203B41FA5}">
                      <a16:colId xmlns:a16="http://schemas.microsoft.com/office/drawing/2014/main" val="1899775672"/>
                    </a:ext>
                  </a:extLst>
                </a:gridCol>
                <a:gridCol w="1556431">
                  <a:extLst>
                    <a:ext uri="{9D8B030D-6E8A-4147-A177-3AD203B41FA5}">
                      <a16:colId xmlns:a16="http://schemas.microsoft.com/office/drawing/2014/main" val="4082272265"/>
                    </a:ext>
                  </a:extLst>
                </a:gridCol>
                <a:gridCol w="1556431">
                  <a:extLst>
                    <a:ext uri="{9D8B030D-6E8A-4147-A177-3AD203B41FA5}">
                      <a16:colId xmlns:a16="http://schemas.microsoft.com/office/drawing/2014/main" val="3934608073"/>
                    </a:ext>
                  </a:extLst>
                </a:gridCol>
              </a:tblGrid>
              <a:tr h="909830">
                <a:tc>
                  <a:txBody>
                    <a:bodyPr/>
                    <a:lstStyle/>
                    <a:p>
                      <a:pPr algn="l"/>
                      <a:endParaRPr lang="en-US" sz="1200" b="1">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txBody>
                  <a:tcPr marL="65182" marR="65182" anchor="ctr">
                    <a:lnB w="12700" cap="flat" cmpd="sng" algn="ctr">
                      <a:solidFill>
                        <a:schemeClr val="tx1"/>
                      </a:solidFill>
                      <a:prstDash val="solid"/>
                      <a:round/>
                      <a:headEnd type="none" w="med" len="med"/>
                      <a:tailEnd type="none" w="med" len="med"/>
                    </a:lnB>
                    <a:noFill/>
                  </a:tcPr>
                </a:tc>
                <a:tc>
                  <a:txBody>
                    <a:bodyPr/>
                    <a:lstStyle/>
                    <a:p>
                      <a:pPr algn="ctr"/>
                      <a:endParaRPr lang="en-US" sz="1200" b="1">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txBody>
                  <a:tcPr marL="65182" marR="65182" anchor="ctr">
                    <a:lnB w="12700" cap="flat" cmpd="sng" algn="ctr">
                      <a:solidFill>
                        <a:schemeClr val="tx1"/>
                      </a:solidFill>
                      <a:prstDash val="solid"/>
                      <a:round/>
                      <a:headEnd type="none" w="med" len="med"/>
                      <a:tailEnd type="none" w="med" len="med"/>
                    </a:lnB>
                    <a:solidFill>
                      <a:srgbClr val="E5E8F2"/>
                    </a:solidFill>
                  </a:tcPr>
                </a:tc>
                <a:tc>
                  <a:txBody>
                    <a:bodyPr/>
                    <a:lstStyle/>
                    <a:p>
                      <a:pPr algn="ctr"/>
                      <a:endParaRPr lang="en-US" sz="1200" b="1">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txBody>
                  <a:tcPr marL="65182" marR="65182" anchor="ctr">
                    <a:lnB w="12700" cap="flat" cmpd="sng" algn="ctr">
                      <a:solidFill>
                        <a:schemeClr val="tx1"/>
                      </a:solidFill>
                      <a:prstDash val="solid"/>
                      <a:round/>
                      <a:headEnd type="none" w="med" len="med"/>
                      <a:tailEnd type="none" w="med" len="med"/>
                    </a:lnB>
                    <a:noFill/>
                  </a:tcPr>
                </a:tc>
                <a:tc>
                  <a:txBody>
                    <a:bodyPr/>
                    <a:lstStyle/>
                    <a:p>
                      <a:pPr algn="ctr"/>
                      <a:endParaRPr lang="en-US" sz="1200" b="1">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txBody>
                  <a:tcPr marL="65182" marR="65182" anchor="ctr">
                    <a:lnB w="12700" cap="flat" cmpd="sng" algn="ctr">
                      <a:solidFill>
                        <a:schemeClr val="tx1"/>
                      </a:solidFill>
                      <a:prstDash val="solid"/>
                      <a:round/>
                      <a:headEnd type="none" w="med" len="med"/>
                      <a:tailEnd type="none" w="med" len="med"/>
                    </a:lnB>
                    <a:noFill/>
                  </a:tcPr>
                </a:tc>
                <a:tc>
                  <a:txBody>
                    <a:bodyPr/>
                    <a:lstStyle/>
                    <a:p>
                      <a:pPr algn="ctr"/>
                      <a:endParaRPr lang="en-US" sz="1200" b="1">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txBody>
                  <a:tcPr marL="65182" marR="65182" anchor="ctr">
                    <a:lnB w="12700" cap="flat" cmpd="sng" algn="ctr">
                      <a:solidFill>
                        <a:schemeClr val="tx1"/>
                      </a:solidFill>
                      <a:prstDash val="solid"/>
                      <a:round/>
                      <a:headEnd type="none" w="med" len="med"/>
                      <a:tailEnd type="none" w="med" len="med"/>
                    </a:lnB>
                    <a:noFill/>
                  </a:tcPr>
                </a:tc>
                <a:tc>
                  <a:txBody>
                    <a:bodyPr/>
                    <a:lstStyle/>
                    <a:p>
                      <a:pPr algn="ctr"/>
                      <a:endParaRPr lang="en-US" sz="1200" b="1">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txBody>
                  <a:tcPr marL="65182" marR="65182" anchor="ctr">
                    <a:lnB w="12700" cap="flat" cmpd="sng" algn="ctr">
                      <a:solidFill>
                        <a:schemeClr val="tx1"/>
                      </a:solidFill>
                      <a:prstDash val="solid"/>
                      <a:round/>
                      <a:headEnd type="none" w="med" len="med"/>
                      <a:tailEnd type="none" w="med" len="med"/>
                    </a:lnB>
                    <a:noFill/>
                  </a:tcPr>
                </a:tc>
                <a:tc>
                  <a:txBody>
                    <a:bodyPr/>
                    <a:lstStyle/>
                    <a:p>
                      <a:pPr algn="ctr"/>
                      <a:endParaRPr lang="en-US" sz="1200" b="1">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txBody>
                  <a:tcPr marL="65182" marR="65182"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10332648"/>
                  </a:ext>
                </a:extLst>
              </a:tr>
              <a:tr h="651154">
                <a:tc>
                  <a:txBody>
                    <a:bodyPr/>
                    <a:lstStyle/>
                    <a:p>
                      <a:r>
                        <a:rPr lang="en-US" sz="1200" b="1">
                          <a:solidFill>
                            <a:schemeClr val="tx1"/>
                          </a:solidFill>
                          <a:latin typeface="Open Sans" panose="020B0606030504020204" pitchFamily="34" charset="0"/>
                          <a:ea typeface="Open Sans" panose="020B0606030504020204" pitchFamily="34" charset="0"/>
                          <a:cs typeface="Open Sans" panose="020B0606030504020204" pitchFamily="34" charset="0"/>
                        </a:rPr>
                        <a:t>Address</a:t>
                      </a:r>
                    </a:p>
                  </a:txBody>
                  <a:tcPr marL="65182" marR="65182" anchor="ctr">
                    <a:lnT w="12700" cap="flat" cmpd="sng" algn="ctr">
                      <a:solidFill>
                        <a:schemeClr val="tx1"/>
                      </a:solidFill>
                      <a:prstDash val="solid"/>
                      <a:round/>
                      <a:headEnd type="none" w="med" len="med"/>
                      <a:tailEnd type="none" w="med" len="med"/>
                    </a:lnT>
                    <a:lnB w="12700" cap="flat" cmpd="sng" algn="ctr">
                      <a:solidFill>
                        <a:srgbClr val="CCCDD5"/>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mn-lt"/>
                          <a:ea typeface="+mn-ea"/>
                          <a:cs typeface="Aaux Next Regular"/>
                        </a:rPr>
                        <a:t>123 Address Street</a:t>
                      </a:r>
                    </a:p>
                  </a:txBody>
                  <a:tcPr marL="65182" marR="65182" anchor="ctr">
                    <a:lnT w="12700" cap="flat" cmpd="sng" algn="ctr">
                      <a:solidFill>
                        <a:schemeClr val="tx1"/>
                      </a:solidFill>
                      <a:prstDash val="solid"/>
                      <a:round/>
                      <a:headEnd type="none" w="med" len="med"/>
                      <a:tailEnd type="none" w="med" len="med"/>
                    </a:lnT>
                    <a:lnB w="12700" cap="flat" cmpd="sng" algn="ctr">
                      <a:solidFill>
                        <a:srgbClr val="CCCDD5"/>
                      </a:solidFill>
                      <a:prstDash val="solid"/>
                      <a:round/>
                      <a:headEnd type="none" w="med" len="med"/>
                      <a:tailEnd type="none" w="med" len="med"/>
                    </a:lnB>
                    <a:solidFill>
                      <a:srgbClr val="E5E8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mn-lt"/>
                          <a:ea typeface="+mn-ea"/>
                          <a:cs typeface="Aaux Next Regular"/>
                        </a:rPr>
                        <a:t>123 Address Street</a:t>
                      </a:r>
                    </a:p>
                  </a:txBody>
                  <a:tcPr marL="65182" marR="65182" anchor="ctr">
                    <a:lnT w="12700" cap="flat" cmpd="sng" algn="ctr">
                      <a:solidFill>
                        <a:schemeClr val="tx1"/>
                      </a:solidFill>
                      <a:prstDash val="solid"/>
                      <a:round/>
                      <a:headEnd type="none" w="med" len="med"/>
                      <a:tailEnd type="none" w="med" len="med"/>
                    </a:lnT>
                    <a:lnB w="12700" cap="flat" cmpd="sng" algn="ctr">
                      <a:solidFill>
                        <a:srgbClr val="CCCDD5"/>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mn-lt"/>
                          <a:ea typeface="+mn-ea"/>
                          <a:cs typeface="Aaux Next Regular"/>
                        </a:rPr>
                        <a:t>123 Address Street</a:t>
                      </a:r>
                    </a:p>
                  </a:txBody>
                  <a:tcPr marL="65182" marR="65182" anchor="ctr">
                    <a:lnT w="12700" cap="flat" cmpd="sng" algn="ctr">
                      <a:solidFill>
                        <a:schemeClr val="tx1"/>
                      </a:solidFill>
                      <a:prstDash val="solid"/>
                      <a:round/>
                      <a:headEnd type="none" w="med" len="med"/>
                      <a:tailEnd type="none" w="med" len="med"/>
                    </a:lnT>
                    <a:lnB w="12700" cap="flat" cmpd="sng" algn="ctr">
                      <a:solidFill>
                        <a:srgbClr val="CCCDD5"/>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mn-lt"/>
                          <a:ea typeface="+mn-ea"/>
                          <a:cs typeface="Aaux Next Regular"/>
                        </a:rPr>
                        <a:t>123 Address Street</a:t>
                      </a:r>
                    </a:p>
                  </a:txBody>
                  <a:tcPr marL="65182" marR="65182" anchor="ctr">
                    <a:lnT w="12700" cap="flat" cmpd="sng" algn="ctr">
                      <a:solidFill>
                        <a:schemeClr val="tx1"/>
                      </a:solidFill>
                      <a:prstDash val="solid"/>
                      <a:round/>
                      <a:headEnd type="none" w="med" len="med"/>
                      <a:tailEnd type="none" w="med" len="med"/>
                    </a:lnT>
                    <a:lnB w="12700" cap="flat" cmpd="sng" algn="ctr">
                      <a:solidFill>
                        <a:srgbClr val="CCCDD5"/>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mn-lt"/>
                          <a:ea typeface="+mn-ea"/>
                          <a:cs typeface="Aaux Next Regular"/>
                        </a:rPr>
                        <a:t>123 Address Street</a:t>
                      </a:r>
                    </a:p>
                  </a:txBody>
                  <a:tcPr marL="65182" marR="65182" anchor="ctr">
                    <a:lnT w="12700" cap="flat" cmpd="sng" algn="ctr">
                      <a:solidFill>
                        <a:schemeClr val="tx1"/>
                      </a:solidFill>
                      <a:prstDash val="solid"/>
                      <a:round/>
                      <a:headEnd type="none" w="med" len="med"/>
                      <a:tailEnd type="none" w="med" len="med"/>
                    </a:lnT>
                    <a:lnB w="12700" cap="flat" cmpd="sng" algn="ctr">
                      <a:solidFill>
                        <a:srgbClr val="CCCDD5"/>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mn-lt"/>
                          <a:ea typeface="+mn-ea"/>
                          <a:cs typeface="Aaux Next Regular"/>
                        </a:rPr>
                        <a:t>123 Address Street</a:t>
                      </a:r>
                    </a:p>
                  </a:txBody>
                  <a:tcPr marL="65182" marR="65182" anchor="ctr">
                    <a:lnT w="12700" cap="flat" cmpd="sng" algn="ctr">
                      <a:solidFill>
                        <a:schemeClr val="tx1"/>
                      </a:solidFill>
                      <a:prstDash val="solid"/>
                      <a:round/>
                      <a:headEnd type="none" w="med" len="med"/>
                      <a:tailEnd type="none" w="med" len="med"/>
                    </a:lnT>
                    <a:lnB w="12700" cap="flat" cmpd="sng" algn="ctr">
                      <a:solidFill>
                        <a:srgbClr val="CCCDD5"/>
                      </a:solidFill>
                      <a:prstDash val="solid"/>
                      <a:round/>
                      <a:headEnd type="none" w="med" len="med"/>
                      <a:tailEnd type="none" w="med" len="med"/>
                    </a:lnB>
                    <a:noFill/>
                  </a:tcPr>
                </a:tc>
                <a:extLst>
                  <a:ext uri="{0D108BD9-81ED-4DB2-BD59-A6C34878D82A}">
                    <a16:rowId xmlns:a16="http://schemas.microsoft.com/office/drawing/2014/main" val="1323457122"/>
                  </a:ext>
                </a:extLst>
              </a:tr>
              <a:tr h="651154">
                <a:tc>
                  <a:txBody>
                    <a:bodyPr/>
                    <a:lstStyle/>
                    <a:p>
                      <a:r>
                        <a:rPr lang="en-US" sz="1200" b="1">
                          <a:solidFill>
                            <a:schemeClr val="tx1"/>
                          </a:solidFill>
                          <a:latin typeface="Open Sans" panose="020B0606030504020204" pitchFamily="34" charset="0"/>
                          <a:ea typeface="Open Sans" panose="020B0606030504020204" pitchFamily="34" charset="0"/>
                          <a:cs typeface="Open Sans" panose="020B0606030504020204" pitchFamily="34" charset="0"/>
                        </a:rPr>
                        <a:t>SF</a:t>
                      </a:r>
                    </a:p>
                  </a:txBody>
                  <a:tcPr marL="65182" marR="65182" anchor="ctr">
                    <a:lnT w="12700" cap="flat" cmpd="sng" algn="ctr">
                      <a:solidFill>
                        <a:srgbClr val="CCCDD5"/>
                      </a:solidFill>
                      <a:prstDash val="solid"/>
                      <a:round/>
                      <a:headEnd type="none" w="med" len="med"/>
                      <a:tailEnd type="none" w="med" len="med"/>
                    </a:lnT>
                    <a:lnB w="12700" cap="flat" cmpd="sng" algn="ctr">
                      <a:solidFill>
                        <a:srgbClr val="CCCDD5"/>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mn-lt"/>
                          <a:ea typeface="+mn-ea"/>
                          <a:cs typeface="Aaux Next Regular"/>
                        </a:rPr>
                        <a:t>100,000 SF</a:t>
                      </a:r>
                    </a:p>
                  </a:txBody>
                  <a:tcPr marL="65182" marR="65182" anchor="ctr">
                    <a:lnT w="12700" cap="flat" cmpd="sng" algn="ctr">
                      <a:solidFill>
                        <a:srgbClr val="CCCDD5"/>
                      </a:solidFill>
                      <a:prstDash val="solid"/>
                      <a:round/>
                      <a:headEnd type="none" w="med" len="med"/>
                      <a:tailEnd type="none" w="med" len="med"/>
                    </a:lnT>
                    <a:lnB w="12700" cap="flat" cmpd="sng" algn="ctr">
                      <a:solidFill>
                        <a:srgbClr val="CCCDD5"/>
                      </a:solidFill>
                      <a:prstDash val="solid"/>
                      <a:round/>
                      <a:headEnd type="none" w="med" len="med"/>
                      <a:tailEnd type="none" w="med" len="med"/>
                    </a:lnB>
                    <a:solidFill>
                      <a:srgbClr val="E5E8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mn-lt"/>
                          <a:ea typeface="+mn-ea"/>
                          <a:cs typeface="Aaux Next Regular"/>
                        </a:rPr>
                        <a:t>100,000 SF</a:t>
                      </a:r>
                    </a:p>
                  </a:txBody>
                  <a:tcPr marL="65182" marR="65182" anchor="ctr">
                    <a:lnT w="12700" cap="flat" cmpd="sng" algn="ctr">
                      <a:solidFill>
                        <a:srgbClr val="CCCDD5"/>
                      </a:solidFill>
                      <a:prstDash val="solid"/>
                      <a:round/>
                      <a:headEnd type="none" w="med" len="med"/>
                      <a:tailEnd type="none" w="med" len="med"/>
                    </a:lnT>
                    <a:lnB w="12700" cap="flat" cmpd="sng" algn="ctr">
                      <a:solidFill>
                        <a:srgbClr val="CCCDD5"/>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mn-lt"/>
                          <a:ea typeface="+mn-ea"/>
                          <a:cs typeface="Aaux Next Regular"/>
                        </a:rPr>
                        <a:t>100,000 SF</a:t>
                      </a:r>
                    </a:p>
                  </a:txBody>
                  <a:tcPr marL="65182" marR="65182" anchor="ctr">
                    <a:lnT w="12700" cap="flat" cmpd="sng" algn="ctr">
                      <a:solidFill>
                        <a:srgbClr val="CCCDD5"/>
                      </a:solidFill>
                      <a:prstDash val="solid"/>
                      <a:round/>
                      <a:headEnd type="none" w="med" len="med"/>
                      <a:tailEnd type="none" w="med" len="med"/>
                    </a:lnT>
                    <a:lnB w="12700" cap="flat" cmpd="sng" algn="ctr">
                      <a:solidFill>
                        <a:srgbClr val="CCCDD5"/>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mn-lt"/>
                          <a:ea typeface="+mn-ea"/>
                          <a:cs typeface="Aaux Next Regular"/>
                        </a:rPr>
                        <a:t>100,000 SF</a:t>
                      </a:r>
                    </a:p>
                  </a:txBody>
                  <a:tcPr marL="65182" marR="65182" anchor="ctr">
                    <a:lnT w="12700" cap="flat" cmpd="sng" algn="ctr">
                      <a:solidFill>
                        <a:srgbClr val="CCCDD5"/>
                      </a:solidFill>
                      <a:prstDash val="solid"/>
                      <a:round/>
                      <a:headEnd type="none" w="med" len="med"/>
                      <a:tailEnd type="none" w="med" len="med"/>
                    </a:lnT>
                    <a:lnB w="12700" cap="flat" cmpd="sng" algn="ctr">
                      <a:solidFill>
                        <a:srgbClr val="CCCDD5"/>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mn-lt"/>
                          <a:ea typeface="+mn-ea"/>
                          <a:cs typeface="Aaux Next Regular"/>
                        </a:rPr>
                        <a:t>100,000 SF</a:t>
                      </a:r>
                    </a:p>
                  </a:txBody>
                  <a:tcPr marL="65182" marR="65182" anchor="ctr">
                    <a:lnT w="12700" cap="flat" cmpd="sng" algn="ctr">
                      <a:solidFill>
                        <a:srgbClr val="CCCDD5"/>
                      </a:solidFill>
                      <a:prstDash val="solid"/>
                      <a:round/>
                      <a:headEnd type="none" w="med" len="med"/>
                      <a:tailEnd type="none" w="med" len="med"/>
                    </a:lnT>
                    <a:lnB w="12700" cap="flat" cmpd="sng" algn="ctr">
                      <a:solidFill>
                        <a:srgbClr val="CCCDD5"/>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mn-lt"/>
                          <a:ea typeface="+mn-ea"/>
                          <a:cs typeface="Aaux Next Regular"/>
                        </a:rPr>
                        <a:t>100,000 SF</a:t>
                      </a:r>
                    </a:p>
                  </a:txBody>
                  <a:tcPr marL="65182" marR="65182" anchor="ctr">
                    <a:lnT w="12700" cap="flat" cmpd="sng" algn="ctr">
                      <a:solidFill>
                        <a:srgbClr val="CCCDD5"/>
                      </a:solidFill>
                      <a:prstDash val="solid"/>
                      <a:round/>
                      <a:headEnd type="none" w="med" len="med"/>
                      <a:tailEnd type="none" w="med" len="med"/>
                    </a:lnT>
                    <a:lnB w="12700" cap="flat" cmpd="sng" algn="ctr">
                      <a:solidFill>
                        <a:srgbClr val="CCCDD5"/>
                      </a:solidFill>
                      <a:prstDash val="solid"/>
                      <a:round/>
                      <a:headEnd type="none" w="med" len="med"/>
                      <a:tailEnd type="none" w="med" len="med"/>
                    </a:lnB>
                    <a:noFill/>
                  </a:tcPr>
                </a:tc>
                <a:extLst>
                  <a:ext uri="{0D108BD9-81ED-4DB2-BD59-A6C34878D82A}">
                    <a16:rowId xmlns:a16="http://schemas.microsoft.com/office/drawing/2014/main" val="2213733949"/>
                  </a:ext>
                </a:extLst>
              </a:tr>
              <a:tr h="651154">
                <a:tc>
                  <a:txBody>
                    <a:bodyPr/>
                    <a:lstStyle/>
                    <a:p>
                      <a:r>
                        <a:rPr lang="en-US" sz="1200" b="1">
                          <a:solidFill>
                            <a:schemeClr val="tx1"/>
                          </a:solidFill>
                          <a:latin typeface="Open Sans" panose="020B0606030504020204" pitchFamily="34" charset="0"/>
                          <a:ea typeface="Open Sans" panose="020B0606030504020204" pitchFamily="34" charset="0"/>
                          <a:cs typeface="Open Sans" panose="020B0606030504020204" pitchFamily="34" charset="0"/>
                        </a:rPr>
                        <a:t>Expiry</a:t>
                      </a:r>
                    </a:p>
                  </a:txBody>
                  <a:tcPr marL="65182" marR="65182" anchor="ctr">
                    <a:lnT w="12700" cap="flat" cmpd="sng" algn="ctr">
                      <a:solidFill>
                        <a:srgbClr val="CCCDD5"/>
                      </a:solidFill>
                      <a:prstDash val="solid"/>
                      <a:round/>
                      <a:headEnd type="none" w="med" len="med"/>
                      <a:tailEnd type="none" w="med" len="med"/>
                    </a:lnT>
                    <a:lnB w="12700" cap="flat" cmpd="sng" algn="ctr">
                      <a:solidFill>
                        <a:srgbClr val="CCCDD5"/>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mn-lt"/>
                          <a:ea typeface="+mn-ea"/>
                          <a:cs typeface="Aaux Next Regular"/>
                        </a:rPr>
                        <a:t>September 30, 2030</a:t>
                      </a:r>
                    </a:p>
                  </a:txBody>
                  <a:tcPr marL="65182" marR="65182" anchor="ctr">
                    <a:lnT w="12700" cap="flat" cmpd="sng" algn="ctr">
                      <a:solidFill>
                        <a:srgbClr val="CCCDD5"/>
                      </a:solidFill>
                      <a:prstDash val="solid"/>
                      <a:round/>
                      <a:headEnd type="none" w="med" len="med"/>
                      <a:tailEnd type="none" w="med" len="med"/>
                    </a:lnT>
                    <a:lnB w="12700" cap="flat" cmpd="sng" algn="ctr">
                      <a:solidFill>
                        <a:srgbClr val="CCCDD5"/>
                      </a:solidFill>
                      <a:prstDash val="solid"/>
                      <a:round/>
                      <a:headEnd type="none" w="med" len="med"/>
                      <a:tailEnd type="none" w="med" len="med"/>
                    </a:lnB>
                    <a:solidFill>
                      <a:srgbClr val="E5E8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mn-lt"/>
                          <a:ea typeface="+mn-ea"/>
                          <a:cs typeface="Aaux Next Regular"/>
                        </a:rPr>
                        <a:t>September 30, 2030</a:t>
                      </a:r>
                    </a:p>
                  </a:txBody>
                  <a:tcPr marL="65182" marR="65182" anchor="ctr">
                    <a:lnT w="12700" cap="flat" cmpd="sng" algn="ctr">
                      <a:solidFill>
                        <a:srgbClr val="CCCDD5"/>
                      </a:solidFill>
                      <a:prstDash val="solid"/>
                      <a:round/>
                      <a:headEnd type="none" w="med" len="med"/>
                      <a:tailEnd type="none" w="med" len="med"/>
                    </a:lnT>
                    <a:lnB w="12700" cap="flat" cmpd="sng" algn="ctr">
                      <a:solidFill>
                        <a:srgbClr val="CCCDD5"/>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mn-lt"/>
                          <a:ea typeface="+mn-ea"/>
                          <a:cs typeface="Aaux Next Regular"/>
                        </a:rPr>
                        <a:t>September 30, 2030</a:t>
                      </a:r>
                    </a:p>
                  </a:txBody>
                  <a:tcPr marL="65182" marR="65182" anchor="ctr">
                    <a:lnT w="12700" cap="flat" cmpd="sng" algn="ctr">
                      <a:solidFill>
                        <a:srgbClr val="CCCDD5"/>
                      </a:solidFill>
                      <a:prstDash val="solid"/>
                      <a:round/>
                      <a:headEnd type="none" w="med" len="med"/>
                      <a:tailEnd type="none" w="med" len="med"/>
                    </a:lnT>
                    <a:lnB w="12700" cap="flat" cmpd="sng" algn="ctr">
                      <a:solidFill>
                        <a:srgbClr val="CCCDD5"/>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mn-lt"/>
                          <a:ea typeface="+mn-ea"/>
                          <a:cs typeface="Aaux Next Regular"/>
                        </a:rPr>
                        <a:t>September 30, 2030</a:t>
                      </a:r>
                    </a:p>
                  </a:txBody>
                  <a:tcPr marL="65182" marR="65182" anchor="ctr">
                    <a:lnT w="12700" cap="flat" cmpd="sng" algn="ctr">
                      <a:solidFill>
                        <a:srgbClr val="CCCDD5"/>
                      </a:solidFill>
                      <a:prstDash val="solid"/>
                      <a:round/>
                      <a:headEnd type="none" w="med" len="med"/>
                      <a:tailEnd type="none" w="med" len="med"/>
                    </a:lnT>
                    <a:lnB w="12700" cap="flat" cmpd="sng" algn="ctr">
                      <a:solidFill>
                        <a:srgbClr val="CCCDD5"/>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mn-lt"/>
                          <a:ea typeface="+mn-ea"/>
                          <a:cs typeface="Aaux Next Regular"/>
                        </a:rPr>
                        <a:t>September 30, 2030</a:t>
                      </a:r>
                    </a:p>
                  </a:txBody>
                  <a:tcPr marL="65182" marR="65182" anchor="ctr">
                    <a:lnT w="12700" cap="flat" cmpd="sng" algn="ctr">
                      <a:solidFill>
                        <a:srgbClr val="CCCDD5"/>
                      </a:solidFill>
                      <a:prstDash val="solid"/>
                      <a:round/>
                      <a:headEnd type="none" w="med" len="med"/>
                      <a:tailEnd type="none" w="med" len="med"/>
                    </a:lnT>
                    <a:lnB w="12700" cap="flat" cmpd="sng" algn="ctr">
                      <a:solidFill>
                        <a:srgbClr val="CCCDD5"/>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mn-lt"/>
                          <a:ea typeface="+mn-ea"/>
                          <a:cs typeface="Aaux Next Regular"/>
                        </a:rPr>
                        <a:t>September 30, 2030</a:t>
                      </a:r>
                    </a:p>
                  </a:txBody>
                  <a:tcPr marL="65182" marR="65182" anchor="ctr">
                    <a:lnT w="12700" cap="flat" cmpd="sng" algn="ctr">
                      <a:solidFill>
                        <a:srgbClr val="CCCDD5"/>
                      </a:solidFill>
                      <a:prstDash val="solid"/>
                      <a:round/>
                      <a:headEnd type="none" w="med" len="med"/>
                      <a:tailEnd type="none" w="med" len="med"/>
                    </a:lnT>
                    <a:lnB w="12700" cap="flat" cmpd="sng" algn="ctr">
                      <a:solidFill>
                        <a:srgbClr val="CCCDD5"/>
                      </a:solidFill>
                      <a:prstDash val="solid"/>
                      <a:round/>
                      <a:headEnd type="none" w="med" len="med"/>
                      <a:tailEnd type="none" w="med" len="med"/>
                    </a:lnB>
                    <a:noFill/>
                  </a:tcPr>
                </a:tc>
                <a:extLst>
                  <a:ext uri="{0D108BD9-81ED-4DB2-BD59-A6C34878D82A}">
                    <a16:rowId xmlns:a16="http://schemas.microsoft.com/office/drawing/2014/main" val="1803299376"/>
                  </a:ext>
                </a:extLst>
              </a:tr>
              <a:tr h="651154">
                <a:tc>
                  <a:txBody>
                    <a:bodyPr/>
                    <a:lstStyle/>
                    <a:p>
                      <a:r>
                        <a:rPr lang="en-US" sz="1200" b="1">
                          <a:solidFill>
                            <a:schemeClr val="tx1"/>
                          </a:solidFill>
                          <a:latin typeface="Open Sans" panose="020B0606030504020204" pitchFamily="34" charset="0"/>
                          <a:ea typeface="Open Sans" panose="020B0606030504020204" pitchFamily="34" charset="0"/>
                          <a:cs typeface="Open Sans" panose="020B0606030504020204" pitchFamily="34" charset="0"/>
                        </a:rPr>
                        <a:t>Employee Headcount</a:t>
                      </a:r>
                    </a:p>
                  </a:txBody>
                  <a:tcPr marL="65182" marR="65182" anchor="ctr">
                    <a:lnT w="12700" cap="flat" cmpd="sng" algn="ctr">
                      <a:solidFill>
                        <a:srgbClr val="CCCDD5"/>
                      </a:solidFill>
                      <a:prstDash val="solid"/>
                      <a:round/>
                      <a:headEnd type="none" w="med" len="med"/>
                      <a:tailEnd type="none" w="med" len="med"/>
                    </a:lnT>
                    <a:lnB w="12700" cap="flat" cmpd="sng" algn="ctr">
                      <a:solidFill>
                        <a:srgbClr val="CCCDD5"/>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mn-lt"/>
                          <a:ea typeface="+mn-ea"/>
                          <a:cs typeface="Aaux Next Regular"/>
                        </a:rPr>
                        <a:t>20,000</a:t>
                      </a:r>
                    </a:p>
                  </a:txBody>
                  <a:tcPr marL="65182" marR="65182" anchor="ctr">
                    <a:lnT w="12700" cap="flat" cmpd="sng" algn="ctr">
                      <a:solidFill>
                        <a:srgbClr val="CCCDD5"/>
                      </a:solidFill>
                      <a:prstDash val="solid"/>
                      <a:round/>
                      <a:headEnd type="none" w="med" len="med"/>
                      <a:tailEnd type="none" w="med" len="med"/>
                    </a:lnT>
                    <a:lnB w="12700" cap="flat" cmpd="sng" algn="ctr">
                      <a:solidFill>
                        <a:srgbClr val="CCCDD5"/>
                      </a:solidFill>
                      <a:prstDash val="solid"/>
                      <a:round/>
                      <a:headEnd type="none" w="med" len="med"/>
                      <a:tailEnd type="none" w="med" len="med"/>
                    </a:lnB>
                    <a:solidFill>
                      <a:srgbClr val="E5E8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mn-lt"/>
                          <a:ea typeface="+mn-ea"/>
                          <a:cs typeface="Aaux Next Regular"/>
                        </a:rPr>
                        <a:t>20,000</a:t>
                      </a:r>
                    </a:p>
                  </a:txBody>
                  <a:tcPr marL="65182" marR="65182" anchor="ctr">
                    <a:lnT w="12700" cap="flat" cmpd="sng" algn="ctr">
                      <a:solidFill>
                        <a:srgbClr val="CCCDD5"/>
                      </a:solidFill>
                      <a:prstDash val="solid"/>
                      <a:round/>
                      <a:headEnd type="none" w="med" len="med"/>
                      <a:tailEnd type="none" w="med" len="med"/>
                    </a:lnT>
                    <a:lnB w="12700" cap="flat" cmpd="sng" algn="ctr">
                      <a:solidFill>
                        <a:srgbClr val="CCCDD5"/>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mn-lt"/>
                          <a:ea typeface="+mn-ea"/>
                          <a:cs typeface="Aaux Next Regular"/>
                        </a:rPr>
                        <a:t>20,000</a:t>
                      </a:r>
                    </a:p>
                  </a:txBody>
                  <a:tcPr marL="65182" marR="65182" anchor="ctr">
                    <a:lnT w="12700" cap="flat" cmpd="sng" algn="ctr">
                      <a:solidFill>
                        <a:srgbClr val="CCCDD5"/>
                      </a:solidFill>
                      <a:prstDash val="solid"/>
                      <a:round/>
                      <a:headEnd type="none" w="med" len="med"/>
                      <a:tailEnd type="none" w="med" len="med"/>
                    </a:lnT>
                    <a:lnB w="12700" cap="flat" cmpd="sng" algn="ctr">
                      <a:solidFill>
                        <a:srgbClr val="CCCDD5"/>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mn-lt"/>
                          <a:ea typeface="+mn-ea"/>
                          <a:cs typeface="Aaux Next Regular"/>
                        </a:rPr>
                        <a:t>20,000</a:t>
                      </a:r>
                    </a:p>
                  </a:txBody>
                  <a:tcPr marL="65182" marR="65182" anchor="ctr">
                    <a:lnT w="12700" cap="flat" cmpd="sng" algn="ctr">
                      <a:solidFill>
                        <a:srgbClr val="CCCDD5"/>
                      </a:solidFill>
                      <a:prstDash val="solid"/>
                      <a:round/>
                      <a:headEnd type="none" w="med" len="med"/>
                      <a:tailEnd type="none" w="med" len="med"/>
                    </a:lnT>
                    <a:lnB w="12700" cap="flat" cmpd="sng" algn="ctr">
                      <a:solidFill>
                        <a:srgbClr val="CCCDD5"/>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mn-lt"/>
                          <a:ea typeface="+mn-ea"/>
                          <a:cs typeface="Aaux Next Regular"/>
                        </a:rPr>
                        <a:t>20,000</a:t>
                      </a:r>
                    </a:p>
                  </a:txBody>
                  <a:tcPr marL="65182" marR="65182" anchor="ctr">
                    <a:lnT w="12700" cap="flat" cmpd="sng" algn="ctr">
                      <a:solidFill>
                        <a:srgbClr val="CCCDD5"/>
                      </a:solidFill>
                      <a:prstDash val="solid"/>
                      <a:round/>
                      <a:headEnd type="none" w="med" len="med"/>
                      <a:tailEnd type="none" w="med" len="med"/>
                    </a:lnT>
                    <a:lnB w="12700" cap="flat" cmpd="sng" algn="ctr">
                      <a:solidFill>
                        <a:srgbClr val="CCCDD5"/>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mn-lt"/>
                          <a:ea typeface="+mn-ea"/>
                          <a:cs typeface="Aaux Next Regular"/>
                        </a:rPr>
                        <a:t>20,000</a:t>
                      </a:r>
                    </a:p>
                  </a:txBody>
                  <a:tcPr marL="65182" marR="65182" anchor="ctr">
                    <a:lnT w="12700" cap="flat" cmpd="sng" algn="ctr">
                      <a:solidFill>
                        <a:srgbClr val="CCCDD5"/>
                      </a:solidFill>
                      <a:prstDash val="solid"/>
                      <a:round/>
                      <a:headEnd type="none" w="med" len="med"/>
                      <a:tailEnd type="none" w="med" len="med"/>
                    </a:lnT>
                    <a:lnB w="12700" cap="flat" cmpd="sng" algn="ctr">
                      <a:solidFill>
                        <a:srgbClr val="CCCDD5"/>
                      </a:solidFill>
                      <a:prstDash val="solid"/>
                      <a:round/>
                      <a:headEnd type="none" w="med" len="med"/>
                      <a:tailEnd type="none" w="med" len="med"/>
                    </a:lnB>
                    <a:noFill/>
                  </a:tcPr>
                </a:tc>
                <a:extLst>
                  <a:ext uri="{0D108BD9-81ED-4DB2-BD59-A6C34878D82A}">
                    <a16:rowId xmlns:a16="http://schemas.microsoft.com/office/drawing/2014/main" val="2381444536"/>
                  </a:ext>
                </a:extLst>
              </a:tr>
              <a:tr h="651154">
                <a:tc>
                  <a:txBody>
                    <a:bodyPr/>
                    <a:lstStyle/>
                    <a:p>
                      <a:r>
                        <a:rPr lang="en-US" sz="1200" b="1">
                          <a:solidFill>
                            <a:schemeClr val="tx1"/>
                          </a:solidFill>
                          <a:latin typeface="Open Sans" panose="020B0606030504020204" pitchFamily="34" charset="0"/>
                          <a:ea typeface="Open Sans" panose="020B0606030504020204" pitchFamily="34" charset="0"/>
                          <a:cs typeface="Open Sans" panose="020B0606030504020204" pitchFamily="34" charset="0"/>
                        </a:rPr>
                        <a:t>Attrition</a:t>
                      </a:r>
                    </a:p>
                  </a:txBody>
                  <a:tcPr marL="65182" marR="65182" anchor="ctr">
                    <a:lnT w="12700" cap="flat" cmpd="sng" algn="ctr">
                      <a:solidFill>
                        <a:srgbClr val="CCCDD5"/>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mn-lt"/>
                          <a:ea typeface="+mn-ea"/>
                          <a:cs typeface="Aaux Next Regular"/>
                        </a:rPr>
                        <a:t>6%</a:t>
                      </a:r>
                    </a:p>
                  </a:txBody>
                  <a:tcPr marL="65182" marR="65182" anchor="ctr">
                    <a:lnT w="12700" cap="flat" cmpd="sng" algn="ctr">
                      <a:solidFill>
                        <a:srgbClr val="CCCDD5"/>
                      </a:solidFill>
                      <a:prstDash val="solid"/>
                      <a:round/>
                      <a:headEnd type="none" w="med" len="med"/>
                      <a:tailEnd type="none" w="med" len="med"/>
                    </a:lnT>
                    <a:solidFill>
                      <a:srgbClr val="E5E8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mn-lt"/>
                          <a:ea typeface="+mn-ea"/>
                          <a:cs typeface="Aaux Next Regular"/>
                        </a:rPr>
                        <a:t>6%</a:t>
                      </a:r>
                    </a:p>
                  </a:txBody>
                  <a:tcPr marL="65182" marR="65182" anchor="ctr">
                    <a:lnT w="12700" cap="flat" cmpd="sng" algn="ctr">
                      <a:solidFill>
                        <a:srgbClr val="CCCDD5"/>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mn-lt"/>
                          <a:ea typeface="+mn-ea"/>
                          <a:cs typeface="Aaux Next Regular"/>
                        </a:rPr>
                        <a:t>6%</a:t>
                      </a:r>
                    </a:p>
                  </a:txBody>
                  <a:tcPr marL="65182" marR="65182" anchor="ctr">
                    <a:lnT w="12700" cap="flat" cmpd="sng" algn="ctr">
                      <a:solidFill>
                        <a:srgbClr val="CCCDD5"/>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mn-lt"/>
                          <a:ea typeface="+mn-ea"/>
                          <a:cs typeface="Aaux Next Regular"/>
                        </a:rPr>
                        <a:t>6%</a:t>
                      </a:r>
                    </a:p>
                  </a:txBody>
                  <a:tcPr marL="65182" marR="65182" anchor="ctr">
                    <a:lnT w="12700" cap="flat" cmpd="sng" algn="ctr">
                      <a:solidFill>
                        <a:srgbClr val="CCCDD5"/>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mn-lt"/>
                          <a:ea typeface="+mn-ea"/>
                          <a:cs typeface="Aaux Next Regular"/>
                        </a:rPr>
                        <a:t>6%</a:t>
                      </a:r>
                    </a:p>
                  </a:txBody>
                  <a:tcPr marL="65182" marR="65182" anchor="ctr">
                    <a:lnT w="12700" cap="flat" cmpd="sng" algn="ctr">
                      <a:solidFill>
                        <a:srgbClr val="CCCDD5"/>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mn-lt"/>
                          <a:ea typeface="+mn-ea"/>
                          <a:cs typeface="Aaux Next Regular"/>
                        </a:rPr>
                        <a:t>6%</a:t>
                      </a:r>
                    </a:p>
                  </a:txBody>
                  <a:tcPr marL="65182" marR="65182" anchor="ctr">
                    <a:lnT w="12700" cap="flat" cmpd="sng" algn="ctr">
                      <a:solidFill>
                        <a:srgbClr val="CCCDD5"/>
                      </a:solidFill>
                      <a:prstDash val="solid"/>
                      <a:round/>
                      <a:headEnd type="none" w="med" len="med"/>
                      <a:tailEnd type="none" w="med" len="med"/>
                    </a:lnT>
                    <a:noFill/>
                  </a:tcPr>
                </a:tc>
                <a:extLst>
                  <a:ext uri="{0D108BD9-81ED-4DB2-BD59-A6C34878D82A}">
                    <a16:rowId xmlns:a16="http://schemas.microsoft.com/office/drawing/2014/main" val="3911603005"/>
                  </a:ext>
                </a:extLst>
              </a:tr>
            </a:tbl>
          </a:graphicData>
        </a:graphic>
      </p:graphicFrame>
      <p:pic>
        <p:nvPicPr>
          <p:cNvPr id="10" name="Picture 9" descr="Logo&#10;&#10;Description automatically generated">
            <a:extLst>
              <a:ext uri="{FF2B5EF4-FFF2-40B4-BE49-F238E27FC236}">
                <a16:creationId xmlns:a16="http://schemas.microsoft.com/office/drawing/2014/main" id="{BFB9C296-CE4C-1673-BFED-5C9DABF45C6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595013" y="2428452"/>
            <a:ext cx="817481" cy="493211"/>
          </a:xfrm>
          <a:prstGeom prst="rect">
            <a:avLst/>
          </a:prstGeom>
          <a:solidFill>
            <a:schemeClr val="bg2"/>
          </a:solidFill>
          <a:ln>
            <a:noFill/>
          </a:ln>
        </p:spPr>
      </p:pic>
      <p:pic>
        <p:nvPicPr>
          <p:cNvPr id="13" name="Picture 12" descr="Logo&#10;&#10;Description automatically generated">
            <a:extLst>
              <a:ext uri="{FF2B5EF4-FFF2-40B4-BE49-F238E27FC236}">
                <a16:creationId xmlns:a16="http://schemas.microsoft.com/office/drawing/2014/main" id="{DC43AB82-FA0D-6049-D2E7-0187131633F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193085" y="2428452"/>
            <a:ext cx="817481" cy="493211"/>
          </a:xfrm>
          <a:prstGeom prst="rect">
            <a:avLst/>
          </a:prstGeom>
          <a:solidFill>
            <a:schemeClr val="bg2"/>
          </a:solidFill>
          <a:ln>
            <a:noFill/>
          </a:ln>
        </p:spPr>
      </p:pic>
      <p:pic>
        <p:nvPicPr>
          <p:cNvPr id="14" name="Picture 13" descr="Logo&#10;&#10;Description automatically generated">
            <a:extLst>
              <a:ext uri="{FF2B5EF4-FFF2-40B4-BE49-F238E27FC236}">
                <a16:creationId xmlns:a16="http://schemas.microsoft.com/office/drawing/2014/main" id="{EEDB5AE8-63B4-7BC8-2AAE-AE0B6486F91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752528" y="2428452"/>
            <a:ext cx="817481" cy="493211"/>
          </a:xfrm>
          <a:prstGeom prst="rect">
            <a:avLst/>
          </a:prstGeom>
          <a:solidFill>
            <a:schemeClr val="bg2"/>
          </a:solidFill>
          <a:ln>
            <a:noFill/>
          </a:ln>
        </p:spPr>
      </p:pic>
      <p:pic>
        <p:nvPicPr>
          <p:cNvPr id="15" name="Picture 14" descr="Logo&#10;&#10;Description automatically generated">
            <a:extLst>
              <a:ext uri="{FF2B5EF4-FFF2-40B4-BE49-F238E27FC236}">
                <a16:creationId xmlns:a16="http://schemas.microsoft.com/office/drawing/2014/main" id="{10A9DEEC-D714-52CA-9740-8AB8CCE46EC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311971" y="2428452"/>
            <a:ext cx="817481" cy="493211"/>
          </a:xfrm>
          <a:prstGeom prst="rect">
            <a:avLst/>
          </a:prstGeom>
          <a:solidFill>
            <a:schemeClr val="bg2"/>
          </a:solidFill>
          <a:ln>
            <a:noFill/>
          </a:ln>
        </p:spPr>
      </p:pic>
      <p:pic>
        <p:nvPicPr>
          <p:cNvPr id="16" name="Picture 15" descr="Logo&#10;&#10;Description automatically generated">
            <a:extLst>
              <a:ext uri="{FF2B5EF4-FFF2-40B4-BE49-F238E27FC236}">
                <a16:creationId xmlns:a16="http://schemas.microsoft.com/office/drawing/2014/main" id="{A03EE504-B7BB-B867-50EB-5411EAC88BE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871414" y="2428452"/>
            <a:ext cx="817481" cy="493211"/>
          </a:xfrm>
          <a:prstGeom prst="rect">
            <a:avLst/>
          </a:prstGeom>
          <a:solidFill>
            <a:schemeClr val="bg2"/>
          </a:solidFill>
          <a:ln>
            <a:noFill/>
          </a:ln>
        </p:spPr>
      </p:pic>
      <p:pic>
        <p:nvPicPr>
          <p:cNvPr id="17" name="Picture 16" descr="Logo&#10;&#10;Description automatically generated">
            <a:extLst>
              <a:ext uri="{FF2B5EF4-FFF2-40B4-BE49-F238E27FC236}">
                <a16:creationId xmlns:a16="http://schemas.microsoft.com/office/drawing/2014/main" id="{EDF84465-2B1F-D9D7-39EA-91DAF854816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0430859" y="2428452"/>
            <a:ext cx="817481" cy="493211"/>
          </a:xfrm>
          <a:prstGeom prst="rect">
            <a:avLst/>
          </a:prstGeom>
          <a:solidFill>
            <a:schemeClr val="bg2"/>
          </a:solidFill>
          <a:ln>
            <a:noFill/>
          </a:ln>
        </p:spPr>
      </p:pic>
    </p:spTree>
    <p:custDataLst>
      <p:custData r:id="rId1"/>
      <p:custData r:id="rId2"/>
    </p:custDataLst>
    <p:extLst>
      <p:ext uri="{BB962C8B-B14F-4D97-AF65-F5344CB8AC3E}">
        <p14:creationId xmlns:p14="http://schemas.microsoft.com/office/powerpoint/2010/main" val="21494600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Picture 65">
            <a:extLst>
              <a:ext uri="{FF2B5EF4-FFF2-40B4-BE49-F238E27FC236}">
                <a16:creationId xmlns:a16="http://schemas.microsoft.com/office/drawing/2014/main" id="{519462A0-3147-065E-85CD-F1E7565D427E}"/>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8980488" y="0"/>
            <a:ext cx="3211512" cy="6858000"/>
          </a:xfrm>
          <a:prstGeom prst="rect">
            <a:avLst/>
          </a:prstGeom>
        </p:spPr>
      </p:pic>
      <p:grpSp>
        <p:nvGrpSpPr>
          <p:cNvPr id="11" name="Group 10">
            <a:extLst>
              <a:ext uri="{FF2B5EF4-FFF2-40B4-BE49-F238E27FC236}">
                <a16:creationId xmlns:a16="http://schemas.microsoft.com/office/drawing/2014/main" id="{EB32B24E-1FA9-A2A5-42CB-66E8E2DA6F61}"/>
              </a:ext>
            </a:extLst>
          </p:cNvPr>
          <p:cNvGrpSpPr/>
          <p:nvPr/>
        </p:nvGrpSpPr>
        <p:grpSpPr>
          <a:xfrm>
            <a:off x="11668934" y="6329086"/>
            <a:ext cx="270000" cy="329178"/>
            <a:chOff x="9640418" y="10120045"/>
            <a:chExt cx="270000" cy="329178"/>
          </a:xfrm>
        </p:grpSpPr>
        <p:sp>
          <p:nvSpPr>
            <p:cNvPr id="13" name="Triangle 12">
              <a:extLst>
                <a:ext uri="{FF2B5EF4-FFF2-40B4-BE49-F238E27FC236}">
                  <a16:creationId xmlns:a16="http://schemas.microsoft.com/office/drawing/2014/main" id="{8BB407D6-1FDF-B2C6-3230-D43E7F4EDBCF}"/>
                </a:ext>
              </a:extLst>
            </p:cNvPr>
            <p:cNvSpPr>
              <a:spLocks noChangeAspect="1"/>
            </p:cNvSpPr>
            <p:nvPr/>
          </p:nvSpPr>
          <p:spPr>
            <a:xfrm>
              <a:off x="9723218" y="10120045"/>
              <a:ext cx="104400" cy="90000"/>
            </a:xfrm>
            <a:prstGeom prst="triangl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a:p>
          </p:txBody>
        </p:sp>
        <p:sp>
          <p:nvSpPr>
            <p:cNvPr id="14" name="Oval 13">
              <a:extLst>
                <a:ext uri="{FF2B5EF4-FFF2-40B4-BE49-F238E27FC236}">
                  <a16:creationId xmlns:a16="http://schemas.microsoft.com/office/drawing/2014/main" id="{ED4E5138-32AA-398C-FC48-05CFE19A5E82}"/>
                </a:ext>
              </a:extLst>
            </p:cNvPr>
            <p:cNvSpPr>
              <a:spLocks noChangeAspect="1"/>
            </p:cNvSpPr>
            <p:nvPr/>
          </p:nvSpPr>
          <p:spPr>
            <a:xfrm>
              <a:off x="9640418" y="10179223"/>
              <a:ext cx="270000" cy="270000"/>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130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rPr>
                <a:t>N</a:t>
              </a:r>
            </a:p>
          </p:txBody>
        </p:sp>
      </p:grpSp>
      <p:sp>
        <p:nvSpPr>
          <p:cNvPr id="19" name="Rectangle 18">
            <a:extLst>
              <a:ext uri="{FF2B5EF4-FFF2-40B4-BE49-F238E27FC236}">
                <a16:creationId xmlns:a16="http://schemas.microsoft.com/office/drawing/2014/main" id="{9EB73BD5-178B-00CC-1F87-893A33F39D59}"/>
              </a:ext>
            </a:extLst>
          </p:cNvPr>
          <p:cNvSpPr>
            <a:spLocks noChangeAspect="1"/>
          </p:cNvSpPr>
          <p:nvPr/>
        </p:nvSpPr>
        <p:spPr>
          <a:xfrm>
            <a:off x="9477713" y="4426333"/>
            <a:ext cx="288000" cy="28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1050" b="1">
                <a:latin typeface="Open Sans Semibold" panose="020B0606030504020204" pitchFamily="34" charset="0"/>
                <a:ea typeface="Open Sans Semibold" panose="020B0606030504020204" pitchFamily="34" charset="0"/>
                <a:cs typeface="Open Sans Semibold" panose="020B0606030504020204" pitchFamily="34" charset="0"/>
              </a:rPr>
              <a:t>6</a:t>
            </a:r>
          </a:p>
        </p:txBody>
      </p:sp>
      <p:sp>
        <p:nvSpPr>
          <p:cNvPr id="20" name="Rectangle 19">
            <a:extLst>
              <a:ext uri="{FF2B5EF4-FFF2-40B4-BE49-F238E27FC236}">
                <a16:creationId xmlns:a16="http://schemas.microsoft.com/office/drawing/2014/main" id="{3D838711-72AA-B1E6-CDBA-420F41884F06}"/>
              </a:ext>
            </a:extLst>
          </p:cNvPr>
          <p:cNvSpPr>
            <a:spLocks noChangeAspect="1"/>
          </p:cNvSpPr>
          <p:nvPr/>
        </p:nvSpPr>
        <p:spPr>
          <a:xfrm>
            <a:off x="10765519" y="890056"/>
            <a:ext cx="288000" cy="28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1050" b="1">
                <a:latin typeface="Open Sans Semibold" panose="020B0606030504020204" pitchFamily="34" charset="0"/>
                <a:ea typeface="Open Sans Semibold" panose="020B0606030504020204" pitchFamily="34" charset="0"/>
                <a:cs typeface="Open Sans Semibold" panose="020B0606030504020204" pitchFamily="34" charset="0"/>
              </a:rPr>
              <a:t>1</a:t>
            </a:r>
          </a:p>
        </p:txBody>
      </p:sp>
      <p:sp>
        <p:nvSpPr>
          <p:cNvPr id="21" name="Rectangle 20">
            <a:extLst>
              <a:ext uri="{FF2B5EF4-FFF2-40B4-BE49-F238E27FC236}">
                <a16:creationId xmlns:a16="http://schemas.microsoft.com/office/drawing/2014/main" id="{0C84E530-5725-E58D-8AB7-41C8BAB965EE}"/>
              </a:ext>
            </a:extLst>
          </p:cNvPr>
          <p:cNvSpPr>
            <a:spLocks noChangeAspect="1"/>
          </p:cNvSpPr>
          <p:nvPr/>
        </p:nvSpPr>
        <p:spPr>
          <a:xfrm>
            <a:off x="9748199" y="1107769"/>
            <a:ext cx="288000" cy="28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1050" b="1">
                <a:latin typeface="Open Sans Semibold" panose="020B0606030504020204" pitchFamily="34" charset="0"/>
                <a:ea typeface="Open Sans Semibold" panose="020B0606030504020204" pitchFamily="34" charset="0"/>
                <a:cs typeface="Open Sans Semibold" panose="020B0606030504020204" pitchFamily="34" charset="0"/>
              </a:rPr>
              <a:t>2</a:t>
            </a:r>
          </a:p>
        </p:txBody>
      </p:sp>
      <p:sp>
        <p:nvSpPr>
          <p:cNvPr id="22" name="Rectangle 21">
            <a:extLst>
              <a:ext uri="{FF2B5EF4-FFF2-40B4-BE49-F238E27FC236}">
                <a16:creationId xmlns:a16="http://schemas.microsoft.com/office/drawing/2014/main" id="{B1BA78E9-C9B3-D326-FDB3-0C51F6A98AC3}"/>
              </a:ext>
            </a:extLst>
          </p:cNvPr>
          <p:cNvSpPr>
            <a:spLocks noChangeAspect="1"/>
          </p:cNvSpPr>
          <p:nvPr/>
        </p:nvSpPr>
        <p:spPr>
          <a:xfrm>
            <a:off x="11335735" y="3091779"/>
            <a:ext cx="288000" cy="28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1050" b="1">
                <a:latin typeface="Open Sans Semibold" panose="020B0606030504020204" pitchFamily="34" charset="0"/>
                <a:ea typeface="Open Sans Semibold" panose="020B0606030504020204" pitchFamily="34" charset="0"/>
                <a:cs typeface="Open Sans Semibold" panose="020B0606030504020204" pitchFamily="34" charset="0"/>
              </a:rPr>
              <a:t>3</a:t>
            </a:r>
          </a:p>
        </p:txBody>
      </p:sp>
      <p:sp>
        <p:nvSpPr>
          <p:cNvPr id="23" name="Rectangle 22">
            <a:extLst>
              <a:ext uri="{FF2B5EF4-FFF2-40B4-BE49-F238E27FC236}">
                <a16:creationId xmlns:a16="http://schemas.microsoft.com/office/drawing/2014/main" id="{6102170F-8F5C-97A7-439E-5A6CCCB4B4AC}"/>
              </a:ext>
            </a:extLst>
          </p:cNvPr>
          <p:cNvSpPr>
            <a:spLocks noChangeAspect="1"/>
          </p:cNvSpPr>
          <p:nvPr/>
        </p:nvSpPr>
        <p:spPr>
          <a:xfrm>
            <a:off x="11191735" y="5028861"/>
            <a:ext cx="288000" cy="28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1050" b="1">
                <a:latin typeface="Open Sans Semibold" panose="020B0606030504020204" pitchFamily="34" charset="0"/>
                <a:ea typeface="Open Sans Semibold" panose="020B0606030504020204" pitchFamily="34" charset="0"/>
                <a:cs typeface="Open Sans Semibold" panose="020B0606030504020204" pitchFamily="34" charset="0"/>
              </a:rPr>
              <a:t>4</a:t>
            </a:r>
          </a:p>
        </p:txBody>
      </p:sp>
      <p:sp>
        <p:nvSpPr>
          <p:cNvPr id="24" name="Rectangle 23">
            <a:extLst>
              <a:ext uri="{FF2B5EF4-FFF2-40B4-BE49-F238E27FC236}">
                <a16:creationId xmlns:a16="http://schemas.microsoft.com/office/drawing/2014/main" id="{7328CDCA-7F1C-537C-89A0-FC2F571EE192}"/>
              </a:ext>
            </a:extLst>
          </p:cNvPr>
          <p:cNvSpPr>
            <a:spLocks noChangeAspect="1"/>
          </p:cNvSpPr>
          <p:nvPr/>
        </p:nvSpPr>
        <p:spPr>
          <a:xfrm>
            <a:off x="10421832" y="4426333"/>
            <a:ext cx="288000" cy="28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1050" b="1">
                <a:latin typeface="Open Sans Semibold" panose="020B0606030504020204" pitchFamily="34" charset="0"/>
                <a:ea typeface="Open Sans Semibold" panose="020B0606030504020204" pitchFamily="34" charset="0"/>
                <a:cs typeface="Open Sans Semibold" panose="020B0606030504020204" pitchFamily="34" charset="0"/>
              </a:rPr>
              <a:t>5</a:t>
            </a:r>
          </a:p>
        </p:txBody>
      </p:sp>
      <p:sp>
        <p:nvSpPr>
          <p:cNvPr id="15" name="Text Placeholder 14">
            <a:extLst>
              <a:ext uri="{FF2B5EF4-FFF2-40B4-BE49-F238E27FC236}">
                <a16:creationId xmlns:a16="http://schemas.microsoft.com/office/drawing/2014/main" id="{E89430B4-A940-83B0-229A-E980B3C5841F}"/>
              </a:ext>
            </a:extLst>
          </p:cNvPr>
          <p:cNvSpPr>
            <a:spLocks noGrp="1"/>
          </p:cNvSpPr>
          <p:nvPr>
            <p:ph type="body" sz="quarter" idx="13"/>
          </p:nvPr>
        </p:nvSpPr>
        <p:spPr>
          <a:xfrm>
            <a:off x="647525" y="669600"/>
            <a:ext cx="5448475" cy="392400"/>
          </a:xfrm>
        </p:spPr>
        <p:txBody>
          <a:bodyPr/>
          <a:lstStyle/>
          <a:p>
            <a:r>
              <a:rPr lang="en-CA" cap="all"/>
              <a:t>MARKET OVERVIEW</a:t>
            </a:r>
          </a:p>
        </p:txBody>
      </p:sp>
      <p:sp>
        <p:nvSpPr>
          <p:cNvPr id="10" name="Title 9">
            <a:extLst>
              <a:ext uri="{FF2B5EF4-FFF2-40B4-BE49-F238E27FC236}">
                <a16:creationId xmlns:a16="http://schemas.microsoft.com/office/drawing/2014/main" id="{A7D64D65-4834-C558-4719-55899EE8A5A9}"/>
              </a:ext>
            </a:extLst>
          </p:cNvPr>
          <p:cNvSpPr>
            <a:spLocks noGrp="1"/>
          </p:cNvSpPr>
          <p:nvPr>
            <p:ph type="title"/>
          </p:nvPr>
        </p:nvSpPr>
        <p:spPr>
          <a:xfrm>
            <a:off x="648000" y="1062000"/>
            <a:ext cx="7512888" cy="835200"/>
          </a:xfrm>
        </p:spPr>
        <p:txBody>
          <a:bodyPr/>
          <a:lstStyle/>
          <a:p>
            <a:r>
              <a:rPr lang="en-CA"/>
              <a:t>Where are your Competitors?</a:t>
            </a:r>
          </a:p>
        </p:txBody>
      </p:sp>
      <p:sp>
        <p:nvSpPr>
          <p:cNvPr id="16" name="Text Placeholder 15">
            <a:extLst>
              <a:ext uri="{FF2B5EF4-FFF2-40B4-BE49-F238E27FC236}">
                <a16:creationId xmlns:a16="http://schemas.microsoft.com/office/drawing/2014/main" id="{CFB01DA5-D256-6540-D8CB-78BEF0B1C017}"/>
              </a:ext>
            </a:extLst>
          </p:cNvPr>
          <p:cNvSpPr>
            <a:spLocks noGrp="1"/>
          </p:cNvSpPr>
          <p:nvPr>
            <p:ph type="body" sz="quarter" idx="14"/>
          </p:nvPr>
        </p:nvSpPr>
        <p:spPr/>
        <p:txBody>
          <a:bodyPr/>
          <a:lstStyle/>
          <a:p>
            <a:endParaRPr lang="en-CA"/>
          </a:p>
        </p:txBody>
      </p:sp>
      <p:sp>
        <p:nvSpPr>
          <p:cNvPr id="2" name="Footer Placeholder 1">
            <a:extLst>
              <a:ext uri="{FF2B5EF4-FFF2-40B4-BE49-F238E27FC236}">
                <a16:creationId xmlns:a16="http://schemas.microsoft.com/office/drawing/2014/main" id="{A366A316-D0BC-63DA-2475-CAB3EEA36EE8}"/>
              </a:ext>
            </a:extLst>
          </p:cNvPr>
          <p:cNvSpPr>
            <a:spLocks noGrp="1"/>
          </p:cNvSpPr>
          <p:nvPr>
            <p:ph type="ftr" sz="quarter" idx="11"/>
          </p:nvPr>
        </p:nvSpPr>
        <p:spPr/>
        <p:txBody>
          <a:bodyPr/>
          <a:lstStyle/>
          <a:p>
            <a:r>
              <a:rPr lang="en-CA"/>
              <a:t>Colliers</a:t>
            </a:r>
          </a:p>
        </p:txBody>
      </p:sp>
      <p:sp>
        <p:nvSpPr>
          <p:cNvPr id="3" name="Slide Number Placeholder 2">
            <a:extLst>
              <a:ext uri="{FF2B5EF4-FFF2-40B4-BE49-F238E27FC236}">
                <a16:creationId xmlns:a16="http://schemas.microsoft.com/office/drawing/2014/main" id="{FA692307-CC7E-C73A-8D5C-74E30BB8304A}"/>
              </a:ext>
            </a:extLst>
          </p:cNvPr>
          <p:cNvSpPr>
            <a:spLocks noGrp="1"/>
          </p:cNvSpPr>
          <p:nvPr>
            <p:ph type="sldNum" sz="quarter" idx="12"/>
          </p:nvPr>
        </p:nvSpPr>
        <p:spPr/>
        <p:txBody>
          <a:bodyPr/>
          <a:lstStyle/>
          <a:p>
            <a:fld id="{23AA811B-2EBD-4900-905E-5BE206449611}" type="slidenum">
              <a:rPr lang="en-CA"/>
              <a:pPr/>
              <a:t>39</a:t>
            </a:fld>
            <a:endParaRPr lang="en-CA"/>
          </a:p>
        </p:txBody>
      </p:sp>
      <p:cxnSp>
        <p:nvCxnSpPr>
          <p:cNvPr id="30" name="Straight Connector 29">
            <a:extLst>
              <a:ext uri="{FF2B5EF4-FFF2-40B4-BE49-F238E27FC236}">
                <a16:creationId xmlns:a16="http://schemas.microsoft.com/office/drawing/2014/main" id="{6276C923-67CB-B2EF-6B5F-AF523015B83D}"/>
              </a:ext>
            </a:extLst>
          </p:cNvPr>
          <p:cNvCxnSpPr/>
          <p:nvPr/>
        </p:nvCxnSpPr>
        <p:spPr>
          <a:xfrm>
            <a:off x="11125200" y="273800"/>
            <a:ext cx="0" cy="12600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31" name="Title 26">
            <a:extLst>
              <a:ext uri="{FF2B5EF4-FFF2-40B4-BE49-F238E27FC236}">
                <a16:creationId xmlns:a16="http://schemas.microsoft.com/office/drawing/2014/main" id="{80A71D42-FE81-B64A-E0A3-252824C39806}"/>
              </a:ext>
            </a:extLst>
          </p:cNvPr>
          <p:cNvSpPr txBox="1">
            <a:spLocks/>
          </p:cNvSpPr>
          <p:nvPr/>
        </p:nvSpPr>
        <p:spPr>
          <a:xfrm>
            <a:off x="9515242" y="2107668"/>
            <a:ext cx="1512000" cy="324000"/>
          </a:xfrm>
          <a:prstGeom prst="rect">
            <a:avLst/>
          </a:prstGeom>
          <a:solidFill>
            <a:schemeClr val="tx2"/>
          </a:solidFill>
        </p:spPr>
        <p:txBody>
          <a:bodyPr lIns="0" tIns="0" rIns="0" bIns="0" anchor="ctr"/>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gn="ctr">
              <a:lnSpc>
                <a:spcPct val="90000"/>
              </a:lnSpc>
            </a:pPr>
            <a:r>
              <a:rPr lang="en-CA" sz="1200" b="1">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rPr>
              <a:t>1234 Streetname</a:t>
            </a:r>
            <a:endParaRPr lang="en-CA" sz="1200" b="1" baseline="3000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endParaRPr>
          </a:p>
        </p:txBody>
      </p:sp>
      <p:sp>
        <p:nvSpPr>
          <p:cNvPr id="5" name="Graphic 6" descr="Marker">
            <a:extLst>
              <a:ext uri="{FF2B5EF4-FFF2-40B4-BE49-F238E27FC236}">
                <a16:creationId xmlns:a16="http://schemas.microsoft.com/office/drawing/2014/main" id="{AB1AF118-F47C-375D-96A2-54D9EF9DFCEB}"/>
              </a:ext>
            </a:extLst>
          </p:cNvPr>
          <p:cNvSpPr/>
          <p:nvPr/>
        </p:nvSpPr>
        <p:spPr>
          <a:xfrm>
            <a:off x="10912805" y="1914538"/>
            <a:ext cx="372312" cy="613656"/>
          </a:xfrm>
          <a:custGeom>
            <a:avLst/>
            <a:gdLst>
              <a:gd name="connsiteX0" fmla="*/ 199373 w 398745"/>
              <a:gd name="connsiteY0" fmla="*/ 285750 h 647700"/>
              <a:gd name="connsiteX1" fmla="*/ 113648 w 398745"/>
              <a:gd name="connsiteY1" fmla="*/ 200025 h 647700"/>
              <a:gd name="connsiteX2" fmla="*/ 199373 w 398745"/>
              <a:gd name="connsiteY2" fmla="*/ 114300 h 647700"/>
              <a:gd name="connsiteX3" fmla="*/ 285098 w 398745"/>
              <a:gd name="connsiteY3" fmla="*/ 200025 h 647700"/>
              <a:gd name="connsiteX4" fmla="*/ 199373 w 398745"/>
              <a:gd name="connsiteY4" fmla="*/ 285750 h 647700"/>
              <a:gd name="connsiteX5" fmla="*/ 199373 w 398745"/>
              <a:gd name="connsiteY5" fmla="*/ 0 h 647700"/>
              <a:gd name="connsiteX6" fmla="*/ 34590 w 398745"/>
              <a:gd name="connsiteY6" fmla="*/ 87630 h 647700"/>
              <a:gd name="connsiteX7" fmla="*/ 13635 w 398745"/>
              <a:gd name="connsiteY7" fmla="*/ 273368 h 647700"/>
              <a:gd name="connsiteX8" fmla="*/ 104123 w 398745"/>
              <a:gd name="connsiteY8" fmla="*/ 473393 h 647700"/>
              <a:gd name="connsiteX9" fmla="*/ 182228 w 398745"/>
              <a:gd name="connsiteY9" fmla="*/ 637223 h 647700"/>
              <a:gd name="connsiteX10" fmla="*/ 199373 w 398745"/>
              <a:gd name="connsiteY10" fmla="*/ 647700 h 647700"/>
              <a:gd name="connsiteX11" fmla="*/ 216518 w 398745"/>
              <a:gd name="connsiteY11" fmla="*/ 637223 h 647700"/>
              <a:gd name="connsiteX12" fmla="*/ 294623 w 398745"/>
              <a:gd name="connsiteY12" fmla="*/ 473393 h 647700"/>
              <a:gd name="connsiteX13" fmla="*/ 385110 w 398745"/>
              <a:gd name="connsiteY13" fmla="*/ 273368 h 647700"/>
              <a:gd name="connsiteX14" fmla="*/ 364155 w 398745"/>
              <a:gd name="connsiteY14" fmla="*/ 87630 h 647700"/>
              <a:gd name="connsiteX15" fmla="*/ 199373 w 398745"/>
              <a:gd name="connsiteY15" fmla="*/ 0 h 647700"/>
              <a:gd name="connsiteX0" fmla="*/ 199373 w 398745"/>
              <a:gd name="connsiteY0" fmla="*/ 285750 h 657225"/>
              <a:gd name="connsiteX1" fmla="*/ 113648 w 398745"/>
              <a:gd name="connsiteY1" fmla="*/ 200025 h 657225"/>
              <a:gd name="connsiteX2" fmla="*/ 199373 w 398745"/>
              <a:gd name="connsiteY2" fmla="*/ 114300 h 657225"/>
              <a:gd name="connsiteX3" fmla="*/ 285098 w 398745"/>
              <a:gd name="connsiteY3" fmla="*/ 200025 h 657225"/>
              <a:gd name="connsiteX4" fmla="*/ 199373 w 398745"/>
              <a:gd name="connsiteY4" fmla="*/ 285750 h 657225"/>
              <a:gd name="connsiteX5" fmla="*/ 199373 w 398745"/>
              <a:gd name="connsiteY5" fmla="*/ 0 h 657225"/>
              <a:gd name="connsiteX6" fmla="*/ 34590 w 398745"/>
              <a:gd name="connsiteY6" fmla="*/ 87630 h 657225"/>
              <a:gd name="connsiteX7" fmla="*/ 13635 w 398745"/>
              <a:gd name="connsiteY7" fmla="*/ 273368 h 657225"/>
              <a:gd name="connsiteX8" fmla="*/ 104123 w 398745"/>
              <a:gd name="connsiteY8" fmla="*/ 473393 h 657225"/>
              <a:gd name="connsiteX9" fmla="*/ 182228 w 398745"/>
              <a:gd name="connsiteY9" fmla="*/ 637223 h 657225"/>
              <a:gd name="connsiteX10" fmla="*/ 199373 w 398745"/>
              <a:gd name="connsiteY10" fmla="*/ 657225 h 657225"/>
              <a:gd name="connsiteX11" fmla="*/ 216518 w 398745"/>
              <a:gd name="connsiteY11" fmla="*/ 637223 h 657225"/>
              <a:gd name="connsiteX12" fmla="*/ 294623 w 398745"/>
              <a:gd name="connsiteY12" fmla="*/ 473393 h 657225"/>
              <a:gd name="connsiteX13" fmla="*/ 385110 w 398745"/>
              <a:gd name="connsiteY13" fmla="*/ 273368 h 657225"/>
              <a:gd name="connsiteX14" fmla="*/ 364155 w 398745"/>
              <a:gd name="connsiteY14" fmla="*/ 87630 h 657225"/>
              <a:gd name="connsiteX15" fmla="*/ 199373 w 398745"/>
              <a:gd name="connsiteY15" fmla="*/ 0 h 657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98745" h="657225">
                <a:moveTo>
                  <a:pt x="199373" y="285750"/>
                </a:moveTo>
                <a:cubicBezTo>
                  <a:pt x="151748" y="285750"/>
                  <a:pt x="113648" y="247650"/>
                  <a:pt x="113648" y="200025"/>
                </a:cubicBezTo>
                <a:cubicBezTo>
                  <a:pt x="113648" y="152400"/>
                  <a:pt x="151748" y="114300"/>
                  <a:pt x="199373" y="114300"/>
                </a:cubicBezTo>
                <a:cubicBezTo>
                  <a:pt x="246998" y="114300"/>
                  <a:pt x="285098" y="152400"/>
                  <a:pt x="285098" y="200025"/>
                </a:cubicBezTo>
                <a:cubicBezTo>
                  <a:pt x="285098" y="247650"/>
                  <a:pt x="246998" y="285750"/>
                  <a:pt x="199373" y="285750"/>
                </a:cubicBezTo>
                <a:close/>
                <a:moveTo>
                  <a:pt x="199373" y="0"/>
                </a:moveTo>
                <a:cubicBezTo>
                  <a:pt x="133650" y="0"/>
                  <a:pt x="71738" y="32385"/>
                  <a:pt x="34590" y="87630"/>
                </a:cubicBezTo>
                <a:cubicBezTo>
                  <a:pt x="-2557" y="141923"/>
                  <a:pt x="-10177" y="211455"/>
                  <a:pt x="13635" y="273368"/>
                </a:cubicBezTo>
                <a:lnTo>
                  <a:pt x="104123" y="473393"/>
                </a:lnTo>
                <a:lnTo>
                  <a:pt x="182228" y="637223"/>
                </a:lnTo>
                <a:cubicBezTo>
                  <a:pt x="185085" y="643890"/>
                  <a:pt x="191753" y="657225"/>
                  <a:pt x="199373" y="657225"/>
                </a:cubicBezTo>
                <a:cubicBezTo>
                  <a:pt x="206993" y="657225"/>
                  <a:pt x="213660" y="643890"/>
                  <a:pt x="216518" y="637223"/>
                </a:cubicBezTo>
                <a:lnTo>
                  <a:pt x="294623" y="473393"/>
                </a:lnTo>
                <a:lnTo>
                  <a:pt x="385110" y="273368"/>
                </a:lnTo>
                <a:cubicBezTo>
                  <a:pt x="408923" y="211455"/>
                  <a:pt x="401303" y="141923"/>
                  <a:pt x="364155" y="87630"/>
                </a:cubicBezTo>
                <a:cubicBezTo>
                  <a:pt x="327008" y="32385"/>
                  <a:pt x="265095" y="0"/>
                  <a:pt x="199373" y="0"/>
                </a:cubicBezTo>
                <a:close/>
              </a:path>
            </a:pathLst>
          </a:custGeom>
          <a:solidFill>
            <a:schemeClr val="tx2"/>
          </a:solidFill>
          <a:ln w="9525" cap="flat">
            <a:solidFill>
              <a:schemeClr val="bg1"/>
            </a:solidFill>
            <a:prstDash val="solid"/>
            <a:miter/>
          </a:ln>
        </p:spPr>
        <p:txBody>
          <a:bodyPr rtlCol="0" anchor="ctr"/>
          <a:lstStyle/>
          <a:p>
            <a:endParaRPr lang="en-US"/>
          </a:p>
        </p:txBody>
      </p:sp>
      <p:graphicFrame>
        <p:nvGraphicFramePr>
          <p:cNvPr id="17" name="Table 19">
            <a:extLst>
              <a:ext uri="{FF2B5EF4-FFF2-40B4-BE49-F238E27FC236}">
                <a16:creationId xmlns:a16="http://schemas.microsoft.com/office/drawing/2014/main" id="{50757F27-E2B2-2BD2-72BC-0DC2547296B8}"/>
              </a:ext>
            </a:extLst>
          </p:cNvPr>
          <p:cNvGraphicFramePr>
            <a:graphicFrameLocks noGrp="1"/>
          </p:cNvGraphicFramePr>
          <p:nvPr>
            <p:ph idx="1"/>
          </p:nvPr>
        </p:nvGraphicFramePr>
        <p:xfrm>
          <a:off x="647525" y="1855886"/>
          <a:ext cx="8116887" cy="4332514"/>
        </p:xfrm>
        <a:graphic>
          <a:graphicData uri="http://schemas.openxmlformats.org/drawingml/2006/table">
            <a:tbl>
              <a:tblPr firstRow="1" bandRow="1">
                <a:tableStyleId>{69012ECD-51FC-41F1-AA8D-1B2483CD663E}</a:tableStyleId>
              </a:tblPr>
              <a:tblGrid>
                <a:gridCol w="723900">
                  <a:extLst>
                    <a:ext uri="{9D8B030D-6E8A-4147-A177-3AD203B41FA5}">
                      <a16:colId xmlns:a16="http://schemas.microsoft.com/office/drawing/2014/main" val="1455216386"/>
                    </a:ext>
                  </a:extLst>
                </a:gridCol>
                <a:gridCol w="830179">
                  <a:extLst>
                    <a:ext uri="{9D8B030D-6E8A-4147-A177-3AD203B41FA5}">
                      <a16:colId xmlns:a16="http://schemas.microsoft.com/office/drawing/2014/main" val="760175056"/>
                    </a:ext>
                  </a:extLst>
                </a:gridCol>
                <a:gridCol w="733926">
                  <a:extLst>
                    <a:ext uri="{9D8B030D-6E8A-4147-A177-3AD203B41FA5}">
                      <a16:colId xmlns:a16="http://schemas.microsoft.com/office/drawing/2014/main" val="3210389251"/>
                    </a:ext>
                  </a:extLst>
                </a:gridCol>
                <a:gridCol w="866274">
                  <a:extLst>
                    <a:ext uri="{9D8B030D-6E8A-4147-A177-3AD203B41FA5}">
                      <a16:colId xmlns:a16="http://schemas.microsoft.com/office/drawing/2014/main" val="4152001563"/>
                    </a:ext>
                  </a:extLst>
                </a:gridCol>
                <a:gridCol w="794084">
                  <a:extLst>
                    <a:ext uri="{9D8B030D-6E8A-4147-A177-3AD203B41FA5}">
                      <a16:colId xmlns:a16="http://schemas.microsoft.com/office/drawing/2014/main" val="4030720181"/>
                    </a:ext>
                  </a:extLst>
                </a:gridCol>
                <a:gridCol w="565484">
                  <a:extLst>
                    <a:ext uri="{9D8B030D-6E8A-4147-A177-3AD203B41FA5}">
                      <a16:colId xmlns:a16="http://schemas.microsoft.com/office/drawing/2014/main" val="2244023881"/>
                    </a:ext>
                  </a:extLst>
                </a:gridCol>
                <a:gridCol w="1431758">
                  <a:extLst>
                    <a:ext uri="{9D8B030D-6E8A-4147-A177-3AD203B41FA5}">
                      <a16:colId xmlns:a16="http://schemas.microsoft.com/office/drawing/2014/main" val="984465675"/>
                    </a:ext>
                  </a:extLst>
                </a:gridCol>
                <a:gridCol w="1191127">
                  <a:extLst>
                    <a:ext uri="{9D8B030D-6E8A-4147-A177-3AD203B41FA5}">
                      <a16:colId xmlns:a16="http://schemas.microsoft.com/office/drawing/2014/main" val="4149671417"/>
                    </a:ext>
                  </a:extLst>
                </a:gridCol>
                <a:gridCol w="980155">
                  <a:extLst>
                    <a:ext uri="{9D8B030D-6E8A-4147-A177-3AD203B41FA5}">
                      <a16:colId xmlns:a16="http://schemas.microsoft.com/office/drawing/2014/main" val="1274020262"/>
                    </a:ext>
                  </a:extLst>
                </a:gridCol>
              </a:tblGrid>
              <a:tr h="402718">
                <a:tc>
                  <a:txBody>
                    <a:bodyPr/>
                    <a:lstStyle/>
                    <a:p>
                      <a:pPr marL="0" indent="0" algn="ctr"/>
                      <a:r>
                        <a:rPr lang="en-US" sz="900" b="0">
                          <a:solidFill>
                            <a:schemeClr val="accent2"/>
                          </a:solidFill>
                          <a:latin typeface="+mn-lt"/>
                          <a:ea typeface="Open Sans SemiBold" panose="020B0706030804020204" pitchFamily="34" charset="0"/>
                          <a:cs typeface="Open Sans SemiBold" panose="020B0706030804020204" pitchFamily="34" charset="0"/>
                        </a:rPr>
                        <a:t>Building</a:t>
                      </a:r>
                    </a:p>
                  </a:txBody>
                  <a:tcPr anchor="ctr">
                    <a:lnL w="6350" cap="flat" cmpd="sng" algn="ctr">
                      <a:noFill/>
                      <a:prstDash val="solid"/>
                      <a:round/>
                      <a:headEnd type="none" w="med" len="med"/>
                      <a:tailEnd type="none" w="med" len="med"/>
                    </a:lnL>
                    <a:lnT w="6350" cap="flat" cmpd="sng" algn="ctr">
                      <a:no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a:solidFill>
                            <a:schemeClr val="accent2"/>
                          </a:solidFill>
                          <a:latin typeface="+mn-lt"/>
                          <a:ea typeface="Open Sans SemiBold" panose="020B0706030804020204" pitchFamily="34" charset="0"/>
                          <a:cs typeface="Open Sans SemiBold" panose="020B0706030804020204" pitchFamily="34" charset="0"/>
                        </a:rPr>
                        <a:t>Company Name</a:t>
                      </a:r>
                    </a:p>
                  </a:txBody>
                  <a:tcPr anchor="ctr">
                    <a:lnT w="6350" cap="flat" cmpd="sng" algn="ctr">
                      <a:no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a:solidFill>
                            <a:schemeClr val="accent2"/>
                          </a:solidFill>
                          <a:latin typeface="+mn-lt"/>
                          <a:ea typeface="Open Sans SemiBold" panose="020B0706030804020204" pitchFamily="34" charset="0"/>
                          <a:cs typeface="Open Sans SemiBold" panose="020B0706030804020204" pitchFamily="34" charset="0"/>
                        </a:rPr>
                        <a:t>Address</a:t>
                      </a:r>
                    </a:p>
                  </a:txBody>
                  <a:tcPr anchor="ctr">
                    <a:lnT w="6350" cap="flat" cmpd="sng" algn="ctr">
                      <a:no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a:solidFill>
                            <a:schemeClr val="accent2"/>
                          </a:solidFill>
                          <a:latin typeface="+mn-lt"/>
                          <a:ea typeface="Open Sans SemiBold" panose="020B0706030804020204" pitchFamily="34" charset="0"/>
                          <a:cs typeface="Open Sans SemiBold" panose="020B0706030804020204" pitchFamily="34" charset="0"/>
                        </a:rPr>
                        <a:t>Submarket</a:t>
                      </a:r>
                    </a:p>
                  </a:txBody>
                  <a:tcPr anchor="ctr">
                    <a:lnT w="6350" cap="flat" cmpd="sng" algn="ctr">
                      <a:no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a:solidFill>
                            <a:schemeClr val="accent2"/>
                          </a:solidFill>
                          <a:latin typeface="+mn-lt"/>
                          <a:ea typeface="Open Sans SemiBold" panose="020B0706030804020204" pitchFamily="34" charset="0"/>
                          <a:cs typeface="Open Sans SemiBold" panose="020B0706030804020204" pitchFamily="34" charset="0"/>
                        </a:rPr>
                        <a:t>Total SF.  Occupied</a:t>
                      </a:r>
                    </a:p>
                  </a:txBody>
                  <a:tcPr anchor="ctr">
                    <a:lnT w="6350" cap="flat" cmpd="sng" algn="ctr">
                      <a:no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a:solidFill>
                            <a:schemeClr val="accent2"/>
                          </a:solidFill>
                          <a:latin typeface="+mn-lt"/>
                          <a:ea typeface="Open Sans SemiBold" panose="020B0706030804020204" pitchFamily="34" charset="0"/>
                          <a:cs typeface="Open Sans SemiBold" panose="020B0706030804020204" pitchFamily="34" charset="0"/>
                        </a:rPr>
                        <a:t>Since  Date</a:t>
                      </a:r>
                    </a:p>
                  </a:txBody>
                  <a:tcPr anchor="ctr">
                    <a:lnT w="6350" cap="flat" cmpd="sng" algn="ctr">
                      <a:no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a:solidFill>
                            <a:schemeClr val="accent2"/>
                          </a:solidFill>
                          <a:latin typeface="+mn-lt"/>
                          <a:ea typeface="Open Sans SemiBold" panose="020B0706030804020204" pitchFamily="34" charset="0"/>
                          <a:cs typeface="Open Sans SemiBold" panose="020B0706030804020204" pitchFamily="34" charset="0"/>
                        </a:rPr>
                        <a:t>Competitor’s  Estimated P&amp;L Rent</a:t>
                      </a:r>
                    </a:p>
                  </a:txBody>
                  <a:tcPr anchor="ctr">
                    <a:lnT w="6350" cap="flat" cmpd="sng" algn="ctr">
                      <a:no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a:solidFill>
                            <a:schemeClr val="accent2"/>
                          </a:solidFill>
                          <a:latin typeface="+mn-lt"/>
                          <a:ea typeface="Open Sans SemiBold" panose="020B0706030804020204" pitchFamily="34" charset="0"/>
                          <a:cs typeface="Open Sans SemiBold" panose="020B0706030804020204" pitchFamily="34" charset="0"/>
                        </a:rPr>
                        <a:t>Current Building  Market Rent</a:t>
                      </a:r>
                    </a:p>
                  </a:txBody>
                  <a:tcPr anchor="ctr">
                    <a:lnT w="6350" cap="flat" cmpd="sng" algn="ctr">
                      <a:no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a:solidFill>
                            <a:schemeClr val="accent2"/>
                          </a:solidFill>
                          <a:latin typeface="+mn-lt"/>
                          <a:ea typeface="Open Sans SemiBold" panose="020B0706030804020204" pitchFamily="34" charset="0"/>
                          <a:cs typeface="Open Sans SemiBold" panose="020B0706030804020204" pitchFamily="34" charset="0"/>
                        </a:rPr>
                        <a:t>Notes</a:t>
                      </a:r>
                    </a:p>
                  </a:txBody>
                  <a:tcPr anchor="ctr">
                    <a:lnR w="6350" cap="flat" cmpd="sng" algn="ctr">
                      <a:noFill/>
                      <a:prstDash val="solid"/>
                      <a:round/>
                      <a:headEnd type="none" w="med" len="med"/>
                      <a:tailEnd type="none" w="med" len="med"/>
                    </a:lnR>
                    <a:lnT w="6350" cap="flat" cmpd="sng" algn="ctr">
                      <a:noFill/>
                      <a:prstDash val="solid"/>
                      <a:round/>
                      <a:headEnd type="none" w="med" len="med"/>
                      <a:tailEnd type="none" w="med" len="med"/>
                    </a:lnT>
                    <a:noFill/>
                  </a:tcPr>
                </a:tc>
                <a:extLst>
                  <a:ext uri="{0D108BD9-81ED-4DB2-BD59-A6C34878D82A}">
                    <a16:rowId xmlns:a16="http://schemas.microsoft.com/office/drawing/2014/main" val="676314784"/>
                  </a:ext>
                </a:extLst>
              </a:tr>
              <a:tr h="654966">
                <a:tc>
                  <a:txBody>
                    <a:bodyPr/>
                    <a:lstStyle/>
                    <a:p>
                      <a:pPr algn="ctr"/>
                      <a:endParaRPr lang="en-US"/>
                    </a:p>
                  </a:txBody>
                  <a:tcPr anchor="ctr">
                    <a:lnL w="6350" cap="flat" cmpd="sng" algn="ctr">
                      <a:noFill/>
                      <a:prstDash val="solid"/>
                      <a:round/>
                      <a:headEnd type="none" w="med" len="med"/>
                      <a:tailEnd type="none" w="med" len="med"/>
                    </a:lnL>
                    <a:lnB w="6350" cap="flat" cmpd="sng" algn="ctr">
                      <a:solidFill>
                        <a:schemeClr val="bg2"/>
                      </a:solidFill>
                      <a:prstDash val="solid"/>
                      <a:round/>
                      <a:headEnd type="none" w="med" len="med"/>
                      <a:tailEnd type="none" w="med" len="med"/>
                    </a:lnB>
                  </a:tcPr>
                </a:tc>
                <a:tc>
                  <a:txBody>
                    <a:bodyPr/>
                    <a:lstStyle/>
                    <a:p>
                      <a:pPr algn="ctr"/>
                      <a:endParaRPr lang="en-US"/>
                    </a:p>
                  </a:txBody>
                  <a:tcPr anchor="ctr">
                    <a:lnB w="6350" cap="flat" cmpd="sng" algn="ctr">
                      <a:solidFill>
                        <a:schemeClr val="bg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solidFill>
                            <a:srgbClr val="58595B"/>
                          </a:solidFill>
                          <a:latin typeface="+mn-lt"/>
                          <a:cs typeface="Aaux Next Regular"/>
                        </a:rPr>
                        <a:t>Building  Name</a:t>
                      </a:r>
                      <a:endParaRPr lang="en-US" sz="800">
                        <a:latin typeface="+mn-lt"/>
                        <a:cs typeface="Aaux Next Regular"/>
                      </a:endParaRPr>
                    </a:p>
                  </a:txBody>
                  <a:tcPr marL="0" marR="0" marT="0" marB="0" anchor="ctr">
                    <a:lnB w="6350" cap="flat" cmpd="sng" algn="ctr">
                      <a:solidFill>
                        <a:schemeClr val="bg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58595B"/>
                          </a:solidFill>
                          <a:effectLst/>
                          <a:uLnTx/>
                          <a:uFillTx/>
                          <a:latin typeface="+mn-lt"/>
                          <a:ea typeface="+mn-ea"/>
                          <a:cs typeface="Aaux Next Regular"/>
                        </a:rPr>
                        <a:t>Submarket Name</a:t>
                      </a:r>
                      <a:endParaRPr kumimoji="0" lang="en-US" sz="800" b="0" i="0" u="none" strike="noStrike" kern="1200" cap="none" spc="0" normalizeH="0" baseline="0" noProof="0">
                        <a:ln>
                          <a:noFill/>
                        </a:ln>
                        <a:solidFill>
                          <a:srgbClr val="4A4A4D"/>
                        </a:solidFill>
                        <a:effectLst/>
                        <a:uLnTx/>
                        <a:uFillTx/>
                        <a:latin typeface="+mn-lt"/>
                        <a:ea typeface="+mn-ea"/>
                        <a:cs typeface="Aaux Next Regular"/>
                      </a:endParaRPr>
                    </a:p>
                  </a:txBody>
                  <a:tcPr marL="0" marR="0" marT="0" marB="0" anchor="ctr">
                    <a:lnB w="6350" cap="flat" cmpd="sng" algn="ctr">
                      <a:solidFill>
                        <a:schemeClr val="bg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58595B"/>
                          </a:solidFill>
                          <a:effectLst/>
                          <a:uLnTx/>
                          <a:uFillTx/>
                          <a:latin typeface="+mn-lt"/>
                          <a:ea typeface="+mn-ea"/>
                          <a:cs typeface="Aaux Next Regular"/>
                        </a:rPr>
                        <a:t>XXX,XXX</a:t>
                      </a:r>
                      <a:endParaRPr kumimoji="0" lang="en-US" sz="800" b="0" i="0" u="none" strike="noStrike" kern="1200" cap="none" spc="0" normalizeH="0" baseline="0" noProof="0">
                        <a:ln>
                          <a:noFill/>
                        </a:ln>
                        <a:solidFill>
                          <a:srgbClr val="4A4A4D"/>
                        </a:solidFill>
                        <a:effectLst/>
                        <a:uLnTx/>
                        <a:uFillTx/>
                        <a:latin typeface="+mn-lt"/>
                        <a:ea typeface="+mn-ea"/>
                        <a:cs typeface="Aaux Next Regular"/>
                      </a:endParaRPr>
                    </a:p>
                  </a:txBody>
                  <a:tcPr marL="0" marR="0" marT="0" marB="0" anchor="ctr">
                    <a:lnB w="6350" cap="flat" cmpd="sng" algn="ctr">
                      <a:solidFill>
                        <a:schemeClr val="bg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solidFill>
                            <a:srgbClr val="58595B"/>
                          </a:solidFill>
                          <a:latin typeface="+mn-lt"/>
                          <a:cs typeface="Aaux Next Regular"/>
                        </a:rPr>
                        <a:t>XX/XX/XXXX</a:t>
                      </a:r>
                      <a:endParaRPr lang="en-US" sz="800">
                        <a:latin typeface="+mn-lt"/>
                        <a:cs typeface="Aaux Next Regular"/>
                      </a:endParaRPr>
                    </a:p>
                  </a:txBody>
                  <a:tcPr marL="0" marR="0" marT="0" marB="0" anchor="ctr">
                    <a:lnB w="6350" cap="flat" cmpd="sng" algn="ctr">
                      <a:solidFill>
                        <a:schemeClr val="bg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58595B"/>
                          </a:solidFill>
                          <a:effectLst/>
                          <a:uLnTx/>
                          <a:uFillTx/>
                          <a:latin typeface="+mn-lt"/>
                          <a:ea typeface="+mn-ea"/>
                          <a:cs typeface="Aaux Next Regular"/>
                        </a:rPr>
                        <a:t>X,XXX</a:t>
                      </a:r>
                      <a:endParaRPr kumimoji="0" lang="en-US" sz="800" b="0" i="0" u="none" strike="noStrike" kern="1200" cap="none" spc="0" normalizeH="0" baseline="0" noProof="0">
                        <a:ln>
                          <a:noFill/>
                        </a:ln>
                        <a:solidFill>
                          <a:srgbClr val="4A4A4D"/>
                        </a:solidFill>
                        <a:effectLst/>
                        <a:uLnTx/>
                        <a:uFillTx/>
                        <a:latin typeface="+mn-lt"/>
                        <a:ea typeface="+mn-ea"/>
                        <a:cs typeface="Aaux Next Regular"/>
                      </a:endParaRPr>
                    </a:p>
                  </a:txBody>
                  <a:tcPr marL="0" marR="0" marT="0" marB="0" anchor="ctr">
                    <a:lnR w="6350" cap="flat" cmpd="sng" algn="ctr">
                      <a:noFill/>
                      <a:prstDash val="solid"/>
                      <a:round/>
                      <a:headEnd type="none" w="med" len="med"/>
                      <a:tailEnd type="none" w="med" len="med"/>
                    </a:lnR>
                    <a:lnB w="6350" cap="flat" cmpd="sng" algn="ctr">
                      <a:solidFill>
                        <a:schemeClr val="bg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58595B"/>
                          </a:solidFill>
                          <a:effectLst/>
                          <a:uLnTx/>
                          <a:uFillTx/>
                          <a:latin typeface="+mn-lt"/>
                          <a:ea typeface="+mn-ea"/>
                          <a:cs typeface="Aaux Next Regular"/>
                        </a:rPr>
                        <a:t>X,XXX</a:t>
                      </a:r>
                      <a:endParaRPr kumimoji="0" lang="en-US" sz="800" b="0" i="0" u="none" strike="noStrike" kern="1200" cap="none" spc="0" normalizeH="0" baseline="0" noProof="0">
                        <a:ln>
                          <a:noFill/>
                        </a:ln>
                        <a:solidFill>
                          <a:srgbClr val="4A4A4D"/>
                        </a:solidFill>
                        <a:effectLst/>
                        <a:uLnTx/>
                        <a:uFillTx/>
                        <a:latin typeface="+mn-lt"/>
                        <a:ea typeface="+mn-ea"/>
                        <a:cs typeface="Aaux Next Regular"/>
                      </a:endParaRPr>
                    </a:p>
                  </a:txBody>
                  <a:tcPr marL="0" marR="0" marT="0" marB="0" anchor="ctr">
                    <a:lnL w="6350" cap="flat" cmpd="sng" algn="ctr">
                      <a:noFill/>
                      <a:prstDash val="solid"/>
                      <a:round/>
                      <a:headEnd type="none" w="med" len="med"/>
                      <a:tailEnd type="none" w="med" len="med"/>
                    </a:lnL>
                    <a:lnB w="6350" cap="flat" cmpd="sng" algn="ctr">
                      <a:solidFill>
                        <a:schemeClr val="bg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solidFill>
                            <a:srgbClr val="58595B"/>
                          </a:solidFill>
                          <a:latin typeface="+mn-lt"/>
                          <a:cs typeface="Aaux Next Regular"/>
                        </a:rPr>
                        <a:t>Add relevant broker notes; occupies floors X-X etc.</a:t>
                      </a:r>
                      <a:endParaRPr lang="en-US" sz="800">
                        <a:latin typeface="+mn-lt"/>
                        <a:cs typeface="Aaux Next Regular"/>
                      </a:endParaRPr>
                    </a:p>
                  </a:txBody>
                  <a:tcPr marL="0" marR="0" marT="0" marB="0" anchor="ctr">
                    <a:lnR w="6350" cap="flat" cmpd="sng" algn="ctr">
                      <a:noFill/>
                      <a:prstDash val="solid"/>
                      <a:round/>
                      <a:headEnd type="none" w="med" len="med"/>
                      <a:tailEnd type="none" w="med" len="med"/>
                    </a:lnR>
                    <a:lnB w="635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731647480"/>
                  </a:ext>
                </a:extLst>
              </a:tr>
              <a:tr h="654966">
                <a:tc>
                  <a:txBody>
                    <a:bodyPr/>
                    <a:lstStyle/>
                    <a:p>
                      <a:endParaRPr lang="en-US"/>
                    </a:p>
                  </a:txBody>
                  <a:tcPr anchor="ctr">
                    <a:lnL w="6350" cap="flat" cmpd="sng" algn="ctr">
                      <a:noFill/>
                      <a:prstDash val="solid"/>
                      <a:round/>
                      <a:headEnd type="none" w="med" len="med"/>
                      <a:tailEnd type="none" w="med" len="med"/>
                    </a:lnL>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a:p>
                  </a:txBody>
                  <a:tcPr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sz="800"/>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sz="800"/>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sz="800"/>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sz="800"/>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sz="800"/>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sz="800"/>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sz="800"/>
                    </a:p>
                  </a:txBody>
                  <a:tcPr marL="0" marR="0" marT="0" marB="0" anchor="ctr">
                    <a:lnR w="635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945817902"/>
                  </a:ext>
                </a:extLst>
              </a:tr>
              <a:tr h="654966">
                <a:tc>
                  <a:txBody>
                    <a:bodyPr/>
                    <a:lstStyle/>
                    <a:p>
                      <a:endParaRPr lang="en-US"/>
                    </a:p>
                  </a:txBody>
                  <a:tcPr anchor="ctr">
                    <a:lnL w="6350" cap="flat" cmpd="sng" algn="ctr">
                      <a:noFill/>
                      <a:prstDash val="solid"/>
                      <a:round/>
                      <a:headEnd type="none" w="med" len="med"/>
                      <a:tailEnd type="none" w="med" len="med"/>
                    </a:lnL>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a:p>
                  </a:txBody>
                  <a:tcPr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sz="800"/>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sz="800"/>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sz="800"/>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sz="800"/>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sz="800"/>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sz="800"/>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sz="800"/>
                    </a:p>
                  </a:txBody>
                  <a:tcPr marL="0" marR="0" marT="0" marB="0" anchor="ctr">
                    <a:lnR w="635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539599046"/>
                  </a:ext>
                </a:extLst>
              </a:tr>
              <a:tr h="654966">
                <a:tc>
                  <a:txBody>
                    <a:bodyPr/>
                    <a:lstStyle/>
                    <a:p>
                      <a:endParaRPr lang="en-US"/>
                    </a:p>
                  </a:txBody>
                  <a:tcPr anchor="ctr">
                    <a:lnL w="6350" cap="flat" cmpd="sng" algn="ctr">
                      <a:noFill/>
                      <a:prstDash val="solid"/>
                      <a:round/>
                      <a:headEnd type="none" w="med" len="med"/>
                      <a:tailEnd type="none" w="med" len="med"/>
                    </a:lnL>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a:p>
                  </a:txBody>
                  <a:tcPr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sz="800"/>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sz="800"/>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sz="800"/>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sz="800"/>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sz="800"/>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sz="800"/>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sz="800"/>
                    </a:p>
                  </a:txBody>
                  <a:tcPr marL="0" marR="0" marT="0" marB="0" anchor="ctr">
                    <a:lnR w="635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203531474"/>
                  </a:ext>
                </a:extLst>
              </a:tr>
              <a:tr h="654966">
                <a:tc>
                  <a:txBody>
                    <a:bodyPr/>
                    <a:lstStyle/>
                    <a:p>
                      <a:endParaRPr lang="en-US"/>
                    </a:p>
                  </a:txBody>
                  <a:tcPr anchor="ctr">
                    <a:lnL w="6350" cap="flat" cmpd="sng" algn="ctr">
                      <a:noFill/>
                      <a:prstDash val="solid"/>
                      <a:round/>
                      <a:headEnd type="none" w="med" len="med"/>
                      <a:tailEnd type="none" w="med" len="med"/>
                    </a:lnL>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a:p>
                  </a:txBody>
                  <a:tcPr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sz="800"/>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sz="800"/>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sz="800"/>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sz="800"/>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sz="800"/>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sz="800"/>
                    </a:p>
                  </a:txBody>
                  <a:tcPr marL="0" marR="0" marT="0" marB="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endParaRPr lang="en-US" sz="800"/>
                    </a:p>
                  </a:txBody>
                  <a:tcPr marL="0" marR="0" marT="0" marB="0" anchor="ctr">
                    <a:lnR w="635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998002317"/>
                  </a:ext>
                </a:extLst>
              </a:tr>
              <a:tr h="654966">
                <a:tc>
                  <a:txBody>
                    <a:bodyPr/>
                    <a:lstStyle/>
                    <a:p>
                      <a:endParaRPr lang="en-US"/>
                    </a:p>
                  </a:txBody>
                  <a:tcPr anchor="ctr">
                    <a:lnL w="6350" cap="flat" cmpd="sng" algn="ctr">
                      <a:noFill/>
                      <a:prstDash val="solid"/>
                      <a:round/>
                      <a:headEnd type="none" w="med" len="med"/>
                      <a:tailEnd type="none" w="med" len="med"/>
                    </a:lnL>
                    <a:lnT w="6350" cap="flat" cmpd="sng" algn="ctr">
                      <a:solidFill>
                        <a:schemeClr val="bg2"/>
                      </a:solidFill>
                      <a:prstDash val="solid"/>
                      <a:round/>
                      <a:headEnd type="none" w="med" len="med"/>
                      <a:tailEnd type="none" w="med" len="med"/>
                    </a:lnT>
                    <a:lnB w="6350" cap="flat" cmpd="sng" algn="ctr">
                      <a:noFill/>
                      <a:prstDash val="solid"/>
                      <a:round/>
                      <a:headEnd type="none" w="med" len="med"/>
                      <a:tailEnd type="none" w="med" len="med"/>
                    </a:lnB>
                  </a:tcPr>
                </a:tc>
                <a:tc>
                  <a:txBody>
                    <a:bodyPr/>
                    <a:lstStyle/>
                    <a:p>
                      <a:endParaRPr lang="en-US"/>
                    </a:p>
                  </a:txBody>
                  <a:tcPr anchor="ctr">
                    <a:lnT w="6350" cap="flat" cmpd="sng" algn="ctr">
                      <a:solidFill>
                        <a:schemeClr val="bg2"/>
                      </a:solidFill>
                      <a:prstDash val="solid"/>
                      <a:round/>
                      <a:headEnd type="none" w="med" len="med"/>
                      <a:tailEnd type="none" w="med" len="med"/>
                    </a:lnT>
                    <a:lnB w="6350" cap="flat" cmpd="sng" algn="ctr">
                      <a:noFill/>
                      <a:prstDash val="solid"/>
                      <a:round/>
                      <a:headEnd type="none" w="med" len="med"/>
                      <a:tailEnd type="none" w="med" len="med"/>
                    </a:lnB>
                  </a:tcPr>
                </a:tc>
                <a:tc>
                  <a:txBody>
                    <a:bodyPr/>
                    <a:lstStyle/>
                    <a:p>
                      <a:endParaRPr lang="en-US" sz="800"/>
                    </a:p>
                  </a:txBody>
                  <a:tcPr marL="0" marR="0" marT="0" marB="0" anchor="ctr">
                    <a:lnT w="6350" cap="flat" cmpd="sng" algn="ctr">
                      <a:solidFill>
                        <a:schemeClr val="bg2"/>
                      </a:solidFill>
                      <a:prstDash val="solid"/>
                      <a:round/>
                      <a:headEnd type="none" w="med" len="med"/>
                      <a:tailEnd type="none" w="med" len="med"/>
                    </a:lnT>
                    <a:lnB w="6350" cap="flat" cmpd="sng" algn="ctr">
                      <a:noFill/>
                      <a:prstDash val="solid"/>
                      <a:round/>
                      <a:headEnd type="none" w="med" len="med"/>
                      <a:tailEnd type="none" w="med" len="med"/>
                    </a:lnB>
                  </a:tcPr>
                </a:tc>
                <a:tc>
                  <a:txBody>
                    <a:bodyPr/>
                    <a:lstStyle/>
                    <a:p>
                      <a:endParaRPr lang="en-US" sz="800"/>
                    </a:p>
                  </a:txBody>
                  <a:tcPr marL="0" marR="0" marT="0" marB="0" anchor="ctr">
                    <a:lnT w="6350" cap="flat" cmpd="sng" algn="ctr">
                      <a:solidFill>
                        <a:schemeClr val="bg2"/>
                      </a:solidFill>
                      <a:prstDash val="solid"/>
                      <a:round/>
                      <a:headEnd type="none" w="med" len="med"/>
                      <a:tailEnd type="none" w="med" len="med"/>
                    </a:lnT>
                    <a:lnB w="6350" cap="flat" cmpd="sng" algn="ctr">
                      <a:noFill/>
                      <a:prstDash val="solid"/>
                      <a:round/>
                      <a:headEnd type="none" w="med" len="med"/>
                      <a:tailEnd type="none" w="med" len="med"/>
                    </a:lnB>
                  </a:tcPr>
                </a:tc>
                <a:tc>
                  <a:txBody>
                    <a:bodyPr/>
                    <a:lstStyle/>
                    <a:p>
                      <a:endParaRPr lang="en-US" sz="800"/>
                    </a:p>
                  </a:txBody>
                  <a:tcPr marL="0" marR="0" marT="0" marB="0" anchor="ctr">
                    <a:lnT w="6350" cap="flat" cmpd="sng" algn="ctr">
                      <a:solidFill>
                        <a:schemeClr val="bg2"/>
                      </a:solidFill>
                      <a:prstDash val="solid"/>
                      <a:round/>
                      <a:headEnd type="none" w="med" len="med"/>
                      <a:tailEnd type="none" w="med" len="med"/>
                    </a:lnT>
                    <a:lnB w="6350" cap="flat" cmpd="sng" algn="ctr">
                      <a:noFill/>
                      <a:prstDash val="solid"/>
                      <a:round/>
                      <a:headEnd type="none" w="med" len="med"/>
                      <a:tailEnd type="none" w="med" len="med"/>
                    </a:lnB>
                  </a:tcPr>
                </a:tc>
                <a:tc>
                  <a:txBody>
                    <a:bodyPr/>
                    <a:lstStyle/>
                    <a:p>
                      <a:endParaRPr lang="en-US" sz="800"/>
                    </a:p>
                  </a:txBody>
                  <a:tcPr marL="0" marR="0" marT="0" marB="0" anchor="ctr">
                    <a:lnT w="6350" cap="flat" cmpd="sng" algn="ctr">
                      <a:solidFill>
                        <a:schemeClr val="bg2"/>
                      </a:solidFill>
                      <a:prstDash val="solid"/>
                      <a:round/>
                      <a:headEnd type="none" w="med" len="med"/>
                      <a:tailEnd type="none" w="med" len="med"/>
                    </a:lnT>
                    <a:lnB w="6350" cap="flat" cmpd="sng" algn="ctr">
                      <a:noFill/>
                      <a:prstDash val="solid"/>
                      <a:round/>
                      <a:headEnd type="none" w="med" len="med"/>
                      <a:tailEnd type="none" w="med" len="med"/>
                    </a:lnB>
                  </a:tcPr>
                </a:tc>
                <a:tc>
                  <a:txBody>
                    <a:bodyPr/>
                    <a:lstStyle/>
                    <a:p>
                      <a:endParaRPr lang="en-US" sz="800"/>
                    </a:p>
                  </a:txBody>
                  <a:tcPr marL="0" marR="0" marT="0" marB="0" anchor="ctr">
                    <a:lnT w="6350" cap="flat" cmpd="sng" algn="ctr">
                      <a:solidFill>
                        <a:schemeClr val="bg2"/>
                      </a:solidFill>
                      <a:prstDash val="solid"/>
                      <a:round/>
                      <a:headEnd type="none" w="med" len="med"/>
                      <a:tailEnd type="none" w="med" len="med"/>
                    </a:lnT>
                    <a:lnB w="6350" cap="flat" cmpd="sng" algn="ctr">
                      <a:noFill/>
                      <a:prstDash val="solid"/>
                      <a:round/>
                      <a:headEnd type="none" w="med" len="med"/>
                      <a:tailEnd type="none" w="med" len="med"/>
                    </a:lnB>
                  </a:tcPr>
                </a:tc>
                <a:tc>
                  <a:txBody>
                    <a:bodyPr/>
                    <a:lstStyle/>
                    <a:p>
                      <a:endParaRPr lang="en-US" sz="800"/>
                    </a:p>
                  </a:txBody>
                  <a:tcPr marL="0" marR="0" marT="0" marB="0" anchor="ctr">
                    <a:lnT w="6350" cap="flat" cmpd="sng" algn="ctr">
                      <a:solidFill>
                        <a:schemeClr val="bg2"/>
                      </a:solidFill>
                      <a:prstDash val="solid"/>
                      <a:round/>
                      <a:headEnd type="none" w="med" len="med"/>
                      <a:tailEnd type="none" w="med" len="med"/>
                    </a:lnT>
                    <a:lnB w="6350" cap="flat" cmpd="sng" algn="ctr">
                      <a:noFill/>
                      <a:prstDash val="solid"/>
                      <a:round/>
                      <a:headEnd type="none" w="med" len="med"/>
                      <a:tailEnd type="none" w="med" len="med"/>
                    </a:lnB>
                  </a:tcPr>
                </a:tc>
                <a:tc>
                  <a:txBody>
                    <a:bodyPr/>
                    <a:lstStyle/>
                    <a:p>
                      <a:endParaRPr lang="en-US" sz="800"/>
                    </a:p>
                  </a:txBody>
                  <a:tcPr marL="0" marR="0" marT="0" marB="0" anchor="ctr">
                    <a:lnR w="635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noFill/>
                      <a:prstDash val="solid"/>
                      <a:round/>
                      <a:headEnd type="none" w="med" len="med"/>
                      <a:tailEnd type="none" w="med" len="med"/>
                    </a:lnB>
                  </a:tcPr>
                </a:tc>
                <a:extLst>
                  <a:ext uri="{0D108BD9-81ED-4DB2-BD59-A6C34878D82A}">
                    <a16:rowId xmlns:a16="http://schemas.microsoft.com/office/drawing/2014/main" val="1949008707"/>
                  </a:ext>
                </a:extLst>
              </a:tr>
            </a:tbl>
          </a:graphicData>
        </a:graphic>
      </p:graphicFrame>
      <p:sp>
        <p:nvSpPr>
          <p:cNvPr id="18" name="object 104">
            <a:extLst>
              <a:ext uri="{FF2B5EF4-FFF2-40B4-BE49-F238E27FC236}">
                <a16:creationId xmlns:a16="http://schemas.microsoft.com/office/drawing/2014/main" id="{0B2AE67B-C34A-A5ED-9E54-C5D17ED06CC5}"/>
              </a:ext>
            </a:extLst>
          </p:cNvPr>
          <p:cNvSpPr/>
          <p:nvPr/>
        </p:nvSpPr>
        <p:spPr>
          <a:xfrm>
            <a:off x="641171" y="2337388"/>
            <a:ext cx="829528" cy="486626"/>
          </a:xfrm>
          <a:prstGeom prst="rect">
            <a:avLst/>
          </a:prstGeom>
          <a:blipFill>
            <a:blip r:embed="rId6" cstate="email">
              <a:extLst>
                <a:ext uri="{28A0092B-C50C-407E-A947-70E740481C1C}">
                  <a14:useLocalDpi xmlns:a14="http://schemas.microsoft.com/office/drawing/2010/main"/>
                </a:ext>
              </a:extLst>
            </a:blip>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4A4A4D"/>
              </a:solidFill>
              <a:effectLst/>
              <a:uLnTx/>
              <a:uFillTx/>
              <a:latin typeface="Open Sans"/>
              <a:ea typeface="+mn-ea"/>
              <a:cs typeface="+mn-cs"/>
            </a:endParaRPr>
          </a:p>
        </p:txBody>
      </p:sp>
      <p:sp>
        <p:nvSpPr>
          <p:cNvPr id="25" name="object 104">
            <a:extLst>
              <a:ext uri="{FF2B5EF4-FFF2-40B4-BE49-F238E27FC236}">
                <a16:creationId xmlns:a16="http://schemas.microsoft.com/office/drawing/2014/main" id="{D651443C-C918-B022-E59B-50DD84ACCA18}"/>
              </a:ext>
            </a:extLst>
          </p:cNvPr>
          <p:cNvSpPr/>
          <p:nvPr/>
        </p:nvSpPr>
        <p:spPr>
          <a:xfrm>
            <a:off x="641171" y="2994968"/>
            <a:ext cx="829528" cy="486626"/>
          </a:xfrm>
          <a:prstGeom prst="rect">
            <a:avLst/>
          </a:prstGeom>
          <a:blipFill>
            <a:blip r:embed="rId6" cstate="email">
              <a:extLst>
                <a:ext uri="{28A0092B-C50C-407E-A947-70E740481C1C}">
                  <a14:useLocalDpi xmlns:a14="http://schemas.microsoft.com/office/drawing/2010/main"/>
                </a:ext>
              </a:extLst>
            </a:blip>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4A4A4D"/>
              </a:solidFill>
              <a:effectLst/>
              <a:uLnTx/>
              <a:uFillTx/>
              <a:latin typeface="Open Sans"/>
              <a:ea typeface="+mn-ea"/>
              <a:cs typeface="+mn-cs"/>
            </a:endParaRPr>
          </a:p>
        </p:txBody>
      </p:sp>
      <p:sp>
        <p:nvSpPr>
          <p:cNvPr id="26" name="object 104">
            <a:extLst>
              <a:ext uri="{FF2B5EF4-FFF2-40B4-BE49-F238E27FC236}">
                <a16:creationId xmlns:a16="http://schemas.microsoft.com/office/drawing/2014/main" id="{4A4528D1-733E-EBF1-1522-AA0E51B27112}"/>
              </a:ext>
            </a:extLst>
          </p:cNvPr>
          <p:cNvSpPr/>
          <p:nvPr/>
        </p:nvSpPr>
        <p:spPr>
          <a:xfrm>
            <a:off x="641171" y="3652548"/>
            <a:ext cx="829528" cy="486626"/>
          </a:xfrm>
          <a:prstGeom prst="rect">
            <a:avLst/>
          </a:prstGeom>
          <a:blipFill>
            <a:blip r:embed="rId6" cstate="email">
              <a:extLst>
                <a:ext uri="{28A0092B-C50C-407E-A947-70E740481C1C}">
                  <a14:useLocalDpi xmlns:a14="http://schemas.microsoft.com/office/drawing/2010/main"/>
                </a:ext>
              </a:extLst>
            </a:blip>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4A4A4D"/>
              </a:solidFill>
              <a:effectLst/>
              <a:uLnTx/>
              <a:uFillTx/>
              <a:latin typeface="Open Sans"/>
              <a:ea typeface="+mn-ea"/>
              <a:cs typeface="+mn-cs"/>
            </a:endParaRPr>
          </a:p>
        </p:txBody>
      </p:sp>
      <p:sp>
        <p:nvSpPr>
          <p:cNvPr id="27" name="object 104">
            <a:extLst>
              <a:ext uri="{FF2B5EF4-FFF2-40B4-BE49-F238E27FC236}">
                <a16:creationId xmlns:a16="http://schemas.microsoft.com/office/drawing/2014/main" id="{80B78775-887E-CDFC-6B07-7ED52A208AD7}"/>
              </a:ext>
            </a:extLst>
          </p:cNvPr>
          <p:cNvSpPr/>
          <p:nvPr/>
        </p:nvSpPr>
        <p:spPr>
          <a:xfrm>
            <a:off x="641171" y="4310128"/>
            <a:ext cx="829528" cy="486626"/>
          </a:xfrm>
          <a:prstGeom prst="rect">
            <a:avLst/>
          </a:prstGeom>
          <a:blipFill>
            <a:blip r:embed="rId6" cstate="email">
              <a:extLst>
                <a:ext uri="{28A0092B-C50C-407E-A947-70E740481C1C}">
                  <a14:useLocalDpi xmlns:a14="http://schemas.microsoft.com/office/drawing/2010/main"/>
                </a:ext>
              </a:extLst>
            </a:blip>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4A4A4D"/>
              </a:solidFill>
              <a:effectLst/>
              <a:uLnTx/>
              <a:uFillTx/>
              <a:latin typeface="Open Sans"/>
              <a:ea typeface="+mn-ea"/>
              <a:cs typeface="+mn-cs"/>
            </a:endParaRPr>
          </a:p>
        </p:txBody>
      </p:sp>
      <p:sp>
        <p:nvSpPr>
          <p:cNvPr id="28" name="object 104">
            <a:extLst>
              <a:ext uri="{FF2B5EF4-FFF2-40B4-BE49-F238E27FC236}">
                <a16:creationId xmlns:a16="http://schemas.microsoft.com/office/drawing/2014/main" id="{92F6124B-2A61-BAC2-C993-BB3C372BE425}"/>
              </a:ext>
            </a:extLst>
          </p:cNvPr>
          <p:cNvSpPr/>
          <p:nvPr/>
        </p:nvSpPr>
        <p:spPr>
          <a:xfrm>
            <a:off x="641171" y="4967708"/>
            <a:ext cx="829528" cy="486626"/>
          </a:xfrm>
          <a:prstGeom prst="rect">
            <a:avLst/>
          </a:prstGeom>
          <a:blipFill>
            <a:blip r:embed="rId6" cstate="email">
              <a:extLst>
                <a:ext uri="{28A0092B-C50C-407E-A947-70E740481C1C}">
                  <a14:useLocalDpi xmlns:a14="http://schemas.microsoft.com/office/drawing/2010/main"/>
                </a:ext>
              </a:extLst>
            </a:blip>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4A4A4D"/>
              </a:solidFill>
              <a:effectLst/>
              <a:uLnTx/>
              <a:uFillTx/>
              <a:latin typeface="Open Sans"/>
              <a:ea typeface="+mn-ea"/>
              <a:cs typeface="+mn-cs"/>
            </a:endParaRPr>
          </a:p>
        </p:txBody>
      </p:sp>
      <p:sp>
        <p:nvSpPr>
          <p:cNvPr id="29" name="object 104">
            <a:extLst>
              <a:ext uri="{FF2B5EF4-FFF2-40B4-BE49-F238E27FC236}">
                <a16:creationId xmlns:a16="http://schemas.microsoft.com/office/drawing/2014/main" id="{0A5A06E4-F2F6-262C-EE37-57283B346231}"/>
              </a:ext>
            </a:extLst>
          </p:cNvPr>
          <p:cNvSpPr/>
          <p:nvPr/>
        </p:nvSpPr>
        <p:spPr>
          <a:xfrm>
            <a:off x="641171" y="5625289"/>
            <a:ext cx="829528" cy="486626"/>
          </a:xfrm>
          <a:prstGeom prst="rect">
            <a:avLst/>
          </a:prstGeom>
          <a:blipFill>
            <a:blip r:embed="rId6" cstate="email">
              <a:extLst>
                <a:ext uri="{28A0092B-C50C-407E-A947-70E740481C1C}">
                  <a14:useLocalDpi xmlns:a14="http://schemas.microsoft.com/office/drawing/2010/main"/>
                </a:ext>
              </a:extLst>
            </a:blip>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4A4A4D"/>
              </a:solidFill>
              <a:effectLst/>
              <a:uLnTx/>
              <a:uFillTx/>
              <a:latin typeface="Open Sans"/>
              <a:ea typeface="+mn-ea"/>
              <a:cs typeface="+mn-cs"/>
            </a:endParaRPr>
          </a:p>
        </p:txBody>
      </p:sp>
      <p:sp>
        <p:nvSpPr>
          <p:cNvPr id="32" name="object 15">
            <a:extLst>
              <a:ext uri="{FF2B5EF4-FFF2-40B4-BE49-F238E27FC236}">
                <a16:creationId xmlns:a16="http://schemas.microsoft.com/office/drawing/2014/main" id="{93DB0EDD-70F7-FC24-598B-3CF03495763C}"/>
              </a:ext>
            </a:extLst>
          </p:cNvPr>
          <p:cNvSpPr txBox="1"/>
          <p:nvPr/>
        </p:nvSpPr>
        <p:spPr>
          <a:xfrm>
            <a:off x="1503108" y="2336058"/>
            <a:ext cx="639103" cy="486626"/>
          </a:xfrm>
          <a:prstGeom prst="rect">
            <a:avLst/>
          </a:prstGeom>
          <a:solidFill>
            <a:srgbClr val="E5E5E5"/>
          </a:solidFill>
        </p:spPr>
        <p:txBody>
          <a:bodyPr vert="horz" wrap="square" lIns="90000" tIns="180000" rIns="90000" bIns="18000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55" normalizeH="0" baseline="0" noProof="0">
                <a:ln>
                  <a:noFill/>
                </a:ln>
                <a:solidFill>
                  <a:srgbClr val="58595B"/>
                </a:solidFill>
                <a:effectLst/>
                <a:uLnTx/>
                <a:uFillTx/>
                <a:latin typeface="Open Sans"/>
                <a:ea typeface="+mn-ea"/>
                <a:cs typeface="Aaux Next Bold"/>
              </a:rPr>
              <a:t>Logo Here</a:t>
            </a:r>
            <a:endParaRPr kumimoji="0" lang="en-US" sz="700" b="0" i="0" u="none" strike="noStrike" kern="1200" cap="none" spc="0" normalizeH="0" baseline="0" noProof="0">
              <a:ln>
                <a:noFill/>
              </a:ln>
              <a:solidFill>
                <a:srgbClr val="4A4A4D"/>
              </a:solidFill>
              <a:effectLst/>
              <a:uLnTx/>
              <a:uFillTx/>
              <a:latin typeface="Open Sans"/>
              <a:ea typeface="+mn-ea"/>
              <a:cs typeface="Aaux Next Bold"/>
            </a:endParaRPr>
          </a:p>
        </p:txBody>
      </p:sp>
      <p:sp>
        <p:nvSpPr>
          <p:cNvPr id="33" name="object 15">
            <a:extLst>
              <a:ext uri="{FF2B5EF4-FFF2-40B4-BE49-F238E27FC236}">
                <a16:creationId xmlns:a16="http://schemas.microsoft.com/office/drawing/2014/main" id="{CF0371D4-AF0B-C35C-DCF6-E8F7C91BC425}"/>
              </a:ext>
            </a:extLst>
          </p:cNvPr>
          <p:cNvSpPr txBox="1"/>
          <p:nvPr/>
        </p:nvSpPr>
        <p:spPr>
          <a:xfrm>
            <a:off x="1503109" y="2993904"/>
            <a:ext cx="639103" cy="486626"/>
          </a:xfrm>
          <a:prstGeom prst="rect">
            <a:avLst/>
          </a:prstGeom>
          <a:solidFill>
            <a:srgbClr val="E5E5E5"/>
          </a:solidFill>
        </p:spPr>
        <p:txBody>
          <a:bodyPr vert="horz" wrap="square" lIns="90000" tIns="180000" rIns="90000" bIns="18000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55" normalizeH="0" baseline="0" noProof="0">
                <a:ln>
                  <a:noFill/>
                </a:ln>
                <a:solidFill>
                  <a:srgbClr val="58595B"/>
                </a:solidFill>
                <a:effectLst/>
                <a:uLnTx/>
                <a:uFillTx/>
                <a:latin typeface="Open Sans"/>
                <a:ea typeface="+mn-ea"/>
                <a:cs typeface="Aaux Next Bold"/>
              </a:rPr>
              <a:t>Logo Here</a:t>
            </a:r>
            <a:endParaRPr kumimoji="0" lang="en-US" sz="700" b="0" i="0" u="none" strike="noStrike" kern="1200" cap="none" spc="0" normalizeH="0" baseline="0" noProof="0">
              <a:ln>
                <a:noFill/>
              </a:ln>
              <a:solidFill>
                <a:srgbClr val="4A4A4D"/>
              </a:solidFill>
              <a:effectLst/>
              <a:uLnTx/>
              <a:uFillTx/>
              <a:latin typeface="Open Sans"/>
              <a:ea typeface="+mn-ea"/>
              <a:cs typeface="Aaux Next Bold"/>
            </a:endParaRPr>
          </a:p>
        </p:txBody>
      </p:sp>
      <p:sp>
        <p:nvSpPr>
          <p:cNvPr id="51" name="object 15">
            <a:extLst>
              <a:ext uri="{FF2B5EF4-FFF2-40B4-BE49-F238E27FC236}">
                <a16:creationId xmlns:a16="http://schemas.microsoft.com/office/drawing/2014/main" id="{888E22B0-0886-46BB-C2BE-50D958D3C4EF}"/>
              </a:ext>
            </a:extLst>
          </p:cNvPr>
          <p:cNvSpPr txBox="1"/>
          <p:nvPr/>
        </p:nvSpPr>
        <p:spPr>
          <a:xfrm>
            <a:off x="1503109" y="3651750"/>
            <a:ext cx="639103" cy="486626"/>
          </a:xfrm>
          <a:prstGeom prst="rect">
            <a:avLst/>
          </a:prstGeom>
          <a:solidFill>
            <a:srgbClr val="E5E5E5"/>
          </a:solidFill>
        </p:spPr>
        <p:txBody>
          <a:bodyPr vert="horz" wrap="square" lIns="90000" tIns="180000" rIns="90000" bIns="18000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55" normalizeH="0" baseline="0" noProof="0">
                <a:ln>
                  <a:noFill/>
                </a:ln>
                <a:solidFill>
                  <a:srgbClr val="58595B"/>
                </a:solidFill>
                <a:effectLst/>
                <a:uLnTx/>
                <a:uFillTx/>
                <a:latin typeface="Open Sans"/>
                <a:ea typeface="+mn-ea"/>
                <a:cs typeface="Aaux Next Bold"/>
              </a:rPr>
              <a:t>Logo Here</a:t>
            </a:r>
            <a:endParaRPr kumimoji="0" lang="en-US" sz="700" b="0" i="0" u="none" strike="noStrike" kern="1200" cap="none" spc="0" normalizeH="0" baseline="0" noProof="0">
              <a:ln>
                <a:noFill/>
              </a:ln>
              <a:solidFill>
                <a:srgbClr val="4A4A4D"/>
              </a:solidFill>
              <a:effectLst/>
              <a:uLnTx/>
              <a:uFillTx/>
              <a:latin typeface="Open Sans"/>
              <a:ea typeface="+mn-ea"/>
              <a:cs typeface="Aaux Next Bold"/>
            </a:endParaRPr>
          </a:p>
        </p:txBody>
      </p:sp>
      <p:sp>
        <p:nvSpPr>
          <p:cNvPr id="52" name="object 15">
            <a:extLst>
              <a:ext uri="{FF2B5EF4-FFF2-40B4-BE49-F238E27FC236}">
                <a16:creationId xmlns:a16="http://schemas.microsoft.com/office/drawing/2014/main" id="{CFDA6BB9-F278-98A4-FBE6-1C678F9FD73E}"/>
              </a:ext>
            </a:extLst>
          </p:cNvPr>
          <p:cNvSpPr txBox="1"/>
          <p:nvPr/>
        </p:nvSpPr>
        <p:spPr>
          <a:xfrm>
            <a:off x="1503109" y="4309596"/>
            <a:ext cx="639103" cy="486626"/>
          </a:xfrm>
          <a:prstGeom prst="rect">
            <a:avLst/>
          </a:prstGeom>
          <a:solidFill>
            <a:srgbClr val="E5E5E5"/>
          </a:solidFill>
        </p:spPr>
        <p:txBody>
          <a:bodyPr vert="horz" wrap="square" lIns="90000" tIns="180000" rIns="90000" bIns="18000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55" normalizeH="0" baseline="0" noProof="0">
                <a:ln>
                  <a:noFill/>
                </a:ln>
                <a:solidFill>
                  <a:srgbClr val="58595B"/>
                </a:solidFill>
                <a:effectLst/>
                <a:uLnTx/>
                <a:uFillTx/>
                <a:latin typeface="Open Sans"/>
                <a:ea typeface="+mn-ea"/>
                <a:cs typeface="Aaux Next Bold"/>
              </a:rPr>
              <a:t>Logo Here</a:t>
            </a:r>
            <a:endParaRPr kumimoji="0" lang="en-US" sz="700" b="0" i="0" u="none" strike="noStrike" kern="1200" cap="none" spc="0" normalizeH="0" baseline="0" noProof="0">
              <a:ln>
                <a:noFill/>
              </a:ln>
              <a:solidFill>
                <a:srgbClr val="4A4A4D"/>
              </a:solidFill>
              <a:effectLst/>
              <a:uLnTx/>
              <a:uFillTx/>
              <a:latin typeface="Open Sans"/>
              <a:ea typeface="+mn-ea"/>
              <a:cs typeface="Aaux Next Bold"/>
            </a:endParaRPr>
          </a:p>
        </p:txBody>
      </p:sp>
      <p:sp>
        <p:nvSpPr>
          <p:cNvPr id="53" name="object 15">
            <a:extLst>
              <a:ext uri="{FF2B5EF4-FFF2-40B4-BE49-F238E27FC236}">
                <a16:creationId xmlns:a16="http://schemas.microsoft.com/office/drawing/2014/main" id="{7F6FB06D-4FCD-CA8F-66B5-A26CB94571C2}"/>
              </a:ext>
            </a:extLst>
          </p:cNvPr>
          <p:cNvSpPr txBox="1"/>
          <p:nvPr/>
        </p:nvSpPr>
        <p:spPr>
          <a:xfrm>
            <a:off x="1503109" y="4967442"/>
            <a:ext cx="639103" cy="486626"/>
          </a:xfrm>
          <a:prstGeom prst="rect">
            <a:avLst/>
          </a:prstGeom>
          <a:solidFill>
            <a:srgbClr val="E5E5E5"/>
          </a:solidFill>
        </p:spPr>
        <p:txBody>
          <a:bodyPr vert="horz" wrap="square" lIns="90000" tIns="180000" rIns="90000" bIns="18000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55" normalizeH="0" baseline="0" noProof="0">
                <a:ln>
                  <a:noFill/>
                </a:ln>
                <a:solidFill>
                  <a:srgbClr val="58595B"/>
                </a:solidFill>
                <a:effectLst/>
                <a:uLnTx/>
                <a:uFillTx/>
                <a:latin typeface="Open Sans"/>
                <a:ea typeface="+mn-ea"/>
                <a:cs typeface="Aaux Next Bold"/>
              </a:rPr>
              <a:t>Logo Here</a:t>
            </a:r>
            <a:endParaRPr kumimoji="0" lang="en-US" sz="700" b="0" i="0" u="none" strike="noStrike" kern="1200" cap="none" spc="0" normalizeH="0" baseline="0" noProof="0">
              <a:ln>
                <a:noFill/>
              </a:ln>
              <a:solidFill>
                <a:srgbClr val="4A4A4D"/>
              </a:solidFill>
              <a:effectLst/>
              <a:uLnTx/>
              <a:uFillTx/>
              <a:latin typeface="Open Sans"/>
              <a:ea typeface="+mn-ea"/>
              <a:cs typeface="Aaux Next Bold"/>
            </a:endParaRPr>
          </a:p>
        </p:txBody>
      </p:sp>
      <p:sp>
        <p:nvSpPr>
          <p:cNvPr id="54" name="object 15">
            <a:extLst>
              <a:ext uri="{FF2B5EF4-FFF2-40B4-BE49-F238E27FC236}">
                <a16:creationId xmlns:a16="http://schemas.microsoft.com/office/drawing/2014/main" id="{CE3ACE2F-214D-3750-9D1B-B206D2F9A1E8}"/>
              </a:ext>
            </a:extLst>
          </p:cNvPr>
          <p:cNvSpPr txBox="1"/>
          <p:nvPr/>
        </p:nvSpPr>
        <p:spPr>
          <a:xfrm>
            <a:off x="1503109" y="5625289"/>
            <a:ext cx="639103" cy="486626"/>
          </a:xfrm>
          <a:prstGeom prst="rect">
            <a:avLst/>
          </a:prstGeom>
          <a:solidFill>
            <a:srgbClr val="E5E5E5"/>
          </a:solidFill>
        </p:spPr>
        <p:txBody>
          <a:bodyPr vert="horz" wrap="square" lIns="90000" tIns="180000" rIns="90000" bIns="18000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55" normalizeH="0" baseline="0" noProof="0">
                <a:ln>
                  <a:noFill/>
                </a:ln>
                <a:solidFill>
                  <a:srgbClr val="58595B"/>
                </a:solidFill>
                <a:effectLst/>
                <a:uLnTx/>
                <a:uFillTx/>
                <a:latin typeface="Open Sans"/>
                <a:ea typeface="+mn-ea"/>
                <a:cs typeface="Aaux Next Bold"/>
              </a:rPr>
              <a:t>Logo Here</a:t>
            </a:r>
            <a:endParaRPr kumimoji="0" lang="en-US" sz="700" b="0" i="0" u="none" strike="noStrike" kern="1200" cap="none" spc="0" normalizeH="0" baseline="0" noProof="0">
              <a:ln>
                <a:noFill/>
              </a:ln>
              <a:solidFill>
                <a:srgbClr val="4A4A4D"/>
              </a:solidFill>
              <a:effectLst/>
              <a:uLnTx/>
              <a:uFillTx/>
              <a:latin typeface="Open Sans"/>
              <a:ea typeface="+mn-ea"/>
              <a:cs typeface="Aaux Next Bold"/>
            </a:endParaRPr>
          </a:p>
        </p:txBody>
      </p:sp>
      <p:sp>
        <p:nvSpPr>
          <p:cNvPr id="55" name="Oval 54">
            <a:extLst>
              <a:ext uri="{FF2B5EF4-FFF2-40B4-BE49-F238E27FC236}">
                <a16:creationId xmlns:a16="http://schemas.microsoft.com/office/drawing/2014/main" id="{4118B133-068F-E7DC-E988-D41E0BA29FF9}"/>
              </a:ext>
            </a:extLst>
          </p:cNvPr>
          <p:cNvSpPr>
            <a:spLocks noChangeAspect="1"/>
          </p:cNvSpPr>
          <p:nvPr/>
        </p:nvSpPr>
        <p:spPr>
          <a:xfrm>
            <a:off x="368383" y="2487931"/>
            <a:ext cx="182880" cy="1828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Open Sans"/>
                <a:ea typeface="+mn-ea"/>
                <a:cs typeface="+mn-cs"/>
              </a:rPr>
              <a:t>1</a:t>
            </a:r>
          </a:p>
        </p:txBody>
      </p:sp>
      <p:sp>
        <p:nvSpPr>
          <p:cNvPr id="61" name="Oval 60">
            <a:extLst>
              <a:ext uri="{FF2B5EF4-FFF2-40B4-BE49-F238E27FC236}">
                <a16:creationId xmlns:a16="http://schemas.microsoft.com/office/drawing/2014/main" id="{E5F8657B-BF28-8DB0-FE27-B4157D285FE3}"/>
              </a:ext>
            </a:extLst>
          </p:cNvPr>
          <p:cNvSpPr>
            <a:spLocks noChangeAspect="1"/>
          </p:cNvSpPr>
          <p:nvPr/>
        </p:nvSpPr>
        <p:spPr>
          <a:xfrm>
            <a:off x="368383" y="3152238"/>
            <a:ext cx="182880" cy="1828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Open Sans"/>
                <a:ea typeface="+mn-ea"/>
                <a:cs typeface="+mn-cs"/>
              </a:rPr>
              <a:t>2</a:t>
            </a:r>
          </a:p>
        </p:txBody>
      </p:sp>
      <p:sp>
        <p:nvSpPr>
          <p:cNvPr id="62" name="Oval 61">
            <a:extLst>
              <a:ext uri="{FF2B5EF4-FFF2-40B4-BE49-F238E27FC236}">
                <a16:creationId xmlns:a16="http://schemas.microsoft.com/office/drawing/2014/main" id="{027CCF4C-EDBE-C331-217B-2E4F1B9F469D}"/>
              </a:ext>
            </a:extLst>
          </p:cNvPr>
          <p:cNvSpPr>
            <a:spLocks noChangeAspect="1"/>
          </p:cNvSpPr>
          <p:nvPr/>
        </p:nvSpPr>
        <p:spPr>
          <a:xfrm>
            <a:off x="368383" y="3831989"/>
            <a:ext cx="182880" cy="1828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Open Sans"/>
                <a:ea typeface="+mn-ea"/>
                <a:cs typeface="+mn-cs"/>
              </a:rPr>
              <a:t>3</a:t>
            </a:r>
          </a:p>
        </p:txBody>
      </p:sp>
      <p:sp>
        <p:nvSpPr>
          <p:cNvPr id="63" name="Oval 62">
            <a:extLst>
              <a:ext uri="{FF2B5EF4-FFF2-40B4-BE49-F238E27FC236}">
                <a16:creationId xmlns:a16="http://schemas.microsoft.com/office/drawing/2014/main" id="{4E003110-9C18-E9EA-BFF9-C291DDEE538D}"/>
              </a:ext>
            </a:extLst>
          </p:cNvPr>
          <p:cNvSpPr>
            <a:spLocks noChangeAspect="1"/>
          </p:cNvSpPr>
          <p:nvPr/>
        </p:nvSpPr>
        <p:spPr>
          <a:xfrm>
            <a:off x="368383" y="4496296"/>
            <a:ext cx="182880" cy="1828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Open Sans"/>
                <a:ea typeface="+mn-ea"/>
                <a:cs typeface="+mn-cs"/>
              </a:rPr>
              <a:t>4</a:t>
            </a:r>
          </a:p>
        </p:txBody>
      </p:sp>
      <p:sp>
        <p:nvSpPr>
          <p:cNvPr id="64" name="Oval 63">
            <a:extLst>
              <a:ext uri="{FF2B5EF4-FFF2-40B4-BE49-F238E27FC236}">
                <a16:creationId xmlns:a16="http://schemas.microsoft.com/office/drawing/2014/main" id="{B3D41783-D84B-9913-AA25-5EB6C41C6396}"/>
              </a:ext>
            </a:extLst>
          </p:cNvPr>
          <p:cNvSpPr>
            <a:spLocks noChangeAspect="1"/>
          </p:cNvSpPr>
          <p:nvPr/>
        </p:nvSpPr>
        <p:spPr>
          <a:xfrm>
            <a:off x="368383" y="5131979"/>
            <a:ext cx="182880" cy="1828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Open Sans"/>
                <a:ea typeface="+mn-ea"/>
                <a:cs typeface="+mn-cs"/>
              </a:rPr>
              <a:t>5</a:t>
            </a:r>
          </a:p>
        </p:txBody>
      </p:sp>
      <p:sp>
        <p:nvSpPr>
          <p:cNvPr id="65" name="Oval 64">
            <a:extLst>
              <a:ext uri="{FF2B5EF4-FFF2-40B4-BE49-F238E27FC236}">
                <a16:creationId xmlns:a16="http://schemas.microsoft.com/office/drawing/2014/main" id="{F89C7FFF-755F-C777-F8E3-240D3BA103FA}"/>
              </a:ext>
            </a:extLst>
          </p:cNvPr>
          <p:cNvSpPr>
            <a:spLocks noChangeAspect="1"/>
          </p:cNvSpPr>
          <p:nvPr/>
        </p:nvSpPr>
        <p:spPr>
          <a:xfrm>
            <a:off x="368383" y="5796286"/>
            <a:ext cx="182880" cy="1828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rgbClr val="FFFFFF"/>
                </a:solidFill>
                <a:latin typeface="Open Sans"/>
              </a:rPr>
              <a:t>6</a:t>
            </a:r>
            <a:endParaRPr kumimoji="0" lang="en-US" sz="700" b="0" i="0" u="none" strike="noStrike" kern="1200" cap="none" spc="0" normalizeH="0" baseline="0" noProof="0">
              <a:ln>
                <a:noFill/>
              </a:ln>
              <a:solidFill>
                <a:srgbClr val="FFFFFF"/>
              </a:solidFill>
              <a:effectLst/>
              <a:uLnTx/>
              <a:uFillTx/>
              <a:latin typeface="Open Sans"/>
              <a:ea typeface="+mn-ea"/>
              <a:cs typeface="+mn-cs"/>
            </a:endParaRPr>
          </a:p>
        </p:txBody>
      </p:sp>
    </p:spTree>
    <p:custDataLst>
      <p:custData r:id="rId1"/>
      <p:custData r:id="rId2"/>
    </p:custDataLst>
    <p:extLst>
      <p:ext uri="{BB962C8B-B14F-4D97-AF65-F5344CB8AC3E}">
        <p14:creationId xmlns:p14="http://schemas.microsoft.com/office/powerpoint/2010/main" val="40091048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0B28033-8F5D-75B5-D8F1-98287074387D}"/>
              </a:ext>
            </a:extLst>
          </p:cNvPr>
          <p:cNvSpPr>
            <a:spLocks noGrp="1"/>
          </p:cNvSpPr>
          <p:nvPr>
            <p:ph type="ftr" sz="quarter" idx="11"/>
          </p:nvPr>
        </p:nvSpPr>
        <p:spPr/>
        <p:txBody>
          <a:bodyPr/>
          <a:lstStyle/>
          <a:p>
            <a:r>
              <a:rPr lang="en-US"/>
              <a:t>Colliers</a:t>
            </a:r>
          </a:p>
        </p:txBody>
      </p:sp>
      <p:sp>
        <p:nvSpPr>
          <p:cNvPr id="3" name="Slide Number Placeholder 2">
            <a:extLst>
              <a:ext uri="{FF2B5EF4-FFF2-40B4-BE49-F238E27FC236}">
                <a16:creationId xmlns:a16="http://schemas.microsoft.com/office/drawing/2014/main" id="{CFDF1F58-4F09-DFE4-391A-C4DA1242CA22}"/>
              </a:ext>
            </a:extLst>
          </p:cNvPr>
          <p:cNvSpPr>
            <a:spLocks noGrp="1"/>
          </p:cNvSpPr>
          <p:nvPr>
            <p:ph type="sldNum" sz="quarter" idx="12"/>
          </p:nvPr>
        </p:nvSpPr>
        <p:spPr/>
        <p:txBody>
          <a:bodyPr/>
          <a:lstStyle/>
          <a:p>
            <a:fld id="{23AA811B-2EBD-4900-905E-5BE206449611}" type="slidenum">
              <a:rPr lang="en-US" smtClean="0"/>
              <a:pPr/>
              <a:t>40</a:t>
            </a:fld>
            <a:endParaRPr lang="en-US"/>
          </a:p>
        </p:txBody>
      </p:sp>
      <p:sp>
        <p:nvSpPr>
          <p:cNvPr id="4" name="Rectangle 3">
            <a:extLst>
              <a:ext uri="{FF2B5EF4-FFF2-40B4-BE49-F238E27FC236}">
                <a16:creationId xmlns:a16="http://schemas.microsoft.com/office/drawing/2014/main" id="{13623E07-6B3C-7C1D-C69C-7713F13DF486}"/>
              </a:ext>
            </a:extLst>
          </p:cNvPr>
          <p:cNvSpPr/>
          <p:nvPr/>
        </p:nvSpPr>
        <p:spPr>
          <a:xfrm flipV="1">
            <a:off x="0" y="0"/>
            <a:ext cx="12192000" cy="6858000"/>
          </a:xfrm>
          <a:prstGeom prst="rect">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noProof="0" err="1"/>
          </a:p>
        </p:txBody>
      </p:sp>
      <p:sp>
        <p:nvSpPr>
          <p:cNvPr id="5" name="Title 26">
            <a:extLst>
              <a:ext uri="{FF2B5EF4-FFF2-40B4-BE49-F238E27FC236}">
                <a16:creationId xmlns:a16="http://schemas.microsoft.com/office/drawing/2014/main" id="{B0A17467-FBC2-FA4A-BF1B-98388B2D681F}"/>
              </a:ext>
            </a:extLst>
          </p:cNvPr>
          <p:cNvSpPr txBox="1">
            <a:spLocks/>
          </p:cNvSpPr>
          <p:nvPr/>
        </p:nvSpPr>
        <p:spPr>
          <a:xfrm>
            <a:off x="4351338" y="2662590"/>
            <a:ext cx="3487738" cy="266218"/>
          </a:xfrm>
          <a:prstGeom prst="rect">
            <a:avLst/>
          </a:prstGeom>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gn="ctr"/>
            <a:r>
              <a:rPr lang="da-DK" sz="1400" b="1">
                <a:solidFill>
                  <a:schemeClr val="accent3"/>
                </a:solidFill>
                <a:latin typeface="Open Sans" panose="020B0606030504020204" pitchFamily="34" charset="0"/>
                <a:ea typeface="Open Sans" panose="020B0606030504020204" pitchFamily="34" charset="0"/>
                <a:cs typeface="Open Sans" panose="020B0606030504020204" pitchFamily="34" charset="0"/>
              </a:rPr>
              <a:t>Part 4</a:t>
            </a:r>
            <a:endParaRPr lang="en-US" sz="1400" b="1">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Title 26">
            <a:extLst>
              <a:ext uri="{FF2B5EF4-FFF2-40B4-BE49-F238E27FC236}">
                <a16:creationId xmlns:a16="http://schemas.microsoft.com/office/drawing/2014/main" id="{F7103798-A19D-28AF-8D54-259AF044DABB}"/>
              </a:ext>
            </a:extLst>
          </p:cNvPr>
          <p:cNvSpPr txBox="1">
            <a:spLocks/>
          </p:cNvSpPr>
          <p:nvPr/>
        </p:nvSpPr>
        <p:spPr>
          <a:xfrm>
            <a:off x="4351339" y="3152094"/>
            <a:ext cx="3487736" cy="1256747"/>
          </a:xfrm>
          <a:prstGeom prst="rect">
            <a:avLst/>
          </a:prstGeom>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gn="ctr">
              <a:lnSpc>
                <a:spcPct val="90000"/>
              </a:lnSpc>
            </a:pPr>
            <a:r>
              <a:rPr lang="en-CA" sz="4000">
                <a:solidFill>
                  <a:schemeClr val="bg1"/>
                </a:solidFill>
                <a:ea typeface="Open Sans Light"/>
                <a:cs typeface="Open Sans Light"/>
              </a:rPr>
              <a:t>Workplace Trends</a:t>
            </a:r>
            <a:endParaRPr lang="en-US" sz="4000" b="1">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endParaRPr>
          </a:p>
        </p:txBody>
      </p:sp>
    </p:spTree>
    <p:custDataLst>
      <p:custData r:id="rId1"/>
      <p:custData r:id="rId2"/>
    </p:custDataLst>
    <p:extLst>
      <p:ext uri="{BB962C8B-B14F-4D97-AF65-F5344CB8AC3E}">
        <p14:creationId xmlns:p14="http://schemas.microsoft.com/office/powerpoint/2010/main" val="280537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0A4DA3DA-C1AD-41B7-5783-825EE81D59E3}"/>
              </a:ext>
            </a:extLst>
          </p:cNvPr>
          <p:cNvSpPr>
            <a:spLocks noGrp="1"/>
          </p:cNvSpPr>
          <p:nvPr>
            <p:ph type="ftr" sz="quarter" idx="11"/>
          </p:nvPr>
        </p:nvSpPr>
        <p:spPr/>
        <p:txBody>
          <a:bodyPr/>
          <a:lstStyle/>
          <a:p>
            <a:r>
              <a:rPr lang="en-US"/>
              <a:t>Colliers</a:t>
            </a:r>
          </a:p>
        </p:txBody>
      </p:sp>
      <p:sp>
        <p:nvSpPr>
          <p:cNvPr id="7" name="Slide Number Placeholder 6">
            <a:extLst>
              <a:ext uri="{FF2B5EF4-FFF2-40B4-BE49-F238E27FC236}">
                <a16:creationId xmlns:a16="http://schemas.microsoft.com/office/drawing/2014/main" id="{12A01893-EC9C-E443-18C1-4E89F98E27B1}"/>
              </a:ext>
            </a:extLst>
          </p:cNvPr>
          <p:cNvSpPr>
            <a:spLocks noGrp="1"/>
          </p:cNvSpPr>
          <p:nvPr>
            <p:ph type="sldNum" sz="quarter" idx="12"/>
          </p:nvPr>
        </p:nvSpPr>
        <p:spPr/>
        <p:txBody>
          <a:bodyPr/>
          <a:lstStyle/>
          <a:p>
            <a:fld id="{23AA811B-2EBD-4900-905E-5BE206449611}" type="slidenum">
              <a:rPr lang="en-US" smtClean="0"/>
              <a:pPr/>
              <a:t>41</a:t>
            </a:fld>
            <a:endParaRPr lang="en-US"/>
          </a:p>
        </p:txBody>
      </p:sp>
      <p:sp>
        <p:nvSpPr>
          <p:cNvPr id="8" name="Picture Placeholder 11">
            <a:extLst>
              <a:ext uri="{FF2B5EF4-FFF2-40B4-BE49-F238E27FC236}">
                <a16:creationId xmlns:a16="http://schemas.microsoft.com/office/drawing/2014/main" id="{DE8373F2-4F4B-9324-8D7E-B85C46D18546}"/>
              </a:ext>
            </a:extLst>
          </p:cNvPr>
          <p:cNvSpPr txBox="1">
            <a:spLocks/>
          </p:cNvSpPr>
          <p:nvPr/>
        </p:nvSpPr>
        <p:spPr>
          <a:xfrm>
            <a:off x="0" y="0"/>
            <a:ext cx="7840662" cy="6858000"/>
          </a:xfrm>
          <a:prstGeom prst="rect">
            <a:avLst/>
          </a:prstGeom>
          <a:solidFill>
            <a:schemeClr val="bg2"/>
          </a:solidFill>
        </p:spPr>
        <p:txBody>
          <a:bodyPr lIns="0" tIns="0" bIns="720000" anchor="ctr"/>
          <a:lstStyle>
            <a:lvl1pPr marL="0" marR="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sz="1600" kern="1200">
                <a:solidFill>
                  <a:schemeClr val="bg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a:defRPr/>
            </a:pPr>
            <a:r>
              <a:rPr lang="en-CA"/>
              <a:t>Click here and add image from Templafy</a:t>
            </a:r>
          </a:p>
        </p:txBody>
      </p:sp>
      <p:grpSp>
        <p:nvGrpSpPr>
          <p:cNvPr id="9" name="Group 8">
            <a:extLst>
              <a:ext uri="{FF2B5EF4-FFF2-40B4-BE49-F238E27FC236}">
                <a16:creationId xmlns:a16="http://schemas.microsoft.com/office/drawing/2014/main" id="{4641B8D5-DE31-F35A-C922-041CFDA7EC15}"/>
              </a:ext>
            </a:extLst>
          </p:cNvPr>
          <p:cNvGrpSpPr/>
          <p:nvPr/>
        </p:nvGrpSpPr>
        <p:grpSpPr>
          <a:xfrm>
            <a:off x="5554296" y="2054688"/>
            <a:ext cx="4436869" cy="2208218"/>
            <a:chOff x="3920053" y="2227054"/>
            <a:chExt cx="4436869" cy="2208218"/>
          </a:xfrm>
          <a:solidFill>
            <a:schemeClr val="tx1"/>
          </a:solidFill>
        </p:grpSpPr>
        <p:sp>
          <p:nvSpPr>
            <p:cNvPr id="10" name="Rectangle 9">
              <a:extLst>
                <a:ext uri="{FF2B5EF4-FFF2-40B4-BE49-F238E27FC236}">
                  <a16:creationId xmlns:a16="http://schemas.microsoft.com/office/drawing/2014/main" id="{4ED222A8-BCE7-228D-2F53-486C02137F87}"/>
                </a:ext>
              </a:extLst>
            </p:cNvPr>
            <p:cNvSpPr/>
            <p:nvPr/>
          </p:nvSpPr>
          <p:spPr>
            <a:xfrm flipV="1">
              <a:off x="3920053" y="2442255"/>
              <a:ext cx="4436869" cy="199301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a:p>
          </p:txBody>
        </p:sp>
        <p:sp>
          <p:nvSpPr>
            <p:cNvPr id="11" name="Title 26">
              <a:extLst>
                <a:ext uri="{FF2B5EF4-FFF2-40B4-BE49-F238E27FC236}">
                  <a16:creationId xmlns:a16="http://schemas.microsoft.com/office/drawing/2014/main" id="{5D70D2A7-CB6F-D16D-2C47-81E005F69EDF}"/>
                </a:ext>
              </a:extLst>
            </p:cNvPr>
            <p:cNvSpPr txBox="1">
              <a:spLocks/>
            </p:cNvSpPr>
            <p:nvPr/>
          </p:nvSpPr>
          <p:spPr>
            <a:xfrm>
              <a:off x="4567610" y="2944340"/>
              <a:ext cx="3271465" cy="1044000"/>
            </a:xfrm>
            <a:prstGeom prst="rect">
              <a:avLst/>
            </a:prstGeom>
            <a:noFill/>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nSpc>
                  <a:spcPct val="90000"/>
                </a:lnSpc>
              </a:pPr>
              <a:r>
                <a:rPr lang="en-CA" sz="4000">
                  <a:solidFill>
                    <a:schemeClr val="bg1"/>
                  </a:solidFill>
                  <a:ea typeface="Open Sans Light"/>
                  <a:cs typeface="Open Sans Light"/>
                </a:rPr>
                <a:t>Workplace Trends</a:t>
              </a:r>
              <a:endParaRPr lang="en-CA" sz="4000" b="1">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endParaRPr>
            </a:p>
          </p:txBody>
        </p:sp>
        <p:sp>
          <p:nvSpPr>
            <p:cNvPr id="12" name="Rectangle 11">
              <a:extLst>
                <a:ext uri="{FF2B5EF4-FFF2-40B4-BE49-F238E27FC236}">
                  <a16:creationId xmlns:a16="http://schemas.microsoft.com/office/drawing/2014/main" id="{92FDEFE5-4951-E3C1-8D93-670616612C74}"/>
                </a:ext>
              </a:extLst>
            </p:cNvPr>
            <p:cNvSpPr/>
            <p:nvPr/>
          </p:nvSpPr>
          <p:spPr>
            <a:xfrm flipV="1">
              <a:off x="4351338" y="2227054"/>
              <a:ext cx="892867" cy="4095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a:p>
          </p:txBody>
        </p:sp>
        <p:sp>
          <p:nvSpPr>
            <p:cNvPr id="13" name="Title 26">
              <a:extLst>
                <a:ext uri="{FF2B5EF4-FFF2-40B4-BE49-F238E27FC236}">
                  <a16:creationId xmlns:a16="http://schemas.microsoft.com/office/drawing/2014/main" id="{2ACB24A2-36ED-8133-BBE1-D6810D7AAEB3}"/>
                </a:ext>
              </a:extLst>
            </p:cNvPr>
            <p:cNvSpPr txBox="1">
              <a:spLocks/>
            </p:cNvSpPr>
            <p:nvPr/>
          </p:nvSpPr>
          <p:spPr>
            <a:xfrm>
              <a:off x="4567610" y="2370403"/>
              <a:ext cx="3707802" cy="266218"/>
            </a:xfrm>
            <a:prstGeom prst="rect">
              <a:avLst/>
            </a:prstGeom>
            <a:noFill/>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r>
                <a:rPr lang="en-CA" sz="1200" b="1">
                  <a:solidFill>
                    <a:schemeClr val="bg1"/>
                  </a:solidFill>
                  <a:latin typeface="Open Sans" panose="020B0606030504020204" pitchFamily="34" charset="0"/>
                  <a:ea typeface="Open Sans" panose="020B0606030504020204" pitchFamily="34" charset="0"/>
                  <a:cs typeface="Open Sans" panose="020B0606030504020204" pitchFamily="34" charset="0"/>
                </a:rPr>
                <a:t>Part 4</a:t>
              </a:r>
            </a:p>
          </p:txBody>
        </p:sp>
      </p:grpSp>
    </p:spTree>
    <p:custDataLst>
      <p:custData r:id="rId1"/>
      <p:custData r:id="rId2"/>
    </p:custDataLst>
    <p:extLst>
      <p:ext uri="{BB962C8B-B14F-4D97-AF65-F5344CB8AC3E}">
        <p14:creationId xmlns:p14="http://schemas.microsoft.com/office/powerpoint/2010/main" val="2939490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3">
            <a:extLst>
              <a:ext uri="{FF2B5EF4-FFF2-40B4-BE49-F238E27FC236}">
                <a16:creationId xmlns:a16="http://schemas.microsoft.com/office/drawing/2014/main" id="{8DBB5752-6BE7-ABCF-43F9-E038571EF3F8}"/>
              </a:ext>
            </a:extLst>
          </p:cNvPr>
          <p:cNvGraphicFramePr>
            <a:graphicFrameLocks noGrp="1"/>
          </p:cNvGraphicFramePr>
          <p:nvPr/>
        </p:nvGraphicFramePr>
        <p:xfrm>
          <a:off x="0" y="0"/>
          <a:ext cx="12192000" cy="68580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218209768"/>
                    </a:ext>
                  </a:extLst>
                </a:gridCol>
                <a:gridCol w="2032000">
                  <a:extLst>
                    <a:ext uri="{9D8B030D-6E8A-4147-A177-3AD203B41FA5}">
                      <a16:colId xmlns:a16="http://schemas.microsoft.com/office/drawing/2014/main" val="2423924397"/>
                    </a:ext>
                  </a:extLst>
                </a:gridCol>
                <a:gridCol w="2032000">
                  <a:extLst>
                    <a:ext uri="{9D8B030D-6E8A-4147-A177-3AD203B41FA5}">
                      <a16:colId xmlns:a16="http://schemas.microsoft.com/office/drawing/2014/main" val="2842872912"/>
                    </a:ext>
                  </a:extLst>
                </a:gridCol>
                <a:gridCol w="2032000">
                  <a:extLst>
                    <a:ext uri="{9D8B030D-6E8A-4147-A177-3AD203B41FA5}">
                      <a16:colId xmlns:a16="http://schemas.microsoft.com/office/drawing/2014/main" val="3161676482"/>
                    </a:ext>
                  </a:extLst>
                </a:gridCol>
                <a:gridCol w="2032000">
                  <a:extLst>
                    <a:ext uri="{9D8B030D-6E8A-4147-A177-3AD203B41FA5}">
                      <a16:colId xmlns:a16="http://schemas.microsoft.com/office/drawing/2014/main" val="3948379040"/>
                    </a:ext>
                  </a:extLst>
                </a:gridCol>
                <a:gridCol w="2032000">
                  <a:extLst>
                    <a:ext uri="{9D8B030D-6E8A-4147-A177-3AD203B41FA5}">
                      <a16:colId xmlns:a16="http://schemas.microsoft.com/office/drawing/2014/main" val="226383109"/>
                    </a:ext>
                  </a:extLst>
                </a:gridCol>
              </a:tblGrid>
              <a:tr h="6858000">
                <a:tc>
                  <a:txBody>
                    <a:bodyPr/>
                    <a:lstStyle/>
                    <a:p>
                      <a:endParaRPr lang="en-AU"/>
                    </a:p>
                  </a:txBody>
                  <a:tcPr>
                    <a:lnL w="12700" cmpd="sng">
                      <a:noFill/>
                    </a:lnL>
                    <a:lnR w="381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E5E8F2"/>
                    </a:solidFill>
                  </a:tcPr>
                </a:tc>
                <a:tc>
                  <a:txBody>
                    <a:bodyPr/>
                    <a:lstStyle/>
                    <a:p>
                      <a:endParaRPr lang="en-AU"/>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E5E8F2"/>
                    </a:solidFill>
                  </a:tcPr>
                </a:tc>
                <a:tc>
                  <a:txBody>
                    <a:bodyPr/>
                    <a:lstStyle/>
                    <a:p>
                      <a:endParaRPr lang="en-AU"/>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E5E8F2"/>
                    </a:solidFill>
                  </a:tcPr>
                </a:tc>
                <a:tc>
                  <a:txBody>
                    <a:bodyPr/>
                    <a:lstStyle/>
                    <a:p>
                      <a:endParaRPr lang="en-AU"/>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E5E8F2"/>
                    </a:solidFill>
                  </a:tcPr>
                </a:tc>
                <a:tc>
                  <a:txBody>
                    <a:bodyPr/>
                    <a:lstStyle/>
                    <a:p>
                      <a:endParaRPr lang="en-AU"/>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E5E8F2"/>
                    </a:solidFill>
                  </a:tcPr>
                </a:tc>
                <a:tc>
                  <a:txBody>
                    <a:bodyPr/>
                    <a:lstStyle/>
                    <a:p>
                      <a:endParaRPr lang="en-AU"/>
                    </a:p>
                  </a:txBody>
                  <a:tcPr>
                    <a:lnL w="38100" cap="flat" cmpd="sng" algn="ctr">
                      <a:solidFill>
                        <a:schemeClr val="bg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E5E8F2"/>
                    </a:solidFill>
                  </a:tcPr>
                </a:tc>
                <a:extLst>
                  <a:ext uri="{0D108BD9-81ED-4DB2-BD59-A6C34878D82A}">
                    <a16:rowId xmlns:a16="http://schemas.microsoft.com/office/drawing/2014/main" val="674634656"/>
                  </a:ext>
                </a:extLst>
              </a:tr>
            </a:tbl>
          </a:graphicData>
        </a:graphic>
      </p:graphicFrame>
      <p:sp>
        <p:nvSpPr>
          <p:cNvPr id="84" name="Freeform: Shape 83">
            <a:extLst>
              <a:ext uri="{FF2B5EF4-FFF2-40B4-BE49-F238E27FC236}">
                <a16:creationId xmlns:a16="http://schemas.microsoft.com/office/drawing/2014/main" id="{787013DC-0C84-A3D6-D406-C219403975E1}"/>
              </a:ext>
            </a:extLst>
          </p:cNvPr>
          <p:cNvSpPr/>
          <p:nvPr/>
        </p:nvSpPr>
        <p:spPr>
          <a:xfrm rot="5400000">
            <a:off x="4068475" y="-4055439"/>
            <a:ext cx="4049488" cy="12186437"/>
          </a:xfrm>
          <a:custGeom>
            <a:avLst/>
            <a:gdLst>
              <a:gd name="connsiteX0" fmla="*/ 0 w 4049488"/>
              <a:gd name="connsiteY0" fmla="*/ 12277726 h 12277726"/>
              <a:gd name="connsiteX1" fmla="*/ 0 w 4049488"/>
              <a:gd name="connsiteY1" fmla="*/ 0 h 12277726"/>
              <a:gd name="connsiteX2" fmla="*/ 1139133 w 4049488"/>
              <a:gd name="connsiteY2" fmla="*/ 0 h 12277726"/>
              <a:gd name="connsiteX3" fmla="*/ 4049488 w 4049488"/>
              <a:gd name="connsiteY3" fmla="*/ 12277726 h 12277726"/>
            </a:gdLst>
            <a:ahLst/>
            <a:cxnLst>
              <a:cxn ang="0">
                <a:pos x="connsiteX0" y="connsiteY0"/>
              </a:cxn>
              <a:cxn ang="0">
                <a:pos x="connsiteX1" y="connsiteY1"/>
              </a:cxn>
              <a:cxn ang="0">
                <a:pos x="connsiteX2" y="connsiteY2"/>
              </a:cxn>
              <a:cxn ang="0">
                <a:pos x="connsiteX3" y="connsiteY3"/>
              </a:cxn>
            </a:cxnLst>
            <a:rect l="l" t="t" r="r" b="b"/>
            <a:pathLst>
              <a:path w="4049488" h="12277726">
                <a:moveTo>
                  <a:pt x="0" y="12277726"/>
                </a:moveTo>
                <a:lnTo>
                  <a:pt x="0" y="0"/>
                </a:lnTo>
                <a:lnTo>
                  <a:pt x="1139133" y="0"/>
                </a:lnTo>
                <a:lnTo>
                  <a:pt x="4049488" y="1227772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noAutofit/>
          </a:bodyPr>
          <a:lstStyle/>
          <a:p>
            <a:pPr algn="ctr"/>
            <a:endParaRPr lang="en-AU" sz="2000" noProof="0" err="1"/>
          </a:p>
        </p:txBody>
      </p:sp>
      <p:cxnSp>
        <p:nvCxnSpPr>
          <p:cNvPr id="38" name="Straight Connector 37">
            <a:extLst>
              <a:ext uri="{FF2B5EF4-FFF2-40B4-BE49-F238E27FC236}">
                <a16:creationId xmlns:a16="http://schemas.microsoft.com/office/drawing/2014/main" id="{E3C17A55-AD33-0B4F-F370-11158D67762D}"/>
              </a:ext>
            </a:extLst>
          </p:cNvPr>
          <p:cNvCxnSpPr>
            <a:cxnSpLocks/>
          </p:cNvCxnSpPr>
          <p:nvPr/>
        </p:nvCxnSpPr>
        <p:spPr>
          <a:xfrm flipV="1">
            <a:off x="11159134" y="1399991"/>
            <a:ext cx="0" cy="733832"/>
          </a:xfrm>
          <a:prstGeom prst="line">
            <a:avLst/>
          </a:prstGeom>
          <a:ln w="15875" cap="rnd">
            <a:solidFill>
              <a:schemeClr val="accent5"/>
            </a:solidFill>
            <a:prstDash val="dash"/>
            <a:round/>
            <a:headEnd type="ova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E5EC0CC-29E7-CDA1-B523-09A331056E98}"/>
              </a:ext>
            </a:extLst>
          </p:cNvPr>
          <p:cNvCxnSpPr>
            <a:cxnSpLocks/>
          </p:cNvCxnSpPr>
          <p:nvPr/>
        </p:nvCxnSpPr>
        <p:spPr>
          <a:xfrm flipV="1">
            <a:off x="9127134" y="1871740"/>
            <a:ext cx="0" cy="733832"/>
          </a:xfrm>
          <a:prstGeom prst="line">
            <a:avLst/>
          </a:prstGeom>
          <a:ln w="15875" cap="rnd">
            <a:solidFill>
              <a:schemeClr val="accent5"/>
            </a:solidFill>
            <a:prstDash val="dash"/>
            <a:round/>
            <a:headEnd type="ova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671A886-506B-43AA-9224-5D6C448D4298}"/>
              </a:ext>
            </a:extLst>
          </p:cNvPr>
          <p:cNvCxnSpPr>
            <a:cxnSpLocks/>
          </p:cNvCxnSpPr>
          <p:nvPr/>
        </p:nvCxnSpPr>
        <p:spPr>
          <a:xfrm flipV="1">
            <a:off x="7145934" y="2332001"/>
            <a:ext cx="0" cy="733832"/>
          </a:xfrm>
          <a:prstGeom prst="line">
            <a:avLst/>
          </a:prstGeom>
          <a:ln w="15875" cap="rnd">
            <a:solidFill>
              <a:schemeClr val="accent5"/>
            </a:solidFill>
            <a:prstDash val="dash"/>
            <a:round/>
            <a:headEnd type="ova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3F80169C-FF8F-4E2F-836B-E497BE4FD6F4}"/>
              </a:ext>
            </a:extLst>
          </p:cNvPr>
          <p:cNvCxnSpPr>
            <a:cxnSpLocks/>
          </p:cNvCxnSpPr>
          <p:nvPr/>
        </p:nvCxnSpPr>
        <p:spPr>
          <a:xfrm flipV="1">
            <a:off x="5088534" y="2816854"/>
            <a:ext cx="0" cy="733832"/>
          </a:xfrm>
          <a:prstGeom prst="line">
            <a:avLst/>
          </a:prstGeom>
          <a:ln w="15875" cap="rnd">
            <a:solidFill>
              <a:schemeClr val="accent5"/>
            </a:solidFill>
            <a:prstDash val="dash"/>
            <a:round/>
            <a:headEnd type="ova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8EBC93D7-F44E-AF4E-B8EB-98228F092A17}"/>
              </a:ext>
            </a:extLst>
          </p:cNvPr>
          <p:cNvCxnSpPr>
            <a:cxnSpLocks/>
          </p:cNvCxnSpPr>
          <p:nvPr/>
        </p:nvCxnSpPr>
        <p:spPr>
          <a:xfrm flipV="1">
            <a:off x="3043834" y="3301707"/>
            <a:ext cx="0" cy="733832"/>
          </a:xfrm>
          <a:prstGeom prst="line">
            <a:avLst/>
          </a:prstGeom>
          <a:ln w="15875" cap="rnd">
            <a:solidFill>
              <a:schemeClr val="accent5"/>
            </a:solidFill>
            <a:prstDash val="dash"/>
            <a:round/>
            <a:headEnd type="ova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F5C615D3-D590-F2EF-253E-7B58532D6935}"/>
              </a:ext>
            </a:extLst>
          </p:cNvPr>
          <p:cNvCxnSpPr>
            <a:cxnSpLocks/>
          </p:cNvCxnSpPr>
          <p:nvPr/>
        </p:nvCxnSpPr>
        <p:spPr>
          <a:xfrm flipV="1">
            <a:off x="1007668" y="3812768"/>
            <a:ext cx="0" cy="733832"/>
          </a:xfrm>
          <a:prstGeom prst="line">
            <a:avLst/>
          </a:prstGeom>
          <a:ln w="15875" cap="rnd">
            <a:solidFill>
              <a:schemeClr val="accent5"/>
            </a:solidFill>
            <a:prstDash val="dash"/>
            <a:round/>
            <a:headEnd type="oval"/>
          </a:ln>
        </p:spPr>
        <p:style>
          <a:lnRef idx="1">
            <a:schemeClr val="accent1"/>
          </a:lnRef>
          <a:fillRef idx="0">
            <a:schemeClr val="accent1"/>
          </a:fillRef>
          <a:effectRef idx="0">
            <a:schemeClr val="accent1"/>
          </a:effectRef>
          <a:fontRef idx="minor">
            <a:schemeClr val="tx1"/>
          </a:fontRef>
        </p:style>
      </p:cxnSp>
      <p:sp>
        <p:nvSpPr>
          <p:cNvPr id="45" name="Oval 44">
            <a:extLst>
              <a:ext uri="{FF2B5EF4-FFF2-40B4-BE49-F238E27FC236}">
                <a16:creationId xmlns:a16="http://schemas.microsoft.com/office/drawing/2014/main" id="{FE48A54C-6004-0182-3DA2-14C70E29474C}"/>
              </a:ext>
            </a:extLst>
          </p:cNvPr>
          <p:cNvSpPr/>
          <p:nvPr/>
        </p:nvSpPr>
        <p:spPr>
          <a:xfrm>
            <a:off x="525068" y="3133676"/>
            <a:ext cx="965200" cy="9652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AU" sz="2000" noProof="0" err="1"/>
          </a:p>
        </p:txBody>
      </p:sp>
      <p:sp>
        <p:nvSpPr>
          <p:cNvPr id="48" name="Oval 47">
            <a:extLst>
              <a:ext uri="{FF2B5EF4-FFF2-40B4-BE49-F238E27FC236}">
                <a16:creationId xmlns:a16="http://schemas.microsoft.com/office/drawing/2014/main" id="{7E7A83ED-6313-5439-7A36-1F8BA0C97432}"/>
              </a:ext>
            </a:extLst>
          </p:cNvPr>
          <p:cNvSpPr/>
          <p:nvPr/>
        </p:nvSpPr>
        <p:spPr>
          <a:xfrm>
            <a:off x="2573935" y="2638640"/>
            <a:ext cx="965200" cy="9652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AU" sz="2000" noProof="0" err="1"/>
          </a:p>
        </p:txBody>
      </p:sp>
      <p:sp>
        <p:nvSpPr>
          <p:cNvPr id="50" name="Oval 49">
            <a:extLst>
              <a:ext uri="{FF2B5EF4-FFF2-40B4-BE49-F238E27FC236}">
                <a16:creationId xmlns:a16="http://schemas.microsoft.com/office/drawing/2014/main" id="{C48FBAE7-D342-157A-4521-81C0A991C108}"/>
              </a:ext>
            </a:extLst>
          </p:cNvPr>
          <p:cNvSpPr/>
          <p:nvPr/>
        </p:nvSpPr>
        <p:spPr>
          <a:xfrm>
            <a:off x="4605934" y="2154883"/>
            <a:ext cx="965200" cy="9652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AU" sz="2000" noProof="0" err="1"/>
          </a:p>
        </p:txBody>
      </p:sp>
      <p:sp>
        <p:nvSpPr>
          <p:cNvPr id="51" name="Oval 50">
            <a:extLst>
              <a:ext uri="{FF2B5EF4-FFF2-40B4-BE49-F238E27FC236}">
                <a16:creationId xmlns:a16="http://schemas.microsoft.com/office/drawing/2014/main" id="{2597A403-DD06-0688-2A7E-A39364001F21}"/>
              </a:ext>
            </a:extLst>
          </p:cNvPr>
          <p:cNvSpPr/>
          <p:nvPr/>
        </p:nvSpPr>
        <p:spPr>
          <a:xfrm>
            <a:off x="6676091" y="1665609"/>
            <a:ext cx="965200" cy="9652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AU" sz="2000" noProof="0" err="1"/>
          </a:p>
        </p:txBody>
      </p:sp>
      <p:sp>
        <p:nvSpPr>
          <p:cNvPr id="54" name="Oval 53">
            <a:extLst>
              <a:ext uri="{FF2B5EF4-FFF2-40B4-BE49-F238E27FC236}">
                <a16:creationId xmlns:a16="http://schemas.microsoft.com/office/drawing/2014/main" id="{ABC054F3-DD20-38A4-DE6D-BCBD1F131334}"/>
              </a:ext>
            </a:extLst>
          </p:cNvPr>
          <p:cNvSpPr/>
          <p:nvPr/>
        </p:nvSpPr>
        <p:spPr>
          <a:xfrm>
            <a:off x="8644534" y="1195950"/>
            <a:ext cx="965200" cy="9652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AU" sz="2000" noProof="0" err="1"/>
          </a:p>
        </p:txBody>
      </p:sp>
      <p:sp>
        <p:nvSpPr>
          <p:cNvPr id="55" name="Oval 54">
            <a:extLst>
              <a:ext uri="{FF2B5EF4-FFF2-40B4-BE49-F238E27FC236}">
                <a16:creationId xmlns:a16="http://schemas.microsoft.com/office/drawing/2014/main" id="{8BD3FF30-C304-1944-F4DB-8B6D3A528A90}"/>
              </a:ext>
            </a:extLst>
          </p:cNvPr>
          <p:cNvSpPr/>
          <p:nvPr/>
        </p:nvSpPr>
        <p:spPr>
          <a:xfrm>
            <a:off x="10676534" y="718824"/>
            <a:ext cx="965200" cy="9652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AU" sz="2000" noProof="0" err="1"/>
          </a:p>
        </p:txBody>
      </p:sp>
      <p:pic>
        <p:nvPicPr>
          <p:cNvPr id="57" name="Graphic 56">
            <a:extLst>
              <a:ext uri="{FF2B5EF4-FFF2-40B4-BE49-F238E27FC236}">
                <a16:creationId xmlns:a16="http://schemas.microsoft.com/office/drawing/2014/main" id="{F4C638A8-C30D-C07C-EFE7-5E7142E7FD8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682177" y="2770411"/>
            <a:ext cx="759781" cy="718934"/>
          </a:xfrm>
          <a:prstGeom prst="rect">
            <a:avLst/>
          </a:prstGeom>
        </p:spPr>
      </p:pic>
      <p:pic>
        <p:nvPicPr>
          <p:cNvPr id="58" name="Graphic 57">
            <a:extLst>
              <a:ext uri="{FF2B5EF4-FFF2-40B4-BE49-F238E27FC236}">
                <a16:creationId xmlns:a16="http://schemas.microsoft.com/office/drawing/2014/main" id="{0A9E1E4B-1C58-E5A3-0198-9EB7FF99990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708643" y="2298923"/>
            <a:ext cx="759781" cy="718934"/>
          </a:xfrm>
          <a:prstGeom prst="rect">
            <a:avLst/>
          </a:prstGeom>
        </p:spPr>
      </p:pic>
      <p:pic>
        <p:nvPicPr>
          <p:cNvPr id="59" name="Graphic 58">
            <a:extLst>
              <a:ext uri="{FF2B5EF4-FFF2-40B4-BE49-F238E27FC236}">
                <a16:creationId xmlns:a16="http://schemas.microsoft.com/office/drawing/2014/main" id="{1A92A4D7-5845-F031-CF4A-01D0833948F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836481" y="1841736"/>
            <a:ext cx="661878" cy="626294"/>
          </a:xfrm>
          <a:prstGeom prst="rect">
            <a:avLst/>
          </a:prstGeom>
        </p:spPr>
      </p:pic>
      <p:pic>
        <p:nvPicPr>
          <p:cNvPr id="60" name="Graphic 59">
            <a:extLst>
              <a:ext uri="{FF2B5EF4-FFF2-40B4-BE49-F238E27FC236}">
                <a16:creationId xmlns:a16="http://schemas.microsoft.com/office/drawing/2014/main" id="{5D2AC88B-1F58-EC49-652C-39E98BF20ED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783495" y="1380415"/>
            <a:ext cx="661878" cy="626294"/>
          </a:xfrm>
          <a:prstGeom prst="rect">
            <a:avLst/>
          </a:prstGeom>
        </p:spPr>
      </p:pic>
      <p:pic>
        <p:nvPicPr>
          <p:cNvPr id="61" name="Graphic 60">
            <a:extLst>
              <a:ext uri="{FF2B5EF4-FFF2-40B4-BE49-F238E27FC236}">
                <a16:creationId xmlns:a16="http://schemas.microsoft.com/office/drawing/2014/main" id="{10C538F0-5EBF-3D98-3783-1EB5433781C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860729" y="925616"/>
            <a:ext cx="593384" cy="561483"/>
          </a:xfrm>
          <a:prstGeom prst="rect">
            <a:avLst/>
          </a:prstGeom>
        </p:spPr>
      </p:pic>
      <p:pic>
        <p:nvPicPr>
          <p:cNvPr id="62" name="Graphic 61">
            <a:extLst>
              <a:ext uri="{FF2B5EF4-FFF2-40B4-BE49-F238E27FC236}">
                <a16:creationId xmlns:a16="http://schemas.microsoft.com/office/drawing/2014/main" id="{E1A83162-EA97-1583-15A0-CC4EF74BD57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40951" y="3289366"/>
            <a:ext cx="690968" cy="653820"/>
          </a:xfrm>
          <a:prstGeom prst="rect">
            <a:avLst/>
          </a:prstGeom>
        </p:spPr>
      </p:pic>
      <p:sp>
        <p:nvSpPr>
          <p:cNvPr id="63" name="TextBox 62">
            <a:extLst>
              <a:ext uri="{FF2B5EF4-FFF2-40B4-BE49-F238E27FC236}">
                <a16:creationId xmlns:a16="http://schemas.microsoft.com/office/drawing/2014/main" id="{A4E4C13B-5412-29B5-C96B-FA480F23D93E}"/>
              </a:ext>
            </a:extLst>
          </p:cNvPr>
          <p:cNvSpPr txBox="1"/>
          <p:nvPr/>
        </p:nvSpPr>
        <p:spPr>
          <a:xfrm>
            <a:off x="0" y="4664713"/>
            <a:ext cx="2016916" cy="400110"/>
          </a:xfrm>
          <a:prstGeom prst="rect">
            <a:avLst/>
          </a:prstGeom>
          <a:noFill/>
        </p:spPr>
        <p:txBody>
          <a:bodyPr wrap="square" rtlCol="0">
            <a:spAutoFit/>
          </a:bodyPr>
          <a:lstStyle/>
          <a:p>
            <a:pPr marL="0" marR="9205" lvl="0" indent="0" algn="ctr" defTabSz="914400" rtl="0" eaLnBrk="1" fontAlgn="auto" latinLnBrk="0" hangingPunct="1">
              <a:lnSpc>
                <a:spcPct val="100000"/>
              </a:lnSpc>
              <a:spcBef>
                <a:spcPts val="600"/>
              </a:spcBef>
              <a:spcAft>
                <a:spcPts val="0"/>
              </a:spcAft>
              <a:buClrTx/>
              <a:buSzTx/>
              <a:buFontTx/>
              <a:buNone/>
              <a:tabLst/>
              <a:defRPr/>
            </a:pPr>
            <a:r>
              <a:rPr kumimoji="0" lang="en-AU" sz="1000" b="0" i="0" u="none" strike="noStrike" kern="1200" cap="none" spc="0" normalizeH="0" baseline="0" noProof="0">
                <a:ln>
                  <a:noFill/>
                </a:ln>
                <a:solidFill>
                  <a:srgbClr val="25408F"/>
                </a:solidFill>
                <a:effectLst/>
                <a:uLnTx/>
                <a:uFillTx/>
                <a:latin typeface="Open Sans Bold" panose="020B0806030504020204" pitchFamily="34" charset="0"/>
                <a:ea typeface="Open Sans Bold" panose="020B0806030504020204" pitchFamily="34" charset="0"/>
                <a:cs typeface="Open Sans Bold" panose="020B0806030504020204" pitchFamily="34" charset="0"/>
              </a:rPr>
              <a:t>Environment &amp;</a:t>
            </a:r>
            <a:br>
              <a:rPr kumimoji="0" lang="en-AU" sz="1000" b="0" i="0" u="none" strike="noStrike" kern="1200" cap="none" spc="0" normalizeH="0" baseline="0" noProof="0">
                <a:ln>
                  <a:noFill/>
                </a:ln>
                <a:solidFill>
                  <a:srgbClr val="25408F"/>
                </a:solidFill>
                <a:effectLst/>
                <a:uLnTx/>
                <a:uFillTx/>
                <a:latin typeface="Open Sans Bold" panose="020B0806030504020204" pitchFamily="34" charset="0"/>
                <a:ea typeface="Open Sans Bold" panose="020B0806030504020204" pitchFamily="34" charset="0"/>
                <a:cs typeface="Open Sans Bold" panose="020B0806030504020204" pitchFamily="34" charset="0"/>
              </a:rPr>
            </a:br>
            <a:r>
              <a:rPr kumimoji="0" lang="en-AU" sz="1000" b="0" i="0" u="none" strike="noStrike" kern="1200" cap="none" spc="0" normalizeH="0" baseline="0" noProof="0">
                <a:ln>
                  <a:noFill/>
                </a:ln>
                <a:solidFill>
                  <a:srgbClr val="25408F"/>
                </a:solidFill>
                <a:effectLst/>
                <a:uLnTx/>
                <a:uFillTx/>
                <a:latin typeface="Open Sans Bold" panose="020B0806030504020204" pitchFamily="34" charset="0"/>
                <a:ea typeface="Open Sans Bold" panose="020B0806030504020204" pitchFamily="34" charset="0"/>
                <a:cs typeface="Open Sans Bold" panose="020B0806030504020204" pitchFamily="34" charset="0"/>
              </a:rPr>
              <a:t>Sustainability Reporting</a:t>
            </a:r>
          </a:p>
        </p:txBody>
      </p:sp>
      <p:sp>
        <p:nvSpPr>
          <p:cNvPr id="67" name="TextBox 66">
            <a:extLst>
              <a:ext uri="{FF2B5EF4-FFF2-40B4-BE49-F238E27FC236}">
                <a16:creationId xmlns:a16="http://schemas.microsoft.com/office/drawing/2014/main" id="{01E760AD-4545-2687-47F2-4C3B64B819D3}"/>
              </a:ext>
            </a:extLst>
          </p:cNvPr>
          <p:cNvSpPr txBox="1"/>
          <p:nvPr/>
        </p:nvSpPr>
        <p:spPr>
          <a:xfrm>
            <a:off x="0" y="5068028"/>
            <a:ext cx="2016916" cy="1323439"/>
          </a:xfrm>
          <a:prstGeom prst="rect">
            <a:avLst/>
          </a:prstGeom>
          <a:noFill/>
        </p:spPr>
        <p:txBody>
          <a:bodyPr wrap="square" lIns="180000" rIns="180000" rtlCol="0">
            <a:spAutoFit/>
          </a:bodyPr>
          <a:lstStyle/>
          <a:p>
            <a:pPr marR="9205" lvl="0" algn="ctr" defTabSz="914400" rtl="0" eaLnBrk="1" fontAlgn="auto" latinLnBrk="0" hangingPunct="1">
              <a:lnSpc>
                <a:spcPct val="100000"/>
              </a:lnSpc>
              <a:spcBef>
                <a:spcPts val="600"/>
              </a:spcBef>
              <a:spcAft>
                <a:spcPts val="0"/>
              </a:spcAft>
              <a:buClrTx/>
              <a:buSzTx/>
              <a:tabLst/>
              <a:defRPr/>
            </a:pPr>
            <a:r>
              <a:rPr kumimoji="0" lang="en-AU" sz="1000" b="0" i="0" u="none" strike="noStrike" kern="1200" cap="none" spc="0" normalizeH="0" baseline="0" noProof="0">
                <a:ln>
                  <a:noFill/>
                </a:ln>
                <a:solidFill>
                  <a:srgbClr val="4A4A4D"/>
                </a:solidFill>
                <a:effectLst/>
                <a:uLnTx/>
                <a:uFillTx/>
                <a:latin typeface="Open Sans Light"/>
                <a:ea typeface="Open Sans Regular" panose="020B0606030504020204" pitchFamily="34" charset="0"/>
                <a:cs typeface="Open Sans Regular" panose="020B0606030504020204" pitchFamily="34" charset="0"/>
              </a:rPr>
              <a:t>Tenants that are prioritising reaching net-zero targets are driving a shift toward sustainable buildings that not only reduce carbon footprints but also improve the health and well-being of occupants.</a:t>
            </a:r>
          </a:p>
        </p:txBody>
      </p:sp>
      <p:sp>
        <p:nvSpPr>
          <p:cNvPr id="68" name="TextBox 67">
            <a:extLst>
              <a:ext uri="{FF2B5EF4-FFF2-40B4-BE49-F238E27FC236}">
                <a16:creationId xmlns:a16="http://schemas.microsoft.com/office/drawing/2014/main" id="{1558B515-EB85-C29D-8E8F-C61D129F12D7}"/>
              </a:ext>
            </a:extLst>
          </p:cNvPr>
          <p:cNvSpPr txBox="1"/>
          <p:nvPr/>
        </p:nvSpPr>
        <p:spPr>
          <a:xfrm>
            <a:off x="2035376" y="4153356"/>
            <a:ext cx="2016916" cy="400110"/>
          </a:xfrm>
          <a:prstGeom prst="rect">
            <a:avLst/>
          </a:prstGeom>
          <a:noFill/>
        </p:spPr>
        <p:txBody>
          <a:bodyPr wrap="square" rtlCol="0">
            <a:spAutoFit/>
          </a:bodyPr>
          <a:lstStyle/>
          <a:p>
            <a:pPr marL="0" marR="9205" lvl="0" indent="0" algn="ctr" defTabSz="914400" rtl="0" eaLnBrk="1" fontAlgn="auto" latinLnBrk="0" hangingPunct="1">
              <a:lnSpc>
                <a:spcPct val="100000"/>
              </a:lnSpc>
              <a:spcBef>
                <a:spcPts val="600"/>
              </a:spcBef>
              <a:spcAft>
                <a:spcPts val="0"/>
              </a:spcAft>
              <a:buClrTx/>
              <a:buSzTx/>
              <a:buFontTx/>
              <a:buNone/>
              <a:tabLst/>
              <a:defRPr/>
            </a:pPr>
            <a:r>
              <a:rPr kumimoji="0" lang="en-AU" sz="1000" b="0" i="0" u="none" strike="noStrike" kern="1200" cap="none" spc="0" normalizeH="0" baseline="0" noProof="0">
                <a:ln>
                  <a:noFill/>
                </a:ln>
                <a:solidFill>
                  <a:srgbClr val="25408F"/>
                </a:solidFill>
                <a:effectLst/>
                <a:uLnTx/>
                <a:uFillTx/>
                <a:latin typeface="Open Sans Bold" panose="020B0806030504020204" pitchFamily="34" charset="0"/>
                <a:ea typeface="Open Sans Bold" panose="020B0806030504020204" pitchFamily="34" charset="0"/>
                <a:cs typeface="Open Sans Bold" panose="020B0806030504020204" pitchFamily="34" charset="0"/>
              </a:rPr>
              <a:t>Fight to</a:t>
            </a:r>
            <a:br>
              <a:rPr kumimoji="0" lang="en-AU" sz="1000" b="0" i="0" u="none" strike="noStrike" kern="1200" cap="none" spc="0" normalizeH="0" baseline="0" noProof="0">
                <a:ln>
                  <a:noFill/>
                </a:ln>
                <a:solidFill>
                  <a:srgbClr val="25408F"/>
                </a:solidFill>
                <a:effectLst/>
                <a:uLnTx/>
                <a:uFillTx/>
                <a:latin typeface="Open Sans Bold" panose="020B0806030504020204" pitchFamily="34" charset="0"/>
                <a:ea typeface="Open Sans Bold" panose="020B0806030504020204" pitchFamily="34" charset="0"/>
                <a:cs typeface="Open Sans Bold" panose="020B0806030504020204" pitchFamily="34" charset="0"/>
              </a:rPr>
            </a:br>
            <a:r>
              <a:rPr kumimoji="0" lang="en-AU" sz="1000" b="0" i="0" u="none" strike="noStrike" kern="1200" cap="none" spc="0" normalizeH="0" baseline="0" noProof="0">
                <a:ln>
                  <a:noFill/>
                </a:ln>
                <a:solidFill>
                  <a:srgbClr val="25408F"/>
                </a:solidFill>
                <a:effectLst/>
                <a:uLnTx/>
                <a:uFillTx/>
                <a:latin typeface="Open Sans Bold" panose="020B0806030504020204" pitchFamily="34" charset="0"/>
                <a:ea typeface="Open Sans Bold" panose="020B0806030504020204" pitchFamily="34" charset="0"/>
                <a:cs typeface="Open Sans Bold" panose="020B0806030504020204" pitchFamily="34" charset="0"/>
              </a:rPr>
              <a:t>Quality</a:t>
            </a:r>
          </a:p>
        </p:txBody>
      </p:sp>
      <p:sp>
        <p:nvSpPr>
          <p:cNvPr id="70" name="TextBox 69">
            <a:extLst>
              <a:ext uri="{FF2B5EF4-FFF2-40B4-BE49-F238E27FC236}">
                <a16:creationId xmlns:a16="http://schemas.microsoft.com/office/drawing/2014/main" id="{75E89AA3-502E-058A-4A92-8122E4982E3C}"/>
              </a:ext>
            </a:extLst>
          </p:cNvPr>
          <p:cNvSpPr txBox="1"/>
          <p:nvPr/>
        </p:nvSpPr>
        <p:spPr>
          <a:xfrm>
            <a:off x="2035376" y="4560569"/>
            <a:ext cx="2016916" cy="1015663"/>
          </a:xfrm>
          <a:prstGeom prst="rect">
            <a:avLst/>
          </a:prstGeom>
          <a:noFill/>
        </p:spPr>
        <p:txBody>
          <a:bodyPr wrap="square" lIns="180000" rIns="180000" rtlCol="0">
            <a:spAutoFit/>
          </a:bodyPr>
          <a:lstStyle/>
          <a:p>
            <a:pPr marR="9205" lvl="0" algn="ctr" defTabSz="914400" rtl="0" eaLnBrk="1" fontAlgn="auto" latinLnBrk="0" hangingPunct="1">
              <a:lnSpc>
                <a:spcPct val="100000"/>
              </a:lnSpc>
              <a:spcBef>
                <a:spcPts val="600"/>
              </a:spcBef>
              <a:spcAft>
                <a:spcPts val="0"/>
              </a:spcAft>
              <a:buClrTx/>
              <a:buSzTx/>
              <a:tabLst/>
              <a:defRPr/>
            </a:pPr>
            <a:r>
              <a:rPr kumimoji="0" lang="en-AU" sz="1000" b="0" i="0" u="none" strike="noStrike" kern="1200" cap="none" spc="0" normalizeH="0" baseline="0" noProof="0">
                <a:ln>
                  <a:noFill/>
                </a:ln>
                <a:solidFill>
                  <a:srgbClr val="4A4A4D"/>
                </a:solidFill>
                <a:effectLst/>
                <a:uLnTx/>
                <a:uFillTx/>
                <a:latin typeface="Open Sans Light"/>
                <a:ea typeface="Open Sans Regular" panose="020B0606030504020204" pitchFamily="34" charset="0"/>
                <a:cs typeface="Open Sans Regular" panose="020B0606030504020204" pitchFamily="34" charset="0"/>
              </a:rPr>
              <a:t>There is a renewed desire for better office spaces to make the return to the office more compelling for everyone and reinvigorate that pattern of behaviour.</a:t>
            </a:r>
          </a:p>
        </p:txBody>
      </p:sp>
      <p:sp>
        <p:nvSpPr>
          <p:cNvPr id="72" name="TextBox 71">
            <a:extLst>
              <a:ext uri="{FF2B5EF4-FFF2-40B4-BE49-F238E27FC236}">
                <a16:creationId xmlns:a16="http://schemas.microsoft.com/office/drawing/2014/main" id="{1164F918-9B91-4357-1A34-EA97EF518A4B}"/>
              </a:ext>
            </a:extLst>
          </p:cNvPr>
          <p:cNvSpPr txBox="1"/>
          <p:nvPr/>
        </p:nvSpPr>
        <p:spPr>
          <a:xfrm>
            <a:off x="4087418" y="4072506"/>
            <a:ext cx="1998841" cy="1323439"/>
          </a:xfrm>
          <a:prstGeom prst="rect">
            <a:avLst/>
          </a:prstGeom>
          <a:noFill/>
        </p:spPr>
        <p:txBody>
          <a:bodyPr wrap="square" lIns="180000" rIns="180000" rtlCol="0">
            <a:spAutoFit/>
          </a:bodyPr>
          <a:lstStyle/>
          <a:p>
            <a:pPr marR="9205" lvl="0" algn="ctr" defTabSz="914400" rtl="0" eaLnBrk="1" fontAlgn="auto" latinLnBrk="0" hangingPunct="1">
              <a:lnSpc>
                <a:spcPct val="100000"/>
              </a:lnSpc>
              <a:spcBef>
                <a:spcPts val="600"/>
              </a:spcBef>
              <a:spcAft>
                <a:spcPts val="0"/>
              </a:spcAft>
              <a:buClrTx/>
              <a:buSzTx/>
              <a:tabLst/>
              <a:defRPr/>
            </a:pPr>
            <a:r>
              <a:rPr kumimoji="0" lang="en-AU" sz="1000" b="0" i="0" u="none" strike="noStrike" kern="1200" cap="none" spc="0" normalizeH="0" baseline="0" noProof="0">
                <a:ln>
                  <a:noFill/>
                </a:ln>
                <a:solidFill>
                  <a:srgbClr val="4A4A4D"/>
                </a:solidFill>
                <a:effectLst/>
                <a:uLnTx/>
                <a:uFillTx/>
                <a:latin typeface="Open Sans Light"/>
                <a:ea typeface="Open Sans Regular" panose="020B0606030504020204" pitchFamily="34" charset="0"/>
                <a:cs typeface="Open Sans Regular" panose="020B0606030504020204" pitchFamily="34" charset="0"/>
              </a:rPr>
              <a:t>Tenants are keen to have optionality when it comes to expansion and contraction</a:t>
            </a:r>
            <a:br>
              <a:rPr kumimoji="0" lang="en-AU" sz="1000" b="0" i="0" u="none" strike="noStrike" kern="1200" cap="none" spc="0" normalizeH="0" baseline="0" noProof="0">
                <a:ln>
                  <a:noFill/>
                </a:ln>
                <a:solidFill>
                  <a:srgbClr val="4A4A4D"/>
                </a:solidFill>
                <a:effectLst/>
                <a:uLnTx/>
                <a:uFillTx/>
                <a:latin typeface="Open Sans Light"/>
                <a:ea typeface="Open Sans Regular" panose="020B0606030504020204" pitchFamily="34" charset="0"/>
                <a:cs typeface="Open Sans Regular" panose="020B0606030504020204" pitchFamily="34" charset="0"/>
              </a:rPr>
            </a:br>
            <a:r>
              <a:rPr kumimoji="0" lang="en-AU" sz="1000" b="0" i="0" u="none" strike="noStrike" kern="1200" cap="none" spc="0" normalizeH="0" baseline="0" noProof="0">
                <a:ln>
                  <a:noFill/>
                </a:ln>
                <a:solidFill>
                  <a:srgbClr val="4A4A4D"/>
                </a:solidFill>
                <a:effectLst/>
                <a:uLnTx/>
                <a:uFillTx/>
                <a:latin typeface="Open Sans Light"/>
                <a:ea typeface="Open Sans Regular" panose="020B0606030504020204" pitchFamily="34" charset="0"/>
                <a:cs typeface="Open Sans Regular" panose="020B0606030504020204" pitchFamily="34" charset="0"/>
              </a:rPr>
              <a:t>rights as well as some latitude when it comes to reviewing the actual term of the lease at</a:t>
            </a:r>
            <a:br>
              <a:rPr kumimoji="0" lang="en-AU" sz="1000" b="0" i="0" u="none" strike="noStrike" kern="1200" cap="none" spc="0" normalizeH="0" baseline="0" noProof="0">
                <a:ln>
                  <a:noFill/>
                </a:ln>
                <a:solidFill>
                  <a:srgbClr val="4A4A4D"/>
                </a:solidFill>
                <a:effectLst/>
                <a:uLnTx/>
                <a:uFillTx/>
                <a:latin typeface="Open Sans Light"/>
                <a:ea typeface="Open Sans Regular" panose="020B0606030504020204" pitchFamily="34" charset="0"/>
                <a:cs typeface="Open Sans Regular" panose="020B0606030504020204" pitchFamily="34" charset="0"/>
              </a:rPr>
            </a:br>
            <a:r>
              <a:rPr kumimoji="0" lang="en-AU" sz="1000" b="0" i="0" u="none" strike="noStrike" kern="1200" cap="none" spc="0" normalizeH="0" baseline="0" noProof="0">
                <a:ln>
                  <a:noFill/>
                </a:ln>
                <a:solidFill>
                  <a:srgbClr val="4A4A4D"/>
                </a:solidFill>
                <a:effectLst/>
                <a:uLnTx/>
                <a:uFillTx/>
                <a:latin typeface="Open Sans Light"/>
                <a:ea typeface="Open Sans Regular" panose="020B0606030504020204" pitchFamily="34" charset="0"/>
                <a:cs typeface="Open Sans Regular" panose="020B0606030504020204" pitchFamily="34" charset="0"/>
              </a:rPr>
              <a:t>critical milestones. </a:t>
            </a:r>
          </a:p>
        </p:txBody>
      </p:sp>
      <p:sp>
        <p:nvSpPr>
          <p:cNvPr id="74" name="TextBox 73">
            <a:extLst>
              <a:ext uri="{FF2B5EF4-FFF2-40B4-BE49-F238E27FC236}">
                <a16:creationId xmlns:a16="http://schemas.microsoft.com/office/drawing/2014/main" id="{AEC39BB1-DE57-DCF3-0F9C-CAE3F8D6E6BA}"/>
              </a:ext>
            </a:extLst>
          </p:cNvPr>
          <p:cNvSpPr txBox="1"/>
          <p:nvPr/>
        </p:nvSpPr>
        <p:spPr>
          <a:xfrm>
            <a:off x="4074624" y="3664578"/>
            <a:ext cx="1991095" cy="400110"/>
          </a:xfrm>
          <a:prstGeom prst="rect">
            <a:avLst/>
          </a:prstGeom>
          <a:noFill/>
        </p:spPr>
        <p:txBody>
          <a:bodyPr wrap="square" rtlCol="0">
            <a:spAutoFit/>
          </a:bodyPr>
          <a:lstStyle/>
          <a:p>
            <a:pPr marL="0" marR="9205" lvl="0" indent="0" algn="ctr" defTabSz="914400" rtl="0" eaLnBrk="1" fontAlgn="auto" latinLnBrk="0" hangingPunct="1">
              <a:lnSpc>
                <a:spcPct val="100000"/>
              </a:lnSpc>
              <a:spcBef>
                <a:spcPts val="600"/>
              </a:spcBef>
              <a:spcAft>
                <a:spcPts val="0"/>
              </a:spcAft>
              <a:buClrTx/>
              <a:buSzTx/>
              <a:buFontTx/>
              <a:buNone/>
              <a:tabLst/>
              <a:defRPr/>
            </a:pPr>
            <a:r>
              <a:rPr kumimoji="0" lang="en-AU" sz="1000" b="0" i="0" u="none" strike="noStrike" kern="1200" cap="none" spc="0" normalizeH="0" baseline="0" noProof="0">
                <a:ln>
                  <a:noFill/>
                </a:ln>
                <a:solidFill>
                  <a:srgbClr val="25408F"/>
                </a:solidFill>
                <a:effectLst/>
                <a:uLnTx/>
                <a:uFillTx/>
                <a:latin typeface="Open Sans Bold" panose="020B0806030504020204" pitchFamily="34" charset="0"/>
                <a:ea typeface="Open Sans Bold" panose="020B0806030504020204" pitchFamily="34" charset="0"/>
                <a:cs typeface="Open Sans Bold" panose="020B0806030504020204" pitchFamily="34" charset="0"/>
              </a:rPr>
              <a:t>Lease</a:t>
            </a:r>
            <a:br>
              <a:rPr kumimoji="0" lang="en-AU" sz="1000" b="0" i="0" u="none" strike="noStrike" kern="1200" cap="none" spc="0" normalizeH="0" baseline="0" noProof="0">
                <a:ln>
                  <a:noFill/>
                </a:ln>
                <a:solidFill>
                  <a:srgbClr val="25408F"/>
                </a:solidFill>
                <a:effectLst/>
                <a:uLnTx/>
                <a:uFillTx/>
                <a:latin typeface="Open Sans Bold" panose="020B0806030504020204" pitchFamily="34" charset="0"/>
                <a:ea typeface="Open Sans Bold" panose="020B0806030504020204" pitchFamily="34" charset="0"/>
                <a:cs typeface="Open Sans Bold" panose="020B0806030504020204" pitchFamily="34" charset="0"/>
              </a:rPr>
            </a:br>
            <a:r>
              <a:rPr kumimoji="0" lang="en-AU" sz="1000" b="0" i="0" u="none" strike="noStrike" kern="1200" cap="none" spc="0" normalizeH="0" baseline="0" noProof="0">
                <a:ln>
                  <a:noFill/>
                </a:ln>
                <a:solidFill>
                  <a:srgbClr val="25408F"/>
                </a:solidFill>
                <a:effectLst/>
                <a:uLnTx/>
                <a:uFillTx/>
                <a:latin typeface="Open Sans Bold" panose="020B0806030504020204" pitchFamily="34" charset="0"/>
                <a:ea typeface="Open Sans Bold" panose="020B0806030504020204" pitchFamily="34" charset="0"/>
                <a:cs typeface="Open Sans Bold" panose="020B0806030504020204" pitchFamily="34" charset="0"/>
              </a:rPr>
              <a:t>Flexibility</a:t>
            </a:r>
          </a:p>
        </p:txBody>
      </p:sp>
      <p:sp>
        <p:nvSpPr>
          <p:cNvPr id="75" name="TextBox 74">
            <a:extLst>
              <a:ext uri="{FF2B5EF4-FFF2-40B4-BE49-F238E27FC236}">
                <a16:creationId xmlns:a16="http://schemas.microsoft.com/office/drawing/2014/main" id="{1B56911E-82A0-5212-5D57-B923AA46E579}"/>
              </a:ext>
            </a:extLst>
          </p:cNvPr>
          <p:cNvSpPr txBox="1"/>
          <p:nvPr/>
        </p:nvSpPr>
        <p:spPr>
          <a:xfrm>
            <a:off x="6113070" y="3176272"/>
            <a:ext cx="1999843" cy="400110"/>
          </a:xfrm>
          <a:prstGeom prst="rect">
            <a:avLst/>
          </a:prstGeom>
          <a:noFill/>
        </p:spPr>
        <p:txBody>
          <a:bodyPr wrap="square" rtlCol="0">
            <a:spAutoFit/>
          </a:bodyPr>
          <a:lstStyle/>
          <a:p>
            <a:pPr marL="0" marR="9205" lvl="0" indent="0" algn="ctr" defTabSz="914400" rtl="0" eaLnBrk="1" fontAlgn="auto" latinLnBrk="0" hangingPunct="1">
              <a:lnSpc>
                <a:spcPct val="100000"/>
              </a:lnSpc>
              <a:spcBef>
                <a:spcPts val="600"/>
              </a:spcBef>
              <a:spcAft>
                <a:spcPts val="0"/>
              </a:spcAft>
              <a:buClrTx/>
              <a:buSzTx/>
              <a:buFontTx/>
              <a:buNone/>
              <a:tabLst/>
              <a:defRPr/>
            </a:pPr>
            <a:r>
              <a:rPr kumimoji="0" lang="en-AU" sz="1000" b="0" i="0" u="none" strike="noStrike" kern="1200" cap="none" spc="0" normalizeH="0" baseline="0" noProof="0">
                <a:ln>
                  <a:noFill/>
                </a:ln>
                <a:solidFill>
                  <a:srgbClr val="25408F"/>
                </a:solidFill>
                <a:effectLst/>
                <a:uLnTx/>
                <a:uFillTx/>
                <a:latin typeface="Open Sans Bold" panose="020B0806030504020204" pitchFamily="34" charset="0"/>
                <a:ea typeface="Open Sans Bold" panose="020B0806030504020204" pitchFamily="34" charset="0"/>
                <a:cs typeface="Open Sans Bold" panose="020B0806030504020204" pitchFamily="34" charset="0"/>
              </a:rPr>
              <a:t>Workplace</a:t>
            </a:r>
            <a:br>
              <a:rPr kumimoji="0" lang="en-AU" sz="1000" b="0" i="0" u="none" strike="noStrike" kern="1200" cap="none" spc="0" normalizeH="0" baseline="0" noProof="0">
                <a:ln>
                  <a:noFill/>
                </a:ln>
                <a:solidFill>
                  <a:srgbClr val="25408F"/>
                </a:solidFill>
                <a:effectLst/>
                <a:uLnTx/>
                <a:uFillTx/>
                <a:latin typeface="Open Sans Bold" panose="020B0806030504020204" pitchFamily="34" charset="0"/>
                <a:ea typeface="Open Sans Bold" panose="020B0806030504020204" pitchFamily="34" charset="0"/>
                <a:cs typeface="Open Sans Bold" panose="020B0806030504020204" pitchFamily="34" charset="0"/>
              </a:rPr>
            </a:br>
            <a:r>
              <a:rPr kumimoji="0" lang="en-AU" sz="1000" b="0" i="0" u="none" strike="noStrike" kern="1200" cap="none" spc="0" normalizeH="0" baseline="0" noProof="0">
                <a:ln>
                  <a:noFill/>
                </a:ln>
                <a:solidFill>
                  <a:srgbClr val="25408F"/>
                </a:solidFill>
                <a:effectLst/>
                <a:uLnTx/>
                <a:uFillTx/>
                <a:latin typeface="Open Sans Bold" panose="020B0806030504020204" pitchFamily="34" charset="0"/>
                <a:ea typeface="Open Sans Bold" panose="020B0806030504020204" pitchFamily="34" charset="0"/>
                <a:cs typeface="Open Sans Bold" panose="020B0806030504020204" pitchFamily="34" charset="0"/>
              </a:rPr>
              <a:t>Data Tools</a:t>
            </a:r>
          </a:p>
        </p:txBody>
      </p:sp>
      <p:sp>
        <p:nvSpPr>
          <p:cNvPr id="76" name="TextBox 75">
            <a:extLst>
              <a:ext uri="{FF2B5EF4-FFF2-40B4-BE49-F238E27FC236}">
                <a16:creationId xmlns:a16="http://schemas.microsoft.com/office/drawing/2014/main" id="{1651F3C2-B354-6D83-949D-55987F3F4600}"/>
              </a:ext>
            </a:extLst>
          </p:cNvPr>
          <p:cNvSpPr txBox="1"/>
          <p:nvPr/>
        </p:nvSpPr>
        <p:spPr>
          <a:xfrm>
            <a:off x="8145069" y="2725558"/>
            <a:ext cx="1991095" cy="400110"/>
          </a:xfrm>
          <a:prstGeom prst="rect">
            <a:avLst/>
          </a:prstGeom>
          <a:noFill/>
        </p:spPr>
        <p:txBody>
          <a:bodyPr wrap="square" rtlCol="0">
            <a:spAutoFit/>
          </a:bodyPr>
          <a:lstStyle/>
          <a:p>
            <a:pPr marL="0" marR="9205" lvl="0" indent="0" algn="ctr" defTabSz="914400" rtl="0" eaLnBrk="1" fontAlgn="auto" latinLnBrk="0" hangingPunct="1">
              <a:lnSpc>
                <a:spcPct val="100000"/>
              </a:lnSpc>
              <a:spcBef>
                <a:spcPts val="600"/>
              </a:spcBef>
              <a:spcAft>
                <a:spcPts val="0"/>
              </a:spcAft>
              <a:buClrTx/>
              <a:buSzTx/>
              <a:buFontTx/>
              <a:buNone/>
              <a:tabLst/>
              <a:defRPr/>
            </a:pPr>
            <a:r>
              <a:rPr kumimoji="0" lang="en-AU" sz="1000" b="0" i="0" u="none" strike="noStrike" kern="1200" cap="none" spc="0" normalizeH="0" baseline="0" noProof="0">
                <a:ln>
                  <a:noFill/>
                </a:ln>
                <a:solidFill>
                  <a:srgbClr val="25408F"/>
                </a:solidFill>
                <a:effectLst/>
                <a:uLnTx/>
                <a:uFillTx/>
                <a:latin typeface="Open Sans Bold" panose="020B0806030504020204" pitchFamily="34" charset="0"/>
                <a:ea typeface="Open Sans Bold" panose="020B0806030504020204" pitchFamily="34" charset="0"/>
                <a:cs typeface="Open Sans Bold" panose="020B0806030504020204" pitchFamily="34" charset="0"/>
              </a:rPr>
              <a:t>Healthy</a:t>
            </a:r>
            <a:br>
              <a:rPr kumimoji="0" lang="en-AU" sz="1000" b="0" i="0" u="none" strike="noStrike" kern="1200" cap="none" spc="0" normalizeH="0" baseline="0" noProof="0">
                <a:ln>
                  <a:noFill/>
                </a:ln>
                <a:solidFill>
                  <a:srgbClr val="25408F"/>
                </a:solidFill>
                <a:effectLst/>
                <a:uLnTx/>
                <a:uFillTx/>
                <a:latin typeface="Open Sans Bold" panose="020B0806030504020204" pitchFamily="34" charset="0"/>
                <a:ea typeface="Open Sans Bold" panose="020B0806030504020204" pitchFamily="34" charset="0"/>
                <a:cs typeface="Open Sans Bold" panose="020B0806030504020204" pitchFamily="34" charset="0"/>
              </a:rPr>
            </a:br>
            <a:r>
              <a:rPr kumimoji="0" lang="en-AU" sz="1000" b="0" i="0" u="none" strike="noStrike" kern="1200" cap="none" spc="0" normalizeH="0" baseline="0" noProof="0">
                <a:ln>
                  <a:noFill/>
                </a:ln>
                <a:solidFill>
                  <a:srgbClr val="25408F"/>
                </a:solidFill>
                <a:effectLst/>
                <a:uLnTx/>
                <a:uFillTx/>
                <a:latin typeface="Open Sans Bold" panose="020B0806030504020204" pitchFamily="34" charset="0"/>
                <a:ea typeface="Open Sans Bold" panose="020B0806030504020204" pitchFamily="34" charset="0"/>
                <a:cs typeface="Open Sans Bold" panose="020B0806030504020204" pitchFamily="34" charset="0"/>
              </a:rPr>
              <a:t>Workplaces</a:t>
            </a:r>
          </a:p>
        </p:txBody>
      </p:sp>
      <p:sp>
        <p:nvSpPr>
          <p:cNvPr id="77" name="TextBox 76">
            <a:extLst>
              <a:ext uri="{FF2B5EF4-FFF2-40B4-BE49-F238E27FC236}">
                <a16:creationId xmlns:a16="http://schemas.microsoft.com/office/drawing/2014/main" id="{3F581E8A-C00B-EA30-2F09-33681FC17975}"/>
              </a:ext>
            </a:extLst>
          </p:cNvPr>
          <p:cNvSpPr txBox="1"/>
          <p:nvPr/>
        </p:nvSpPr>
        <p:spPr>
          <a:xfrm>
            <a:off x="10186594" y="2247159"/>
            <a:ext cx="1999843" cy="400110"/>
          </a:xfrm>
          <a:prstGeom prst="rect">
            <a:avLst/>
          </a:prstGeom>
          <a:noFill/>
        </p:spPr>
        <p:txBody>
          <a:bodyPr wrap="square" rtlCol="0">
            <a:spAutoFit/>
          </a:bodyPr>
          <a:lstStyle/>
          <a:p>
            <a:pPr marL="0" marR="9205" lvl="0" indent="0" algn="ctr" defTabSz="914400" rtl="0" eaLnBrk="1" fontAlgn="auto" latinLnBrk="0" hangingPunct="1">
              <a:lnSpc>
                <a:spcPct val="100000"/>
              </a:lnSpc>
              <a:spcBef>
                <a:spcPts val="600"/>
              </a:spcBef>
              <a:spcAft>
                <a:spcPts val="0"/>
              </a:spcAft>
              <a:buClrTx/>
              <a:buSzTx/>
              <a:buFontTx/>
              <a:buNone/>
              <a:tabLst/>
              <a:defRPr/>
            </a:pPr>
            <a:r>
              <a:rPr kumimoji="0" lang="en-AU" sz="1000" b="0" i="0" u="none" strike="noStrike" kern="1200" cap="none" spc="0" normalizeH="0" baseline="0" noProof="0">
                <a:ln>
                  <a:noFill/>
                </a:ln>
                <a:solidFill>
                  <a:srgbClr val="25408F"/>
                </a:solidFill>
                <a:effectLst/>
                <a:uLnTx/>
                <a:uFillTx/>
                <a:latin typeface="Open Sans Bold" panose="020B0806030504020204" pitchFamily="34" charset="0"/>
                <a:ea typeface="Open Sans Bold" panose="020B0806030504020204" pitchFamily="34" charset="0"/>
                <a:cs typeface="Open Sans Bold" panose="020B0806030504020204" pitchFamily="34" charset="0"/>
              </a:rPr>
              <a:t>Employee</a:t>
            </a:r>
            <a:br>
              <a:rPr kumimoji="0" lang="en-AU" sz="1000" b="0" i="0" u="none" strike="noStrike" kern="1200" cap="none" spc="0" normalizeH="0" baseline="0" noProof="0">
                <a:ln>
                  <a:noFill/>
                </a:ln>
                <a:solidFill>
                  <a:srgbClr val="25408F"/>
                </a:solidFill>
                <a:effectLst/>
                <a:uLnTx/>
                <a:uFillTx/>
                <a:latin typeface="Open Sans Bold" panose="020B0806030504020204" pitchFamily="34" charset="0"/>
                <a:ea typeface="Open Sans Bold" panose="020B0806030504020204" pitchFamily="34" charset="0"/>
                <a:cs typeface="Open Sans Bold" panose="020B0806030504020204" pitchFamily="34" charset="0"/>
              </a:rPr>
            </a:br>
            <a:r>
              <a:rPr kumimoji="0" lang="en-AU" sz="1000" b="0" i="0" u="none" strike="noStrike" kern="1200" cap="none" spc="0" normalizeH="0" baseline="0" noProof="0">
                <a:ln>
                  <a:noFill/>
                </a:ln>
                <a:solidFill>
                  <a:srgbClr val="25408F"/>
                </a:solidFill>
                <a:effectLst/>
                <a:uLnTx/>
                <a:uFillTx/>
                <a:latin typeface="Open Sans Bold" panose="020B0806030504020204" pitchFamily="34" charset="0"/>
                <a:ea typeface="Open Sans Bold" panose="020B0806030504020204" pitchFamily="34" charset="0"/>
                <a:cs typeface="Open Sans Bold" panose="020B0806030504020204" pitchFamily="34" charset="0"/>
              </a:rPr>
              <a:t>Demographics</a:t>
            </a:r>
          </a:p>
        </p:txBody>
      </p:sp>
      <p:sp>
        <p:nvSpPr>
          <p:cNvPr id="79" name="TextBox 78">
            <a:extLst>
              <a:ext uri="{FF2B5EF4-FFF2-40B4-BE49-F238E27FC236}">
                <a16:creationId xmlns:a16="http://schemas.microsoft.com/office/drawing/2014/main" id="{C3A410EF-4AE1-0EE2-1CCB-C5484B2BC210}"/>
              </a:ext>
            </a:extLst>
          </p:cNvPr>
          <p:cNvSpPr txBox="1"/>
          <p:nvPr/>
        </p:nvSpPr>
        <p:spPr>
          <a:xfrm>
            <a:off x="6113069" y="3572873"/>
            <a:ext cx="1998841" cy="1169551"/>
          </a:xfrm>
          <a:prstGeom prst="rect">
            <a:avLst/>
          </a:prstGeom>
          <a:noFill/>
        </p:spPr>
        <p:txBody>
          <a:bodyPr wrap="square" lIns="180000" rIns="180000" rtlCol="0">
            <a:spAutoFit/>
          </a:bodyPr>
          <a:lstStyle/>
          <a:p>
            <a:pPr marR="9205" lvl="0" algn="ctr" defTabSz="914400" rtl="0" eaLnBrk="1" fontAlgn="auto" latinLnBrk="0" hangingPunct="1">
              <a:lnSpc>
                <a:spcPct val="100000"/>
              </a:lnSpc>
              <a:spcBef>
                <a:spcPts val="600"/>
              </a:spcBef>
              <a:spcAft>
                <a:spcPts val="0"/>
              </a:spcAft>
              <a:buClrTx/>
              <a:buSzTx/>
              <a:tabLst/>
              <a:defRPr/>
            </a:pPr>
            <a:r>
              <a:rPr kumimoji="0" lang="en-AU" sz="1000" b="0" i="0" u="none" strike="noStrike" kern="1200" cap="none" spc="0" normalizeH="0" baseline="0" noProof="0">
                <a:ln>
                  <a:noFill/>
                </a:ln>
                <a:solidFill>
                  <a:srgbClr val="4A4A4D"/>
                </a:solidFill>
                <a:effectLst/>
                <a:uLnTx/>
                <a:uFillTx/>
                <a:latin typeface="Open Sans Light"/>
                <a:ea typeface="Open Sans Regular" panose="020B0606030504020204" pitchFamily="34" charset="0"/>
                <a:cs typeface="Open Sans Regular" panose="020B0606030504020204" pitchFamily="34" charset="0"/>
              </a:rPr>
              <a:t>Workplace data measurement and analytics are being implemented in workplaces to show clear insight into efficiencies and inefficiencies of the workplace. </a:t>
            </a:r>
          </a:p>
        </p:txBody>
      </p:sp>
      <p:sp>
        <p:nvSpPr>
          <p:cNvPr id="81" name="TextBox 80">
            <a:extLst>
              <a:ext uri="{FF2B5EF4-FFF2-40B4-BE49-F238E27FC236}">
                <a16:creationId xmlns:a16="http://schemas.microsoft.com/office/drawing/2014/main" id="{486EC923-24E2-0953-FCC2-F9A38F2783DF}"/>
              </a:ext>
            </a:extLst>
          </p:cNvPr>
          <p:cNvSpPr txBox="1"/>
          <p:nvPr/>
        </p:nvSpPr>
        <p:spPr>
          <a:xfrm>
            <a:off x="8132977" y="3131165"/>
            <a:ext cx="1998841" cy="1169551"/>
          </a:xfrm>
          <a:prstGeom prst="rect">
            <a:avLst/>
          </a:prstGeom>
          <a:noFill/>
        </p:spPr>
        <p:txBody>
          <a:bodyPr wrap="square" lIns="180000" rIns="180000" rtlCol="0">
            <a:spAutoFit/>
          </a:bodyPr>
          <a:lstStyle/>
          <a:p>
            <a:pPr marR="9205" lvl="0" algn="ctr" defTabSz="914400" rtl="0" eaLnBrk="1" fontAlgn="auto" latinLnBrk="0" hangingPunct="1">
              <a:lnSpc>
                <a:spcPct val="100000"/>
              </a:lnSpc>
              <a:spcBef>
                <a:spcPts val="600"/>
              </a:spcBef>
              <a:spcAft>
                <a:spcPts val="0"/>
              </a:spcAft>
              <a:buClrTx/>
              <a:buSzTx/>
              <a:tabLst/>
              <a:defRPr/>
            </a:pPr>
            <a:r>
              <a:rPr kumimoji="0" lang="en-AU" sz="1000" b="0" i="0" u="none" strike="noStrike" kern="1200" cap="none" spc="0" normalizeH="0" baseline="0" noProof="0">
                <a:ln>
                  <a:noFill/>
                </a:ln>
                <a:solidFill>
                  <a:srgbClr val="4A4A4D"/>
                </a:solidFill>
                <a:effectLst/>
                <a:uLnTx/>
                <a:uFillTx/>
                <a:latin typeface="Open Sans Light"/>
                <a:ea typeface="Open Sans Regular" panose="020B0606030504020204" pitchFamily="34" charset="0"/>
                <a:cs typeface="Open Sans Regular" panose="020B0606030504020204" pitchFamily="34" charset="0"/>
              </a:rPr>
              <a:t>With a growing body of evidence to back it up, employees are</a:t>
            </a:r>
            <a:r>
              <a:rPr lang="en-AU" sz="1000">
                <a:solidFill>
                  <a:srgbClr val="4A4A4D"/>
                </a:solidFill>
                <a:latin typeface="Open Sans Light"/>
                <a:ea typeface="Open Sans Regular" panose="020B0606030504020204" pitchFamily="34" charset="0"/>
                <a:cs typeface="Open Sans Regular" panose="020B0606030504020204" pitchFamily="34" charset="0"/>
              </a:rPr>
              <a:t> </a:t>
            </a:r>
            <a:r>
              <a:rPr kumimoji="0" lang="en-AU" sz="1000" b="0" i="0" u="none" strike="noStrike" kern="1200" cap="none" spc="0" normalizeH="0" baseline="0" noProof="0">
                <a:ln>
                  <a:noFill/>
                </a:ln>
                <a:solidFill>
                  <a:srgbClr val="4A4A4D"/>
                </a:solidFill>
                <a:effectLst/>
                <a:uLnTx/>
                <a:uFillTx/>
                <a:latin typeface="Open Sans Light"/>
                <a:ea typeface="Open Sans Regular" panose="020B0606030504020204" pitchFamily="34" charset="0"/>
                <a:cs typeface="Open Sans Regular" panose="020B0606030504020204" pitchFamily="34" charset="0"/>
              </a:rPr>
              <a:t>becoming more educated on the positive impact the  workplace environment has on their health</a:t>
            </a:r>
            <a:r>
              <a:rPr lang="en-AU" sz="1000">
                <a:solidFill>
                  <a:srgbClr val="4A4A4D"/>
                </a:solidFill>
                <a:latin typeface="Open Sans Light"/>
                <a:ea typeface="Open Sans Regular" panose="020B0606030504020204" pitchFamily="34" charset="0"/>
                <a:cs typeface="Open Sans Regular" panose="020B0606030504020204" pitchFamily="34" charset="0"/>
              </a:rPr>
              <a:t>.</a:t>
            </a:r>
            <a:endParaRPr kumimoji="0" lang="en-AU" sz="1000" b="0" i="0" u="none" strike="noStrike" kern="1200" cap="none" spc="0" normalizeH="0" baseline="0" noProof="0">
              <a:ln>
                <a:noFill/>
              </a:ln>
              <a:solidFill>
                <a:srgbClr val="4A4A4D"/>
              </a:solidFill>
              <a:effectLst/>
              <a:uLnTx/>
              <a:uFillTx/>
              <a:latin typeface="Open Sans Light"/>
              <a:ea typeface="Open Sans Regular" panose="020B0606030504020204" pitchFamily="34" charset="0"/>
              <a:cs typeface="Open Sans Regular" panose="020B0606030504020204" pitchFamily="34" charset="0"/>
            </a:endParaRPr>
          </a:p>
        </p:txBody>
      </p:sp>
      <p:sp>
        <p:nvSpPr>
          <p:cNvPr id="83" name="TextBox 82">
            <a:extLst>
              <a:ext uri="{FF2B5EF4-FFF2-40B4-BE49-F238E27FC236}">
                <a16:creationId xmlns:a16="http://schemas.microsoft.com/office/drawing/2014/main" id="{32F4CA58-BF5F-2597-16AA-489AE3D1207F}"/>
              </a:ext>
            </a:extLst>
          </p:cNvPr>
          <p:cNvSpPr txBox="1"/>
          <p:nvPr/>
        </p:nvSpPr>
        <p:spPr>
          <a:xfrm>
            <a:off x="10190377" y="2643760"/>
            <a:ext cx="1998841" cy="1323439"/>
          </a:xfrm>
          <a:prstGeom prst="rect">
            <a:avLst/>
          </a:prstGeom>
          <a:noFill/>
        </p:spPr>
        <p:txBody>
          <a:bodyPr wrap="square" lIns="180000" rIns="180000" rtlCol="0">
            <a:spAutoFit/>
          </a:bodyPr>
          <a:lstStyle/>
          <a:p>
            <a:pPr marR="9205" lvl="0" algn="ctr" defTabSz="914400" rtl="0" eaLnBrk="1" fontAlgn="auto" latinLnBrk="0" hangingPunct="1">
              <a:lnSpc>
                <a:spcPct val="100000"/>
              </a:lnSpc>
              <a:spcBef>
                <a:spcPts val="600"/>
              </a:spcBef>
              <a:spcAft>
                <a:spcPts val="0"/>
              </a:spcAft>
              <a:buClrTx/>
              <a:buSzTx/>
              <a:tabLst/>
              <a:defRPr/>
            </a:pPr>
            <a:r>
              <a:rPr kumimoji="0" lang="en-AU" sz="1000" b="0" i="0" u="none" strike="noStrike" kern="1200" cap="none" spc="0" normalizeH="0" baseline="0" noProof="0">
                <a:ln>
                  <a:noFill/>
                </a:ln>
                <a:solidFill>
                  <a:srgbClr val="4A4A4D"/>
                </a:solidFill>
                <a:effectLst/>
                <a:uLnTx/>
                <a:uFillTx/>
                <a:latin typeface="Open Sans Light"/>
                <a:ea typeface="Open Sans Regular" panose="020B0606030504020204" pitchFamily="34" charset="0"/>
                <a:cs typeface="Open Sans Regular" panose="020B0606030504020204" pitchFamily="34" charset="0"/>
              </a:rPr>
              <a:t>Companies are directing greater attention to developing their workplace strategy so that it will guide them and their teams to thrive in this new, more inclusive and flexible working world. </a:t>
            </a:r>
          </a:p>
        </p:txBody>
      </p:sp>
      <p:sp>
        <p:nvSpPr>
          <p:cNvPr id="92" name="Freeform: Shape 91">
            <a:extLst>
              <a:ext uri="{FF2B5EF4-FFF2-40B4-BE49-F238E27FC236}">
                <a16:creationId xmlns:a16="http://schemas.microsoft.com/office/drawing/2014/main" id="{CC522DA5-183F-56F9-59AB-7D5AA51981EC}"/>
              </a:ext>
            </a:extLst>
          </p:cNvPr>
          <p:cNvSpPr/>
          <p:nvPr/>
        </p:nvSpPr>
        <p:spPr>
          <a:xfrm rot="5400000" flipH="1" flipV="1">
            <a:off x="5871377" y="556694"/>
            <a:ext cx="2466163" cy="10175084"/>
          </a:xfrm>
          <a:custGeom>
            <a:avLst/>
            <a:gdLst>
              <a:gd name="connsiteX0" fmla="*/ 2466163 w 2466163"/>
              <a:gd name="connsiteY0" fmla="*/ 10403843 h 10403843"/>
              <a:gd name="connsiteX1" fmla="*/ 0 w 2466163"/>
              <a:gd name="connsiteY1" fmla="*/ 10403843 h 10403843"/>
              <a:gd name="connsiteX2" fmla="*/ 0 w 2466163"/>
              <a:gd name="connsiteY2" fmla="*/ 0 h 10403843"/>
            </a:gdLst>
            <a:ahLst/>
            <a:cxnLst>
              <a:cxn ang="0">
                <a:pos x="connsiteX0" y="connsiteY0"/>
              </a:cxn>
              <a:cxn ang="0">
                <a:pos x="connsiteX1" y="connsiteY1"/>
              </a:cxn>
              <a:cxn ang="0">
                <a:pos x="connsiteX2" y="connsiteY2"/>
              </a:cxn>
            </a:cxnLst>
            <a:rect l="l" t="t" r="r" b="b"/>
            <a:pathLst>
              <a:path w="2466163" h="10403843">
                <a:moveTo>
                  <a:pt x="2466163" y="10403843"/>
                </a:moveTo>
                <a:lnTo>
                  <a:pt x="0" y="1040384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noAutofit/>
          </a:bodyPr>
          <a:lstStyle/>
          <a:p>
            <a:pPr algn="ctr"/>
            <a:endParaRPr lang="en-AU" sz="2000" noProof="0" err="1"/>
          </a:p>
        </p:txBody>
      </p:sp>
      <p:sp>
        <p:nvSpPr>
          <p:cNvPr id="8" name="Text Placeholder 1">
            <a:extLst>
              <a:ext uri="{FF2B5EF4-FFF2-40B4-BE49-F238E27FC236}">
                <a16:creationId xmlns:a16="http://schemas.microsoft.com/office/drawing/2014/main" id="{C408E22D-017B-1A44-BE2F-6EB9B68C0DC4}"/>
              </a:ext>
            </a:extLst>
          </p:cNvPr>
          <p:cNvSpPr txBox="1">
            <a:spLocks/>
          </p:cNvSpPr>
          <p:nvPr/>
        </p:nvSpPr>
        <p:spPr>
          <a:xfrm>
            <a:off x="647525" y="669600"/>
            <a:ext cx="10893425" cy="392400"/>
          </a:xfrm>
          <a:prstGeom prst="rect">
            <a:avLst/>
          </a:prstGeom>
        </p:spPr>
        <p:txBody>
          <a:bodyPr/>
          <a:lstStyle>
            <a:lvl1pPr marL="0" indent="0" algn="l" defTabSz="914400" rtl="0" eaLnBrk="1" latinLnBrk="0" hangingPunct="1">
              <a:lnSpc>
                <a:spcPct val="100000"/>
              </a:lnSpc>
              <a:spcBef>
                <a:spcPts val="300"/>
              </a:spcBef>
              <a:spcAft>
                <a:spcPts val="600"/>
              </a:spcAft>
              <a:buFontTx/>
              <a:buNone/>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None/>
              <a:defRPr sz="1400" kern="1200" spc="300">
                <a:solidFill>
                  <a:schemeClr val="accent3"/>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r>
              <a:rPr lang="en-US" sz="1400" spc="300">
                <a:solidFill>
                  <a:schemeClr val="accent5"/>
                </a:solidFill>
              </a:rPr>
              <a:t>WORKPLACE TRENDS</a:t>
            </a:r>
          </a:p>
        </p:txBody>
      </p:sp>
      <p:sp>
        <p:nvSpPr>
          <p:cNvPr id="9" name="Title 2">
            <a:extLst>
              <a:ext uri="{FF2B5EF4-FFF2-40B4-BE49-F238E27FC236}">
                <a16:creationId xmlns:a16="http://schemas.microsoft.com/office/drawing/2014/main" id="{93E29503-C722-84B1-2F87-C8D4030EE902}"/>
              </a:ext>
            </a:extLst>
          </p:cNvPr>
          <p:cNvSpPr txBox="1">
            <a:spLocks/>
          </p:cNvSpPr>
          <p:nvPr/>
        </p:nvSpPr>
        <p:spPr>
          <a:xfrm>
            <a:off x="648000" y="1062000"/>
            <a:ext cx="10893600" cy="835200"/>
          </a:xfrm>
          <a:prstGeom prst="rect">
            <a:avLst/>
          </a:prstGeom>
        </p:spPr>
        <p:txBody>
          <a:bodyPr/>
          <a:lstStyle>
            <a:lvl1pPr algn="l" defTabSz="914400" rtl="0" eaLnBrk="1" latinLnBrk="0" hangingPunct="1">
              <a:lnSpc>
                <a:spcPct val="83000"/>
              </a:lnSpc>
              <a:spcBef>
                <a:spcPct val="0"/>
              </a:spcBef>
              <a:buNone/>
              <a:defRPr sz="4000" kern="1200">
                <a:solidFill>
                  <a:schemeClr val="accent1"/>
                </a:solidFill>
                <a:latin typeface="+mj-lt"/>
                <a:ea typeface="+mj-ea"/>
                <a:cs typeface="+mj-cs"/>
              </a:defRPr>
            </a:lvl1pPr>
          </a:lstStyle>
          <a:p>
            <a:r>
              <a:rPr lang="en-US"/>
              <a:t>Workplace Insights</a:t>
            </a:r>
          </a:p>
        </p:txBody>
      </p:sp>
    </p:spTree>
    <p:custDataLst>
      <p:custData r:id="rId1"/>
      <p:custData r:id="rId2"/>
    </p:custDataLst>
    <p:extLst>
      <p:ext uri="{BB962C8B-B14F-4D97-AF65-F5344CB8AC3E}">
        <p14:creationId xmlns:p14="http://schemas.microsoft.com/office/powerpoint/2010/main" val="18188201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51AEE341-6CE6-8503-7ED6-FF5B5D10DA40}"/>
              </a:ext>
            </a:extLst>
          </p:cNvPr>
          <p:cNvPicPr>
            <a:picLocks noGrp="1" noChangeAspect="1"/>
          </p:cNvPicPr>
          <p:nvPr>
            <p:ph type="pic" sz="quarter" idx="16"/>
          </p:nvPr>
        </p:nvPicPr>
        <p:blipFill rotWithShape="1">
          <a:blip r:embed="rId6"/>
          <a:srcRect l="47594" t="-293" r="6382" b="293"/>
          <a:stretch/>
        </p:blipFill>
        <p:spPr>
          <a:xfrm>
            <a:off x="0" y="0"/>
            <a:ext cx="4208463" cy="6858000"/>
          </a:xfrm>
          <a:solidFill>
            <a:schemeClr val="bg2"/>
          </a:solidFill>
        </p:spPr>
      </p:pic>
      <p:sp>
        <p:nvSpPr>
          <p:cNvPr id="20" name="Text Placeholder 19">
            <a:extLst>
              <a:ext uri="{FF2B5EF4-FFF2-40B4-BE49-F238E27FC236}">
                <a16:creationId xmlns:a16="http://schemas.microsoft.com/office/drawing/2014/main" id="{74C06378-86E1-4B28-A34C-59056695DD8F}"/>
              </a:ext>
            </a:extLst>
          </p:cNvPr>
          <p:cNvSpPr>
            <a:spLocks noGrp="1"/>
          </p:cNvSpPr>
          <p:nvPr>
            <p:ph type="body" sz="quarter" idx="13"/>
          </p:nvPr>
        </p:nvSpPr>
        <p:spPr>
          <a:xfrm>
            <a:off x="4629250" y="669600"/>
            <a:ext cx="6912350" cy="392400"/>
          </a:xfrm>
        </p:spPr>
        <p:txBody>
          <a:bodyPr/>
          <a:lstStyle/>
          <a:p>
            <a:r>
              <a:rPr lang="en-US"/>
              <a:t>WORKPLACE TRENDS</a:t>
            </a:r>
          </a:p>
          <a:p>
            <a:endParaRPr lang="en-CA"/>
          </a:p>
        </p:txBody>
      </p:sp>
      <p:sp>
        <p:nvSpPr>
          <p:cNvPr id="18" name="Title 17">
            <a:extLst>
              <a:ext uri="{FF2B5EF4-FFF2-40B4-BE49-F238E27FC236}">
                <a16:creationId xmlns:a16="http://schemas.microsoft.com/office/drawing/2014/main" id="{4DB1B520-D665-4324-8F92-E9DE4B84C886}"/>
              </a:ext>
            </a:extLst>
          </p:cNvPr>
          <p:cNvSpPr>
            <a:spLocks noGrp="1"/>
          </p:cNvSpPr>
          <p:nvPr>
            <p:ph type="title"/>
          </p:nvPr>
        </p:nvSpPr>
        <p:spPr>
          <a:xfrm>
            <a:off x="4628812" y="1062000"/>
            <a:ext cx="6912787" cy="835200"/>
          </a:xfrm>
        </p:spPr>
        <p:txBody>
          <a:bodyPr/>
          <a:lstStyle/>
          <a:p>
            <a:r>
              <a:rPr lang="en-CA"/>
              <a:t>Workplace Insights</a:t>
            </a:r>
          </a:p>
        </p:txBody>
      </p:sp>
      <p:sp>
        <p:nvSpPr>
          <p:cNvPr id="21" name="Text Placeholder 20">
            <a:extLst>
              <a:ext uri="{FF2B5EF4-FFF2-40B4-BE49-F238E27FC236}">
                <a16:creationId xmlns:a16="http://schemas.microsoft.com/office/drawing/2014/main" id="{A7B283A9-B84D-467E-A272-E4CF35E2F66F}"/>
              </a:ext>
            </a:extLst>
          </p:cNvPr>
          <p:cNvSpPr>
            <a:spLocks noGrp="1"/>
          </p:cNvSpPr>
          <p:nvPr>
            <p:ph type="body" sz="quarter" idx="14"/>
          </p:nvPr>
        </p:nvSpPr>
        <p:spPr/>
        <p:txBody>
          <a:bodyPr/>
          <a:lstStyle/>
          <a:p>
            <a:endParaRPr lang="en-CA"/>
          </a:p>
        </p:txBody>
      </p:sp>
      <p:sp>
        <p:nvSpPr>
          <p:cNvPr id="3" name="Footer Placeholder 2">
            <a:extLst>
              <a:ext uri="{FF2B5EF4-FFF2-40B4-BE49-F238E27FC236}">
                <a16:creationId xmlns:a16="http://schemas.microsoft.com/office/drawing/2014/main" id="{7ECFEC00-3CC4-41F7-B36B-CF912FE1A816}"/>
              </a:ext>
            </a:extLst>
          </p:cNvPr>
          <p:cNvSpPr>
            <a:spLocks noGrp="1"/>
          </p:cNvSpPr>
          <p:nvPr>
            <p:ph type="ftr" sz="quarter" idx="11"/>
          </p:nvPr>
        </p:nvSpPr>
        <p:spPr/>
        <p:txBody>
          <a:bodyPr/>
          <a:lstStyle/>
          <a:p>
            <a:r>
              <a:rPr lang="en-CA"/>
              <a:t>Colliers</a:t>
            </a:r>
          </a:p>
        </p:txBody>
      </p:sp>
      <p:sp>
        <p:nvSpPr>
          <p:cNvPr id="4" name="Slide Number Placeholder 3">
            <a:extLst>
              <a:ext uri="{FF2B5EF4-FFF2-40B4-BE49-F238E27FC236}">
                <a16:creationId xmlns:a16="http://schemas.microsoft.com/office/drawing/2014/main" id="{6E378D05-8DCA-4943-B0EA-1059BF906610}"/>
              </a:ext>
            </a:extLst>
          </p:cNvPr>
          <p:cNvSpPr>
            <a:spLocks noGrp="1"/>
          </p:cNvSpPr>
          <p:nvPr>
            <p:ph type="sldNum" sz="quarter" idx="12"/>
          </p:nvPr>
        </p:nvSpPr>
        <p:spPr/>
        <p:txBody>
          <a:bodyPr/>
          <a:lstStyle/>
          <a:p>
            <a:fld id="{23AA811B-2EBD-4900-905E-5BE206449611}" type="slidenum">
              <a:rPr lang="en-CA"/>
              <a:pPr/>
              <a:t>43</a:t>
            </a:fld>
            <a:endParaRPr lang="en-CA"/>
          </a:p>
        </p:txBody>
      </p:sp>
      <p:sp>
        <p:nvSpPr>
          <p:cNvPr id="6" name="Freeform: Shape 5">
            <a:extLst>
              <a:ext uri="{FF2B5EF4-FFF2-40B4-BE49-F238E27FC236}">
                <a16:creationId xmlns:a16="http://schemas.microsoft.com/office/drawing/2014/main" id="{D07CEDAE-6C40-4914-A415-5F05027A0F91}"/>
              </a:ext>
            </a:extLst>
          </p:cNvPr>
          <p:cNvSpPr/>
          <p:nvPr/>
        </p:nvSpPr>
        <p:spPr>
          <a:xfrm>
            <a:off x="5242363" y="2055209"/>
            <a:ext cx="2841958" cy="709729"/>
          </a:xfrm>
          <a:prstGeom prst="rect">
            <a:avLst/>
          </a:prstGeom>
          <a:no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91440" tIns="45721" rIns="85344" bIns="45720" numCol="1" spcCol="1270" anchor="t" anchorCtr="0">
            <a:noAutofit/>
          </a:bodyPr>
          <a:lstStyle/>
          <a:p>
            <a:pPr marL="0" lvl="0" indent="0" algn="l" defTabSz="533400">
              <a:lnSpc>
                <a:spcPct val="90000"/>
              </a:lnSpc>
              <a:spcBef>
                <a:spcPct val="0"/>
              </a:spcBef>
              <a:spcAft>
                <a:spcPct val="35000"/>
              </a:spcAft>
              <a:buNone/>
            </a:pPr>
            <a:r>
              <a:rPr lang="en-CA" sz="1100" b="1" kern="1200">
                <a:solidFill>
                  <a:schemeClr val="accent5"/>
                </a:solidFill>
                <a:latin typeface="+mn-lt"/>
              </a:rPr>
              <a:t>Environment &amp; </a:t>
            </a:r>
            <a:br>
              <a:rPr lang="en-CA" sz="1100" b="1" kern="1200">
                <a:solidFill>
                  <a:schemeClr val="accent5"/>
                </a:solidFill>
                <a:latin typeface="+mn-lt"/>
              </a:rPr>
            </a:br>
            <a:r>
              <a:rPr lang="en-CA" sz="1100" b="1" kern="1200">
                <a:solidFill>
                  <a:schemeClr val="accent5"/>
                </a:solidFill>
                <a:latin typeface="+mn-lt"/>
              </a:rPr>
              <a:t>Sustainably Reporting</a:t>
            </a:r>
          </a:p>
          <a:p>
            <a:pPr marL="0" lvl="1" defTabSz="533400">
              <a:lnSpc>
                <a:spcPts val="1300"/>
              </a:lnSpc>
              <a:spcBef>
                <a:spcPct val="0"/>
              </a:spcBef>
              <a:spcAft>
                <a:spcPct val="15000"/>
              </a:spcAft>
            </a:pPr>
            <a:r>
              <a:rPr lang="en-CA" sz="1000">
                <a:solidFill>
                  <a:schemeClr val="tx1"/>
                </a:solidFill>
                <a:ea typeface="Open Sans" panose="020B0606030504020204" pitchFamily="34" charset="0"/>
                <a:cs typeface="Open Sans" panose="020B0606030504020204" pitchFamily="34" charset="0"/>
              </a:rPr>
              <a:t>Tenants that are prioritizing reaching net-zero targets are driving a shift toward sustainable buildings that not only reduce carbon footprints but also improve the health and well-being of occupants.</a:t>
            </a:r>
          </a:p>
        </p:txBody>
      </p:sp>
      <p:sp>
        <p:nvSpPr>
          <p:cNvPr id="8" name="Freeform: Shape 7">
            <a:extLst>
              <a:ext uri="{FF2B5EF4-FFF2-40B4-BE49-F238E27FC236}">
                <a16:creationId xmlns:a16="http://schemas.microsoft.com/office/drawing/2014/main" id="{0B900489-42A9-4406-9B63-BF8BC0500E93}"/>
              </a:ext>
            </a:extLst>
          </p:cNvPr>
          <p:cNvSpPr/>
          <p:nvPr/>
        </p:nvSpPr>
        <p:spPr>
          <a:xfrm>
            <a:off x="5242363" y="3449108"/>
            <a:ext cx="2702721" cy="709728"/>
          </a:xfrm>
          <a:prstGeom prst="rect">
            <a:avLst/>
          </a:prstGeom>
          <a:no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91440" tIns="45721" rIns="85344" bIns="45720" numCol="1" spcCol="1270" anchor="t" anchorCtr="0">
            <a:noAutofit/>
          </a:bodyPr>
          <a:lstStyle/>
          <a:p>
            <a:pPr marL="0" lvl="0" indent="0" algn="l" defTabSz="533400">
              <a:lnSpc>
                <a:spcPct val="90000"/>
              </a:lnSpc>
              <a:spcBef>
                <a:spcPct val="0"/>
              </a:spcBef>
              <a:spcAft>
                <a:spcPct val="35000"/>
              </a:spcAft>
              <a:buNone/>
            </a:pPr>
            <a:r>
              <a:rPr lang="en-CA" sz="1100" b="1" kern="1200">
                <a:solidFill>
                  <a:schemeClr val="accent5"/>
                </a:solidFill>
                <a:latin typeface="+mn-lt"/>
              </a:rPr>
              <a:t>Lease Flexibility</a:t>
            </a:r>
            <a:endParaRPr lang="en-CA" sz="1100" kern="1200">
              <a:solidFill>
                <a:schemeClr val="accent5"/>
              </a:solidFill>
            </a:endParaRPr>
          </a:p>
          <a:p>
            <a:pPr marL="0" lvl="1" defTabSz="533400">
              <a:lnSpc>
                <a:spcPts val="1300"/>
              </a:lnSpc>
              <a:spcBef>
                <a:spcPct val="0"/>
              </a:spcBef>
              <a:spcAft>
                <a:spcPct val="15000"/>
              </a:spcAft>
            </a:pPr>
            <a:r>
              <a:rPr lang="en-CA" sz="1000">
                <a:solidFill>
                  <a:schemeClr val="tx1"/>
                </a:solidFill>
                <a:ea typeface="Open Sans" panose="020B0606030504020204" pitchFamily="34" charset="0"/>
                <a:cs typeface="Open Sans" panose="020B0606030504020204" pitchFamily="34" charset="0"/>
              </a:rPr>
              <a:t>Tenants are keen to have optionality when it comes to expansion and contraction rights as well as some latitude when it comes to reviewing the actual term of the lease of critical milestones.</a:t>
            </a:r>
          </a:p>
        </p:txBody>
      </p:sp>
      <p:sp>
        <p:nvSpPr>
          <p:cNvPr id="10" name="Freeform: Shape 9">
            <a:extLst>
              <a:ext uri="{FF2B5EF4-FFF2-40B4-BE49-F238E27FC236}">
                <a16:creationId xmlns:a16="http://schemas.microsoft.com/office/drawing/2014/main" id="{86A59E63-96F8-4B56-9CEC-5822AB34D32B}"/>
              </a:ext>
            </a:extLst>
          </p:cNvPr>
          <p:cNvSpPr/>
          <p:nvPr/>
        </p:nvSpPr>
        <p:spPr>
          <a:xfrm>
            <a:off x="5242363" y="4880032"/>
            <a:ext cx="2841730" cy="709728"/>
          </a:xfrm>
          <a:prstGeom prst="rect">
            <a:avLst/>
          </a:prstGeom>
          <a:no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91440" tIns="45721" rIns="85345" bIns="45720" numCol="1" spcCol="1270" anchor="t" anchorCtr="0">
            <a:noAutofit/>
          </a:bodyPr>
          <a:lstStyle/>
          <a:p>
            <a:pPr marL="0" lvl="0" indent="0" algn="l" defTabSz="533400">
              <a:lnSpc>
                <a:spcPct val="90000"/>
              </a:lnSpc>
              <a:spcBef>
                <a:spcPct val="0"/>
              </a:spcBef>
              <a:spcAft>
                <a:spcPct val="35000"/>
              </a:spcAft>
              <a:buNone/>
            </a:pPr>
            <a:r>
              <a:rPr lang="en-CA" sz="1100" b="1" kern="1200">
                <a:solidFill>
                  <a:schemeClr val="accent5"/>
                </a:solidFill>
                <a:latin typeface="+mn-lt"/>
              </a:rPr>
              <a:t>Health Workplaces</a:t>
            </a:r>
            <a:endParaRPr lang="en-CA" sz="1100" kern="1200">
              <a:solidFill>
                <a:schemeClr val="accent5"/>
              </a:solidFill>
            </a:endParaRPr>
          </a:p>
          <a:p>
            <a:pPr marL="0" lvl="1" defTabSz="533400">
              <a:lnSpc>
                <a:spcPts val="1300"/>
              </a:lnSpc>
              <a:spcBef>
                <a:spcPct val="0"/>
              </a:spcBef>
              <a:spcAft>
                <a:spcPct val="15000"/>
              </a:spcAft>
            </a:pPr>
            <a:r>
              <a:rPr lang="en-CA" sz="1000">
                <a:solidFill>
                  <a:schemeClr val="tx1"/>
                </a:solidFill>
                <a:ea typeface="Open Sans" panose="020B0606030504020204" pitchFamily="34" charset="0"/>
                <a:cs typeface="Open Sans" panose="020B0606030504020204" pitchFamily="34" charset="0"/>
              </a:rPr>
              <a:t>Workplace environment has an impact on employee health and wellness. Social connection, natural light, biophilia (nature, plants, natural finishes), air quality, lighting and even the colour and texture of surfaces and furnishings have an impact on employee health and productivity.</a:t>
            </a:r>
          </a:p>
        </p:txBody>
      </p:sp>
      <p:sp>
        <p:nvSpPr>
          <p:cNvPr id="12" name="Freeform: Shape 11">
            <a:extLst>
              <a:ext uri="{FF2B5EF4-FFF2-40B4-BE49-F238E27FC236}">
                <a16:creationId xmlns:a16="http://schemas.microsoft.com/office/drawing/2014/main" id="{4048FE97-23AB-4F11-9984-299029B0E315}"/>
              </a:ext>
            </a:extLst>
          </p:cNvPr>
          <p:cNvSpPr/>
          <p:nvPr/>
        </p:nvSpPr>
        <p:spPr>
          <a:xfrm>
            <a:off x="8766596" y="2057027"/>
            <a:ext cx="2775003" cy="709729"/>
          </a:xfrm>
          <a:prstGeom prst="rect">
            <a:avLst/>
          </a:prstGeom>
          <a:no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91440" tIns="45721" rIns="85344" bIns="45721" numCol="1" spcCol="1270" anchor="t" anchorCtr="0">
            <a:noAutofit/>
          </a:bodyPr>
          <a:lstStyle/>
          <a:p>
            <a:pPr marL="0" lvl="0" indent="0" algn="l" defTabSz="533400">
              <a:lnSpc>
                <a:spcPct val="90000"/>
              </a:lnSpc>
              <a:spcBef>
                <a:spcPct val="0"/>
              </a:spcBef>
              <a:spcAft>
                <a:spcPct val="35000"/>
              </a:spcAft>
              <a:buNone/>
            </a:pPr>
            <a:r>
              <a:rPr lang="en-CA" sz="1100" b="1" kern="1200">
                <a:solidFill>
                  <a:schemeClr val="accent5"/>
                </a:solidFill>
                <a:latin typeface="+mn-lt"/>
              </a:rPr>
              <a:t>Fight to Quality</a:t>
            </a:r>
            <a:endParaRPr lang="en-CA" sz="1100" kern="1200">
              <a:solidFill>
                <a:schemeClr val="accent5"/>
              </a:solidFill>
            </a:endParaRPr>
          </a:p>
          <a:p>
            <a:pPr marL="0" lvl="1" indent="0" defTabSz="533400">
              <a:lnSpc>
                <a:spcPts val="1300"/>
              </a:lnSpc>
              <a:spcBef>
                <a:spcPct val="0"/>
              </a:spcBef>
              <a:spcAft>
                <a:spcPct val="15000"/>
              </a:spcAft>
              <a:buNone/>
            </a:pPr>
            <a:r>
              <a:rPr lang="en-CA" sz="1000">
                <a:solidFill>
                  <a:schemeClr val="tx1"/>
                </a:solidFill>
                <a:ea typeface="Open Sans" panose="020B0606030504020204" pitchFamily="34" charset="0"/>
                <a:cs typeface="Open Sans" panose="020B0606030504020204" pitchFamily="34" charset="0"/>
              </a:rPr>
              <a:t>There is a renewed desire for better office spaces to make the return to the office more compelling for everyone and reinvigorate that pattern of behaviour</a:t>
            </a:r>
            <a:r>
              <a:rPr lang="en-CA" sz="1050">
                <a:solidFill>
                  <a:schemeClr val="tx1"/>
                </a:solidFill>
                <a:ea typeface="Open Sans" panose="020B0606030504020204" pitchFamily="34" charset="0"/>
                <a:cs typeface="Open Sans" panose="020B0606030504020204" pitchFamily="34" charset="0"/>
              </a:rPr>
              <a:t>.</a:t>
            </a:r>
          </a:p>
        </p:txBody>
      </p:sp>
      <p:sp>
        <p:nvSpPr>
          <p:cNvPr id="14" name="Freeform: Shape 13">
            <a:extLst>
              <a:ext uri="{FF2B5EF4-FFF2-40B4-BE49-F238E27FC236}">
                <a16:creationId xmlns:a16="http://schemas.microsoft.com/office/drawing/2014/main" id="{1D75A1A3-1016-4235-B327-F662B91EA4EE}"/>
              </a:ext>
            </a:extLst>
          </p:cNvPr>
          <p:cNvSpPr/>
          <p:nvPr/>
        </p:nvSpPr>
        <p:spPr>
          <a:xfrm>
            <a:off x="8827255" y="3449109"/>
            <a:ext cx="2694683" cy="709728"/>
          </a:xfrm>
          <a:prstGeom prst="rect">
            <a:avLst/>
          </a:prstGeom>
          <a:no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91440" tIns="45720" rIns="85344" bIns="45721" numCol="1" spcCol="1270" anchor="t" anchorCtr="0">
            <a:noAutofit/>
          </a:bodyPr>
          <a:lstStyle/>
          <a:p>
            <a:pPr marL="0" lvl="0" indent="0" algn="l" defTabSz="533400">
              <a:lnSpc>
                <a:spcPct val="90000"/>
              </a:lnSpc>
              <a:spcBef>
                <a:spcPct val="0"/>
              </a:spcBef>
              <a:spcAft>
                <a:spcPct val="35000"/>
              </a:spcAft>
              <a:buNone/>
            </a:pPr>
            <a:r>
              <a:rPr lang="en-CA" sz="1100" b="1" kern="1200">
                <a:solidFill>
                  <a:schemeClr val="accent5"/>
                </a:solidFill>
                <a:latin typeface="+mn-lt"/>
              </a:rPr>
              <a:t>Workplace Data Tools</a:t>
            </a:r>
            <a:endParaRPr lang="en-CA" sz="1100" kern="1200">
              <a:solidFill>
                <a:schemeClr val="accent5"/>
              </a:solidFill>
            </a:endParaRPr>
          </a:p>
          <a:p>
            <a:pPr marL="0" lvl="1" defTabSz="533400">
              <a:lnSpc>
                <a:spcPts val="1300"/>
              </a:lnSpc>
              <a:spcBef>
                <a:spcPct val="0"/>
              </a:spcBef>
              <a:spcAft>
                <a:spcPct val="15000"/>
              </a:spcAft>
            </a:pPr>
            <a:r>
              <a:rPr lang="en-CA" sz="1000">
                <a:solidFill>
                  <a:schemeClr val="tx1"/>
                </a:solidFill>
                <a:ea typeface="Open Sans" panose="020B0606030504020204" pitchFamily="34" charset="0"/>
                <a:cs typeface="Open Sans" panose="020B0606030504020204" pitchFamily="34" charset="0"/>
              </a:rPr>
              <a:t>Workplace data measurement and analytics are being implemented in workplaces to show clear insight into efficiencies and inefficiencies of the workplace.</a:t>
            </a:r>
          </a:p>
        </p:txBody>
      </p:sp>
      <p:sp>
        <p:nvSpPr>
          <p:cNvPr id="16" name="Freeform: Shape 15">
            <a:extLst>
              <a:ext uri="{FF2B5EF4-FFF2-40B4-BE49-F238E27FC236}">
                <a16:creationId xmlns:a16="http://schemas.microsoft.com/office/drawing/2014/main" id="{60E9DBFA-8636-43D9-8E9C-B8E42CEB84F0}"/>
              </a:ext>
            </a:extLst>
          </p:cNvPr>
          <p:cNvSpPr/>
          <p:nvPr/>
        </p:nvSpPr>
        <p:spPr>
          <a:xfrm>
            <a:off x="8767705" y="4880313"/>
            <a:ext cx="2772169" cy="709728"/>
          </a:xfrm>
          <a:prstGeom prst="rect">
            <a:avLst/>
          </a:prstGeom>
          <a:no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91440" tIns="45720" rIns="85345" bIns="45721" numCol="1" spcCol="1270" anchor="t" anchorCtr="0">
            <a:noAutofit/>
          </a:bodyPr>
          <a:lstStyle/>
          <a:p>
            <a:pPr marL="0" lvl="0" indent="0" algn="l" defTabSz="533400">
              <a:lnSpc>
                <a:spcPct val="90000"/>
              </a:lnSpc>
              <a:spcBef>
                <a:spcPct val="0"/>
              </a:spcBef>
              <a:spcAft>
                <a:spcPct val="35000"/>
              </a:spcAft>
              <a:buNone/>
            </a:pPr>
            <a:r>
              <a:rPr lang="en-CA" sz="1100" b="1" kern="1200">
                <a:solidFill>
                  <a:schemeClr val="accent5"/>
                </a:solidFill>
                <a:latin typeface="+mn-lt"/>
              </a:rPr>
              <a:t>Employee </a:t>
            </a:r>
            <a:r>
              <a:rPr lang="en-CA" sz="1100" b="1">
                <a:solidFill>
                  <a:schemeClr val="accent5"/>
                </a:solidFill>
              </a:rPr>
              <a:t>De</a:t>
            </a:r>
            <a:r>
              <a:rPr lang="en-CA" sz="1100" b="1" kern="1200">
                <a:solidFill>
                  <a:schemeClr val="accent5"/>
                </a:solidFill>
                <a:latin typeface="+mn-lt"/>
              </a:rPr>
              <a:t>mographics</a:t>
            </a:r>
            <a:endParaRPr lang="en-CA" sz="1100" kern="1200">
              <a:solidFill>
                <a:schemeClr val="accent5"/>
              </a:solidFill>
            </a:endParaRPr>
          </a:p>
          <a:p>
            <a:pPr marL="0" lvl="1" indent="0" defTabSz="533400">
              <a:lnSpc>
                <a:spcPts val="1300"/>
              </a:lnSpc>
              <a:spcBef>
                <a:spcPct val="0"/>
              </a:spcBef>
              <a:spcAft>
                <a:spcPct val="15000"/>
              </a:spcAft>
              <a:buNone/>
            </a:pPr>
            <a:r>
              <a:rPr lang="en-CA" sz="1000">
                <a:solidFill>
                  <a:schemeClr val="tx1"/>
                </a:solidFill>
                <a:ea typeface="Open Sans" panose="020B0606030504020204" pitchFamily="34" charset="0"/>
                <a:cs typeface="Open Sans" panose="020B0606030504020204" pitchFamily="34" charset="0"/>
              </a:rPr>
              <a:t>With an increased awareness of neurodiversity and a focus to retain and attract skilled talent, companies are directing greater attention to developing their workplace strategy so that it will guide them and their teams to thrive in this new, more inclusive and flexible working world.</a:t>
            </a:r>
          </a:p>
        </p:txBody>
      </p:sp>
      <p:pic>
        <p:nvPicPr>
          <p:cNvPr id="7" name="Graphic 6">
            <a:extLst>
              <a:ext uri="{FF2B5EF4-FFF2-40B4-BE49-F238E27FC236}">
                <a16:creationId xmlns:a16="http://schemas.microsoft.com/office/drawing/2014/main" id="{013FD2D7-46A4-D6DE-0541-88D3C109F84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099114" y="2055209"/>
            <a:ext cx="697746" cy="697746"/>
          </a:xfrm>
          <a:prstGeom prst="rect">
            <a:avLst/>
          </a:prstGeom>
        </p:spPr>
      </p:pic>
      <p:pic>
        <p:nvPicPr>
          <p:cNvPr id="9" name="Graphic 8">
            <a:extLst>
              <a:ext uri="{FF2B5EF4-FFF2-40B4-BE49-F238E27FC236}">
                <a16:creationId xmlns:a16="http://schemas.microsoft.com/office/drawing/2014/main" id="{99A7975B-9437-A4D4-C538-4D85BD36827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160501" y="4880032"/>
            <a:ext cx="574972" cy="574972"/>
          </a:xfrm>
          <a:prstGeom prst="rect">
            <a:avLst/>
          </a:prstGeom>
        </p:spPr>
      </p:pic>
      <p:pic>
        <p:nvPicPr>
          <p:cNvPr id="11" name="Graphic 10">
            <a:extLst>
              <a:ext uri="{FF2B5EF4-FFF2-40B4-BE49-F238E27FC236}">
                <a16:creationId xmlns:a16="http://schemas.microsoft.com/office/drawing/2014/main" id="{1EB8C61F-46CE-FEA7-F421-6BAA4821C19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099114" y="3395318"/>
            <a:ext cx="709728" cy="709728"/>
          </a:xfrm>
          <a:prstGeom prst="rect">
            <a:avLst/>
          </a:prstGeom>
        </p:spPr>
      </p:pic>
      <p:pic>
        <p:nvPicPr>
          <p:cNvPr id="13" name="Graphic 12">
            <a:extLst>
              <a:ext uri="{FF2B5EF4-FFF2-40B4-BE49-F238E27FC236}">
                <a16:creationId xmlns:a16="http://schemas.microsoft.com/office/drawing/2014/main" id="{49B935A6-B06C-B30F-469D-8A3D19A7F30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551895" y="1975408"/>
            <a:ext cx="697746" cy="697746"/>
          </a:xfrm>
          <a:prstGeom prst="rect">
            <a:avLst/>
          </a:prstGeom>
        </p:spPr>
      </p:pic>
      <p:pic>
        <p:nvPicPr>
          <p:cNvPr id="15" name="Graphic 14">
            <a:extLst>
              <a:ext uri="{FF2B5EF4-FFF2-40B4-BE49-F238E27FC236}">
                <a16:creationId xmlns:a16="http://schemas.microsoft.com/office/drawing/2014/main" id="{C3BA7DB3-BCEB-72E7-651F-73AC2628E5C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591397" y="3408892"/>
            <a:ext cx="709729" cy="709729"/>
          </a:xfrm>
          <a:prstGeom prst="rect">
            <a:avLst/>
          </a:prstGeom>
        </p:spPr>
      </p:pic>
      <p:pic>
        <p:nvPicPr>
          <p:cNvPr id="17" name="Graphic 16">
            <a:extLst>
              <a:ext uri="{FF2B5EF4-FFF2-40B4-BE49-F238E27FC236}">
                <a16:creationId xmlns:a16="http://schemas.microsoft.com/office/drawing/2014/main" id="{B9242C75-E5DD-D6A4-1759-0973FECFEC3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591398" y="4880032"/>
            <a:ext cx="709728" cy="709728"/>
          </a:xfrm>
          <a:prstGeom prst="rect">
            <a:avLst/>
          </a:prstGeom>
        </p:spPr>
      </p:pic>
    </p:spTree>
    <p:custDataLst>
      <p:custData r:id="rId1"/>
      <p:custData r:id="rId2"/>
      <p:tags r:id="rId3"/>
    </p:custDataLst>
    <p:extLst>
      <p:ext uri="{BB962C8B-B14F-4D97-AF65-F5344CB8AC3E}">
        <p14:creationId xmlns:p14="http://schemas.microsoft.com/office/powerpoint/2010/main" val="17233139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88DA5C8-E039-5616-93EC-7676B8C739F6}"/>
              </a:ext>
            </a:extLst>
          </p:cNvPr>
          <p:cNvSpPr>
            <a:spLocks noGrp="1"/>
          </p:cNvSpPr>
          <p:nvPr>
            <p:ph type="body" sz="quarter" idx="13"/>
          </p:nvPr>
        </p:nvSpPr>
        <p:spPr/>
        <p:txBody>
          <a:bodyPr/>
          <a:lstStyle/>
          <a:p>
            <a:r>
              <a:rPr lang="en-US"/>
              <a:t>WORKPLACE TRENDS</a:t>
            </a:r>
          </a:p>
        </p:txBody>
      </p:sp>
      <p:sp>
        <p:nvSpPr>
          <p:cNvPr id="3" name="Title 2">
            <a:extLst>
              <a:ext uri="{FF2B5EF4-FFF2-40B4-BE49-F238E27FC236}">
                <a16:creationId xmlns:a16="http://schemas.microsoft.com/office/drawing/2014/main" id="{C059D897-6E3E-6D0C-437A-FB77B12E5A71}"/>
              </a:ext>
            </a:extLst>
          </p:cNvPr>
          <p:cNvSpPr>
            <a:spLocks noGrp="1"/>
          </p:cNvSpPr>
          <p:nvPr>
            <p:ph type="title"/>
          </p:nvPr>
        </p:nvSpPr>
        <p:spPr/>
        <p:txBody>
          <a:bodyPr/>
          <a:lstStyle/>
          <a:p>
            <a:r>
              <a:rPr lang="en-US"/>
              <a:t>Business Challenges for Your Industry</a:t>
            </a:r>
          </a:p>
        </p:txBody>
      </p:sp>
      <p:pic>
        <p:nvPicPr>
          <p:cNvPr id="8" name="Content Placeholder 7">
            <a:extLst>
              <a:ext uri="{FF2B5EF4-FFF2-40B4-BE49-F238E27FC236}">
                <a16:creationId xmlns:a16="http://schemas.microsoft.com/office/drawing/2014/main" id="{1111EAF4-CFB7-F4A4-0D93-21C305D2DBEE}"/>
              </a:ext>
            </a:extLst>
          </p:cNvPr>
          <p:cNvPicPr>
            <a:picLocks noGrp="1" noChangeAspect="1"/>
          </p:cNvPicPr>
          <p:nvPr>
            <p:ph idx="1"/>
          </p:nvPr>
        </p:nvPicPr>
        <p:blipFill rotWithShape="1">
          <a:blip r:embed="rId5"/>
          <a:srcRect t="5357" b="5357"/>
          <a:stretch/>
        </p:blipFill>
        <p:spPr>
          <a:xfrm>
            <a:off x="5202621" y="2044700"/>
            <a:ext cx="6989379" cy="4162425"/>
          </a:xfrm>
        </p:spPr>
      </p:pic>
      <p:sp>
        <p:nvSpPr>
          <p:cNvPr id="5" name="Text Placeholder 4">
            <a:extLst>
              <a:ext uri="{FF2B5EF4-FFF2-40B4-BE49-F238E27FC236}">
                <a16:creationId xmlns:a16="http://schemas.microsoft.com/office/drawing/2014/main" id="{D07FAF20-40CF-CC07-F872-8BBC91804621}"/>
              </a:ext>
            </a:extLst>
          </p:cNvPr>
          <p:cNvSpPr>
            <a:spLocks noGrp="1"/>
          </p:cNvSpPr>
          <p:nvPr>
            <p:ph type="body" sz="quarter" idx="14"/>
          </p:nvPr>
        </p:nvSpPr>
        <p:spPr/>
        <p:txBody>
          <a:bodyPr/>
          <a:lstStyle/>
          <a:p>
            <a:endParaRPr lang="en-US"/>
          </a:p>
        </p:txBody>
      </p:sp>
      <p:sp>
        <p:nvSpPr>
          <p:cNvPr id="6" name="Footer Placeholder 5">
            <a:extLst>
              <a:ext uri="{FF2B5EF4-FFF2-40B4-BE49-F238E27FC236}">
                <a16:creationId xmlns:a16="http://schemas.microsoft.com/office/drawing/2014/main" id="{9C6DD664-4955-CF83-6947-69001CFC0806}"/>
              </a:ext>
            </a:extLst>
          </p:cNvPr>
          <p:cNvSpPr>
            <a:spLocks noGrp="1"/>
          </p:cNvSpPr>
          <p:nvPr>
            <p:ph type="ftr" sz="quarter" idx="11"/>
          </p:nvPr>
        </p:nvSpPr>
        <p:spPr/>
        <p:txBody>
          <a:bodyPr/>
          <a:lstStyle/>
          <a:p>
            <a:r>
              <a:rPr lang="en-US"/>
              <a:t>Colliers</a:t>
            </a:r>
          </a:p>
        </p:txBody>
      </p:sp>
      <p:sp>
        <p:nvSpPr>
          <p:cNvPr id="7" name="Slide Number Placeholder 6">
            <a:extLst>
              <a:ext uri="{FF2B5EF4-FFF2-40B4-BE49-F238E27FC236}">
                <a16:creationId xmlns:a16="http://schemas.microsoft.com/office/drawing/2014/main" id="{585E92A1-69D0-7559-04C9-D96B8F89845D}"/>
              </a:ext>
            </a:extLst>
          </p:cNvPr>
          <p:cNvSpPr>
            <a:spLocks noGrp="1"/>
          </p:cNvSpPr>
          <p:nvPr>
            <p:ph type="sldNum" sz="quarter" idx="12"/>
          </p:nvPr>
        </p:nvSpPr>
        <p:spPr/>
        <p:txBody>
          <a:bodyPr/>
          <a:lstStyle/>
          <a:p>
            <a:fld id="{23AA811B-2EBD-4900-905E-5BE206449611}" type="slidenum">
              <a:rPr lang="en-US" smtClean="0"/>
              <a:pPr/>
              <a:t>44</a:t>
            </a:fld>
            <a:endParaRPr lang="en-US"/>
          </a:p>
        </p:txBody>
      </p:sp>
      <p:sp>
        <p:nvSpPr>
          <p:cNvPr id="12" name="Freeform: Shape 2">
            <a:extLst>
              <a:ext uri="{FF2B5EF4-FFF2-40B4-BE49-F238E27FC236}">
                <a16:creationId xmlns:a16="http://schemas.microsoft.com/office/drawing/2014/main" id="{8AF72117-3DE2-34EA-FED7-6CDB5DFB024C}"/>
              </a:ext>
            </a:extLst>
          </p:cNvPr>
          <p:cNvSpPr/>
          <p:nvPr/>
        </p:nvSpPr>
        <p:spPr>
          <a:xfrm>
            <a:off x="647525" y="3422806"/>
            <a:ext cx="1698562" cy="1140500"/>
          </a:xfrm>
          <a:prstGeom prst="rect">
            <a:avLst/>
          </a:prstGeom>
          <a:no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0" tIns="36000" rIns="36000" bIns="36000" numCol="1" spcCol="1270" anchor="t" anchorCtr="0">
            <a:noAutofit/>
          </a:bodyPr>
          <a:lstStyle/>
          <a:p>
            <a:pPr marL="0" lvl="0" indent="0" algn="ctr" defTabSz="444500">
              <a:lnSpc>
                <a:spcPct val="130000"/>
              </a:lnSpc>
              <a:spcBef>
                <a:spcPct val="0"/>
              </a:spcBef>
              <a:spcAft>
                <a:spcPct val="35000"/>
              </a:spcAft>
              <a:buNone/>
            </a:pPr>
            <a:r>
              <a:rPr lang="en-CA" sz="1200" b="1">
                <a:solidFill>
                  <a:schemeClr val="accent5"/>
                </a:solidFill>
                <a:ea typeface="Open Sans" panose="020B0606030504020204" pitchFamily="34" charset="0"/>
                <a:cs typeface="Open Sans" panose="020B0606030504020204" pitchFamily="34" charset="0"/>
              </a:rPr>
              <a:t>Technology is the greatest disruptor.</a:t>
            </a:r>
            <a:endParaRPr lang="en-US" sz="1200" kern="1200">
              <a:solidFill>
                <a:schemeClr val="accent5"/>
              </a:solidFill>
              <a:latin typeface="+mn-lt"/>
            </a:endParaRPr>
          </a:p>
        </p:txBody>
      </p:sp>
      <p:sp>
        <p:nvSpPr>
          <p:cNvPr id="13" name="Freeform: Shape 2">
            <a:extLst>
              <a:ext uri="{FF2B5EF4-FFF2-40B4-BE49-F238E27FC236}">
                <a16:creationId xmlns:a16="http://schemas.microsoft.com/office/drawing/2014/main" id="{73E65855-1C8F-6B57-0CAD-B9A58ACD59B7}"/>
              </a:ext>
            </a:extLst>
          </p:cNvPr>
          <p:cNvSpPr/>
          <p:nvPr/>
        </p:nvSpPr>
        <p:spPr>
          <a:xfrm>
            <a:off x="2962219" y="3422806"/>
            <a:ext cx="1698562" cy="1140500"/>
          </a:xfrm>
          <a:prstGeom prst="rect">
            <a:avLst/>
          </a:prstGeom>
          <a:no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0" tIns="36000" rIns="36000" bIns="36000" numCol="1" spcCol="1270" anchor="t" anchorCtr="0">
            <a:noAutofit/>
          </a:bodyPr>
          <a:lstStyle/>
          <a:p>
            <a:pPr marL="0" lvl="0" indent="0" algn="ctr" defTabSz="444500">
              <a:lnSpc>
                <a:spcPct val="130000"/>
              </a:lnSpc>
              <a:spcBef>
                <a:spcPct val="0"/>
              </a:spcBef>
              <a:spcAft>
                <a:spcPct val="35000"/>
              </a:spcAft>
              <a:buNone/>
            </a:pPr>
            <a:r>
              <a:rPr lang="en-CA" sz="1200" b="1">
                <a:solidFill>
                  <a:schemeClr val="accent5"/>
                </a:solidFill>
                <a:ea typeface="Open Sans" panose="020B0606030504020204" pitchFamily="34" charset="0"/>
                <a:cs typeface="Open Sans" panose="020B0606030504020204" pitchFamily="34" charset="0"/>
              </a:rPr>
              <a:t>Client expectations have evolved.</a:t>
            </a:r>
            <a:endParaRPr lang="en-US" sz="1200" kern="1200">
              <a:solidFill>
                <a:schemeClr val="accent5"/>
              </a:solidFill>
              <a:latin typeface="+mn-lt"/>
            </a:endParaRPr>
          </a:p>
        </p:txBody>
      </p:sp>
      <p:sp>
        <p:nvSpPr>
          <p:cNvPr id="16" name="Freeform: Shape 2">
            <a:extLst>
              <a:ext uri="{FF2B5EF4-FFF2-40B4-BE49-F238E27FC236}">
                <a16:creationId xmlns:a16="http://schemas.microsoft.com/office/drawing/2014/main" id="{3CEF4766-8EC9-EDEB-F016-B01C54B9BF0E}"/>
              </a:ext>
            </a:extLst>
          </p:cNvPr>
          <p:cNvSpPr/>
          <p:nvPr/>
        </p:nvSpPr>
        <p:spPr>
          <a:xfrm>
            <a:off x="647525" y="5225750"/>
            <a:ext cx="1698562" cy="1140500"/>
          </a:xfrm>
          <a:prstGeom prst="rect">
            <a:avLst/>
          </a:prstGeom>
          <a:no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0" tIns="36000" rIns="36000" bIns="36000" numCol="1" spcCol="1270" anchor="t" anchorCtr="0">
            <a:noAutofit/>
          </a:bodyPr>
          <a:lstStyle/>
          <a:p>
            <a:pPr marL="0" lvl="0" indent="0" algn="ctr" defTabSz="444500">
              <a:lnSpc>
                <a:spcPct val="130000"/>
              </a:lnSpc>
              <a:spcBef>
                <a:spcPct val="0"/>
              </a:spcBef>
              <a:spcAft>
                <a:spcPct val="35000"/>
              </a:spcAft>
              <a:buNone/>
            </a:pPr>
            <a:r>
              <a:rPr lang="en-CA" sz="1200" b="1">
                <a:solidFill>
                  <a:schemeClr val="accent5"/>
                </a:solidFill>
                <a:ea typeface="Open Sans" panose="020B0606030504020204" pitchFamily="34" charset="0"/>
                <a:cs typeface="Open Sans" panose="020B0606030504020204" pitchFamily="34" charset="0"/>
              </a:rPr>
              <a:t>Talent needs and hierarchies are shifting.</a:t>
            </a:r>
            <a:endParaRPr lang="en-US" sz="1200" kern="1200">
              <a:solidFill>
                <a:schemeClr val="accent5"/>
              </a:solidFill>
              <a:latin typeface="+mn-lt"/>
            </a:endParaRPr>
          </a:p>
        </p:txBody>
      </p:sp>
      <p:sp>
        <p:nvSpPr>
          <p:cNvPr id="17" name="Freeform: Shape 2">
            <a:extLst>
              <a:ext uri="{FF2B5EF4-FFF2-40B4-BE49-F238E27FC236}">
                <a16:creationId xmlns:a16="http://schemas.microsoft.com/office/drawing/2014/main" id="{76F850DA-C61D-CF38-C680-531C3152A595}"/>
              </a:ext>
            </a:extLst>
          </p:cNvPr>
          <p:cNvSpPr/>
          <p:nvPr/>
        </p:nvSpPr>
        <p:spPr>
          <a:xfrm>
            <a:off x="2962219" y="5225750"/>
            <a:ext cx="1698562" cy="1140500"/>
          </a:xfrm>
          <a:prstGeom prst="rect">
            <a:avLst/>
          </a:prstGeom>
          <a:no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0" tIns="36000" rIns="36000" bIns="36000" numCol="1" spcCol="1270" anchor="t" anchorCtr="0">
            <a:noAutofit/>
          </a:bodyPr>
          <a:lstStyle/>
          <a:p>
            <a:pPr marL="0" lvl="0" indent="0" algn="ctr" defTabSz="444500">
              <a:lnSpc>
                <a:spcPct val="130000"/>
              </a:lnSpc>
              <a:spcBef>
                <a:spcPct val="0"/>
              </a:spcBef>
              <a:spcAft>
                <a:spcPct val="35000"/>
              </a:spcAft>
              <a:buNone/>
            </a:pPr>
            <a:r>
              <a:rPr lang="en-CA" sz="1200" b="1">
                <a:solidFill>
                  <a:schemeClr val="accent5"/>
                </a:solidFill>
                <a:ea typeface="Open Sans" panose="020B0606030504020204" pitchFamily="34" charset="0"/>
                <a:cs typeface="Open Sans" panose="020B0606030504020204" pitchFamily="34" charset="0"/>
              </a:rPr>
              <a:t>New workstyles centered around flexibility.</a:t>
            </a:r>
            <a:endParaRPr lang="en-US" sz="1200" kern="1200">
              <a:solidFill>
                <a:schemeClr val="accent5"/>
              </a:solidFill>
              <a:latin typeface="+mn-lt"/>
            </a:endParaRPr>
          </a:p>
        </p:txBody>
      </p:sp>
      <p:pic>
        <p:nvPicPr>
          <p:cNvPr id="19" name="Graphic 18">
            <a:extLst>
              <a:ext uri="{FF2B5EF4-FFF2-40B4-BE49-F238E27FC236}">
                <a16:creationId xmlns:a16="http://schemas.microsoft.com/office/drawing/2014/main" id="{C14EA337-F464-D490-FF0B-52B0082CAF6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57857" y="4326977"/>
            <a:ext cx="877898" cy="877898"/>
          </a:xfrm>
          <a:prstGeom prst="rect">
            <a:avLst/>
          </a:prstGeom>
        </p:spPr>
      </p:pic>
      <p:pic>
        <p:nvPicPr>
          <p:cNvPr id="20" name="Graphic 19">
            <a:extLst>
              <a:ext uri="{FF2B5EF4-FFF2-40B4-BE49-F238E27FC236}">
                <a16:creationId xmlns:a16="http://schemas.microsoft.com/office/drawing/2014/main" id="{5343CD31-6571-8F3D-3C8D-CAF35AC5CE2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39425" y="2404374"/>
            <a:ext cx="919462" cy="919462"/>
          </a:xfrm>
          <a:prstGeom prst="rect">
            <a:avLst/>
          </a:prstGeom>
        </p:spPr>
      </p:pic>
      <p:pic>
        <p:nvPicPr>
          <p:cNvPr id="21" name="Graphic 20">
            <a:extLst>
              <a:ext uri="{FF2B5EF4-FFF2-40B4-BE49-F238E27FC236}">
                <a16:creationId xmlns:a16="http://schemas.microsoft.com/office/drawing/2014/main" id="{4BCFB715-7C5B-7E06-34AF-B8161E9A02C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330988" y="2314634"/>
            <a:ext cx="961025" cy="961025"/>
          </a:xfrm>
          <a:prstGeom prst="rect">
            <a:avLst/>
          </a:prstGeom>
        </p:spPr>
      </p:pic>
      <p:pic>
        <p:nvPicPr>
          <p:cNvPr id="22" name="Graphic 21">
            <a:extLst>
              <a:ext uri="{FF2B5EF4-FFF2-40B4-BE49-F238E27FC236}">
                <a16:creationId xmlns:a16="http://schemas.microsoft.com/office/drawing/2014/main" id="{91C5860A-20F2-7F63-F999-22E30B8487B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372551" y="4365281"/>
            <a:ext cx="877899" cy="877899"/>
          </a:xfrm>
          <a:prstGeom prst="rect">
            <a:avLst/>
          </a:prstGeom>
        </p:spPr>
      </p:pic>
    </p:spTree>
    <p:custDataLst>
      <p:custData r:id="rId1"/>
      <p:custData r:id="rId2"/>
    </p:custDataLst>
    <p:extLst>
      <p:ext uri="{BB962C8B-B14F-4D97-AF65-F5344CB8AC3E}">
        <p14:creationId xmlns:p14="http://schemas.microsoft.com/office/powerpoint/2010/main" val="29739472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E5ABC7C-997C-F876-BAC8-CE07124A89E7}"/>
              </a:ext>
            </a:extLst>
          </p:cNvPr>
          <p:cNvPicPr>
            <a:picLocks noChangeAspect="1"/>
          </p:cNvPicPr>
          <p:nvPr/>
        </p:nvPicPr>
        <p:blipFill rotWithShape="1">
          <a:blip r:embed="rId4"/>
          <a:srcRect l="28167" r="28167"/>
          <a:stretch/>
        </p:blipFill>
        <p:spPr>
          <a:xfrm>
            <a:off x="6202800" y="-1"/>
            <a:ext cx="5989199" cy="6858001"/>
          </a:xfrm>
          <a:prstGeom prst="rect">
            <a:avLst/>
          </a:prstGeom>
        </p:spPr>
      </p:pic>
      <p:sp>
        <p:nvSpPr>
          <p:cNvPr id="2" name="Text Placeholder 1">
            <a:extLst>
              <a:ext uri="{FF2B5EF4-FFF2-40B4-BE49-F238E27FC236}">
                <a16:creationId xmlns:a16="http://schemas.microsoft.com/office/drawing/2014/main" id="{100A1837-7E85-266D-1C2E-9B2AFF3D0592}"/>
              </a:ext>
            </a:extLst>
          </p:cNvPr>
          <p:cNvSpPr>
            <a:spLocks noGrp="1"/>
          </p:cNvSpPr>
          <p:nvPr>
            <p:ph type="body" sz="quarter" idx="13"/>
          </p:nvPr>
        </p:nvSpPr>
        <p:spPr/>
        <p:txBody>
          <a:bodyPr/>
          <a:lstStyle/>
          <a:p>
            <a:r>
              <a:rPr lang="en-US"/>
              <a:t>WORKPLACE TRENDS</a:t>
            </a:r>
          </a:p>
          <a:p>
            <a:endParaRPr lang="en-US"/>
          </a:p>
        </p:txBody>
      </p:sp>
      <p:sp>
        <p:nvSpPr>
          <p:cNvPr id="3" name="Title 2">
            <a:extLst>
              <a:ext uri="{FF2B5EF4-FFF2-40B4-BE49-F238E27FC236}">
                <a16:creationId xmlns:a16="http://schemas.microsoft.com/office/drawing/2014/main" id="{F8BA6070-B48D-EEFD-D9AE-3DA128406C6E}"/>
              </a:ext>
            </a:extLst>
          </p:cNvPr>
          <p:cNvSpPr>
            <a:spLocks noGrp="1"/>
          </p:cNvSpPr>
          <p:nvPr>
            <p:ph type="title"/>
          </p:nvPr>
        </p:nvSpPr>
        <p:spPr/>
        <p:txBody>
          <a:bodyPr/>
          <a:lstStyle/>
          <a:p>
            <a:r>
              <a:rPr lang="en-US"/>
              <a:t>Common Questions</a:t>
            </a:r>
          </a:p>
        </p:txBody>
      </p:sp>
      <p:sp>
        <p:nvSpPr>
          <p:cNvPr id="4" name="Content Placeholder 3">
            <a:extLst>
              <a:ext uri="{FF2B5EF4-FFF2-40B4-BE49-F238E27FC236}">
                <a16:creationId xmlns:a16="http://schemas.microsoft.com/office/drawing/2014/main" id="{CA306DD5-6260-C09E-D3F7-552E57C48A9E}"/>
              </a:ext>
            </a:extLst>
          </p:cNvPr>
          <p:cNvSpPr>
            <a:spLocks noGrp="1"/>
          </p:cNvSpPr>
          <p:nvPr>
            <p:ph idx="1"/>
          </p:nvPr>
        </p:nvSpPr>
        <p:spPr>
          <a:xfrm>
            <a:off x="648000" y="2044800"/>
            <a:ext cx="4710063" cy="4161600"/>
          </a:xfrm>
        </p:spPr>
        <p:txBody>
          <a:bodyPr/>
          <a:lstStyle/>
          <a:p>
            <a:r>
              <a:rPr lang="en-US">
                <a:solidFill>
                  <a:schemeClr val="accent2"/>
                </a:solidFill>
                <a:latin typeface="Merriweather" panose="02000000000000000000" pitchFamily="2" charset="77"/>
                <a:cs typeface="Merriweather" panose="02000000000000000000" pitchFamily="2" charset="77"/>
              </a:rPr>
              <a:t>We help you gather evidence about your unique situation to help your leaders make the right decisions.</a:t>
            </a:r>
          </a:p>
          <a:p>
            <a:endParaRPr lang="en-US" sz="1200"/>
          </a:p>
          <a:p>
            <a:pPr marL="285750" indent="-285750">
              <a:buFont typeface="Arial" panose="020B0604020202020204" pitchFamily="34" charset="0"/>
              <a:buChar char="•"/>
            </a:pPr>
            <a:r>
              <a:rPr lang="en-US" sz="1200"/>
              <a:t>Do we have too much space?</a:t>
            </a:r>
          </a:p>
          <a:p>
            <a:pPr marL="285750" indent="-285750">
              <a:buFont typeface="Arial" panose="020B0604020202020204" pitchFamily="34" charset="0"/>
              <a:buChar char="•"/>
            </a:pPr>
            <a:r>
              <a:rPr lang="en-US" sz="1200"/>
              <a:t>How should our space be configured?</a:t>
            </a:r>
          </a:p>
          <a:p>
            <a:pPr marL="285750" indent="-285750">
              <a:buFont typeface="Arial" panose="020B0604020202020204" pitchFamily="34" charset="0"/>
              <a:buChar char="•"/>
            </a:pPr>
            <a:r>
              <a:rPr lang="en-US" sz="1200"/>
              <a:t>How can we ensure we are protecting our culture?</a:t>
            </a:r>
          </a:p>
          <a:p>
            <a:pPr marL="285750" indent="-285750">
              <a:buFont typeface="Arial" panose="020B0604020202020204" pitchFamily="34" charset="0"/>
              <a:buChar char="•"/>
            </a:pPr>
            <a:r>
              <a:rPr lang="en-US" sz="1200"/>
              <a:t>How will we attract people back to the office?</a:t>
            </a:r>
          </a:p>
          <a:p>
            <a:pPr marL="285750" indent="-285750">
              <a:buFont typeface="Arial" panose="020B0604020202020204" pitchFamily="34" charset="0"/>
              <a:buChar char="•"/>
            </a:pPr>
            <a:r>
              <a:rPr lang="en-US" sz="1200"/>
              <a:t>Do we lead by mandate or attract with incentive?</a:t>
            </a:r>
          </a:p>
        </p:txBody>
      </p:sp>
      <p:sp>
        <p:nvSpPr>
          <p:cNvPr id="5" name="Text Placeholder 4">
            <a:extLst>
              <a:ext uri="{FF2B5EF4-FFF2-40B4-BE49-F238E27FC236}">
                <a16:creationId xmlns:a16="http://schemas.microsoft.com/office/drawing/2014/main" id="{041E7DD6-1CE0-107B-0BAB-F5A61E594336}"/>
              </a:ext>
            </a:extLst>
          </p:cNvPr>
          <p:cNvSpPr>
            <a:spLocks noGrp="1"/>
          </p:cNvSpPr>
          <p:nvPr>
            <p:ph type="body" sz="quarter" idx="14"/>
          </p:nvPr>
        </p:nvSpPr>
        <p:spPr/>
        <p:txBody>
          <a:bodyPr/>
          <a:lstStyle/>
          <a:p>
            <a:endParaRPr lang="en-US"/>
          </a:p>
        </p:txBody>
      </p:sp>
      <p:sp>
        <p:nvSpPr>
          <p:cNvPr id="6" name="Footer Placeholder 5">
            <a:extLst>
              <a:ext uri="{FF2B5EF4-FFF2-40B4-BE49-F238E27FC236}">
                <a16:creationId xmlns:a16="http://schemas.microsoft.com/office/drawing/2014/main" id="{8548C5DE-E3B3-16A6-3734-713E9ED62ADD}"/>
              </a:ext>
            </a:extLst>
          </p:cNvPr>
          <p:cNvSpPr>
            <a:spLocks noGrp="1"/>
          </p:cNvSpPr>
          <p:nvPr>
            <p:ph type="ftr" sz="quarter" idx="11"/>
          </p:nvPr>
        </p:nvSpPr>
        <p:spPr/>
        <p:txBody>
          <a:bodyPr/>
          <a:lstStyle/>
          <a:p>
            <a:r>
              <a:rPr lang="en-US"/>
              <a:t>Colliers</a:t>
            </a:r>
          </a:p>
        </p:txBody>
      </p:sp>
      <p:sp>
        <p:nvSpPr>
          <p:cNvPr id="7" name="Slide Number Placeholder 6">
            <a:extLst>
              <a:ext uri="{FF2B5EF4-FFF2-40B4-BE49-F238E27FC236}">
                <a16:creationId xmlns:a16="http://schemas.microsoft.com/office/drawing/2014/main" id="{56F6E63F-C040-CE67-1725-0D25548D8AC3}"/>
              </a:ext>
            </a:extLst>
          </p:cNvPr>
          <p:cNvSpPr>
            <a:spLocks noGrp="1"/>
          </p:cNvSpPr>
          <p:nvPr>
            <p:ph type="sldNum" sz="quarter" idx="12"/>
          </p:nvPr>
        </p:nvSpPr>
        <p:spPr/>
        <p:txBody>
          <a:bodyPr/>
          <a:lstStyle/>
          <a:p>
            <a:fld id="{23AA811B-2EBD-4900-905E-5BE206449611}" type="slidenum">
              <a:rPr lang="en-US" smtClean="0"/>
              <a:pPr/>
              <a:t>45</a:t>
            </a:fld>
            <a:endParaRPr lang="en-US"/>
          </a:p>
        </p:txBody>
      </p:sp>
    </p:spTree>
    <p:custDataLst>
      <p:custData r:id="rId1"/>
      <p:custData r:id="rId2"/>
    </p:custDataLst>
    <p:extLst>
      <p:ext uri="{BB962C8B-B14F-4D97-AF65-F5344CB8AC3E}">
        <p14:creationId xmlns:p14="http://schemas.microsoft.com/office/powerpoint/2010/main" val="40795543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397FCC6-405A-63AD-29CA-38F9382B8443}"/>
              </a:ext>
            </a:extLst>
          </p:cNvPr>
          <p:cNvSpPr>
            <a:spLocks noGrp="1"/>
          </p:cNvSpPr>
          <p:nvPr>
            <p:ph type="body" sz="quarter" idx="13"/>
          </p:nvPr>
        </p:nvSpPr>
        <p:spPr/>
        <p:txBody>
          <a:bodyPr/>
          <a:lstStyle/>
          <a:p>
            <a:r>
              <a:rPr lang="en-US"/>
              <a:t>WORKPLACE TRENDS</a:t>
            </a:r>
          </a:p>
          <a:p>
            <a:endParaRPr lang="en-US"/>
          </a:p>
        </p:txBody>
      </p:sp>
      <p:sp>
        <p:nvSpPr>
          <p:cNvPr id="3" name="Title 2">
            <a:extLst>
              <a:ext uri="{FF2B5EF4-FFF2-40B4-BE49-F238E27FC236}">
                <a16:creationId xmlns:a16="http://schemas.microsoft.com/office/drawing/2014/main" id="{AE1734C5-F285-D52F-6658-FE9A2965AB0B}"/>
              </a:ext>
            </a:extLst>
          </p:cNvPr>
          <p:cNvSpPr>
            <a:spLocks noGrp="1"/>
          </p:cNvSpPr>
          <p:nvPr>
            <p:ph type="title"/>
          </p:nvPr>
        </p:nvSpPr>
        <p:spPr/>
        <p:txBody>
          <a:bodyPr/>
          <a:lstStyle/>
          <a:p>
            <a:r>
              <a:rPr lang="en-US"/>
              <a:t>There are New Ways of Measuring Value </a:t>
            </a:r>
          </a:p>
        </p:txBody>
      </p:sp>
      <p:sp>
        <p:nvSpPr>
          <p:cNvPr id="4" name="Content Placeholder 3">
            <a:extLst>
              <a:ext uri="{FF2B5EF4-FFF2-40B4-BE49-F238E27FC236}">
                <a16:creationId xmlns:a16="http://schemas.microsoft.com/office/drawing/2014/main" id="{98B4C51C-B2B2-55CD-17E5-195C4582F5E6}"/>
              </a:ext>
            </a:extLst>
          </p:cNvPr>
          <p:cNvSpPr>
            <a:spLocks noGrp="1"/>
          </p:cNvSpPr>
          <p:nvPr>
            <p:ph idx="1"/>
          </p:nvPr>
        </p:nvSpPr>
        <p:spPr>
          <a:xfrm>
            <a:off x="648000" y="2044800"/>
            <a:ext cx="10893600" cy="763199"/>
          </a:xfrm>
        </p:spPr>
        <p:txBody>
          <a:bodyPr/>
          <a:lstStyle/>
          <a:p>
            <a:r>
              <a:rPr lang="en-US" sz="1400">
                <a:solidFill>
                  <a:schemeClr val="accent2"/>
                </a:solidFill>
                <a:latin typeface="Merriweather" panose="02000000000000000000" pitchFamily="2" charset="77"/>
                <a:cs typeface="Merriweather" panose="02000000000000000000" pitchFamily="2" charset="77"/>
              </a:rPr>
              <a:t>To meet future challenges, we explore measures and KPIs that will be impactful to the business. Looking beyond typical real estate metrics is what will drive organizations forward.</a:t>
            </a:r>
          </a:p>
        </p:txBody>
      </p:sp>
      <p:sp>
        <p:nvSpPr>
          <p:cNvPr id="5" name="Text Placeholder 4">
            <a:extLst>
              <a:ext uri="{FF2B5EF4-FFF2-40B4-BE49-F238E27FC236}">
                <a16:creationId xmlns:a16="http://schemas.microsoft.com/office/drawing/2014/main" id="{5BF9A28A-78B7-AA37-C59E-882833971FBE}"/>
              </a:ext>
            </a:extLst>
          </p:cNvPr>
          <p:cNvSpPr>
            <a:spLocks noGrp="1"/>
          </p:cNvSpPr>
          <p:nvPr>
            <p:ph type="body" sz="quarter" idx="14"/>
          </p:nvPr>
        </p:nvSpPr>
        <p:spPr/>
        <p:txBody>
          <a:bodyPr/>
          <a:lstStyle/>
          <a:p>
            <a:endParaRPr lang="en-US"/>
          </a:p>
        </p:txBody>
      </p:sp>
      <p:sp>
        <p:nvSpPr>
          <p:cNvPr id="6" name="Footer Placeholder 5">
            <a:extLst>
              <a:ext uri="{FF2B5EF4-FFF2-40B4-BE49-F238E27FC236}">
                <a16:creationId xmlns:a16="http://schemas.microsoft.com/office/drawing/2014/main" id="{3732D67B-7FB1-7A2F-531B-DD753406747E}"/>
              </a:ext>
            </a:extLst>
          </p:cNvPr>
          <p:cNvSpPr>
            <a:spLocks noGrp="1"/>
          </p:cNvSpPr>
          <p:nvPr>
            <p:ph type="ftr" sz="quarter" idx="11"/>
          </p:nvPr>
        </p:nvSpPr>
        <p:spPr/>
        <p:txBody>
          <a:bodyPr/>
          <a:lstStyle/>
          <a:p>
            <a:r>
              <a:rPr lang="en-US"/>
              <a:t>Colliers</a:t>
            </a:r>
          </a:p>
        </p:txBody>
      </p:sp>
      <p:sp>
        <p:nvSpPr>
          <p:cNvPr id="7" name="Slide Number Placeholder 6">
            <a:extLst>
              <a:ext uri="{FF2B5EF4-FFF2-40B4-BE49-F238E27FC236}">
                <a16:creationId xmlns:a16="http://schemas.microsoft.com/office/drawing/2014/main" id="{630DFA0F-9E22-1BB5-CA85-58BBBE72416A}"/>
              </a:ext>
            </a:extLst>
          </p:cNvPr>
          <p:cNvSpPr>
            <a:spLocks noGrp="1"/>
          </p:cNvSpPr>
          <p:nvPr>
            <p:ph type="sldNum" sz="quarter" idx="12"/>
          </p:nvPr>
        </p:nvSpPr>
        <p:spPr/>
        <p:txBody>
          <a:bodyPr/>
          <a:lstStyle/>
          <a:p>
            <a:fld id="{23AA811B-2EBD-4900-905E-5BE206449611}" type="slidenum">
              <a:rPr lang="en-US" smtClean="0"/>
              <a:pPr/>
              <a:t>46</a:t>
            </a:fld>
            <a:endParaRPr lang="en-US"/>
          </a:p>
        </p:txBody>
      </p:sp>
      <p:graphicFrame>
        <p:nvGraphicFramePr>
          <p:cNvPr id="10" name="Table 9">
            <a:extLst>
              <a:ext uri="{FF2B5EF4-FFF2-40B4-BE49-F238E27FC236}">
                <a16:creationId xmlns:a16="http://schemas.microsoft.com/office/drawing/2014/main" id="{36DDF881-09F8-4E6D-D97C-D452837CEA66}"/>
              </a:ext>
            </a:extLst>
          </p:cNvPr>
          <p:cNvGraphicFramePr>
            <a:graphicFrameLocks noGrp="1"/>
          </p:cNvGraphicFramePr>
          <p:nvPr/>
        </p:nvGraphicFramePr>
        <p:xfrm>
          <a:off x="605697" y="2659619"/>
          <a:ext cx="2932634" cy="3433473"/>
        </p:xfrm>
        <a:graphic>
          <a:graphicData uri="http://schemas.openxmlformats.org/drawingml/2006/table">
            <a:tbl>
              <a:tblPr firstRow="1" bandRow="1">
                <a:tableStyleId>{2D5ABB26-0587-4C30-8999-92F81FD0307C}</a:tableStyleId>
              </a:tblPr>
              <a:tblGrid>
                <a:gridCol w="2932634">
                  <a:extLst>
                    <a:ext uri="{9D8B030D-6E8A-4147-A177-3AD203B41FA5}">
                      <a16:colId xmlns:a16="http://schemas.microsoft.com/office/drawing/2014/main" val="718327598"/>
                    </a:ext>
                  </a:extLst>
                </a:gridCol>
              </a:tblGrid>
              <a:tr h="617253">
                <a:tc>
                  <a:txBody>
                    <a:bodyPr/>
                    <a:lstStyle/>
                    <a:p>
                      <a:r>
                        <a:rPr lang="en-CA" sz="1200" b="1" i="0">
                          <a:solidFill>
                            <a:schemeClr val="accent5"/>
                          </a:solidFill>
                          <a:latin typeface="Open Sans Semibold" panose="020B0606030504020204" pitchFamily="34" charset="0"/>
                          <a:ea typeface="Open Sans Semibold" panose="020B0606030504020204" pitchFamily="34" charset="0"/>
                          <a:cs typeface="Open Sans Semibold" panose="020B0606030504020204" pitchFamily="34" charset="0"/>
                        </a:rPr>
                        <a:t>Business Impacts</a:t>
                      </a:r>
                    </a:p>
                    <a:p>
                      <a:r>
                        <a:rPr lang="en-CA" sz="1100">
                          <a:solidFill>
                            <a:schemeClr val="tx1"/>
                          </a:solidFill>
                        </a:rPr>
                        <a:t>New measures to gauge optimization.</a:t>
                      </a:r>
                    </a:p>
                  </a:txBody>
                  <a:tcPr anchor="ctr">
                    <a:lnB w="12700"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1549395982"/>
                  </a:ext>
                </a:extLst>
              </a:tr>
              <a:tr h="469370">
                <a:tc>
                  <a:txBody>
                    <a:bodyPr/>
                    <a:lstStyle/>
                    <a:p>
                      <a:r>
                        <a:rPr lang="en-CA" sz="1100">
                          <a:solidFill>
                            <a:schemeClr val="tx1"/>
                          </a:solidFill>
                        </a:rPr>
                        <a:t>Talent Attraction &amp; Retention</a:t>
                      </a:r>
                    </a:p>
                  </a:txBody>
                  <a:tcPr anchor="ctr">
                    <a:lnT w="12700" cap="flat" cmpd="sng" algn="ctr">
                      <a:solidFill>
                        <a:schemeClr val="accent5"/>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962393624"/>
                  </a:ext>
                </a:extLst>
              </a:tr>
              <a:tr h="469370">
                <a:tc>
                  <a:txBody>
                    <a:bodyPr/>
                    <a:lstStyle/>
                    <a:p>
                      <a:r>
                        <a:rPr lang="en-CA" sz="1100">
                          <a:solidFill>
                            <a:schemeClr val="tx1"/>
                          </a:solidFill>
                        </a:rPr>
                        <a:t>Innovation &amp; Collaboration</a:t>
                      </a:r>
                    </a:p>
                  </a:txBody>
                  <a:tcPr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023501689"/>
                  </a:ext>
                </a:extLst>
              </a:tr>
              <a:tr h="469370">
                <a:tc>
                  <a:txBody>
                    <a:bodyPr/>
                    <a:lstStyle/>
                    <a:p>
                      <a:r>
                        <a:rPr lang="en-CA" sz="1100">
                          <a:solidFill>
                            <a:schemeClr val="tx1"/>
                          </a:solidFill>
                        </a:rPr>
                        <a:t>Knowledge Transfer</a:t>
                      </a:r>
                    </a:p>
                  </a:txBody>
                  <a:tcPr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799968037"/>
                  </a:ext>
                </a:extLst>
              </a:tr>
              <a:tr h="469370">
                <a:tc>
                  <a:txBody>
                    <a:bodyPr/>
                    <a:lstStyle/>
                    <a:p>
                      <a:r>
                        <a:rPr lang="en-CA" sz="1100">
                          <a:solidFill>
                            <a:schemeClr val="tx1"/>
                          </a:solidFill>
                        </a:rPr>
                        <a:t>Workflow Improvement</a:t>
                      </a:r>
                    </a:p>
                  </a:txBody>
                  <a:tcPr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739836344"/>
                  </a:ext>
                </a:extLst>
              </a:tr>
              <a:tr h="469370">
                <a:tc>
                  <a:txBody>
                    <a:bodyPr/>
                    <a:lstStyle/>
                    <a:p>
                      <a:r>
                        <a:rPr lang="en-CA" sz="1100">
                          <a:solidFill>
                            <a:schemeClr val="tx1"/>
                          </a:solidFill>
                        </a:rPr>
                        <a:t>Diversity, Equity &amp; Inclusion</a:t>
                      </a:r>
                    </a:p>
                  </a:txBody>
                  <a:tcPr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2481475028"/>
                  </a:ext>
                </a:extLst>
              </a:tr>
              <a:tr h="469370">
                <a:tc>
                  <a:txBody>
                    <a:bodyPr/>
                    <a:lstStyle/>
                    <a:p>
                      <a:r>
                        <a:rPr lang="en-CA" sz="1100">
                          <a:solidFill>
                            <a:schemeClr val="tx1"/>
                          </a:solidFill>
                        </a:rPr>
                        <a:t>Belonging</a:t>
                      </a:r>
                    </a:p>
                  </a:txBody>
                  <a:tcPr anchor="ctr">
                    <a:lnT w="6350" cap="flat" cmpd="sng" algn="ctr">
                      <a:solidFill>
                        <a:schemeClr val="bg2"/>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2225491246"/>
                  </a:ext>
                </a:extLst>
              </a:tr>
            </a:tbl>
          </a:graphicData>
        </a:graphic>
      </p:graphicFrame>
      <p:graphicFrame>
        <p:nvGraphicFramePr>
          <p:cNvPr id="11" name="Table 10">
            <a:extLst>
              <a:ext uri="{FF2B5EF4-FFF2-40B4-BE49-F238E27FC236}">
                <a16:creationId xmlns:a16="http://schemas.microsoft.com/office/drawing/2014/main" id="{FBBB499B-C403-7367-9693-02C2F16E1D66}"/>
              </a:ext>
            </a:extLst>
          </p:cNvPr>
          <p:cNvGraphicFramePr>
            <a:graphicFrameLocks noGrp="1"/>
          </p:cNvGraphicFramePr>
          <p:nvPr/>
        </p:nvGraphicFramePr>
        <p:xfrm>
          <a:off x="3925909" y="2780128"/>
          <a:ext cx="7613891" cy="3322100"/>
        </p:xfrm>
        <a:graphic>
          <a:graphicData uri="http://schemas.openxmlformats.org/drawingml/2006/table">
            <a:tbl>
              <a:tblPr firstRow="1" bandRow="1">
                <a:tableStyleId>{2D5ABB26-0587-4C30-8999-92F81FD0307C}</a:tableStyleId>
              </a:tblPr>
              <a:tblGrid>
                <a:gridCol w="641388">
                  <a:extLst>
                    <a:ext uri="{9D8B030D-6E8A-4147-A177-3AD203B41FA5}">
                      <a16:colId xmlns:a16="http://schemas.microsoft.com/office/drawing/2014/main" val="2297363668"/>
                    </a:ext>
                  </a:extLst>
                </a:gridCol>
                <a:gridCol w="1896575">
                  <a:extLst>
                    <a:ext uri="{9D8B030D-6E8A-4147-A177-3AD203B41FA5}">
                      <a16:colId xmlns:a16="http://schemas.microsoft.com/office/drawing/2014/main" val="3491753129"/>
                    </a:ext>
                  </a:extLst>
                </a:gridCol>
                <a:gridCol w="1268982">
                  <a:extLst>
                    <a:ext uri="{9D8B030D-6E8A-4147-A177-3AD203B41FA5}">
                      <a16:colId xmlns:a16="http://schemas.microsoft.com/office/drawing/2014/main" val="2113855902"/>
                    </a:ext>
                  </a:extLst>
                </a:gridCol>
                <a:gridCol w="1268982">
                  <a:extLst>
                    <a:ext uri="{9D8B030D-6E8A-4147-A177-3AD203B41FA5}">
                      <a16:colId xmlns:a16="http://schemas.microsoft.com/office/drawing/2014/main" val="1327454112"/>
                    </a:ext>
                  </a:extLst>
                </a:gridCol>
                <a:gridCol w="1268982">
                  <a:extLst>
                    <a:ext uri="{9D8B030D-6E8A-4147-A177-3AD203B41FA5}">
                      <a16:colId xmlns:a16="http://schemas.microsoft.com/office/drawing/2014/main" val="3939172590"/>
                    </a:ext>
                  </a:extLst>
                </a:gridCol>
                <a:gridCol w="1268982">
                  <a:extLst>
                    <a:ext uri="{9D8B030D-6E8A-4147-A177-3AD203B41FA5}">
                      <a16:colId xmlns:a16="http://schemas.microsoft.com/office/drawing/2014/main" val="3611328065"/>
                    </a:ext>
                  </a:extLst>
                </a:gridCol>
              </a:tblGrid>
              <a:tr h="487460">
                <a:tc grid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200" b="1" i="0" u="none" strike="noStrike" kern="1200" cap="none" spc="0" normalizeH="0" baseline="0" noProof="0">
                          <a:ln>
                            <a:noFill/>
                          </a:ln>
                          <a:solidFill>
                            <a:schemeClr val="accent5"/>
                          </a:solidFill>
                          <a:effectLst/>
                          <a:uLnTx/>
                          <a:uFillTx/>
                          <a:latin typeface="Open Sans Semibold" panose="020B0606030504020204" pitchFamily="34" charset="0"/>
                          <a:ea typeface="Open Sans Semibold" panose="020B0606030504020204" pitchFamily="34" charset="0"/>
                          <a:cs typeface="Open Sans Semibold" panose="020B0606030504020204" pitchFamily="34" charset="0"/>
                        </a:rPr>
                        <a:t>New Metric for Success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56648F"/>
                          </a:solidFill>
                          <a:effectLst/>
                          <a:uLnTx/>
                          <a:uFillTx/>
                          <a:latin typeface="+mn-lt"/>
                          <a:ea typeface="+mn-ea"/>
                          <a:cs typeface="+mn-cs"/>
                        </a:rPr>
                        <a:t>Metrics for measuring success are shifting</a:t>
                      </a:r>
                      <a:endParaRPr lang="en-CA" sz="1600"/>
                    </a:p>
                  </a:txBody>
                  <a:tcPr>
                    <a:lnB w="12700" cap="flat" cmpd="sng" algn="ctr">
                      <a:solidFill>
                        <a:schemeClr val="accent5"/>
                      </a:solidFill>
                      <a:prstDash val="solid"/>
                      <a:round/>
                      <a:headEnd type="none" w="med" len="med"/>
                      <a:tailEnd type="none" w="med" len="med"/>
                    </a:lnB>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extLst>
                  <a:ext uri="{0D108BD9-81ED-4DB2-BD59-A6C34878D82A}">
                    <a16:rowId xmlns:a16="http://schemas.microsoft.com/office/drawing/2014/main" val="1801529350"/>
                  </a:ext>
                </a:extLst>
              </a:tr>
              <a:tr h="91440">
                <a:tc>
                  <a:txBody>
                    <a:bodyPr/>
                    <a:lstStyle/>
                    <a:p>
                      <a:endParaRPr lang="en-CA" sz="300"/>
                    </a:p>
                  </a:txBody>
                  <a:tcPr marL="0" marR="0" marT="0" marB="0">
                    <a:lnT w="12700" cap="flat" cmpd="sng" algn="ctr">
                      <a:solidFill>
                        <a:schemeClr val="accent5"/>
                      </a:solidFill>
                      <a:prstDash val="solid"/>
                      <a:round/>
                      <a:headEnd type="none" w="med" len="med"/>
                      <a:tailEnd type="none" w="med" len="med"/>
                    </a:lnT>
                  </a:tcPr>
                </a:tc>
                <a:tc>
                  <a:txBody>
                    <a:bodyPr/>
                    <a:lstStyle/>
                    <a:p>
                      <a:endParaRPr lang="en-CA" sz="300"/>
                    </a:p>
                  </a:txBody>
                  <a:tcPr marL="0" marR="0" marT="0" marB="0">
                    <a:lnT w="12700" cap="flat" cmpd="sng" algn="ctr">
                      <a:solidFill>
                        <a:schemeClr val="accent5"/>
                      </a:solidFill>
                      <a:prstDash val="solid"/>
                      <a:round/>
                      <a:headEnd type="none" w="med" len="med"/>
                      <a:tailEnd type="none" w="med" len="med"/>
                    </a:lnT>
                  </a:tcPr>
                </a:tc>
                <a:tc>
                  <a:txBody>
                    <a:bodyPr/>
                    <a:lstStyle/>
                    <a:p>
                      <a:endParaRPr lang="en-CA" sz="300"/>
                    </a:p>
                  </a:txBody>
                  <a:tcPr marL="0" marR="0" marT="0" marB="0">
                    <a:lnT w="12700" cap="flat" cmpd="sng" algn="ctr">
                      <a:solidFill>
                        <a:schemeClr val="accent5"/>
                      </a:solidFill>
                      <a:prstDash val="solid"/>
                      <a:round/>
                      <a:headEnd type="none" w="med" len="med"/>
                      <a:tailEnd type="none" w="med" len="med"/>
                    </a:lnT>
                  </a:tcPr>
                </a:tc>
                <a:tc>
                  <a:txBody>
                    <a:bodyPr/>
                    <a:lstStyle/>
                    <a:p>
                      <a:endParaRPr lang="en-CA" sz="300"/>
                    </a:p>
                  </a:txBody>
                  <a:tcPr marL="0" marR="0" marT="0" marB="0">
                    <a:lnT w="12700" cap="flat" cmpd="sng" algn="ctr">
                      <a:solidFill>
                        <a:schemeClr val="accent5"/>
                      </a:solidFill>
                      <a:prstDash val="solid"/>
                      <a:round/>
                      <a:headEnd type="none" w="med" len="med"/>
                      <a:tailEnd type="none" w="med" len="med"/>
                    </a:lnT>
                  </a:tcPr>
                </a:tc>
                <a:tc>
                  <a:txBody>
                    <a:bodyPr/>
                    <a:lstStyle/>
                    <a:p>
                      <a:endParaRPr lang="en-CA" sz="300"/>
                    </a:p>
                  </a:txBody>
                  <a:tcPr marL="0" marR="0" marT="0" marB="0">
                    <a:lnT w="12700" cap="flat" cmpd="sng" algn="ctr">
                      <a:solidFill>
                        <a:schemeClr val="accent5"/>
                      </a:solidFill>
                      <a:prstDash val="solid"/>
                      <a:round/>
                      <a:headEnd type="none" w="med" len="med"/>
                      <a:tailEnd type="none" w="med" len="med"/>
                    </a:lnT>
                  </a:tcPr>
                </a:tc>
                <a:tc>
                  <a:txBody>
                    <a:bodyPr/>
                    <a:lstStyle/>
                    <a:p>
                      <a:endParaRPr lang="en-CA" sz="300"/>
                    </a:p>
                  </a:txBody>
                  <a:tcPr marL="0" marR="0" marT="0" marB="0">
                    <a:lnT w="12700" cap="flat" cmpd="sng" algn="ctr">
                      <a:solidFill>
                        <a:schemeClr val="accent5"/>
                      </a:solidFill>
                      <a:prstDash val="solid"/>
                      <a:round/>
                      <a:headEnd type="none" w="med" len="med"/>
                      <a:tailEnd type="none" w="med" len="med"/>
                    </a:lnT>
                  </a:tcPr>
                </a:tc>
                <a:extLst>
                  <a:ext uri="{0D108BD9-81ED-4DB2-BD59-A6C34878D82A}">
                    <a16:rowId xmlns:a16="http://schemas.microsoft.com/office/drawing/2014/main" val="2975052798"/>
                  </a:ext>
                </a:extLst>
              </a:tr>
              <a:tr h="1280160">
                <a:tc>
                  <a:txBody>
                    <a:bodyPr/>
                    <a:lstStyle/>
                    <a:p>
                      <a:pPr algn="ctr"/>
                      <a:r>
                        <a:rPr lang="en-CA" sz="1200" b="1" i="0">
                          <a:solidFill>
                            <a:schemeClr val="accent5"/>
                          </a:solidFill>
                          <a:latin typeface="Open Sans Semibold" panose="020B0606030504020204" pitchFamily="34" charset="0"/>
                          <a:ea typeface="Open Sans Semibold" panose="020B0606030504020204" pitchFamily="34" charset="0"/>
                          <a:cs typeface="Open Sans Semibold" panose="020B0606030504020204" pitchFamily="34" charset="0"/>
                        </a:rPr>
                        <a:t>Traditional</a:t>
                      </a:r>
                    </a:p>
                  </a:txBody>
                  <a:tcPr marL="0" marR="0" marT="0" marB="0" vert="vert270" anchor="ctr">
                    <a:solidFill>
                      <a:srgbClr val="E5E8F2"/>
                    </a:solidFill>
                  </a:tcPr>
                </a:tc>
                <a:tc>
                  <a:txBody>
                    <a:bodyPr/>
                    <a:lstStyle/>
                    <a:p>
                      <a:pPr algn="ctr"/>
                      <a:r>
                        <a:rPr lang="en-CA" sz="1100"/>
                        <a:t>Cost per SF</a:t>
                      </a:r>
                    </a:p>
                  </a:txBody>
                  <a:tcPr marL="0" marR="0" marT="0" marB="91440" anchor="b"/>
                </a:tc>
                <a:tc>
                  <a:txBody>
                    <a:bodyPr/>
                    <a:lstStyle/>
                    <a:p>
                      <a:pPr algn="ctr"/>
                      <a:r>
                        <a:rPr lang="en-CA" sz="1100"/>
                        <a:t>SF per Person</a:t>
                      </a:r>
                    </a:p>
                  </a:txBody>
                  <a:tcPr marL="0" marR="0" marT="0" marB="91440" anchor="b"/>
                </a:tc>
                <a:tc>
                  <a:txBody>
                    <a:bodyPr/>
                    <a:lstStyle/>
                    <a:p>
                      <a:pPr algn="ctr"/>
                      <a:r>
                        <a:rPr lang="en-CA" sz="1100"/>
                        <a:t>Cost per Person</a:t>
                      </a:r>
                    </a:p>
                  </a:txBody>
                  <a:tcPr marL="0" marR="0" marT="0" marB="91440" anchor="b"/>
                </a:tc>
                <a:tc>
                  <a:txBody>
                    <a:bodyPr/>
                    <a:lstStyle/>
                    <a:p>
                      <a:pPr algn="ctr"/>
                      <a:r>
                        <a:rPr lang="en-CA" sz="1100"/>
                        <a:t>Initial Cost</a:t>
                      </a:r>
                    </a:p>
                  </a:txBody>
                  <a:tcPr marL="0" marR="0" marT="0" marB="91440" anchor="b"/>
                </a:tc>
                <a:tc>
                  <a:txBody>
                    <a:bodyPr/>
                    <a:lstStyle/>
                    <a:p>
                      <a:pPr algn="ctr"/>
                      <a:r>
                        <a:rPr lang="en-CA" sz="1100"/>
                        <a:t>Net to Gross</a:t>
                      </a:r>
                    </a:p>
                  </a:txBody>
                  <a:tcPr marL="0" marR="0" marT="0" marB="91440" anchor="b"/>
                </a:tc>
                <a:extLst>
                  <a:ext uri="{0D108BD9-81ED-4DB2-BD59-A6C34878D82A}">
                    <a16:rowId xmlns:a16="http://schemas.microsoft.com/office/drawing/2014/main" val="158904983"/>
                  </a:ext>
                </a:extLst>
              </a:tr>
              <a:tr h="91440">
                <a:tc>
                  <a:txBody>
                    <a:bodyPr/>
                    <a:lstStyle/>
                    <a:p>
                      <a:endParaRPr lang="en-CA" sz="300">
                        <a:solidFill>
                          <a:schemeClr val="accent5"/>
                        </a:solidFill>
                      </a:endParaRPr>
                    </a:p>
                  </a:txBody>
                  <a:tcPr marL="0" marR="0" marT="0" marB="0"/>
                </a:tc>
                <a:tc>
                  <a:txBody>
                    <a:bodyPr/>
                    <a:lstStyle/>
                    <a:p>
                      <a:pPr algn="ctr"/>
                      <a:endParaRPr lang="en-CA" sz="300"/>
                    </a:p>
                  </a:txBody>
                  <a:tcPr marL="0" marR="0" marT="0" marB="0" anchor="b"/>
                </a:tc>
                <a:tc>
                  <a:txBody>
                    <a:bodyPr/>
                    <a:lstStyle/>
                    <a:p>
                      <a:pPr algn="ctr"/>
                      <a:endParaRPr lang="en-CA" sz="300"/>
                    </a:p>
                  </a:txBody>
                  <a:tcPr marL="0" marR="0" marT="0" marB="0" anchor="b"/>
                </a:tc>
                <a:tc>
                  <a:txBody>
                    <a:bodyPr/>
                    <a:lstStyle/>
                    <a:p>
                      <a:pPr algn="ctr"/>
                      <a:endParaRPr lang="en-CA" sz="300"/>
                    </a:p>
                  </a:txBody>
                  <a:tcPr marL="0" marR="0" marT="0" marB="0" anchor="b"/>
                </a:tc>
                <a:tc>
                  <a:txBody>
                    <a:bodyPr/>
                    <a:lstStyle/>
                    <a:p>
                      <a:pPr algn="ctr"/>
                      <a:endParaRPr lang="en-CA" sz="300"/>
                    </a:p>
                  </a:txBody>
                  <a:tcPr marL="0" marR="0" marT="0" marB="0" anchor="b"/>
                </a:tc>
                <a:tc>
                  <a:txBody>
                    <a:bodyPr/>
                    <a:lstStyle/>
                    <a:p>
                      <a:pPr algn="ctr"/>
                      <a:endParaRPr lang="en-CA" sz="300"/>
                    </a:p>
                  </a:txBody>
                  <a:tcPr marL="0" marR="0" marT="0" marB="0" anchor="b"/>
                </a:tc>
                <a:extLst>
                  <a:ext uri="{0D108BD9-81ED-4DB2-BD59-A6C34878D82A}">
                    <a16:rowId xmlns:a16="http://schemas.microsoft.com/office/drawing/2014/main" val="3473739008"/>
                  </a:ext>
                </a:extLst>
              </a:tr>
              <a:tr h="1280160">
                <a:tc>
                  <a:txBody>
                    <a:bodyPr/>
                    <a:lstStyle/>
                    <a:p>
                      <a:pPr algn="ctr"/>
                      <a:r>
                        <a:rPr lang="en-CA" sz="1200" b="1" i="0">
                          <a:solidFill>
                            <a:schemeClr val="accent5"/>
                          </a:solidFill>
                          <a:latin typeface="Open Sans Semibold" panose="020B0606030504020204" pitchFamily="34" charset="0"/>
                          <a:ea typeface="Open Sans Semibold" panose="020B0606030504020204" pitchFamily="34" charset="0"/>
                          <a:cs typeface="Open Sans Semibold" panose="020B0606030504020204" pitchFamily="34" charset="0"/>
                        </a:rPr>
                        <a:t>Future</a:t>
                      </a:r>
                    </a:p>
                  </a:txBody>
                  <a:tcPr marL="0" marR="0" marT="0" marB="0" vert="vert270" anchor="ctr">
                    <a:solidFill>
                      <a:srgbClr val="B0B9D7"/>
                    </a:solidFill>
                  </a:tcPr>
                </a:tc>
                <a:tc>
                  <a:txBody>
                    <a:bodyPr/>
                    <a:lstStyle/>
                    <a:p>
                      <a:pPr algn="ctr"/>
                      <a:r>
                        <a:rPr lang="en-CA" sz="1100"/>
                        <a:t>Recruiting</a:t>
                      </a:r>
                    </a:p>
                  </a:txBody>
                  <a:tcPr marL="0" marR="0" marT="0" marB="91440" anchor="b"/>
                </a:tc>
                <a:tc>
                  <a:txBody>
                    <a:bodyPr/>
                    <a:lstStyle/>
                    <a:p>
                      <a:pPr algn="ctr"/>
                      <a:r>
                        <a:rPr lang="en-CA" sz="1100"/>
                        <a:t>Engagement</a:t>
                      </a:r>
                    </a:p>
                  </a:txBody>
                  <a:tcPr marL="0" marR="0" marT="0" marB="91440" anchor="b"/>
                </a:tc>
                <a:tc>
                  <a:txBody>
                    <a:bodyPr/>
                    <a:lstStyle/>
                    <a:p>
                      <a:pPr algn="ctr"/>
                      <a:r>
                        <a:rPr lang="en-CA" sz="1100"/>
                        <a:t>Wellness</a:t>
                      </a:r>
                    </a:p>
                  </a:txBody>
                  <a:tcPr marL="0" marR="0" marT="0" marB="91440" anchor="b"/>
                </a:tc>
                <a:tc>
                  <a:txBody>
                    <a:bodyPr/>
                    <a:lstStyle/>
                    <a:p>
                      <a:pPr algn="ctr"/>
                      <a:r>
                        <a:rPr lang="en-CA" sz="1100"/>
                        <a:t>Innovation</a:t>
                      </a:r>
                    </a:p>
                  </a:txBody>
                  <a:tcPr marL="0" marR="0" marT="0" marB="91440" anchor="b"/>
                </a:tc>
                <a:tc>
                  <a:txBody>
                    <a:bodyPr/>
                    <a:lstStyle/>
                    <a:p>
                      <a:pPr algn="ctr"/>
                      <a:r>
                        <a:rPr lang="en-CA" sz="1100"/>
                        <a:t>Retention</a:t>
                      </a:r>
                    </a:p>
                  </a:txBody>
                  <a:tcPr marL="0" marR="0" marT="0" marB="91440" anchor="b"/>
                </a:tc>
                <a:extLst>
                  <a:ext uri="{0D108BD9-81ED-4DB2-BD59-A6C34878D82A}">
                    <a16:rowId xmlns:a16="http://schemas.microsoft.com/office/drawing/2014/main" val="1354289081"/>
                  </a:ext>
                </a:extLst>
              </a:tr>
              <a:tr h="91440">
                <a:tc>
                  <a:txBody>
                    <a:bodyPr/>
                    <a:lstStyle/>
                    <a:p>
                      <a:endParaRPr lang="en-CA" sz="300"/>
                    </a:p>
                  </a:txBody>
                  <a:tcPr marL="0" marR="0" marT="0" marB="0">
                    <a:lnB w="12700" cap="flat" cmpd="sng" algn="ctr">
                      <a:solidFill>
                        <a:schemeClr val="accent5"/>
                      </a:solidFill>
                      <a:prstDash val="solid"/>
                      <a:round/>
                      <a:headEnd type="none" w="med" len="med"/>
                      <a:tailEnd type="none" w="med" len="med"/>
                    </a:lnB>
                  </a:tcPr>
                </a:tc>
                <a:tc>
                  <a:txBody>
                    <a:bodyPr/>
                    <a:lstStyle/>
                    <a:p>
                      <a:endParaRPr lang="en-CA" sz="300"/>
                    </a:p>
                  </a:txBody>
                  <a:tcPr marL="0" marR="0" marT="0" marB="0">
                    <a:lnB w="12700" cap="flat" cmpd="sng" algn="ctr">
                      <a:solidFill>
                        <a:schemeClr val="accent5"/>
                      </a:solidFill>
                      <a:prstDash val="solid"/>
                      <a:round/>
                      <a:headEnd type="none" w="med" len="med"/>
                      <a:tailEnd type="none" w="med" len="med"/>
                    </a:lnB>
                  </a:tcPr>
                </a:tc>
                <a:tc>
                  <a:txBody>
                    <a:bodyPr/>
                    <a:lstStyle/>
                    <a:p>
                      <a:endParaRPr lang="en-CA" sz="300"/>
                    </a:p>
                  </a:txBody>
                  <a:tcPr marL="0" marR="0" marT="0" marB="0">
                    <a:lnB w="12700" cap="flat" cmpd="sng" algn="ctr">
                      <a:solidFill>
                        <a:schemeClr val="accent5"/>
                      </a:solidFill>
                      <a:prstDash val="solid"/>
                      <a:round/>
                      <a:headEnd type="none" w="med" len="med"/>
                      <a:tailEnd type="none" w="med" len="med"/>
                    </a:lnB>
                  </a:tcPr>
                </a:tc>
                <a:tc>
                  <a:txBody>
                    <a:bodyPr/>
                    <a:lstStyle/>
                    <a:p>
                      <a:endParaRPr lang="en-CA" sz="300"/>
                    </a:p>
                  </a:txBody>
                  <a:tcPr marL="0" marR="0" marT="0" marB="0">
                    <a:lnB w="12700" cap="flat" cmpd="sng" algn="ctr">
                      <a:solidFill>
                        <a:schemeClr val="accent5"/>
                      </a:solidFill>
                      <a:prstDash val="solid"/>
                      <a:round/>
                      <a:headEnd type="none" w="med" len="med"/>
                      <a:tailEnd type="none" w="med" len="med"/>
                    </a:lnB>
                  </a:tcPr>
                </a:tc>
                <a:tc>
                  <a:txBody>
                    <a:bodyPr/>
                    <a:lstStyle/>
                    <a:p>
                      <a:endParaRPr lang="en-CA" sz="300"/>
                    </a:p>
                  </a:txBody>
                  <a:tcPr marL="0" marR="0" marT="0" marB="0">
                    <a:lnB w="12700" cap="flat" cmpd="sng" algn="ctr">
                      <a:solidFill>
                        <a:schemeClr val="accent5"/>
                      </a:solidFill>
                      <a:prstDash val="solid"/>
                      <a:round/>
                      <a:headEnd type="none" w="med" len="med"/>
                      <a:tailEnd type="none" w="med" len="med"/>
                    </a:lnB>
                  </a:tcPr>
                </a:tc>
                <a:tc>
                  <a:txBody>
                    <a:bodyPr/>
                    <a:lstStyle/>
                    <a:p>
                      <a:endParaRPr lang="en-CA" sz="300"/>
                    </a:p>
                  </a:txBody>
                  <a:tcPr marL="0" marR="0" marT="0" marB="0">
                    <a:lnB w="12700"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3973800545"/>
                  </a:ext>
                </a:extLst>
              </a:tr>
            </a:tbl>
          </a:graphicData>
        </a:graphic>
      </p:graphicFrame>
      <p:pic>
        <p:nvPicPr>
          <p:cNvPr id="12" name="Graphic 11">
            <a:extLst>
              <a:ext uri="{FF2B5EF4-FFF2-40B4-BE49-F238E27FC236}">
                <a16:creationId xmlns:a16="http://schemas.microsoft.com/office/drawing/2014/main" id="{74FE7073-18A8-914B-2157-9F6EBE5D0E4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468448" y="3430229"/>
            <a:ext cx="742303" cy="742303"/>
          </a:xfrm>
          <a:prstGeom prst="rect">
            <a:avLst/>
          </a:prstGeom>
        </p:spPr>
      </p:pic>
      <p:pic>
        <p:nvPicPr>
          <p:cNvPr id="13" name="Graphic 12">
            <a:extLst>
              <a:ext uri="{FF2B5EF4-FFF2-40B4-BE49-F238E27FC236}">
                <a16:creationId xmlns:a16="http://schemas.microsoft.com/office/drawing/2014/main" id="{B2EF4B39-CF12-596D-8269-4F55D8D9C7C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008715" y="3430229"/>
            <a:ext cx="742303" cy="742303"/>
          </a:xfrm>
          <a:prstGeom prst="rect">
            <a:avLst/>
          </a:prstGeom>
        </p:spPr>
      </p:pic>
      <p:pic>
        <p:nvPicPr>
          <p:cNvPr id="14" name="Graphic 13">
            <a:extLst>
              <a:ext uri="{FF2B5EF4-FFF2-40B4-BE49-F238E27FC236}">
                <a16:creationId xmlns:a16="http://schemas.microsoft.com/office/drawing/2014/main" id="{562CD502-5F06-F1BC-49A2-2DC9CA39F9C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129676" y="3432518"/>
            <a:ext cx="737724" cy="737724"/>
          </a:xfrm>
          <a:prstGeom prst="rect">
            <a:avLst/>
          </a:prstGeom>
        </p:spPr>
      </p:pic>
      <p:pic>
        <p:nvPicPr>
          <p:cNvPr id="15" name="Graphic 14">
            <a:extLst>
              <a:ext uri="{FF2B5EF4-FFF2-40B4-BE49-F238E27FC236}">
                <a16:creationId xmlns:a16="http://schemas.microsoft.com/office/drawing/2014/main" id="{8FE3EDE5-4DB6-DF16-3955-A59BD7EA80B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33405" y="3430229"/>
            <a:ext cx="742303" cy="742303"/>
          </a:xfrm>
          <a:prstGeom prst="rect">
            <a:avLst/>
          </a:prstGeom>
        </p:spPr>
      </p:pic>
      <p:pic>
        <p:nvPicPr>
          <p:cNvPr id="16" name="Graphic 15">
            <a:extLst>
              <a:ext uri="{FF2B5EF4-FFF2-40B4-BE49-F238E27FC236}">
                <a16:creationId xmlns:a16="http://schemas.microsoft.com/office/drawing/2014/main" id="{93CFF64D-BCBB-4C09-0DB0-42E3F48820C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272450" y="3430229"/>
            <a:ext cx="742303" cy="742303"/>
          </a:xfrm>
          <a:prstGeom prst="rect">
            <a:avLst/>
          </a:prstGeom>
        </p:spPr>
      </p:pic>
      <p:pic>
        <p:nvPicPr>
          <p:cNvPr id="17" name="Graphic 16">
            <a:extLst>
              <a:ext uri="{FF2B5EF4-FFF2-40B4-BE49-F238E27FC236}">
                <a16:creationId xmlns:a16="http://schemas.microsoft.com/office/drawing/2014/main" id="{2E1F5775-F50D-AC6A-35F5-8357ED06C30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008715" y="4835374"/>
            <a:ext cx="742303" cy="742303"/>
          </a:xfrm>
          <a:prstGeom prst="rect">
            <a:avLst/>
          </a:prstGeom>
        </p:spPr>
      </p:pic>
      <p:pic>
        <p:nvPicPr>
          <p:cNvPr id="18" name="Graphic 17">
            <a:extLst>
              <a:ext uri="{FF2B5EF4-FFF2-40B4-BE49-F238E27FC236}">
                <a16:creationId xmlns:a16="http://schemas.microsoft.com/office/drawing/2014/main" id="{7528D098-DD14-41B0-593E-A40D295F919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733404" y="4835374"/>
            <a:ext cx="742303" cy="742303"/>
          </a:xfrm>
          <a:prstGeom prst="rect">
            <a:avLst/>
          </a:prstGeom>
        </p:spPr>
      </p:pic>
      <p:pic>
        <p:nvPicPr>
          <p:cNvPr id="19" name="Graphic 18">
            <a:extLst>
              <a:ext uri="{FF2B5EF4-FFF2-40B4-BE49-F238E27FC236}">
                <a16:creationId xmlns:a16="http://schemas.microsoft.com/office/drawing/2014/main" id="{AED32C8D-22B2-4DED-4DCF-1C40E1626FF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500802" y="4835374"/>
            <a:ext cx="742303" cy="742303"/>
          </a:xfrm>
          <a:prstGeom prst="rect">
            <a:avLst/>
          </a:prstGeom>
        </p:spPr>
      </p:pic>
      <p:pic>
        <p:nvPicPr>
          <p:cNvPr id="20" name="Graphic 19">
            <a:extLst>
              <a:ext uri="{FF2B5EF4-FFF2-40B4-BE49-F238E27FC236}">
                <a16:creationId xmlns:a16="http://schemas.microsoft.com/office/drawing/2014/main" id="{B924BA28-3F82-A6BF-0141-D974E6F3724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219933" y="4889422"/>
            <a:ext cx="634206" cy="634206"/>
          </a:xfrm>
          <a:prstGeom prst="rect">
            <a:avLst/>
          </a:prstGeom>
        </p:spPr>
      </p:pic>
      <p:pic>
        <p:nvPicPr>
          <p:cNvPr id="21" name="Graphic 20">
            <a:extLst>
              <a:ext uri="{FF2B5EF4-FFF2-40B4-BE49-F238E27FC236}">
                <a16:creationId xmlns:a16="http://schemas.microsoft.com/office/drawing/2014/main" id="{F89F4844-322E-EE93-1F6C-D3E4760510C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234871" y="4835374"/>
            <a:ext cx="742303" cy="742303"/>
          </a:xfrm>
          <a:prstGeom prst="rect">
            <a:avLst/>
          </a:prstGeom>
        </p:spPr>
      </p:pic>
    </p:spTree>
    <p:custDataLst>
      <p:custData r:id="rId1"/>
      <p:custData r:id="rId2"/>
    </p:custDataLst>
    <p:extLst>
      <p:ext uri="{BB962C8B-B14F-4D97-AF65-F5344CB8AC3E}">
        <p14:creationId xmlns:p14="http://schemas.microsoft.com/office/powerpoint/2010/main" val="12608228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0B28033-8F5D-75B5-D8F1-98287074387D}"/>
              </a:ext>
            </a:extLst>
          </p:cNvPr>
          <p:cNvSpPr>
            <a:spLocks noGrp="1"/>
          </p:cNvSpPr>
          <p:nvPr>
            <p:ph type="ftr" sz="quarter" idx="11"/>
          </p:nvPr>
        </p:nvSpPr>
        <p:spPr/>
        <p:txBody>
          <a:bodyPr/>
          <a:lstStyle/>
          <a:p>
            <a:r>
              <a:rPr lang="en-US"/>
              <a:t>Colliers</a:t>
            </a:r>
          </a:p>
        </p:txBody>
      </p:sp>
      <p:sp>
        <p:nvSpPr>
          <p:cNvPr id="3" name="Slide Number Placeholder 2">
            <a:extLst>
              <a:ext uri="{FF2B5EF4-FFF2-40B4-BE49-F238E27FC236}">
                <a16:creationId xmlns:a16="http://schemas.microsoft.com/office/drawing/2014/main" id="{CFDF1F58-4F09-DFE4-391A-C4DA1242CA22}"/>
              </a:ext>
            </a:extLst>
          </p:cNvPr>
          <p:cNvSpPr>
            <a:spLocks noGrp="1"/>
          </p:cNvSpPr>
          <p:nvPr>
            <p:ph type="sldNum" sz="quarter" idx="12"/>
          </p:nvPr>
        </p:nvSpPr>
        <p:spPr/>
        <p:txBody>
          <a:bodyPr/>
          <a:lstStyle/>
          <a:p>
            <a:fld id="{23AA811B-2EBD-4900-905E-5BE206449611}" type="slidenum">
              <a:rPr lang="en-US" smtClean="0"/>
              <a:pPr/>
              <a:t>47</a:t>
            </a:fld>
            <a:endParaRPr lang="en-US"/>
          </a:p>
        </p:txBody>
      </p:sp>
      <p:sp>
        <p:nvSpPr>
          <p:cNvPr id="4" name="Rectangle 3">
            <a:extLst>
              <a:ext uri="{FF2B5EF4-FFF2-40B4-BE49-F238E27FC236}">
                <a16:creationId xmlns:a16="http://schemas.microsoft.com/office/drawing/2014/main" id="{13623E07-6B3C-7C1D-C69C-7713F13DF486}"/>
              </a:ext>
            </a:extLst>
          </p:cNvPr>
          <p:cNvSpPr/>
          <p:nvPr/>
        </p:nvSpPr>
        <p:spPr>
          <a:xfrm flipV="1">
            <a:off x="0" y="0"/>
            <a:ext cx="12192000" cy="6858000"/>
          </a:xfrm>
          <a:prstGeom prst="rect">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noProof="0" err="1"/>
          </a:p>
        </p:txBody>
      </p:sp>
      <p:sp>
        <p:nvSpPr>
          <p:cNvPr id="5" name="Title 26">
            <a:extLst>
              <a:ext uri="{FF2B5EF4-FFF2-40B4-BE49-F238E27FC236}">
                <a16:creationId xmlns:a16="http://schemas.microsoft.com/office/drawing/2014/main" id="{B0A17467-FBC2-FA4A-BF1B-98388B2D681F}"/>
              </a:ext>
            </a:extLst>
          </p:cNvPr>
          <p:cNvSpPr txBox="1">
            <a:spLocks/>
          </p:cNvSpPr>
          <p:nvPr/>
        </p:nvSpPr>
        <p:spPr>
          <a:xfrm>
            <a:off x="4351338" y="2662590"/>
            <a:ext cx="3487738" cy="266218"/>
          </a:xfrm>
          <a:prstGeom prst="rect">
            <a:avLst/>
          </a:prstGeom>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gn="ctr"/>
            <a:r>
              <a:rPr lang="da-DK" sz="1400" b="1">
                <a:solidFill>
                  <a:schemeClr val="accent3"/>
                </a:solidFill>
                <a:latin typeface="Open Sans" panose="020B0606030504020204" pitchFamily="34" charset="0"/>
                <a:ea typeface="Open Sans" panose="020B0606030504020204" pitchFamily="34" charset="0"/>
                <a:cs typeface="Open Sans" panose="020B0606030504020204" pitchFamily="34" charset="0"/>
              </a:rPr>
              <a:t>Part 5</a:t>
            </a:r>
            <a:endParaRPr lang="en-US" sz="1400" b="1">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Title 26">
            <a:extLst>
              <a:ext uri="{FF2B5EF4-FFF2-40B4-BE49-F238E27FC236}">
                <a16:creationId xmlns:a16="http://schemas.microsoft.com/office/drawing/2014/main" id="{F7103798-A19D-28AF-8D54-259AF044DABB}"/>
              </a:ext>
            </a:extLst>
          </p:cNvPr>
          <p:cNvSpPr txBox="1">
            <a:spLocks/>
          </p:cNvSpPr>
          <p:nvPr/>
        </p:nvSpPr>
        <p:spPr>
          <a:xfrm>
            <a:off x="4351339" y="3152094"/>
            <a:ext cx="3487736" cy="1256747"/>
          </a:xfrm>
          <a:prstGeom prst="rect">
            <a:avLst/>
          </a:prstGeom>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gn="ctr">
              <a:lnSpc>
                <a:spcPct val="90000"/>
              </a:lnSpc>
            </a:pPr>
            <a:r>
              <a:rPr lang="en-CA" sz="4000">
                <a:solidFill>
                  <a:schemeClr val="bg1"/>
                </a:solidFill>
                <a:ea typeface="Open Sans Light"/>
                <a:cs typeface="Open Sans Light"/>
              </a:rPr>
              <a:t>Our Strategy</a:t>
            </a:r>
            <a:endParaRPr lang="en-US" sz="4000" b="1">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endParaRPr>
          </a:p>
        </p:txBody>
      </p:sp>
    </p:spTree>
    <p:custDataLst>
      <p:custData r:id="rId1"/>
      <p:custData r:id="rId2"/>
    </p:custDataLst>
    <p:extLst>
      <p:ext uri="{BB962C8B-B14F-4D97-AF65-F5344CB8AC3E}">
        <p14:creationId xmlns:p14="http://schemas.microsoft.com/office/powerpoint/2010/main" val="7063407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2E081A4B-0D6D-D453-1744-CCD860CC19C4}"/>
              </a:ext>
            </a:extLst>
          </p:cNvPr>
          <p:cNvSpPr>
            <a:spLocks noGrp="1"/>
          </p:cNvSpPr>
          <p:nvPr>
            <p:ph type="ftr" sz="quarter" idx="11"/>
          </p:nvPr>
        </p:nvSpPr>
        <p:spPr/>
        <p:txBody>
          <a:bodyPr/>
          <a:lstStyle/>
          <a:p>
            <a:r>
              <a:rPr lang="en-US"/>
              <a:t>Colliers</a:t>
            </a:r>
          </a:p>
        </p:txBody>
      </p:sp>
      <p:sp>
        <p:nvSpPr>
          <p:cNvPr id="7" name="Slide Number Placeholder 6">
            <a:extLst>
              <a:ext uri="{FF2B5EF4-FFF2-40B4-BE49-F238E27FC236}">
                <a16:creationId xmlns:a16="http://schemas.microsoft.com/office/drawing/2014/main" id="{A2F2DCC7-03D0-81BC-12C0-18F9ADCE73CA}"/>
              </a:ext>
            </a:extLst>
          </p:cNvPr>
          <p:cNvSpPr>
            <a:spLocks noGrp="1"/>
          </p:cNvSpPr>
          <p:nvPr>
            <p:ph type="sldNum" sz="quarter" idx="12"/>
          </p:nvPr>
        </p:nvSpPr>
        <p:spPr/>
        <p:txBody>
          <a:bodyPr/>
          <a:lstStyle/>
          <a:p>
            <a:fld id="{23AA811B-2EBD-4900-905E-5BE206449611}" type="slidenum">
              <a:rPr lang="en-US" smtClean="0"/>
              <a:pPr/>
              <a:t>48</a:t>
            </a:fld>
            <a:endParaRPr lang="en-US"/>
          </a:p>
        </p:txBody>
      </p:sp>
      <p:sp>
        <p:nvSpPr>
          <p:cNvPr id="8" name="Picture Placeholder 11">
            <a:extLst>
              <a:ext uri="{FF2B5EF4-FFF2-40B4-BE49-F238E27FC236}">
                <a16:creationId xmlns:a16="http://schemas.microsoft.com/office/drawing/2014/main" id="{393C1B74-CB52-6156-6B5D-613F82ECB98A}"/>
              </a:ext>
            </a:extLst>
          </p:cNvPr>
          <p:cNvSpPr txBox="1">
            <a:spLocks/>
          </p:cNvSpPr>
          <p:nvPr/>
        </p:nvSpPr>
        <p:spPr>
          <a:xfrm>
            <a:off x="0" y="0"/>
            <a:ext cx="7840662" cy="6858000"/>
          </a:xfrm>
          <a:prstGeom prst="rect">
            <a:avLst/>
          </a:prstGeom>
          <a:solidFill>
            <a:schemeClr val="bg2"/>
          </a:solidFill>
        </p:spPr>
        <p:txBody>
          <a:bodyPr lIns="0" tIns="0" bIns="720000" anchor="ctr"/>
          <a:lstStyle>
            <a:lvl1pPr marL="0" marR="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sz="1600" kern="1200">
                <a:solidFill>
                  <a:schemeClr val="bg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a:defRPr/>
            </a:pPr>
            <a:r>
              <a:rPr lang="en-CA"/>
              <a:t>Click here and add image from Templafy</a:t>
            </a:r>
          </a:p>
        </p:txBody>
      </p:sp>
      <p:grpSp>
        <p:nvGrpSpPr>
          <p:cNvPr id="9" name="Group 8">
            <a:extLst>
              <a:ext uri="{FF2B5EF4-FFF2-40B4-BE49-F238E27FC236}">
                <a16:creationId xmlns:a16="http://schemas.microsoft.com/office/drawing/2014/main" id="{ADFD6F65-83BB-FCE4-56DF-2880C2D138CC}"/>
              </a:ext>
            </a:extLst>
          </p:cNvPr>
          <p:cNvGrpSpPr/>
          <p:nvPr/>
        </p:nvGrpSpPr>
        <p:grpSpPr>
          <a:xfrm>
            <a:off x="5554296" y="2054688"/>
            <a:ext cx="4436869" cy="2208218"/>
            <a:chOff x="3920053" y="2227054"/>
            <a:chExt cx="4436869" cy="2208218"/>
          </a:xfrm>
          <a:solidFill>
            <a:schemeClr val="tx1"/>
          </a:solidFill>
        </p:grpSpPr>
        <p:sp>
          <p:nvSpPr>
            <p:cNvPr id="10" name="Rectangle 9">
              <a:extLst>
                <a:ext uri="{FF2B5EF4-FFF2-40B4-BE49-F238E27FC236}">
                  <a16:creationId xmlns:a16="http://schemas.microsoft.com/office/drawing/2014/main" id="{2716C3C4-EAE3-567D-88FC-AD72FAE1DD75}"/>
                </a:ext>
              </a:extLst>
            </p:cNvPr>
            <p:cNvSpPr/>
            <p:nvPr/>
          </p:nvSpPr>
          <p:spPr>
            <a:xfrm flipV="1">
              <a:off x="3920053" y="2442255"/>
              <a:ext cx="4436869" cy="199301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a:p>
          </p:txBody>
        </p:sp>
        <p:sp>
          <p:nvSpPr>
            <p:cNvPr id="11" name="Title 26">
              <a:extLst>
                <a:ext uri="{FF2B5EF4-FFF2-40B4-BE49-F238E27FC236}">
                  <a16:creationId xmlns:a16="http://schemas.microsoft.com/office/drawing/2014/main" id="{C2F77986-E1F7-BB58-3615-BD5903B1320C}"/>
                </a:ext>
              </a:extLst>
            </p:cNvPr>
            <p:cNvSpPr txBox="1">
              <a:spLocks/>
            </p:cNvSpPr>
            <p:nvPr/>
          </p:nvSpPr>
          <p:spPr>
            <a:xfrm>
              <a:off x="4567610" y="2944340"/>
              <a:ext cx="3271465" cy="1044000"/>
            </a:xfrm>
            <a:prstGeom prst="rect">
              <a:avLst/>
            </a:prstGeom>
            <a:noFill/>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nSpc>
                  <a:spcPct val="90000"/>
                </a:lnSpc>
              </a:pPr>
              <a:r>
                <a:rPr lang="en-CA" sz="4000">
                  <a:solidFill>
                    <a:schemeClr val="bg1"/>
                  </a:solidFill>
                  <a:ea typeface="Open Sans Light"/>
                  <a:cs typeface="Open Sans Light"/>
                </a:rPr>
                <a:t>Our Strategy</a:t>
              </a:r>
              <a:endParaRPr lang="en-CA" sz="4000" b="1">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endParaRPr>
            </a:p>
          </p:txBody>
        </p:sp>
        <p:sp>
          <p:nvSpPr>
            <p:cNvPr id="12" name="Rectangle 11">
              <a:extLst>
                <a:ext uri="{FF2B5EF4-FFF2-40B4-BE49-F238E27FC236}">
                  <a16:creationId xmlns:a16="http://schemas.microsoft.com/office/drawing/2014/main" id="{0034A114-1AC0-4A69-F50A-46959AB3056B}"/>
                </a:ext>
              </a:extLst>
            </p:cNvPr>
            <p:cNvSpPr/>
            <p:nvPr/>
          </p:nvSpPr>
          <p:spPr>
            <a:xfrm flipV="1">
              <a:off x="4351338" y="2227054"/>
              <a:ext cx="892867" cy="4095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a:p>
          </p:txBody>
        </p:sp>
        <p:sp>
          <p:nvSpPr>
            <p:cNvPr id="13" name="Title 26">
              <a:extLst>
                <a:ext uri="{FF2B5EF4-FFF2-40B4-BE49-F238E27FC236}">
                  <a16:creationId xmlns:a16="http://schemas.microsoft.com/office/drawing/2014/main" id="{EF818831-B3CA-84EB-AD44-C8EC1ADC7DF5}"/>
                </a:ext>
              </a:extLst>
            </p:cNvPr>
            <p:cNvSpPr txBox="1">
              <a:spLocks/>
            </p:cNvSpPr>
            <p:nvPr/>
          </p:nvSpPr>
          <p:spPr>
            <a:xfrm>
              <a:off x="4567610" y="2370403"/>
              <a:ext cx="3707802" cy="266218"/>
            </a:xfrm>
            <a:prstGeom prst="rect">
              <a:avLst/>
            </a:prstGeom>
            <a:noFill/>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r>
                <a:rPr lang="en-CA" sz="1200" b="1">
                  <a:solidFill>
                    <a:schemeClr val="bg1"/>
                  </a:solidFill>
                  <a:latin typeface="Open Sans" panose="020B0606030504020204" pitchFamily="34" charset="0"/>
                  <a:ea typeface="Open Sans" panose="020B0606030504020204" pitchFamily="34" charset="0"/>
                  <a:cs typeface="Open Sans" panose="020B0606030504020204" pitchFamily="34" charset="0"/>
                </a:rPr>
                <a:t>Part 5</a:t>
              </a:r>
            </a:p>
          </p:txBody>
        </p:sp>
      </p:grpSp>
    </p:spTree>
    <p:custDataLst>
      <p:custData r:id="rId1"/>
      <p:custData r:id="rId2"/>
    </p:custDataLst>
    <p:extLst>
      <p:ext uri="{BB962C8B-B14F-4D97-AF65-F5344CB8AC3E}">
        <p14:creationId xmlns:p14="http://schemas.microsoft.com/office/powerpoint/2010/main" val="31743693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Graphic 22">
            <a:extLst>
              <a:ext uri="{FF2B5EF4-FFF2-40B4-BE49-F238E27FC236}">
                <a16:creationId xmlns:a16="http://schemas.microsoft.com/office/drawing/2014/main" id="{1D9ADD0F-852A-F0C7-CCB4-0EDAAB6450D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61917" y="3338447"/>
            <a:ext cx="2183367" cy="3126797"/>
          </a:xfrm>
          <a:prstGeom prst="rect">
            <a:avLst/>
          </a:prstGeom>
        </p:spPr>
      </p:pic>
      <p:pic>
        <p:nvPicPr>
          <p:cNvPr id="25" name="Graphic 24">
            <a:extLst>
              <a:ext uri="{FF2B5EF4-FFF2-40B4-BE49-F238E27FC236}">
                <a16:creationId xmlns:a16="http://schemas.microsoft.com/office/drawing/2014/main" id="{27CD073B-1930-D7E3-AECE-54FCA2B08D8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278161" y="3334143"/>
            <a:ext cx="2425805" cy="3126797"/>
          </a:xfrm>
          <a:prstGeom prst="rect">
            <a:avLst/>
          </a:prstGeom>
        </p:spPr>
      </p:pic>
      <p:pic>
        <p:nvPicPr>
          <p:cNvPr id="19" name="Graphic 18">
            <a:extLst>
              <a:ext uri="{FF2B5EF4-FFF2-40B4-BE49-F238E27FC236}">
                <a16:creationId xmlns:a16="http://schemas.microsoft.com/office/drawing/2014/main" id="{0E1957C9-5C55-A0A6-F2D2-DA01CF866B9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3430" y="3398494"/>
            <a:ext cx="1766642" cy="3009506"/>
          </a:xfrm>
          <a:prstGeom prst="rect">
            <a:avLst/>
          </a:prstGeom>
        </p:spPr>
      </p:pic>
      <p:pic>
        <p:nvPicPr>
          <p:cNvPr id="27" name="Graphic 26">
            <a:extLst>
              <a:ext uri="{FF2B5EF4-FFF2-40B4-BE49-F238E27FC236}">
                <a16:creationId xmlns:a16="http://schemas.microsoft.com/office/drawing/2014/main" id="{08EA5FB5-8D7A-1C92-B30C-2FA2059CDA2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506273" y="3334142"/>
            <a:ext cx="2235931" cy="3088997"/>
          </a:xfrm>
          <a:prstGeom prst="rect">
            <a:avLst/>
          </a:prstGeom>
        </p:spPr>
      </p:pic>
      <p:sp>
        <p:nvSpPr>
          <p:cNvPr id="2" name="Text Placeholder 1">
            <a:extLst>
              <a:ext uri="{FF2B5EF4-FFF2-40B4-BE49-F238E27FC236}">
                <a16:creationId xmlns:a16="http://schemas.microsoft.com/office/drawing/2014/main" id="{E98A30F9-7D76-124C-B5DC-88C6E35B19A3}"/>
              </a:ext>
            </a:extLst>
          </p:cNvPr>
          <p:cNvSpPr>
            <a:spLocks noGrp="1"/>
          </p:cNvSpPr>
          <p:nvPr>
            <p:ph type="body" sz="quarter" idx="13"/>
          </p:nvPr>
        </p:nvSpPr>
        <p:spPr/>
        <p:txBody>
          <a:bodyPr/>
          <a:lstStyle/>
          <a:p>
            <a:r>
              <a:rPr lang="en-US" cap="all"/>
              <a:t>OUR STRATEGY</a:t>
            </a:r>
          </a:p>
        </p:txBody>
      </p:sp>
      <p:sp>
        <p:nvSpPr>
          <p:cNvPr id="3" name="Title 2">
            <a:extLst>
              <a:ext uri="{FF2B5EF4-FFF2-40B4-BE49-F238E27FC236}">
                <a16:creationId xmlns:a16="http://schemas.microsoft.com/office/drawing/2014/main" id="{2F64B2A9-D276-B17B-8BFF-7884C1D3883E}"/>
              </a:ext>
            </a:extLst>
          </p:cNvPr>
          <p:cNvSpPr>
            <a:spLocks noGrp="1"/>
          </p:cNvSpPr>
          <p:nvPr>
            <p:ph type="title"/>
          </p:nvPr>
        </p:nvSpPr>
        <p:spPr/>
        <p:txBody>
          <a:bodyPr/>
          <a:lstStyle/>
          <a:p>
            <a:r>
              <a:rPr lang="en-US"/>
              <a:t>Strategy &amp; Approach</a:t>
            </a:r>
          </a:p>
        </p:txBody>
      </p:sp>
      <p:sp>
        <p:nvSpPr>
          <p:cNvPr id="4" name="Content Placeholder 3">
            <a:extLst>
              <a:ext uri="{FF2B5EF4-FFF2-40B4-BE49-F238E27FC236}">
                <a16:creationId xmlns:a16="http://schemas.microsoft.com/office/drawing/2014/main" id="{E1FFEF29-4002-8DEA-5324-7600D3F34443}"/>
              </a:ext>
            </a:extLst>
          </p:cNvPr>
          <p:cNvSpPr>
            <a:spLocks noGrp="1"/>
          </p:cNvSpPr>
          <p:nvPr>
            <p:ph idx="1"/>
          </p:nvPr>
        </p:nvSpPr>
        <p:spPr>
          <a:xfrm>
            <a:off x="648000" y="2044800"/>
            <a:ext cx="10880570" cy="1030264"/>
          </a:xfrm>
        </p:spPr>
        <p:txBody>
          <a:bodyPr/>
          <a:lstStyle/>
          <a:p>
            <a:pPr>
              <a:lnSpc>
                <a:spcPts val="2800"/>
              </a:lnSpc>
            </a:pPr>
            <a:r>
              <a:rPr lang="en-US">
                <a:solidFill>
                  <a:schemeClr val="accent2"/>
                </a:solidFill>
                <a:latin typeface="MerriweatherLight" pitchFamily="2" charset="77"/>
                <a:cs typeface="Merriweather" panose="02000000000000000000" pitchFamily="2" charset="77"/>
              </a:rPr>
              <a:t>Colliers uses a rigorous, multidisciplinary approach to understand exactly what you need to align your business objectives with your real estate requirements, analyze your options and help you get established in your ideal location.</a:t>
            </a:r>
          </a:p>
        </p:txBody>
      </p:sp>
      <p:sp>
        <p:nvSpPr>
          <p:cNvPr id="5" name="Text Placeholder 4">
            <a:extLst>
              <a:ext uri="{FF2B5EF4-FFF2-40B4-BE49-F238E27FC236}">
                <a16:creationId xmlns:a16="http://schemas.microsoft.com/office/drawing/2014/main" id="{317AC23A-93FC-2C85-4C2E-B04DE6E72B34}"/>
              </a:ext>
            </a:extLst>
          </p:cNvPr>
          <p:cNvSpPr>
            <a:spLocks noGrp="1"/>
          </p:cNvSpPr>
          <p:nvPr>
            <p:ph type="body" sz="quarter" idx="14"/>
          </p:nvPr>
        </p:nvSpPr>
        <p:spPr/>
        <p:txBody>
          <a:bodyPr/>
          <a:lstStyle/>
          <a:p>
            <a:endParaRPr lang="en-US"/>
          </a:p>
        </p:txBody>
      </p:sp>
      <p:sp>
        <p:nvSpPr>
          <p:cNvPr id="6" name="Footer Placeholder 5">
            <a:extLst>
              <a:ext uri="{FF2B5EF4-FFF2-40B4-BE49-F238E27FC236}">
                <a16:creationId xmlns:a16="http://schemas.microsoft.com/office/drawing/2014/main" id="{22D66162-9A1F-11B5-500C-AB49A2592927}"/>
              </a:ext>
            </a:extLst>
          </p:cNvPr>
          <p:cNvSpPr>
            <a:spLocks noGrp="1"/>
          </p:cNvSpPr>
          <p:nvPr>
            <p:ph type="ftr" sz="quarter" idx="11"/>
          </p:nvPr>
        </p:nvSpPr>
        <p:spPr/>
        <p:txBody>
          <a:bodyPr/>
          <a:lstStyle/>
          <a:p>
            <a:r>
              <a:rPr lang="en-US"/>
              <a:t>Colliers</a:t>
            </a:r>
          </a:p>
        </p:txBody>
      </p:sp>
      <p:sp>
        <p:nvSpPr>
          <p:cNvPr id="7" name="Slide Number Placeholder 6">
            <a:extLst>
              <a:ext uri="{FF2B5EF4-FFF2-40B4-BE49-F238E27FC236}">
                <a16:creationId xmlns:a16="http://schemas.microsoft.com/office/drawing/2014/main" id="{137AC5CF-E117-D81C-2C16-45497BBC2BD0}"/>
              </a:ext>
            </a:extLst>
          </p:cNvPr>
          <p:cNvSpPr>
            <a:spLocks noGrp="1"/>
          </p:cNvSpPr>
          <p:nvPr>
            <p:ph type="sldNum" sz="quarter" idx="12"/>
          </p:nvPr>
        </p:nvSpPr>
        <p:spPr/>
        <p:txBody>
          <a:bodyPr/>
          <a:lstStyle/>
          <a:p>
            <a:fld id="{23AA811B-2EBD-4900-905E-5BE206449611}" type="slidenum">
              <a:rPr lang="en-US" smtClean="0"/>
              <a:pPr/>
              <a:t>49</a:t>
            </a:fld>
            <a:endParaRPr lang="en-US"/>
          </a:p>
        </p:txBody>
      </p:sp>
      <p:sp>
        <p:nvSpPr>
          <p:cNvPr id="13" name="TextBox 12">
            <a:extLst>
              <a:ext uri="{FF2B5EF4-FFF2-40B4-BE49-F238E27FC236}">
                <a16:creationId xmlns:a16="http://schemas.microsoft.com/office/drawing/2014/main" id="{EB244A70-8579-D50B-0B34-FF7A378E94F8}"/>
              </a:ext>
            </a:extLst>
          </p:cNvPr>
          <p:cNvSpPr txBox="1"/>
          <p:nvPr/>
        </p:nvSpPr>
        <p:spPr>
          <a:xfrm>
            <a:off x="488034" y="4705418"/>
            <a:ext cx="2240539" cy="641789"/>
          </a:xfrm>
          <a:prstGeom prst="rect">
            <a:avLst/>
          </a:prstGeom>
          <a:solidFill>
            <a:schemeClr val="bg1"/>
          </a:solidFill>
        </p:spPr>
        <p:txBody>
          <a:bodyPr wrap="square" lIns="91440" tIns="91440" rIns="91440" bIns="91440" rtlCol="0" anchor="ctr" anchorCtr="0">
            <a:noAutofit/>
          </a:bodyPr>
          <a:lstStyle/>
          <a:p>
            <a:pPr algn="ctr"/>
            <a:r>
              <a:rPr lang="en-CA" sz="1400" spc="50">
                <a:solidFill>
                  <a:schemeClr val="accent5"/>
                </a:solidFill>
              </a:rPr>
              <a:t>LAUNCH &amp; DISCOVERY</a:t>
            </a:r>
          </a:p>
        </p:txBody>
      </p:sp>
      <p:sp>
        <p:nvSpPr>
          <p:cNvPr id="14" name="TextBox 13">
            <a:extLst>
              <a:ext uri="{FF2B5EF4-FFF2-40B4-BE49-F238E27FC236}">
                <a16:creationId xmlns:a16="http://schemas.microsoft.com/office/drawing/2014/main" id="{C603A395-01D9-BE72-88E8-AF2E3E770BC4}"/>
              </a:ext>
            </a:extLst>
          </p:cNvPr>
          <p:cNvSpPr txBox="1"/>
          <p:nvPr/>
        </p:nvSpPr>
        <p:spPr>
          <a:xfrm>
            <a:off x="3448286" y="4705418"/>
            <a:ext cx="2293918" cy="641789"/>
          </a:xfrm>
          <a:prstGeom prst="rect">
            <a:avLst/>
          </a:prstGeom>
          <a:solidFill>
            <a:schemeClr val="bg1"/>
          </a:solidFill>
        </p:spPr>
        <p:txBody>
          <a:bodyPr wrap="square" lIns="91440" tIns="91440" rIns="91440" bIns="91440" rtlCol="0" anchor="ctr" anchorCtr="0">
            <a:noAutofit/>
          </a:bodyPr>
          <a:lstStyle/>
          <a:p>
            <a:pPr algn="ctr"/>
            <a:r>
              <a:rPr lang="en-CA" sz="1400" spc="50">
                <a:solidFill>
                  <a:schemeClr val="accent5"/>
                </a:solidFill>
              </a:rPr>
              <a:t>REAL ESTATE NEEDS ANALYSIS</a:t>
            </a:r>
          </a:p>
        </p:txBody>
      </p:sp>
      <p:sp>
        <p:nvSpPr>
          <p:cNvPr id="15" name="TextBox 14">
            <a:extLst>
              <a:ext uri="{FF2B5EF4-FFF2-40B4-BE49-F238E27FC236}">
                <a16:creationId xmlns:a16="http://schemas.microsoft.com/office/drawing/2014/main" id="{934D8101-31F3-B863-1AA8-3030D3948074}"/>
              </a:ext>
            </a:extLst>
          </p:cNvPr>
          <p:cNvSpPr txBox="1"/>
          <p:nvPr/>
        </p:nvSpPr>
        <p:spPr>
          <a:xfrm>
            <a:off x="6264530" y="4705418"/>
            <a:ext cx="2541496" cy="641789"/>
          </a:xfrm>
          <a:prstGeom prst="rect">
            <a:avLst/>
          </a:prstGeom>
          <a:solidFill>
            <a:schemeClr val="bg1"/>
          </a:solidFill>
        </p:spPr>
        <p:txBody>
          <a:bodyPr wrap="square" lIns="91440" tIns="91440" rIns="91440" bIns="91440" rtlCol="0" anchor="ctr" anchorCtr="0">
            <a:noAutofit/>
          </a:bodyPr>
          <a:lstStyle/>
          <a:p>
            <a:pPr algn="ctr"/>
            <a:r>
              <a:rPr lang="en-CA" sz="1400" spc="50">
                <a:solidFill>
                  <a:schemeClr val="accent5"/>
                </a:solidFill>
              </a:rPr>
              <a:t>IMPLEMENTATION &amp; NEGOTIATION</a:t>
            </a:r>
          </a:p>
        </p:txBody>
      </p:sp>
      <p:sp>
        <p:nvSpPr>
          <p:cNvPr id="16" name="TextBox 15">
            <a:extLst>
              <a:ext uri="{FF2B5EF4-FFF2-40B4-BE49-F238E27FC236}">
                <a16:creationId xmlns:a16="http://schemas.microsoft.com/office/drawing/2014/main" id="{30CACDA3-AB29-3A92-A61B-FEA5BF4AE7E6}"/>
              </a:ext>
            </a:extLst>
          </p:cNvPr>
          <p:cNvSpPr txBox="1"/>
          <p:nvPr/>
        </p:nvSpPr>
        <p:spPr>
          <a:xfrm>
            <a:off x="9117418" y="4705418"/>
            <a:ext cx="2706281" cy="641789"/>
          </a:xfrm>
          <a:prstGeom prst="rect">
            <a:avLst/>
          </a:prstGeom>
          <a:solidFill>
            <a:schemeClr val="bg1"/>
          </a:solidFill>
        </p:spPr>
        <p:txBody>
          <a:bodyPr wrap="square" lIns="91440" tIns="91440" rIns="91440" bIns="91440" rtlCol="0" anchor="ctr" anchorCtr="0">
            <a:noAutofit/>
          </a:bodyPr>
          <a:lstStyle/>
          <a:p>
            <a:pPr algn="ctr"/>
            <a:r>
              <a:rPr lang="en-CA" sz="1400" spc="50">
                <a:solidFill>
                  <a:schemeClr val="accent5"/>
                </a:solidFill>
              </a:rPr>
              <a:t>PROJECT MANAGEMENT &amp; POST-OCCUPANCY</a:t>
            </a:r>
          </a:p>
        </p:txBody>
      </p:sp>
    </p:spTree>
    <p:custDataLst>
      <p:custData r:id="rId1"/>
      <p:custData r:id="rId2"/>
    </p:custDataLst>
    <p:extLst>
      <p:ext uri="{BB962C8B-B14F-4D97-AF65-F5344CB8AC3E}">
        <p14:creationId xmlns:p14="http://schemas.microsoft.com/office/powerpoint/2010/main" val="25406742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1" name="Straight Connector 60">
            <a:extLst>
              <a:ext uri="{FF2B5EF4-FFF2-40B4-BE49-F238E27FC236}">
                <a16:creationId xmlns:a16="http://schemas.microsoft.com/office/drawing/2014/main" id="{66CDCDF9-28A2-C98D-41C0-1B3798315D63}"/>
              </a:ext>
            </a:extLst>
          </p:cNvPr>
          <p:cNvCxnSpPr/>
          <p:nvPr/>
        </p:nvCxnSpPr>
        <p:spPr>
          <a:xfrm>
            <a:off x="2243227" y="2807938"/>
            <a:ext cx="7692262" cy="0"/>
          </a:xfrm>
          <a:prstGeom prst="line">
            <a:avLst/>
          </a:prstGeom>
          <a:ln w="19050">
            <a:solidFill>
              <a:schemeClr val="accent5"/>
            </a:solidFill>
            <a:prstDash val="sysDot"/>
          </a:ln>
        </p:spPr>
        <p:style>
          <a:lnRef idx="1">
            <a:schemeClr val="accent1"/>
          </a:lnRef>
          <a:fillRef idx="0">
            <a:schemeClr val="accent1"/>
          </a:fillRef>
          <a:effectRef idx="0">
            <a:schemeClr val="accent1"/>
          </a:effectRef>
          <a:fontRef idx="minor">
            <a:schemeClr val="tx1"/>
          </a:fontRef>
        </p:style>
      </p:cxnSp>
      <p:sp>
        <p:nvSpPr>
          <p:cNvPr id="57" name="object 10">
            <a:extLst>
              <a:ext uri="{FF2B5EF4-FFF2-40B4-BE49-F238E27FC236}">
                <a16:creationId xmlns:a16="http://schemas.microsoft.com/office/drawing/2014/main" id="{C7230A9D-F016-6296-0CE9-1E84A54A5F54}"/>
              </a:ext>
            </a:extLst>
          </p:cNvPr>
          <p:cNvSpPr>
            <a:spLocks noChangeAspect="1"/>
          </p:cNvSpPr>
          <p:nvPr/>
        </p:nvSpPr>
        <p:spPr>
          <a:xfrm>
            <a:off x="4387444" y="2487898"/>
            <a:ext cx="640080" cy="640080"/>
          </a:xfrm>
          <a:custGeom>
            <a:avLst/>
            <a:gdLst/>
            <a:ahLst/>
            <a:cxnLst/>
            <a:rect l="l" t="t" r="r" b="b"/>
            <a:pathLst>
              <a:path w="564514" h="564514">
                <a:moveTo>
                  <a:pt x="282244" y="564476"/>
                </a:moveTo>
                <a:lnTo>
                  <a:pt x="328026" y="560782"/>
                </a:lnTo>
                <a:lnTo>
                  <a:pt x="371456" y="550087"/>
                </a:lnTo>
                <a:lnTo>
                  <a:pt x="411952" y="532973"/>
                </a:lnTo>
                <a:lnTo>
                  <a:pt x="448935" y="510020"/>
                </a:lnTo>
                <a:lnTo>
                  <a:pt x="481822" y="481809"/>
                </a:lnTo>
                <a:lnTo>
                  <a:pt x="510032" y="448922"/>
                </a:lnTo>
                <a:lnTo>
                  <a:pt x="532986" y="411939"/>
                </a:lnTo>
                <a:lnTo>
                  <a:pt x="550100" y="371443"/>
                </a:lnTo>
                <a:lnTo>
                  <a:pt x="560795" y="328013"/>
                </a:lnTo>
                <a:lnTo>
                  <a:pt x="564489" y="282232"/>
                </a:lnTo>
                <a:lnTo>
                  <a:pt x="560795" y="236453"/>
                </a:lnTo>
                <a:lnTo>
                  <a:pt x="550100" y="193026"/>
                </a:lnTo>
                <a:lnTo>
                  <a:pt x="532986" y="152532"/>
                </a:lnTo>
                <a:lnTo>
                  <a:pt x="510032" y="115551"/>
                </a:lnTo>
                <a:lnTo>
                  <a:pt x="481822" y="82665"/>
                </a:lnTo>
                <a:lnTo>
                  <a:pt x="448935" y="54455"/>
                </a:lnTo>
                <a:lnTo>
                  <a:pt x="411952" y="31503"/>
                </a:lnTo>
                <a:lnTo>
                  <a:pt x="371456" y="14388"/>
                </a:lnTo>
                <a:lnTo>
                  <a:pt x="328026" y="3694"/>
                </a:lnTo>
                <a:lnTo>
                  <a:pt x="282244" y="0"/>
                </a:lnTo>
                <a:lnTo>
                  <a:pt x="236463" y="3694"/>
                </a:lnTo>
                <a:lnTo>
                  <a:pt x="193033" y="14388"/>
                </a:lnTo>
                <a:lnTo>
                  <a:pt x="152536" y="31503"/>
                </a:lnTo>
                <a:lnTo>
                  <a:pt x="115554" y="54455"/>
                </a:lnTo>
                <a:lnTo>
                  <a:pt x="82667" y="82665"/>
                </a:lnTo>
                <a:lnTo>
                  <a:pt x="54456" y="115551"/>
                </a:lnTo>
                <a:lnTo>
                  <a:pt x="31503" y="152532"/>
                </a:lnTo>
                <a:lnTo>
                  <a:pt x="14388" y="193026"/>
                </a:lnTo>
                <a:lnTo>
                  <a:pt x="3694" y="236453"/>
                </a:lnTo>
                <a:lnTo>
                  <a:pt x="0" y="282232"/>
                </a:lnTo>
                <a:lnTo>
                  <a:pt x="3694" y="328013"/>
                </a:lnTo>
                <a:lnTo>
                  <a:pt x="14388" y="371443"/>
                </a:lnTo>
                <a:lnTo>
                  <a:pt x="31503" y="411939"/>
                </a:lnTo>
                <a:lnTo>
                  <a:pt x="54456" y="448922"/>
                </a:lnTo>
                <a:lnTo>
                  <a:pt x="82667" y="481809"/>
                </a:lnTo>
                <a:lnTo>
                  <a:pt x="115554" y="510020"/>
                </a:lnTo>
                <a:lnTo>
                  <a:pt x="152536" y="532973"/>
                </a:lnTo>
                <a:lnTo>
                  <a:pt x="193033" y="550087"/>
                </a:lnTo>
                <a:lnTo>
                  <a:pt x="236463" y="560782"/>
                </a:lnTo>
                <a:lnTo>
                  <a:pt x="282244" y="564476"/>
                </a:lnTo>
                <a:close/>
              </a:path>
            </a:pathLst>
          </a:custGeom>
          <a:solidFill>
            <a:schemeClr val="bg1"/>
          </a:solidFill>
          <a:ln w="6350">
            <a:solidFill>
              <a:schemeClr val="accent5"/>
            </a:solidFill>
          </a:ln>
        </p:spPr>
        <p:txBody>
          <a:bodyPr wrap="square" lIns="0" tIns="0" rIns="0" bIns="0" rtlCol="0"/>
          <a:lstStyle/>
          <a:p>
            <a:endParaRPr/>
          </a:p>
        </p:txBody>
      </p:sp>
      <p:sp>
        <p:nvSpPr>
          <p:cNvPr id="58" name="object 10">
            <a:extLst>
              <a:ext uri="{FF2B5EF4-FFF2-40B4-BE49-F238E27FC236}">
                <a16:creationId xmlns:a16="http://schemas.microsoft.com/office/drawing/2014/main" id="{D7B70787-B078-6343-92FF-702B4ADBF0C2}"/>
              </a:ext>
            </a:extLst>
          </p:cNvPr>
          <p:cNvSpPr>
            <a:spLocks noChangeAspect="1"/>
          </p:cNvSpPr>
          <p:nvPr/>
        </p:nvSpPr>
        <p:spPr>
          <a:xfrm>
            <a:off x="7151193" y="2487898"/>
            <a:ext cx="640080" cy="640080"/>
          </a:xfrm>
          <a:custGeom>
            <a:avLst/>
            <a:gdLst/>
            <a:ahLst/>
            <a:cxnLst/>
            <a:rect l="l" t="t" r="r" b="b"/>
            <a:pathLst>
              <a:path w="564514" h="564514">
                <a:moveTo>
                  <a:pt x="282244" y="564476"/>
                </a:moveTo>
                <a:lnTo>
                  <a:pt x="328026" y="560782"/>
                </a:lnTo>
                <a:lnTo>
                  <a:pt x="371456" y="550087"/>
                </a:lnTo>
                <a:lnTo>
                  <a:pt x="411952" y="532973"/>
                </a:lnTo>
                <a:lnTo>
                  <a:pt x="448935" y="510020"/>
                </a:lnTo>
                <a:lnTo>
                  <a:pt x="481822" y="481809"/>
                </a:lnTo>
                <a:lnTo>
                  <a:pt x="510032" y="448922"/>
                </a:lnTo>
                <a:lnTo>
                  <a:pt x="532986" y="411939"/>
                </a:lnTo>
                <a:lnTo>
                  <a:pt x="550100" y="371443"/>
                </a:lnTo>
                <a:lnTo>
                  <a:pt x="560795" y="328013"/>
                </a:lnTo>
                <a:lnTo>
                  <a:pt x="564489" y="282232"/>
                </a:lnTo>
                <a:lnTo>
                  <a:pt x="560795" y="236453"/>
                </a:lnTo>
                <a:lnTo>
                  <a:pt x="550100" y="193026"/>
                </a:lnTo>
                <a:lnTo>
                  <a:pt x="532986" y="152532"/>
                </a:lnTo>
                <a:lnTo>
                  <a:pt x="510032" y="115551"/>
                </a:lnTo>
                <a:lnTo>
                  <a:pt x="481822" y="82665"/>
                </a:lnTo>
                <a:lnTo>
                  <a:pt x="448935" y="54455"/>
                </a:lnTo>
                <a:lnTo>
                  <a:pt x="411952" y="31503"/>
                </a:lnTo>
                <a:lnTo>
                  <a:pt x="371456" y="14388"/>
                </a:lnTo>
                <a:lnTo>
                  <a:pt x="328026" y="3694"/>
                </a:lnTo>
                <a:lnTo>
                  <a:pt x="282244" y="0"/>
                </a:lnTo>
                <a:lnTo>
                  <a:pt x="236463" y="3694"/>
                </a:lnTo>
                <a:lnTo>
                  <a:pt x="193033" y="14388"/>
                </a:lnTo>
                <a:lnTo>
                  <a:pt x="152536" y="31503"/>
                </a:lnTo>
                <a:lnTo>
                  <a:pt x="115554" y="54455"/>
                </a:lnTo>
                <a:lnTo>
                  <a:pt x="82667" y="82665"/>
                </a:lnTo>
                <a:lnTo>
                  <a:pt x="54456" y="115551"/>
                </a:lnTo>
                <a:lnTo>
                  <a:pt x="31503" y="152532"/>
                </a:lnTo>
                <a:lnTo>
                  <a:pt x="14388" y="193026"/>
                </a:lnTo>
                <a:lnTo>
                  <a:pt x="3694" y="236453"/>
                </a:lnTo>
                <a:lnTo>
                  <a:pt x="0" y="282232"/>
                </a:lnTo>
                <a:lnTo>
                  <a:pt x="3694" y="328013"/>
                </a:lnTo>
                <a:lnTo>
                  <a:pt x="14388" y="371443"/>
                </a:lnTo>
                <a:lnTo>
                  <a:pt x="31503" y="411939"/>
                </a:lnTo>
                <a:lnTo>
                  <a:pt x="54456" y="448922"/>
                </a:lnTo>
                <a:lnTo>
                  <a:pt x="82667" y="481809"/>
                </a:lnTo>
                <a:lnTo>
                  <a:pt x="115554" y="510020"/>
                </a:lnTo>
                <a:lnTo>
                  <a:pt x="152536" y="532973"/>
                </a:lnTo>
                <a:lnTo>
                  <a:pt x="193033" y="550087"/>
                </a:lnTo>
                <a:lnTo>
                  <a:pt x="236463" y="560782"/>
                </a:lnTo>
                <a:lnTo>
                  <a:pt x="282244" y="564476"/>
                </a:lnTo>
                <a:close/>
              </a:path>
            </a:pathLst>
          </a:custGeom>
          <a:solidFill>
            <a:schemeClr val="bg1"/>
          </a:solidFill>
          <a:ln w="6350">
            <a:solidFill>
              <a:schemeClr val="accent5"/>
            </a:solidFill>
          </a:ln>
        </p:spPr>
        <p:txBody>
          <a:bodyPr wrap="square" lIns="0" tIns="0" rIns="0" bIns="0" rtlCol="0"/>
          <a:lstStyle/>
          <a:p>
            <a:endParaRPr/>
          </a:p>
        </p:txBody>
      </p:sp>
      <p:sp>
        <p:nvSpPr>
          <p:cNvPr id="59" name="object 10">
            <a:extLst>
              <a:ext uri="{FF2B5EF4-FFF2-40B4-BE49-F238E27FC236}">
                <a16:creationId xmlns:a16="http://schemas.microsoft.com/office/drawing/2014/main" id="{3B1E8CC5-F6B4-0392-D064-45F09543B13F}"/>
              </a:ext>
            </a:extLst>
          </p:cNvPr>
          <p:cNvSpPr>
            <a:spLocks noChangeAspect="1"/>
          </p:cNvSpPr>
          <p:nvPr/>
        </p:nvSpPr>
        <p:spPr>
          <a:xfrm>
            <a:off x="9935489" y="2487898"/>
            <a:ext cx="640080" cy="640080"/>
          </a:xfrm>
          <a:custGeom>
            <a:avLst/>
            <a:gdLst/>
            <a:ahLst/>
            <a:cxnLst/>
            <a:rect l="l" t="t" r="r" b="b"/>
            <a:pathLst>
              <a:path w="564514" h="564514">
                <a:moveTo>
                  <a:pt x="282244" y="564476"/>
                </a:moveTo>
                <a:lnTo>
                  <a:pt x="328026" y="560782"/>
                </a:lnTo>
                <a:lnTo>
                  <a:pt x="371456" y="550087"/>
                </a:lnTo>
                <a:lnTo>
                  <a:pt x="411952" y="532973"/>
                </a:lnTo>
                <a:lnTo>
                  <a:pt x="448935" y="510020"/>
                </a:lnTo>
                <a:lnTo>
                  <a:pt x="481822" y="481809"/>
                </a:lnTo>
                <a:lnTo>
                  <a:pt x="510032" y="448922"/>
                </a:lnTo>
                <a:lnTo>
                  <a:pt x="532986" y="411939"/>
                </a:lnTo>
                <a:lnTo>
                  <a:pt x="550100" y="371443"/>
                </a:lnTo>
                <a:lnTo>
                  <a:pt x="560795" y="328013"/>
                </a:lnTo>
                <a:lnTo>
                  <a:pt x="564489" y="282232"/>
                </a:lnTo>
                <a:lnTo>
                  <a:pt x="560795" y="236453"/>
                </a:lnTo>
                <a:lnTo>
                  <a:pt x="550100" y="193026"/>
                </a:lnTo>
                <a:lnTo>
                  <a:pt x="532986" y="152532"/>
                </a:lnTo>
                <a:lnTo>
                  <a:pt x="510032" y="115551"/>
                </a:lnTo>
                <a:lnTo>
                  <a:pt x="481822" y="82665"/>
                </a:lnTo>
                <a:lnTo>
                  <a:pt x="448935" y="54455"/>
                </a:lnTo>
                <a:lnTo>
                  <a:pt x="411952" y="31503"/>
                </a:lnTo>
                <a:lnTo>
                  <a:pt x="371456" y="14388"/>
                </a:lnTo>
                <a:lnTo>
                  <a:pt x="328026" y="3694"/>
                </a:lnTo>
                <a:lnTo>
                  <a:pt x="282244" y="0"/>
                </a:lnTo>
                <a:lnTo>
                  <a:pt x="236463" y="3694"/>
                </a:lnTo>
                <a:lnTo>
                  <a:pt x="193033" y="14388"/>
                </a:lnTo>
                <a:lnTo>
                  <a:pt x="152536" y="31503"/>
                </a:lnTo>
                <a:lnTo>
                  <a:pt x="115554" y="54455"/>
                </a:lnTo>
                <a:lnTo>
                  <a:pt x="82667" y="82665"/>
                </a:lnTo>
                <a:lnTo>
                  <a:pt x="54456" y="115551"/>
                </a:lnTo>
                <a:lnTo>
                  <a:pt x="31503" y="152532"/>
                </a:lnTo>
                <a:lnTo>
                  <a:pt x="14388" y="193026"/>
                </a:lnTo>
                <a:lnTo>
                  <a:pt x="3694" y="236453"/>
                </a:lnTo>
                <a:lnTo>
                  <a:pt x="0" y="282232"/>
                </a:lnTo>
                <a:lnTo>
                  <a:pt x="3694" y="328013"/>
                </a:lnTo>
                <a:lnTo>
                  <a:pt x="14388" y="371443"/>
                </a:lnTo>
                <a:lnTo>
                  <a:pt x="31503" y="411939"/>
                </a:lnTo>
                <a:lnTo>
                  <a:pt x="54456" y="448922"/>
                </a:lnTo>
                <a:lnTo>
                  <a:pt x="82667" y="481809"/>
                </a:lnTo>
                <a:lnTo>
                  <a:pt x="115554" y="510020"/>
                </a:lnTo>
                <a:lnTo>
                  <a:pt x="152536" y="532973"/>
                </a:lnTo>
                <a:lnTo>
                  <a:pt x="193033" y="550087"/>
                </a:lnTo>
                <a:lnTo>
                  <a:pt x="236463" y="560782"/>
                </a:lnTo>
                <a:lnTo>
                  <a:pt x="282244" y="564476"/>
                </a:lnTo>
                <a:close/>
              </a:path>
            </a:pathLst>
          </a:custGeom>
          <a:solidFill>
            <a:schemeClr val="bg1"/>
          </a:solidFill>
          <a:ln w="6350">
            <a:solidFill>
              <a:schemeClr val="accent5"/>
            </a:solidFill>
          </a:ln>
        </p:spPr>
        <p:txBody>
          <a:bodyPr wrap="square" lIns="0" tIns="0" rIns="0" bIns="0" rtlCol="0"/>
          <a:lstStyle/>
          <a:p>
            <a:endParaRPr/>
          </a:p>
        </p:txBody>
      </p:sp>
      <p:sp>
        <p:nvSpPr>
          <p:cNvPr id="18" name="object 10">
            <a:extLst>
              <a:ext uri="{FF2B5EF4-FFF2-40B4-BE49-F238E27FC236}">
                <a16:creationId xmlns:a16="http://schemas.microsoft.com/office/drawing/2014/main" id="{8B98BB41-5EAF-EE64-991A-34AB1BFC5CA4}"/>
              </a:ext>
            </a:extLst>
          </p:cNvPr>
          <p:cNvSpPr>
            <a:spLocks noChangeAspect="1"/>
          </p:cNvSpPr>
          <p:nvPr/>
        </p:nvSpPr>
        <p:spPr>
          <a:xfrm>
            <a:off x="1603147" y="2487898"/>
            <a:ext cx="640080" cy="640080"/>
          </a:xfrm>
          <a:custGeom>
            <a:avLst/>
            <a:gdLst/>
            <a:ahLst/>
            <a:cxnLst/>
            <a:rect l="l" t="t" r="r" b="b"/>
            <a:pathLst>
              <a:path w="564514" h="564514">
                <a:moveTo>
                  <a:pt x="282244" y="564476"/>
                </a:moveTo>
                <a:lnTo>
                  <a:pt x="328026" y="560782"/>
                </a:lnTo>
                <a:lnTo>
                  <a:pt x="371456" y="550087"/>
                </a:lnTo>
                <a:lnTo>
                  <a:pt x="411952" y="532973"/>
                </a:lnTo>
                <a:lnTo>
                  <a:pt x="448935" y="510020"/>
                </a:lnTo>
                <a:lnTo>
                  <a:pt x="481822" y="481809"/>
                </a:lnTo>
                <a:lnTo>
                  <a:pt x="510032" y="448922"/>
                </a:lnTo>
                <a:lnTo>
                  <a:pt x="532986" y="411939"/>
                </a:lnTo>
                <a:lnTo>
                  <a:pt x="550100" y="371443"/>
                </a:lnTo>
                <a:lnTo>
                  <a:pt x="560795" y="328013"/>
                </a:lnTo>
                <a:lnTo>
                  <a:pt x="564489" y="282232"/>
                </a:lnTo>
                <a:lnTo>
                  <a:pt x="560795" y="236453"/>
                </a:lnTo>
                <a:lnTo>
                  <a:pt x="550100" y="193026"/>
                </a:lnTo>
                <a:lnTo>
                  <a:pt x="532986" y="152532"/>
                </a:lnTo>
                <a:lnTo>
                  <a:pt x="510032" y="115551"/>
                </a:lnTo>
                <a:lnTo>
                  <a:pt x="481822" y="82665"/>
                </a:lnTo>
                <a:lnTo>
                  <a:pt x="448935" y="54455"/>
                </a:lnTo>
                <a:lnTo>
                  <a:pt x="411952" y="31503"/>
                </a:lnTo>
                <a:lnTo>
                  <a:pt x="371456" y="14388"/>
                </a:lnTo>
                <a:lnTo>
                  <a:pt x="328026" y="3694"/>
                </a:lnTo>
                <a:lnTo>
                  <a:pt x="282244" y="0"/>
                </a:lnTo>
                <a:lnTo>
                  <a:pt x="236463" y="3694"/>
                </a:lnTo>
                <a:lnTo>
                  <a:pt x="193033" y="14388"/>
                </a:lnTo>
                <a:lnTo>
                  <a:pt x="152536" y="31503"/>
                </a:lnTo>
                <a:lnTo>
                  <a:pt x="115554" y="54455"/>
                </a:lnTo>
                <a:lnTo>
                  <a:pt x="82667" y="82665"/>
                </a:lnTo>
                <a:lnTo>
                  <a:pt x="54456" y="115551"/>
                </a:lnTo>
                <a:lnTo>
                  <a:pt x="31503" y="152532"/>
                </a:lnTo>
                <a:lnTo>
                  <a:pt x="14388" y="193026"/>
                </a:lnTo>
                <a:lnTo>
                  <a:pt x="3694" y="236453"/>
                </a:lnTo>
                <a:lnTo>
                  <a:pt x="0" y="282232"/>
                </a:lnTo>
                <a:lnTo>
                  <a:pt x="3694" y="328013"/>
                </a:lnTo>
                <a:lnTo>
                  <a:pt x="14388" y="371443"/>
                </a:lnTo>
                <a:lnTo>
                  <a:pt x="31503" y="411939"/>
                </a:lnTo>
                <a:lnTo>
                  <a:pt x="54456" y="448922"/>
                </a:lnTo>
                <a:lnTo>
                  <a:pt x="82667" y="481809"/>
                </a:lnTo>
                <a:lnTo>
                  <a:pt x="115554" y="510020"/>
                </a:lnTo>
                <a:lnTo>
                  <a:pt x="152536" y="532973"/>
                </a:lnTo>
                <a:lnTo>
                  <a:pt x="193033" y="550087"/>
                </a:lnTo>
                <a:lnTo>
                  <a:pt x="236463" y="560782"/>
                </a:lnTo>
                <a:lnTo>
                  <a:pt x="282244" y="564476"/>
                </a:lnTo>
                <a:close/>
              </a:path>
            </a:pathLst>
          </a:custGeom>
          <a:solidFill>
            <a:schemeClr val="bg1"/>
          </a:solidFill>
          <a:ln w="6350">
            <a:solidFill>
              <a:schemeClr val="accent5"/>
            </a:solidFill>
          </a:ln>
        </p:spPr>
        <p:txBody>
          <a:bodyPr wrap="square" lIns="0" tIns="0" rIns="0" bIns="0" rtlCol="0"/>
          <a:lstStyle/>
          <a:p>
            <a:endParaRPr/>
          </a:p>
        </p:txBody>
      </p:sp>
      <p:sp>
        <p:nvSpPr>
          <p:cNvPr id="4" name="Text Placeholder 3">
            <a:extLst>
              <a:ext uri="{FF2B5EF4-FFF2-40B4-BE49-F238E27FC236}">
                <a16:creationId xmlns:a16="http://schemas.microsoft.com/office/drawing/2014/main" id="{8B32B808-D26D-CCA0-AEDF-F4B1649BCFB6}"/>
              </a:ext>
            </a:extLst>
          </p:cNvPr>
          <p:cNvSpPr>
            <a:spLocks noGrp="1"/>
          </p:cNvSpPr>
          <p:nvPr>
            <p:ph type="body" sz="quarter" idx="13"/>
          </p:nvPr>
        </p:nvSpPr>
        <p:spPr/>
        <p:txBody>
          <a:bodyPr/>
          <a:lstStyle/>
          <a:p>
            <a:r>
              <a:rPr lang="en-CA"/>
              <a:t>OUR STRATEGY</a:t>
            </a:r>
          </a:p>
        </p:txBody>
      </p:sp>
      <p:sp>
        <p:nvSpPr>
          <p:cNvPr id="3" name="Title 2">
            <a:extLst>
              <a:ext uri="{FF2B5EF4-FFF2-40B4-BE49-F238E27FC236}">
                <a16:creationId xmlns:a16="http://schemas.microsoft.com/office/drawing/2014/main" id="{4B1D6CD3-EC60-8C3F-9B2C-9E112A3D700F}"/>
              </a:ext>
            </a:extLst>
          </p:cNvPr>
          <p:cNvSpPr>
            <a:spLocks noGrp="1"/>
          </p:cNvSpPr>
          <p:nvPr>
            <p:ph type="title"/>
          </p:nvPr>
        </p:nvSpPr>
        <p:spPr/>
        <p:txBody>
          <a:bodyPr/>
          <a:lstStyle/>
          <a:p>
            <a:r>
              <a:rPr lang="en-US"/>
              <a:t>The Leasing Process</a:t>
            </a:r>
          </a:p>
        </p:txBody>
      </p:sp>
      <p:sp>
        <p:nvSpPr>
          <p:cNvPr id="8" name="Text Placeholder 7">
            <a:extLst>
              <a:ext uri="{FF2B5EF4-FFF2-40B4-BE49-F238E27FC236}">
                <a16:creationId xmlns:a16="http://schemas.microsoft.com/office/drawing/2014/main" id="{D5F15B01-F8D7-FDD2-B327-4CF675D978A6}"/>
              </a:ext>
            </a:extLst>
          </p:cNvPr>
          <p:cNvSpPr>
            <a:spLocks noGrp="1"/>
          </p:cNvSpPr>
          <p:nvPr>
            <p:ph type="body" sz="quarter" idx="14"/>
          </p:nvPr>
        </p:nvSpPr>
        <p:spPr/>
        <p:txBody>
          <a:bodyPr/>
          <a:lstStyle/>
          <a:p>
            <a:endParaRPr lang="en-CA"/>
          </a:p>
        </p:txBody>
      </p:sp>
      <p:sp>
        <p:nvSpPr>
          <p:cNvPr id="6" name="Footer Placeholder 5">
            <a:extLst>
              <a:ext uri="{FF2B5EF4-FFF2-40B4-BE49-F238E27FC236}">
                <a16:creationId xmlns:a16="http://schemas.microsoft.com/office/drawing/2014/main" id="{9CDA6BC3-DDCA-2410-921F-FAA893B01ED8}"/>
              </a:ext>
            </a:extLst>
          </p:cNvPr>
          <p:cNvSpPr>
            <a:spLocks noGrp="1"/>
          </p:cNvSpPr>
          <p:nvPr>
            <p:ph type="ftr" sz="quarter" idx="11"/>
          </p:nvPr>
        </p:nvSpPr>
        <p:spPr/>
        <p:txBody>
          <a:bodyPr/>
          <a:lstStyle/>
          <a:p>
            <a:r>
              <a:rPr lang="en-US"/>
              <a:t>Colliers</a:t>
            </a:r>
          </a:p>
        </p:txBody>
      </p:sp>
      <p:sp>
        <p:nvSpPr>
          <p:cNvPr id="7" name="Slide Number Placeholder 6">
            <a:extLst>
              <a:ext uri="{FF2B5EF4-FFF2-40B4-BE49-F238E27FC236}">
                <a16:creationId xmlns:a16="http://schemas.microsoft.com/office/drawing/2014/main" id="{BEEFAE86-98B6-A9DC-95A5-7A423757BC8F}"/>
              </a:ext>
            </a:extLst>
          </p:cNvPr>
          <p:cNvSpPr>
            <a:spLocks noGrp="1"/>
          </p:cNvSpPr>
          <p:nvPr>
            <p:ph type="sldNum" sz="quarter" idx="12"/>
          </p:nvPr>
        </p:nvSpPr>
        <p:spPr/>
        <p:txBody>
          <a:bodyPr/>
          <a:lstStyle/>
          <a:p>
            <a:fld id="{23AA811B-2EBD-4900-905E-5BE206449611}" type="slidenum">
              <a:rPr lang="en-US" smtClean="0"/>
              <a:pPr/>
              <a:t>50</a:t>
            </a:fld>
            <a:endParaRPr lang="en-US"/>
          </a:p>
        </p:txBody>
      </p:sp>
      <p:sp>
        <p:nvSpPr>
          <p:cNvPr id="10" name="object 2">
            <a:extLst>
              <a:ext uri="{FF2B5EF4-FFF2-40B4-BE49-F238E27FC236}">
                <a16:creationId xmlns:a16="http://schemas.microsoft.com/office/drawing/2014/main" id="{68440498-A521-E28C-3ACB-506476780917}"/>
              </a:ext>
            </a:extLst>
          </p:cNvPr>
          <p:cNvSpPr/>
          <p:nvPr/>
        </p:nvSpPr>
        <p:spPr>
          <a:xfrm>
            <a:off x="0" y="3614531"/>
            <a:ext cx="12192000" cy="3060861"/>
          </a:xfrm>
          <a:custGeom>
            <a:avLst/>
            <a:gdLst/>
            <a:ahLst/>
            <a:cxnLst/>
            <a:rect l="l" t="t" r="r" b="b"/>
            <a:pathLst>
              <a:path w="10058400" h="2940050">
                <a:moveTo>
                  <a:pt x="0" y="0"/>
                </a:moveTo>
                <a:lnTo>
                  <a:pt x="0" y="2939796"/>
                </a:lnTo>
                <a:lnTo>
                  <a:pt x="10058400" y="2939796"/>
                </a:lnTo>
                <a:lnTo>
                  <a:pt x="10058400" y="0"/>
                </a:lnTo>
                <a:lnTo>
                  <a:pt x="0" y="0"/>
                </a:lnTo>
                <a:close/>
              </a:path>
            </a:pathLst>
          </a:custGeom>
          <a:solidFill>
            <a:srgbClr val="E5E8F2"/>
          </a:solidFill>
        </p:spPr>
        <p:txBody>
          <a:bodyPr wrap="square" lIns="0" tIns="0" rIns="0" bIns="0" rtlCol="0"/>
          <a:lstStyle/>
          <a:p>
            <a:endParaRPr/>
          </a:p>
        </p:txBody>
      </p:sp>
      <p:sp>
        <p:nvSpPr>
          <p:cNvPr id="11" name="object 3">
            <a:extLst>
              <a:ext uri="{FF2B5EF4-FFF2-40B4-BE49-F238E27FC236}">
                <a16:creationId xmlns:a16="http://schemas.microsoft.com/office/drawing/2014/main" id="{C8C94DE0-5810-E868-C773-5D5E6604764D}"/>
              </a:ext>
            </a:extLst>
          </p:cNvPr>
          <p:cNvSpPr txBox="1"/>
          <p:nvPr/>
        </p:nvSpPr>
        <p:spPr>
          <a:xfrm>
            <a:off x="647701" y="2415625"/>
            <a:ext cx="2563810" cy="1213794"/>
          </a:xfrm>
          <a:prstGeom prst="rect">
            <a:avLst/>
          </a:prstGeom>
        </p:spPr>
        <p:txBody>
          <a:bodyPr vert="horz" wrap="square" lIns="0" tIns="13335" rIns="0" bIns="0" rtlCol="0">
            <a:spAutoFit/>
          </a:bodyPr>
          <a:lstStyle/>
          <a:p>
            <a:pPr algn="ctr">
              <a:lnSpc>
                <a:spcPct val="100000"/>
              </a:lnSpc>
            </a:pPr>
            <a:r>
              <a:rPr sz="4400" b="0" i="1" spc="-50">
                <a:latin typeface="MerriweatherLight"/>
                <a:cs typeface="MerriweatherLight"/>
              </a:rPr>
              <a:t>1</a:t>
            </a:r>
            <a:endParaRPr sz="4400">
              <a:latin typeface="MerriweatherLight"/>
              <a:cs typeface="MerriweatherLight"/>
            </a:endParaRPr>
          </a:p>
          <a:p>
            <a:pPr marL="12700" marR="5080" indent="-16510" algn="ctr">
              <a:spcBef>
                <a:spcPts val="1200"/>
              </a:spcBef>
            </a:pPr>
            <a:r>
              <a:rPr sz="1100" spc="114">
                <a:latin typeface="Open Sans"/>
                <a:cs typeface="Open Sans"/>
              </a:rPr>
              <a:t>LAUNCH</a:t>
            </a:r>
            <a:r>
              <a:rPr sz="1100" spc="295">
                <a:latin typeface="Open Sans"/>
                <a:cs typeface="Open Sans"/>
              </a:rPr>
              <a:t> </a:t>
            </a:r>
            <a:br>
              <a:rPr lang="en-CA" sz="1100" spc="295">
                <a:latin typeface="Open Sans"/>
                <a:cs typeface="Open Sans"/>
              </a:rPr>
            </a:br>
            <a:r>
              <a:rPr sz="1100" spc="-50">
                <a:latin typeface="Open Sans"/>
                <a:cs typeface="Open Sans"/>
              </a:rPr>
              <a:t>&amp;</a:t>
            </a:r>
            <a:r>
              <a:rPr sz="1100" spc="114">
                <a:latin typeface="Open Sans"/>
                <a:cs typeface="Open Sans"/>
              </a:rPr>
              <a:t> DISCOVERY </a:t>
            </a:r>
            <a:endParaRPr sz="1100">
              <a:latin typeface="Open Sans"/>
              <a:cs typeface="Open Sans"/>
            </a:endParaRPr>
          </a:p>
        </p:txBody>
      </p:sp>
      <p:sp>
        <p:nvSpPr>
          <p:cNvPr id="12" name="object 4">
            <a:extLst>
              <a:ext uri="{FF2B5EF4-FFF2-40B4-BE49-F238E27FC236}">
                <a16:creationId xmlns:a16="http://schemas.microsoft.com/office/drawing/2014/main" id="{718E022F-581B-C1E6-DC0C-2423E6316487}"/>
              </a:ext>
            </a:extLst>
          </p:cNvPr>
          <p:cNvSpPr txBox="1"/>
          <p:nvPr/>
        </p:nvSpPr>
        <p:spPr>
          <a:xfrm>
            <a:off x="647701" y="1897200"/>
            <a:ext cx="2562224" cy="264175"/>
          </a:xfrm>
          <a:prstGeom prst="rect">
            <a:avLst/>
          </a:prstGeom>
          <a:noFill/>
        </p:spPr>
        <p:txBody>
          <a:bodyPr vert="horz" wrap="square" lIns="0" tIns="48260" rIns="0" bIns="0" rtlCol="0">
            <a:spAutoFit/>
          </a:bodyPr>
          <a:lstStyle/>
          <a:p>
            <a:pPr marL="71755" algn="ctr">
              <a:lnSpc>
                <a:spcPct val="100000"/>
              </a:lnSpc>
              <a:spcBef>
                <a:spcPts val="380"/>
              </a:spcBef>
            </a:pPr>
            <a:r>
              <a:rPr sz="1400">
                <a:solidFill>
                  <a:schemeClr val="accent5"/>
                </a:solidFill>
                <a:latin typeface="Open Sans"/>
                <a:cs typeface="Open Sans"/>
              </a:rPr>
              <a:t>April</a:t>
            </a:r>
            <a:r>
              <a:rPr sz="1400" spc="20">
                <a:solidFill>
                  <a:schemeClr val="accent5"/>
                </a:solidFill>
                <a:latin typeface="Open Sans"/>
                <a:cs typeface="Open Sans"/>
              </a:rPr>
              <a:t> </a:t>
            </a:r>
            <a:r>
              <a:rPr sz="1400">
                <a:solidFill>
                  <a:schemeClr val="accent5"/>
                </a:solidFill>
                <a:latin typeface="Open Sans"/>
                <a:cs typeface="Open Sans"/>
              </a:rPr>
              <a:t>1,</a:t>
            </a:r>
            <a:r>
              <a:rPr sz="1400" spc="25">
                <a:solidFill>
                  <a:schemeClr val="accent5"/>
                </a:solidFill>
                <a:latin typeface="Open Sans"/>
                <a:cs typeface="Open Sans"/>
              </a:rPr>
              <a:t> </a:t>
            </a:r>
            <a:r>
              <a:rPr sz="1400" spc="-20">
                <a:solidFill>
                  <a:schemeClr val="accent5"/>
                </a:solidFill>
                <a:latin typeface="Open Sans"/>
                <a:cs typeface="Open Sans"/>
              </a:rPr>
              <a:t>2024</a:t>
            </a:r>
            <a:endParaRPr sz="1400">
              <a:solidFill>
                <a:schemeClr val="accent5"/>
              </a:solidFill>
              <a:latin typeface="Open Sans"/>
              <a:cs typeface="Open Sans"/>
            </a:endParaRPr>
          </a:p>
        </p:txBody>
      </p:sp>
      <p:sp>
        <p:nvSpPr>
          <p:cNvPr id="13" name="object 5">
            <a:extLst>
              <a:ext uri="{FF2B5EF4-FFF2-40B4-BE49-F238E27FC236}">
                <a16:creationId xmlns:a16="http://schemas.microsoft.com/office/drawing/2014/main" id="{8A1AE79C-D518-5A5B-928B-268D7C262F13}"/>
              </a:ext>
            </a:extLst>
          </p:cNvPr>
          <p:cNvSpPr txBox="1"/>
          <p:nvPr/>
        </p:nvSpPr>
        <p:spPr>
          <a:xfrm>
            <a:off x="8980489" y="3652018"/>
            <a:ext cx="2562224" cy="2516073"/>
          </a:xfrm>
          <a:prstGeom prst="rect">
            <a:avLst/>
          </a:prstGeom>
        </p:spPr>
        <p:txBody>
          <a:bodyPr vert="horz" wrap="square" lIns="182880" tIns="182880" rIns="91440" bIns="182880" rtlCol="0">
            <a:spAutoFit/>
          </a:bodyPr>
          <a:lstStyle/>
          <a:p>
            <a:pPr marL="189230" marR="38100" indent="-177165">
              <a:lnSpc>
                <a:spcPct val="100000"/>
              </a:lnSpc>
              <a:spcBef>
                <a:spcPts val="100"/>
              </a:spcBef>
              <a:buChar char="•"/>
              <a:tabLst>
                <a:tab pos="189230" algn="l"/>
              </a:tabLst>
            </a:pPr>
            <a:r>
              <a:rPr sz="1100">
                <a:cs typeface="Open Sans"/>
              </a:rPr>
              <a:t>Complete </a:t>
            </a:r>
            <a:r>
              <a:rPr sz="1100" spc="-10">
                <a:cs typeface="Open Sans"/>
              </a:rPr>
              <a:t>tenant </a:t>
            </a:r>
            <a:r>
              <a:rPr sz="1100">
                <a:cs typeface="Open Sans"/>
              </a:rPr>
              <a:t>improvement design </a:t>
            </a:r>
            <a:r>
              <a:rPr sz="1100" spc="-25">
                <a:cs typeface="Open Sans"/>
              </a:rPr>
              <a:t>and </a:t>
            </a:r>
            <a:r>
              <a:rPr sz="1100">
                <a:cs typeface="Open Sans"/>
              </a:rPr>
              <a:t>project </a:t>
            </a:r>
            <a:r>
              <a:rPr sz="1100" spc="-10">
                <a:cs typeface="Open Sans"/>
              </a:rPr>
              <a:t>management</a:t>
            </a:r>
            <a:endParaRPr sz="1100">
              <a:cs typeface="Open Sans"/>
            </a:endParaRPr>
          </a:p>
          <a:p>
            <a:pPr marL="189230" marR="203835" indent="-177165">
              <a:lnSpc>
                <a:spcPct val="100000"/>
              </a:lnSpc>
              <a:spcBef>
                <a:spcPts val="520"/>
              </a:spcBef>
              <a:buChar char="•"/>
              <a:tabLst>
                <a:tab pos="189230" algn="l"/>
              </a:tabLst>
            </a:pPr>
            <a:r>
              <a:rPr sz="1100">
                <a:cs typeface="Open Sans"/>
              </a:rPr>
              <a:t>Scheduling of </a:t>
            </a:r>
            <a:r>
              <a:rPr sz="1100" spc="-10">
                <a:cs typeface="Open Sans"/>
              </a:rPr>
              <a:t>service </a:t>
            </a:r>
            <a:r>
              <a:rPr sz="1100">
                <a:cs typeface="Open Sans"/>
              </a:rPr>
              <a:t>suppliers</a:t>
            </a:r>
            <a:r>
              <a:rPr sz="1100" spc="-20">
                <a:cs typeface="Open Sans"/>
              </a:rPr>
              <a:t> </a:t>
            </a:r>
            <a:r>
              <a:rPr sz="1100">
                <a:cs typeface="Open Sans"/>
              </a:rPr>
              <a:t>and</a:t>
            </a:r>
            <a:r>
              <a:rPr sz="1100" spc="-20">
                <a:cs typeface="Open Sans"/>
              </a:rPr>
              <a:t> </a:t>
            </a:r>
            <a:r>
              <a:rPr sz="1100" spc="-10">
                <a:cs typeface="Open Sans"/>
              </a:rPr>
              <a:t>meeting timelines</a:t>
            </a:r>
            <a:endParaRPr sz="1100">
              <a:cs typeface="Open Sans"/>
            </a:endParaRPr>
          </a:p>
          <a:p>
            <a:pPr marL="189230" marR="5080" indent="-177165">
              <a:lnSpc>
                <a:spcPct val="100000"/>
              </a:lnSpc>
              <a:spcBef>
                <a:spcPts val="520"/>
              </a:spcBef>
              <a:buChar char="•"/>
              <a:tabLst>
                <a:tab pos="189230" algn="l"/>
              </a:tabLst>
            </a:pPr>
            <a:r>
              <a:rPr sz="1100">
                <a:cs typeface="Open Sans"/>
              </a:rPr>
              <a:t>Construction / </a:t>
            </a:r>
            <a:r>
              <a:rPr sz="1100" spc="-10">
                <a:cs typeface="Open Sans"/>
              </a:rPr>
              <a:t>renovation </a:t>
            </a:r>
            <a:r>
              <a:rPr sz="1100">
                <a:cs typeface="Open Sans"/>
              </a:rPr>
              <a:t>supervision </a:t>
            </a:r>
            <a:r>
              <a:rPr sz="1100" spc="-25">
                <a:cs typeface="Open Sans"/>
              </a:rPr>
              <a:t>and </a:t>
            </a:r>
            <a:r>
              <a:rPr sz="1100" spc="-10">
                <a:cs typeface="Open Sans"/>
              </a:rPr>
              <a:t>completion,</a:t>
            </a:r>
            <a:endParaRPr sz="1100">
              <a:cs typeface="Open Sans"/>
            </a:endParaRPr>
          </a:p>
          <a:p>
            <a:pPr marL="189230">
              <a:lnSpc>
                <a:spcPct val="100000"/>
              </a:lnSpc>
            </a:pPr>
            <a:r>
              <a:rPr sz="1100">
                <a:cs typeface="Open Sans"/>
              </a:rPr>
              <a:t>as</a:t>
            </a:r>
            <a:r>
              <a:rPr sz="1100" spc="-5">
                <a:cs typeface="Open Sans"/>
              </a:rPr>
              <a:t> </a:t>
            </a:r>
            <a:r>
              <a:rPr sz="1100" spc="-10">
                <a:cs typeface="Open Sans"/>
              </a:rPr>
              <a:t>required</a:t>
            </a:r>
            <a:endParaRPr sz="1100">
              <a:cs typeface="Open Sans"/>
            </a:endParaRPr>
          </a:p>
          <a:p>
            <a:pPr marL="189230" marR="248285" indent="-177165">
              <a:lnSpc>
                <a:spcPct val="100000"/>
              </a:lnSpc>
              <a:spcBef>
                <a:spcPts val="525"/>
              </a:spcBef>
              <a:buChar char="•"/>
              <a:tabLst>
                <a:tab pos="189230" algn="l"/>
              </a:tabLst>
            </a:pPr>
            <a:r>
              <a:rPr sz="1100">
                <a:cs typeface="Open Sans"/>
              </a:rPr>
              <a:t>Move management </a:t>
            </a:r>
            <a:r>
              <a:rPr sz="1100" spc="-50">
                <a:cs typeface="Open Sans"/>
              </a:rPr>
              <a:t>&amp; </a:t>
            </a:r>
            <a:r>
              <a:rPr sz="1100">
                <a:cs typeface="Open Sans"/>
              </a:rPr>
              <a:t>change </a:t>
            </a:r>
            <a:r>
              <a:rPr sz="1100" spc="-10">
                <a:cs typeface="Open Sans"/>
              </a:rPr>
              <a:t>management</a:t>
            </a:r>
            <a:endParaRPr sz="1100">
              <a:cs typeface="Open Sans"/>
            </a:endParaRPr>
          </a:p>
        </p:txBody>
      </p:sp>
      <p:sp>
        <p:nvSpPr>
          <p:cNvPr id="15" name="object 7">
            <a:extLst>
              <a:ext uri="{FF2B5EF4-FFF2-40B4-BE49-F238E27FC236}">
                <a16:creationId xmlns:a16="http://schemas.microsoft.com/office/drawing/2014/main" id="{5C196B00-8814-D593-2479-D8BA4A0E15C4}"/>
              </a:ext>
            </a:extLst>
          </p:cNvPr>
          <p:cNvSpPr/>
          <p:nvPr/>
        </p:nvSpPr>
        <p:spPr>
          <a:xfrm>
            <a:off x="672068" y="2337646"/>
            <a:ext cx="2537857" cy="55417"/>
          </a:xfrm>
          <a:custGeom>
            <a:avLst/>
            <a:gdLst/>
            <a:ahLst/>
            <a:cxnLst/>
            <a:rect l="l" t="t" r="r" b="b"/>
            <a:pathLst>
              <a:path w="1865630">
                <a:moveTo>
                  <a:pt x="0" y="0"/>
                </a:moveTo>
                <a:lnTo>
                  <a:pt x="1865160" y="0"/>
                </a:lnTo>
              </a:path>
            </a:pathLst>
          </a:custGeom>
          <a:ln w="28575">
            <a:solidFill>
              <a:schemeClr val="accent5"/>
            </a:solidFill>
            <a:tailEnd type="stealth" w="lg" len="lg"/>
          </a:ln>
        </p:spPr>
        <p:txBody>
          <a:bodyPr wrap="square" lIns="0" tIns="0" rIns="0" bIns="0" rtlCol="0"/>
          <a:lstStyle/>
          <a:p>
            <a:endParaRPr/>
          </a:p>
        </p:txBody>
      </p:sp>
      <p:sp>
        <p:nvSpPr>
          <p:cNvPr id="20" name="object 12">
            <a:extLst>
              <a:ext uri="{FF2B5EF4-FFF2-40B4-BE49-F238E27FC236}">
                <a16:creationId xmlns:a16="http://schemas.microsoft.com/office/drawing/2014/main" id="{81994C50-8F12-5280-E587-4E56C6CCC099}"/>
              </a:ext>
            </a:extLst>
          </p:cNvPr>
          <p:cNvSpPr/>
          <p:nvPr/>
        </p:nvSpPr>
        <p:spPr>
          <a:xfrm>
            <a:off x="2270241" y="2880764"/>
            <a:ext cx="1788795" cy="17145"/>
          </a:xfrm>
          <a:custGeom>
            <a:avLst/>
            <a:gdLst/>
            <a:ahLst/>
            <a:cxnLst/>
            <a:rect l="l" t="t" r="r" b="b"/>
            <a:pathLst>
              <a:path w="1788795" h="17144">
                <a:moveTo>
                  <a:pt x="16916" y="8458"/>
                </a:moveTo>
                <a:lnTo>
                  <a:pt x="14439" y="2476"/>
                </a:lnTo>
                <a:lnTo>
                  <a:pt x="8458" y="0"/>
                </a:lnTo>
                <a:lnTo>
                  <a:pt x="2476" y="2476"/>
                </a:lnTo>
                <a:lnTo>
                  <a:pt x="0" y="8458"/>
                </a:lnTo>
                <a:lnTo>
                  <a:pt x="2476" y="14439"/>
                </a:lnTo>
                <a:lnTo>
                  <a:pt x="8458" y="16916"/>
                </a:lnTo>
                <a:lnTo>
                  <a:pt x="14439" y="14439"/>
                </a:lnTo>
                <a:lnTo>
                  <a:pt x="16916" y="8458"/>
                </a:lnTo>
                <a:close/>
              </a:path>
              <a:path w="1788795" h="17144">
                <a:moveTo>
                  <a:pt x="1788426" y="8458"/>
                </a:moveTo>
                <a:lnTo>
                  <a:pt x="1785950" y="2476"/>
                </a:lnTo>
                <a:lnTo>
                  <a:pt x="1779968" y="0"/>
                </a:lnTo>
                <a:lnTo>
                  <a:pt x="1773986" y="2476"/>
                </a:lnTo>
                <a:lnTo>
                  <a:pt x="1771510" y="8458"/>
                </a:lnTo>
                <a:lnTo>
                  <a:pt x="1773986" y="14439"/>
                </a:lnTo>
                <a:lnTo>
                  <a:pt x="1779968" y="16916"/>
                </a:lnTo>
                <a:lnTo>
                  <a:pt x="1785950" y="14439"/>
                </a:lnTo>
                <a:lnTo>
                  <a:pt x="1788426" y="8458"/>
                </a:lnTo>
                <a:close/>
              </a:path>
            </a:pathLst>
          </a:custGeom>
          <a:solidFill>
            <a:srgbClr val="659AD2"/>
          </a:solidFill>
        </p:spPr>
        <p:txBody>
          <a:bodyPr wrap="square" lIns="0" tIns="0" rIns="0" bIns="0" rtlCol="0"/>
          <a:lstStyle/>
          <a:p>
            <a:endParaRPr/>
          </a:p>
        </p:txBody>
      </p:sp>
      <p:sp>
        <p:nvSpPr>
          <p:cNvPr id="26" name="object 18">
            <a:extLst>
              <a:ext uri="{FF2B5EF4-FFF2-40B4-BE49-F238E27FC236}">
                <a16:creationId xmlns:a16="http://schemas.microsoft.com/office/drawing/2014/main" id="{D057D773-A0A0-AFDF-A455-53C6EC8B79D6}"/>
              </a:ext>
            </a:extLst>
          </p:cNvPr>
          <p:cNvSpPr/>
          <p:nvPr/>
        </p:nvSpPr>
        <p:spPr>
          <a:xfrm>
            <a:off x="5267337" y="2751910"/>
            <a:ext cx="1737995" cy="17145"/>
          </a:xfrm>
          <a:custGeom>
            <a:avLst/>
            <a:gdLst/>
            <a:ahLst/>
            <a:cxnLst/>
            <a:rect l="l" t="t" r="r" b="b"/>
            <a:pathLst>
              <a:path w="1737995" h="17144">
                <a:moveTo>
                  <a:pt x="16916" y="8458"/>
                </a:moveTo>
                <a:lnTo>
                  <a:pt x="14439" y="2476"/>
                </a:lnTo>
                <a:lnTo>
                  <a:pt x="8458" y="0"/>
                </a:lnTo>
                <a:lnTo>
                  <a:pt x="2476" y="2476"/>
                </a:lnTo>
                <a:lnTo>
                  <a:pt x="0" y="8458"/>
                </a:lnTo>
                <a:lnTo>
                  <a:pt x="2476" y="14439"/>
                </a:lnTo>
                <a:lnTo>
                  <a:pt x="8458" y="16916"/>
                </a:lnTo>
                <a:lnTo>
                  <a:pt x="14439" y="14439"/>
                </a:lnTo>
                <a:lnTo>
                  <a:pt x="16916" y="8458"/>
                </a:lnTo>
                <a:close/>
              </a:path>
              <a:path w="1737995" h="17144">
                <a:moveTo>
                  <a:pt x="1737626" y="8458"/>
                </a:moveTo>
                <a:lnTo>
                  <a:pt x="1735150" y="2476"/>
                </a:lnTo>
                <a:lnTo>
                  <a:pt x="1729168" y="0"/>
                </a:lnTo>
                <a:lnTo>
                  <a:pt x="1723186" y="2476"/>
                </a:lnTo>
                <a:lnTo>
                  <a:pt x="1720710" y="8458"/>
                </a:lnTo>
                <a:lnTo>
                  <a:pt x="1723186" y="14439"/>
                </a:lnTo>
                <a:lnTo>
                  <a:pt x="1729168" y="16916"/>
                </a:lnTo>
                <a:lnTo>
                  <a:pt x="1735150" y="14439"/>
                </a:lnTo>
                <a:lnTo>
                  <a:pt x="1737626" y="8458"/>
                </a:lnTo>
                <a:close/>
              </a:path>
            </a:pathLst>
          </a:custGeom>
          <a:solidFill>
            <a:srgbClr val="659AD2"/>
          </a:solidFill>
        </p:spPr>
        <p:txBody>
          <a:bodyPr wrap="square" lIns="0" tIns="0" rIns="0" bIns="0" rtlCol="0"/>
          <a:lstStyle/>
          <a:p>
            <a:endParaRPr/>
          </a:p>
        </p:txBody>
      </p:sp>
      <p:sp>
        <p:nvSpPr>
          <p:cNvPr id="27" name="object 19">
            <a:extLst>
              <a:ext uri="{FF2B5EF4-FFF2-40B4-BE49-F238E27FC236}">
                <a16:creationId xmlns:a16="http://schemas.microsoft.com/office/drawing/2014/main" id="{2D521BAE-C027-E2DD-DF3E-A5B8E7FCF1E2}"/>
              </a:ext>
            </a:extLst>
          </p:cNvPr>
          <p:cNvSpPr txBox="1"/>
          <p:nvPr/>
        </p:nvSpPr>
        <p:spPr>
          <a:xfrm>
            <a:off x="647700" y="3652018"/>
            <a:ext cx="2563811" cy="2877711"/>
          </a:xfrm>
          <a:prstGeom prst="rect">
            <a:avLst/>
          </a:prstGeom>
        </p:spPr>
        <p:txBody>
          <a:bodyPr vert="horz" wrap="square" lIns="182880" tIns="182880" rIns="91440" bIns="182880" rtlCol="0">
            <a:spAutoFit/>
          </a:bodyPr>
          <a:lstStyle/>
          <a:p>
            <a:pPr marL="189230" indent="-176530">
              <a:lnSpc>
                <a:spcPct val="100000"/>
              </a:lnSpc>
              <a:spcBef>
                <a:spcPts val="620"/>
              </a:spcBef>
              <a:buChar char="•"/>
              <a:tabLst>
                <a:tab pos="189230" algn="l"/>
              </a:tabLst>
            </a:pPr>
            <a:r>
              <a:rPr sz="1100">
                <a:cs typeface="Open Sans"/>
              </a:rPr>
              <a:t>Project</a:t>
            </a:r>
            <a:r>
              <a:rPr sz="1100" spc="25">
                <a:cs typeface="Open Sans"/>
              </a:rPr>
              <a:t> </a:t>
            </a:r>
            <a:r>
              <a:rPr sz="1100" spc="-10">
                <a:cs typeface="Open Sans"/>
              </a:rPr>
              <a:t>Kick-</a:t>
            </a:r>
            <a:r>
              <a:rPr sz="1100" spc="-25">
                <a:cs typeface="Open Sans"/>
              </a:rPr>
              <a:t>off</a:t>
            </a:r>
            <a:endParaRPr sz="1100">
              <a:cs typeface="Open Sans"/>
            </a:endParaRPr>
          </a:p>
          <a:p>
            <a:pPr marL="189230" marR="581025" indent="-177165">
              <a:lnSpc>
                <a:spcPct val="100000"/>
              </a:lnSpc>
              <a:spcBef>
                <a:spcPts val="520"/>
              </a:spcBef>
              <a:buChar char="•"/>
              <a:tabLst>
                <a:tab pos="189230" algn="l"/>
              </a:tabLst>
            </a:pPr>
            <a:r>
              <a:rPr sz="1100">
                <a:cs typeface="Open Sans"/>
              </a:rPr>
              <a:t>Determine </a:t>
            </a:r>
            <a:r>
              <a:rPr sz="1100" spc="-10">
                <a:cs typeface="Open Sans"/>
              </a:rPr>
              <a:t>roles, responsibilities,</a:t>
            </a:r>
            <a:r>
              <a:rPr sz="1100" spc="500">
                <a:cs typeface="Open Sans"/>
              </a:rPr>
              <a:t> </a:t>
            </a:r>
            <a:r>
              <a:rPr sz="1100">
                <a:cs typeface="Open Sans"/>
              </a:rPr>
              <a:t>and </a:t>
            </a:r>
            <a:r>
              <a:rPr sz="1100" spc="-10">
                <a:cs typeface="Open Sans"/>
              </a:rPr>
              <a:t>accountabilities</a:t>
            </a:r>
            <a:endParaRPr sz="1100">
              <a:cs typeface="Open Sans"/>
            </a:endParaRPr>
          </a:p>
          <a:p>
            <a:pPr marL="189230" marR="62865" indent="-177165">
              <a:lnSpc>
                <a:spcPct val="100000"/>
              </a:lnSpc>
              <a:spcBef>
                <a:spcPts val="525"/>
              </a:spcBef>
              <a:buChar char="•"/>
              <a:tabLst>
                <a:tab pos="189230" algn="l"/>
              </a:tabLst>
            </a:pPr>
            <a:r>
              <a:rPr sz="1100">
                <a:cs typeface="Open Sans"/>
              </a:rPr>
              <a:t>Identify</a:t>
            </a:r>
            <a:r>
              <a:rPr sz="1100" spc="-10">
                <a:cs typeface="Open Sans"/>
              </a:rPr>
              <a:t> </a:t>
            </a:r>
            <a:r>
              <a:rPr sz="1100">
                <a:cs typeface="Open Sans"/>
              </a:rPr>
              <a:t>decision</a:t>
            </a:r>
            <a:r>
              <a:rPr sz="1100" spc="-10">
                <a:cs typeface="Open Sans"/>
              </a:rPr>
              <a:t> </a:t>
            </a:r>
            <a:r>
              <a:rPr sz="1100">
                <a:cs typeface="Open Sans"/>
              </a:rPr>
              <a:t>makers</a:t>
            </a:r>
            <a:r>
              <a:rPr sz="1100" spc="-5">
                <a:cs typeface="Open Sans"/>
              </a:rPr>
              <a:t> </a:t>
            </a:r>
            <a:r>
              <a:rPr sz="1100" spc="-25">
                <a:cs typeface="Open Sans"/>
              </a:rPr>
              <a:t>and </a:t>
            </a:r>
            <a:r>
              <a:rPr sz="1100">
                <a:cs typeface="Open Sans"/>
              </a:rPr>
              <a:t>confirm</a:t>
            </a:r>
            <a:r>
              <a:rPr sz="1100" spc="-20">
                <a:cs typeface="Open Sans"/>
              </a:rPr>
              <a:t> </a:t>
            </a:r>
            <a:r>
              <a:rPr sz="1100">
                <a:cs typeface="Open Sans"/>
              </a:rPr>
              <a:t>critical</a:t>
            </a:r>
            <a:r>
              <a:rPr sz="1100" spc="-10">
                <a:cs typeface="Open Sans"/>
              </a:rPr>
              <a:t> </a:t>
            </a:r>
            <a:r>
              <a:rPr sz="1100">
                <a:cs typeface="Open Sans"/>
              </a:rPr>
              <a:t>time</a:t>
            </a:r>
            <a:r>
              <a:rPr sz="1100" spc="-10">
                <a:cs typeface="Open Sans"/>
              </a:rPr>
              <a:t> </a:t>
            </a:r>
            <a:r>
              <a:rPr sz="1100" spc="-20">
                <a:cs typeface="Open Sans"/>
              </a:rPr>
              <a:t>path</a:t>
            </a:r>
            <a:endParaRPr sz="1100">
              <a:cs typeface="Open Sans"/>
            </a:endParaRPr>
          </a:p>
          <a:p>
            <a:pPr marL="189230" indent="-176530">
              <a:lnSpc>
                <a:spcPct val="100000"/>
              </a:lnSpc>
              <a:spcBef>
                <a:spcPts val="520"/>
              </a:spcBef>
              <a:buChar char="•"/>
              <a:tabLst>
                <a:tab pos="189230" algn="l"/>
              </a:tabLst>
            </a:pPr>
            <a:r>
              <a:rPr sz="1100">
                <a:cs typeface="Open Sans"/>
              </a:rPr>
              <a:t>Review</a:t>
            </a:r>
            <a:r>
              <a:rPr sz="1100" spc="-25">
                <a:cs typeface="Open Sans"/>
              </a:rPr>
              <a:t> </a:t>
            </a:r>
            <a:r>
              <a:rPr sz="1100">
                <a:cs typeface="Open Sans"/>
              </a:rPr>
              <a:t>reporting</a:t>
            </a:r>
            <a:r>
              <a:rPr sz="1100" spc="-20">
                <a:cs typeface="Open Sans"/>
              </a:rPr>
              <a:t> </a:t>
            </a:r>
            <a:r>
              <a:rPr sz="1100" spc="-10">
                <a:cs typeface="Open Sans"/>
              </a:rPr>
              <a:t>procedures</a:t>
            </a:r>
            <a:endParaRPr sz="1100">
              <a:cs typeface="Open Sans"/>
            </a:endParaRPr>
          </a:p>
          <a:p>
            <a:pPr marL="189230" marR="5080" indent="-177165">
              <a:lnSpc>
                <a:spcPct val="100000"/>
              </a:lnSpc>
              <a:spcBef>
                <a:spcPts val="525"/>
              </a:spcBef>
              <a:buChar char="•"/>
              <a:tabLst>
                <a:tab pos="189230" algn="l"/>
              </a:tabLst>
            </a:pPr>
            <a:r>
              <a:rPr sz="1100">
                <a:cs typeface="Open Sans"/>
              </a:rPr>
              <a:t>Review existing </a:t>
            </a:r>
            <a:r>
              <a:rPr sz="1100" spc="-10">
                <a:cs typeface="Open Sans"/>
              </a:rPr>
              <a:t>landlord/ </a:t>
            </a:r>
            <a:r>
              <a:rPr sz="1100">
                <a:cs typeface="Open Sans"/>
              </a:rPr>
              <a:t>developer/client </a:t>
            </a:r>
            <a:r>
              <a:rPr sz="1100" spc="-10">
                <a:cs typeface="Open Sans"/>
              </a:rPr>
              <a:t>relationships</a:t>
            </a:r>
            <a:endParaRPr sz="1100">
              <a:cs typeface="Open Sans"/>
            </a:endParaRPr>
          </a:p>
          <a:p>
            <a:pPr marL="189230" marR="160020" indent="-177165">
              <a:lnSpc>
                <a:spcPct val="100000"/>
              </a:lnSpc>
              <a:spcBef>
                <a:spcPts val="520"/>
              </a:spcBef>
              <a:buChar char="•"/>
              <a:tabLst>
                <a:tab pos="189230" algn="l"/>
              </a:tabLst>
            </a:pPr>
            <a:r>
              <a:rPr sz="1100">
                <a:cs typeface="Open Sans"/>
              </a:rPr>
              <a:t>Conduct Employee </a:t>
            </a:r>
            <a:r>
              <a:rPr sz="1100" spc="-10">
                <a:cs typeface="Open Sans"/>
              </a:rPr>
              <a:t>Surveys </a:t>
            </a:r>
            <a:r>
              <a:rPr sz="1100">
                <a:cs typeface="Open Sans"/>
              </a:rPr>
              <a:t>and workplace </a:t>
            </a:r>
            <a:r>
              <a:rPr sz="1100" spc="-10">
                <a:cs typeface="Open Sans"/>
              </a:rPr>
              <a:t>observation</a:t>
            </a:r>
            <a:endParaRPr sz="1100">
              <a:cs typeface="Open Sans"/>
            </a:endParaRPr>
          </a:p>
          <a:p>
            <a:pPr marL="189230" indent="-176530">
              <a:lnSpc>
                <a:spcPct val="100000"/>
              </a:lnSpc>
              <a:spcBef>
                <a:spcPts val="520"/>
              </a:spcBef>
              <a:buChar char="•"/>
              <a:tabLst>
                <a:tab pos="189230" algn="l"/>
              </a:tabLst>
            </a:pPr>
            <a:r>
              <a:rPr sz="1100">
                <a:cs typeface="Open Sans"/>
              </a:rPr>
              <a:t>Review existing space &amp; </a:t>
            </a:r>
            <a:r>
              <a:rPr sz="1100" spc="-10">
                <a:cs typeface="Open Sans"/>
              </a:rPr>
              <a:t>lease</a:t>
            </a:r>
            <a:endParaRPr sz="1100">
              <a:cs typeface="Open Sans"/>
            </a:endParaRPr>
          </a:p>
        </p:txBody>
      </p:sp>
      <p:sp>
        <p:nvSpPr>
          <p:cNvPr id="28" name="object 21">
            <a:extLst>
              <a:ext uri="{FF2B5EF4-FFF2-40B4-BE49-F238E27FC236}">
                <a16:creationId xmlns:a16="http://schemas.microsoft.com/office/drawing/2014/main" id="{148866DE-0631-7A3E-1DF1-97C0A132BA97}"/>
              </a:ext>
            </a:extLst>
          </p:cNvPr>
          <p:cNvSpPr txBox="1"/>
          <p:nvPr/>
        </p:nvSpPr>
        <p:spPr>
          <a:xfrm>
            <a:off x="3427411" y="3652018"/>
            <a:ext cx="2553178" cy="2813591"/>
          </a:xfrm>
          <a:prstGeom prst="rect">
            <a:avLst/>
          </a:prstGeom>
        </p:spPr>
        <p:txBody>
          <a:bodyPr vert="horz" wrap="square" lIns="182880" tIns="182880" rIns="91440" bIns="182880" rtlCol="0">
            <a:spAutoFit/>
          </a:bodyPr>
          <a:lstStyle/>
          <a:p>
            <a:pPr marL="189230" marR="5080" indent="-177165" algn="just">
              <a:lnSpc>
                <a:spcPct val="100000"/>
              </a:lnSpc>
              <a:spcBef>
                <a:spcPts val="100"/>
              </a:spcBef>
              <a:buChar char="•"/>
              <a:tabLst>
                <a:tab pos="189230" algn="l"/>
              </a:tabLst>
            </a:pPr>
            <a:r>
              <a:rPr sz="1100">
                <a:cs typeface="Open Sans"/>
              </a:rPr>
              <a:t>Determine workplace and </a:t>
            </a:r>
            <a:r>
              <a:rPr sz="1100" spc="-20">
                <a:cs typeface="Open Sans"/>
              </a:rPr>
              <a:t>real </a:t>
            </a:r>
            <a:r>
              <a:rPr sz="1100">
                <a:cs typeface="Open Sans"/>
              </a:rPr>
              <a:t>estate strategy based on </a:t>
            </a:r>
            <a:r>
              <a:rPr sz="1100" spc="-20">
                <a:cs typeface="Open Sans"/>
              </a:rPr>
              <a:t>your </a:t>
            </a:r>
            <a:r>
              <a:rPr sz="1100">
                <a:cs typeface="Open Sans"/>
              </a:rPr>
              <a:t>business</a:t>
            </a:r>
            <a:r>
              <a:rPr sz="1100" spc="-35">
                <a:cs typeface="Open Sans"/>
              </a:rPr>
              <a:t> </a:t>
            </a:r>
            <a:r>
              <a:rPr sz="1100" spc="-10">
                <a:cs typeface="Open Sans"/>
              </a:rPr>
              <a:t>needs</a:t>
            </a:r>
            <a:endParaRPr sz="1100">
              <a:cs typeface="Open Sans"/>
            </a:endParaRPr>
          </a:p>
          <a:p>
            <a:pPr marL="189230" marR="46990" indent="-177165">
              <a:lnSpc>
                <a:spcPct val="100000"/>
              </a:lnSpc>
              <a:spcBef>
                <a:spcPts val="520"/>
              </a:spcBef>
              <a:buChar char="•"/>
              <a:tabLst>
                <a:tab pos="189230" algn="l"/>
              </a:tabLst>
            </a:pPr>
            <a:r>
              <a:rPr sz="1100">
                <a:cs typeface="Open Sans"/>
              </a:rPr>
              <a:t>Define </a:t>
            </a:r>
            <a:r>
              <a:rPr sz="1100" spc="-10">
                <a:cs typeface="Open Sans"/>
              </a:rPr>
              <a:t>requirements, </a:t>
            </a:r>
            <a:r>
              <a:rPr sz="1100">
                <a:cs typeface="Open Sans"/>
              </a:rPr>
              <a:t>including initial </a:t>
            </a:r>
            <a:r>
              <a:rPr sz="1100" spc="-10">
                <a:cs typeface="Open Sans"/>
              </a:rPr>
              <a:t>area, </a:t>
            </a:r>
            <a:r>
              <a:rPr sz="1100">
                <a:cs typeface="Open Sans"/>
              </a:rPr>
              <a:t>expansion,</a:t>
            </a:r>
            <a:r>
              <a:rPr sz="1100" spc="-45">
                <a:cs typeface="Open Sans"/>
              </a:rPr>
              <a:t> </a:t>
            </a:r>
            <a:r>
              <a:rPr sz="1100">
                <a:cs typeface="Open Sans"/>
              </a:rPr>
              <a:t>term,</a:t>
            </a:r>
            <a:r>
              <a:rPr sz="1100" spc="-40">
                <a:cs typeface="Open Sans"/>
              </a:rPr>
              <a:t> </a:t>
            </a:r>
            <a:r>
              <a:rPr sz="1100">
                <a:cs typeface="Open Sans"/>
              </a:rPr>
              <a:t>options,</a:t>
            </a:r>
            <a:r>
              <a:rPr sz="1100" spc="-40">
                <a:cs typeface="Open Sans"/>
              </a:rPr>
              <a:t> </a:t>
            </a:r>
            <a:r>
              <a:rPr sz="1100" spc="-20">
                <a:cs typeface="Open Sans"/>
              </a:rPr>
              <a:t>etc.</a:t>
            </a:r>
            <a:endParaRPr sz="1100">
              <a:cs typeface="Open Sans"/>
            </a:endParaRPr>
          </a:p>
          <a:p>
            <a:pPr marL="189230" indent="-176530">
              <a:lnSpc>
                <a:spcPct val="100000"/>
              </a:lnSpc>
              <a:spcBef>
                <a:spcPts val="520"/>
              </a:spcBef>
              <a:buChar char="•"/>
              <a:tabLst>
                <a:tab pos="189230" algn="l"/>
              </a:tabLst>
            </a:pPr>
            <a:r>
              <a:rPr sz="1100">
                <a:cs typeface="Open Sans"/>
              </a:rPr>
              <a:t>Produce real estate </a:t>
            </a:r>
            <a:r>
              <a:rPr sz="1100" spc="-10">
                <a:cs typeface="Open Sans"/>
              </a:rPr>
              <a:t>brief</a:t>
            </a:r>
            <a:endParaRPr sz="1100">
              <a:cs typeface="Open Sans"/>
            </a:endParaRPr>
          </a:p>
          <a:p>
            <a:pPr marL="189230" indent="-176530">
              <a:lnSpc>
                <a:spcPct val="100000"/>
              </a:lnSpc>
              <a:spcBef>
                <a:spcPts val="525"/>
              </a:spcBef>
              <a:buChar char="•"/>
              <a:tabLst>
                <a:tab pos="189230" algn="l"/>
              </a:tabLst>
            </a:pPr>
            <a:r>
              <a:rPr sz="1100">
                <a:cs typeface="Open Sans"/>
              </a:rPr>
              <a:t>Evaluate market </a:t>
            </a:r>
            <a:r>
              <a:rPr sz="1100" spc="-10">
                <a:cs typeface="Open Sans"/>
              </a:rPr>
              <a:t>alternatives</a:t>
            </a:r>
            <a:endParaRPr sz="1100">
              <a:cs typeface="Open Sans"/>
            </a:endParaRPr>
          </a:p>
          <a:p>
            <a:pPr marL="189230" marR="616585" indent="-177165">
              <a:lnSpc>
                <a:spcPct val="100000"/>
              </a:lnSpc>
              <a:spcBef>
                <a:spcPts val="520"/>
              </a:spcBef>
              <a:buChar char="•"/>
              <a:tabLst>
                <a:tab pos="189230" algn="l"/>
              </a:tabLst>
            </a:pPr>
            <a:r>
              <a:rPr sz="1100">
                <a:cs typeface="Open Sans"/>
              </a:rPr>
              <a:t>Assemble &amp; </a:t>
            </a:r>
            <a:r>
              <a:rPr sz="1100" spc="-10">
                <a:cs typeface="Open Sans"/>
              </a:rPr>
              <a:t>analyze information</a:t>
            </a:r>
            <a:endParaRPr sz="1100">
              <a:cs typeface="Open Sans"/>
            </a:endParaRPr>
          </a:p>
          <a:p>
            <a:pPr marL="189230" marR="22225" indent="-177165">
              <a:lnSpc>
                <a:spcPct val="100000"/>
              </a:lnSpc>
              <a:spcBef>
                <a:spcPts val="525"/>
              </a:spcBef>
              <a:buChar char="•"/>
              <a:tabLst>
                <a:tab pos="189230" algn="l"/>
              </a:tabLst>
            </a:pPr>
            <a:r>
              <a:rPr sz="1100">
                <a:cs typeface="Open Sans"/>
              </a:rPr>
              <a:t>Determine best fit given </a:t>
            </a:r>
            <a:r>
              <a:rPr sz="1100" spc="-10">
                <a:cs typeface="Open Sans"/>
              </a:rPr>
              <a:t>client </a:t>
            </a:r>
            <a:r>
              <a:rPr sz="1100">
                <a:cs typeface="Open Sans"/>
              </a:rPr>
              <a:t>criteria</a:t>
            </a:r>
            <a:r>
              <a:rPr sz="1100" spc="-35">
                <a:cs typeface="Open Sans"/>
              </a:rPr>
              <a:t> </a:t>
            </a:r>
            <a:r>
              <a:rPr sz="1100" spc="-10">
                <a:cs typeface="Open Sans"/>
              </a:rPr>
              <a:t>Relocate</a:t>
            </a:r>
            <a:endParaRPr sz="1100">
              <a:cs typeface="Open Sans"/>
            </a:endParaRPr>
          </a:p>
        </p:txBody>
      </p:sp>
      <p:sp>
        <p:nvSpPr>
          <p:cNvPr id="32" name="object 25">
            <a:extLst>
              <a:ext uri="{FF2B5EF4-FFF2-40B4-BE49-F238E27FC236}">
                <a16:creationId xmlns:a16="http://schemas.microsoft.com/office/drawing/2014/main" id="{F6EF1AF2-EC56-49A3-5657-D6287097C765}"/>
              </a:ext>
            </a:extLst>
          </p:cNvPr>
          <p:cNvSpPr txBox="1"/>
          <p:nvPr/>
        </p:nvSpPr>
        <p:spPr>
          <a:xfrm>
            <a:off x="3425825" y="1897198"/>
            <a:ext cx="2562224" cy="179536"/>
          </a:xfrm>
          <a:prstGeom prst="rect">
            <a:avLst/>
          </a:prstGeom>
          <a:noFill/>
        </p:spPr>
        <p:txBody>
          <a:bodyPr vert="horz" wrap="square" lIns="0" tIns="48260" rIns="0" bIns="0" rtlCol="0">
            <a:spAutoFit/>
          </a:bodyPr>
          <a:lstStyle>
            <a:defPPr>
              <a:defRPr lang="en-US"/>
            </a:defPPr>
            <a:lvl1pPr marL="71755" algn="ctr">
              <a:lnSpc>
                <a:spcPct val="100000"/>
              </a:lnSpc>
              <a:spcBef>
                <a:spcPts val="380"/>
              </a:spcBef>
              <a:defRPr sz="1400">
                <a:solidFill>
                  <a:schemeClr val="accent5"/>
                </a:solidFill>
                <a:latin typeface="Open Sans"/>
                <a:cs typeface="Open Sans"/>
              </a:defRPr>
            </a:lvl1pPr>
          </a:lstStyle>
          <a:p>
            <a:r>
              <a:t>May 1, 2024</a:t>
            </a:r>
          </a:p>
        </p:txBody>
      </p:sp>
      <p:sp>
        <p:nvSpPr>
          <p:cNvPr id="33" name="object 26">
            <a:extLst>
              <a:ext uri="{FF2B5EF4-FFF2-40B4-BE49-F238E27FC236}">
                <a16:creationId xmlns:a16="http://schemas.microsoft.com/office/drawing/2014/main" id="{988C1EDF-D7BD-9824-AFE4-99A5A605E619}"/>
              </a:ext>
            </a:extLst>
          </p:cNvPr>
          <p:cNvSpPr txBox="1"/>
          <p:nvPr/>
        </p:nvSpPr>
        <p:spPr>
          <a:xfrm>
            <a:off x="6203951" y="3652018"/>
            <a:ext cx="2560638" cy="3216265"/>
          </a:xfrm>
          <a:prstGeom prst="rect">
            <a:avLst/>
          </a:prstGeom>
        </p:spPr>
        <p:txBody>
          <a:bodyPr vert="horz" wrap="square" lIns="182880" tIns="182880" rIns="91440" bIns="182880" rtlCol="0">
            <a:spAutoFit/>
          </a:bodyPr>
          <a:lstStyle/>
          <a:p>
            <a:pPr marL="189230" marR="69215" indent="-177165">
              <a:lnSpc>
                <a:spcPct val="100000"/>
              </a:lnSpc>
              <a:spcBef>
                <a:spcPts val="100"/>
              </a:spcBef>
              <a:buChar char="•"/>
              <a:tabLst>
                <a:tab pos="189230" algn="l"/>
              </a:tabLst>
            </a:pPr>
            <a:r>
              <a:rPr sz="1100">
                <a:cs typeface="Open Sans"/>
              </a:rPr>
              <a:t>Confirm</a:t>
            </a:r>
            <a:r>
              <a:rPr sz="1100" spc="-10">
                <a:cs typeface="Open Sans"/>
              </a:rPr>
              <a:t> </a:t>
            </a:r>
            <a:r>
              <a:rPr sz="1100">
                <a:cs typeface="Open Sans"/>
              </a:rPr>
              <a:t>real</a:t>
            </a:r>
            <a:r>
              <a:rPr sz="1100" spc="-10">
                <a:cs typeface="Open Sans"/>
              </a:rPr>
              <a:t> </a:t>
            </a:r>
            <a:r>
              <a:rPr sz="1100">
                <a:cs typeface="Open Sans"/>
              </a:rPr>
              <a:t>estate</a:t>
            </a:r>
            <a:r>
              <a:rPr sz="1100" spc="-10">
                <a:cs typeface="Open Sans"/>
              </a:rPr>
              <a:t> requirement evaluation</a:t>
            </a:r>
            <a:endParaRPr sz="1100">
              <a:cs typeface="Open Sans"/>
            </a:endParaRPr>
          </a:p>
          <a:p>
            <a:pPr marL="189230" indent="-176530">
              <a:lnSpc>
                <a:spcPct val="100000"/>
              </a:lnSpc>
              <a:spcBef>
                <a:spcPts val="520"/>
              </a:spcBef>
              <a:buChar char="•"/>
              <a:tabLst>
                <a:tab pos="189230" algn="l"/>
              </a:tabLst>
            </a:pPr>
            <a:r>
              <a:rPr sz="1100">
                <a:cs typeface="Open Sans"/>
              </a:rPr>
              <a:t>Brief</a:t>
            </a:r>
            <a:r>
              <a:rPr sz="1100" spc="-35">
                <a:cs typeface="Open Sans"/>
              </a:rPr>
              <a:t> </a:t>
            </a:r>
            <a:r>
              <a:rPr sz="1100">
                <a:cs typeface="Open Sans"/>
              </a:rPr>
              <a:t>preferred</a:t>
            </a:r>
            <a:r>
              <a:rPr sz="1100" spc="-35">
                <a:cs typeface="Open Sans"/>
              </a:rPr>
              <a:t> </a:t>
            </a:r>
            <a:r>
              <a:rPr sz="1100" spc="-10">
                <a:cs typeface="Open Sans"/>
              </a:rPr>
              <a:t>lessors</a:t>
            </a:r>
            <a:endParaRPr sz="1100">
              <a:cs typeface="Open Sans"/>
            </a:endParaRPr>
          </a:p>
          <a:p>
            <a:pPr marL="189230" marR="278130" indent="-177165">
              <a:lnSpc>
                <a:spcPct val="100000"/>
              </a:lnSpc>
              <a:spcBef>
                <a:spcPts val="520"/>
              </a:spcBef>
              <a:buChar char="•"/>
              <a:tabLst>
                <a:tab pos="189230" algn="l"/>
              </a:tabLst>
            </a:pPr>
            <a:r>
              <a:rPr sz="1100">
                <a:cs typeface="Open Sans"/>
              </a:rPr>
              <a:t>Confirm</a:t>
            </a:r>
            <a:r>
              <a:rPr sz="1100" spc="-15">
                <a:cs typeface="Open Sans"/>
              </a:rPr>
              <a:t> </a:t>
            </a:r>
            <a:r>
              <a:rPr sz="1100">
                <a:cs typeface="Open Sans"/>
              </a:rPr>
              <a:t>development</a:t>
            </a:r>
            <a:r>
              <a:rPr sz="1100" spc="-15">
                <a:cs typeface="Open Sans"/>
              </a:rPr>
              <a:t> </a:t>
            </a:r>
            <a:r>
              <a:rPr sz="1100" spc="-10">
                <a:cs typeface="Open Sans"/>
              </a:rPr>
              <a:t>sites/ </a:t>
            </a:r>
            <a:r>
              <a:rPr sz="1100">
                <a:cs typeface="Open Sans"/>
              </a:rPr>
              <a:t>existing</a:t>
            </a:r>
            <a:r>
              <a:rPr sz="1100" spc="-20">
                <a:cs typeface="Open Sans"/>
              </a:rPr>
              <a:t> </a:t>
            </a:r>
            <a:r>
              <a:rPr sz="1100">
                <a:cs typeface="Open Sans"/>
              </a:rPr>
              <a:t>building</a:t>
            </a:r>
            <a:r>
              <a:rPr sz="1100" spc="-10">
                <a:cs typeface="Open Sans"/>
              </a:rPr>
              <a:t> </a:t>
            </a:r>
            <a:r>
              <a:rPr sz="1100">
                <a:cs typeface="Open Sans"/>
              </a:rPr>
              <a:t>options</a:t>
            </a:r>
            <a:r>
              <a:rPr sz="1100" spc="-10">
                <a:cs typeface="Open Sans"/>
              </a:rPr>
              <a:t> </a:t>
            </a:r>
            <a:r>
              <a:rPr sz="1100" spc="-25">
                <a:cs typeface="Open Sans"/>
              </a:rPr>
              <a:t>and </a:t>
            </a:r>
            <a:r>
              <a:rPr sz="1100">
                <a:cs typeface="Open Sans"/>
              </a:rPr>
              <a:t>assess</a:t>
            </a:r>
            <a:r>
              <a:rPr sz="1100" spc="-20">
                <a:cs typeface="Open Sans"/>
              </a:rPr>
              <a:t> </a:t>
            </a:r>
            <a:r>
              <a:rPr sz="1100">
                <a:cs typeface="Open Sans"/>
              </a:rPr>
              <a:t>via</a:t>
            </a:r>
            <a:r>
              <a:rPr sz="1100" spc="-15">
                <a:cs typeface="Open Sans"/>
              </a:rPr>
              <a:t> </a:t>
            </a:r>
            <a:r>
              <a:rPr sz="1100" spc="-10">
                <a:cs typeface="Open Sans"/>
              </a:rPr>
              <a:t>inspections</a:t>
            </a:r>
            <a:endParaRPr sz="1100">
              <a:cs typeface="Open Sans"/>
            </a:endParaRPr>
          </a:p>
          <a:p>
            <a:pPr marL="189230" indent="-176530">
              <a:lnSpc>
                <a:spcPct val="100000"/>
              </a:lnSpc>
              <a:spcBef>
                <a:spcPts val="525"/>
              </a:spcBef>
              <a:buChar char="•"/>
              <a:tabLst>
                <a:tab pos="189230" algn="l"/>
              </a:tabLst>
            </a:pPr>
            <a:r>
              <a:rPr sz="1100">
                <a:cs typeface="Open Sans"/>
              </a:rPr>
              <a:t>Begin</a:t>
            </a:r>
            <a:r>
              <a:rPr sz="1100" spc="10">
                <a:cs typeface="Open Sans"/>
              </a:rPr>
              <a:t> </a:t>
            </a:r>
            <a:r>
              <a:rPr sz="1100" spc="-10">
                <a:cs typeface="Open Sans"/>
              </a:rPr>
              <a:t>offer/counter-</a:t>
            </a:r>
            <a:r>
              <a:rPr sz="1100">
                <a:cs typeface="Open Sans"/>
              </a:rPr>
              <a:t>offer</a:t>
            </a:r>
            <a:r>
              <a:rPr sz="1100" spc="10">
                <a:cs typeface="Open Sans"/>
              </a:rPr>
              <a:t> </a:t>
            </a:r>
            <a:r>
              <a:rPr sz="1100" spc="-10">
                <a:cs typeface="Open Sans"/>
              </a:rPr>
              <a:t>process</a:t>
            </a:r>
            <a:endParaRPr sz="1100">
              <a:cs typeface="Open Sans"/>
            </a:endParaRPr>
          </a:p>
          <a:p>
            <a:pPr marL="189230" marR="247015" indent="-177165">
              <a:lnSpc>
                <a:spcPct val="100000"/>
              </a:lnSpc>
              <a:spcBef>
                <a:spcPts val="520"/>
              </a:spcBef>
              <a:buChar char="•"/>
              <a:tabLst>
                <a:tab pos="189230" algn="l"/>
              </a:tabLst>
            </a:pPr>
            <a:r>
              <a:rPr sz="1100">
                <a:cs typeface="Open Sans"/>
              </a:rPr>
              <a:t>Short-list</a:t>
            </a:r>
            <a:r>
              <a:rPr sz="1100" spc="-15">
                <a:cs typeface="Open Sans"/>
              </a:rPr>
              <a:t> </a:t>
            </a:r>
            <a:r>
              <a:rPr sz="1100">
                <a:cs typeface="Open Sans"/>
              </a:rPr>
              <a:t>options,</a:t>
            </a:r>
            <a:r>
              <a:rPr sz="1100" spc="-10">
                <a:cs typeface="Open Sans"/>
              </a:rPr>
              <a:t> </a:t>
            </a:r>
            <a:r>
              <a:rPr sz="1100">
                <a:cs typeface="Open Sans"/>
              </a:rPr>
              <a:t>work</a:t>
            </a:r>
            <a:r>
              <a:rPr sz="1100" spc="-10">
                <a:cs typeface="Open Sans"/>
              </a:rPr>
              <a:t> </a:t>
            </a:r>
            <a:r>
              <a:rPr sz="1100" spc="-20">
                <a:cs typeface="Open Sans"/>
              </a:rPr>
              <a:t>with </a:t>
            </a:r>
            <a:r>
              <a:rPr sz="1100">
                <a:cs typeface="Open Sans"/>
              </a:rPr>
              <a:t>design consultant to </a:t>
            </a:r>
            <a:r>
              <a:rPr sz="1100" spc="-10">
                <a:cs typeface="Open Sans"/>
              </a:rPr>
              <a:t>evaluate </a:t>
            </a:r>
            <a:r>
              <a:rPr sz="1100">
                <a:cs typeface="Open Sans"/>
              </a:rPr>
              <a:t>space </a:t>
            </a:r>
            <a:r>
              <a:rPr sz="1100" spc="-20">
                <a:cs typeface="Open Sans"/>
              </a:rPr>
              <a:t>plan</a:t>
            </a:r>
            <a:endParaRPr sz="1100">
              <a:cs typeface="Open Sans"/>
            </a:endParaRPr>
          </a:p>
          <a:p>
            <a:pPr marL="189230" marR="11430" indent="-177165">
              <a:lnSpc>
                <a:spcPct val="100000"/>
              </a:lnSpc>
              <a:spcBef>
                <a:spcPts val="525"/>
              </a:spcBef>
              <a:buChar char="•"/>
              <a:tabLst>
                <a:tab pos="189230" algn="l"/>
              </a:tabLst>
            </a:pPr>
            <a:r>
              <a:rPr sz="1100" spc="-10">
                <a:cs typeface="Open Sans"/>
              </a:rPr>
              <a:t>Address</a:t>
            </a:r>
            <a:r>
              <a:rPr sz="1100" spc="-5">
                <a:cs typeface="Open Sans"/>
              </a:rPr>
              <a:t> </a:t>
            </a:r>
            <a:r>
              <a:rPr sz="1100">
                <a:cs typeface="Open Sans"/>
              </a:rPr>
              <a:t>all key lease terms</a:t>
            </a:r>
            <a:r>
              <a:rPr sz="1100" spc="-5">
                <a:cs typeface="Open Sans"/>
              </a:rPr>
              <a:t> </a:t>
            </a:r>
            <a:r>
              <a:rPr sz="1100">
                <a:cs typeface="Open Sans"/>
              </a:rPr>
              <a:t>in </a:t>
            </a:r>
            <a:r>
              <a:rPr sz="1100" spc="-25">
                <a:cs typeface="Open Sans"/>
              </a:rPr>
              <a:t>the </a:t>
            </a:r>
            <a:r>
              <a:rPr sz="1100" spc="-10">
                <a:cs typeface="Open Sans"/>
              </a:rPr>
              <a:t>Offer</a:t>
            </a:r>
            <a:endParaRPr sz="1100">
              <a:cs typeface="Open Sans"/>
            </a:endParaRPr>
          </a:p>
          <a:p>
            <a:pPr marL="189230" indent="-176530">
              <a:lnSpc>
                <a:spcPct val="100000"/>
              </a:lnSpc>
              <a:spcBef>
                <a:spcPts val="520"/>
              </a:spcBef>
              <a:buChar char="•"/>
              <a:tabLst>
                <a:tab pos="189230" algn="l"/>
              </a:tabLst>
            </a:pPr>
            <a:r>
              <a:rPr sz="1100">
                <a:cs typeface="Open Sans"/>
              </a:rPr>
              <a:t>Obtain</a:t>
            </a:r>
            <a:r>
              <a:rPr sz="1100" spc="-5">
                <a:cs typeface="Open Sans"/>
              </a:rPr>
              <a:t> </a:t>
            </a:r>
            <a:r>
              <a:rPr sz="1100">
                <a:cs typeface="Open Sans"/>
              </a:rPr>
              <a:t>legal input as </a:t>
            </a:r>
            <a:r>
              <a:rPr sz="1100" spc="-10">
                <a:cs typeface="Open Sans"/>
              </a:rPr>
              <a:t>necessary</a:t>
            </a:r>
            <a:endParaRPr sz="1100">
              <a:cs typeface="Open Sans"/>
            </a:endParaRPr>
          </a:p>
        </p:txBody>
      </p:sp>
      <p:sp>
        <p:nvSpPr>
          <p:cNvPr id="39" name="object 32">
            <a:extLst>
              <a:ext uri="{FF2B5EF4-FFF2-40B4-BE49-F238E27FC236}">
                <a16:creationId xmlns:a16="http://schemas.microsoft.com/office/drawing/2014/main" id="{A1EDA07B-A014-659D-07D6-6A5289DE0D11}"/>
              </a:ext>
            </a:extLst>
          </p:cNvPr>
          <p:cNvSpPr/>
          <p:nvPr/>
        </p:nvSpPr>
        <p:spPr>
          <a:xfrm>
            <a:off x="7672426" y="2751910"/>
            <a:ext cx="1814195" cy="17145"/>
          </a:xfrm>
          <a:custGeom>
            <a:avLst/>
            <a:gdLst/>
            <a:ahLst/>
            <a:cxnLst/>
            <a:rect l="l" t="t" r="r" b="b"/>
            <a:pathLst>
              <a:path w="1814195" h="17144">
                <a:moveTo>
                  <a:pt x="16916" y="8458"/>
                </a:moveTo>
                <a:lnTo>
                  <a:pt x="14439" y="2476"/>
                </a:lnTo>
                <a:lnTo>
                  <a:pt x="8458" y="0"/>
                </a:lnTo>
                <a:lnTo>
                  <a:pt x="2476" y="2476"/>
                </a:lnTo>
                <a:lnTo>
                  <a:pt x="0" y="8458"/>
                </a:lnTo>
                <a:lnTo>
                  <a:pt x="2476" y="14439"/>
                </a:lnTo>
                <a:lnTo>
                  <a:pt x="8458" y="16916"/>
                </a:lnTo>
                <a:lnTo>
                  <a:pt x="14439" y="14439"/>
                </a:lnTo>
                <a:lnTo>
                  <a:pt x="16916" y="8458"/>
                </a:lnTo>
                <a:close/>
              </a:path>
              <a:path w="1814195" h="17144">
                <a:moveTo>
                  <a:pt x="1813826" y="8458"/>
                </a:moveTo>
                <a:lnTo>
                  <a:pt x="1811350" y="2476"/>
                </a:lnTo>
                <a:lnTo>
                  <a:pt x="1805368" y="0"/>
                </a:lnTo>
                <a:lnTo>
                  <a:pt x="1799386" y="2476"/>
                </a:lnTo>
                <a:lnTo>
                  <a:pt x="1796910" y="8458"/>
                </a:lnTo>
                <a:lnTo>
                  <a:pt x="1799386" y="14439"/>
                </a:lnTo>
                <a:lnTo>
                  <a:pt x="1805368" y="16916"/>
                </a:lnTo>
                <a:lnTo>
                  <a:pt x="1811350" y="14439"/>
                </a:lnTo>
                <a:lnTo>
                  <a:pt x="1813826" y="8458"/>
                </a:lnTo>
                <a:close/>
              </a:path>
            </a:pathLst>
          </a:custGeom>
          <a:solidFill>
            <a:srgbClr val="659AD2"/>
          </a:solidFill>
        </p:spPr>
        <p:txBody>
          <a:bodyPr wrap="square" lIns="0" tIns="0" rIns="0" bIns="0" rtlCol="0"/>
          <a:lstStyle/>
          <a:p>
            <a:endParaRPr/>
          </a:p>
        </p:txBody>
      </p:sp>
      <p:sp>
        <p:nvSpPr>
          <p:cNvPr id="40" name="object 33">
            <a:extLst>
              <a:ext uri="{FF2B5EF4-FFF2-40B4-BE49-F238E27FC236}">
                <a16:creationId xmlns:a16="http://schemas.microsoft.com/office/drawing/2014/main" id="{DA13B872-8870-C29A-1BF5-766529C80137}"/>
              </a:ext>
            </a:extLst>
          </p:cNvPr>
          <p:cNvSpPr txBox="1"/>
          <p:nvPr/>
        </p:nvSpPr>
        <p:spPr>
          <a:xfrm>
            <a:off x="6218428" y="1897201"/>
            <a:ext cx="2522867" cy="264175"/>
          </a:xfrm>
          <a:prstGeom prst="rect">
            <a:avLst/>
          </a:prstGeom>
          <a:noFill/>
        </p:spPr>
        <p:txBody>
          <a:bodyPr vert="horz" wrap="square" lIns="0" tIns="48260" rIns="0" bIns="0" rtlCol="0">
            <a:spAutoFit/>
          </a:bodyPr>
          <a:lstStyle>
            <a:defPPr>
              <a:defRPr lang="en-US"/>
            </a:defPPr>
            <a:lvl1pPr marL="71755" algn="ctr">
              <a:lnSpc>
                <a:spcPct val="100000"/>
              </a:lnSpc>
              <a:spcBef>
                <a:spcPts val="380"/>
              </a:spcBef>
              <a:defRPr sz="1400">
                <a:solidFill>
                  <a:schemeClr val="accent5"/>
                </a:solidFill>
                <a:latin typeface="Open Sans"/>
                <a:cs typeface="Open Sans"/>
              </a:defRPr>
            </a:lvl1pPr>
          </a:lstStyle>
          <a:p>
            <a:r>
              <a:t>June 1, 2024</a:t>
            </a:r>
          </a:p>
        </p:txBody>
      </p:sp>
      <p:sp>
        <p:nvSpPr>
          <p:cNvPr id="41" name="object 34">
            <a:extLst>
              <a:ext uri="{FF2B5EF4-FFF2-40B4-BE49-F238E27FC236}">
                <a16:creationId xmlns:a16="http://schemas.microsoft.com/office/drawing/2014/main" id="{D4D0C1AA-D7BF-3FD5-24F5-458EFEE78F89}"/>
              </a:ext>
            </a:extLst>
          </p:cNvPr>
          <p:cNvSpPr txBox="1"/>
          <p:nvPr/>
        </p:nvSpPr>
        <p:spPr>
          <a:xfrm>
            <a:off x="9021588" y="1897200"/>
            <a:ext cx="2520011" cy="264173"/>
          </a:xfrm>
          <a:prstGeom prst="rect">
            <a:avLst/>
          </a:prstGeom>
          <a:noFill/>
        </p:spPr>
        <p:txBody>
          <a:bodyPr vert="horz" wrap="square" lIns="0" tIns="48260" rIns="0" bIns="0" rtlCol="0">
            <a:spAutoFit/>
          </a:bodyPr>
          <a:lstStyle>
            <a:defPPr>
              <a:defRPr lang="en-US"/>
            </a:defPPr>
            <a:lvl1pPr marL="71755" algn="ctr">
              <a:lnSpc>
                <a:spcPct val="100000"/>
              </a:lnSpc>
              <a:spcBef>
                <a:spcPts val="380"/>
              </a:spcBef>
              <a:defRPr sz="1400">
                <a:solidFill>
                  <a:schemeClr val="accent5"/>
                </a:solidFill>
                <a:latin typeface="Open Sans"/>
                <a:cs typeface="Open Sans"/>
              </a:defRPr>
            </a:lvl1pPr>
          </a:lstStyle>
          <a:p>
            <a:r>
              <a:t>Q4 2025</a:t>
            </a:r>
          </a:p>
        </p:txBody>
      </p:sp>
      <p:sp>
        <p:nvSpPr>
          <p:cNvPr id="9" name="object 7">
            <a:extLst>
              <a:ext uri="{FF2B5EF4-FFF2-40B4-BE49-F238E27FC236}">
                <a16:creationId xmlns:a16="http://schemas.microsoft.com/office/drawing/2014/main" id="{8A277B5D-E0EC-56A4-8FF0-50879E8EA1E0}"/>
              </a:ext>
            </a:extLst>
          </p:cNvPr>
          <p:cNvSpPr/>
          <p:nvPr/>
        </p:nvSpPr>
        <p:spPr>
          <a:xfrm>
            <a:off x="3445248" y="2337646"/>
            <a:ext cx="2537857" cy="55417"/>
          </a:xfrm>
          <a:custGeom>
            <a:avLst/>
            <a:gdLst/>
            <a:ahLst/>
            <a:cxnLst/>
            <a:rect l="l" t="t" r="r" b="b"/>
            <a:pathLst>
              <a:path w="1865630">
                <a:moveTo>
                  <a:pt x="0" y="0"/>
                </a:moveTo>
                <a:lnTo>
                  <a:pt x="1865160" y="0"/>
                </a:lnTo>
              </a:path>
            </a:pathLst>
          </a:custGeom>
          <a:ln w="28575">
            <a:solidFill>
              <a:schemeClr val="accent5"/>
            </a:solidFill>
            <a:tailEnd type="stealth" w="lg" len="lg"/>
          </a:ln>
        </p:spPr>
        <p:txBody>
          <a:bodyPr wrap="square" lIns="0" tIns="0" rIns="0" bIns="0" rtlCol="0"/>
          <a:lstStyle/>
          <a:p>
            <a:endParaRPr/>
          </a:p>
        </p:txBody>
      </p:sp>
      <p:sp>
        <p:nvSpPr>
          <p:cNvPr id="51" name="object 7">
            <a:extLst>
              <a:ext uri="{FF2B5EF4-FFF2-40B4-BE49-F238E27FC236}">
                <a16:creationId xmlns:a16="http://schemas.microsoft.com/office/drawing/2014/main" id="{14E718C0-6C15-8578-2D1C-47E7A56DF072}"/>
              </a:ext>
            </a:extLst>
          </p:cNvPr>
          <p:cNvSpPr/>
          <p:nvPr/>
        </p:nvSpPr>
        <p:spPr>
          <a:xfrm>
            <a:off x="6203438" y="2337646"/>
            <a:ext cx="2537857" cy="55417"/>
          </a:xfrm>
          <a:custGeom>
            <a:avLst/>
            <a:gdLst/>
            <a:ahLst/>
            <a:cxnLst/>
            <a:rect l="l" t="t" r="r" b="b"/>
            <a:pathLst>
              <a:path w="1865630">
                <a:moveTo>
                  <a:pt x="0" y="0"/>
                </a:moveTo>
                <a:lnTo>
                  <a:pt x="1865160" y="0"/>
                </a:lnTo>
              </a:path>
            </a:pathLst>
          </a:custGeom>
          <a:ln w="28575">
            <a:solidFill>
              <a:schemeClr val="accent5"/>
            </a:solidFill>
            <a:tailEnd type="stealth" w="lg" len="lg"/>
          </a:ln>
        </p:spPr>
        <p:txBody>
          <a:bodyPr wrap="square" lIns="0" tIns="0" rIns="0" bIns="0" rtlCol="0"/>
          <a:lstStyle/>
          <a:p>
            <a:endParaRPr/>
          </a:p>
        </p:txBody>
      </p:sp>
      <p:sp>
        <p:nvSpPr>
          <p:cNvPr id="52" name="object 7">
            <a:extLst>
              <a:ext uri="{FF2B5EF4-FFF2-40B4-BE49-F238E27FC236}">
                <a16:creationId xmlns:a16="http://schemas.microsoft.com/office/drawing/2014/main" id="{77CC1D85-E413-767D-2C11-1EF3E72CB740}"/>
              </a:ext>
            </a:extLst>
          </p:cNvPr>
          <p:cNvSpPr/>
          <p:nvPr/>
        </p:nvSpPr>
        <p:spPr>
          <a:xfrm>
            <a:off x="9021588" y="2337646"/>
            <a:ext cx="2537857" cy="55417"/>
          </a:xfrm>
          <a:custGeom>
            <a:avLst/>
            <a:gdLst/>
            <a:ahLst/>
            <a:cxnLst/>
            <a:rect l="l" t="t" r="r" b="b"/>
            <a:pathLst>
              <a:path w="1865630">
                <a:moveTo>
                  <a:pt x="0" y="0"/>
                </a:moveTo>
                <a:lnTo>
                  <a:pt x="1865160" y="0"/>
                </a:lnTo>
              </a:path>
            </a:pathLst>
          </a:custGeom>
          <a:ln w="28575">
            <a:solidFill>
              <a:schemeClr val="accent5"/>
            </a:solidFill>
            <a:tailEnd type="stealth" w="lg" len="lg"/>
          </a:ln>
        </p:spPr>
        <p:txBody>
          <a:bodyPr wrap="square" lIns="0" tIns="0" rIns="0" bIns="0" rtlCol="0"/>
          <a:lstStyle/>
          <a:p>
            <a:endParaRPr/>
          </a:p>
        </p:txBody>
      </p:sp>
      <p:sp>
        <p:nvSpPr>
          <p:cNvPr id="53" name="object 3">
            <a:extLst>
              <a:ext uri="{FF2B5EF4-FFF2-40B4-BE49-F238E27FC236}">
                <a16:creationId xmlns:a16="http://schemas.microsoft.com/office/drawing/2014/main" id="{908A53A6-9A5E-C642-8B02-D2700D2E343B}"/>
              </a:ext>
            </a:extLst>
          </p:cNvPr>
          <p:cNvSpPr txBox="1"/>
          <p:nvPr/>
        </p:nvSpPr>
        <p:spPr>
          <a:xfrm>
            <a:off x="3431998" y="2415625"/>
            <a:ext cx="2563810" cy="1213794"/>
          </a:xfrm>
          <a:prstGeom prst="rect">
            <a:avLst/>
          </a:prstGeom>
        </p:spPr>
        <p:txBody>
          <a:bodyPr vert="horz" wrap="square" lIns="0" tIns="13335" rIns="0" bIns="0" rtlCol="0">
            <a:spAutoFit/>
          </a:bodyPr>
          <a:lstStyle/>
          <a:p>
            <a:pPr algn="ctr">
              <a:lnSpc>
                <a:spcPct val="100000"/>
              </a:lnSpc>
            </a:pPr>
            <a:r>
              <a:rPr lang="en-CA" sz="4400" b="0" i="1" spc="-50">
                <a:latin typeface="MerriweatherLight"/>
                <a:cs typeface="MerriweatherLight"/>
              </a:rPr>
              <a:t>2</a:t>
            </a:r>
            <a:endParaRPr sz="4400">
              <a:latin typeface="MerriweatherLight"/>
              <a:cs typeface="MerriweatherLight"/>
            </a:endParaRPr>
          </a:p>
          <a:p>
            <a:pPr marL="12700" marR="5080" indent="-16510" algn="ctr">
              <a:spcBef>
                <a:spcPts val="1200"/>
              </a:spcBef>
            </a:pPr>
            <a:r>
              <a:rPr lang="en-CA" sz="1100" spc="114">
                <a:latin typeface="Open Sans"/>
                <a:cs typeface="Open Sans"/>
              </a:rPr>
              <a:t>REAL ESTATE </a:t>
            </a:r>
            <a:br>
              <a:rPr lang="en-CA" sz="1100" spc="114">
                <a:latin typeface="Open Sans"/>
                <a:cs typeface="Open Sans"/>
              </a:rPr>
            </a:br>
            <a:r>
              <a:rPr lang="en-CA" sz="1100" spc="114">
                <a:latin typeface="Open Sans"/>
                <a:cs typeface="Open Sans"/>
              </a:rPr>
              <a:t>NEEDS ANALYSIS</a:t>
            </a:r>
            <a:endParaRPr sz="1100">
              <a:latin typeface="Open Sans"/>
              <a:cs typeface="Open Sans"/>
            </a:endParaRPr>
          </a:p>
        </p:txBody>
      </p:sp>
      <p:sp>
        <p:nvSpPr>
          <p:cNvPr id="54" name="object 3">
            <a:extLst>
              <a:ext uri="{FF2B5EF4-FFF2-40B4-BE49-F238E27FC236}">
                <a16:creationId xmlns:a16="http://schemas.microsoft.com/office/drawing/2014/main" id="{5990AB59-C651-CE59-D577-FF4FCCCEFD6F}"/>
              </a:ext>
            </a:extLst>
          </p:cNvPr>
          <p:cNvSpPr txBox="1"/>
          <p:nvPr/>
        </p:nvSpPr>
        <p:spPr>
          <a:xfrm>
            <a:off x="6206020" y="2415625"/>
            <a:ext cx="2563810" cy="1213794"/>
          </a:xfrm>
          <a:prstGeom prst="rect">
            <a:avLst/>
          </a:prstGeom>
        </p:spPr>
        <p:txBody>
          <a:bodyPr vert="horz" wrap="square" lIns="0" tIns="13335" rIns="0" bIns="0" rtlCol="0">
            <a:spAutoFit/>
          </a:bodyPr>
          <a:lstStyle/>
          <a:p>
            <a:pPr algn="ctr">
              <a:lnSpc>
                <a:spcPct val="100000"/>
              </a:lnSpc>
            </a:pPr>
            <a:r>
              <a:rPr lang="en-CA" sz="4400" b="0" i="1" spc="-50">
                <a:latin typeface="MerriweatherLight"/>
                <a:cs typeface="MerriweatherLight"/>
              </a:rPr>
              <a:t>3</a:t>
            </a:r>
            <a:endParaRPr sz="4400">
              <a:latin typeface="MerriweatherLight"/>
              <a:cs typeface="MerriweatherLight"/>
            </a:endParaRPr>
          </a:p>
          <a:p>
            <a:pPr marL="12700" marR="5080" indent="-16510" algn="ctr">
              <a:spcBef>
                <a:spcPts val="1200"/>
              </a:spcBef>
            </a:pPr>
            <a:r>
              <a:rPr lang="en-CA" sz="1100" spc="114">
                <a:latin typeface="Open Sans"/>
                <a:cs typeface="Open Sans"/>
              </a:rPr>
              <a:t>IMPLEMENTATION </a:t>
            </a:r>
            <a:br>
              <a:rPr lang="en-CA" sz="1100" spc="114">
                <a:latin typeface="Open Sans"/>
                <a:cs typeface="Open Sans"/>
              </a:rPr>
            </a:br>
            <a:r>
              <a:rPr lang="en-CA" sz="1100" spc="114">
                <a:latin typeface="Open Sans"/>
                <a:cs typeface="Open Sans"/>
              </a:rPr>
              <a:t>&amp; NEGOTIATION</a:t>
            </a:r>
            <a:endParaRPr sz="1100">
              <a:latin typeface="Open Sans"/>
              <a:cs typeface="Open Sans"/>
            </a:endParaRPr>
          </a:p>
        </p:txBody>
      </p:sp>
      <p:sp>
        <p:nvSpPr>
          <p:cNvPr id="55" name="object 3">
            <a:extLst>
              <a:ext uri="{FF2B5EF4-FFF2-40B4-BE49-F238E27FC236}">
                <a16:creationId xmlns:a16="http://schemas.microsoft.com/office/drawing/2014/main" id="{B2034DDD-CA04-D529-7125-B4F1DC3CFFC2}"/>
              </a:ext>
            </a:extLst>
          </p:cNvPr>
          <p:cNvSpPr txBox="1"/>
          <p:nvPr/>
        </p:nvSpPr>
        <p:spPr>
          <a:xfrm>
            <a:off x="8980042" y="2415625"/>
            <a:ext cx="2563810" cy="1213794"/>
          </a:xfrm>
          <a:prstGeom prst="rect">
            <a:avLst/>
          </a:prstGeom>
        </p:spPr>
        <p:txBody>
          <a:bodyPr vert="horz" wrap="square" lIns="0" tIns="13335" rIns="0" bIns="0" rtlCol="0">
            <a:spAutoFit/>
          </a:bodyPr>
          <a:lstStyle/>
          <a:p>
            <a:pPr algn="ctr">
              <a:lnSpc>
                <a:spcPct val="100000"/>
              </a:lnSpc>
            </a:pPr>
            <a:r>
              <a:rPr lang="en-CA" sz="4400" b="0" i="1" spc="-50">
                <a:latin typeface="MerriweatherLight"/>
                <a:cs typeface="MerriweatherLight"/>
              </a:rPr>
              <a:t>4</a:t>
            </a:r>
            <a:endParaRPr sz="4400">
              <a:latin typeface="MerriweatherLight"/>
              <a:cs typeface="MerriweatherLight"/>
            </a:endParaRPr>
          </a:p>
          <a:p>
            <a:pPr marL="12700" marR="5080" indent="-16510" algn="ctr">
              <a:spcBef>
                <a:spcPts val="1200"/>
              </a:spcBef>
            </a:pPr>
            <a:r>
              <a:rPr lang="en-CA" sz="1100" spc="114">
                <a:latin typeface="Open Sans"/>
                <a:cs typeface="Open Sans"/>
              </a:rPr>
              <a:t>PROJECT MANAGEMENT </a:t>
            </a:r>
            <a:br>
              <a:rPr lang="en-CA" sz="1100" spc="114">
                <a:latin typeface="Open Sans"/>
                <a:cs typeface="Open Sans"/>
              </a:rPr>
            </a:br>
            <a:r>
              <a:rPr lang="en-CA" sz="1100" spc="114">
                <a:latin typeface="Open Sans"/>
                <a:cs typeface="Open Sans"/>
              </a:rPr>
              <a:t>&amp; POST-OCCUPANCY</a:t>
            </a:r>
            <a:endParaRPr sz="1100">
              <a:latin typeface="Open Sans"/>
              <a:cs typeface="Open Sans"/>
            </a:endParaRPr>
          </a:p>
        </p:txBody>
      </p:sp>
    </p:spTree>
    <p:custDataLst>
      <p:custData r:id="rId1"/>
      <p:custData r:id="rId2"/>
    </p:custDataLst>
    <p:extLst>
      <p:ext uri="{BB962C8B-B14F-4D97-AF65-F5344CB8AC3E}">
        <p14:creationId xmlns:p14="http://schemas.microsoft.com/office/powerpoint/2010/main" val="16179023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D50F87CE-BDE2-7E43-9BB1-DF04E8C6FA95}"/>
              </a:ext>
            </a:extLst>
          </p:cNvPr>
          <p:cNvSpPr/>
          <p:nvPr/>
        </p:nvSpPr>
        <p:spPr>
          <a:xfrm>
            <a:off x="4097204" y="4033470"/>
            <a:ext cx="3954407" cy="2448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1000">
                <a:solidFill>
                  <a:srgbClr val="25408F"/>
                </a:solidFill>
              </a:rPr>
              <a:t>Locate and Secure New Leased Space</a:t>
            </a:r>
            <a:endParaRPr lang="en-US" sz="1000" noProof="0" err="1">
              <a:solidFill>
                <a:srgbClr val="25408F"/>
              </a:solidFill>
            </a:endParaRPr>
          </a:p>
        </p:txBody>
      </p:sp>
      <p:sp>
        <p:nvSpPr>
          <p:cNvPr id="4" name="Text Placeholder 3">
            <a:extLst>
              <a:ext uri="{FF2B5EF4-FFF2-40B4-BE49-F238E27FC236}">
                <a16:creationId xmlns:a16="http://schemas.microsoft.com/office/drawing/2014/main" id="{6B49D1E4-D873-101A-EB15-F208E0A5F37E}"/>
              </a:ext>
            </a:extLst>
          </p:cNvPr>
          <p:cNvSpPr>
            <a:spLocks noGrp="1"/>
          </p:cNvSpPr>
          <p:nvPr>
            <p:ph type="body" sz="quarter" idx="13"/>
          </p:nvPr>
        </p:nvSpPr>
        <p:spPr/>
        <p:txBody>
          <a:bodyPr/>
          <a:lstStyle/>
          <a:p>
            <a:r>
              <a:rPr lang="en-CA"/>
              <a:t>OUR STRATEGY</a:t>
            </a:r>
          </a:p>
        </p:txBody>
      </p:sp>
      <p:sp>
        <p:nvSpPr>
          <p:cNvPr id="2" name="Title 1">
            <a:extLst>
              <a:ext uri="{FF2B5EF4-FFF2-40B4-BE49-F238E27FC236}">
                <a16:creationId xmlns:a16="http://schemas.microsoft.com/office/drawing/2014/main" id="{886D52CB-898F-B178-C7D3-4485542E6AC4}"/>
              </a:ext>
            </a:extLst>
          </p:cNvPr>
          <p:cNvSpPr>
            <a:spLocks noGrp="1"/>
          </p:cNvSpPr>
          <p:nvPr>
            <p:ph type="title"/>
          </p:nvPr>
        </p:nvSpPr>
        <p:spPr/>
        <p:txBody>
          <a:bodyPr/>
          <a:lstStyle/>
          <a:p>
            <a:r>
              <a:rPr lang="en-US"/>
              <a:t>Leasing Process</a:t>
            </a:r>
            <a:endParaRPr lang="en-CA"/>
          </a:p>
        </p:txBody>
      </p:sp>
      <p:sp>
        <p:nvSpPr>
          <p:cNvPr id="6" name="Text Placeholder 5">
            <a:extLst>
              <a:ext uri="{FF2B5EF4-FFF2-40B4-BE49-F238E27FC236}">
                <a16:creationId xmlns:a16="http://schemas.microsoft.com/office/drawing/2014/main" id="{35E418F1-EBD1-3B6D-EECA-91BEB30EBE82}"/>
              </a:ext>
            </a:extLst>
          </p:cNvPr>
          <p:cNvSpPr>
            <a:spLocks noGrp="1"/>
          </p:cNvSpPr>
          <p:nvPr>
            <p:ph type="body" sz="quarter" idx="14"/>
          </p:nvPr>
        </p:nvSpPr>
        <p:spPr/>
        <p:txBody>
          <a:bodyPr/>
          <a:lstStyle/>
          <a:p>
            <a:endParaRPr lang="en-CA"/>
          </a:p>
        </p:txBody>
      </p:sp>
      <p:cxnSp>
        <p:nvCxnSpPr>
          <p:cNvPr id="9" name="Straight Connector 8">
            <a:extLst>
              <a:ext uri="{FF2B5EF4-FFF2-40B4-BE49-F238E27FC236}">
                <a16:creationId xmlns:a16="http://schemas.microsoft.com/office/drawing/2014/main" id="{C6BF115C-045F-6AC5-8725-C84D32C80FA4}"/>
              </a:ext>
            </a:extLst>
          </p:cNvPr>
          <p:cNvCxnSpPr>
            <a:cxnSpLocks/>
          </p:cNvCxnSpPr>
          <p:nvPr/>
        </p:nvCxnSpPr>
        <p:spPr>
          <a:xfrm>
            <a:off x="539827" y="4036223"/>
            <a:ext cx="2005069" cy="0"/>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99E87DC-79E3-215A-20E0-68C616F244DE}"/>
              </a:ext>
            </a:extLst>
          </p:cNvPr>
          <p:cNvCxnSpPr/>
          <p:nvPr/>
        </p:nvCxnSpPr>
        <p:spPr>
          <a:xfrm>
            <a:off x="2622014" y="4036223"/>
            <a:ext cx="8604174" cy="0"/>
          </a:xfrm>
          <a:prstGeom prst="line">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0CC7520-0734-6CAF-3419-F2A0441F8425}"/>
              </a:ext>
            </a:extLst>
          </p:cNvPr>
          <p:cNvCxnSpPr>
            <a:cxnSpLocks/>
          </p:cNvCxnSpPr>
          <p:nvPr/>
        </p:nvCxnSpPr>
        <p:spPr>
          <a:xfrm>
            <a:off x="539827" y="2923519"/>
            <a:ext cx="0" cy="1112704"/>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6F3FA52-0195-9536-BF8B-AE7FEDCBEC5E}"/>
              </a:ext>
            </a:extLst>
          </p:cNvPr>
          <p:cNvCxnSpPr>
            <a:cxnSpLocks/>
          </p:cNvCxnSpPr>
          <p:nvPr/>
        </p:nvCxnSpPr>
        <p:spPr>
          <a:xfrm>
            <a:off x="2554084" y="2570979"/>
            <a:ext cx="0" cy="1465244"/>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C0460B6-E0CF-B8F6-F564-B32AB1FEABCE}"/>
              </a:ext>
            </a:extLst>
          </p:cNvPr>
          <p:cNvCxnSpPr>
            <a:cxnSpLocks/>
          </p:cNvCxnSpPr>
          <p:nvPr/>
        </p:nvCxnSpPr>
        <p:spPr>
          <a:xfrm>
            <a:off x="4570169" y="2923519"/>
            <a:ext cx="0" cy="1112704"/>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E211B8A-4661-DB26-D479-B368CEF2B612}"/>
              </a:ext>
            </a:extLst>
          </p:cNvPr>
          <p:cNvCxnSpPr>
            <a:cxnSpLocks/>
            <a:stCxn id="39" idx="4"/>
          </p:cNvCxnSpPr>
          <p:nvPr/>
        </p:nvCxnSpPr>
        <p:spPr>
          <a:xfrm flipH="1">
            <a:off x="6944303" y="2543240"/>
            <a:ext cx="4348" cy="1492983"/>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4473CFF-D5C9-758B-D3C3-541B7877DBF6}"/>
              </a:ext>
            </a:extLst>
          </p:cNvPr>
          <p:cNvCxnSpPr>
            <a:cxnSpLocks/>
          </p:cNvCxnSpPr>
          <p:nvPr/>
        </p:nvCxnSpPr>
        <p:spPr>
          <a:xfrm>
            <a:off x="7561248" y="4036223"/>
            <a:ext cx="0" cy="1307564"/>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6D33DBB-A2DA-FD7C-2E87-D1FD515570DB}"/>
              </a:ext>
            </a:extLst>
          </p:cNvPr>
          <p:cNvCxnSpPr>
            <a:cxnSpLocks/>
          </p:cNvCxnSpPr>
          <p:nvPr/>
        </p:nvCxnSpPr>
        <p:spPr>
          <a:xfrm>
            <a:off x="9384534" y="2923519"/>
            <a:ext cx="0" cy="1112704"/>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867B7B4-AD73-DFB4-AFCE-FA65675F2E72}"/>
              </a:ext>
            </a:extLst>
          </p:cNvPr>
          <p:cNvCxnSpPr>
            <a:cxnSpLocks/>
          </p:cNvCxnSpPr>
          <p:nvPr/>
        </p:nvCxnSpPr>
        <p:spPr>
          <a:xfrm>
            <a:off x="9748095" y="4036223"/>
            <a:ext cx="0" cy="880455"/>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423FA0AD-D377-2533-422D-9B4BB1D723CC}"/>
              </a:ext>
            </a:extLst>
          </p:cNvPr>
          <p:cNvSpPr txBox="1"/>
          <p:nvPr/>
        </p:nvSpPr>
        <p:spPr>
          <a:xfrm>
            <a:off x="807923" y="2688059"/>
            <a:ext cx="1691081" cy="546303"/>
          </a:xfrm>
          <a:prstGeom prst="rect">
            <a:avLst/>
          </a:prstGeom>
          <a:noFill/>
        </p:spPr>
        <p:txBody>
          <a:bodyPr wrap="square" lIns="0" tIns="0" rIns="0" bIns="0" rtlCol="0">
            <a:spAutoFit/>
          </a:bodyPr>
          <a:lstStyle/>
          <a:p>
            <a:r>
              <a:rPr lang="en-US" sz="1000">
                <a:latin typeface="Open Sans SemiBold" panose="020B0706030804020204" pitchFamily="34" charset="0"/>
                <a:ea typeface="Open Sans SemiBold" panose="020B0706030804020204" pitchFamily="34" charset="0"/>
                <a:cs typeface="Open Sans SemiBold" panose="020B0706030804020204" pitchFamily="34" charset="0"/>
              </a:rPr>
              <a:t>Pre-planning for relocation</a:t>
            </a:r>
          </a:p>
          <a:p>
            <a:pPr marL="171450" indent="-171450">
              <a:spcBef>
                <a:spcPts val="300"/>
              </a:spcBef>
              <a:spcAft>
                <a:spcPts val="300"/>
              </a:spcAft>
              <a:buFont typeface="Arial" panose="020B0604020202020204" pitchFamily="34" charset="0"/>
              <a:buChar char="•"/>
            </a:pPr>
            <a:r>
              <a:rPr lang="en-US" sz="900"/>
              <a:t>Pre-planning sessions</a:t>
            </a:r>
          </a:p>
          <a:p>
            <a:pPr marL="171450" indent="-171450">
              <a:spcBef>
                <a:spcPts val="300"/>
              </a:spcBef>
              <a:spcAft>
                <a:spcPts val="300"/>
              </a:spcAft>
              <a:buFont typeface="Arial" panose="020B0604020202020204" pitchFamily="34" charset="0"/>
              <a:buChar char="•"/>
            </a:pPr>
            <a:r>
              <a:rPr lang="en-US" sz="900"/>
              <a:t>Obstacles and challenges</a:t>
            </a:r>
          </a:p>
        </p:txBody>
      </p:sp>
      <p:sp>
        <p:nvSpPr>
          <p:cNvPr id="29" name="TextBox 28">
            <a:extLst>
              <a:ext uri="{FF2B5EF4-FFF2-40B4-BE49-F238E27FC236}">
                <a16:creationId xmlns:a16="http://schemas.microsoft.com/office/drawing/2014/main" id="{EE51351D-2E93-73E8-B3BD-CFD81E91D18F}"/>
              </a:ext>
            </a:extLst>
          </p:cNvPr>
          <p:cNvSpPr txBox="1"/>
          <p:nvPr/>
        </p:nvSpPr>
        <p:spPr>
          <a:xfrm>
            <a:off x="2857048" y="2296325"/>
            <a:ext cx="1431037" cy="961802"/>
          </a:xfrm>
          <a:prstGeom prst="rect">
            <a:avLst/>
          </a:prstGeom>
          <a:noFill/>
        </p:spPr>
        <p:txBody>
          <a:bodyPr wrap="square" lIns="0" tIns="0" rIns="0" bIns="0" rtlCol="0">
            <a:spAutoFit/>
          </a:bodyPr>
          <a:lstStyle/>
          <a:p>
            <a:r>
              <a:rPr lang="en-US" sz="1000">
                <a:latin typeface="Open Sans SemiBold" panose="020B0706030804020204" pitchFamily="34" charset="0"/>
                <a:ea typeface="Open Sans SemiBold" panose="020B0706030804020204" pitchFamily="34" charset="0"/>
                <a:cs typeface="Open Sans SemiBold" panose="020B0706030804020204" pitchFamily="34" charset="0"/>
              </a:rPr>
              <a:t>Planning</a:t>
            </a:r>
          </a:p>
          <a:p>
            <a:pPr marL="171450" indent="-171450">
              <a:spcBef>
                <a:spcPts val="300"/>
              </a:spcBef>
              <a:spcAft>
                <a:spcPts val="300"/>
              </a:spcAft>
              <a:buFont typeface="Arial" panose="020B0604020202020204" pitchFamily="34" charset="0"/>
              <a:buChar char="•"/>
            </a:pPr>
            <a:r>
              <a:rPr lang="en-US" sz="900"/>
              <a:t>Guiding principles and teams to co-locate</a:t>
            </a:r>
          </a:p>
          <a:p>
            <a:pPr marL="171450" indent="-171450">
              <a:spcBef>
                <a:spcPts val="300"/>
              </a:spcBef>
              <a:spcAft>
                <a:spcPts val="300"/>
              </a:spcAft>
              <a:buFont typeface="Arial" panose="020B0604020202020204" pitchFamily="34" charset="0"/>
              <a:buChar char="•"/>
            </a:pPr>
            <a:r>
              <a:rPr lang="en-US" sz="900"/>
              <a:t>Ideal region(s) and estimate of the initial size needed</a:t>
            </a:r>
          </a:p>
        </p:txBody>
      </p:sp>
      <p:sp>
        <p:nvSpPr>
          <p:cNvPr id="30" name="TextBox 29">
            <a:extLst>
              <a:ext uri="{FF2B5EF4-FFF2-40B4-BE49-F238E27FC236}">
                <a16:creationId xmlns:a16="http://schemas.microsoft.com/office/drawing/2014/main" id="{EC030F31-3DA6-2BE7-9C19-6A8987044E45}"/>
              </a:ext>
            </a:extLst>
          </p:cNvPr>
          <p:cNvSpPr txBox="1"/>
          <p:nvPr/>
        </p:nvSpPr>
        <p:spPr>
          <a:xfrm>
            <a:off x="4873137" y="2703173"/>
            <a:ext cx="1779217" cy="761747"/>
          </a:xfrm>
          <a:prstGeom prst="rect">
            <a:avLst/>
          </a:prstGeom>
          <a:noFill/>
        </p:spPr>
        <p:txBody>
          <a:bodyPr wrap="square" lIns="0" tIns="0" rIns="0" bIns="0" rtlCol="0">
            <a:spAutoFit/>
          </a:bodyPr>
          <a:lstStyle/>
          <a:p>
            <a:r>
              <a:rPr lang="en-US" sz="1000">
                <a:latin typeface="Open Sans SemiBold" panose="020B0706030804020204" pitchFamily="34" charset="0"/>
                <a:ea typeface="Open Sans SemiBold" panose="020B0706030804020204" pitchFamily="34" charset="0"/>
                <a:cs typeface="Open Sans SemiBold" panose="020B0706030804020204" pitchFamily="34" charset="0"/>
              </a:rPr>
              <a:t>See a clear direction and define workplace goals</a:t>
            </a:r>
          </a:p>
          <a:p>
            <a:pPr marL="171450" indent="-171450">
              <a:spcBef>
                <a:spcPts val="300"/>
              </a:spcBef>
              <a:spcAft>
                <a:spcPts val="300"/>
              </a:spcAft>
              <a:buFont typeface="Arial" panose="020B0604020202020204" pitchFamily="34" charset="0"/>
              <a:buChar char="•"/>
            </a:pPr>
            <a:r>
              <a:rPr lang="en-US" sz="900"/>
              <a:t>Align business leaders on a shared purpose and aligned direction for the workplace</a:t>
            </a:r>
          </a:p>
        </p:txBody>
      </p:sp>
      <p:sp>
        <p:nvSpPr>
          <p:cNvPr id="31" name="TextBox 30">
            <a:extLst>
              <a:ext uri="{FF2B5EF4-FFF2-40B4-BE49-F238E27FC236}">
                <a16:creationId xmlns:a16="http://schemas.microsoft.com/office/drawing/2014/main" id="{D38217F3-03C5-1600-EF00-F13BA23963C0}"/>
              </a:ext>
            </a:extLst>
          </p:cNvPr>
          <p:cNvSpPr txBox="1"/>
          <p:nvPr/>
        </p:nvSpPr>
        <p:spPr>
          <a:xfrm>
            <a:off x="5214112" y="4821079"/>
            <a:ext cx="1574607" cy="1315745"/>
          </a:xfrm>
          <a:prstGeom prst="rect">
            <a:avLst/>
          </a:prstGeom>
          <a:noFill/>
        </p:spPr>
        <p:txBody>
          <a:bodyPr wrap="square" lIns="0" tIns="0" rIns="0" bIns="0" rtlCol="0">
            <a:spAutoFit/>
          </a:bodyPr>
          <a:lstStyle/>
          <a:p>
            <a:r>
              <a:rPr lang="en-US" sz="1000">
                <a:latin typeface="Open Sans SemiBold" panose="020B0706030804020204" pitchFamily="34" charset="0"/>
                <a:ea typeface="Open Sans SemiBold" panose="020B0706030804020204" pitchFamily="34" charset="0"/>
                <a:cs typeface="Open Sans SemiBold" panose="020B0706030804020204" pitchFamily="34" charset="0"/>
              </a:rPr>
              <a:t>Engage your organization</a:t>
            </a:r>
          </a:p>
          <a:p>
            <a:r>
              <a:rPr lang="en-US" sz="900"/>
              <a:t>Define priorities and work processes</a:t>
            </a:r>
          </a:p>
          <a:p>
            <a:pPr marL="171450" indent="-171450">
              <a:spcBef>
                <a:spcPts val="300"/>
              </a:spcBef>
              <a:spcAft>
                <a:spcPts val="300"/>
              </a:spcAft>
              <a:buFont typeface="Arial" panose="020B0604020202020204" pitchFamily="34" charset="0"/>
              <a:buChar char="•"/>
            </a:pPr>
            <a:r>
              <a:rPr lang="en-US" sz="900"/>
              <a:t>Work Experience Survey</a:t>
            </a:r>
          </a:p>
          <a:p>
            <a:pPr marL="171450" indent="-171450">
              <a:spcBef>
                <a:spcPts val="300"/>
              </a:spcBef>
              <a:spcAft>
                <a:spcPts val="300"/>
              </a:spcAft>
              <a:buFont typeface="Arial" panose="020B0604020202020204" pitchFamily="34" charset="0"/>
              <a:buChar char="•"/>
            </a:pPr>
            <a:r>
              <a:rPr lang="en-US" sz="900"/>
              <a:t>Employee &amp; Manager Focus Group</a:t>
            </a:r>
          </a:p>
          <a:p>
            <a:pPr marL="171450" indent="-171450">
              <a:spcBef>
                <a:spcPts val="300"/>
              </a:spcBef>
              <a:spcAft>
                <a:spcPts val="300"/>
              </a:spcAft>
              <a:buFont typeface="Arial" panose="020B0604020202020204" pitchFamily="34" charset="0"/>
              <a:buChar char="•"/>
            </a:pPr>
            <a:r>
              <a:rPr lang="en-US" sz="900"/>
              <a:t>Engage stakeholders such as D&amp;I, HR partners, IT</a:t>
            </a:r>
          </a:p>
        </p:txBody>
      </p:sp>
      <p:sp>
        <p:nvSpPr>
          <p:cNvPr id="34" name="Oval 33">
            <a:extLst>
              <a:ext uri="{FF2B5EF4-FFF2-40B4-BE49-F238E27FC236}">
                <a16:creationId xmlns:a16="http://schemas.microsoft.com/office/drawing/2014/main" id="{7256C51E-7902-B43B-FF5C-FCFC3301839A}"/>
              </a:ext>
            </a:extLst>
          </p:cNvPr>
          <p:cNvSpPr/>
          <p:nvPr/>
        </p:nvSpPr>
        <p:spPr>
          <a:xfrm>
            <a:off x="352542" y="2543240"/>
            <a:ext cx="374570" cy="380278"/>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35" name="Oval 34">
            <a:extLst>
              <a:ext uri="{FF2B5EF4-FFF2-40B4-BE49-F238E27FC236}">
                <a16:creationId xmlns:a16="http://schemas.microsoft.com/office/drawing/2014/main" id="{6F30232B-5DDF-AFAA-0E2D-E6035F301B3B}"/>
              </a:ext>
            </a:extLst>
          </p:cNvPr>
          <p:cNvSpPr/>
          <p:nvPr/>
        </p:nvSpPr>
        <p:spPr>
          <a:xfrm>
            <a:off x="2366799" y="2177781"/>
            <a:ext cx="374570" cy="380278"/>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37" name="Oval 36">
            <a:extLst>
              <a:ext uri="{FF2B5EF4-FFF2-40B4-BE49-F238E27FC236}">
                <a16:creationId xmlns:a16="http://schemas.microsoft.com/office/drawing/2014/main" id="{80682F5C-3BDB-B250-9098-A0314B89411A}"/>
              </a:ext>
            </a:extLst>
          </p:cNvPr>
          <p:cNvSpPr/>
          <p:nvPr/>
        </p:nvSpPr>
        <p:spPr>
          <a:xfrm>
            <a:off x="4370030" y="2572295"/>
            <a:ext cx="374570" cy="380278"/>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39" name="Oval 38">
            <a:extLst>
              <a:ext uri="{FF2B5EF4-FFF2-40B4-BE49-F238E27FC236}">
                <a16:creationId xmlns:a16="http://schemas.microsoft.com/office/drawing/2014/main" id="{571A3CF6-DD81-8DEE-0EE8-941848F0C2A4}"/>
              </a:ext>
            </a:extLst>
          </p:cNvPr>
          <p:cNvSpPr/>
          <p:nvPr/>
        </p:nvSpPr>
        <p:spPr>
          <a:xfrm>
            <a:off x="6761366" y="2162962"/>
            <a:ext cx="374570" cy="380278"/>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40" name="Oval 39">
            <a:extLst>
              <a:ext uri="{FF2B5EF4-FFF2-40B4-BE49-F238E27FC236}">
                <a16:creationId xmlns:a16="http://schemas.microsoft.com/office/drawing/2014/main" id="{803CA381-B292-0E2F-C510-B389BE6ACEBD}"/>
              </a:ext>
            </a:extLst>
          </p:cNvPr>
          <p:cNvSpPr/>
          <p:nvPr/>
        </p:nvSpPr>
        <p:spPr>
          <a:xfrm>
            <a:off x="3430685" y="3846084"/>
            <a:ext cx="374570" cy="38027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41" name="Oval 40">
            <a:extLst>
              <a:ext uri="{FF2B5EF4-FFF2-40B4-BE49-F238E27FC236}">
                <a16:creationId xmlns:a16="http://schemas.microsoft.com/office/drawing/2014/main" id="{543E290F-F576-0400-6E1C-9007DA6CDB3F}"/>
              </a:ext>
            </a:extLst>
          </p:cNvPr>
          <p:cNvSpPr/>
          <p:nvPr/>
        </p:nvSpPr>
        <p:spPr>
          <a:xfrm>
            <a:off x="7369377" y="5195725"/>
            <a:ext cx="374570" cy="380278"/>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42" name="Oval 41">
            <a:extLst>
              <a:ext uri="{FF2B5EF4-FFF2-40B4-BE49-F238E27FC236}">
                <a16:creationId xmlns:a16="http://schemas.microsoft.com/office/drawing/2014/main" id="{AE4A2255-3A1E-2A7E-7BA9-0A62C9303DC3}"/>
              </a:ext>
            </a:extLst>
          </p:cNvPr>
          <p:cNvSpPr/>
          <p:nvPr/>
        </p:nvSpPr>
        <p:spPr>
          <a:xfrm>
            <a:off x="9197249" y="2625156"/>
            <a:ext cx="374570" cy="380278"/>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43" name="Oval 42">
            <a:extLst>
              <a:ext uri="{FF2B5EF4-FFF2-40B4-BE49-F238E27FC236}">
                <a16:creationId xmlns:a16="http://schemas.microsoft.com/office/drawing/2014/main" id="{736B361A-C397-64CB-4A22-951BD8A73327}"/>
              </a:ext>
            </a:extLst>
          </p:cNvPr>
          <p:cNvSpPr/>
          <p:nvPr/>
        </p:nvSpPr>
        <p:spPr>
          <a:xfrm>
            <a:off x="9560810" y="4732824"/>
            <a:ext cx="374570" cy="380278"/>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44" name="Oval 43">
            <a:extLst>
              <a:ext uri="{FF2B5EF4-FFF2-40B4-BE49-F238E27FC236}">
                <a16:creationId xmlns:a16="http://schemas.microsoft.com/office/drawing/2014/main" id="{028DFDA8-2DAA-2D83-9D1C-87E1AE0D1427}"/>
              </a:ext>
            </a:extLst>
          </p:cNvPr>
          <p:cNvSpPr/>
          <p:nvPr/>
        </p:nvSpPr>
        <p:spPr>
          <a:xfrm>
            <a:off x="8338049" y="3846083"/>
            <a:ext cx="374570" cy="38027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45" name="Oval 44">
            <a:extLst>
              <a:ext uri="{FF2B5EF4-FFF2-40B4-BE49-F238E27FC236}">
                <a16:creationId xmlns:a16="http://schemas.microsoft.com/office/drawing/2014/main" id="{65F27F9D-692D-2772-30A1-3EBC313CE37C}"/>
              </a:ext>
            </a:extLst>
          </p:cNvPr>
          <p:cNvSpPr/>
          <p:nvPr/>
        </p:nvSpPr>
        <p:spPr>
          <a:xfrm>
            <a:off x="11125829" y="3846083"/>
            <a:ext cx="374570" cy="38027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46" name="TextBox 45">
            <a:extLst>
              <a:ext uri="{FF2B5EF4-FFF2-40B4-BE49-F238E27FC236}">
                <a16:creationId xmlns:a16="http://schemas.microsoft.com/office/drawing/2014/main" id="{5ABD8AB5-2669-F5AF-CCD7-CE65D4558DC3}"/>
              </a:ext>
            </a:extLst>
          </p:cNvPr>
          <p:cNvSpPr txBox="1"/>
          <p:nvPr/>
        </p:nvSpPr>
        <p:spPr>
          <a:xfrm>
            <a:off x="7226388" y="2272351"/>
            <a:ext cx="1691081" cy="1623521"/>
          </a:xfrm>
          <a:prstGeom prst="rect">
            <a:avLst/>
          </a:prstGeom>
          <a:noFill/>
        </p:spPr>
        <p:txBody>
          <a:bodyPr wrap="square" lIns="0" tIns="0" rIns="0" bIns="0" rtlCol="0">
            <a:spAutoFit/>
          </a:bodyPr>
          <a:lstStyle/>
          <a:p>
            <a:r>
              <a:rPr lang="en-US" sz="1000">
                <a:latin typeface="Open Sans SemiBold" panose="020B0706030804020204" pitchFamily="34" charset="0"/>
                <a:ea typeface="Open Sans SemiBold" panose="020B0706030804020204" pitchFamily="34" charset="0"/>
                <a:cs typeface="Open Sans SemiBold" panose="020B0706030804020204" pitchFamily="34" charset="0"/>
              </a:rPr>
              <a:t>Develop an integrated workplace strategy</a:t>
            </a:r>
          </a:p>
          <a:p>
            <a:pPr marL="171450" indent="-171450">
              <a:spcBef>
                <a:spcPts val="300"/>
              </a:spcBef>
              <a:spcAft>
                <a:spcPts val="300"/>
              </a:spcAft>
              <a:buFont typeface="Arial" panose="020B0604020202020204" pitchFamily="34" charset="0"/>
              <a:buChar char="•"/>
            </a:pPr>
            <a:r>
              <a:rPr lang="en-US" sz="900"/>
              <a:t>Evaluate goals, objectives and engagement</a:t>
            </a:r>
          </a:p>
          <a:p>
            <a:pPr marL="171450" indent="-171450">
              <a:spcBef>
                <a:spcPts val="300"/>
              </a:spcBef>
              <a:spcAft>
                <a:spcPts val="300"/>
              </a:spcAft>
              <a:buFont typeface="Arial" panose="020B0604020202020204" pitchFamily="34" charset="0"/>
              <a:buChar char="•"/>
            </a:pPr>
            <a:r>
              <a:rPr lang="en-US" sz="900"/>
              <a:t>Workplace Principles</a:t>
            </a:r>
          </a:p>
          <a:p>
            <a:pPr marL="171450" indent="-171450">
              <a:spcBef>
                <a:spcPts val="300"/>
              </a:spcBef>
              <a:spcAft>
                <a:spcPts val="300"/>
              </a:spcAft>
              <a:buFont typeface="Arial" panose="020B0604020202020204" pitchFamily="34" charset="0"/>
              <a:buChar char="•"/>
            </a:pPr>
            <a:r>
              <a:rPr lang="en-US" sz="900"/>
              <a:t>Workplace typology and work settings</a:t>
            </a:r>
          </a:p>
          <a:p>
            <a:pPr marL="171450" indent="-171450">
              <a:spcBef>
                <a:spcPts val="300"/>
              </a:spcBef>
              <a:spcAft>
                <a:spcPts val="300"/>
              </a:spcAft>
              <a:buFont typeface="Arial" panose="020B0604020202020204" pitchFamily="34" charset="0"/>
              <a:buChar char="•"/>
            </a:pPr>
            <a:r>
              <a:rPr lang="en-US" sz="900"/>
              <a:t>Planning metrics</a:t>
            </a:r>
          </a:p>
          <a:p>
            <a:pPr marL="171450" indent="-171450">
              <a:spcBef>
                <a:spcPts val="300"/>
              </a:spcBef>
              <a:spcAft>
                <a:spcPts val="300"/>
              </a:spcAft>
              <a:buFont typeface="Arial" panose="020B0604020202020204" pitchFamily="34" charset="0"/>
              <a:buChar char="•"/>
            </a:pPr>
            <a:r>
              <a:rPr lang="en-US" sz="900"/>
              <a:t>Building requirements</a:t>
            </a:r>
          </a:p>
        </p:txBody>
      </p:sp>
      <p:sp>
        <p:nvSpPr>
          <p:cNvPr id="49" name="TextBox 48">
            <a:extLst>
              <a:ext uri="{FF2B5EF4-FFF2-40B4-BE49-F238E27FC236}">
                <a16:creationId xmlns:a16="http://schemas.microsoft.com/office/drawing/2014/main" id="{5164A3E2-29AC-A831-D0E4-37E31C41EF5F}"/>
              </a:ext>
            </a:extLst>
          </p:cNvPr>
          <p:cNvSpPr txBox="1"/>
          <p:nvPr/>
        </p:nvSpPr>
        <p:spPr>
          <a:xfrm>
            <a:off x="9775397" y="2733379"/>
            <a:ext cx="1876776" cy="884858"/>
          </a:xfrm>
          <a:prstGeom prst="rect">
            <a:avLst/>
          </a:prstGeom>
          <a:noFill/>
        </p:spPr>
        <p:txBody>
          <a:bodyPr wrap="square" lIns="0" tIns="0" rIns="0" bIns="0" rtlCol="0">
            <a:spAutoFit/>
          </a:bodyPr>
          <a:lstStyle/>
          <a:p>
            <a:r>
              <a:rPr lang="en-US" sz="1000">
                <a:latin typeface="Open Sans SemiBold" panose="020B0706030804020204" pitchFamily="34" charset="0"/>
                <a:ea typeface="Open Sans SemiBold" panose="020B0706030804020204" pitchFamily="34" charset="0"/>
                <a:cs typeface="Open Sans SemiBold" panose="020B0706030804020204" pitchFamily="34" charset="0"/>
              </a:rPr>
              <a:t>Preparation &amp; Implementation</a:t>
            </a:r>
          </a:p>
          <a:p>
            <a:pPr marL="171450" indent="-171450">
              <a:spcBef>
                <a:spcPts val="300"/>
              </a:spcBef>
              <a:spcAft>
                <a:spcPts val="300"/>
              </a:spcAft>
              <a:buFont typeface="Arial" panose="020B0604020202020204" pitchFamily="34" charset="0"/>
              <a:buChar char="•"/>
            </a:pPr>
            <a:r>
              <a:rPr lang="en-US" sz="900"/>
              <a:t>Engage the organizations to support the successful transition to new ways of working and a new work environment. </a:t>
            </a:r>
          </a:p>
        </p:txBody>
      </p:sp>
      <p:sp>
        <p:nvSpPr>
          <p:cNvPr id="50" name="TextBox 49">
            <a:extLst>
              <a:ext uri="{FF2B5EF4-FFF2-40B4-BE49-F238E27FC236}">
                <a16:creationId xmlns:a16="http://schemas.microsoft.com/office/drawing/2014/main" id="{5D9CE129-ADE3-FF9B-B0FF-00EE0589780F}"/>
              </a:ext>
            </a:extLst>
          </p:cNvPr>
          <p:cNvSpPr txBox="1"/>
          <p:nvPr/>
        </p:nvSpPr>
        <p:spPr>
          <a:xfrm>
            <a:off x="10058166" y="4835761"/>
            <a:ext cx="1876776" cy="607859"/>
          </a:xfrm>
          <a:prstGeom prst="rect">
            <a:avLst/>
          </a:prstGeom>
          <a:noFill/>
        </p:spPr>
        <p:txBody>
          <a:bodyPr wrap="square" lIns="0" tIns="0" rIns="0" bIns="0" rtlCol="0">
            <a:spAutoFit/>
          </a:bodyPr>
          <a:lstStyle/>
          <a:p>
            <a:r>
              <a:rPr lang="en-US" sz="1000">
                <a:latin typeface="Open Sans SemiBold" panose="020B0706030804020204" pitchFamily="34" charset="0"/>
                <a:ea typeface="Open Sans SemiBold" panose="020B0706030804020204" pitchFamily="34" charset="0"/>
                <a:cs typeface="Open Sans SemiBold" panose="020B0706030804020204" pitchFamily="34" charset="0"/>
              </a:rPr>
              <a:t>Design &amp; Construction</a:t>
            </a:r>
          </a:p>
          <a:p>
            <a:pPr marL="171450" indent="-171450">
              <a:spcBef>
                <a:spcPts val="300"/>
              </a:spcBef>
              <a:spcAft>
                <a:spcPts val="300"/>
              </a:spcAft>
              <a:buFont typeface="Arial" panose="020B0604020202020204" pitchFamily="34" charset="0"/>
              <a:buChar char="•"/>
            </a:pPr>
            <a:r>
              <a:rPr lang="en-US" sz="900"/>
              <a:t>Develop the new head office and complete alterations to existing sites</a:t>
            </a:r>
          </a:p>
        </p:txBody>
      </p:sp>
      <p:sp>
        <p:nvSpPr>
          <p:cNvPr id="51" name="TextBox 50">
            <a:extLst>
              <a:ext uri="{FF2B5EF4-FFF2-40B4-BE49-F238E27FC236}">
                <a16:creationId xmlns:a16="http://schemas.microsoft.com/office/drawing/2014/main" id="{94DBD382-EC8F-CF73-DA92-C009F73E58F2}"/>
              </a:ext>
            </a:extLst>
          </p:cNvPr>
          <p:cNvSpPr txBox="1"/>
          <p:nvPr/>
        </p:nvSpPr>
        <p:spPr>
          <a:xfrm>
            <a:off x="7866733" y="5343787"/>
            <a:ext cx="1610775" cy="900246"/>
          </a:xfrm>
          <a:prstGeom prst="rect">
            <a:avLst/>
          </a:prstGeom>
          <a:noFill/>
        </p:spPr>
        <p:txBody>
          <a:bodyPr wrap="square" lIns="0" tIns="0" rIns="0" bIns="0" rtlCol="0">
            <a:spAutoFit/>
          </a:bodyPr>
          <a:lstStyle/>
          <a:p>
            <a:r>
              <a:rPr lang="en-US" sz="1000">
                <a:latin typeface="Open Sans SemiBold" panose="020B0706030804020204" pitchFamily="34" charset="0"/>
                <a:ea typeface="Open Sans SemiBold" panose="020B0706030804020204" pitchFamily="34" charset="0"/>
                <a:cs typeface="Open Sans SemiBold" panose="020B0706030804020204" pitchFamily="34" charset="0"/>
              </a:rPr>
              <a:t>Evaluate options to implement the strategy</a:t>
            </a:r>
          </a:p>
          <a:p>
            <a:pPr marL="171450" indent="-171450">
              <a:spcBef>
                <a:spcPts val="300"/>
              </a:spcBef>
              <a:spcAft>
                <a:spcPts val="300"/>
              </a:spcAft>
              <a:buFont typeface="Arial" panose="020B0604020202020204" pitchFamily="34" charset="0"/>
              <a:buChar char="•"/>
            </a:pPr>
            <a:r>
              <a:rPr lang="en-US" sz="900"/>
              <a:t>Assess readiness for change, financial implications and operational requirements.</a:t>
            </a:r>
          </a:p>
        </p:txBody>
      </p:sp>
      <p:sp>
        <p:nvSpPr>
          <p:cNvPr id="52" name="TextBox 51">
            <a:extLst>
              <a:ext uri="{FF2B5EF4-FFF2-40B4-BE49-F238E27FC236}">
                <a16:creationId xmlns:a16="http://schemas.microsoft.com/office/drawing/2014/main" id="{385B1B30-52E5-6D45-8634-2C45510EB70D}"/>
              </a:ext>
            </a:extLst>
          </p:cNvPr>
          <p:cNvSpPr txBox="1"/>
          <p:nvPr/>
        </p:nvSpPr>
        <p:spPr>
          <a:xfrm>
            <a:off x="2973950" y="4329720"/>
            <a:ext cx="1288040" cy="461665"/>
          </a:xfrm>
          <a:prstGeom prst="rect">
            <a:avLst/>
          </a:prstGeom>
          <a:noFill/>
        </p:spPr>
        <p:txBody>
          <a:bodyPr wrap="square" lIns="0" tIns="0" rIns="0" bIns="0" rtlCol="0">
            <a:spAutoFit/>
          </a:bodyPr>
          <a:lstStyle/>
          <a:p>
            <a:pPr algn="ctr"/>
            <a:r>
              <a:rPr lang="en-US" sz="1000">
                <a:solidFill>
                  <a:schemeClr val="accent2"/>
                </a:solidFill>
                <a:latin typeface="Open Sans SemiBold" panose="020B0706030804020204" pitchFamily="34" charset="0"/>
                <a:ea typeface="Open Sans SemiBold" panose="020B0706030804020204" pitchFamily="34" charset="0"/>
                <a:cs typeface="Open Sans SemiBold" panose="020B0706030804020204" pitchFamily="34" charset="0"/>
              </a:rPr>
              <a:t>Expert review of approach and size requirements</a:t>
            </a:r>
          </a:p>
        </p:txBody>
      </p:sp>
      <p:sp>
        <p:nvSpPr>
          <p:cNvPr id="53" name="Arrow: Right 52">
            <a:extLst>
              <a:ext uri="{FF2B5EF4-FFF2-40B4-BE49-F238E27FC236}">
                <a16:creationId xmlns:a16="http://schemas.microsoft.com/office/drawing/2014/main" id="{A40A51F8-48CE-4D9D-C20A-97D17361C947}"/>
              </a:ext>
            </a:extLst>
          </p:cNvPr>
          <p:cNvSpPr/>
          <p:nvPr/>
        </p:nvSpPr>
        <p:spPr>
          <a:xfrm rot="16200000">
            <a:off x="3161531" y="5165696"/>
            <a:ext cx="972115" cy="326394"/>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54" name="TextBox 53">
            <a:extLst>
              <a:ext uri="{FF2B5EF4-FFF2-40B4-BE49-F238E27FC236}">
                <a16:creationId xmlns:a16="http://schemas.microsoft.com/office/drawing/2014/main" id="{AA787196-C239-31D3-2D66-A2DEB32988AA}"/>
              </a:ext>
            </a:extLst>
          </p:cNvPr>
          <p:cNvSpPr txBox="1"/>
          <p:nvPr/>
        </p:nvSpPr>
        <p:spPr>
          <a:xfrm>
            <a:off x="3009218" y="5926793"/>
            <a:ext cx="1288040" cy="215444"/>
          </a:xfrm>
          <a:prstGeom prst="rect">
            <a:avLst/>
          </a:prstGeom>
          <a:noFill/>
        </p:spPr>
        <p:txBody>
          <a:bodyPr wrap="square" lIns="0" tIns="0" rIns="0" bIns="0" rtlCol="0">
            <a:spAutoFit/>
          </a:bodyPr>
          <a:lstStyle/>
          <a:p>
            <a:pPr algn="ctr"/>
            <a:r>
              <a:rPr lang="en-US" sz="1400">
                <a:solidFill>
                  <a:schemeClr val="accent2"/>
                </a:solidFill>
                <a:latin typeface="Open Sans SemiBold" panose="020B0706030804020204" pitchFamily="34" charset="0"/>
                <a:ea typeface="Open Sans SemiBold" panose="020B0706030804020204" pitchFamily="34" charset="0"/>
                <a:cs typeface="Open Sans SemiBold" panose="020B0706030804020204" pitchFamily="34" charset="0"/>
              </a:rPr>
              <a:t>We are here</a:t>
            </a:r>
          </a:p>
        </p:txBody>
      </p:sp>
      <p:sp>
        <p:nvSpPr>
          <p:cNvPr id="55" name="TextBox 54">
            <a:extLst>
              <a:ext uri="{FF2B5EF4-FFF2-40B4-BE49-F238E27FC236}">
                <a16:creationId xmlns:a16="http://schemas.microsoft.com/office/drawing/2014/main" id="{CD8CDB86-4580-A2B7-1866-02668F920F68}"/>
              </a:ext>
            </a:extLst>
          </p:cNvPr>
          <p:cNvSpPr txBox="1"/>
          <p:nvPr/>
        </p:nvSpPr>
        <p:spPr>
          <a:xfrm>
            <a:off x="10669094" y="4307379"/>
            <a:ext cx="1288040" cy="215444"/>
          </a:xfrm>
          <a:prstGeom prst="rect">
            <a:avLst/>
          </a:prstGeom>
          <a:noFill/>
        </p:spPr>
        <p:txBody>
          <a:bodyPr wrap="square" lIns="0" tIns="0" rIns="0" bIns="0" rtlCol="0">
            <a:spAutoFit/>
          </a:bodyPr>
          <a:lstStyle/>
          <a:p>
            <a:pPr algn="ctr"/>
            <a:r>
              <a:rPr lang="en-US" sz="1400">
                <a:solidFill>
                  <a:schemeClr val="accent2"/>
                </a:solidFill>
                <a:latin typeface="Open Sans SemiBold" panose="020B0706030804020204" pitchFamily="34" charset="0"/>
                <a:ea typeface="Open Sans SemiBold" panose="020B0706030804020204" pitchFamily="34" charset="0"/>
                <a:cs typeface="Open Sans SemiBold" panose="020B0706030804020204" pitchFamily="34" charset="0"/>
              </a:rPr>
              <a:t>Move in</a:t>
            </a:r>
          </a:p>
        </p:txBody>
      </p:sp>
      <p:sp>
        <p:nvSpPr>
          <p:cNvPr id="56" name="TextBox 55">
            <a:extLst>
              <a:ext uri="{FF2B5EF4-FFF2-40B4-BE49-F238E27FC236}">
                <a16:creationId xmlns:a16="http://schemas.microsoft.com/office/drawing/2014/main" id="{4AB94B11-BF09-3FFC-888E-3AE7A75C5E9B}"/>
              </a:ext>
            </a:extLst>
          </p:cNvPr>
          <p:cNvSpPr txBox="1"/>
          <p:nvPr/>
        </p:nvSpPr>
        <p:spPr>
          <a:xfrm>
            <a:off x="7803481" y="4360211"/>
            <a:ext cx="1484115" cy="461665"/>
          </a:xfrm>
          <a:prstGeom prst="rect">
            <a:avLst/>
          </a:prstGeom>
          <a:noFill/>
        </p:spPr>
        <p:txBody>
          <a:bodyPr wrap="square" lIns="0" tIns="0" rIns="0" bIns="0" rtlCol="0">
            <a:spAutoFit/>
          </a:bodyPr>
          <a:lstStyle/>
          <a:p>
            <a:pPr algn="ctr"/>
            <a:r>
              <a:rPr lang="en-US" sz="1000">
                <a:solidFill>
                  <a:schemeClr val="accent2"/>
                </a:solidFill>
                <a:latin typeface="Open Sans SemiBold" panose="020B0706030804020204" pitchFamily="34" charset="0"/>
                <a:ea typeface="Open Sans SemiBold" panose="020B0706030804020204" pitchFamily="34" charset="0"/>
                <a:cs typeface="Open Sans SemiBold" panose="020B0706030804020204" pitchFamily="34" charset="0"/>
              </a:rPr>
              <a:t>Determine features and functional needs of the new Head Office</a:t>
            </a:r>
          </a:p>
        </p:txBody>
      </p:sp>
      <p:cxnSp>
        <p:nvCxnSpPr>
          <p:cNvPr id="7" name="Straight Connector 6">
            <a:extLst>
              <a:ext uri="{FF2B5EF4-FFF2-40B4-BE49-F238E27FC236}">
                <a16:creationId xmlns:a16="http://schemas.microsoft.com/office/drawing/2014/main" id="{C2CED36D-2697-9E28-8672-18F486652DFE}"/>
              </a:ext>
            </a:extLst>
          </p:cNvPr>
          <p:cNvCxnSpPr>
            <a:cxnSpLocks/>
          </p:cNvCxnSpPr>
          <p:nvPr/>
        </p:nvCxnSpPr>
        <p:spPr>
          <a:xfrm>
            <a:off x="4839211" y="4036223"/>
            <a:ext cx="0" cy="880455"/>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AB7F5E5B-CF4D-E658-C252-A722F95AF295}"/>
              </a:ext>
            </a:extLst>
          </p:cNvPr>
          <p:cNvSpPr/>
          <p:nvPr/>
        </p:nvSpPr>
        <p:spPr>
          <a:xfrm>
            <a:off x="4655363" y="4726539"/>
            <a:ext cx="374570" cy="380278"/>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Tree>
    <p:custDataLst>
      <p:custData r:id="rId1"/>
      <p:custData r:id="rId2"/>
    </p:custDataLst>
    <p:extLst>
      <p:ext uri="{BB962C8B-B14F-4D97-AF65-F5344CB8AC3E}">
        <p14:creationId xmlns:p14="http://schemas.microsoft.com/office/powerpoint/2010/main" val="16982593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Rectangle 51">
            <a:extLst>
              <a:ext uri="{FF2B5EF4-FFF2-40B4-BE49-F238E27FC236}">
                <a16:creationId xmlns:a16="http://schemas.microsoft.com/office/drawing/2014/main" id="{EB32F56D-B38C-5064-F0A1-DE5D04CE8334}"/>
              </a:ext>
            </a:extLst>
          </p:cNvPr>
          <p:cNvSpPr/>
          <p:nvPr/>
        </p:nvSpPr>
        <p:spPr>
          <a:xfrm>
            <a:off x="6459645" y="0"/>
            <a:ext cx="5732356"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noProof="0" err="1"/>
          </a:p>
        </p:txBody>
      </p:sp>
      <p:pic>
        <p:nvPicPr>
          <p:cNvPr id="9" name="Picture 8">
            <a:extLst>
              <a:ext uri="{FF2B5EF4-FFF2-40B4-BE49-F238E27FC236}">
                <a16:creationId xmlns:a16="http://schemas.microsoft.com/office/drawing/2014/main" id="{2F0F85AF-30A7-2785-86C1-B6F51B3A31C4}"/>
              </a:ext>
            </a:extLst>
          </p:cNvPr>
          <p:cNvPicPr>
            <a:picLocks noChangeAspect="1"/>
          </p:cNvPicPr>
          <p:nvPr/>
        </p:nvPicPr>
        <p:blipFill>
          <a:blip r:embed="rId4"/>
          <a:stretch>
            <a:fillRect/>
          </a:stretch>
        </p:blipFill>
        <p:spPr>
          <a:xfrm>
            <a:off x="12788487" y="589583"/>
            <a:ext cx="9925170" cy="5245009"/>
          </a:xfrm>
          <a:prstGeom prst="rect">
            <a:avLst/>
          </a:prstGeom>
        </p:spPr>
      </p:pic>
      <p:cxnSp>
        <p:nvCxnSpPr>
          <p:cNvPr id="17" name="Straight Connector 16">
            <a:extLst>
              <a:ext uri="{FF2B5EF4-FFF2-40B4-BE49-F238E27FC236}">
                <a16:creationId xmlns:a16="http://schemas.microsoft.com/office/drawing/2014/main" id="{6F7C6CDE-56F2-0464-1786-159900FF5DC6}"/>
              </a:ext>
            </a:extLst>
          </p:cNvPr>
          <p:cNvCxnSpPr>
            <a:cxnSpLocks/>
          </p:cNvCxnSpPr>
          <p:nvPr/>
        </p:nvCxnSpPr>
        <p:spPr>
          <a:xfrm flipV="1">
            <a:off x="647525" y="3212088"/>
            <a:ext cx="10515600" cy="53546"/>
          </a:xfrm>
          <a:prstGeom prst="line">
            <a:avLst/>
          </a:prstGeom>
          <a:ln w="6350">
            <a:solidFill>
              <a:schemeClr val="accent6"/>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 name="Text Placeholder 1">
            <a:extLst>
              <a:ext uri="{FF2B5EF4-FFF2-40B4-BE49-F238E27FC236}">
                <a16:creationId xmlns:a16="http://schemas.microsoft.com/office/drawing/2014/main" id="{946C259D-DB46-E4C7-820C-8F855B92F3B1}"/>
              </a:ext>
            </a:extLst>
          </p:cNvPr>
          <p:cNvSpPr>
            <a:spLocks noGrp="1"/>
          </p:cNvSpPr>
          <p:nvPr>
            <p:ph type="body" sz="quarter" idx="13"/>
          </p:nvPr>
        </p:nvSpPr>
        <p:spPr/>
        <p:txBody>
          <a:bodyPr/>
          <a:lstStyle/>
          <a:p>
            <a:r>
              <a:rPr lang="en-CA"/>
              <a:t>OUR STRATEGY</a:t>
            </a:r>
          </a:p>
          <a:p>
            <a:endParaRPr lang="en-US"/>
          </a:p>
        </p:txBody>
      </p:sp>
      <p:sp>
        <p:nvSpPr>
          <p:cNvPr id="3" name="Title 2">
            <a:extLst>
              <a:ext uri="{FF2B5EF4-FFF2-40B4-BE49-F238E27FC236}">
                <a16:creationId xmlns:a16="http://schemas.microsoft.com/office/drawing/2014/main" id="{5489984C-D403-49E2-E352-E2375CF245D1}"/>
              </a:ext>
            </a:extLst>
          </p:cNvPr>
          <p:cNvSpPr>
            <a:spLocks noGrp="1"/>
          </p:cNvSpPr>
          <p:nvPr>
            <p:ph type="title"/>
          </p:nvPr>
        </p:nvSpPr>
        <p:spPr/>
        <p:txBody>
          <a:bodyPr/>
          <a:lstStyle/>
          <a:p>
            <a:r>
              <a:rPr lang="en-US"/>
              <a:t>Leasing Process</a:t>
            </a:r>
          </a:p>
        </p:txBody>
      </p:sp>
      <p:sp>
        <p:nvSpPr>
          <p:cNvPr id="5" name="Text Placeholder 4">
            <a:extLst>
              <a:ext uri="{FF2B5EF4-FFF2-40B4-BE49-F238E27FC236}">
                <a16:creationId xmlns:a16="http://schemas.microsoft.com/office/drawing/2014/main" id="{09F33C93-BB50-D18C-E566-7E2DBA1E04AD}"/>
              </a:ext>
            </a:extLst>
          </p:cNvPr>
          <p:cNvSpPr>
            <a:spLocks noGrp="1"/>
          </p:cNvSpPr>
          <p:nvPr>
            <p:ph type="body" sz="quarter" idx="14"/>
          </p:nvPr>
        </p:nvSpPr>
        <p:spPr/>
        <p:txBody>
          <a:bodyPr/>
          <a:lstStyle/>
          <a:p>
            <a:endParaRPr lang="en-US"/>
          </a:p>
        </p:txBody>
      </p:sp>
      <p:sp>
        <p:nvSpPr>
          <p:cNvPr id="6" name="Footer Placeholder 5">
            <a:extLst>
              <a:ext uri="{FF2B5EF4-FFF2-40B4-BE49-F238E27FC236}">
                <a16:creationId xmlns:a16="http://schemas.microsoft.com/office/drawing/2014/main" id="{885EB090-1B04-45B9-FB1F-8BABECD43416}"/>
              </a:ext>
            </a:extLst>
          </p:cNvPr>
          <p:cNvSpPr>
            <a:spLocks noGrp="1"/>
          </p:cNvSpPr>
          <p:nvPr>
            <p:ph type="ftr" sz="quarter" idx="11"/>
          </p:nvPr>
        </p:nvSpPr>
        <p:spPr/>
        <p:txBody>
          <a:bodyPr/>
          <a:lstStyle/>
          <a:p>
            <a:r>
              <a:rPr lang="en-US"/>
              <a:t>Colliers</a:t>
            </a:r>
          </a:p>
        </p:txBody>
      </p:sp>
      <p:sp>
        <p:nvSpPr>
          <p:cNvPr id="7" name="Slide Number Placeholder 6">
            <a:extLst>
              <a:ext uri="{FF2B5EF4-FFF2-40B4-BE49-F238E27FC236}">
                <a16:creationId xmlns:a16="http://schemas.microsoft.com/office/drawing/2014/main" id="{01C15AA1-7639-EEAB-9E66-BF534F436E8B}"/>
              </a:ext>
            </a:extLst>
          </p:cNvPr>
          <p:cNvSpPr>
            <a:spLocks noGrp="1"/>
          </p:cNvSpPr>
          <p:nvPr>
            <p:ph type="sldNum" sz="quarter" idx="12"/>
          </p:nvPr>
        </p:nvSpPr>
        <p:spPr/>
        <p:txBody>
          <a:bodyPr/>
          <a:lstStyle/>
          <a:p>
            <a:fld id="{23AA811B-2EBD-4900-905E-5BE206449611}" type="slidenum">
              <a:rPr lang="en-US" smtClean="0"/>
              <a:pPr/>
              <a:t>52</a:t>
            </a:fld>
            <a:endParaRPr lang="en-US"/>
          </a:p>
        </p:txBody>
      </p:sp>
      <p:sp>
        <p:nvSpPr>
          <p:cNvPr id="8" name="TextBox 7">
            <a:extLst>
              <a:ext uri="{FF2B5EF4-FFF2-40B4-BE49-F238E27FC236}">
                <a16:creationId xmlns:a16="http://schemas.microsoft.com/office/drawing/2014/main" id="{BEA1A853-6E23-66C3-003E-817A7880CD42}"/>
              </a:ext>
            </a:extLst>
          </p:cNvPr>
          <p:cNvSpPr txBox="1"/>
          <p:nvPr/>
        </p:nvSpPr>
        <p:spPr>
          <a:xfrm>
            <a:off x="1117837" y="4093335"/>
            <a:ext cx="1077946" cy="215444"/>
          </a:xfrm>
          <a:prstGeom prst="rect">
            <a:avLst/>
          </a:prstGeom>
          <a:noFill/>
        </p:spPr>
        <p:txBody>
          <a:bodyPr wrap="square" lIns="0" tIns="0" rIns="0" bIns="0" rtlCol="0">
            <a:spAutoFit/>
          </a:bodyPr>
          <a:lstStyle/>
          <a:p>
            <a:pPr marL="61913" indent="-61913">
              <a:spcAft>
                <a:spcPts val="300"/>
              </a:spcAft>
              <a:buFont typeface="Arial" panose="020B0604020202020204" pitchFamily="34" charset="0"/>
              <a:buChar char="•"/>
            </a:pPr>
            <a:r>
              <a:rPr lang="en-US" sz="700"/>
              <a:t>Determine Workplace and Real Estate Strategy</a:t>
            </a:r>
          </a:p>
        </p:txBody>
      </p:sp>
      <p:sp>
        <p:nvSpPr>
          <p:cNvPr id="10" name="Oval 9">
            <a:extLst>
              <a:ext uri="{FF2B5EF4-FFF2-40B4-BE49-F238E27FC236}">
                <a16:creationId xmlns:a16="http://schemas.microsoft.com/office/drawing/2014/main" id="{A7D15C82-924F-F3D7-E80D-778F9BA1A5B5}"/>
              </a:ext>
            </a:extLst>
          </p:cNvPr>
          <p:cNvSpPr/>
          <p:nvPr/>
        </p:nvSpPr>
        <p:spPr>
          <a:xfrm>
            <a:off x="856862" y="3048722"/>
            <a:ext cx="374570" cy="380278"/>
          </a:xfrm>
          <a:prstGeom prst="ellipse">
            <a:avLst/>
          </a:prstGeom>
          <a:solidFill>
            <a:srgbClr val="F2F1F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cxnSp>
        <p:nvCxnSpPr>
          <p:cNvPr id="14" name="Straight Connector 13">
            <a:extLst>
              <a:ext uri="{FF2B5EF4-FFF2-40B4-BE49-F238E27FC236}">
                <a16:creationId xmlns:a16="http://schemas.microsoft.com/office/drawing/2014/main" id="{5886D2EB-7048-CE1F-B1F5-054DD9DCDA44}"/>
              </a:ext>
            </a:extLst>
          </p:cNvPr>
          <p:cNvCxnSpPr>
            <a:cxnSpLocks/>
            <a:stCxn id="11" idx="2"/>
            <a:endCxn id="10" idx="0"/>
          </p:cNvCxnSpPr>
          <p:nvPr/>
        </p:nvCxnSpPr>
        <p:spPr>
          <a:xfrm>
            <a:off x="1040345" y="2318682"/>
            <a:ext cx="3802" cy="730040"/>
          </a:xfrm>
          <a:prstGeom prst="line">
            <a:avLst/>
          </a:prstGeom>
          <a:ln w="6350">
            <a:solidFill>
              <a:schemeClr val="accent6"/>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D61EABE-E6E0-FA9A-C119-952E1C18EBE7}"/>
              </a:ext>
            </a:extLst>
          </p:cNvPr>
          <p:cNvSpPr txBox="1"/>
          <p:nvPr/>
        </p:nvSpPr>
        <p:spPr>
          <a:xfrm>
            <a:off x="549157" y="1995517"/>
            <a:ext cx="982376" cy="323165"/>
          </a:xfrm>
          <a:prstGeom prst="rect">
            <a:avLst/>
          </a:prstGeom>
          <a:noFill/>
        </p:spPr>
        <p:txBody>
          <a:bodyPr wrap="square" lIns="0" tIns="91440" rIns="0" bIns="91440" rtlCol="0">
            <a:spAutoFit/>
          </a:bodyPr>
          <a:lstStyle/>
          <a:p>
            <a:pPr algn="ctr"/>
            <a:r>
              <a:rPr lang="en-US" sz="900">
                <a:latin typeface="Open Sans SemiBold" panose="020B0706030804020204" pitchFamily="34" charset="0"/>
                <a:ea typeface="Open Sans SemiBold" panose="020B0706030804020204" pitchFamily="34" charset="0"/>
                <a:cs typeface="Open Sans SemiBold" panose="020B0706030804020204" pitchFamily="34" charset="0"/>
              </a:rPr>
              <a:t>Hire Colliers</a:t>
            </a:r>
            <a:endParaRPr lang="en-US" sz="800"/>
          </a:p>
        </p:txBody>
      </p:sp>
      <p:sp>
        <p:nvSpPr>
          <p:cNvPr id="12" name="TextBox 11">
            <a:extLst>
              <a:ext uri="{FF2B5EF4-FFF2-40B4-BE49-F238E27FC236}">
                <a16:creationId xmlns:a16="http://schemas.microsoft.com/office/drawing/2014/main" id="{F0150CFB-A0CE-8643-12F1-10A1C1F9D692}"/>
              </a:ext>
            </a:extLst>
          </p:cNvPr>
          <p:cNvSpPr txBox="1"/>
          <p:nvPr/>
        </p:nvSpPr>
        <p:spPr>
          <a:xfrm>
            <a:off x="549157" y="2548744"/>
            <a:ext cx="982376" cy="323165"/>
          </a:xfrm>
          <a:prstGeom prst="rect">
            <a:avLst/>
          </a:prstGeom>
          <a:solidFill>
            <a:schemeClr val="bg1"/>
          </a:solidFill>
        </p:spPr>
        <p:txBody>
          <a:bodyPr wrap="square" lIns="0" tIns="91440" rIns="0" bIns="91440" rtlCol="0">
            <a:spAutoFit/>
          </a:bodyPr>
          <a:lstStyle/>
          <a:p>
            <a:pPr algn="ctr"/>
            <a:r>
              <a:rPr lang="en-US" sz="900">
                <a:latin typeface="Open Sans SemiBold" panose="020B0706030804020204" pitchFamily="34" charset="0"/>
                <a:ea typeface="Open Sans SemiBold" panose="020B0706030804020204" pitchFamily="34" charset="0"/>
                <a:cs typeface="Open Sans SemiBold" panose="020B0706030804020204" pitchFamily="34" charset="0"/>
              </a:rPr>
              <a:t>Launch</a:t>
            </a:r>
            <a:endParaRPr lang="en-US" sz="800"/>
          </a:p>
        </p:txBody>
      </p:sp>
      <p:sp>
        <p:nvSpPr>
          <p:cNvPr id="21" name="Oval 20">
            <a:extLst>
              <a:ext uri="{FF2B5EF4-FFF2-40B4-BE49-F238E27FC236}">
                <a16:creationId xmlns:a16="http://schemas.microsoft.com/office/drawing/2014/main" id="{8414AD28-87B6-8EA2-DD41-B6FC51E04C5A}"/>
              </a:ext>
            </a:extLst>
          </p:cNvPr>
          <p:cNvSpPr/>
          <p:nvPr/>
        </p:nvSpPr>
        <p:spPr>
          <a:xfrm>
            <a:off x="1475360" y="3048722"/>
            <a:ext cx="374570" cy="380278"/>
          </a:xfrm>
          <a:prstGeom prst="ellipse">
            <a:avLst/>
          </a:prstGeom>
          <a:solidFill>
            <a:srgbClr val="F2F1F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22" name="Oval 21">
            <a:extLst>
              <a:ext uri="{FF2B5EF4-FFF2-40B4-BE49-F238E27FC236}">
                <a16:creationId xmlns:a16="http://schemas.microsoft.com/office/drawing/2014/main" id="{42CE8D78-4219-03B9-7FA4-1F30236209B8}"/>
              </a:ext>
            </a:extLst>
          </p:cNvPr>
          <p:cNvSpPr/>
          <p:nvPr/>
        </p:nvSpPr>
        <p:spPr>
          <a:xfrm>
            <a:off x="2794738" y="3048722"/>
            <a:ext cx="374570" cy="380278"/>
          </a:xfrm>
          <a:prstGeom prst="ellipse">
            <a:avLst/>
          </a:prstGeom>
          <a:solidFill>
            <a:srgbClr val="F2F1F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23" name="Oval 22">
            <a:extLst>
              <a:ext uri="{FF2B5EF4-FFF2-40B4-BE49-F238E27FC236}">
                <a16:creationId xmlns:a16="http://schemas.microsoft.com/office/drawing/2014/main" id="{C58E7E6F-3003-FD39-B89E-1B3A1F50B8EB}"/>
              </a:ext>
            </a:extLst>
          </p:cNvPr>
          <p:cNvSpPr/>
          <p:nvPr/>
        </p:nvSpPr>
        <p:spPr>
          <a:xfrm>
            <a:off x="3610959" y="3048722"/>
            <a:ext cx="374570" cy="380278"/>
          </a:xfrm>
          <a:prstGeom prst="ellipse">
            <a:avLst/>
          </a:prstGeom>
          <a:solidFill>
            <a:srgbClr val="F2F1F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25" name="Oval 24">
            <a:extLst>
              <a:ext uri="{FF2B5EF4-FFF2-40B4-BE49-F238E27FC236}">
                <a16:creationId xmlns:a16="http://schemas.microsoft.com/office/drawing/2014/main" id="{4BD2BBD5-2656-2CE3-4BC7-5B8080A3510F}"/>
              </a:ext>
            </a:extLst>
          </p:cNvPr>
          <p:cNvSpPr/>
          <p:nvPr/>
        </p:nvSpPr>
        <p:spPr>
          <a:xfrm>
            <a:off x="4542847" y="3048722"/>
            <a:ext cx="374570" cy="380278"/>
          </a:xfrm>
          <a:prstGeom prst="ellipse">
            <a:avLst/>
          </a:prstGeom>
          <a:solidFill>
            <a:srgbClr val="F2F1F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26" name="Oval 25">
            <a:extLst>
              <a:ext uri="{FF2B5EF4-FFF2-40B4-BE49-F238E27FC236}">
                <a16:creationId xmlns:a16="http://schemas.microsoft.com/office/drawing/2014/main" id="{1C8C5E4B-DE92-750A-7638-E87CD5D5F177}"/>
              </a:ext>
            </a:extLst>
          </p:cNvPr>
          <p:cNvSpPr/>
          <p:nvPr/>
        </p:nvSpPr>
        <p:spPr>
          <a:xfrm>
            <a:off x="5488589" y="3048722"/>
            <a:ext cx="374570" cy="380278"/>
          </a:xfrm>
          <a:prstGeom prst="ellipse">
            <a:avLst/>
          </a:prstGeom>
          <a:solidFill>
            <a:srgbClr val="F2F1F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28" name="Oval 27">
            <a:extLst>
              <a:ext uri="{FF2B5EF4-FFF2-40B4-BE49-F238E27FC236}">
                <a16:creationId xmlns:a16="http://schemas.microsoft.com/office/drawing/2014/main" id="{C6A15387-6FEB-5BE3-2E0B-440A98AAAF1D}"/>
              </a:ext>
            </a:extLst>
          </p:cNvPr>
          <p:cNvSpPr/>
          <p:nvPr/>
        </p:nvSpPr>
        <p:spPr>
          <a:xfrm>
            <a:off x="7137624" y="3048722"/>
            <a:ext cx="374570" cy="380278"/>
          </a:xfrm>
          <a:prstGeom prst="ellipse">
            <a:avLst/>
          </a:prstGeom>
          <a:solidFill>
            <a:srgbClr val="F2F1F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29" name="Oval 28">
            <a:extLst>
              <a:ext uri="{FF2B5EF4-FFF2-40B4-BE49-F238E27FC236}">
                <a16:creationId xmlns:a16="http://schemas.microsoft.com/office/drawing/2014/main" id="{74A9FE62-C4EB-69E6-151B-5917A65D70BC}"/>
              </a:ext>
            </a:extLst>
          </p:cNvPr>
          <p:cNvSpPr/>
          <p:nvPr/>
        </p:nvSpPr>
        <p:spPr>
          <a:xfrm>
            <a:off x="7972529" y="3048722"/>
            <a:ext cx="374570" cy="380278"/>
          </a:xfrm>
          <a:prstGeom prst="ellipse">
            <a:avLst/>
          </a:prstGeom>
          <a:solidFill>
            <a:srgbClr val="F2F1F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30" name="Oval 29">
            <a:extLst>
              <a:ext uri="{FF2B5EF4-FFF2-40B4-BE49-F238E27FC236}">
                <a16:creationId xmlns:a16="http://schemas.microsoft.com/office/drawing/2014/main" id="{031D2E51-A573-8E83-93D5-20663BB49EE8}"/>
              </a:ext>
            </a:extLst>
          </p:cNvPr>
          <p:cNvSpPr/>
          <p:nvPr/>
        </p:nvSpPr>
        <p:spPr>
          <a:xfrm>
            <a:off x="8873448" y="3048722"/>
            <a:ext cx="374570" cy="380278"/>
          </a:xfrm>
          <a:prstGeom prst="ellipse">
            <a:avLst/>
          </a:prstGeom>
          <a:solidFill>
            <a:srgbClr val="F2F1F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31" name="Oval 30">
            <a:extLst>
              <a:ext uri="{FF2B5EF4-FFF2-40B4-BE49-F238E27FC236}">
                <a16:creationId xmlns:a16="http://schemas.microsoft.com/office/drawing/2014/main" id="{1E1856B5-EDB3-DF19-0641-CEBADBC6C221}"/>
              </a:ext>
            </a:extLst>
          </p:cNvPr>
          <p:cNvSpPr/>
          <p:nvPr/>
        </p:nvSpPr>
        <p:spPr>
          <a:xfrm>
            <a:off x="9780882" y="3048722"/>
            <a:ext cx="374570" cy="380278"/>
          </a:xfrm>
          <a:prstGeom prst="ellipse">
            <a:avLst/>
          </a:prstGeom>
          <a:solidFill>
            <a:srgbClr val="F2F1F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32" name="Oval 31">
            <a:extLst>
              <a:ext uri="{FF2B5EF4-FFF2-40B4-BE49-F238E27FC236}">
                <a16:creationId xmlns:a16="http://schemas.microsoft.com/office/drawing/2014/main" id="{3904AD76-5EC6-F79F-0C8F-F0F1735CC4C9}"/>
              </a:ext>
            </a:extLst>
          </p:cNvPr>
          <p:cNvSpPr/>
          <p:nvPr/>
        </p:nvSpPr>
        <p:spPr>
          <a:xfrm>
            <a:off x="11260023" y="3048722"/>
            <a:ext cx="374570" cy="380278"/>
          </a:xfrm>
          <a:prstGeom prst="ellipse">
            <a:avLst/>
          </a:prstGeom>
          <a:solidFill>
            <a:srgbClr val="F2F1F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34" name="TextBox 33">
            <a:extLst>
              <a:ext uri="{FF2B5EF4-FFF2-40B4-BE49-F238E27FC236}">
                <a16:creationId xmlns:a16="http://schemas.microsoft.com/office/drawing/2014/main" id="{40432567-DAD3-6389-2CF1-CCA7B3A9C926}"/>
              </a:ext>
            </a:extLst>
          </p:cNvPr>
          <p:cNvSpPr txBox="1"/>
          <p:nvPr/>
        </p:nvSpPr>
        <p:spPr>
          <a:xfrm>
            <a:off x="1171457" y="3654981"/>
            <a:ext cx="982376" cy="461665"/>
          </a:xfrm>
          <a:prstGeom prst="rect">
            <a:avLst/>
          </a:prstGeom>
          <a:solidFill>
            <a:schemeClr val="bg1"/>
          </a:solidFill>
        </p:spPr>
        <p:txBody>
          <a:bodyPr wrap="square" lIns="0" tIns="91440" rIns="0" bIns="91440" rtlCol="0">
            <a:spAutoFit/>
          </a:bodyPr>
          <a:lstStyle/>
          <a:p>
            <a:pPr algn="ctr"/>
            <a:r>
              <a:rPr lang="en-US" sz="900">
                <a:latin typeface="Open Sans SemiBold" panose="020B0706030804020204" pitchFamily="34" charset="0"/>
                <a:ea typeface="Open Sans SemiBold" panose="020B0706030804020204" pitchFamily="34" charset="0"/>
                <a:cs typeface="Open Sans SemiBold" panose="020B0706030804020204" pitchFamily="34" charset="0"/>
              </a:rPr>
              <a:t>Workplace Strategy</a:t>
            </a:r>
            <a:endParaRPr lang="en-US" sz="800"/>
          </a:p>
        </p:txBody>
      </p:sp>
      <p:sp>
        <p:nvSpPr>
          <p:cNvPr id="35" name="TextBox 34">
            <a:extLst>
              <a:ext uri="{FF2B5EF4-FFF2-40B4-BE49-F238E27FC236}">
                <a16:creationId xmlns:a16="http://schemas.microsoft.com/office/drawing/2014/main" id="{20768B69-38A6-66DD-EEFC-FA2B5E0005B5}"/>
              </a:ext>
            </a:extLst>
          </p:cNvPr>
          <p:cNvSpPr txBox="1"/>
          <p:nvPr/>
        </p:nvSpPr>
        <p:spPr>
          <a:xfrm>
            <a:off x="2490835" y="3640944"/>
            <a:ext cx="982376" cy="461665"/>
          </a:xfrm>
          <a:prstGeom prst="rect">
            <a:avLst/>
          </a:prstGeom>
          <a:solidFill>
            <a:schemeClr val="bg1"/>
          </a:solidFill>
        </p:spPr>
        <p:txBody>
          <a:bodyPr wrap="square" lIns="0" tIns="91440" rIns="0" bIns="91440" rtlCol="0">
            <a:spAutoFit/>
          </a:bodyPr>
          <a:lstStyle/>
          <a:p>
            <a:pPr algn="ctr"/>
            <a:r>
              <a:rPr lang="en-US" sz="900">
                <a:latin typeface="Open Sans SemiBold" panose="020B0706030804020204" pitchFamily="34" charset="0"/>
                <a:ea typeface="Open Sans SemiBold" panose="020B0706030804020204" pitchFamily="34" charset="0"/>
                <a:cs typeface="Open Sans SemiBold" panose="020B0706030804020204" pitchFamily="34" charset="0"/>
              </a:rPr>
              <a:t>Development of Tenant Profile</a:t>
            </a:r>
            <a:endParaRPr lang="en-US" sz="800"/>
          </a:p>
        </p:txBody>
      </p:sp>
      <p:sp>
        <p:nvSpPr>
          <p:cNvPr id="36" name="TextBox 35">
            <a:extLst>
              <a:ext uri="{FF2B5EF4-FFF2-40B4-BE49-F238E27FC236}">
                <a16:creationId xmlns:a16="http://schemas.microsoft.com/office/drawing/2014/main" id="{A649A24A-0266-4E50-525C-9D1F526104D1}"/>
              </a:ext>
            </a:extLst>
          </p:cNvPr>
          <p:cNvSpPr txBox="1"/>
          <p:nvPr/>
        </p:nvSpPr>
        <p:spPr>
          <a:xfrm>
            <a:off x="3307056" y="1846108"/>
            <a:ext cx="982376" cy="323165"/>
          </a:xfrm>
          <a:prstGeom prst="rect">
            <a:avLst/>
          </a:prstGeom>
          <a:solidFill>
            <a:schemeClr val="bg1"/>
          </a:solidFill>
        </p:spPr>
        <p:txBody>
          <a:bodyPr wrap="square" lIns="0" tIns="91440" rIns="0" bIns="91440" rtlCol="0">
            <a:spAutoFit/>
          </a:bodyPr>
          <a:lstStyle/>
          <a:p>
            <a:pPr algn="ctr"/>
            <a:r>
              <a:rPr lang="en-US" sz="900">
                <a:latin typeface="Open Sans SemiBold" panose="020B0706030804020204" pitchFamily="34" charset="0"/>
                <a:ea typeface="Open Sans SemiBold" panose="020B0706030804020204" pitchFamily="34" charset="0"/>
                <a:cs typeface="Open Sans SemiBold" panose="020B0706030804020204" pitchFamily="34" charset="0"/>
              </a:rPr>
              <a:t>Strategy</a:t>
            </a:r>
          </a:p>
        </p:txBody>
      </p:sp>
      <p:sp>
        <p:nvSpPr>
          <p:cNvPr id="37" name="TextBox 36">
            <a:extLst>
              <a:ext uri="{FF2B5EF4-FFF2-40B4-BE49-F238E27FC236}">
                <a16:creationId xmlns:a16="http://schemas.microsoft.com/office/drawing/2014/main" id="{75542AC6-604D-ADEE-0760-E7F1A70C19A2}"/>
              </a:ext>
            </a:extLst>
          </p:cNvPr>
          <p:cNvSpPr txBox="1"/>
          <p:nvPr/>
        </p:nvSpPr>
        <p:spPr>
          <a:xfrm>
            <a:off x="5184686" y="1768668"/>
            <a:ext cx="982376" cy="461665"/>
          </a:xfrm>
          <a:prstGeom prst="rect">
            <a:avLst/>
          </a:prstGeom>
          <a:solidFill>
            <a:schemeClr val="bg1"/>
          </a:solidFill>
        </p:spPr>
        <p:txBody>
          <a:bodyPr wrap="square" lIns="0" tIns="91440" rIns="0" bIns="91440" rtlCol="0">
            <a:spAutoFit/>
          </a:bodyPr>
          <a:lstStyle/>
          <a:p>
            <a:pPr algn="ctr"/>
            <a:r>
              <a:rPr lang="en-US" sz="900">
                <a:latin typeface="Open Sans SemiBold" panose="020B0706030804020204" pitchFamily="34" charset="0"/>
                <a:ea typeface="Open Sans SemiBold" panose="020B0706030804020204" pitchFamily="34" charset="0"/>
                <a:cs typeface="Open Sans SemiBold" panose="020B0706030804020204" pitchFamily="34" charset="0"/>
              </a:rPr>
              <a:t>Initial Client Decision</a:t>
            </a:r>
          </a:p>
        </p:txBody>
      </p:sp>
      <p:sp>
        <p:nvSpPr>
          <p:cNvPr id="38" name="TextBox 37">
            <a:extLst>
              <a:ext uri="{FF2B5EF4-FFF2-40B4-BE49-F238E27FC236}">
                <a16:creationId xmlns:a16="http://schemas.microsoft.com/office/drawing/2014/main" id="{6B65E18A-D7AE-0003-2B65-A292BA3C2120}"/>
              </a:ext>
            </a:extLst>
          </p:cNvPr>
          <p:cNvSpPr txBox="1"/>
          <p:nvPr/>
        </p:nvSpPr>
        <p:spPr>
          <a:xfrm>
            <a:off x="7655196" y="1768668"/>
            <a:ext cx="982376" cy="461665"/>
          </a:xfrm>
          <a:prstGeom prst="rect">
            <a:avLst/>
          </a:prstGeom>
          <a:noFill/>
        </p:spPr>
        <p:txBody>
          <a:bodyPr wrap="square" lIns="0" tIns="91440" rIns="0" bIns="91440" rtlCol="0">
            <a:spAutoFit/>
          </a:bodyPr>
          <a:lstStyle/>
          <a:p>
            <a:pPr algn="ctr"/>
            <a:r>
              <a:rPr lang="en-US" sz="900">
                <a:solidFill>
                  <a:schemeClr val="bg1"/>
                </a:solidFill>
                <a:latin typeface="Open Sans SemiBold" panose="020B0706030804020204" pitchFamily="34" charset="0"/>
                <a:ea typeface="Open Sans SemiBold" panose="020B0706030804020204" pitchFamily="34" charset="0"/>
                <a:cs typeface="Open Sans SemiBold" panose="020B0706030804020204" pitchFamily="34" charset="0"/>
              </a:rPr>
              <a:t>Finalize &amp; Execute Lease</a:t>
            </a:r>
          </a:p>
        </p:txBody>
      </p:sp>
      <p:sp>
        <p:nvSpPr>
          <p:cNvPr id="39" name="TextBox 38">
            <a:extLst>
              <a:ext uri="{FF2B5EF4-FFF2-40B4-BE49-F238E27FC236}">
                <a16:creationId xmlns:a16="http://schemas.microsoft.com/office/drawing/2014/main" id="{F4C4E55E-9CBC-4A76-77FE-294B5E0A6C56}"/>
              </a:ext>
            </a:extLst>
          </p:cNvPr>
          <p:cNvSpPr txBox="1"/>
          <p:nvPr/>
        </p:nvSpPr>
        <p:spPr>
          <a:xfrm>
            <a:off x="9476979" y="1768668"/>
            <a:ext cx="982376" cy="461665"/>
          </a:xfrm>
          <a:prstGeom prst="rect">
            <a:avLst/>
          </a:prstGeom>
          <a:noFill/>
        </p:spPr>
        <p:txBody>
          <a:bodyPr wrap="square" lIns="0" tIns="91440" rIns="0" bIns="91440" rtlCol="0">
            <a:spAutoFit/>
          </a:bodyPr>
          <a:lstStyle/>
          <a:p>
            <a:pPr algn="ctr"/>
            <a:r>
              <a:rPr lang="en-US" sz="900">
                <a:solidFill>
                  <a:schemeClr val="bg1"/>
                </a:solidFill>
                <a:latin typeface="Open Sans SemiBold" panose="020B0706030804020204" pitchFamily="34" charset="0"/>
                <a:ea typeface="Open Sans SemiBold" panose="020B0706030804020204" pitchFamily="34" charset="0"/>
                <a:cs typeface="Open Sans SemiBold" panose="020B0706030804020204" pitchFamily="34" charset="0"/>
              </a:rPr>
              <a:t>Build-out/ Fixturing</a:t>
            </a:r>
          </a:p>
        </p:txBody>
      </p:sp>
      <p:sp>
        <p:nvSpPr>
          <p:cNvPr id="40" name="TextBox 39">
            <a:extLst>
              <a:ext uri="{FF2B5EF4-FFF2-40B4-BE49-F238E27FC236}">
                <a16:creationId xmlns:a16="http://schemas.microsoft.com/office/drawing/2014/main" id="{9F7E7A51-2E39-2F0F-E690-898819258375}"/>
              </a:ext>
            </a:extLst>
          </p:cNvPr>
          <p:cNvSpPr txBox="1"/>
          <p:nvPr/>
        </p:nvSpPr>
        <p:spPr>
          <a:xfrm>
            <a:off x="4116132" y="3640944"/>
            <a:ext cx="1218491" cy="461665"/>
          </a:xfrm>
          <a:prstGeom prst="rect">
            <a:avLst/>
          </a:prstGeom>
          <a:solidFill>
            <a:schemeClr val="bg1"/>
          </a:solidFill>
        </p:spPr>
        <p:txBody>
          <a:bodyPr wrap="square" lIns="0" tIns="91440" rIns="0" bIns="91440" rtlCol="0">
            <a:spAutoFit/>
          </a:bodyPr>
          <a:lstStyle/>
          <a:p>
            <a:pPr algn="ctr"/>
            <a:r>
              <a:rPr lang="en-US" sz="900">
                <a:latin typeface="Open Sans SemiBold" panose="020B0706030804020204" pitchFamily="34" charset="0"/>
                <a:ea typeface="Open Sans SemiBold" panose="020B0706030804020204" pitchFamily="34" charset="0"/>
                <a:cs typeface="Open Sans SemiBold" panose="020B0706030804020204" pitchFamily="34" charset="0"/>
              </a:rPr>
              <a:t>Building Alternatives Analysis &amp; Evaluation</a:t>
            </a:r>
            <a:endParaRPr lang="en-US" sz="800"/>
          </a:p>
        </p:txBody>
      </p:sp>
      <p:sp>
        <p:nvSpPr>
          <p:cNvPr id="41" name="TextBox 40">
            <a:extLst>
              <a:ext uri="{FF2B5EF4-FFF2-40B4-BE49-F238E27FC236}">
                <a16:creationId xmlns:a16="http://schemas.microsoft.com/office/drawing/2014/main" id="{864B0F04-1DE8-7F68-7753-649A4540B632}"/>
              </a:ext>
            </a:extLst>
          </p:cNvPr>
          <p:cNvSpPr txBox="1"/>
          <p:nvPr/>
        </p:nvSpPr>
        <p:spPr>
          <a:xfrm>
            <a:off x="6833721" y="3640944"/>
            <a:ext cx="982376" cy="461665"/>
          </a:xfrm>
          <a:prstGeom prst="rect">
            <a:avLst/>
          </a:prstGeom>
          <a:noFill/>
        </p:spPr>
        <p:txBody>
          <a:bodyPr wrap="square" lIns="0" tIns="91440" rIns="0" bIns="91440" rtlCol="0">
            <a:spAutoFit/>
          </a:bodyPr>
          <a:lstStyle/>
          <a:p>
            <a:pPr algn="ctr"/>
            <a:r>
              <a:rPr lang="en-US" sz="900">
                <a:solidFill>
                  <a:schemeClr val="bg1"/>
                </a:solidFill>
                <a:latin typeface="Open Sans SemiBold" panose="020B0706030804020204" pitchFamily="34" charset="0"/>
                <a:ea typeface="Open Sans SemiBold" panose="020B0706030804020204" pitchFamily="34" charset="0"/>
                <a:cs typeface="Open Sans SemiBold" panose="020B0706030804020204" pitchFamily="34" charset="0"/>
              </a:rPr>
              <a:t>Offer to Lease Negotiations</a:t>
            </a:r>
            <a:endParaRPr lang="en-US" sz="800">
              <a:solidFill>
                <a:schemeClr val="bg1"/>
              </a:solidFill>
            </a:endParaRPr>
          </a:p>
        </p:txBody>
      </p:sp>
      <p:sp>
        <p:nvSpPr>
          <p:cNvPr id="42" name="TextBox 41">
            <a:extLst>
              <a:ext uri="{FF2B5EF4-FFF2-40B4-BE49-F238E27FC236}">
                <a16:creationId xmlns:a16="http://schemas.microsoft.com/office/drawing/2014/main" id="{C0CAE219-0C63-ABB5-68F2-2889A5407406}"/>
              </a:ext>
            </a:extLst>
          </p:cNvPr>
          <p:cNvSpPr txBox="1"/>
          <p:nvPr/>
        </p:nvSpPr>
        <p:spPr>
          <a:xfrm>
            <a:off x="8473553" y="3640944"/>
            <a:ext cx="1140557" cy="461665"/>
          </a:xfrm>
          <a:prstGeom prst="rect">
            <a:avLst/>
          </a:prstGeom>
          <a:noFill/>
        </p:spPr>
        <p:txBody>
          <a:bodyPr wrap="square" lIns="0" tIns="91440" rIns="0" bIns="91440" rtlCol="0">
            <a:spAutoFit/>
          </a:bodyPr>
          <a:lstStyle/>
          <a:p>
            <a:pPr algn="ctr"/>
            <a:r>
              <a:rPr lang="en-US" sz="900">
                <a:solidFill>
                  <a:schemeClr val="bg1"/>
                </a:solidFill>
                <a:latin typeface="Open Sans SemiBold" panose="020B0706030804020204" pitchFamily="34" charset="0"/>
                <a:ea typeface="Open Sans SemiBold" panose="020B0706030804020204" pitchFamily="34" charset="0"/>
                <a:cs typeface="Open Sans SemiBold" panose="020B0706030804020204" pitchFamily="34" charset="0"/>
              </a:rPr>
              <a:t>Planning/ Permits/ Drawings</a:t>
            </a:r>
            <a:endParaRPr lang="en-US" sz="800">
              <a:solidFill>
                <a:schemeClr val="bg1"/>
              </a:solidFill>
            </a:endParaRPr>
          </a:p>
        </p:txBody>
      </p:sp>
      <p:sp>
        <p:nvSpPr>
          <p:cNvPr id="43" name="Oval 42">
            <a:extLst>
              <a:ext uri="{FF2B5EF4-FFF2-40B4-BE49-F238E27FC236}">
                <a16:creationId xmlns:a16="http://schemas.microsoft.com/office/drawing/2014/main" id="{4C46D507-5F8C-FEB4-D06E-B809ACC3E427}"/>
              </a:ext>
            </a:extLst>
          </p:cNvPr>
          <p:cNvSpPr/>
          <p:nvPr/>
        </p:nvSpPr>
        <p:spPr>
          <a:xfrm>
            <a:off x="10459355" y="3048722"/>
            <a:ext cx="374570" cy="380278"/>
          </a:xfrm>
          <a:prstGeom prst="ellipse">
            <a:avLst/>
          </a:prstGeom>
          <a:solidFill>
            <a:srgbClr val="F2F1F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44" name="TextBox 43">
            <a:extLst>
              <a:ext uri="{FF2B5EF4-FFF2-40B4-BE49-F238E27FC236}">
                <a16:creationId xmlns:a16="http://schemas.microsoft.com/office/drawing/2014/main" id="{1649554A-ADDD-7866-12CE-F225802FEE9D}"/>
              </a:ext>
            </a:extLst>
          </p:cNvPr>
          <p:cNvSpPr txBox="1"/>
          <p:nvPr/>
        </p:nvSpPr>
        <p:spPr>
          <a:xfrm>
            <a:off x="10155452" y="3640944"/>
            <a:ext cx="982376" cy="461665"/>
          </a:xfrm>
          <a:prstGeom prst="rect">
            <a:avLst/>
          </a:prstGeom>
          <a:noFill/>
        </p:spPr>
        <p:txBody>
          <a:bodyPr wrap="square" lIns="0" tIns="91440" rIns="0" bIns="91440" rtlCol="0">
            <a:spAutoFit/>
          </a:bodyPr>
          <a:lstStyle/>
          <a:p>
            <a:pPr algn="ctr"/>
            <a:r>
              <a:rPr lang="en-US" sz="900">
                <a:solidFill>
                  <a:schemeClr val="bg1"/>
                </a:solidFill>
                <a:latin typeface="Open Sans SemiBold" panose="020B0706030804020204" pitchFamily="34" charset="0"/>
                <a:ea typeface="Open Sans SemiBold" panose="020B0706030804020204" pitchFamily="34" charset="0"/>
                <a:cs typeface="Open Sans SemiBold" panose="020B0706030804020204" pitchFamily="34" charset="0"/>
              </a:rPr>
              <a:t>Relocation OR Renewal</a:t>
            </a:r>
            <a:endParaRPr lang="en-US" sz="800">
              <a:solidFill>
                <a:schemeClr val="bg1"/>
              </a:solidFill>
            </a:endParaRPr>
          </a:p>
        </p:txBody>
      </p:sp>
      <p:sp>
        <p:nvSpPr>
          <p:cNvPr id="45" name="TextBox 44">
            <a:extLst>
              <a:ext uri="{FF2B5EF4-FFF2-40B4-BE49-F238E27FC236}">
                <a16:creationId xmlns:a16="http://schemas.microsoft.com/office/drawing/2014/main" id="{D3C76353-A213-2CEC-580A-B518ADCB2B47}"/>
              </a:ext>
            </a:extLst>
          </p:cNvPr>
          <p:cNvSpPr txBox="1"/>
          <p:nvPr/>
        </p:nvSpPr>
        <p:spPr>
          <a:xfrm>
            <a:off x="2309068" y="4093335"/>
            <a:ext cx="1345910" cy="1846659"/>
          </a:xfrm>
          <a:prstGeom prst="rect">
            <a:avLst/>
          </a:prstGeom>
          <a:noFill/>
        </p:spPr>
        <p:txBody>
          <a:bodyPr wrap="square" lIns="0" tIns="0" rIns="0" bIns="0" rtlCol="0">
            <a:spAutoFit/>
          </a:bodyPr>
          <a:lstStyle/>
          <a:p>
            <a:pPr marL="61913" indent="-61913">
              <a:spcAft>
                <a:spcPts val="300"/>
              </a:spcAft>
              <a:buFont typeface="Arial" panose="020B0604020202020204" pitchFamily="34" charset="0"/>
              <a:buChar char="•"/>
            </a:pPr>
            <a:r>
              <a:rPr lang="en-US" sz="700"/>
              <a:t>Determine office space area requirement</a:t>
            </a:r>
          </a:p>
          <a:p>
            <a:pPr marL="61913" indent="-61913">
              <a:spcAft>
                <a:spcPts val="300"/>
              </a:spcAft>
              <a:buFont typeface="Arial" panose="020B0604020202020204" pitchFamily="34" charset="0"/>
              <a:buChar char="•"/>
            </a:pPr>
            <a:r>
              <a:rPr lang="en-US" sz="700"/>
              <a:t>Review office space trends</a:t>
            </a:r>
          </a:p>
          <a:p>
            <a:pPr marL="61913" indent="-61913">
              <a:spcAft>
                <a:spcPts val="300"/>
              </a:spcAft>
              <a:buFont typeface="Arial" panose="020B0604020202020204" pitchFamily="34" charset="0"/>
              <a:buChar char="•"/>
            </a:pPr>
            <a:r>
              <a:rPr lang="en-US" sz="700"/>
              <a:t>Identify space deficiencies and areas for improvement</a:t>
            </a:r>
          </a:p>
          <a:p>
            <a:pPr marL="61913" indent="-61913">
              <a:spcAft>
                <a:spcPts val="300"/>
              </a:spcAft>
              <a:buFont typeface="Arial" panose="020B0604020202020204" pitchFamily="34" charset="0"/>
              <a:buChar char="•"/>
            </a:pPr>
            <a:r>
              <a:rPr lang="en-US" sz="700"/>
              <a:t>Assist in comparing building options &amp; leasehold improvement costs, if required</a:t>
            </a:r>
          </a:p>
          <a:p>
            <a:pPr marL="61913" indent="-61913">
              <a:spcAft>
                <a:spcPts val="300"/>
              </a:spcAft>
              <a:buFont typeface="Arial" panose="020B0604020202020204" pitchFamily="34" charset="0"/>
              <a:buChar char="•"/>
            </a:pPr>
            <a:r>
              <a:rPr lang="en-US" sz="700"/>
              <a:t>Review existing space &amp; lease</a:t>
            </a:r>
          </a:p>
          <a:p>
            <a:pPr marL="61913" indent="-61913">
              <a:spcAft>
                <a:spcPts val="300"/>
              </a:spcAft>
              <a:buFont typeface="Arial" panose="020B0604020202020204" pitchFamily="34" charset="0"/>
              <a:buChar char="•"/>
            </a:pPr>
            <a:r>
              <a:rPr lang="en-US" sz="700"/>
              <a:t>Define requirements, including initial area, expansion, term, options, etc.</a:t>
            </a:r>
          </a:p>
          <a:p>
            <a:pPr marL="61913" indent="-61913">
              <a:spcAft>
                <a:spcPts val="300"/>
              </a:spcAft>
              <a:buFont typeface="Arial" panose="020B0604020202020204" pitchFamily="34" charset="0"/>
              <a:buChar char="•"/>
            </a:pPr>
            <a:r>
              <a:rPr lang="en-US" sz="700"/>
              <a:t>Develop long list of alternatives and recommendations</a:t>
            </a:r>
          </a:p>
        </p:txBody>
      </p:sp>
      <p:sp>
        <p:nvSpPr>
          <p:cNvPr id="46" name="TextBox 45">
            <a:extLst>
              <a:ext uri="{FF2B5EF4-FFF2-40B4-BE49-F238E27FC236}">
                <a16:creationId xmlns:a16="http://schemas.microsoft.com/office/drawing/2014/main" id="{043ED14F-27CC-29A7-532A-1BBB79D701AF}"/>
              </a:ext>
            </a:extLst>
          </p:cNvPr>
          <p:cNvSpPr txBox="1"/>
          <p:nvPr/>
        </p:nvSpPr>
        <p:spPr>
          <a:xfrm>
            <a:off x="4049365" y="4093335"/>
            <a:ext cx="1345910" cy="1054135"/>
          </a:xfrm>
          <a:prstGeom prst="rect">
            <a:avLst/>
          </a:prstGeom>
          <a:noFill/>
        </p:spPr>
        <p:txBody>
          <a:bodyPr wrap="square" lIns="0" tIns="0" rIns="0" bIns="0" rtlCol="0">
            <a:spAutoFit/>
          </a:bodyPr>
          <a:lstStyle/>
          <a:p>
            <a:pPr marL="61913" indent="-61913">
              <a:spcAft>
                <a:spcPts val="300"/>
              </a:spcAft>
              <a:buFont typeface="Arial" panose="020B0604020202020204" pitchFamily="34" charset="0"/>
              <a:buChar char="•"/>
            </a:pPr>
            <a:r>
              <a:rPr lang="en-US" sz="700"/>
              <a:t>Determine qualified options</a:t>
            </a:r>
          </a:p>
          <a:p>
            <a:pPr marL="61913" indent="-61913">
              <a:spcAft>
                <a:spcPts val="300"/>
              </a:spcAft>
              <a:buFont typeface="Arial" panose="020B0604020202020204" pitchFamily="34" charset="0"/>
              <a:buChar char="•"/>
            </a:pPr>
            <a:r>
              <a:rPr lang="en-US" sz="700"/>
              <a:t>Obtain lease proposals</a:t>
            </a:r>
          </a:p>
          <a:p>
            <a:pPr marL="61913" indent="-61913">
              <a:spcAft>
                <a:spcPts val="300"/>
              </a:spcAft>
              <a:buFont typeface="Arial" panose="020B0604020202020204" pitchFamily="34" charset="0"/>
              <a:buChar char="•"/>
            </a:pPr>
            <a:r>
              <a:rPr lang="en-US" sz="700"/>
              <a:t>Assemble &amp; analyze information</a:t>
            </a:r>
          </a:p>
          <a:p>
            <a:pPr marL="61913" indent="-61913">
              <a:spcAft>
                <a:spcPts val="300"/>
              </a:spcAft>
              <a:buFont typeface="Arial" panose="020B0604020202020204" pitchFamily="34" charset="0"/>
              <a:buChar char="•"/>
            </a:pPr>
            <a:r>
              <a:rPr lang="en-US" sz="700"/>
              <a:t>Establish short-list</a:t>
            </a:r>
          </a:p>
          <a:p>
            <a:pPr marL="61913" indent="-61913">
              <a:spcAft>
                <a:spcPts val="300"/>
              </a:spcAft>
              <a:buFont typeface="Arial" panose="020B0604020202020204" pitchFamily="34" charset="0"/>
              <a:buChar char="•"/>
            </a:pPr>
            <a:r>
              <a:rPr lang="en-US" sz="700"/>
              <a:t>Preliminary construction costs and budget</a:t>
            </a:r>
          </a:p>
          <a:p>
            <a:pPr marL="61913" indent="-61913">
              <a:spcAft>
                <a:spcPts val="300"/>
              </a:spcAft>
              <a:buFont typeface="Arial" panose="020B0604020202020204" pitchFamily="34" charset="0"/>
              <a:buChar char="•"/>
            </a:pPr>
            <a:r>
              <a:rPr lang="en-US" sz="700"/>
              <a:t>Preliminary relocation budget</a:t>
            </a:r>
          </a:p>
        </p:txBody>
      </p:sp>
      <p:sp>
        <p:nvSpPr>
          <p:cNvPr id="48" name="TextBox 47">
            <a:extLst>
              <a:ext uri="{FF2B5EF4-FFF2-40B4-BE49-F238E27FC236}">
                <a16:creationId xmlns:a16="http://schemas.microsoft.com/office/drawing/2014/main" id="{14C1D6B9-B05C-4737-5281-263240F2EF23}"/>
              </a:ext>
            </a:extLst>
          </p:cNvPr>
          <p:cNvSpPr txBox="1"/>
          <p:nvPr/>
        </p:nvSpPr>
        <p:spPr>
          <a:xfrm>
            <a:off x="6653612" y="4093335"/>
            <a:ext cx="1345910" cy="977191"/>
          </a:xfrm>
          <a:prstGeom prst="rect">
            <a:avLst/>
          </a:prstGeom>
          <a:noFill/>
        </p:spPr>
        <p:txBody>
          <a:bodyPr wrap="square" lIns="0" tIns="0" rIns="0" bIns="0" rtlCol="0">
            <a:spAutoFit/>
          </a:bodyPr>
          <a:lstStyle/>
          <a:p>
            <a:pPr marL="61913" indent="-61913">
              <a:spcAft>
                <a:spcPts val="300"/>
              </a:spcAft>
              <a:buFont typeface="Arial" panose="020B0604020202020204" pitchFamily="34" charset="0"/>
              <a:buChar char="•"/>
            </a:pPr>
            <a:r>
              <a:rPr lang="en-US" sz="700">
                <a:solidFill>
                  <a:schemeClr val="bg1"/>
                </a:solidFill>
              </a:rPr>
              <a:t>Incorporate client decision criteria into Offer to Lease</a:t>
            </a:r>
          </a:p>
          <a:p>
            <a:pPr marL="61913" indent="-61913">
              <a:spcAft>
                <a:spcPts val="300"/>
              </a:spcAft>
              <a:buFont typeface="Arial" panose="020B0604020202020204" pitchFamily="34" charset="0"/>
              <a:buChar char="•"/>
            </a:pPr>
            <a:r>
              <a:rPr lang="en-US" sz="700">
                <a:solidFill>
                  <a:schemeClr val="bg1"/>
                </a:solidFill>
              </a:rPr>
              <a:t>Consider one vs multiple lease negotiations</a:t>
            </a:r>
          </a:p>
          <a:p>
            <a:pPr marL="61913" indent="-61913">
              <a:spcAft>
                <a:spcPts val="300"/>
              </a:spcAft>
              <a:buFont typeface="Arial" panose="020B0604020202020204" pitchFamily="34" charset="0"/>
              <a:buChar char="•"/>
            </a:pPr>
            <a:r>
              <a:rPr lang="en-US" sz="700">
                <a:solidFill>
                  <a:schemeClr val="bg1"/>
                </a:solidFill>
              </a:rPr>
              <a:t>Address all key lease terms in the Offer</a:t>
            </a:r>
          </a:p>
          <a:p>
            <a:pPr marL="61913" indent="-61913">
              <a:spcAft>
                <a:spcPts val="300"/>
              </a:spcAft>
              <a:buFont typeface="Arial" panose="020B0604020202020204" pitchFamily="34" charset="0"/>
              <a:buChar char="•"/>
            </a:pPr>
            <a:r>
              <a:rPr lang="en-US" sz="700">
                <a:solidFill>
                  <a:schemeClr val="bg1"/>
                </a:solidFill>
              </a:rPr>
              <a:t>Obtain legal input, as necessary</a:t>
            </a:r>
          </a:p>
        </p:txBody>
      </p:sp>
      <p:sp>
        <p:nvSpPr>
          <p:cNvPr id="49" name="TextBox 48">
            <a:extLst>
              <a:ext uri="{FF2B5EF4-FFF2-40B4-BE49-F238E27FC236}">
                <a16:creationId xmlns:a16="http://schemas.microsoft.com/office/drawing/2014/main" id="{190D435E-9242-B0CD-3652-DCCED98C2A3E}"/>
              </a:ext>
            </a:extLst>
          </p:cNvPr>
          <p:cNvSpPr txBox="1"/>
          <p:nvPr/>
        </p:nvSpPr>
        <p:spPr>
          <a:xfrm>
            <a:off x="3291135" y="2232155"/>
            <a:ext cx="1347772" cy="507831"/>
          </a:xfrm>
          <a:prstGeom prst="rect">
            <a:avLst/>
          </a:prstGeom>
          <a:noFill/>
        </p:spPr>
        <p:txBody>
          <a:bodyPr wrap="square" lIns="0" tIns="0" rIns="0" bIns="0" rtlCol="0" anchor="b" anchorCtr="0">
            <a:spAutoFit/>
          </a:bodyPr>
          <a:lstStyle/>
          <a:p>
            <a:pPr marL="61913" indent="-61913">
              <a:spcAft>
                <a:spcPts val="300"/>
              </a:spcAft>
              <a:buFont typeface="Arial" panose="020B0604020202020204" pitchFamily="34" charset="0"/>
              <a:buChar char="•"/>
            </a:pPr>
            <a:r>
              <a:rPr lang="en-US" sz="700"/>
              <a:t>Develop go-to-market strategy</a:t>
            </a:r>
          </a:p>
          <a:p>
            <a:pPr marL="61913" indent="-61913">
              <a:spcAft>
                <a:spcPts val="300"/>
              </a:spcAft>
              <a:buFont typeface="Arial" panose="020B0604020202020204" pitchFamily="34" charset="0"/>
              <a:buChar char="•"/>
            </a:pPr>
            <a:r>
              <a:rPr lang="en-US" sz="700"/>
              <a:t>View potential relocation options</a:t>
            </a:r>
          </a:p>
          <a:p>
            <a:pPr marL="61913" indent="-61913">
              <a:spcAft>
                <a:spcPts val="300"/>
              </a:spcAft>
              <a:buFont typeface="Arial" panose="020B0604020202020204" pitchFamily="34" charset="0"/>
              <a:buChar char="•"/>
            </a:pPr>
            <a:r>
              <a:rPr lang="en-US" sz="700"/>
              <a:t>Develop negotiation strategy</a:t>
            </a:r>
          </a:p>
        </p:txBody>
      </p:sp>
      <p:sp>
        <p:nvSpPr>
          <p:cNvPr id="50" name="TextBox 49">
            <a:extLst>
              <a:ext uri="{FF2B5EF4-FFF2-40B4-BE49-F238E27FC236}">
                <a16:creationId xmlns:a16="http://schemas.microsoft.com/office/drawing/2014/main" id="{37BF5743-EFF5-BD8A-7196-53BD40C147C8}"/>
              </a:ext>
            </a:extLst>
          </p:cNvPr>
          <p:cNvSpPr txBox="1"/>
          <p:nvPr/>
        </p:nvSpPr>
        <p:spPr>
          <a:xfrm>
            <a:off x="5051993" y="2239352"/>
            <a:ext cx="1247761" cy="469359"/>
          </a:xfrm>
          <a:prstGeom prst="rect">
            <a:avLst/>
          </a:prstGeom>
          <a:noFill/>
        </p:spPr>
        <p:txBody>
          <a:bodyPr wrap="square" lIns="0" tIns="0" rIns="0" bIns="0" rtlCol="0" anchor="b" anchorCtr="0">
            <a:spAutoFit/>
          </a:bodyPr>
          <a:lstStyle/>
          <a:p>
            <a:pPr marL="61913" indent="-61913">
              <a:spcAft>
                <a:spcPts val="300"/>
              </a:spcAft>
              <a:buFont typeface="Arial" panose="020B0604020202020204" pitchFamily="34" charset="0"/>
              <a:buChar char="•"/>
            </a:pPr>
            <a:r>
              <a:rPr lang="en-US" sz="700"/>
              <a:t>Determine best fit given client criteria</a:t>
            </a:r>
          </a:p>
          <a:p>
            <a:pPr marL="61913" indent="-61913">
              <a:spcAft>
                <a:spcPts val="300"/>
              </a:spcAft>
              <a:buFont typeface="Arial" panose="020B0604020202020204" pitchFamily="34" charset="0"/>
              <a:buChar char="•"/>
            </a:pPr>
            <a:r>
              <a:rPr lang="en-US" sz="700"/>
              <a:t>Develop recommendations for client approval</a:t>
            </a:r>
          </a:p>
        </p:txBody>
      </p:sp>
      <p:sp>
        <p:nvSpPr>
          <p:cNvPr id="51" name="TextBox 50">
            <a:extLst>
              <a:ext uri="{FF2B5EF4-FFF2-40B4-BE49-F238E27FC236}">
                <a16:creationId xmlns:a16="http://schemas.microsoft.com/office/drawing/2014/main" id="{C0691BDA-13C7-3765-8259-FE213CC3AE2C}"/>
              </a:ext>
            </a:extLst>
          </p:cNvPr>
          <p:cNvSpPr txBox="1"/>
          <p:nvPr/>
        </p:nvSpPr>
        <p:spPr>
          <a:xfrm>
            <a:off x="7530926" y="2239352"/>
            <a:ext cx="1247761" cy="615553"/>
          </a:xfrm>
          <a:prstGeom prst="rect">
            <a:avLst/>
          </a:prstGeom>
          <a:noFill/>
        </p:spPr>
        <p:txBody>
          <a:bodyPr wrap="square" lIns="0" tIns="0" rIns="0" bIns="0" rtlCol="0" anchor="b" anchorCtr="0">
            <a:spAutoFit/>
          </a:bodyPr>
          <a:lstStyle/>
          <a:p>
            <a:pPr marL="61913" indent="-61913">
              <a:spcAft>
                <a:spcPts val="300"/>
              </a:spcAft>
              <a:buFont typeface="Arial" panose="020B0604020202020204" pitchFamily="34" charset="0"/>
              <a:buChar char="•"/>
            </a:pPr>
            <a:r>
              <a:rPr lang="en-US" sz="700">
                <a:solidFill>
                  <a:schemeClr val="bg1"/>
                </a:solidFill>
              </a:rPr>
              <a:t>Incorporate all business terms addressed into lease</a:t>
            </a:r>
          </a:p>
          <a:p>
            <a:pPr marL="61913" indent="-61913">
              <a:spcAft>
                <a:spcPts val="300"/>
              </a:spcAft>
              <a:buFont typeface="Arial" panose="020B0604020202020204" pitchFamily="34" charset="0"/>
              <a:buChar char="•"/>
            </a:pPr>
            <a:r>
              <a:rPr lang="en-US" sz="700">
                <a:solidFill>
                  <a:schemeClr val="bg1"/>
                </a:solidFill>
              </a:rPr>
              <a:t>Legal review</a:t>
            </a:r>
          </a:p>
          <a:p>
            <a:pPr marL="61913" indent="-61913">
              <a:spcAft>
                <a:spcPts val="300"/>
              </a:spcAft>
              <a:buFont typeface="Arial" panose="020B0604020202020204" pitchFamily="34" charset="0"/>
              <a:buChar char="•"/>
            </a:pPr>
            <a:r>
              <a:rPr lang="en-US" sz="700">
                <a:solidFill>
                  <a:schemeClr val="bg1"/>
                </a:solidFill>
              </a:rPr>
              <a:t>Risk advisor/insurance broker review</a:t>
            </a:r>
          </a:p>
        </p:txBody>
      </p:sp>
      <p:sp>
        <p:nvSpPr>
          <p:cNvPr id="53" name="TextBox 52">
            <a:extLst>
              <a:ext uri="{FF2B5EF4-FFF2-40B4-BE49-F238E27FC236}">
                <a16:creationId xmlns:a16="http://schemas.microsoft.com/office/drawing/2014/main" id="{C5C236E6-C875-3510-45EC-D7939CAC1296}"/>
              </a:ext>
            </a:extLst>
          </p:cNvPr>
          <p:cNvSpPr txBox="1"/>
          <p:nvPr/>
        </p:nvSpPr>
        <p:spPr>
          <a:xfrm>
            <a:off x="9358973" y="2239352"/>
            <a:ext cx="1247761" cy="577081"/>
          </a:xfrm>
          <a:prstGeom prst="rect">
            <a:avLst/>
          </a:prstGeom>
          <a:noFill/>
        </p:spPr>
        <p:txBody>
          <a:bodyPr wrap="square" lIns="0" tIns="0" rIns="0" bIns="0" rtlCol="0" anchor="b" anchorCtr="0">
            <a:spAutoFit/>
          </a:bodyPr>
          <a:lstStyle/>
          <a:p>
            <a:pPr marL="61913" indent="-61913">
              <a:spcAft>
                <a:spcPts val="300"/>
              </a:spcAft>
              <a:buFont typeface="Arial" panose="020B0604020202020204" pitchFamily="34" charset="0"/>
              <a:buChar char="•"/>
            </a:pPr>
            <a:r>
              <a:rPr lang="en-US" sz="700">
                <a:solidFill>
                  <a:schemeClr val="bg1"/>
                </a:solidFill>
              </a:rPr>
              <a:t>Scheduling of service suppliers and meeting timelines</a:t>
            </a:r>
          </a:p>
          <a:p>
            <a:pPr marL="61913" indent="-61913">
              <a:spcAft>
                <a:spcPts val="300"/>
              </a:spcAft>
              <a:buFont typeface="Arial" panose="020B0604020202020204" pitchFamily="34" charset="0"/>
              <a:buChar char="•"/>
            </a:pPr>
            <a:r>
              <a:rPr lang="en-US" sz="700">
                <a:solidFill>
                  <a:schemeClr val="bg1"/>
                </a:solidFill>
              </a:rPr>
              <a:t>Construction/ renovation supervision</a:t>
            </a:r>
          </a:p>
        </p:txBody>
      </p:sp>
      <p:sp>
        <p:nvSpPr>
          <p:cNvPr id="54" name="TextBox 53">
            <a:extLst>
              <a:ext uri="{FF2B5EF4-FFF2-40B4-BE49-F238E27FC236}">
                <a16:creationId xmlns:a16="http://schemas.microsoft.com/office/drawing/2014/main" id="{C7804C5C-9D70-FDC1-A841-94B93E623C83}"/>
              </a:ext>
            </a:extLst>
          </p:cNvPr>
          <p:cNvSpPr txBox="1"/>
          <p:nvPr/>
        </p:nvSpPr>
        <p:spPr>
          <a:xfrm>
            <a:off x="8383396" y="4093335"/>
            <a:ext cx="1345910" cy="1415772"/>
          </a:xfrm>
          <a:prstGeom prst="rect">
            <a:avLst/>
          </a:prstGeom>
          <a:noFill/>
        </p:spPr>
        <p:txBody>
          <a:bodyPr wrap="square" lIns="0" tIns="0" rIns="0" bIns="0" rtlCol="0">
            <a:spAutoFit/>
          </a:bodyPr>
          <a:lstStyle/>
          <a:p>
            <a:pPr marL="61913" indent="-61913">
              <a:spcAft>
                <a:spcPts val="300"/>
              </a:spcAft>
              <a:buFont typeface="Arial" panose="020B0604020202020204" pitchFamily="34" charset="0"/>
              <a:buChar char="•"/>
            </a:pPr>
            <a:r>
              <a:rPr lang="en-US" sz="700">
                <a:solidFill>
                  <a:schemeClr val="bg1"/>
                </a:solidFill>
              </a:rPr>
              <a:t>Project Manager/ </a:t>
            </a:r>
            <a:br>
              <a:rPr lang="en-US" sz="700">
                <a:solidFill>
                  <a:schemeClr val="bg1"/>
                </a:solidFill>
              </a:rPr>
            </a:br>
            <a:r>
              <a:rPr lang="en-US" sz="700">
                <a:solidFill>
                  <a:schemeClr val="bg1"/>
                </a:solidFill>
              </a:rPr>
              <a:t>Designer Input</a:t>
            </a:r>
          </a:p>
          <a:p>
            <a:pPr marL="61913" indent="-61913">
              <a:spcAft>
                <a:spcPts val="300"/>
              </a:spcAft>
              <a:buFont typeface="Arial" panose="020B0604020202020204" pitchFamily="34" charset="0"/>
              <a:buChar char="•"/>
            </a:pPr>
            <a:r>
              <a:rPr lang="en-US" sz="700">
                <a:solidFill>
                  <a:schemeClr val="bg1"/>
                </a:solidFill>
              </a:rPr>
              <a:t>Construction timeline planning</a:t>
            </a:r>
          </a:p>
          <a:p>
            <a:pPr marL="61913" indent="-61913">
              <a:spcAft>
                <a:spcPts val="300"/>
              </a:spcAft>
              <a:buFont typeface="Arial" panose="020B0604020202020204" pitchFamily="34" charset="0"/>
              <a:buChar char="•"/>
            </a:pPr>
            <a:r>
              <a:rPr lang="en-US" sz="700">
                <a:solidFill>
                  <a:schemeClr val="bg1"/>
                </a:solidFill>
              </a:rPr>
              <a:t>Incorporate client requirements</a:t>
            </a:r>
          </a:p>
          <a:p>
            <a:pPr marL="61913" indent="-61913">
              <a:spcAft>
                <a:spcPts val="300"/>
              </a:spcAft>
              <a:buFont typeface="Arial" panose="020B0604020202020204" pitchFamily="34" charset="0"/>
              <a:buChar char="•"/>
            </a:pPr>
            <a:r>
              <a:rPr lang="en-US" sz="700">
                <a:solidFill>
                  <a:schemeClr val="bg1"/>
                </a:solidFill>
              </a:rPr>
              <a:t>Construction code compliance</a:t>
            </a:r>
          </a:p>
          <a:p>
            <a:pPr marL="61913" indent="-61913">
              <a:spcAft>
                <a:spcPts val="300"/>
              </a:spcAft>
              <a:buFont typeface="Arial" panose="020B0604020202020204" pitchFamily="34" charset="0"/>
              <a:buChar char="•"/>
            </a:pPr>
            <a:r>
              <a:rPr lang="en-US" sz="700">
                <a:solidFill>
                  <a:schemeClr val="bg1"/>
                </a:solidFill>
              </a:rPr>
              <a:t>Budget confirmation</a:t>
            </a:r>
          </a:p>
          <a:p>
            <a:pPr marL="61913" indent="-61913">
              <a:spcAft>
                <a:spcPts val="300"/>
              </a:spcAft>
              <a:buFont typeface="Arial" panose="020B0604020202020204" pitchFamily="34" charset="0"/>
              <a:buChar char="•"/>
            </a:pPr>
            <a:r>
              <a:rPr lang="en-US" sz="700">
                <a:solidFill>
                  <a:schemeClr val="bg1"/>
                </a:solidFill>
              </a:rPr>
              <a:t>Tender analysis and award</a:t>
            </a:r>
          </a:p>
          <a:p>
            <a:pPr marL="61913" indent="-61913">
              <a:spcAft>
                <a:spcPts val="300"/>
              </a:spcAft>
              <a:buFont typeface="Arial" panose="020B0604020202020204" pitchFamily="34" charset="0"/>
              <a:buChar char="•"/>
            </a:pPr>
            <a:r>
              <a:rPr lang="en-US" sz="700">
                <a:solidFill>
                  <a:schemeClr val="bg1"/>
                </a:solidFill>
              </a:rPr>
              <a:t>Maximize dollars spent against design solution and construction</a:t>
            </a:r>
          </a:p>
        </p:txBody>
      </p:sp>
      <p:sp>
        <p:nvSpPr>
          <p:cNvPr id="56" name="TextBox 55">
            <a:extLst>
              <a:ext uri="{FF2B5EF4-FFF2-40B4-BE49-F238E27FC236}">
                <a16:creationId xmlns:a16="http://schemas.microsoft.com/office/drawing/2014/main" id="{31732E36-720E-2D5A-B583-4F8EC0711D54}"/>
              </a:ext>
            </a:extLst>
          </p:cNvPr>
          <p:cNvSpPr txBox="1"/>
          <p:nvPr/>
        </p:nvSpPr>
        <p:spPr>
          <a:xfrm>
            <a:off x="10155452" y="4093335"/>
            <a:ext cx="982376" cy="400110"/>
          </a:xfrm>
          <a:prstGeom prst="rect">
            <a:avLst/>
          </a:prstGeom>
          <a:noFill/>
        </p:spPr>
        <p:txBody>
          <a:bodyPr wrap="square" lIns="0" tIns="0" rIns="0" bIns="0" rtlCol="0">
            <a:spAutoFit/>
          </a:bodyPr>
          <a:lstStyle/>
          <a:p>
            <a:pPr marL="61913" indent="-61913">
              <a:spcAft>
                <a:spcPts val="300"/>
              </a:spcAft>
              <a:buFont typeface="Arial" panose="020B0604020202020204" pitchFamily="34" charset="0"/>
              <a:buChar char="•"/>
            </a:pPr>
            <a:r>
              <a:rPr lang="en-US" sz="700">
                <a:solidFill>
                  <a:schemeClr val="bg1"/>
                </a:solidFill>
              </a:rPr>
              <a:t>Move management</a:t>
            </a:r>
          </a:p>
          <a:p>
            <a:pPr marL="61913" indent="-61913">
              <a:spcAft>
                <a:spcPts val="300"/>
              </a:spcAft>
              <a:buFont typeface="Arial" panose="020B0604020202020204" pitchFamily="34" charset="0"/>
              <a:buChar char="•"/>
            </a:pPr>
            <a:r>
              <a:rPr lang="en-US" sz="700">
                <a:solidFill>
                  <a:schemeClr val="bg1"/>
                </a:solidFill>
              </a:rPr>
              <a:t>File management</a:t>
            </a:r>
          </a:p>
          <a:p>
            <a:pPr marL="61913" indent="-61913">
              <a:spcAft>
                <a:spcPts val="300"/>
              </a:spcAft>
              <a:buFont typeface="Arial" panose="020B0604020202020204" pitchFamily="34" charset="0"/>
              <a:buChar char="•"/>
            </a:pPr>
            <a:r>
              <a:rPr lang="en-US" sz="700">
                <a:solidFill>
                  <a:schemeClr val="bg1"/>
                </a:solidFill>
              </a:rPr>
              <a:t>IT Installation</a:t>
            </a:r>
          </a:p>
        </p:txBody>
      </p:sp>
    </p:spTree>
    <p:custDataLst>
      <p:custData r:id="rId1"/>
      <p:custData r:id="rId2"/>
    </p:custDataLst>
    <p:extLst>
      <p:ext uri="{BB962C8B-B14F-4D97-AF65-F5344CB8AC3E}">
        <p14:creationId xmlns:p14="http://schemas.microsoft.com/office/powerpoint/2010/main" val="859804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B5A19-B761-2755-084D-69C98B77C261}"/>
            </a:ext>
          </a:extLst>
        </p:cNvPr>
        <p:cNvGrpSpPr/>
        <p:nvPr/>
      </p:nvGrpSpPr>
      <p:grpSpPr>
        <a:xfrm>
          <a:off x="0" y="0"/>
          <a:ext cx="0" cy="0"/>
          <a:chOff x="0" y="0"/>
          <a:chExt cx="0" cy="0"/>
        </a:xfrm>
      </p:grpSpPr>
      <p:sp>
        <p:nvSpPr>
          <p:cNvPr id="19" name="Text Placeholder 18">
            <a:extLst>
              <a:ext uri="{FF2B5EF4-FFF2-40B4-BE49-F238E27FC236}">
                <a16:creationId xmlns:a16="http://schemas.microsoft.com/office/drawing/2014/main" id="{0C579DB6-B13B-EE80-6C61-B6BB1DEEC4C1}"/>
              </a:ext>
            </a:extLst>
          </p:cNvPr>
          <p:cNvSpPr>
            <a:spLocks noGrp="1"/>
          </p:cNvSpPr>
          <p:nvPr>
            <p:ph type="body" sz="quarter" idx="13"/>
          </p:nvPr>
        </p:nvSpPr>
        <p:spPr/>
        <p:txBody>
          <a:bodyPr/>
          <a:lstStyle/>
          <a:p>
            <a:r>
              <a:rPr lang="en-CA"/>
              <a:t>OUR STRATEGY</a:t>
            </a:r>
          </a:p>
        </p:txBody>
      </p:sp>
      <p:sp>
        <p:nvSpPr>
          <p:cNvPr id="11" name="Title 10">
            <a:extLst>
              <a:ext uri="{FF2B5EF4-FFF2-40B4-BE49-F238E27FC236}">
                <a16:creationId xmlns:a16="http://schemas.microsoft.com/office/drawing/2014/main" id="{0BDB5AD6-7D04-1A4A-485E-5977968FB843}"/>
              </a:ext>
            </a:extLst>
          </p:cNvPr>
          <p:cNvSpPr>
            <a:spLocks noGrp="1"/>
          </p:cNvSpPr>
          <p:nvPr>
            <p:ph type="title"/>
          </p:nvPr>
        </p:nvSpPr>
        <p:spPr/>
        <p:txBody>
          <a:bodyPr/>
          <a:lstStyle/>
          <a:p>
            <a:r>
              <a:rPr lang="en-CA"/>
              <a:t>Transaction Process &amp; Strategy</a:t>
            </a:r>
          </a:p>
        </p:txBody>
      </p:sp>
      <p:sp>
        <p:nvSpPr>
          <p:cNvPr id="18" name="Content Placeholder 17">
            <a:extLst>
              <a:ext uri="{FF2B5EF4-FFF2-40B4-BE49-F238E27FC236}">
                <a16:creationId xmlns:a16="http://schemas.microsoft.com/office/drawing/2014/main" id="{AB74CBEB-360A-BBEC-E93A-3D6D009B5019}"/>
              </a:ext>
            </a:extLst>
          </p:cNvPr>
          <p:cNvSpPr>
            <a:spLocks noGrp="1"/>
          </p:cNvSpPr>
          <p:nvPr>
            <p:ph idx="1"/>
          </p:nvPr>
        </p:nvSpPr>
        <p:spPr/>
        <p:txBody>
          <a:bodyPr/>
          <a:lstStyle/>
          <a:p>
            <a:endParaRPr lang="en-CA"/>
          </a:p>
        </p:txBody>
      </p:sp>
      <p:sp>
        <p:nvSpPr>
          <p:cNvPr id="20" name="Text Placeholder 19">
            <a:extLst>
              <a:ext uri="{FF2B5EF4-FFF2-40B4-BE49-F238E27FC236}">
                <a16:creationId xmlns:a16="http://schemas.microsoft.com/office/drawing/2014/main" id="{CD97CFDF-7EE2-EB51-7E78-E2AE8D69D56B}"/>
              </a:ext>
            </a:extLst>
          </p:cNvPr>
          <p:cNvSpPr>
            <a:spLocks noGrp="1"/>
          </p:cNvSpPr>
          <p:nvPr>
            <p:ph type="body" sz="quarter" idx="14"/>
          </p:nvPr>
        </p:nvSpPr>
        <p:spPr/>
        <p:txBody>
          <a:bodyPr/>
          <a:lstStyle/>
          <a:p>
            <a:endParaRPr lang="en-CA"/>
          </a:p>
        </p:txBody>
      </p:sp>
      <p:sp>
        <p:nvSpPr>
          <p:cNvPr id="6" name="Footer Placeholder 5">
            <a:extLst>
              <a:ext uri="{FF2B5EF4-FFF2-40B4-BE49-F238E27FC236}">
                <a16:creationId xmlns:a16="http://schemas.microsoft.com/office/drawing/2014/main" id="{4DB6E9E4-4AD2-C4F0-7738-A2D12F8230A8}"/>
              </a:ext>
            </a:extLst>
          </p:cNvPr>
          <p:cNvSpPr>
            <a:spLocks noGrp="1"/>
          </p:cNvSpPr>
          <p:nvPr>
            <p:ph type="ftr" sz="quarter" idx="11"/>
          </p:nvPr>
        </p:nvSpPr>
        <p:spPr>
          <a:xfrm>
            <a:off x="6202800" y="248400"/>
            <a:ext cx="4636800" cy="180000"/>
          </a:xfrm>
        </p:spPr>
        <p:txBody>
          <a:bodyPr/>
          <a:lstStyle/>
          <a:p>
            <a:r>
              <a:rPr lang="en-US"/>
              <a:t>Colliers</a:t>
            </a:r>
          </a:p>
        </p:txBody>
      </p:sp>
      <p:sp>
        <p:nvSpPr>
          <p:cNvPr id="7" name="Slide Number Placeholder 6">
            <a:extLst>
              <a:ext uri="{FF2B5EF4-FFF2-40B4-BE49-F238E27FC236}">
                <a16:creationId xmlns:a16="http://schemas.microsoft.com/office/drawing/2014/main" id="{5C4E17BE-4D45-82FF-19CF-350A143653A6}"/>
              </a:ext>
            </a:extLst>
          </p:cNvPr>
          <p:cNvSpPr>
            <a:spLocks noGrp="1"/>
          </p:cNvSpPr>
          <p:nvPr>
            <p:ph type="sldNum" sz="quarter" idx="12"/>
          </p:nvPr>
        </p:nvSpPr>
        <p:spPr>
          <a:xfrm>
            <a:off x="11167200" y="248400"/>
            <a:ext cx="374400" cy="180000"/>
          </a:xfrm>
        </p:spPr>
        <p:txBody>
          <a:bodyPr/>
          <a:lstStyle/>
          <a:p>
            <a:fld id="{23AA811B-2EBD-4900-905E-5BE206449611}" type="slidenum">
              <a:rPr lang="en-US" smtClean="0"/>
              <a:pPr/>
              <a:t>53</a:t>
            </a:fld>
            <a:endParaRPr lang="en-US"/>
          </a:p>
        </p:txBody>
      </p:sp>
      <p:sp>
        <p:nvSpPr>
          <p:cNvPr id="12" name="Rectangle 11">
            <a:extLst>
              <a:ext uri="{FF2B5EF4-FFF2-40B4-BE49-F238E27FC236}">
                <a16:creationId xmlns:a16="http://schemas.microsoft.com/office/drawing/2014/main" id="{40CFE2EC-A1CD-931E-8783-DB9F4B684541}"/>
              </a:ext>
            </a:extLst>
          </p:cNvPr>
          <p:cNvSpPr>
            <a:spLocks/>
          </p:cNvSpPr>
          <p:nvPr/>
        </p:nvSpPr>
        <p:spPr>
          <a:xfrm>
            <a:off x="0" y="2043113"/>
            <a:ext cx="12192000" cy="4814886"/>
          </a:xfrm>
          <a:prstGeom prst="rect">
            <a:avLst/>
          </a:prstGeom>
          <a:solidFill>
            <a:srgbClr val="E5E8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solidFill>
                <a:schemeClr val="accent4"/>
              </a:solidFill>
            </a:endParaRPr>
          </a:p>
        </p:txBody>
      </p:sp>
      <p:sp>
        <p:nvSpPr>
          <p:cNvPr id="15" name="Freeform: Shape 14">
            <a:extLst>
              <a:ext uri="{FF2B5EF4-FFF2-40B4-BE49-F238E27FC236}">
                <a16:creationId xmlns:a16="http://schemas.microsoft.com/office/drawing/2014/main" id="{941AA729-93A0-4407-8427-9CF58EE62937}"/>
              </a:ext>
            </a:extLst>
          </p:cNvPr>
          <p:cNvSpPr>
            <a:spLocks/>
          </p:cNvSpPr>
          <p:nvPr/>
        </p:nvSpPr>
        <p:spPr>
          <a:xfrm>
            <a:off x="306373" y="3354083"/>
            <a:ext cx="1605657" cy="1861159"/>
          </a:xfrm>
          <a:custGeom>
            <a:avLst/>
            <a:gdLst>
              <a:gd name="connsiteX0" fmla="*/ 0 w 577913"/>
              <a:gd name="connsiteY0" fmla="*/ 0 h 2482359"/>
              <a:gd name="connsiteX1" fmla="*/ 577913 w 577913"/>
              <a:gd name="connsiteY1" fmla="*/ 0 h 2482359"/>
              <a:gd name="connsiteX2" fmla="*/ 577913 w 577913"/>
              <a:gd name="connsiteY2" fmla="*/ 2482359 h 2482359"/>
              <a:gd name="connsiteX3" fmla="*/ 0 w 577913"/>
              <a:gd name="connsiteY3" fmla="*/ 2482359 h 2482359"/>
              <a:gd name="connsiteX4" fmla="*/ 0 w 577913"/>
              <a:gd name="connsiteY4" fmla="*/ 0 h 2482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913" h="2482359">
                <a:moveTo>
                  <a:pt x="0" y="0"/>
                </a:moveTo>
                <a:lnTo>
                  <a:pt x="577913" y="0"/>
                </a:lnTo>
                <a:lnTo>
                  <a:pt x="577913" y="2482359"/>
                </a:lnTo>
                <a:lnTo>
                  <a:pt x="0" y="248235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defPPr>
              <a:defRPr lang="en-US"/>
            </a:defPPr>
            <a:lvl1pPr marL="0" algn="l" defTabSz="914400" rtl="0" eaLnBrk="1" latinLnBrk="0" hangingPunct="1">
              <a:defRPr sz="1800" kern="1200">
                <a:solidFill>
                  <a:schemeClr val="tx1">
                    <a:hueOff val="0"/>
                    <a:satOff val="0"/>
                    <a:lumOff val="0"/>
                    <a:alphaOff val="0"/>
                  </a:schemeClr>
                </a:solidFill>
                <a:latin typeface="+mn-lt"/>
                <a:ea typeface="+mn-ea"/>
                <a:cs typeface="+mn-cs"/>
              </a:defRPr>
            </a:lvl1pPr>
            <a:lvl2pPr marL="457200" algn="l" defTabSz="914400" rtl="0" eaLnBrk="1" latinLnBrk="0" hangingPunct="1">
              <a:defRPr sz="1800" kern="1200">
                <a:solidFill>
                  <a:schemeClr val="tx1">
                    <a:hueOff val="0"/>
                    <a:satOff val="0"/>
                    <a:lumOff val="0"/>
                    <a:alphaOff val="0"/>
                  </a:schemeClr>
                </a:solidFill>
                <a:latin typeface="+mn-lt"/>
                <a:ea typeface="+mn-ea"/>
                <a:cs typeface="+mn-cs"/>
              </a:defRPr>
            </a:lvl2pPr>
            <a:lvl3pPr marL="914400" algn="l" defTabSz="914400" rtl="0" eaLnBrk="1" latinLnBrk="0" hangingPunct="1">
              <a:defRPr sz="1800" kern="1200">
                <a:solidFill>
                  <a:schemeClr val="tx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tx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tx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tx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tx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tx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tx1">
                    <a:hueOff val="0"/>
                    <a:satOff val="0"/>
                    <a:lumOff val="0"/>
                    <a:alphaOff val="0"/>
                  </a:schemeClr>
                </a:solidFill>
                <a:latin typeface="+mn-lt"/>
                <a:ea typeface="+mn-ea"/>
                <a:cs typeface="+mn-cs"/>
              </a:defRPr>
            </a:lvl9pPr>
          </a:lstStyle>
          <a:p>
            <a:pPr marL="12700" marR="0" lvl="0" indent="0" algn="l" defTabSz="914400" rtl="0" eaLnBrk="1" fontAlgn="auto" latinLnBrk="0" hangingPunct="1">
              <a:lnSpc>
                <a:spcPct val="100000"/>
              </a:lnSpc>
              <a:spcBef>
                <a:spcPts val="1180"/>
              </a:spcBef>
              <a:spcAft>
                <a:spcPts val="0"/>
              </a:spcAft>
              <a:buClrTx/>
              <a:buSzTx/>
              <a:buFontTx/>
              <a:buNone/>
              <a:tabLst/>
              <a:defRPr/>
            </a:pPr>
            <a:r>
              <a:rPr kumimoji="0" lang="en-US" sz="1100" b="1" i="0" u="none" strike="noStrike" kern="1200" cap="none" spc="0" normalizeH="0" baseline="0" noProof="0">
                <a:ln>
                  <a:noFill/>
                </a:ln>
                <a:solidFill>
                  <a:schemeClr val="accent5"/>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Needs and Criteria Development</a:t>
            </a:r>
          </a:p>
          <a:p>
            <a:pPr marL="171450" indent="-171450">
              <a:lnSpc>
                <a:spcPct val="150000"/>
              </a:lnSpc>
              <a:buClr>
                <a:schemeClr val="accent2"/>
              </a:buClr>
              <a:buFont typeface="Arial" panose="020B0604020202020204" pitchFamily="34" charset="0"/>
              <a:buChar char="•"/>
              <a:defRPr/>
            </a:pPr>
            <a:r>
              <a:rPr lang="en-US" sz="1000">
                <a:solidFill>
                  <a:schemeClr val="accent5"/>
                </a:solidFill>
                <a:latin typeface="Open Sans"/>
                <a:ea typeface="Open Sans"/>
                <a:cs typeface="Open Sans"/>
              </a:rPr>
              <a:t>Establish goals</a:t>
            </a:r>
          </a:p>
          <a:p>
            <a:pPr marL="171450" indent="-171450">
              <a:lnSpc>
                <a:spcPct val="150000"/>
              </a:lnSpc>
              <a:buClr>
                <a:schemeClr val="accent2"/>
              </a:buClr>
              <a:buFont typeface="Arial" panose="020B0604020202020204" pitchFamily="34" charset="0"/>
              <a:buChar char="•"/>
              <a:defRPr/>
            </a:pPr>
            <a:r>
              <a:rPr lang="en-US" sz="1000">
                <a:solidFill>
                  <a:schemeClr val="accent5"/>
                </a:solidFill>
                <a:latin typeface="Open Sans"/>
                <a:ea typeface="Open Sans"/>
                <a:cs typeface="Open Sans"/>
              </a:rPr>
              <a:t>Develop site criteria </a:t>
            </a:r>
            <a:br>
              <a:rPr lang="en-US" sz="1000">
                <a:solidFill>
                  <a:schemeClr val="accent5"/>
                </a:solidFill>
                <a:latin typeface="Open Sans"/>
                <a:ea typeface="Open Sans"/>
                <a:cs typeface="Open Sans"/>
              </a:rPr>
            </a:br>
            <a:r>
              <a:rPr lang="en-US" sz="1000">
                <a:solidFill>
                  <a:schemeClr val="accent5"/>
                </a:solidFill>
                <a:latin typeface="Open Sans"/>
                <a:ea typeface="Open Sans"/>
                <a:cs typeface="Open Sans"/>
              </a:rPr>
              <a:t>&amp; strategy</a:t>
            </a:r>
          </a:p>
          <a:p>
            <a:pPr marL="171450" indent="-171450">
              <a:lnSpc>
                <a:spcPct val="150000"/>
              </a:lnSpc>
              <a:buClr>
                <a:schemeClr val="accent2"/>
              </a:buClr>
              <a:buFont typeface="Arial" panose="020B0604020202020204" pitchFamily="34" charset="0"/>
              <a:buChar char="•"/>
              <a:defRPr/>
            </a:pPr>
            <a:r>
              <a:rPr lang="en-US" sz="1000">
                <a:solidFill>
                  <a:schemeClr val="accent5"/>
                </a:solidFill>
                <a:latin typeface="Open Sans"/>
                <a:ea typeface="Open Sans"/>
                <a:cs typeface="Open Sans"/>
              </a:rPr>
              <a:t>Implement timelines and accountabilities</a:t>
            </a:r>
          </a:p>
        </p:txBody>
      </p:sp>
      <p:sp>
        <p:nvSpPr>
          <p:cNvPr id="16" name="Freeform: Shape 15">
            <a:extLst>
              <a:ext uri="{FF2B5EF4-FFF2-40B4-BE49-F238E27FC236}">
                <a16:creationId xmlns:a16="http://schemas.microsoft.com/office/drawing/2014/main" id="{00E12997-6F02-41A6-9AE9-52FF9072B0F9}"/>
              </a:ext>
            </a:extLst>
          </p:cNvPr>
          <p:cNvSpPr>
            <a:spLocks/>
          </p:cNvSpPr>
          <p:nvPr/>
        </p:nvSpPr>
        <p:spPr>
          <a:xfrm>
            <a:off x="6202800" y="3354083"/>
            <a:ext cx="1992711" cy="2227295"/>
          </a:xfrm>
          <a:custGeom>
            <a:avLst/>
            <a:gdLst>
              <a:gd name="connsiteX0" fmla="*/ 0 w 573504"/>
              <a:gd name="connsiteY0" fmla="*/ 0 h 2457246"/>
              <a:gd name="connsiteX1" fmla="*/ 573504 w 573504"/>
              <a:gd name="connsiteY1" fmla="*/ 0 h 2457246"/>
              <a:gd name="connsiteX2" fmla="*/ 573504 w 573504"/>
              <a:gd name="connsiteY2" fmla="*/ 2457246 h 2457246"/>
              <a:gd name="connsiteX3" fmla="*/ 0 w 573504"/>
              <a:gd name="connsiteY3" fmla="*/ 2457246 h 2457246"/>
              <a:gd name="connsiteX4" fmla="*/ 0 w 573504"/>
              <a:gd name="connsiteY4" fmla="*/ 0 h 2457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504" h="2457246">
                <a:moveTo>
                  <a:pt x="0" y="0"/>
                </a:moveTo>
                <a:lnTo>
                  <a:pt x="573504" y="0"/>
                </a:lnTo>
                <a:lnTo>
                  <a:pt x="573504" y="2457246"/>
                </a:lnTo>
                <a:lnTo>
                  <a:pt x="0" y="245724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defPPr>
              <a:defRPr lang="en-US"/>
            </a:defPPr>
            <a:lvl1pPr marL="0" algn="l" defTabSz="914400" rtl="0" eaLnBrk="1" latinLnBrk="0" hangingPunct="1">
              <a:defRPr sz="1800" kern="1200">
                <a:solidFill>
                  <a:schemeClr val="tx1">
                    <a:hueOff val="0"/>
                    <a:satOff val="0"/>
                    <a:lumOff val="0"/>
                    <a:alphaOff val="0"/>
                  </a:schemeClr>
                </a:solidFill>
                <a:latin typeface="+mn-lt"/>
                <a:ea typeface="+mn-ea"/>
                <a:cs typeface="+mn-cs"/>
              </a:defRPr>
            </a:lvl1pPr>
            <a:lvl2pPr marL="457200" algn="l" defTabSz="914400" rtl="0" eaLnBrk="1" latinLnBrk="0" hangingPunct="1">
              <a:defRPr sz="1800" kern="1200">
                <a:solidFill>
                  <a:schemeClr val="tx1">
                    <a:hueOff val="0"/>
                    <a:satOff val="0"/>
                    <a:lumOff val="0"/>
                    <a:alphaOff val="0"/>
                  </a:schemeClr>
                </a:solidFill>
                <a:latin typeface="+mn-lt"/>
                <a:ea typeface="+mn-ea"/>
                <a:cs typeface="+mn-cs"/>
              </a:defRPr>
            </a:lvl2pPr>
            <a:lvl3pPr marL="914400" algn="l" defTabSz="914400" rtl="0" eaLnBrk="1" latinLnBrk="0" hangingPunct="1">
              <a:defRPr sz="1800" kern="1200">
                <a:solidFill>
                  <a:schemeClr val="tx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tx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tx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tx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tx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tx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tx1">
                    <a:hueOff val="0"/>
                    <a:satOff val="0"/>
                    <a:lumOff val="0"/>
                    <a:alphaOff val="0"/>
                  </a:schemeClr>
                </a:solidFill>
                <a:latin typeface="+mn-lt"/>
                <a:ea typeface="+mn-ea"/>
                <a:cs typeface="+mn-cs"/>
              </a:defRPr>
            </a:lvl9pPr>
          </a:lstStyle>
          <a:p>
            <a:pPr marL="12700">
              <a:spcBef>
                <a:spcPts val="1180"/>
              </a:spcBef>
              <a:defRPr/>
            </a:pPr>
            <a:r>
              <a:rPr lang="en-US" sz="1100" b="1">
                <a:solidFill>
                  <a:schemeClr val="accent5"/>
                </a:solidFill>
                <a:latin typeface="Open Sans Semibold" panose="020B0706030804020204" pitchFamily="34" charset="0"/>
                <a:ea typeface="Open Sans Semibold" panose="020B0706030804020204" pitchFamily="34" charset="0"/>
                <a:cs typeface="Open Sans Semibold" panose="020B0706030804020204" pitchFamily="34" charset="0"/>
              </a:rPr>
              <a:t>Request for Proposals (RFP)</a:t>
            </a:r>
          </a:p>
          <a:p>
            <a:pPr marL="171450" marR="0" lvl="0" indent="-171450" fontAlgn="auto">
              <a:lnSpc>
                <a:spcPct val="150000"/>
              </a:lnSpc>
              <a:spcBef>
                <a:spcPts val="0"/>
              </a:spcBef>
              <a:spcAft>
                <a:spcPts val="0"/>
              </a:spcAft>
              <a:buClr>
                <a:schemeClr val="accent2"/>
              </a:buClr>
              <a:buSzTx/>
              <a:buFont typeface="Arial" panose="020B0604020202020204" pitchFamily="34" charset="0"/>
              <a:buChar char="•"/>
              <a:tabLst>
                <a:tab pos="240665" algn="l"/>
                <a:tab pos="241300" algn="l"/>
              </a:tabLst>
              <a:defRPr/>
            </a:pPr>
            <a:r>
              <a:rPr lang="en-US" sz="1050">
                <a:solidFill>
                  <a:schemeClr val="accent5"/>
                </a:solidFill>
                <a:latin typeface="Open Sans"/>
                <a:ea typeface="Open Sans"/>
                <a:cs typeface="Open Sans"/>
              </a:rPr>
              <a:t>Evaluate options</a:t>
            </a:r>
          </a:p>
          <a:p>
            <a:pPr marL="171450" marR="0" lvl="0" indent="-171450" fontAlgn="auto">
              <a:lnSpc>
                <a:spcPct val="150000"/>
              </a:lnSpc>
              <a:spcBef>
                <a:spcPts val="0"/>
              </a:spcBef>
              <a:spcAft>
                <a:spcPts val="0"/>
              </a:spcAft>
              <a:buClr>
                <a:schemeClr val="accent2"/>
              </a:buClr>
              <a:buSzTx/>
              <a:buFont typeface="Arial" panose="020B0604020202020204" pitchFamily="34" charset="0"/>
              <a:buChar char="•"/>
              <a:tabLst>
                <a:tab pos="240665" algn="l"/>
                <a:tab pos="241300" algn="l"/>
              </a:tabLst>
              <a:defRPr/>
            </a:pPr>
            <a:r>
              <a:rPr lang="en-US" sz="1050">
                <a:solidFill>
                  <a:schemeClr val="accent5"/>
                </a:solidFill>
                <a:latin typeface="Open Sans"/>
                <a:ea typeface="Open Sans"/>
                <a:cs typeface="Open Sans"/>
              </a:rPr>
              <a:t>Visit most suitable options</a:t>
            </a:r>
          </a:p>
          <a:p>
            <a:pPr marL="171450" marR="0" lvl="0" indent="-171450" fontAlgn="auto">
              <a:lnSpc>
                <a:spcPct val="150000"/>
              </a:lnSpc>
              <a:spcBef>
                <a:spcPts val="0"/>
              </a:spcBef>
              <a:spcAft>
                <a:spcPts val="0"/>
              </a:spcAft>
              <a:buClr>
                <a:schemeClr val="accent2"/>
              </a:buClr>
              <a:buSzTx/>
              <a:buFont typeface="Arial" panose="020B0604020202020204" pitchFamily="34" charset="0"/>
              <a:buChar char="•"/>
              <a:tabLst>
                <a:tab pos="240665" algn="l"/>
                <a:tab pos="241300" algn="l"/>
              </a:tabLst>
              <a:defRPr/>
            </a:pPr>
            <a:r>
              <a:rPr lang="en-US" sz="1050">
                <a:solidFill>
                  <a:schemeClr val="accent5"/>
                </a:solidFill>
                <a:latin typeface="Open Sans"/>
                <a:ea typeface="Open Sans"/>
                <a:cs typeface="Open Sans"/>
              </a:rPr>
              <a:t>Prepare a letter of intent or RFP</a:t>
            </a:r>
          </a:p>
          <a:p>
            <a:pPr marL="171450" marR="0" lvl="0" indent="-171450" fontAlgn="auto">
              <a:lnSpc>
                <a:spcPct val="150000"/>
              </a:lnSpc>
              <a:spcBef>
                <a:spcPts val="0"/>
              </a:spcBef>
              <a:spcAft>
                <a:spcPts val="0"/>
              </a:spcAft>
              <a:buClr>
                <a:schemeClr val="accent2"/>
              </a:buClr>
              <a:buSzTx/>
              <a:buFont typeface="Arial" panose="020B0604020202020204" pitchFamily="34" charset="0"/>
              <a:buChar char="•"/>
              <a:tabLst>
                <a:tab pos="240665" algn="l"/>
                <a:tab pos="241300" algn="l"/>
              </a:tabLst>
              <a:defRPr/>
            </a:pPr>
            <a:endParaRPr lang="en-US" sz="1050">
              <a:solidFill>
                <a:schemeClr val="accent5"/>
              </a:solidFill>
              <a:latin typeface="Open Sans"/>
              <a:ea typeface="Open Sans"/>
              <a:cs typeface="Open Sans"/>
            </a:endParaRPr>
          </a:p>
          <a:p>
            <a:pPr marL="12700">
              <a:spcBef>
                <a:spcPts val="1180"/>
              </a:spcBef>
              <a:defRPr/>
            </a:pPr>
            <a:r>
              <a:rPr lang="en-US" sz="1100" b="1">
                <a:solidFill>
                  <a:schemeClr val="accent5"/>
                </a:solidFill>
                <a:latin typeface="Open Sans Semibold" panose="020B0706030804020204" pitchFamily="34" charset="0"/>
                <a:ea typeface="Open Sans Semibold" panose="020B0706030804020204" pitchFamily="34" charset="0"/>
                <a:cs typeface="Open Sans Semibold" panose="020B0706030804020204" pitchFamily="34" charset="0"/>
              </a:rPr>
              <a:t>Analysis of Proposals</a:t>
            </a:r>
          </a:p>
          <a:p>
            <a:pPr marL="171450" marR="0" lvl="0" indent="-171450" fontAlgn="auto">
              <a:lnSpc>
                <a:spcPct val="150000"/>
              </a:lnSpc>
              <a:spcBef>
                <a:spcPts val="0"/>
              </a:spcBef>
              <a:spcAft>
                <a:spcPts val="0"/>
              </a:spcAft>
              <a:buClr>
                <a:schemeClr val="accent2"/>
              </a:buClr>
              <a:buSzTx/>
              <a:buFont typeface="Arial" panose="020B0604020202020204" pitchFamily="34" charset="0"/>
              <a:buChar char="•"/>
              <a:tabLst>
                <a:tab pos="240665" algn="l"/>
                <a:tab pos="241300" algn="l"/>
              </a:tabLst>
              <a:defRPr/>
            </a:pPr>
            <a:r>
              <a:rPr lang="en-US" sz="1050">
                <a:solidFill>
                  <a:schemeClr val="accent5"/>
                </a:solidFill>
                <a:latin typeface="Open Sans"/>
                <a:ea typeface="Open Sans"/>
                <a:cs typeface="Open Sans"/>
              </a:rPr>
              <a:t>Evaluate the proposals</a:t>
            </a:r>
          </a:p>
          <a:p>
            <a:pPr marL="171450" marR="0" lvl="0" indent="-171450" fontAlgn="auto">
              <a:lnSpc>
                <a:spcPct val="150000"/>
              </a:lnSpc>
              <a:spcBef>
                <a:spcPts val="0"/>
              </a:spcBef>
              <a:spcAft>
                <a:spcPts val="0"/>
              </a:spcAft>
              <a:buClr>
                <a:schemeClr val="accent2"/>
              </a:buClr>
              <a:buSzTx/>
              <a:buFont typeface="Arial" panose="020B0604020202020204" pitchFamily="34" charset="0"/>
              <a:buChar char="•"/>
              <a:tabLst>
                <a:tab pos="240665" algn="l"/>
                <a:tab pos="241300" algn="l"/>
              </a:tabLst>
              <a:defRPr/>
            </a:pPr>
            <a:r>
              <a:rPr lang="en-US" sz="1050">
                <a:solidFill>
                  <a:schemeClr val="accent5"/>
                </a:solidFill>
                <a:latin typeface="Open Sans"/>
                <a:ea typeface="Open Sans"/>
                <a:cs typeface="Open Sans"/>
              </a:rPr>
              <a:t>Present counter-proposals</a:t>
            </a:r>
          </a:p>
          <a:p>
            <a:pPr marL="171450" marR="0" lvl="0" indent="-171450" fontAlgn="auto">
              <a:lnSpc>
                <a:spcPct val="150000"/>
              </a:lnSpc>
              <a:spcBef>
                <a:spcPts val="0"/>
              </a:spcBef>
              <a:spcAft>
                <a:spcPts val="0"/>
              </a:spcAft>
              <a:buClr>
                <a:schemeClr val="accent2"/>
              </a:buClr>
              <a:buSzTx/>
              <a:buFont typeface="Arial" panose="020B0604020202020204" pitchFamily="34" charset="0"/>
              <a:buChar char="•"/>
              <a:tabLst>
                <a:tab pos="240665" algn="l"/>
                <a:tab pos="241300" algn="l"/>
              </a:tabLst>
              <a:defRPr/>
            </a:pPr>
            <a:r>
              <a:rPr lang="en-US" sz="1050">
                <a:solidFill>
                  <a:schemeClr val="accent5"/>
                </a:solidFill>
                <a:latin typeface="Open Sans"/>
                <a:ea typeface="Open Sans"/>
                <a:cs typeface="Open Sans"/>
              </a:rPr>
              <a:t>Perform financial analysis of each option</a:t>
            </a:r>
          </a:p>
        </p:txBody>
      </p:sp>
      <p:sp>
        <p:nvSpPr>
          <p:cNvPr id="17" name="Freeform: Shape 16">
            <a:extLst>
              <a:ext uri="{FF2B5EF4-FFF2-40B4-BE49-F238E27FC236}">
                <a16:creationId xmlns:a16="http://schemas.microsoft.com/office/drawing/2014/main" id="{B0B19A7B-1895-4C9B-A3CA-57AD5E49CB21}"/>
              </a:ext>
            </a:extLst>
          </p:cNvPr>
          <p:cNvSpPr>
            <a:spLocks/>
          </p:cNvSpPr>
          <p:nvPr/>
        </p:nvSpPr>
        <p:spPr>
          <a:xfrm>
            <a:off x="8346034" y="3354083"/>
            <a:ext cx="1826560" cy="1456160"/>
          </a:xfrm>
          <a:custGeom>
            <a:avLst/>
            <a:gdLst>
              <a:gd name="connsiteX0" fmla="*/ 0 w 577913"/>
              <a:gd name="connsiteY0" fmla="*/ 0 h 2482359"/>
              <a:gd name="connsiteX1" fmla="*/ 577913 w 577913"/>
              <a:gd name="connsiteY1" fmla="*/ 0 h 2482359"/>
              <a:gd name="connsiteX2" fmla="*/ 577913 w 577913"/>
              <a:gd name="connsiteY2" fmla="*/ 2482359 h 2482359"/>
              <a:gd name="connsiteX3" fmla="*/ 0 w 577913"/>
              <a:gd name="connsiteY3" fmla="*/ 2482359 h 2482359"/>
              <a:gd name="connsiteX4" fmla="*/ 0 w 577913"/>
              <a:gd name="connsiteY4" fmla="*/ 0 h 2482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913" h="2482359">
                <a:moveTo>
                  <a:pt x="0" y="0"/>
                </a:moveTo>
                <a:lnTo>
                  <a:pt x="577913" y="0"/>
                </a:lnTo>
                <a:lnTo>
                  <a:pt x="577913" y="2482359"/>
                </a:lnTo>
                <a:lnTo>
                  <a:pt x="0" y="248235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defPPr>
              <a:defRPr lang="en-US"/>
            </a:defPPr>
            <a:lvl1pPr marL="0" algn="l" defTabSz="914400" rtl="0" eaLnBrk="1" latinLnBrk="0" hangingPunct="1">
              <a:defRPr sz="1800" kern="1200">
                <a:solidFill>
                  <a:schemeClr val="tx1">
                    <a:hueOff val="0"/>
                    <a:satOff val="0"/>
                    <a:lumOff val="0"/>
                    <a:alphaOff val="0"/>
                  </a:schemeClr>
                </a:solidFill>
                <a:latin typeface="+mn-lt"/>
                <a:ea typeface="+mn-ea"/>
                <a:cs typeface="+mn-cs"/>
              </a:defRPr>
            </a:lvl1pPr>
            <a:lvl2pPr marL="457200" algn="l" defTabSz="914400" rtl="0" eaLnBrk="1" latinLnBrk="0" hangingPunct="1">
              <a:defRPr sz="1800" kern="1200">
                <a:solidFill>
                  <a:schemeClr val="tx1">
                    <a:hueOff val="0"/>
                    <a:satOff val="0"/>
                    <a:lumOff val="0"/>
                    <a:alphaOff val="0"/>
                  </a:schemeClr>
                </a:solidFill>
                <a:latin typeface="+mn-lt"/>
                <a:ea typeface="+mn-ea"/>
                <a:cs typeface="+mn-cs"/>
              </a:defRPr>
            </a:lvl2pPr>
            <a:lvl3pPr marL="914400" algn="l" defTabSz="914400" rtl="0" eaLnBrk="1" latinLnBrk="0" hangingPunct="1">
              <a:defRPr sz="1800" kern="1200">
                <a:solidFill>
                  <a:schemeClr val="tx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tx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tx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tx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tx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tx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tx1">
                    <a:hueOff val="0"/>
                    <a:satOff val="0"/>
                    <a:lumOff val="0"/>
                    <a:alphaOff val="0"/>
                  </a:schemeClr>
                </a:solidFill>
                <a:latin typeface="+mn-lt"/>
                <a:ea typeface="+mn-ea"/>
                <a:cs typeface="+mn-cs"/>
              </a:defRPr>
            </a:lvl9pPr>
          </a:lstStyle>
          <a:p>
            <a:pPr marL="12700">
              <a:spcBef>
                <a:spcPts val="1180"/>
              </a:spcBef>
              <a:defRPr/>
            </a:pPr>
            <a:r>
              <a:rPr lang="en-US" sz="1100" b="1">
                <a:solidFill>
                  <a:schemeClr val="accent5"/>
                </a:solidFill>
                <a:latin typeface="Open Sans Semibold" panose="020B0706030804020204" pitchFamily="34" charset="0"/>
                <a:ea typeface="Open Sans Semibold" panose="020B0706030804020204" pitchFamily="34" charset="0"/>
                <a:cs typeface="Open Sans Semibold" panose="020B0706030804020204" pitchFamily="34" charset="0"/>
              </a:rPr>
              <a:t>Site Selection &amp; Negotiation</a:t>
            </a:r>
            <a:endParaRPr kumimoji="0" lang="en-US" sz="1000" b="0" i="0" u="none" strike="noStrike" kern="1200" cap="none" spc="-25" normalizeH="0" baseline="0" noProof="0">
              <a:ln>
                <a:noFill/>
              </a:ln>
              <a:solidFill>
                <a:schemeClr val="accent5"/>
              </a:solidFill>
              <a:effectLst/>
              <a:uLnTx/>
              <a:uFillTx/>
              <a:ea typeface="Open Sans" panose="020B0606030504020204" pitchFamily="34" charset="0"/>
              <a:cs typeface="Open Sans" panose="020B0606030504020204" pitchFamily="34" charset="0"/>
            </a:endParaRPr>
          </a:p>
          <a:p>
            <a:pPr marL="171450" indent="-171450">
              <a:lnSpc>
                <a:spcPct val="150000"/>
              </a:lnSpc>
              <a:buClr>
                <a:schemeClr val="accent2"/>
              </a:buClr>
              <a:buFont typeface="Arial" panose="020B0604020202020204" pitchFamily="34" charset="0"/>
              <a:buChar char="•"/>
              <a:tabLst>
                <a:tab pos="240665" algn="l"/>
                <a:tab pos="241300" algn="l"/>
              </a:tabLst>
              <a:defRPr/>
            </a:pPr>
            <a:r>
              <a:rPr lang="en-US" sz="1050">
                <a:solidFill>
                  <a:schemeClr val="accent5"/>
                </a:solidFill>
                <a:latin typeface="Open Sans"/>
                <a:ea typeface="Open Sans"/>
                <a:cs typeface="Open Sans"/>
              </a:rPr>
              <a:t>Formulate negotiation strategies </a:t>
            </a:r>
          </a:p>
          <a:p>
            <a:pPr marL="171450" indent="-171450">
              <a:lnSpc>
                <a:spcPct val="150000"/>
              </a:lnSpc>
              <a:buClr>
                <a:schemeClr val="accent2"/>
              </a:buClr>
              <a:buFont typeface="Arial" panose="020B0604020202020204" pitchFamily="34" charset="0"/>
              <a:buChar char="•"/>
              <a:tabLst>
                <a:tab pos="240665" algn="l"/>
                <a:tab pos="241300" algn="l"/>
              </a:tabLst>
              <a:defRPr/>
            </a:pPr>
            <a:r>
              <a:rPr lang="en-US" sz="1050">
                <a:solidFill>
                  <a:schemeClr val="accent5"/>
                </a:solidFill>
                <a:latin typeface="Open Sans"/>
                <a:ea typeface="Open Sans"/>
                <a:cs typeface="Open Sans"/>
              </a:rPr>
              <a:t>Make a final recommendation </a:t>
            </a:r>
          </a:p>
          <a:p>
            <a:pPr marL="171450" indent="-171450">
              <a:lnSpc>
                <a:spcPct val="150000"/>
              </a:lnSpc>
              <a:buClr>
                <a:schemeClr val="accent2"/>
              </a:buClr>
              <a:buFont typeface="Arial" panose="020B0604020202020204" pitchFamily="34" charset="0"/>
              <a:buChar char="•"/>
              <a:tabLst>
                <a:tab pos="240665" algn="l"/>
                <a:tab pos="241300" algn="l"/>
              </a:tabLst>
              <a:defRPr/>
            </a:pPr>
            <a:r>
              <a:rPr lang="en-US" sz="1050">
                <a:solidFill>
                  <a:schemeClr val="accent5"/>
                </a:solidFill>
                <a:latin typeface="Open Sans"/>
                <a:ea typeface="Open Sans"/>
                <a:cs typeface="Open Sans"/>
              </a:rPr>
              <a:t>Draft a lease offer </a:t>
            </a:r>
          </a:p>
          <a:p>
            <a:pPr marL="171450" indent="-171450">
              <a:lnSpc>
                <a:spcPct val="150000"/>
              </a:lnSpc>
              <a:buClr>
                <a:schemeClr val="accent2"/>
              </a:buClr>
              <a:buFont typeface="Arial" panose="020B0604020202020204" pitchFamily="34" charset="0"/>
              <a:buChar char="•"/>
              <a:tabLst>
                <a:tab pos="240665" algn="l"/>
                <a:tab pos="241300" algn="l"/>
              </a:tabLst>
              <a:defRPr/>
            </a:pPr>
            <a:r>
              <a:rPr lang="en-US" sz="1050">
                <a:solidFill>
                  <a:schemeClr val="accent5"/>
                </a:solidFill>
                <a:latin typeface="Open Sans"/>
                <a:ea typeface="Open Sans"/>
                <a:cs typeface="Open Sans"/>
              </a:rPr>
              <a:t>Review the lease provisions with the client  and their lawyer </a:t>
            </a:r>
          </a:p>
          <a:p>
            <a:pPr marL="171450" indent="-171450">
              <a:lnSpc>
                <a:spcPct val="150000"/>
              </a:lnSpc>
              <a:buClr>
                <a:schemeClr val="accent2"/>
              </a:buClr>
              <a:buFont typeface="Arial" panose="020B0604020202020204" pitchFamily="34" charset="0"/>
              <a:buChar char="•"/>
              <a:tabLst>
                <a:tab pos="240665" algn="l"/>
                <a:tab pos="241300" algn="l"/>
              </a:tabLst>
              <a:defRPr/>
            </a:pPr>
            <a:r>
              <a:rPr lang="en-US" sz="1050">
                <a:solidFill>
                  <a:schemeClr val="accent5"/>
                </a:solidFill>
                <a:latin typeface="Open Sans"/>
                <a:ea typeface="Open Sans"/>
                <a:cs typeface="Open Sans"/>
              </a:rPr>
              <a:t>Negotiate the statement of work </a:t>
            </a:r>
          </a:p>
          <a:p>
            <a:pPr marL="171450" indent="-171450">
              <a:lnSpc>
                <a:spcPct val="150000"/>
              </a:lnSpc>
              <a:buClr>
                <a:schemeClr val="accent2"/>
              </a:buClr>
              <a:buFont typeface="Arial" panose="020B0604020202020204" pitchFamily="34" charset="0"/>
              <a:buChar char="•"/>
              <a:tabLst>
                <a:tab pos="240665" algn="l"/>
                <a:tab pos="241300" algn="l"/>
              </a:tabLst>
              <a:defRPr/>
            </a:pPr>
            <a:r>
              <a:rPr lang="en-US" sz="1050">
                <a:solidFill>
                  <a:schemeClr val="accent5"/>
                </a:solidFill>
                <a:latin typeface="Open Sans"/>
                <a:ea typeface="Open Sans"/>
                <a:cs typeface="Open Sans"/>
              </a:rPr>
              <a:t>Negotiate the final lease</a:t>
            </a:r>
          </a:p>
        </p:txBody>
      </p:sp>
      <p:sp>
        <p:nvSpPr>
          <p:cNvPr id="22" name="Freeform: Shape 21">
            <a:extLst>
              <a:ext uri="{FF2B5EF4-FFF2-40B4-BE49-F238E27FC236}">
                <a16:creationId xmlns:a16="http://schemas.microsoft.com/office/drawing/2014/main" id="{CD2CBAD8-B13E-4E2D-8C46-ACEA6ED1527E}"/>
              </a:ext>
            </a:extLst>
          </p:cNvPr>
          <p:cNvSpPr>
            <a:spLocks/>
          </p:cNvSpPr>
          <p:nvPr/>
        </p:nvSpPr>
        <p:spPr>
          <a:xfrm>
            <a:off x="10303562" y="3354083"/>
            <a:ext cx="1605657" cy="2227294"/>
          </a:xfrm>
          <a:custGeom>
            <a:avLst/>
            <a:gdLst>
              <a:gd name="connsiteX0" fmla="*/ 0 w 577913"/>
              <a:gd name="connsiteY0" fmla="*/ 0 h 2482359"/>
              <a:gd name="connsiteX1" fmla="*/ 577913 w 577913"/>
              <a:gd name="connsiteY1" fmla="*/ 0 h 2482359"/>
              <a:gd name="connsiteX2" fmla="*/ 577913 w 577913"/>
              <a:gd name="connsiteY2" fmla="*/ 2482359 h 2482359"/>
              <a:gd name="connsiteX3" fmla="*/ 0 w 577913"/>
              <a:gd name="connsiteY3" fmla="*/ 2482359 h 2482359"/>
              <a:gd name="connsiteX4" fmla="*/ 0 w 577913"/>
              <a:gd name="connsiteY4" fmla="*/ 0 h 2482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913" h="2482359">
                <a:moveTo>
                  <a:pt x="0" y="0"/>
                </a:moveTo>
                <a:lnTo>
                  <a:pt x="577913" y="0"/>
                </a:lnTo>
                <a:lnTo>
                  <a:pt x="577913" y="2482359"/>
                </a:lnTo>
                <a:lnTo>
                  <a:pt x="0" y="248235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defPPr>
              <a:defRPr lang="en-US"/>
            </a:defPPr>
            <a:lvl1pPr marL="0" algn="l" defTabSz="914400" rtl="0" eaLnBrk="1" latinLnBrk="0" hangingPunct="1">
              <a:defRPr sz="1800" kern="1200">
                <a:solidFill>
                  <a:schemeClr val="tx1">
                    <a:hueOff val="0"/>
                    <a:satOff val="0"/>
                    <a:lumOff val="0"/>
                    <a:alphaOff val="0"/>
                  </a:schemeClr>
                </a:solidFill>
                <a:latin typeface="+mn-lt"/>
                <a:ea typeface="+mn-ea"/>
                <a:cs typeface="+mn-cs"/>
              </a:defRPr>
            </a:lvl1pPr>
            <a:lvl2pPr marL="457200" algn="l" defTabSz="914400" rtl="0" eaLnBrk="1" latinLnBrk="0" hangingPunct="1">
              <a:defRPr sz="1800" kern="1200">
                <a:solidFill>
                  <a:schemeClr val="tx1">
                    <a:hueOff val="0"/>
                    <a:satOff val="0"/>
                    <a:lumOff val="0"/>
                    <a:alphaOff val="0"/>
                  </a:schemeClr>
                </a:solidFill>
                <a:latin typeface="+mn-lt"/>
                <a:ea typeface="+mn-ea"/>
                <a:cs typeface="+mn-cs"/>
              </a:defRPr>
            </a:lvl2pPr>
            <a:lvl3pPr marL="914400" algn="l" defTabSz="914400" rtl="0" eaLnBrk="1" latinLnBrk="0" hangingPunct="1">
              <a:defRPr sz="1800" kern="1200">
                <a:solidFill>
                  <a:schemeClr val="tx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tx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tx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tx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tx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tx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tx1">
                    <a:hueOff val="0"/>
                    <a:satOff val="0"/>
                    <a:lumOff val="0"/>
                    <a:alphaOff val="0"/>
                  </a:schemeClr>
                </a:solidFill>
                <a:latin typeface="+mn-lt"/>
                <a:ea typeface="+mn-ea"/>
                <a:cs typeface="+mn-cs"/>
              </a:defRPr>
            </a:lvl9pPr>
          </a:lstStyle>
          <a:p>
            <a:pPr marL="12700">
              <a:spcBef>
                <a:spcPts val="1180"/>
              </a:spcBef>
              <a:defRPr/>
            </a:pPr>
            <a:r>
              <a:rPr lang="en-US" sz="1100" b="1">
                <a:solidFill>
                  <a:schemeClr val="accent5"/>
                </a:solidFill>
                <a:latin typeface="Open Sans Semibold" panose="020B0706030804020204" pitchFamily="34" charset="0"/>
                <a:ea typeface="Open Sans Semibold" panose="020B0706030804020204" pitchFamily="34" charset="0"/>
                <a:cs typeface="Open Sans Semibold" panose="020B0706030804020204" pitchFamily="34" charset="0"/>
              </a:rPr>
              <a:t>Occupancy and Project Management</a:t>
            </a:r>
          </a:p>
          <a:p>
            <a:pPr marL="171450" marR="0" lvl="0" indent="-171450" fontAlgn="auto">
              <a:lnSpc>
                <a:spcPct val="150000"/>
              </a:lnSpc>
              <a:spcAft>
                <a:spcPts val="0"/>
              </a:spcAft>
              <a:buClr>
                <a:schemeClr val="accent2"/>
              </a:buClr>
              <a:buSzTx/>
              <a:buFont typeface="Arial" panose="020B0604020202020204" pitchFamily="34" charset="0"/>
              <a:buChar char="•"/>
              <a:tabLst>
                <a:tab pos="240665" algn="l"/>
                <a:tab pos="241300" algn="l"/>
              </a:tabLst>
              <a:defRPr/>
            </a:pPr>
            <a:r>
              <a:rPr lang="en-US" sz="1050">
                <a:solidFill>
                  <a:schemeClr val="accent5"/>
                </a:solidFill>
                <a:latin typeface="Open Sans"/>
                <a:ea typeface="Open Sans"/>
                <a:cs typeface="Open Sans"/>
              </a:rPr>
              <a:t>Prepare and maintain lease summary</a:t>
            </a:r>
          </a:p>
          <a:p>
            <a:pPr marL="171450" marR="0" lvl="0" indent="-171450" fontAlgn="auto">
              <a:lnSpc>
                <a:spcPct val="150000"/>
              </a:lnSpc>
              <a:spcAft>
                <a:spcPts val="0"/>
              </a:spcAft>
              <a:buClr>
                <a:schemeClr val="accent2"/>
              </a:buClr>
              <a:buSzTx/>
              <a:buFont typeface="Arial" panose="020B0604020202020204" pitchFamily="34" charset="0"/>
              <a:buChar char="•"/>
              <a:tabLst>
                <a:tab pos="240665" algn="l"/>
                <a:tab pos="241300" algn="l"/>
              </a:tabLst>
              <a:defRPr/>
            </a:pPr>
            <a:r>
              <a:rPr lang="en-US" sz="1050">
                <a:solidFill>
                  <a:schemeClr val="accent5"/>
                </a:solidFill>
                <a:latin typeface="Open Sans"/>
                <a:ea typeface="Open Sans"/>
                <a:cs typeface="Open Sans"/>
              </a:rPr>
              <a:t>Construction project management</a:t>
            </a:r>
          </a:p>
          <a:p>
            <a:pPr marL="171450" marR="0" lvl="0" indent="-171450" fontAlgn="auto">
              <a:lnSpc>
                <a:spcPct val="150000"/>
              </a:lnSpc>
              <a:spcAft>
                <a:spcPts val="0"/>
              </a:spcAft>
              <a:buClr>
                <a:schemeClr val="accent2"/>
              </a:buClr>
              <a:buSzTx/>
              <a:buFont typeface="Arial" panose="020B0604020202020204" pitchFamily="34" charset="0"/>
              <a:buChar char="•"/>
              <a:tabLst>
                <a:tab pos="240665" algn="l"/>
                <a:tab pos="241300" algn="l"/>
              </a:tabLst>
              <a:defRPr/>
            </a:pPr>
            <a:r>
              <a:rPr lang="en-US" sz="1050">
                <a:solidFill>
                  <a:schemeClr val="accent5"/>
                </a:solidFill>
                <a:latin typeface="Open Sans"/>
                <a:ea typeface="Open Sans"/>
                <a:cs typeface="Open Sans"/>
              </a:rPr>
              <a:t>Provide milestone updates</a:t>
            </a:r>
          </a:p>
          <a:p>
            <a:pPr marL="171450" marR="0" lvl="0" indent="-171450" fontAlgn="auto">
              <a:lnSpc>
                <a:spcPct val="150000"/>
              </a:lnSpc>
              <a:spcAft>
                <a:spcPts val="0"/>
              </a:spcAft>
              <a:buClr>
                <a:schemeClr val="accent2"/>
              </a:buClr>
              <a:buSzTx/>
              <a:buFont typeface="Arial" panose="020B0604020202020204" pitchFamily="34" charset="0"/>
              <a:buChar char="•"/>
              <a:tabLst>
                <a:tab pos="240665" algn="l"/>
                <a:tab pos="241300" algn="l"/>
              </a:tabLst>
              <a:defRPr/>
            </a:pPr>
            <a:r>
              <a:rPr lang="en-US" sz="1050">
                <a:solidFill>
                  <a:schemeClr val="accent5"/>
                </a:solidFill>
                <a:latin typeface="Open Sans"/>
                <a:ea typeface="Open Sans"/>
                <a:cs typeface="Open Sans"/>
              </a:rPr>
              <a:t>Track relocation logistics</a:t>
            </a:r>
          </a:p>
        </p:txBody>
      </p:sp>
      <p:grpSp>
        <p:nvGrpSpPr>
          <p:cNvPr id="41" name="Group 40">
            <a:extLst>
              <a:ext uri="{FF2B5EF4-FFF2-40B4-BE49-F238E27FC236}">
                <a16:creationId xmlns:a16="http://schemas.microsoft.com/office/drawing/2014/main" id="{DDF4EC31-F170-441A-3E5A-E0B4E26C45AF}"/>
              </a:ext>
            </a:extLst>
          </p:cNvPr>
          <p:cNvGrpSpPr/>
          <p:nvPr/>
        </p:nvGrpSpPr>
        <p:grpSpPr>
          <a:xfrm>
            <a:off x="0" y="2346964"/>
            <a:ext cx="12192000" cy="734093"/>
            <a:chOff x="0" y="2645008"/>
            <a:chExt cx="12192000" cy="734093"/>
          </a:xfrm>
        </p:grpSpPr>
        <p:sp>
          <p:nvSpPr>
            <p:cNvPr id="10" name="Rectangle 9">
              <a:extLst>
                <a:ext uri="{FF2B5EF4-FFF2-40B4-BE49-F238E27FC236}">
                  <a16:creationId xmlns:a16="http://schemas.microsoft.com/office/drawing/2014/main" id="{8626EEAA-5C98-A9BA-884D-1ED12687E7D4}"/>
                </a:ext>
              </a:extLst>
            </p:cNvPr>
            <p:cNvSpPr/>
            <p:nvPr/>
          </p:nvSpPr>
          <p:spPr>
            <a:xfrm>
              <a:off x="0" y="2940326"/>
              <a:ext cx="12192000" cy="177819"/>
            </a:xfrm>
            <a:prstGeom prst="rect">
              <a:avLst/>
            </a:prstGeom>
            <a:solidFill>
              <a:srgbClr val="B0B9D7"/>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a:p>
          </p:txBody>
        </p:sp>
        <p:grpSp>
          <p:nvGrpSpPr>
            <p:cNvPr id="9" name="Group 8">
              <a:extLst>
                <a:ext uri="{FF2B5EF4-FFF2-40B4-BE49-F238E27FC236}">
                  <a16:creationId xmlns:a16="http://schemas.microsoft.com/office/drawing/2014/main" id="{B7CC063A-6E26-4590-86C4-E530273F0FF8}"/>
                </a:ext>
              </a:extLst>
            </p:cNvPr>
            <p:cNvGrpSpPr>
              <a:grpSpLocks/>
            </p:cNvGrpSpPr>
            <p:nvPr/>
          </p:nvGrpSpPr>
          <p:grpSpPr>
            <a:xfrm>
              <a:off x="211356" y="2652748"/>
              <a:ext cx="9893151" cy="726353"/>
              <a:chOff x="2758593" y="3612659"/>
              <a:chExt cx="8782577" cy="726353"/>
            </a:xfrm>
            <a:solidFill>
              <a:schemeClr val="bg1"/>
            </a:solidFill>
          </p:grpSpPr>
          <p:sp>
            <p:nvSpPr>
              <p:cNvPr id="26" name="Freeform: Shape 25">
                <a:extLst>
                  <a:ext uri="{FF2B5EF4-FFF2-40B4-BE49-F238E27FC236}">
                    <a16:creationId xmlns:a16="http://schemas.microsoft.com/office/drawing/2014/main" id="{3639CDE4-B57B-40FB-9833-E05A894713FE}"/>
                  </a:ext>
                </a:extLst>
              </p:cNvPr>
              <p:cNvSpPr/>
              <p:nvPr/>
            </p:nvSpPr>
            <p:spPr>
              <a:xfrm>
                <a:off x="2758593" y="3612659"/>
                <a:ext cx="1815884" cy="726353"/>
              </a:xfrm>
              <a:custGeom>
                <a:avLst/>
                <a:gdLst>
                  <a:gd name="connsiteX0" fmla="*/ 0 w 1815884"/>
                  <a:gd name="connsiteY0" fmla="*/ 0 h 726353"/>
                  <a:gd name="connsiteX1" fmla="*/ 1452708 w 1815884"/>
                  <a:gd name="connsiteY1" fmla="*/ 0 h 726353"/>
                  <a:gd name="connsiteX2" fmla="*/ 1815884 w 1815884"/>
                  <a:gd name="connsiteY2" fmla="*/ 363177 h 726353"/>
                  <a:gd name="connsiteX3" fmla="*/ 1452708 w 1815884"/>
                  <a:gd name="connsiteY3" fmla="*/ 726353 h 726353"/>
                  <a:gd name="connsiteX4" fmla="*/ 0 w 1815884"/>
                  <a:gd name="connsiteY4" fmla="*/ 726353 h 726353"/>
                  <a:gd name="connsiteX5" fmla="*/ 363177 w 1815884"/>
                  <a:gd name="connsiteY5" fmla="*/ 363177 h 726353"/>
                  <a:gd name="connsiteX6" fmla="*/ 0 w 1815884"/>
                  <a:gd name="connsiteY6" fmla="*/ 0 h 72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15884" h="726353">
                    <a:moveTo>
                      <a:pt x="0" y="0"/>
                    </a:moveTo>
                    <a:lnTo>
                      <a:pt x="1452708" y="0"/>
                    </a:lnTo>
                    <a:lnTo>
                      <a:pt x="1815884" y="363177"/>
                    </a:lnTo>
                    <a:lnTo>
                      <a:pt x="1452708" y="726353"/>
                    </a:lnTo>
                    <a:lnTo>
                      <a:pt x="0" y="726353"/>
                    </a:lnTo>
                    <a:lnTo>
                      <a:pt x="363177" y="363177"/>
                    </a:lnTo>
                    <a:lnTo>
                      <a:pt x="0" y="0"/>
                    </a:lnTo>
                    <a:close/>
                  </a:path>
                </a:pathLst>
              </a:custGeom>
              <a:solidFill>
                <a:srgbClr val="7B8BBD"/>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411183" tIns="32004" rIns="379178" bIns="32004"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en-US" sz="1600" b="0" i="0" u="none" strike="noStrike" kern="1200" cap="none" spc="-80" normalizeH="0" baseline="0" noProof="0">
                    <a:ln>
                      <a:noFill/>
                    </a:ln>
                    <a:solidFill>
                      <a:schemeClr val="bg1"/>
                    </a:solidFill>
                    <a:effectLst/>
                    <a:uLnTx/>
                    <a:uFillTx/>
                    <a:latin typeface="Merriweather" panose="02000000000000000000" pitchFamily="2" charset="77"/>
                    <a:ea typeface="+mn-ea"/>
                    <a:cs typeface="Merriweather" panose="02000000000000000000" pitchFamily="2" charset="77"/>
                  </a:rPr>
                  <a:t>Phase 1</a:t>
                </a:r>
              </a:p>
            </p:txBody>
          </p:sp>
          <p:sp>
            <p:nvSpPr>
              <p:cNvPr id="37" name="Freeform: Shape 36">
                <a:extLst>
                  <a:ext uri="{FF2B5EF4-FFF2-40B4-BE49-F238E27FC236}">
                    <a16:creationId xmlns:a16="http://schemas.microsoft.com/office/drawing/2014/main" id="{64F7560F-2B50-431C-9C05-59468070515B}"/>
                  </a:ext>
                </a:extLst>
              </p:cNvPr>
              <p:cNvSpPr/>
              <p:nvPr/>
            </p:nvSpPr>
            <p:spPr>
              <a:xfrm>
                <a:off x="4528924" y="3612659"/>
                <a:ext cx="1815884" cy="726353"/>
              </a:xfrm>
              <a:custGeom>
                <a:avLst/>
                <a:gdLst>
                  <a:gd name="connsiteX0" fmla="*/ 0 w 1815884"/>
                  <a:gd name="connsiteY0" fmla="*/ 0 h 726353"/>
                  <a:gd name="connsiteX1" fmla="*/ 1452708 w 1815884"/>
                  <a:gd name="connsiteY1" fmla="*/ 0 h 726353"/>
                  <a:gd name="connsiteX2" fmla="*/ 1815884 w 1815884"/>
                  <a:gd name="connsiteY2" fmla="*/ 363177 h 726353"/>
                  <a:gd name="connsiteX3" fmla="*/ 1452708 w 1815884"/>
                  <a:gd name="connsiteY3" fmla="*/ 726353 h 726353"/>
                  <a:gd name="connsiteX4" fmla="*/ 0 w 1815884"/>
                  <a:gd name="connsiteY4" fmla="*/ 726353 h 726353"/>
                  <a:gd name="connsiteX5" fmla="*/ 363177 w 1815884"/>
                  <a:gd name="connsiteY5" fmla="*/ 363177 h 726353"/>
                  <a:gd name="connsiteX6" fmla="*/ 0 w 1815884"/>
                  <a:gd name="connsiteY6" fmla="*/ 0 h 72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15884" h="726353">
                    <a:moveTo>
                      <a:pt x="0" y="0"/>
                    </a:moveTo>
                    <a:lnTo>
                      <a:pt x="1452708" y="0"/>
                    </a:lnTo>
                    <a:lnTo>
                      <a:pt x="1815884" y="363177"/>
                    </a:lnTo>
                    <a:lnTo>
                      <a:pt x="1452708" y="726353"/>
                    </a:lnTo>
                    <a:lnTo>
                      <a:pt x="0" y="726353"/>
                    </a:lnTo>
                    <a:lnTo>
                      <a:pt x="363177" y="363177"/>
                    </a:lnTo>
                    <a:lnTo>
                      <a:pt x="0" y="0"/>
                    </a:lnTo>
                    <a:close/>
                  </a:path>
                </a:pathLst>
              </a:custGeom>
              <a:solidFill>
                <a:srgbClr val="7B8BBD"/>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411183" tIns="32004" rIns="379178" bIns="32004"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en-US" sz="1600" b="0" i="0" u="none" strike="noStrike" kern="1200" cap="none" spc="-80" normalizeH="0" baseline="0" noProof="0">
                    <a:ln>
                      <a:noFill/>
                    </a:ln>
                    <a:solidFill>
                      <a:schemeClr val="bg1"/>
                    </a:solidFill>
                    <a:effectLst/>
                    <a:uLnTx/>
                    <a:uFillTx/>
                    <a:latin typeface="Merriweather" panose="02000000000000000000" pitchFamily="2" charset="77"/>
                    <a:ea typeface="+mn-ea"/>
                    <a:cs typeface="Merriweather" panose="02000000000000000000" pitchFamily="2" charset="77"/>
                  </a:rPr>
                  <a:t>Phase 2</a:t>
                </a:r>
              </a:p>
            </p:txBody>
          </p:sp>
          <p:sp>
            <p:nvSpPr>
              <p:cNvPr id="38" name="Freeform: Shape 37">
                <a:extLst>
                  <a:ext uri="{FF2B5EF4-FFF2-40B4-BE49-F238E27FC236}">
                    <a16:creationId xmlns:a16="http://schemas.microsoft.com/office/drawing/2014/main" id="{C6C23605-5CED-4691-B69B-6D01E27EAB83}"/>
                  </a:ext>
                </a:extLst>
              </p:cNvPr>
              <p:cNvSpPr/>
              <p:nvPr/>
            </p:nvSpPr>
            <p:spPr>
              <a:xfrm>
                <a:off x="6284937" y="3612659"/>
                <a:ext cx="1815884" cy="726353"/>
              </a:xfrm>
              <a:custGeom>
                <a:avLst/>
                <a:gdLst>
                  <a:gd name="connsiteX0" fmla="*/ 0 w 1815884"/>
                  <a:gd name="connsiteY0" fmla="*/ 0 h 726353"/>
                  <a:gd name="connsiteX1" fmla="*/ 1452708 w 1815884"/>
                  <a:gd name="connsiteY1" fmla="*/ 0 h 726353"/>
                  <a:gd name="connsiteX2" fmla="*/ 1815884 w 1815884"/>
                  <a:gd name="connsiteY2" fmla="*/ 363177 h 726353"/>
                  <a:gd name="connsiteX3" fmla="*/ 1452708 w 1815884"/>
                  <a:gd name="connsiteY3" fmla="*/ 726353 h 726353"/>
                  <a:gd name="connsiteX4" fmla="*/ 0 w 1815884"/>
                  <a:gd name="connsiteY4" fmla="*/ 726353 h 726353"/>
                  <a:gd name="connsiteX5" fmla="*/ 363177 w 1815884"/>
                  <a:gd name="connsiteY5" fmla="*/ 363177 h 726353"/>
                  <a:gd name="connsiteX6" fmla="*/ 0 w 1815884"/>
                  <a:gd name="connsiteY6" fmla="*/ 0 h 72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15884" h="726353">
                    <a:moveTo>
                      <a:pt x="0" y="0"/>
                    </a:moveTo>
                    <a:lnTo>
                      <a:pt x="1452708" y="0"/>
                    </a:lnTo>
                    <a:lnTo>
                      <a:pt x="1815884" y="363177"/>
                    </a:lnTo>
                    <a:lnTo>
                      <a:pt x="1452708" y="726353"/>
                    </a:lnTo>
                    <a:lnTo>
                      <a:pt x="0" y="726353"/>
                    </a:lnTo>
                    <a:lnTo>
                      <a:pt x="363177" y="363177"/>
                    </a:lnTo>
                    <a:lnTo>
                      <a:pt x="0" y="0"/>
                    </a:lnTo>
                    <a:close/>
                  </a:path>
                </a:pathLst>
              </a:custGeom>
              <a:solidFill>
                <a:srgbClr val="7B8BBD"/>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411183" tIns="32004" rIns="379178" bIns="32004"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en-US" sz="1600" b="0" i="0" u="none" strike="noStrike" kern="1200" cap="none" spc="-80" normalizeH="0" baseline="0" noProof="0">
                    <a:ln>
                      <a:noFill/>
                    </a:ln>
                    <a:solidFill>
                      <a:schemeClr val="bg1"/>
                    </a:solidFill>
                    <a:effectLst/>
                    <a:uLnTx/>
                    <a:uFillTx/>
                    <a:latin typeface="Merriweather" panose="02000000000000000000" pitchFamily="2" charset="77"/>
                    <a:ea typeface="+mn-ea"/>
                    <a:cs typeface="Merriweather" panose="02000000000000000000" pitchFamily="2" charset="77"/>
                  </a:rPr>
                  <a:t>Phase 3</a:t>
                </a:r>
              </a:p>
            </p:txBody>
          </p:sp>
          <p:sp>
            <p:nvSpPr>
              <p:cNvPr id="39" name="Freeform: Shape 38">
                <a:extLst>
                  <a:ext uri="{FF2B5EF4-FFF2-40B4-BE49-F238E27FC236}">
                    <a16:creationId xmlns:a16="http://schemas.microsoft.com/office/drawing/2014/main" id="{B301CCED-8FF4-4170-9758-FEF75CDE6F71}"/>
                  </a:ext>
                </a:extLst>
              </p:cNvPr>
              <p:cNvSpPr/>
              <p:nvPr/>
            </p:nvSpPr>
            <p:spPr>
              <a:xfrm>
                <a:off x="8030588" y="3612659"/>
                <a:ext cx="1815884" cy="726353"/>
              </a:xfrm>
              <a:custGeom>
                <a:avLst/>
                <a:gdLst>
                  <a:gd name="connsiteX0" fmla="*/ 0 w 1815884"/>
                  <a:gd name="connsiteY0" fmla="*/ 0 h 726353"/>
                  <a:gd name="connsiteX1" fmla="*/ 1452708 w 1815884"/>
                  <a:gd name="connsiteY1" fmla="*/ 0 h 726353"/>
                  <a:gd name="connsiteX2" fmla="*/ 1815884 w 1815884"/>
                  <a:gd name="connsiteY2" fmla="*/ 363177 h 726353"/>
                  <a:gd name="connsiteX3" fmla="*/ 1452708 w 1815884"/>
                  <a:gd name="connsiteY3" fmla="*/ 726353 h 726353"/>
                  <a:gd name="connsiteX4" fmla="*/ 0 w 1815884"/>
                  <a:gd name="connsiteY4" fmla="*/ 726353 h 726353"/>
                  <a:gd name="connsiteX5" fmla="*/ 363177 w 1815884"/>
                  <a:gd name="connsiteY5" fmla="*/ 363177 h 726353"/>
                  <a:gd name="connsiteX6" fmla="*/ 0 w 1815884"/>
                  <a:gd name="connsiteY6" fmla="*/ 0 h 72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15884" h="726353">
                    <a:moveTo>
                      <a:pt x="0" y="0"/>
                    </a:moveTo>
                    <a:lnTo>
                      <a:pt x="1452708" y="0"/>
                    </a:lnTo>
                    <a:lnTo>
                      <a:pt x="1815884" y="363177"/>
                    </a:lnTo>
                    <a:lnTo>
                      <a:pt x="1452708" y="726353"/>
                    </a:lnTo>
                    <a:lnTo>
                      <a:pt x="0" y="726353"/>
                    </a:lnTo>
                    <a:lnTo>
                      <a:pt x="363177" y="363177"/>
                    </a:lnTo>
                    <a:lnTo>
                      <a:pt x="0" y="0"/>
                    </a:lnTo>
                    <a:close/>
                  </a:path>
                </a:pathLst>
              </a:custGeom>
              <a:solidFill>
                <a:srgbClr val="7B8BBD"/>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411183" tIns="32004" rIns="379178" bIns="32004"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en-US" sz="1600" b="0" i="0" u="none" strike="noStrike" kern="1200" cap="none" spc="-80" normalizeH="0" baseline="0" noProof="0">
                    <a:ln>
                      <a:noFill/>
                    </a:ln>
                    <a:solidFill>
                      <a:schemeClr val="bg1"/>
                    </a:solidFill>
                    <a:effectLst/>
                    <a:uLnTx/>
                    <a:uFillTx/>
                    <a:latin typeface="Merriweather" panose="02000000000000000000" pitchFamily="2" charset="77"/>
                    <a:ea typeface="+mn-ea"/>
                    <a:cs typeface="Merriweather" panose="02000000000000000000" pitchFamily="2" charset="77"/>
                  </a:rPr>
                  <a:t>Phase 4</a:t>
                </a:r>
              </a:p>
            </p:txBody>
          </p:sp>
          <p:sp>
            <p:nvSpPr>
              <p:cNvPr id="40" name="Freeform: Shape 39">
                <a:extLst>
                  <a:ext uri="{FF2B5EF4-FFF2-40B4-BE49-F238E27FC236}">
                    <a16:creationId xmlns:a16="http://schemas.microsoft.com/office/drawing/2014/main" id="{AC99CAEA-C476-4903-96F8-27E5B054FE11}"/>
                  </a:ext>
                </a:extLst>
              </p:cNvPr>
              <p:cNvSpPr/>
              <p:nvPr/>
            </p:nvSpPr>
            <p:spPr>
              <a:xfrm>
                <a:off x="9725286" y="3612659"/>
                <a:ext cx="1815884" cy="726353"/>
              </a:xfrm>
              <a:custGeom>
                <a:avLst/>
                <a:gdLst>
                  <a:gd name="connsiteX0" fmla="*/ 0 w 1815884"/>
                  <a:gd name="connsiteY0" fmla="*/ 0 h 726353"/>
                  <a:gd name="connsiteX1" fmla="*/ 1452708 w 1815884"/>
                  <a:gd name="connsiteY1" fmla="*/ 0 h 726353"/>
                  <a:gd name="connsiteX2" fmla="*/ 1815884 w 1815884"/>
                  <a:gd name="connsiteY2" fmla="*/ 363177 h 726353"/>
                  <a:gd name="connsiteX3" fmla="*/ 1452708 w 1815884"/>
                  <a:gd name="connsiteY3" fmla="*/ 726353 h 726353"/>
                  <a:gd name="connsiteX4" fmla="*/ 0 w 1815884"/>
                  <a:gd name="connsiteY4" fmla="*/ 726353 h 726353"/>
                  <a:gd name="connsiteX5" fmla="*/ 363177 w 1815884"/>
                  <a:gd name="connsiteY5" fmla="*/ 363177 h 726353"/>
                  <a:gd name="connsiteX6" fmla="*/ 0 w 1815884"/>
                  <a:gd name="connsiteY6" fmla="*/ 0 h 72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15884" h="726353">
                    <a:moveTo>
                      <a:pt x="0" y="0"/>
                    </a:moveTo>
                    <a:lnTo>
                      <a:pt x="1452708" y="0"/>
                    </a:lnTo>
                    <a:lnTo>
                      <a:pt x="1815884" y="363177"/>
                    </a:lnTo>
                    <a:lnTo>
                      <a:pt x="1452708" y="726353"/>
                    </a:lnTo>
                    <a:lnTo>
                      <a:pt x="0" y="726353"/>
                    </a:lnTo>
                    <a:lnTo>
                      <a:pt x="363177" y="363177"/>
                    </a:lnTo>
                    <a:lnTo>
                      <a:pt x="0" y="0"/>
                    </a:lnTo>
                    <a:close/>
                  </a:path>
                </a:pathLst>
              </a:custGeom>
              <a:solidFill>
                <a:srgbClr val="7B8BBD"/>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411183" tIns="32004" rIns="379178" bIns="32004"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en-US" sz="1600" b="0" i="0" u="none" strike="noStrike" kern="1200" cap="none" spc="-80" normalizeH="0" baseline="0" noProof="0">
                    <a:ln>
                      <a:noFill/>
                    </a:ln>
                    <a:solidFill>
                      <a:schemeClr val="bg1"/>
                    </a:solidFill>
                    <a:effectLst/>
                    <a:uLnTx/>
                    <a:uFillTx/>
                    <a:latin typeface="Merriweather" panose="02000000000000000000" pitchFamily="2" charset="77"/>
                    <a:ea typeface="+mn-ea"/>
                    <a:cs typeface="Merriweather" panose="02000000000000000000" pitchFamily="2" charset="77"/>
                  </a:rPr>
                  <a:t>Phase 5</a:t>
                </a:r>
              </a:p>
            </p:txBody>
          </p:sp>
        </p:grpSp>
        <p:sp>
          <p:nvSpPr>
            <p:cNvPr id="23" name="Freeform: Shape 22">
              <a:extLst>
                <a:ext uri="{FF2B5EF4-FFF2-40B4-BE49-F238E27FC236}">
                  <a16:creationId xmlns:a16="http://schemas.microsoft.com/office/drawing/2014/main" id="{870EF4F2-D331-EB84-C4A0-FC3BD1B109EC}"/>
                </a:ext>
              </a:extLst>
            </p:cNvPr>
            <p:cNvSpPr/>
            <p:nvPr/>
          </p:nvSpPr>
          <p:spPr>
            <a:xfrm>
              <a:off x="9888064" y="2645008"/>
              <a:ext cx="2045506" cy="726353"/>
            </a:xfrm>
            <a:custGeom>
              <a:avLst/>
              <a:gdLst>
                <a:gd name="connsiteX0" fmla="*/ 0 w 1815884"/>
                <a:gd name="connsiteY0" fmla="*/ 0 h 726353"/>
                <a:gd name="connsiteX1" fmla="*/ 1452708 w 1815884"/>
                <a:gd name="connsiteY1" fmla="*/ 0 h 726353"/>
                <a:gd name="connsiteX2" fmla="*/ 1815884 w 1815884"/>
                <a:gd name="connsiteY2" fmla="*/ 363177 h 726353"/>
                <a:gd name="connsiteX3" fmla="*/ 1452708 w 1815884"/>
                <a:gd name="connsiteY3" fmla="*/ 726353 h 726353"/>
                <a:gd name="connsiteX4" fmla="*/ 0 w 1815884"/>
                <a:gd name="connsiteY4" fmla="*/ 726353 h 726353"/>
                <a:gd name="connsiteX5" fmla="*/ 363177 w 1815884"/>
                <a:gd name="connsiteY5" fmla="*/ 363177 h 726353"/>
                <a:gd name="connsiteX6" fmla="*/ 0 w 1815884"/>
                <a:gd name="connsiteY6" fmla="*/ 0 h 72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15884" h="726353">
                  <a:moveTo>
                    <a:pt x="0" y="0"/>
                  </a:moveTo>
                  <a:lnTo>
                    <a:pt x="1452708" y="0"/>
                  </a:lnTo>
                  <a:lnTo>
                    <a:pt x="1815884" y="363177"/>
                  </a:lnTo>
                  <a:lnTo>
                    <a:pt x="1452708" y="726353"/>
                  </a:lnTo>
                  <a:lnTo>
                    <a:pt x="0" y="726353"/>
                  </a:lnTo>
                  <a:lnTo>
                    <a:pt x="363177" y="363177"/>
                  </a:lnTo>
                  <a:lnTo>
                    <a:pt x="0" y="0"/>
                  </a:lnTo>
                  <a:close/>
                </a:path>
              </a:pathLst>
            </a:custGeom>
            <a:solidFill>
              <a:srgbClr val="7B8BBD"/>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411183" tIns="32004" rIns="379178" bIns="32004"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en-US" sz="1600" b="0" i="0" u="none" strike="noStrike" kern="1200" cap="none" spc="-80" normalizeH="0" baseline="0" noProof="0">
                  <a:ln>
                    <a:noFill/>
                  </a:ln>
                  <a:solidFill>
                    <a:schemeClr val="bg1"/>
                  </a:solidFill>
                  <a:effectLst/>
                  <a:uLnTx/>
                  <a:uFillTx/>
                  <a:latin typeface="Merriweather" panose="02000000000000000000" pitchFamily="2" charset="77"/>
                  <a:ea typeface="+mn-ea"/>
                  <a:cs typeface="Merriweather" panose="02000000000000000000" pitchFamily="2" charset="77"/>
                </a:rPr>
                <a:t>Phase 6</a:t>
              </a:r>
            </a:p>
          </p:txBody>
        </p:sp>
      </p:grpSp>
      <p:sp>
        <p:nvSpPr>
          <p:cNvPr id="24" name="Freeform: Shape 23">
            <a:extLst>
              <a:ext uri="{FF2B5EF4-FFF2-40B4-BE49-F238E27FC236}">
                <a16:creationId xmlns:a16="http://schemas.microsoft.com/office/drawing/2014/main" id="{2015AF3C-2470-DD4D-D928-A49645627DEF}"/>
              </a:ext>
            </a:extLst>
          </p:cNvPr>
          <p:cNvSpPr>
            <a:spLocks/>
          </p:cNvSpPr>
          <p:nvPr/>
        </p:nvSpPr>
        <p:spPr>
          <a:xfrm>
            <a:off x="2242237" y="3354083"/>
            <a:ext cx="1776408" cy="699820"/>
          </a:xfrm>
          <a:custGeom>
            <a:avLst/>
            <a:gdLst>
              <a:gd name="connsiteX0" fmla="*/ 0 w 577913"/>
              <a:gd name="connsiteY0" fmla="*/ 0 h 2482359"/>
              <a:gd name="connsiteX1" fmla="*/ 577913 w 577913"/>
              <a:gd name="connsiteY1" fmla="*/ 0 h 2482359"/>
              <a:gd name="connsiteX2" fmla="*/ 577913 w 577913"/>
              <a:gd name="connsiteY2" fmla="*/ 2482359 h 2482359"/>
              <a:gd name="connsiteX3" fmla="*/ 0 w 577913"/>
              <a:gd name="connsiteY3" fmla="*/ 2482359 h 2482359"/>
              <a:gd name="connsiteX4" fmla="*/ 0 w 577913"/>
              <a:gd name="connsiteY4" fmla="*/ 0 h 2482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913" h="2482359">
                <a:moveTo>
                  <a:pt x="0" y="0"/>
                </a:moveTo>
                <a:lnTo>
                  <a:pt x="577913" y="0"/>
                </a:lnTo>
                <a:lnTo>
                  <a:pt x="577913" y="2482359"/>
                </a:lnTo>
                <a:lnTo>
                  <a:pt x="0" y="248235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defPPr>
              <a:defRPr lang="en-US"/>
            </a:defPPr>
            <a:lvl1pPr marL="0" algn="l" defTabSz="914400" rtl="0" eaLnBrk="1" latinLnBrk="0" hangingPunct="1">
              <a:defRPr sz="1800" kern="1200">
                <a:solidFill>
                  <a:schemeClr val="tx1">
                    <a:hueOff val="0"/>
                    <a:satOff val="0"/>
                    <a:lumOff val="0"/>
                    <a:alphaOff val="0"/>
                  </a:schemeClr>
                </a:solidFill>
                <a:latin typeface="+mn-lt"/>
                <a:ea typeface="+mn-ea"/>
                <a:cs typeface="+mn-cs"/>
              </a:defRPr>
            </a:lvl1pPr>
            <a:lvl2pPr marL="457200" algn="l" defTabSz="914400" rtl="0" eaLnBrk="1" latinLnBrk="0" hangingPunct="1">
              <a:defRPr sz="1800" kern="1200">
                <a:solidFill>
                  <a:schemeClr val="tx1">
                    <a:hueOff val="0"/>
                    <a:satOff val="0"/>
                    <a:lumOff val="0"/>
                    <a:alphaOff val="0"/>
                  </a:schemeClr>
                </a:solidFill>
                <a:latin typeface="+mn-lt"/>
                <a:ea typeface="+mn-ea"/>
                <a:cs typeface="+mn-cs"/>
              </a:defRPr>
            </a:lvl2pPr>
            <a:lvl3pPr marL="914400" algn="l" defTabSz="914400" rtl="0" eaLnBrk="1" latinLnBrk="0" hangingPunct="1">
              <a:defRPr sz="1800" kern="1200">
                <a:solidFill>
                  <a:schemeClr val="tx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tx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tx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tx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tx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tx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tx1">
                    <a:hueOff val="0"/>
                    <a:satOff val="0"/>
                    <a:lumOff val="0"/>
                    <a:alphaOff val="0"/>
                  </a:schemeClr>
                </a:solidFill>
                <a:latin typeface="+mn-lt"/>
                <a:ea typeface="+mn-ea"/>
                <a:cs typeface="+mn-cs"/>
              </a:defRPr>
            </a:lvl9pPr>
          </a:lstStyle>
          <a:p>
            <a:pPr marL="12700">
              <a:spcBef>
                <a:spcPts val="1180"/>
              </a:spcBef>
              <a:defRPr/>
            </a:pPr>
            <a:r>
              <a:rPr lang="en-US" sz="1100" b="1">
                <a:solidFill>
                  <a:schemeClr val="accent5"/>
                </a:solidFill>
                <a:latin typeface="Open Sans Semibold" panose="020B0706030804020204" pitchFamily="34" charset="0"/>
                <a:ea typeface="Open Sans Semibold" panose="020B0706030804020204" pitchFamily="34" charset="0"/>
                <a:cs typeface="Open Sans Semibold" panose="020B0706030804020204" pitchFamily="34" charset="0"/>
              </a:rPr>
              <a:t>Strategy Development</a:t>
            </a:r>
          </a:p>
          <a:p>
            <a:pPr marL="171450" marR="0" lvl="0" indent="-171450" fontAlgn="auto">
              <a:lnSpc>
                <a:spcPct val="150000"/>
              </a:lnSpc>
              <a:spcAft>
                <a:spcPts val="0"/>
              </a:spcAft>
              <a:buClr>
                <a:schemeClr val="accent2"/>
              </a:buClr>
              <a:buSzTx/>
              <a:buFont typeface="Arial" panose="020B0604020202020204" pitchFamily="34" charset="0"/>
              <a:buChar char="•"/>
              <a:tabLst>
                <a:tab pos="240665" algn="l"/>
                <a:tab pos="241300" algn="l"/>
              </a:tabLst>
              <a:defRPr/>
            </a:pPr>
            <a:r>
              <a:rPr lang="en-US" sz="1000">
                <a:solidFill>
                  <a:schemeClr val="accent5"/>
                </a:solidFill>
                <a:latin typeface="Open Sans"/>
                <a:ea typeface="Open Sans"/>
                <a:cs typeface="Open Sans"/>
              </a:rPr>
              <a:t>Explore project success criteria</a:t>
            </a:r>
          </a:p>
          <a:p>
            <a:pPr marL="171450" marR="0" lvl="0" indent="-171450" fontAlgn="auto">
              <a:lnSpc>
                <a:spcPct val="150000"/>
              </a:lnSpc>
              <a:spcAft>
                <a:spcPts val="0"/>
              </a:spcAft>
              <a:buClr>
                <a:schemeClr val="accent2"/>
              </a:buClr>
              <a:buSzTx/>
              <a:buFont typeface="Arial" panose="020B0604020202020204" pitchFamily="34" charset="0"/>
              <a:buChar char="•"/>
              <a:tabLst>
                <a:tab pos="240665" algn="l"/>
                <a:tab pos="241300" algn="l"/>
              </a:tabLst>
              <a:defRPr/>
            </a:pPr>
            <a:r>
              <a:rPr lang="en-US" sz="1000">
                <a:solidFill>
                  <a:schemeClr val="accent5"/>
                </a:solidFill>
                <a:latin typeface="Open Sans"/>
                <a:ea typeface="Open Sans"/>
                <a:cs typeface="Open Sans"/>
              </a:rPr>
              <a:t>Refine understanding of client’s operational, financial and space needs</a:t>
            </a:r>
          </a:p>
          <a:p>
            <a:pPr marL="171450" indent="-171450">
              <a:lnSpc>
                <a:spcPct val="150000"/>
              </a:lnSpc>
              <a:buClr>
                <a:schemeClr val="accent2"/>
              </a:buClr>
              <a:buFont typeface="Arial" panose="020B0604020202020204" pitchFamily="34" charset="0"/>
              <a:buChar char="•"/>
              <a:tabLst>
                <a:tab pos="240665" algn="l"/>
                <a:tab pos="241300" algn="l"/>
              </a:tabLst>
              <a:defRPr/>
            </a:pPr>
            <a:r>
              <a:rPr lang="en-US" sz="1000">
                <a:solidFill>
                  <a:schemeClr val="accent5"/>
                </a:solidFill>
                <a:latin typeface="Open Sans"/>
                <a:ea typeface="Open Sans"/>
                <a:cs typeface="Open Sans"/>
              </a:rPr>
              <a:t>Identify customer profile, synergistic retailers, and competitors</a:t>
            </a:r>
          </a:p>
          <a:p>
            <a:pPr marL="171450" marR="0" lvl="0" indent="-171450" fontAlgn="auto">
              <a:lnSpc>
                <a:spcPct val="150000"/>
              </a:lnSpc>
              <a:spcAft>
                <a:spcPts val="0"/>
              </a:spcAft>
              <a:buClr>
                <a:schemeClr val="accent2"/>
              </a:buClr>
              <a:buSzTx/>
              <a:buFont typeface="Arial" panose="020B0604020202020204" pitchFamily="34" charset="0"/>
              <a:buChar char="•"/>
              <a:tabLst>
                <a:tab pos="240665" algn="l"/>
                <a:tab pos="241300" algn="l"/>
              </a:tabLst>
              <a:defRPr/>
            </a:pPr>
            <a:r>
              <a:rPr lang="en-US" sz="1000">
                <a:solidFill>
                  <a:schemeClr val="accent5"/>
                </a:solidFill>
                <a:latin typeface="Open Sans"/>
                <a:ea typeface="Open Sans"/>
                <a:cs typeface="Open Sans"/>
              </a:rPr>
              <a:t>Define desired technical site attributes (traffic, visibility, etc.)</a:t>
            </a:r>
          </a:p>
        </p:txBody>
      </p:sp>
      <p:sp>
        <p:nvSpPr>
          <p:cNvPr id="25" name="Freeform: Shape 24">
            <a:extLst>
              <a:ext uri="{FF2B5EF4-FFF2-40B4-BE49-F238E27FC236}">
                <a16:creationId xmlns:a16="http://schemas.microsoft.com/office/drawing/2014/main" id="{2E4F01CF-1834-177C-6A32-05E66A6FF455}"/>
              </a:ext>
            </a:extLst>
          </p:cNvPr>
          <p:cNvSpPr>
            <a:spLocks/>
          </p:cNvSpPr>
          <p:nvPr/>
        </p:nvSpPr>
        <p:spPr>
          <a:xfrm>
            <a:off x="4245381" y="3354083"/>
            <a:ext cx="1767302" cy="1456161"/>
          </a:xfrm>
          <a:custGeom>
            <a:avLst/>
            <a:gdLst>
              <a:gd name="connsiteX0" fmla="*/ 0 w 573504"/>
              <a:gd name="connsiteY0" fmla="*/ 0 h 2457246"/>
              <a:gd name="connsiteX1" fmla="*/ 573504 w 573504"/>
              <a:gd name="connsiteY1" fmla="*/ 0 h 2457246"/>
              <a:gd name="connsiteX2" fmla="*/ 573504 w 573504"/>
              <a:gd name="connsiteY2" fmla="*/ 2457246 h 2457246"/>
              <a:gd name="connsiteX3" fmla="*/ 0 w 573504"/>
              <a:gd name="connsiteY3" fmla="*/ 2457246 h 2457246"/>
              <a:gd name="connsiteX4" fmla="*/ 0 w 573504"/>
              <a:gd name="connsiteY4" fmla="*/ 0 h 2457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504" h="2457246">
                <a:moveTo>
                  <a:pt x="0" y="0"/>
                </a:moveTo>
                <a:lnTo>
                  <a:pt x="573504" y="0"/>
                </a:lnTo>
                <a:lnTo>
                  <a:pt x="573504" y="2457246"/>
                </a:lnTo>
                <a:lnTo>
                  <a:pt x="0" y="245724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defPPr>
              <a:defRPr lang="en-US"/>
            </a:defPPr>
            <a:lvl1pPr marL="0" algn="l" defTabSz="914400" rtl="0" eaLnBrk="1" latinLnBrk="0" hangingPunct="1">
              <a:defRPr sz="1800" kern="1200">
                <a:solidFill>
                  <a:schemeClr val="tx1">
                    <a:hueOff val="0"/>
                    <a:satOff val="0"/>
                    <a:lumOff val="0"/>
                    <a:alphaOff val="0"/>
                  </a:schemeClr>
                </a:solidFill>
                <a:latin typeface="+mn-lt"/>
                <a:ea typeface="+mn-ea"/>
                <a:cs typeface="+mn-cs"/>
              </a:defRPr>
            </a:lvl1pPr>
            <a:lvl2pPr marL="457200" algn="l" defTabSz="914400" rtl="0" eaLnBrk="1" latinLnBrk="0" hangingPunct="1">
              <a:defRPr sz="1800" kern="1200">
                <a:solidFill>
                  <a:schemeClr val="tx1">
                    <a:hueOff val="0"/>
                    <a:satOff val="0"/>
                    <a:lumOff val="0"/>
                    <a:alphaOff val="0"/>
                  </a:schemeClr>
                </a:solidFill>
                <a:latin typeface="+mn-lt"/>
                <a:ea typeface="+mn-ea"/>
                <a:cs typeface="+mn-cs"/>
              </a:defRPr>
            </a:lvl2pPr>
            <a:lvl3pPr marL="914400" algn="l" defTabSz="914400" rtl="0" eaLnBrk="1" latinLnBrk="0" hangingPunct="1">
              <a:defRPr sz="1800" kern="1200">
                <a:solidFill>
                  <a:schemeClr val="tx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tx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tx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tx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tx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tx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tx1">
                    <a:hueOff val="0"/>
                    <a:satOff val="0"/>
                    <a:lumOff val="0"/>
                    <a:alphaOff val="0"/>
                  </a:schemeClr>
                </a:solidFill>
                <a:latin typeface="+mn-lt"/>
                <a:ea typeface="+mn-ea"/>
                <a:cs typeface="+mn-cs"/>
              </a:defRPr>
            </a:lvl9pPr>
          </a:lstStyle>
          <a:p>
            <a:pPr marL="12700">
              <a:spcBef>
                <a:spcPts val="1180"/>
              </a:spcBef>
              <a:defRPr/>
            </a:pPr>
            <a:r>
              <a:rPr lang="en-US" sz="1100" b="1">
                <a:solidFill>
                  <a:schemeClr val="accent5"/>
                </a:solidFill>
                <a:latin typeface="Open Sans Semibold" panose="020B0706030804020204" pitchFamily="34" charset="0"/>
                <a:ea typeface="Open Sans Semibold" panose="020B0706030804020204" pitchFamily="34" charset="0"/>
                <a:cs typeface="Open Sans Semibold" panose="020B0706030804020204" pitchFamily="34" charset="0"/>
              </a:rPr>
              <a:t>Market Analysis</a:t>
            </a:r>
          </a:p>
          <a:p>
            <a:pPr marL="171450" marR="0" lvl="0" indent="-171450" fontAlgn="auto">
              <a:lnSpc>
                <a:spcPct val="150000"/>
              </a:lnSpc>
              <a:spcBef>
                <a:spcPts val="0"/>
              </a:spcBef>
              <a:spcAft>
                <a:spcPts val="0"/>
              </a:spcAft>
              <a:buClr>
                <a:schemeClr val="accent2"/>
              </a:buClr>
              <a:buSzTx/>
              <a:buFont typeface="Arial" panose="020B0604020202020204" pitchFamily="34" charset="0"/>
              <a:buChar char="•"/>
              <a:tabLst>
                <a:tab pos="240665" algn="l"/>
                <a:tab pos="241300" algn="l"/>
              </a:tabLst>
              <a:defRPr/>
            </a:pPr>
            <a:r>
              <a:rPr lang="en-US" sz="1050">
                <a:solidFill>
                  <a:schemeClr val="accent5"/>
                </a:solidFill>
                <a:latin typeface="Open Sans"/>
                <a:ea typeface="Open Sans"/>
                <a:cs typeface="Open Sans"/>
              </a:rPr>
              <a:t>Find potential options that match client’s needs</a:t>
            </a:r>
          </a:p>
          <a:p>
            <a:pPr marL="171450" marR="0" lvl="0" indent="-171450" fontAlgn="auto">
              <a:lnSpc>
                <a:spcPct val="150000"/>
              </a:lnSpc>
              <a:spcBef>
                <a:spcPts val="0"/>
              </a:spcBef>
              <a:spcAft>
                <a:spcPts val="0"/>
              </a:spcAft>
              <a:buClr>
                <a:schemeClr val="accent2"/>
              </a:buClr>
              <a:buSzTx/>
              <a:buFont typeface="Arial" panose="020B0604020202020204" pitchFamily="34" charset="0"/>
              <a:buChar char="•"/>
              <a:tabLst>
                <a:tab pos="240665" algn="l"/>
                <a:tab pos="241300" algn="l"/>
              </a:tabLst>
              <a:defRPr/>
            </a:pPr>
            <a:r>
              <a:rPr lang="en-US" sz="1050">
                <a:solidFill>
                  <a:schemeClr val="accent5"/>
                </a:solidFill>
                <a:latin typeface="Open Sans"/>
                <a:ea typeface="Open Sans"/>
                <a:cs typeface="Open Sans"/>
              </a:rPr>
              <a:t>Conduct market study</a:t>
            </a:r>
          </a:p>
          <a:p>
            <a:pPr marL="171450" marR="0" lvl="0" indent="-171450" fontAlgn="auto">
              <a:lnSpc>
                <a:spcPct val="150000"/>
              </a:lnSpc>
              <a:spcBef>
                <a:spcPts val="0"/>
              </a:spcBef>
              <a:spcAft>
                <a:spcPts val="0"/>
              </a:spcAft>
              <a:buClr>
                <a:schemeClr val="accent2"/>
              </a:buClr>
              <a:buSzTx/>
              <a:buFont typeface="Arial" panose="020B0604020202020204" pitchFamily="34" charset="0"/>
              <a:buChar char="•"/>
              <a:tabLst>
                <a:tab pos="240665" algn="l"/>
                <a:tab pos="241300" algn="l"/>
              </a:tabLst>
              <a:defRPr/>
            </a:pPr>
            <a:r>
              <a:rPr lang="en-US" sz="1050">
                <a:solidFill>
                  <a:schemeClr val="accent5"/>
                </a:solidFill>
                <a:latin typeface="Open Sans"/>
                <a:ea typeface="Open Sans"/>
                <a:cs typeface="Open Sans"/>
              </a:rPr>
              <a:t>Determine market lease rates and terms based on specific space delivery condition</a:t>
            </a:r>
          </a:p>
          <a:p>
            <a:pPr marL="171450" marR="0" lvl="0" indent="-171450" fontAlgn="auto">
              <a:lnSpc>
                <a:spcPct val="150000"/>
              </a:lnSpc>
              <a:spcBef>
                <a:spcPts val="0"/>
              </a:spcBef>
              <a:spcAft>
                <a:spcPts val="0"/>
              </a:spcAft>
              <a:buClr>
                <a:schemeClr val="accent2"/>
              </a:buClr>
              <a:buSzTx/>
              <a:buFont typeface="Arial" panose="020B0604020202020204" pitchFamily="34" charset="0"/>
              <a:buChar char="•"/>
              <a:tabLst>
                <a:tab pos="240665" algn="l"/>
                <a:tab pos="241300" algn="l"/>
              </a:tabLst>
              <a:defRPr/>
            </a:pPr>
            <a:r>
              <a:rPr lang="en-US" sz="1050">
                <a:solidFill>
                  <a:schemeClr val="accent5"/>
                </a:solidFill>
                <a:latin typeface="Open Sans"/>
                <a:ea typeface="Open Sans"/>
                <a:cs typeface="Open Sans"/>
              </a:rPr>
              <a:t>Identify and resolve and potential local obstacles to market entry or operations</a:t>
            </a:r>
          </a:p>
        </p:txBody>
      </p:sp>
    </p:spTree>
    <p:custDataLst>
      <p:custData r:id="rId1"/>
      <p:custData r:id="rId2"/>
    </p:custDataLst>
    <p:extLst>
      <p:ext uri="{BB962C8B-B14F-4D97-AF65-F5344CB8AC3E}">
        <p14:creationId xmlns:p14="http://schemas.microsoft.com/office/powerpoint/2010/main" val="18493042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A02D88D-4157-4BBF-26CD-270166FD75B1}"/>
              </a:ext>
            </a:extLst>
          </p:cNvPr>
          <p:cNvSpPr>
            <a:spLocks noGrp="1"/>
          </p:cNvSpPr>
          <p:nvPr>
            <p:ph type="body" sz="quarter" idx="13"/>
          </p:nvPr>
        </p:nvSpPr>
        <p:spPr/>
        <p:txBody>
          <a:bodyPr/>
          <a:lstStyle/>
          <a:p>
            <a:r>
              <a:rPr lang="en-CA"/>
              <a:t>OUR STRATEGY</a:t>
            </a:r>
          </a:p>
        </p:txBody>
      </p:sp>
      <p:sp>
        <p:nvSpPr>
          <p:cNvPr id="2" name="Title 1">
            <a:extLst>
              <a:ext uri="{FF2B5EF4-FFF2-40B4-BE49-F238E27FC236}">
                <a16:creationId xmlns:a16="http://schemas.microsoft.com/office/drawing/2014/main" id="{5F5A88D1-62AA-1D05-0AAE-071361BEF4D3}"/>
              </a:ext>
            </a:extLst>
          </p:cNvPr>
          <p:cNvSpPr>
            <a:spLocks noGrp="1"/>
          </p:cNvSpPr>
          <p:nvPr>
            <p:ph type="title"/>
          </p:nvPr>
        </p:nvSpPr>
        <p:spPr/>
        <p:txBody>
          <a:bodyPr/>
          <a:lstStyle/>
          <a:p>
            <a:r>
              <a:rPr lang="en-CA"/>
              <a:t>Our Process &amp; Approach</a:t>
            </a:r>
          </a:p>
        </p:txBody>
      </p:sp>
      <p:sp>
        <p:nvSpPr>
          <p:cNvPr id="6" name="Text Placeholder 5">
            <a:extLst>
              <a:ext uri="{FF2B5EF4-FFF2-40B4-BE49-F238E27FC236}">
                <a16:creationId xmlns:a16="http://schemas.microsoft.com/office/drawing/2014/main" id="{ED95B5A0-66C4-9327-B984-12B6404D0C18}"/>
              </a:ext>
            </a:extLst>
          </p:cNvPr>
          <p:cNvSpPr>
            <a:spLocks noGrp="1"/>
          </p:cNvSpPr>
          <p:nvPr>
            <p:ph type="body" sz="quarter" idx="14"/>
          </p:nvPr>
        </p:nvSpPr>
        <p:spPr/>
        <p:txBody>
          <a:bodyPr/>
          <a:lstStyle/>
          <a:p>
            <a:endParaRPr lang="en-CA"/>
          </a:p>
        </p:txBody>
      </p:sp>
      <p:sp>
        <p:nvSpPr>
          <p:cNvPr id="9" name="Arrow: Right 8">
            <a:extLst>
              <a:ext uri="{FF2B5EF4-FFF2-40B4-BE49-F238E27FC236}">
                <a16:creationId xmlns:a16="http://schemas.microsoft.com/office/drawing/2014/main" id="{E946142E-4C37-1281-3A8F-CAA66D714947}"/>
              </a:ext>
            </a:extLst>
          </p:cNvPr>
          <p:cNvSpPr/>
          <p:nvPr/>
        </p:nvSpPr>
        <p:spPr>
          <a:xfrm flipH="1">
            <a:off x="10799068" y="3003621"/>
            <a:ext cx="769494" cy="426720"/>
          </a:xfrm>
          <a:prstGeom prst="rightArrow">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10" name="Arrow: Right 9">
            <a:extLst>
              <a:ext uri="{FF2B5EF4-FFF2-40B4-BE49-F238E27FC236}">
                <a16:creationId xmlns:a16="http://schemas.microsoft.com/office/drawing/2014/main" id="{1B4B28AF-A532-9212-80ED-60DC3D429B72}"/>
              </a:ext>
            </a:extLst>
          </p:cNvPr>
          <p:cNvSpPr/>
          <p:nvPr/>
        </p:nvSpPr>
        <p:spPr>
          <a:xfrm>
            <a:off x="8298015" y="2989280"/>
            <a:ext cx="712100" cy="426720"/>
          </a:xfrm>
          <a:prstGeom prst="rightArrow">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11" name="Arrow: Right 10">
            <a:extLst>
              <a:ext uri="{FF2B5EF4-FFF2-40B4-BE49-F238E27FC236}">
                <a16:creationId xmlns:a16="http://schemas.microsoft.com/office/drawing/2014/main" id="{968226FC-5F53-1378-8722-F6966F1D286B}"/>
              </a:ext>
            </a:extLst>
          </p:cNvPr>
          <p:cNvSpPr/>
          <p:nvPr/>
        </p:nvSpPr>
        <p:spPr>
          <a:xfrm>
            <a:off x="5640447" y="2999905"/>
            <a:ext cx="712100" cy="426720"/>
          </a:xfrm>
          <a:prstGeom prst="rightArrow">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12" name="Arrow: Right 11">
            <a:extLst>
              <a:ext uri="{FF2B5EF4-FFF2-40B4-BE49-F238E27FC236}">
                <a16:creationId xmlns:a16="http://schemas.microsoft.com/office/drawing/2014/main" id="{F4D73D83-3232-719A-769A-2C761D4F4152}"/>
              </a:ext>
            </a:extLst>
          </p:cNvPr>
          <p:cNvSpPr/>
          <p:nvPr/>
        </p:nvSpPr>
        <p:spPr>
          <a:xfrm>
            <a:off x="620386" y="3004819"/>
            <a:ext cx="3066527" cy="426720"/>
          </a:xfrm>
          <a:prstGeom prst="rightArrow">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25" name="Rectangle 24">
            <a:extLst>
              <a:ext uri="{FF2B5EF4-FFF2-40B4-BE49-F238E27FC236}">
                <a16:creationId xmlns:a16="http://schemas.microsoft.com/office/drawing/2014/main" id="{BEF1BF64-A563-E250-DF83-87F7800D7A0B}"/>
              </a:ext>
            </a:extLst>
          </p:cNvPr>
          <p:cNvSpPr/>
          <p:nvPr/>
        </p:nvSpPr>
        <p:spPr>
          <a:xfrm>
            <a:off x="1102828" y="3004819"/>
            <a:ext cx="1963143" cy="444138"/>
          </a:xfrm>
          <a:prstGeom prst="rect">
            <a:avLst/>
          </a:prstGeom>
          <a:solidFill>
            <a:schemeClr val="accent6"/>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1200">
                <a:solidFill>
                  <a:schemeClr val="bg1"/>
                </a:solidFill>
              </a:rPr>
              <a:t>Needs Assessment</a:t>
            </a:r>
            <a:endParaRPr lang="en-US" sz="1200" noProof="0">
              <a:solidFill>
                <a:schemeClr val="bg1"/>
              </a:solidFill>
            </a:endParaRPr>
          </a:p>
        </p:txBody>
      </p:sp>
      <p:sp>
        <p:nvSpPr>
          <p:cNvPr id="26" name="Rectangle 25">
            <a:extLst>
              <a:ext uri="{FF2B5EF4-FFF2-40B4-BE49-F238E27FC236}">
                <a16:creationId xmlns:a16="http://schemas.microsoft.com/office/drawing/2014/main" id="{6E83ABD4-2BA0-113B-9F5C-F3358BE366EF}"/>
              </a:ext>
            </a:extLst>
          </p:cNvPr>
          <p:cNvSpPr/>
          <p:nvPr/>
        </p:nvSpPr>
        <p:spPr>
          <a:xfrm>
            <a:off x="3760396" y="3004819"/>
            <a:ext cx="1963143" cy="444138"/>
          </a:xfrm>
          <a:prstGeom prst="rect">
            <a:avLst/>
          </a:prstGeom>
          <a:solidFill>
            <a:srgbClr val="7B8BBD"/>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1200">
                <a:solidFill>
                  <a:schemeClr val="bg1"/>
                </a:solidFill>
              </a:rPr>
              <a:t>Options Analysis</a:t>
            </a:r>
            <a:endParaRPr lang="en-US" sz="1200" noProof="0">
              <a:solidFill>
                <a:schemeClr val="bg1"/>
              </a:solidFill>
            </a:endParaRPr>
          </a:p>
        </p:txBody>
      </p:sp>
      <p:sp>
        <p:nvSpPr>
          <p:cNvPr id="27" name="Rectangle 26">
            <a:extLst>
              <a:ext uri="{FF2B5EF4-FFF2-40B4-BE49-F238E27FC236}">
                <a16:creationId xmlns:a16="http://schemas.microsoft.com/office/drawing/2014/main" id="{D549D786-8A49-54E8-0F80-60DD77E84679}"/>
              </a:ext>
            </a:extLst>
          </p:cNvPr>
          <p:cNvSpPr/>
          <p:nvPr/>
        </p:nvSpPr>
        <p:spPr>
          <a:xfrm>
            <a:off x="6452800" y="2998287"/>
            <a:ext cx="1963143" cy="444138"/>
          </a:xfrm>
          <a:prstGeom prst="rect">
            <a:avLst/>
          </a:prstGeom>
          <a:solidFill>
            <a:srgbClr val="ACBBE8"/>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1200" noProof="0">
                <a:solidFill>
                  <a:schemeClr val="bg1"/>
                </a:solidFill>
              </a:rPr>
              <a:t>Landlord Engagement</a:t>
            </a:r>
          </a:p>
        </p:txBody>
      </p:sp>
      <p:sp>
        <p:nvSpPr>
          <p:cNvPr id="28" name="Rectangle 27">
            <a:extLst>
              <a:ext uri="{FF2B5EF4-FFF2-40B4-BE49-F238E27FC236}">
                <a16:creationId xmlns:a16="http://schemas.microsoft.com/office/drawing/2014/main" id="{44971B26-7D08-EA12-4AA1-ECEA1AA0630F}"/>
              </a:ext>
            </a:extLst>
          </p:cNvPr>
          <p:cNvSpPr/>
          <p:nvPr/>
        </p:nvSpPr>
        <p:spPr>
          <a:xfrm>
            <a:off x="9119077" y="2998287"/>
            <a:ext cx="1963143" cy="444138"/>
          </a:xfrm>
          <a:prstGeom prst="rect">
            <a:avLst/>
          </a:prstGeom>
          <a:solidFill>
            <a:srgbClr val="DBE5FF"/>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1200" noProof="0">
                <a:solidFill>
                  <a:schemeClr val="tx1"/>
                </a:solidFill>
              </a:rPr>
              <a:t>Lease Execution</a:t>
            </a:r>
          </a:p>
        </p:txBody>
      </p:sp>
      <p:sp>
        <p:nvSpPr>
          <p:cNvPr id="29" name="Rectangle 28">
            <a:extLst>
              <a:ext uri="{FF2B5EF4-FFF2-40B4-BE49-F238E27FC236}">
                <a16:creationId xmlns:a16="http://schemas.microsoft.com/office/drawing/2014/main" id="{755D6596-7CA9-6958-1EB5-F4B06167E3CB}"/>
              </a:ext>
            </a:extLst>
          </p:cNvPr>
          <p:cNvSpPr/>
          <p:nvPr/>
        </p:nvSpPr>
        <p:spPr>
          <a:xfrm>
            <a:off x="814894" y="3684767"/>
            <a:ext cx="736386" cy="67926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700">
                <a:solidFill>
                  <a:schemeClr val="tx1"/>
                </a:solidFill>
              </a:rPr>
              <a:t>Property Brief &amp; Requirement Clarification</a:t>
            </a:r>
          </a:p>
        </p:txBody>
      </p:sp>
      <p:sp>
        <p:nvSpPr>
          <p:cNvPr id="30" name="Rectangle 29">
            <a:extLst>
              <a:ext uri="{FF2B5EF4-FFF2-40B4-BE49-F238E27FC236}">
                <a16:creationId xmlns:a16="http://schemas.microsoft.com/office/drawing/2014/main" id="{2002C54E-8569-747E-ABB0-52274CFE9CF6}"/>
              </a:ext>
            </a:extLst>
          </p:cNvPr>
          <p:cNvSpPr/>
          <p:nvPr/>
        </p:nvSpPr>
        <p:spPr>
          <a:xfrm>
            <a:off x="1733343" y="3684767"/>
            <a:ext cx="712100" cy="67926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700">
                <a:solidFill>
                  <a:schemeClr val="tx1"/>
                </a:solidFill>
              </a:rPr>
              <a:t>Lease Abstract</a:t>
            </a:r>
            <a:endParaRPr lang="en-US" sz="800" noProof="0" err="1">
              <a:solidFill>
                <a:schemeClr val="tx1"/>
              </a:solidFill>
            </a:endParaRPr>
          </a:p>
        </p:txBody>
      </p:sp>
      <p:sp>
        <p:nvSpPr>
          <p:cNvPr id="31" name="Rectangle 30">
            <a:extLst>
              <a:ext uri="{FF2B5EF4-FFF2-40B4-BE49-F238E27FC236}">
                <a16:creationId xmlns:a16="http://schemas.microsoft.com/office/drawing/2014/main" id="{69872EC7-834C-6B48-E06E-36C64E706D97}"/>
              </a:ext>
            </a:extLst>
          </p:cNvPr>
          <p:cNvSpPr/>
          <p:nvPr/>
        </p:nvSpPr>
        <p:spPr>
          <a:xfrm>
            <a:off x="2610088" y="3684767"/>
            <a:ext cx="712100" cy="67926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700" noProof="0">
                <a:solidFill>
                  <a:schemeClr val="tx1"/>
                </a:solidFill>
              </a:rPr>
              <a:t>Market Survey</a:t>
            </a:r>
          </a:p>
        </p:txBody>
      </p:sp>
      <p:sp>
        <p:nvSpPr>
          <p:cNvPr id="32" name="Rectangle 31">
            <a:extLst>
              <a:ext uri="{FF2B5EF4-FFF2-40B4-BE49-F238E27FC236}">
                <a16:creationId xmlns:a16="http://schemas.microsoft.com/office/drawing/2014/main" id="{9CF9EA26-D011-F6AD-F704-D29B140C7010}"/>
              </a:ext>
            </a:extLst>
          </p:cNvPr>
          <p:cNvSpPr/>
          <p:nvPr/>
        </p:nvSpPr>
        <p:spPr>
          <a:xfrm>
            <a:off x="3504251" y="3684767"/>
            <a:ext cx="712100" cy="679269"/>
          </a:xfrm>
          <a:prstGeom prst="rect">
            <a:avLst/>
          </a:prstGeom>
          <a:solidFill>
            <a:srgbClr val="E5E8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700" noProof="0">
                <a:solidFill>
                  <a:schemeClr val="tx1"/>
                </a:solidFill>
              </a:rPr>
              <a:t>Financial Analysis</a:t>
            </a:r>
          </a:p>
        </p:txBody>
      </p:sp>
      <p:sp>
        <p:nvSpPr>
          <p:cNvPr id="33" name="Rectangle 32">
            <a:extLst>
              <a:ext uri="{FF2B5EF4-FFF2-40B4-BE49-F238E27FC236}">
                <a16:creationId xmlns:a16="http://schemas.microsoft.com/office/drawing/2014/main" id="{4404EFDF-22AB-A372-2479-8D038C227907}"/>
              </a:ext>
            </a:extLst>
          </p:cNvPr>
          <p:cNvSpPr/>
          <p:nvPr/>
        </p:nvSpPr>
        <p:spPr>
          <a:xfrm>
            <a:off x="4398414" y="3684767"/>
            <a:ext cx="712100" cy="679269"/>
          </a:xfrm>
          <a:prstGeom prst="rect">
            <a:avLst/>
          </a:prstGeom>
          <a:solidFill>
            <a:srgbClr val="E5E8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700" noProof="0">
                <a:solidFill>
                  <a:schemeClr val="tx1"/>
                </a:solidFill>
              </a:rPr>
              <a:t>Qualitative Analysis</a:t>
            </a:r>
          </a:p>
        </p:txBody>
      </p:sp>
      <p:sp>
        <p:nvSpPr>
          <p:cNvPr id="34" name="Rectangle 33">
            <a:extLst>
              <a:ext uri="{FF2B5EF4-FFF2-40B4-BE49-F238E27FC236}">
                <a16:creationId xmlns:a16="http://schemas.microsoft.com/office/drawing/2014/main" id="{11E47928-5B90-6444-BA61-BC1F2D8E7BF4}"/>
              </a:ext>
            </a:extLst>
          </p:cNvPr>
          <p:cNvSpPr/>
          <p:nvPr/>
        </p:nvSpPr>
        <p:spPr>
          <a:xfrm>
            <a:off x="5292577" y="3684767"/>
            <a:ext cx="712100" cy="679269"/>
          </a:xfrm>
          <a:prstGeom prst="rect">
            <a:avLst/>
          </a:prstGeom>
          <a:solidFill>
            <a:srgbClr val="E5E8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700">
                <a:solidFill>
                  <a:schemeClr val="tx1"/>
                </a:solidFill>
              </a:rPr>
              <a:t>Evaluation</a:t>
            </a:r>
            <a:endParaRPr lang="en-US" sz="700" noProof="0">
              <a:solidFill>
                <a:schemeClr val="tx1"/>
              </a:solidFill>
            </a:endParaRPr>
          </a:p>
        </p:txBody>
      </p:sp>
      <p:sp>
        <p:nvSpPr>
          <p:cNvPr id="35" name="Rectangle 34">
            <a:extLst>
              <a:ext uri="{FF2B5EF4-FFF2-40B4-BE49-F238E27FC236}">
                <a16:creationId xmlns:a16="http://schemas.microsoft.com/office/drawing/2014/main" id="{3A8C2729-E18F-287D-ECBB-71FB8250A2F8}"/>
              </a:ext>
            </a:extLst>
          </p:cNvPr>
          <p:cNvSpPr/>
          <p:nvPr/>
        </p:nvSpPr>
        <p:spPr>
          <a:xfrm>
            <a:off x="6186740" y="3684767"/>
            <a:ext cx="712100" cy="679269"/>
          </a:xfrm>
          <a:prstGeom prst="rect">
            <a:avLst/>
          </a:prstGeom>
          <a:solidFill>
            <a:srgbClr val="DEE4F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700" noProof="0">
                <a:solidFill>
                  <a:schemeClr val="tx1"/>
                </a:solidFill>
              </a:rPr>
              <a:t>Competitive Process/RFP</a:t>
            </a:r>
          </a:p>
        </p:txBody>
      </p:sp>
      <p:sp>
        <p:nvSpPr>
          <p:cNvPr id="36" name="Rectangle 35">
            <a:extLst>
              <a:ext uri="{FF2B5EF4-FFF2-40B4-BE49-F238E27FC236}">
                <a16:creationId xmlns:a16="http://schemas.microsoft.com/office/drawing/2014/main" id="{71D4F260-2FB9-EB80-CFBA-38262D3F3CFE}"/>
              </a:ext>
            </a:extLst>
          </p:cNvPr>
          <p:cNvSpPr/>
          <p:nvPr/>
        </p:nvSpPr>
        <p:spPr>
          <a:xfrm>
            <a:off x="7080903" y="3684767"/>
            <a:ext cx="712100" cy="679269"/>
          </a:xfrm>
          <a:prstGeom prst="rect">
            <a:avLst/>
          </a:prstGeom>
          <a:solidFill>
            <a:srgbClr val="DEE4F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700" noProof="0">
                <a:solidFill>
                  <a:schemeClr val="tx1"/>
                </a:solidFill>
              </a:rPr>
              <a:t>Identify Concerns and Quantify Costs</a:t>
            </a:r>
          </a:p>
        </p:txBody>
      </p:sp>
      <p:sp>
        <p:nvSpPr>
          <p:cNvPr id="37" name="Rectangle 36">
            <a:extLst>
              <a:ext uri="{FF2B5EF4-FFF2-40B4-BE49-F238E27FC236}">
                <a16:creationId xmlns:a16="http://schemas.microsoft.com/office/drawing/2014/main" id="{0C1F369C-B6E6-014E-8F37-5AA362AF94DD}"/>
              </a:ext>
            </a:extLst>
          </p:cNvPr>
          <p:cNvSpPr/>
          <p:nvPr/>
        </p:nvSpPr>
        <p:spPr>
          <a:xfrm>
            <a:off x="7975066" y="3684767"/>
            <a:ext cx="712100" cy="679269"/>
          </a:xfrm>
          <a:prstGeom prst="rect">
            <a:avLst/>
          </a:prstGeom>
          <a:solidFill>
            <a:srgbClr val="DEE4F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700" noProof="0">
                <a:solidFill>
                  <a:schemeClr val="tx1"/>
                </a:solidFill>
              </a:rPr>
              <a:t>Formal Negotiation</a:t>
            </a:r>
          </a:p>
        </p:txBody>
      </p:sp>
      <p:sp>
        <p:nvSpPr>
          <p:cNvPr id="38" name="Rectangle 37">
            <a:extLst>
              <a:ext uri="{FF2B5EF4-FFF2-40B4-BE49-F238E27FC236}">
                <a16:creationId xmlns:a16="http://schemas.microsoft.com/office/drawing/2014/main" id="{80369D4B-852E-719B-167F-03D08184A65D}"/>
              </a:ext>
            </a:extLst>
          </p:cNvPr>
          <p:cNvSpPr/>
          <p:nvPr/>
        </p:nvSpPr>
        <p:spPr>
          <a:xfrm>
            <a:off x="8869229" y="3684767"/>
            <a:ext cx="712100" cy="679269"/>
          </a:xfrm>
          <a:prstGeom prst="rect">
            <a:avLst/>
          </a:prstGeom>
          <a:solidFill>
            <a:srgbClr val="E9EFFF"/>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700">
                <a:solidFill>
                  <a:schemeClr val="tx1"/>
                </a:solidFill>
              </a:rPr>
              <a:t> Offer to Lease</a:t>
            </a:r>
            <a:endParaRPr lang="en-US" sz="700" noProof="0" err="1">
              <a:solidFill>
                <a:schemeClr val="tx1"/>
              </a:solidFill>
            </a:endParaRPr>
          </a:p>
        </p:txBody>
      </p:sp>
      <p:sp>
        <p:nvSpPr>
          <p:cNvPr id="39" name="Rectangle 38">
            <a:extLst>
              <a:ext uri="{FF2B5EF4-FFF2-40B4-BE49-F238E27FC236}">
                <a16:creationId xmlns:a16="http://schemas.microsoft.com/office/drawing/2014/main" id="{28ECF13E-4519-B46C-E988-94A589D1CA2D}"/>
              </a:ext>
            </a:extLst>
          </p:cNvPr>
          <p:cNvSpPr/>
          <p:nvPr/>
        </p:nvSpPr>
        <p:spPr>
          <a:xfrm>
            <a:off x="9763392" y="3684767"/>
            <a:ext cx="712100" cy="679269"/>
          </a:xfrm>
          <a:prstGeom prst="rect">
            <a:avLst/>
          </a:prstGeom>
          <a:solidFill>
            <a:srgbClr val="E9EFFF"/>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700" noProof="0">
                <a:solidFill>
                  <a:schemeClr val="tx1"/>
                </a:solidFill>
              </a:rPr>
              <a:t>Design and Construction</a:t>
            </a:r>
          </a:p>
        </p:txBody>
      </p:sp>
      <p:sp>
        <p:nvSpPr>
          <p:cNvPr id="40" name="Rectangle 39">
            <a:extLst>
              <a:ext uri="{FF2B5EF4-FFF2-40B4-BE49-F238E27FC236}">
                <a16:creationId xmlns:a16="http://schemas.microsoft.com/office/drawing/2014/main" id="{3A6B0C0E-D804-3484-151C-F7E5C5930B49}"/>
              </a:ext>
            </a:extLst>
          </p:cNvPr>
          <p:cNvSpPr/>
          <p:nvPr/>
        </p:nvSpPr>
        <p:spPr>
          <a:xfrm>
            <a:off x="10657557" y="3684767"/>
            <a:ext cx="712100" cy="679269"/>
          </a:xfrm>
          <a:prstGeom prst="rect">
            <a:avLst/>
          </a:prstGeom>
          <a:solidFill>
            <a:srgbClr val="E9EFFF"/>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700" noProof="0">
                <a:solidFill>
                  <a:schemeClr val="tx1"/>
                </a:solidFill>
              </a:rPr>
              <a:t>Complete Move</a:t>
            </a:r>
          </a:p>
        </p:txBody>
      </p:sp>
      <p:cxnSp>
        <p:nvCxnSpPr>
          <p:cNvPr id="41" name="Straight Connector 40">
            <a:extLst>
              <a:ext uri="{FF2B5EF4-FFF2-40B4-BE49-F238E27FC236}">
                <a16:creationId xmlns:a16="http://schemas.microsoft.com/office/drawing/2014/main" id="{BF8B12B1-D521-C867-82D5-2378B4DD9F28}"/>
              </a:ext>
            </a:extLst>
          </p:cNvPr>
          <p:cNvCxnSpPr/>
          <p:nvPr/>
        </p:nvCxnSpPr>
        <p:spPr>
          <a:xfrm>
            <a:off x="829873" y="3591369"/>
            <a:ext cx="2415571" cy="0"/>
          </a:xfrm>
          <a:prstGeom prst="line">
            <a:avLst/>
          </a:prstGeom>
          <a:ln w="63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4600EA41-3904-F5F6-B0D1-7EBF320FDF4D}"/>
              </a:ext>
            </a:extLst>
          </p:cNvPr>
          <p:cNvCxnSpPr>
            <a:cxnSpLocks/>
          </p:cNvCxnSpPr>
          <p:nvPr/>
        </p:nvCxnSpPr>
        <p:spPr>
          <a:xfrm>
            <a:off x="3527108" y="3591368"/>
            <a:ext cx="2477569" cy="0"/>
          </a:xfrm>
          <a:prstGeom prst="line">
            <a:avLst/>
          </a:prstGeom>
          <a:ln w="6350">
            <a:solidFill>
              <a:srgbClr val="7B8BBD"/>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08B6310-356F-B232-C71D-10DB412C5A40}"/>
              </a:ext>
            </a:extLst>
          </p:cNvPr>
          <p:cNvCxnSpPr>
            <a:cxnSpLocks/>
          </p:cNvCxnSpPr>
          <p:nvPr/>
        </p:nvCxnSpPr>
        <p:spPr>
          <a:xfrm>
            <a:off x="6186740" y="3591367"/>
            <a:ext cx="2500426" cy="0"/>
          </a:xfrm>
          <a:prstGeom prst="line">
            <a:avLst/>
          </a:prstGeom>
          <a:ln w="6350">
            <a:solidFill>
              <a:srgbClr val="ACBBE8"/>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9C6EA1A8-F84F-D509-F3EB-E3C765863C0C}"/>
              </a:ext>
            </a:extLst>
          </p:cNvPr>
          <p:cNvCxnSpPr>
            <a:cxnSpLocks/>
          </p:cNvCxnSpPr>
          <p:nvPr/>
        </p:nvCxnSpPr>
        <p:spPr>
          <a:xfrm>
            <a:off x="8869229" y="3582659"/>
            <a:ext cx="2500428" cy="0"/>
          </a:xfrm>
          <a:prstGeom prst="line">
            <a:avLst/>
          </a:prstGeom>
          <a:ln w="6350">
            <a:solidFill>
              <a:srgbClr val="DBE5FF"/>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24485C93-1DED-A3E6-FE4C-F5592C1B70E9}"/>
              </a:ext>
            </a:extLst>
          </p:cNvPr>
          <p:cNvCxnSpPr>
            <a:stCxn id="25" idx="2"/>
          </p:cNvCxnSpPr>
          <p:nvPr/>
        </p:nvCxnSpPr>
        <p:spPr>
          <a:xfrm flipH="1">
            <a:off x="2081350" y="3448957"/>
            <a:ext cx="3050" cy="142410"/>
          </a:xfrm>
          <a:prstGeom prst="line">
            <a:avLst/>
          </a:prstGeom>
          <a:ln w="63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EDDAC43-6A75-9188-2F40-D793ED507EBC}"/>
              </a:ext>
            </a:extLst>
          </p:cNvPr>
          <p:cNvCxnSpPr/>
          <p:nvPr/>
        </p:nvCxnSpPr>
        <p:spPr>
          <a:xfrm flipH="1">
            <a:off x="4741967" y="3444605"/>
            <a:ext cx="3050" cy="142410"/>
          </a:xfrm>
          <a:prstGeom prst="line">
            <a:avLst/>
          </a:prstGeom>
          <a:ln w="6350">
            <a:solidFill>
              <a:srgbClr val="7B8BBD"/>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AB8E9D90-4FDD-664D-4241-9CA8D72F045E}"/>
              </a:ext>
            </a:extLst>
          </p:cNvPr>
          <p:cNvCxnSpPr/>
          <p:nvPr/>
        </p:nvCxnSpPr>
        <p:spPr>
          <a:xfrm flipH="1">
            <a:off x="7429796" y="3437751"/>
            <a:ext cx="3050" cy="142410"/>
          </a:xfrm>
          <a:prstGeom prst="line">
            <a:avLst/>
          </a:prstGeom>
          <a:ln w="6350">
            <a:solidFill>
              <a:srgbClr val="ACBBE8"/>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5E8D5105-2228-9073-40BD-E7FD3EF13C39}"/>
              </a:ext>
            </a:extLst>
          </p:cNvPr>
          <p:cNvCxnSpPr/>
          <p:nvPr/>
        </p:nvCxnSpPr>
        <p:spPr>
          <a:xfrm flipH="1">
            <a:off x="10091939" y="3435389"/>
            <a:ext cx="3050" cy="142410"/>
          </a:xfrm>
          <a:prstGeom prst="line">
            <a:avLst/>
          </a:prstGeom>
          <a:ln w="6350">
            <a:solidFill>
              <a:srgbClr val="DBE5FF"/>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88A247FC-C84B-5F4B-B100-CFFCE7986CC5}"/>
              </a:ext>
            </a:extLst>
          </p:cNvPr>
          <p:cNvSpPr txBox="1"/>
          <p:nvPr/>
        </p:nvSpPr>
        <p:spPr>
          <a:xfrm>
            <a:off x="1153592" y="2620379"/>
            <a:ext cx="991624" cy="246221"/>
          </a:xfrm>
          <a:prstGeom prst="rect">
            <a:avLst/>
          </a:prstGeom>
          <a:noFill/>
        </p:spPr>
        <p:txBody>
          <a:bodyPr wrap="square" lIns="0" tIns="0" rIns="0" bIns="0" rtlCol="0">
            <a:spAutoFit/>
          </a:bodyPr>
          <a:lstStyle/>
          <a:p>
            <a:r>
              <a:rPr lang="en-US" sz="1600">
                <a:latin typeface="+mj-lt"/>
                <a:ea typeface="Open Sans ExtraBold" panose="020B0906030804020204" pitchFamily="34" charset="0"/>
                <a:cs typeface="Open Sans ExtraBold" panose="020B0906030804020204" pitchFamily="34" charset="0"/>
              </a:rPr>
              <a:t>Phase 1</a:t>
            </a:r>
          </a:p>
        </p:txBody>
      </p:sp>
      <p:sp>
        <p:nvSpPr>
          <p:cNvPr id="22" name="TextBox 21">
            <a:extLst>
              <a:ext uri="{FF2B5EF4-FFF2-40B4-BE49-F238E27FC236}">
                <a16:creationId xmlns:a16="http://schemas.microsoft.com/office/drawing/2014/main" id="{D52FDF56-BF41-34BE-F805-08E2CA46410F}"/>
              </a:ext>
            </a:extLst>
          </p:cNvPr>
          <p:cNvSpPr txBox="1"/>
          <p:nvPr/>
        </p:nvSpPr>
        <p:spPr>
          <a:xfrm>
            <a:off x="3786967" y="2620379"/>
            <a:ext cx="991624" cy="246221"/>
          </a:xfrm>
          <a:prstGeom prst="rect">
            <a:avLst/>
          </a:prstGeom>
          <a:noFill/>
        </p:spPr>
        <p:txBody>
          <a:bodyPr wrap="square" lIns="0" tIns="0" rIns="0" bIns="0" rtlCol="0">
            <a:spAutoFit/>
          </a:bodyPr>
          <a:lstStyle/>
          <a:p>
            <a:r>
              <a:rPr lang="en-US" sz="1600">
                <a:latin typeface="+mj-lt"/>
                <a:ea typeface="Open Sans ExtraBold" panose="020B0906030804020204" pitchFamily="34" charset="0"/>
                <a:cs typeface="Open Sans ExtraBold" panose="020B0906030804020204" pitchFamily="34" charset="0"/>
              </a:rPr>
              <a:t>Phase 2</a:t>
            </a:r>
          </a:p>
        </p:txBody>
      </p:sp>
      <p:sp>
        <p:nvSpPr>
          <p:cNvPr id="23" name="TextBox 22">
            <a:extLst>
              <a:ext uri="{FF2B5EF4-FFF2-40B4-BE49-F238E27FC236}">
                <a16:creationId xmlns:a16="http://schemas.microsoft.com/office/drawing/2014/main" id="{E5B1471C-DA45-A5D3-D63E-0A5A4ABFB22F}"/>
              </a:ext>
            </a:extLst>
          </p:cNvPr>
          <p:cNvSpPr txBox="1"/>
          <p:nvPr/>
        </p:nvSpPr>
        <p:spPr>
          <a:xfrm>
            <a:off x="6496498" y="2620379"/>
            <a:ext cx="991624" cy="246221"/>
          </a:xfrm>
          <a:prstGeom prst="rect">
            <a:avLst/>
          </a:prstGeom>
          <a:noFill/>
        </p:spPr>
        <p:txBody>
          <a:bodyPr wrap="square" lIns="0" tIns="0" rIns="0" bIns="0" rtlCol="0">
            <a:spAutoFit/>
          </a:bodyPr>
          <a:lstStyle/>
          <a:p>
            <a:r>
              <a:rPr lang="en-US" sz="1600">
                <a:latin typeface="+mj-lt"/>
                <a:ea typeface="Open Sans ExtraBold" panose="020B0906030804020204" pitchFamily="34" charset="0"/>
                <a:cs typeface="Open Sans ExtraBold" panose="020B0906030804020204" pitchFamily="34" charset="0"/>
              </a:rPr>
              <a:t>Phase 3</a:t>
            </a:r>
          </a:p>
        </p:txBody>
      </p:sp>
      <p:sp>
        <p:nvSpPr>
          <p:cNvPr id="24" name="TextBox 23">
            <a:extLst>
              <a:ext uri="{FF2B5EF4-FFF2-40B4-BE49-F238E27FC236}">
                <a16:creationId xmlns:a16="http://schemas.microsoft.com/office/drawing/2014/main" id="{6BAD5B5C-142C-1F3E-62FE-0682F41294CB}"/>
              </a:ext>
            </a:extLst>
          </p:cNvPr>
          <p:cNvSpPr txBox="1"/>
          <p:nvPr/>
        </p:nvSpPr>
        <p:spPr>
          <a:xfrm>
            <a:off x="9129873" y="2620379"/>
            <a:ext cx="991624" cy="246221"/>
          </a:xfrm>
          <a:prstGeom prst="rect">
            <a:avLst/>
          </a:prstGeom>
          <a:noFill/>
        </p:spPr>
        <p:txBody>
          <a:bodyPr wrap="square" lIns="0" tIns="0" rIns="0" bIns="0" rtlCol="0">
            <a:spAutoFit/>
          </a:bodyPr>
          <a:lstStyle/>
          <a:p>
            <a:r>
              <a:rPr lang="en-US" sz="1600">
                <a:latin typeface="+mj-lt"/>
                <a:ea typeface="Open Sans ExtraBold" panose="020B0906030804020204" pitchFamily="34" charset="0"/>
                <a:cs typeface="Open Sans ExtraBold" panose="020B0906030804020204" pitchFamily="34" charset="0"/>
              </a:rPr>
              <a:t>Phase 4</a:t>
            </a:r>
          </a:p>
        </p:txBody>
      </p:sp>
      <p:sp>
        <p:nvSpPr>
          <p:cNvPr id="15" name="Rectangle 14">
            <a:extLst>
              <a:ext uri="{FF2B5EF4-FFF2-40B4-BE49-F238E27FC236}">
                <a16:creationId xmlns:a16="http://schemas.microsoft.com/office/drawing/2014/main" id="{FB32070D-D411-00A5-96DF-86B085A78E5E}"/>
              </a:ext>
            </a:extLst>
          </p:cNvPr>
          <p:cNvSpPr/>
          <p:nvPr/>
        </p:nvSpPr>
        <p:spPr>
          <a:xfrm>
            <a:off x="620386" y="4503640"/>
            <a:ext cx="10948175" cy="87281"/>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16" name="TextBox 15">
            <a:extLst>
              <a:ext uri="{FF2B5EF4-FFF2-40B4-BE49-F238E27FC236}">
                <a16:creationId xmlns:a16="http://schemas.microsoft.com/office/drawing/2014/main" id="{8C37F3A2-8B46-1DB2-1E5B-BCEA4C1D7211}"/>
              </a:ext>
            </a:extLst>
          </p:cNvPr>
          <p:cNvSpPr txBox="1"/>
          <p:nvPr/>
        </p:nvSpPr>
        <p:spPr>
          <a:xfrm>
            <a:off x="9664185" y="4497024"/>
            <a:ext cx="973051" cy="123111"/>
          </a:xfrm>
          <a:prstGeom prst="rect">
            <a:avLst/>
          </a:prstGeom>
          <a:solidFill>
            <a:schemeClr val="bg1"/>
          </a:solidFill>
          <a:ln>
            <a:noFill/>
          </a:ln>
        </p:spPr>
        <p:txBody>
          <a:bodyPr wrap="square" lIns="0" tIns="0" rIns="0" bIns="0" rtlCol="0">
            <a:spAutoFit/>
          </a:bodyPr>
          <a:lstStyle/>
          <a:p>
            <a:pPr algn="ctr"/>
            <a:r>
              <a:rPr lang="en-US" sz="800">
                <a:solidFill>
                  <a:schemeClr val="accent6">
                    <a:lumMod val="75000"/>
                  </a:schemeClr>
                </a:solidFill>
                <a:latin typeface="Open Sans SemiBold" panose="020B0706030804020204" pitchFamily="34" charset="0"/>
                <a:ea typeface="Open Sans SemiBold" panose="020B0706030804020204" pitchFamily="34" charset="0"/>
                <a:cs typeface="Open Sans SemiBold" panose="020B0706030804020204" pitchFamily="34" charset="0"/>
              </a:rPr>
              <a:t>20 to 30 weeks**</a:t>
            </a:r>
          </a:p>
        </p:txBody>
      </p:sp>
      <p:sp>
        <p:nvSpPr>
          <p:cNvPr id="17" name="TextBox 16">
            <a:extLst>
              <a:ext uri="{FF2B5EF4-FFF2-40B4-BE49-F238E27FC236}">
                <a16:creationId xmlns:a16="http://schemas.microsoft.com/office/drawing/2014/main" id="{2C96F536-16C5-416A-3852-5E5127CF93B3}"/>
              </a:ext>
            </a:extLst>
          </p:cNvPr>
          <p:cNvSpPr txBox="1"/>
          <p:nvPr/>
        </p:nvSpPr>
        <p:spPr>
          <a:xfrm>
            <a:off x="7070743" y="4503643"/>
            <a:ext cx="744014" cy="123110"/>
          </a:xfrm>
          <a:prstGeom prst="rect">
            <a:avLst/>
          </a:prstGeom>
          <a:solidFill>
            <a:schemeClr val="bg1"/>
          </a:solidFill>
          <a:ln>
            <a:noFill/>
          </a:ln>
        </p:spPr>
        <p:txBody>
          <a:bodyPr wrap="square" lIns="0" tIns="0" rIns="0" bIns="0" rtlCol="0">
            <a:spAutoFit/>
          </a:bodyPr>
          <a:lstStyle/>
          <a:p>
            <a:pPr algn="ctr"/>
            <a:r>
              <a:rPr lang="en-US" sz="800">
                <a:solidFill>
                  <a:schemeClr val="accent6">
                    <a:lumMod val="75000"/>
                  </a:schemeClr>
                </a:solidFill>
                <a:latin typeface="Open Sans SemiBold" panose="020B0706030804020204" pitchFamily="34" charset="0"/>
                <a:ea typeface="Open Sans SemiBold" panose="020B0706030804020204" pitchFamily="34" charset="0"/>
                <a:cs typeface="Open Sans SemiBold" panose="020B0706030804020204" pitchFamily="34" charset="0"/>
              </a:rPr>
              <a:t>2 to 4  weeks</a:t>
            </a:r>
          </a:p>
        </p:txBody>
      </p:sp>
      <p:sp>
        <p:nvSpPr>
          <p:cNvPr id="18" name="TextBox 17">
            <a:extLst>
              <a:ext uri="{FF2B5EF4-FFF2-40B4-BE49-F238E27FC236}">
                <a16:creationId xmlns:a16="http://schemas.microsoft.com/office/drawing/2014/main" id="{0BF27A18-B1E0-74C0-2BB9-7D7FBCA67442}"/>
              </a:ext>
            </a:extLst>
          </p:cNvPr>
          <p:cNvSpPr txBox="1"/>
          <p:nvPr/>
        </p:nvSpPr>
        <p:spPr>
          <a:xfrm>
            <a:off x="4335511" y="4494867"/>
            <a:ext cx="876408" cy="123111"/>
          </a:xfrm>
          <a:prstGeom prst="rect">
            <a:avLst/>
          </a:prstGeom>
          <a:solidFill>
            <a:schemeClr val="bg1"/>
          </a:solidFill>
          <a:ln>
            <a:noFill/>
          </a:ln>
        </p:spPr>
        <p:txBody>
          <a:bodyPr wrap="square" lIns="0" tIns="0" rIns="0" bIns="0" rtlCol="0">
            <a:spAutoFit/>
          </a:bodyPr>
          <a:lstStyle/>
          <a:p>
            <a:pPr algn="ctr"/>
            <a:r>
              <a:rPr lang="en-US" sz="800">
                <a:solidFill>
                  <a:schemeClr val="accent6">
                    <a:lumMod val="75000"/>
                  </a:schemeClr>
                </a:solidFill>
                <a:latin typeface="Open Sans SemiBold" panose="020B0706030804020204" pitchFamily="34" charset="0"/>
                <a:ea typeface="Open Sans SemiBold" panose="020B0706030804020204" pitchFamily="34" charset="0"/>
                <a:cs typeface="Open Sans SemiBold" panose="020B0706030804020204" pitchFamily="34" charset="0"/>
              </a:rPr>
              <a:t>4 to 12 weeks*</a:t>
            </a:r>
          </a:p>
        </p:txBody>
      </p:sp>
      <p:sp>
        <p:nvSpPr>
          <p:cNvPr id="19" name="TextBox 18">
            <a:extLst>
              <a:ext uri="{FF2B5EF4-FFF2-40B4-BE49-F238E27FC236}">
                <a16:creationId xmlns:a16="http://schemas.microsoft.com/office/drawing/2014/main" id="{F08DD65A-AAFF-D9EE-DDB2-926924FDE0AB}"/>
              </a:ext>
            </a:extLst>
          </p:cNvPr>
          <p:cNvSpPr txBox="1"/>
          <p:nvPr/>
        </p:nvSpPr>
        <p:spPr>
          <a:xfrm>
            <a:off x="1733343" y="4494865"/>
            <a:ext cx="712099" cy="123111"/>
          </a:xfrm>
          <a:prstGeom prst="rect">
            <a:avLst/>
          </a:prstGeom>
          <a:solidFill>
            <a:schemeClr val="bg1"/>
          </a:solidFill>
          <a:ln>
            <a:noFill/>
          </a:ln>
        </p:spPr>
        <p:txBody>
          <a:bodyPr wrap="square" lIns="0" tIns="0" rIns="0" bIns="0" rtlCol="0">
            <a:spAutoFit/>
          </a:bodyPr>
          <a:lstStyle/>
          <a:p>
            <a:pPr algn="ctr"/>
            <a:r>
              <a:rPr lang="en-US" sz="800">
                <a:solidFill>
                  <a:schemeClr val="accent6">
                    <a:lumMod val="75000"/>
                  </a:schemeClr>
                </a:solidFill>
                <a:latin typeface="Open Sans SemiBold" panose="020B0706030804020204" pitchFamily="34" charset="0"/>
                <a:ea typeface="Open Sans SemiBold" panose="020B0706030804020204" pitchFamily="34" charset="0"/>
                <a:cs typeface="Open Sans SemiBold" panose="020B0706030804020204" pitchFamily="34" charset="0"/>
              </a:rPr>
              <a:t>3 to 4 weeks</a:t>
            </a:r>
          </a:p>
        </p:txBody>
      </p:sp>
      <p:sp>
        <p:nvSpPr>
          <p:cNvPr id="20" name="TextBox 19">
            <a:extLst>
              <a:ext uri="{FF2B5EF4-FFF2-40B4-BE49-F238E27FC236}">
                <a16:creationId xmlns:a16="http://schemas.microsoft.com/office/drawing/2014/main" id="{AE587AC3-D15C-E5A3-1F75-8711E7BA3753}"/>
              </a:ext>
            </a:extLst>
          </p:cNvPr>
          <p:cNvSpPr txBox="1"/>
          <p:nvPr/>
        </p:nvSpPr>
        <p:spPr>
          <a:xfrm>
            <a:off x="818759" y="4757582"/>
            <a:ext cx="10576449" cy="323165"/>
          </a:xfrm>
          <a:prstGeom prst="rect">
            <a:avLst/>
          </a:prstGeom>
          <a:noFill/>
        </p:spPr>
        <p:txBody>
          <a:bodyPr wrap="square" lIns="0" tIns="0" rIns="0" bIns="0" rtlCol="0">
            <a:spAutoFit/>
          </a:bodyPr>
          <a:lstStyle/>
          <a:p>
            <a:pPr marL="227013" indent="-227013">
              <a:spcAft>
                <a:spcPts val="600"/>
              </a:spcAft>
              <a:tabLst>
                <a:tab pos="227013" algn="l"/>
              </a:tabLst>
            </a:pPr>
            <a:r>
              <a:rPr lang="en-US" sz="800">
                <a:solidFill>
                  <a:srgbClr val="25408F"/>
                </a:solidFill>
              </a:rPr>
              <a:t>* 	This process will be ongoing. Note that this estimate does not capture extra time, should it be necessary to re-examine market conditions or consider new options during the process.</a:t>
            </a:r>
          </a:p>
          <a:p>
            <a:pPr marL="227013" indent="-227013">
              <a:spcAft>
                <a:spcPts val="600"/>
              </a:spcAft>
              <a:tabLst>
                <a:tab pos="227013" algn="l"/>
              </a:tabLst>
            </a:pPr>
            <a:r>
              <a:rPr lang="en-US" sz="800">
                <a:solidFill>
                  <a:srgbClr val="25408F"/>
                </a:solidFill>
              </a:rPr>
              <a:t>** 	Assuming full build-out. </a:t>
            </a:r>
          </a:p>
        </p:txBody>
      </p:sp>
    </p:spTree>
    <p:custDataLst>
      <p:custData r:id="rId1"/>
      <p:custData r:id="rId2"/>
    </p:custDataLst>
    <p:extLst>
      <p:ext uri="{BB962C8B-B14F-4D97-AF65-F5344CB8AC3E}">
        <p14:creationId xmlns:p14="http://schemas.microsoft.com/office/powerpoint/2010/main" val="200114713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Rectangle 84">
            <a:extLst>
              <a:ext uri="{FF2B5EF4-FFF2-40B4-BE49-F238E27FC236}">
                <a16:creationId xmlns:a16="http://schemas.microsoft.com/office/drawing/2014/main" id="{1F2619D9-B497-7742-3FF4-C0E3EB3094CB}"/>
              </a:ext>
            </a:extLst>
          </p:cNvPr>
          <p:cNvSpPr/>
          <p:nvPr/>
        </p:nvSpPr>
        <p:spPr>
          <a:xfrm>
            <a:off x="3415610" y="3758170"/>
            <a:ext cx="2680390" cy="2553569"/>
          </a:xfrm>
          <a:prstGeom prst="rect">
            <a:avLst/>
          </a:prstGeom>
          <a:solidFill>
            <a:srgbClr val="E9EFFF"/>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86" name="Rectangle 85">
            <a:extLst>
              <a:ext uri="{FF2B5EF4-FFF2-40B4-BE49-F238E27FC236}">
                <a16:creationId xmlns:a16="http://schemas.microsoft.com/office/drawing/2014/main" id="{0812DBD1-BC35-0C70-7B7D-1880B34998A6}"/>
              </a:ext>
            </a:extLst>
          </p:cNvPr>
          <p:cNvSpPr/>
          <p:nvPr/>
        </p:nvSpPr>
        <p:spPr>
          <a:xfrm>
            <a:off x="6223854" y="3757890"/>
            <a:ext cx="2680390" cy="2553569"/>
          </a:xfrm>
          <a:prstGeom prst="rect">
            <a:avLst/>
          </a:prstGeom>
          <a:solidFill>
            <a:srgbClr val="E5E8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4" name="Text Placeholder 3">
            <a:extLst>
              <a:ext uri="{FF2B5EF4-FFF2-40B4-BE49-F238E27FC236}">
                <a16:creationId xmlns:a16="http://schemas.microsoft.com/office/drawing/2014/main" id="{EA02D88D-4157-4BBF-26CD-270166FD75B1}"/>
              </a:ext>
            </a:extLst>
          </p:cNvPr>
          <p:cNvSpPr>
            <a:spLocks noGrp="1"/>
          </p:cNvSpPr>
          <p:nvPr>
            <p:ph type="body" sz="quarter" idx="13"/>
          </p:nvPr>
        </p:nvSpPr>
        <p:spPr/>
        <p:txBody>
          <a:bodyPr/>
          <a:lstStyle/>
          <a:p>
            <a:r>
              <a:rPr lang="en-CA"/>
              <a:t>OUR STRATEGY</a:t>
            </a:r>
          </a:p>
        </p:txBody>
      </p:sp>
      <p:sp>
        <p:nvSpPr>
          <p:cNvPr id="2" name="Title 1">
            <a:extLst>
              <a:ext uri="{FF2B5EF4-FFF2-40B4-BE49-F238E27FC236}">
                <a16:creationId xmlns:a16="http://schemas.microsoft.com/office/drawing/2014/main" id="{5F5A88D1-62AA-1D05-0AAE-071361BEF4D3}"/>
              </a:ext>
            </a:extLst>
          </p:cNvPr>
          <p:cNvSpPr>
            <a:spLocks noGrp="1"/>
          </p:cNvSpPr>
          <p:nvPr>
            <p:ph type="title"/>
          </p:nvPr>
        </p:nvSpPr>
        <p:spPr/>
        <p:txBody>
          <a:bodyPr/>
          <a:lstStyle/>
          <a:p>
            <a:r>
              <a:rPr lang="en-CA"/>
              <a:t>The Process: Renewal vs. Relocation</a:t>
            </a:r>
          </a:p>
        </p:txBody>
      </p:sp>
      <p:cxnSp>
        <p:nvCxnSpPr>
          <p:cNvPr id="13" name="Straight Connector 12">
            <a:extLst>
              <a:ext uri="{FF2B5EF4-FFF2-40B4-BE49-F238E27FC236}">
                <a16:creationId xmlns:a16="http://schemas.microsoft.com/office/drawing/2014/main" id="{A096DAA8-015F-1366-040A-55A338A3CD18}"/>
              </a:ext>
            </a:extLst>
          </p:cNvPr>
          <p:cNvCxnSpPr>
            <a:cxnSpLocks/>
          </p:cNvCxnSpPr>
          <p:nvPr/>
        </p:nvCxnSpPr>
        <p:spPr>
          <a:xfrm>
            <a:off x="2243227" y="3020505"/>
            <a:ext cx="8122132" cy="0"/>
          </a:xfrm>
          <a:prstGeom prst="line">
            <a:avLst/>
          </a:prstGeom>
          <a:ln w="19050">
            <a:solidFill>
              <a:schemeClr val="accent5"/>
            </a:solidFill>
            <a:prstDash val="sysDot"/>
          </a:ln>
        </p:spPr>
        <p:style>
          <a:lnRef idx="1">
            <a:schemeClr val="accent1"/>
          </a:lnRef>
          <a:fillRef idx="0">
            <a:schemeClr val="accent1"/>
          </a:fillRef>
          <a:effectRef idx="0">
            <a:schemeClr val="accent1"/>
          </a:effectRef>
          <a:fontRef idx="minor">
            <a:schemeClr val="tx1"/>
          </a:fontRef>
        </p:style>
      </p:cxnSp>
      <p:grpSp>
        <p:nvGrpSpPr>
          <p:cNvPr id="65" name="Group 64">
            <a:extLst>
              <a:ext uri="{FF2B5EF4-FFF2-40B4-BE49-F238E27FC236}">
                <a16:creationId xmlns:a16="http://schemas.microsoft.com/office/drawing/2014/main" id="{835964AD-6A58-F861-1D4A-9A9DE64A58CB}"/>
              </a:ext>
            </a:extLst>
          </p:cNvPr>
          <p:cNvGrpSpPr/>
          <p:nvPr/>
        </p:nvGrpSpPr>
        <p:grpSpPr>
          <a:xfrm>
            <a:off x="647701" y="2628192"/>
            <a:ext cx="2563810" cy="712353"/>
            <a:chOff x="647701" y="2415625"/>
            <a:chExt cx="2563810" cy="712353"/>
          </a:xfrm>
        </p:grpSpPr>
        <p:sp>
          <p:nvSpPr>
            <p:cNvPr id="51" name="object 10">
              <a:extLst>
                <a:ext uri="{FF2B5EF4-FFF2-40B4-BE49-F238E27FC236}">
                  <a16:creationId xmlns:a16="http://schemas.microsoft.com/office/drawing/2014/main" id="{FDAB1323-AFD1-1D56-D499-77F9DD8D6215}"/>
                </a:ext>
              </a:extLst>
            </p:cNvPr>
            <p:cNvSpPr>
              <a:spLocks noChangeAspect="1"/>
            </p:cNvSpPr>
            <p:nvPr/>
          </p:nvSpPr>
          <p:spPr>
            <a:xfrm>
              <a:off x="1603147" y="2487898"/>
              <a:ext cx="640080" cy="640080"/>
            </a:xfrm>
            <a:custGeom>
              <a:avLst/>
              <a:gdLst/>
              <a:ahLst/>
              <a:cxnLst/>
              <a:rect l="l" t="t" r="r" b="b"/>
              <a:pathLst>
                <a:path w="564514" h="564514">
                  <a:moveTo>
                    <a:pt x="282244" y="564476"/>
                  </a:moveTo>
                  <a:lnTo>
                    <a:pt x="328026" y="560782"/>
                  </a:lnTo>
                  <a:lnTo>
                    <a:pt x="371456" y="550087"/>
                  </a:lnTo>
                  <a:lnTo>
                    <a:pt x="411952" y="532973"/>
                  </a:lnTo>
                  <a:lnTo>
                    <a:pt x="448935" y="510020"/>
                  </a:lnTo>
                  <a:lnTo>
                    <a:pt x="481822" y="481809"/>
                  </a:lnTo>
                  <a:lnTo>
                    <a:pt x="510032" y="448922"/>
                  </a:lnTo>
                  <a:lnTo>
                    <a:pt x="532986" y="411939"/>
                  </a:lnTo>
                  <a:lnTo>
                    <a:pt x="550100" y="371443"/>
                  </a:lnTo>
                  <a:lnTo>
                    <a:pt x="560795" y="328013"/>
                  </a:lnTo>
                  <a:lnTo>
                    <a:pt x="564489" y="282232"/>
                  </a:lnTo>
                  <a:lnTo>
                    <a:pt x="560795" y="236453"/>
                  </a:lnTo>
                  <a:lnTo>
                    <a:pt x="550100" y="193026"/>
                  </a:lnTo>
                  <a:lnTo>
                    <a:pt x="532986" y="152532"/>
                  </a:lnTo>
                  <a:lnTo>
                    <a:pt x="510032" y="115551"/>
                  </a:lnTo>
                  <a:lnTo>
                    <a:pt x="481822" y="82665"/>
                  </a:lnTo>
                  <a:lnTo>
                    <a:pt x="448935" y="54455"/>
                  </a:lnTo>
                  <a:lnTo>
                    <a:pt x="411952" y="31503"/>
                  </a:lnTo>
                  <a:lnTo>
                    <a:pt x="371456" y="14388"/>
                  </a:lnTo>
                  <a:lnTo>
                    <a:pt x="328026" y="3694"/>
                  </a:lnTo>
                  <a:lnTo>
                    <a:pt x="282244" y="0"/>
                  </a:lnTo>
                  <a:lnTo>
                    <a:pt x="236463" y="3694"/>
                  </a:lnTo>
                  <a:lnTo>
                    <a:pt x="193033" y="14388"/>
                  </a:lnTo>
                  <a:lnTo>
                    <a:pt x="152536" y="31503"/>
                  </a:lnTo>
                  <a:lnTo>
                    <a:pt x="115554" y="54455"/>
                  </a:lnTo>
                  <a:lnTo>
                    <a:pt x="82667" y="82665"/>
                  </a:lnTo>
                  <a:lnTo>
                    <a:pt x="54456" y="115551"/>
                  </a:lnTo>
                  <a:lnTo>
                    <a:pt x="31503" y="152532"/>
                  </a:lnTo>
                  <a:lnTo>
                    <a:pt x="14388" y="193026"/>
                  </a:lnTo>
                  <a:lnTo>
                    <a:pt x="3694" y="236453"/>
                  </a:lnTo>
                  <a:lnTo>
                    <a:pt x="0" y="282232"/>
                  </a:lnTo>
                  <a:lnTo>
                    <a:pt x="3694" y="328013"/>
                  </a:lnTo>
                  <a:lnTo>
                    <a:pt x="14388" y="371443"/>
                  </a:lnTo>
                  <a:lnTo>
                    <a:pt x="31503" y="411939"/>
                  </a:lnTo>
                  <a:lnTo>
                    <a:pt x="54456" y="448922"/>
                  </a:lnTo>
                  <a:lnTo>
                    <a:pt x="82667" y="481809"/>
                  </a:lnTo>
                  <a:lnTo>
                    <a:pt x="115554" y="510020"/>
                  </a:lnTo>
                  <a:lnTo>
                    <a:pt x="152536" y="532973"/>
                  </a:lnTo>
                  <a:lnTo>
                    <a:pt x="193033" y="550087"/>
                  </a:lnTo>
                  <a:lnTo>
                    <a:pt x="236463" y="560782"/>
                  </a:lnTo>
                  <a:lnTo>
                    <a:pt x="282244" y="564476"/>
                  </a:lnTo>
                  <a:close/>
                </a:path>
              </a:pathLst>
            </a:custGeom>
            <a:solidFill>
              <a:schemeClr val="bg1"/>
            </a:solidFill>
            <a:ln w="6350">
              <a:solidFill>
                <a:schemeClr val="accent5"/>
              </a:solidFill>
            </a:ln>
          </p:spPr>
          <p:txBody>
            <a:bodyPr wrap="square" lIns="0" tIns="0" rIns="0" bIns="0" rtlCol="0"/>
            <a:lstStyle/>
            <a:p>
              <a:endParaRPr/>
            </a:p>
          </p:txBody>
        </p:sp>
        <p:sp>
          <p:nvSpPr>
            <p:cNvPr id="52" name="object 3">
              <a:extLst>
                <a:ext uri="{FF2B5EF4-FFF2-40B4-BE49-F238E27FC236}">
                  <a16:creationId xmlns:a16="http://schemas.microsoft.com/office/drawing/2014/main" id="{745003CA-025D-F5EF-1F9A-27608189A28F}"/>
                </a:ext>
              </a:extLst>
            </p:cNvPr>
            <p:cNvSpPr txBox="1"/>
            <p:nvPr/>
          </p:nvSpPr>
          <p:spPr>
            <a:xfrm>
              <a:off x="647701" y="2415625"/>
              <a:ext cx="2563810" cy="690574"/>
            </a:xfrm>
            <a:prstGeom prst="rect">
              <a:avLst/>
            </a:prstGeom>
          </p:spPr>
          <p:txBody>
            <a:bodyPr vert="horz" wrap="square" lIns="0" tIns="13335" rIns="0" bIns="0" rtlCol="0">
              <a:spAutoFit/>
            </a:bodyPr>
            <a:lstStyle/>
            <a:p>
              <a:pPr algn="ctr">
                <a:lnSpc>
                  <a:spcPct val="100000"/>
                </a:lnSpc>
              </a:pPr>
              <a:r>
                <a:rPr sz="4400" b="0" i="1" spc="-50">
                  <a:latin typeface="MerriweatherLight"/>
                  <a:cs typeface="MerriweatherLight"/>
                </a:rPr>
                <a:t>1</a:t>
              </a:r>
              <a:endParaRPr sz="4400">
                <a:latin typeface="MerriweatherLight"/>
                <a:cs typeface="MerriweatherLight"/>
              </a:endParaRPr>
            </a:p>
          </p:txBody>
        </p:sp>
      </p:grpSp>
      <p:sp>
        <p:nvSpPr>
          <p:cNvPr id="54" name="object 12">
            <a:extLst>
              <a:ext uri="{FF2B5EF4-FFF2-40B4-BE49-F238E27FC236}">
                <a16:creationId xmlns:a16="http://schemas.microsoft.com/office/drawing/2014/main" id="{ADDA3D4B-15C3-4B32-B2F5-6AD710C87EBB}"/>
              </a:ext>
            </a:extLst>
          </p:cNvPr>
          <p:cNvSpPr/>
          <p:nvPr/>
        </p:nvSpPr>
        <p:spPr>
          <a:xfrm>
            <a:off x="2270241" y="3093331"/>
            <a:ext cx="1788795" cy="17145"/>
          </a:xfrm>
          <a:custGeom>
            <a:avLst/>
            <a:gdLst/>
            <a:ahLst/>
            <a:cxnLst/>
            <a:rect l="l" t="t" r="r" b="b"/>
            <a:pathLst>
              <a:path w="1788795" h="17144">
                <a:moveTo>
                  <a:pt x="16916" y="8458"/>
                </a:moveTo>
                <a:lnTo>
                  <a:pt x="14439" y="2476"/>
                </a:lnTo>
                <a:lnTo>
                  <a:pt x="8458" y="0"/>
                </a:lnTo>
                <a:lnTo>
                  <a:pt x="2476" y="2476"/>
                </a:lnTo>
                <a:lnTo>
                  <a:pt x="0" y="8458"/>
                </a:lnTo>
                <a:lnTo>
                  <a:pt x="2476" y="14439"/>
                </a:lnTo>
                <a:lnTo>
                  <a:pt x="8458" y="16916"/>
                </a:lnTo>
                <a:lnTo>
                  <a:pt x="14439" y="14439"/>
                </a:lnTo>
                <a:lnTo>
                  <a:pt x="16916" y="8458"/>
                </a:lnTo>
                <a:close/>
              </a:path>
              <a:path w="1788795" h="17144">
                <a:moveTo>
                  <a:pt x="1788426" y="8458"/>
                </a:moveTo>
                <a:lnTo>
                  <a:pt x="1785950" y="2476"/>
                </a:lnTo>
                <a:lnTo>
                  <a:pt x="1779968" y="0"/>
                </a:lnTo>
                <a:lnTo>
                  <a:pt x="1773986" y="2476"/>
                </a:lnTo>
                <a:lnTo>
                  <a:pt x="1771510" y="8458"/>
                </a:lnTo>
                <a:lnTo>
                  <a:pt x="1773986" y="14439"/>
                </a:lnTo>
                <a:lnTo>
                  <a:pt x="1779968" y="16916"/>
                </a:lnTo>
                <a:lnTo>
                  <a:pt x="1785950" y="14439"/>
                </a:lnTo>
                <a:lnTo>
                  <a:pt x="1788426" y="8458"/>
                </a:lnTo>
                <a:close/>
              </a:path>
            </a:pathLst>
          </a:custGeom>
          <a:solidFill>
            <a:srgbClr val="659AD2"/>
          </a:solidFill>
        </p:spPr>
        <p:txBody>
          <a:bodyPr wrap="square" lIns="0" tIns="0" rIns="0" bIns="0" rtlCol="0"/>
          <a:lstStyle/>
          <a:p>
            <a:endParaRPr/>
          </a:p>
        </p:txBody>
      </p:sp>
      <p:sp>
        <p:nvSpPr>
          <p:cNvPr id="55" name="object 18">
            <a:extLst>
              <a:ext uri="{FF2B5EF4-FFF2-40B4-BE49-F238E27FC236}">
                <a16:creationId xmlns:a16="http://schemas.microsoft.com/office/drawing/2014/main" id="{97BB81DC-4626-8AAD-59D9-494BD9477F6A}"/>
              </a:ext>
            </a:extLst>
          </p:cNvPr>
          <p:cNvSpPr/>
          <p:nvPr/>
        </p:nvSpPr>
        <p:spPr>
          <a:xfrm>
            <a:off x="5267337" y="2964477"/>
            <a:ext cx="1737995" cy="17145"/>
          </a:xfrm>
          <a:custGeom>
            <a:avLst/>
            <a:gdLst/>
            <a:ahLst/>
            <a:cxnLst/>
            <a:rect l="l" t="t" r="r" b="b"/>
            <a:pathLst>
              <a:path w="1737995" h="17144">
                <a:moveTo>
                  <a:pt x="16916" y="8458"/>
                </a:moveTo>
                <a:lnTo>
                  <a:pt x="14439" y="2476"/>
                </a:lnTo>
                <a:lnTo>
                  <a:pt x="8458" y="0"/>
                </a:lnTo>
                <a:lnTo>
                  <a:pt x="2476" y="2476"/>
                </a:lnTo>
                <a:lnTo>
                  <a:pt x="0" y="8458"/>
                </a:lnTo>
                <a:lnTo>
                  <a:pt x="2476" y="14439"/>
                </a:lnTo>
                <a:lnTo>
                  <a:pt x="8458" y="16916"/>
                </a:lnTo>
                <a:lnTo>
                  <a:pt x="14439" y="14439"/>
                </a:lnTo>
                <a:lnTo>
                  <a:pt x="16916" y="8458"/>
                </a:lnTo>
                <a:close/>
              </a:path>
              <a:path w="1737995" h="17144">
                <a:moveTo>
                  <a:pt x="1737626" y="8458"/>
                </a:moveTo>
                <a:lnTo>
                  <a:pt x="1735150" y="2476"/>
                </a:lnTo>
                <a:lnTo>
                  <a:pt x="1729168" y="0"/>
                </a:lnTo>
                <a:lnTo>
                  <a:pt x="1723186" y="2476"/>
                </a:lnTo>
                <a:lnTo>
                  <a:pt x="1720710" y="8458"/>
                </a:lnTo>
                <a:lnTo>
                  <a:pt x="1723186" y="14439"/>
                </a:lnTo>
                <a:lnTo>
                  <a:pt x="1729168" y="16916"/>
                </a:lnTo>
                <a:lnTo>
                  <a:pt x="1735150" y="14439"/>
                </a:lnTo>
                <a:lnTo>
                  <a:pt x="1737626" y="8458"/>
                </a:lnTo>
                <a:close/>
              </a:path>
            </a:pathLst>
          </a:custGeom>
          <a:solidFill>
            <a:srgbClr val="659AD2"/>
          </a:solidFill>
        </p:spPr>
        <p:txBody>
          <a:bodyPr wrap="square" lIns="0" tIns="0" rIns="0" bIns="0" rtlCol="0"/>
          <a:lstStyle/>
          <a:p>
            <a:endParaRPr/>
          </a:p>
        </p:txBody>
      </p:sp>
      <p:sp>
        <p:nvSpPr>
          <p:cNvPr id="56" name="object 32">
            <a:extLst>
              <a:ext uri="{FF2B5EF4-FFF2-40B4-BE49-F238E27FC236}">
                <a16:creationId xmlns:a16="http://schemas.microsoft.com/office/drawing/2014/main" id="{0DC1B5F3-F072-BF41-F5BE-6A40A196937B}"/>
              </a:ext>
            </a:extLst>
          </p:cNvPr>
          <p:cNvSpPr/>
          <p:nvPr/>
        </p:nvSpPr>
        <p:spPr>
          <a:xfrm>
            <a:off x="7672426" y="2964477"/>
            <a:ext cx="1814195" cy="17145"/>
          </a:xfrm>
          <a:custGeom>
            <a:avLst/>
            <a:gdLst/>
            <a:ahLst/>
            <a:cxnLst/>
            <a:rect l="l" t="t" r="r" b="b"/>
            <a:pathLst>
              <a:path w="1814195" h="17144">
                <a:moveTo>
                  <a:pt x="16916" y="8458"/>
                </a:moveTo>
                <a:lnTo>
                  <a:pt x="14439" y="2476"/>
                </a:lnTo>
                <a:lnTo>
                  <a:pt x="8458" y="0"/>
                </a:lnTo>
                <a:lnTo>
                  <a:pt x="2476" y="2476"/>
                </a:lnTo>
                <a:lnTo>
                  <a:pt x="0" y="8458"/>
                </a:lnTo>
                <a:lnTo>
                  <a:pt x="2476" y="14439"/>
                </a:lnTo>
                <a:lnTo>
                  <a:pt x="8458" y="16916"/>
                </a:lnTo>
                <a:lnTo>
                  <a:pt x="14439" y="14439"/>
                </a:lnTo>
                <a:lnTo>
                  <a:pt x="16916" y="8458"/>
                </a:lnTo>
                <a:close/>
              </a:path>
              <a:path w="1814195" h="17144">
                <a:moveTo>
                  <a:pt x="1813826" y="8458"/>
                </a:moveTo>
                <a:lnTo>
                  <a:pt x="1811350" y="2476"/>
                </a:lnTo>
                <a:lnTo>
                  <a:pt x="1805368" y="0"/>
                </a:lnTo>
                <a:lnTo>
                  <a:pt x="1799386" y="2476"/>
                </a:lnTo>
                <a:lnTo>
                  <a:pt x="1796910" y="8458"/>
                </a:lnTo>
                <a:lnTo>
                  <a:pt x="1799386" y="14439"/>
                </a:lnTo>
                <a:lnTo>
                  <a:pt x="1805368" y="16916"/>
                </a:lnTo>
                <a:lnTo>
                  <a:pt x="1811350" y="14439"/>
                </a:lnTo>
                <a:lnTo>
                  <a:pt x="1813826" y="8458"/>
                </a:lnTo>
                <a:close/>
              </a:path>
            </a:pathLst>
          </a:custGeom>
          <a:solidFill>
            <a:srgbClr val="659AD2"/>
          </a:solidFill>
        </p:spPr>
        <p:txBody>
          <a:bodyPr wrap="square" lIns="0" tIns="0" rIns="0" bIns="0" rtlCol="0"/>
          <a:lstStyle/>
          <a:p>
            <a:endParaRPr/>
          </a:p>
        </p:txBody>
      </p:sp>
      <p:grpSp>
        <p:nvGrpSpPr>
          <p:cNvPr id="66" name="Group 65">
            <a:extLst>
              <a:ext uri="{FF2B5EF4-FFF2-40B4-BE49-F238E27FC236}">
                <a16:creationId xmlns:a16="http://schemas.microsoft.com/office/drawing/2014/main" id="{8771A7C2-1C9F-81A9-5A8F-F7762DFEAFDD}"/>
              </a:ext>
            </a:extLst>
          </p:cNvPr>
          <p:cNvGrpSpPr/>
          <p:nvPr/>
        </p:nvGrpSpPr>
        <p:grpSpPr>
          <a:xfrm>
            <a:off x="4713903" y="2628192"/>
            <a:ext cx="2563810" cy="712353"/>
            <a:chOff x="3431998" y="2415625"/>
            <a:chExt cx="2563810" cy="712353"/>
          </a:xfrm>
        </p:grpSpPr>
        <p:sp>
          <p:nvSpPr>
            <p:cNvPr id="14" name="object 10">
              <a:extLst>
                <a:ext uri="{FF2B5EF4-FFF2-40B4-BE49-F238E27FC236}">
                  <a16:creationId xmlns:a16="http://schemas.microsoft.com/office/drawing/2014/main" id="{EAB9B085-B44B-2337-BEA0-EFEFC49144B2}"/>
                </a:ext>
              </a:extLst>
            </p:cNvPr>
            <p:cNvSpPr>
              <a:spLocks noChangeAspect="1"/>
            </p:cNvSpPr>
            <p:nvPr/>
          </p:nvSpPr>
          <p:spPr>
            <a:xfrm>
              <a:off x="4387444" y="2487898"/>
              <a:ext cx="640080" cy="640080"/>
            </a:xfrm>
            <a:custGeom>
              <a:avLst/>
              <a:gdLst/>
              <a:ahLst/>
              <a:cxnLst/>
              <a:rect l="l" t="t" r="r" b="b"/>
              <a:pathLst>
                <a:path w="564514" h="564514">
                  <a:moveTo>
                    <a:pt x="282244" y="564476"/>
                  </a:moveTo>
                  <a:lnTo>
                    <a:pt x="328026" y="560782"/>
                  </a:lnTo>
                  <a:lnTo>
                    <a:pt x="371456" y="550087"/>
                  </a:lnTo>
                  <a:lnTo>
                    <a:pt x="411952" y="532973"/>
                  </a:lnTo>
                  <a:lnTo>
                    <a:pt x="448935" y="510020"/>
                  </a:lnTo>
                  <a:lnTo>
                    <a:pt x="481822" y="481809"/>
                  </a:lnTo>
                  <a:lnTo>
                    <a:pt x="510032" y="448922"/>
                  </a:lnTo>
                  <a:lnTo>
                    <a:pt x="532986" y="411939"/>
                  </a:lnTo>
                  <a:lnTo>
                    <a:pt x="550100" y="371443"/>
                  </a:lnTo>
                  <a:lnTo>
                    <a:pt x="560795" y="328013"/>
                  </a:lnTo>
                  <a:lnTo>
                    <a:pt x="564489" y="282232"/>
                  </a:lnTo>
                  <a:lnTo>
                    <a:pt x="560795" y="236453"/>
                  </a:lnTo>
                  <a:lnTo>
                    <a:pt x="550100" y="193026"/>
                  </a:lnTo>
                  <a:lnTo>
                    <a:pt x="532986" y="152532"/>
                  </a:lnTo>
                  <a:lnTo>
                    <a:pt x="510032" y="115551"/>
                  </a:lnTo>
                  <a:lnTo>
                    <a:pt x="481822" y="82665"/>
                  </a:lnTo>
                  <a:lnTo>
                    <a:pt x="448935" y="54455"/>
                  </a:lnTo>
                  <a:lnTo>
                    <a:pt x="411952" y="31503"/>
                  </a:lnTo>
                  <a:lnTo>
                    <a:pt x="371456" y="14388"/>
                  </a:lnTo>
                  <a:lnTo>
                    <a:pt x="328026" y="3694"/>
                  </a:lnTo>
                  <a:lnTo>
                    <a:pt x="282244" y="0"/>
                  </a:lnTo>
                  <a:lnTo>
                    <a:pt x="236463" y="3694"/>
                  </a:lnTo>
                  <a:lnTo>
                    <a:pt x="193033" y="14388"/>
                  </a:lnTo>
                  <a:lnTo>
                    <a:pt x="152536" y="31503"/>
                  </a:lnTo>
                  <a:lnTo>
                    <a:pt x="115554" y="54455"/>
                  </a:lnTo>
                  <a:lnTo>
                    <a:pt x="82667" y="82665"/>
                  </a:lnTo>
                  <a:lnTo>
                    <a:pt x="54456" y="115551"/>
                  </a:lnTo>
                  <a:lnTo>
                    <a:pt x="31503" y="152532"/>
                  </a:lnTo>
                  <a:lnTo>
                    <a:pt x="14388" y="193026"/>
                  </a:lnTo>
                  <a:lnTo>
                    <a:pt x="3694" y="236453"/>
                  </a:lnTo>
                  <a:lnTo>
                    <a:pt x="0" y="282232"/>
                  </a:lnTo>
                  <a:lnTo>
                    <a:pt x="3694" y="328013"/>
                  </a:lnTo>
                  <a:lnTo>
                    <a:pt x="14388" y="371443"/>
                  </a:lnTo>
                  <a:lnTo>
                    <a:pt x="31503" y="411939"/>
                  </a:lnTo>
                  <a:lnTo>
                    <a:pt x="54456" y="448922"/>
                  </a:lnTo>
                  <a:lnTo>
                    <a:pt x="82667" y="481809"/>
                  </a:lnTo>
                  <a:lnTo>
                    <a:pt x="115554" y="510020"/>
                  </a:lnTo>
                  <a:lnTo>
                    <a:pt x="152536" y="532973"/>
                  </a:lnTo>
                  <a:lnTo>
                    <a:pt x="193033" y="550087"/>
                  </a:lnTo>
                  <a:lnTo>
                    <a:pt x="236463" y="560782"/>
                  </a:lnTo>
                  <a:lnTo>
                    <a:pt x="282244" y="564476"/>
                  </a:lnTo>
                  <a:close/>
                </a:path>
              </a:pathLst>
            </a:custGeom>
            <a:solidFill>
              <a:schemeClr val="bg1"/>
            </a:solidFill>
            <a:ln w="6350">
              <a:solidFill>
                <a:schemeClr val="accent5"/>
              </a:solidFill>
            </a:ln>
          </p:spPr>
          <p:txBody>
            <a:bodyPr wrap="square" lIns="0" tIns="0" rIns="0" bIns="0" rtlCol="0"/>
            <a:lstStyle/>
            <a:p>
              <a:endParaRPr/>
            </a:p>
          </p:txBody>
        </p:sp>
        <p:sp>
          <p:nvSpPr>
            <p:cNvPr id="60" name="object 3">
              <a:extLst>
                <a:ext uri="{FF2B5EF4-FFF2-40B4-BE49-F238E27FC236}">
                  <a16:creationId xmlns:a16="http://schemas.microsoft.com/office/drawing/2014/main" id="{FD821B15-3275-BD00-2363-92BD2893F7ED}"/>
                </a:ext>
              </a:extLst>
            </p:cNvPr>
            <p:cNvSpPr txBox="1"/>
            <p:nvPr/>
          </p:nvSpPr>
          <p:spPr>
            <a:xfrm>
              <a:off x="3431998" y="2415625"/>
              <a:ext cx="2563810" cy="690574"/>
            </a:xfrm>
            <a:prstGeom prst="rect">
              <a:avLst/>
            </a:prstGeom>
          </p:spPr>
          <p:txBody>
            <a:bodyPr vert="horz" wrap="square" lIns="0" tIns="13335" rIns="0" bIns="0" rtlCol="0">
              <a:spAutoFit/>
            </a:bodyPr>
            <a:lstStyle/>
            <a:p>
              <a:pPr algn="ctr">
                <a:lnSpc>
                  <a:spcPct val="100000"/>
                </a:lnSpc>
              </a:pPr>
              <a:r>
                <a:rPr lang="en-CA" sz="4400" b="0" i="1" spc="-50">
                  <a:latin typeface="MerriweatherLight"/>
                  <a:cs typeface="MerriweatherLight"/>
                </a:rPr>
                <a:t>2</a:t>
              </a:r>
              <a:endParaRPr sz="4400">
                <a:latin typeface="MerriweatherLight"/>
                <a:cs typeface="MerriweatherLight"/>
              </a:endParaRPr>
            </a:p>
          </p:txBody>
        </p:sp>
      </p:grpSp>
      <p:grpSp>
        <p:nvGrpSpPr>
          <p:cNvPr id="67" name="Group 66">
            <a:extLst>
              <a:ext uri="{FF2B5EF4-FFF2-40B4-BE49-F238E27FC236}">
                <a16:creationId xmlns:a16="http://schemas.microsoft.com/office/drawing/2014/main" id="{A0BBB3D2-A804-F5A3-A618-5AD5D0BDE48D}"/>
              </a:ext>
            </a:extLst>
          </p:cNvPr>
          <p:cNvGrpSpPr/>
          <p:nvPr/>
        </p:nvGrpSpPr>
        <p:grpSpPr>
          <a:xfrm>
            <a:off x="8780106" y="2628192"/>
            <a:ext cx="2563810" cy="712353"/>
            <a:chOff x="8780106" y="2415625"/>
            <a:chExt cx="2563810" cy="712353"/>
          </a:xfrm>
        </p:grpSpPr>
        <p:sp>
          <p:nvSpPr>
            <p:cNvPr id="49" name="object 10">
              <a:extLst>
                <a:ext uri="{FF2B5EF4-FFF2-40B4-BE49-F238E27FC236}">
                  <a16:creationId xmlns:a16="http://schemas.microsoft.com/office/drawing/2014/main" id="{98900475-0D27-2369-C366-1B31C49F478D}"/>
                </a:ext>
              </a:extLst>
            </p:cNvPr>
            <p:cNvSpPr>
              <a:spLocks noChangeAspect="1"/>
            </p:cNvSpPr>
            <p:nvPr/>
          </p:nvSpPr>
          <p:spPr>
            <a:xfrm>
              <a:off x="9725279" y="2487898"/>
              <a:ext cx="640080" cy="640080"/>
            </a:xfrm>
            <a:custGeom>
              <a:avLst/>
              <a:gdLst/>
              <a:ahLst/>
              <a:cxnLst/>
              <a:rect l="l" t="t" r="r" b="b"/>
              <a:pathLst>
                <a:path w="564514" h="564514">
                  <a:moveTo>
                    <a:pt x="282244" y="564476"/>
                  </a:moveTo>
                  <a:lnTo>
                    <a:pt x="328026" y="560782"/>
                  </a:lnTo>
                  <a:lnTo>
                    <a:pt x="371456" y="550087"/>
                  </a:lnTo>
                  <a:lnTo>
                    <a:pt x="411952" y="532973"/>
                  </a:lnTo>
                  <a:lnTo>
                    <a:pt x="448935" y="510020"/>
                  </a:lnTo>
                  <a:lnTo>
                    <a:pt x="481822" y="481809"/>
                  </a:lnTo>
                  <a:lnTo>
                    <a:pt x="510032" y="448922"/>
                  </a:lnTo>
                  <a:lnTo>
                    <a:pt x="532986" y="411939"/>
                  </a:lnTo>
                  <a:lnTo>
                    <a:pt x="550100" y="371443"/>
                  </a:lnTo>
                  <a:lnTo>
                    <a:pt x="560795" y="328013"/>
                  </a:lnTo>
                  <a:lnTo>
                    <a:pt x="564489" y="282232"/>
                  </a:lnTo>
                  <a:lnTo>
                    <a:pt x="560795" y="236453"/>
                  </a:lnTo>
                  <a:lnTo>
                    <a:pt x="550100" y="193026"/>
                  </a:lnTo>
                  <a:lnTo>
                    <a:pt x="532986" y="152532"/>
                  </a:lnTo>
                  <a:lnTo>
                    <a:pt x="510032" y="115551"/>
                  </a:lnTo>
                  <a:lnTo>
                    <a:pt x="481822" y="82665"/>
                  </a:lnTo>
                  <a:lnTo>
                    <a:pt x="448935" y="54455"/>
                  </a:lnTo>
                  <a:lnTo>
                    <a:pt x="411952" y="31503"/>
                  </a:lnTo>
                  <a:lnTo>
                    <a:pt x="371456" y="14388"/>
                  </a:lnTo>
                  <a:lnTo>
                    <a:pt x="328026" y="3694"/>
                  </a:lnTo>
                  <a:lnTo>
                    <a:pt x="282244" y="0"/>
                  </a:lnTo>
                  <a:lnTo>
                    <a:pt x="236463" y="3694"/>
                  </a:lnTo>
                  <a:lnTo>
                    <a:pt x="193033" y="14388"/>
                  </a:lnTo>
                  <a:lnTo>
                    <a:pt x="152536" y="31503"/>
                  </a:lnTo>
                  <a:lnTo>
                    <a:pt x="115554" y="54455"/>
                  </a:lnTo>
                  <a:lnTo>
                    <a:pt x="82667" y="82665"/>
                  </a:lnTo>
                  <a:lnTo>
                    <a:pt x="54456" y="115551"/>
                  </a:lnTo>
                  <a:lnTo>
                    <a:pt x="31503" y="152532"/>
                  </a:lnTo>
                  <a:lnTo>
                    <a:pt x="14388" y="193026"/>
                  </a:lnTo>
                  <a:lnTo>
                    <a:pt x="3694" y="236453"/>
                  </a:lnTo>
                  <a:lnTo>
                    <a:pt x="0" y="282232"/>
                  </a:lnTo>
                  <a:lnTo>
                    <a:pt x="3694" y="328013"/>
                  </a:lnTo>
                  <a:lnTo>
                    <a:pt x="14388" y="371443"/>
                  </a:lnTo>
                  <a:lnTo>
                    <a:pt x="31503" y="411939"/>
                  </a:lnTo>
                  <a:lnTo>
                    <a:pt x="54456" y="448922"/>
                  </a:lnTo>
                  <a:lnTo>
                    <a:pt x="82667" y="481809"/>
                  </a:lnTo>
                  <a:lnTo>
                    <a:pt x="115554" y="510020"/>
                  </a:lnTo>
                  <a:lnTo>
                    <a:pt x="152536" y="532973"/>
                  </a:lnTo>
                  <a:lnTo>
                    <a:pt x="193033" y="550087"/>
                  </a:lnTo>
                  <a:lnTo>
                    <a:pt x="236463" y="560782"/>
                  </a:lnTo>
                  <a:lnTo>
                    <a:pt x="282244" y="564476"/>
                  </a:lnTo>
                  <a:close/>
                </a:path>
              </a:pathLst>
            </a:custGeom>
            <a:solidFill>
              <a:schemeClr val="bg1"/>
            </a:solidFill>
            <a:ln w="6350">
              <a:solidFill>
                <a:schemeClr val="accent5"/>
              </a:solidFill>
            </a:ln>
          </p:spPr>
          <p:txBody>
            <a:bodyPr wrap="square" lIns="0" tIns="0" rIns="0" bIns="0" rtlCol="0"/>
            <a:lstStyle/>
            <a:p>
              <a:endParaRPr/>
            </a:p>
          </p:txBody>
        </p:sp>
        <p:sp>
          <p:nvSpPr>
            <p:cNvPr id="61" name="object 3">
              <a:extLst>
                <a:ext uri="{FF2B5EF4-FFF2-40B4-BE49-F238E27FC236}">
                  <a16:creationId xmlns:a16="http://schemas.microsoft.com/office/drawing/2014/main" id="{ABA6F38E-F77D-1C1C-82D0-5627E0E1E2BA}"/>
                </a:ext>
              </a:extLst>
            </p:cNvPr>
            <p:cNvSpPr txBox="1"/>
            <p:nvPr/>
          </p:nvSpPr>
          <p:spPr>
            <a:xfrm>
              <a:off x="8780106" y="2415625"/>
              <a:ext cx="2563810" cy="690574"/>
            </a:xfrm>
            <a:prstGeom prst="rect">
              <a:avLst/>
            </a:prstGeom>
          </p:spPr>
          <p:txBody>
            <a:bodyPr vert="horz" wrap="square" lIns="0" tIns="13335" rIns="0" bIns="0" rtlCol="0">
              <a:spAutoFit/>
            </a:bodyPr>
            <a:lstStyle/>
            <a:p>
              <a:pPr algn="ctr">
                <a:lnSpc>
                  <a:spcPct val="100000"/>
                </a:lnSpc>
              </a:pPr>
              <a:r>
                <a:rPr lang="en-CA" sz="4400" b="0" i="1" spc="-50">
                  <a:latin typeface="MerriweatherLight"/>
                  <a:cs typeface="MerriweatherLight"/>
                </a:rPr>
                <a:t>3</a:t>
              </a:r>
              <a:endParaRPr sz="4400">
                <a:latin typeface="MerriweatherLight"/>
                <a:cs typeface="MerriweatherLight"/>
              </a:endParaRPr>
            </a:p>
          </p:txBody>
        </p:sp>
      </p:grpSp>
      <p:sp>
        <p:nvSpPr>
          <p:cNvPr id="68" name="object 19">
            <a:extLst>
              <a:ext uri="{FF2B5EF4-FFF2-40B4-BE49-F238E27FC236}">
                <a16:creationId xmlns:a16="http://schemas.microsoft.com/office/drawing/2014/main" id="{5316D1A1-0800-C808-3DDB-48FE4F6C024B}"/>
              </a:ext>
            </a:extLst>
          </p:cNvPr>
          <p:cNvSpPr txBox="1"/>
          <p:nvPr/>
        </p:nvSpPr>
        <p:spPr>
          <a:xfrm>
            <a:off x="539232" y="3652018"/>
            <a:ext cx="2767910" cy="2277547"/>
          </a:xfrm>
          <a:prstGeom prst="rect">
            <a:avLst/>
          </a:prstGeom>
        </p:spPr>
        <p:txBody>
          <a:bodyPr vert="horz" wrap="square" lIns="182880" tIns="182880" rIns="91440" bIns="182880" rtlCol="0">
            <a:spAutoFit/>
          </a:bodyPr>
          <a:lstStyle/>
          <a:p>
            <a:pPr marL="189230" indent="-176530">
              <a:lnSpc>
                <a:spcPct val="100000"/>
              </a:lnSpc>
              <a:spcBef>
                <a:spcPts val="620"/>
              </a:spcBef>
              <a:buChar char="•"/>
              <a:tabLst>
                <a:tab pos="189230" algn="l"/>
              </a:tabLst>
            </a:pPr>
            <a:r>
              <a:rPr lang="en-US" sz="1100">
                <a:cs typeface="Open Sans"/>
              </a:rPr>
              <a:t>Understand your business needs </a:t>
            </a:r>
          </a:p>
          <a:p>
            <a:pPr marL="189230" indent="-176530">
              <a:lnSpc>
                <a:spcPct val="100000"/>
              </a:lnSpc>
              <a:spcBef>
                <a:spcPts val="620"/>
              </a:spcBef>
              <a:buChar char="•"/>
              <a:tabLst>
                <a:tab pos="189230" algn="l"/>
              </a:tabLst>
            </a:pPr>
            <a:r>
              <a:rPr lang="en-US" sz="1100">
                <a:cs typeface="Open Sans"/>
              </a:rPr>
              <a:t>Determine your property needs</a:t>
            </a:r>
          </a:p>
          <a:p>
            <a:pPr marL="189230" indent="-176530">
              <a:lnSpc>
                <a:spcPct val="100000"/>
              </a:lnSpc>
              <a:spcBef>
                <a:spcPts val="620"/>
              </a:spcBef>
              <a:buChar char="•"/>
              <a:tabLst>
                <a:tab pos="189230" algn="l"/>
              </a:tabLst>
            </a:pPr>
            <a:r>
              <a:rPr lang="en-US" sz="1100">
                <a:cs typeface="Open Sans"/>
              </a:rPr>
              <a:t>Identify decision makers and confirm critical time path </a:t>
            </a:r>
          </a:p>
          <a:p>
            <a:pPr marL="189230" indent="-176530">
              <a:lnSpc>
                <a:spcPct val="100000"/>
              </a:lnSpc>
              <a:spcBef>
                <a:spcPts val="620"/>
              </a:spcBef>
              <a:buChar char="•"/>
              <a:tabLst>
                <a:tab pos="189230" algn="l"/>
              </a:tabLst>
            </a:pPr>
            <a:r>
              <a:rPr lang="en-US" sz="1100">
                <a:cs typeface="Open Sans"/>
              </a:rPr>
              <a:t>Conduct requirement evaluation </a:t>
            </a:r>
          </a:p>
          <a:p>
            <a:pPr marL="189230" indent="-176530">
              <a:lnSpc>
                <a:spcPct val="100000"/>
              </a:lnSpc>
              <a:spcBef>
                <a:spcPts val="620"/>
              </a:spcBef>
              <a:buChar char="•"/>
              <a:tabLst>
                <a:tab pos="189230" algn="l"/>
              </a:tabLst>
            </a:pPr>
            <a:r>
              <a:rPr lang="en-US" sz="1100">
                <a:cs typeface="Open Sans"/>
              </a:rPr>
              <a:t>Produce real estate brief </a:t>
            </a:r>
          </a:p>
          <a:p>
            <a:pPr marL="189230" indent="-176530">
              <a:lnSpc>
                <a:spcPct val="100000"/>
              </a:lnSpc>
              <a:spcBef>
                <a:spcPts val="620"/>
              </a:spcBef>
              <a:buChar char="•"/>
              <a:tabLst>
                <a:tab pos="189230" algn="l"/>
              </a:tabLst>
            </a:pPr>
            <a:r>
              <a:rPr lang="en-US" sz="1100">
                <a:cs typeface="Open Sans"/>
              </a:rPr>
              <a:t>Evaluate market alternatives </a:t>
            </a:r>
            <a:br>
              <a:rPr lang="en-US" sz="1100">
                <a:cs typeface="Open Sans"/>
              </a:rPr>
            </a:br>
            <a:br>
              <a:rPr lang="en-US" sz="1100">
                <a:cs typeface="Open Sans"/>
              </a:rPr>
            </a:br>
            <a:r>
              <a:rPr lang="en-US" sz="1100" b="1">
                <a:cs typeface="Open Sans"/>
              </a:rPr>
              <a:t>Relocate or renew</a:t>
            </a:r>
            <a:endParaRPr sz="1100" b="1">
              <a:cs typeface="Open Sans"/>
            </a:endParaRPr>
          </a:p>
        </p:txBody>
      </p:sp>
      <p:sp>
        <p:nvSpPr>
          <p:cNvPr id="69" name="object 19">
            <a:extLst>
              <a:ext uri="{FF2B5EF4-FFF2-40B4-BE49-F238E27FC236}">
                <a16:creationId xmlns:a16="http://schemas.microsoft.com/office/drawing/2014/main" id="{B54A0747-EBA0-23DC-47B5-8EA90C970662}"/>
              </a:ext>
            </a:extLst>
          </p:cNvPr>
          <p:cNvSpPr txBox="1"/>
          <p:nvPr/>
        </p:nvSpPr>
        <p:spPr>
          <a:xfrm>
            <a:off x="3329948" y="4110858"/>
            <a:ext cx="2767910" cy="2200602"/>
          </a:xfrm>
          <a:prstGeom prst="rect">
            <a:avLst/>
          </a:prstGeom>
        </p:spPr>
        <p:txBody>
          <a:bodyPr vert="horz" wrap="square" lIns="182880" tIns="182880" rIns="91440" bIns="182880" rtlCol="0">
            <a:spAutoFit/>
          </a:bodyPr>
          <a:lstStyle/>
          <a:p>
            <a:pPr marL="189230" indent="-176530">
              <a:lnSpc>
                <a:spcPct val="100000"/>
              </a:lnSpc>
              <a:spcBef>
                <a:spcPts val="620"/>
              </a:spcBef>
              <a:buChar char="•"/>
              <a:tabLst>
                <a:tab pos="189230" algn="l"/>
              </a:tabLst>
            </a:pPr>
            <a:r>
              <a:rPr lang="en-US" sz="1100">
                <a:cs typeface="Open Sans"/>
              </a:rPr>
              <a:t>Confirm real estate requirement evaluation</a:t>
            </a:r>
          </a:p>
          <a:p>
            <a:pPr marL="189230" indent="-176530">
              <a:lnSpc>
                <a:spcPct val="100000"/>
              </a:lnSpc>
              <a:spcBef>
                <a:spcPts val="620"/>
              </a:spcBef>
              <a:buChar char="•"/>
              <a:tabLst>
                <a:tab pos="189230" algn="l"/>
              </a:tabLst>
            </a:pPr>
            <a:r>
              <a:rPr lang="en-US" sz="1100">
                <a:cs typeface="Open Sans"/>
              </a:rPr>
              <a:t>Brief preferred lessors</a:t>
            </a:r>
          </a:p>
          <a:p>
            <a:pPr marL="189230" indent="-176530">
              <a:lnSpc>
                <a:spcPct val="100000"/>
              </a:lnSpc>
              <a:spcBef>
                <a:spcPts val="620"/>
              </a:spcBef>
              <a:buChar char="•"/>
              <a:tabLst>
                <a:tab pos="189230" algn="l"/>
              </a:tabLst>
            </a:pPr>
            <a:r>
              <a:rPr lang="en-US" sz="1100">
                <a:cs typeface="Open Sans"/>
              </a:rPr>
              <a:t>Confirm development sites / existing building options and assess via inspections</a:t>
            </a:r>
          </a:p>
          <a:p>
            <a:pPr marL="189230" indent="-176530">
              <a:lnSpc>
                <a:spcPct val="100000"/>
              </a:lnSpc>
              <a:spcBef>
                <a:spcPts val="620"/>
              </a:spcBef>
              <a:buChar char="•"/>
              <a:tabLst>
                <a:tab pos="189230" algn="l"/>
              </a:tabLst>
            </a:pPr>
            <a:r>
              <a:rPr lang="en-US" sz="1100">
                <a:cs typeface="Open Sans"/>
              </a:rPr>
              <a:t>Begin offer / counter-offer process</a:t>
            </a:r>
          </a:p>
          <a:p>
            <a:pPr marL="189230" indent="-176530">
              <a:lnSpc>
                <a:spcPct val="100000"/>
              </a:lnSpc>
              <a:spcBef>
                <a:spcPts val="620"/>
              </a:spcBef>
              <a:buChar char="•"/>
              <a:tabLst>
                <a:tab pos="189230" algn="l"/>
              </a:tabLst>
            </a:pPr>
            <a:r>
              <a:rPr lang="en-US" sz="1100">
                <a:cs typeface="Open Sans"/>
              </a:rPr>
              <a:t>Short-list options, work with design consultant to evaluate space plan</a:t>
            </a:r>
            <a:endParaRPr sz="1100">
              <a:cs typeface="Open Sans"/>
            </a:endParaRPr>
          </a:p>
        </p:txBody>
      </p:sp>
      <p:sp>
        <p:nvSpPr>
          <p:cNvPr id="70" name="object 19">
            <a:extLst>
              <a:ext uri="{FF2B5EF4-FFF2-40B4-BE49-F238E27FC236}">
                <a16:creationId xmlns:a16="http://schemas.microsoft.com/office/drawing/2014/main" id="{8A1BE6A9-5ADD-D85F-F3BA-8A916D143FE3}"/>
              </a:ext>
            </a:extLst>
          </p:cNvPr>
          <p:cNvSpPr txBox="1"/>
          <p:nvPr/>
        </p:nvSpPr>
        <p:spPr>
          <a:xfrm>
            <a:off x="6136334" y="4085309"/>
            <a:ext cx="2767910" cy="2031325"/>
          </a:xfrm>
          <a:prstGeom prst="rect">
            <a:avLst/>
          </a:prstGeom>
        </p:spPr>
        <p:txBody>
          <a:bodyPr vert="horz" wrap="square" lIns="182880" tIns="182880" rIns="91440" bIns="182880" rtlCol="0">
            <a:spAutoFit/>
          </a:bodyPr>
          <a:lstStyle/>
          <a:p>
            <a:pPr marL="189230" indent="-176530">
              <a:lnSpc>
                <a:spcPct val="100000"/>
              </a:lnSpc>
              <a:spcBef>
                <a:spcPts val="620"/>
              </a:spcBef>
              <a:buChar char="•"/>
              <a:tabLst>
                <a:tab pos="189230" algn="l"/>
              </a:tabLst>
            </a:pPr>
            <a:r>
              <a:rPr lang="en-US" sz="1100">
                <a:cs typeface="Open Sans"/>
              </a:rPr>
              <a:t>Confirm existing premises as most desirable opportunity </a:t>
            </a:r>
          </a:p>
          <a:p>
            <a:pPr marL="189230" indent="-176530">
              <a:lnSpc>
                <a:spcPct val="100000"/>
              </a:lnSpc>
              <a:spcBef>
                <a:spcPts val="620"/>
              </a:spcBef>
              <a:buChar char="•"/>
              <a:tabLst>
                <a:tab pos="189230" algn="l"/>
              </a:tabLst>
            </a:pPr>
            <a:r>
              <a:rPr lang="en-US" sz="1100">
                <a:cs typeface="Open Sans"/>
              </a:rPr>
              <a:t>Brief existing lessor </a:t>
            </a:r>
          </a:p>
          <a:p>
            <a:pPr marL="189230" indent="-176530">
              <a:lnSpc>
                <a:spcPct val="100000"/>
              </a:lnSpc>
              <a:spcBef>
                <a:spcPts val="620"/>
              </a:spcBef>
              <a:buChar char="•"/>
              <a:tabLst>
                <a:tab pos="189230" algn="l"/>
              </a:tabLst>
            </a:pPr>
            <a:r>
              <a:rPr lang="en-US" sz="1100">
                <a:cs typeface="Open Sans"/>
              </a:rPr>
              <a:t>Confirm real estate requirement evaluation </a:t>
            </a:r>
          </a:p>
          <a:p>
            <a:pPr marL="189230" indent="-176530">
              <a:lnSpc>
                <a:spcPct val="100000"/>
              </a:lnSpc>
              <a:spcBef>
                <a:spcPts val="620"/>
              </a:spcBef>
              <a:buChar char="•"/>
              <a:tabLst>
                <a:tab pos="189230" algn="l"/>
              </a:tabLst>
            </a:pPr>
            <a:r>
              <a:rPr lang="en-US" sz="1100">
                <a:cs typeface="Open Sans"/>
              </a:rPr>
              <a:t>Begin offer/counter-offer process </a:t>
            </a:r>
          </a:p>
          <a:p>
            <a:pPr marL="189230" indent="-176530">
              <a:lnSpc>
                <a:spcPct val="100000"/>
              </a:lnSpc>
              <a:spcBef>
                <a:spcPts val="620"/>
              </a:spcBef>
              <a:buChar char="•"/>
              <a:tabLst>
                <a:tab pos="189230" algn="l"/>
              </a:tabLst>
            </a:pPr>
            <a:r>
              <a:rPr lang="en-US" sz="1100">
                <a:cs typeface="Open Sans"/>
              </a:rPr>
              <a:t>Short-list options, work with design consultant to evaluate space plan</a:t>
            </a:r>
            <a:endParaRPr lang="en-US" sz="1100" b="1">
              <a:cs typeface="Open Sans"/>
            </a:endParaRPr>
          </a:p>
        </p:txBody>
      </p:sp>
      <p:sp>
        <p:nvSpPr>
          <p:cNvPr id="71" name="object 19">
            <a:extLst>
              <a:ext uri="{FF2B5EF4-FFF2-40B4-BE49-F238E27FC236}">
                <a16:creationId xmlns:a16="http://schemas.microsoft.com/office/drawing/2014/main" id="{560C191A-6916-B3F0-CEC2-FA9E1FA457F9}"/>
              </a:ext>
            </a:extLst>
          </p:cNvPr>
          <p:cNvSpPr txBox="1"/>
          <p:nvPr/>
        </p:nvSpPr>
        <p:spPr>
          <a:xfrm>
            <a:off x="9093896" y="3732858"/>
            <a:ext cx="2655418" cy="1538883"/>
          </a:xfrm>
          <a:prstGeom prst="rect">
            <a:avLst/>
          </a:prstGeom>
        </p:spPr>
        <p:txBody>
          <a:bodyPr vert="horz" wrap="square" lIns="182880" tIns="182880" rIns="91440" bIns="182880" rtlCol="0">
            <a:spAutoFit/>
          </a:bodyPr>
          <a:lstStyle/>
          <a:p>
            <a:pPr marL="189230" indent="-176530">
              <a:lnSpc>
                <a:spcPct val="100000"/>
              </a:lnSpc>
              <a:spcBef>
                <a:spcPts val="620"/>
              </a:spcBef>
              <a:buChar char="•"/>
              <a:tabLst>
                <a:tab pos="189230" algn="l"/>
              </a:tabLst>
            </a:pPr>
            <a:r>
              <a:rPr lang="en-US" sz="1100">
                <a:cs typeface="Open Sans"/>
              </a:rPr>
              <a:t>Commit to new (or existing) premises</a:t>
            </a:r>
          </a:p>
          <a:p>
            <a:pPr marL="189230" indent="-176530">
              <a:lnSpc>
                <a:spcPct val="100000"/>
              </a:lnSpc>
              <a:spcBef>
                <a:spcPts val="620"/>
              </a:spcBef>
              <a:buChar char="•"/>
              <a:tabLst>
                <a:tab pos="189230" algn="l"/>
              </a:tabLst>
            </a:pPr>
            <a:r>
              <a:rPr lang="en-US" sz="1100">
                <a:cs typeface="Open Sans"/>
              </a:rPr>
              <a:t>Complete new (or variation of) lease documentation</a:t>
            </a:r>
          </a:p>
          <a:p>
            <a:pPr marL="189230" indent="-176530">
              <a:lnSpc>
                <a:spcPct val="100000"/>
              </a:lnSpc>
              <a:spcBef>
                <a:spcPts val="620"/>
              </a:spcBef>
              <a:buChar char="•"/>
              <a:tabLst>
                <a:tab pos="189230" algn="l"/>
              </a:tabLst>
            </a:pPr>
            <a:r>
              <a:rPr lang="en-US" sz="1100">
                <a:cs typeface="Open Sans"/>
              </a:rPr>
              <a:t>Complete tenant improvement design and project management</a:t>
            </a:r>
            <a:endParaRPr sz="1100">
              <a:cs typeface="Open Sans"/>
            </a:endParaRPr>
          </a:p>
        </p:txBody>
      </p:sp>
      <p:sp>
        <p:nvSpPr>
          <p:cNvPr id="75" name="TextBox 74">
            <a:extLst>
              <a:ext uri="{FF2B5EF4-FFF2-40B4-BE49-F238E27FC236}">
                <a16:creationId xmlns:a16="http://schemas.microsoft.com/office/drawing/2014/main" id="{A30046A9-F998-6E53-D3FE-06C563EF5C01}"/>
              </a:ext>
            </a:extLst>
          </p:cNvPr>
          <p:cNvSpPr txBox="1"/>
          <p:nvPr/>
        </p:nvSpPr>
        <p:spPr>
          <a:xfrm>
            <a:off x="539232" y="1988113"/>
            <a:ext cx="2522867" cy="246221"/>
          </a:xfrm>
          <a:prstGeom prst="rect">
            <a:avLst/>
          </a:prstGeom>
          <a:noFill/>
        </p:spPr>
        <p:txBody>
          <a:bodyPr wrap="square" lIns="91440" tIns="45720" rIns="91440" bIns="45720" anchor="t">
            <a:spAutoFit/>
          </a:bodyPr>
          <a:lstStyle/>
          <a:p>
            <a:pPr marL="7620" marR="2540">
              <a:spcBef>
                <a:spcPts val="461"/>
              </a:spcBef>
            </a:pPr>
            <a:r>
              <a:rPr lang="en-US" sz="1000" b="1" spc="300">
                <a:solidFill>
                  <a:schemeClr val="accent2"/>
                </a:solidFill>
                <a:latin typeface="Open Sans Semibold" panose="020B0606030504020204" pitchFamily="34" charset="0"/>
                <a:ea typeface="Open Sans Semibold" panose="020B0606030504020204" pitchFamily="34" charset="0"/>
                <a:cs typeface="Open Sans Semibold" panose="020B0606030504020204" pitchFamily="34" charset="0"/>
              </a:rPr>
              <a:t>12 MONTHS IN ADVANCE</a:t>
            </a:r>
            <a:endParaRPr lang="en-US" sz="1000"/>
          </a:p>
        </p:txBody>
      </p:sp>
      <p:sp>
        <p:nvSpPr>
          <p:cNvPr id="76" name="TextBox 75">
            <a:extLst>
              <a:ext uri="{FF2B5EF4-FFF2-40B4-BE49-F238E27FC236}">
                <a16:creationId xmlns:a16="http://schemas.microsoft.com/office/drawing/2014/main" id="{7950BDE2-F434-EBA3-99F8-DEDF32C690FA}"/>
              </a:ext>
            </a:extLst>
          </p:cNvPr>
          <p:cNvSpPr txBox="1"/>
          <p:nvPr/>
        </p:nvSpPr>
        <p:spPr>
          <a:xfrm>
            <a:off x="3565887" y="1977473"/>
            <a:ext cx="1305250" cy="246221"/>
          </a:xfrm>
          <a:prstGeom prst="rect">
            <a:avLst/>
          </a:prstGeom>
          <a:noFill/>
        </p:spPr>
        <p:txBody>
          <a:bodyPr wrap="square" lIns="91440" tIns="45720" rIns="91440" bIns="45720" anchor="t">
            <a:spAutoFit/>
          </a:bodyPr>
          <a:lstStyle/>
          <a:p>
            <a:pPr marL="7620" marR="2540">
              <a:spcBef>
                <a:spcPts val="461"/>
              </a:spcBef>
            </a:pPr>
            <a:r>
              <a:rPr lang="en-US" sz="1000" b="1" spc="300">
                <a:solidFill>
                  <a:schemeClr val="accent2"/>
                </a:solidFill>
                <a:latin typeface="Open Sans Semibold" panose="020B0606030504020204" pitchFamily="34" charset="0"/>
                <a:ea typeface="Open Sans Semibold" panose="020B0606030504020204" pitchFamily="34" charset="0"/>
                <a:cs typeface="Open Sans Semibold" panose="020B0606030504020204" pitchFamily="34" charset="0"/>
              </a:rPr>
              <a:t>10 MONTHS</a:t>
            </a:r>
            <a:endParaRPr lang="en-US" sz="1000"/>
          </a:p>
        </p:txBody>
      </p:sp>
      <p:sp>
        <p:nvSpPr>
          <p:cNvPr id="77" name="TextBox 76">
            <a:extLst>
              <a:ext uri="{FF2B5EF4-FFF2-40B4-BE49-F238E27FC236}">
                <a16:creationId xmlns:a16="http://schemas.microsoft.com/office/drawing/2014/main" id="{CD5C2EA3-DB39-A580-35BF-411969FC3411}"/>
              </a:ext>
            </a:extLst>
          </p:cNvPr>
          <p:cNvSpPr txBox="1"/>
          <p:nvPr/>
        </p:nvSpPr>
        <p:spPr>
          <a:xfrm>
            <a:off x="7508718" y="1981135"/>
            <a:ext cx="1305250" cy="246221"/>
          </a:xfrm>
          <a:prstGeom prst="rect">
            <a:avLst/>
          </a:prstGeom>
          <a:noFill/>
        </p:spPr>
        <p:txBody>
          <a:bodyPr wrap="square" lIns="91440" tIns="45720" rIns="91440" bIns="45720" anchor="t">
            <a:spAutoFit/>
          </a:bodyPr>
          <a:lstStyle/>
          <a:p>
            <a:pPr marL="7620" marR="2540">
              <a:spcBef>
                <a:spcPts val="461"/>
              </a:spcBef>
            </a:pPr>
            <a:r>
              <a:rPr lang="en-US" sz="1000" b="1" spc="300">
                <a:solidFill>
                  <a:schemeClr val="accent2"/>
                </a:solidFill>
                <a:latin typeface="Open Sans Semibold" panose="020B0606030504020204" pitchFamily="34" charset="0"/>
                <a:ea typeface="Open Sans Semibold" panose="020B0606030504020204" pitchFamily="34" charset="0"/>
                <a:cs typeface="Open Sans Semibold" panose="020B0606030504020204" pitchFamily="34" charset="0"/>
              </a:rPr>
              <a:t>8 MONTHS</a:t>
            </a:r>
            <a:endParaRPr lang="en-US" sz="1000"/>
          </a:p>
        </p:txBody>
      </p:sp>
      <p:sp>
        <p:nvSpPr>
          <p:cNvPr id="78" name="TextBox 77">
            <a:extLst>
              <a:ext uri="{FF2B5EF4-FFF2-40B4-BE49-F238E27FC236}">
                <a16:creationId xmlns:a16="http://schemas.microsoft.com/office/drawing/2014/main" id="{92E6B590-133D-EAF9-038D-B554204DBB7F}"/>
              </a:ext>
            </a:extLst>
          </p:cNvPr>
          <p:cNvSpPr txBox="1"/>
          <p:nvPr/>
        </p:nvSpPr>
        <p:spPr>
          <a:xfrm>
            <a:off x="10444064" y="1981134"/>
            <a:ext cx="1305250" cy="246221"/>
          </a:xfrm>
          <a:prstGeom prst="rect">
            <a:avLst/>
          </a:prstGeom>
          <a:noFill/>
        </p:spPr>
        <p:txBody>
          <a:bodyPr wrap="square" lIns="91440" tIns="45720" rIns="91440" bIns="45720" anchor="t">
            <a:spAutoFit/>
          </a:bodyPr>
          <a:lstStyle/>
          <a:p>
            <a:pPr marL="7620" marR="2540">
              <a:spcBef>
                <a:spcPts val="461"/>
              </a:spcBef>
            </a:pPr>
            <a:r>
              <a:rPr lang="en-US" sz="1000" b="1" spc="300">
                <a:solidFill>
                  <a:schemeClr val="accent2"/>
                </a:solidFill>
                <a:latin typeface="Open Sans Semibold" panose="020B0606030504020204" pitchFamily="34" charset="0"/>
                <a:ea typeface="Open Sans Semibold" panose="020B0606030504020204" pitchFamily="34" charset="0"/>
                <a:cs typeface="Open Sans Semibold" panose="020B0606030504020204" pitchFamily="34" charset="0"/>
              </a:rPr>
              <a:t>6 MONTHS</a:t>
            </a:r>
            <a:endParaRPr lang="en-US" sz="1000"/>
          </a:p>
        </p:txBody>
      </p:sp>
      <p:grpSp>
        <p:nvGrpSpPr>
          <p:cNvPr id="84" name="Group 83">
            <a:extLst>
              <a:ext uri="{FF2B5EF4-FFF2-40B4-BE49-F238E27FC236}">
                <a16:creationId xmlns:a16="http://schemas.microsoft.com/office/drawing/2014/main" id="{0362E04C-4100-1EE9-A233-E647150EEC71}"/>
              </a:ext>
            </a:extLst>
          </p:cNvPr>
          <p:cNvGrpSpPr/>
          <p:nvPr/>
        </p:nvGrpSpPr>
        <p:grpSpPr>
          <a:xfrm>
            <a:off x="877753" y="2145244"/>
            <a:ext cx="2537857" cy="392397"/>
            <a:chOff x="877753" y="2141446"/>
            <a:chExt cx="2537857" cy="392397"/>
          </a:xfrm>
        </p:grpSpPr>
        <p:sp>
          <p:nvSpPr>
            <p:cNvPr id="53" name="object 7">
              <a:extLst>
                <a:ext uri="{FF2B5EF4-FFF2-40B4-BE49-F238E27FC236}">
                  <a16:creationId xmlns:a16="http://schemas.microsoft.com/office/drawing/2014/main" id="{43B8F25E-7DE3-FB49-0592-786D38AA1EE8}"/>
                </a:ext>
              </a:extLst>
            </p:cNvPr>
            <p:cNvSpPr/>
            <p:nvPr/>
          </p:nvSpPr>
          <p:spPr>
            <a:xfrm>
              <a:off x="877753" y="2337646"/>
              <a:ext cx="2537857" cy="55417"/>
            </a:xfrm>
            <a:custGeom>
              <a:avLst/>
              <a:gdLst/>
              <a:ahLst/>
              <a:cxnLst/>
              <a:rect l="l" t="t" r="r" b="b"/>
              <a:pathLst>
                <a:path w="1865630">
                  <a:moveTo>
                    <a:pt x="0" y="0"/>
                  </a:moveTo>
                  <a:lnTo>
                    <a:pt x="1865160" y="0"/>
                  </a:lnTo>
                </a:path>
              </a:pathLst>
            </a:custGeom>
            <a:ln w="28575">
              <a:solidFill>
                <a:schemeClr val="accent5"/>
              </a:solidFill>
              <a:tailEnd type="stealth" w="lg" len="lg"/>
            </a:ln>
          </p:spPr>
          <p:txBody>
            <a:bodyPr wrap="square" lIns="0" tIns="0" rIns="0" bIns="0" rtlCol="0"/>
            <a:lstStyle/>
            <a:p>
              <a:endParaRPr/>
            </a:p>
          </p:txBody>
        </p:sp>
        <p:sp>
          <p:nvSpPr>
            <p:cNvPr id="79" name="Rectangle 78">
              <a:extLst>
                <a:ext uri="{FF2B5EF4-FFF2-40B4-BE49-F238E27FC236}">
                  <a16:creationId xmlns:a16="http://schemas.microsoft.com/office/drawing/2014/main" id="{30466A8A-A6B2-339D-1B02-F659F634434E}"/>
                </a:ext>
              </a:extLst>
            </p:cNvPr>
            <p:cNvSpPr/>
            <p:nvPr/>
          </p:nvSpPr>
          <p:spPr>
            <a:xfrm rot="16200000">
              <a:off x="1773727" y="1245472"/>
              <a:ext cx="392397" cy="2184346"/>
            </a:xfrm>
            <a:prstGeom prst="rect">
              <a:avLst/>
            </a:prstGeom>
            <a:gradFill>
              <a:gsLst>
                <a:gs pos="0">
                  <a:schemeClr val="bg1"/>
                </a:gs>
                <a:gs pos="100000">
                  <a:schemeClr val="bg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grpSp>
      <p:grpSp>
        <p:nvGrpSpPr>
          <p:cNvPr id="83" name="Group 82">
            <a:extLst>
              <a:ext uri="{FF2B5EF4-FFF2-40B4-BE49-F238E27FC236}">
                <a16:creationId xmlns:a16="http://schemas.microsoft.com/office/drawing/2014/main" id="{BE8740F1-68C0-AFB1-3D4D-2F9D3693FCD2}"/>
              </a:ext>
            </a:extLst>
          </p:cNvPr>
          <p:cNvGrpSpPr/>
          <p:nvPr/>
        </p:nvGrpSpPr>
        <p:grpSpPr>
          <a:xfrm>
            <a:off x="4820584" y="2145244"/>
            <a:ext cx="2550832" cy="392397"/>
            <a:chOff x="4713904" y="2155965"/>
            <a:chExt cx="2550832" cy="392397"/>
          </a:xfrm>
        </p:grpSpPr>
        <p:sp>
          <p:nvSpPr>
            <p:cNvPr id="57" name="object 7">
              <a:extLst>
                <a:ext uri="{FF2B5EF4-FFF2-40B4-BE49-F238E27FC236}">
                  <a16:creationId xmlns:a16="http://schemas.microsoft.com/office/drawing/2014/main" id="{723E58B0-3C53-F0DA-5364-337932F3A8C2}"/>
                </a:ext>
              </a:extLst>
            </p:cNvPr>
            <p:cNvSpPr/>
            <p:nvPr/>
          </p:nvSpPr>
          <p:spPr>
            <a:xfrm>
              <a:off x="4726879" y="2337646"/>
              <a:ext cx="2537857" cy="55417"/>
            </a:xfrm>
            <a:custGeom>
              <a:avLst/>
              <a:gdLst/>
              <a:ahLst/>
              <a:cxnLst/>
              <a:rect l="l" t="t" r="r" b="b"/>
              <a:pathLst>
                <a:path w="1865630">
                  <a:moveTo>
                    <a:pt x="0" y="0"/>
                  </a:moveTo>
                  <a:lnTo>
                    <a:pt x="1865160" y="0"/>
                  </a:lnTo>
                </a:path>
              </a:pathLst>
            </a:custGeom>
            <a:ln w="28575">
              <a:solidFill>
                <a:schemeClr val="accent5"/>
              </a:solidFill>
              <a:tailEnd type="stealth" w="lg" len="lg"/>
            </a:ln>
          </p:spPr>
          <p:txBody>
            <a:bodyPr wrap="square" lIns="0" tIns="0" rIns="0" bIns="0" rtlCol="0"/>
            <a:lstStyle/>
            <a:p>
              <a:endParaRPr/>
            </a:p>
          </p:txBody>
        </p:sp>
        <p:sp>
          <p:nvSpPr>
            <p:cNvPr id="80" name="Rectangle 79">
              <a:extLst>
                <a:ext uri="{FF2B5EF4-FFF2-40B4-BE49-F238E27FC236}">
                  <a16:creationId xmlns:a16="http://schemas.microsoft.com/office/drawing/2014/main" id="{1EB84E6C-4B04-CB77-C3E0-D04776D840BF}"/>
                </a:ext>
              </a:extLst>
            </p:cNvPr>
            <p:cNvSpPr/>
            <p:nvPr/>
          </p:nvSpPr>
          <p:spPr>
            <a:xfrm rot="16200000">
              <a:off x="5609878" y="1259991"/>
              <a:ext cx="392397" cy="2184346"/>
            </a:xfrm>
            <a:prstGeom prst="rect">
              <a:avLst/>
            </a:prstGeom>
            <a:gradFill>
              <a:gsLst>
                <a:gs pos="0">
                  <a:schemeClr val="bg1"/>
                </a:gs>
                <a:gs pos="100000">
                  <a:schemeClr val="bg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grpSp>
      <p:grpSp>
        <p:nvGrpSpPr>
          <p:cNvPr id="82" name="Group 81">
            <a:extLst>
              <a:ext uri="{FF2B5EF4-FFF2-40B4-BE49-F238E27FC236}">
                <a16:creationId xmlns:a16="http://schemas.microsoft.com/office/drawing/2014/main" id="{7D2BA0A2-88C1-87DD-405C-8D18C649E0C5}"/>
              </a:ext>
            </a:extLst>
          </p:cNvPr>
          <p:cNvGrpSpPr/>
          <p:nvPr/>
        </p:nvGrpSpPr>
        <p:grpSpPr>
          <a:xfrm>
            <a:off x="8776390" y="2145244"/>
            <a:ext cx="2537857" cy="392397"/>
            <a:chOff x="8776390" y="2134522"/>
            <a:chExt cx="2537857" cy="392397"/>
          </a:xfrm>
        </p:grpSpPr>
        <p:sp>
          <p:nvSpPr>
            <p:cNvPr id="58" name="object 7">
              <a:extLst>
                <a:ext uri="{FF2B5EF4-FFF2-40B4-BE49-F238E27FC236}">
                  <a16:creationId xmlns:a16="http://schemas.microsoft.com/office/drawing/2014/main" id="{A6A81942-FDDF-382F-EB71-EF1022F3383A}"/>
                </a:ext>
              </a:extLst>
            </p:cNvPr>
            <p:cNvSpPr/>
            <p:nvPr/>
          </p:nvSpPr>
          <p:spPr>
            <a:xfrm>
              <a:off x="8776390" y="2337646"/>
              <a:ext cx="2537857" cy="55417"/>
            </a:xfrm>
            <a:custGeom>
              <a:avLst/>
              <a:gdLst/>
              <a:ahLst/>
              <a:cxnLst/>
              <a:rect l="l" t="t" r="r" b="b"/>
              <a:pathLst>
                <a:path w="1865630">
                  <a:moveTo>
                    <a:pt x="0" y="0"/>
                  </a:moveTo>
                  <a:lnTo>
                    <a:pt x="1865160" y="0"/>
                  </a:lnTo>
                </a:path>
              </a:pathLst>
            </a:custGeom>
            <a:ln w="28575">
              <a:solidFill>
                <a:schemeClr val="accent5"/>
              </a:solidFill>
              <a:tailEnd type="stealth" w="lg" len="lg"/>
            </a:ln>
          </p:spPr>
          <p:txBody>
            <a:bodyPr wrap="square" lIns="0" tIns="0" rIns="0" bIns="0" rtlCol="0"/>
            <a:lstStyle/>
            <a:p>
              <a:endParaRPr/>
            </a:p>
          </p:txBody>
        </p:sp>
        <p:sp>
          <p:nvSpPr>
            <p:cNvPr id="81" name="Rectangle 80">
              <a:extLst>
                <a:ext uri="{FF2B5EF4-FFF2-40B4-BE49-F238E27FC236}">
                  <a16:creationId xmlns:a16="http://schemas.microsoft.com/office/drawing/2014/main" id="{6A3E69DE-BE29-BBB4-8FE7-09FE780CA9AA}"/>
                </a:ext>
              </a:extLst>
            </p:cNvPr>
            <p:cNvSpPr/>
            <p:nvPr/>
          </p:nvSpPr>
          <p:spPr>
            <a:xfrm rot="16200000">
              <a:off x="9672365" y="1238548"/>
              <a:ext cx="392397" cy="2184346"/>
            </a:xfrm>
            <a:prstGeom prst="rect">
              <a:avLst/>
            </a:prstGeom>
            <a:gradFill>
              <a:gsLst>
                <a:gs pos="0">
                  <a:schemeClr val="bg1"/>
                </a:gs>
                <a:gs pos="100000">
                  <a:schemeClr val="bg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grpSp>
      <p:sp>
        <p:nvSpPr>
          <p:cNvPr id="87" name="TextBox 86">
            <a:extLst>
              <a:ext uri="{FF2B5EF4-FFF2-40B4-BE49-F238E27FC236}">
                <a16:creationId xmlns:a16="http://schemas.microsoft.com/office/drawing/2014/main" id="{E309A7A9-6B1A-D888-ACF6-FD66080EF454}"/>
              </a:ext>
            </a:extLst>
          </p:cNvPr>
          <p:cNvSpPr txBox="1"/>
          <p:nvPr/>
        </p:nvSpPr>
        <p:spPr>
          <a:xfrm>
            <a:off x="3494371" y="3915078"/>
            <a:ext cx="2522867" cy="246221"/>
          </a:xfrm>
          <a:prstGeom prst="rect">
            <a:avLst/>
          </a:prstGeom>
          <a:noFill/>
        </p:spPr>
        <p:txBody>
          <a:bodyPr wrap="square" lIns="91440" tIns="45720" rIns="91440" bIns="45720" anchor="t">
            <a:spAutoFit/>
          </a:bodyPr>
          <a:lstStyle/>
          <a:p>
            <a:pPr marL="7620" marR="2540">
              <a:spcBef>
                <a:spcPts val="461"/>
              </a:spcBef>
            </a:pPr>
            <a:r>
              <a:rPr lang="en-US" sz="1000" b="1" spc="300">
                <a:solidFill>
                  <a:schemeClr val="accent1"/>
                </a:solidFill>
                <a:latin typeface="Open Sans Semibold" panose="020B0606030504020204" pitchFamily="34" charset="0"/>
                <a:ea typeface="Open Sans Semibold" panose="020B0606030504020204" pitchFamily="34" charset="0"/>
                <a:cs typeface="Open Sans Semibold" panose="020B0606030504020204" pitchFamily="34" charset="0"/>
              </a:rPr>
              <a:t>RELOCATE</a:t>
            </a:r>
            <a:endParaRPr lang="en-US" sz="1000">
              <a:solidFill>
                <a:schemeClr val="accent1"/>
              </a:solidFill>
            </a:endParaRPr>
          </a:p>
        </p:txBody>
      </p:sp>
      <p:sp>
        <p:nvSpPr>
          <p:cNvPr id="88" name="TextBox 87">
            <a:extLst>
              <a:ext uri="{FF2B5EF4-FFF2-40B4-BE49-F238E27FC236}">
                <a16:creationId xmlns:a16="http://schemas.microsoft.com/office/drawing/2014/main" id="{D2AF7B18-C3F1-DCBE-78B5-73F8389F1A80}"/>
              </a:ext>
            </a:extLst>
          </p:cNvPr>
          <p:cNvSpPr txBox="1"/>
          <p:nvPr/>
        </p:nvSpPr>
        <p:spPr>
          <a:xfrm>
            <a:off x="6282692" y="3879458"/>
            <a:ext cx="2522867" cy="246221"/>
          </a:xfrm>
          <a:prstGeom prst="rect">
            <a:avLst/>
          </a:prstGeom>
          <a:noFill/>
        </p:spPr>
        <p:txBody>
          <a:bodyPr wrap="square" lIns="91440" tIns="45720" rIns="91440" bIns="45720" anchor="t">
            <a:spAutoFit/>
          </a:bodyPr>
          <a:lstStyle/>
          <a:p>
            <a:pPr marL="7620" marR="2540">
              <a:spcBef>
                <a:spcPts val="461"/>
              </a:spcBef>
            </a:pPr>
            <a:r>
              <a:rPr lang="en-US" sz="1000" b="1" spc="300">
                <a:solidFill>
                  <a:schemeClr val="accent1"/>
                </a:solidFill>
                <a:latin typeface="Open Sans Semibold" panose="020B0606030504020204" pitchFamily="34" charset="0"/>
                <a:ea typeface="Open Sans Semibold" panose="020B0606030504020204" pitchFamily="34" charset="0"/>
                <a:cs typeface="Open Sans Semibold" panose="020B0606030504020204" pitchFamily="34" charset="0"/>
              </a:rPr>
              <a:t>RENEW</a:t>
            </a:r>
            <a:endParaRPr lang="en-US" sz="1000">
              <a:solidFill>
                <a:schemeClr val="accent1"/>
              </a:solidFill>
            </a:endParaRPr>
          </a:p>
        </p:txBody>
      </p:sp>
    </p:spTree>
    <p:custDataLst>
      <p:custData r:id="rId1"/>
      <p:custData r:id="rId2"/>
    </p:custDataLst>
    <p:extLst>
      <p:ext uri="{BB962C8B-B14F-4D97-AF65-F5344CB8AC3E}">
        <p14:creationId xmlns:p14="http://schemas.microsoft.com/office/powerpoint/2010/main" val="22354168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0B28033-8F5D-75B5-D8F1-98287074387D}"/>
              </a:ext>
            </a:extLst>
          </p:cNvPr>
          <p:cNvSpPr>
            <a:spLocks noGrp="1"/>
          </p:cNvSpPr>
          <p:nvPr>
            <p:ph type="ftr" sz="quarter" idx="11"/>
          </p:nvPr>
        </p:nvSpPr>
        <p:spPr/>
        <p:txBody>
          <a:bodyPr/>
          <a:lstStyle/>
          <a:p>
            <a:r>
              <a:rPr lang="en-US"/>
              <a:t>Colliers</a:t>
            </a:r>
          </a:p>
        </p:txBody>
      </p:sp>
      <p:sp>
        <p:nvSpPr>
          <p:cNvPr id="3" name="Slide Number Placeholder 2">
            <a:extLst>
              <a:ext uri="{FF2B5EF4-FFF2-40B4-BE49-F238E27FC236}">
                <a16:creationId xmlns:a16="http://schemas.microsoft.com/office/drawing/2014/main" id="{CFDF1F58-4F09-DFE4-391A-C4DA1242CA22}"/>
              </a:ext>
            </a:extLst>
          </p:cNvPr>
          <p:cNvSpPr>
            <a:spLocks noGrp="1"/>
          </p:cNvSpPr>
          <p:nvPr>
            <p:ph type="sldNum" sz="quarter" idx="12"/>
          </p:nvPr>
        </p:nvSpPr>
        <p:spPr/>
        <p:txBody>
          <a:bodyPr/>
          <a:lstStyle/>
          <a:p>
            <a:fld id="{23AA811B-2EBD-4900-905E-5BE206449611}" type="slidenum">
              <a:rPr lang="en-US" smtClean="0"/>
              <a:pPr/>
              <a:t>56</a:t>
            </a:fld>
            <a:endParaRPr lang="en-US"/>
          </a:p>
        </p:txBody>
      </p:sp>
      <p:sp>
        <p:nvSpPr>
          <p:cNvPr id="4" name="Rectangle 3">
            <a:extLst>
              <a:ext uri="{FF2B5EF4-FFF2-40B4-BE49-F238E27FC236}">
                <a16:creationId xmlns:a16="http://schemas.microsoft.com/office/drawing/2014/main" id="{13623E07-6B3C-7C1D-C69C-7713F13DF486}"/>
              </a:ext>
            </a:extLst>
          </p:cNvPr>
          <p:cNvSpPr/>
          <p:nvPr/>
        </p:nvSpPr>
        <p:spPr>
          <a:xfrm flipV="1">
            <a:off x="0" y="0"/>
            <a:ext cx="12192000" cy="6858000"/>
          </a:xfrm>
          <a:prstGeom prst="rect">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noProof="0" err="1"/>
          </a:p>
        </p:txBody>
      </p:sp>
      <p:sp>
        <p:nvSpPr>
          <p:cNvPr id="5" name="Title 26">
            <a:extLst>
              <a:ext uri="{FF2B5EF4-FFF2-40B4-BE49-F238E27FC236}">
                <a16:creationId xmlns:a16="http://schemas.microsoft.com/office/drawing/2014/main" id="{B0A17467-FBC2-FA4A-BF1B-98388B2D681F}"/>
              </a:ext>
            </a:extLst>
          </p:cNvPr>
          <p:cNvSpPr txBox="1">
            <a:spLocks/>
          </p:cNvSpPr>
          <p:nvPr/>
        </p:nvSpPr>
        <p:spPr>
          <a:xfrm>
            <a:off x="4351338" y="2662590"/>
            <a:ext cx="3487738" cy="266218"/>
          </a:xfrm>
          <a:prstGeom prst="rect">
            <a:avLst/>
          </a:prstGeom>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gn="ctr"/>
            <a:r>
              <a:rPr lang="da-DK" sz="1400" b="1">
                <a:solidFill>
                  <a:schemeClr val="accent3"/>
                </a:solidFill>
                <a:latin typeface="Open Sans" panose="020B0606030504020204" pitchFamily="34" charset="0"/>
                <a:ea typeface="Open Sans" panose="020B0606030504020204" pitchFamily="34" charset="0"/>
                <a:cs typeface="Open Sans" panose="020B0606030504020204" pitchFamily="34" charset="0"/>
              </a:rPr>
              <a:t>Part 6</a:t>
            </a:r>
            <a:endParaRPr lang="en-US" sz="1400" b="1">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Title 26">
            <a:extLst>
              <a:ext uri="{FF2B5EF4-FFF2-40B4-BE49-F238E27FC236}">
                <a16:creationId xmlns:a16="http://schemas.microsoft.com/office/drawing/2014/main" id="{F7103798-A19D-28AF-8D54-259AF044DABB}"/>
              </a:ext>
            </a:extLst>
          </p:cNvPr>
          <p:cNvSpPr txBox="1">
            <a:spLocks/>
          </p:cNvSpPr>
          <p:nvPr/>
        </p:nvSpPr>
        <p:spPr>
          <a:xfrm>
            <a:off x="4351339" y="3152094"/>
            <a:ext cx="3487736" cy="1256747"/>
          </a:xfrm>
          <a:prstGeom prst="rect">
            <a:avLst/>
          </a:prstGeom>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gn="ctr">
              <a:lnSpc>
                <a:spcPct val="90000"/>
              </a:lnSpc>
            </a:pPr>
            <a:r>
              <a:rPr lang="en-CA" sz="4000">
                <a:solidFill>
                  <a:schemeClr val="bg1"/>
                </a:solidFill>
                <a:ea typeface="Open Sans Light"/>
                <a:cs typeface="Open Sans Light"/>
              </a:rPr>
              <a:t>Tools and Technology</a:t>
            </a:r>
            <a:endParaRPr lang="en-US" sz="4000">
              <a:solidFill>
                <a:schemeClr val="bg1"/>
              </a:solidFill>
              <a:ea typeface="Open Sans Semibold" panose="020B0606030504020204" pitchFamily="34" charset="0"/>
              <a:cs typeface="Open Sans Semibold" panose="020B0606030504020204" pitchFamily="34" charset="0"/>
            </a:endParaRPr>
          </a:p>
        </p:txBody>
      </p:sp>
    </p:spTree>
    <p:custDataLst>
      <p:custData r:id="rId1"/>
      <p:custData r:id="rId2"/>
    </p:custDataLst>
    <p:extLst>
      <p:ext uri="{BB962C8B-B14F-4D97-AF65-F5344CB8AC3E}">
        <p14:creationId xmlns:p14="http://schemas.microsoft.com/office/powerpoint/2010/main" val="252582004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27F3E36B-BA25-BDC4-8E79-239828B2324E}"/>
              </a:ext>
            </a:extLst>
          </p:cNvPr>
          <p:cNvSpPr>
            <a:spLocks noGrp="1"/>
          </p:cNvSpPr>
          <p:nvPr>
            <p:ph type="ftr" sz="quarter" idx="11"/>
          </p:nvPr>
        </p:nvSpPr>
        <p:spPr/>
        <p:txBody>
          <a:bodyPr/>
          <a:lstStyle/>
          <a:p>
            <a:r>
              <a:rPr lang="en-US"/>
              <a:t>Colliers</a:t>
            </a:r>
          </a:p>
        </p:txBody>
      </p:sp>
      <p:sp>
        <p:nvSpPr>
          <p:cNvPr id="7" name="Slide Number Placeholder 6">
            <a:extLst>
              <a:ext uri="{FF2B5EF4-FFF2-40B4-BE49-F238E27FC236}">
                <a16:creationId xmlns:a16="http://schemas.microsoft.com/office/drawing/2014/main" id="{85825EE5-AC63-AFCB-208C-1951FDAFF5E3}"/>
              </a:ext>
            </a:extLst>
          </p:cNvPr>
          <p:cNvSpPr>
            <a:spLocks noGrp="1"/>
          </p:cNvSpPr>
          <p:nvPr>
            <p:ph type="sldNum" sz="quarter" idx="12"/>
          </p:nvPr>
        </p:nvSpPr>
        <p:spPr/>
        <p:txBody>
          <a:bodyPr/>
          <a:lstStyle/>
          <a:p>
            <a:fld id="{23AA811B-2EBD-4900-905E-5BE206449611}" type="slidenum">
              <a:rPr lang="en-US" smtClean="0"/>
              <a:pPr/>
              <a:t>57</a:t>
            </a:fld>
            <a:endParaRPr lang="en-US"/>
          </a:p>
        </p:txBody>
      </p:sp>
      <p:sp>
        <p:nvSpPr>
          <p:cNvPr id="8" name="Picture Placeholder 11">
            <a:extLst>
              <a:ext uri="{FF2B5EF4-FFF2-40B4-BE49-F238E27FC236}">
                <a16:creationId xmlns:a16="http://schemas.microsoft.com/office/drawing/2014/main" id="{A80B5BBC-1BBD-C537-B882-211E00697192}"/>
              </a:ext>
            </a:extLst>
          </p:cNvPr>
          <p:cNvSpPr txBox="1">
            <a:spLocks/>
          </p:cNvSpPr>
          <p:nvPr/>
        </p:nvSpPr>
        <p:spPr>
          <a:xfrm>
            <a:off x="0" y="0"/>
            <a:ext cx="7840662" cy="6858000"/>
          </a:xfrm>
          <a:prstGeom prst="rect">
            <a:avLst/>
          </a:prstGeom>
          <a:solidFill>
            <a:schemeClr val="bg2"/>
          </a:solidFill>
        </p:spPr>
        <p:txBody>
          <a:bodyPr lIns="0" tIns="0" bIns="720000" anchor="ctr"/>
          <a:lstStyle>
            <a:lvl1pPr marL="0" marR="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sz="1600" kern="1200">
                <a:solidFill>
                  <a:schemeClr val="bg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a:defRPr/>
            </a:pPr>
            <a:r>
              <a:rPr lang="en-CA"/>
              <a:t>Click here and add image from Templafy</a:t>
            </a:r>
          </a:p>
        </p:txBody>
      </p:sp>
      <p:grpSp>
        <p:nvGrpSpPr>
          <p:cNvPr id="9" name="Group 8">
            <a:extLst>
              <a:ext uri="{FF2B5EF4-FFF2-40B4-BE49-F238E27FC236}">
                <a16:creationId xmlns:a16="http://schemas.microsoft.com/office/drawing/2014/main" id="{AD8B9003-9E0E-FC48-B179-FCF7A8A8B04C}"/>
              </a:ext>
            </a:extLst>
          </p:cNvPr>
          <p:cNvGrpSpPr/>
          <p:nvPr/>
        </p:nvGrpSpPr>
        <p:grpSpPr>
          <a:xfrm>
            <a:off x="5554296" y="2054688"/>
            <a:ext cx="4436869" cy="2208218"/>
            <a:chOff x="3920053" y="2227054"/>
            <a:chExt cx="4436869" cy="2208218"/>
          </a:xfrm>
          <a:solidFill>
            <a:schemeClr val="tx1"/>
          </a:solidFill>
        </p:grpSpPr>
        <p:sp>
          <p:nvSpPr>
            <p:cNvPr id="10" name="Rectangle 9">
              <a:extLst>
                <a:ext uri="{FF2B5EF4-FFF2-40B4-BE49-F238E27FC236}">
                  <a16:creationId xmlns:a16="http://schemas.microsoft.com/office/drawing/2014/main" id="{87639FE2-55F1-8061-8E1F-6C8BE027F881}"/>
                </a:ext>
              </a:extLst>
            </p:cNvPr>
            <p:cNvSpPr/>
            <p:nvPr/>
          </p:nvSpPr>
          <p:spPr>
            <a:xfrm flipV="1">
              <a:off x="3920053" y="2442255"/>
              <a:ext cx="4436869" cy="199301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a:p>
          </p:txBody>
        </p:sp>
        <p:sp>
          <p:nvSpPr>
            <p:cNvPr id="11" name="Title 26">
              <a:extLst>
                <a:ext uri="{FF2B5EF4-FFF2-40B4-BE49-F238E27FC236}">
                  <a16:creationId xmlns:a16="http://schemas.microsoft.com/office/drawing/2014/main" id="{EDA04511-E11C-1B7A-77BA-F6DA33018013}"/>
                </a:ext>
              </a:extLst>
            </p:cNvPr>
            <p:cNvSpPr txBox="1">
              <a:spLocks/>
            </p:cNvSpPr>
            <p:nvPr/>
          </p:nvSpPr>
          <p:spPr>
            <a:xfrm>
              <a:off x="4567610" y="2944340"/>
              <a:ext cx="3271465" cy="1044000"/>
            </a:xfrm>
            <a:prstGeom prst="rect">
              <a:avLst/>
            </a:prstGeom>
            <a:noFill/>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nSpc>
                  <a:spcPct val="90000"/>
                </a:lnSpc>
              </a:pPr>
              <a:r>
                <a:rPr lang="en-CA" sz="4000">
                  <a:solidFill>
                    <a:schemeClr val="bg1"/>
                  </a:solidFill>
                  <a:ea typeface="Open Sans Light"/>
                  <a:cs typeface="Open Sans Light"/>
                </a:rPr>
                <a:t>Tools and Technology</a:t>
              </a:r>
              <a:endParaRPr lang="en-CA" sz="4000" b="1">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endParaRPr>
            </a:p>
          </p:txBody>
        </p:sp>
        <p:sp>
          <p:nvSpPr>
            <p:cNvPr id="12" name="Rectangle 11">
              <a:extLst>
                <a:ext uri="{FF2B5EF4-FFF2-40B4-BE49-F238E27FC236}">
                  <a16:creationId xmlns:a16="http://schemas.microsoft.com/office/drawing/2014/main" id="{5BB6C073-E97C-ED23-8D75-1270B5C0CFB6}"/>
                </a:ext>
              </a:extLst>
            </p:cNvPr>
            <p:cNvSpPr/>
            <p:nvPr/>
          </p:nvSpPr>
          <p:spPr>
            <a:xfrm flipV="1">
              <a:off x="4351338" y="2227054"/>
              <a:ext cx="892867" cy="4095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a:p>
          </p:txBody>
        </p:sp>
        <p:sp>
          <p:nvSpPr>
            <p:cNvPr id="13" name="Title 26">
              <a:extLst>
                <a:ext uri="{FF2B5EF4-FFF2-40B4-BE49-F238E27FC236}">
                  <a16:creationId xmlns:a16="http://schemas.microsoft.com/office/drawing/2014/main" id="{D58A4F7F-94E9-EEE1-4C11-5BECEED5615E}"/>
                </a:ext>
              </a:extLst>
            </p:cNvPr>
            <p:cNvSpPr txBox="1">
              <a:spLocks/>
            </p:cNvSpPr>
            <p:nvPr/>
          </p:nvSpPr>
          <p:spPr>
            <a:xfrm>
              <a:off x="4567610" y="2370403"/>
              <a:ext cx="3707802" cy="266218"/>
            </a:xfrm>
            <a:prstGeom prst="rect">
              <a:avLst/>
            </a:prstGeom>
            <a:noFill/>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r>
                <a:rPr lang="en-CA" sz="1200" b="1">
                  <a:solidFill>
                    <a:schemeClr val="bg1"/>
                  </a:solidFill>
                  <a:latin typeface="Open Sans" panose="020B0606030504020204" pitchFamily="34" charset="0"/>
                  <a:ea typeface="Open Sans" panose="020B0606030504020204" pitchFamily="34" charset="0"/>
                  <a:cs typeface="Open Sans" panose="020B0606030504020204" pitchFamily="34" charset="0"/>
                </a:rPr>
                <a:t>Part 6</a:t>
              </a:r>
            </a:p>
          </p:txBody>
        </p:sp>
      </p:grpSp>
    </p:spTree>
    <p:custDataLst>
      <p:custData r:id="rId1"/>
      <p:custData r:id="rId2"/>
    </p:custDataLst>
    <p:extLst>
      <p:ext uri="{BB962C8B-B14F-4D97-AF65-F5344CB8AC3E}">
        <p14:creationId xmlns:p14="http://schemas.microsoft.com/office/powerpoint/2010/main" val="99182757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2605C6BD-693C-AEEE-D3A8-9301C6E65A15}"/>
              </a:ext>
            </a:extLst>
          </p:cNvPr>
          <p:cNvPicPr>
            <a:picLocks noChangeAspect="1"/>
          </p:cNvPicPr>
          <p:nvPr/>
        </p:nvPicPr>
        <p:blipFill rotWithShape="1">
          <a:blip r:embed="rId4" cstate="print">
            <a:alphaModFix amt="54000"/>
            <a:extLst>
              <a:ext uri="{28A0092B-C50C-407E-A947-70E740481C1C}">
                <a14:useLocalDpi xmlns:a14="http://schemas.microsoft.com/office/drawing/2010/main"/>
              </a:ext>
            </a:extLst>
          </a:blip>
          <a:srcRect l="24846" t="42753" r="1122" b="-28863"/>
          <a:stretch/>
        </p:blipFill>
        <p:spPr>
          <a:xfrm flipH="1">
            <a:off x="-2" y="0"/>
            <a:ext cx="12192002" cy="6858000"/>
          </a:xfrm>
          <a:prstGeom prst="rect">
            <a:avLst/>
          </a:prstGeom>
          <a:ln>
            <a:noFill/>
          </a:ln>
        </p:spPr>
      </p:pic>
      <p:sp>
        <p:nvSpPr>
          <p:cNvPr id="19" name="Text Placeholder 18">
            <a:extLst>
              <a:ext uri="{FF2B5EF4-FFF2-40B4-BE49-F238E27FC236}">
                <a16:creationId xmlns:a16="http://schemas.microsoft.com/office/drawing/2014/main" id="{788F7CDA-0297-CD9C-F440-F8FD0AB41B8A}"/>
              </a:ext>
            </a:extLst>
          </p:cNvPr>
          <p:cNvSpPr>
            <a:spLocks noGrp="1"/>
          </p:cNvSpPr>
          <p:nvPr>
            <p:ph type="body" sz="quarter" idx="13"/>
          </p:nvPr>
        </p:nvSpPr>
        <p:spPr/>
        <p:txBody>
          <a:bodyPr/>
          <a:lstStyle/>
          <a:p>
            <a:r>
              <a:rPr lang="en-CA"/>
              <a:t>TOOLS AND TECHNOLOGY</a:t>
            </a:r>
          </a:p>
        </p:txBody>
      </p:sp>
      <p:sp>
        <p:nvSpPr>
          <p:cNvPr id="2" name="Title 1">
            <a:extLst>
              <a:ext uri="{FF2B5EF4-FFF2-40B4-BE49-F238E27FC236}">
                <a16:creationId xmlns:a16="http://schemas.microsoft.com/office/drawing/2014/main" id="{5762B467-B050-D084-DF77-42E0A700AED1}"/>
              </a:ext>
            </a:extLst>
          </p:cNvPr>
          <p:cNvSpPr>
            <a:spLocks noGrp="1"/>
          </p:cNvSpPr>
          <p:nvPr>
            <p:ph type="title"/>
          </p:nvPr>
        </p:nvSpPr>
        <p:spPr>
          <a:xfrm>
            <a:off x="648000" y="1062000"/>
            <a:ext cx="10893600" cy="835200"/>
          </a:xfrm>
        </p:spPr>
        <p:txBody>
          <a:bodyPr/>
          <a:lstStyle/>
          <a:p>
            <a:r>
              <a:rPr lang="en-US"/>
              <a:t>Tools, processes, and emerging technology that are unmatched</a:t>
            </a:r>
          </a:p>
        </p:txBody>
      </p:sp>
      <p:sp>
        <p:nvSpPr>
          <p:cNvPr id="20" name="Text Placeholder 19">
            <a:extLst>
              <a:ext uri="{FF2B5EF4-FFF2-40B4-BE49-F238E27FC236}">
                <a16:creationId xmlns:a16="http://schemas.microsoft.com/office/drawing/2014/main" id="{08A9DC26-0E38-06D9-C712-796F98882D9C}"/>
              </a:ext>
            </a:extLst>
          </p:cNvPr>
          <p:cNvSpPr>
            <a:spLocks noGrp="1"/>
          </p:cNvSpPr>
          <p:nvPr>
            <p:ph type="body" sz="quarter" idx="14"/>
          </p:nvPr>
        </p:nvSpPr>
        <p:spPr/>
        <p:txBody>
          <a:bodyPr/>
          <a:lstStyle/>
          <a:p>
            <a:endParaRPr lang="en-CA"/>
          </a:p>
        </p:txBody>
      </p:sp>
      <p:sp>
        <p:nvSpPr>
          <p:cNvPr id="3" name="Footer Placeholder 2">
            <a:extLst>
              <a:ext uri="{FF2B5EF4-FFF2-40B4-BE49-F238E27FC236}">
                <a16:creationId xmlns:a16="http://schemas.microsoft.com/office/drawing/2014/main" id="{03A36B7F-59AD-47DC-A584-32960C239E79}"/>
              </a:ext>
            </a:extLst>
          </p:cNvPr>
          <p:cNvSpPr>
            <a:spLocks noGrp="1"/>
          </p:cNvSpPr>
          <p:nvPr>
            <p:ph type="ftr" sz="quarter" idx="11"/>
          </p:nvPr>
        </p:nvSpPr>
        <p:spPr>
          <a:xfrm>
            <a:off x="6202800" y="248400"/>
            <a:ext cx="4636800" cy="180000"/>
          </a:xfrm>
        </p:spPr>
        <p:txBody>
          <a:bodyPr/>
          <a:lstStyle/>
          <a:p>
            <a:r>
              <a:rPr lang="en-US"/>
              <a:t>Colliers</a:t>
            </a:r>
          </a:p>
        </p:txBody>
      </p:sp>
      <p:sp>
        <p:nvSpPr>
          <p:cNvPr id="4" name="Slide Number Placeholder 3">
            <a:extLst>
              <a:ext uri="{FF2B5EF4-FFF2-40B4-BE49-F238E27FC236}">
                <a16:creationId xmlns:a16="http://schemas.microsoft.com/office/drawing/2014/main" id="{2E1E4CE9-281F-86D8-8701-21A6E3B1682E}"/>
              </a:ext>
            </a:extLst>
          </p:cNvPr>
          <p:cNvSpPr>
            <a:spLocks noGrp="1"/>
          </p:cNvSpPr>
          <p:nvPr>
            <p:ph type="sldNum" sz="quarter" idx="12"/>
          </p:nvPr>
        </p:nvSpPr>
        <p:spPr>
          <a:xfrm>
            <a:off x="11167200" y="248400"/>
            <a:ext cx="374400" cy="180000"/>
          </a:xfrm>
        </p:spPr>
        <p:txBody>
          <a:bodyPr/>
          <a:lstStyle/>
          <a:p>
            <a:fld id="{23AA811B-2EBD-4900-905E-5BE206449611}" type="slidenum">
              <a:rPr lang="en-US"/>
              <a:pPr/>
              <a:t>58</a:t>
            </a:fld>
            <a:endParaRPr lang="en-US"/>
          </a:p>
        </p:txBody>
      </p:sp>
      <p:pic>
        <p:nvPicPr>
          <p:cNvPr id="7" name="Picture 6">
            <a:extLst>
              <a:ext uri="{FF2B5EF4-FFF2-40B4-BE49-F238E27FC236}">
                <a16:creationId xmlns:a16="http://schemas.microsoft.com/office/drawing/2014/main" id="{82A070B5-A42B-F60A-AA8B-4F0A2AFD3908}"/>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a:xfrm>
            <a:off x="388144" y="2770824"/>
            <a:ext cx="11415712" cy="2106006"/>
          </a:xfrm>
          <a:prstGeom prst="rect">
            <a:avLst/>
          </a:prstGeom>
        </p:spPr>
      </p:pic>
      <p:sp>
        <p:nvSpPr>
          <p:cNvPr id="8" name="TextBox 7">
            <a:extLst>
              <a:ext uri="{FF2B5EF4-FFF2-40B4-BE49-F238E27FC236}">
                <a16:creationId xmlns:a16="http://schemas.microsoft.com/office/drawing/2014/main" id="{3805D700-4EA8-1224-6C01-36F567C2A584}"/>
              </a:ext>
            </a:extLst>
          </p:cNvPr>
          <p:cNvSpPr txBox="1"/>
          <p:nvPr/>
        </p:nvSpPr>
        <p:spPr>
          <a:xfrm>
            <a:off x="1143000" y="4927321"/>
            <a:ext cx="714375" cy="1107996"/>
          </a:xfrm>
          <a:prstGeom prst="rect">
            <a:avLst/>
          </a:prstGeom>
          <a:noFill/>
        </p:spPr>
        <p:txBody>
          <a:bodyPr wrap="square" lIns="0" tIns="0" rIns="0" bIns="0" rtlCol="0">
            <a:spAutoFit/>
          </a:bodyPr>
          <a:lstStyle/>
          <a:p>
            <a:pPr algn="ctr"/>
            <a:r>
              <a:rPr lang="en-US" sz="7200">
                <a:solidFill>
                  <a:schemeClr val="accent5"/>
                </a:solidFill>
                <a:latin typeface="Merriweather" panose="02000000000000000000" pitchFamily="2" charset="77"/>
                <a:cs typeface="Merriweather" panose="02000000000000000000" pitchFamily="2" charset="77"/>
              </a:rPr>
              <a:t>1</a:t>
            </a:r>
          </a:p>
        </p:txBody>
      </p:sp>
      <p:sp>
        <p:nvSpPr>
          <p:cNvPr id="11" name="TextBox 10">
            <a:extLst>
              <a:ext uri="{FF2B5EF4-FFF2-40B4-BE49-F238E27FC236}">
                <a16:creationId xmlns:a16="http://schemas.microsoft.com/office/drawing/2014/main" id="{01F1DB74-0198-B2D3-072B-484A35BA4F07}"/>
              </a:ext>
            </a:extLst>
          </p:cNvPr>
          <p:cNvSpPr txBox="1"/>
          <p:nvPr/>
        </p:nvSpPr>
        <p:spPr>
          <a:xfrm>
            <a:off x="1857374" y="5094577"/>
            <a:ext cx="1774825" cy="773481"/>
          </a:xfrm>
          <a:prstGeom prst="rect">
            <a:avLst/>
          </a:prstGeom>
          <a:noFill/>
        </p:spPr>
        <p:txBody>
          <a:bodyPr wrap="square">
            <a:spAutoFit/>
          </a:bodyPr>
          <a:lstStyle/>
          <a:p>
            <a:pPr>
              <a:lnSpc>
                <a:spcPts val="1840"/>
              </a:lnSpc>
              <a:spcAft>
                <a:spcPts val="1800"/>
              </a:spcAft>
            </a:pPr>
            <a:r>
              <a:rPr lang="en-CA" sz="1400" b="1">
                <a:solidFill>
                  <a:schemeClr val="accent5"/>
                </a:solidFill>
                <a:effectLst/>
                <a:latin typeface="Open Sans" panose="020B0606030504020204" pitchFamily="34" charset="0"/>
              </a:rPr>
              <a:t>Proven Methodology &amp; Process</a:t>
            </a:r>
          </a:p>
        </p:txBody>
      </p:sp>
      <p:sp>
        <p:nvSpPr>
          <p:cNvPr id="12" name="TextBox 11">
            <a:extLst>
              <a:ext uri="{FF2B5EF4-FFF2-40B4-BE49-F238E27FC236}">
                <a16:creationId xmlns:a16="http://schemas.microsoft.com/office/drawing/2014/main" id="{5133CAB7-E810-5C35-F250-872FF78BA610}"/>
              </a:ext>
            </a:extLst>
          </p:cNvPr>
          <p:cNvSpPr txBox="1"/>
          <p:nvPr/>
        </p:nvSpPr>
        <p:spPr>
          <a:xfrm>
            <a:off x="4886325" y="4927321"/>
            <a:ext cx="714375" cy="1107996"/>
          </a:xfrm>
          <a:prstGeom prst="rect">
            <a:avLst/>
          </a:prstGeom>
          <a:noFill/>
        </p:spPr>
        <p:txBody>
          <a:bodyPr wrap="square" lIns="0" tIns="0" rIns="0" bIns="0" rtlCol="0">
            <a:spAutoFit/>
          </a:bodyPr>
          <a:lstStyle/>
          <a:p>
            <a:pPr algn="ctr"/>
            <a:r>
              <a:rPr lang="en-US" sz="7200">
                <a:solidFill>
                  <a:schemeClr val="accent5"/>
                </a:solidFill>
                <a:latin typeface="Merriweather" panose="02000000000000000000" pitchFamily="2" charset="77"/>
                <a:cs typeface="Merriweather" panose="02000000000000000000" pitchFamily="2" charset="77"/>
              </a:rPr>
              <a:t>2</a:t>
            </a:r>
          </a:p>
        </p:txBody>
      </p:sp>
      <p:sp>
        <p:nvSpPr>
          <p:cNvPr id="13" name="TextBox 12">
            <a:extLst>
              <a:ext uri="{FF2B5EF4-FFF2-40B4-BE49-F238E27FC236}">
                <a16:creationId xmlns:a16="http://schemas.microsoft.com/office/drawing/2014/main" id="{608C7DB1-2C6D-0020-947B-E0B9EE43A369}"/>
              </a:ext>
            </a:extLst>
          </p:cNvPr>
          <p:cNvSpPr txBox="1"/>
          <p:nvPr/>
        </p:nvSpPr>
        <p:spPr>
          <a:xfrm>
            <a:off x="5600700" y="5209994"/>
            <a:ext cx="1663700" cy="542649"/>
          </a:xfrm>
          <a:prstGeom prst="rect">
            <a:avLst/>
          </a:prstGeom>
          <a:noFill/>
        </p:spPr>
        <p:txBody>
          <a:bodyPr wrap="square">
            <a:spAutoFit/>
          </a:bodyPr>
          <a:lstStyle/>
          <a:p>
            <a:pPr>
              <a:lnSpc>
                <a:spcPts val="1840"/>
              </a:lnSpc>
              <a:spcAft>
                <a:spcPts val="1800"/>
              </a:spcAft>
            </a:pPr>
            <a:r>
              <a:rPr lang="en-CA" sz="1400" b="1">
                <a:solidFill>
                  <a:schemeClr val="accent5"/>
                </a:solidFill>
                <a:latin typeface="Open Sans" panose="020B0606030504020204" pitchFamily="34" charset="0"/>
              </a:rPr>
              <a:t>Unmatched Data &amp; Insights</a:t>
            </a:r>
            <a:endParaRPr lang="en-CA" sz="1400" b="1">
              <a:solidFill>
                <a:schemeClr val="accent5"/>
              </a:solidFill>
              <a:effectLst/>
              <a:latin typeface="Open Sans" panose="020B0606030504020204" pitchFamily="34" charset="0"/>
            </a:endParaRPr>
          </a:p>
        </p:txBody>
      </p:sp>
      <p:sp>
        <p:nvSpPr>
          <p:cNvPr id="17" name="TextBox 16">
            <a:extLst>
              <a:ext uri="{FF2B5EF4-FFF2-40B4-BE49-F238E27FC236}">
                <a16:creationId xmlns:a16="http://schemas.microsoft.com/office/drawing/2014/main" id="{5B60555C-4D48-18C7-8888-8F2BA9B9EEF4}"/>
              </a:ext>
            </a:extLst>
          </p:cNvPr>
          <p:cNvSpPr txBox="1"/>
          <p:nvPr/>
        </p:nvSpPr>
        <p:spPr>
          <a:xfrm>
            <a:off x="8411175" y="4927321"/>
            <a:ext cx="714375" cy="1107996"/>
          </a:xfrm>
          <a:prstGeom prst="rect">
            <a:avLst/>
          </a:prstGeom>
          <a:noFill/>
        </p:spPr>
        <p:txBody>
          <a:bodyPr wrap="square" lIns="0" tIns="0" rIns="0" bIns="0" rtlCol="0">
            <a:spAutoFit/>
          </a:bodyPr>
          <a:lstStyle/>
          <a:p>
            <a:pPr algn="ctr"/>
            <a:r>
              <a:rPr lang="en-US" sz="7200">
                <a:solidFill>
                  <a:schemeClr val="accent5"/>
                </a:solidFill>
                <a:latin typeface="Merriweather" panose="02000000000000000000" pitchFamily="2" charset="77"/>
                <a:cs typeface="Merriweather" panose="02000000000000000000" pitchFamily="2" charset="77"/>
              </a:rPr>
              <a:t>3</a:t>
            </a:r>
          </a:p>
        </p:txBody>
      </p:sp>
      <p:sp>
        <p:nvSpPr>
          <p:cNvPr id="18" name="TextBox 17">
            <a:extLst>
              <a:ext uri="{FF2B5EF4-FFF2-40B4-BE49-F238E27FC236}">
                <a16:creationId xmlns:a16="http://schemas.microsoft.com/office/drawing/2014/main" id="{8BB7178E-E711-81EF-9B8B-F0E83A0C8AC4}"/>
              </a:ext>
            </a:extLst>
          </p:cNvPr>
          <p:cNvSpPr txBox="1"/>
          <p:nvPr/>
        </p:nvSpPr>
        <p:spPr>
          <a:xfrm>
            <a:off x="9125550" y="5209994"/>
            <a:ext cx="2228850" cy="542649"/>
          </a:xfrm>
          <a:prstGeom prst="rect">
            <a:avLst/>
          </a:prstGeom>
          <a:noFill/>
        </p:spPr>
        <p:txBody>
          <a:bodyPr wrap="square">
            <a:spAutoFit/>
          </a:bodyPr>
          <a:lstStyle/>
          <a:p>
            <a:pPr>
              <a:lnSpc>
                <a:spcPts val="1840"/>
              </a:lnSpc>
              <a:spcAft>
                <a:spcPts val="1800"/>
              </a:spcAft>
            </a:pPr>
            <a:r>
              <a:rPr lang="en-CA" sz="1400" b="1">
                <a:solidFill>
                  <a:schemeClr val="accent5"/>
                </a:solidFill>
                <a:effectLst/>
                <a:latin typeface="Open Sans" panose="020B0606030504020204" pitchFamily="34" charset="0"/>
              </a:rPr>
              <a:t>Mapping and GIS Technology</a:t>
            </a:r>
          </a:p>
        </p:txBody>
      </p:sp>
    </p:spTree>
    <p:custDataLst>
      <p:custData r:id="rId1"/>
      <p:custData r:id="rId2"/>
    </p:custDataLst>
    <p:extLst>
      <p:ext uri="{BB962C8B-B14F-4D97-AF65-F5344CB8AC3E}">
        <p14:creationId xmlns:p14="http://schemas.microsoft.com/office/powerpoint/2010/main" val="354075569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 name="Picture Placeholder 47">
            <a:extLst>
              <a:ext uri="{FF2B5EF4-FFF2-40B4-BE49-F238E27FC236}">
                <a16:creationId xmlns:a16="http://schemas.microsoft.com/office/drawing/2014/main" id="{55B570EE-16CD-A516-BECA-EEFF30E6CC72}"/>
              </a:ext>
            </a:extLst>
          </p:cNvPr>
          <p:cNvPicPr>
            <a:picLocks noGrp="1" noChangeAspect="1"/>
          </p:cNvPicPr>
          <p:nvPr>
            <p:ph type="pic" sz="quarter" idx="16"/>
          </p:nvPr>
        </p:nvPicPr>
        <p:blipFill rotWithShape="1">
          <a:blip r:embed="rId6"/>
          <a:srcRect l="24544" r="31152"/>
          <a:stretch/>
        </p:blipFill>
        <p:spPr>
          <a:xfrm>
            <a:off x="7330474" y="0"/>
            <a:ext cx="4861526" cy="6858000"/>
          </a:xfrm>
        </p:spPr>
      </p:pic>
      <p:sp>
        <p:nvSpPr>
          <p:cNvPr id="3" name="Title 2">
            <a:extLst>
              <a:ext uri="{FF2B5EF4-FFF2-40B4-BE49-F238E27FC236}">
                <a16:creationId xmlns:a16="http://schemas.microsoft.com/office/drawing/2014/main" id="{616D5478-6FFB-4480-9EC2-B0B71573AF17}"/>
              </a:ext>
            </a:extLst>
          </p:cNvPr>
          <p:cNvSpPr>
            <a:spLocks noGrp="1"/>
          </p:cNvSpPr>
          <p:nvPr>
            <p:ph type="title"/>
          </p:nvPr>
        </p:nvSpPr>
        <p:spPr/>
        <p:txBody>
          <a:bodyPr/>
          <a:lstStyle/>
          <a:p>
            <a:r>
              <a:rPr lang="en-US"/>
              <a:t>Market Intelligence</a:t>
            </a:r>
          </a:p>
        </p:txBody>
      </p:sp>
      <p:sp>
        <p:nvSpPr>
          <p:cNvPr id="27" name="Content Placeholder 26">
            <a:extLst>
              <a:ext uri="{FF2B5EF4-FFF2-40B4-BE49-F238E27FC236}">
                <a16:creationId xmlns:a16="http://schemas.microsoft.com/office/drawing/2014/main" id="{2B28C4F2-2D44-C55F-7102-19E5C2A5716A}"/>
              </a:ext>
            </a:extLst>
          </p:cNvPr>
          <p:cNvSpPr>
            <a:spLocks noGrp="1"/>
          </p:cNvSpPr>
          <p:nvPr>
            <p:ph idx="1"/>
          </p:nvPr>
        </p:nvSpPr>
        <p:spPr/>
        <p:txBody>
          <a:bodyPr/>
          <a:lstStyle/>
          <a:p>
            <a:pPr lvl="0"/>
            <a:r>
              <a:rPr lang="en-CA" sz="1200" b="1"/>
              <a:t>In-depth Research</a:t>
            </a:r>
          </a:p>
          <a:p>
            <a:pPr marL="285750" lvl="0" indent="-285750">
              <a:buFont typeface="Arial" panose="020B0604020202020204" pitchFamily="34" charset="0"/>
              <a:buChar char="•"/>
            </a:pPr>
            <a:r>
              <a:rPr lang="en-US" sz="1200"/>
              <a:t>Economic data collection and comprehensive market analysis </a:t>
            </a:r>
          </a:p>
          <a:p>
            <a:pPr marL="285750" lvl="0" indent="-285750">
              <a:buFont typeface="Arial" panose="020B0604020202020204" pitchFamily="34" charset="0"/>
              <a:buChar char="•"/>
            </a:pPr>
            <a:r>
              <a:rPr lang="en-US" sz="1200"/>
              <a:t>Expansive databases housing detailed information on properties nationwide and globally</a:t>
            </a:r>
          </a:p>
          <a:p>
            <a:pPr marL="285750" lvl="0" indent="-285750">
              <a:buFont typeface="Arial" panose="020B0604020202020204" pitchFamily="34" charset="0"/>
              <a:buChar char="•"/>
            </a:pPr>
            <a:r>
              <a:rPr lang="en-US" sz="1200"/>
              <a:t>Combined market knowledge and forward-thinking expertise to help you make the right business decisions and plan for the future</a:t>
            </a:r>
          </a:p>
          <a:p>
            <a:pPr lvl="0"/>
            <a:endParaRPr lang="en-CA" sz="1200" noProof="0"/>
          </a:p>
          <a:p>
            <a:pPr lvl="0"/>
            <a:r>
              <a:rPr lang="en-CA" sz="1200" b="1" noProof="0"/>
              <a:t>Geographical Information Systems (G</a:t>
            </a:r>
            <a:r>
              <a:rPr lang="en-CA" sz="1200" b="1"/>
              <a:t>IS</a:t>
            </a:r>
            <a:r>
              <a:rPr lang="en-CA" sz="1200" b="1" noProof="0"/>
              <a:t>) </a:t>
            </a:r>
          </a:p>
          <a:p>
            <a:pPr marL="285750" indent="-285750">
              <a:buFont typeface="Arial" panose="020B0604020202020204" pitchFamily="34" charset="0"/>
              <a:buChar char="•"/>
            </a:pPr>
            <a:r>
              <a:rPr lang="en-US" sz="1200"/>
              <a:t>Thematic mapping </a:t>
            </a:r>
          </a:p>
          <a:p>
            <a:pPr marL="285750" indent="-285750">
              <a:buFont typeface="Arial" panose="020B0604020202020204" pitchFamily="34" charset="0"/>
              <a:buChar char="•"/>
            </a:pPr>
            <a:r>
              <a:rPr lang="en-US" sz="1200"/>
              <a:t>Comparative market analysis </a:t>
            </a:r>
          </a:p>
          <a:p>
            <a:pPr marL="285750" indent="-285750">
              <a:buFont typeface="Arial" panose="020B0604020202020204" pitchFamily="34" charset="0"/>
              <a:buChar char="•"/>
            </a:pPr>
            <a:r>
              <a:rPr lang="en-US" sz="1200"/>
              <a:t>Market trends</a:t>
            </a:r>
          </a:p>
          <a:p>
            <a:pPr marL="285750" indent="-285750">
              <a:buFont typeface="Arial" panose="020B0604020202020204" pitchFamily="34" charset="0"/>
              <a:buChar char="•"/>
            </a:pPr>
            <a:r>
              <a:rPr lang="en-US" sz="1200"/>
              <a:t>Market segmentation</a:t>
            </a:r>
          </a:p>
          <a:p>
            <a:pPr marL="285750" indent="-285750">
              <a:buFont typeface="Arial" panose="020B0604020202020204" pitchFamily="34" charset="0"/>
              <a:buChar char="•"/>
            </a:pPr>
            <a:r>
              <a:rPr lang="en-US" sz="1200"/>
              <a:t>Demographics</a:t>
            </a:r>
          </a:p>
          <a:p>
            <a:pPr marL="285750" indent="-285750">
              <a:buFont typeface="Arial" panose="020B0604020202020204" pitchFamily="34" charset="0"/>
              <a:buChar char="•"/>
            </a:pPr>
            <a:r>
              <a:rPr lang="en-US" sz="1200"/>
              <a:t>Employment and transportation analysis</a:t>
            </a:r>
          </a:p>
          <a:p>
            <a:endParaRPr lang="en-CA" sz="1200" noProof="0"/>
          </a:p>
          <a:p>
            <a:endParaRPr lang="en-CA" sz="1200"/>
          </a:p>
        </p:txBody>
      </p:sp>
      <p:sp>
        <p:nvSpPr>
          <p:cNvPr id="44" name="Text Placeholder 43">
            <a:extLst>
              <a:ext uri="{FF2B5EF4-FFF2-40B4-BE49-F238E27FC236}">
                <a16:creationId xmlns:a16="http://schemas.microsoft.com/office/drawing/2014/main" id="{4FBB679E-C501-50EA-6C79-0B9F29EF9C8D}"/>
              </a:ext>
            </a:extLst>
          </p:cNvPr>
          <p:cNvSpPr>
            <a:spLocks noGrp="1"/>
          </p:cNvSpPr>
          <p:nvPr>
            <p:ph type="body" sz="quarter" idx="14"/>
          </p:nvPr>
        </p:nvSpPr>
        <p:spPr/>
        <p:txBody>
          <a:bodyPr/>
          <a:lstStyle/>
          <a:p>
            <a:endParaRPr lang="en-CA"/>
          </a:p>
        </p:txBody>
      </p:sp>
      <p:sp>
        <p:nvSpPr>
          <p:cNvPr id="46" name="Text Placeholder 45">
            <a:extLst>
              <a:ext uri="{FF2B5EF4-FFF2-40B4-BE49-F238E27FC236}">
                <a16:creationId xmlns:a16="http://schemas.microsoft.com/office/drawing/2014/main" id="{7607B749-F826-47DF-1F41-2E4D2489C126}"/>
              </a:ext>
            </a:extLst>
          </p:cNvPr>
          <p:cNvSpPr>
            <a:spLocks noGrp="1"/>
          </p:cNvSpPr>
          <p:nvPr>
            <p:ph type="body" sz="quarter" idx="17"/>
          </p:nvPr>
        </p:nvSpPr>
        <p:spPr>
          <a:xfrm>
            <a:off x="6911525" y="4251600"/>
            <a:ext cx="5280475" cy="1954800"/>
          </a:xfrm>
          <a:solidFill>
            <a:schemeClr val="accent5"/>
          </a:solidFill>
        </p:spPr>
        <p:txBody>
          <a:bodyPr/>
          <a:lstStyle/>
          <a:p>
            <a:r>
              <a:rPr lang="en-CA"/>
              <a:t> </a:t>
            </a:r>
          </a:p>
        </p:txBody>
      </p:sp>
      <p:sp>
        <p:nvSpPr>
          <p:cNvPr id="7" name="Footer Placeholder 6">
            <a:extLst>
              <a:ext uri="{FF2B5EF4-FFF2-40B4-BE49-F238E27FC236}">
                <a16:creationId xmlns:a16="http://schemas.microsoft.com/office/drawing/2014/main" id="{C76CAD5B-845E-4DA3-B1EE-473DE047D3FA}"/>
              </a:ext>
            </a:extLst>
          </p:cNvPr>
          <p:cNvSpPr>
            <a:spLocks noGrp="1"/>
          </p:cNvSpPr>
          <p:nvPr>
            <p:ph type="ftr" sz="quarter" idx="11"/>
          </p:nvPr>
        </p:nvSpPr>
        <p:spPr/>
        <p:txBody>
          <a:bodyPr/>
          <a:lstStyle/>
          <a:p>
            <a:r>
              <a:rPr lang="en-GB">
                <a:solidFill>
                  <a:schemeClr val="bg1"/>
                </a:solidFill>
              </a:rPr>
              <a:t>Colliers</a:t>
            </a:r>
          </a:p>
        </p:txBody>
      </p:sp>
      <p:sp>
        <p:nvSpPr>
          <p:cNvPr id="8" name="Slide Number Placeholder 7">
            <a:extLst>
              <a:ext uri="{FF2B5EF4-FFF2-40B4-BE49-F238E27FC236}">
                <a16:creationId xmlns:a16="http://schemas.microsoft.com/office/drawing/2014/main" id="{FA493021-FF82-40A1-B8A3-E95462BF34AE}"/>
              </a:ext>
            </a:extLst>
          </p:cNvPr>
          <p:cNvSpPr>
            <a:spLocks noGrp="1"/>
          </p:cNvSpPr>
          <p:nvPr>
            <p:ph type="sldNum" sz="quarter" idx="12"/>
          </p:nvPr>
        </p:nvSpPr>
        <p:spPr/>
        <p:txBody>
          <a:bodyPr/>
          <a:lstStyle/>
          <a:p>
            <a:fld id="{23AA811B-2EBD-4900-905E-5BE206449611}" type="slidenum">
              <a:rPr lang="en-GB">
                <a:solidFill>
                  <a:schemeClr val="bg1"/>
                </a:solidFill>
              </a:rPr>
              <a:pPr/>
              <a:t>59</a:t>
            </a:fld>
            <a:endParaRPr lang="en-GB">
              <a:solidFill>
                <a:schemeClr val="bg1"/>
              </a:solidFill>
            </a:endParaRPr>
          </a:p>
        </p:txBody>
      </p:sp>
      <p:sp>
        <p:nvSpPr>
          <p:cNvPr id="2" name="Text Placeholder 1">
            <a:extLst>
              <a:ext uri="{FF2B5EF4-FFF2-40B4-BE49-F238E27FC236}">
                <a16:creationId xmlns:a16="http://schemas.microsoft.com/office/drawing/2014/main" id="{586D704A-FCE8-46DB-AF25-2C73CBC71493}"/>
              </a:ext>
            </a:extLst>
          </p:cNvPr>
          <p:cNvSpPr>
            <a:spLocks noGrp="1"/>
          </p:cNvSpPr>
          <p:nvPr>
            <p:ph type="body" sz="quarter" idx="13"/>
          </p:nvPr>
        </p:nvSpPr>
        <p:spPr/>
        <p:txBody>
          <a:bodyPr/>
          <a:lstStyle/>
          <a:p>
            <a:r>
              <a:rPr lang="en-CA"/>
              <a:t>TOOLS AND TECHNOLOGY</a:t>
            </a:r>
          </a:p>
        </p:txBody>
      </p:sp>
      <p:pic>
        <p:nvPicPr>
          <p:cNvPr id="37" name="Graphic 15">
            <a:extLst>
              <a:ext uri="{FF2B5EF4-FFF2-40B4-BE49-F238E27FC236}">
                <a16:creationId xmlns:a16="http://schemas.microsoft.com/office/drawing/2014/main" id="{FDA3C084-8096-CD06-41DF-1A1559A5841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508374" y="4526838"/>
            <a:ext cx="680104" cy="680104"/>
          </a:xfrm>
          <a:prstGeom prst="rect">
            <a:avLst/>
          </a:prstGeom>
        </p:spPr>
      </p:pic>
      <p:sp>
        <p:nvSpPr>
          <p:cNvPr id="38" name="TextBox 37">
            <a:extLst>
              <a:ext uri="{FF2B5EF4-FFF2-40B4-BE49-F238E27FC236}">
                <a16:creationId xmlns:a16="http://schemas.microsoft.com/office/drawing/2014/main" id="{C4C1EBAB-F5E7-3EEC-9EC2-A4D9D654155D}"/>
              </a:ext>
            </a:extLst>
          </p:cNvPr>
          <p:cNvSpPr txBox="1"/>
          <p:nvPr/>
        </p:nvSpPr>
        <p:spPr>
          <a:xfrm>
            <a:off x="7330474" y="5376815"/>
            <a:ext cx="1228807" cy="553998"/>
          </a:xfrm>
          <a:prstGeom prst="rect">
            <a:avLst/>
          </a:prstGeom>
          <a:noFill/>
        </p:spPr>
        <p:txBody>
          <a:bodyPr wrap="square" lIns="0" tIns="0" rIns="0" bIns="0" rtlCol="0">
            <a:spAutoFit/>
          </a:bodyPr>
          <a:lstStyle/>
          <a:p>
            <a:r>
              <a:rPr lang="en-CA" sz="1200">
                <a:solidFill>
                  <a:schemeClr val="bg1"/>
                </a:solidFill>
              </a:rPr>
              <a:t>Analytics that deliver market insights &amp; trends</a:t>
            </a:r>
          </a:p>
        </p:txBody>
      </p:sp>
      <p:pic>
        <p:nvPicPr>
          <p:cNvPr id="39" name="Graphic 13">
            <a:extLst>
              <a:ext uri="{FF2B5EF4-FFF2-40B4-BE49-F238E27FC236}">
                <a16:creationId xmlns:a16="http://schemas.microsoft.com/office/drawing/2014/main" id="{B5D9F712-D932-4BEA-53F7-AE32014AF72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170084" y="4526839"/>
            <a:ext cx="680103" cy="680103"/>
          </a:xfrm>
          <a:prstGeom prst="rect">
            <a:avLst/>
          </a:prstGeom>
        </p:spPr>
      </p:pic>
      <p:sp>
        <p:nvSpPr>
          <p:cNvPr id="40" name="TextBox 39">
            <a:extLst>
              <a:ext uri="{FF2B5EF4-FFF2-40B4-BE49-F238E27FC236}">
                <a16:creationId xmlns:a16="http://schemas.microsoft.com/office/drawing/2014/main" id="{14B96B62-803E-EED5-D380-580BFF2B2260}"/>
              </a:ext>
            </a:extLst>
          </p:cNvPr>
          <p:cNvSpPr txBox="1"/>
          <p:nvPr/>
        </p:nvSpPr>
        <p:spPr>
          <a:xfrm>
            <a:off x="8974762" y="5376815"/>
            <a:ext cx="1387107" cy="553998"/>
          </a:xfrm>
          <a:prstGeom prst="rect">
            <a:avLst/>
          </a:prstGeom>
          <a:noFill/>
        </p:spPr>
        <p:txBody>
          <a:bodyPr wrap="square" lIns="0" tIns="0" rIns="0" bIns="0" rtlCol="0">
            <a:spAutoFit/>
          </a:bodyPr>
          <a:lstStyle/>
          <a:p>
            <a:r>
              <a:rPr lang="en-CA" sz="1200">
                <a:solidFill>
                  <a:schemeClr val="bg1"/>
                </a:solidFill>
              </a:rPr>
              <a:t>Historic data &amp; metrics to achieve focused results</a:t>
            </a:r>
          </a:p>
        </p:txBody>
      </p:sp>
      <p:pic>
        <p:nvPicPr>
          <p:cNvPr id="41" name="Graphic 16">
            <a:extLst>
              <a:ext uri="{FF2B5EF4-FFF2-40B4-BE49-F238E27FC236}">
                <a16:creationId xmlns:a16="http://schemas.microsoft.com/office/drawing/2014/main" id="{8C925AF7-85F0-E5C0-5EF1-4D606DC27B3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831793" y="4526838"/>
            <a:ext cx="651738" cy="680104"/>
          </a:xfrm>
          <a:prstGeom prst="rect">
            <a:avLst/>
          </a:prstGeom>
        </p:spPr>
      </p:pic>
      <p:sp>
        <p:nvSpPr>
          <p:cNvPr id="42" name="TextBox 41">
            <a:extLst>
              <a:ext uri="{FF2B5EF4-FFF2-40B4-BE49-F238E27FC236}">
                <a16:creationId xmlns:a16="http://schemas.microsoft.com/office/drawing/2014/main" id="{D4C30FA4-3A04-2901-7129-0D7018EDE838}"/>
              </a:ext>
            </a:extLst>
          </p:cNvPr>
          <p:cNvSpPr txBox="1"/>
          <p:nvPr/>
        </p:nvSpPr>
        <p:spPr>
          <a:xfrm>
            <a:off x="10745398" y="5376815"/>
            <a:ext cx="1218004" cy="553998"/>
          </a:xfrm>
          <a:prstGeom prst="rect">
            <a:avLst/>
          </a:prstGeom>
          <a:noFill/>
        </p:spPr>
        <p:txBody>
          <a:bodyPr wrap="square" lIns="0" tIns="0" rIns="0" bIns="0" rtlCol="0">
            <a:spAutoFit/>
          </a:bodyPr>
          <a:lstStyle/>
          <a:p>
            <a:r>
              <a:rPr lang="en-CA" sz="1200">
                <a:solidFill>
                  <a:schemeClr val="bg1"/>
                </a:solidFill>
              </a:rPr>
              <a:t>Predictive information to mitigate risk</a:t>
            </a:r>
          </a:p>
        </p:txBody>
      </p:sp>
    </p:spTree>
    <p:custDataLst>
      <p:custData r:id="rId1"/>
      <p:custData r:id="rId2"/>
      <p:tags r:id="rId3"/>
    </p:custDataLst>
    <p:extLst>
      <p:ext uri="{BB962C8B-B14F-4D97-AF65-F5344CB8AC3E}">
        <p14:creationId xmlns:p14="http://schemas.microsoft.com/office/powerpoint/2010/main" val="38144850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6D5478-6FFB-4480-9EC2-B0B71573AF17}"/>
              </a:ext>
            </a:extLst>
          </p:cNvPr>
          <p:cNvSpPr>
            <a:spLocks noGrp="1"/>
          </p:cNvSpPr>
          <p:nvPr>
            <p:ph type="title"/>
          </p:nvPr>
        </p:nvSpPr>
        <p:spPr/>
        <p:txBody>
          <a:bodyPr/>
          <a:lstStyle/>
          <a:p>
            <a:r>
              <a:rPr lang="en-US"/>
              <a:t>Our technology &amp; </a:t>
            </a:r>
            <a:br>
              <a:rPr lang="en-US"/>
            </a:br>
            <a:r>
              <a:rPr lang="en-US"/>
              <a:t>insights are unmatched</a:t>
            </a:r>
          </a:p>
        </p:txBody>
      </p:sp>
      <p:sp>
        <p:nvSpPr>
          <p:cNvPr id="7" name="Footer Placeholder 6">
            <a:extLst>
              <a:ext uri="{FF2B5EF4-FFF2-40B4-BE49-F238E27FC236}">
                <a16:creationId xmlns:a16="http://schemas.microsoft.com/office/drawing/2014/main" id="{C76CAD5B-845E-4DA3-B1EE-473DE047D3FA}"/>
              </a:ext>
            </a:extLst>
          </p:cNvPr>
          <p:cNvSpPr>
            <a:spLocks noGrp="1"/>
          </p:cNvSpPr>
          <p:nvPr>
            <p:ph type="ftr" sz="quarter" idx="11"/>
          </p:nvPr>
        </p:nvSpPr>
        <p:spPr/>
        <p:txBody>
          <a:bodyPr/>
          <a:lstStyle/>
          <a:p>
            <a:r>
              <a:rPr lang="en-GB">
                <a:solidFill>
                  <a:schemeClr val="bg1"/>
                </a:solidFill>
              </a:rPr>
              <a:t>Colliers</a:t>
            </a:r>
          </a:p>
        </p:txBody>
      </p:sp>
      <p:sp>
        <p:nvSpPr>
          <p:cNvPr id="8" name="Slide Number Placeholder 7">
            <a:extLst>
              <a:ext uri="{FF2B5EF4-FFF2-40B4-BE49-F238E27FC236}">
                <a16:creationId xmlns:a16="http://schemas.microsoft.com/office/drawing/2014/main" id="{FA493021-FF82-40A1-B8A3-E95462BF34AE}"/>
              </a:ext>
            </a:extLst>
          </p:cNvPr>
          <p:cNvSpPr>
            <a:spLocks noGrp="1"/>
          </p:cNvSpPr>
          <p:nvPr>
            <p:ph type="sldNum" sz="quarter" idx="12"/>
          </p:nvPr>
        </p:nvSpPr>
        <p:spPr/>
        <p:txBody>
          <a:bodyPr/>
          <a:lstStyle/>
          <a:p>
            <a:fld id="{23AA811B-2EBD-4900-905E-5BE206449611}" type="slidenum">
              <a:rPr lang="en-GB">
                <a:solidFill>
                  <a:schemeClr val="bg1"/>
                </a:solidFill>
              </a:rPr>
              <a:pPr/>
              <a:t>60</a:t>
            </a:fld>
            <a:endParaRPr lang="en-GB">
              <a:solidFill>
                <a:schemeClr val="bg1"/>
              </a:solidFill>
            </a:endParaRPr>
          </a:p>
        </p:txBody>
      </p:sp>
      <p:sp>
        <p:nvSpPr>
          <p:cNvPr id="2" name="Text Placeholder 1">
            <a:extLst>
              <a:ext uri="{FF2B5EF4-FFF2-40B4-BE49-F238E27FC236}">
                <a16:creationId xmlns:a16="http://schemas.microsoft.com/office/drawing/2014/main" id="{586D704A-FCE8-46DB-AF25-2C73CBC71493}"/>
              </a:ext>
            </a:extLst>
          </p:cNvPr>
          <p:cNvSpPr>
            <a:spLocks noGrp="1"/>
          </p:cNvSpPr>
          <p:nvPr>
            <p:ph type="body" sz="quarter" idx="13"/>
          </p:nvPr>
        </p:nvSpPr>
        <p:spPr/>
        <p:txBody>
          <a:bodyPr/>
          <a:lstStyle/>
          <a:p>
            <a:r>
              <a:rPr lang="en-CA"/>
              <a:t>TOOLS AND TECHNOLOGY</a:t>
            </a:r>
          </a:p>
        </p:txBody>
      </p:sp>
      <p:sp>
        <p:nvSpPr>
          <p:cNvPr id="13" name="object 44">
            <a:extLst>
              <a:ext uri="{FF2B5EF4-FFF2-40B4-BE49-F238E27FC236}">
                <a16:creationId xmlns:a16="http://schemas.microsoft.com/office/drawing/2014/main" id="{92E20871-D5EB-9A99-9E6A-D3F7933588A0}"/>
              </a:ext>
            </a:extLst>
          </p:cNvPr>
          <p:cNvSpPr txBox="1"/>
          <p:nvPr/>
        </p:nvSpPr>
        <p:spPr>
          <a:xfrm>
            <a:off x="647525" y="2447685"/>
            <a:ext cx="5280475" cy="722377"/>
          </a:xfrm>
          <a:prstGeom prst="rect">
            <a:avLst/>
          </a:prstGeom>
        </p:spPr>
        <p:txBody>
          <a:bodyPr vert="horz" wrap="square" lIns="0" tIns="12065" rIns="0" bIns="0" rtlCol="0">
            <a:spAutoFit/>
          </a:bodyPr>
          <a:lstStyle/>
          <a:p>
            <a:pPr marL="12700" marR="5080" algn="just">
              <a:lnSpc>
                <a:spcPct val="132100"/>
              </a:lnSpc>
              <a:spcBef>
                <a:spcPts val="95"/>
              </a:spcBef>
            </a:pPr>
            <a:r>
              <a:rPr sz="1200" spc="-25">
                <a:cs typeface="Open Sans"/>
              </a:rPr>
              <a:t>Our </a:t>
            </a:r>
            <a:r>
              <a:rPr sz="1200">
                <a:cs typeface="Open Sans"/>
              </a:rPr>
              <a:t>Research</a:t>
            </a:r>
            <a:r>
              <a:rPr sz="1200" spc="40">
                <a:cs typeface="Open Sans"/>
              </a:rPr>
              <a:t> </a:t>
            </a:r>
            <a:r>
              <a:rPr sz="1200">
                <a:cs typeface="Open Sans"/>
              </a:rPr>
              <a:t>specialists</a:t>
            </a:r>
            <a:r>
              <a:rPr sz="1200" spc="40">
                <a:cs typeface="Open Sans"/>
              </a:rPr>
              <a:t> </a:t>
            </a:r>
            <a:r>
              <a:rPr sz="1200">
                <a:cs typeface="Open Sans"/>
              </a:rPr>
              <a:t>analyze</a:t>
            </a:r>
            <a:r>
              <a:rPr sz="1200" spc="40">
                <a:cs typeface="Open Sans"/>
              </a:rPr>
              <a:t> </a:t>
            </a:r>
            <a:r>
              <a:rPr sz="1200">
                <a:cs typeface="Open Sans"/>
              </a:rPr>
              <a:t>transaction</a:t>
            </a:r>
            <a:r>
              <a:rPr sz="1200" spc="45">
                <a:cs typeface="Open Sans"/>
              </a:rPr>
              <a:t> </a:t>
            </a:r>
            <a:r>
              <a:rPr sz="1200">
                <a:cs typeface="Open Sans"/>
              </a:rPr>
              <a:t>activity</a:t>
            </a:r>
            <a:r>
              <a:rPr sz="1200" spc="40">
                <a:cs typeface="Open Sans"/>
              </a:rPr>
              <a:t> </a:t>
            </a:r>
            <a:r>
              <a:rPr sz="1200">
                <a:cs typeface="Open Sans"/>
              </a:rPr>
              <a:t>data</a:t>
            </a:r>
            <a:r>
              <a:rPr sz="1200" spc="40">
                <a:cs typeface="Open Sans"/>
              </a:rPr>
              <a:t> </a:t>
            </a:r>
            <a:r>
              <a:rPr sz="1200">
                <a:cs typeface="Open Sans"/>
              </a:rPr>
              <a:t>for</a:t>
            </a:r>
            <a:r>
              <a:rPr sz="1200" spc="40">
                <a:cs typeface="Open Sans"/>
              </a:rPr>
              <a:t> </a:t>
            </a:r>
            <a:r>
              <a:rPr sz="1200">
                <a:cs typeface="Open Sans"/>
              </a:rPr>
              <a:t>every</a:t>
            </a:r>
            <a:r>
              <a:rPr sz="1200" spc="45">
                <a:cs typeface="Open Sans"/>
              </a:rPr>
              <a:t> </a:t>
            </a:r>
            <a:r>
              <a:rPr sz="1200">
                <a:cs typeface="Open Sans"/>
              </a:rPr>
              <a:t>market</a:t>
            </a:r>
            <a:r>
              <a:rPr sz="1200" spc="40">
                <a:cs typeface="Open Sans"/>
              </a:rPr>
              <a:t> </a:t>
            </a:r>
            <a:r>
              <a:rPr sz="1200" spc="-10">
                <a:cs typeface="Open Sans"/>
              </a:rPr>
              <a:t>across </a:t>
            </a:r>
            <a:r>
              <a:rPr sz="1200">
                <a:cs typeface="Open Sans"/>
              </a:rPr>
              <a:t>Canada</a:t>
            </a:r>
            <a:r>
              <a:rPr sz="1200" spc="15">
                <a:cs typeface="Open Sans"/>
              </a:rPr>
              <a:t> </a:t>
            </a:r>
            <a:r>
              <a:rPr sz="1200">
                <a:cs typeface="Open Sans"/>
              </a:rPr>
              <a:t>to</a:t>
            </a:r>
            <a:r>
              <a:rPr sz="1200" spc="20">
                <a:cs typeface="Open Sans"/>
              </a:rPr>
              <a:t> </a:t>
            </a:r>
            <a:r>
              <a:rPr sz="1200">
                <a:cs typeface="Open Sans"/>
              </a:rPr>
              <a:t>give</a:t>
            </a:r>
            <a:r>
              <a:rPr sz="1200" spc="20">
                <a:cs typeface="Open Sans"/>
              </a:rPr>
              <a:t> </a:t>
            </a:r>
            <a:r>
              <a:rPr sz="1200">
                <a:cs typeface="Open Sans"/>
              </a:rPr>
              <a:t>you</a:t>
            </a:r>
            <a:r>
              <a:rPr sz="1200" spc="15">
                <a:cs typeface="Open Sans"/>
              </a:rPr>
              <a:t> </a:t>
            </a:r>
            <a:r>
              <a:rPr sz="1200">
                <a:cs typeface="Open Sans"/>
              </a:rPr>
              <a:t>a</a:t>
            </a:r>
            <a:r>
              <a:rPr sz="1200" spc="20">
                <a:cs typeface="Open Sans"/>
              </a:rPr>
              <a:t> </a:t>
            </a:r>
            <a:r>
              <a:rPr sz="1200">
                <a:cs typeface="Open Sans"/>
              </a:rPr>
              <a:t>detailed</a:t>
            </a:r>
            <a:r>
              <a:rPr sz="1200" spc="20">
                <a:cs typeface="Open Sans"/>
              </a:rPr>
              <a:t> </a:t>
            </a:r>
            <a:r>
              <a:rPr sz="1200">
                <a:cs typeface="Open Sans"/>
              </a:rPr>
              <a:t>look</a:t>
            </a:r>
            <a:r>
              <a:rPr sz="1200" spc="15">
                <a:cs typeface="Open Sans"/>
              </a:rPr>
              <a:t> </a:t>
            </a:r>
            <a:r>
              <a:rPr sz="1200">
                <a:cs typeface="Open Sans"/>
              </a:rPr>
              <a:t>at</a:t>
            </a:r>
            <a:r>
              <a:rPr sz="1200" spc="20">
                <a:cs typeface="Open Sans"/>
              </a:rPr>
              <a:t> </a:t>
            </a:r>
            <a:r>
              <a:rPr sz="1200">
                <a:cs typeface="Open Sans"/>
              </a:rPr>
              <a:t>opportunities</a:t>
            </a:r>
            <a:r>
              <a:rPr sz="1200" spc="20">
                <a:cs typeface="Open Sans"/>
              </a:rPr>
              <a:t> </a:t>
            </a:r>
            <a:r>
              <a:rPr sz="1200">
                <a:cs typeface="Open Sans"/>
              </a:rPr>
              <a:t>in</a:t>
            </a:r>
            <a:r>
              <a:rPr sz="1200" spc="15">
                <a:cs typeface="Open Sans"/>
              </a:rPr>
              <a:t> </a:t>
            </a:r>
            <a:r>
              <a:rPr sz="1200">
                <a:cs typeface="Open Sans"/>
              </a:rPr>
              <a:t>your</a:t>
            </a:r>
            <a:r>
              <a:rPr sz="1200" spc="20">
                <a:cs typeface="Open Sans"/>
              </a:rPr>
              <a:t> </a:t>
            </a:r>
            <a:r>
              <a:rPr sz="1200">
                <a:cs typeface="Open Sans"/>
              </a:rPr>
              <a:t>target</a:t>
            </a:r>
            <a:r>
              <a:rPr sz="1200" spc="20">
                <a:cs typeface="Open Sans"/>
              </a:rPr>
              <a:t> </a:t>
            </a:r>
            <a:r>
              <a:rPr sz="1200" spc="-10">
                <a:cs typeface="Open Sans"/>
              </a:rPr>
              <a:t>market.</a:t>
            </a:r>
            <a:endParaRPr sz="1200">
              <a:cs typeface="Open Sans"/>
            </a:endParaRPr>
          </a:p>
        </p:txBody>
      </p:sp>
      <p:sp>
        <p:nvSpPr>
          <p:cNvPr id="14" name="object 45">
            <a:extLst>
              <a:ext uri="{FF2B5EF4-FFF2-40B4-BE49-F238E27FC236}">
                <a16:creationId xmlns:a16="http://schemas.microsoft.com/office/drawing/2014/main" id="{0F0FBBC4-E73B-BDCC-4926-CC5B1927A8BF}"/>
              </a:ext>
            </a:extLst>
          </p:cNvPr>
          <p:cNvSpPr txBox="1"/>
          <p:nvPr/>
        </p:nvSpPr>
        <p:spPr>
          <a:xfrm>
            <a:off x="647525" y="3633437"/>
            <a:ext cx="5555275" cy="2343975"/>
          </a:xfrm>
          <a:prstGeom prst="rect">
            <a:avLst/>
          </a:prstGeom>
        </p:spPr>
        <p:txBody>
          <a:bodyPr vert="horz" wrap="square" lIns="0" tIns="75565" rIns="0" bIns="0" rtlCol="0">
            <a:spAutoFit/>
          </a:bodyPr>
          <a:lstStyle/>
          <a:p>
            <a:pPr marL="12700" algn="just">
              <a:lnSpc>
                <a:spcPct val="100000"/>
              </a:lnSpc>
              <a:spcBef>
                <a:spcPts val="595"/>
              </a:spcBef>
            </a:pPr>
            <a:r>
              <a:rPr sz="1200" b="1">
                <a:solidFill>
                  <a:schemeClr val="accent5"/>
                </a:solidFill>
                <a:latin typeface="Open Sans"/>
                <a:cs typeface="Open Sans"/>
              </a:rPr>
              <a:t>Research</a:t>
            </a:r>
            <a:r>
              <a:rPr sz="1200" b="1" spc="-15">
                <a:solidFill>
                  <a:schemeClr val="accent5"/>
                </a:solidFill>
                <a:latin typeface="Open Sans"/>
                <a:cs typeface="Open Sans"/>
              </a:rPr>
              <a:t> </a:t>
            </a:r>
            <a:r>
              <a:rPr sz="1200" b="1" spc="-10">
                <a:solidFill>
                  <a:schemeClr val="accent5"/>
                </a:solidFill>
                <a:latin typeface="Open Sans"/>
                <a:cs typeface="Open Sans"/>
              </a:rPr>
              <a:t>Tools</a:t>
            </a:r>
            <a:r>
              <a:rPr sz="1200" b="1" spc="-15">
                <a:solidFill>
                  <a:schemeClr val="accent5"/>
                </a:solidFill>
                <a:latin typeface="Open Sans"/>
                <a:cs typeface="Open Sans"/>
              </a:rPr>
              <a:t> </a:t>
            </a:r>
            <a:r>
              <a:rPr sz="1200" b="1">
                <a:solidFill>
                  <a:schemeClr val="accent5"/>
                </a:solidFill>
                <a:latin typeface="Open Sans"/>
                <a:cs typeface="Open Sans"/>
              </a:rPr>
              <a:t>&amp;</a:t>
            </a:r>
            <a:r>
              <a:rPr sz="1200" b="1" spc="-15">
                <a:solidFill>
                  <a:schemeClr val="accent5"/>
                </a:solidFill>
                <a:latin typeface="Open Sans"/>
                <a:cs typeface="Open Sans"/>
              </a:rPr>
              <a:t> </a:t>
            </a:r>
            <a:r>
              <a:rPr sz="1200" b="1" spc="-10">
                <a:solidFill>
                  <a:schemeClr val="accent5"/>
                </a:solidFill>
                <a:latin typeface="Open Sans"/>
                <a:cs typeface="Open Sans"/>
              </a:rPr>
              <a:t>Technology</a:t>
            </a:r>
            <a:endParaRPr lang="en-US" sz="1200" b="1" spc="-10">
              <a:solidFill>
                <a:schemeClr val="accent5"/>
              </a:solidFill>
              <a:latin typeface="Open Sans"/>
              <a:cs typeface="Open Sans"/>
            </a:endParaRPr>
          </a:p>
          <a:p>
            <a:pPr marL="12700" algn="just">
              <a:lnSpc>
                <a:spcPct val="100000"/>
              </a:lnSpc>
              <a:spcBef>
                <a:spcPts val="595"/>
              </a:spcBef>
            </a:pPr>
            <a:endParaRPr lang="en-CA" sz="400" b="1">
              <a:solidFill>
                <a:schemeClr val="accent5"/>
              </a:solidFill>
              <a:latin typeface="Open Sans"/>
              <a:cs typeface="Open Sans"/>
            </a:endParaRPr>
          </a:p>
          <a:p>
            <a:pPr marL="200660" marR="550545" indent="-188595" algn="just">
              <a:lnSpc>
                <a:spcPct val="132100"/>
              </a:lnSpc>
              <a:buChar char="•"/>
              <a:tabLst>
                <a:tab pos="200660" algn="l"/>
              </a:tabLst>
            </a:pPr>
            <a:r>
              <a:rPr sz="1200" b="1">
                <a:cs typeface="Open Sans Semibold"/>
              </a:rPr>
              <a:t>GIS:</a:t>
            </a:r>
            <a:r>
              <a:rPr sz="1200" b="1" spc="15">
                <a:cs typeface="Open Sans Semibold"/>
              </a:rPr>
              <a:t> </a:t>
            </a:r>
            <a:r>
              <a:rPr sz="1200">
                <a:cs typeface="Open Sans"/>
              </a:rPr>
              <a:t>GIS</a:t>
            </a:r>
            <a:r>
              <a:rPr sz="1200" spc="25">
                <a:cs typeface="Open Sans"/>
              </a:rPr>
              <a:t> </a:t>
            </a:r>
            <a:r>
              <a:rPr sz="1200">
                <a:cs typeface="Open Sans"/>
              </a:rPr>
              <a:t>specialists</a:t>
            </a:r>
            <a:r>
              <a:rPr sz="1200" spc="25">
                <a:cs typeface="Open Sans"/>
              </a:rPr>
              <a:t> </a:t>
            </a:r>
            <a:r>
              <a:rPr sz="1200">
                <a:cs typeface="Open Sans"/>
              </a:rPr>
              <a:t>are</a:t>
            </a:r>
            <a:r>
              <a:rPr sz="1200" spc="25">
                <a:cs typeface="Open Sans"/>
              </a:rPr>
              <a:t> </a:t>
            </a:r>
            <a:r>
              <a:rPr sz="1200">
                <a:cs typeface="Open Sans"/>
              </a:rPr>
              <a:t>experts</a:t>
            </a:r>
            <a:r>
              <a:rPr sz="1200" spc="25">
                <a:cs typeface="Open Sans"/>
              </a:rPr>
              <a:t> </a:t>
            </a:r>
            <a:r>
              <a:rPr sz="1200">
                <a:cs typeface="Open Sans"/>
              </a:rPr>
              <a:t>in</a:t>
            </a:r>
            <a:r>
              <a:rPr sz="1200" spc="25">
                <a:cs typeface="Open Sans"/>
              </a:rPr>
              <a:t> </a:t>
            </a:r>
            <a:r>
              <a:rPr sz="1200">
                <a:cs typeface="Open Sans"/>
              </a:rPr>
              <a:t>ArcGIS,</a:t>
            </a:r>
            <a:r>
              <a:rPr sz="1200" spc="20">
                <a:cs typeface="Open Sans"/>
              </a:rPr>
              <a:t> </a:t>
            </a:r>
            <a:r>
              <a:rPr sz="1200">
                <a:cs typeface="Open Sans"/>
              </a:rPr>
              <a:t>ESRI;</a:t>
            </a:r>
            <a:r>
              <a:rPr sz="1200" spc="25">
                <a:cs typeface="Open Sans"/>
              </a:rPr>
              <a:t> </a:t>
            </a:r>
            <a:r>
              <a:rPr sz="1200">
                <a:cs typeface="Open Sans"/>
              </a:rPr>
              <a:t>AutoDesk;</a:t>
            </a:r>
            <a:r>
              <a:rPr sz="1200" spc="25">
                <a:cs typeface="Open Sans"/>
              </a:rPr>
              <a:t> </a:t>
            </a:r>
            <a:r>
              <a:rPr sz="1200">
                <a:cs typeface="Open Sans"/>
              </a:rPr>
              <a:t>and</a:t>
            </a:r>
            <a:r>
              <a:rPr sz="1200" spc="25">
                <a:cs typeface="Open Sans"/>
              </a:rPr>
              <a:t> </a:t>
            </a:r>
            <a:r>
              <a:rPr sz="1200" spc="-10">
                <a:cs typeface="Open Sans"/>
              </a:rPr>
              <a:t>other </a:t>
            </a:r>
            <a:r>
              <a:rPr sz="1200">
                <a:cs typeface="Open Sans"/>
              </a:rPr>
              <a:t>software</a:t>
            </a:r>
            <a:r>
              <a:rPr sz="1200" spc="20">
                <a:cs typeface="Open Sans"/>
              </a:rPr>
              <a:t> </a:t>
            </a:r>
            <a:r>
              <a:rPr sz="1200">
                <a:cs typeface="Open Sans"/>
              </a:rPr>
              <a:t>for</a:t>
            </a:r>
            <a:r>
              <a:rPr sz="1200" spc="25">
                <a:cs typeface="Open Sans"/>
              </a:rPr>
              <a:t> </a:t>
            </a:r>
            <a:r>
              <a:rPr sz="1200">
                <a:cs typeface="Open Sans"/>
              </a:rPr>
              <a:t>analyzing</a:t>
            </a:r>
            <a:r>
              <a:rPr sz="1200" spc="25">
                <a:cs typeface="Open Sans"/>
              </a:rPr>
              <a:t> </a:t>
            </a:r>
            <a:r>
              <a:rPr sz="1200">
                <a:cs typeface="Open Sans"/>
              </a:rPr>
              <a:t>demographics,</a:t>
            </a:r>
            <a:r>
              <a:rPr sz="1200" spc="20">
                <a:cs typeface="Open Sans"/>
              </a:rPr>
              <a:t> </a:t>
            </a:r>
            <a:r>
              <a:rPr sz="1200">
                <a:cs typeface="Open Sans"/>
              </a:rPr>
              <a:t>topography,</a:t>
            </a:r>
            <a:r>
              <a:rPr sz="1200" spc="25">
                <a:cs typeface="Open Sans"/>
              </a:rPr>
              <a:t> </a:t>
            </a:r>
            <a:r>
              <a:rPr sz="1200">
                <a:cs typeface="Open Sans"/>
              </a:rPr>
              <a:t>geophysical</a:t>
            </a:r>
            <a:r>
              <a:rPr sz="1200" spc="25">
                <a:cs typeface="Open Sans"/>
              </a:rPr>
              <a:t> </a:t>
            </a:r>
            <a:r>
              <a:rPr sz="1200" spc="-25">
                <a:cs typeface="Open Sans"/>
              </a:rPr>
              <a:t>and </a:t>
            </a:r>
            <a:r>
              <a:rPr sz="1200">
                <a:cs typeface="Open Sans"/>
              </a:rPr>
              <a:t>environmental</a:t>
            </a:r>
            <a:r>
              <a:rPr sz="1200" spc="20">
                <a:cs typeface="Open Sans"/>
              </a:rPr>
              <a:t> </a:t>
            </a:r>
            <a:r>
              <a:rPr sz="1200">
                <a:cs typeface="Open Sans"/>
              </a:rPr>
              <a:t>conditions,</a:t>
            </a:r>
            <a:r>
              <a:rPr sz="1200" spc="20">
                <a:cs typeface="Open Sans"/>
              </a:rPr>
              <a:t> </a:t>
            </a:r>
            <a:r>
              <a:rPr sz="1200">
                <a:cs typeface="Open Sans"/>
              </a:rPr>
              <a:t>utilities,</a:t>
            </a:r>
            <a:r>
              <a:rPr sz="1200" spc="20">
                <a:cs typeface="Open Sans"/>
              </a:rPr>
              <a:t> </a:t>
            </a:r>
            <a:r>
              <a:rPr sz="1200">
                <a:cs typeface="Open Sans"/>
              </a:rPr>
              <a:t>and</a:t>
            </a:r>
            <a:r>
              <a:rPr sz="1200" spc="20">
                <a:cs typeface="Open Sans"/>
              </a:rPr>
              <a:t> </a:t>
            </a:r>
            <a:r>
              <a:rPr sz="1200" spc="-10">
                <a:cs typeface="Open Sans"/>
              </a:rPr>
              <a:t>more.</a:t>
            </a:r>
            <a:endParaRPr sz="1200">
              <a:cs typeface="Open Sans"/>
            </a:endParaRPr>
          </a:p>
          <a:p>
            <a:pPr marL="200660" marR="5080" indent="-188595">
              <a:lnSpc>
                <a:spcPct val="132100"/>
              </a:lnSpc>
              <a:buChar char="•"/>
              <a:tabLst>
                <a:tab pos="200660" algn="l"/>
              </a:tabLst>
            </a:pPr>
            <a:r>
              <a:rPr sz="1200" b="1">
                <a:cs typeface="Open Sans Semibold"/>
              </a:rPr>
              <a:t>CRM+:</a:t>
            </a:r>
            <a:r>
              <a:rPr sz="1200" b="1" spc="5">
                <a:cs typeface="Open Sans Semibold"/>
              </a:rPr>
              <a:t> </a:t>
            </a:r>
            <a:r>
              <a:rPr sz="1200">
                <a:cs typeface="Open Sans"/>
              </a:rPr>
              <a:t>Our</a:t>
            </a:r>
            <a:r>
              <a:rPr sz="1200" spc="5">
                <a:cs typeface="Open Sans"/>
              </a:rPr>
              <a:t> </a:t>
            </a:r>
            <a:r>
              <a:rPr sz="1200">
                <a:cs typeface="Open Sans"/>
              </a:rPr>
              <a:t>national</a:t>
            </a:r>
            <a:r>
              <a:rPr sz="1200" spc="5">
                <a:cs typeface="Open Sans"/>
              </a:rPr>
              <a:t> </a:t>
            </a:r>
            <a:r>
              <a:rPr sz="1200">
                <a:cs typeface="Open Sans"/>
              </a:rPr>
              <a:t>and</a:t>
            </a:r>
            <a:r>
              <a:rPr sz="1200" spc="5">
                <a:cs typeface="Open Sans"/>
              </a:rPr>
              <a:t> </a:t>
            </a:r>
            <a:r>
              <a:rPr sz="1200">
                <a:cs typeface="Open Sans"/>
              </a:rPr>
              <a:t>centralized</a:t>
            </a:r>
            <a:r>
              <a:rPr sz="1200" spc="5">
                <a:cs typeface="Open Sans"/>
              </a:rPr>
              <a:t> </a:t>
            </a:r>
            <a:r>
              <a:rPr sz="1200">
                <a:cs typeface="Open Sans"/>
              </a:rPr>
              <a:t>database</a:t>
            </a:r>
            <a:r>
              <a:rPr sz="1200" spc="10">
                <a:cs typeface="Open Sans"/>
              </a:rPr>
              <a:t> </a:t>
            </a:r>
            <a:r>
              <a:rPr sz="1200">
                <a:cs typeface="Open Sans"/>
              </a:rPr>
              <a:t>of</a:t>
            </a:r>
            <a:r>
              <a:rPr sz="1200" spc="5">
                <a:cs typeface="Open Sans"/>
              </a:rPr>
              <a:t> </a:t>
            </a:r>
            <a:r>
              <a:rPr sz="1200">
                <a:cs typeface="Open Sans"/>
              </a:rPr>
              <a:t>information</a:t>
            </a:r>
            <a:r>
              <a:rPr sz="1200" spc="5">
                <a:cs typeface="Open Sans"/>
              </a:rPr>
              <a:t> </a:t>
            </a:r>
            <a:r>
              <a:rPr sz="1200">
                <a:cs typeface="Open Sans"/>
              </a:rPr>
              <a:t>on</a:t>
            </a:r>
            <a:r>
              <a:rPr sz="1200" spc="5">
                <a:cs typeface="Open Sans"/>
              </a:rPr>
              <a:t> </a:t>
            </a:r>
            <a:r>
              <a:rPr sz="1200" spc="-10">
                <a:cs typeface="Open Sans"/>
              </a:rPr>
              <a:t>thousands </a:t>
            </a:r>
            <a:r>
              <a:rPr sz="1200">
                <a:cs typeface="Open Sans"/>
              </a:rPr>
              <a:t>of</a:t>
            </a:r>
            <a:r>
              <a:rPr sz="1200" spc="10">
                <a:cs typeface="Open Sans"/>
              </a:rPr>
              <a:t> </a:t>
            </a:r>
            <a:r>
              <a:rPr sz="1200">
                <a:cs typeface="Open Sans"/>
              </a:rPr>
              <a:t>commercial</a:t>
            </a:r>
            <a:r>
              <a:rPr sz="1200" spc="10">
                <a:cs typeface="Open Sans"/>
              </a:rPr>
              <a:t> </a:t>
            </a:r>
            <a:r>
              <a:rPr sz="1200">
                <a:cs typeface="Open Sans"/>
              </a:rPr>
              <a:t>properties,</a:t>
            </a:r>
            <a:r>
              <a:rPr sz="1200" spc="10">
                <a:cs typeface="Open Sans"/>
              </a:rPr>
              <a:t> </a:t>
            </a:r>
            <a:r>
              <a:rPr sz="1200">
                <a:cs typeface="Open Sans"/>
              </a:rPr>
              <a:t>as</a:t>
            </a:r>
            <a:r>
              <a:rPr sz="1200" spc="10">
                <a:cs typeface="Open Sans"/>
              </a:rPr>
              <a:t> </a:t>
            </a:r>
            <a:r>
              <a:rPr sz="1200">
                <a:cs typeface="Open Sans"/>
              </a:rPr>
              <a:t>well</a:t>
            </a:r>
            <a:r>
              <a:rPr sz="1200" spc="10">
                <a:cs typeface="Open Sans"/>
              </a:rPr>
              <a:t> </a:t>
            </a:r>
            <a:r>
              <a:rPr sz="1200">
                <a:cs typeface="Open Sans"/>
              </a:rPr>
              <a:t>as</a:t>
            </a:r>
            <a:r>
              <a:rPr sz="1200" spc="10">
                <a:cs typeface="Open Sans"/>
              </a:rPr>
              <a:t> </a:t>
            </a:r>
            <a:r>
              <a:rPr sz="1200">
                <a:cs typeface="Open Sans"/>
              </a:rPr>
              <a:t>key</a:t>
            </a:r>
            <a:r>
              <a:rPr sz="1200" spc="10">
                <a:cs typeface="Open Sans"/>
              </a:rPr>
              <a:t> </a:t>
            </a:r>
            <a:r>
              <a:rPr sz="1200">
                <a:cs typeface="Open Sans"/>
              </a:rPr>
              <a:t>influencers</a:t>
            </a:r>
            <a:r>
              <a:rPr sz="1200" spc="10">
                <a:cs typeface="Open Sans"/>
              </a:rPr>
              <a:t> </a:t>
            </a:r>
            <a:r>
              <a:rPr sz="1200">
                <a:cs typeface="Open Sans"/>
              </a:rPr>
              <a:t>and</a:t>
            </a:r>
            <a:r>
              <a:rPr sz="1200" spc="10">
                <a:cs typeface="Open Sans"/>
              </a:rPr>
              <a:t> </a:t>
            </a:r>
            <a:r>
              <a:rPr sz="1200">
                <a:cs typeface="Open Sans"/>
              </a:rPr>
              <a:t>their</a:t>
            </a:r>
            <a:r>
              <a:rPr sz="1200" spc="15">
                <a:cs typeface="Open Sans"/>
              </a:rPr>
              <a:t> </a:t>
            </a:r>
            <a:r>
              <a:rPr sz="1200" spc="-10">
                <a:cs typeface="Open Sans"/>
              </a:rPr>
              <a:t>current </a:t>
            </a:r>
            <a:r>
              <a:rPr sz="1200">
                <a:cs typeface="Open Sans"/>
              </a:rPr>
              <a:t>market</a:t>
            </a:r>
            <a:r>
              <a:rPr sz="1200" spc="-15">
                <a:cs typeface="Open Sans"/>
              </a:rPr>
              <a:t> </a:t>
            </a:r>
            <a:r>
              <a:rPr sz="1200" spc="-10">
                <a:cs typeface="Open Sans"/>
              </a:rPr>
              <a:t>activities.</a:t>
            </a:r>
            <a:endParaRPr sz="1200">
              <a:cs typeface="Open Sans"/>
            </a:endParaRPr>
          </a:p>
          <a:p>
            <a:pPr marL="200660" marR="519430" indent="-188595">
              <a:lnSpc>
                <a:spcPct val="132100"/>
              </a:lnSpc>
              <a:buChar char="•"/>
              <a:tabLst>
                <a:tab pos="200660" algn="l"/>
              </a:tabLst>
            </a:pPr>
            <a:r>
              <a:rPr sz="1200" b="1">
                <a:cs typeface="Open Sans Semibold"/>
              </a:rPr>
              <a:t>Colliers360:</a:t>
            </a:r>
            <a:r>
              <a:rPr sz="1200" b="1" spc="15">
                <a:cs typeface="Open Sans Semibold"/>
              </a:rPr>
              <a:t> </a:t>
            </a:r>
            <a:r>
              <a:rPr sz="1200">
                <a:cs typeface="Open Sans"/>
              </a:rPr>
              <a:t>Access</a:t>
            </a:r>
            <a:r>
              <a:rPr sz="1200" spc="20">
                <a:cs typeface="Open Sans"/>
              </a:rPr>
              <a:t> </a:t>
            </a:r>
            <a:r>
              <a:rPr sz="1200">
                <a:cs typeface="Open Sans"/>
              </a:rPr>
              <a:t>dashboard</a:t>
            </a:r>
            <a:r>
              <a:rPr sz="1200" spc="20">
                <a:cs typeface="Open Sans"/>
              </a:rPr>
              <a:t> </a:t>
            </a:r>
            <a:r>
              <a:rPr sz="1200">
                <a:cs typeface="Open Sans"/>
              </a:rPr>
              <a:t>analytics</a:t>
            </a:r>
            <a:r>
              <a:rPr sz="1200" spc="20">
                <a:cs typeface="Open Sans"/>
              </a:rPr>
              <a:t> </a:t>
            </a:r>
            <a:r>
              <a:rPr sz="1200">
                <a:cs typeface="Open Sans"/>
              </a:rPr>
              <a:t>on</a:t>
            </a:r>
            <a:r>
              <a:rPr sz="1200" spc="20">
                <a:cs typeface="Open Sans"/>
              </a:rPr>
              <a:t> </a:t>
            </a:r>
            <a:r>
              <a:rPr sz="1200">
                <a:cs typeface="Open Sans"/>
              </a:rPr>
              <a:t>demand</a:t>
            </a:r>
            <a:r>
              <a:rPr sz="1200" spc="20">
                <a:cs typeface="Open Sans"/>
              </a:rPr>
              <a:t> </a:t>
            </a:r>
            <a:r>
              <a:rPr sz="1200">
                <a:cs typeface="Open Sans"/>
              </a:rPr>
              <a:t>through</a:t>
            </a:r>
            <a:r>
              <a:rPr sz="1200" spc="20">
                <a:cs typeface="Open Sans"/>
              </a:rPr>
              <a:t> </a:t>
            </a:r>
            <a:r>
              <a:rPr sz="1200">
                <a:cs typeface="Open Sans"/>
              </a:rPr>
              <a:t>a</a:t>
            </a:r>
            <a:r>
              <a:rPr sz="1200" spc="20">
                <a:cs typeface="Open Sans"/>
              </a:rPr>
              <a:t> </a:t>
            </a:r>
            <a:r>
              <a:rPr sz="1200" spc="-10">
                <a:cs typeface="Open Sans"/>
              </a:rPr>
              <a:t>user- </a:t>
            </a:r>
            <a:r>
              <a:rPr sz="1200">
                <a:cs typeface="Open Sans"/>
              </a:rPr>
              <a:t>friendly,</a:t>
            </a:r>
            <a:r>
              <a:rPr sz="1200" spc="25">
                <a:cs typeface="Open Sans"/>
              </a:rPr>
              <a:t> </a:t>
            </a:r>
            <a:r>
              <a:rPr sz="1200">
                <a:cs typeface="Open Sans"/>
              </a:rPr>
              <a:t>flexible</a:t>
            </a:r>
            <a:r>
              <a:rPr sz="1200" spc="30">
                <a:cs typeface="Open Sans"/>
              </a:rPr>
              <a:t> </a:t>
            </a:r>
            <a:r>
              <a:rPr sz="1200" spc="-10">
                <a:cs typeface="Open Sans"/>
              </a:rPr>
              <a:t>platform.</a:t>
            </a:r>
            <a:endParaRPr sz="1200">
              <a:cs typeface="Open Sans"/>
            </a:endParaRPr>
          </a:p>
        </p:txBody>
      </p:sp>
      <p:sp>
        <p:nvSpPr>
          <p:cNvPr id="18" name="object 12">
            <a:extLst>
              <a:ext uri="{FF2B5EF4-FFF2-40B4-BE49-F238E27FC236}">
                <a16:creationId xmlns:a16="http://schemas.microsoft.com/office/drawing/2014/main" id="{42C314EE-1857-C09C-4992-D7E0132D7644}"/>
              </a:ext>
            </a:extLst>
          </p:cNvPr>
          <p:cNvSpPr/>
          <p:nvPr/>
        </p:nvSpPr>
        <p:spPr>
          <a:xfrm>
            <a:off x="6911525" y="0"/>
            <a:ext cx="5280475" cy="6871641"/>
          </a:xfrm>
          <a:custGeom>
            <a:avLst/>
            <a:gdLst/>
            <a:ahLst/>
            <a:cxnLst/>
            <a:rect l="l" t="t" r="r" b="b"/>
            <a:pathLst>
              <a:path w="7447915" h="11308715">
                <a:moveTo>
                  <a:pt x="0" y="11308556"/>
                </a:moveTo>
                <a:lnTo>
                  <a:pt x="7447291" y="11308556"/>
                </a:lnTo>
                <a:lnTo>
                  <a:pt x="7447291" y="0"/>
                </a:lnTo>
                <a:lnTo>
                  <a:pt x="0" y="0"/>
                </a:lnTo>
                <a:lnTo>
                  <a:pt x="0" y="11308556"/>
                </a:lnTo>
                <a:close/>
              </a:path>
            </a:pathLst>
          </a:custGeom>
          <a:solidFill>
            <a:srgbClr val="E5E8F2"/>
          </a:solidFill>
        </p:spPr>
        <p:txBody>
          <a:bodyPr wrap="square" lIns="0" tIns="0" rIns="0" bIns="0" rtlCol="0"/>
          <a:lstStyle/>
          <a:p>
            <a:endParaRPr/>
          </a:p>
        </p:txBody>
      </p:sp>
      <p:grpSp>
        <p:nvGrpSpPr>
          <p:cNvPr id="73" name="Group 72">
            <a:extLst>
              <a:ext uri="{FF2B5EF4-FFF2-40B4-BE49-F238E27FC236}">
                <a16:creationId xmlns:a16="http://schemas.microsoft.com/office/drawing/2014/main" id="{0142DB17-8477-0845-AC6A-D2C67BFAAFA0}"/>
              </a:ext>
            </a:extLst>
          </p:cNvPr>
          <p:cNvGrpSpPr/>
          <p:nvPr/>
        </p:nvGrpSpPr>
        <p:grpSpPr>
          <a:xfrm>
            <a:off x="7992463" y="2342141"/>
            <a:ext cx="3118597" cy="1655842"/>
            <a:chOff x="7510532" y="2652107"/>
            <a:chExt cx="6157355" cy="3269293"/>
          </a:xfrm>
        </p:grpSpPr>
        <p:sp>
          <p:nvSpPr>
            <p:cNvPr id="19" name="object 13">
              <a:extLst>
                <a:ext uri="{FF2B5EF4-FFF2-40B4-BE49-F238E27FC236}">
                  <a16:creationId xmlns:a16="http://schemas.microsoft.com/office/drawing/2014/main" id="{BA0F09AD-6E99-FD10-0404-08AE377659E3}"/>
                </a:ext>
              </a:extLst>
            </p:cNvPr>
            <p:cNvSpPr/>
            <p:nvPr/>
          </p:nvSpPr>
          <p:spPr>
            <a:xfrm>
              <a:off x="10139049" y="2756806"/>
              <a:ext cx="230504" cy="2000250"/>
            </a:xfrm>
            <a:custGeom>
              <a:avLst/>
              <a:gdLst/>
              <a:ahLst/>
              <a:cxnLst/>
              <a:rect l="l" t="t" r="r" b="b"/>
              <a:pathLst>
                <a:path w="230505" h="2000250">
                  <a:moveTo>
                    <a:pt x="230359" y="0"/>
                  </a:moveTo>
                  <a:lnTo>
                    <a:pt x="0" y="0"/>
                  </a:lnTo>
                  <a:lnTo>
                    <a:pt x="0" y="1999939"/>
                  </a:lnTo>
                  <a:lnTo>
                    <a:pt x="230359" y="1999939"/>
                  </a:lnTo>
                  <a:lnTo>
                    <a:pt x="230359" y="0"/>
                  </a:lnTo>
                  <a:close/>
                </a:path>
              </a:pathLst>
            </a:custGeom>
            <a:solidFill>
              <a:srgbClr val="FFFFFF"/>
            </a:solidFill>
          </p:spPr>
          <p:txBody>
            <a:bodyPr wrap="square" lIns="0" tIns="0" rIns="0" bIns="0" rtlCol="0"/>
            <a:lstStyle/>
            <a:p>
              <a:endParaRPr/>
            </a:p>
          </p:txBody>
        </p:sp>
        <p:pic>
          <p:nvPicPr>
            <p:cNvPr id="20" name="object 14">
              <a:extLst>
                <a:ext uri="{FF2B5EF4-FFF2-40B4-BE49-F238E27FC236}">
                  <a16:creationId xmlns:a16="http://schemas.microsoft.com/office/drawing/2014/main" id="{2C034338-CD05-2535-2251-5C069645ABB0}"/>
                </a:ext>
              </a:extLst>
            </p:cNvPr>
            <p:cNvPicPr/>
            <p:nvPr/>
          </p:nvPicPr>
          <p:blipFill>
            <a:blip r:embed="rId6" cstate="print"/>
            <a:stretch>
              <a:fillRect/>
            </a:stretch>
          </p:blipFill>
          <p:spPr>
            <a:xfrm>
              <a:off x="10360941" y="2752261"/>
              <a:ext cx="2962985" cy="1963317"/>
            </a:xfrm>
            <a:prstGeom prst="rect">
              <a:avLst/>
            </a:prstGeom>
          </p:spPr>
        </p:pic>
        <p:pic>
          <p:nvPicPr>
            <p:cNvPr id="21" name="object 15">
              <a:extLst>
                <a:ext uri="{FF2B5EF4-FFF2-40B4-BE49-F238E27FC236}">
                  <a16:creationId xmlns:a16="http://schemas.microsoft.com/office/drawing/2014/main" id="{30C8287C-BF3D-730F-276E-5000A7A4CEC3}"/>
                </a:ext>
              </a:extLst>
            </p:cNvPr>
            <p:cNvPicPr/>
            <p:nvPr/>
          </p:nvPicPr>
          <p:blipFill>
            <a:blip r:embed="rId7" cstate="print"/>
            <a:stretch>
              <a:fillRect/>
            </a:stretch>
          </p:blipFill>
          <p:spPr>
            <a:xfrm>
              <a:off x="10028697" y="4821685"/>
              <a:ext cx="3639040" cy="301551"/>
            </a:xfrm>
            <a:prstGeom prst="rect">
              <a:avLst/>
            </a:prstGeom>
          </p:spPr>
        </p:pic>
        <p:sp>
          <p:nvSpPr>
            <p:cNvPr id="22" name="object 16">
              <a:extLst>
                <a:ext uri="{FF2B5EF4-FFF2-40B4-BE49-F238E27FC236}">
                  <a16:creationId xmlns:a16="http://schemas.microsoft.com/office/drawing/2014/main" id="{08EACA0A-30F3-C8EF-FD98-51FAB9E38D8F}"/>
                </a:ext>
              </a:extLst>
            </p:cNvPr>
            <p:cNvSpPr/>
            <p:nvPr/>
          </p:nvSpPr>
          <p:spPr>
            <a:xfrm>
              <a:off x="10028702" y="2652109"/>
              <a:ext cx="3639185" cy="2169795"/>
            </a:xfrm>
            <a:custGeom>
              <a:avLst/>
              <a:gdLst/>
              <a:ahLst/>
              <a:cxnLst/>
              <a:rect l="l" t="t" r="r" b="b"/>
              <a:pathLst>
                <a:path w="3639184" h="2169795">
                  <a:moveTo>
                    <a:pt x="3547672" y="0"/>
                  </a:moveTo>
                  <a:lnTo>
                    <a:pt x="91358" y="0"/>
                  </a:lnTo>
                  <a:lnTo>
                    <a:pt x="55796" y="7178"/>
                  </a:lnTo>
                  <a:lnTo>
                    <a:pt x="26757" y="26757"/>
                  </a:lnTo>
                  <a:lnTo>
                    <a:pt x="7178" y="55796"/>
                  </a:lnTo>
                  <a:lnTo>
                    <a:pt x="0" y="91358"/>
                  </a:lnTo>
                  <a:lnTo>
                    <a:pt x="0" y="2169567"/>
                  </a:lnTo>
                  <a:lnTo>
                    <a:pt x="3639041" y="2169567"/>
                  </a:lnTo>
                  <a:lnTo>
                    <a:pt x="3639041" y="2063476"/>
                  </a:lnTo>
                  <a:lnTo>
                    <a:pt x="101190" y="2063476"/>
                  </a:lnTo>
                  <a:lnTo>
                    <a:pt x="101190" y="100143"/>
                  </a:lnTo>
                  <a:lnTo>
                    <a:pt x="3639041" y="100143"/>
                  </a:lnTo>
                  <a:lnTo>
                    <a:pt x="3639041" y="91358"/>
                  </a:lnTo>
                  <a:lnTo>
                    <a:pt x="3631860" y="55796"/>
                  </a:lnTo>
                  <a:lnTo>
                    <a:pt x="3612278" y="26757"/>
                  </a:lnTo>
                  <a:lnTo>
                    <a:pt x="3583235" y="7178"/>
                  </a:lnTo>
                  <a:lnTo>
                    <a:pt x="3547672" y="0"/>
                  </a:lnTo>
                  <a:close/>
                </a:path>
                <a:path w="3639184" h="2169795">
                  <a:moveTo>
                    <a:pt x="3639041" y="100143"/>
                  </a:moveTo>
                  <a:lnTo>
                    <a:pt x="3535065" y="100143"/>
                  </a:lnTo>
                  <a:lnTo>
                    <a:pt x="3535065" y="2063476"/>
                  </a:lnTo>
                  <a:lnTo>
                    <a:pt x="3639041" y="2063476"/>
                  </a:lnTo>
                  <a:lnTo>
                    <a:pt x="3639041" y="100143"/>
                  </a:lnTo>
                  <a:close/>
                </a:path>
              </a:pathLst>
            </a:custGeom>
            <a:solidFill>
              <a:srgbClr val="000000"/>
            </a:solidFill>
          </p:spPr>
          <p:txBody>
            <a:bodyPr wrap="square" lIns="0" tIns="0" rIns="0" bIns="0" rtlCol="0"/>
            <a:lstStyle/>
            <a:p>
              <a:endParaRPr/>
            </a:p>
          </p:txBody>
        </p:sp>
        <p:pic>
          <p:nvPicPr>
            <p:cNvPr id="23" name="object 17">
              <a:extLst>
                <a:ext uri="{FF2B5EF4-FFF2-40B4-BE49-F238E27FC236}">
                  <a16:creationId xmlns:a16="http://schemas.microsoft.com/office/drawing/2014/main" id="{28B0FF80-EDF7-90BF-87C6-9B20E9A69024}"/>
                </a:ext>
              </a:extLst>
            </p:cNvPr>
            <p:cNvPicPr/>
            <p:nvPr/>
          </p:nvPicPr>
          <p:blipFill>
            <a:blip r:embed="rId8" cstate="print"/>
            <a:stretch>
              <a:fillRect/>
            </a:stretch>
          </p:blipFill>
          <p:spPr>
            <a:xfrm>
              <a:off x="13579312" y="2652164"/>
              <a:ext cx="88416" cy="91312"/>
            </a:xfrm>
            <a:prstGeom prst="rect">
              <a:avLst/>
            </a:prstGeom>
          </p:spPr>
        </p:pic>
        <p:pic>
          <p:nvPicPr>
            <p:cNvPr id="24" name="object 18">
              <a:extLst>
                <a:ext uri="{FF2B5EF4-FFF2-40B4-BE49-F238E27FC236}">
                  <a16:creationId xmlns:a16="http://schemas.microsoft.com/office/drawing/2014/main" id="{E606B2F4-3A38-EE84-1B3F-A451CF41ACBE}"/>
                </a:ext>
              </a:extLst>
            </p:cNvPr>
            <p:cNvPicPr/>
            <p:nvPr/>
          </p:nvPicPr>
          <p:blipFill>
            <a:blip r:embed="rId9" cstate="print"/>
            <a:stretch>
              <a:fillRect/>
            </a:stretch>
          </p:blipFill>
          <p:spPr>
            <a:xfrm>
              <a:off x="12023537" y="2752261"/>
              <a:ext cx="1540225" cy="1963322"/>
            </a:xfrm>
            <a:prstGeom prst="rect">
              <a:avLst/>
            </a:prstGeom>
          </p:spPr>
        </p:pic>
        <p:pic>
          <p:nvPicPr>
            <p:cNvPr id="25" name="object 19">
              <a:extLst>
                <a:ext uri="{FF2B5EF4-FFF2-40B4-BE49-F238E27FC236}">
                  <a16:creationId xmlns:a16="http://schemas.microsoft.com/office/drawing/2014/main" id="{B3CC02CA-161A-5814-F654-B8E15C09EF48}"/>
                </a:ext>
              </a:extLst>
            </p:cNvPr>
            <p:cNvPicPr/>
            <p:nvPr/>
          </p:nvPicPr>
          <p:blipFill>
            <a:blip r:embed="rId10" cstate="print"/>
            <a:stretch>
              <a:fillRect/>
            </a:stretch>
          </p:blipFill>
          <p:spPr>
            <a:xfrm>
              <a:off x="11957088" y="2652107"/>
              <a:ext cx="1710639" cy="2169577"/>
            </a:xfrm>
            <a:prstGeom prst="rect">
              <a:avLst/>
            </a:prstGeom>
          </p:spPr>
        </p:pic>
        <p:pic>
          <p:nvPicPr>
            <p:cNvPr id="26" name="object 20">
              <a:extLst>
                <a:ext uri="{FF2B5EF4-FFF2-40B4-BE49-F238E27FC236}">
                  <a16:creationId xmlns:a16="http://schemas.microsoft.com/office/drawing/2014/main" id="{911A0DD8-FA55-BCA3-7067-52F2641556EC}"/>
                </a:ext>
              </a:extLst>
            </p:cNvPr>
            <p:cNvPicPr/>
            <p:nvPr/>
          </p:nvPicPr>
          <p:blipFill>
            <a:blip r:embed="rId11" cstate="print"/>
            <a:stretch>
              <a:fillRect/>
            </a:stretch>
          </p:blipFill>
          <p:spPr>
            <a:xfrm>
              <a:off x="12020123" y="2746073"/>
              <a:ext cx="1511597" cy="1920130"/>
            </a:xfrm>
            <a:prstGeom prst="rect">
              <a:avLst/>
            </a:prstGeom>
          </p:spPr>
        </p:pic>
        <p:pic>
          <p:nvPicPr>
            <p:cNvPr id="28" name="object 21">
              <a:extLst>
                <a:ext uri="{FF2B5EF4-FFF2-40B4-BE49-F238E27FC236}">
                  <a16:creationId xmlns:a16="http://schemas.microsoft.com/office/drawing/2014/main" id="{81D2E48F-7304-A6BE-8527-97410DFDDD4C}"/>
                </a:ext>
              </a:extLst>
            </p:cNvPr>
            <p:cNvPicPr/>
            <p:nvPr/>
          </p:nvPicPr>
          <p:blipFill>
            <a:blip r:embed="rId12" cstate="print"/>
            <a:stretch>
              <a:fillRect/>
            </a:stretch>
          </p:blipFill>
          <p:spPr>
            <a:xfrm>
              <a:off x="8048654" y="3880447"/>
              <a:ext cx="2351276" cy="1605982"/>
            </a:xfrm>
            <a:prstGeom prst="rect">
              <a:avLst/>
            </a:prstGeom>
          </p:spPr>
        </p:pic>
        <p:sp>
          <p:nvSpPr>
            <p:cNvPr id="29" name="object 22">
              <a:extLst>
                <a:ext uri="{FF2B5EF4-FFF2-40B4-BE49-F238E27FC236}">
                  <a16:creationId xmlns:a16="http://schemas.microsoft.com/office/drawing/2014/main" id="{4D8E7BEC-C43C-0348-7861-D66ECFED8434}"/>
                </a:ext>
              </a:extLst>
            </p:cNvPr>
            <p:cNvSpPr/>
            <p:nvPr/>
          </p:nvSpPr>
          <p:spPr>
            <a:xfrm>
              <a:off x="7956379" y="3781799"/>
              <a:ext cx="2642235" cy="1801495"/>
            </a:xfrm>
            <a:custGeom>
              <a:avLst/>
              <a:gdLst/>
              <a:ahLst/>
              <a:cxnLst/>
              <a:rect l="l" t="t" r="r" b="b"/>
              <a:pathLst>
                <a:path w="2642234" h="1801495">
                  <a:moveTo>
                    <a:pt x="2641854" y="67386"/>
                  </a:moveTo>
                  <a:lnTo>
                    <a:pt x="2636545" y="41186"/>
                  </a:lnTo>
                  <a:lnTo>
                    <a:pt x="2622092" y="19761"/>
                  </a:lnTo>
                  <a:lnTo>
                    <a:pt x="2600680" y="5308"/>
                  </a:lnTo>
                  <a:lnTo>
                    <a:pt x="2574467" y="0"/>
                  </a:lnTo>
                  <a:lnTo>
                    <a:pt x="2551087" y="0"/>
                  </a:lnTo>
                  <a:lnTo>
                    <a:pt x="2551087" y="98666"/>
                  </a:lnTo>
                  <a:lnTo>
                    <a:pt x="2551087" y="1704657"/>
                  </a:lnTo>
                  <a:lnTo>
                    <a:pt x="90741" y="1704657"/>
                  </a:lnTo>
                  <a:lnTo>
                    <a:pt x="90741" y="98666"/>
                  </a:lnTo>
                  <a:lnTo>
                    <a:pt x="2551087" y="98666"/>
                  </a:lnTo>
                  <a:lnTo>
                    <a:pt x="2551087" y="0"/>
                  </a:lnTo>
                  <a:lnTo>
                    <a:pt x="67373" y="0"/>
                  </a:lnTo>
                  <a:lnTo>
                    <a:pt x="41173" y="5308"/>
                  </a:lnTo>
                  <a:lnTo>
                    <a:pt x="19761" y="19761"/>
                  </a:lnTo>
                  <a:lnTo>
                    <a:pt x="5295" y="41186"/>
                  </a:lnTo>
                  <a:lnTo>
                    <a:pt x="0" y="67386"/>
                  </a:lnTo>
                  <a:lnTo>
                    <a:pt x="0" y="1801266"/>
                  </a:lnTo>
                  <a:lnTo>
                    <a:pt x="2641854" y="1801266"/>
                  </a:lnTo>
                  <a:lnTo>
                    <a:pt x="2641854" y="1704657"/>
                  </a:lnTo>
                  <a:lnTo>
                    <a:pt x="2641854" y="98666"/>
                  </a:lnTo>
                  <a:lnTo>
                    <a:pt x="2641854" y="67386"/>
                  </a:lnTo>
                  <a:close/>
                </a:path>
              </a:pathLst>
            </a:custGeom>
            <a:solidFill>
              <a:srgbClr val="9EA2A2"/>
            </a:solidFill>
          </p:spPr>
          <p:txBody>
            <a:bodyPr wrap="square" lIns="0" tIns="0" rIns="0" bIns="0" rtlCol="0"/>
            <a:lstStyle/>
            <a:p>
              <a:endParaRPr/>
            </a:p>
          </p:txBody>
        </p:sp>
        <p:sp>
          <p:nvSpPr>
            <p:cNvPr id="30" name="object 23">
              <a:extLst>
                <a:ext uri="{FF2B5EF4-FFF2-40B4-BE49-F238E27FC236}">
                  <a16:creationId xmlns:a16="http://schemas.microsoft.com/office/drawing/2014/main" id="{4DF3316A-38CA-2ECE-338F-5170BA746848}"/>
                </a:ext>
              </a:extLst>
            </p:cNvPr>
            <p:cNvSpPr/>
            <p:nvPr/>
          </p:nvSpPr>
          <p:spPr>
            <a:xfrm>
              <a:off x="7969982" y="3795401"/>
              <a:ext cx="2614930" cy="1774189"/>
            </a:xfrm>
            <a:custGeom>
              <a:avLst/>
              <a:gdLst/>
              <a:ahLst/>
              <a:cxnLst/>
              <a:rect l="l" t="t" r="r" b="b"/>
              <a:pathLst>
                <a:path w="2614930" h="1774189">
                  <a:moveTo>
                    <a:pt x="2560874" y="0"/>
                  </a:moveTo>
                  <a:lnTo>
                    <a:pt x="53778" y="0"/>
                  </a:lnTo>
                  <a:lnTo>
                    <a:pt x="32843" y="4227"/>
                  </a:lnTo>
                  <a:lnTo>
                    <a:pt x="15749" y="15754"/>
                  </a:lnTo>
                  <a:lnTo>
                    <a:pt x="4225" y="32852"/>
                  </a:lnTo>
                  <a:lnTo>
                    <a:pt x="0" y="53788"/>
                  </a:lnTo>
                  <a:lnTo>
                    <a:pt x="0" y="1774050"/>
                  </a:lnTo>
                  <a:lnTo>
                    <a:pt x="2614653" y="1774050"/>
                  </a:lnTo>
                  <a:lnTo>
                    <a:pt x="2614653" y="1691047"/>
                  </a:lnTo>
                  <a:lnTo>
                    <a:pt x="77139" y="1691047"/>
                  </a:lnTo>
                  <a:lnTo>
                    <a:pt x="77139" y="85065"/>
                  </a:lnTo>
                  <a:lnTo>
                    <a:pt x="2614653" y="85065"/>
                  </a:lnTo>
                  <a:lnTo>
                    <a:pt x="2614653" y="53788"/>
                  </a:lnTo>
                  <a:lnTo>
                    <a:pt x="2610427" y="32852"/>
                  </a:lnTo>
                  <a:lnTo>
                    <a:pt x="2598903" y="15754"/>
                  </a:lnTo>
                  <a:lnTo>
                    <a:pt x="2581809" y="4227"/>
                  </a:lnTo>
                  <a:lnTo>
                    <a:pt x="2560874" y="0"/>
                  </a:lnTo>
                  <a:close/>
                </a:path>
                <a:path w="2614930" h="1774189">
                  <a:moveTo>
                    <a:pt x="2614653" y="85065"/>
                  </a:moveTo>
                  <a:lnTo>
                    <a:pt x="2537482" y="85065"/>
                  </a:lnTo>
                  <a:lnTo>
                    <a:pt x="2537482" y="1691047"/>
                  </a:lnTo>
                  <a:lnTo>
                    <a:pt x="2614653" y="1691047"/>
                  </a:lnTo>
                  <a:lnTo>
                    <a:pt x="2614653" y="85065"/>
                  </a:lnTo>
                  <a:close/>
                </a:path>
              </a:pathLst>
            </a:custGeom>
            <a:solidFill>
              <a:srgbClr val="4A4A4D"/>
            </a:solidFill>
          </p:spPr>
          <p:txBody>
            <a:bodyPr wrap="square" lIns="0" tIns="0" rIns="0" bIns="0" rtlCol="0"/>
            <a:lstStyle/>
            <a:p>
              <a:endParaRPr/>
            </a:p>
          </p:txBody>
        </p:sp>
        <p:pic>
          <p:nvPicPr>
            <p:cNvPr id="31" name="object 24">
              <a:extLst>
                <a:ext uri="{FF2B5EF4-FFF2-40B4-BE49-F238E27FC236}">
                  <a16:creationId xmlns:a16="http://schemas.microsoft.com/office/drawing/2014/main" id="{A99E17E8-9270-1E8A-593E-9432187E6520}"/>
                </a:ext>
              </a:extLst>
            </p:cNvPr>
            <p:cNvPicPr/>
            <p:nvPr/>
          </p:nvPicPr>
          <p:blipFill>
            <a:blip r:embed="rId13" cstate="print"/>
            <a:stretch>
              <a:fillRect/>
            </a:stretch>
          </p:blipFill>
          <p:spPr>
            <a:xfrm>
              <a:off x="10399931" y="5486440"/>
              <a:ext cx="44344" cy="70050"/>
            </a:xfrm>
            <a:prstGeom prst="rect">
              <a:avLst/>
            </a:prstGeom>
          </p:spPr>
        </p:pic>
        <p:pic>
          <p:nvPicPr>
            <p:cNvPr id="32" name="object 25">
              <a:extLst>
                <a:ext uri="{FF2B5EF4-FFF2-40B4-BE49-F238E27FC236}">
                  <a16:creationId xmlns:a16="http://schemas.microsoft.com/office/drawing/2014/main" id="{99301790-A32D-1AE3-1D2B-F2A3966A6FAB}"/>
                </a:ext>
              </a:extLst>
            </p:cNvPr>
            <p:cNvPicPr/>
            <p:nvPr/>
          </p:nvPicPr>
          <p:blipFill>
            <a:blip r:embed="rId14" cstate="print"/>
            <a:stretch>
              <a:fillRect/>
            </a:stretch>
          </p:blipFill>
          <p:spPr>
            <a:xfrm>
              <a:off x="9383418" y="3880457"/>
              <a:ext cx="1124049" cy="1605982"/>
            </a:xfrm>
            <a:prstGeom prst="rect">
              <a:avLst/>
            </a:prstGeom>
          </p:spPr>
        </p:pic>
        <p:pic>
          <p:nvPicPr>
            <p:cNvPr id="33" name="object 26">
              <a:extLst>
                <a:ext uri="{FF2B5EF4-FFF2-40B4-BE49-F238E27FC236}">
                  <a16:creationId xmlns:a16="http://schemas.microsoft.com/office/drawing/2014/main" id="{E680FEE3-E599-11F3-9236-4BED1A3F5D2A}"/>
                </a:ext>
              </a:extLst>
            </p:cNvPr>
            <p:cNvPicPr/>
            <p:nvPr/>
          </p:nvPicPr>
          <p:blipFill>
            <a:blip r:embed="rId15" cstate="print"/>
            <a:stretch>
              <a:fillRect/>
            </a:stretch>
          </p:blipFill>
          <p:spPr>
            <a:xfrm>
              <a:off x="9336749" y="3806732"/>
              <a:ext cx="1236548" cy="1749758"/>
            </a:xfrm>
            <a:prstGeom prst="rect">
              <a:avLst/>
            </a:prstGeom>
          </p:spPr>
        </p:pic>
        <p:pic>
          <p:nvPicPr>
            <p:cNvPr id="34" name="object 27">
              <a:extLst>
                <a:ext uri="{FF2B5EF4-FFF2-40B4-BE49-F238E27FC236}">
                  <a16:creationId xmlns:a16="http://schemas.microsoft.com/office/drawing/2014/main" id="{2E5CE7EA-4CBA-177C-ADE7-D828298AB5D2}"/>
                </a:ext>
              </a:extLst>
            </p:cNvPr>
            <p:cNvPicPr/>
            <p:nvPr/>
          </p:nvPicPr>
          <p:blipFill>
            <a:blip r:embed="rId16" cstate="print"/>
            <a:stretch>
              <a:fillRect/>
            </a:stretch>
          </p:blipFill>
          <p:spPr>
            <a:xfrm>
              <a:off x="9507592" y="4076661"/>
              <a:ext cx="886140" cy="1399999"/>
            </a:xfrm>
            <a:prstGeom prst="rect">
              <a:avLst/>
            </a:prstGeom>
          </p:spPr>
        </p:pic>
        <p:pic>
          <p:nvPicPr>
            <p:cNvPr id="35" name="object 28">
              <a:extLst>
                <a:ext uri="{FF2B5EF4-FFF2-40B4-BE49-F238E27FC236}">
                  <a16:creationId xmlns:a16="http://schemas.microsoft.com/office/drawing/2014/main" id="{B03F5A9D-9701-676A-703E-81BB389B123A}"/>
                </a:ext>
              </a:extLst>
            </p:cNvPr>
            <p:cNvPicPr/>
            <p:nvPr/>
          </p:nvPicPr>
          <p:blipFill>
            <a:blip r:embed="rId17" cstate="print"/>
            <a:stretch>
              <a:fillRect/>
            </a:stretch>
          </p:blipFill>
          <p:spPr>
            <a:xfrm>
              <a:off x="9390203" y="3890509"/>
              <a:ext cx="1107840" cy="1586150"/>
            </a:xfrm>
            <a:prstGeom prst="rect">
              <a:avLst/>
            </a:prstGeom>
          </p:spPr>
        </p:pic>
        <p:pic>
          <p:nvPicPr>
            <p:cNvPr id="36" name="object 29">
              <a:extLst>
                <a:ext uri="{FF2B5EF4-FFF2-40B4-BE49-F238E27FC236}">
                  <a16:creationId xmlns:a16="http://schemas.microsoft.com/office/drawing/2014/main" id="{E243849D-67E7-DC28-15D0-1CF861053B91}"/>
                </a:ext>
              </a:extLst>
            </p:cNvPr>
            <p:cNvPicPr/>
            <p:nvPr/>
          </p:nvPicPr>
          <p:blipFill>
            <a:blip r:embed="rId18" cstate="print"/>
            <a:stretch>
              <a:fillRect/>
            </a:stretch>
          </p:blipFill>
          <p:spPr>
            <a:xfrm>
              <a:off x="9267966" y="3840521"/>
              <a:ext cx="18648" cy="18648"/>
            </a:xfrm>
            <a:prstGeom prst="rect">
              <a:avLst/>
            </a:prstGeom>
          </p:spPr>
        </p:pic>
        <p:pic>
          <p:nvPicPr>
            <p:cNvPr id="43" name="object 30">
              <a:extLst>
                <a:ext uri="{FF2B5EF4-FFF2-40B4-BE49-F238E27FC236}">
                  <a16:creationId xmlns:a16="http://schemas.microsoft.com/office/drawing/2014/main" id="{667D8141-0F21-4215-803C-D704DF57CE74}"/>
                </a:ext>
              </a:extLst>
            </p:cNvPr>
            <p:cNvPicPr/>
            <p:nvPr/>
          </p:nvPicPr>
          <p:blipFill>
            <a:blip r:embed="rId19" cstate="print"/>
            <a:stretch>
              <a:fillRect/>
            </a:stretch>
          </p:blipFill>
          <p:spPr>
            <a:xfrm>
              <a:off x="7510900" y="5830953"/>
              <a:ext cx="3529013" cy="90447"/>
            </a:xfrm>
            <a:prstGeom prst="rect">
              <a:avLst/>
            </a:prstGeom>
          </p:spPr>
        </p:pic>
        <p:pic>
          <p:nvPicPr>
            <p:cNvPr id="45" name="object 31">
              <a:extLst>
                <a:ext uri="{FF2B5EF4-FFF2-40B4-BE49-F238E27FC236}">
                  <a16:creationId xmlns:a16="http://schemas.microsoft.com/office/drawing/2014/main" id="{D0AD44B3-FCA7-2E05-269E-9A50EF9C9961}"/>
                </a:ext>
              </a:extLst>
            </p:cNvPr>
            <p:cNvPicPr/>
            <p:nvPr/>
          </p:nvPicPr>
          <p:blipFill>
            <a:blip r:embed="rId20" cstate="print"/>
            <a:stretch>
              <a:fillRect/>
            </a:stretch>
          </p:blipFill>
          <p:spPr>
            <a:xfrm>
              <a:off x="7510532" y="5556490"/>
              <a:ext cx="3529379" cy="282473"/>
            </a:xfrm>
            <a:prstGeom prst="rect">
              <a:avLst/>
            </a:prstGeom>
          </p:spPr>
        </p:pic>
        <p:pic>
          <p:nvPicPr>
            <p:cNvPr id="47" name="object 32">
              <a:extLst>
                <a:ext uri="{FF2B5EF4-FFF2-40B4-BE49-F238E27FC236}">
                  <a16:creationId xmlns:a16="http://schemas.microsoft.com/office/drawing/2014/main" id="{95A887BA-2616-9997-EF13-FC59979FE98C}"/>
                </a:ext>
              </a:extLst>
            </p:cNvPr>
            <p:cNvPicPr/>
            <p:nvPr/>
          </p:nvPicPr>
          <p:blipFill>
            <a:blip r:embed="rId21" cstate="print"/>
            <a:stretch>
              <a:fillRect/>
            </a:stretch>
          </p:blipFill>
          <p:spPr>
            <a:xfrm>
              <a:off x="8044224" y="5571956"/>
              <a:ext cx="2456290" cy="123420"/>
            </a:xfrm>
            <a:prstGeom prst="rect">
              <a:avLst/>
            </a:prstGeom>
          </p:spPr>
        </p:pic>
        <p:sp>
          <p:nvSpPr>
            <p:cNvPr id="49" name="object 33">
              <a:extLst>
                <a:ext uri="{FF2B5EF4-FFF2-40B4-BE49-F238E27FC236}">
                  <a16:creationId xmlns:a16="http://schemas.microsoft.com/office/drawing/2014/main" id="{44013019-7BA2-04D9-0962-13E38984D0CA}"/>
                </a:ext>
              </a:extLst>
            </p:cNvPr>
            <p:cNvSpPr/>
            <p:nvPr/>
          </p:nvSpPr>
          <p:spPr>
            <a:xfrm>
              <a:off x="8127689" y="5589949"/>
              <a:ext cx="2265680" cy="100965"/>
            </a:xfrm>
            <a:custGeom>
              <a:avLst/>
              <a:gdLst/>
              <a:ahLst/>
              <a:cxnLst/>
              <a:rect l="l" t="t" r="r" b="b"/>
              <a:pathLst>
                <a:path w="2265680" h="100964">
                  <a:moveTo>
                    <a:pt x="1445615" y="99034"/>
                  </a:moveTo>
                  <a:lnTo>
                    <a:pt x="1445310" y="97599"/>
                  </a:lnTo>
                  <a:lnTo>
                    <a:pt x="1445348" y="87795"/>
                  </a:lnTo>
                  <a:lnTo>
                    <a:pt x="1440091" y="80175"/>
                  </a:lnTo>
                  <a:lnTo>
                    <a:pt x="683526" y="80175"/>
                  </a:lnTo>
                  <a:lnTo>
                    <a:pt x="675957" y="88442"/>
                  </a:lnTo>
                  <a:lnTo>
                    <a:pt x="676021" y="98399"/>
                  </a:lnTo>
                  <a:lnTo>
                    <a:pt x="675703" y="99377"/>
                  </a:lnTo>
                  <a:lnTo>
                    <a:pt x="676529" y="100355"/>
                  </a:lnTo>
                  <a:lnTo>
                    <a:pt x="1444396" y="100355"/>
                  </a:lnTo>
                  <a:lnTo>
                    <a:pt x="1445615" y="99034"/>
                  </a:lnTo>
                  <a:close/>
                </a:path>
                <a:path w="2265680" h="100964">
                  <a:moveTo>
                    <a:pt x="2265324" y="65887"/>
                  </a:moveTo>
                  <a:lnTo>
                    <a:pt x="2246223" y="50203"/>
                  </a:lnTo>
                  <a:lnTo>
                    <a:pt x="2242261" y="50203"/>
                  </a:lnTo>
                  <a:lnTo>
                    <a:pt x="2242261" y="45847"/>
                  </a:lnTo>
                  <a:lnTo>
                    <a:pt x="2223820" y="29565"/>
                  </a:lnTo>
                  <a:lnTo>
                    <a:pt x="2075535" y="29565"/>
                  </a:lnTo>
                  <a:lnTo>
                    <a:pt x="2075535" y="25527"/>
                  </a:lnTo>
                  <a:lnTo>
                    <a:pt x="2071585" y="25527"/>
                  </a:lnTo>
                  <a:lnTo>
                    <a:pt x="2071585" y="22860"/>
                  </a:lnTo>
                  <a:lnTo>
                    <a:pt x="2200897" y="22860"/>
                  </a:lnTo>
                  <a:lnTo>
                    <a:pt x="2200897" y="7620"/>
                  </a:lnTo>
                  <a:lnTo>
                    <a:pt x="2195766" y="7620"/>
                  </a:lnTo>
                  <a:lnTo>
                    <a:pt x="2195766" y="0"/>
                  </a:lnTo>
                  <a:lnTo>
                    <a:pt x="2002574" y="0"/>
                  </a:lnTo>
                  <a:lnTo>
                    <a:pt x="2002574" y="7620"/>
                  </a:lnTo>
                  <a:lnTo>
                    <a:pt x="2002574" y="14097"/>
                  </a:lnTo>
                  <a:lnTo>
                    <a:pt x="1993214" y="14097"/>
                  </a:lnTo>
                  <a:lnTo>
                    <a:pt x="1993214" y="40767"/>
                  </a:lnTo>
                  <a:lnTo>
                    <a:pt x="1993214" y="50203"/>
                  </a:lnTo>
                  <a:lnTo>
                    <a:pt x="1976208" y="50203"/>
                  </a:lnTo>
                  <a:lnTo>
                    <a:pt x="1976208" y="45300"/>
                  </a:lnTo>
                  <a:lnTo>
                    <a:pt x="1971649" y="45300"/>
                  </a:lnTo>
                  <a:lnTo>
                    <a:pt x="1971649" y="40767"/>
                  </a:lnTo>
                  <a:lnTo>
                    <a:pt x="1993214" y="40767"/>
                  </a:lnTo>
                  <a:lnTo>
                    <a:pt x="1993214" y="14097"/>
                  </a:lnTo>
                  <a:lnTo>
                    <a:pt x="1984756" y="14097"/>
                  </a:lnTo>
                  <a:lnTo>
                    <a:pt x="1984756" y="7620"/>
                  </a:lnTo>
                  <a:lnTo>
                    <a:pt x="1981212" y="7620"/>
                  </a:lnTo>
                  <a:lnTo>
                    <a:pt x="1981212" y="0"/>
                  </a:lnTo>
                  <a:lnTo>
                    <a:pt x="1941093" y="0"/>
                  </a:lnTo>
                  <a:lnTo>
                    <a:pt x="1941093" y="22860"/>
                  </a:lnTo>
                  <a:lnTo>
                    <a:pt x="1941093" y="25527"/>
                  </a:lnTo>
                  <a:lnTo>
                    <a:pt x="1941093" y="30060"/>
                  </a:lnTo>
                  <a:lnTo>
                    <a:pt x="1924977" y="30060"/>
                  </a:lnTo>
                  <a:lnTo>
                    <a:pt x="1924977" y="25527"/>
                  </a:lnTo>
                  <a:lnTo>
                    <a:pt x="1922094" y="25527"/>
                  </a:lnTo>
                  <a:lnTo>
                    <a:pt x="1922094" y="22860"/>
                  </a:lnTo>
                  <a:lnTo>
                    <a:pt x="1941093" y="22860"/>
                  </a:lnTo>
                  <a:lnTo>
                    <a:pt x="1941093" y="0"/>
                  </a:lnTo>
                  <a:lnTo>
                    <a:pt x="1857565" y="0"/>
                  </a:lnTo>
                  <a:lnTo>
                    <a:pt x="1857565" y="7620"/>
                  </a:lnTo>
                  <a:lnTo>
                    <a:pt x="1857565" y="14097"/>
                  </a:lnTo>
                  <a:lnTo>
                    <a:pt x="1840293" y="14097"/>
                  </a:lnTo>
                  <a:lnTo>
                    <a:pt x="1840293" y="40767"/>
                  </a:lnTo>
                  <a:lnTo>
                    <a:pt x="1840293" y="45300"/>
                  </a:lnTo>
                  <a:lnTo>
                    <a:pt x="1840293" y="50698"/>
                  </a:lnTo>
                  <a:lnTo>
                    <a:pt x="1821078" y="50698"/>
                  </a:lnTo>
                  <a:lnTo>
                    <a:pt x="1821078" y="45300"/>
                  </a:lnTo>
                  <a:lnTo>
                    <a:pt x="1817204" y="45300"/>
                  </a:lnTo>
                  <a:lnTo>
                    <a:pt x="1817204" y="40767"/>
                  </a:lnTo>
                  <a:lnTo>
                    <a:pt x="1840293" y="40767"/>
                  </a:lnTo>
                  <a:lnTo>
                    <a:pt x="1840293" y="14097"/>
                  </a:lnTo>
                  <a:lnTo>
                    <a:pt x="1833295" y="14097"/>
                  </a:lnTo>
                  <a:lnTo>
                    <a:pt x="1833295" y="7620"/>
                  </a:lnTo>
                  <a:lnTo>
                    <a:pt x="1830463" y="7620"/>
                  </a:lnTo>
                  <a:lnTo>
                    <a:pt x="1830463" y="0"/>
                  </a:lnTo>
                  <a:lnTo>
                    <a:pt x="1797151" y="0"/>
                  </a:lnTo>
                  <a:lnTo>
                    <a:pt x="1797151" y="22860"/>
                  </a:lnTo>
                  <a:lnTo>
                    <a:pt x="1797151" y="25527"/>
                  </a:lnTo>
                  <a:lnTo>
                    <a:pt x="1797151" y="30060"/>
                  </a:lnTo>
                  <a:lnTo>
                    <a:pt x="1771281" y="30060"/>
                  </a:lnTo>
                  <a:lnTo>
                    <a:pt x="1771281" y="25527"/>
                  </a:lnTo>
                  <a:lnTo>
                    <a:pt x="1769046" y="25527"/>
                  </a:lnTo>
                  <a:lnTo>
                    <a:pt x="1769046" y="22860"/>
                  </a:lnTo>
                  <a:lnTo>
                    <a:pt x="1797151" y="22860"/>
                  </a:lnTo>
                  <a:lnTo>
                    <a:pt x="1797151" y="0"/>
                  </a:lnTo>
                  <a:lnTo>
                    <a:pt x="1710156" y="0"/>
                  </a:lnTo>
                  <a:lnTo>
                    <a:pt x="1710156" y="7620"/>
                  </a:lnTo>
                  <a:lnTo>
                    <a:pt x="1710156" y="14097"/>
                  </a:lnTo>
                  <a:lnTo>
                    <a:pt x="1689481" y="14097"/>
                  </a:lnTo>
                  <a:lnTo>
                    <a:pt x="1689481" y="40767"/>
                  </a:lnTo>
                  <a:lnTo>
                    <a:pt x="1689481" y="45300"/>
                  </a:lnTo>
                  <a:lnTo>
                    <a:pt x="1689481" y="50698"/>
                  </a:lnTo>
                  <a:lnTo>
                    <a:pt x="1669262" y="50698"/>
                  </a:lnTo>
                  <a:lnTo>
                    <a:pt x="1669262" y="45300"/>
                  </a:lnTo>
                  <a:lnTo>
                    <a:pt x="1665871" y="45300"/>
                  </a:lnTo>
                  <a:lnTo>
                    <a:pt x="1665871" y="40767"/>
                  </a:lnTo>
                  <a:lnTo>
                    <a:pt x="1689481" y="40767"/>
                  </a:lnTo>
                  <a:lnTo>
                    <a:pt x="1689481" y="14097"/>
                  </a:lnTo>
                  <a:lnTo>
                    <a:pt x="1685886" y="14097"/>
                  </a:lnTo>
                  <a:lnTo>
                    <a:pt x="1685886" y="7620"/>
                  </a:lnTo>
                  <a:lnTo>
                    <a:pt x="1643646" y="7620"/>
                  </a:lnTo>
                  <a:lnTo>
                    <a:pt x="1643646" y="22860"/>
                  </a:lnTo>
                  <a:lnTo>
                    <a:pt x="1643646" y="25527"/>
                  </a:lnTo>
                  <a:lnTo>
                    <a:pt x="1643646" y="30060"/>
                  </a:lnTo>
                  <a:lnTo>
                    <a:pt x="1617129" y="30060"/>
                  </a:lnTo>
                  <a:lnTo>
                    <a:pt x="1617129" y="25527"/>
                  </a:lnTo>
                  <a:lnTo>
                    <a:pt x="1615300" y="25527"/>
                  </a:lnTo>
                  <a:lnTo>
                    <a:pt x="1615300" y="22860"/>
                  </a:lnTo>
                  <a:lnTo>
                    <a:pt x="1643646" y="22860"/>
                  </a:lnTo>
                  <a:lnTo>
                    <a:pt x="1643646" y="7620"/>
                  </a:lnTo>
                  <a:lnTo>
                    <a:pt x="1563649" y="7620"/>
                  </a:lnTo>
                  <a:lnTo>
                    <a:pt x="1563649" y="14097"/>
                  </a:lnTo>
                  <a:lnTo>
                    <a:pt x="1538033" y="14097"/>
                  </a:lnTo>
                  <a:lnTo>
                    <a:pt x="1538033" y="40767"/>
                  </a:lnTo>
                  <a:lnTo>
                    <a:pt x="1538033" y="45300"/>
                  </a:lnTo>
                  <a:lnTo>
                    <a:pt x="1538033" y="50203"/>
                  </a:lnTo>
                  <a:lnTo>
                    <a:pt x="1514208" y="50203"/>
                  </a:lnTo>
                  <a:lnTo>
                    <a:pt x="1514208" y="45300"/>
                  </a:lnTo>
                  <a:lnTo>
                    <a:pt x="1512176" y="45300"/>
                  </a:lnTo>
                  <a:lnTo>
                    <a:pt x="1512176" y="40767"/>
                  </a:lnTo>
                  <a:lnTo>
                    <a:pt x="1538033" y="40767"/>
                  </a:lnTo>
                  <a:lnTo>
                    <a:pt x="1538033" y="14097"/>
                  </a:lnTo>
                  <a:lnTo>
                    <a:pt x="1497584" y="14097"/>
                  </a:lnTo>
                  <a:lnTo>
                    <a:pt x="1497584" y="25527"/>
                  </a:lnTo>
                  <a:lnTo>
                    <a:pt x="1497584" y="30060"/>
                  </a:lnTo>
                  <a:lnTo>
                    <a:pt x="1466570" y="30060"/>
                  </a:lnTo>
                  <a:lnTo>
                    <a:pt x="1466570" y="25527"/>
                  </a:lnTo>
                  <a:lnTo>
                    <a:pt x="1465148" y="25527"/>
                  </a:lnTo>
                  <a:lnTo>
                    <a:pt x="1465148" y="14097"/>
                  </a:lnTo>
                  <a:lnTo>
                    <a:pt x="1387030" y="14097"/>
                  </a:lnTo>
                  <a:lnTo>
                    <a:pt x="1387030" y="40767"/>
                  </a:lnTo>
                  <a:lnTo>
                    <a:pt x="1387030" y="45300"/>
                  </a:lnTo>
                  <a:lnTo>
                    <a:pt x="1387030" y="50634"/>
                  </a:lnTo>
                  <a:lnTo>
                    <a:pt x="1359611" y="50634"/>
                  </a:lnTo>
                  <a:lnTo>
                    <a:pt x="1359611" y="45300"/>
                  </a:lnTo>
                  <a:lnTo>
                    <a:pt x="1358480" y="45300"/>
                  </a:lnTo>
                  <a:lnTo>
                    <a:pt x="1358480" y="40767"/>
                  </a:lnTo>
                  <a:lnTo>
                    <a:pt x="1387030" y="40767"/>
                  </a:lnTo>
                  <a:lnTo>
                    <a:pt x="1387030" y="14097"/>
                  </a:lnTo>
                  <a:lnTo>
                    <a:pt x="1345679" y="14097"/>
                  </a:lnTo>
                  <a:lnTo>
                    <a:pt x="1345679" y="25527"/>
                  </a:lnTo>
                  <a:lnTo>
                    <a:pt x="1345679" y="30060"/>
                  </a:lnTo>
                  <a:lnTo>
                    <a:pt x="1319161" y="30060"/>
                  </a:lnTo>
                  <a:lnTo>
                    <a:pt x="1319161" y="25527"/>
                  </a:lnTo>
                  <a:lnTo>
                    <a:pt x="1318552" y="25527"/>
                  </a:lnTo>
                  <a:lnTo>
                    <a:pt x="1318552" y="14097"/>
                  </a:lnTo>
                  <a:lnTo>
                    <a:pt x="1233322" y="14097"/>
                  </a:lnTo>
                  <a:lnTo>
                    <a:pt x="1233322" y="40767"/>
                  </a:lnTo>
                  <a:lnTo>
                    <a:pt x="1233322" y="45300"/>
                  </a:lnTo>
                  <a:lnTo>
                    <a:pt x="1233322" y="49695"/>
                  </a:lnTo>
                  <a:lnTo>
                    <a:pt x="1206347" y="49695"/>
                  </a:lnTo>
                  <a:lnTo>
                    <a:pt x="1206347" y="40767"/>
                  </a:lnTo>
                  <a:lnTo>
                    <a:pt x="1233322" y="40767"/>
                  </a:lnTo>
                  <a:lnTo>
                    <a:pt x="1233322" y="14097"/>
                  </a:lnTo>
                  <a:lnTo>
                    <a:pt x="1193774" y="14097"/>
                  </a:lnTo>
                  <a:lnTo>
                    <a:pt x="1193774" y="25527"/>
                  </a:lnTo>
                  <a:lnTo>
                    <a:pt x="1193774" y="29565"/>
                  </a:lnTo>
                  <a:lnTo>
                    <a:pt x="1170406" y="29565"/>
                  </a:lnTo>
                  <a:lnTo>
                    <a:pt x="1170406" y="24650"/>
                  </a:lnTo>
                  <a:lnTo>
                    <a:pt x="1170406" y="13220"/>
                  </a:lnTo>
                  <a:lnTo>
                    <a:pt x="1081862" y="13220"/>
                  </a:lnTo>
                  <a:lnTo>
                    <a:pt x="1081862" y="39890"/>
                  </a:lnTo>
                  <a:lnTo>
                    <a:pt x="1081862" y="50838"/>
                  </a:lnTo>
                  <a:lnTo>
                    <a:pt x="1054455" y="50838"/>
                  </a:lnTo>
                  <a:lnTo>
                    <a:pt x="1054455" y="39890"/>
                  </a:lnTo>
                  <a:lnTo>
                    <a:pt x="1081862" y="39890"/>
                  </a:lnTo>
                  <a:lnTo>
                    <a:pt x="1081862" y="13220"/>
                  </a:lnTo>
                  <a:lnTo>
                    <a:pt x="1047292" y="13220"/>
                  </a:lnTo>
                  <a:lnTo>
                    <a:pt x="1047292" y="24650"/>
                  </a:lnTo>
                  <a:lnTo>
                    <a:pt x="1046822" y="24650"/>
                  </a:lnTo>
                  <a:lnTo>
                    <a:pt x="1046822" y="29565"/>
                  </a:lnTo>
                  <a:lnTo>
                    <a:pt x="1021194" y="29565"/>
                  </a:lnTo>
                  <a:lnTo>
                    <a:pt x="1021194" y="13525"/>
                  </a:lnTo>
                  <a:lnTo>
                    <a:pt x="927747" y="13525"/>
                  </a:lnTo>
                  <a:lnTo>
                    <a:pt x="927747" y="39890"/>
                  </a:lnTo>
                  <a:lnTo>
                    <a:pt x="926744" y="45847"/>
                  </a:lnTo>
                  <a:lnTo>
                    <a:pt x="926744" y="50203"/>
                  </a:lnTo>
                  <a:lnTo>
                    <a:pt x="898779" y="50203"/>
                  </a:lnTo>
                  <a:lnTo>
                    <a:pt x="898779" y="39890"/>
                  </a:lnTo>
                  <a:lnTo>
                    <a:pt x="927747" y="39890"/>
                  </a:lnTo>
                  <a:lnTo>
                    <a:pt x="927747" y="13525"/>
                  </a:lnTo>
                  <a:lnTo>
                    <a:pt x="895350" y="13525"/>
                  </a:lnTo>
                  <a:lnTo>
                    <a:pt x="893483" y="25006"/>
                  </a:lnTo>
                  <a:lnTo>
                    <a:pt x="893483" y="29565"/>
                  </a:lnTo>
                  <a:lnTo>
                    <a:pt x="870915" y="29565"/>
                  </a:lnTo>
                  <a:lnTo>
                    <a:pt x="870915" y="13525"/>
                  </a:lnTo>
                  <a:lnTo>
                    <a:pt x="774039" y="13525"/>
                  </a:lnTo>
                  <a:lnTo>
                    <a:pt x="774039" y="39890"/>
                  </a:lnTo>
                  <a:lnTo>
                    <a:pt x="772210" y="45847"/>
                  </a:lnTo>
                  <a:lnTo>
                    <a:pt x="772210" y="50203"/>
                  </a:lnTo>
                  <a:lnTo>
                    <a:pt x="747979" y="50203"/>
                  </a:lnTo>
                  <a:lnTo>
                    <a:pt x="747979" y="39890"/>
                  </a:lnTo>
                  <a:lnTo>
                    <a:pt x="774039" y="39890"/>
                  </a:lnTo>
                  <a:lnTo>
                    <a:pt x="774039" y="13525"/>
                  </a:lnTo>
                  <a:lnTo>
                    <a:pt x="748461" y="13525"/>
                  </a:lnTo>
                  <a:lnTo>
                    <a:pt x="744347" y="25006"/>
                  </a:lnTo>
                  <a:lnTo>
                    <a:pt x="744347" y="29565"/>
                  </a:lnTo>
                  <a:lnTo>
                    <a:pt x="721017" y="29565"/>
                  </a:lnTo>
                  <a:lnTo>
                    <a:pt x="721017" y="13525"/>
                  </a:lnTo>
                  <a:lnTo>
                    <a:pt x="623874" y="13525"/>
                  </a:lnTo>
                  <a:lnTo>
                    <a:pt x="623874" y="39890"/>
                  </a:lnTo>
                  <a:lnTo>
                    <a:pt x="621665" y="45847"/>
                  </a:lnTo>
                  <a:lnTo>
                    <a:pt x="621665" y="50203"/>
                  </a:lnTo>
                  <a:lnTo>
                    <a:pt x="596049" y="50203"/>
                  </a:lnTo>
                  <a:lnTo>
                    <a:pt x="596049" y="39890"/>
                  </a:lnTo>
                  <a:lnTo>
                    <a:pt x="623874" y="39890"/>
                  </a:lnTo>
                  <a:lnTo>
                    <a:pt x="623874" y="13525"/>
                  </a:lnTo>
                  <a:lnTo>
                    <a:pt x="599884" y="13525"/>
                  </a:lnTo>
                  <a:lnTo>
                    <a:pt x="595591" y="25006"/>
                  </a:lnTo>
                  <a:lnTo>
                    <a:pt x="595591" y="29565"/>
                  </a:lnTo>
                  <a:lnTo>
                    <a:pt x="570877" y="29565"/>
                  </a:lnTo>
                  <a:lnTo>
                    <a:pt x="570877" y="13525"/>
                  </a:lnTo>
                  <a:lnTo>
                    <a:pt x="466598" y="13525"/>
                  </a:lnTo>
                  <a:lnTo>
                    <a:pt x="466598" y="39890"/>
                  </a:lnTo>
                  <a:lnTo>
                    <a:pt x="463689" y="45847"/>
                  </a:lnTo>
                  <a:lnTo>
                    <a:pt x="463689" y="50203"/>
                  </a:lnTo>
                  <a:lnTo>
                    <a:pt x="450443" y="50203"/>
                  </a:lnTo>
                  <a:lnTo>
                    <a:pt x="450443" y="39890"/>
                  </a:lnTo>
                  <a:lnTo>
                    <a:pt x="466598" y="39890"/>
                  </a:lnTo>
                  <a:lnTo>
                    <a:pt x="466598" y="13525"/>
                  </a:lnTo>
                  <a:lnTo>
                    <a:pt x="449986" y="13525"/>
                  </a:lnTo>
                  <a:lnTo>
                    <a:pt x="444144" y="25006"/>
                  </a:lnTo>
                  <a:lnTo>
                    <a:pt x="444144" y="29565"/>
                  </a:lnTo>
                  <a:lnTo>
                    <a:pt x="427062" y="29565"/>
                  </a:lnTo>
                  <a:lnTo>
                    <a:pt x="427062" y="13525"/>
                  </a:lnTo>
                  <a:lnTo>
                    <a:pt x="317385" y="13525"/>
                  </a:lnTo>
                  <a:lnTo>
                    <a:pt x="317385" y="39890"/>
                  </a:lnTo>
                  <a:lnTo>
                    <a:pt x="313537" y="45847"/>
                  </a:lnTo>
                  <a:lnTo>
                    <a:pt x="313537" y="50203"/>
                  </a:lnTo>
                  <a:lnTo>
                    <a:pt x="296735" y="50203"/>
                  </a:lnTo>
                  <a:lnTo>
                    <a:pt x="296735" y="39890"/>
                  </a:lnTo>
                  <a:lnTo>
                    <a:pt x="317385" y="39890"/>
                  </a:lnTo>
                  <a:lnTo>
                    <a:pt x="317385" y="13525"/>
                  </a:lnTo>
                  <a:lnTo>
                    <a:pt x="301244" y="13525"/>
                  </a:lnTo>
                  <a:lnTo>
                    <a:pt x="293585" y="25006"/>
                  </a:lnTo>
                  <a:lnTo>
                    <a:pt x="293585" y="29565"/>
                  </a:lnTo>
                  <a:lnTo>
                    <a:pt x="278752" y="29565"/>
                  </a:lnTo>
                  <a:lnTo>
                    <a:pt x="278752" y="13525"/>
                  </a:lnTo>
                  <a:lnTo>
                    <a:pt x="86575" y="13525"/>
                  </a:lnTo>
                  <a:lnTo>
                    <a:pt x="72466" y="25006"/>
                  </a:lnTo>
                  <a:lnTo>
                    <a:pt x="72466" y="29565"/>
                  </a:lnTo>
                  <a:lnTo>
                    <a:pt x="66852" y="29565"/>
                  </a:lnTo>
                  <a:lnTo>
                    <a:pt x="48209" y="45847"/>
                  </a:lnTo>
                  <a:lnTo>
                    <a:pt x="48209" y="50203"/>
                  </a:lnTo>
                  <a:lnTo>
                    <a:pt x="44030" y="50203"/>
                  </a:lnTo>
                  <a:lnTo>
                    <a:pt x="25019" y="65887"/>
                  </a:lnTo>
                  <a:lnTo>
                    <a:pt x="25019" y="81178"/>
                  </a:lnTo>
                  <a:lnTo>
                    <a:pt x="56184" y="81178"/>
                  </a:lnTo>
                  <a:lnTo>
                    <a:pt x="25" y="88201"/>
                  </a:lnTo>
                  <a:lnTo>
                    <a:pt x="0" y="99466"/>
                  </a:lnTo>
                  <a:lnTo>
                    <a:pt x="762" y="100330"/>
                  </a:lnTo>
                  <a:lnTo>
                    <a:pt x="125183" y="100330"/>
                  </a:lnTo>
                  <a:lnTo>
                    <a:pt x="126352" y="99822"/>
                  </a:lnTo>
                  <a:lnTo>
                    <a:pt x="142341" y="81305"/>
                  </a:lnTo>
                  <a:lnTo>
                    <a:pt x="142341" y="81178"/>
                  </a:lnTo>
                  <a:lnTo>
                    <a:pt x="212064" y="81178"/>
                  </a:lnTo>
                  <a:lnTo>
                    <a:pt x="153962" y="88366"/>
                  </a:lnTo>
                  <a:lnTo>
                    <a:pt x="153962" y="98793"/>
                  </a:lnTo>
                  <a:lnTo>
                    <a:pt x="155740" y="100330"/>
                  </a:lnTo>
                  <a:lnTo>
                    <a:pt x="285407" y="100330"/>
                  </a:lnTo>
                  <a:lnTo>
                    <a:pt x="287591" y="99148"/>
                  </a:lnTo>
                  <a:lnTo>
                    <a:pt x="297992" y="81381"/>
                  </a:lnTo>
                  <a:lnTo>
                    <a:pt x="297992" y="81178"/>
                  </a:lnTo>
                  <a:lnTo>
                    <a:pt x="353809" y="81178"/>
                  </a:lnTo>
                  <a:lnTo>
                    <a:pt x="353809" y="60540"/>
                  </a:lnTo>
                  <a:lnTo>
                    <a:pt x="375691" y="60540"/>
                  </a:lnTo>
                  <a:lnTo>
                    <a:pt x="372910" y="65887"/>
                  </a:lnTo>
                  <a:lnTo>
                    <a:pt x="372910" y="80848"/>
                  </a:lnTo>
                  <a:lnTo>
                    <a:pt x="311899" y="88341"/>
                  </a:lnTo>
                  <a:lnTo>
                    <a:pt x="311899" y="98742"/>
                  </a:lnTo>
                  <a:lnTo>
                    <a:pt x="313702" y="100330"/>
                  </a:lnTo>
                  <a:lnTo>
                    <a:pt x="446024" y="100330"/>
                  </a:lnTo>
                  <a:lnTo>
                    <a:pt x="447154" y="99656"/>
                  </a:lnTo>
                  <a:lnTo>
                    <a:pt x="455371" y="81508"/>
                  </a:lnTo>
                  <a:lnTo>
                    <a:pt x="455371" y="81178"/>
                  </a:lnTo>
                  <a:lnTo>
                    <a:pt x="511556" y="81178"/>
                  </a:lnTo>
                  <a:lnTo>
                    <a:pt x="511556" y="60540"/>
                  </a:lnTo>
                  <a:lnTo>
                    <a:pt x="532485" y="60540"/>
                  </a:lnTo>
                  <a:lnTo>
                    <a:pt x="529983" y="65887"/>
                  </a:lnTo>
                  <a:lnTo>
                    <a:pt x="529983" y="81178"/>
                  </a:lnTo>
                  <a:lnTo>
                    <a:pt x="545642" y="81178"/>
                  </a:lnTo>
                  <a:lnTo>
                    <a:pt x="473341" y="88163"/>
                  </a:lnTo>
                  <a:lnTo>
                    <a:pt x="473290" y="99428"/>
                  </a:lnTo>
                  <a:lnTo>
                    <a:pt x="474179" y="100342"/>
                  </a:lnTo>
                  <a:lnTo>
                    <a:pt x="643255" y="100342"/>
                  </a:lnTo>
                  <a:lnTo>
                    <a:pt x="644652" y="99466"/>
                  </a:lnTo>
                  <a:lnTo>
                    <a:pt x="651522" y="81699"/>
                  </a:lnTo>
                  <a:lnTo>
                    <a:pt x="651522" y="81178"/>
                  </a:lnTo>
                  <a:lnTo>
                    <a:pt x="658533" y="81178"/>
                  </a:lnTo>
                  <a:lnTo>
                    <a:pt x="661606" y="81178"/>
                  </a:lnTo>
                  <a:lnTo>
                    <a:pt x="664286" y="79260"/>
                  </a:lnTo>
                  <a:lnTo>
                    <a:pt x="666508" y="69951"/>
                  </a:lnTo>
                  <a:lnTo>
                    <a:pt x="666508" y="60540"/>
                  </a:lnTo>
                  <a:lnTo>
                    <a:pt x="689140" y="60540"/>
                  </a:lnTo>
                  <a:lnTo>
                    <a:pt x="686828" y="65874"/>
                  </a:lnTo>
                  <a:lnTo>
                    <a:pt x="686828" y="77635"/>
                  </a:lnTo>
                  <a:lnTo>
                    <a:pt x="816089" y="77635"/>
                  </a:lnTo>
                  <a:lnTo>
                    <a:pt x="816089" y="60540"/>
                  </a:lnTo>
                  <a:lnTo>
                    <a:pt x="849477" y="60540"/>
                  </a:lnTo>
                  <a:lnTo>
                    <a:pt x="848537" y="65874"/>
                  </a:lnTo>
                  <a:lnTo>
                    <a:pt x="848537" y="77635"/>
                  </a:lnTo>
                  <a:lnTo>
                    <a:pt x="975360" y="77635"/>
                  </a:lnTo>
                  <a:lnTo>
                    <a:pt x="975360" y="60540"/>
                  </a:lnTo>
                  <a:lnTo>
                    <a:pt x="1004989" y="60540"/>
                  </a:lnTo>
                  <a:lnTo>
                    <a:pt x="1004989" y="66078"/>
                  </a:lnTo>
                  <a:lnTo>
                    <a:pt x="1004570" y="66078"/>
                  </a:lnTo>
                  <a:lnTo>
                    <a:pt x="1004570" y="74968"/>
                  </a:lnTo>
                  <a:lnTo>
                    <a:pt x="1129957" y="74968"/>
                  </a:lnTo>
                  <a:lnTo>
                    <a:pt x="1129957" y="66078"/>
                  </a:lnTo>
                  <a:lnTo>
                    <a:pt x="1129957" y="60528"/>
                  </a:lnTo>
                  <a:lnTo>
                    <a:pt x="1160513" y="60528"/>
                  </a:lnTo>
                  <a:lnTo>
                    <a:pt x="1160513" y="66205"/>
                  </a:lnTo>
                  <a:lnTo>
                    <a:pt x="1160513" y="77635"/>
                  </a:lnTo>
                  <a:lnTo>
                    <a:pt x="1285900" y="77635"/>
                  </a:lnTo>
                  <a:lnTo>
                    <a:pt x="1285900" y="66205"/>
                  </a:lnTo>
                  <a:lnTo>
                    <a:pt x="1285227" y="66205"/>
                  </a:lnTo>
                  <a:lnTo>
                    <a:pt x="1285227" y="60540"/>
                  </a:lnTo>
                  <a:lnTo>
                    <a:pt x="1316913" y="60540"/>
                  </a:lnTo>
                  <a:lnTo>
                    <a:pt x="1316913" y="65874"/>
                  </a:lnTo>
                  <a:lnTo>
                    <a:pt x="1316913" y="79844"/>
                  </a:lnTo>
                  <a:lnTo>
                    <a:pt x="1440510" y="79844"/>
                  </a:lnTo>
                  <a:lnTo>
                    <a:pt x="1440510" y="65874"/>
                  </a:lnTo>
                  <a:lnTo>
                    <a:pt x="1438973" y="65874"/>
                  </a:lnTo>
                  <a:lnTo>
                    <a:pt x="1438973" y="60540"/>
                  </a:lnTo>
                  <a:lnTo>
                    <a:pt x="1467015" y="60540"/>
                  </a:lnTo>
                  <a:lnTo>
                    <a:pt x="1467015" y="77774"/>
                  </a:lnTo>
                  <a:lnTo>
                    <a:pt x="1469351" y="79844"/>
                  </a:lnTo>
                  <a:lnTo>
                    <a:pt x="1472044" y="79844"/>
                  </a:lnTo>
                  <a:lnTo>
                    <a:pt x="1472057" y="82435"/>
                  </a:lnTo>
                  <a:lnTo>
                    <a:pt x="1476095" y="99136"/>
                  </a:lnTo>
                  <a:lnTo>
                    <a:pt x="1477772" y="100342"/>
                  </a:lnTo>
                  <a:lnTo>
                    <a:pt x="1646707" y="100342"/>
                  </a:lnTo>
                  <a:lnTo>
                    <a:pt x="1648129" y="98920"/>
                  </a:lnTo>
                  <a:lnTo>
                    <a:pt x="1648079" y="87071"/>
                  </a:lnTo>
                  <a:lnTo>
                    <a:pt x="1566227" y="79844"/>
                  </a:lnTo>
                  <a:lnTo>
                    <a:pt x="1599145" y="79844"/>
                  </a:lnTo>
                  <a:lnTo>
                    <a:pt x="1599145" y="65887"/>
                  </a:lnTo>
                  <a:lnTo>
                    <a:pt x="1596834" y="60540"/>
                  </a:lnTo>
                  <a:lnTo>
                    <a:pt x="1621180" y="60540"/>
                  </a:lnTo>
                  <a:lnTo>
                    <a:pt x="1621180" y="65938"/>
                  </a:lnTo>
                  <a:lnTo>
                    <a:pt x="1621180" y="81178"/>
                  </a:lnTo>
                  <a:lnTo>
                    <a:pt x="1673098" y="81178"/>
                  </a:lnTo>
                  <a:lnTo>
                    <a:pt x="1673110" y="82207"/>
                  </a:lnTo>
                  <a:lnTo>
                    <a:pt x="1679028" y="99237"/>
                  </a:lnTo>
                  <a:lnTo>
                    <a:pt x="1680730" y="100355"/>
                  </a:lnTo>
                  <a:lnTo>
                    <a:pt x="1808149" y="100355"/>
                  </a:lnTo>
                  <a:lnTo>
                    <a:pt x="1809356" y="99225"/>
                  </a:lnTo>
                  <a:lnTo>
                    <a:pt x="1809432" y="87464"/>
                  </a:lnTo>
                  <a:lnTo>
                    <a:pt x="1733753" y="81178"/>
                  </a:lnTo>
                  <a:lnTo>
                    <a:pt x="1756841" y="81178"/>
                  </a:lnTo>
                  <a:lnTo>
                    <a:pt x="1756841" y="65938"/>
                  </a:lnTo>
                  <a:lnTo>
                    <a:pt x="1753400" y="65938"/>
                  </a:lnTo>
                  <a:lnTo>
                    <a:pt x="1753400" y="60540"/>
                  </a:lnTo>
                  <a:lnTo>
                    <a:pt x="1777377" y="60540"/>
                  </a:lnTo>
                  <a:lnTo>
                    <a:pt x="1777377" y="65938"/>
                  </a:lnTo>
                  <a:lnTo>
                    <a:pt x="1777377" y="81178"/>
                  </a:lnTo>
                  <a:lnTo>
                    <a:pt x="1836674" y="81178"/>
                  </a:lnTo>
                  <a:lnTo>
                    <a:pt x="1836686" y="82346"/>
                  </a:lnTo>
                  <a:lnTo>
                    <a:pt x="1843595" y="99339"/>
                  </a:lnTo>
                  <a:lnTo>
                    <a:pt x="1845208" y="100342"/>
                  </a:lnTo>
                  <a:lnTo>
                    <a:pt x="1969071" y="100342"/>
                  </a:lnTo>
                  <a:lnTo>
                    <a:pt x="1970239" y="99225"/>
                  </a:lnTo>
                  <a:lnTo>
                    <a:pt x="1970278" y="87452"/>
                  </a:lnTo>
                  <a:lnTo>
                    <a:pt x="1917458" y="80479"/>
                  </a:lnTo>
                  <a:lnTo>
                    <a:pt x="1913369" y="80022"/>
                  </a:lnTo>
                  <a:lnTo>
                    <a:pt x="1913369" y="65938"/>
                  </a:lnTo>
                  <a:lnTo>
                    <a:pt x="1909368" y="65938"/>
                  </a:lnTo>
                  <a:lnTo>
                    <a:pt x="1909368" y="60540"/>
                  </a:lnTo>
                  <a:lnTo>
                    <a:pt x="1934794" y="60540"/>
                  </a:lnTo>
                  <a:lnTo>
                    <a:pt x="1934794" y="81178"/>
                  </a:lnTo>
                  <a:lnTo>
                    <a:pt x="1992439" y="81178"/>
                  </a:lnTo>
                  <a:lnTo>
                    <a:pt x="1992464" y="82677"/>
                  </a:lnTo>
                  <a:lnTo>
                    <a:pt x="2000694" y="99034"/>
                  </a:lnTo>
                  <a:lnTo>
                    <a:pt x="2002967" y="100342"/>
                  </a:lnTo>
                  <a:lnTo>
                    <a:pt x="2129840" y="100342"/>
                  </a:lnTo>
                  <a:lnTo>
                    <a:pt x="2131491" y="98780"/>
                  </a:lnTo>
                  <a:lnTo>
                    <a:pt x="2131542" y="86563"/>
                  </a:lnTo>
                  <a:lnTo>
                    <a:pt x="2109139" y="81178"/>
                  </a:lnTo>
                  <a:lnTo>
                    <a:pt x="2265324" y="81178"/>
                  </a:lnTo>
                  <a:lnTo>
                    <a:pt x="2265324" y="65887"/>
                  </a:lnTo>
                  <a:close/>
                </a:path>
              </a:pathLst>
            </a:custGeom>
            <a:solidFill>
              <a:srgbClr val="4A4A4D"/>
            </a:solidFill>
          </p:spPr>
          <p:txBody>
            <a:bodyPr wrap="square" lIns="0" tIns="0" rIns="0" bIns="0" rtlCol="0"/>
            <a:lstStyle/>
            <a:p>
              <a:endParaRPr/>
            </a:p>
          </p:txBody>
        </p:sp>
        <p:sp>
          <p:nvSpPr>
            <p:cNvPr id="50" name="object 34">
              <a:extLst>
                <a:ext uri="{FF2B5EF4-FFF2-40B4-BE49-F238E27FC236}">
                  <a16:creationId xmlns:a16="http://schemas.microsoft.com/office/drawing/2014/main" id="{057F31B6-6C4A-A654-60A7-7516322EDAAA}"/>
                </a:ext>
              </a:extLst>
            </p:cNvPr>
            <p:cNvSpPr/>
            <p:nvPr/>
          </p:nvSpPr>
          <p:spPr>
            <a:xfrm>
              <a:off x="8220831" y="5577541"/>
              <a:ext cx="1593215" cy="35560"/>
            </a:xfrm>
            <a:custGeom>
              <a:avLst/>
              <a:gdLst/>
              <a:ahLst/>
              <a:cxnLst/>
              <a:rect l="l" t="t" r="r" b="b"/>
              <a:pathLst>
                <a:path w="1593215" h="35560">
                  <a:moveTo>
                    <a:pt x="139776" y="0"/>
                  </a:moveTo>
                  <a:lnTo>
                    <a:pt x="26073" y="0"/>
                  </a:lnTo>
                  <a:lnTo>
                    <a:pt x="17983" y="6400"/>
                  </a:lnTo>
                  <a:lnTo>
                    <a:pt x="17983" y="12217"/>
                  </a:lnTo>
                  <a:lnTo>
                    <a:pt x="10782" y="12217"/>
                  </a:lnTo>
                  <a:lnTo>
                    <a:pt x="0" y="20637"/>
                  </a:lnTo>
                  <a:lnTo>
                    <a:pt x="0" y="35267"/>
                  </a:lnTo>
                  <a:lnTo>
                    <a:pt x="127190" y="35267"/>
                  </a:lnTo>
                  <a:lnTo>
                    <a:pt x="127190" y="16433"/>
                  </a:lnTo>
                  <a:lnTo>
                    <a:pt x="135509" y="16433"/>
                  </a:lnTo>
                  <a:lnTo>
                    <a:pt x="137858" y="16433"/>
                  </a:lnTo>
                  <a:lnTo>
                    <a:pt x="139776" y="14719"/>
                  </a:lnTo>
                  <a:lnTo>
                    <a:pt x="139776" y="0"/>
                  </a:lnTo>
                  <a:close/>
                </a:path>
                <a:path w="1593215" h="35560">
                  <a:moveTo>
                    <a:pt x="274599" y="12217"/>
                  </a:moveTo>
                  <a:lnTo>
                    <a:pt x="155498" y="12217"/>
                  </a:lnTo>
                  <a:lnTo>
                    <a:pt x="148310" y="20637"/>
                  </a:lnTo>
                  <a:lnTo>
                    <a:pt x="148310" y="35267"/>
                  </a:lnTo>
                  <a:lnTo>
                    <a:pt x="274599" y="35267"/>
                  </a:lnTo>
                  <a:lnTo>
                    <a:pt x="274599" y="12217"/>
                  </a:lnTo>
                  <a:close/>
                </a:path>
                <a:path w="1593215" h="35560">
                  <a:moveTo>
                    <a:pt x="418414" y="12217"/>
                  </a:moveTo>
                  <a:lnTo>
                    <a:pt x="297522" y="12217"/>
                  </a:lnTo>
                  <a:lnTo>
                    <a:pt x="291680" y="20637"/>
                  </a:lnTo>
                  <a:lnTo>
                    <a:pt x="291680" y="35267"/>
                  </a:lnTo>
                  <a:lnTo>
                    <a:pt x="418414" y="35267"/>
                  </a:lnTo>
                  <a:lnTo>
                    <a:pt x="418414" y="12217"/>
                  </a:lnTo>
                  <a:close/>
                </a:path>
                <a:path w="1593215" h="35560">
                  <a:moveTo>
                    <a:pt x="560882" y="12217"/>
                  </a:moveTo>
                  <a:lnTo>
                    <a:pt x="448081" y="12217"/>
                  </a:lnTo>
                  <a:lnTo>
                    <a:pt x="444030" y="20637"/>
                  </a:lnTo>
                  <a:lnTo>
                    <a:pt x="444030" y="35267"/>
                  </a:lnTo>
                  <a:lnTo>
                    <a:pt x="560882" y="35267"/>
                  </a:lnTo>
                  <a:lnTo>
                    <a:pt x="560882" y="12217"/>
                  </a:lnTo>
                  <a:close/>
                </a:path>
                <a:path w="1593215" h="35560">
                  <a:moveTo>
                    <a:pt x="706945" y="12217"/>
                  </a:moveTo>
                  <a:lnTo>
                    <a:pt x="588746" y="12217"/>
                  </a:lnTo>
                  <a:lnTo>
                    <a:pt x="585597" y="20637"/>
                  </a:lnTo>
                  <a:lnTo>
                    <a:pt x="585597" y="35267"/>
                  </a:lnTo>
                  <a:lnTo>
                    <a:pt x="706945" y="35267"/>
                  </a:lnTo>
                  <a:lnTo>
                    <a:pt x="706945" y="12217"/>
                  </a:lnTo>
                  <a:close/>
                </a:path>
                <a:path w="1593215" h="35560">
                  <a:moveTo>
                    <a:pt x="855243" y="12407"/>
                  </a:moveTo>
                  <a:lnTo>
                    <a:pt x="737971" y="12407"/>
                  </a:lnTo>
                  <a:lnTo>
                    <a:pt x="737971" y="20027"/>
                  </a:lnTo>
                  <a:lnTo>
                    <a:pt x="737501" y="20027"/>
                  </a:lnTo>
                  <a:lnTo>
                    <a:pt x="737501" y="35267"/>
                  </a:lnTo>
                  <a:lnTo>
                    <a:pt x="855243" y="35267"/>
                  </a:lnTo>
                  <a:lnTo>
                    <a:pt x="855243" y="20027"/>
                  </a:lnTo>
                  <a:lnTo>
                    <a:pt x="855243" y="12407"/>
                  </a:lnTo>
                  <a:close/>
                </a:path>
                <a:path w="1593215" h="35560">
                  <a:moveTo>
                    <a:pt x="1004011" y="20027"/>
                  </a:moveTo>
                  <a:lnTo>
                    <a:pt x="1003769" y="20027"/>
                  </a:lnTo>
                  <a:lnTo>
                    <a:pt x="1003769" y="12407"/>
                  </a:lnTo>
                  <a:lnTo>
                    <a:pt x="880872" y="12407"/>
                  </a:lnTo>
                  <a:lnTo>
                    <a:pt x="880872" y="20027"/>
                  </a:lnTo>
                  <a:lnTo>
                    <a:pt x="880872" y="35267"/>
                  </a:lnTo>
                  <a:lnTo>
                    <a:pt x="1004011" y="35267"/>
                  </a:lnTo>
                  <a:lnTo>
                    <a:pt x="1004011" y="20027"/>
                  </a:lnTo>
                  <a:close/>
                </a:path>
                <a:path w="1593215" h="35560">
                  <a:moveTo>
                    <a:pt x="1152321" y="12217"/>
                  </a:moveTo>
                  <a:lnTo>
                    <a:pt x="1026934" y="12217"/>
                  </a:lnTo>
                  <a:lnTo>
                    <a:pt x="1026934" y="35267"/>
                  </a:lnTo>
                  <a:lnTo>
                    <a:pt x="1152321" y="35267"/>
                  </a:lnTo>
                  <a:lnTo>
                    <a:pt x="1152321" y="12217"/>
                  </a:lnTo>
                  <a:close/>
                </a:path>
                <a:path w="1593215" h="35560">
                  <a:moveTo>
                    <a:pt x="1297025" y="20027"/>
                  </a:moveTo>
                  <a:lnTo>
                    <a:pt x="1296314" y="20027"/>
                  </a:lnTo>
                  <a:lnTo>
                    <a:pt x="1296314" y="12407"/>
                  </a:lnTo>
                  <a:lnTo>
                    <a:pt x="1177036" y="12407"/>
                  </a:lnTo>
                  <a:lnTo>
                    <a:pt x="1177036" y="20027"/>
                  </a:lnTo>
                  <a:lnTo>
                    <a:pt x="1177036" y="35267"/>
                  </a:lnTo>
                  <a:lnTo>
                    <a:pt x="1297025" y="35267"/>
                  </a:lnTo>
                  <a:lnTo>
                    <a:pt x="1297025" y="20027"/>
                  </a:lnTo>
                  <a:close/>
                </a:path>
                <a:path w="1593215" h="35560">
                  <a:moveTo>
                    <a:pt x="1441297" y="20027"/>
                  </a:moveTo>
                  <a:lnTo>
                    <a:pt x="1440116" y="20027"/>
                  </a:lnTo>
                  <a:lnTo>
                    <a:pt x="1440116" y="12407"/>
                  </a:lnTo>
                  <a:lnTo>
                    <a:pt x="1324432" y="12407"/>
                  </a:lnTo>
                  <a:lnTo>
                    <a:pt x="1324432" y="20027"/>
                  </a:lnTo>
                  <a:lnTo>
                    <a:pt x="1324432" y="35267"/>
                  </a:lnTo>
                  <a:lnTo>
                    <a:pt x="1441297" y="35267"/>
                  </a:lnTo>
                  <a:lnTo>
                    <a:pt x="1441297" y="20027"/>
                  </a:lnTo>
                  <a:close/>
                </a:path>
                <a:path w="1593215" h="35560">
                  <a:moveTo>
                    <a:pt x="1592745" y="20027"/>
                  </a:moveTo>
                  <a:lnTo>
                    <a:pt x="1591094" y="20027"/>
                  </a:lnTo>
                  <a:lnTo>
                    <a:pt x="1591094" y="12407"/>
                  </a:lnTo>
                  <a:lnTo>
                    <a:pt x="1470507" y="12407"/>
                  </a:lnTo>
                  <a:lnTo>
                    <a:pt x="1470507" y="20027"/>
                  </a:lnTo>
                  <a:lnTo>
                    <a:pt x="1470507" y="35267"/>
                  </a:lnTo>
                  <a:lnTo>
                    <a:pt x="1592745" y="35267"/>
                  </a:lnTo>
                  <a:lnTo>
                    <a:pt x="1592745" y="20027"/>
                  </a:lnTo>
                  <a:close/>
                </a:path>
              </a:pathLst>
            </a:custGeom>
            <a:solidFill>
              <a:srgbClr val="4A4A4D"/>
            </a:solidFill>
          </p:spPr>
          <p:txBody>
            <a:bodyPr wrap="square" lIns="0" tIns="0" rIns="0" bIns="0" rtlCol="0"/>
            <a:lstStyle/>
            <a:p>
              <a:endParaRPr/>
            </a:p>
          </p:txBody>
        </p:sp>
        <p:sp>
          <p:nvSpPr>
            <p:cNvPr id="51" name="object 35">
              <a:extLst>
                <a:ext uri="{FF2B5EF4-FFF2-40B4-BE49-F238E27FC236}">
                  <a16:creationId xmlns:a16="http://schemas.microsoft.com/office/drawing/2014/main" id="{4BAC5A88-AF52-2D57-8C7B-DCD26DEAD58E}"/>
                </a:ext>
              </a:extLst>
            </p:cNvPr>
            <p:cNvSpPr/>
            <p:nvPr/>
          </p:nvSpPr>
          <p:spPr>
            <a:xfrm>
              <a:off x="8388026" y="5586149"/>
              <a:ext cx="720725" cy="0"/>
            </a:xfrm>
            <a:custGeom>
              <a:avLst/>
              <a:gdLst/>
              <a:ahLst/>
              <a:cxnLst/>
              <a:rect l="l" t="t" r="r" b="b"/>
              <a:pathLst>
                <a:path w="720725">
                  <a:moveTo>
                    <a:pt x="0" y="0"/>
                  </a:moveTo>
                  <a:lnTo>
                    <a:pt x="720416" y="0"/>
                  </a:lnTo>
                </a:path>
              </a:pathLst>
            </a:custGeom>
            <a:ln w="17238">
              <a:solidFill>
                <a:srgbClr val="4A4A4D"/>
              </a:solidFill>
              <a:prstDash val="sysDash"/>
            </a:ln>
          </p:spPr>
          <p:txBody>
            <a:bodyPr wrap="square" lIns="0" tIns="0" rIns="0" bIns="0" rtlCol="0"/>
            <a:lstStyle/>
            <a:p>
              <a:endParaRPr/>
            </a:p>
          </p:txBody>
        </p:sp>
        <p:sp>
          <p:nvSpPr>
            <p:cNvPr id="52" name="object 36">
              <a:extLst>
                <a:ext uri="{FF2B5EF4-FFF2-40B4-BE49-F238E27FC236}">
                  <a16:creationId xmlns:a16="http://schemas.microsoft.com/office/drawing/2014/main" id="{F59F40D8-293C-B681-EAB3-4211CA50569F}"/>
                </a:ext>
              </a:extLst>
            </p:cNvPr>
            <p:cNvSpPr/>
            <p:nvPr/>
          </p:nvSpPr>
          <p:spPr>
            <a:xfrm>
              <a:off x="8220843" y="5576995"/>
              <a:ext cx="2199005" cy="103505"/>
            </a:xfrm>
            <a:custGeom>
              <a:avLst/>
              <a:gdLst/>
              <a:ahLst/>
              <a:cxnLst/>
              <a:rect l="l" t="t" r="r" b="b"/>
              <a:pathLst>
                <a:path w="2199005" h="103504">
                  <a:moveTo>
                    <a:pt x="127177" y="12763"/>
                  </a:moveTo>
                  <a:lnTo>
                    <a:pt x="10782" y="12763"/>
                  </a:lnTo>
                  <a:lnTo>
                    <a:pt x="0" y="21196"/>
                  </a:lnTo>
                  <a:lnTo>
                    <a:pt x="120434" y="21196"/>
                  </a:lnTo>
                  <a:lnTo>
                    <a:pt x="127177" y="12763"/>
                  </a:lnTo>
                  <a:close/>
                </a:path>
                <a:path w="2199005" h="103504">
                  <a:moveTo>
                    <a:pt x="139763" y="546"/>
                  </a:moveTo>
                  <a:lnTo>
                    <a:pt x="26060" y="546"/>
                  </a:lnTo>
                  <a:lnTo>
                    <a:pt x="17970" y="6959"/>
                  </a:lnTo>
                  <a:lnTo>
                    <a:pt x="133921" y="6959"/>
                  </a:lnTo>
                  <a:lnTo>
                    <a:pt x="139763" y="546"/>
                  </a:lnTo>
                  <a:close/>
                </a:path>
                <a:path w="2199005" h="103504">
                  <a:moveTo>
                    <a:pt x="274574" y="12763"/>
                  </a:moveTo>
                  <a:lnTo>
                    <a:pt x="155498" y="12763"/>
                  </a:lnTo>
                  <a:lnTo>
                    <a:pt x="148297" y="21196"/>
                  </a:lnTo>
                  <a:lnTo>
                    <a:pt x="268744" y="21196"/>
                  </a:lnTo>
                  <a:lnTo>
                    <a:pt x="274574" y="12763"/>
                  </a:lnTo>
                  <a:close/>
                </a:path>
                <a:path w="2199005" h="103504">
                  <a:moveTo>
                    <a:pt x="292569" y="546"/>
                  </a:moveTo>
                  <a:lnTo>
                    <a:pt x="172567" y="546"/>
                  </a:lnTo>
                  <a:lnTo>
                    <a:pt x="167170" y="6959"/>
                  </a:lnTo>
                  <a:lnTo>
                    <a:pt x="288518" y="6959"/>
                  </a:lnTo>
                  <a:lnTo>
                    <a:pt x="292569" y="546"/>
                  </a:lnTo>
                  <a:close/>
                </a:path>
                <a:path w="2199005" h="103504">
                  <a:moveTo>
                    <a:pt x="440880" y="546"/>
                  </a:moveTo>
                  <a:lnTo>
                    <a:pt x="320878" y="546"/>
                  </a:lnTo>
                  <a:lnTo>
                    <a:pt x="316826" y="6959"/>
                  </a:lnTo>
                  <a:lnTo>
                    <a:pt x="436829" y="6959"/>
                  </a:lnTo>
                  <a:lnTo>
                    <a:pt x="440880" y="546"/>
                  </a:lnTo>
                  <a:close/>
                </a:path>
                <a:path w="2199005" h="103504">
                  <a:moveTo>
                    <a:pt x="587832" y="546"/>
                  </a:moveTo>
                  <a:lnTo>
                    <a:pt x="474129" y="546"/>
                  </a:lnTo>
                  <a:lnTo>
                    <a:pt x="470090" y="6959"/>
                  </a:lnTo>
                  <a:lnTo>
                    <a:pt x="585127" y="6959"/>
                  </a:lnTo>
                  <a:lnTo>
                    <a:pt x="587832" y="546"/>
                  </a:lnTo>
                  <a:close/>
                </a:path>
                <a:path w="2199005" h="103504">
                  <a:moveTo>
                    <a:pt x="736600" y="546"/>
                  </a:moveTo>
                  <a:lnTo>
                    <a:pt x="618388" y="546"/>
                  </a:lnTo>
                  <a:lnTo>
                    <a:pt x="617042" y="6959"/>
                  </a:lnTo>
                  <a:lnTo>
                    <a:pt x="735241" y="6959"/>
                  </a:lnTo>
                  <a:lnTo>
                    <a:pt x="736600" y="546"/>
                  </a:lnTo>
                  <a:close/>
                </a:path>
                <a:path w="2199005" h="103504">
                  <a:moveTo>
                    <a:pt x="882205" y="63157"/>
                  </a:moveTo>
                  <a:lnTo>
                    <a:pt x="758151" y="63157"/>
                  </a:lnTo>
                  <a:lnTo>
                    <a:pt x="755383" y="78841"/>
                  </a:lnTo>
                  <a:lnTo>
                    <a:pt x="880338" y="78841"/>
                  </a:lnTo>
                  <a:lnTo>
                    <a:pt x="882205" y="63157"/>
                  </a:lnTo>
                  <a:close/>
                </a:path>
                <a:path w="2199005" h="103504">
                  <a:moveTo>
                    <a:pt x="887590" y="546"/>
                  </a:moveTo>
                  <a:lnTo>
                    <a:pt x="770750" y="546"/>
                  </a:lnTo>
                  <a:lnTo>
                    <a:pt x="768946" y="6959"/>
                  </a:lnTo>
                  <a:lnTo>
                    <a:pt x="886701" y="6959"/>
                  </a:lnTo>
                  <a:lnTo>
                    <a:pt x="887590" y="546"/>
                  </a:lnTo>
                  <a:close/>
                </a:path>
                <a:path w="2199005" h="103504">
                  <a:moveTo>
                    <a:pt x="928039" y="26479"/>
                  </a:moveTo>
                  <a:lnTo>
                    <a:pt x="802195" y="26479"/>
                  </a:lnTo>
                  <a:lnTo>
                    <a:pt x="800328" y="37947"/>
                  </a:lnTo>
                  <a:lnTo>
                    <a:pt x="927074" y="37947"/>
                  </a:lnTo>
                  <a:lnTo>
                    <a:pt x="928039" y="26479"/>
                  </a:lnTo>
                  <a:close/>
                </a:path>
                <a:path w="2199005" h="103504">
                  <a:moveTo>
                    <a:pt x="961301" y="42506"/>
                  </a:moveTo>
                  <a:lnTo>
                    <a:pt x="836345" y="42506"/>
                  </a:lnTo>
                  <a:lnTo>
                    <a:pt x="833589" y="58788"/>
                  </a:lnTo>
                  <a:lnTo>
                    <a:pt x="960323" y="58788"/>
                  </a:lnTo>
                  <a:lnTo>
                    <a:pt x="961301" y="42506"/>
                  </a:lnTo>
                  <a:close/>
                </a:path>
                <a:path w="2199005" h="103504">
                  <a:moveTo>
                    <a:pt x="1036802" y="63157"/>
                  </a:moveTo>
                  <a:lnTo>
                    <a:pt x="912317" y="63157"/>
                  </a:lnTo>
                  <a:lnTo>
                    <a:pt x="911415" y="78841"/>
                  </a:lnTo>
                  <a:lnTo>
                    <a:pt x="1036358" y="78841"/>
                  </a:lnTo>
                  <a:lnTo>
                    <a:pt x="1036802" y="63157"/>
                  </a:lnTo>
                  <a:close/>
                </a:path>
                <a:path w="2199005" h="103504">
                  <a:moveTo>
                    <a:pt x="1077252" y="26479"/>
                  </a:moveTo>
                  <a:lnTo>
                    <a:pt x="954557" y="26479"/>
                  </a:lnTo>
                  <a:lnTo>
                    <a:pt x="953668" y="37947"/>
                  </a:lnTo>
                  <a:lnTo>
                    <a:pt x="1076794" y="37947"/>
                  </a:lnTo>
                  <a:lnTo>
                    <a:pt x="1077252" y="26479"/>
                  </a:lnTo>
                  <a:close/>
                </a:path>
                <a:path w="2199005" h="103504">
                  <a:moveTo>
                    <a:pt x="1113193" y="42519"/>
                  </a:moveTo>
                  <a:lnTo>
                    <a:pt x="988707" y="42519"/>
                  </a:lnTo>
                  <a:lnTo>
                    <a:pt x="988707" y="58801"/>
                  </a:lnTo>
                  <a:lnTo>
                    <a:pt x="1113193" y="58801"/>
                  </a:lnTo>
                  <a:lnTo>
                    <a:pt x="1113193" y="42519"/>
                  </a:lnTo>
                  <a:close/>
                </a:path>
                <a:path w="2199005" h="103504">
                  <a:moveTo>
                    <a:pt x="1192758" y="78841"/>
                  </a:moveTo>
                  <a:lnTo>
                    <a:pt x="1191399" y="63157"/>
                  </a:lnTo>
                  <a:lnTo>
                    <a:pt x="1067358" y="63157"/>
                  </a:lnTo>
                  <a:lnTo>
                    <a:pt x="1066914" y="78841"/>
                  </a:lnTo>
                  <a:lnTo>
                    <a:pt x="1192758" y="78841"/>
                  </a:lnTo>
                  <a:close/>
                </a:path>
                <a:path w="2199005" h="103504">
                  <a:moveTo>
                    <a:pt x="1226007" y="37947"/>
                  </a:moveTo>
                  <a:lnTo>
                    <a:pt x="1224661" y="26479"/>
                  </a:lnTo>
                  <a:lnTo>
                    <a:pt x="1100620" y="26479"/>
                  </a:lnTo>
                  <a:lnTo>
                    <a:pt x="1101077" y="37947"/>
                  </a:lnTo>
                  <a:lnTo>
                    <a:pt x="1226007" y="37947"/>
                  </a:lnTo>
                  <a:close/>
                </a:path>
                <a:path w="2199005" h="103504">
                  <a:moveTo>
                    <a:pt x="1266456" y="58788"/>
                  </a:moveTo>
                  <a:lnTo>
                    <a:pt x="1264208" y="42506"/>
                  </a:lnTo>
                  <a:lnTo>
                    <a:pt x="1140167" y="42506"/>
                  </a:lnTo>
                  <a:lnTo>
                    <a:pt x="1140625" y="58788"/>
                  </a:lnTo>
                  <a:lnTo>
                    <a:pt x="1266456" y="58788"/>
                  </a:lnTo>
                  <a:close/>
                </a:path>
                <a:path w="2199005" h="103504">
                  <a:moveTo>
                    <a:pt x="1347355" y="78841"/>
                  </a:moveTo>
                  <a:lnTo>
                    <a:pt x="1344206" y="63144"/>
                  </a:lnTo>
                  <a:lnTo>
                    <a:pt x="1223759" y="63144"/>
                  </a:lnTo>
                  <a:lnTo>
                    <a:pt x="1225118" y="78841"/>
                  </a:lnTo>
                  <a:lnTo>
                    <a:pt x="1347355" y="78841"/>
                  </a:lnTo>
                  <a:close/>
                </a:path>
                <a:path w="2199005" h="103504">
                  <a:moveTo>
                    <a:pt x="1352461" y="101574"/>
                  </a:moveTo>
                  <a:lnTo>
                    <a:pt x="1348727" y="84035"/>
                  </a:lnTo>
                  <a:lnTo>
                    <a:pt x="1346936" y="82715"/>
                  </a:lnTo>
                  <a:lnTo>
                    <a:pt x="590372" y="82715"/>
                  </a:lnTo>
                  <a:lnTo>
                    <a:pt x="588162" y="84201"/>
                  </a:lnTo>
                  <a:lnTo>
                    <a:pt x="582549" y="101917"/>
                  </a:lnTo>
                  <a:lnTo>
                    <a:pt x="583374" y="102882"/>
                  </a:lnTo>
                  <a:lnTo>
                    <a:pt x="1351229" y="102882"/>
                  </a:lnTo>
                  <a:lnTo>
                    <a:pt x="1352461" y="101574"/>
                  </a:lnTo>
                  <a:close/>
                </a:path>
                <a:path w="2199005" h="103504">
                  <a:moveTo>
                    <a:pt x="1373416" y="37947"/>
                  </a:moveTo>
                  <a:lnTo>
                    <a:pt x="1370279" y="26479"/>
                  </a:lnTo>
                  <a:lnTo>
                    <a:pt x="1252524" y="26479"/>
                  </a:lnTo>
                  <a:lnTo>
                    <a:pt x="1253871" y="37947"/>
                  </a:lnTo>
                  <a:lnTo>
                    <a:pt x="1373416" y="37947"/>
                  </a:lnTo>
                  <a:close/>
                </a:path>
                <a:path w="2199005" h="103504">
                  <a:moveTo>
                    <a:pt x="1421053" y="58788"/>
                  </a:moveTo>
                  <a:lnTo>
                    <a:pt x="1417015" y="42506"/>
                  </a:lnTo>
                  <a:lnTo>
                    <a:pt x="1293876" y="42506"/>
                  </a:lnTo>
                  <a:lnTo>
                    <a:pt x="1296111" y="58788"/>
                  </a:lnTo>
                  <a:lnTo>
                    <a:pt x="1421053" y="58788"/>
                  </a:lnTo>
                  <a:close/>
                </a:path>
                <a:path w="2199005" h="103504">
                  <a:moveTo>
                    <a:pt x="1506004" y="78841"/>
                  </a:moveTo>
                  <a:lnTo>
                    <a:pt x="1499260" y="63157"/>
                  </a:lnTo>
                  <a:lnTo>
                    <a:pt x="1373873" y="63157"/>
                  </a:lnTo>
                  <a:lnTo>
                    <a:pt x="1377454" y="78841"/>
                  </a:lnTo>
                  <a:lnTo>
                    <a:pt x="1506004" y="78841"/>
                  </a:lnTo>
                  <a:close/>
                </a:path>
                <a:path w="2199005" h="103504">
                  <a:moveTo>
                    <a:pt x="1523974" y="37947"/>
                  </a:moveTo>
                  <a:lnTo>
                    <a:pt x="1519923" y="26479"/>
                  </a:lnTo>
                  <a:lnTo>
                    <a:pt x="1404429" y="26479"/>
                  </a:lnTo>
                  <a:lnTo>
                    <a:pt x="1407121" y="37947"/>
                  </a:lnTo>
                  <a:lnTo>
                    <a:pt x="1523974" y="37947"/>
                  </a:lnTo>
                  <a:close/>
                </a:path>
                <a:path w="2199005" h="103504">
                  <a:moveTo>
                    <a:pt x="1555508" y="100863"/>
                  </a:moveTo>
                  <a:lnTo>
                    <a:pt x="1548866" y="84569"/>
                  </a:lnTo>
                  <a:lnTo>
                    <a:pt x="1548409" y="83464"/>
                  </a:lnTo>
                  <a:lnTo>
                    <a:pt x="1547215" y="82715"/>
                  </a:lnTo>
                  <a:lnTo>
                    <a:pt x="1379626" y="82715"/>
                  </a:lnTo>
                  <a:lnTo>
                    <a:pt x="1378623" y="83807"/>
                  </a:lnTo>
                  <a:lnTo>
                    <a:pt x="1382941" y="101663"/>
                  </a:lnTo>
                  <a:lnTo>
                    <a:pt x="1384630" y="102882"/>
                  </a:lnTo>
                  <a:lnTo>
                    <a:pt x="1553921" y="102882"/>
                  </a:lnTo>
                  <a:lnTo>
                    <a:pt x="1555508" y="100863"/>
                  </a:lnTo>
                  <a:close/>
                </a:path>
                <a:path w="2199005" h="103504">
                  <a:moveTo>
                    <a:pt x="1576108" y="58801"/>
                  </a:moveTo>
                  <a:lnTo>
                    <a:pt x="1569364" y="42519"/>
                  </a:lnTo>
                  <a:lnTo>
                    <a:pt x="1444879" y="42519"/>
                  </a:lnTo>
                  <a:lnTo>
                    <a:pt x="1449362" y="58801"/>
                  </a:lnTo>
                  <a:lnTo>
                    <a:pt x="1576108" y="58801"/>
                  </a:lnTo>
                  <a:close/>
                </a:path>
                <a:path w="2199005" h="103504">
                  <a:moveTo>
                    <a:pt x="1663687" y="78841"/>
                  </a:moveTo>
                  <a:lnTo>
                    <a:pt x="1656549" y="63144"/>
                  </a:lnTo>
                  <a:lnTo>
                    <a:pt x="1528025" y="63144"/>
                  </a:lnTo>
                  <a:lnTo>
                    <a:pt x="1534121" y="78841"/>
                  </a:lnTo>
                  <a:lnTo>
                    <a:pt x="1663687" y="78841"/>
                  </a:lnTo>
                  <a:close/>
                </a:path>
                <a:path w="2199005" h="103504">
                  <a:moveTo>
                    <a:pt x="1678127" y="37947"/>
                  </a:moveTo>
                  <a:lnTo>
                    <a:pt x="1673186" y="26479"/>
                  </a:lnTo>
                  <a:lnTo>
                    <a:pt x="1550492" y="26479"/>
                  </a:lnTo>
                  <a:lnTo>
                    <a:pt x="1554530" y="37947"/>
                  </a:lnTo>
                  <a:lnTo>
                    <a:pt x="1678127" y="37947"/>
                  </a:lnTo>
                  <a:close/>
                </a:path>
                <a:path w="2199005" h="103504">
                  <a:moveTo>
                    <a:pt x="1716811" y="101053"/>
                  </a:moveTo>
                  <a:lnTo>
                    <a:pt x="1709623" y="84836"/>
                  </a:lnTo>
                  <a:lnTo>
                    <a:pt x="1709051" y="83553"/>
                  </a:lnTo>
                  <a:lnTo>
                    <a:pt x="1707667" y="82715"/>
                  </a:lnTo>
                  <a:lnTo>
                    <a:pt x="1580451" y="82715"/>
                  </a:lnTo>
                  <a:lnTo>
                    <a:pt x="1579600" y="83731"/>
                  </a:lnTo>
                  <a:lnTo>
                    <a:pt x="1585874" y="101777"/>
                  </a:lnTo>
                  <a:lnTo>
                    <a:pt x="1587576" y="102882"/>
                  </a:lnTo>
                  <a:lnTo>
                    <a:pt x="1715427" y="102882"/>
                  </a:lnTo>
                  <a:lnTo>
                    <a:pt x="1716811" y="101053"/>
                  </a:lnTo>
                  <a:close/>
                </a:path>
                <a:path w="2199005" h="103504">
                  <a:moveTo>
                    <a:pt x="1727936" y="58788"/>
                  </a:moveTo>
                  <a:lnTo>
                    <a:pt x="1720215" y="42506"/>
                  </a:lnTo>
                  <a:lnTo>
                    <a:pt x="1597228" y="42506"/>
                  </a:lnTo>
                  <a:lnTo>
                    <a:pt x="1604035" y="58788"/>
                  </a:lnTo>
                  <a:lnTo>
                    <a:pt x="1727936" y="58788"/>
                  </a:lnTo>
                  <a:close/>
                </a:path>
                <a:path w="2199005" h="103504">
                  <a:moveTo>
                    <a:pt x="1820214" y="78841"/>
                  </a:moveTo>
                  <a:lnTo>
                    <a:pt x="1811909" y="63144"/>
                  </a:lnTo>
                  <a:lnTo>
                    <a:pt x="1684223" y="63144"/>
                  </a:lnTo>
                  <a:lnTo>
                    <a:pt x="1691525" y="78841"/>
                  </a:lnTo>
                  <a:lnTo>
                    <a:pt x="1820214" y="78841"/>
                  </a:lnTo>
                  <a:close/>
                </a:path>
                <a:path w="2199005" h="103504">
                  <a:moveTo>
                    <a:pt x="1831822" y="37947"/>
                  </a:moveTo>
                  <a:lnTo>
                    <a:pt x="1825434" y="26479"/>
                  </a:lnTo>
                  <a:lnTo>
                    <a:pt x="1703997" y="26479"/>
                  </a:lnTo>
                  <a:lnTo>
                    <a:pt x="1708518" y="37947"/>
                  </a:lnTo>
                  <a:lnTo>
                    <a:pt x="1831822" y="37947"/>
                  </a:lnTo>
                  <a:close/>
                </a:path>
                <a:path w="2199005" h="103504">
                  <a:moveTo>
                    <a:pt x="1877707" y="101028"/>
                  </a:moveTo>
                  <a:lnTo>
                    <a:pt x="1869287" y="84213"/>
                  </a:lnTo>
                  <a:lnTo>
                    <a:pt x="1868830" y="83299"/>
                  </a:lnTo>
                  <a:lnTo>
                    <a:pt x="1867814" y="82715"/>
                  </a:lnTo>
                  <a:lnTo>
                    <a:pt x="1743976" y="82715"/>
                  </a:lnTo>
                  <a:lnTo>
                    <a:pt x="1743100" y="83820"/>
                  </a:lnTo>
                  <a:lnTo>
                    <a:pt x="1750441" y="101879"/>
                  </a:lnTo>
                  <a:lnTo>
                    <a:pt x="1752053" y="102895"/>
                  </a:lnTo>
                  <a:lnTo>
                    <a:pt x="1876361" y="102895"/>
                  </a:lnTo>
                  <a:lnTo>
                    <a:pt x="1877707" y="101028"/>
                  </a:lnTo>
                  <a:close/>
                </a:path>
                <a:path w="2199005" h="103504">
                  <a:moveTo>
                    <a:pt x="1883067" y="58788"/>
                  </a:moveTo>
                  <a:lnTo>
                    <a:pt x="1873961" y="42506"/>
                  </a:lnTo>
                  <a:lnTo>
                    <a:pt x="1747139" y="42506"/>
                  </a:lnTo>
                  <a:lnTo>
                    <a:pt x="1756168" y="58788"/>
                  </a:lnTo>
                  <a:lnTo>
                    <a:pt x="1883067" y="58788"/>
                  </a:lnTo>
                  <a:close/>
                </a:path>
                <a:path w="2199005" h="103504">
                  <a:moveTo>
                    <a:pt x="1982381" y="37947"/>
                  </a:moveTo>
                  <a:lnTo>
                    <a:pt x="1973630" y="26479"/>
                  </a:lnTo>
                  <a:lnTo>
                    <a:pt x="1847926" y="26479"/>
                  </a:lnTo>
                  <a:lnTo>
                    <a:pt x="1855216" y="37947"/>
                  </a:lnTo>
                  <a:lnTo>
                    <a:pt x="1982381" y="37947"/>
                  </a:lnTo>
                  <a:close/>
                </a:path>
                <a:path w="2199005" h="103504">
                  <a:moveTo>
                    <a:pt x="2039366" y="99974"/>
                  </a:moveTo>
                  <a:lnTo>
                    <a:pt x="2029942" y="85394"/>
                  </a:lnTo>
                  <a:lnTo>
                    <a:pt x="2028875" y="83731"/>
                  </a:lnTo>
                  <a:lnTo>
                    <a:pt x="2026881" y="82715"/>
                  </a:lnTo>
                  <a:lnTo>
                    <a:pt x="1899678" y="82715"/>
                  </a:lnTo>
                  <a:lnTo>
                    <a:pt x="1898726" y="84035"/>
                  </a:lnTo>
                  <a:lnTo>
                    <a:pt x="1907540" y="101574"/>
                  </a:lnTo>
                  <a:lnTo>
                    <a:pt x="1909813" y="102882"/>
                  </a:lnTo>
                  <a:lnTo>
                    <a:pt x="2037486" y="102882"/>
                  </a:lnTo>
                  <a:lnTo>
                    <a:pt x="2039366" y="99974"/>
                  </a:lnTo>
                  <a:close/>
                </a:path>
                <a:path w="2199005" h="103504">
                  <a:moveTo>
                    <a:pt x="2107742" y="21196"/>
                  </a:moveTo>
                  <a:lnTo>
                    <a:pt x="2097963" y="12763"/>
                  </a:lnTo>
                  <a:lnTo>
                    <a:pt x="2091588" y="12763"/>
                  </a:lnTo>
                  <a:lnTo>
                    <a:pt x="2091588" y="6959"/>
                  </a:lnTo>
                  <a:lnTo>
                    <a:pt x="2091588" y="6819"/>
                  </a:lnTo>
                  <a:lnTo>
                    <a:pt x="2091423" y="6819"/>
                  </a:lnTo>
                  <a:lnTo>
                    <a:pt x="2087867" y="3644"/>
                  </a:lnTo>
                  <a:lnTo>
                    <a:pt x="2087867" y="469"/>
                  </a:lnTo>
                  <a:lnTo>
                    <a:pt x="1967839" y="469"/>
                  </a:lnTo>
                  <a:lnTo>
                    <a:pt x="1967839" y="6819"/>
                  </a:lnTo>
                  <a:lnTo>
                    <a:pt x="1967839" y="12763"/>
                  </a:lnTo>
                  <a:lnTo>
                    <a:pt x="1941931" y="12763"/>
                  </a:lnTo>
                  <a:lnTo>
                    <a:pt x="1941931" y="6959"/>
                  </a:lnTo>
                  <a:lnTo>
                    <a:pt x="1941931" y="6350"/>
                  </a:lnTo>
                  <a:lnTo>
                    <a:pt x="1941372" y="6350"/>
                  </a:lnTo>
                  <a:lnTo>
                    <a:pt x="1938489" y="3187"/>
                  </a:lnTo>
                  <a:lnTo>
                    <a:pt x="1938489" y="0"/>
                  </a:lnTo>
                  <a:lnTo>
                    <a:pt x="1815642" y="0"/>
                  </a:lnTo>
                  <a:lnTo>
                    <a:pt x="1815642" y="546"/>
                  </a:lnTo>
                  <a:lnTo>
                    <a:pt x="1815642" y="6350"/>
                  </a:lnTo>
                  <a:lnTo>
                    <a:pt x="1815642" y="12763"/>
                  </a:lnTo>
                  <a:lnTo>
                    <a:pt x="1789582" y="12763"/>
                  </a:lnTo>
                  <a:lnTo>
                    <a:pt x="1789582" y="6350"/>
                  </a:lnTo>
                  <a:lnTo>
                    <a:pt x="1789226" y="6350"/>
                  </a:lnTo>
                  <a:lnTo>
                    <a:pt x="1787461" y="3187"/>
                  </a:lnTo>
                  <a:lnTo>
                    <a:pt x="1787461" y="0"/>
                  </a:lnTo>
                  <a:lnTo>
                    <a:pt x="1666443" y="0"/>
                  </a:lnTo>
                  <a:lnTo>
                    <a:pt x="1666443" y="546"/>
                  </a:lnTo>
                  <a:lnTo>
                    <a:pt x="1666443" y="6350"/>
                  </a:lnTo>
                  <a:lnTo>
                    <a:pt x="1666443" y="12763"/>
                  </a:lnTo>
                  <a:lnTo>
                    <a:pt x="1639468" y="12763"/>
                  </a:lnTo>
                  <a:lnTo>
                    <a:pt x="1639468" y="6959"/>
                  </a:lnTo>
                  <a:lnTo>
                    <a:pt x="1639468" y="6350"/>
                  </a:lnTo>
                  <a:lnTo>
                    <a:pt x="1639252" y="6350"/>
                  </a:lnTo>
                  <a:lnTo>
                    <a:pt x="1638147" y="3200"/>
                  </a:lnTo>
                  <a:lnTo>
                    <a:pt x="1638147" y="0"/>
                  </a:lnTo>
                  <a:lnTo>
                    <a:pt x="1518119" y="0"/>
                  </a:lnTo>
                  <a:lnTo>
                    <a:pt x="1518119" y="546"/>
                  </a:lnTo>
                  <a:lnTo>
                    <a:pt x="1518119" y="6350"/>
                  </a:lnTo>
                  <a:lnTo>
                    <a:pt x="1518119" y="12763"/>
                  </a:lnTo>
                  <a:lnTo>
                    <a:pt x="1487119" y="12763"/>
                  </a:lnTo>
                  <a:lnTo>
                    <a:pt x="1487119" y="6959"/>
                  </a:lnTo>
                  <a:lnTo>
                    <a:pt x="1487119" y="6350"/>
                  </a:lnTo>
                  <a:lnTo>
                    <a:pt x="1486903" y="6350"/>
                  </a:lnTo>
                  <a:lnTo>
                    <a:pt x="1485798" y="3200"/>
                  </a:lnTo>
                  <a:lnTo>
                    <a:pt x="1485798" y="0"/>
                  </a:lnTo>
                  <a:lnTo>
                    <a:pt x="1370266" y="0"/>
                  </a:lnTo>
                  <a:lnTo>
                    <a:pt x="1370266" y="546"/>
                  </a:lnTo>
                  <a:lnTo>
                    <a:pt x="1370266" y="6350"/>
                  </a:lnTo>
                  <a:lnTo>
                    <a:pt x="1370266" y="12763"/>
                  </a:lnTo>
                  <a:lnTo>
                    <a:pt x="1339265" y="12763"/>
                  </a:lnTo>
                  <a:lnTo>
                    <a:pt x="1339265" y="6959"/>
                  </a:lnTo>
                  <a:lnTo>
                    <a:pt x="1339265" y="6350"/>
                  </a:lnTo>
                  <a:lnTo>
                    <a:pt x="1339126" y="6350"/>
                  </a:lnTo>
                  <a:lnTo>
                    <a:pt x="1338465" y="3187"/>
                  </a:lnTo>
                  <a:lnTo>
                    <a:pt x="1338465" y="0"/>
                  </a:lnTo>
                  <a:lnTo>
                    <a:pt x="1220165" y="0"/>
                  </a:lnTo>
                  <a:lnTo>
                    <a:pt x="1220165" y="546"/>
                  </a:lnTo>
                  <a:lnTo>
                    <a:pt x="1220165" y="6350"/>
                  </a:lnTo>
                  <a:lnTo>
                    <a:pt x="1220165" y="12763"/>
                  </a:lnTo>
                  <a:lnTo>
                    <a:pt x="1190955" y="12763"/>
                  </a:lnTo>
                  <a:lnTo>
                    <a:pt x="1190955" y="6350"/>
                  </a:lnTo>
                  <a:lnTo>
                    <a:pt x="1190815" y="6350"/>
                  </a:lnTo>
                  <a:lnTo>
                    <a:pt x="1190155" y="3175"/>
                  </a:lnTo>
                  <a:lnTo>
                    <a:pt x="1190155" y="0"/>
                  </a:lnTo>
                  <a:lnTo>
                    <a:pt x="1065568" y="0"/>
                  </a:lnTo>
                  <a:lnTo>
                    <a:pt x="1065568" y="546"/>
                  </a:lnTo>
                  <a:lnTo>
                    <a:pt x="1065110" y="6959"/>
                  </a:lnTo>
                  <a:lnTo>
                    <a:pt x="1065568" y="6959"/>
                  </a:lnTo>
                  <a:lnTo>
                    <a:pt x="1065568" y="12763"/>
                  </a:lnTo>
                  <a:lnTo>
                    <a:pt x="1039050" y="12763"/>
                  </a:lnTo>
                  <a:lnTo>
                    <a:pt x="1039050" y="6959"/>
                  </a:lnTo>
                  <a:lnTo>
                    <a:pt x="1039050" y="6350"/>
                  </a:lnTo>
                  <a:lnTo>
                    <a:pt x="1039050" y="0"/>
                  </a:lnTo>
                  <a:lnTo>
                    <a:pt x="915543" y="0"/>
                  </a:lnTo>
                  <a:lnTo>
                    <a:pt x="915543" y="3175"/>
                  </a:lnTo>
                  <a:lnTo>
                    <a:pt x="915085" y="6350"/>
                  </a:lnTo>
                  <a:lnTo>
                    <a:pt x="915009" y="6959"/>
                  </a:lnTo>
                  <a:lnTo>
                    <a:pt x="915009" y="12763"/>
                  </a:lnTo>
                  <a:lnTo>
                    <a:pt x="880846" y="12763"/>
                  </a:lnTo>
                  <a:lnTo>
                    <a:pt x="880846" y="21196"/>
                  </a:lnTo>
                  <a:lnTo>
                    <a:pt x="1003985" y="21196"/>
                  </a:lnTo>
                  <a:lnTo>
                    <a:pt x="1003808" y="17780"/>
                  </a:lnTo>
                  <a:lnTo>
                    <a:pt x="1026642" y="17780"/>
                  </a:lnTo>
                  <a:lnTo>
                    <a:pt x="1026477" y="21196"/>
                  </a:lnTo>
                  <a:lnTo>
                    <a:pt x="1152296" y="21196"/>
                  </a:lnTo>
                  <a:lnTo>
                    <a:pt x="1152105" y="17780"/>
                  </a:lnTo>
                  <a:lnTo>
                    <a:pt x="1177277" y="17780"/>
                  </a:lnTo>
                  <a:lnTo>
                    <a:pt x="1177467" y="21196"/>
                  </a:lnTo>
                  <a:lnTo>
                    <a:pt x="1297012" y="21196"/>
                  </a:lnTo>
                  <a:lnTo>
                    <a:pt x="1296466" y="17780"/>
                  </a:lnTo>
                  <a:lnTo>
                    <a:pt x="1325499" y="17780"/>
                  </a:lnTo>
                  <a:lnTo>
                    <a:pt x="1326235" y="21196"/>
                  </a:lnTo>
                  <a:lnTo>
                    <a:pt x="1441272" y="21196"/>
                  </a:lnTo>
                  <a:lnTo>
                    <a:pt x="1440357" y="17780"/>
                  </a:lnTo>
                  <a:lnTo>
                    <a:pt x="1471828" y="17780"/>
                  </a:lnTo>
                  <a:lnTo>
                    <a:pt x="1472742" y="21196"/>
                  </a:lnTo>
                  <a:lnTo>
                    <a:pt x="1592732" y="21196"/>
                  </a:lnTo>
                  <a:lnTo>
                    <a:pt x="1591449" y="17780"/>
                  </a:lnTo>
                  <a:lnTo>
                    <a:pt x="1618602" y="17780"/>
                  </a:lnTo>
                  <a:lnTo>
                    <a:pt x="1619694" y="21196"/>
                  </a:lnTo>
                  <a:lnTo>
                    <a:pt x="1740141" y="21196"/>
                  </a:lnTo>
                  <a:lnTo>
                    <a:pt x="1737944" y="17780"/>
                  </a:lnTo>
                  <a:lnTo>
                    <a:pt x="1767611" y="17780"/>
                  </a:lnTo>
                  <a:lnTo>
                    <a:pt x="1769808" y="21196"/>
                  </a:lnTo>
                  <a:lnTo>
                    <a:pt x="1891601" y="21196"/>
                  </a:lnTo>
                  <a:lnTo>
                    <a:pt x="1888858" y="17780"/>
                  </a:lnTo>
                  <a:lnTo>
                    <a:pt x="1914055" y="17780"/>
                  </a:lnTo>
                  <a:lnTo>
                    <a:pt x="1917217" y="21196"/>
                  </a:lnTo>
                  <a:lnTo>
                    <a:pt x="2107742" y="21196"/>
                  </a:lnTo>
                  <a:close/>
                </a:path>
                <a:path w="2199005" h="103504">
                  <a:moveTo>
                    <a:pt x="2126018" y="37947"/>
                  </a:moveTo>
                  <a:lnTo>
                    <a:pt x="2112187" y="26492"/>
                  </a:lnTo>
                  <a:lnTo>
                    <a:pt x="1992109" y="26492"/>
                  </a:lnTo>
                  <a:lnTo>
                    <a:pt x="2001266" y="37947"/>
                  </a:lnTo>
                  <a:lnTo>
                    <a:pt x="2126018" y="37947"/>
                  </a:lnTo>
                  <a:close/>
                </a:path>
                <a:path w="2199005" h="103504">
                  <a:moveTo>
                    <a:pt x="2149094" y="58801"/>
                  </a:moveTo>
                  <a:lnTo>
                    <a:pt x="2130653" y="42519"/>
                  </a:lnTo>
                  <a:lnTo>
                    <a:pt x="1900072" y="42519"/>
                  </a:lnTo>
                  <a:lnTo>
                    <a:pt x="1910651" y="58801"/>
                  </a:lnTo>
                  <a:lnTo>
                    <a:pt x="2149094" y="58801"/>
                  </a:lnTo>
                  <a:close/>
                </a:path>
                <a:path w="2199005" h="103504">
                  <a:moveTo>
                    <a:pt x="2170468" y="77444"/>
                  </a:moveTo>
                  <a:lnTo>
                    <a:pt x="2153577" y="63563"/>
                  </a:lnTo>
                  <a:lnTo>
                    <a:pt x="2152383" y="63144"/>
                  </a:lnTo>
                  <a:lnTo>
                    <a:pt x="1841639" y="63144"/>
                  </a:lnTo>
                  <a:lnTo>
                    <a:pt x="1850644" y="78841"/>
                  </a:lnTo>
                  <a:lnTo>
                    <a:pt x="2169858" y="78841"/>
                  </a:lnTo>
                  <a:lnTo>
                    <a:pt x="2170468" y="77444"/>
                  </a:lnTo>
                  <a:close/>
                </a:path>
                <a:path w="2199005" h="103504">
                  <a:moveTo>
                    <a:pt x="2198573" y="100304"/>
                  </a:moveTo>
                  <a:lnTo>
                    <a:pt x="2196820" y="98920"/>
                  </a:lnTo>
                  <a:lnTo>
                    <a:pt x="2176818" y="83096"/>
                  </a:lnTo>
                  <a:lnTo>
                    <a:pt x="2175675" y="82715"/>
                  </a:lnTo>
                  <a:lnTo>
                    <a:pt x="2065515" y="82715"/>
                  </a:lnTo>
                  <a:lnTo>
                    <a:pt x="2064499" y="84340"/>
                  </a:lnTo>
                  <a:lnTo>
                    <a:pt x="2076513" y="101447"/>
                  </a:lnTo>
                  <a:lnTo>
                    <a:pt x="2079434" y="102882"/>
                  </a:lnTo>
                  <a:lnTo>
                    <a:pt x="2197468" y="102882"/>
                  </a:lnTo>
                  <a:lnTo>
                    <a:pt x="2198573" y="100304"/>
                  </a:lnTo>
                  <a:close/>
                </a:path>
              </a:pathLst>
            </a:custGeom>
            <a:solidFill>
              <a:srgbClr val="4A4A4D"/>
            </a:solidFill>
          </p:spPr>
          <p:txBody>
            <a:bodyPr wrap="square" lIns="0" tIns="0" rIns="0" bIns="0" rtlCol="0"/>
            <a:lstStyle/>
            <a:p>
              <a:endParaRPr/>
            </a:p>
          </p:txBody>
        </p:sp>
        <p:sp>
          <p:nvSpPr>
            <p:cNvPr id="53" name="object 37">
              <a:extLst>
                <a:ext uri="{FF2B5EF4-FFF2-40B4-BE49-F238E27FC236}">
                  <a16:creationId xmlns:a16="http://schemas.microsoft.com/office/drawing/2014/main" id="{54F83A2B-895D-AAC7-F2EA-816D5DFC196B}"/>
                </a:ext>
              </a:extLst>
            </p:cNvPr>
            <p:cNvSpPr/>
            <p:nvPr/>
          </p:nvSpPr>
          <p:spPr>
            <a:xfrm>
              <a:off x="8127041" y="5589758"/>
              <a:ext cx="949325" cy="90170"/>
            </a:xfrm>
            <a:custGeom>
              <a:avLst/>
              <a:gdLst/>
              <a:ahLst/>
              <a:cxnLst/>
              <a:rect l="l" t="t" r="r" b="b"/>
              <a:pathLst>
                <a:path w="949325" h="90170">
                  <a:moveTo>
                    <a:pt x="143002" y="71094"/>
                  </a:moveTo>
                  <a:lnTo>
                    <a:pt x="142354" y="69951"/>
                  </a:lnTo>
                  <a:lnTo>
                    <a:pt x="22136" y="69951"/>
                  </a:lnTo>
                  <a:lnTo>
                    <a:pt x="20853" y="70408"/>
                  </a:lnTo>
                  <a:lnTo>
                    <a:pt x="0" y="88226"/>
                  </a:lnTo>
                  <a:lnTo>
                    <a:pt x="863" y="90119"/>
                  </a:lnTo>
                  <a:lnTo>
                    <a:pt x="125818" y="90119"/>
                  </a:lnTo>
                  <a:lnTo>
                    <a:pt x="127000" y="89598"/>
                  </a:lnTo>
                  <a:lnTo>
                    <a:pt x="143002" y="71094"/>
                  </a:lnTo>
                  <a:close/>
                </a:path>
                <a:path w="949325" h="90170">
                  <a:moveTo>
                    <a:pt x="279400" y="13716"/>
                  </a:moveTo>
                  <a:lnTo>
                    <a:pt x="87223" y="13716"/>
                  </a:lnTo>
                  <a:lnTo>
                    <a:pt x="73113" y="25184"/>
                  </a:lnTo>
                  <a:lnTo>
                    <a:pt x="271754" y="25184"/>
                  </a:lnTo>
                  <a:lnTo>
                    <a:pt x="279400" y="13716"/>
                  </a:lnTo>
                  <a:close/>
                </a:path>
                <a:path w="949325" h="90170">
                  <a:moveTo>
                    <a:pt x="297383" y="29743"/>
                  </a:moveTo>
                  <a:lnTo>
                    <a:pt x="67500" y="29743"/>
                  </a:lnTo>
                  <a:lnTo>
                    <a:pt x="48856" y="46024"/>
                  </a:lnTo>
                  <a:lnTo>
                    <a:pt x="285877" y="46024"/>
                  </a:lnTo>
                  <a:lnTo>
                    <a:pt x="297383" y="29743"/>
                  </a:lnTo>
                  <a:close/>
                </a:path>
                <a:path w="949325" h="90170">
                  <a:moveTo>
                    <a:pt x="298640" y="71158"/>
                  </a:moveTo>
                  <a:lnTo>
                    <a:pt x="297802" y="69951"/>
                  </a:lnTo>
                  <a:lnTo>
                    <a:pt x="169202" y="69951"/>
                  </a:lnTo>
                  <a:lnTo>
                    <a:pt x="167284" y="70866"/>
                  </a:lnTo>
                  <a:lnTo>
                    <a:pt x="154114" y="88709"/>
                  </a:lnTo>
                  <a:lnTo>
                    <a:pt x="154978" y="90119"/>
                  </a:lnTo>
                  <a:lnTo>
                    <a:pt x="286054" y="90119"/>
                  </a:lnTo>
                  <a:lnTo>
                    <a:pt x="288239" y="88925"/>
                  </a:lnTo>
                  <a:lnTo>
                    <a:pt x="298640" y="71158"/>
                  </a:lnTo>
                  <a:close/>
                </a:path>
                <a:path w="949325" h="90170">
                  <a:moveTo>
                    <a:pt x="355815" y="50393"/>
                  </a:moveTo>
                  <a:lnTo>
                    <a:pt x="44665" y="50393"/>
                  </a:lnTo>
                  <a:lnTo>
                    <a:pt x="25666" y="66078"/>
                  </a:lnTo>
                  <a:lnTo>
                    <a:pt x="345503" y="66078"/>
                  </a:lnTo>
                  <a:lnTo>
                    <a:pt x="355815" y="50393"/>
                  </a:lnTo>
                  <a:close/>
                </a:path>
                <a:path w="949325" h="90170">
                  <a:moveTo>
                    <a:pt x="368376" y="0"/>
                  </a:moveTo>
                  <a:lnTo>
                    <a:pt x="249301" y="0"/>
                  </a:lnTo>
                  <a:lnTo>
                    <a:pt x="242100" y="8432"/>
                  </a:lnTo>
                  <a:lnTo>
                    <a:pt x="362546" y="8432"/>
                  </a:lnTo>
                  <a:lnTo>
                    <a:pt x="368376" y="0"/>
                  </a:lnTo>
                  <a:close/>
                </a:path>
                <a:path w="949325" h="90170">
                  <a:moveTo>
                    <a:pt x="427710" y="13716"/>
                  </a:moveTo>
                  <a:lnTo>
                    <a:pt x="301891" y="13716"/>
                  </a:lnTo>
                  <a:lnTo>
                    <a:pt x="294233" y="25184"/>
                  </a:lnTo>
                  <a:lnTo>
                    <a:pt x="421640" y="25184"/>
                  </a:lnTo>
                  <a:lnTo>
                    <a:pt x="427710" y="13716"/>
                  </a:lnTo>
                  <a:close/>
                </a:path>
                <a:path w="949325" h="90170">
                  <a:moveTo>
                    <a:pt x="451091" y="29743"/>
                  </a:moveTo>
                  <a:lnTo>
                    <a:pt x="324713" y="29743"/>
                  </a:lnTo>
                  <a:lnTo>
                    <a:pt x="314185" y="46024"/>
                  </a:lnTo>
                  <a:lnTo>
                    <a:pt x="443128" y="46024"/>
                  </a:lnTo>
                  <a:lnTo>
                    <a:pt x="451091" y="29743"/>
                  </a:lnTo>
                  <a:close/>
                </a:path>
                <a:path w="949325" h="90170">
                  <a:moveTo>
                    <a:pt x="456018" y="71285"/>
                  </a:moveTo>
                  <a:lnTo>
                    <a:pt x="455002" y="69951"/>
                  </a:lnTo>
                  <a:lnTo>
                    <a:pt x="323265" y="69951"/>
                  </a:lnTo>
                  <a:lnTo>
                    <a:pt x="321424" y="70993"/>
                  </a:lnTo>
                  <a:lnTo>
                    <a:pt x="312166" y="88912"/>
                  </a:lnTo>
                  <a:lnTo>
                    <a:pt x="313042" y="90119"/>
                  </a:lnTo>
                  <a:lnTo>
                    <a:pt x="446671" y="90119"/>
                  </a:lnTo>
                  <a:lnTo>
                    <a:pt x="447802" y="89446"/>
                  </a:lnTo>
                  <a:lnTo>
                    <a:pt x="456018" y="71285"/>
                  </a:lnTo>
                  <a:close/>
                </a:path>
                <a:path w="949325" h="90170">
                  <a:moveTo>
                    <a:pt x="512051" y="50393"/>
                  </a:moveTo>
                  <a:lnTo>
                    <a:pt x="381749" y="50393"/>
                  </a:lnTo>
                  <a:lnTo>
                    <a:pt x="373570" y="66078"/>
                  </a:lnTo>
                  <a:lnTo>
                    <a:pt x="505053" y="66078"/>
                  </a:lnTo>
                  <a:lnTo>
                    <a:pt x="512051" y="50393"/>
                  </a:lnTo>
                  <a:close/>
                </a:path>
                <a:path w="949325" h="90170">
                  <a:moveTo>
                    <a:pt x="512191" y="0"/>
                  </a:moveTo>
                  <a:lnTo>
                    <a:pt x="391312" y="0"/>
                  </a:lnTo>
                  <a:lnTo>
                    <a:pt x="385470" y="8432"/>
                  </a:lnTo>
                  <a:lnTo>
                    <a:pt x="507263" y="8432"/>
                  </a:lnTo>
                  <a:lnTo>
                    <a:pt x="512191" y="0"/>
                  </a:lnTo>
                  <a:close/>
                </a:path>
                <a:path w="949325" h="90170">
                  <a:moveTo>
                    <a:pt x="571525" y="13716"/>
                  </a:moveTo>
                  <a:lnTo>
                    <a:pt x="450634" y="13716"/>
                  </a:lnTo>
                  <a:lnTo>
                    <a:pt x="444792" y="25184"/>
                  </a:lnTo>
                  <a:lnTo>
                    <a:pt x="566585" y="25184"/>
                  </a:lnTo>
                  <a:lnTo>
                    <a:pt x="571525" y="13716"/>
                  </a:lnTo>
                  <a:close/>
                </a:path>
                <a:path w="949325" h="90170">
                  <a:moveTo>
                    <a:pt x="596696" y="29743"/>
                  </a:moveTo>
                  <a:lnTo>
                    <a:pt x="472287" y="29743"/>
                  </a:lnTo>
                  <a:lnTo>
                    <a:pt x="464337" y="46024"/>
                  </a:lnTo>
                  <a:lnTo>
                    <a:pt x="591642" y="46024"/>
                  </a:lnTo>
                  <a:lnTo>
                    <a:pt x="596696" y="29743"/>
                  </a:lnTo>
                  <a:close/>
                </a:path>
                <a:path w="949325" h="90170">
                  <a:moveTo>
                    <a:pt x="652183" y="71488"/>
                  </a:moveTo>
                  <a:lnTo>
                    <a:pt x="650951" y="69951"/>
                  </a:lnTo>
                  <a:lnTo>
                    <a:pt x="482422" y="69951"/>
                  </a:lnTo>
                  <a:lnTo>
                    <a:pt x="481342" y="70624"/>
                  </a:lnTo>
                  <a:lnTo>
                    <a:pt x="473646" y="88861"/>
                  </a:lnTo>
                  <a:lnTo>
                    <a:pt x="474624" y="90119"/>
                  </a:lnTo>
                  <a:lnTo>
                    <a:pt x="643928" y="90119"/>
                  </a:lnTo>
                  <a:lnTo>
                    <a:pt x="645312" y="89242"/>
                  </a:lnTo>
                  <a:lnTo>
                    <a:pt x="652183" y="71488"/>
                  </a:lnTo>
                  <a:close/>
                </a:path>
                <a:path w="949325" h="90170">
                  <a:moveTo>
                    <a:pt x="654672" y="0"/>
                  </a:moveTo>
                  <a:lnTo>
                    <a:pt x="541870" y="0"/>
                  </a:lnTo>
                  <a:lnTo>
                    <a:pt x="537819" y="8432"/>
                  </a:lnTo>
                  <a:lnTo>
                    <a:pt x="651065" y="8432"/>
                  </a:lnTo>
                  <a:lnTo>
                    <a:pt x="654672" y="0"/>
                  </a:lnTo>
                  <a:close/>
                </a:path>
                <a:path w="949325" h="90170">
                  <a:moveTo>
                    <a:pt x="667156" y="50380"/>
                  </a:moveTo>
                  <a:lnTo>
                    <a:pt x="537972" y="50380"/>
                  </a:lnTo>
                  <a:lnTo>
                    <a:pt x="530631" y="66078"/>
                  </a:lnTo>
                  <a:lnTo>
                    <a:pt x="661492" y="66078"/>
                  </a:lnTo>
                  <a:lnTo>
                    <a:pt x="667156" y="50380"/>
                  </a:lnTo>
                  <a:close/>
                </a:path>
                <a:path w="949325" h="90170">
                  <a:moveTo>
                    <a:pt x="721664" y="13716"/>
                  </a:moveTo>
                  <a:lnTo>
                    <a:pt x="600532" y="13716"/>
                  </a:lnTo>
                  <a:lnTo>
                    <a:pt x="596239" y="25184"/>
                  </a:lnTo>
                  <a:lnTo>
                    <a:pt x="718921" y="25184"/>
                  </a:lnTo>
                  <a:lnTo>
                    <a:pt x="721664" y="13716"/>
                  </a:lnTo>
                  <a:close/>
                </a:path>
                <a:path w="949325" h="90170">
                  <a:moveTo>
                    <a:pt x="748626" y="29743"/>
                  </a:moveTo>
                  <a:lnTo>
                    <a:pt x="628383" y="29743"/>
                  </a:lnTo>
                  <a:lnTo>
                    <a:pt x="622312" y="46024"/>
                  </a:lnTo>
                  <a:lnTo>
                    <a:pt x="744093" y="46024"/>
                  </a:lnTo>
                  <a:lnTo>
                    <a:pt x="748626" y="29743"/>
                  </a:lnTo>
                  <a:close/>
                </a:path>
                <a:path w="949325" h="90170">
                  <a:moveTo>
                    <a:pt x="800735" y="0"/>
                  </a:moveTo>
                  <a:lnTo>
                    <a:pt x="682536" y="0"/>
                  </a:lnTo>
                  <a:lnTo>
                    <a:pt x="679386" y="8432"/>
                  </a:lnTo>
                  <a:lnTo>
                    <a:pt x="799376" y="8432"/>
                  </a:lnTo>
                  <a:lnTo>
                    <a:pt x="800735" y="0"/>
                  </a:lnTo>
                  <a:close/>
                </a:path>
                <a:path w="949325" h="90170">
                  <a:moveTo>
                    <a:pt x="816737" y="50393"/>
                  </a:moveTo>
                  <a:lnTo>
                    <a:pt x="694270" y="50393"/>
                  </a:lnTo>
                  <a:lnTo>
                    <a:pt x="687476" y="66078"/>
                  </a:lnTo>
                  <a:lnTo>
                    <a:pt x="813574" y="66078"/>
                  </a:lnTo>
                  <a:lnTo>
                    <a:pt x="816737" y="50393"/>
                  </a:lnTo>
                  <a:close/>
                </a:path>
                <a:path w="949325" h="90170">
                  <a:moveTo>
                    <a:pt x="871562" y="13716"/>
                  </a:moveTo>
                  <a:lnTo>
                    <a:pt x="749109" y="13716"/>
                  </a:lnTo>
                  <a:lnTo>
                    <a:pt x="744994" y="25184"/>
                  </a:lnTo>
                  <a:lnTo>
                    <a:pt x="870191" y="25184"/>
                  </a:lnTo>
                  <a:lnTo>
                    <a:pt x="871562" y="13716"/>
                  </a:lnTo>
                  <a:close/>
                </a:path>
                <a:path w="949325" h="90170">
                  <a:moveTo>
                    <a:pt x="899426" y="29743"/>
                  </a:moveTo>
                  <a:lnTo>
                    <a:pt x="777862" y="29743"/>
                  </a:lnTo>
                  <a:lnTo>
                    <a:pt x="772858" y="46024"/>
                  </a:lnTo>
                  <a:lnTo>
                    <a:pt x="897166" y="46024"/>
                  </a:lnTo>
                  <a:lnTo>
                    <a:pt x="899426" y="29743"/>
                  </a:lnTo>
                  <a:close/>
                </a:path>
                <a:path w="949325" h="90170">
                  <a:moveTo>
                    <a:pt x="949032" y="0"/>
                  </a:moveTo>
                  <a:lnTo>
                    <a:pt x="832192" y="0"/>
                  </a:lnTo>
                  <a:lnTo>
                    <a:pt x="831291" y="8432"/>
                  </a:lnTo>
                  <a:lnTo>
                    <a:pt x="949032" y="8432"/>
                  </a:lnTo>
                  <a:lnTo>
                    <a:pt x="949032" y="0"/>
                  </a:lnTo>
                  <a:close/>
                </a:path>
              </a:pathLst>
            </a:custGeom>
            <a:solidFill>
              <a:srgbClr val="4A4A4D"/>
            </a:solidFill>
          </p:spPr>
          <p:txBody>
            <a:bodyPr wrap="square" lIns="0" tIns="0" rIns="0" bIns="0" rtlCol="0"/>
            <a:lstStyle/>
            <a:p>
              <a:endParaRPr/>
            </a:p>
          </p:txBody>
        </p:sp>
        <p:pic>
          <p:nvPicPr>
            <p:cNvPr id="54" name="object 38">
              <a:extLst>
                <a:ext uri="{FF2B5EF4-FFF2-40B4-BE49-F238E27FC236}">
                  <a16:creationId xmlns:a16="http://schemas.microsoft.com/office/drawing/2014/main" id="{E0496A9E-F129-74C7-B3C9-9417485C1104}"/>
                </a:ext>
              </a:extLst>
            </p:cNvPr>
            <p:cNvPicPr/>
            <p:nvPr/>
          </p:nvPicPr>
          <p:blipFill>
            <a:blip r:embed="rId22" cstate="print"/>
            <a:stretch>
              <a:fillRect/>
            </a:stretch>
          </p:blipFill>
          <p:spPr>
            <a:xfrm>
              <a:off x="8761784" y="5716465"/>
              <a:ext cx="1002315" cy="94457"/>
            </a:xfrm>
            <a:prstGeom prst="rect">
              <a:avLst/>
            </a:prstGeom>
          </p:spPr>
        </p:pic>
        <p:pic>
          <p:nvPicPr>
            <p:cNvPr id="55" name="object 39">
              <a:extLst>
                <a:ext uri="{FF2B5EF4-FFF2-40B4-BE49-F238E27FC236}">
                  <a16:creationId xmlns:a16="http://schemas.microsoft.com/office/drawing/2014/main" id="{E4D05974-9288-BF6B-7047-265579F8DA5D}"/>
                </a:ext>
              </a:extLst>
            </p:cNvPr>
            <p:cNvPicPr/>
            <p:nvPr/>
          </p:nvPicPr>
          <p:blipFill>
            <a:blip r:embed="rId23" cstate="print"/>
            <a:stretch>
              <a:fillRect/>
            </a:stretch>
          </p:blipFill>
          <p:spPr>
            <a:xfrm>
              <a:off x="8268362" y="5553746"/>
              <a:ext cx="2013635" cy="13360"/>
            </a:xfrm>
            <a:prstGeom prst="rect">
              <a:avLst/>
            </a:prstGeom>
          </p:spPr>
        </p:pic>
        <p:pic>
          <p:nvPicPr>
            <p:cNvPr id="56" name="object 40">
              <a:extLst>
                <a:ext uri="{FF2B5EF4-FFF2-40B4-BE49-F238E27FC236}">
                  <a16:creationId xmlns:a16="http://schemas.microsoft.com/office/drawing/2014/main" id="{FFD17039-EA23-0926-3659-0527F22912DE}"/>
                </a:ext>
              </a:extLst>
            </p:cNvPr>
            <p:cNvPicPr/>
            <p:nvPr/>
          </p:nvPicPr>
          <p:blipFill>
            <a:blip r:embed="rId24" cstate="print"/>
            <a:stretch>
              <a:fillRect/>
            </a:stretch>
          </p:blipFill>
          <p:spPr>
            <a:xfrm>
              <a:off x="8991713" y="5839392"/>
              <a:ext cx="542109" cy="33402"/>
            </a:xfrm>
            <a:prstGeom prst="rect">
              <a:avLst/>
            </a:prstGeom>
          </p:spPr>
        </p:pic>
      </p:grpSp>
      <p:pic>
        <p:nvPicPr>
          <p:cNvPr id="59" name="object 50">
            <a:extLst>
              <a:ext uri="{FF2B5EF4-FFF2-40B4-BE49-F238E27FC236}">
                <a16:creationId xmlns:a16="http://schemas.microsoft.com/office/drawing/2014/main" id="{1E1564F8-ABF8-220C-EC5C-437A712C9BE9}"/>
              </a:ext>
            </a:extLst>
          </p:cNvPr>
          <p:cNvPicPr/>
          <p:nvPr/>
        </p:nvPicPr>
        <p:blipFill>
          <a:blip r:embed="rId25" cstate="print"/>
          <a:stretch>
            <a:fillRect/>
          </a:stretch>
        </p:blipFill>
        <p:spPr>
          <a:xfrm>
            <a:off x="7299031" y="582964"/>
            <a:ext cx="669211" cy="876582"/>
          </a:xfrm>
          <a:prstGeom prst="rect">
            <a:avLst/>
          </a:prstGeom>
        </p:spPr>
      </p:pic>
      <p:pic>
        <p:nvPicPr>
          <p:cNvPr id="64" name="object 55">
            <a:extLst>
              <a:ext uri="{FF2B5EF4-FFF2-40B4-BE49-F238E27FC236}">
                <a16:creationId xmlns:a16="http://schemas.microsoft.com/office/drawing/2014/main" id="{F578C010-E04E-5D38-603D-CE5E0C827212}"/>
              </a:ext>
            </a:extLst>
          </p:cNvPr>
          <p:cNvPicPr/>
          <p:nvPr/>
        </p:nvPicPr>
        <p:blipFill>
          <a:blip r:embed="rId26" cstate="print"/>
          <a:stretch>
            <a:fillRect/>
          </a:stretch>
        </p:blipFill>
        <p:spPr>
          <a:xfrm>
            <a:off x="7299031" y="4323194"/>
            <a:ext cx="558332" cy="558336"/>
          </a:xfrm>
          <a:prstGeom prst="rect">
            <a:avLst/>
          </a:prstGeom>
        </p:spPr>
      </p:pic>
      <p:grpSp>
        <p:nvGrpSpPr>
          <p:cNvPr id="75" name="Group 74">
            <a:extLst>
              <a:ext uri="{FF2B5EF4-FFF2-40B4-BE49-F238E27FC236}">
                <a16:creationId xmlns:a16="http://schemas.microsoft.com/office/drawing/2014/main" id="{92196739-0960-0336-F6D1-FE69284AA659}"/>
              </a:ext>
            </a:extLst>
          </p:cNvPr>
          <p:cNvGrpSpPr/>
          <p:nvPr/>
        </p:nvGrpSpPr>
        <p:grpSpPr>
          <a:xfrm>
            <a:off x="7967494" y="5234710"/>
            <a:ext cx="4094431" cy="1368574"/>
            <a:chOff x="8178002" y="8638806"/>
            <a:chExt cx="5654488" cy="1890026"/>
          </a:xfrm>
        </p:grpSpPr>
        <p:pic>
          <p:nvPicPr>
            <p:cNvPr id="62" name="object 53">
              <a:extLst>
                <a:ext uri="{FF2B5EF4-FFF2-40B4-BE49-F238E27FC236}">
                  <a16:creationId xmlns:a16="http://schemas.microsoft.com/office/drawing/2014/main" id="{995C598C-BE05-1EAE-5324-05EB17E6F4FC}"/>
                </a:ext>
              </a:extLst>
            </p:cNvPr>
            <p:cNvPicPr/>
            <p:nvPr/>
          </p:nvPicPr>
          <p:blipFill>
            <a:blip r:embed="rId27" cstate="print"/>
            <a:stretch>
              <a:fillRect/>
            </a:stretch>
          </p:blipFill>
          <p:spPr>
            <a:xfrm>
              <a:off x="9856675" y="8638806"/>
              <a:ext cx="2506879" cy="1671255"/>
            </a:xfrm>
            <a:prstGeom prst="rect">
              <a:avLst/>
            </a:prstGeom>
          </p:spPr>
        </p:pic>
        <p:pic>
          <p:nvPicPr>
            <p:cNvPr id="63" name="object 54">
              <a:extLst>
                <a:ext uri="{FF2B5EF4-FFF2-40B4-BE49-F238E27FC236}">
                  <a16:creationId xmlns:a16="http://schemas.microsoft.com/office/drawing/2014/main" id="{B561C4A3-05F9-97ED-7F04-18F998999575}"/>
                </a:ext>
              </a:extLst>
            </p:cNvPr>
            <p:cNvPicPr/>
            <p:nvPr/>
          </p:nvPicPr>
          <p:blipFill>
            <a:blip r:embed="rId28" cstate="print"/>
            <a:stretch>
              <a:fillRect/>
            </a:stretch>
          </p:blipFill>
          <p:spPr>
            <a:xfrm>
              <a:off x="8178002" y="8857580"/>
              <a:ext cx="2506870" cy="1671252"/>
            </a:xfrm>
            <a:prstGeom prst="rect">
              <a:avLst/>
            </a:prstGeom>
          </p:spPr>
        </p:pic>
        <p:pic>
          <p:nvPicPr>
            <p:cNvPr id="65" name="object 56">
              <a:extLst>
                <a:ext uri="{FF2B5EF4-FFF2-40B4-BE49-F238E27FC236}">
                  <a16:creationId xmlns:a16="http://schemas.microsoft.com/office/drawing/2014/main" id="{99F3170F-B8B2-B45D-1584-8345180FBB9E}"/>
                </a:ext>
              </a:extLst>
            </p:cNvPr>
            <p:cNvPicPr/>
            <p:nvPr/>
          </p:nvPicPr>
          <p:blipFill>
            <a:blip r:embed="rId29" cstate="print"/>
            <a:stretch>
              <a:fillRect/>
            </a:stretch>
          </p:blipFill>
          <p:spPr>
            <a:xfrm>
              <a:off x="11432634" y="8857580"/>
              <a:ext cx="2399856" cy="1599903"/>
            </a:xfrm>
            <a:prstGeom prst="rect">
              <a:avLst/>
            </a:prstGeom>
          </p:spPr>
        </p:pic>
      </p:grpSp>
      <p:sp>
        <p:nvSpPr>
          <p:cNvPr id="69" name="object 60">
            <a:extLst>
              <a:ext uri="{FF2B5EF4-FFF2-40B4-BE49-F238E27FC236}">
                <a16:creationId xmlns:a16="http://schemas.microsoft.com/office/drawing/2014/main" id="{63093E1B-D640-AD93-47EE-45E50B29BE8A}"/>
              </a:ext>
            </a:extLst>
          </p:cNvPr>
          <p:cNvSpPr txBox="1"/>
          <p:nvPr/>
        </p:nvSpPr>
        <p:spPr>
          <a:xfrm>
            <a:off x="8288546" y="703564"/>
            <a:ext cx="3380645" cy="1328697"/>
          </a:xfrm>
          <a:prstGeom prst="rect">
            <a:avLst/>
          </a:prstGeom>
        </p:spPr>
        <p:txBody>
          <a:bodyPr vert="horz" wrap="square" lIns="0" tIns="12065" rIns="0" bIns="0" rtlCol="0">
            <a:spAutoFit/>
          </a:bodyPr>
          <a:lstStyle/>
          <a:p>
            <a:pPr marL="12700" marR="5080">
              <a:lnSpc>
                <a:spcPct val="132100"/>
              </a:lnSpc>
              <a:spcBef>
                <a:spcPts val="95"/>
              </a:spcBef>
              <a:spcAft>
                <a:spcPts val="800"/>
              </a:spcAft>
            </a:pPr>
            <a:r>
              <a:rPr lang="en-US" sz="1000" b="1">
                <a:solidFill>
                  <a:schemeClr val="accent5"/>
                </a:solidFill>
                <a:cs typeface="Open Sans"/>
              </a:rPr>
              <a:t>Real</a:t>
            </a:r>
            <a:r>
              <a:rPr lang="en-US" sz="1000" b="1" spc="10">
                <a:solidFill>
                  <a:schemeClr val="accent5"/>
                </a:solidFill>
                <a:cs typeface="Open Sans"/>
              </a:rPr>
              <a:t> </a:t>
            </a:r>
            <a:r>
              <a:rPr lang="en-US" sz="1000" b="1">
                <a:solidFill>
                  <a:schemeClr val="accent5"/>
                </a:solidFill>
                <a:cs typeface="Open Sans"/>
              </a:rPr>
              <a:t>Estate</a:t>
            </a:r>
            <a:r>
              <a:rPr lang="en-US" sz="1000" b="1" spc="10">
                <a:solidFill>
                  <a:schemeClr val="accent5"/>
                </a:solidFill>
                <a:cs typeface="Open Sans"/>
              </a:rPr>
              <a:t> </a:t>
            </a:r>
            <a:r>
              <a:rPr lang="en-US" sz="1000" b="1">
                <a:solidFill>
                  <a:schemeClr val="accent5"/>
                </a:solidFill>
                <a:cs typeface="Open Sans"/>
              </a:rPr>
              <a:t>Layout</a:t>
            </a:r>
            <a:r>
              <a:rPr lang="en-US" sz="1000" b="1" spc="10">
                <a:solidFill>
                  <a:schemeClr val="accent5"/>
                </a:solidFill>
                <a:cs typeface="Open Sans"/>
              </a:rPr>
              <a:t> </a:t>
            </a:r>
            <a:r>
              <a:rPr lang="en-US" sz="1000" b="1" spc="-10">
                <a:solidFill>
                  <a:schemeClr val="accent5"/>
                </a:solidFill>
                <a:cs typeface="Open Sans"/>
              </a:rPr>
              <a:t>Planning</a:t>
            </a:r>
            <a:endParaRPr lang="en-US" sz="1000">
              <a:solidFill>
                <a:schemeClr val="accent5"/>
              </a:solidFill>
              <a:cs typeface="Open Sans"/>
            </a:endParaRPr>
          </a:p>
          <a:p>
            <a:pPr marL="12700" marR="5080">
              <a:lnSpc>
                <a:spcPct val="132100"/>
              </a:lnSpc>
              <a:spcBef>
                <a:spcPts val="95"/>
              </a:spcBef>
            </a:pPr>
            <a:r>
              <a:rPr sz="1000">
                <a:solidFill>
                  <a:srgbClr val="353E59"/>
                </a:solidFill>
                <a:cs typeface="Open Sans"/>
              </a:rPr>
              <a:t>Provides</a:t>
            </a:r>
            <a:r>
              <a:rPr sz="1000" spc="5">
                <a:solidFill>
                  <a:srgbClr val="353E59"/>
                </a:solidFill>
                <a:cs typeface="Open Sans"/>
              </a:rPr>
              <a:t> </a:t>
            </a:r>
            <a:r>
              <a:rPr sz="1000">
                <a:solidFill>
                  <a:srgbClr val="353E59"/>
                </a:solidFill>
                <a:cs typeface="Open Sans"/>
              </a:rPr>
              <a:t>construction</a:t>
            </a:r>
            <a:r>
              <a:rPr sz="1000" spc="10">
                <a:solidFill>
                  <a:srgbClr val="353E59"/>
                </a:solidFill>
                <a:cs typeface="Open Sans"/>
              </a:rPr>
              <a:t> </a:t>
            </a:r>
            <a:r>
              <a:rPr sz="1000">
                <a:solidFill>
                  <a:srgbClr val="353E59"/>
                </a:solidFill>
                <a:cs typeface="Open Sans"/>
              </a:rPr>
              <a:t>and</a:t>
            </a:r>
            <a:r>
              <a:rPr sz="1000" spc="10">
                <a:solidFill>
                  <a:srgbClr val="353E59"/>
                </a:solidFill>
                <a:cs typeface="Open Sans"/>
              </a:rPr>
              <a:t> </a:t>
            </a:r>
            <a:r>
              <a:rPr sz="1000">
                <a:solidFill>
                  <a:srgbClr val="353E59"/>
                </a:solidFill>
                <a:cs typeface="Open Sans"/>
              </a:rPr>
              <a:t>space</a:t>
            </a:r>
            <a:r>
              <a:rPr sz="1000" spc="10">
                <a:solidFill>
                  <a:srgbClr val="353E59"/>
                </a:solidFill>
                <a:cs typeface="Open Sans"/>
              </a:rPr>
              <a:t> </a:t>
            </a:r>
            <a:r>
              <a:rPr sz="1000">
                <a:solidFill>
                  <a:srgbClr val="353E59"/>
                </a:solidFill>
                <a:cs typeface="Open Sans"/>
              </a:rPr>
              <a:t>configuration</a:t>
            </a:r>
            <a:r>
              <a:rPr sz="1000" spc="10">
                <a:solidFill>
                  <a:srgbClr val="353E59"/>
                </a:solidFill>
                <a:cs typeface="Open Sans"/>
              </a:rPr>
              <a:t> </a:t>
            </a:r>
            <a:r>
              <a:rPr sz="1000" spc="-10">
                <a:solidFill>
                  <a:srgbClr val="353E59"/>
                </a:solidFill>
                <a:cs typeface="Open Sans"/>
              </a:rPr>
              <a:t>alternatives </a:t>
            </a:r>
            <a:r>
              <a:rPr sz="1000">
                <a:solidFill>
                  <a:srgbClr val="353E59"/>
                </a:solidFill>
                <a:cs typeface="Open Sans"/>
              </a:rPr>
              <a:t>considering</a:t>
            </a:r>
            <a:r>
              <a:rPr sz="1000" spc="10">
                <a:solidFill>
                  <a:srgbClr val="353E59"/>
                </a:solidFill>
                <a:cs typeface="Open Sans"/>
              </a:rPr>
              <a:t> </a:t>
            </a:r>
            <a:r>
              <a:rPr sz="1000">
                <a:solidFill>
                  <a:srgbClr val="353E59"/>
                </a:solidFill>
                <a:cs typeface="Open Sans"/>
              </a:rPr>
              <a:t>utilization,</a:t>
            </a:r>
            <a:r>
              <a:rPr sz="1000" spc="10">
                <a:solidFill>
                  <a:srgbClr val="353E59"/>
                </a:solidFill>
                <a:cs typeface="Open Sans"/>
              </a:rPr>
              <a:t> </a:t>
            </a:r>
            <a:r>
              <a:rPr sz="1000">
                <a:solidFill>
                  <a:srgbClr val="353E59"/>
                </a:solidFill>
                <a:cs typeface="Open Sans"/>
              </a:rPr>
              <a:t>efficiency,</a:t>
            </a:r>
            <a:r>
              <a:rPr sz="1000" spc="15">
                <a:solidFill>
                  <a:srgbClr val="353E59"/>
                </a:solidFill>
                <a:cs typeface="Open Sans"/>
              </a:rPr>
              <a:t> </a:t>
            </a:r>
            <a:r>
              <a:rPr sz="1000">
                <a:solidFill>
                  <a:srgbClr val="353E59"/>
                </a:solidFill>
                <a:cs typeface="Open Sans"/>
              </a:rPr>
              <a:t>SF</a:t>
            </a:r>
            <a:r>
              <a:rPr sz="1000" spc="10">
                <a:solidFill>
                  <a:srgbClr val="353E59"/>
                </a:solidFill>
                <a:cs typeface="Open Sans"/>
              </a:rPr>
              <a:t> </a:t>
            </a:r>
            <a:r>
              <a:rPr sz="1000">
                <a:solidFill>
                  <a:srgbClr val="353E59"/>
                </a:solidFill>
                <a:cs typeface="Open Sans"/>
              </a:rPr>
              <a:t>per</a:t>
            </a:r>
            <a:r>
              <a:rPr sz="1000" spc="15">
                <a:solidFill>
                  <a:srgbClr val="353E59"/>
                </a:solidFill>
                <a:cs typeface="Open Sans"/>
              </a:rPr>
              <a:t> </a:t>
            </a:r>
            <a:r>
              <a:rPr sz="1000">
                <a:solidFill>
                  <a:srgbClr val="353E59"/>
                </a:solidFill>
                <a:cs typeface="Open Sans"/>
              </a:rPr>
              <a:t>employee,</a:t>
            </a:r>
            <a:r>
              <a:rPr sz="1000" spc="10">
                <a:solidFill>
                  <a:srgbClr val="353E59"/>
                </a:solidFill>
                <a:cs typeface="Open Sans"/>
              </a:rPr>
              <a:t> </a:t>
            </a:r>
            <a:r>
              <a:rPr sz="1000">
                <a:solidFill>
                  <a:srgbClr val="353E59"/>
                </a:solidFill>
                <a:cs typeface="Open Sans"/>
              </a:rPr>
              <a:t>amenities,</a:t>
            </a:r>
            <a:r>
              <a:rPr sz="1000" spc="15">
                <a:solidFill>
                  <a:srgbClr val="353E59"/>
                </a:solidFill>
                <a:cs typeface="Open Sans"/>
              </a:rPr>
              <a:t> </a:t>
            </a:r>
            <a:r>
              <a:rPr sz="1000" spc="-25">
                <a:solidFill>
                  <a:srgbClr val="353E59"/>
                </a:solidFill>
                <a:cs typeface="Open Sans"/>
              </a:rPr>
              <a:t>and </a:t>
            </a:r>
            <a:r>
              <a:rPr sz="1000">
                <a:solidFill>
                  <a:srgbClr val="353E59"/>
                </a:solidFill>
                <a:cs typeface="Open Sans"/>
              </a:rPr>
              <a:t>more.</a:t>
            </a:r>
            <a:r>
              <a:rPr sz="1000" spc="25">
                <a:solidFill>
                  <a:srgbClr val="353E59"/>
                </a:solidFill>
                <a:cs typeface="Open Sans"/>
              </a:rPr>
              <a:t> </a:t>
            </a:r>
            <a:r>
              <a:rPr sz="1000">
                <a:solidFill>
                  <a:srgbClr val="353E59"/>
                </a:solidFill>
                <a:cs typeface="Open Sans"/>
              </a:rPr>
              <a:t>Generates</a:t>
            </a:r>
            <a:r>
              <a:rPr sz="1000" spc="25">
                <a:solidFill>
                  <a:srgbClr val="353E59"/>
                </a:solidFill>
                <a:cs typeface="Open Sans"/>
              </a:rPr>
              <a:t> </a:t>
            </a:r>
            <a:r>
              <a:rPr sz="1000">
                <a:solidFill>
                  <a:srgbClr val="353E59"/>
                </a:solidFill>
                <a:cs typeface="Open Sans"/>
              </a:rPr>
              <a:t>a</a:t>
            </a:r>
            <a:r>
              <a:rPr sz="1000" spc="30">
                <a:solidFill>
                  <a:srgbClr val="353E59"/>
                </a:solidFill>
                <a:cs typeface="Open Sans"/>
              </a:rPr>
              <a:t> </a:t>
            </a:r>
            <a:r>
              <a:rPr sz="1000">
                <a:solidFill>
                  <a:srgbClr val="353E59"/>
                </a:solidFill>
                <a:cs typeface="Open Sans"/>
              </a:rPr>
              <a:t>3D</a:t>
            </a:r>
            <a:r>
              <a:rPr sz="1000" spc="25">
                <a:solidFill>
                  <a:srgbClr val="353E59"/>
                </a:solidFill>
                <a:cs typeface="Open Sans"/>
              </a:rPr>
              <a:t> </a:t>
            </a:r>
            <a:r>
              <a:rPr sz="1000">
                <a:solidFill>
                  <a:srgbClr val="353E59"/>
                </a:solidFill>
                <a:cs typeface="Open Sans"/>
              </a:rPr>
              <a:t>walkthrough</a:t>
            </a:r>
            <a:r>
              <a:rPr sz="1000" spc="25">
                <a:solidFill>
                  <a:srgbClr val="353E59"/>
                </a:solidFill>
                <a:cs typeface="Open Sans"/>
              </a:rPr>
              <a:t> </a:t>
            </a:r>
            <a:r>
              <a:rPr sz="1000">
                <a:solidFill>
                  <a:srgbClr val="353E59"/>
                </a:solidFill>
                <a:cs typeface="Open Sans"/>
              </a:rPr>
              <a:t>experience</a:t>
            </a:r>
            <a:r>
              <a:rPr sz="1000" spc="30">
                <a:solidFill>
                  <a:srgbClr val="353E59"/>
                </a:solidFill>
                <a:cs typeface="Open Sans"/>
              </a:rPr>
              <a:t> </a:t>
            </a:r>
            <a:r>
              <a:rPr sz="1000">
                <a:solidFill>
                  <a:srgbClr val="353E59"/>
                </a:solidFill>
                <a:cs typeface="Open Sans"/>
              </a:rPr>
              <a:t>and</a:t>
            </a:r>
            <a:r>
              <a:rPr sz="1000" spc="25">
                <a:solidFill>
                  <a:srgbClr val="353E59"/>
                </a:solidFill>
                <a:cs typeface="Open Sans"/>
              </a:rPr>
              <a:t> </a:t>
            </a:r>
            <a:r>
              <a:rPr sz="1000">
                <a:solidFill>
                  <a:srgbClr val="353E59"/>
                </a:solidFill>
                <a:cs typeface="Open Sans"/>
              </a:rPr>
              <a:t>high-</a:t>
            </a:r>
            <a:r>
              <a:rPr sz="1000" spc="-10">
                <a:solidFill>
                  <a:srgbClr val="353E59"/>
                </a:solidFill>
                <a:cs typeface="Open Sans"/>
              </a:rPr>
              <a:t>resolution </a:t>
            </a:r>
            <a:r>
              <a:rPr sz="1000">
                <a:solidFill>
                  <a:srgbClr val="353E59"/>
                </a:solidFill>
                <a:cs typeface="Open Sans"/>
              </a:rPr>
              <a:t>photorealistic</a:t>
            </a:r>
            <a:r>
              <a:rPr sz="1000" spc="5">
                <a:solidFill>
                  <a:srgbClr val="353E59"/>
                </a:solidFill>
                <a:cs typeface="Open Sans"/>
              </a:rPr>
              <a:t> </a:t>
            </a:r>
            <a:r>
              <a:rPr sz="1000">
                <a:solidFill>
                  <a:srgbClr val="353E59"/>
                </a:solidFill>
                <a:cs typeface="Open Sans"/>
              </a:rPr>
              <a:t>renderings</a:t>
            </a:r>
            <a:r>
              <a:rPr sz="1000" spc="10">
                <a:solidFill>
                  <a:srgbClr val="353E59"/>
                </a:solidFill>
                <a:cs typeface="Open Sans"/>
              </a:rPr>
              <a:t> </a:t>
            </a:r>
            <a:r>
              <a:rPr sz="1000">
                <a:solidFill>
                  <a:srgbClr val="353E59"/>
                </a:solidFill>
                <a:cs typeface="Open Sans"/>
              </a:rPr>
              <a:t>of</a:t>
            </a:r>
            <a:r>
              <a:rPr sz="1000" spc="10">
                <a:solidFill>
                  <a:srgbClr val="353E59"/>
                </a:solidFill>
                <a:cs typeface="Open Sans"/>
              </a:rPr>
              <a:t> </a:t>
            </a:r>
            <a:r>
              <a:rPr sz="1000">
                <a:solidFill>
                  <a:srgbClr val="353E59"/>
                </a:solidFill>
                <a:cs typeface="Open Sans"/>
              </a:rPr>
              <a:t>your</a:t>
            </a:r>
            <a:r>
              <a:rPr sz="1000" spc="5">
                <a:solidFill>
                  <a:srgbClr val="353E59"/>
                </a:solidFill>
                <a:cs typeface="Open Sans"/>
              </a:rPr>
              <a:t> </a:t>
            </a:r>
            <a:r>
              <a:rPr sz="1000">
                <a:solidFill>
                  <a:srgbClr val="353E59"/>
                </a:solidFill>
                <a:cs typeface="Open Sans"/>
              </a:rPr>
              <a:t>potential</a:t>
            </a:r>
            <a:r>
              <a:rPr sz="1000" spc="10">
                <a:solidFill>
                  <a:srgbClr val="353E59"/>
                </a:solidFill>
                <a:cs typeface="Open Sans"/>
              </a:rPr>
              <a:t> </a:t>
            </a:r>
            <a:r>
              <a:rPr sz="1000">
                <a:solidFill>
                  <a:srgbClr val="353E59"/>
                </a:solidFill>
                <a:cs typeface="Open Sans"/>
              </a:rPr>
              <a:t>future</a:t>
            </a:r>
            <a:r>
              <a:rPr sz="1000" spc="10">
                <a:solidFill>
                  <a:srgbClr val="353E59"/>
                </a:solidFill>
                <a:cs typeface="Open Sans"/>
              </a:rPr>
              <a:t> </a:t>
            </a:r>
            <a:r>
              <a:rPr sz="1000" spc="-10">
                <a:solidFill>
                  <a:srgbClr val="353E59"/>
                </a:solidFill>
                <a:cs typeface="Open Sans"/>
              </a:rPr>
              <a:t>space.</a:t>
            </a:r>
            <a:endParaRPr sz="1000">
              <a:cs typeface="Open Sans"/>
            </a:endParaRPr>
          </a:p>
        </p:txBody>
      </p:sp>
      <p:sp>
        <p:nvSpPr>
          <p:cNvPr id="70" name="object 61">
            <a:extLst>
              <a:ext uri="{FF2B5EF4-FFF2-40B4-BE49-F238E27FC236}">
                <a16:creationId xmlns:a16="http://schemas.microsoft.com/office/drawing/2014/main" id="{22D2137D-3DBF-6412-9D81-4F94D4B29885}"/>
              </a:ext>
            </a:extLst>
          </p:cNvPr>
          <p:cNvSpPr txBox="1"/>
          <p:nvPr/>
        </p:nvSpPr>
        <p:spPr>
          <a:xfrm>
            <a:off x="7177526" y="5052560"/>
            <a:ext cx="884555" cy="209032"/>
          </a:xfrm>
          <a:prstGeom prst="rect">
            <a:avLst/>
          </a:prstGeom>
        </p:spPr>
        <p:txBody>
          <a:bodyPr vert="horz" wrap="square" lIns="0" tIns="16510" rIns="0" bIns="0" rtlCol="0">
            <a:spAutoFit/>
          </a:bodyPr>
          <a:lstStyle/>
          <a:p>
            <a:pPr marL="12700">
              <a:lnSpc>
                <a:spcPct val="100000"/>
              </a:lnSpc>
              <a:spcBef>
                <a:spcPts val="130"/>
              </a:spcBef>
            </a:pPr>
            <a:r>
              <a:rPr sz="1250" b="1">
                <a:solidFill>
                  <a:srgbClr val="006FDE"/>
                </a:solidFill>
                <a:latin typeface="Open Sans Extrabold"/>
                <a:cs typeface="Open Sans Extrabold"/>
              </a:rPr>
              <a:t>ArcGIS</a:t>
            </a:r>
            <a:r>
              <a:rPr sz="1250" b="1" spc="90">
                <a:solidFill>
                  <a:srgbClr val="006FDE"/>
                </a:solidFill>
                <a:latin typeface="Open Sans Extrabold"/>
                <a:cs typeface="Open Sans Extrabold"/>
              </a:rPr>
              <a:t> </a:t>
            </a:r>
            <a:r>
              <a:rPr sz="1250" spc="-25">
                <a:solidFill>
                  <a:srgbClr val="006FDE"/>
                </a:solidFill>
                <a:latin typeface="Open Sans"/>
                <a:cs typeface="Open Sans"/>
              </a:rPr>
              <a:t>Pro</a:t>
            </a:r>
            <a:endParaRPr sz="1250">
              <a:latin typeface="Open Sans"/>
              <a:cs typeface="Open Sans"/>
            </a:endParaRPr>
          </a:p>
        </p:txBody>
      </p:sp>
      <p:sp>
        <p:nvSpPr>
          <p:cNvPr id="74" name="object 60">
            <a:extLst>
              <a:ext uri="{FF2B5EF4-FFF2-40B4-BE49-F238E27FC236}">
                <a16:creationId xmlns:a16="http://schemas.microsoft.com/office/drawing/2014/main" id="{6AEF68F3-F701-4ECB-4ECD-176BC73F29FB}"/>
              </a:ext>
            </a:extLst>
          </p:cNvPr>
          <p:cNvSpPr txBox="1"/>
          <p:nvPr/>
        </p:nvSpPr>
        <p:spPr>
          <a:xfrm>
            <a:off x="8256936" y="4267416"/>
            <a:ext cx="3480269" cy="873188"/>
          </a:xfrm>
          <a:prstGeom prst="rect">
            <a:avLst/>
          </a:prstGeom>
        </p:spPr>
        <p:txBody>
          <a:bodyPr vert="horz" wrap="square" lIns="0" tIns="12065" rIns="0" bIns="0" rtlCol="0">
            <a:spAutoFit/>
          </a:bodyPr>
          <a:lstStyle/>
          <a:p>
            <a:pPr marL="12700">
              <a:lnSpc>
                <a:spcPct val="100000"/>
              </a:lnSpc>
              <a:spcBef>
                <a:spcPts val="120"/>
              </a:spcBef>
              <a:spcAft>
                <a:spcPts val="800"/>
              </a:spcAft>
            </a:pPr>
            <a:r>
              <a:rPr lang="en-US" sz="1000" b="1">
                <a:solidFill>
                  <a:schemeClr val="accent5"/>
                </a:solidFill>
                <a:cs typeface="Open Sans"/>
              </a:rPr>
              <a:t>Mapping</a:t>
            </a:r>
            <a:r>
              <a:rPr lang="en-US" sz="1000" b="1" spc="5">
                <a:solidFill>
                  <a:schemeClr val="accent5"/>
                </a:solidFill>
                <a:cs typeface="Open Sans"/>
              </a:rPr>
              <a:t> </a:t>
            </a:r>
            <a:r>
              <a:rPr lang="en-US" sz="1000" b="1" spc="-10">
                <a:solidFill>
                  <a:schemeClr val="accent5"/>
                </a:solidFill>
                <a:cs typeface="Open Sans"/>
              </a:rPr>
              <a:t>Capabilities</a:t>
            </a:r>
            <a:endParaRPr lang="en-US" sz="1000">
              <a:solidFill>
                <a:schemeClr val="accent5"/>
              </a:solidFill>
              <a:cs typeface="Open Sans"/>
            </a:endParaRPr>
          </a:p>
          <a:p>
            <a:pPr marL="12700" marR="5080">
              <a:lnSpc>
                <a:spcPct val="132100"/>
              </a:lnSpc>
              <a:spcBef>
                <a:spcPts val="95"/>
              </a:spcBef>
            </a:pPr>
            <a:r>
              <a:rPr lang="en-US" sz="1000">
                <a:cs typeface="Open Sans"/>
              </a:rPr>
              <a:t>We</a:t>
            </a:r>
            <a:r>
              <a:rPr lang="en-US" sz="1000" spc="5">
                <a:cs typeface="Open Sans"/>
              </a:rPr>
              <a:t> </a:t>
            </a:r>
            <a:r>
              <a:rPr lang="en-US" sz="1000">
                <a:cs typeface="Open Sans"/>
              </a:rPr>
              <a:t>have</a:t>
            </a:r>
            <a:r>
              <a:rPr lang="en-US" sz="1000" spc="10">
                <a:cs typeface="Open Sans"/>
              </a:rPr>
              <a:t> </a:t>
            </a:r>
            <a:r>
              <a:rPr lang="en-US" sz="1000">
                <a:cs typeface="Open Sans"/>
              </a:rPr>
              <a:t>the</a:t>
            </a:r>
            <a:r>
              <a:rPr lang="en-US" sz="1000" spc="10">
                <a:cs typeface="Open Sans"/>
              </a:rPr>
              <a:t> </a:t>
            </a:r>
            <a:r>
              <a:rPr lang="en-US" sz="1000">
                <a:cs typeface="Open Sans"/>
              </a:rPr>
              <a:t>ability</a:t>
            </a:r>
            <a:r>
              <a:rPr lang="en-US" sz="1000" spc="10">
                <a:cs typeface="Open Sans"/>
              </a:rPr>
              <a:t> </a:t>
            </a:r>
            <a:r>
              <a:rPr lang="en-US" sz="1000">
                <a:cs typeface="Open Sans"/>
              </a:rPr>
              <a:t>to</a:t>
            </a:r>
            <a:r>
              <a:rPr lang="en-US" sz="1000" spc="10">
                <a:cs typeface="Open Sans"/>
              </a:rPr>
              <a:t> </a:t>
            </a:r>
            <a:r>
              <a:rPr lang="en-US" sz="1000">
                <a:cs typeface="Open Sans"/>
              </a:rPr>
              <a:t>layer</a:t>
            </a:r>
            <a:r>
              <a:rPr lang="en-US" sz="1000" spc="10">
                <a:cs typeface="Open Sans"/>
              </a:rPr>
              <a:t> </a:t>
            </a:r>
            <a:r>
              <a:rPr lang="en-US" sz="1000">
                <a:cs typeface="Open Sans"/>
              </a:rPr>
              <a:t>leasing</a:t>
            </a:r>
            <a:r>
              <a:rPr lang="en-US" sz="1000" spc="10">
                <a:cs typeface="Open Sans"/>
              </a:rPr>
              <a:t> </a:t>
            </a:r>
            <a:r>
              <a:rPr lang="en-US" sz="1000">
                <a:cs typeface="Open Sans"/>
              </a:rPr>
              <a:t>and</a:t>
            </a:r>
            <a:r>
              <a:rPr lang="en-US" sz="1000" spc="10">
                <a:cs typeface="Open Sans"/>
              </a:rPr>
              <a:t> </a:t>
            </a:r>
            <a:r>
              <a:rPr lang="en-US" sz="1000">
                <a:cs typeface="Open Sans"/>
              </a:rPr>
              <a:t>pricing</a:t>
            </a:r>
            <a:r>
              <a:rPr lang="en-US" sz="1000" spc="10">
                <a:cs typeface="Open Sans"/>
              </a:rPr>
              <a:t> </a:t>
            </a:r>
            <a:r>
              <a:rPr lang="en-US" sz="1000">
                <a:cs typeface="Open Sans"/>
              </a:rPr>
              <a:t>trends</a:t>
            </a:r>
            <a:r>
              <a:rPr lang="en-US" sz="1000" spc="10">
                <a:cs typeface="Open Sans"/>
              </a:rPr>
              <a:t> </a:t>
            </a:r>
            <a:r>
              <a:rPr lang="en-US" sz="1000" spc="-20">
                <a:cs typeface="Open Sans"/>
              </a:rPr>
              <a:t>with </a:t>
            </a:r>
            <a:r>
              <a:rPr lang="en-US" sz="1000">
                <a:cs typeface="Open Sans"/>
              </a:rPr>
              <a:t>economic</a:t>
            </a:r>
            <a:r>
              <a:rPr lang="en-US" sz="1000" spc="20">
                <a:cs typeface="Open Sans"/>
              </a:rPr>
              <a:t> </a:t>
            </a:r>
            <a:r>
              <a:rPr lang="en-US" sz="1000">
                <a:cs typeface="Open Sans"/>
              </a:rPr>
              <a:t>factors,</a:t>
            </a:r>
            <a:r>
              <a:rPr lang="en-US" sz="1000" spc="25">
                <a:cs typeface="Open Sans"/>
              </a:rPr>
              <a:t> </a:t>
            </a:r>
            <a:r>
              <a:rPr lang="en-US" sz="1000">
                <a:cs typeface="Open Sans"/>
              </a:rPr>
              <a:t>traffic</a:t>
            </a:r>
            <a:r>
              <a:rPr lang="en-US" sz="1000" spc="25">
                <a:cs typeface="Open Sans"/>
              </a:rPr>
              <a:t> </a:t>
            </a:r>
            <a:r>
              <a:rPr lang="en-US" sz="1000">
                <a:cs typeface="Open Sans"/>
              </a:rPr>
              <a:t>patterns</a:t>
            </a:r>
            <a:r>
              <a:rPr lang="en-US" sz="1000" spc="20">
                <a:cs typeface="Open Sans"/>
              </a:rPr>
              <a:t> </a:t>
            </a:r>
            <a:r>
              <a:rPr lang="en-US" sz="1000">
                <a:cs typeface="Open Sans"/>
              </a:rPr>
              <a:t>and</a:t>
            </a:r>
            <a:r>
              <a:rPr lang="en-US" sz="1000" spc="25">
                <a:cs typeface="Open Sans"/>
              </a:rPr>
              <a:t> </a:t>
            </a:r>
            <a:r>
              <a:rPr lang="en-US" sz="1000">
                <a:cs typeface="Open Sans"/>
              </a:rPr>
              <a:t>local</a:t>
            </a:r>
            <a:r>
              <a:rPr lang="en-US" sz="1000" spc="25">
                <a:cs typeface="Open Sans"/>
              </a:rPr>
              <a:t> </a:t>
            </a:r>
            <a:r>
              <a:rPr lang="en-US" sz="1000">
                <a:cs typeface="Open Sans"/>
              </a:rPr>
              <a:t>demographics</a:t>
            </a:r>
            <a:r>
              <a:rPr lang="en-US" sz="1000" spc="25">
                <a:cs typeface="Open Sans"/>
              </a:rPr>
              <a:t> </a:t>
            </a:r>
            <a:r>
              <a:rPr lang="en-US" sz="1000" spc="-25">
                <a:cs typeface="Open Sans"/>
              </a:rPr>
              <a:t>to </a:t>
            </a:r>
            <a:r>
              <a:rPr lang="en-US" sz="1000">
                <a:cs typeface="Open Sans"/>
              </a:rPr>
              <a:t>provide</a:t>
            </a:r>
            <a:r>
              <a:rPr lang="en-US" sz="1000" spc="20">
                <a:cs typeface="Open Sans"/>
              </a:rPr>
              <a:t> </a:t>
            </a:r>
            <a:r>
              <a:rPr lang="en-US" sz="1000">
                <a:cs typeface="Open Sans"/>
              </a:rPr>
              <a:t>a</a:t>
            </a:r>
            <a:r>
              <a:rPr lang="en-US" sz="1000" spc="15">
                <a:cs typeface="Open Sans"/>
              </a:rPr>
              <a:t> </a:t>
            </a:r>
            <a:r>
              <a:rPr lang="en-US" sz="1000">
                <a:cs typeface="Open Sans"/>
              </a:rPr>
              <a:t>very</a:t>
            </a:r>
            <a:r>
              <a:rPr lang="en-US" sz="1000" spc="20">
                <a:cs typeface="Open Sans"/>
              </a:rPr>
              <a:t> </a:t>
            </a:r>
            <a:r>
              <a:rPr lang="en-US" sz="1000">
                <a:cs typeface="Open Sans"/>
              </a:rPr>
              <a:t>precise</a:t>
            </a:r>
            <a:r>
              <a:rPr lang="en-US" sz="1000" spc="20">
                <a:cs typeface="Open Sans"/>
              </a:rPr>
              <a:t> </a:t>
            </a:r>
            <a:r>
              <a:rPr lang="en-US" sz="1000">
                <a:cs typeface="Open Sans"/>
              </a:rPr>
              <a:t>picture</a:t>
            </a:r>
            <a:r>
              <a:rPr lang="en-US" sz="1000" spc="20">
                <a:cs typeface="Open Sans"/>
              </a:rPr>
              <a:t> </a:t>
            </a:r>
            <a:r>
              <a:rPr lang="en-US" sz="1000">
                <a:cs typeface="Open Sans"/>
              </a:rPr>
              <a:t>of</a:t>
            </a:r>
            <a:r>
              <a:rPr lang="en-US" sz="1000" spc="20">
                <a:cs typeface="Open Sans"/>
              </a:rPr>
              <a:t> </a:t>
            </a:r>
            <a:r>
              <a:rPr lang="en-US" sz="1000">
                <a:cs typeface="Open Sans"/>
              </a:rPr>
              <a:t>our</a:t>
            </a:r>
            <a:r>
              <a:rPr lang="en-US" sz="1000" spc="20">
                <a:cs typeface="Open Sans"/>
              </a:rPr>
              <a:t> </a:t>
            </a:r>
            <a:r>
              <a:rPr lang="en-US" sz="1000">
                <a:cs typeface="Open Sans"/>
              </a:rPr>
              <a:t>market.</a:t>
            </a:r>
            <a:r>
              <a:rPr lang="en-US" sz="1000" spc="20">
                <a:cs typeface="Open Sans"/>
              </a:rPr>
              <a:t> </a:t>
            </a:r>
            <a:endParaRPr sz="1000">
              <a:cs typeface="Open Sans"/>
            </a:endParaRPr>
          </a:p>
        </p:txBody>
      </p:sp>
    </p:spTree>
    <p:custDataLst>
      <p:custData r:id="rId1"/>
      <p:custData r:id="rId2"/>
      <p:tags r:id="rId3"/>
    </p:custDataLst>
    <p:extLst>
      <p:ext uri="{BB962C8B-B14F-4D97-AF65-F5344CB8AC3E}">
        <p14:creationId xmlns:p14="http://schemas.microsoft.com/office/powerpoint/2010/main" val="106225732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52588FE-55EF-0B34-356C-5586075E61CB}"/>
              </a:ext>
            </a:extLst>
          </p:cNvPr>
          <p:cNvSpPr/>
          <p:nvPr/>
        </p:nvSpPr>
        <p:spPr>
          <a:xfrm>
            <a:off x="7338727" y="-1"/>
            <a:ext cx="4853271"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a:p>
        </p:txBody>
      </p:sp>
      <p:sp>
        <p:nvSpPr>
          <p:cNvPr id="7" name="Text Placeholder 6">
            <a:extLst>
              <a:ext uri="{FF2B5EF4-FFF2-40B4-BE49-F238E27FC236}">
                <a16:creationId xmlns:a16="http://schemas.microsoft.com/office/drawing/2014/main" id="{B59A3D40-E87D-D3E6-E116-AEED6D487149}"/>
              </a:ext>
            </a:extLst>
          </p:cNvPr>
          <p:cNvSpPr>
            <a:spLocks noGrp="1"/>
          </p:cNvSpPr>
          <p:nvPr>
            <p:ph type="body" sz="quarter" idx="13"/>
          </p:nvPr>
        </p:nvSpPr>
        <p:spPr>
          <a:xfrm>
            <a:off x="647525" y="669600"/>
            <a:ext cx="10893425" cy="392400"/>
          </a:xfrm>
        </p:spPr>
        <p:txBody>
          <a:bodyPr/>
          <a:lstStyle/>
          <a:p>
            <a:r>
              <a:rPr lang="en-CA"/>
              <a:t>TOOLS AND TECHNOLOGY</a:t>
            </a:r>
          </a:p>
        </p:txBody>
      </p:sp>
      <p:sp>
        <p:nvSpPr>
          <p:cNvPr id="19" name="Title 121">
            <a:extLst>
              <a:ext uri="{FF2B5EF4-FFF2-40B4-BE49-F238E27FC236}">
                <a16:creationId xmlns:a16="http://schemas.microsoft.com/office/drawing/2014/main" id="{54F69D92-9062-A600-BBB0-867E1689E8E9}"/>
              </a:ext>
            </a:extLst>
          </p:cNvPr>
          <p:cNvSpPr>
            <a:spLocks noGrp="1"/>
          </p:cNvSpPr>
          <p:nvPr>
            <p:ph type="title"/>
          </p:nvPr>
        </p:nvSpPr>
        <p:spPr>
          <a:xfrm>
            <a:off x="647701" y="1062038"/>
            <a:ext cx="4727546" cy="835025"/>
          </a:xfrm>
        </p:spPr>
        <p:txBody>
          <a:bodyPr/>
          <a:lstStyle/>
          <a:p>
            <a:r>
              <a:rPr lang="en-CA"/>
              <a:t>Location Intelligence</a:t>
            </a:r>
          </a:p>
        </p:txBody>
      </p:sp>
      <p:sp>
        <p:nvSpPr>
          <p:cNvPr id="5" name="Content Placeholder 4">
            <a:extLst>
              <a:ext uri="{FF2B5EF4-FFF2-40B4-BE49-F238E27FC236}">
                <a16:creationId xmlns:a16="http://schemas.microsoft.com/office/drawing/2014/main" id="{C77EE337-CF45-E3EA-D2D2-CB1DD537A472}"/>
              </a:ext>
            </a:extLst>
          </p:cNvPr>
          <p:cNvSpPr>
            <a:spLocks noGrp="1"/>
          </p:cNvSpPr>
          <p:nvPr>
            <p:ph idx="1"/>
          </p:nvPr>
        </p:nvSpPr>
        <p:spPr>
          <a:xfrm>
            <a:off x="647701" y="4013647"/>
            <a:ext cx="4439448" cy="3836458"/>
          </a:xfrm>
        </p:spPr>
        <p:txBody>
          <a:bodyPr/>
          <a:lstStyle/>
          <a:p>
            <a:pPr marL="285750" indent="-285750">
              <a:buFont typeface="Arial" panose="020B0604020202020204" pitchFamily="34" charset="0"/>
              <a:buChar char="•"/>
            </a:pPr>
            <a:r>
              <a:rPr lang="en-US" sz="1200"/>
              <a:t>Commute Analysis  </a:t>
            </a:r>
          </a:p>
          <a:p>
            <a:pPr marL="285750" indent="-285750">
              <a:buFont typeface="Arial" panose="020B0604020202020204" pitchFamily="34" charset="0"/>
              <a:buChar char="•"/>
            </a:pPr>
            <a:r>
              <a:rPr lang="en-US" sz="1200" err="1"/>
              <a:t>Labour</a:t>
            </a:r>
            <a:r>
              <a:rPr lang="en-US" sz="1200"/>
              <a:t> Analytics</a:t>
            </a:r>
          </a:p>
          <a:p>
            <a:pPr marL="285750" indent="-285750">
              <a:buFont typeface="Arial" panose="020B0604020202020204" pitchFamily="34" charset="0"/>
              <a:buChar char="•"/>
            </a:pPr>
            <a:r>
              <a:rPr lang="en-US" sz="1200"/>
              <a:t>Foot Traffic Report</a:t>
            </a:r>
          </a:p>
          <a:p>
            <a:pPr marL="285750" indent="-285750">
              <a:buFont typeface="Arial" panose="020B0604020202020204" pitchFamily="34" charset="0"/>
              <a:buChar char="•"/>
            </a:pPr>
            <a:r>
              <a:rPr lang="en-US" sz="1200"/>
              <a:t>Competition Analysis </a:t>
            </a:r>
          </a:p>
          <a:p>
            <a:pPr marL="628650" lvl="1" indent="-220663">
              <a:buFont typeface="Courier New" panose="02070309020205020404" pitchFamily="49" charset="0"/>
              <a:buChar char="o"/>
            </a:pPr>
            <a:r>
              <a:rPr lang="en-US" sz="1200"/>
              <a:t>Demographic Study</a:t>
            </a:r>
          </a:p>
          <a:p>
            <a:pPr marL="628650" lvl="1" indent="-220663">
              <a:buFont typeface="Courier New" panose="02070309020205020404" pitchFamily="49" charset="0"/>
              <a:buChar char="o"/>
            </a:pPr>
            <a:r>
              <a:rPr lang="en-US" sz="1200"/>
              <a:t>Target Market Analysis</a:t>
            </a:r>
          </a:p>
          <a:p>
            <a:pPr marL="628650" lvl="1" indent="-220663">
              <a:buFont typeface="Courier New" panose="02070309020205020404" pitchFamily="49" charset="0"/>
              <a:buChar char="o"/>
            </a:pPr>
            <a:r>
              <a:rPr lang="en-US" sz="1200"/>
              <a:t>Market Segmentation Report </a:t>
            </a:r>
          </a:p>
          <a:p>
            <a:endParaRPr lang="en-CA" sz="1100"/>
          </a:p>
        </p:txBody>
      </p:sp>
      <p:sp>
        <p:nvSpPr>
          <p:cNvPr id="13" name="Text Placeholder 12">
            <a:extLst>
              <a:ext uri="{FF2B5EF4-FFF2-40B4-BE49-F238E27FC236}">
                <a16:creationId xmlns:a16="http://schemas.microsoft.com/office/drawing/2014/main" id="{B4B52CC2-412D-3A5B-D9FB-1A65802D860A}"/>
              </a:ext>
            </a:extLst>
          </p:cNvPr>
          <p:cNvSpPr>
            <a:spLocks noGrp="1"/>
          </p:cNvSpPr>
          <p:nvPr>
            <p:ph type="body" sz="quarter" idx="14"/>
          </p:nvPr>
        </p:nvSpPr>
        <p:spPr/>
        <p:txBody>
          <a:bodyPr/>
          <a:lstStyle/>
          <a:p>
            <a:endParaRPr lang="en-CA"/>
          </a:p>
        </p:txBody>
      </p:sp>
      <p:sp>
        <p:nvSpPr>
          <p:cNvPr id="3" name="Footer Placeholder 2">
            <a:extLst>
              <a:ext uri="{FF2B5EF4-FFF2-40B4-BE49-F238E27FC236}">
                <a16:creationId xmlns:a16="http://schemas.microsoft.com/office/drawing/2014/main" id="{13CF59CC-5F16-DF0E-7EE3-2190483837D5}"/>
              </a:ext>
            </a:extLst>
          </p:cNvPr>
          <p:cNvSpPr>
            <a:spLocks noGrp="1"/>
          </p:cNvSpPr>
          <p:nvPr>
            <p:ph type="ftr" sz="quarter" idx="11"/>
          </p:nvPr>
        </p:nvSpPr>
        <p:spPr>
          <a:xfrm>
            <a:off x="6202800" y="248400"/>
            <a:ext cx="4636800" cy="180000"/>
          </a:xfrm>
        </p:spPr>
        <p:txBody>
          <a:bodyPr/>
          <a:lstStyle/>
          <a:p>
            <a:r>
              <a:rPr lang="en-US">
                <a:solidFill>
                  <a:schemeClr val="bg1"/>
                </a:solidFill>
              </a:rPr>
              <a:t>Colliers</a:t>
            </a:r>
          </a:p>
        </p:txBody>
      </p:sp>
      <p:sp>
        <p:nvSpPr>
          <p:cNvPr id="4" name="Slide Number Placeholder 3">
            <a:extLst>
              <a:ext uri="{FF2B5EF4-FFF2-40B4-BE49-F238E27FC236}">
                <a16:creationId xmlns:a16="http://schemas.microsoft.com/office/drawing/2014/main" id="{5ACE6F06-6B05-5FA3-4325-E4665A68E75A}"/>
              </a:ext>
            </a:extLst>
          </p:cNvPr>
          <p:cNvSpPr>
            <a:spLocks noGrp="1"/>
          </p:cNvSpPr>
          <p:nvPr>
            <p:ph type="sldNum" sz="quarter" idx="12"/>
          </p:nvPr>
        </p:nvSpPr>
        <p:spPr>
          <a:xfrm>
            <a:off x="11167200" y="248400"/>
            <a:ext cx="374400" cy="180000"/>
          </a:xfrm>
        </p:spPr>
        <p:txBody>
          <a:bodyPr/>
          <a:lstStyle/>
          <a:p>
            <a:fld id="{23AA811B-2EBD-4900-905E-5BE206449611}" type="slidenum">
              <a:rPr lang="en-US" smtClean="0">
                <a:solidFill>
                  <a:schemeClr val="bg1"/>
                </a:solidFill>
              </a:rPr>
              <a:pPr/>
              <a:t>61</a:t>
            </a:fld>
            <a:endParaRPr lang="en-US">
              <a:solidFill>
                <a:schemeClr val="bg1"/>
              </a:solidFill>
            </a:endParaRPr>
          </a:p>
        </p:txBody>
      </p:sp>
      <p:sp>
        <p:nvSpPr>
          <p:cNvPr id="23" name="TextBox 22">
            <a:extLst>
              <a:ext uri="{FF2B5EF4-FFF2-40B4-BE49-F238E27FC236}">
                <a16:creationId xmlns:a16="http://schemas.microsoft.com/office/drawing/2014/main" id="{FFED55BA-CFD0-6BEF-8CFF-AA3A59CAFAD3}"/>
              </a:ext>
            </a:extLst>
          </p:cNvPr>
          <p:cNvSpPr txBox="1"/>
          <p:nvPr/>
        </p:nvSpPr>
        <p:spPr>
          <a:xfrm>
            <a:off x="4134894" y="4420470"/>
            <a:ext cx="2310190" cy="230832"/>
          </a:xfrm>
          <a:prstGeom prst="rect">
            <a:avLst/>
          </a:prstGeom>
          <a:noFill/>
        </p:spPr>
        <p:txBody>
          <a:bodyPr wrap="square" rtlCol="0">
            <a:spAutoFit/>
          </a:bodyPr>
          <a:lstStyle/>
          <a:p>
            <a:pPr algn="ctr"/>
            <a:r>
              <a:rPr lang="en-US" sz="900" i="1" err="1">
                <a:solidFill>
                  <a:schemeClr val="tx1"/>
                </a:solidFill>
                <a:latin typeface="Open Sans" panose="020B0606030504020204" pitchFamily="34" charset="0"/>
                <a:ea typeface="Open Sans" panose="020B0606030504020204" pitchFamily="34" charset="0"/>
                <a:cs typeface="Open Sans" panose="020B0606030504020204" pitchFamily="34" charset="0"/>
              </a:rPr>
              <a:t>Labour</a:t>
            </a:r>
            <a:r>
              <a:rPr lang="en-US" sz="900" i="1">
                <a:solidFill>
                  <a:schemeClr val="tx1"/>
                </a:solidFill>
                <a:latin typeface="Open Sans" panose="020B0606030504020204" pitchFamily="34" charset="0"/>
                <a:ea typeface="Open Sans" panose="020B0606030504020204" pitchFamily="34" charset="0"/>
                <a:cs typeface="Open Sans" panose="020B0606030504020204" pitchFamily="34" charset="0"/>
              </a:rPr>
              <a:t> Analytics</a:t>
            </a:r>
          </a:p>
        </p:txBody>
      </p:sp>
      <p:sp>
        <p:nvSpPr>
          <p:cNvPr id="25" name="Content Placeholder 4">
            <a:extLst>
              <a:ext uri="{FF2B5EF4-FFF2-40B4-BE49-F238E27FC236}">
                <a16:creationId xmlns:a16="http://schemas.microsoft.com/office/drawing/2014/main" id="{97DBD376-3B52-6A15-D13D-53A99755FDDB}"/>
              </a:ext>
            </a:extLst>
          </p:cNvPr>
          <p:cNvSpPr txBox="1">
            <a:spLocks/>
          </p:cNvSpPr>
          <p:nvPr/>
        </p:nvSpPr>
        <p:spPr>
          <a:xfrm>
            <a:off x="8181407" y="178343"/>
            <a:ext cx="969169" cy="531164"/>
          </a:xfrm>
          <a:prstGeom prst="rect">
            <a:avLst/>
          </a:prstGeom>
        </p:spPr>
        <p:txBody>
          <a:bodyPr vert="horz" lIns="0" tIns="0" rIns="0" bIns="0" rtlCol="0" anchor="t">
            <a:noAutofit/>
          </a:bodyPr>
          <a:lstStyle>
            <a:lvl1pPr marL="215995" indent="-215995" algn="l" defTabSz="914377" rtl="0" eaLnBrk="1" latinLnBrk="0" hangingPunct="1">
              <a:lnSpc>
                <a:spcPct val="100000"/>
              </a:lnSpc>
              <a:spcBef>
                <a:spcPts val="300"/>
              </a:spcBef>
              <a:spcAft>
                <a:spcPts val="600"/>
              </a:spcAft>
              <a:buFont typeface="Arial" panose="020B0604020202020204" pitchFamily="34" charset="0"/>
              <a:buChar char="•"/>
              <a:defRPr sz="1600" b="0" i="0" kern="1200">
                <a:solidFill>
                  <a:schemeClr val="tx1"/>
                </a:solidFill>
                <a:latin typeface="Open Sans Light" panose="020B0306030504020204" pitchFamily="34" charset="0"/>
                <a:ea typeface="+mn-ea"/>
                <a:cs typeface="+mn-cs"/>
              </a:defRPr>
            </a:lvl1pPr>
            <a:lvl2pPr marL="431989" indent="-215995" algn="l" defTabSz="914377" rtl="0" eaLnBrk="1" latinLnBrk="0" hangingPunct="1">
              <a:lnSpc>
                <a:spcPct val="100000"/>
              </a:lnSpc>
              <a:spcBef>
                <a:spcPts val="300"/>
              </a:spcBef>
              <a:spcAft>
                <a:spcPts val="600"/>
              </a:spcAft>
              <a:buFont typeface="Arial" panose="020B0604020202020204" pitchFamily="34" charset="0"/>
              <a:buChar char="•"/>
              <a:defRPr sz="1600" b="0" i="0" kern="1200">
                <a:solidFill>
                  <a:schemeClr val="tx1"/>
                </a:solidFill>
                <a:latin typeface="Open Sans Light" panose="020B0306030504020204" pitchFamily="34" charset="0"/>
                <a:ea typeface="+mn-ea"/>
                <a:cs typeface="+mn-cs"/>
              </a:defRPr>
            </a:lvl2pPr>
            <a:lvl3pPr marL="647984" indent="-215995" algn="l" defTabSz="914377" rtl="0" eaLnBrk="1" latinLnBrk="0" hangingPunct="1">
              <a:lnSpc>
                <a:spcPct val="100000"/>
              </a:lnSpc>
              <a:spcBef>
                <a:spcPts val="300"/>
              </a:spcBef>
              <a:spcAft>
                <a:spcPts val="600"/>
              </a:spcAft>
              <a:buFont typeface="Arial" panose="020B0604020202020204" pitchFamily="34" charset="0"/>
              <a:buChar char="•"/>
              <a:defRPr sz="1600" b="0" i="0" kern="1200">
                <a:solidFill>
                  <a:schemeClr val="tx1"/>
                </a:solidFill>
                <a:latin typeface="Open Sans Light" panose="020B0306030504020204" pitchFamily="34" charset="0"/>
                <a:ea typeface="+mn-ea"/>
                <a:cs typeface="+mn-cs"/>
              </a:defRPr>
            </a:lvl3pPr>
            <a:lvl4pPr marL="0" indent="0" algn="l" defTabSz="914377" rtl="0" eaLnBrk="1" latinLnBrk="0" hangingPunct="1">
              <a:lnSpc>
                <a:spcPct val="100000"/>
              </a:lnSpc>
              <a:spcBef>
                <a:spcPts val="300"/>
              </a:spcBef>
              <a:spcAft>
                <a:spcPts val="600"/>
              </a:spcAft>
              <a:buFont typeface="Arial" panose="020B0604020202020204" pitchFamily="34" charset="0"/>
              <a:buChar char="​"/>
              <a:defRPr sz="2000" b="0" i="0" kern="1200">
                <a:solidFill>
                  <a:schemeClr val="tx2"/>
                </a:solidFill>
                <a:latin typeface="Open Sans Light" panose="020B0306030504020204" pitchFamily="34" charset="0"/>
                <a:ea typeface="+mn-ea"/>
                <a:cs typeface="+mn-cs"/>
              </a:defRPr>
            </a:lvl4pPr>
            <a:lvl5pPr marL="0" indent="0" algn="l" defTabSz="914377" rtl="0" eaLnBrk="1" latinLnBrk="0" hangingPunct="1">
              <a:lnSpc>
                <a:spcPct val="100000"/>
              </a:lnSpc>
              <a:spcBef>
                <a:spcPts val="300"/>
              </a:spcBef>
              <a:spcAft>
                <a:spcPts val="600"/>
              </a:spcAft>
              <a:buFont typeface="Arial" panose="020B0604020202020204" pitchFamily="34" charset="0"/>
              <a:buChar char="​"/>
              <a:tabLst/>
              <a:defRPr sz="1600" b="0" i="0" kern="1200">
                <a:solidFill>
                  <a:schemeClr val="tx1"/>
                </a:solidFill>
                <a:latin typeface="Open Sans Light" panose="020B0306030504020204" pitchFamily="34" charset="0"/>
                <a:ea typeface="+mn-ea"/>
                <a:cs typeface="+mn-cs"/>
              </a:defRPr>
            </a:lvl5pPr>
            <a:lvl6pPr marL="107997" indent="-107997" algn="l" defTabSz="914377" rtl="0" eaLnBrk="1" latinLnBrk="0" hangingPunct="1">
              <a:lnSpc>
                <a:spcPct val="100000"/>
              </a:lnSpc>
              <a:spcBef>
                <a:spcPts val="0"/>
              </a:spcBef>
              <a:spcAft>
                <a:spcPts val="600"/>
              </a:spcAft>
              <a:buFont typeface="Arial" panose="020B0604020202020204" pitchFamily="34" charset="0"/>
              <a:buChar char="•"/>
              <a:defRPr sz="1000" b="0" i="0" kern="1200">
                <a:solidFill>
                  <a:schemeClr val="tx1"/>
                </a:solidFill>
                <a:latin typeface="Open Sans Light" panose="020B0306030504020204" pitchFamily="34" charset="0"/>
                <a:ea typeface="+mn-ea"/>
                <a:cs typeface="+mn-cs"/>
              </a:defRPr>
            </a:lvl6pPr>
            <a:lvl7pPr marL="0" indent="0" algn="l" defTabSz="914377" rtl="0" eaLnBrk="1" latinLnBrk="0" hangingPunct="1">
              <a:lnSpc>
                <a:spcPct val="100000"/>
              </a:lnSpc>
              <a:spcBef>
                <a:spcPts val="300"/>
              </a:spcBef>
              <a:spcAft>
                <a:spcPts val="600"/>
              </a:spcAft>
              <a:buFont typeface="Arial" panose="020B0604020202020204" pitchFamily="34" charset="0"/>
              <a:buChar char="​"/>
              <a:defRPr sz="1000" b="0" i="0" kern="1200" baseline="0">
                <a:solidFill>
                  <a:schemeClr val="tx2"/>
                </a:solidFill>
                <a:latin typeface="Open Sans Light" panose="020B0306030504020204" pitchFamily="34" charset="0"/>
                <a:ea typeface="+mn-ea"/>
                <a:cs typeface="+mn-cs"/>
              </a:defRPr>
            </a:lvl7pPr>
            <a:lvl8pPr marL="0" indent="0" algn="l" defTabSz="914377" rtl="0" eaLnBrk="1" latinLnBrk="0" hangingPunct="1">
              <a:lnSpc>
                <a:spcPct val="100000"/>
              </a:lnSpc>
              <a:spcBef>
                <a:spcPts val="300"/>
              </a:spcBef>
              <a:spcAft>
                <a:spcPts val="600"/>
              </a:spcAft>
              <a:buFont typeface="Arial" panose="020B0604020202020204" pitchFamily="34" charset="0"/>
              <a:buChar char="​"/>
              <a:defRPr sz="1000" b="0" i="0" kern="1200">
                <a:solidFill>
                  <a:schemeClr val="tx1"/>
                </a:solidFill>
                <a:latin typeface="Open Sans Light" panose="020B0306030504020204" pitchFamily="34" charset="0"/>
                <a:ea typeface="+mn-ea"/>
                <a:cs typeface="+mn-cs"/>
              </a:defRPr>
            </a:lvl8pPr>
            <a:lvl9pPr marL="0" indent="0" algn="l" defTabSz="914377"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defTabSz="754361">
              <a:spcBef>
                <a:spcPts val="248"/>
              </a:spcBef>
              <a:spcAft>
                <a:spcPts val="495"/>
              </a:spcAft>
              <a:buNone/>
            </a:pPr>
            <a:r>
              <a:rPr lang="en-US" sz="900" i="1">
                <a:solidFill>
                  <a:schemeClr val="bg1"/>
                </a:solidFill>
                <a:latin typeface="Open Sans" panose="020B0606030504020204" pitchFamily="34" charset="0"/>
                <a:ea typeface="Open Sans" panose="020B0606030504020204" pitchFamily="34" charset="0"/>
                <a:cs typeface="Open Sans" panose="020B0606030504020204" pitchFamily="34" charset="0"/>
              </a:rPr>
              <a:t>Customizable digital mapping</a:t>
            </a:r>
          </a:p>
        </p:txBody>
      </p:sp>
      <p:pic>
        <p:nvPicPr>
          <p:cNvPr id="27" name="Picture 26" descr="A picture containing text, monitor, screenshot&#10;&#10;Description automatically generated">
            <a:extLst>
              <a:ext uri="{FF2B5EF4-FFF2-40B4-BE49-F238E27FC236}">
                <a16:creationId xmlns:a16="http://schemas.microsoft.com/office/drawing/2014/main" id="{76B12CD0-3928-694C-C6FD-81A39F5D8A45}"/>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8393" t="11795" r="8223" b="13028"/>
          <a:stretch/>
        </p:blipFill>
        <p:spPr>
          <a:xfrm>
            <a:off x="5733199" y="414788"/>
            <a:ext cx="2297570" cy="3107446"/>
          </a:xfrm>
          <a:prstGeom prst="rect">
            <a:avLst/>
          </a:prstGeom>
        </p:spPr>
      </p:pic>
      <p:sp>
        <p:nvSpPr>
          <p:cNvPr id="47" name="TextBox 46">
            <a:extLst>
              <a:ext uri="{FF2B5EF4-FFF2-40B4-BE49-F238E27FC236}">
                <a16:creationId xmlns:a16="http://schemas.microsoft.com/office/drawing/2014/main" id="{D9FFF121-F5B5-84BE-4475-58E7FDCDCADC}"/>
              </a:ext>
            </a:extLst>
          </p:cNvPr>
          <p:cNvSpPr txBox="1"/>
          <p:nvPr/>
        </p:nvSpPr>
        <p:spPr>
          <a:xfrm>
            <a:off x="9207398" y="6206798"/>
            <a:ext cx="1870154" cy="230832"/>
          </a:xfrm>
          <a:prstGeom prst="rect">
            <a:avLst/>
          </a:prstGeom>
          <a:noFill/>
        </p:spPr>
        <p:txBody>
          <a:bodyPr wrap="square" rtlCol="0">
            <a:spAutoFit/>
          </a:bodyPr>
          <a:lstStyle/>
          <a:p>
            <a:pPr algn="ctr"/>
            <a:r>
              <a:rPr lang="en-US" sz="900" i="1">
                <a:solidFill>
                  <a:schemeClr val="bg1"/>
                </a:solidFill>
                <a:latin typeface="Open Sans" panose="020B0606030504020204" pitchFamily="34" charset="0"/>
                <a:ea typeface="Open Sans" panose="020B0606030504020204" pitchFamily="34" charset="0"/>
                <a:cs typeface="Open Sans" panose="020B0606030504020204" pitchFamily="34" charset="0"/>
              </a:rPr>
              <a:t>Commuter Analysis</a:t>
            </a:r>
          </a:p>
        </p:txBody>
      </p:sp>
      <p:sp>
        <p:nvSpPr>
          <p:cNvPr id="48" name="TextBox 47">
            <a:extLst>
              <a:ext uri="{FF2B5EF4-FFF2-40B4-BE49-F238E27FC236}">
                <a16:creationId xmlns:a16="http://schemas.microsoft.com/office/drawing/2014/main" id="{2E93E252-1CBD-7E45-F598-46512413998C}"/>
              </a:ext>
            </a:extLst>
          </p:cNvPr>
          <p:cNvSpPr txBox="1"/>
          <p:nvPr/>
        </p:nvSpPr>
        <p:spPr>
          <a:xfrm>
            <a:off x="9207398" y="3506930"/>
            <a:ext cx="1870154" cy="230832"/>
          </a:xfrm>
          <a:prstGeom prst="rect">
            <a:avLst/>
          </a:prstGeom>
          <a:noFill/>
        </p:spPr>
        <p:txBody>
          <a:bodyPr wrap="square" rtlCol="0">
            <a:spAutoFit/>
          </a:bodyPr>
          <a:lstStyle/>
          <a:p>
            <a:pPr algn="ctr"/>
            <a:r>
              <a:rPr lang="en-US" sz="900" i="1">
                <a:solidFill>
                  <a:schemeClr val="bg1"/>
                </a:solidFill>
                <a:latin typeface="Open Sans" panose="020B0606030504020204" pitchFamily="34" charset="0"/>
                <a:ea typeface="Open Sans" panose="020B0606030504020204" pitchFamily="34" charset="0"/>
                <a:cs typeface="Open Sans" panose="020B0606030504020204" pitchFamily="34" charset="0"/>
              </a:rPr>
              <a:t>Target Market Analysis</a:t>
            </a:r>
          </a:p>
        </p:txBody>
      </p:sp>
      <p:grpSp>
        <p:nvGrpSpPr>
          <p:cNvPr id="17" name="Group 16">
            <a:extLst>
              <a:ext uri="{FF2B5EF4-FFF2-40B4-BE49-F238E27FC236}">
                <a16:creationId xmlns:a16="http://schemas.microsoft.com/office/drawing/2014/main" id="{EE85C294-63B3-5781-6CCB-1641ABD8189B}"/>
              </a:ext>
            </a:extLst>
          </p:cNvPr>
          <p:cNvGrpSpPr/>
          <p:nvPr/>
        </p:nvGrpSpPr>
        <p:grpSpPr>
          <a:xfrm>
            <a:off x="656885" y="2009424"/>
            <a:ext cx="2149087" cy="636822"/>
            <a:chOff x="656885" y="5254526"/>
            <a:chExt cx="2149087" cy="636822"/>
          </a:xfrm>
        </p:grpSpPr>
        <p:pic>
          <p:nvPicPr>
            <p:cNvPr id="10" name="Picture 9" descr="Icon&#10;&#10;Description automatically generated">
              <a:extLst>
                <a:ext uri="{FF2B5EF4-FFF2-40B4-BE49-F238E27FC236}">
                  <a16:creationId xmlns:a16="http://schemas.microsoft.com/office/drawing/2014/main" id="{F0487481-99BB-D77B-F29B-A7D50AC3372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6885" y="5254526"/>
              <a:ext cx="636822" cy="636822"/>
            </a:xfrm>
            <a:prstGeom prst="rect">
              <a:avLst/>
            </a:prstGeom>
          </p:spPr>
        </p:pic>
        <p:sp>
          <p:nvSpPr>
            <p:cNvPr id="11" name="Content Placeholder 4">
              <a:extLst>
                <a:ext uri="{FF2B5EF4-FFF2-40B4-BE49-F238E27FC236}">
                  <a16:creationId xmlns:a16="http://schemas.microsoft.com/office/drawing/2014/main" id="{5B0E2AFE-819D-8022-D9F6-68DCB6C8290A}"/>
                </a:ext>
              </a:extLst>
            </p:cNvPr>
            <p:cNvSpPr txBox="1">
              <a:spLocks/>
            </p:cNvSpPr>
            <p:nvPr/>
          </p:nvSpPr>
          <p:spPr>
            <a:xfrm>
              <a:off x="1421610" y="5400814"/>
              <a:ext cx="1384362" cy="248841"/>
            </a:xfrm>
            <a:prstGeom prst="rect">
              <a:avLst/>
            </a:prstGeom>
          </p:spPr>
          <p:txBody>
            <a:bodyPr vert="horz" lIns="0" tIns="0" rIns="0" bIns="0" rtlCol="0" anchor="t">
              <a:noAutofit/>
            </a:bodyPr>
            <a:lstStyle>
              <a:lvl1pPr marL="215995" indent="-215995" algn="l" defTabSz="914377" rtl="0" eaLnBrk="1" latinLnBrk="0" hangingPunct="1">
                <a:lnSpc>
                  <a:spcPct val="100000"/>
                </a:lnSpc>
                <a:spcBef>
                  <a:spcPts val="300"/>
                </a:spcBef>
                <a:spcAft>
                  <a:spcPts val="600"/>
                </a:spcAft>
                <a:buFont typeface="Arial" panose="020B0604020202020204" pitchFamily="34" charset="0"/>
                <a:buChar char="•"/>
                <a:defRPr sz="1600" b="0" i="0" kern="1200">
                  <a:solidFill>
                    <a:schemeClr val="tx1"/>
                  </a:solidFill>
                  <a:latin typeface="Open Sans Light" panose="020B0306030504020204" pitchFamily="34" charset="0"/>
                  <a:ea typeface="+mn-ea"/>
                  <a:cs typeface="+mn-cs"/>
                </a:defRPr>
              </a:lvl1pPr>
              <a:lvl2pPr marL="431989" indent="-215995" algn="l" defTabSz="914377" rtl="0" eaLnBrk="1" latinLnBrk="0" hangingPunct="1">
                <a:lnSpc>
                  <a:spcPct val="100000"/>
                </a:lnSpc>
                <a:spcBef>
                  <a:spcPts val="300"/>
                </a:spcBef>
                <a:spcAft>
                  <a:spcPts val="600"/>
                </a:spcAft>
                <a:buFont typeface="Arial" panose="020B0604020202020204" pitchFamily="34" charset="0"/>
                <a:buChar char="•"/>
                <a:defRPr sz="1600" b="0" i="0" kern="1200">
                  <a:solidFill>
                    <a:schemeClr val="tx1"/>
                  </a:solidFill>
                  <a:latin typeface="Open Sans Light" panose="020B0306030504020204" pitchFamily="34" charset="0"/>
                  <a:ea typeface="+mn-ea"/>
                  <a:cs typeface="+mn-cs"/>
                </a:defRPr>
              </a:lvl2pPr>
              <a:lvl3pPr marL="647984" indent="-215995" algn="l" defTabSz="914377" rtl="0" eaLnBrk="1" latinLnBrk="0" hangingPunct="1">
                <a:lnSpc>
                  <a:spcPct val="100000"/>
                </a:lnSpc>
                <a:spcBef>
                  <a:spcPts val="300"/>
                </a:spcBef>
                <a:spcAft>
                  <a:spcPts val="600"/>
                </a:spcAft>
                <a:buFont typeface="Arial" panose="020B0604020202020204" pitchFamily="34" charset="0"/>
                <a:buChar char="•"/>
                <a:defRPr sz="1600" b="0" i="0" kern="1200">
                  <a:solidFill>
                    <a:schemeClr val="tx1"/>
                  </a:solidFill>
                  <a:latin typeface="Open Sans Light" panose="020B0306030504020204" pitchFamily="34" charset="0"/>
                  <a:ea typeface="+mn-ea"/>
                  <a:cs typeface="+mn-cs"/>
                </a:defRPr>
              </a:lvl3pPr>
              <a:lvl4pPr marL="0" indent="0" algn="l" defTabSz="914377" rtl="0" eaLnBrk="1" latinLnBrk="0" hangingPunct="1">
                <a:lnSpc>
                  <a:spcPct val="100000"/>
                </a:lnSpc>
                <a:spcBef>
                  <a:spcPts val="300"/>
                </a:spcBef>
                <a:spcAft>
                  <a:spcPts val="600"/>
                </a:spcAft>
                <a:buFont typeface="Arial" panose="020B0604020202020204" pitchFamily="34" charset="0"/>
                <a:buChar char="​"/>
                <a:defRPr sz="2000" b="0" i="0" kern="1200">
                  <a:solidFill>
                    <a:schemeClr val="tx2"/>
                  </a:solidFill>
                  <a:latin typeface="Open Sans Light" panose="020B0306030504020204" pitchFamily="34" charset="0"/>
                  <a:ea typeface="+mn-ea"/>
                  <a:cs typeface="+mn-cs"/>
                </a:defRPr>
              </a:lvl4pPr>
              <a:lvl5pPr marL="0" indent="0" algn="l" defTabSz="914377" rtl="0" eaLnBrk="1" latinLnBrk="0" hangingPunct="1">
                <a:lnSpc>
                  <a:spcPct val="100000"/>
                </a:lnSpc>
                <a:spcBef>
                  <a:spcPts val="300"/>
                </a:spcBef>
                <a:spcAft>
                  <a:spcPts val="600"/>
                </a:spcAft>
                <a:buFont typeface="Arial" panose="020B0604020202020204" pitchFamily="34" charset="0"/>
                <a:buChar char="​"/>
                <a:tabLst/>
                <a:defRPr sz="1600" b="0" i="0" kern="1200">
                  <a:solidFill>
                    <a:schemeClr val="tx1"/>
                  </a:solidFill>
                  <a:latin typeface="Open Sans Light" panose="020B0306030504020204" pitchFamily="34" charset="0"/>
                  <a:ea typeface="+mn-ea"/>
                  <a:cs typeface="+mn-cs"/>
                </a:defRPr>
              </a:lvl5pPr>
              <a:lvl6pPr marL="107997" indent="-107997" algn="l" defTabSz="914377" rtl="0" eaLnBrk="1" latinLnBrk="0" hangingPunct="1">
                <a:lnSpc>
                  <a:spcPct val="100000"/>
                </a:lnSpc>
                <a:spcBef>
                  <a:spcPts val="0"/>
                </a:spcBef>
                <a:spcAft>
                  <a:spcPts val="600"/>
                </a:spcAft>
                <a:buFont typeface="Arial" panose="020B0604020202020204" pitchFamily="34" charset="0"/>
                <a:buChar char="•"/>
                <a:defRPr sz="1000" b="0" i="0" kern="1200">
                  <a:solidFill>
                    <a:schemeClr val="tx1"/>
                  </a:solidFill>
                  <a:latin typeface="Open Sans Light" panose="020B0306030504020204" pitchFamily="34" charset="0"/>
                  <a:ea typeface="+mn-ea"/>
                  <a:cs typeface="+mn-cs"/>
                </a:defRPr>
              </a:lvl6pPr>
              <a:lvl7pPr marL="0" indent="0" algn="l" defTabSz="914377" rtl="0" eaLnBrk="1" latinLnBrk="0" hangingPunct="1">
                <a:lnSpc>
                  <a:spcPct val="100000"/>
                </a:lnSpc>
                <a:spcBef>
                  <a:spcPts val="300"/>
                </a:spcBef>
                <a:spcAft>
                  <a:spcPts val="600"/>
                </a:spcAft>
                <a:buFont typeface="Arial" panose="020B0604020202020204" pitchFamily="34" charset="0"/>
                <a:buChar char="​"/>
                <a:defRPr sz="1000" b="0" i="0" kern="1200" baseline="0">
                  <a:solidFill>
                    <a:schemeClr val="tx2"/>
                  </a:solidFill>
                  <a:latin typeface="Open Sans Light" panose="020B0306030504020204" pitchFamily="34" charset="0"/>
                  <a:ea typeface="+mn-ea"/>
                  <a:cs typeface="+mn-cs"/>
                </a:defRPr>
              </a:lvl7pPr>
              <a:lvl8pPr marL="0" indent="0" algn="l" defTabSz="914377" rtl="0" eaLnBrk="1" latinLnBrk="0" hangingPunct="1">
                <a:lnSpc>
                  <a:spcPct val="100000"/>
                </a:lnSpc>
                <a:spcBef>
                  <a:spcPts val="300"/>
                </a:spcBef>
                <a:spcAft>
                  <a:spcPts val="600"/>
                </a:spcAft>
                <a:buFont typeface="Arial" panose="020B0604020202020204" pitchFamily="34" charset="0"/>
                <a:buChar char="​"/>
                <a:defRPr sz="1000" b="0" i="0" kern="1200">
                  <a:solidFill>
                    <a:schemeClr val="tx1"/>
                  </a:solidFill>
                  <a:latin typeface="Open Sans Light" panose="020B0306030504020204" pitchFamily="34" charset="0"/>
                  <a:ea typeface="+mn-ea"/>
                  <a:cs typeface="+mn-cs"/>
                </a:defRPr>
              </a:lvl8pPr>
              <a:lvl9pPr marL="0" indent="0" algn="l" defTabSz="914377"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buFont typeface="Arial" panose="020B0604020202020204" pitchFamily="34" charset="0"/>
                <a:buNone/>
              </a:pPr>
              <a:r>
                <a:rPr lang="en-US" sz="1800" b="1">
                  <a:solidFill>
                    <a:schemeClr val="accent2"/>
                  </a:solidFill>
                  <a:latin typeface="Open Sans Extrabold" panose="020B0606030504020204" pitchFamily="34" charset="0"/>
                  <a:ea typeface="Open Sans Extrabold" panose="020B0606030504020204" pitchFamily="34" charset="0"/>
                  <a:cs typeface="Open Sans Extrabold" panose="020B0606030504020204" pitchFamily="34" charset="0"/>
                </a:rPr>
                <a:t>ArcGIS</a:t>
              </a:r>
              <a:r>
                <a:rPr lang="en-US" sz="1800" b="1">
                  <a:solidFill>
                    <a:schemeClr val="accent2"/>
                  </a:solidFill>
                  <a:latin typeface="Open Sans" panose="020B0606030504020204" pitchFamily="34" charset="0"/>
                  <a:ea typeface="Open Sans" panose="020B0606030504020204" pitchFamily="34" charset="0"/>
                  <a:cs typeface="Open Sans" panose="020B0606030504020204" pitchFamily="34" charset="0"/>
                </a:rPr>
                <a:t> </a:t>
              </a:r>
              <a:r>
                <a:rPr lang="en-US" sz="1800">
                  <a:solidFill>
                    <a:schemeClr val="accent2"/>
                  </a:solidFill>
                  <a:latin typeface="Open Sans" panose="020B0606030504020204" pitchFamily="34" charset="0"/>
                  <a:ea typeface="Open Sans" panose="020B0606030504020204" pitchFamily="34" charset="0"/>
                  <a:cs typeface="Open Sans" panose="020B0606030504020204" pitchFamily="34" charset="0"/>
                </a:rPr>
                <a:t>Pro</a:t>
              </a:r>
              <a:endParaRPr lang="en-US" sz="140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grpSp>
      <p:sp>
        <p:nvSpPr>
          <p:cNvPr id="6" name="Arc 5">
            <a:extLst>
              <a:ext uri="{FF2B5EF4-FFF2-40B4-BE49-F238E27FC236}">
                <a16:creationId xmlns:a16="http://schemas.microsoft.com/office/drawing/2014/main" id="{C11A4A11-FEF0-1297-7042-BA2C38F60AB9}"/>
              </a:ext>
            </a:extLst>
          </p:cNvPr>
          <p:cNvSpPr/>
          <p:nvPr/>
        </p:nvSpPr>
        <p:spPr>
          <a:xfrm rot="5400000">
            <a:off x="7806357" y="264904"/>
            <a:ext cx="548663" cy="548663"/>
          </a:xfrm>
          <a:prstGeom prst="arc">
            <a:avLst/>
          </a:prstGeom>
          <a:ln w="12700">
            <a:solidFill>
              <a:schemeClr val="bg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grpSp>
        <p:nvGrpSpPr>
          <p:cNvPr id="9" name="Group 8">
            <a:extLst>
              <a:ext uri="{FF2B5EF4-FFF2-40B4-BE49-F238E27FC236}">
                <a16:creationId xmlns:a16="http://schemas.microsoft.com/office/drawing/2014/main" id="{8CC6F4F4-05AE-61FC-6933-5937251042B1}"/>
              </a:ext>
            </a:extLst>
          </p:cNvPr>
          <p:cNvGrpSpPr/>
          <p:nvPr/>
        </p:nvGrpSpPr>
        <p:grpSpPr>
          <a:xfrm>
            <a:off x="8334381" y="1019537"/>
            <a:ext cx="3616188" cy="2409464"/>
            <a:chOff x="2113789" y="1510656"/>
            <a:chExt cx="3972219" cy="2646687"/>
          </a:xfrm>
        </p:grpSpPr>
        <p:pic>
          <p:nvPicPr>
            <p:cNvPr id="8" name="Picture 7" descr="Shape, square&#10;&#10;Description automatically generated">
              <a:extLst>
                <a:ext uri="{FF2B5EF4-FFF2-40B4-BE49-F238E27FC236}">
                  <a16:creationId xmlns:a16="http://schemas.microsoft.com/office/drawing/2014/main" id="{CF68C285-AD74-9436-B3DC-0736630270D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0800000" flipV="1">
              <a:off x="2113789" y="1510656"/>
              <a:ext cx="3972219" cy="2646687"/>
            </a:xfrm>
            <a:prstGeom prst="rect">
              <a:avLst/>
            </a:prstGeom>
          </p:spPr>
        </p:pic>
        <p:pic>
          <p:nvPicPr>
            <p:cNvPr id="46" name="Picture 45">
              <a:extLst>
                <a:ext uri="{FF2B5EF4-FFF2-40B4-BE49-F238E27FC236}">
                  <a16:creationId xmlns:a16="http://schemas.microsoft.com/office/drawing/2014/main" id="{15923C70-0494-D9FB-8490-A22A5EB7945B}"/>
                </a:ext>
              </a:extLst>
            </p:cNvPr>
            <p:cNvPicPr>
              <a:picLocks noChangeAspect="1"/>
            </p:cNvPicPr>
            <p:nvPr/>
          </p:nvPicPr>
          <p:blipFill>
            <a:blip r:embed="rId8"/>
            <a:stretch>
              <a:fillRect/>
            </a:stretch>
          </p:blipFill>
          <p:spPr>
            <a:xfrm>
              <a:off x="2308689" y="1693773"/>
              <a:ext cx="3582947" cy="2313493"/>
            </a:xfrm>
            <a:prstGeom prst="rect">
              <a:avLst/>
            </a:prstGeom>
            <a:ln>
              <a:noFill/>
            </a:ln>
          </p:spPr>
        </p:pic>
      </p:grpSp>
      <p:grpSp>
        <p:nvGrpSpPr>
          <p:cNvPr id="14" name="Group 13">
            <a:extLst>
              <a:ext uri="{FF2B5EF4-FFF2-40B4-BE49-F238E27FC236}">
                <a16:creationId xmlns:a16="http://schemas.microsoft.com/office/drawing/2014/main" id="{F763004B-95A1-B9A0-0076-35952961D017}"/>
              </a:ext>
            </a:extLst>
          </p:cNvPr>
          <p:cNvGrpSpPr/>
          <p:nvPr/>
        </p:nvGrpSpPr>
        <p:grpSpPr>
          <a:xfrm>
            <a:off x="8333903" y="3859565"/>
            <a:ext cx="3617144" cy="2332412"/>
            <a:chOff x="7187121" y="4103108"/>
            <a:chExt cx="3972219" cy="2561372"/>
          </a:xfrm>
        </p:grpSpPr>
        <p:pic>
          <p:nvPicPr>
            <p:cNvPr id="12" name="Picture 11" descr="Shape, square&#10;&#10;Description automatically generated">
              <a:extLst>
                <a:ext uri="{FF2B5EF4-FFF2-40B4-BE49-F238E27FC236}">
                  <a16:creationId xmlns:a16="http://schemas.microsoft.com/office/drawing/2014/main" id="{47B4B295-E1E1-9A21-B7AD-B858BC0FDBC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0800000" flipV="1">
              <a:off x="7187121" y="4103108"/>
              <a:ext cx="3972219" cy="2561372"/>
            </a:xfrm>
            <a:prstGeom prst="rect">
              <a:avLst/>
            </a:prstGeom>
          </p:spPr>
        </p:pic>
        <p:pic>
          <p:nvPicPr>
            <p:cNvPr id="45" name="Picture 44">
              <a:extLst>
                <a:ext uri="{FF2B5EF4-FFF2-40B4-BE49-F238E27FC236}">
                  <a16:creationId xmlns:a16="http://schemas.microsoft.com/office/drawing/2014/main" id="{15ACB3C9-5EEE-B196-906E-0BB05C0C171E}"/>
                </a:ext>
              </a:extLst>
            </p:cNvPr>
            <p:cNvPicPr>
              <a:picLocks noChangeAspect="1"/>
            </p:cNvPicPr>
            <p:nvPr/>
          </p:nvPicPr>
          <p:blipFill>
            <a:blip r:embed="rId9"/>
            <a:stretch>
              <a:fillRect/>
            </a:stretch>
          </p:blipFill>
          <p:spPr>
            <a:xfrm>
              <a:off x="7351813" y="4265773"/>
              <a:ext cx="3623052" cy="2233471"/>
            </a:xfrm>
            <a:prstGeom prst="rect">
              <a:avLst/>
            </a:prstGeom>
            <a:ln>
              <a:solidFill>
                <a:schemeClr val="accent4"/>
              </a:solidFill>
            </a:ln>
          </p:spPr>
        </p:pic>
      </p:grpSp>
      <p:pic>
        <p:nvPicPr>
          <p:cNvPr id="15" name="Picture 14">
            <a:extLst>
              <a:ext uri="{FF2B5EF4-FFF2-40B4-BE49-F238E27FC236}">
                <a16:creationId xmlns:a16="http://schemas.microsoft.com/office/drawing/2014/main" id="{B3024D2C-4AA3-A367-E6AE-B4E418DEA189}"/>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rot="5400000">
            <a:off x="5759695" y="4012813"/>
            <a:ext cx="2332413" cy="2105483"/>
          </a:xfrm>
          <a:prstGeom prst="rect">
            <a:avLst/>
          </a:prstGeom>
        </p:spPr>
      </p:pic>
      <p:pic>
        <p:nvPicPr>
          <p:cNvPr id="20" name="Picture 19">
            <a:extLst>
              <a:ext uri="{FF2B5EF4-FFF2-40B4-BE49-F238E27FC236}">
                <a16:creationId xmlns:a16="http://schemas.microsoft.com/office/drawing/2014/main" id="{6D5296F0-4303-8FC5-E81D-7798CF377165}"/>
              </a:ext>
            </a:extLst>
          </p:cNvPr>
          <p:cNvPicPr>
            <a:picLocks noChangeAspect="1"/>
          </p:cNvPicPr>
          <p:nvPr/>
        </p:nvPicPr>
        <p:blipFill>
          <a:blip r:embed="rId11">
            <a:duotone>
              <a:schemeClr val="accent5">
                <a:shade val="45000"/>
                <a:satMod val="135000"/>
              </a:schemeClr>
              <a:prstClr val="white"/>
            </a:duotone>
          </a:blip>
          <a:stretch>
            <a:fillRect/>
          </a:stretch>
        </p:blipFill>
        <p:spPr>
          <a:xfrm>
            <a:off x="5980792" y="4029639"/>
            <a:ext cx="1876365" cy="2090949"/>
          </a:xfrm>
          <a:prstGeom prst="rect">
            <a:avLst/>
          </a:prstGeom>
          <a:solidFill>
            <a:schemeClr val="bg1"/>
          </a:solidFill>
          <a:ln>
            <a:noFill/>
          </a:ln>
        </p:spPr>
      </p:pic>
      <p:sp>
        <p:nvSpPr>
          <p:cNvPr id="16" name="Arc 15">
            <a:extLst>
              <a:ext uri="{FF2B5EF4-FFF2-40B4-BE49-F238E27FC236}">
                <a16:creationId xmlns:a16="http://schemas.microsoft.com/office/drawing/2014/main" id="{8BB7CB62-1DD6-F01B-C6B2-A59E70A04A3B}"/>
              </a:ext>
            </a:extLst>
          </p:cNvPr>
          <p:cNvSpPr/>
          <p:nvPr/>
        </p:nvSpPr>
        <p:spPr>
          <a:xfrm rot="16200000" flipH="1">
            <a:off x="5451854" y="4479753"/>
            <a:ext cx="548663" cy="548663"/>
          </a:xfrm>
          <a:prstGeom prst="arc">
            <a:avLst/>
          </a:prstGeom>
          <a:ln w="12700">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18" name="object 60">
            <a:extLst>
              <a:ext uri="{FF2B5EF4-FFF2-40B4-BE49-F238E27FC236}">
                <a16:creationId xmlns:a16="http://schemas.microsoft.com/office/drawing/2014/main" id="{850540C0-20EB-B25C-32F3-A53A69226C97}"/>
              </a:ext>
            </a:extLst>
          </p:cNvPr>
          <p:cNvSpPr txBox="1"/>
          <p:nvPr/>
        </p:nvSpPr>
        <p:spPr>
          <a:xfrm>
            <a:off x="656885" y="2931186"/>
            <a:ext cx="4582772" cy="722377"/>
          </a:xfrm>
          <a:prstGeom prst="rect">
            <a:avLst/>
          </a:prstGeom>
        </p:spPr>
        <p:txBody>
          <a:bodyPr vert="horz" wrap="square" lIns="0" tIns="12065" rIns="0" bIns="0" rtlCol="0">
            <a:spAutoFit/>
          </a:bodyPr>
          <a:lstStyle/>
          <a:p>
            <a:pPr marL="12700" marR="5080">
              <a:lnSpc>
                <a:spcPct val="132100"/>
              </a:lnSpc>
              <a:spcBef>
                <a:spcPts val="95"/>
              </a:spcBef>
            </a:pPr>
            <a:r>
              <a:rPr lang="en-US" sz="1200">
                <a:solidFill>
                  <a:schemeClr val="accent6"/>
                </a:solidFill>
                <a:latin typeface="Open Sans"/>
                <a:cs typeface="Open Sans"/>
              </a:rPr>
              <a:t>We</a:t>
            </a:r>
            <a:r>
              <a:rPr lang="en-US" sz="1200" spc="5">
                <a:solidFill>
                  <a:schemeClr val="accent6"/>
                </a:solidFill>
                <a:latin typeface="Open Sans"/>
                <a:cs typeface="Open Sans"/>
              </a:rPr>
              <a:t> </a:t>
            </a:r>
            <a:r>
              <a:rPr lang="en-US" sz="1200">
                <a:solidFill>
                  <a:schemeClr val="accent6"/>
                </a:solidFill>
                <a:latin typeface="Open Sans"/>
                <a:cs typeface="Open Sans"/>
              </a:rPr>
              <a:t>have</a:t>
            </a:r>
            <a:r>
              <a:rPr lang="en-US" sz="1200" spc="10">
                <a:solidFill>
                  <a:schemeClr val="accent6"/>
                </a:solidFill>
                <a:latin typeface="Open Sans"/>
                <a:cs typeface="Open Sans"/>
              </a:rPr>
              <a:t> </a:t>
            </a:r>
            <a:r>
              <a:rPr lang="en-US" sz="1200">
                <a:solidFill>
                  <a:schemeClr val="accent6"/>
                </a:solidFill>
                <a:latin typeface="Open Sans"/>
                <a:cs typeface="Open Sans"/>
              </a:rPr>
              <a:t>the</a:t>
            </a:r>
            <a:r>
              <a:rPr lang="en-US" sz="1200" spc="10">
                <a:solidFill>
                  <a:schemeClr val="accent6"/>
                </a:solidFill>
                <a:latin typeface="Open Sans"/>
                <a:cs typeface="Open Sans"/>
              </a:rPr>
              <a:t> </a:t>
            </a:r>
            <a:r>
              <a:rPr lang="en-US" sz="1200">
                <a:solidFill>
                  <a:schemeClr val="accent6"/>
                </a:solidFill>
                <a:latin typeface="Open Sans"/>
                <a:cs typeface="Open Sans"/>
              </a:rPr>
              <a:t>ability</a:t>
            </a:r>
            <a:r>
              <a:rPr lang="en-US" sz="1200" spc="10">
                <a:solidFill>
                  <a:schemeClr val="accent6"/>
                </a:solidFill>
                <a:latin typeface="Open Sans"/>
                <a:cs typeface="Open Sans"/>
              </a:rPr>
              <a:t> </a:t>
            </a:r>
            <a:r>
              <a:rPr lang="en-US" sz="1200">
                <a:solidFill>
                  <a:schemeClr val="accent6"/>
                </a:solidFill>
                <a:latin typeface="Open Sans"/>
                <a:cs typeface="Open Sans"/>
              </a:rPr>
              <a:t>to</a:t>
            </a:r>
            <a:r>
              <a:rPr lang="en-US" sz="1200" spc="10">
                <a:solidFill>
                  <a:schemeClr val="accent6"/>
                </a:solidFill>
                <a:latin typeface="Open Sans"/>
                <a:cs typeface="Open Sans"/>
              </a:rPr>
              <a:t> </a:t>
            </a:r>
            <a:r>
              <a:rPr lang="en-US" sz="1200">
                <a:solidFill>
                  <a:schemeClr val="accent6"/>
                </a:solidFill>
                <a:latin typeface="Open Sans"/>
                <a:cs typeface="Open Sans"/>
              </a:rPr>
              <a:t>layer</a:t>
            </a:r>
            <a:r>
              <a:rPr lang="en-US" sz="1200" spc="10">
                <a:solidFill>
                  <a:schemeClr val="accent6"/>
                </a:solidFill>
                <a:latin typeface="Open Sans"/>
                <a:cs typeface="Open Sans"/>
              </a:rPr>
              <a:t> </a:t>
            </a:r>
            <a:r>
              <a:rPr lang="en-US" sz="1200">
                <a:solidFill>
                  <a:schemeClr val="accent6"/>
                </a:solidFill>
                <a:latin typeface="Open Sans"/>
                <a:cs typeface="Open Sans"/>
              </a:rPr>
              <a:t>leasing</a:t>
            </a:r>
            <a:r>
              <a:rPr lang="en-US" sz="1200" spc="10">
                <a:solidFill>
                  <a:schemeClr val="accent6"/>
                </a:solidFill>
                <a:latin typeface="Open Sans"/>
                <a:cs typeface="Open Sans"/>
              </a:rPr>
              <a:t> </a:t>
            </a:r>
            <a:r>
              <a:rPr lang="en-US" sz="1200">
                <a:solidFill>
                  <a:schemeClr val="accent6"/>
                </a:solidFill>
                <a:latin typeface="Open Sans"/>
                <a:cs typeface="Open Sans"/>
              </a:rPr>
              <a:t>and</a:t>
            </a:r>
            <a:r>
              <a:rPr lang="en-US" sz="1200" spc="10">
                <a:solidFill>
                  <a:schemeClr val="accent6"/>
                </a:solidFill>
                <a:latin typeface="Open Sans"/>
                <a:cs typeface="Open Sans"/>
              </a:rPr>
              <a:t> </a:t>
            </a:r>
            <a:r>
              <a:rPr lang="en-US" sz="1200">
                <a:solidFill>
                  <a:schemeClr val="accent6"/>
                </a:solidFill>
                <a:latin typeface="Open Sans"/>
                <a:cs typeface="Open Sans"/>
              </a:rPr>
              <a:t>pricing</a:t>
            </a:r>
            <a:r>
              <a:rPr lang="en-US" sz="1200" spc="10">
                <a:solidFill>
                  <a:schemeClr val="accent6"/>
                </a:solidFill>
                <a:latin typeface="Open Sans"/>
                <a:cs typeface="Open Sans"/>
              </a:rPr>
              <a:t> </a:t>
            </a:r>
            <a:r>
              <a:rPr lang="en-US" sz="1200">
                <a:solidFill>
                  <a:schemeClr val="accent6"/>
                </a:solidFill>
                <a:latin typeface="Open Sans"/>
                <a:cs typeface="Open Sans"/>
              </a:rPr>
              <a:t>trends</a:t>
            </a:r>
            <a:r>
              <a:rPr lang="en-US" sz="1200" spc="10">
                <a:solidFill>
                  <a:schemeClr val="accent6"/>
                </a:solidFill>
                <a:latin typeface="Open Sans"/>
                <a:cs typeface="Open Sans"/>
              </a:rPr>
              <a:t> </a:t>
            </a:r>
            <a:r>
              <a:rPr lang="en-US" sz="1200" spc="-20">
                <a:solidFill>
                  <a:schemeClr val="accent6"/>
                </a:solidFill>
                <a:latin typeface="Open Sans"/>
                <a:cs typeface="Open Sans"/>
              </a:rPr>
              <a:t>with </a:t>
            </a:r>
            <a:r>
              <a:rPr lang="en-US" sz="1200">
                <a:solidFill>
                  <a:schemeClr val="accent6"/>
                </a:solidFill>
                <a:latin typeface="Open Sans"/>
                <a:cs typeface="Open Sans"/>
              </a:rPr>
              <a:t>economic</a:t>
            </a:r>
            <a:r>
              <a:rPr lang="en-US" sz="1200" spc="20">
                <a:solidFill>
                  <a:schemeClr val="accent6"/>
                </a:solidFill>
                <a:latin typeface="Open Sans"/>
                <a:cs typeface="Open Sans"/>
              </a:rPr>
              <a:t> </a:t>
            </a:r>
            <a:r>
              <a:rPr lang="en-US" sz="1200">
                <a:solidFill>
                  <a:schemeClr val="accent6"/>
                </a:solidFill>
                <a:latin typeface="Open Sans"/>
                <a:cs typeface="Open Sans"/>
              </a:rPr>
              <a:t>factors,</a:t>
            </a:r>
            <a:r>
              <a:rPr lang="en-US" sz="1200" spc="25">
                <a:solidFill>
                  <a:schemeClr val="accent6"/>
                </a:solidFill>
                <a:latin typeface="Open Sans"/>
                <a:cs typeface="Open Sans"/>
              </a:rPr>
              <a:t> </a:t>
            </a:r>
            <a:r>
              <a:rPr lang="en-US" sz="1200">
                <a:solidFill>
                  <a:schemeClr val="accent6"/>
                </a:solidFill>
                <a:latin typeface="Open Sans"/>
                <a:cs typeface="Open Sans"/>
              </a:rPr>
              <a:t>traffic</a:t>
            </a:r>
            <a:r>
              <a:rPr lang="en-US" sz="1200" spc="25">
                <a:solidFill>
                  <a:schemeClr val="accent6"/>
                </a:solidFill>
                <a:latin typeface="Open Sans"/>
                <a:cs typeface="Open Sans"/>
              </a:rPr>
              <a:t> </a:t>
            </a:r>
            <a:r>
              <a:rPr lang="en-US" sz="1200">
                <a:solidFill>
                  <a:schemeClr val="accent6"/>
                </a:solidFill>
                <a:latin typeface="Open Sans"/>
                <a:cs typeface="Open Sans"/>
              </a:rPr>
              <a:t>patterns</a:t>
            </a:r>
            <a:r>
              <a:rPr lang="en-US" sz="1200" spc="20">
                <a:solidFill>
                  <a:schemeClr val="accent6"/>
                </a:solidFill>
                <a:latin typeface="Open Sans"/>
                <a:cs typeface="Open Sans"/>
              </a:rPr>
              <a:t> </a:t>
            </a:r>
            <a:r>
              <a:rPr lang="en-US" sz="1200">
                <a:solidFill>
                  <a:schemeClr val="accent6"/>
                </a:solidFill>
                <a:latin typeface="Open Sans"/>
                <a:cs typeface="Open Sans"/>
              </a:rPr>
              <a:t>and</a:t>
            </a:r>
            <a:r>
              <a:rPr lang="en-US" sz="1200" spc="25">
                <a:solidFill>
                  <a:schemeClr val="accent6"/>
                </a:solidFill>
                <a:latin typeface="Open Sans"/>
                <a:cs typeface="Open Sans"/>
              </a:rPr>
              <a:t> </a:t>
            </a:r>
            <a:r>
              <a:rPr lang="en-US" sz="1200">
                <a:solidFill>
                  <a:schemeClr val="accent6"/>
                </a:solidFill>
                <a:latin typeface="Open Sans"/>
                <a:cs typeface="Open Sans"/>
              </a:rPr>
              <a:t>local</a:t>
            </a:r>
            <a:r>
              <a:rPr lang="en-US" sz="1200" spc="25">
                <a:solidFill>
                  <a:schemeClr val="accent6"/>
                </a:solidFill>
                <a:latin typeface="Open Sans"/>
                <a:cs typeface="Open Sans"/>
              </a:rPr>
              <a:t> </a:t>
            </a:r>
            <a:r>
              <a:rPr lang="en-US" sz="1200">
                <a:solidFill>
                  <a:schemeClr val="accent6"/>
                </a:solidFill>
                <a:latin typeface="Open Sans"/>
                <a:cs typeface="Open Sans"/>
              </a:rPr>
              <a:t>demographics</a:t>
            </a:r>
            <a:r>
              <a:rPr lang="en-US" sz="1200" spc="25">
                <a:solidFill>
                  <a:schemeClr val="accent6"/>
                </a:solidFill>
                <a:latin typeface="Open Sans"/>
                <a:cs typeface="Open Sans"/>
              </a:rPr>
              <a:t> </a:t>
            </a:r>
            <a:r>
              <a:rPr lang="en-US" sz="1200" spc="-25">
                <a:solidFill>
                  <a:schemeClr val="accent6"/>
                </a:solidFill>
                <a:latin typeface="Open Sans"/>
                <a:cs typeface="Open Sans"/>
              </a:rPr>
              <a:t>to </a:t>
            </a:r>
            <a:r>
              <a:rPr lang="en-US" sz="1200">
                <a:solidFill>
                  <a:schemeClr val="accent6"/>
                </a:solidFill>
                <a:latin typeface="Open Sans"/>
                <a:cs typeface="Open Sans"/>
              </a:rPr>
              <a:t>provide</a:t>
            </a:r>
            <a:r>
              <a:rPr lang="en-US" sz="1200" spc="20">
                <a:solidFill>
                  <a:schemeClr val="accent6"/>
                </a:solidFill>
                <a:latin typeface="Open Sans"/>
                <a:cs typeface="Open Sans"/>
              </a:rPr>
              <a:t> </a:t>
            </a:r>
            <a:r>
              <a:rPr lang="en-US" sz="1200">
                <a:solidFill>
                  <a:schemeClr val="accent6"/>
                </a:solidFill>
                <a:latin typeface="Open Sans"/>
                <a:cs typeface="Open Sans"/>
              </a:rPr>
              <a:t>a</a:t>
            </a:r>
            <a:r>
              <a:rPr lang="en-US" sz="1200" spc="15">
                <a:solidFill>
                  <a:schemeClr val="accent6"/>
                </a:solidFill>
                <a:latin typeface="Open Sans"/>
                <a:cs typeface="Open Sans"/>
              </a:rPr>
              <a:t> </a:t>
            </a:r>
            <a:r>
              <a:rPr lang="en-US" sz="1200">
                <a:solidFill>
                  <a:schemeClr val="accent6"/>
                </a:solidFill>
                <a:latin typeface="Open Sans"/>
                <a:cs typeface="Open Sans"/>
              </a:rPr>
              <a:t>very</a:t>
            </a:r>
            <a:r>
              <a:rPr lang="en-US" sz="1200" spc="20">
                <a:solidFill>
                  <a:schemeClr val="accent6"/>
                </a:solidFill>
                <a:latin typeface="Open Sans"/>
                <a:cs typeface="Open Sans"/>
              </a:rPr>
              <a:t> </a:t>
            </a:r>
            <a:r>
              <a:rPr lang="en-US" sz="1200">
                <a:solidFill>
                  <a:schemeClr val="accent6"/>
                </a:solidFill>
                <a:latin typeface="Open Sans"/>
                <a:cs typeface="Open Sans"/>
              </a:rPr>
              <a:t>precise</a:t>
            </a:r>
            <a:r>
              <a:rPr lang="en-US" sz="1200" spc="20">
                <a:solidFill>
                  <a:schemeClr val="accent6"/>
                </a:solidFill>
                <a:latin typeface="Open Sans"/>
                <a:cs typeface="Open Sans"/>
              </a:rPr>
              <a:t> </a:t>
            </a:r>
            <a:r>
              <a:rPr lang="en-US" sz="1200">
                <a:solidFill>
                  <a:schemeClr val="accent6"/>
                </a:solidFill>
                <a:latin typeface="Open Sans"/>
                <a:cs typeface="Open Sans"/>
              </a:rPr>
              <a:t>picture</a:t>
            </a:r>
            <a:r>
              <a:rPr lang="en-US" sz="1200" spc="20">
                <a:solidFill>
                  <a:schemeClr val="accent6"/>
                </a:solidFill>
                <a:latin typeface="Open Sans"/>
                <a:cs typeface="Open Sans"/>
              </a:rPr>
              <a:t> </a:t>
            </a:r>
            <a:r>
              <a:rPr lang="en-US" sz="1200">
                <a:solidFill>
                  <a:schemeClr val="accent6"/>
                </a:solidFill>
                <a:latin typeface="Open Sans"/>
                <a:cs typeface="Open Sans"/>
              </a:rPr>
              <a:t>of</a:t>
            </a:r>
            <a:r>
              <a:rPr lang="en-US" sz="1200" spc="20">
                <a:solidFill>
                  <a:schemeClr val="accent6"/>
                </a:solidFill>
                <a:latin typeface="Open Sans"/>
                <a:cs typeface="Open Sans"/>
              </a:rPr>
              <a:t> </a:t>
            </a:r>
            <a:r>
              <a:rPr lang="en-US" sz="1200">
                <a:solidFill>
                  <a:schemeClr val="accent6"/>
                </a:solidFill>
                <a:latin typeface="Open Sans"/>
                <a:cs typeface="Open Sans"/>
              </a:rPr>
              <a:t>our</a:t>
            </a:r>
            <a:r>
              <a:rPr lang="en-US" sz="1200" spc="20">
                <a:solidFill>
                  <a:schemeClr val="accent6"/>
                </a:solidFill>
                <a:latin typeface="Open Sans"/>
                <a:cs typeface="Open Sans"/>
              </a:rPr>
              <a:t> </a:t>
            </a:r>
            <a:r>
              <a:rPr lang="en-US" sz="1200">
                <a:solidFill>
                  <a:schemeClr val="accent6"/>
                </a:solidFill>
                <a:latin typeface="Open Sans"/>
                <a:cs typeface="Open Sans"/>
              </a:rPr>
              <a:t>market.</a:t>
            </a:r>
            <a:r>
              <a:rPr lang="en-US" sz="1200" spc="20">
                <a:solidFill>
                  <a:schemeClr val="accent6"/>
                </a:solidFill>
                <a:latin typeface="Open Sans"/>
                <a:cs typeface="Open Sans"/>
              </a:rPr>
              <a:t> </a:t>
            </a:r>
            <a:endParaRPr sz="1200">
              <a:solidFill>
                <a:schemeClr val="accent6"/>
              </a:solidFill>
              <a:latin typeface="Open Sans"/>
              <a:cs typeface="Open Sans"/>
            </a:endParaRPr>
          </a:p>
        </p:txBody>
      </p:sp>
    </p:spTree>
    <p:custDataLst>
      <p:custData r:id="rId1"/>
      <p:custData r:id="rId2"/>
    </p:custDataLst>
    <p:extLst>
      <p:ext uri="{BB962C8B-B14F-4D97-AF65-F5344CB8AC3E}">
        <p14:creationId xmlns:p14="http://schemas.microsoft.com/office/powerpoint/2010/main" val="112628909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52588FE-55EF-0B34-356C-5586075E61CB}"/>
              </a:ext>
            </a:extLst>
          </p:cNvPr>
          <p:cNvSpPr/>
          <p:nvPr/>
        </p:nvSpPr>
        <p:spPr>
          <a:xfrm>
            <a:off x="7338727" y="-1"/>
            <a:ext cx="4853271"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a:p>
        </p:txBody>
      </p:sp>
      <p:sp>
        <p:nvSpPr>
          <p:cNvPr id="7" name="Text Placeholder 6">
            <a:extLst>
              <a:ext uri="{FF2B5EF4-FFF2-40B4-BE49-F238E27FC236}">
                <a16:creationId xmlns:a16="http://schemas.microsoft.com/office/drawing/2014/main" id="{B59A3D40-E87D-D3E6-E116-AEED6D487149}"/>
              </a:ext>
            </a:extLst>
          </p:cNvPr>
          <p:cNvSpPr>
            <a:spLocks noGrp="1"/>
          </p:cNvSpPr>
          <p:nvPr>
            <p:ph type="body" sz="quarter" idx="13"/>
          </p:nvPr>
        </p:nvSpPr>
        <p:spPr>
          <a:xfrm>
            <a:off x="647525" y="669600"/>
            <a:ext cx="10893425" cy="392400"/>
          </a:xfrm>
        </p:spPr>
        <p:txBody>
          <a:bodyPr/>
          <a:lstStyle/>
          <a:p>
            <a:r>
              <a:rPr lang="en-CA"/>
              <a:t>TOOLS AND TECHNOLOGY</a:t>
            </a:r>
          </a:p>
        </p:txBody>
      </p:sp>
      <p:sp>
        <p:nvSpPr>
          <p:cNvPr id="19" name="Title 121">
            <a:extLst>
              <a:ext uri="{FF2B5EF4-FFF2-40B4-BE49-F238E27FC236}">
                <a16:creationId xmlns:a16="http://schemas.microsoft.com/office/drawing/2014/main" id="{54F69D92-9062-A600-BBB0-867E1689E8E9}"/>
              </a:ext>
            </a:extLst>
          </p:cNvPr>
          <p:cNvSpPr>
            <a:spLocks noGrp="1"/>
          </p:cNvSpPr>
          <p:nvPr>
            <p:ph type="title"/>
          </p:nvPr>
        </p:nvSpPr>
        <p:spPr>
          <a:xfrm>
            <a:off x="647701" y="1062038"/>
            <a:ext cx="4727546" cy="835025"/>
          </a:xfrm>
        </p:spPr>
        <p:txBody>
          <a:bodyPr/>
          <a:lstStyle/>
          <a:p>
            <a:r>
              <a:rPr lang="en-CA"/>
              <a:t>Layout Planning</a:t>
            </a:r>
          </a:p>
        </p:txBody>
      </p:sp>
      <p:sp>
        <p:nvSpPr>
          <p:cNvPr id="13" name="Text Placeholder 12">
            <a:extLst>
              <a:ext uri="{FF2B5EF4-FFF2-40B4-BE49-F238E27FC236}">
                <a16:creationId xmlns:a16="http://schemas.microsoft.com/office/drawing/2014/main" id="{B4B52CC2-412D-3A5B-D9FB-1A65802D860A}"/>
              </a:ext>
            </a:extLst>
          </p:cNvPr>
          <p:cNvSpPr>
            <a:spLocks noGrp="1"/>
          </p:cNvSpPr>
          <p:nvPr>
            <p:ph type="body" sz="quarter" idx="14"/>
          </p:nvPr>
        </p:nvSpPr>
        <p:spPr/>
        <p:txBody>
          <a:bodyPr/>
          <a:lstStyle/>
          <a:p>
            <a:endParaRPr lang="en-CA"/>
          </a:p>
        </p:txBody>
      </p:sp>
      <p:sp>
        <p:nvSpPr>
          <p:cNvPr id="3" name="Footer Placeholder 2">
            <a:extLst>
              <a:ext uri="{FF2B5EF4-FFF2-40B4-BE49-F238E27FC236}">
                <a16:creationId xmlns:a16="http://schemas.microsoft.com/office/drawing/2014/main" id="{13CF59CC-5F16-DF0E-7EE3-2190483837D5}"/>
              </a:ext>
            </a:extLst>
          </p:cNvPr>
          <p:cNvSpPr>
            <a:spLocks noGrp="1"/>
          </p:cNvSpPr>
          <p:nvPr>
            <p:ph type="ftr" sz="quarter" idx="11"/>
          </p:nvPr>
        </p:nvSpPr>
        <p:spPr>
          <a:xfrm>
            <a:off x="6202800" y="248400"/>
            <a:ext cx="4636800" cy="180000"/>
          </a:xfrm>
        </p:spPr>
        <p:txBody>
          <a:bodyPr/>
          <a:lstStyle/>
          <a:p>
            <a:r>
              <a:rPr lang="en-US">
                <a:solidFill>
                  <a:schemeClr val="bg1"/>
                </a:solidFill>
              </a:rPr>
              <a:t>Colliers</a:t>
            </a:r>
          </a:p>
        </p:txBody>
      </p:sp>
      <p:sp>
        <p:nvSpPr>
          <p:cNvPr id="4" name="Slide Number Placeholder 3">
            <a:extLst>
              <a:ext uri="{FF2B5EF4-FFF2-40B4-BE49-F238E27FC236}">
                <a16:creationId xmlns:a16="http://schemas.microsoft.com/office/drawing/2014/main" id="{5ACE6F06-6B05-5FA3-4325-E4665A68E75A}"/>
              </a:ext>
            </a:extLst>
          </p:cNvPr>
          <p:cNvSpPr>
            <a:spLocks noGrp="1"/>
          </p:cNvSpPr>
          <p:nvPr>
            <p:ph type="sldNum" sz="quarter" idx="12"/>
          </p:nvPr>
        </p:nvSpPr>
        <p:spPr>
          <a:xfrm>
            <a:off x="11167200" y="248400"/>
            <a:ext cx="374400" cy="180000"/>
          </a:xfrm>
        </p:spPr>
        <p:txBody>
          <a:bodyPr/>
          <a:lstStyle/>
          <a:p>
            <a:fld id="{23AA811B-2EBD-4900-905E-5BE206449611}" type="slidenum">
              <a:rPr lang="en-US" smtClean="0">
                <a:solidFill>
                  <a:schemeClr val="bg1"/>
                </a:solidFill>
              </a:rPr>
              <a:pPr/>
              <a:t>62</a:t>
            </a:fld>
            <a:endParaRPr lang="en-US">
              <a:solidFill>
                <a:schemeClr val="bg1"/>
              </a:solidFill>
            </a:endParaRPr>
          </a:p>
        </p:txBody>
      </p:sp>
      <p:sp>
        <p:nvSpPr>
          <p:cNvPr id="16" name="Arc 15">
            <a:extLst>
              <a:ext uri="{FF2B5EF4-FFF2-40B4-BE49-F238E27FC236}">
                <a16:creationId xmlns:a16="http://schemas.microsoft.com/office/drawing/2014/main" id="{8BB7CB62-1DD6-F01B-C6B2-A59E70A04A3B}"/>
              </a:ext>
            </a:extLst>
          </p:cNvPr>
          <p:cNvSpPr/>
          <p:nvPr/>
        </p:nvSpPr>
        <p:spPr>
          <a:xfrm rot="9965307">
            <a:off x="8474249" y="5018640"/>
            <a:ext cx="548663" cy="548663"/>
          </a:xfrm>
          <a:prstGeom prst="arc">
            <a:avLst/>
          </a:prstGeom>
          <a:ln w="12700">
            <a:solidFill>
              <a:schemeClr val="bg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18" name="object 60">
            <a:extLst>
              <a:ext uri="{FF2B5EF4-FFF2-40B4-BE49-F238E27FC236}">
                <a16:creationId xmlns:a16="http://schemas.microsoft.com/office/drawing/2014/main" id="{850540C0-20EB-B25C-32F3-A53A69226C97}"/>
              </a:ext>
            </a:extLst>
          </p:cNvPr>
          <p:cNvSpPr txBox="1"/>
          <p:nvPr/>
        </p:nvSpPr>
        <p:spPr>
          <a:xfrm>
            <a:off x="656885" y="3152117"/>
            <a:ext cx="2994182" cy="1954125"/>
          </a:xfrm>
          <a:prstGeom prst="rect">
            <a:avLst/>
          </a:prstGeom>
        </p:spPr>
        <p:txBody>
          <a:bodyPr vert="horz" wrap="square" lIns="0" tIns="12065" rIns="0" bIns="0" rtlCol="0">
            <a:spAutoFit/>
          </a:bodyPr>
          <a:lstStyle/>
          <a:p>
            <a:pPr marL="12700" marR="5080">
              <a:lnSpc>
                <a:spcPct val="132100"/>
              </a:lnSpc>
              <a:spcBef>
                <a:spcPts val="95"/>
              </a:spcBef>
            </a:pPr>
            <a:r>
              <a:rPr lang="en-US" sz="1200">
                <a:solidFill>
                  <a:schemeClr val="accent6"/>
                </a:solidFill>
                <a:latin typeface="Open Sans"/>
                <a:cs typeface="Open Sans"/>
              </a:rPr>
              <a:t>Provides construction and space configuration alternatives considering utilization, efficiency, SF per employee, amenities, and more. Generates a 3D walkthrough experience and high-resolution photorealistic renderings of your potential future space.</a:t>
            </a:r>
          </a:p>
          <a:p>
            <a:pPr marL="12700" marR="5080">
              <a:lnSpc>
                <a:spcPct val="132100"/>
              </a:lnSpc>
              <a:spcBef>
                <a:spcPts val="95"/>
              </a:spcBef>
            </a:pPr>
            <a:endParaRPr lang="en-US" sz="1200">
              <a:solidFill>
                <a:schemeClr val="accent6"/>
              </a:solidFill>
              <a:latin typeface="Open Sans"/>
              <a:cs typeface="Open Sans"/>
            </a:endParaRPr>
          </a:p>
        </p:txBody>
      </p:sp>
      <p:grpSp>
        <p:nvGrpSpPr>
          <p:cNvPr id="21" name="Group 20">
            <a:extLst>
              <a:ext uri="{FF2B5EF4-FFF2-40B4-BE49-F238E27FC236}">
                <a16:creationId xmlns:a16="http://schemas.microsoft.com/office/drawing/2014/main" id="{34A54975-235A-EB0E-D85D-7B71DE9E4705}"/>
              </a:ext>
            </a:extLst>
          </p:cNvPr>
          <p:cNvGrpSpPr/>
          <p:nvPr/>
        </p:nvGrpSpPr>
        <p:grpSpPr>
          <a:xfrm>
            <a:off x="3651067" y="1642909"/>
            <a:ext cx="7951516" cy="4221916"/>
            <a:chOff x="7510532" y="2652107"/>
            <a:chExt cx="6157355" cy="3269293"/>
          </a:xfrm>
        </p:grpSpPr>
        <p:sp>
          <p:nvSpPr>
            <p:cNvPr id="22" name="object 13">
              <a:extLst>
                <a:ext uri="{FF2B5EF4-FFF2-40B4-BE49-F238E27FC236}">
                  <a16:creationId xmlns:a16="http://schemas.microsoft.com/office/drawing/2014/main" id="{D988B59D-A02B-BE7D-E065-2FBD0A14945E}"/>
                </a:ext>
              </a:extLst>
            </p:cNvPr>
            <p:cNvSpPr/>
            <p:nvPr/>
          </p:nvSpPr>
          <p:spPr>
            <a:xfrm>
              <a:off x="10139049" y="2756806"/>
              <a:ext cx="230504" cy="2000250"/>
            </a:xfrm>
            <a:custGeom>
              <a:avLst/>
              <a:gdLst/>
              <a:ahLst/>
              <a:cxnLst/>
              <a:rect l="l" t="t" r="r" b="b"/>
              <a:pathLst>
                <a:path w="230505" h="2000250">
                  <a:moveTo>
                    <a:pt x="230359" y="0"/>
                  </a:moveTo>
                  <a:lnTo>
                    <a:pt x="0" y="0"/>
                  </a:lnTo>
                  <a:lnTo>
                    <a:pt x="0" y="1999939"/>
                  </a:lnTo>
                  <a:lnTo>
                    <a:pt x="230359" y="1999939"/>
                  </a:lnTo>
                  <a:lnTo>
                    <a:pt x="230359" y="0"/>
                  </a:lnTo>
                  <a:close/>
                </a:path>
              </a:pathLst>
            </a:custGeom>
            <a:solidFill>
              <a:srgbClr val="FFFFFF"/>
            </a:solidFill>
          </p:spPr>
          <p:txBody>
            <a:bodyPr wrap="square" lIns="0" tIns="0" rIns="0" bIns="0" rtlCol="0"/>
            <a:lstStyle/>
            <a:p>
              <a:endParaRPr/>
            </a:p>
          </p:txBody>
        </p:sp>
        <p:pic>
          <p:nvPicPr>
            <p:cNvPr id="24" name="object 14">
              <a:extLst>
                <a:ext uri="{FF2B5EF4-FFF2-40B4-BE49-F238E27FC236}">
                  <a16:creationId xmlns:a16="http://schemas.microsoft.com/office/drawing/2014/main" id="{E989D4DD-7579-5D7C-4230-FDAEC481DD19}"/>
                </a:ext>
              </a:extLst>
            </p:cNvPr>
            <p:cNvPicPr/>
            <p:nvPr/>
          </p:nvPicPr>
          <p:blipFill>
            <a:blip r:embed="rId5" cstate="print"/>
            <a:stretch>
              <a:fillRect/>
            </a:stretch>
          </p:blipFill>
          <p:spPr>
            <a:xfrm>
              <a:off x="10360941" y="2752261"/>
              <a:ext cx="2962985" cy="1963317"/>
            </a:xfrm>
            <a:prstGeom prst="rect">
              <a:avLst/>
            </a:prstGeom>
          </p:spPr>
        </p:pic>
        <p:pic>
          <p:nvPicPr>
            <p:cNvPr id="26" name="object 15">
              <a:extLst>
                <a:ext uri="{FF2B5EF4-FFF2-40B4-BE49-F238E27FC236}">
                  <a16:creationId xmlns:a16="http://schemas.microsoft.com/office/drawing/2014/main" id="{EF90DB0C-DB50-996F-0241-67B4821FB75D}"/>
                </a:ext>
              </a:extLst>
            </p:cNvPr>
            <p:cNvPicPr/>
            <p:nvPr/>
          </p:nvPicPr>
          <p:blipFill>
            <a:blip r:embed="rId6" cstate="print"/>
            <a:stretch>
              <a:fillRect/>
            </a:stretch>
          </p:blipFill>
          <p:spPr>
            <a:xfrm>
              <a:off x="10028697" y="4821685"/>
              <a:ext cx="3639040" cy="301551"/>
            </a:xfrm>
            <a:prstGeom prst="rect">
              <a:avLst/>
            </a:prstGeom>
          </p:spPr>
        </p:pic>
        <p:sp>
          <p:nvSpPr>
            <p:cNvPr id="28" name="object 16">
              <a:extLst>
                <a:ext uri="{FF2B5EF4-FFF2-40B4-BE49-F238E27FC236}">
                  <a16:creationId xmlns:a16="http://schemas.microsoft.com/office/drawing/2014/main" id="{DE1CA711-9443-53DA-72A3-80DF3B7EE35E}"/>
                </a:ext>
              </a:extLst>
            </p:cNvPr>
            <p:cNvSpPr/>
            <p:nvPr/>
          </p:nvSpPr>
          <p:spPr>
            <a:xfrm>
              <a:off x="10028702" y="2652109"/>
              <a:ext cx="3639185" cy="2169795"/>
            </a:xfrm>
            <a:custGeom>
              <a:avLst/>
              <a:gdLst/>
              <a:ahLst/>
              <a:cxnLst/>
              <a:rect l="l" t="t" r="r" b="b"/>
              <a:pathLst>
                <a:path w="3639184" h="2169795">
                  <a:moveTo>
                    <a:pt x="3547672" y="0"/>
                  </a:moveTo>
                  <a:lnTo>
                    <a:pt x="91358" y="0"/>
                  </a:lnTo>
                  <a:lnTo>
                    <a:pt x="55796" y="7178"/>
                  </a:lnTo>
                  <a:lnTo>
                    <a:pt x="26757" y="26757"/>
                  </a:lnTo>
                  <a:lnTo>
                    <a:pt x="7178" y="55796"/>
                  </a:lnTo>
                  <a:lnTo>
                    <a:pt x="0" y="91358"/>
                  </a:lnTo>
                  <a:lnTo>
                    <a:pt x="0" y="2169567"/>
                  </a:lnTo>
                  <a:lnTo>
                    <a:pt x="3639041" y="2169567"/>
                  </a:lnTo>
                  <a:lnTo>
                    <a:pt x="3639041" y="2063476"/>
                  </a:lnTo>
                  <a:lnTo>
                    <a:pt x="101190" y="2063476"/>
                  </a:lnTo>
                  <a:lnTo>
                    <a:pt x="101190" y="100143"/>
                  </a:lnTo>
                  <a:lnTo>
                    <a:pt x="3639041" y="100143"/>
                  </a:lnTo>
                  <a:lnTo>
                    <a:pt x="3639041" y="91358"/>
                  </a:lnTo>
                  <a:lnTo>
                    <a:pt x="3631860" y="55796"/>
                  </a:lnTo>
                  <a:lnTo>
                    <a:pt x="3612278" y="26757"/>
                  </a:lnTo>
                  <a:lnTo>
                    <a:pt x="3583235" y="7178"/>
                  </a:lnTo>
                  <a:lnTo>
                    <a:pt x="3547672" y="0"/>
                  </a:lnTo>
                  <a:close/>
                </a:path>
                <a:path w="3639184" h="2169795">
                  <a:moveTo>
                    <a:pt x="3639041" y="100143"/>
                  </a:moveTo>
                  <a:lnTo>
                    <a:pt x="3535065" y="100143"/>
                  </a:lnTo>
                  <a:lnTo>
                    <a:pt x="3535065" y="2063476"/>
                  </a:lnTo>
                  <a:lnTo>
                    <a:pt x="3639041" y="2063476"/>
                  </a:lnTo>
                  <a:lnTo>
                    <a:pt x="3639041" y="100143"/>
                  </a:lnTo>
                  <a:close/>
                </a:path>
              </a:pathLst>
            </a:custGeom>
            <a:solidFill>
              <a:srgbClr val="000000"/>
            </a:solidFill>
          </p:spPr>
          <p:txBody>
            <a:bodyPr wrap="square" lIns="0" tIns="0" rIns="0" bIns="0" rtlCol="0"/>
            <a:lstStyle/>
            <a:p>
              <a:endParaRPr/>
            </a:p>
          </p:txBody>
        </p:sp>
        <p:pic>
          <p:nvPicPr>
            <p:cNvPr id="29" name="object 17">
              <a:extLst>
                <a:ext uri="{FF2B5EF4-FFF2-40B4-BE49-F238E27FC236}">
                  <a16:creationId xmlns:a16="http://schemas.microsoft.com/office/drawing/2014/main" id="{6B9C3D64-FAA6-F43B-767E-4455845E8AB2}"/>
                </a:ext>
              </a:extLst>
            </p:cNvPr>
            <p:cNvPicPr/>
            <p:nvPr/>
          </p:nvPicPr>
          <p:blipFill>
            <a:blip r:embed="rId7" cstate="print"/>
            <a:stretch>
              <a:fillRect/>
            </a:stretch>
          </p:blipFill>
          <p:spPr>
            <a:xfrm>
              <a:off x="13579312" y="2652164"/>
              <a:ext cx="88416" cy="91312"/>
            </a:xfrm>
            <a:prstGeom prst="rect">
              <a:avLst/>
            </a:prstGeom>
          </p:spPr>
        </p:pic>
        <p:pic>
          <p:nvPicPr>
            <p:cNvPr id="30" name="object 18">
              <a:extLst>
                <a:ext uri="{FF2B5EF4-FFF2-40B4-BE49-F238E27FC236}">
                  <a16:creationId xmlns:a16="http://schemas.microsoft.com/office/drawing/2014/main" id="{BACA188F-6DA3-2310-B421-B87F3A824A5E}"/>
                </a:ext>
              </a:extLst>
            </p:cNvPr>
            <p:cNvPicPr/>
            <p:nvPr/>
          </p:nvPicPr>
          <p:blipFill>
            <a:blip r:embed="rId8" cstate="print"/>
            <a:stretch>
              <a:fillRect/>
            </a:stretch>
          </p:blipFill>
          <p:spPr>
            <a:xfrm>
              <a:off x="12023537" y="2752261"/>
              <a:ext cx="1540225" cy="1963322"/>
            </a:xfrm>
            <a:prstGeom prst="rect">
              <a:avLst/>
            </a:prstGeom>
          </p:spPr>
        </p:pic>
        <p:pic>
          <p:nvPicPr>
            <p:cNvPr id="31" name="object 19">
              <a:extLst>
                <a:ext uri="{FF2B5EF4-FFF2-40B4-BE49-F238E27FC236}">
                  <a16:creationId xmlns:a16="http://schemas.microsoft.com/office/drawing/2014/main" id="{66828955-E80A-A827-89D3-BD0413700039}"/>
                </a:ext>
              </a:extLst>
            </p:cNvPr>
            <p:cNvPicPr/>
            <p:nvPr/>
          </p:nvPicPr>
          <p:blipFill>
            <a:blip r:embed="rId9" cstate="print"/>
            <a:stretch>
              <a:fillRect/>
            </a:stretch>
          </p:blipFill>
          <p:spPr>
            <a:xfrm>
              <a:off x="11957088" y="2652107"/>
              <a:ext cx="1710639" cy="2169577"/>
            </a:xfrm>
            <a:prstGeom prst="rect">
              <a:avLst/>
            </a:prstGeom>
          </p:spPr>
        </p:pic>
        <p:pic>
          <p:nvPicPr>
            <p:cNvPr id="32" name="object 20">
              <a:extLst>
                <a:ext uri="{FF2B5EF4-FFF2-40B4-BE49-F238E27FC236}">
                  <a16:creationId xmlns:a16="http://schemas.microsoft.com/office/drawing/2014/main" id="{612D04FE-062F-46C1-1357-15005A94C26C}"/>
                </a:ext>
              </a:extLst>
            </p:cNvPr>
            <p:cNvPicPr/>
            <p:nvPr/>
          </p:nvPicPr>
          <p:blipFill>
            <a:blip r:embed="rId10" cstate="print"/>
            <a:stretch>
              <a:fillRect/>
            </a:stretch>
          </p:blipFill>
          <p:spPr>
            <a:xfrm>
              <a:off x="12020123" y="2746073"/>
              <a:ext cx="1511597" cy="1920130"/>
            </a:xfrm>
            <a:prstGeom prst="rect">
              <a:avLst/>
            </a:prstGeom>
          </p:spPr>
        </p:pic>
        <p:pic>
          <p:nvPicPr>
            <p:cNvPr id="33" name="object 21">
              <a:extLst>
                <a:ext uri="{FF2B5EF4-FFF2-40B4-BE49-F238E27FC236}">
                  <a16:creationId xmlns:a16="http://schemas.microsoft.com/office/drawing/2014/main" id="{CD64C702-4724-02EE-4469-891706C626CF}"/>
                </a:ext>
              </a:extLst>
            </p:cNvPr>
            <p:cNvPicPr/>
            <p:nvPr/>
          </p:nvPicPr>
          <p:blipFill>
            <a:blip r:embed="rId11" cstate="print"/>
            <a:stretch>
              <a:fillRect/>
            </a:stretch>
          </p:blipFill>
          <p:spPr>
            <a:xfrm>
              <a:off x="8048654" y="3880447"/>
              <a:ext cx="2351276" cy="1605982"/>
            </a:xfrm>
            <a:prstGeom prst="rect">
              <a:avLst/>
            </a:prstGeom>
          </p:spPr>
        </p:pic>
        <p:sp>
          <p:nvSpPr>
            <p:cNvPr id="34" name="object 22">
              <a:extLst>
                <a:ext uri="{FF2B5EF4-FFF2-40B4-BE49-F238E27FC236}">
                  <a16:creationId xmlns:a16="http://schemas.microsoft.com/office/drawing/2014/main" id="{E71E294D-EBF6-A7CF-FDB5-7D643F32555E}"/>
                </a:ext>
              </a:extLst>
            </p:cNvPr>
            <p:cNvSpPr/>
            <p:nvPr/>
          </p:nvSpPr>
          <p:spPr>
            <a:xfrm>
              <a:off x="7956379" y="3781799"/>
              <a:ext cx="2642235" cy="1801495"/>
            </a:xfrm>
            <a:custGeom>
              <a:avLst/>
              <a:gdLst/>
              <a:ahLst/>
              <a:cxnLst/>
              <a:rect l="l" t="t" r="r" b="b"/>
              <a:pathLst>
                <a:path w="2642234" h="1801495">
                  <a:moveTo>
                    <a:pt x="2641854" y="67386"/>
                  </a:moveTo>
                  <a:lnTo>
                    <a:pt x="2636545" y="41186"/>
                  </a:lnTo>
                  <a:lnTo>
                    <a:pt x="2622092" y="19761"/>
                  </a:lnTo>
                  <a:lnTo>
                    <a:pt x="2600680" y="5308"/>
                  </a:lnTo>
                  <a:lnTo>
                    <a:pt x="2574467" y="0"/>
                  </a:lnTo>
                  <a:lnTo>
                    <a:pt x="2551087" y="0"/>
                  </a:lnTo>
                  <a:lnTo>
                    <a:pt x="2551087" y="98666"/>
                  </a:lnTo>
                  <a:lnTo>
                    <a:pt x="2551087" y="1704657"/>
                  </a:lnTo>
                  <a:lnTo>
                    <a:pt x="90741" y="1704657"/>
                  </a:lnTo>
                  <a:lnTo>
                    <a:pt x="90741" y="98666"/>
                  </a:lnTo>
                  <a:lnTo>
                    <a:pt x="2551087" y="98666"/>
                  </a:lnTo>
                  <a:lnTo>
                    <a:pt x="2551087" y="0"/>
                  </a:lnTo>
                  <a:lnTo>
                    <a:pt x="67373" y="0"/>
                  </a:lnTo>
                  <a:lnTo>
                    <a:pt x="41173" y="5308"/>
                  </a:lnTo>
                  <a:lnTo>
                    <a:pt x="19761" y="19761"/>
                  </a:lnTo>
                  <a:lnTo>
                    <a:pt x="5295" y="41186"/>
                  </a:lnTo>
                  <a:lnTo>
                    <a:pt x="0" y="67386"/>
                  </a:lnTo>
                  <a:lnTo>
                    <a:pt x="0" y="1801266"/>
                  </a:lnTo>
                  <a:lnTo>
                    <a:pt x="2641854" y="1801266"/>
                  </a:lnTo>
                  <a:lnTo>
                    <a:pt x="2641854" y="1704657"/>
                  </a:lnTo>
                  <a:lnTo>
                    <a:pt x="2641854" y="98666"/>
                  </a:lnTo>
                  <a:lnTo>
                    <a:pt x="2641854" y="67386"/>
                  </a:lnTo>
                  <a:close/>
                </a:path>
              </a:pathLst>
            </a:custGeom>
            <a:solidFill>
              <a:srgbClr val="9EA2A2"/>
            </a:solidFill>
          </p:spPr>
          <p:txBody>
            <a:bodyPr wrap="square" lIns="0" tIns="0" rIns="0" bIns="0" rtlCol="0"/>
            <a:lstStyle/>
            <a:p>
              <a:endParaRPr/>
            </a:p>
          </p:txBody>
        </p:sp>
        <p:sp>
          <p:nvSpPr>
            <p:cNvPr id="35" name="object 23">
              <a:extLst>
                <a:ext uri="{FF2B5EF4-FFF2-40B4-BE49-F238E27FC236}">
                  <a16:creationId xmlns:a16="http://schemas.microsoft.com/office/drawing/2014/main" id="{290D3862-FED4-5C13-4EEA-4A62A01E384F}"/>
                </a:ext>
              </a:extLst>
            </p:cNvPr>
            <p:cNvSpPr/>
            <p:nvPr/>
          </p:nvSpPr>
          <p:spPr>
            <a:xfrm>
              <a:off x="7969982" y="3795401"/>
              <a:ext cx="2614930" cy="1774189"/>
            </a:xfrm>
            <a:custGeom>
              <a:avLst/>
              <a:gdLst/>
              <a:ahLst/>
              <a:cxnLst/>
              <a:rect l="l" t="t" r="r" b="b"/>
              <a:pathLst>
                <a:path w="2614930" h="1774189">
                  <a:moveTo>
                    <a:pt x="2560874" y="0"/>
                  </a:moveTo>
                  <a:lnTo>
                    <a:pt x="53778" y="0"/>
                  </a:lnTo>
                  <a:lnTo>
                    <a:pt x="32843" y="4227"/>
                  </a:lnTo>
                  <a:lnTo>
                    <a:pt x="15749" y="15754"/>
                  </a:lnTo>
                  <a:lnTo>
                    <a:pt x="4225" y="32852"/>
                  </a:lnTo>
                  <a:lnTo>
                    <a:pt x="0" y="53788"/>
                  </a:lnTo>
                  <a:lnTo>
                    <a:pt x="0" y="1774050"/>
                  </a:lnTo>
                  <a:lnTo>
                    <a:pt x="2614653" y="1774050"/>
                  </a:lnTo>
                  <a:lnTo>
                    <a:pt x="2614653" y="1691047"/>
                  </a:lnTo>
                  <a:lnTo>
                    <a:pt x="77139" y="1691047"/>
                  </a:lnTo>
                  <a:lnTo>
                    <a:pt x="77139" y="85065"/>
                  </a:lnTo>
                  <a:lnTo>
                    <a:pt x="2614653" y="85065"/>
                  </a:lnTo>
                  <a:lnTo>
                    <a:pt x="2614653" y="53788"/>
                  </a:lnTo>
                  <a:lnTo>
                    <a:pt x="2610427" y="32852"/>
                  </a:lnTo>
                  <a:lnTo>
                    <a:pt x="2598903" y="15754"/>
                  </a:lnTo>
                  <a:lnTo>
                    <a:pt x="2581809" y="4227"/>
                  </a:lnTo>
                  <a:lnTo>
                    <a:pt x="2560874" y="0"/>
                  </a:lnTo>
                  <a:close/>
                </a:path>
                <a:path w="2614930" h="1774189">
                  <a:moveTo>
                    <a:pt x="2614653" y="85065"/>
                  </a:moveTo>
                  <a:lnTo>
                    <a:pt x="2537482" y="85065"/>
                  </a:lnTo>
                  <a:lnTo>
                    <a:pt x="2537482" y="1691047"/>
                  </a:lnTo>
                  <a:lnTo>
                    <a:pt x="2614653" y="1691047"/>
                  </a:lnTo>
                  <a:lnTo>
                    <a:pt x="2614653" y="85065"/>
                  </a:lnTo>
                  <a:close/>
                </a:path>
              </a:pathLst>
            </a:custGeom>
            <a:solidFill>
              <a:srgbClr val="4A4A4D"/>
            </a:solidFill>
          </p:spPr>
          <p:txBody>
            <a:bodyPr wrap="square" lIns="0" tIns="0" rIns="0" bIns="0" rtlCol="0"/>
            <a:lstStyle/>
            <a:p>
              <a:endParaRPr/>
            </a:p>
          </p:txBody>
        </p:sp>
        <p:pic>
          <p:nvPicPr>
            <p:cNvPr id="36" name="object 24">
              <a:extLst>
                <a:ext uri="{FF2B5EF4-FFF2-40B4-BE49-F238E27FC236}">
                  <a16:creationId xmlns:a16="http://schemas.microsoft.com/office/drawing/2014/main" id="{176FF00C-7D66-247D-BC5E-6FD775DC48AA}"/>
                </a:ext>
              </a:extLst>
            </p:cNvPr>
            <p:cNvPicPr/>
            <p:nvPr/>
          </p:nvPicPr>
          <p:blipFill>
            <a:blip r:embed="rId12" cstate="print"/>
            <a:stretch>
              <a:fillRect/>
            </a:stretch>
          </p:blipFill>
          <p:spPr>
            <a:xfrm>
              <a:off x="10399931" y="5486440"/>
              <a:ext cx="44344" cy="70050"/>
            </a:xfrm>
            <a:prstGeom prst="rect">
              <a:avLst/>
            </a:prstGeom>
          </p:spPr>
        </p:pic>
        <p:pic>
          <p:nvPicPr>
            <p:cNvPr id="37" name="object 25">
              <a:extLst>
                <a:ext uri="{FF2B5EF4-FFF2-40B4-BE49-F238E27FC236}">
                  <a16:creationId xmlns:a16="http://schemas.microsoft.com/office/drawing/2014/main" id="{12B8D693-3168-1B4C-1481-45404913B1A5}"/>
                </a:ext>
              </a:extLst>
            </p:cNvPr>
            <p:cNvPicPr/>
            <p:nvPr/>
          </p:nvPicPr>
          <p:blipFill>
            <a:blip r:embed="rId13" cstate="print"/>
            <a:stretch>
              <a:fillRect/>
            </a:stretch>
          </p:blipFill>
          <p:spPr>
            <a:xfrm>
              <a:off x="9383418" y="3880457"/>
              <a:ext cx="1124049" cy="1605982"/>
            </a:xfrm>
            <a:prstGeom prst="rect">
              <a:avLst/>
            </a:prstGeom>
          </p:spPr>
        </p:pic>
        <p:pic>
          <p:nvPicPr>
            <p:cNvPr id="38" name="object 26">
              <a:extLst>
                <a:ext uri="{FF2B5EF4-FFF2-40B4-BE49-F238E27FC236}">
                  <a16:creationId xmlns:a16="http://schemas.microsoft.com/office/drawing/2014/main" id="{18FCAA9E-DC90-7F88-7081-546B4DA4CFF3}"/>
                </a:ext>
              </a:extLst>
            </p:cNvPr>
            <p:cNvPicPr/>
            <p:nvPr/>
          </p:nvPicPr>
          <p:blipFill>
            <a:blip r:embed="rId14" cstate="print"/>
            <a:stretch>
              <a:fillRect/>
            </a:stretch>
          </p:blipFill>
          <p:spPr>
            <a:xfrm>
              <a:off x="9336749" y="3806732"/>
              <a:ext cx="1236548" cy="1749758"/>
            </a:xfrm>
            <a:prstGeom prst="rect">
              <a:avLst/>
            </a:prstGeom>
          </p:spPr>
        </p:pic>
        <p:pic>
          <p:nvPicPr>
            <p:cNvPr id="39" name="object 27">
              <a:extLst>
                <a:ext uri="{FF2B5EF4-FFF2-40B4-BE49-F238E27FC236}">
                  <a16:creationId xmlns:a16="http://schemas.microsoft.com/office/drawing/2014/main" id="{C562C144-60D8-5537-8088-FF72ECDBBC8C}"/>
                </a:ext>
              </a:extLst>
            </p:cNvPr>
            <p:cNvPicPr/>
            <p:nvPr/>
          </p:nvPicPr>
          <p:blipFill>
            <a:blip r:embed="rId15" cstate="print"/>
            <a:stretch>
              <a:fillRect/>
            </a:stretch>
          </p:blipFill>
          <p:spPr>
            <a:xfrm>
              <a:off x="9507592" y="4076661"/>
              <a:ext cx="886140" cy="1399999"/>
            </a:xfrm>
            <a:prstGeom prst="rect">
              <a:avLst/>
            </a:prstGeom>
          </p:spPr>
        </p:pic>
        <p:pic>
          <p:nvPicPr>
            <p:cNvPr id="40" name="object 28">
              <a:extLst>
                <a:ext uri="{FF2B5EF4-FFF2-40B4-BE49-F238E27FC236}">
                  <a16:creationId xmlns:a16="http://schemas.microsoft.com/office/drawing/2014/main" id="{1C3B8640-FBA3-A0D6-B3FA-926998036584}"/>
                </a:ext>
              </a:extLst>
            </p:cNvPr>
            <p:cNvPicPr/>
            <p:nvPr/>
          </p:nvPicPr>
          <p:blipFill>
            <a:blip r:embed="rId16" cstate="print"/>
            <a:stretch>
              <a:fillRect/>
            </a:stretch>
          </p:blipFill>
          <p:spPr>
            <a:xfrm>
              <a:off x="9390203" y="3890509"/>
              <a:ext cx="1107840" cy="1586150"/>
            </a:xfrm>
            <a:prstGeom prst="rect">
              <a:avLst/>
            </a:prstGeom>
          </p:spPr>
        </p:pic>
        <p:pic>
          <p:nvPicPr>
            <p:cNvPr id="41" name="object 29">
              <a:extLst>
                <a:ext uri="{FF2B5EF4-FFF2-40B4-BE49-F238E27FC236}">
                  <a16:creationId xmlns:a16="http://schemas.microsoft.com/office/drawing/2014/main" id="{4EED8744-87F1-D783-F587-F5B2FD1AD2D2}"/>
                </a:ext>
              </a:extLst>
            </p:cNvPr>
            <p:cNvPicPr/>
            <p:nvPr/>
          </p:nvPicPr>
          <p:blipFill>
            <a:blip r:embed="rId17" cstate="print"/>
            <a:stretch>
              <a:fillRect/>
            </a:stretch>
          </p:blipFill>
          <p:spPr>
            <a:xfrm>
              <a:off x="9267966" y="3840521"/>
              <a:ext cx="18648" cy="18648"/>
            </a:xfrm>
            <a:prstGeom prst="rect">
              <a:avLst/>
            </a:prstGeom>
          </p:spPr>
        </p:pic>
        <p:pic>
          <p:nvPicPr>
            <p:cNvPr id="42" name="object 30">
              <a:extLst>
                <a:ext uri="{FF2B5EF4-FFF2-40B4-BE49-F238E27FC236}">
                  <a16:creationId xmlns:a16="http://schemas.microsoft.com/office/drawing/2014/main" id="{70983B52-E606-4DEA-D0EE-ACB9657ED611}"/>
                </a:ext>
              </a:extLst>
            </p:cNvPr>
            <p:cNvPicPr/>
            <p:nvPr/>
          </p:nvPicPr>
          <p:blipFill>
            <a:blip r:embed="rId18" cstate="print"/>
            <a:stretch>
              <a:fillRect/>
            </a:stretch>
          </p:blipFill>
          <p:spPr>
            <a:xfrm>
              <a:off x="7510900" y="5830953"/>
              <a:ext cx="3529013" cy="90447"/>
            </a:xfrm>
            <a:prstGeom prst="rect">
              <a:avLst/>
            </a:prstGeom>
          </p:spPr>
        </p:pic>
        <p:pic>
          <p:nvPicPr>
            <p:cNvPr id="43" name="object 31">
              <a:extLst>
                <a:ext uri="{FF2B5EF4-FFF2-40B4-BE49-F238E27FC236}">
                  <a16:creationId xmlns:a16="http://schemas.microsoft.com/office/drawing/2014/main" id="{0424E224-14B0-AD7A-8295-9B627A9BCB1E}"/>
                </a:ext>
              </a:extLst>
            </p:cNvPr>
            <p:cNvPicPr/>
            <p:nvPr/>
          </p:nvPicPr>
          <p:blipFill>
            <a:blip r:embed="rId19" cstate="print"/>
            <a:stretch>
              <a:fillRect/>
            </a:stretch>
          </p:blipFill>
          <p:spPr>
            <a:xfrm>
              <a:off x="7510532" y="5556490"/>
              <a:ext cx="3529379" cy="282473"/>
            </a:xfrm>
            <a:prstGeom prst="rect">
              <a:avLst/>
            </a:prstGeom>
          </p:spPr>
        </p:pic>
        <p:pic>
          <p:nvPicPr>
            <p:cNvPr id="44" name="object 32">
              <a:extLst>
                <a:ext uri="{FF2B5EF4-FFF2-40B4-BE49-F238E27FC236}">
                  <a16:creationId xmlns:a16="http://schemas.microsoft.com/office/drawing/2014/main" id="{2243E849-43E8-C282-8BC2-FC7704D5F5ED}"/>
                </a:ext>
              </a:extLst>
            </p:cNvPr>
            <p:cNvPicPr/>
            <p:nvPr/>
          </p:nvPicPr>
          <p:blipFill>
            <a:blip r:embed="rId20" cstate="print"/>
            <a:stretch>
              <a:fillRect/>
            </a:stretch>
          </p:blipFill>
          <p:spPr>
            <a:xfrm>
              <a:off x="8044224" y="5571956"/>
              <a:ext cx="2456290" cy="123420"/>
            </a:xfrm>
            <a:prstGeom prst="rect">
              <a:avLst/>
            </a:prstGeom>
          </p:spPr>
        </p:pic>
        <p:sp>
          <p:nvSpPr>
            <p:cNvPr id="49" name="object 33">
              <a:extLst>
                <a:ext uri="{FF2B5EF4-FFF2-40B4-BE49-F238E27FC236}">
                  <a16:creationId xmlns:a16="http://schemas.microsoft.com/office/drawing/2014/main" id="{888B6B83-C96C-D2D4-7EA6-04A52D91A471}"/>
                </a:ext>
              </a:extLst>
            </p:cNvPr>
            <p:cNvSpPr/>
            <p:nvPr/>
          </p:nvSpPr>
          <p:spPr>
            <a:xfrm>
              <a:off x="8127689" y="5589949"/>
              <a:ext cx="2265680" cy="100965"/>
            </a:xfrm>
            <a:custGeom>
              <a:avLst/>
              <a:gdLst/>
              <a:ahLst/>
              <a:cxnLst/>
              <a:rect l="l" t="t" r="r" b="b"/>
              <a:pathLst>
                <a:path w="2265680" h="100964">
                  <a:moveTo>
                    <a:pt x="1445615" y="99034"/>
                  </a:moveTo>
                  <a:lnTo>
                    <a:pt x="1445310" y="97599"/>
                  </a:lnTo>
                  <a:lnTo>
                    <a:pt x="1445348" y="87795"/>
                  </a:lnTo>
                  <a:lnTo>
                    <a:pt x="1440091" y="80175"/>
                  </a:lnTo>
                  <a:lnTo>
                    <a:pt x="683526" y="80175"/>
                  </a:lnTo>
                  <a:lnTo>
                    <a:pt x="675957" y="88442"/>
                  </a:lnTo>
                  <a:lnTo>
                    <a:pt x="676021" y="98399"/>
                  </a:lnTo>
                  <a:lnTo>
                    <a:pt x="675703" y="99377"/>
                  </a:lnTo>
                  <a:lnTo>
                    <a:pt x="676529" y="100355"/>
                  </a:lnTo>
                  <a:lnTo>
                    <a:pt x="1444396" y="100355"/>
                  </a:lnTo>
                  <a:lnTo>
                    <a:pt x="1445615" y="99034"/>
                  </a:lnTo>
                  <a:close/>
                </a:path>
                <a:path w="2265680" h="100964">
                  <a:moveTo>
                    <a:pt x="2265324" y="65887"/>
                  </a:moveTo>
                  <a:lnTo>
                    <a:pt x="2246223" y="50203"/>
                  </a:lnTo>
                  <a:lnTo>
                    <a:pt x="2242261" y="50203"/>
                  </a:lnTo>
                  <a:lnTo>
                    <a:pt x="2242261" y="45847"/>
                  </a:lnTo>
                  <a:lnTo>
                    <a:pt x="2223820" y="29565"/>
                  </a:lnTo>
                  <a:lnTo>
                    <a:pt x="2075535" y="29565"/>
                  </a:lnTo>
                  <a:lnTo>
                    <a:pt x="2075535" y="25527"/>
                  </a:lnTo>
                  <a:lnTo>
                    <a:pt x="2071585" y="25527"/>
                  </a:lnTo>
                  <a:lnTo>
                    <a:pt x="2071585" y="22860"/>
                  </a:lnTo>
                  <a:lnTo>
                    <a:pt x="2200897" y="22860"/>
                  </a:lnTo>
                  <a:lnTo>
                    <a:pt x="2200897" y="7620"/>
                  </a:lnTo>
                  <a:lnTo>
                    <a:pt x="2195766" y="7620"/>
                  </a:lnTo>
                  <a:lnTo>
                    <a:pt x="2195766" y="0"/>
                  </a:lnTo>
                  <a:lnTo>
                    <a:pt x="2002574" y="0"/>
                  </a:lnTo>
                  <a:lnTo>
                    <a:pt x="2002574" y="7620"/>
                  </a:lnTo>
                  <a:lnTo>
                    <a:pt x="2002574" y="14097"/>
                  </a:lnTo>
                  <a:lnTo>
                    <a:pt x="1993214" y="14097"/>
                  </a:lnTo>
                  <a:lnTo>
                    <a:pt x="1993214" y="40767"/>
                  </a:lnTo>
                  <a:lnTo>
                    <a:pt x="1993214" y="50203"/>
                  </a:lnTo>
                  <a:lnTo>
                    <a:pt x="1976208" y="50203"/>
                  </a:lnTo>
                  <a:lnTo>
                    <a:pt x="1976208" y="45300"/>
                  </a:lnTo>
                  <a:lnTo>
                    <a:pt x="1971649" y="45300"/>
                  </a:lnTo>
                  <a:lnTo>
                    <a:pt x="1971649" y="40767"/>
                  </a:lnTo>
                  <a:lnTo>
                    <a:pt x="1993214" y="40767"/>
                  </a:lnTo>
                  <a:lnTo>
                    <a:pt x="1993214" y="14097"/>
                  </a:lnTo>
                  <a:lnTo>
                    <a:pt x="1984756" y="14097"/>
                  </a:lnTo>
                  <a:lnTo>
                    <a:pt x="1984756" y="7620"/>
                  </a:lnTo>
                  <a:lnTo>
                    <a:pt x="1981212" y="7620"/>
                  </a:lnTo>
                  <a:lnTo>
                    <a:pt x="1981212" y="0"/>
                  </a:lnTo>
                  <a:lnTo>
                    <a:pt x="1941093" y="0"/>
                  </a:lnTo>
                  <a:lnTo>
                    <a:pt x="1941093" y="22860"/>
                  </a:lnTo>
                  <a:lnTo>
                    <a:pt x="1941093" y="25527"/>
                  </a:lnTo>
                  <a:lnTo>
                    <a:pt x="1941093" y="30060"/>
                  </a:lnTo>
                  <a:lnTo>
                    <a:pt x="1924977" y="30060"/>
                  </a:lnTo>
                  <a:lnTo>
                    <a:pt x="1924977" y="25527"/>
                  </a:lnTo>
                  <a:lnTo>
                    <a:pt x="1922094" y="25527"/>
                  </a:lnTo>
                  <a:lnTo>
                    <a:pt x="1922094" y="22860"/>
                  </a:lnTo>
                  <a:lnTo>
                    <a:pt x="1941093" y="22860"/>
                  </a:lnTo>
                  <a:lnTo>
                    <a:pt x="1941093" y="0"/>
                  </a:lnTo>
                  <a:lnTo>
                    <a:pt x="1857565" y="0"/>
                  </a:lnTo>
                  <a:lnTo>
                    <a:pt x="1857565" y="7620"/>
                  </a:lnTo>
                  <a:lnTo>
                    <a:pt x="1857565" y="14097"/>
                  </a:lnTo>
                  <a:lnTo>
                    <a:pt x="1840293" y="14097"/>
                  </a:lnTo>
                  <a:lnTo>
                    <a:pt x="1840293" y="40767"/>
                  </a:lnTo>
                  <a:lnTo>
                    <a:pt x="1840293" y="45300"/>
                  </a:lnTo>
                  <a:lnTo>
                    <a:pt x="1840293" y="50698"/>
                  </a:lnTo>
                  <a:lnTo>
                    <a:pt x="1821078" y="50698"/>
                  </a:lnTo>
                  <a:lnTo>
                    <a:pt x="1821078" y="45300"/>
                  </a:lnTo>
                  <a:lnTo>
                    <a:pt x="1817204" y="45300"/>
                  </a:lnTo>
                  <a:lnTo>
                    <a:pt x="1817204" y="40767"/>
                  </a:lnTo>
                  <a:lnTo>
                    <a:pt x="1840293" y="40767"/>
                  </a:lnTo>
                  <a:lnTo>
                    <a:pt x="1840293" y="14097"/>
                  </a:lnTo>
                  <a:lnTo>
                    <a:pt x="1833295" y="14097"/>
                  </a:lnTo>
                  <a:lnTo>
                    <a:pt x="1833295" y="7620"/>
                  </a:lnTo>
                  <a:lnTo>
                    <a:pt x="1830463" y="7620"/>
                  </a:lnTo>
                  <a:lnTo>
                    <a:pt x="1830463" y="0"/>
                  </a:lnTo>
                  <a:lnTo>
                    <a:pt x="1797151" y="0"/>
                  </a:lnTo>
                  <a:lnTo>
                    <a:pt x="1797151" y="22860"/>
                  </a:lnTo>
                  <a:lnTo>
                    <a:pt x="1797151" y="25527"/>
                  </a:lnTo>
                  <a:lnTo>
                    <a:pt x="1797151" y="30060"/>
                  </a:lnTo>
                  <a:lnTo>
                    <a:pt x="1771281" y="30060"/>
                  </a:lnTo>
                  <a:lnTo>
                    <a:pt x="1771281" y="25527"/>
                  </a:lnTo>
                  <a:lnTo>
                    <a:pt x="1769046" y="25527"/>
                  </a:lnTo>
                  <a:lnTo>
                    <a:pt x="1769046" y="22860"/>
                  </a:lnTo>
                  <a:lnTo>
                    <a:pt x="1797151" y="22860"/>
                  </a:lnTo>
                  <a:lnTo>
                    <a:pt x="1797151" y="0"/>
                  </a:lnTo>
                  <a:lnTo>
                    <a:pt x="1710156" y="0"/>
                  </a:lnTo>
                  <a:lnTo>
                    <a:pt x="1710156" y="7620"/>
                  </a:lnTo>
                  <a:lnTo>
                    <a:pt x="1710156" y="14097"/>
                  </a:lnTo>
                  <a:lnTo>
                    <a:pt x="1689481" y="14097"/>
                  </a:lnTo>
                  <a:lnTo>
                    <a:pt x="1689481" y="40767"/>
                  </a:lnTo>
                  <a:lnTo>
                    <a:pt x="1689481" y="45300"/>
                  </a:lnTo>
                  <a:lnTo>
                    <a:pt x="1689481" y="50698"/>
                  </a:lnTo>
                  <a:lnTo>
                    <a:pt x="1669262" y="50698"/>
                  </a:lnTo>
                  <a:lnTo>
                    <a:pt x="1669262" y="45300"/>
                  </a:lnTo>
                  <a:lnTo>
                    <a:pt x="1665871" y="45300"/>
                  </a:lnTo>
                  <a:lnTo>
                    <a:pt x="1665871" y="40767"/>
                  </a:lnTo>
                  <a:lnTo>
                    <a:pt x="1689481" y="40767"/>
                  </a:lnTo>
                  <a:lnTo>
                    <a:pt x="1689481" y="14097"/>
                  </a:lnTo>
                  <a:lnTo>
                    <a:pt x="1685886" y="14097"/>
                  </a:lnTo>
                  <a:lnTo>
                    <a:pt x="1685886" y="7620"/>
                  </a:lnTo>
                  <a:lnTo>
                    <a:pt x="1643646" y="7620"/>
                  </a:lnTo>
                  <a:lnTo>
                    <a:pt x="1643646" y="22860"/>
                  </a:lnTo>
                  <a:lnTo>
                    <a:pt x="1643646" y="25527"/>
                  </a:lnTo>
                  <a:lnTo>
                    <a:pt x="1643646" y="30060"/>
                  </a:lnTo>
                  <a:lnTo>
                    <a:pt x="1617129" y="30060"/>
                  </a:lnTo>
                  <a:lnTo>
                    <a:pt x="1617129" y="25527"/>
                  </a:lnTo>
                  <a:lnTo>
                    <a:pt x="1615300" y="25527"/>
                  </a:lnTo>
                  <a:lnTo>
                    <a:pt x="1615300" y="22860"/>
                  </a:lnTo>
                  <a:lnTo>
                    <a:pt x="1643646" y="22860"/>
                  </a:lnTo>
                  <a:lnTo>
                    <a:pt x="1643646" y="7620"/>
                  </a:lnTo>
                  <a:lnTo>
                    <a:pt x="1563649" y="7620"/>
                  </a:lnTo>
                  <a:lnTo>
                    <a:pt x="1563649" y="14097"/>
                  </a:lnTo>
                  <a:lnTo>
                    <a:pt x="1538033" y="14097"/>
                  </a:lnTo>
                  <a:lnTo>
                    <a:pt x="1538033" y="40767"/>
                  </a:lnTo>
                  <a:lnTo>
                    <a:pt x="1538033" y="45300"/>
                  </a:lnTo>
                  <a:lnTo>
                    <a:pt x="1538033" y="50203"/>
                  </a:lnTo>
                  <a:lnTo>
                    <a:pt x="1514208" y="50203"/>
                  </a:lnTo>
                  <a:lnTo>
                    <a:pt x="1514208" y="45300"/>
                  </a:lnTo>
                  <a:lnTo>
                    <a:pt x="1512176" y="45300"/>
                  </a:lnTo>
                  <a:lnTo>
                    <a:pt x="1512176" y="40767"/>
                  </a:lnTo>
                  <a:lnTo>
                    <a:pt x="1538033" y="40767"/>
                  </a:lnTo>
                  <a:lnTo>
                    <a:pt x="1538033" y="14097"/>
                  </a:lnTo>
                  <a:lnTo>
                    <a:pt x="1497584" y="14097"/>
                  </a:lnTo>
                  <a:lnTo>
                    <a:pt x="1497584" y="25527"/>
                  </a:lnTo>
                  <a:lnTo>
                    <a:pt x="1497584" y="30060"/>
                  </a:lnTo>
                  <a:lnTo>
                    <a:pt x="1466570" y="30060"/>
                  </a:lnTo>
                  <a:lnTo>
                    <a:pt x="1466570" y="25527"/>
                  </a:lnTo>
                  <a:lnTo>
                    <a:pt x="1465148" y="25527"/>
                  </a:lnTo>
                  <a:lnTo>
                    <a:pt x="1465148" y="14097"/>
                  </a:lnTo>
                  <a:lnTo>
                    <a:pt x="1387030" y="14097"/>
                  </a:lnTo>
                  <a:lnTo>
                    <a:pt x="1387030" y="40767"/>
                  </a:lnTo>
                  <a:lnTo>
                    <a:pt x="1387030" y="45300"/>
                  </a:lnTo>
                  <a:lnTo>
                    <a:pt x="1387030" y="50634"/>
                  </a:lnTo>
                  <a:lnTo>
                    <a:pt x="1359611" y="50634"/>
                  </a:lnTo>
                  <a:lnTo>
                    <a:pt x="1359611" y="45300"/>
                  </a:lnTo>
                  <a:lnTo>
                    <a:pt x="1358480" y="45300"/>
                  </a:lnTo>
                  <a:lnTo>
                    <a:pt x="1358480" y="40767"/>
                  </a:lnTo>
                  <a:lnTo>
                    <a:pt x="1387030" y="40767"/>
                  </a:lnTo>
                  <a:lnTo>
                    <a:pt x="1387030" y="14097"/>
                  </a:lnTo>
                  <a:lnTo>
                    <a:pt x="1345679" y="14097"/>
                  </a:lnTo>
                  <a:lnTo>
                    <a:pt x="1345679" y="25527"/>
                  </a:lnTo>
                  <a:lnTo>
                    <a:pt x="1345679" y="30060"/>
                  </a:lnTo>
                  <a:lnTo>
                    <a:pt x="1319161" y="30060"/>
                  </a:lnTo>
                  <a:lnTo>
                    <a:pt x="1319161" y="25527"/>
                  </a:lnTo>
                  <a:lnTo>
                    <a:pt x="1318552" y="25527"/>
                  </a:lnTo>
                  <a:lnTo>
                    <a:pt x="1318552" y="14097"/>
                  </a:lnTo>
                  <a:lnTo>
                    <a:pt x="1233322" y="14097"/>
                  </a:lnTo>
                  <a:lnTo>
                    <a:pt x="1233322" y="40767"/>
                  </a:lnTo>
                  <a:lnTo>
                    <a:pt x="1233322" y="45300"/>
                  </a:lnTo>
                  <a:lnTo>
                    <a:pt x="1233322" y="49695"/>
                  </a:lnTo>
                  <a:lnTo>
                    <a:pt x="1206347" y="49695"/>
                  </a:lnTo>
                  <a:lnTo>
                    <a:pt x="1206347" y="40767"/>
                  </a:lnTo>
                  <a:lnTo>
                    <a:pt x="1233322" y="40767"/>
                  </a:lnTo>
                  <a:lnTo>
                    <a:pt x="1233322" y="14097"/>
                  </a:lnTo>
                  <a:lnTo>
                    <a:pt x="1193774" y="14097"/>
                  </a:lnTo>
                  <a:lnTo>
                    <a:pt x="1193774" y="25527"/>
                  </a:lnTo>
                  <a:lnTo>
                    <a:pt x="1193774" y="29565"/>
                  </a:lnTo>
                  <a:lnTo>
                    <a:pt x="1170406" y="29565"/>
                  </a:lnTo>
                  <a:lnTo>
                    <a:pt x="1170406" y="24650"/>
                  </a:lnTo>
                  <a:lnTo>
                    <a:pt x="1170406" y="13220"/>
                  </a:lnTo>
                  <a:lnTo>
                    <a:pt x="1081862" y="13220"/>
                  </a:lnTo>
                  <a:lnTo>
                    <a:pt x="1081862" y="39890"/>
                  </a:lnTo>
                  <a:lnTo>
                    <a:pt x="1081862" y="50838"/>
                  </a:lnTo>
                  <a:lnTo>
                    <a:pt x="1054455" y="50838"/>
                  </a:lnTo>
                  <a:lnTo>
                    <a:pt x="1054455" y="39890"/>
                  </a:lnTo>
                  <a:lnTo>
                    <a:pt x="1081862" y="39890"/>
                  </a:lnTo>
                  <a:lnTo>
                    <a:pt x="1081862" y="13220"/>
                  </a:lnTo>
                  <a:lnTo>
                    <a:pt x="1047292" y="13220"/>
                  </a:lnTo>
                  <a:lnTo>
                    <a:pt x="1047292" y="24650"/>
                  </a:lnTo>
                  <a:lnTo>
                    <a:pt x="1046822" y="24650"/>
                  </a:lnTo>
                  <a:lnTo>
                    <a:pt x="1046822" y="29565"/>
                  </a:lnTo>
                  <a:lnTo>
                    <a:pt x="1021194" y="29565"/>
                  </a:lnTo>
                  <a:lnTo>
                    <a:pt x="1021194" y="13525"/>
                  </a:lnTo>
                  <a:lnTo>
                    <a:pt x="927747" y="13525"/>
                  </a:lnTo>
                  <a:lnTo>
                    <a:pt x="927747" y="39890"/>
                  </a:lnTo>
                  <a:lnTo>
                    <a:pt x="926744" y="45847"/>
                  </a:lnTo>
                  <a:lnTo>
                    <a:pt x="926744" y="50203"/>
                  </a:lnTo>
                  <a:lnTo>
                    <a:pt x="898779" y="50203"/>
                  </a:lnTo>
                  <a:lnTo>
                    <a:pt x="898779" y="39890"/>
                  </a:lnTo>
                  <a:lnTo>
                    <a:pt x="927747" y="39890"/>
                  </a:lnTo>
                  <a:lnTo>
                    <a:pt x="927747" y="13525"/>
                  </a:lnTo>
                  <a:lnTo>
                    <a:pt x="895350" y="13525"/>
                  </a:lnTo>
                  <a:lnTo>
                    <a:pt x="893483" y="25006"/>
                  </a:lnTo>
                  <a:lnTo>
                    <a:pt x="893483" y="29565"/>
                  </a:lnTo>
                  <a:lnTo>
                    <a:pt x="870915" y="29565"/>
                  </a:lnTo>
                  <a:lnTo>
                    <a:pt x="870915" y="13525"/>
                  </a:lnTo>
                  <a:lnTo>
                    <a:pt x="774039" y="13525"/>
                  </a:lnTo>
                  <a:lnTo>
                    <a:pt x="774039" y="39890"/>
                  </a:lnTo>
                  <a:lnTo>
                    <a:pt x="772210" y="45847"/>
                  </a:lnTo>
                  <a:lnTo>
                    <a:pt x="772210" y="50203"/>
                  </a:lnTo>
                  <a:lnTo>
                    <a:pt x="747979" y="50203"/>
                  </a:lnTo>
                  <a:lnTo>
                    <a:pt x="747979" y="39890"/>
                  </a:lnTo>
                  <a:lnTo>
                    <a:pt x="774039" y="39890"/>
                  </a:lnTo>
                  <a:lnTo>
                    <a:pt x="774039" y="13525"/>
                  </a:lnTo>
                  <a:lnTo>
                    <a:pt x="748461" y="13525"/>
                  </a:lnTo>
                  <a:lnTo>
                    <a:pt x="744347" y="25006"/>
                  </a:lnTo>
                  <a:lnTo>
                    <a:pt x="744347" y="29565"/>
                  </a:lnTo>
                  <a:lnTo>
                    <a:pt x="721017" y="29565"/>
                  </a:lnTo>
                  <a:lnTo>
                    <a:pt x="721017" y="13525"/>
                  </a:lnTo>
                  <a:lnTo>
                    <a:pt x="623874" y="13525"/>
                  </a:lnTo>
                  <a:lnTo>
                    <a:pt x="623874" y="39890"/>
                  </a:lnTo>
                  <a:lnTo>
                    <a:pt x="621665" y="45847"/>
                  </a:lnTo>
                  <a:lnTo>
                    <a:pt x="621665" y="50203"/>
                  </a:lnTo>
                  <a:lnTo>
                    <a:pt x="596049" y="50203"/>
                  </a:lnTo>
                  <a:lnTo>
                    <a:pt x="596049" y="39890"/>
                  </a:lnTo>
                  <a:lnTo>
                    <a:pt x="623874" y="39890"/>
                  </a:lnTo>
                  <a:lnTo>
                    <a:pt x="623874" y="13525"/>
                  </a:lnTo>
                  <a:lnTo>
                    <a:pt x="599884" y="13525"/>
                  </a:lnTo>
                  <a:lnTo>
                    <a:pt x="595591" y="25006"/>
                  </a:lnTo>
                  <a:lnTo>
                    <a:pt x="595591" y="29565"/>
                  </a:lnTo>
                  <a:lnTo>
                    <a:pt x="570877" y="29565"/>
                  </a:lnTo>
                  <a:lnTo>
                    <a:pt x="570877" y="13525"/>
                  </a:lnTo>
                  <a:lnTo>
                    <a:pt x="466598" y="13525"/>
                  </a:lnTo>
                  <a:lnTo>
                    <a:pt x="466598" y="39890"/>
                  </a:lnTo>
                  <a:lnTo>
                    <a:pt x="463689" y="45847"/>
                  </a:lnTo>
                  <a:lnTo>
                    <a:pt x="463689" y="50203"/>
                  </a:lnTo>
                  <a:lnTo>
                    <a:pt x="450443" y="50203"/>
                  </a:lnTo>
                  <a:lnTo>
                    <a:pt x="450443" y="39890"/>
                  </a:lnTo>
                  <a:lnTo>
                    <a:pt x="466598" y="39890"/>
                  </a:lnTo>
                  <a:lnTo>
                    <a:pt x="466598" y="13525"/>
                  </a:lnTo>
                  <a:lnTo>
                    <a:pt x="449986" y="13525"/>
                  </a:lnTo>
                  <a:lnTo>
                    <a:pt x="444144" y="25006"/>
                  </a:lnTo>
                  <a:lnTo>
                    <a:pt x="444144" y="29565"/>
                  </a:lnTo>
                  <a:lnTo>
                    <a:pt x="427062" y="29565"/>
                  </a:lnTo>
                  <a:lnTo>
                    <a:pt x="427062" y="13525"/>
                  </a:lnTo>
                  <a:lnTo>
                    <a:pt x="317385" y="13525"/>
                  </a:lnTo>
                  <a:lnTo>
                    <a:pt x="317385" y="39890"/>
                  </a:lnTo>
                  <a:lnTo>
                    <a:pt x="313537" y="45847"/>
                  </a:lnTo>
                  <a:lnTo>
                    <a:pt x="313537" y="50203"/>
                  </a:lnTo>
                  <a:lnTo>
                    <a:pt x="296735" y="50203"/>
                  </a:lnTo>
                  <a:lnTo>
                    <a:pt x="296735" y="39890"/>
                  </a:lnTo>
                  <a:lnTo>
                    <a:pt x="317385" y="39890"/>
                  </a:lnTo>
                  <a:lnTo>
                    <a:pt x="317385" y="13525"/>
                  </a:lnTo>
                  <a:lnTo>
                    <a:pt x="301244" y="13525"/>
                  </a:lnTo>
                  <a:lnTo>
                    <a:pt x="293585" y="25006"/>
                  </a:lnTo>
                  <a:lnTo>
                    <a:pt x="293585" y="29565"/>
                  </a:lnTo>
                  <a:lnTo>
                    <a:pt x="278752" y="29565"/>
                  </a:lnTo>
                  <a:lnTo>
                    <a:pt x="278752" y="13525"/>
                  </a:lnTo>
                  <a:lnTo>
                    <a:pt x="86575" y="13525"/>
                  </a:lnTo>
                  <a:lnTo>
                    <a:pt x="72466" y="25006"/>
                  </a:lnTo>
                  <a:lnTo>
                    <a:pt x="72466" y="29565"/>
                  </a:lnTo>
                  <a:lnTo>
                    <a:pt x="66852" y="29565"/>
                  </a:lnTo>
                  <a:lnTo>
                    <a:pt x="48209" y="45847"/>
                  </a:lnTo>
                  <a:lnTo>
                    <a:pt x="48209" y="50203"/>
                  </a:lnTo>
                  <a:lnTo>
                    <a:pt x="44030" y="50203"/>
                  </a:lnTo>
                  <a:lnTo>
                    <a:pt x="25019" y="65887"/>
                  </a:lnTo>
                  <a:lnTo>
                    <a:pt x="25019" y="81178"/>
                  </a:lnTo>
                  <a:lnTo>
                    <a:pt x="56184" y="81178"/>
                  </a:lnTo>
                  <a:lnTo>
                    <a:pt x="25" y="88201"/>
                  </a:lnTo>
                  <a:lnTo>
                    <a:pt x="0" y="99466"/>
                  </a:lnTo>
                  <a:lnTo>
                    <a:pt x="762" y="100330"/>
                  </a:lnTo>
                  <a:lnTo>
                    <a:pt x="125183" y="100330"/>
                  </a:lnTo>
                  <a:lnTo>
                    <a:pt x="126352" y="99822"/>
                  </a:lnTo>
                  <a:lnTo>
                    <a:pt x="142341" y="81305"/>
                  </a:lnTo>
                  <a:lnTo>
                    <a:pt x="142341" y="81178"/>
                  </a:lnTo>
                  <a:lnTo>
                    <a:pt x="212064" y="81178"/>
                  </a:lnTo>
                  <a:lnTo>
                    <a:pt x="153962" y="88366"/>
                  </a:lnTo>
                  <a:lnTo>
                    <a:pt x="153962" y="98793"/>
                  </a:lnTo>
                  <a:lnTo>
                    <a:pt x="155740" y="100330"/>
                  </a:lnTo>
                  <a:lnTo>
                    <a:pt x="285407" y="100330"/>
                  </a:lnTo>
                  <a:lnTo>
                    <a:pt x="287591" y="99148"/>
                  </a:lnTo>
                  <a:lnTo>
                    <a:pt x="297992" y="81381"/>
                  </a:lnTo>
                  <a:lnTo>
                    <a:pt x="297992" y="81178"/>
                  </a:lnTo>
                  <a:lnTo>
                    <a:pt x="353809" y="81178"/>
                  </a:lnTo>
                  <a:lnTo>
                    <a:pt x="353809" y="60540"/>
                  </a:lnTo>
                  <a:lnTo>
                    <a:pt x="375691" y="60540"/>
                  </a:lnTo>
                  <a:lnTo>
                    <a:pt x="372910" y="65887"/>
                  </a:lnTo>
                  <a:lnTo>
                    <a:pt x="372910" y="80848"/>
                  </a:lnTo>
                  <a:lnTo>
                    <a:pt x="311899" y="88341"/>
                  </a:lnTo>
                  <a:lnTo>
                    <a:pt x="311899" y="98742"/>
                  </a:lnTo>
                  <a:lnTo>
                    <a:pt x="313702" y="100330"/>
                  </a:lnTo>
                  <a:lnTo>
                    <a:pt x="446024" y="100330"/>
                  </a:lnTo>
                  <a:lnTo>
                    <a:pt x="447154" y="99656"/>
                  </a:lnTo>
                  <a:lnTo>
                    <a:pt x="455371" y="81508"/>
                  </a:lnTo>
                  <a:lnTo>
                    <a:pt x="455371" y="81178"/>
                  </a:lnTo>
                  <a:lnTo>
                    <a:pt x="511556" y="81178"/>
                  </a:lnTo>
                  <a:lnTo>
                    <a:pt x="511556" y="60540"/>
                  </a:lnTo>
                  <a:lnTo>
                    <a:pt x="532485" y="60540"/>
                  </a:lnTo>
                  <a:lnTo>
                    <a:pt x="529983" y="65887"/>
                  </a:lnTo>
                  <a:lnTo>
                    <a:pt x="529983" y="81178"/>
                  </a:lnTo>
                  <a:lnTo>
                    <a:pt x="545642" y="81178"/>
                  </a:lnTo>
                  <a:lnTo>
                    <a:pt x="473341" y="88163"/>
                  </a:lnTo>
                  <a:lnTo>
                    <a:pt x="473290" y="99428"/>
                  </a:lnTo>
                  <a:lnTo>
                    <a:pt x="474179" y="100342"/>
                  </a:lnTo>
                  <a:lnTo>
                    <a:pt x="643255" y="100342"/>
                  </a:lnTo>
                  <a:lnTo>
                    <a:pt x="644652" y="99466"/>
                  </a:lnTo>
                  <a:lnTo>
                    <a:pt x="651522" y="81699"/>
                  </a:lnTo>
                  <a:lnTo>
                    <a:pt x="651522" y="81178"/>
                  </a:lnTo>
                  <a:lnTo>
                    <a:pt x="658533" y="81178"/>
                  </a:lnTo>
                  <a:lnTo>
                    <a:pt x="661606" y="81178"/>
                  </a:lnTo>
                  <a:lnTo>
                    <a:pt x="664286" y="79260"/>
                  </a:lnTo>
                  <a:lnTo>
                    <a:pt x="666508" y="69951"/>
                  </a:lnTo>
                  <a:lnTo>
                    <a:pt x="666508" y="60540"/>
                  </a:lnTo>
                  <a:lnTo>
                    <a:pt x="689140" y="60540"/>
                  </a:lnTo>
                  <a:lnTo>
                    <a:pt x="686828" y="65874"/>
                  </a:lnTo>
                  <a:lnTo>
                    <a:pt x="686828" y="77635"/>
                  </a:lnTo>
                  <a:lnTo>
                    <a:pt x="816089" y="77635"/>
                  </a:lnTo>
                  <a:lnTo>
                    <a:pt x="816089" y="60540"/>
                  </a:lnTo>
                  <a:lnTo>
                    <a:pt x="849477" y="60540"/>
                  </a:lnTo>
                  <a:lnTo>
                    <a:pt x="848537" y="65874"/>
                  </a:lnTo>
                  <a:lnTo>
                    <a:pt x="848537" y="77635"/>
                  </a:lnTo>
                  <a:lnTo>
                    <a:pt x="975360" y="77635"/>
                  </a:lnTo>
                  <a:lnTo>
                    <a:pt x="975360" y="60540"/>
                  </a:lnTo>
                  <a:lnTo>
                    <a:pt x="1004989" y="60540"/>
                  </a:lnTo>
                  <a:lnTo>
                    <a:pt x="1004989" y="66078"/>
                  </a:lnTo>
                  <a:lnTo>
                    <a:pt x="1004570" y="66078"/>
                  </a:lnTo>
                  <a:lnTo>
                    <a:pt x="1004570" y="74968"/>
                  </a:lnTo>
                  <a:lnTo>
                    <a:pt x="1129957" y="74968"/>
                  </a:lnTo>
                  <a:lnTo>
                    <a:pt x="1129957" y="66078"/>
                  </a:lnTo>
                  <a:lnTo>
                    <a:pt x="1129957" y="60528"/>
                  </a:lnTo>
                  <a:lnTo>
                    <a:pt x="1160513" y="60528"/>
                  </a:lnTo>
                  <a:lnTo>
                    <a:pt x="1160513" y="66205"/>
                  </a:lnTo>
                  <a:lnTo>
                    <a:pt x="1160513" y="77635"/>
                  </a:lnTo>
                  <a:lnTo>
                    <a:pt x="1285900" y="77635"/>
                  </a:lnTo>
                  <a:lnTo>
                    <a:pt x="1285900" y="66205"/>
                  </a:lnTo>
                  <a:lnTo>
                    <a:pt x="1285227" y="66205"/>
                  </a:lnTo>
                  <a:lnTo>
                    <a:pt x="1285227" y="60540"/>
                  </a:lnTo>
                  <a:lnTo>
                    <a:pt x="1316913" y="60540"/>
                  </a:lnTo>
                  <a:lnTo>
                    <a:pt x="1316913" y="65874"/>
                  </a:lnTo>
                  <a:lnTo>
                    <a:pt x="1316913" y="79844"/>
                  </a:lnTo>
                  <a:lnTo>
                    <a:pt x="1440510" y="79844"/>
                  </a:lnTo>
                  <a:lnTo>
                    <a:pt x="1440510" y="65874"/>
                  </a:lnTo>
                  <a:lnTo>
                    <a:pt x="1438973" y="65874"/>
                  </a:lnTo>
                  <a:lnTo>
                    <a:pt x="1438973" y="60540"/>
                  </a:lnTo>
                  <a:lnTo>
                    <a:pt x="1467015" y="60540"/>
                  </a:lnTo>
                  <a:lnTo>
                    <a:pt x="1467015" y="77774"/>
                  </a:lnTo>
                  <a:lnTo>
                    <a:pt x="1469351" y="79844"/>
                  </a:lnTo>
                  <a:lnTo>
                    <a:pt x="1472044" y="79844"/>
                  </a:lnTo>
                  <a:lnTo>
                    <a:pt x="1472057" y="82435"/>
                  </a:lnTo>
                  <a:lnTo>
                    <a:pt x="1476095" y="99136"/>
                  </a:lnTo>
                  <a:lnTo>
                    <a:pt x="1477772" y="100342"/>
                  </a:lnTo>
                  <a:lnTo>
                    <a:pt x="1646707" y="100342"/>
                  </a:lnTo>
                  <a:lnTo>
                    <a:pt x="1648129" y="98920"/>
                  </a:lnTo>
                  <a:lnTo>
                    <a:pt x="1648079" y="87071"/>
                  </a:lnTo>
                  <a:lnTo>
                    <a:pt x="1566227" y="79844"/>
                  </a:lnTo>
                  <a:lnTo>
                    <a:pt x="1599145" y="79844"/>
                  </a:lnTo>
                  <a:lnTo>
                    <a:pt x="1599145" y="65887"/>
                  </a:lnTo>
                  <a:lnTo>
                    <a:pt x="1596834" y="60540"/>
                  </a:lnTo>
                  <a:lnTo>
                    <a:pt x="1621180" y="60540"/>
                  </a:lnTo>
                  <a:lnTo>
                    <a:pt x="1621180" y="65938"/>
                  </a:lnTo>
                  <a:lnTo>
                    <a:pt x="1621180" y="81178"/>
                  </a:lnTo>
                  <a:lnTo>
                    <a:pt x="1673098" y="81178"/>
                  </a:lnTo>
                  <a:lnTo>
                    <a:pt x="1673110" y="82207"/>
                  </a:lnTo>
                  <a:lnTo>
                    <a:pt x="1679028" y="99237"/>
                  </a:lnTo>
                  <a:lnTo>
                    <a:pt x="1680730" y="100355"/>
                  </a:lnTo>
                  <a:lnTo>
                    <a:pt x="1808149" y="100355"/>
                  </a:lnTo>
                  <a:lnTo>
                    <a:pt x="1809356" y="99225"/>
                  </a:lnTo>
                  <a:lnTo>
                    <a:pt x="1809432" y="87464"/>
                  </a:lnTo>
                  <a:lnTo>
                    <a:pt x="1733753" y="81178"/>
                  </a:lnTo>
                  <a:lnTo>
                    <a:pt x="1756841" y="81178"/>
                  </a:lnTo>
                  <a:lnTo>
                    <a:pt x="1756841" y="65938"/>
                  </a:lnTo>
                  <a:lnTo>
                    <a:pt x="1753400" y="65938"/>
                  </a:lnTo>
                  <a:lnTo>
                    <a:pt x="1753400" y="60540"/>
                  </a:lnTo>
                  <a:lnTo>
                    <a:pt x="1777377" y="60540"/>
                  </a:lnTo>
                  <a:lnTo>
                    <a:pt x="1777377" y="65938"/>
                  </a:lnTo>
                  <a:lnTo>
                    <a:pt x="1777377" y="81178"/>
                  </a:lnTo>
                  <a:lnTo>
                    <a:pt x="1836674" y="81178"/>
                  </a:lnTo>
                  <a:lnTo>
                    <a:pt x="1836686" y="82346"/>
                  </a:lnTo>
                  <a:lnTo>
                    <a:pt x="1843595" y="99339"/>
                  </a:lnTo>
                  <a:lnTo>
                    <a:pt x="1845208" y="100342"/>
                  </a:lnTo>
                  <a:lnTo>
                    <a:pt x="1969071" y="100342"/>
                  </a:lnTo>
                  <a:lnTo>
                    <a:pt x="1970239" y="99225"/>
                  </a:lnTo>
                  <a:lnTo>
                    <a:pt x="1970278" y="87452"/>
                  </a:lnTo>
                  <a:lnTo>
                    <a:pt x="1917458" y="80479"/>
                  </a:lnTo>
                  <a:lnTo>
                    <a:pt x="1913369" y="80022"/>
                  </a:lnTo>
                  <a:lnTo>
                    <a:pt x="1913369" y="65938"/>
                  </a:lnTo>
                  <a:lnTo>
                    <a:pt x="1909368" y="65938"/>
                  </a:lnTo>
                  <a:lnTo>
                    <a:pt x="1909368" y="60540"/>
                  </a:lnTo>
                  <a:lnTo>
                    <a:pt x="1934794" y="60540"/>
                  </a:lnTo>
                  <a:lnTo>
                    <a:pt x="1934794" y="81178"/>
                  </a:lnTo>
                  <a:lnTo>
                    <a:pt x="1992439" y="81178"/>
                  </a:lnTo>
                  <a:lnTo>
                    <a:pt x="1992464" y="82677"/>
                  </a:lnTo>
                  <a:lnTo>
                    <a:pt x="2000694" y="99034"/>
                  </a:lnTo>
                  <a:lnTo>
                    <a:pt x="2002967" y="100342"/>
                  </a:lnTo>
                  <a:lnTo>
                    <a:pt x="2129840" y="100342"/>
                  </a:lnTo>
                  <a:lnTo>
                    <a:pt x="2131491" y="98780"/>
                  </a:lnTo>
                  <a:lnTo>
                    <a:pt x="2131542" y="86563"/>
                  </a:lnTo>
                  <a:lnTo>
                    <a:pt x="2109139" y="81178"/>
                  </a:lnTo>
                  <a:lnTo>
                    <a:pt x="2265324" y="81178"/>
                  </a:lnTo>
                  <a:lnTo>
                    <a:pt x="2265324" y="65887"/>
                  </a:lnTo>
                  <a:close/>
                </a:path>
              </a:pathLst>
            </a:custGeom>
            <a:solidFill>
              <a:srgbClr val="4A4A4D"/>
            </a:solidFill>
          </p:spPr>
          <p:txBody>
            <a:bodyPr wrap="square" lIns="0" tIns="0" rIns="0" bIns="0" rtlCol="0"/>
            <a:lstStyle/>
            <a:p>
              <a:endParaRPr/>
            </a:p>
          </p:txBody>
        </p:sp>
        <p:sp>
          <p:nvSpPr>
            <p:cNvPr id="50" name="object 34">
              <a:extLst>
                <a:ext uri="{FF2B5EF4-FFF2-40B4-BE49-F238E27FC236}">
                  <a16:creationId xmlns:a16="http://schemas.microsoft.com/office/drawing/2014/main" id="{2503D9DE-759B-F7BB-A5A1-0DDCCFFE09C6}"/>
                </a:ext>
              </a:extLst>
            </p:cNvPr>
            <p:cNvSpPr/>
            <p:nvPr/>
          </p:nvSpPr>
          <p:spPr>
            <a:xfrm>
              <a:off x="8220831" y="5577541"/>
              <a:ext cx="1593215" cy="35560"/>
            </a:xfrm>
            <a:custGeom>
              <a:avLst/>
              <a:gdLst/>
              <a:ahLst/>
              <a:cxnLst/>
              <a:rect l="l" t="t" r="r" b="b"/>
              <a:pathLst>
                <a:path w="1593215" h="35560">
                  <a:moveTo>
                    <a:pt x="139776" y="0"/>
                  </a:moveTo>
                  <a:lnTo>
                    <a:pt x="26073" y="0"/>
                  </a:lnTo>
                  <a:lnTo>
                    <a:pt x="17983" y="6400"/>
                  </a:lnTo>
                  <a:lnTo>
                    <a:pt x="17983" y="12217"/>
                  </a:lnTo>
                  <a:lnTo>
                    <a:pt x="10782" y="12217"/>
                  </a:lnTo>
                  <a:lnTo>
                    <a:pt x="0" y="20637"/>
                  </a:lnTo>
                  <a:lnTo>
                    <a:pt x="0" y="35267"/>
                  </a:lnTo>
                  <a:lnTo>
                    <a:pt x="127190" y="35267"/>
                  </a:lnTo>
                  <a:lnTo>
                    <a:pt x="127190" y="16433"/>
                  </a:lnTo>
                  <a:lnTo>
                    <a:pt x="135509" y="16433"/>
                  </a:lnTo>
                  <a:lnTo>
                    <a:pt x="137858" y="16433"/>
                  </a:lnTo>
                  <a:lnTo>
                    <a:pt x="139776" y="14719"/>
                  </a:lnTo>
                  <a:lnTo>
                    <a:pt x="139776" y="0"/>
                  </a:lnTo>
                  <a:close/>
                </a:path>
                <a:path w="1593215" h="35560">
                  <a:moveTo>
                    <a:pt x="274599" y="12217"/>
                  </a:moveTo>
                  <a:lnTo>
                    <a:pt x="155498" y="12217"/>
                  </a:lnTo>
                  <a:lnTo>
                    <a:pt x="148310" y="20637"/>
                  </a:lnTo>
                  <a:lnTo>
                    <a:pt x="148310" y="35267"/>
                  </a:lnTo>
                  <a:lnTo>
                    <a:pt x="274599" y="35267"/>
                  </a:lnTo>
                  <a:lnTo>
                    <a:pt x="274599" y="12217"/>
                  </a:lnTo>
                  <a:close/>
                </a:path>
                <a:path w="1593215" h="35560">
                  <a:moveTo>
                    <a:pt x="418414" y="12217"/>
                  </a:moveTo>
                  <a:lnTo>
                    <a:pt x="297522" y="12217"/>
                  </a:lnTo>
                  <a:lnTo>
                    <a:pt x="291680" y="20637"/>
                  </a:lnTo>
                  <a:lnTo>
                    <a:pt x="291680" y="35267"/>
                  </a:lnTo>
                  <a:lnTo>
                    <a:pt x="418414" y="35267"/>
                  </a:lnTo>
                  <a:lnTo>
                    <a:pt x="418414" y="12217"/>
                  </a:lnTo>
                  <a:close/>
                </a:path>
                <a:path w="1593215" h="35560">
                  <a:moveTo>
                    <a:pt x="560882" y="12217"/>
                  </a:moveTo>
                  <a:lnTo>
                    <a:pt x="448081" y="12217"/>
                  </a:lnTo>
                  <a:lnTo>
                    <a:pt x="444030" y="20637"/>
                  </a:lnTo>
                  <a:lnTo>
                    <a:pt x="444030" y="35267"/>
                  </a:lnTo>
                  <a:lnTo>
                    <a:pt x="560882" y="35267"/>
                  </a:lnTo>
                  <a:lnTo>
                    <a:pt x="560882" y="12217"/>
                  </a:lnTo>
                  <a:close/>
                </a:path>
                <a:path w="1593215" h="35560">
                  <a:moveTo>
                    <a:pt x="706945" y="12217"/>
                  </a:moveTo>
                  <a:lnTo>
                    <a:pt x="588746" y="12217"/>
                  </a:lnTo>
                  <a:lnTo>
                    <a:pt x="585597" y="20637"/>
                  </a:lnTo>
                  <a:lnTo>
                    <a:pt x="585597" y="35267"/>
                  </a:lnTo>
                  <a:lnTo>
                    <a:pt x="706945" y="35267"/>
                  </a:lnTo>
                  <a:lnTo>
                    <a:pt x="706945" y="12217"/>
                  </a:lnTo>
                  <a:close/>
                </a:path>
                <a:path w="1593215" h="35560">
                  <a:moveTo>
                    <a:pt x="855243" y="12407"/>
                  </a:moveTo>
                  <a:lnTo>
                    <a:pt x="737971" y="12407"/>
                  </a:lnTo>
                  <a:lnTo>
                    <a:pt x="737971" y="20027"/>
                  </a:lnTo>
                  <a:lnTo>
                    <a:pt x="737501" y="20027"/>
                  </a:lnTo>
                  <a:lnTo>
                    <a:pt x="737501" y="35267"/>
                  </a:lnTo>
                  <a:lnTo>
                    <a:pt x="855243" y="35267"/>
                  </a:lnTo>
                  <a:lnTo>
                    <a:pt x="855243" y="20027"/>
                  </a:lnTo>
                  <a:lnTo>
                    <a:pt x="855243" y="12407"/>
                  </a:lnTo>
                  <a:close/>
                </a:path>
                <a:path w="1593215" h="35560">
                  <a:moveTo>
                    <a:pt x="1004011" y="20027"/>
                  </a:moveTo>
                  <a:lnTo>
                    <a:pt x="1003769" y="20027"/>
                  </a:lnTo>
                  <a:lnTo>
                    <a:pt x="1003769" y="12407"/>
                  </a:lnTo>
                  <a:lnTo>
                    <a:pt x="880872" y="12407"/>
                  </a:lnTo>
                  <a:lnTo>
                    <a:pt x="880872" y="20027"/>
                  </a:lnTo>
                  <a:lnTo>
                    <a:pt x="880872" y="35267"/>
                  </a:lnTo>
                  <a:lnTo>
                    <a:pt x="1004011" y="35267"/>
                  </a:lnTo>
                  <a:lnTo>
                    <a:pt x="1004011" y="20027"/>
                  </a:lnTo>
                  <a:close/>
                </a:path>
                <a:path w="1593215" h="35560">
                  <a:moveTo>
                    <a:pt x="1152321" y="12217"/>
                  </a:moveTo>
                  <a:lnTo>
                    <a:pt x="1026934" y="12217"/>
                  </a:lnTo>
                  <a:lnTo>
                    <a:pt x="1026934" y="35267"/>
                  </a:lnTo>
                  <a:lnTo>
                    <a:pt x="1152321" y="35267"/>
                  </a:lnTo>
                  <a:lnTo>
                    <a:pt x="1152321" y="12217"/>
                  </a:lnTo>
                  <a:close/>
                </a:path>
                <a:path w="1593215" h="35560">
                  <a:moveTo>
                    <a:pt x="1297025" y="20027"/>
                  </a:moveTo>
                  <a:lnTo>
                    <a:pt x="1296314" y="20027"/>
                  </a:lnTo>
                  <a:lnTo>
                    <a:pt x="1296314" y="12407"/>
                  </a:lnTo>
                  <a:lnTo>
                    <a:pt x="1177036" y="12407"/>
                  </a:lnTo>
                  <a:lnTo>
                    <a:pt x="1177036" y="20027"/>
                  </a:lnTo>
                  <a:lnTo>
                    <a:pt x="1177036" y="35267"/>
                  </a:lnTo>
                  <a:lnTo>
                    <a:pt x="1297025" y="35267"/>
                  </a:lnTo>
                  <a:lnTo>
                    <a:pt x="1297025" y="20027"/>
                  </a:lnTo>
                  <a:close/>
                </a:path>
                <a:path w="1593215" h="35560">
                  <a:moveTo>
                    <a:pt x="1441297" y="20027"/>
                  </a:moveTo>
                  <a:lnTo>
                    <a:pt x="1440116" y="20027"/>
                  </a:lnTo>
                  <a:lnTo>
                    <a:pt x="1440116" y="12407"/>
                  </a:lnTo>
                  <a:lnTo>
                    <a:pt x="1324432" y="12407"/>
                  </a:lnTo>
                  <a:lnTo>
                    <a:pt x="1324432" y="20027"/>
                  </a:lnTo>
                  <a:lnTo>
                    <a:pt x="1324432" y="35267"/>
                  </a:lnTo>
                  <a:lnTo>
                    <a:pt x="1441297" y="35267"/>
                  </a:lnTo>
                  <a:lnTo>
                    <a:pt x="1441297" y="20027"/>
                  </a:lnTo>
                  <a:close/>
                </a:path>
                <a:path w="1593215" h="35560">
                  <a:moveTo>
                    <a:pt x="1592745" y="20027"/>
                  </a:moveTo>
                  <a:lnTo>
                    <a:pt x="1591094" y="20027"/>
                  </a:lnTo>
                  <a:lnTo>
                    <a:pt x="1591094" y="12407"/>
                  </a:lnTo>
                  <a:lnTo>
                    <a:pt x="1470507" y="12407"/>
                  </a:lnTo>
                  <a:lnTo>
                    <a:pt x="1470507" y="20027"/>
                  </a:lnTo>
                  <a:lnTo>
                    <a:pt x="1470507" y="35267"/>
                  </a:lnTo>
                  <a:lnTo>
                    <a:pt x="1592745" y="35267"/>
                  </a:lnTo>
                  <a:lnTo>
                    <a:pt x="1592745" y="20027"/>
                  </a:lnTo>
                  <a:close/>
                </a:path>
              </a:pathLst>
            </a:custGeom>
            <a:solidFill>
              <a:srgbClr val="4A4A4D"/>
            </a:solidFill>
          </p:spPr>
          <p:txBody>
            <a:bodyPr wrap="square" lIns="0" tIns="0" rIns="0" bIns="0" rtlCol="0"/>
            <a:lstStyle/>
            <a:p>
              <a:endParaRPr/>
            </a:p>
          </p:txBody>
        </p:sp>
        <p:sp>
          <p:nvSpPr>
            <p:cNvPr id="51" name="object 35">
              <a:extLst>
                <a:ext uri="{FF2B5EF4-FFF2-40B4-BE49-F238E27FC236}">
                  <a16:creationId xmlns:a16="http://schemas.microsoft.com/office/drawing/2014/main" id="{7E45738B-13D7-39E1-FF3F-D885F365BA0A}"/>
                </a:ext>
              </a:extLst>
            </p:cNvPr>
            <p:cNvSpPr/>
            <p:nvPr/>
          </p:nvSpPr>
          <p:spPr>
            <a:xfrm>
              <a:off x="8388026" y="5586149"/>
              <a:ext cx="720725" cy="0"/>
            </a:xfrm>
            <a:custGeom>
              <a:avLst/>
              <a:gdLst/>
              <a:ahLst/>
              <a:cxnLst/>
              <a:rect l="l" t="t" r="r" b="b"/>
              <a:pathLst>
                <a:path w="720725">
                  <a:moveTo>
                    <a:pt x="0" y="0"/>
                  </a:moveTo>
                  <a:lnTo>
                    <a:pt x="720416" y="0"/>
                  </a:lnTo>
                </a:path>
              </a:pathLst>
            </a:custGeom>
            <a:ln w="17238">
              <a:solidFill>
                <a:srgbClr val="4A4A4D"/>
              </a:solidFill>
              <a:prstDash val="sysDash"/>
            </a:ln>
          </p:spPr>
          <p:txBody>
            <a:bodyPr wrap="square" lIns="0" tIns="0" rIns="0" bIns="0" rtlCol="0"/>
            <a:lstStyle/>
            <a:p>
              <a:endParaRPr/>
            </a:p>
          </p:txBody>
        </p:sp>
        <p:sp>
          <p:nvSpPr>
            <p:cNvPr id="52" name="object 36">
              <a:extLst>
                <a:ext uri="{FF2B5EF4-FFF2-40B4-BE49-F238E27FC236}">
                  <a16:creationId xmlns:a16="http://schemas.microsoft.com/office/drawing/2014/main" id="{70BAC2CD-A91F-2203-6410-611F0E787DD1}"/>
                </a:ext>
              </a:extLst>
            </p:cNvPr>
            <p:cNvSpPr/>
            <p:nvPr/>
          </p:nvSpPr>
          <p:spPr>
            <a:xfrm>
              <a:off x="8220843" y="5576995"/>
              <a:ext cx="2199005" cy="103505"/>
            </a:xfrm>
            <a:custGeom>
              <a:avLst/>
              <a:gdLst/>
              <a:ahLst/>
              <a:cxnLst/>
              <a:rect l="l" t="t" r="r" b="b"/>
              <a:pathLst>
                <a:path w="2199005" h="103504">
                  <a:moveTo>
                    <a:pt x="127177" y="12763"/>
                  </a:moveTo>
                  <a:lnTo>
                    <a:pt x="10782" y="12763"/>
                  </a:lnTo>
                  <a:lnTo>
                    <a:pt x="0" y="21196"/>
                  </a:lnTo>
                  <a:lnTo>
                    <a:pt x="120434" y="21196"/>
                  </a:lnTo>
                  <a:lnTo>
                    <a:pt x="127177" y="12763"/>
                  </a:lnTo>
                  <a:close/>
                </a:path>
                <a:path w="2199005" h="103504">
                  <a:moveTo>
                    <a:pt x="139763" y="546"/>
                  </a:moveTo>
                  <a:lnTo>
                    <a:pt x="26060" y="546"/>
                  </a:lnTo>
                  <a:lnTo>
                    <a:pt x="17970" y="6959"/>
                  </a:lnTo>
                  <a:lnTo>
                    <a:pt x="133921" y="6959"/>
                  </a:lnTo>
                  <a:lnTo>
                    <a:pt x="139763" y="546"/>
                  </a:lnTo>
                  <a:close/>
                </a:path>
                <a:path w="2199005" h="103504">
                  <a:moveTo>
                    <a:pt x="274574" y="12763"/>
                  </a:moveTo>
                  <a:lnTo>
                    <a:pt x="155498" y="12763"/>
                  </a:lnTo>
                  <a:lnTo>
                    <a:pt x="148297" y="21196"/>
                  </a:lnTo>
                  <a:lnTo>
                    <a:pt x="268744" y="21196"/>
                  </a:lnTo>
                  <a:lnTo>
                    <a:pt x="274574" y="12763"/>
                  </a:lnTo>
                  <a:close/>
                </a:path>
                <a:path w="2199005" h="103504">
                  <a:moveTo>
                    <a:pt x="292569" y="546"/>
                  </a:moveTo>
                  <a:lnTo>
                    <a:pt x="172567" y="546"/>
                  </a:lnTo>
                  <a:lnTo>
                    <a:pt x="167170" y="6959"/>
                  </a:lnTo>
                  <a:lnTo>
                    <a:pt x="288518" y="6959"/>
                  </a:lnTo>
                  <a:lnTo>
                    <a:pt x="292569" y="546"/>
                  </a:lnTo>
                  <a:close/>
                </a:path>
                <a:path w="2199005" h="103504">
                  <a:moveTo>
                    <a:pt x="440880" y="546"/>
                  </a:moveTo>
                  <a:lnTo>
                    <a:pt x="320878" y="546"/>
                  </a:lnTo>
                  <a:lnTo>
                    <a:pt x="316826" y="6959"/>
                  </a:lnTo>
                  <a:lnTo>
                    <a:pt x="436829" y="6959"/>
                  </a:lnTo>
                  <a:lnTo>
                    <a:pt x="440880" y="546"/>
                  </a:lnTo>
                  <a:close/>
                </a:path>
                <a:path w="2199005" h="103504">
                  <a:moveTo>
                    <a:pt x="587832" y="546"/>
                  </a:moveTo>
                  <a:lnTo>
                    <a:pt x="474129" y="546"/>
                  </a:lnTo>
                  <a:lnTo>
                    <a:pt x="470090" y="6959"/>
                  </a:lnTo>
                  <a:lnTo>
                    <a:pt x="585127" y="6959"/>
                  </a:lnTo>
                  <a:lnTo>
                    <a:pt x="587832" y="546"/>
                  </a:lnTo>
                  <a:close/>
                </a:path>
                <a:path w="2199005" h="103504">
                  <a:moveTo>
                    <a:pt x="736600" y="546"/>
                  </a:moveTo>
                  <a:lnTo>
                    <a:pt x="618388" y="546"/>
                  </a:lnTo>
                  <a:lnTo>
                    <a:pt x="617042" y="6959"/>
                  </a:lnTo>
                  <a:lnTo>
                    <a:pt x="735241" y="6959"/>
                  </a:lnTo>
                  <a:lnTo>
                    <a:pt x="736600" y="546"/>
                  </a:lnTo>
                  <a:close/>
                </a:path>
                <a:path w="2199005" h="103504">
                  <a:moveTo>
                    <a:pt x="882205" y="63157"/>
                  </a:moveTo>
                  <a:lnTo>
                    <a:pt x="758151" y="63157"/>
                  </a:lnTo>
                  <a:lnTo>
                    <a:pt x="755383" y="78841"/>
                  </a:lnTo>
                  <a:lnTo>
                    <a:pt x="880338" y="78841"/>
                  </a:lnTo>
                  <a:lnTo>
                    <a:pt x="882205" y="63157"/>
                  </a:lnTo>
                  <a:close/>
                </a:path>
                <a:path w="2199005" h="103504">
                  <a:moveTo>
                    <a:pt x="887590" y="546"/>
                  </a:moveTo>
                  <a:lnTo>
                    <a:pt x="770750" y="546"/>
                  </a:lnTo>
                  <a:lnTo>
                    <a:pt x="768946" y="6959"/>
                  </a:lnTo>
                  <a:lnTo>
                    <a:pt x="886701" y="6959"/>
                  </a:lnTo>
                  <a:lnTo>
                    <a:pt x="887590" y="546"/>
                  </a:lnTo>
                  <a:close/>
                </a:path>
                <a:path w="2199005" h="103504">
                  <a:moveTo>
                    <a:pt x="928039" y="26479"/>
                  </a:moveTo>
                  <a:lnTo>
                    <a:pt x="802195" y="26479"/>
                  </a:lnTo>
                  <a:lnTo>
                    <a:pt x="800328" y="37947"/>
                  </a:lnTo>
                  <a:lnTo>
                    <a:pt x="927074" y="37947"/>
                  </a:lnTo>
                  <a:lnTo>
                    <a:pt x="928039" y="26479"/>
                  </a:lnTo>
                  <a:close/>
                </a:path>
                <a:path w="2199005" h="103504">
                  <a:moveTo>
                    <a:pt x="961301" y="42506"/>
                  </a:moveTo>
                  <a:lnTo>
                    <a:pt x="836345" y="42506"/>
                  </a:lnTo>
                  <a:lnTo>
                    <a:pt x="833589" y="58788"/>
                  </a:lnTo>
                  <a:lnTo>
                    <a:pt x="960323" y="58788"/>
                  </a:lnTo>
                  <a:lnTo>
                    <a:pt x="961301" y="42506"/>
                  </a:lnTo>
                  <a:close/>
                </a:path>
                <a:path w="2199005" h="103504">
                  <a:moveTo>
                    <a:pt x="1036802" y="63157"/>
                  </a:moveTo>
                  <a:lnTo>
                    <a:pt x="912317" y="63157"/>
                  </a:lnTo>
                  <a:lnTo>
                    <a:pt x="911415" y="78841"/>
                  </a:lnTo>
                  <a:lnTo>
                    <a:pt x="1036358" y="78841"/>
                  </a:lnTo>
                  <a:lnTo>
                    <a:pt x="1036802" y="63157"/>
                  </a:lnTo>
                  <a:close/>
                </a:path>
                <a:path w="2199005" h="103504">
                  <a:moveTo>
                    <a:pt x="1077252" y="26479"/>
                  </a:moveTo>
                  <a:lnTo>
                    <a:pt x="954557" y="26479"/>
                  </a:lnTo>
                  <a:lnTo>
                    <a:pt x="953668" y="37947"/>
                  </a:lnTo>
                  <a:lnTo>
                    <a:pt x="1076794" y="37947"/>
                  </a:lnTo>
                  <a:lnTo>
                    <a:pt x="1077252" y="26479"/>
                  </a:lnTo>
                  <a:close/>
                </a:path>
                <a:path w="2199005" h="103504">
                  <a:moveTo>
                    <a:pt x="1113193" y="42519"/>
                  </a:moveTo>
                  <a:lnTo>
                    <a:pt x="988707" y="42519"/>
                  </a:lnTo>
                  <a:lnTo>
                    <a:pt x="988707" y="58801"/>
                  </a:lnTo>
                  <a:lnTo>
                    <a:pt x="1113193" y="58801"/>
                  </a:lnTo>
                  <a:lnTo>
                    <a:pt x="1113193" y="42519"/>
                  </a:lnTo>
                  <a:close/>
                </a:path>
                <a:path w="2199005" h="103504">
                  <a:moveTo>
                    <a:pt x="1192758" y="78841"/>
                  </a:moveTo>
                  <a:lnTo>
                    <a:pt x="1191399" y="63157"/>
                  </a:lnTo>
                  <a:lnTo>
                    <a:pt x="1067358" y="63157"/>
                  </a:lnTo>
                  <a:lnTo>
                    <a:pt x="1066914" y="78841"/>
                  </a:lnTo>
                  <a:lnTo>
                    <a:pt x="1192758" y="78841"/>
                  </a:lnTo>
                  <a:close/>
                </a:path>
                <a:path w="2199005" h="103504">
                  <a:moveTo>
                    <a:pt x="1226007" y="37947"/>
                  </a:moveTo>
                  <a:lnTo>
                    <a:pt x="1224661" y="26479"/>
                  </a:lnTo>
                  <a:lnTo>
                    <a:pt x="1100620" y="26479"/>
                  </a:lnTo>
                  <a:lnTo>
                    <a:pt x="1101077" y="37947"/>
                  </a:lnTo>
                  <a:lnTo>
                    <a:pt x="1226007" y="37947"/>
                  </a:lnTo>
                  <a:close/>
                </a:path>
                <a:path w="2199005" h="103504">
                  <a:moveTo>
                    <a:pt x="1266456" y="58788"/>
                  </a:moveTo>
                  <a:lnTo>
                    <a:pt x="1264208" y="42506"/>
                  </a:lnTo>
                  <a:lnTo>
                    <a:pt x="1140167" y="42506"/>
                  </a:lnTo>
                  <a:lnTo>
                    <a:pt x="1140625" y="58788"/>
                  </a:lnTo>
                  <a:lnTo>
                    <a:pt x="1266456" y="58788"/>
                  </a:lnTo>
                  <a:close/>
                </a:path>
                <a:path w="2199005" h="103504">
                  <a:moveTo>
                    <a:pt x="1347355" y="78841"/>
                  </a:moveTo>
                  <a:lnTo>
                    <a:pt x="1344206" y="63144"/>
                  </a:lnTo>
                  <a:lnTo>
                    <a:pt x="1223759" y="63144"/>
                  </a:lnTo>
                  <a:lnTo>
                    <a:pt x="1225118" y="78841"/>
                  </a:lnTo>
                  <a:lnTo>
                    <a:pt x="1347355" y="78841"/>
                  </a:lnTo>
                  <a:close/>
                </a:path>
                <a:path w="2199005" h="103504">
                  <a:moveTo>
                    <a:pt x="1352461" y="101574"/>
                  </a:moveTo>
                  <a:lnTo>
                    <a:pt x="1348727" y="84035"/>
                  </a:lnTo>
                  <a:lnTo>
                    <a:pt x="1346936" y="82715"/>
                  </a:lnTo>
                  <a:lnTo>
                    <a:pt x="590372" y="82715"/>
                  </a:lnTo>
                  <a:lnTo>
                    <a:pt x="588162" y="84201"/>
                  </a:lnTo>
                  <a:lnTo>
                    <a:pt x="582549" y="101917"/>
                  </a:lnTo>
                  <a:lnTo>
                    <a:pt x="583374" y="102882"/>
                  </a:lnTo>
                  <a:lnTo>
                    <a:pt x="1351229" y="102882"/>
                  </a:lnTo>
                  <a:lnTo>
                    <a:pt x="1352461" y="101574"/>
                  </a:lnTo>
                  <a:close/>
                </a:path>
                <a:path w="2199005" h="103504">
                  <a:moveTo>
                    <a:pt x="1373416" y="37947"/>
                  </a:moveTo>
                  <a:lnTo>
                    <a:pt x="1370279" y="26479"/>
                  </a:lnTo>
                  <a:lnTo>
                    <a:pt x="1252524" y="26479"/>
                  </a:lnTo>
                  <a:lnTo>
                    <a:pt x="1253871" y="37947"/>
                  </a:lnTo>
                  <a:lnTo>
                    <a:pt x="1373416" y="37947"/>
                  </a:lnTo>
                  <a:close/>
                </a:path>
                <a:path w="2199005" h="103504">
                  <a:moveTo>
                    <a:pt x="1421053" y="58788"/>
                  </a:moveTo>
                  <a:lnTo>
                    <a:pt x="1417015" y="42506"/>
                  </a:lnTo>
                  <a:lnTo>
                    <a:pt x="1293876" y="42506"/>
                  </a:lnTo>
                  <a:lnTo>
                    <a:pt x="1296111" y="58788"/>
                  </a:lnTo>
                  <a:lnTo>
                    <a:pt x="1421053" y="58788"/>
                  </a:lnTo>
                  <a:close/>
                </a:path>
                <a:path w="2199005" h="103504">
                  <a:moveTo>
                    <a:pt x="1506004" y="78841"/>
                  </a:moveTo>
                  <a:lnTo>
                    <a:pt x="1499260" y="63157"/>
                  </a:lnTo>
                  <a:lnTo>
                    <a:pt x="1373873" y="63157"/>
                  </a:lnTo>
                  <a:lnTo>
                    <a:pt x="1377454" y="78841"/>
                  </a:lnTo>
                  <a:lnTo>
                    <a:pt x="1506004" y="78841"/>
                  </a:lnTo>
                  <a:close/>
                </a:path>
                <a:path w="2199005" h="103504">
                  <a:moveTo>
                    <a:pt x="1523974" y="37947"/>
                  </a:moveTo>
                  <a:lnTo>
                    <a:pt x="1519923" y="26479"/>
                  </a:lnTo>
                  <a:lnTo>
                    <a:pt x="1404429" y="26479"/>
                  </a:lnTo>
                  <a:lnTo>
                    <a:pt x="1407121" y="37947"/>
                  </a:lnTo>
                  <a:lnTo>
                    <a:pt x="1523974" y="37947"/>
                  </a:lnTo>
                  <a:close/>
                </a:path>
                <a:path w="2199005" h="103504">
                  <a:moveTo>
                    <a:pt x="1555508" y="100863"/>
                  </a:moveTo>
                  <a:lnTo>
                    <a:pt x="1548866" y="84569"/>
                  </a:lnTo>
                  <a:lnTo>
                    <a:pt x="1548409" y="83464"/>
                  </a:lnTo>
                  <a:lnTo>
                    <a:pt x="1547215" y="82715"/>
                  </a:lnTo>
                  <a:lnTo>
                    <a:pt x="1379626" y="82715"/>
                  </a:lnTo>
                  <a:lnTo>
                    <a:pt x="1378623" y="83807"/>
                  </a:lnTo>
                  <a:lnTo>
                    <a:pt x="1382941" y="101663"/>
                  </a:lnTo>
                  <a:lnTo>
                    <a:pt x="1384630" y="102882"/>
                  </a:lnTo>
                  <a:lnTo>
                    <a:pt x="1553921" y="102882"/>
                  </a:lnTo>
                  <a:lnTo>
                    <a:pt x="1555508" y="100863"/>
                  </a:lnTo>
                  <a:close/>
                </a:path>
                <a:path w="2199005" h="103504">
                  <a:moveTo>
                    <a:pt x="1576108" y="58801"/>
                  </a:moveTo>
                  <a:lnTo>
                    <a:pt x="1569364" y="42519"/>
                  </a:lnTo>
                  <a:lnTo>
                    <a:pt x="1444879" y="42519"/>
                  </a:lnTo>
                  <a:lnTo>
                    <a:pt x="1449362" y="58801"/>
                  </a:lnTo>
                  <a:lnTo>
                    <a:pt x="1576108" y="58801"/>
                  </a:lnTo>
                  <a:close/>
                </a:path>
                <a:path w="2199005" h="103504">
                  <a:moveTo>
                    <a:pt x="1663687" y="78841"/>
                  </a:moveTo>
                  <a:lnTo>
                    <a:pt x="1656549" y="63144"/>
                  </a:lnTo>
                  <a:lnTo>
                    <a:pt x="1528025" y="63144"/>
                  </a:lnTo>
                  <a:lnTo>
                    <a:pt x="1534121" y="78841"/>
                  </a:lnTo>
                  <a:lnTo>
                    <a:pt x="1663687" y="78841"/>
                  </a:lnTo>
                  <a:close/>
                </a:path>
                <a:path w="2199005" h="103504">
                  <a:moveTo>
                    <a:pt x="1678127" y="37947"/>
                  </a:moveTo>
                  <a:lnTo>
                    <a:pt x="1673186" y="26479"/>
                  </a:lnTo>
                  <a:lnTo>
                    <a:pt x="1550492" y="26479"/>
                  </a:lnTo>
                  <a:lnTo>
                    <a:pt x="1554530" y="37947"/>
                  </a:lnTo>
                  <a:lnTo>
                    <a:pt x="1678127" y="37947"/>
                  </a:lnTo>
                  <a:close/>
                </a:path>
                <a:path w="2199005" h="103504">
                  <a:moveTo>
                    <a:pt x="1716811" y="101053"/>
                  </a:moveTo>
                  <a:lnTo>
                    <a:pt x="1709623" y="84836"/>
                  </a:lnTo>
                  <a:lnTo>
                    <a:pt x="1709051" y="83553"/>
                  </a:lnTo>
                  <a:lnTo>
                    <a:pt x="1707667" y="82715"/>
                  </a:lnTo>
                  <a:lnTo>
                    <a:pt x="1580451" y="82715"/>
                  </a:lnTo>
                  <a:lnTo>
                    <a:pt x="1579600" y="83731"/>
                  </a:lnTo>
                  <a:lnTo>
                    <a:pt x="1585874" y="101777"/>
                  </a:lnTo>
                  <a:lnTo>
                    <a:pt x="1587576" y="102882"/>
                  </a:lnTo>
                  <a:lnTo>
                    <a:pt x="1715427" y="102882"/>
                  </a:lnTo>
                  <a:lnTo>
                    <a:pt x="1716811" y="101053"/>
                  </a:lnTo>
                  <a:close/>
                </a:path>
                <a:path w="2199005" h="103504">
                  <a:moveTo>
                    <a:pt x="1727936" y="58788"/>
                  </a:moveTo>
                  <a:lnTo>
                    <a:pt x="1720215" y="42506"/>
                  </a:lnTo>
                  <a:lnTo>
                    <a:pt x="1597228" y="42506"/>
                  </a:lnTo>
                  <a:lnTo>
                    <a:pt x="1604035" y="58788"/>
                  </a:lnTo>
                  <a:lnTo>
                    <a:pt x="1727936" y="58788"/>
                  </a:lnTo>
                  <a:close/>
                </a:path>
                <a:path w="2199005" h="103504">
                  <a:moveTo>
                    <a:pt x="1820214" y="78841"/>
                  </a:moveTo>
                  <a:lnTo>
                    <a:pt x="1811909" y="63144"/>
                  </a:lnTo>
                  <a:lnTo>
                    <a:pt x="1684223" y="63144"/>
                  </a:lnTo>
                  <a:lnTo>
                    <a:pt x="1691525" y="78841"/>
                  </a:lnTo>
                  <a:lnTo>
                    <a:pt x="1820214" y="78841"/>
                  </a:lnTo>
                  <a:close/>
                </a:path>
                <a:path w="2199005" h="103504">
                  <a:moveTo>
                    <a:pt x="1831822" y="37947"/>
                  </a:moveTo>
                  <a:lnTo>
                    <a:pt x="1825434" y="26479"/>
                  </a:lnTo>
                  <a:lnTo>
                    <a:pt x="1703997" y="26479"/>
                  </a:lnTo>
                  <a:lnTo>
                    <a:pt x="1708518" y="37947"/>
                  </a:lnTo>
                  <a:lnTo>
                    <a:pt x="1831822" y="37947"/>
                  </a:lnTo>
                  <a:close/>
                </a:path>
                <a:path w="2199005" h="103504">
                  <a:moveTo>
                    <a:pt x="1877707" y="101028"/>
                  </a:moveTo>
                  <a:lnTo>
                    <a:pt x="1869287" y="84213"/>
                  </a:lnTo>
                  <a:lnTo>
                    <a:pt x="1868830" y="83299"/>
                  </a:lnTo>
                  <a:lnTo>
                    <a:pt x="1867814" y="82715"/>
                  </a:lnTo>
                  <a:lnTo>
                    <a:pt x="1743976" y="82715"/>
                  </a:lnTo>
                  <a:lnTo>
                    <a:pt x="1743100" y="83820"/>
                  </a:lnTo>
                  <a:lnTo>
                    <a:pt x="1750441" y="101879"/>
                  </a:lnTo>
                  <a:lnTo>
                    <a:pt x="1752053" y="102895"/>
                  </a:lnTo>
                  <a:lnTo>
                    <a:pt x="1876361" y="102895"/>
                  </a:lnTo>
                  <a:lnTo>
                    <a:pt x="1877707" y="101028"/>
                  </a:lnTo>
                  <a:close/>
                </a:path>
                <a:path w="2199005" h="103504">
                  <a:moveTo>
                    <a:pt x="1883067" y="58788"/>
                  </a:moveTo>
                  <a:lnTo>
                    <a:pt x="1873961" y="42506"/>
                  </a:lnTo>
                  <a:lnTo>
                    <a:pt x="1747139" y="42506"/>
                  </a:lnTo>
                  <a:lnTo>
                    <a:pt x="1756168" y="58788"/>
                  </a:lnTo>
                  <a:lnTo>
                    <a:pt x="1883067" y="58788"/>
                  </a:lnTo>
                  <a:close/>
                </a:path>
                <a:path w="2199005" h="103504">
                  <a:moveTo>
                    <a:pt x="1982381" y="37947"/>
                  </a:moveTo>
                  <a:lnTo>
                    <a:pt x="1973630" y="26479"/>
                  </a:lnTo>
                  <a:lnTo>
                    <a:pt x="1847926" y="26479"/>
                  </a:lnTo>
                  <a:lnTo>
                    <a:pt x="1855216" y="37947"/>
                  </a:lnTo>
                  <a:lnTo>
                    <a:pt x="1982381" y="37947"/>
                  </a:lnTo>
                  <a:close/>
                </a:path>
                <a:path w="2199005" h="103504">
                  <a:moveTo>
                    <a:pt x="2039366" y="99974"/>
                  </a:moveTo>
                  <a:lnTo>
                    <a:pt x="2029942" y="85394"/>
                  </a:lnTo>
                  <a:lnTo>
                    <a:pt x="2028875" y="83731"/>
                  </a:lnTo>
                  <a:lnTo>
                    <a:pt x="2026881" y="82715"/>
                  </a:lnTo>
                  <a:lnTo>
                    <a:pt x="1899678" y="82715"/>
                  </a:lnTo>
                  <a:lnTo>
                    <a:pt x="1898726" y="84035"/>
                  </a:lnTo>
                  <a:lnTo>
                    <a:pt x="1907540" y="101574"/>
                  </a:lnTo>
                  <a:lnTo>
                    <a:pt x="1909813" y="102882"/>
                  </a:lnTo>
                  <a:lnTo>
                    <a:pt x="2037486" y="102882"/>
                  </a:lnTo>
                  <a:lnTo>
                    <a:pt x="2039366" y="99974"/>
                  </a:lnTo>
                  <a:close/>
                </a:path>
                <a:path w="2199005" h="103504">
                  <a:moveTo>
                    <a:pt x="2107742" y="21196"/>
                  </a:moveTo>
                  <a:lnTo>
                    <a:pt x="2097963" y="12763"/>
                  </a:lnTo>
                  <a:lnTo>
                    <a:pt x="2091588" y="12763"/>
                  </a:lnTo>
                  <a:lnTo>
                    <a:pt x="2091588" y="6959"/>
                  </a:lnTo>
                  <a:lnTo>
                    <a:pt x="2091588" y="6819"/>
                  </a:lnTo>
                  <a:lnTo>
                    <a:pt x="2091423" y="6819"/>
                  </a:lnTo>
                  <a:lnTo>
                    <a:pt x="2087867" y="3644"/>
                  </a:lnTo>
                  <a:lnTo>
                    <a:pt x="2087867" y="469"/>
                  </a:lnTo>
                  <a:lnTo>
                    <a:pt x="1967839" y="469"/>
                  </a:lnTo>
                  <a:lnTo>
                    <a:pt x="1967839" y="6819"/>
                  </a:lnTo>
                  <a:lnTo>
                    <a:pt x="1967839" y="12763"/>
                  </a:lnTo>
                  <a:lnTo>
                    <a:pt x="1941931" y="12763"/>
                  </a:lnTo>
                  <a:lnTo>
                    <a:pt x="1941931" y="6959"/>
                  </a:lnTo>
                  <a:lnTo>
                    <a:pt x="1941931" y="6350"/>
                  </a:lnTo>
                  <a:lnTo>
                    <a:pt x="1941372" y="6350"/>
                  </a:lnTo>
                  <a:lnTo>
                    <a:pt x="1938489" y="3187"/>
                  </a:lnTo>
                  <a:lnTo>
                    <a:pt x="1938489" y="0"/>
                  </a:lnTo>
                  <a:lnTo>
                    <a:pt x="1815642" y="0"/>
                  </a:lnTo>
                  <a:lnTo>
                    <a:pt x="1815642" y="546"/>
                  </a:lnTo>
                  <a:lnTo>
                    <a:pt x="1815642" y="6350"/>
                  </a:lnTo>
                  <a:lnTo>
                    <a:pt x="1815642" y="12763"/>
                  </a:lnTo>
                  <a:lnTo>
                    <a:pt x="1789582" y="12763"/>
                  </a:lnTo>
                  <a:lnTo>
                    <a:pt x="1789582" y="6350"/>
                  </a:lnTo>
                  <a:lnTo>
                    <a:pt x="1789226" y="6350"/>
                  </a:lnTo>
                  <a:lnTo>
                    <a:pt x="1787461" y="3187"/>
                  </a:lnTo>
                  <a:lnTo>
                    <a:pt x="1787461" y="0"/>
                  </a:lnTo>
                  <a:lnTo>
                    <a:pt x="1666443" y="0"/>
                  </a:lnTo>
                  <a:lnTo>
                    <a:pt x="1666443" y="546"/>
                  </a:lnTo>
                  <a:lnTo>
                    <a:pt x="1666443" y="6350"/>
                  </a:lnTo>
                  <a:lnTo>
                    <a:pt x="1666443" y="12763"/>
                  </a:lnTo>
                  <a:lnTo>
                    <a:pt x="1639468" y="12763"/>
                  </a:lnTo>
                  <a:lnTo>
                    <a:pt x="1639468" y="6959"/>
                  </a:lnTo>
                  <a:lnTo>
                    <a:pt x="1639468" y="6350"/>
                  </a:lnTo>
                  <a:lnTo>
                    <a:pt x="1639252" y="6350"/>
                  </a:lnTo>
                  <a:lnTo>
                    <a:pt x="1638147" y="3200"/>
                  </a:lnTo>
                  <a:lnTo>
                    <a:pt x="1638147" y="0"/>
                  </a:lnTo>
                  <a:lnTo>
                    <a:pt x="1518119" y="0"/>
                  </a:lnTo>
                  <a:lnTo>
                    <a:pt x="1518119" y="546"/>
                  </a:lnTo>
                  <a:lnTo>
                    <a:pt x="1518119" y="6350"/>
                  </a:lnTo>
                  <a:lnTo>
                    <a:pt x="1518119" y="12763"/>
                  </a:lnTo>
                  <a:lnTo>
                    <a:pt x="1487119" y="12763"/>
                  </a:lnTo>
                  <a:lnTo>
                    <a:pt x="1487119" y="6959"/>
                  </a:lnTo>
                  <a:lnTo>
                    <a:pt x="1487119" y="6350"/>
                  </a:lnTo>
                  <a:lnTo>
                    <a:pt x="1486903" y="6350"/>
                  </a:lnTo>
                  <a:lnTo>
                    <a:pt x="1485798" y="3200"/>
                  </a:lnTo>
                  <a:lnTo>
                    <a:pt x="1485798" y="0"/>
                  </a:lnTo>
                  <a:lnTo>
                    <a:pt x="1370266" y="0"/>
                  </a:lnTo>
                  <a:lnTo>
                    <a:pt x="1370266" y="546"/>
                  </a:lnTo>
                  <a:lnTo>
                    <a:pt x="1370266" y="6350"/>
                  </a:lnTo>
                  <a:lnTo>
                    <a:pt x="1370266" y="12763"/>
                  </a:lnTo>
                  <a:lnTo>
                    <a:pt x="1339265" y="12763"/>
                  </a:lnTo>
                  <a:lnTo>
                    <a:pt x="1339265" y="6959"/>
                  </a:lnTo>
                  <a:lnTo>
                    <a:pt x="1339265" y="6350"/>
                  </a:lnTo>
                  <a:lnTo>
                    <a:pt x="1339126" y="6350"/>
                  </a:lnTo>
                  <a:lnTo>
                    <a:pt x="1338465" y="3187"/>
                  </a:lnTo>
                  <a:lnTo>
                    <a:pt x="1338465" y="0"/>
                  </a:lnTo>
                  <a:lnTo>
                    <a:pt x="1220165" y="0"/>
                  </a:lnTo>
                  <a:lnTo>
                    <a:pt x="1220165" y="546"/>
                  </a:lnTo>
                  <a:lnTo>
                    <a:pt x="1220165" y="6350"/>
                  </a:lnTo>
                  <a:lnTo>
                    <a:pt x="1220165" y="12763"/>
                  </a:lnTo>
                  <a:lnTo>
                    <a:pt x="1190955" y="12763"/>
                  </a:lnTo>
                  <a:lnTo>
                    <a:pt x="1190955" y="6350"/>
                  </a:lnTo>
                  <a:lnTo>
                    <a:pt x="1190815" y="6350"/>
                  </a:lnTo>
                  <a:lnTo>
                    <a:pt x="1190155" y="3175"/>
                  </a:lnTo>
                  <a:lnTo>
                    <a:pt x="1190155" y="0"/>
                  </a:lnTo>
                  <a:lnTo>
                    <a:pt x="1065568" y="0"/>
                  </a:lnTo>
                  <a:lnTo>
                    <a:pt x="1065568" y="546"/>
                  </a:lnTo>
                  <a:lnTo>
                    <a:pt x="1065110" y="6959"/>
                  </a:lnTo>
                  <a:lnTo>
                    <a:pt x="1065568" y="6959"/>
                  </a:lnTo>
                  <a:lnTo>
                    <a:pt x="1065568" y="12763"/>
                  </a:lnTo>
                  <a:lnTo>
                    <a:pt x="1039050" y="12763"/>
                  </a:lnTo>
                  <a:lnTo>
                    <a:pt x="1039050" y="6959"/>
                  </a:lnTo>
                  <a:lnTo>
                    <a:pt x="1039050" y="6350"/>
                  </a:lnTo>
                  <a:lnTo>
                    <a:pt x="1039050" y="0"/>
                  </a:lnTo>
                  <a:lnTo>
                    <a:pt x="915543" y="0"/>
                  </a:lnTo>
                  <a:lnTo>
                    <a:pt x="915543" y="3175"/>
                  </a:lnTo>
                  <a:lnTo>
                    <a:pt x="915085" y="6350"/>
                  </a:lnTo>
                  <a:lnTo>
                    <a:pt x="915009" y="6959"/>
                  </a:lnTo>
                  <a:lnTo>
                    <a:pt x="915009" y="12763"/>
                  </a:lnTo>
                  <a:lnTo>
                    <a:pt x="880846" y="12763"/>
                  </a:lnTo>
                  <a:lnTo>
                    <a:pt x="880846" y="21196"/>
                  </a:lnTo>
                  <a:lnTo>
                    <a:pt x="1003985" y="21196"/>
                  </a:lnTo>
                  <a:lnTo>
                    <a:pt x="1003808" y="17780"/>
                  </a:lnTo>
                  <a:lnTo>
                    <a:pt x="1026642" y="17780"/>
                  </a:lnTo>
                  <a:lnTo>
                    <a:pt x="1026477" y="21196"/>
                  </a:lnTo>
                  <a:lnTo>
                    <a:pt x="1152296" y="21196"/>
                  </a:lnTo>
                  <a:lnTo>
                    <a:pt x="1152105" y="17780"/>
                  </a:lnTo>
                  <a:lnTo>
                    <a:pt x="1177277" y="17780"/>
                  </a:lnTo>
                  <a:lnTo>
                    <a:pt x="1177467" y="21196"/>
                  </a:lnTo>
                  <a:lnTo>
                    <a:pt x="1297012" y="21196"/>
                  </a:lnTo>
                  <a:lnTo>
                    <a:pt x="1296466" y="17780"/>
                  </a:lnTo>
                  <a:lnTo>
                    <a:pt x="1325499" y="17780"/>
                  </a:lnTo>
                  <a:lnTo>
                    <a:pt x="1326235" y="21196"/>
                  </a:lnTo>
                  <a:lnTo>
                    <a:pt x="1441272" y="21196"/>
                  </a:lnTo>
                  <a:lnTo>
                    <a:pt x="1440357" y="17780"/>
                  </a:lnTo>
                  <a:lnTo>
                    <a:pt x="1471828" y="17780"/>
                  </a:lnTo>
                  <a:lnTo>
                    <a:pt x="1472742" y="21196"/>
                  </a:lnTo>
                  <a:lnTo>
                    <a:pt x="1592732" y="21196"/>
                  </a:lnTo>
                  <a:lnTo>
                    <a:pt x="1591449" y="17780"/>
                  </a:lnTo>
                  <a:lnTo>
                    <a:pt x="1618602" y="17780"/>
                  </a:lnTo>
                  <a:lnTo>
                    <a:pt x="1619694" y="21196"/>
                  </a:lnTo>
                  <a:lnTo>
                    <a:pt x="1740141" y="21196"/>
                  </a:lnTo>
                  <a:lnTo>
                    <a:pt x="1737944" y="17780"/>
                  </a:lnTo>
                  <a:lnTo>
                    <a:pt x="1767611" y="17780"/>
                  </a:lnTo>
                  <a:lnTo>
                    <a:pt x="1769808" y="21196"/>
                  </a:lnTo>
                  <a:lnTo>
                    <a:pt x="1891601" y="21196"/>
                  </a:lnTo>
                  <a:lnTo>
                    <a:pt x="1888858" y="17780"/>
                  </a:lnTo>
                  <a:lnTo>
                    <a:pt x="1914055" y="17780"/>
                  </a:lnTo>
                  <a:lnTo>
                    <a:pt x="1917217" y="21196"/>
                  </a:lnTo>
                  <a:lnTo>
                    <a:pt x="2107742" y="21196"/>
                  </a:lnTo>
                  <a:close/>
                </a:path>
                <a:path w="2199005" h="103504">
                  <a:moveTo>
                    <a:pt x="2126018" y="37947"/>
                  </a:moveTo>
                  <a:lnTo>
                    <a:pt x="2112187" y="26492"/>
                  </a:lnTo>
                  <a:lnTo>
                    <a:pt x="1992109" y="26492"/>
                  </a:lnTo>
                  <a:lnTo>
                    <a:pt x="2001266" y="37947"/>
                  </a:lnTo>
                  <a:lnTo>
                    <a:pt x="2126018" y="37947"/>
                  </a:lnTo>
                  <a:close/>
                </a:path>
                <a:path w="2199005" h="103504">
                  <a:moveTo>
                    <a:pt x="2149094" y="58801"/>
                  </a:moveTo>
                  <a:lnTo>
                    <a:pt x="2130653" y="42519"/>
                  </a:lnTo>
                  <a:lnTo>
                    <a:pt x="1900072" y="42519"/>
                  </a:lnTo>
                  <a:lnTo>
                    <a:pt x="1910651" y="58801"/>
                  </a:lnTo>
                  <a:lnTo>
                    <a:pt x="2149094" y="58801"/>
                  </a:lnTo>
                  <a:close/>
                </a:path>
                <a:path w="2199005" h="103504">
                  <a:moveTo>
                    <a:pt x="2170468" y="77444"/>
                  </a:moveTo>
                  <a:lnTo>
                    <a:pt x="2153577" y="63563"/>
                  </a:lnTo>
                  <a:lnTo>
                    <a:pt x="2152383" y="63144"/>
                  </a:lnTo>
                  <a:lnTo>
                    <a:pt x="1841639" y="63144"/>
                  </a:lnTo>
                  <a:lnTo>
                    <a:pt x="1850644" y="78841"/>
                  </a:lnTo>
                  <a:lnTo>
                    <a:pt x="2169858" y="78841"/>
                  </a:lnTo>
                  <a:lnTo>
                    <a:pt x="2170468" y="77444"/>
                  </a:lnTo>
                  <a:close/>
                </a:path>
                <a:path w="2199005" h="103504">
                  <a:moveTo>
                    <a:pt x="2198573" y="100304"/>
                  </a:moveTo>
                  <a:lnTo>
                    <a:pt x="2196820" y="98920"/>
                  </a:lnTo>
                  <a:lnTo>
                    <a:pt x="2176818" y="83096"/>
                  </a:lnTo>
                  <a:lnTo>
                    <a:pt x="2175675" y="82715"/>
                  </a:lnTo>
                  <a:lnTo>
                    <a:pt x="2065515" y="82715"/>
                  </a:lnTo>
                  <a:lnTo>
                    <a:pt x="2064499" y="84340"/>
                  </a:lnTo>
                  <a:lnTo>
                    <a:pt x="2076513" y="101447"/>
                  </a:lnTo>
                  <a:lnTo>
                    <a:pt x="2079434" y="102882"/>
                  </a:lnTo>
                  <a:lnTo>
                    <a:pt x="2197468" y="102882"/>
                  </a:lnTo>
                  <a:lnTo>
                    <a:pt x="2198573" y="100304"/>
                  </a:lnTo>
                  <a:close/>
                </a:path>
              </a:pathLst>
            </a:custGeom>
            <a:solidFill>
              <a:srgbClr val="4A4A4D"/>
            </a:solidFill>
          </p:spPr>
          <p:txBody>
            <a:bodyPr wrap="square" lIns="0" tIns="0" rIns="0" bIns="0" rtlCol="0"/>
            <a:lstStyle/>
            <a:p>
              <a:endParaRPr/>
            </a:p>
          </p:txBody>
        </p:sp>
        <p:sp>
          <p:nvSpPr>
            <p:cNvPr id="53" name="object 37">
              <a:extLst>
                <a:ext uri="{FF2B5EF4-FFF2-40B4-BE49-F238E27FC236}">
                  <a16:creationId xmlns:a16="http://schemas.microsoft.com/office/drawing/2014/main" id="{2244B474-32F3-D14A-6D6F-0E0B98DFE302}"/>
                </a:ext>
              </a:extLst>
            </p:cNvPr>
            <p:cNvSpPr/>
            <p:nvPr/>
          </p:nvSpPr>
          <p:spPr>
            <a:xfrm>
              <a:off x="8127041" y="5589758"/>
              <a:ext cx="949325" cy="90170"/>
            </a:xfrm>
            <a:custGeom>
              <a:avLst/>
              <a:gdLst/>
              <a:ahLst/>
              <a:cxnLst/>
              <a:rect l="l" t="t" r="r" b="b"/>
              <a:pathLst>
                <a:path w="949325" h="90170">
                  <a:moveTo>
                    <a:pt x="143002" y="71094"/>
                  </a:moveTo>
                  <a:lnTo>
                    <a:pt x="142354" y="69951"/>
                  </a:lnTo>
                  <a:lnTo>
                    <a:pt x="22136" y="69951"/>
                  </a:lnTo>
                  <a:lnTo>
                    <a:pt x="20853" y="70408"/>
                  </a:lnTo>
                  <a:lnTo>
                    <a:pt x="0" y="88226"/>
                  </a:lnTo>
                  <a:lnTo>
                    <a:pt x="863" y="90119"/>
                  </a:lnTo>
                  <a:lnTo>
                    <a:pt x="125818" y="90119"/>
                  </a:lnTo>
                  <a:lnTo>
                    <a:pt x="127000" y="89598"/>
                  </a:lnTo>
                  <a:lnTo>
                    <a:pt x="143002" y="71094"/>
                  </a:lnTo>
                  <a:close/>
                </a:path>
                <a:path w="949325" h="90170">
                  <a:moveTo>
                    <a:pt x="279400" y="13716"/>
                  </a:moveTo>
                  <a:lnTo>
                    <a:pt x="87223" y="13716"/>
                  </a:lnTo>
                  <a:lnTo>
                    <a:pt x="73113" y="25184"/>
                  </a:lnTo>
                  <a:lnTo>
                    <a:pt x="271754" y="25184"/>
                  </a:lnTo>
                  <a:lnTo>
                    <a:pt x="279400" y="13716"/>
                  </a:lnTo>
                  <a:close/>
                </a:path>
                <a:path w="949325" h="90170">
                  <a:moveTo>
                    <a:pt x="297383" y="29743"/>
                  </a:moveTo>
                  <a:lnTo>
                    <a:pt x="67500" y="29743"/>
                  </a:lnTo>
                  <a:lnTo>
                    <a:pt x="48856" y="46024"/>
                  </a:lnTo>
                  <a:lnTo>
                    <a:pt x="285877" y="46024"/>
                  </a:lnTo>
                  <a:lnTo>
                    <a:pt x="297383" y="29743"/>
                  </a:lnTo>
                  <a:close/>
                </a:path>
                <a:path w="949325" h="90170">
                  <a:moveTo>
                    <a:pt x="298640" y="71158"/>
                  </a:moveTo>
                  <a:lnTo>
                    <a:pt x="297802" y="69951"/>
                  </a:lnTo>
                  <a:lnTo>
                    <a:pt x="169202" y="69951"/>
                  </a:lnTo>
                  <a:lnTo>
                    <a:pt x="167284" y="70866"/>
                  </a:lnTo>
                  <a:lnTo>
                    <a:pt x="154114" y="88709"/>
                  </a:lnTo>
                  <a:lnTo>
                    <a:pt x="154978" y="90119"/>
                  </a:lnTo>
                  <a:lnTo>
                    <a:pt x="286054" y="90119"/>
                  </a:lnTo>
                  <a:lnTo>
                    <a:pt x="288239" y="88925"/>
                  </a:lnTo>
                  <a:lnTo>
                    <a:pt x="298640" y="71158"/>
                  </a:lnTo>
                  <a:close/>
                </a:path>
                <a:path w="949325" h="90170">
                  <a:moveTo>
                    <a:pt x="355815" y="50393"/>
                  </a:moveTo>
                  <a:lnTo>
                    <a:pt x="44665" y="50393"/>
                  </a:lnTo>
                  <a:lnTo>
                    <a:pt x="25666" y="66078"/>
                  </a:lnTo>
                  <a:lnTo>
                    <a:pt x="345503" y="66078"/>
                  </a:lnTo>
                  <a:lnTo>
                    <a:pt x="355815" y="50393"/>
                  </a:lnTo>
                  <a:close/>
                </a:path>
                <a:path w="949325" h="90170">
                  <a:moveTo>
                    <a:pt x="368376" y="0"/>
                  </a:moveTo>
                  <a:lnTo>
                    <a:pt x="249301" y="0"/>
                  </a:lnTo>
                  <a:lnTo>
                    <a:pt x="242100" y="8432"/>
                  </a:lnTo>
                  <a:lnTo>
                    <a:pt x="362546" y="8432"/>
                  </a:lnTo>
                  <a:lnTo>
                    <a:pt x="368376" y="0"/>
                  </a:lnTo>
                  <a:close/>
                </a:path>
                <a:path w="949325" h="90170">
                  <a:moveTo>
                    <a:pt x="427710" y="13716"/>
                  </a:moveTo>
                  <a:lnTo>
                    <a:pt x="301891" y="13716"/>
                  </a:lnTo>
                  <a:lnTo>
                    <a:pt x="294233" y="25184"/>
                  </a:lnTo>
                  <a:lnTo>
                    <a:pt x="421640" y="25184"/>
                  </a:lnTo>
                  <a:lnTo>
                    <a:pt x="427710" y="13716"/>
                  </a:lnTo>
                  <a:close/>
                </a:path>
                <a:path w="949325" h="90170">
                  <a:moveTo>
                    <a:pt x="451091" y="29743"/>
                  </a:moveTo>
                  <a:lnTo>
                    <a:pt x="324713" y="29743"/>
                  </a:lnTo>
                  <a:lnTo>
                    <a:pt x="314185" y="46024"/>
                  </a:lnTo>
                  <a:lnTo>
                    <a:pt x="443128" y="46024"/>
                  </a:lnTo>
                  <a:lnTo>
                    <a:pt x="451091" y="29743"/>
                  </a:lnTo>
                  <a:close/>
                </a:path>
                <a:path w="949325" h="90170">
                  <a:moveTo>
                    <a:pt x="456018" y="71285"/>
                  </a:moveTo>
                  <a:lnTo>
                    <a:pt x="455002" y="69951"/>
                  </a:lnTo>
                  <a:lnTo>
                    <a:pt x="323265" y="69951"/>
                  </a:lnTo>
                  <a:lnTo>
                    <a:pt x="321424" y="70993"/>
                  </a:lnTo>
                  <a:lnTo>
                    <a:pt x="312166" y="88912"/>
                  </a:lnTo>
                  <a:lnTo>
                    <a:pt x="313042" y="90119"/>
                  </a:lnTo>
                  <a:lnTo>
                    <a:pt x="446671" y="90119"/>
                  </a:lnTo>
                  <a:lnTo>
                    <a:pt x="447802" y="89446"/>
                  </a:lnTo>
                  <a:lnTo>
                    <a:pt x="456018" y="71285"/>
                  </a:lnTo>
                  <a:close/>
                </a:path>
                <a:path w="949325" h="90170">
                  <a:moveTo>
                    <a:pt x="512051" y="50393"/>
                  </a:moveTo>
                  <a:lnTo>
                    <a:pt x="381749" y="50393"/>
                  </a:lnTo>
                  <a:lnTo>
                    <a:pt x="373570" y="66078"/>
                  </a:lnTo>
                  <a:lnTo>
                    <a:pt x="505053" y="66078"/>
                  </a:lnTo>
                  <a:lnTo>
                    <a:pt x="512051" y="50393"/>
                  </a:lnTo>
                  <a:close/>
                </a:path>
                <a:path w="949325" h="90170">
                  <a:moveTo>
                    <a:pt x="512191" y="0"/>
                  </a:moveTo>
                  <a:lnTo>
                    <a:pt x="391312" y="0"/>
                  </a:lnTo>
                  <a:lnTo>
                    <a:pt x="385470" y="8432"/>
                  </a:lnTo>
                  <a:lnTo>
                    <a:pt x="507263" y="8432"/>
                  </a:lnTo>
                  <a:lnTo>
                    <a:pt x="512191" y="0"/>
                  </a:lnTo>
                  <a:close/>
                </a:path>
                <a:path w="949325" h="90170">
                  <a:moveTo>
                    <a:pt x="571525" y="13716"/>
                  </a:moveTo>
                  <a:lnTo>
                    <a:pt x="450634" y="13716"/>
                  </a:lnTo>
                  <a:lnTo>
                    <a:pt x="444792" y="25184"/>
                  </a:lnTo>
                  <a:lnTo>
                    <a:pt x="566585" y="25184"/>
                  </a:lnTo>
                  <a:lnTo>
                    <a:pt x="571525" y="13716"/>
                  </a:lnTo>
                  <a:close/>
                </a:path>
                <a:path w="949325" h="90170">
                  <a:moveTo>
                    <a:pt x="596696" y="29743"/>
                  </a:moveTo>
                  <a:lnTo>
                    <a:pt x="472287" y="29743"/>
                  </a:lnTo>
                  <a:lnTo>
                    <a:pt x="464337" y="46024"/>
                  </a:lnTo>
                  <a:lnTo>
                    <a:pt x="591642" y="46024"/>
                  </a:lnTo>
                  <a:lnTo>
                    <a:pt x="596696" y="29743"/>
                  </a:lnTo>
                  <a:close/>
                </a:path>
                <a:path w="949325" h="90170">
                  <a:moveTo>
                    <a:pt x="652183" y="71488"/>
                  </a:moveTo>
                  <a:lnTo>
                    <a:pt x="650951" y="69951"/>
                  </a:lnTo>
                  <a:lnTo>
                    <a:pt x="482422" y="69951"/>
                  </a:lnTo>
                  <a:lnTo>
                    <a:pt x="481342" y="70624"/>
                  </a:lnTo>
                  <a:lnTo>
                    <a:pt x="473646" y="88861"/>
                  </a:lnTo>
                  <a:lnTo>
                    <a:pt x="474624" y="90119"/>
                  </a:lnTo>
                  <a:lnTo>
                    <a:pt x="643928" y="90119"/>
                  </a:lnTo>
                  <a:lnTo>
                    <a:pt x="645312" y="89242"/>
                  </a:lnTo>
                  <a:lnTo>
                    <a:pt x="652183" y="71488"/>
                  </a:lnTo>
                  <a:close/>
                </a:path>
                <a:path w="949325" h="90170">
                  <a:moveTo>
                    <a:pt x="654672" y="0"/>
                  </a:moveTo>
                  <a:lnTo>
                    <a:pt x="541870" y="0"/>
                  </a:lnTo>
                  <a:lnTo>
                    <a:pt x="537819" y="8432"/>
                  </a:lnTo>
                  <a:lnTo>
                    <a:pt x="651065" y="8432"/>
                  </a:lnTo>
                  <a:lnTo>
                    <a:pt x="654672" y="0"/>
                  </a:lnTo>
                  <a:close/>
                </a:path>
                <a:path w="949325" h="90170">
                  <a:moveTo>
                    <a:pt x="667156" y="50380"/>
                  </a:moveTo>
                  <a:lnTo>
                    <a:pt x="537972" y="50380"/>
                  </a:lnTo>
                  <a:lnTo>
                    <a:pt x="530631" y="66078"/>
                  </a:lnTo>
                  <a:lnTo>
                    <a:pt x="661492" y="66078"/>
                  </a:lnTo>
                  <a:lnTo>
                    <a:pt x="667156" y="50380"/>
                  </a:lnTo>
                  <a:close/>
                </a:path>
                <a:path w="949325" h="90170">
                  <a:moveTo>
                    <a:pt x="721664" y="13716"/>
                  </a:moveTo>
                  <a:lnTo>
                    <a:pt x="600532" y="13716"/>
                  </a:lnTo>
                  <a:lnTo>
                    <a:pt x="596239" y="25184"/>
                  </a:lnTo>
                  <a:lnTo>
                    <a:pt x="718921" y="25184"/>
                  </a:lnTo>
                  <a:lnTo>
                    <a:pt x="721664" y="13716"/>
                  </a:lnTo>
                  <a:close/>
                </a:path>
                <a:path w="949325" h="90170">
                  <a:moveTo>
                    <a:pt x="748626" y="29743"/>
                  </a:moveTo>
                  <a:lnTo>
                    <a:pt x="628383" y="29743"/>
                  </a:lnTo>
                  <a:lnTo>
                    <a:pt x="622312" y="46024"/>
                  </a:lnTo>
                  <a:lnTo>
                    <a:pt x="744093" y="46024"/>
                  </a:lnTo>
                  <a:lnTo>
                    <a:pt x="748626" y="29743"/>
                  </a:lnTo>
                  <a:close/>
                </a:path>
                <a:path w="949325" h="90170">
                  <a:moveTo>
                    <a:pt x="800735" y="0"/>
                  </a:moveTo>
                  <a:lnTo>
                    <a:pt x="682536" y="0"/>
                  </a:lnTo>
                  <a:lnTo>
                    <a:pt x="679386" y="8432"/>
                  </a:lnTo>
                  <a:lnTo>
                    <a:pt x="799376" y="8432"/>
                  </a:lnTo>
                  <a:lnTo>
                    <a:pt x="800735" y="0"/>
                  </a:lnTo>
                  <a:close/>
                </a:path>
                <a:path w="949325" h="90170">
                  <a:moveTo>
                    <a:pt x="816737" y="50393"/>
                  </a:moveTo>
                  <a:lnTo>
                    <a:pt x="694270" y="50393"/>
                  </a:lnTo>
                  <a:lnTo>
                    <a:pt x="687476" y="66078"/>
                  </a:lnTo>
                  <a:lnTo>
                    <a:pt x="813574" y="66078"/>
                  </a:lnTo>
                  <a:lnTo>
                    <a:pt x="816737" y="50393"/>
                  </a:lnTo>
                  <a:close/>
                </a:path>
                <a:path w="949325" h="90170">
                  <a:moveTo>
                    <a:pt x="871562" y="13716"/>
                  </a:moveTo>
                  <a:lnTo>
                    <a:pt x="749109" y="13716"/>
                  </a:lnTo>
                  <a:lnTo>
                    <a:pt x="744994" y="25184"/>
                  </a:lnTo>
                  <a:lnTo>
                    <a:pt x="870191" y="25184"/>
                  </a:lnTo>
                  <a:lnTo>
                    <a:pt x="871562" y="13716"/>
                  </a:lnTo>
                  <a:close/>
                </a:path>
                <a:path w="949325" h="90170">
                  <a:moveTo>
                    <a:pt x="899426" y="29743"/>
                  </a:moveTo>
                  <a:lnTo>
                    <a:pt x="777862" y="29743"/>
                  </a:lnTo>
                  <a:lnTo>
                    <a:pt x="772858" y="46024"/>
                  </a:lnTo>
                  <a:lnTo>
                    <a:pt x="897166" y="46024"/>
                  </a:lnTo>
                  <a:lnTo>
                    <a:pt x="899426" y="29743"/>
                  </a:lnTo>
                  <a:close/>
                </a:path>
                <a:path w="949325" h="90170">
                  <a:moveTo>
                    <a:pt x="949032" y="0"/>
                  </a:moveTo>
                  <a:lnTo>
                    <a:pt x="832192" y="0"/>
                  </a:lnTo>
                  <a:lnTo>
                    <a:pt x="831291" y="8432"/>
                  </a:lnTo>
                  <a:lnTo>
                    <a:pt x="949032" y="8432"/>
                  </a:lnTo>
                  <a:lnTo>
                    <a:pt x="949032" y="0"/>
                  </a:lnTo>
                  <a:close/>
                </a:path>
              </a:pathLst>
            </a:custGeom>
            <a:solidFill>
              <a:srgbClr val="4A4A4D"/>
            </a:solidFill>
          </p:spPr>
          <p:txBody>
            <a:bodyPr wrap="square" lIns="0" tIns="0" rIns="0" bIns="0" rtlCol="0"/>
            <a:lstStyle/>
            <a:p>
              <a:endParaRPr/>
            </a:p>
          </p:txBody>
        </p:sp>
        <p:pic>
          <p:nvPicPr>
            <p:cNvPr id="54" name="object 38">
              <a:extLst>
                <a:ext uri="{FF2B5EF4-FFF2-40B4-BE49-F238E27FC236}">
                  <a16:creationId xmlns:a16="http://schemas.microsoft.com/office/drawing/2014/main" id="{F469169E-F1B6-CA81-2304-5D3030CE793E}"/>
                </a:ext>
              </a:extLst>
            </p:cNvPr>
            <p:cNvPicPr/>
            <p:nvPr/>
          </p:nvPicPr>
          <p:blipFill>
            <a:blip r:embed="rId21" cstate="print"/>
            <a:stretch>
              <a:fillRect/>
            </a:stretch>
          </p:blipFill>
          <p:spPr>
            <a:xfrm>
              <a:off x="8761784" y="5716465"/>
              <a:ext cx="1002315" cy="94457"/>
            </a:xfrm>
            <a:prstGeom prst="rect">
              <a:avLst/>
            </a:prstGeom>
          </p:spPr>
        </p:pic>
        <p:pic>
          <p:nvPicPr>
            <p:cNvPr id="55" name="object 39">
              <a:extLst>
                <a:ext uri="{FF2B5EF4-FFF2-40B4-BE49-F238E27FC236}">
                  <a16:creationId xmlns:a16="http://schemas.microsoft.com/office/drawing/2014/main" id="{7C53DDC8-73B8-904F-489B-F42A0E66BE9E}"/>
                </a:ext>
              </a:extLst>
            </p:cNvPr>
            <p:cNvPicPr/>
            <p:nvPr/>
          </p:nvPicPr>
          <p:blipFill>
            <a:blip r:embed="rId22" cstate="print"/>
            <a:stretch>
              <a:fillRect/>
            </a:stretch>
          </p:blipFill>
          <p:spPr>
            <a:xfrm>
              <a:off x="8268362" y="5553746"/>
              <a:ext cx="2013635" cy="13360"/>
            </a:xfrm>
            <a:prstGeom prst="rect">
              <a:avLst/>
            </a:prstGeom>
          </p:spPr>
        </p:pic>
        <p:pic>
          <p:nvPicPr>
            <p:cNvPr id="56" name="object 40">
              <a:extLst>
                <a:ext uri="{FF2B5EF4-FFF2-40B4-BE49-F238E27FC236}">
                  <a16:creationId xmlns:a16="http://schemas.microsoft.com/office/drawing/2014/main" id="{D7140A13-F18C-9ED6-7E3F-A651D310EB20}"/>
                </a:ext>
              </a:extLst>
            </p:cNvPr>
            <p:cNvPicPr/>
            <p:nvPr/>
          </p:nvPicPr>
          <p:blipFill>
            <a:blip r:embed="rId23" cstate="print"/>
            <a:stretch>
              <a:fillRect/>
            </a:stretch>
          </p:blipFill>
          <p:spPr>
            <a:xfrm>
              <a:off x="8991713" y="5839392"/>
              <a:ext cx="542109" cy="33402"/>
            </a:xfrm>
            <a:prstGeom prst="rect">
              <a:avLst/>
            </a:prstGeom>
          </p:spPr>
        </p:pic>
      </p:grpSp>
      <p:sp>
        <p:nvSpPr>
          <p:cNvPr id="57" name="object 42">
            <a:extLst>
              <a:ext uri="{FF2B5EF4-FFF2-40B4-BE49-F238E27FC236}">
                <a16:creationId xmlns:a16="http://schemas.microsoft.com/office/drawing/2014/main" id="{B949D191-3ADB-9F95-8F52-F3E76C07A1A2}"/>
              </a:ext>
            </a:extLst>
          </p:cNvPr>
          <p:cNvSpPr txBox="1"/>
          <p:nvPr/>
        </p:nvSpPr>
        <p:spPr>
          <a:xfrm>
            <a:off x="9105049" y="5205995"/>
            <a:ext cx="2190750" cy="1009015"/>
          </a:xfrm>
          <a:prstGeom prst="rect">
            <a:avLst/>
          </a:prstGeom>
        </p:spPr>
        <p:txBody>
          <a:bodyPr vert="horz" wrap="square" lIns="0" tIns="11430" rIns="0" bIns="0" rtlCol="0">
            <a:spAutoFit/>
          </a:bodyPr>
          <a:lstStyle/>
          <a:p>
            <a:pPr marL="12700" marR="5080">
              <a:lnSpc>
                <a:spcPct val="134500"/>
              </a:lnSpc>
              <a:spcBef>
                <a:spcPts val="90"/>
              </a:spcBef>
            </a:pPr>
            <a:r>
              <a:rPr sz="1200" i="1">
                <a:solidFill>
                  <a:schemeClr val="bg1"/>
                </a:solidFill>
                <a:latin typeface="Open Sans"/>
                <a:cs typeface="Open Sans"/>
              </a:rPr>
              <a:t>Our</a:t>
            </a:r>
            <a:r>
              <a:rPr sz="1200" i="1" spc="55">
                <a:solidFill>
                  <a:schemeClr val="bg1"/>
                </a:solidFill>
                <a:latin typeface="Open Sans"/>
                <a:cs typeface="Open Sans"/>
              </a:rPr>
              <a:t> </a:t>
            </a:r>
            <a:r>
              <a:rPr sz="1200" i="1">
                <a:solidFill>
                  <a:schemeClr val="bg1"/>
                </a:solidFill>
                <a:latin typeface="Open Sans"/>
                <a:cs typeface="Open Sans"/>
              </a:rPr>
              <a:t>team</a:t>
            </a:r>
            <a:r>
              <a:rPr sz="1200" i="1" spc="60">
                <a:solidFill>
                  <a:schemeClr val="bg1"/>
                </a:solidFill>
                <a:latin typeface="Open Sans"/>
                <a:cs typeface="Open Sans"/>
              </a:rPr>
              <a:t> </a:t>
            </a:r>
            <a:r>
              <a:rPr sz="1200" i="1">
                <a:solidFill>
                  <a:schemeClr val="bg1"/>
                </a:solidFill>
                <a:latin typeface="Open Sans"/>
                <a:cs typeface="Open Sans"/>
              </a:rPr>
              <a:t>can</a:t>
            </a:r>
            <a:r>
              <a:rPr sz="1200" i="1" spc="60">
                <a:solidFill>
                  <a:schemeClr val="bg1"/>
                </a:solidFill>
                <a:latin typeface="Open Sans"/>
                <a:cs typeface="Open Sans"/>
              </a:rPr>
              <a:t> </a:t>
            </a:r>
            <a:r>
              <a:rPr sz="1200" i="1">
                <a:solidFill>
                  <a:schemeClr val="bg1"/>
                </a:solidFill>
                <a:latin typeface="Open Sans"/>
                <a:cs typeface="Open Sans"/>
              </a:rPr>
              <a:t>help</a:t>
            </a:r>
            <a:r>
              <a:rPr sz="1200" i="1" spc="55">
                <a:solidFill>
                  <a:schemeClr val="bg1"/>
                </a:solidFill>
                <a:latin typeface="Open Sans"/>
                <a:cs typeface="Open Sans"/>
              </a:rPr>
              <a:t> </a:t>
            </a:r>
            <a:r>
              <a:rPr sz="1200" i="1">
                <a:solidFill>
                  <a:schemeClr val="bg1"/>
                </a:solidFill>
                <a:latin typeface="Open Sans"/>
                <a:cs typeface="Open Sans"/>
              </a:rPr>
              <a:t>you</a:t>
            </a:r>
            <a:r>
              <a:rPr sz="1200" i="1" spc="60">
                <a:solidFill>
                  <a:schemeClr val="bg1"/>
                </a:solidFill>
                <a:latin typeface="Open Sans"/>
                <a:cs typeface="Open Sans"/>
              </a:rPr>
              <a:t> </a:t>
            </a:r>
            <a:r>
              <a:rPr sz="1200" i="1" spc="-10">
                <a:solidFill>
                  <a:schemeClr val="bg1"/>
                </a:solidFill>
                <a:latin typeface="Open Sans"/>
                <a:cs typeface="Open Sans"/>
              </a:rPr>
              <a:t>imagine </a:t>
            </a:r>
            <a:r>
              <a:rPr sz="1200" i="1">
                <a:solidFill>
                  <a:schemeClr val="bg1"/>
                </a:solidFill>
                <a:latin typeface="Open Sans"/>
                <a:cs typeface="Open Sans"/>
              </a:rPr>
              <a:t>your</a:t>
            </a:r>
            <a:r>
              <a:rPr sz="1200" i="1" spc="70">
                <a:solidFill>
                  <a:schemeClr val="bg1"/>
                </a:solidFill>
                <a:latin typeface="Open Sans"/>
                <a:cs typeface="Open Sans"/>
              </a:rPr>
              <a:t> </a:t>
            </a:r>
            <a:r>
              <a:rPr sz="1200" i="1">
                <a:solidFill>
                  <a:schemeClr val="bg1"/>
                </a:solidFill>
                <a:latin typeface="Open Sans"/>
                <a:cs typeface="Open Sans"/>
              </a:rPr>
              <a:t>new</a:t>
            </a:r>
            <a:r>
              <a:rPr sz="1200" i="1" spc="70">
                <a:solidFill>
                  <a:schemeClr val="bg1"/>
                </a:solidFill>
                <a:latin typeface="Open Sans"/>
                <a:cs typeface="Open Sans"/>
              </a:rPr>
              <a:t> </a:t>
            </a:r>
            <a:r>
              <a:rPr sz="1200" i="1">
                <a:solidFill>
                  <a:schemeClr val="bg1"/>
                </a:solidFill>
                <a:latin typeface="Open Sans"/>
                <a:cs typeface="Open Sans"/>
              </a:rPr>
              <a:t>space</a:t>
            </a:r>
            <a:r>
              <a:rPr sz="1200" i="1" spc="70">
                <a:solidFill>
                  <a:schemeClr val="bg1"/>
                </a:solidFill>
                <a:latin typeface="Open Sans"/>
                <a:cs typeface="Open Sans"/>
              </a:rPr>
              <a:t> </a:t>
            </a:r>
            <a:r>
              <a:rPr sz="1200" i="1">
                <a:solidFill>
                  <a:schemeClr val="bg1"/>
                </a:solidFill>
                <a:latin typeface="Open Sans"/>
                <a:cs typeface="Open Sans"/>
              </a:rPr>
              <a:t>with</a:t>
            </a:r>
            <a:r>
              <a:rPr sz="1200" i="1" spc="70">
                <a:solidFill>
                  <a:schemeClr val="bg1"/>
                </a:solidFill>
                <a:latin typeface="Open Sans"/>
                <a:cs typeface="Open Sans"/>
              </a:rPr>
              <a:t> </a:t>
            </a:r>
            <a:r>
              <a:rPr sz="1200" i="1" spc="-10">
                <a:solidFill>
                  <a:schemeClr val="bg1"/>
                </a:solidFill>
                <a:latin typeface="Open Sans"/>
                <a:cs typeface="Open Sans"/>
              </a:rPr>
              <a:t>various </a:t>
            </a:r>
            <a:r>
              <a:rPr sz="1200" i="1">
                <a:solidFill>
                  <a:schemeClr val="bg1"/>
                </a:solidFill>
                <a:latin typeface="Open Sans"/>
                <a:cs typeface="Open Sans"/>
              </a:rPr>
              <a:t>office</a:t>
            </a:r>
            <a:r>
              <a:rPr sz="1200" i="1" spc="110">
                <a:solidFill>
                  <a:schemeClr val="bg1"/>
                </a:solidFill>
                <a:latin typeface="Open Sans"/>
                <a:cs typeface="Open Sans"/>
              </a:rPr>
              <a:t> </a:t>
            </a:r>
            <a:r>
              <a:rPr sz="1200" i="1">
                <a:solidFill>
                  <a:schemeClr val="bg1"/>
                </a:solidFill>
                <a:latin typeface="Open Sans"/>
                <a:cs typeface="Open Sans"/>
              </a:rPr>
              <a:t>configurations</a:t>
            </a:r>
            <a:r>
              <a:rPr sz="1200" i="1" spc="114">
                <a:solidFill>
                  <a:schemeClr val="bg1"/>
                </a:solidFill>
                <a:latin typeface="Open Sans"/>
                <a:cs typeface="Open Sans"/>
              </a:rPr>
              <a:t> </a:t>
            </a:r>
            <a:r>
              <a:rPr sz="1200" i="1">
                <a:solidFill>
                  <a:schemeClr val="bg1"/>
                </a:solidFill>
                <a:latin typeface="Open Sans"/>
                <a:cs typeface="Open Sans"/>
              </a:rPr>
              <a:t>that</a:t>
            </a:r>
            <a:r>
              <a:rPr sz="1200" i="1" spc="114">
                <a:solidFill>
                  <a:schemeClr val="bg1"/>
                </a:solidFill>
                <a:latin typeface="Open Sans"/>
                <a:cs typeface="Open Sans"/>
              </a:rPr>
              <a:t> </a:t>
            </a:r>
            <a:r>
              <a:rPr sz="1200" i="1" spc="-20">
                <a:solidFill>
                  <a:schemeClr val="bg1"/>
                </a:solidFill>
                <a:latin typeface="Open Sans"/>
                <a:cs typeface="Open Sans"/>
              </a:rPr>
              <a:t>work </a:t>
            </a:r>
            <a:r>
              <a:rPr sz="1200" i="1">
                <a:solidFill>
                  <a:schemeClr val="bg1"/>
                </a:solidFill>
                <a:latin typeface="Open Sans"/>
                <a:cs typeface="Open Sans"/>
              </a:rPr>
              <a:t>for</a:t>
            </a:r>
            <a:r>
              <a:rPr sz="1200" i="1" spc="70">
                <a:solidFill>
                  <a:schemeClr val="bg1"/>
                </a:solidFill>
                <a:latin typeface="Open Sans"/>
                <a:cs typeface="Open Sans"/>
              </a:rPr>
              <a:t> </a:t>
            </a:r>
            <a:r>
              <a:rPr sz="1200" i="1">
                <a:solidFill>
                  <a:schemeClr val="bg1"/>
                </a:solidFill>
                <a:latin typeface="Open Sans"/>
                <a:cs typeface="Open Sans"/>
              </a:rPr>
              <a:t>your</a:t>
            </a:r>
            <a:r>
              <a:rPr sz="1200" i="1" spc="75">
                <a:solidFill>
                  <a:schemeClr val="bg1"/>
                </a:solidFill>
                <a:latin typeface="Open Sans"/>
                <a:cs typeface="Open Sans"/>
              </a:rPr>
              <a:t> </a:t>
            </a:r>
            <a:r>
              <a:rPr sz="1200" i="1">
                <a:solidFill>
                  <a:schemeClr val="bg1"/>
                </a:solidFill>
                <a:latin typeface="Open Sans"/>
                <a:cs typeface="Open Sans"/>
              </a:rPr>
              <a:t>business</a:t>
            </a:r>
            <a:r>
              <a:rPr sz="1200" i="1" spc="70">
                <a:solidFill>
                  <a:schemeClr val="bg1"/>
                </a:solidFill>
                <a:latin typeface="Open Sans"/>
                <a:cs typeface="Open Sans"/>
              </a:rPr>
              <a:t> </a:t>
            </a:r>
            <a:r>
              <a:rPr sz="1200" i="1" spc="-20">
                <a:solidFill>
                  <a:schemeClr val="bg1"/>
                </a:solidFill>
                <a:latin typeface="Open Sans"/>
                <a:cs typeface="Open Sans"/>
              </a:rPr>
              <a:t>flow.</a:t>
            </a:r>
            <a:endParaRPr sz="1200">
              <a:solidFill>
                <a:schemeClr val="bg1"/>
              </a:solidFill>
              <a:latin typeface="Open Sans"/>
              <a:cs typeface="Open Sans"/>
            </a:endParaRPr>
          </a:p>
        </p:txBody>
      </p:sp>
      <p:pic>
        <p:nvPicPr>
          <p:cNvPr id="60" name="object 50">
            <a:extLst>
              <a:ext uri="{FF2B5EF4-FFF2-40B4-BE49-F238E27FC236}">
                <a16:creationId xmlns:a16="http://schemas.microsoft.com/office/drawing/2014/main" id="{B83BA763-2CBB-80D7-6335-AF78CE9D23EB}"/>
              </a:ext>
            </a:extLst>
          </p:cNvPr>
          <p:cNvPicPr/>
          <p:nvPr/>
        </p:nvPicPr>
        <p:blipFill>
          <a:blip r:embed="rId24" cstate="print"/>
          <a:stretch>
            <a:fillRect/>
          </a:stretch>
        </p:blipFill>
        <p:spPr>
          <a:xfrm>
            <a:off x="665784" y="1970411"/>
            <a:ext cx="669211" cy="876582"/>
          </a:xfrm>
          <a:prstGeom prst="rect">
            <a:avLst/>
          </a:prstGeom>
        </p:spPr>
      </p:pic>
    </p:spTree>
    <p:custDataLst>
      <p:custData r:id="rId1"/>
      <p:custData r:id="rId2"/>
    </p:custDataLst>
    <p:extLst>
      <p:ext uri="{BB962C8B-B14F-4D97-AF65-F5344CB8AC3E}">
        <p14:creationId xmlns:p14="http://schemas.microsoft.com/office/powerpoint/2010/main" val="344308909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466B3-39A1-E4F3-443A-DE11C20E4A64}"/>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26AD5801-3A2A-B9F5-A34C-5BDEAF0FA7C8}"/>
              </a:ext>
            </a:extLst>
          </p:cNvPr>
          <p:cNvSpPr/>
          <p:nvPr/>
        </p:nvSpPr>
        <p:spPr>
          <a:xfrm>
            <a:off x="0" y="6022974"/>
            <a:ext cx="12192000" cy="83502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11" name="Text Placeholder 10">
            <a:extLst>
              <a:ext uri="{FF2B5EF4-FFF2-40B4-BE49-F238E27FC236}">
                <a16:creationId xmlns:a16="http://schemas.microsoft.com/office/drawing/2014/main" id="{8C77A8A9-D434-8CC0-770F-D69170B05768}"/>
              </a:ext>
            </a:extLst>
          </p:cNvPr>
          <p:cNvSpPr>
            <a:spLocks noGrp="1"/>
          </p:cNvSpPr>
          <p:nvPr>
            <p:ph type="body" sz="quarter" idx="13"/>
          </p:nvPr>
        </p:nvSpPr>
        <p:spPr>
          <a:xfrm>
            <a:off x="647525" y="669600"/>
            <a:ext cx="10893425" cy="392400"/>
          </a:xfrm>
        </p:spPr>
        <p:txBody>
          <a:bodyPr/>
          <a:lstStyle/>
          <a:p>
            <a:r>
              <a:rPr lang="en-CA"/>
              <a:t>TOOLS AND TECHNOLOGY</a:t>
            </a:r>
          </a:p>
          <a:p>
            <a:endParaRPr lang="en-CA"/>
          </a:p>
        </p:txBody>
      </p:sp>
      <p:sp>
        <p:nvSpPr>
          <p:cNvPr id="5" name="Title 4">
            <a:extLst>
              <a:ext uri="{FF2B5EF4-FFF2-40B4-BE49-F238E27FC236}">
                <a16:creationId xmlns:a16="http://schemas.microsoft.com/office/drawing/2014/main" id="{2FD20A8C-E369-448F-DB69-5F833FA77BB1}"/>
              </a:ext>
            </a:extLst>
          </p:cNvPr>
          <p:cNvSpPr>
            <a:spLocks noGrp="1"/>
          </p:cNvSpPr>
          <p:nvPr>
            <p:ph type="title"/>
          </p:nvPr>
        </p:nvSpPr>
        <p:spPr>
          <a:xfrm>
            <a:off x="648000" y="1062000"/>
            <a:ext cx="10893600" cy="835200"/>
          </a:xfrm>
        </p:spPr>
        <p:txBody>
          <a:bodyPr/>
          <a:lstStyle/>
          <a:p>
            <a:r>
              <a:rPr lang="en-US"/>
              <a:t>Demographic Insights</a:t>
            </a:r>
            <a:br>
              <a:rPr lang="en-US"/>
            </a:br>
            <a:endParaRPr lang="en-CA"/>
          </a:p>
        </p:txBody>
      </p:sp>
      <p:sp>
        <p:nvSpPr>
          <p:cNvPr id="2" name="Content Placeholder 17">
            <a:extLst>
              <a:ext uri="{FF2B5EF4-FFF2-40B4-BE49-F238E27FC236}">
                <a16:creationId xmlns:a16="http://schemas.microsoft.com/office/drawing/2014/main" id="{F8DACE3E-2C9B-742C-6030-17CB0ADC5AA7}"/>
              </a:ext>
            </a:extLst>
          </p:cNvPr>
          <p:cNvSpPr>
            <a:spLocks noGrp="1"/>
          </p:cNvSpPr>
          <p:nvPr>
            <p:ph idx="1"/>
          </p:nvPr>
        </p:nvSpPr>
        <p:spPr>
          <a:xfrm>
            <a:off x="647700" y="1912735"/>
            <a:ext cx="4729843" cy="4162425"/>
          </a:xfrm>
        </p:spPr>
        <p:txBody>
          <a:bodyPr/>
          <a:lstStyle/>
          <a:p>
            <a:pPr>
              <a:lnSpc>
                <a:spcPts val="2200"/>
              </a:lnSpc>
            </a:pPr>
            <a:r>
              <a:rPr lang="en-CA">
                <a:solidFill>
                  <a:schemeClr val="accent2"/>
                </a:solidFill>
                <a:latin typeface="Merriweather" panose="02000000000000000000" pitchFamily="2" charset="77"/>
                <a:cs typeface="Merriweather" panose="02000000000000000000" pitchFamily="2" charset="77"/>
              </a:rPr>
              <a:t>Our products include spatial and demographic analyses, static and digital maps, and websites with multiple digital maps. </a:t>
            </a:r>
          </a:p>
        </p:txBody>
      </p:sp>
      <p:sp>
        <p:nvSpPr>
          <p:cNvPr id="20" name="Text Placeholder 19">
            <a:extLst>
              <a:ext uri="{FF2B5EF4-FFF2-40B4-BE49-F238E27FC236}">
                <a16:creationId xmlns:a16="http://schemas.microsoft.com/office/drawing/2014/main" id="{BE234167-F007-E91B-C8BE-5776360FF42A}"/>
              </a:ext>
            </a:extLst>
          </p:cNvPr>
          <p:cNvSpPr>
            <a:spLocks noGrp="1"/>
          </p:cNvSpPr>
          <p:nvPr>
            <p:ph type="body" sz="quarter" idx="14"/>
          </p:nvPr>
        </p:nvSpPr>
        <p:spPr/>
        <p:txBody>
          <a:bodyPr/>
          <a:lstStyle/>
          <a:p>
            <a:endParaRPr lang="en-CA"/>
          </a:p>
        </p:txBody>
      </p:sp>
      <p:sp>
        <p:nvSpPr>
          <p:cNvPr id="6" name="Footer Placeholder 5">
            <a:extLst>
              <a:ext uri="{FF2B5EF4-FFF2-40B4-BE49-F238E27FC236}">
                <a16:creationId xmlns:a16="http://schemas.microsoft.com/office/drawing/2014/main" id="{F0D75389-341F-7540-7214-E93F931E00F5}"/>
              </a:ext>
            </a:extLst>
          </p:cNvPr>
          <p:cNvSpPr>
            <a:spLocks noGrp="1"/>
          </p:cNvSpPr>
          <p:nvPr>
            <p:ph type="ftr" sz="quarter" idx="11"/>
          </p:nvPr>
        </p:nvSpPr>
        <p:spPr>
          <a:xfrm>
            <a:off x="6202800" y="248400"/>
            <a:ext cx="4636800" cy="180000"/>
          </a:xfrm>
        </p:spPr>
        <p:txBody>
          <a:bodyPr/>
          <a:lstStyle/>
          <a:p>
            <a:r>
              <a:rPr lang="en-US"/>
              <a:t>Colliers</a:t>
            </a:r>
          </a:p>
        </p:txBody>
      </p:sp>
      <p:sp>
        <p:nvSpPr>
          <p:cNvPr id="7" name="Slide Number Placeholder 6">
            <a:extLst>
              <a:ext uri="{FF2B5EF4-FFF2-40B4-BE49-F238E27FC236}">
                <a16:creationId xmlns:a16="http://schemas.microsoft.com/office/drawing/2014/main" id="{D226B93F-9C76-67E6-708E-44392FE078A9}"/>
              </a:ext>
            </a:extLst>
          </p:cNvPr>
          <p:cNvSpPr>
            <a:spLocks noGrp="1"/>
          </p:cNvSpPr>
          <p:nvPr>
            <p:ph type="sldNum" sz="quarter" idx="12"/>
          </p:nvPr>
        </p:nvSpPr>
        <p:spPr>
          <a:xfrm>
            <a:off x="11167200" y="248400"/>
            <a:ext cx="374400" cy="180000"/>
          </a:xfrm>
        </p:spPr>
        <p:txBody>
          <a:bodyPr/>
          <a:lstStyle/>
          <a:p>
            <a:fld id="{23AA811B-2EBD-4900-905E-5BE206449611}" type="slidenum">
              <a:rPr lang="en-US" smtClean="0"/>
              <a:pPr/>
              <a:t>63</a:t>
            </a:fld>
            <a:endParaRPr lang="en-US"/>
          </a:p>
        </p:txBody>
      </p:sp>
      <p:sp>
        <p:nvSpPr>
          <p:cNvPr id="18" name="TextBox 17">
            <a:extLst>
              <a:ext uri="{FF2B5EF4-FFF2-40B4-BE49-F238E27FC236}">
                <a16:creationId xmlns:a16="http://schemas.microsoft.com/office/drawing/2014/main" id="{91AA2852-3EAB-05E8-098E-16266BEFC836}"/>
              </a:ext>
            </a:extLst>
          </p:cNvPr>
          <p:cNvSpPr txBox="1"/>
          <p:nvPr/>
        </p:nvSpPr>
        <p:spPr>
          <a:xfrm>
            <a:off x="574996" y="3070170"/>
            <a:ext cx="4378004" cy="1963358"/>
          </a:xfrm>
          <a:prstGeom prst="rect">
            <a:avLst/>
          </a:prstGeom>
          <a:noFill/>
        </p:spPr>
        <p:txBody>
          <a:bodyPr wrap="square">
            <a:spAutoFit/>
          </a:bodyPr>
          <a:lstStyle/>
          <a:p>
            <a:pPr>
              <a:spcBef>
                <a:spcPts val="300"/>
              </a:spcBef>
              <a:spcAft>
                <a:spcPts val="600"/>
              </a:spcAft>
              <a:buClr>
                <a:schemeClr val="accent2"/>
              </a:buClr>
            </a:pPr>
            <a:r>
              <a:rPr lang="en-US" sz="1200" b="1">
                <a:solidFill>
                  <a:schemeClr val="accent5"/>
                </a:solidFill>
              </a:rPr>
              <a:t>Location Insights</a:t>
            </a:r>
          </a:p>
          <a:p>
            <a:pPr>
              <a:lnSpc>
                <a:spcPct val="150000"/>
              </a:lnSpc>
              <a:spcBef>
                <a:spcPts val="600"/>
              </a:spcBef>
              <a:spcAft>
                <a:spcPts val="600"/>
              </a:spcAft>
              <a:buClr>
                <a:schemeClr val="accent2"/>
              </a:buClr>
            </a:pPr>
            <a:r>
              <a:rPr lang="en-US" sz="1200"/>
              <a:t>Quickly pull a wide range of demographic reports within a trade area or drive-time of a site</a:t>
            </a:r>
            <a:endParaRPr lang="da-DK" sz="1200">
              <a:latin typeface="Open Sans" panose="020B0606030504020204" pitchFamily="34" charset="0"/>
              <a:ea typeface="Open Sans" panose="020B0606030504020204" pitchFamily="34" charset="0"/>
              <a:cs typeface="Open Sans" panose="020B0606030504020204" pitchFamily="34" charset="0"/>
            </a:endParaRPr>
          </a:p>
          <a:p>
            <a:pPr>
              <a:spcBef>
                <a:spcPts val="300"/>
              </a:spcBef>
              <a:spcAft>
                <a:spcPts val="600"/>
              </a:spcAft>
              <a:buClr>
                <a:schemeClr val="accent2"/>
              </a:buClr>
            </a:pPr>
            <a:r>
              <a:rPr lang="en-US" sz="1200" b="1">
                <a:solidFill>
                  <a:schemeClr val="accent5"/>
                </a:solidFill>
              </a:rPr>
              <a:t>Demographic Forecasts</a:t>
            </a:r>
          </a:p>
          <a:p>
            <a:pPr>
              <a:lnSpc>
                <a:spcPct val="150000"/>
              </a:lnSpc>
              <a:spcBef>
                <a:spcPts val="600"/>
              </a:spcBef>
              <a:spcAft>
                <a:spcPts val="600"/>
              </a:spcAft>
              <a:buClr>
                <a:schemeClr val="accent2"/>
              </a:buClr>
            </a:pPr>
            <a:r>
              <a:rPr lang="en-US" sz="1200"/>
              <a:t>Generate from a variety of pre-built reports with historical data, as well as forecasts</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36" name="TextBox 35">
            <a:extLst>
              <a:ext uri="{FF2B5EF4-FFF2-40B4-BE49-F238E27FC236}">
                <a16:creationId xmlns:a16="http://schemas.microsoft.com/office/drawing/2014/main" id="{7A5FC365-5A78-E97A-003E-82621C6F29A1}"/>
              </a:ext>
            </a:extLst>
          </p:cNvPr>
          <p:cNvSpPr txBox="1"/>
          <p:nvPr/>
        </p:nvSpPr>
        <p:spPr>
          <a:xfrm>
            <a:off x="5854904" y="2279225"/>
            <a:ext cx="2744551" cy="119599"/>
          </a:xfrm>
          <a:prstGeom prst="rect">
            <a:avLst/>
          </a:prstGeom>
          <a:noFill/>
        </p:spPr>
        <p:txBody>
          <a:bodyPr wrap="none" lIns="0" tIns="0" rIns="0" bIns="0"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r>
              <a:rPr lang="en-US" sz="1000" b="1">
                <a:solidFill>
                  <a:schemeClr val="bg1"/>
                </a:solidFill>
              </a:rPr>
              <a:t>Traffic Counts – All Vehicles | Colliers Research Canada </a:t>
            </a:r>
            <a:endParaRPr lang="en-CA" sz="1000" b="1" err="1">
              <a:solidFill>
                <a:schemeClr val="bg1"/>
              </a:solidFill>
            </a:endParaRPr>
          </a:p>
        </p:txBody>
      </p:sp>
      <p:pic>
        <p:nvPicPr>
          <p:cNvPr id="14" name="Content Placeholder 16" descr="A computer screen capture&#10;&#10;Description automatically generated with low confidence">
            <a:extLst>
              <a:ext uri="{FF2B5EF4-FFF2-40B4-BE49-F238E27FC236}">
                <a16:creationId xmlns:a16="http://schemas.microsoft.com/office/drawing/2014/main" id="{FC4E90AD-5BE8-3DA7-42C3-FF9EF6AC645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07077" y="1303339"/>
            <a:ext cx="8577778" cy="5717948"/>
          </a:xfrm>
          <a:prstGeom prst="rect">
            <a:avLst/>
          </a:prstGeom>
        </p:spPr>
      </p:pic>
    </p:spTree>
    <p:custDataLst>
      <p:custData r:id="rId1"/>
      <p:custData r:id="rId2"/>
    </p:custDataLst>
    <p:extLst>
      <p:ext uri="{BB962C8B-B14F-4D97-AF65-F5344CB8AC3E}">
        <p14:creationId xmlns:p14="http://schemas.microsoft.com/office/powerpoint/2010/main" val="388217431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D9FD69F8-DDCA-4DDB-BF94-3306F7AADB96}"/>
              </a:ext>
            </a:extLst>
          </p:cNvPr>
          <p:cNvSpPr/>
          <p:nvPr/>
        </p:nvSpPr>
        <p:spPr>
          <a:xfrm>
            <a:off x="0" y="5556738"/>
            <a:ext cx="12192000" cy="130126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pic>
        <p:nvPicPr>
          <p:cNvPr id="24" name="Picture 23">
            <a:extLst>
              <a:ext uri="{FF2B5EF4-FFF2-40B4-BE49-F238E27FC236}">
                <a16:creationId xmlns:a16="http://schemas.microsoft.com/office/drawing/2014/main" id="{55B4F99A-0775-4BD0-AA11-F2B2A51CAB51}"/>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5080907" y="2156841"/>
            <a:ext cx="6782387" cy="3862192"/>
          </a:xfrm>
          <a:prstGeom prst="rect">
            <a:avLst/>
          </a:prstGeom>
        </p:spPr>
      </p:pic>
      <p:sp>
        <p:nvSpPr>
          <p:cNvPr id="11" name="Text Placeholder 10">
            <a:extLst>
              <a:ext uri="{FF2B5EF4-FFF2-40B4-BE49-F238E27FC236}">
                <a16:creationId xmlns:a16="http://schemas.microsoft.com/office/drawing/2014/main" id="{458C5F61-0752-4990-9F9F-8DF7E42DEA91}"/>
              </a:ext>
            </a:extLst>
          </p:cNvPr>
          <p:cNvSpPr>
            <a:spLocks noGrp="1"/>
          </p:cNvSpPr>
          <p:nvPr>
            <p:ph type="body" sz="quarter" idx="13"/>
          </p:nvPr>
        </p:nvSpPr>
        <p:spPr/>
        <p:txBody>
          <a:bodyPr/>
          <a:lstStyle/>
          <a:p>
            <a:r>
              <a:rPr lang="en-CA"/>
              <a:t>TOOLS AND TECHNOLOGY</a:t>
            </a:r>
          </a:p>
        </p:txBody>
      </p:sp>
      <p:sp>
        <p:nvSpPr>
          <p:cNvPr id="9" name="Title 8">
            <a:extLst>
              <a:ext uri="{FF2B5EF4-FFF2-40B4-BE49-F238E27FC236}">
                <a16:creationId xmlns:a16="http://schemas.microsoft.com/office/drawing/2014/main" id="{25D40B7C-532E-45B9-AA62-675E12908823}"/>
              </a:ext>
            </a:extLst>
          </p:cNvPr>
          <p:cNvSpPr>
            <a:spLocks noGrp="1"/>
          </p:cNvSpPr>
          <p:nvPr>
            <p:ph type="title"/>
          </p:nvPr>
        </p:nvSpPr>
        <p:spPr/>
        <p:txBody>
          <a:bodyPr/>
          <a:lstStyle/>
          <a:p>
            <a:r>
              <a:rPr lang="en-US"/>
              <a:t>Traffic Count Maps</a:t>
            </a:r>
          </a:p>
        </p:txBody>
      </p:sp>
      <p:sp>
        <p:nvSpPr>
          <p:cNvPr id="10" name="Content Placeholder 9">
            <a:extLst>
              <a:ext uri="{FF2B5EF4-FFF2-40B4-BE49-F238E27FC236}">
                <a16:creationId xmlns:a16="http://schemas.microsoft.com/office/drawing/2014/main" id="{BCC11FA4-0B0F-4947-8ABB-4D0A9AC13F77}"/>
              </a:ext>
            </a:extLst>
          </p:cNvPr>
          <p:cNvSpPr>
            <a:spLocks noGrp="1"/>
          </p:cNvSpPr>
          <p:nvPr>
            <p:ph idx="1"/>
          </p:nvPr>
        </p:nvSpPr>
        <p:spPr>
          <a:xfrm>
            <a:off x="648000" y="2044800"/>
            <a:ext cx="4141128" cy="3192323"/>
          </a:xfrm>
        </p:spPr>
        <p:txBody>
          <a:bodyPr/>
          <a:lstStyle/>
          <a:p>
            <a:pPr>
              <a:lnSpc>
                <a:spcPts val="2000"/>
              </a:lnSpc>
              <a:buClr>
                <a:schemeClr val="accent2"/>
              </a:buClr>
            </a:pPr>
            <a:r>
              <a:rPr lang="en-US" sz="1200" b="1">
                <a:solidFill>
                  <a:schemeClr val="accent5"/>
                </a:solidFill>
              </a:rPr>
              <a:t>Comprehensive Traffic Data</a:t>
            </a:r>
          </a:p>
          <a:p>
            <a:pPr>
              <a:lnSpc>
                <a:spcPct val="150000"/>
              </a:lnSpc>
              <a:spcBef>
                <a:spcPts val="600"/>
              </a:spcBef>
              <a:buClr>
                <a:schemeClr val="accent2"/>
              </a:buClr>
            </a:pPr>
            <a:r>
              <a:rPr lang="da-DK" sz="1200" err="1"/>
              <a:t>Quickly</a:t>
            </a:r>
            <a:r>
              <a:rPr lang="da-DK" sz="1200"/>
              <a:t> </a:t>
            </a:r>
            <a:r>
              <a:rPr lang="da-DK" sz="1200" err="1"/>
              <a:t>access</a:t>
            </a:r>
            <a:r>
              <a:rPr lang="da-DK" sz="1200"/>
              <a:t> the </a:t>
            </a:r>
            <a:r>
              <a:rPr lang="da-DK" sz="1200" err="1"/>
              <a:t>latest</a:t>
            </a:r>
            <a:r>
              <a:rPr lang="da-DK" sz="1200"/>
              <a:t> Canadian </a:t>
            </a:r>
            <a:r>
              <a:rPr lang="da-DK" sz="1200" err="1"/>
              <a:t>traffic</a:t>
            </a:r>
            <a:r>
              <a:rPr lang="da-DK" sz="1200"/>
              <a:t> data </a:t>
            </a:r>
            <a:r>
              <a:rPr lang="da-DK" sz="1200" err="1"/>
              <a:t>including</a:t>
            </a:r>
            <a:r>
              <a:rPr lang="da-DK" sz="1200"/>
              <a:t> car, truck, and </a:t>
            </a:r>
            <a:r>
              <a:rPr lang="da-DK" sz="1200" err="1"/>
              <a:t>pedestrian</a:t>
            </a:r>
            <a:r>
              <a:rPr lang="da-DK" sz="1200"/>
              <a:t> </a:t>
            </a:r>
            <a:r>
              <a:rPr lang="da-DK" sz="1200" err="1"/>
              <a:t>counts</a:t>
            </a:r>
            <a:endParaRPr lang="da-DK" sz="1200"/>
          </a:p>
          <a:p>
            <a:pPr>
              <a:lnSpc>
                <a:spcPts val="2000"/>
              </a:lnSpc>
              <a:buClr>
                <a:schemeClr val="accent2"/>
              </a:buClr>
            </a:pPr>
            <a:r>
              <a:rPr lang="en-US" sz="1200" b="1">
                <a:solidFill>
                  <a:schemeClr val="accent5"/>
                </a:solidFill>
              </a:rPr>
              <a:t>National Coverage</a:t>
            </a:r>
          </a:p>
          <a:p>
            <a:pPr>
              <a:lnSpc>
                <a:spcPct val="150000"/>
              </a:lnSpc>
              <a:spcBef>
                <a:spcPts val="600"/>
              </a:spcBef>
              <a:buClr>
                <a:schemeClr val="accent2"/>
              </a:buClr>
            </a:pPr>
            <a:r>
              <a:rPr lang="da-DK" sz="1200"/>
              <a:t>Data </a:t>
            </a:r>
            <a:r>
              <a:rPr lang="da-DK" sz="1200" err="1"/>
              <a:t>available</a:t>
            </a:r>
            <a:r>
              <a:rPr lang="da-DK" sz="1200"/>
              <a:t> for the major Canadian </a:t>
            </a:r>
            <a:r>
              <a:rPr lang="da-DK" sz="1200" err="1"/>
              <a:t>cities</a:t>
            </a:r>
            <a:r>
              <a:rPr lang="da-DK" sz="1200"/>
              <a:t>, with more </a:t>
            </a:r>
            <a:r>
              <a:rPr lang="da-DK" sz="1200" err="1"/>
              <a:t>markets</a:t>
            </a:r>
            <a:r>
              <a:rPr lang="da-DK" sz="1200"/>
              <a:t> to </a:t>
            </a:r>
            <a:r>
              <a:rPr lang="da-DK" sz="1200" err="1"/>
              <a:t>come</a:t>
            </a:r>
            <a:endParaRPr lang="da-DK" sz="1200"/>
          </a:p>
          <a:p>
            <a:pPr>
              <a:lnSpc>
                <a:spcPts val="2000"/>
              </a:lnSpc>
              <a:buClr>
                <a:schemeClr val="accent2"/>
              </a:buClr>
            </a:pPr>
            <a:r>
              <a:rPr lang="en-US" sz="1200" b="1">
                <a:solidFill>
                  <a:schemeClr val="accent5"/>
                </a:solidFill>
              </a:rPr>
              <a:t>Multi-modal Filtering</a:t>
            </a:r>
          </a:p>
          <a:p>
            <a:pPr>
              <a:lnSpc>
                <a:spcPct val="150000"/>
              </a:lnSpc>
              <a:spcBef>
                <a:spcPts val="600"/>
              </a:spcBef>
              <a:buClr>
                <a:schemeClr val="accent2"/>
              </a:buClr>
            </a:pPr>
            <a:r>
              <a:rPr lang="da-DK" sz="1200"/>
              <a:t>Traffic </a:t>
            </a:r>
            <a:r>
              <a:rPr lang="da-DK" sz="1200" err="1"/>
              <a:t>counts</a:t>
            </a:r>
            <a:r>
              <a:rPr lang="da-DK" sz="1200"/>
              <a:t> data </a:t>
            </a:r>
            <a:r>
              <a:rPr lang="da-DK" sz="1200" err="1"/>
              <a:t>includes</a:t>
            </a:r>
            <a:r>
              <a:rPr lang="da-DK" sz="1200"/>
              <a:t> </a:t>
            </a:r>
            <a:r>
              <a:rPr lang="da-DK" sz="1200" err="1"/>
              <a:t>various</a:t>
            </a:r>
            <a:r>
              <a:rPr lang="da-DK" sz="1200"/>
              <a:t> mode of </a:t>
            </a:r>
            <a:r>
              <a:rPr lang="da-DK" sz="1200" err="1"/>
              <a:t>transportation</a:t>
            </a:r>
            <a:r>
              <a:rPr lang="da-DK" sz="1200"/>
              <a:t> (car, truck, </a:t>
            </a:r>
            <a:r>
              <a:rPr lang="da-DK" sz="1200" err="1"/>
              <a:t>pedestrian</a:t>
            </a:r>
            <a:r>
              <a:rPr lang="da-DK" sz="1200"/>
              <a:t>, and </a:t>
            </a:r>
            <a:r>
              <a:rPr lang="da-DK" sz="1200" err="1"/>
              <a:t>bicycle</a:t>
            </a:r>
            <a:r>
              <a:rPr lang="da-DK" sz="1200"/>
              <a:t>)</a:t>
            </a:r>
            <a:endParaRPr lang="en-US" sz="1200"/>
          </a:p>
          <a:p>
            <a:endParaRPr lang="en-US" sz="1200"/>
          </a:p>
        </p:txBody>
      </p:sp>
      <p:sp>
        <p:nvSpPr>
          <p:cNvPr id="12" name="Text Placeholder 11">
            <a:extLst>
              <a:ext uri="{FF2B5EF4-FFF2-40B4-BE49-F238E27FC236}">
                <a16:creationId xmlns:a16="http://schemas.microsoft.com/office/drawing/2014/main" id="{7AF836EA-ADFF-4A79-81E9-B7F7F818C658}"/>
              </a:ext>
            </a:extLst>
          </p:cNvPr>
          <p:cNvSpPr>
            <a:spLocks noGrp="1"/>
          </p:cNvSpPr>
          <p:nvPr>
            <p:ph type="body" sz="quarter" idx="14"/>
          </p:nvPr>
        </p:nvSpPr>
        <p:spPr/>
        <p:txBody>
          <a:bodyPr/>
          <a:lstStyle/>
          <a:p>
            <a:endParaRPr lang="en-US">
              <a:solidFill>
                <a:schemeClr val="bg1"/>
              </a:solidFill>
            </a:endParaRPr>
          </a:p>
        </p:txBody>
      </p:sp>
      <p:sp>
        <p:nvSpPr>
          <p:cNvPr id="7" name="Footer Placeholder 6">
            <a:extLst>
              <a:ext uri="{FF2B5EF4-FFF2-40B4-BE49-F238E27FC236}">
                <a16:creationId xmlns:a16="http://schemas.microsoft.com/office/drawing/2014/main" id="{0B59C5C6-0263-4ED1-85F2-2D24D534AB86}"/>
              </a:ext>
            </a:extLst>
          </p:cNvPr>
          <p:cNvSpPr>
            <a:spLocks noGrp="1"/>
          </p:cNvSpPr>
          <p:nvPr>
            <p:ph type="ftr" sz="quarter" idx="11"/>
          </p:nvPr>
        </p:nvSpPr>
        <p:spPr/>
        <p:txBody>
          <a:bodyPr/>
          <a:lstStyle/>
          <a:p>
            <a:r>
              <a:rPr lang="en-GB"/>
              <a:t>Colliers</a:t>
            </a:r>
          </a:p>
        </p:txBody>
      </p:sp>
      <p:sp>
        <p:nvSpPr>
          <p:cNvPr id="8" name="Slide Number Placeholder 7">
            <a:extLst>
              <a:ext uri="{FF2B5EF4-FFF2-40B4-BE49-F238E27FC236}">
                <a16:creationId xmlns:a16="http://schemas.microsoft.com/office/drawing/2014/main" id="{482E732C-B9E9-432F-9549-15595087CC81}"/>
              </a:ext>
            </a:extLst>
          </p:cNvPr>
          <p:cNvSpPr>
            <a:spLocks noGrp="1"/>
          </p:cNvSpPr>
          <p:nvPr>
            <p:ph type="sldNum" sz="quarter" idx="12"/>
          </p:nvPr>
        </p:nvSpPr>
        <p:spPr/>
        <p:txBody>
          <a:bodyPr/>
          <a:lstStyle/>
          <a:p>
            <a:fld id="{23AA811B-2EBD-4900-905E-5BE206449611}" type="slidenum">
              <a:rPr lang="en-GB" smtClean="0"/>
              <a:pPr/>
              <a:t>64</a:t>
            </a:fld>
            <a:endParaRPr lang="en-GB"/>
          </a:p>
        </p:txBody>
      </p:sp>
      <p:pic>
        <p:nvPicPr>
          <p:cNvPr id="16" name="Video 9">
            <a:hlinkClick r:id="" action="ppaction://media"/>
            <a:extLst>
              <a:ext uri="{FF2B5EF4-FFF2-40B4-BE49-F238E27FC236}">
                <a16:creationId xmlns:a16="http://schemas.microsoft.com/office/drawing/2014/main" id="{6A6494F4-902F-80A7-695B-9E607123A6F0}"/>
              </a:ext>
            </a:extLst>
          </p:cNvPr>
          <p:cNvPicPr>
            <a:picLocks noChangeAspect="1"/>
          </p:cNvPicPr>
          <p:nvPr/>
        </p:nvPicPr>
        <p:blipFill rotWithShape="1">
          <a:blip r:embed="rId7"/>
          <a:srcRect l="1716" t="13525" r="32367" b="12551"/>
          <a:stretch/>
        </p:blipFill>
        <p:spPr>
          <a:xfrm>
            <a:off x="5830750" y="2316734"/>
            <a:ext cx="5283565" cy="3332952"/>
          </a:xfrm>
          <a:prstGeom prst="rect">
            <a:avLst/>
          </a:prstGeom>
        </p:spPr>
      </p:pic>
    </p:spTree>
    <p:custDataLst>
      <p:custData r:id="rId1"/>
      <p:custData r:id="rId2"/>
      <p:tags r:id="rId3"/>
    </p:custDataLst>
    <p:extLst>
      <p:ext uri="{BB962C8B-B14F-4D97-AF65-F5344CB8AC3E}">
        <p14:creationId xmlns:p14="http://schemas.microsoft.com/office/powerpoint/2010/main" val="198174955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0B1103-1FE4-216B-903A-24F7FB9F6838}"/>
              </a:ext>
            </a:extLst>
          </p:cNvPr>
          <p:cNvSpPr/>
          <p:nvPr/>
        </p:nvSpPr>
        <p:spPr>
          <a:xfrm>
            <a:off x="6913563" y="-1"/>
            <a:ext cx="5278436"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a:p>
        </p:txBody>
      </p:sp>
      <p:grpSp>
        <p:nvGrpSpPr>
          <p:cNvPr id="3" name="Group 2">
            <a:extLst>
              <a:ext uri="{FF2B5EF4-FFF2-40B4-BE49-F238E27FC236}">
                <a16:creationId xmlns:a16="http://schemas.microsoft.com/office/drawing/2014/main" id="{257033D1-09C8-5221-E52D-1C764329DA02}"/>
              </a:ext>
            </a:extLst>
          </p:cNvPr>
          <p:cNvGrpSpPr/>
          <p:nvPr/>
        </p:nvGrpSpPr>
        <p:grpSpPr>
          <a:xfrm>
            <a:off x="2355337" y="3203193"/>
            <a:ext cx="6105254" cy="3373153"/>
            <a:chOff x="3239202" y="1853156"/>
            <a:chExt cx="7772400" cy="4294251"/>
          </a:xfrm>
        </p:grpSpPr>
        <p:pic>
          <p:nvPicPr>
            <p:cNvPr id="8" name="Picture 7" descr="A picture containing text, screenshot, monitor, screen&#10;&#10;Description automatically generated">
              <a:extLst>
                <a:ext uri="{FF2B5EF4-FFF2-40B4-BE49-F238E27FC236}">
                  <a16:creationId xmlns:a16="http://schemas.microsoft.com/office/drawing/2014/main" id="{F40A225F-DBA0-7CD3-BC24-A21D0B44A1D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39202" y="1853156"/>
              <a:ext cx="7772400" cy="4294251"/>
            </a:xfrm>
            <a:prstGeom prst="rect">
              <a:avLst/>
            </a:prstGeom>
          </p:spPr>
        </p:pic>
        <p:pic>
          <p:nvPicPr>
            <p:cNvPr id="10" name="Picture 9" descr="Graphical user interface, application, Teams&#10;&#10;Description automatically generated">
              <a:extLst>
                <a:ext uri="{FF2B5EF4-FFF2-40B4-BE49-F238E27FC236}">
                  <a16:creationId xmlns:a16="http://schemas.microsoft.com/office/drawing/2014/main" id="{23056796-9295-5EDB-71F2-DDB9FB167D69}"/>
                </a:ext>
              </a:extLst>
            </p:cNvPr>
            <p:cNvPicPr>
              <a:picLocks noChangeAspect="1"/>
            </p:cNvPicPr>
            <p:nvPr/>
          </p:nvPicPr>
          <p:blipFill rotWithShape="1">
            <a:blip r:embed="rId6">
              <a:extLst>
                <a:ext uri="{28A0092B-C50C-407E-A947-70E740481C1C}">
                  <a14:useLocalDpi xmlns:a14="http://schemas.microsoft.com/office/drawing/2010/main" val="0"/>
                </a:ext>
              </a:extLst>
            </a:blip>
            <a:srcRect b="198"/>
            <a:stretch/>
          </p:blipFill>
          <p:spPr>
            <a:xfrm>
              <a:off x="4726409" y="2404366"/>
              <a:ext cx="4788000" cy="3059428"/>
            </a:xfrm>
            <a:prstGeom prst="rect">
              <a:avLst/>
            </a:prstGeom>
          </p:spPr>
        </p:pic>
      </p:grpSp>
      <p:sp>
        <p:nvSpPr>
          <p:cNvPr id="20" name="Text Placeholder 19">
            <a:extLst>
              <a:ext uri="{FF2B5EF4-FFF2-40B4-BE49-F238E27FC236}">
                <a16:creationId xmlns:a16="http://schemas.microsoft.com/office/drawing/2014/main" id="{CFE573AB-D6C1-7CC0-61EB-91DF778689F2}"/>
              </a:ext>
            </a:extLst>
          </p:cNvPr>
          <p:cNvSpPr>
            <a:spLocks noGrp="1"/>
          </p:cNvSpPr>
          <p:nvPr>
            <p:ph type="body" sz="quarter" idx="13"/>
          </p:nvPr>
        </p:nvSpPr>
        <p:spPr>
          <a:xfrm>
            <a:off x="647525" y="669600"/>
            <a:ext cx="10893425" cy="392400"/>
          </a:xfrm>
        </p:spPr>
        <p:txBody>
          <a:bodyPr/>
          <a:lstStyle/>
          <a:p>
            <a:r>
              <a:rPr lang="en-CA"/>
              <a:t>TOOLS AND TECHNOLOGY</a:t>
            </a:r>
          </a:p>
        </p:txBody>
      </p:sp>
      <p:sp>
        <p:nvSpPr>
          <p:cNvPr id="9" name="Title 8">
            <a:extLst>
              <a:ext uri="{FF2B5EF4-FFF2-40B4-BE49-F238E27FC236}">
                <a16:creationId xmlns:a16="http://schemas.microsoft.com/office/drawing/2014/main" id="{709F9EBD-E997-73A4-06EB-D6C269D6520F}"/>
              </a:ext>
            </a:extLst>
          </p:cNvPr>
          <p:cNvSpPr>
            <a:spLocks noGrp="1"/>
          </p:cNvSpPr>
          <p:nvPr>
            <p:ph type="title"/>
          </p:nvPr>
        </p:nvSpPr>
        <p:spPr>
          <a:xfrm>
            <a:off x="648000" y="1062000"/>
            <a:ext cx="10893600" cy="835200"/>
          </a:xfrm>
        </p:spPr>
        <p:txBody>
          <a:bodyPr/>
          <a:lstStyle/>
          <a:p>
            <a:r>
              <a:rPr lang="en-US"/>
              <a:t>Colliers CRM+</a:t>
            </a:r>
            <a:endParaRPr lang="en-CA"/>
          </a:p>
        </p:txBody>
      </p:sp>
      <p:sp>
        <p:nvSpPr>
          <p:cNvPr id="18" name="Content Placeholder 17">
            <a:extLst>
              <a:ext uri="{FF2B5EF4-FFF2-40B4-BE49-F238E27FC236}">
                <a16:creationId xmlns:a16="http://schemas.microsoft.com/office/drawing/2014/main" id="{F2821961-5E7C-52E3-3CA3-DE77C79140FA}"/>
              </a:ext>
            </a:extLst>
          </p:cNvPr>
          <p:cNvSpPr>
            <a:spLocks noGrp="1"/>
          </p:cNvSpPr>
          <p:nvPr>
            <p:ph idx="1"/>
          </p:nvPr>
        </p:nvSpPr>
        <p:spPr>
          <a:xfrm>
            <a:off x="647700" y="2044700"/>
            <a:ext cx="4079817" cy="4162425"/>
          </a:xfrm>
        </p:spPr>
        <p:txBody>
          <a:bodyPr/>
          <a:lstStyle/>
          <a:p>
            <a:pPr>
              <a:lnSpc>
                <a:spcPts val="2200"/>
              </a:lnSpc>
            </a:pPr>
            <a:r>
              <a:rPr lang="en-CA">
                <a:solidFill>
                  <a:schemeClr val="accent2"/>
                </a:solidFill>
                <a:latin typeface="Merriweather" panose="02000000000000000000" pitchFamily="2" charset="77"/>
                <a:cs typeface="Merriweather" panose="02000000000000000000" pitchFamily="2" charset="77"/>
              </a:rPr>
              <a:t>Colliers’ technology gives you relevant, in-depth data about your situation.</a:t>
            </a:r>
          </a:p>
        </p:txBody>
      </p:sp>
      <p:sp>
        <p:nvSpPr>
          <p:cNvPr id="16" name="Text Placeholder 15">
            <a:extLst>
              <a:ext uri="{FF2B5EF4-FFF2-40B4-BE49-F238E27FC236}">
                <a16:creationId xmlns:a16="http://schemas.microsoft.com/office/drawing/2014/main" id="{AD66B8AF-D94C-D796-7630-2F954710E160}"/>
              </a:ext>
            </a:extLst>
          </p:cNvPr>
          <p:cNvSpPr>
            <a:spLocks noGrp="1"/>
          </p:cNvSpPr>
          <p:nvPr>
            <p:ph type="body" sz="quarter" idx="14"/>
          </p:nvPr>
        </p:nvSpPr>
        <p:spPr/>
        <p:txBody>
          <a:bodyPr/>
          <a:lstStyle/>
          <a:p>
            <a:endParaRPr lang="en-CA"/>
          </a:p>
        </p:txBody>
      </p:sp>
      <p:sp>
        <p:nvSpPr>
          <p:cNvPr id="6" name="Footer Placeholder 5">
            <a:extLst>
              <a:ext uri="{FF2B5EF4-FFF2-40B4-BE49-F238E27FC236}">
                <a16:creationId xmlns:a16="http://schemas.microsoft.com/office/drawing/2014/main" id="{AE183024-102E-CE3E-0D98-49145F89B8FC}"/>
              </a:ext>
            </a:extLst>
          </p:cNvPr>
          <p:cNvSpPr>
            <a:spLocks noGrp="1"/>
          </p:cNvSpPr>
          <p:nvPr>
            <p:ph type="ftr" sz="quarter" idx="11"/>
          </p:nvPr>
        </p:nvSpPr>
        <p:spPr>
          <a:xfrm>
            <a:off x="6202800" y="248400"/>
            <a:ext cx="4636800" cy="180000"/>
          </a:xfrm>
        </p:spPr>
        <p:txBody>
          <a:bodyPr/>
          <a:lstStyle/>
          <a:p>
            <a:r>
              <a:rPr lang="en-US">
                <a:solidFill>
                  <a:schemeClr val="bg1"/>
                </a:solidFill>
              </a:rPr>
              <a:t>Colliers</a:t>
            </a:r>
          </a:p>
        </p:txBody>
      </p:sp>
      <p:sp>
        <p:nvSpPr>
          <p:cNvPr id="7" name="Slide Number Placeholder 6">
            <a:extLst>
              <a:ext uri="{FF2B5EF4-FFF2-40B4-BE49-F238E27FC236}">
                <a16:creationId xmlns:a16="http://schemas.microsoft.com/office/drawing/2014/main" id="{B7650DE5-F9C3-145D-FF63-C582F80FD96D}"/>
              </a:ext>
            </a:extLst>
          </p:cNvPr>
          <p:cNvSpPr>
            <a:spLocks noGrp="1"/>
          </p:cNvSpPr>
          <p:nvPr>
            <p:ph type="sldNum" sz="quarter" idx="12"/>
          </p:nvPr>
        </p:nvSpPr>
        <p:spPr>
          <a:xfrm>
            <a:off x="11167200" y="248400"/>
            <a:ext cx="374400" cy="180000"/>
          </a:xfrm>
        </p:spPr>
        <p:txBody>
          <a:bodyPr/>
          <a:lstStyle/>
          <a:p>
            <a:fld id="{23AA811B-2EBD-4900-905E-5BE206449611}" type="slidenum">
              <a:rPr lang="en-US" smtClean="0">
                <a:solidFill>
                  <a:schemeClr val="bg1"/>
                </a:solidFill>
              </a:rPr>
              <a:pPr/>
              <a:t>65</a:t>
            </a:fld>
            <a:endParaRPr lang="en-US">
              <a:solidFill>
                <a:schemeClr val="bg1"/>
              </a:solidFill>
            </a:endParaRPr>
          </a:p>
        </p:txBody>
      </p:sp>
      <p:sp>
        <p:nvSpPr>
          <p:cNvPr id="23" name="TextBox 22">
            <a:extLst>
              <a:ext uri="{FF2B5EF4-FFF2-40B4-BE49-F238E27FC236}">
                <a16:creationId xmlns:a16="http://schemas.microsoft.com/office/drawing/2014/main" id="{FC692781-C90D-99C0-EAA8-B6719A2F0EC1}"/>
              </a:ext>
            </a:extLst>
          </p:cNvPr>
          <p:cNvSpPr txBox="1"/>
          <p:nvPr/>
        </p:nvSpPr>
        <p:spPr>
          <a:xfrm>
            <a:off x="8767793" y="1566191"/>
            <a:ext cx="2747814" cy="369332"/>
          </a:xfrm>
          <a:prstGeom prst="rect">
            <a:avLst/>
          </a:prstGeom>
          <a:noFill/>
        </p:spPr>
        <p:txBody>
          <a:bodyPr wrap="square" lIns="0" tIns="0" rIns="0" bIns="0" rtlCol="0">
            <a:spAutoFit/>
          </a:bodyPr>
          <a:lstStyle/>
          <a:p>
            <a:r>
              <a:rPr lang="en-CA" sz="1200">
                <a:solidFill>
                  <a:schemeClr val="bg1"/>
                </a:solidFill>
              </a:rPr>
              <a:t>600+ brokerage professionals updating and adding information daily</a:t>
            </a:r>
          </a:p>
        </p:txBody>
      </p:sp>
      <p:sp>
        <p:nvSpPr>
          <p:cNvPr id="25" name="TextBox 24">
            <a:extLst>
              <a:ext uri="{FF2B5EF4-FFF2-40B4-BE49-F238E27FC236}">
                <a16:creationId xmlns:a16="http://schemas.microsoft.com/office/drawing/2014/main" id="{5CCE3D72-3921-9E9C-9D9B-998A89C26E19}"/>
              </a:ext>
            </a:extLst>
          </p:cNvPr>
          <p:cNvSpPr txBox="1"/>
          <p:nvPr/>
        </p:nvSpPr>
        <p:spPr>
          <a:xfrm>
            <a:off x="8767792" y="2545008"/>
            <a:ext cx="2747814" cy="369332"/>
          </a:xfrm>
          <a:prstGeom prst="rect">
            <a:avLst/>
          </a:prstGeom>
          <a:noFill/>
        </p:spPr>
        <p:txBody>
          <a:bodyPr wrap="square" lIns="0" tIns="0" rIns="0" bIns="0" rtlCol="0">
            <a:spAutoFit/>
          </a:bodyPr>
          <a:lstStyle/>
          <a:p>
            <a:r>
              <a:rPr lang="en-CA" sz="1200">
                <a:solidFill>
                  <a:schemeClr val="bg1"/>
                </a:solidFill>
              </a:rPr>
              <a:t>More than 50 research specialists  </a:t>
            </a:r>
            <a:br>
              <a:rPr lang="en-CA" sz="1200">
                <a:solidFill>
                  <a:schemeClr val="bg1"/>
                </a:solidFill>
              </a:rPr>
            </a:br>
            <a:r>
              <a:rPr lang="en-CA" sz="1200">
                <a:solidFill>
                  <a:schemeClr val="bg1"/>
                </a:solidFill>
              </a:rPr>
              <a:t>and data analysts</a:t>
            </a:r>
          </a:p>
        </p:txBody>
      </p:sp>
      <p:sp>
        <p:nvSpPr>
          <p:cNvPr id="27" name="TextBox 26">
            <a:extLst>
              <a:ext uri="{FF2B5EF4-FFF2-40B4-BE49-F238E27FC236}">
                <a16:creationId xmlns:a16="http://schemas.microsoft.com/office/drawing/2014/main" id="{F54D2AF6-DA7B-C017-B701-8ADC6CBFBB6B}"/>
              </a:ext>
            </a:extLst>
          </p:cNvPr>
          <p:cNvSpPr txBox="1"/>
          <p:nvPr/>
        </p:nvSpPr>
        <p:spPr>
          <a:xfrm>
            <a:off x="8767792" y="3555360"/>
            <a:ext cx="2747814" cy="369332"/>
          </a:xfrm>
          <a:prstGeom prst="rect">
            <a:avLst/>
          </a:prstGeom>
          <a:noFill/>
        </p:spPr>
        <p:txBody>
          <a:bodyPr wrap="square" lIns="0" tIns="0" rIns="0" bIns="0" rtlCol="0">
            <a:spAutoFit/>
          </a:bodyPr>
          <a:lstStyle/>
          <a:p>
            <a:r>
              <a:rPr lang="en-CA" sz="1200">
                <a:solidFill>
                  <a:schemeClr val="bg1"/>
                </a:solidFill>
              </a:rPr>
              <a:t>20 research analysts interpreting </a:t>
            </a:r>
            <a:br>
              <a:rPr lang="en-CA" sz="1200">
                <a:solidFill>
                  <a:schemeClr val="bg1"/>
                </a:solidFill>
              </a:rPr>
            </a:br>
            <a:r>
              <a:rPr lang="en-CA" sz="1200">
                <a:solidFill>
                  <a:schemeClr val="bg1"/>
                </a:solidFill>
              </a:rPr>
              <a:t>the data </a:t>
            </a:r>
          </a:p>
        </p:txBody>
      </p:sp>
      <p:pic>
        <p:nvPicPr>
          <p:cNvPr id="28" name="Picture 27">
            <a:extLst>
              <a:ext uri="{FF2B5EF4-FFF2-40B4-BE49-F238E27FC236}">
                <a16:creationId xmlns:a16="http://schemas.microsoft.com/office/drawing/2014/main" id="{CFA8A90D-FCD7-DB5A-253C-6B58FB7FCEF5}"/>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8767793" y="5200658"/>
            <a:ext cx="1502330" cy="668556"/>
          </a:xfrm>
          <a:prstGeom prst="rect">
            <a:avLst/>
          </a:prstGeom>
        </p:spPr>
      </p:pic>
      <p:pic>
        <p:nvPicPr>
          <p:cNvPr id="29" name="Graphic 28">
            <a:extLst>
              <a:ext uri="{FF2B5EF4-FFF2-40B4-BE49-F238E27FC236}">
                <a16:creationId xmlns:a16="http://schemas.microsoft.com/office/drawing/2014/main" id="{72EE3C22-D395-4F20-934A-DD56AE6CA6C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673686" y="1279890"/>
            <a:ext cx="831419" cy="831419"/>
          </a:xfrm>
          <a:prstGeom prst="rect">
            <a:avLst/>
          </a:prstGeom>
        </p:spPr>
      </p:pic>
      <p:pic>
        <p:nvPicPr>
          <p:cNvPr id="30" name="Graphic 29">
            <a:extLst>
              <a:ext uri="{FF2B5EF4-FFF2-40B4-BE49-F238E27FC236}">
                <a16:creationId xmlns:a16="http://schemas.microsoft.com/office/drawing/2014/main" id="{94690B26-732F-6D45-3356-18EF3D40F19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673687" y="2281632"/>
            <a:ext cx="831418" cy="831418"/>
          </a:xfrm>
          <a:prstGeom prst="rect">
            <a:avLst/>
          </a:prstGeom>
        </p:spPr>
      </p:pic>
      <p:pic>
        <p:nvPicPr>
          <p:cNvPr id="31" name="Graphic 30">
            <a:extLst>
              <a:ext uri="{FF2B5EF4-FFF2-40B4-BE49-F238E27FC236}">
                <a16:creationId xmlns:a16="http://schemas.microsoft.com/office/drawing/2014/main" id="{B3862A65-0174-A14D-3A4F-895213DB99F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686437" y="3339646"/>
            <a:ext cx="805918" cy="805918"/>
          </a:xfrm>
          <a:prstGeom prst="rect">
            <a:avLst/>
          </a:prstGeom>
        </p:spPr>
      </p:pic>
      <p:sp>
        <p:nvSpPr>
          <p:cNvPr id="4" name="Content Placeholder 17">
            <a:extLst>
              <a:ext uri="{FF2B5EF4-FFF2-40B4-BE49-F238E27FC236}">
                <a16:creationId xmlns:a16="http://schemas.microsoft.com/office/drawing/2014/main" id="{07D66812-E54F-2AC0-6B94-DEA0972C3E28}"/>
              </a:ext>
            </a:extLst>
          </p:cNvPr>
          <p:cNvSpPr txBox="1">
            <a:spLocks/>
          </p:cNvSpPr>
          <p:nvPr/>
        </p:nvSpPr>
        <p:spPr>
          <a:xfrm>
            <a:off x="670532" y="2855277"/>
            <a:ext cx="3883377" cy="835200"/>
          </a:xfrm>
          <a:prstGeom prst="rect">
            <a:avLst/>
          </a:prstGeom>
        </p:spPr>
        <p:txBody>
          <a:bodyPr vert="horz" lIns="0" tIns="0" rIns="0" bIns="0" rtlCol="0">
            <a:noAutofit/>
          </a:bodyPr>
          <a:lstStyle>
            <a:lvl1pPr marL="0" indent="0" algn="l" defTabSz="914400" rtl="0" eaLnBrk="1" latinLnBrk="0" hangingPunct="1">
              <a:lnSpc>
                <a:spcPct val="100000"/>
              </a:lnSpc>
              <a:spcBef>
                <a:spcPts val="300"/>
              </a:spcBef>
              <a:spcAft>
                <a:spcPts val="600"/>
              </a:spcAft>
              <a:buFontTx/>
              <a:buNone/>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None/>
              <a:defRPr sz="1400" kern="1200" spc="300">
                <a:solidFill>
                  <a:schemeClr val="accent3"/>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a:lnSpc>
                <a:spcPts val="2300"/>
              </a:lnSpc>
              <a:spcAft>
                <a:spcPts val="1200"/>
              </a:spcAft>
            </a:pPr>
            <a:r>
              <a:rPr lang="en-CA" sz="1200">
                <a:solidFill>
                  <a:schemeClr val="accent5"/>
                </a:solidFill>
              </a:rPr>
              <a:t>We are dedicated to our data:</a:t>
            </a:r>
          </a:p>
        </p:txBody>
      </p:sp>
      <p:sp>
        <p:nvSpPr>
          <p:cNvPr id="5" name="Content Placeholder 17">
            <a:extLst>
              <a:ext uri="{FF2B5EF4-FFF2-40B4-BE49-F238E27FC236}">
                <a16:creationId xmlns:a16="http://schemas.microsoft.com/office/drawing/2014/main" id="{4AE25518-5860-1E0A-3388-DA798FD333CD}"/>
              </a:ext>
            </a:extLst>
          </p:cNvPr>
          <p:cNvSpPr txBox="1">
            <a:spLocks/>
          </p:cNvSpPr>
          <p:nvPr/>
        </p:nvSpPr>
        <p:spPr>
          <a:xfrm>
            <a:off x="647526" y="3365016"/>
            <a:ext cx="2358564" cy="2087094"/>
          </a:xfrm>
          <a:prstGeom prst="rect">
            <a:avLst/>
          </a:prstGeom>
        </p:spPr>
        <p:txBody>
          <a:bodyPr vert="horz" lIns="0" tIns="0" rIns="0" bIns="0" rtlCol="0">
            <a:noAutofit/>
          </a:bodyPr>
          <a:lstStyle>
            <a:defPPr>
              <a:defRPr lang="en-US"/>
            </a:defPPr>
            <a:lvl1pPr indent="0">
              <a:lnSpc>
                <a:spcPct val="100000"/>
              </a:lnSpc>
              <a:spcBef>
                <a:spcPts val="300"/>
              </a:spcBef>
              <a:spcAft>
                <a:spcPts val="600"/>
              </a:spcAft>
              <a:buFontTx/>
              <a:buNone/>
              <a:defRPr sz="1400"/>
            </a:lvl1pPr>
            <a:lvl2pPr marL="432000" indent="-216000">
              <a:lnSpc>
                <a:spcPct val="100000"/>
              </a:lnSpc>
              <a:spcBef>
                <a:spcPts val="300"/>
              </a:spcBef>
              <a:spcAft>
                <a:spcPts val="600"/>
              </a:spcAft>
              <a:buFont typeface="Arial" panose="020B0604020202020204" pitchFamily="34" charset="0"/>
              <a:buChar char="•"/>
              <a:defRPr sz="1600"/>
            </a:lvl2pPr>
            <a:lvl3pPr marL="648000" indent="-216000">
              <a:lnSpc>
                <a:spcPct val="100000"/>
              </a:lnSpc>
              <a:spcBef>
                <a:spcPts val="300"/>
              </a:spcBef>
              <a:spcAft>
                <a:spcPts val="600"/>
              </a:spcAft>
              <a:buFont typeface="Arial" panose="020B0604020202020204" pitchFamily="34" charset="0"/>
              <a:buChar char="•"/>
              <a:defRPr sz="1600"/>
            </a:lvl3pPr>
            <a:lvl4pPr marL="0" indent="0">
              <a:lnSpc>
                <a:spcPct val="100000"/>
              </a:lnSpc>
              <a:spcBef>
                <a:spcPts val="300"/>
              </a:spcBef>
              <a:spcAft>
                <a:spcPts val="600"/>
              </a:spcAft>
              <a:buFont typeface="Arial" panose="020B0604020202020204" pitchFamily="34" charset="0"/>
              <a:buChar char="​"/>
              <a:defRPr sz="2000" b="1">
                <a:solidFill>
                  <a:schemeClr val="tx2"/>
                </a:solidFill>
              </a:defRPr>
            </a:lvl4pPr>
            <a:lvl5pPr marL="0" indent="0">
              <a:lnSpc>
                <a:spcPct val="100000"/>
              </a:lnSpc>
              <a:spcBef>
                <a:spcPts val="300"/>
              </a:spcBef>
              <a:spcAft>
                <a:spcPts val="600"/>
              </a:spcAft>
              <a:buFont typeface="Arial" panose="020B0604020202020204" pitchFamily="34" charset="0"/>
              <a:buChar char="​"/>
              <a:tabLst/>
              <a:defRPr sz="1600"/>
            </a:lvl5pPr>
            <a:lvl6pPr marL="108000" indent="-108000">
              <a:lnSpc>
                <a:spcPct val="100000"/>
              </a:lnSpc>
              <a:spcBef>
                <a:spcPts val="0"/>
              </a:spcBef>
              <a:spcAft>
                <a:spcPts val="600"/>
              </a:spcAft>
              <a:buFont typeface="Arial" panose="020B0604020202020204" pitchFamily="34" charset="0"/>
              <a:buChar char="•"/>
              <a:defRPr sz="1000"/>
            </a:lvl6pPr>
            <a:lvl7pPr marL="0" indent="0">
              <a:lnSpc>
                <a:spcPct val="100000"/>
              </a:lnSpc>
              <a:spcBef>
                <a:spcPts val="300"/>
              </a:spcBef>
              <a:spcAft>
                <a:spcPts val="600"/>
              </a:spcAft>
              <a:buFont typeface="Arial" panose="020B0604020202020204" pitchFamily="34" charset="0"/>
              <a:buChar char="​"/>
              <a:defRPr sz="1000" b="1" baseline="0">
                <a:solidFill>
                  <a:schemeClr val="tx2"/>
                </a:solidFill>
              </a:defRPr>
            </a:lvl7pPr>
            <a:lvl8pPr marL="0" indent="0">
              <a:lnSpc>
                <a:spcPct val="100000"/>
              </a:lnSpc>
              <a:spcBef>
                <a:spcPts val="300"/>
              </a:spcBef>
              <a:spcAft>
                <a:spcPts val="600"/>
              </a:spcAft>
              <a:buFont typeface="Arial" panose="020B0604020202020204" pitchFamily="34" charset="0"/>
              <a:buNone/>
              <a:defRPr sz="1400" spc="300">
                <a:solidFill>
                  <a:schemeClr val="accent3"/>
                </a:solidFill>
              </a:defRPr>
            </a:lvl8pPr>
            <a:lvl9pPr marL="0" indent="0">
              <a:lnSpc>
                <a:spcPct val="90000"/>
              </a:lnSpc>
              <a:spcBef>
                <a:spcPts val="2400"/>
              </a:spcBef>
              <a:spcAft>
                <a:spcPts val="1200"/>
              </a:spcAft>
              <a:buFont typeface="Arial" panose="020B0604020202020204" pitchFamily="34" charset="0"/>
              <a:buChar char="​"/>
              <a:defRPr sz="4400" baseline="0">
                <a:solidFill>
                  <a:schemeClr val="tx2"/>
                </a:solidFill>
                <a:latin typeface="+mj-lt"/>
              </a:defRPr>
            </a:lvl9pPr>
          </a:lstStyle>
          <a:p>
            <a:r>
              <a:rPr lang="en-CA" sz="1200"/>
              <a:t>Our national and centralized database of information on thousands of commercial properties, tenancies and leases, as well as key influencers and their current market activities. Colliers is the only commercial real estate services firm in Canada with an internal and common database of this kind.</a:t>
            </a:r>
          </a:p>
        </p:txBody>
      </p:sp>
    </p:spTree>
    <p:custDataLst>
      <p:custData r:id="rId1"/>
      <p:custData r:id="rId2"/>
    </p:custDataLst>
    <p:extLst>
      <p:ext uri="{BB962C8B-B14F-4D97-AF65-F5344CB8AC3E}">
        <p14:creationId xmlns:p14="http://schemas.microsoft.com/office/powerpoint/2010/main" val="264849356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0B28033-8F5D-75B5-D8F1-98287074387D}"/>
              </a:ext>
            </a:extLst>
          </p:cNvPr>
          <p:cNvSpPr>
            <a:spLocks noGrp="1"/>
          </p:cNvSpPr>
          <p:nvPr>
            <p:ph type="ftr" sz="quarter" idx="11"/>
          </p:nvPr>
        </p:nvSpPr>
        <p:spPr/>
        <p:txBody>
          <a:bodyPr/>
          <a:lstStyle/>
          <a:p>
            <a:r>
              <a:rPr lang="en-US"/>
              <a:t>Colliers</a:t>
            </a:r>
          </a:p>
        </p:txBody>
      </p:sp>
      <p:sp>
        <p:nvSpPr>
          <p:cNvPr id="3" name="Slide Number Placeholder 2">
            <a:extLst>
              <a:ext uri="{FF2B5EF4-FFF2-40B4-BE49-F238E27FC236}">
                <a16:creationId xmlns:a16="http://schemas.microsoft.com/office/drawing/2014/main" id="{CFDF1F58-4F09-DFE4-391A-C4DA1242CA22}"/>
              </a:ext>
            </a:extLst>
          </p:cNvPr>
          <p:cNvSpPr>
            <a:spLocks noGrp="1"/>
          </p:cNvSpPr>
          <p:nvPr>
            <p:ph type="sldNum" sz="quarter" idx="12"/>
          </p:nvPr>
        </p:nvSpPr>
        <p:spPr/>
        <p:txBody>
          <a:bodyPr/>
          <a:lstStyle/>
          <a:p>
            <a:fld id="{23AA811B-2EBD-4900-905E-5BE206449611}" type="slidenum">
              <a:rPr lang="en-US" smtClean="0"/>
              <a:pPr/>
              <a:t>66</a:t>
            </a:fld>
            <a:endParaRPr lang="en-US"/>
          </a:p>
        </p:txBody>
      </p:sp>
      <p:sp>
        <p:nvSpPr>
          <p:cNvPr id="4" name="Rectangle 3">
            <a:extLst>
              <a:ext uri="{FF2B5EF4-FFF2-40B4-BE49-F238E27FC236}">
                <a16:creationId xmlns:a16="http://schemas.microsoft.com/office/drawing/2014/main" id="{13623E07-6B3C-7C1D-C69C-7713F13DF486}"/>
              </a:ext>
            </a:extLst>
          </p:cNvPr>
          <p:cNvSpPr/>
          <p:nvPr/>
        </p:nvSpPr>
        <p:spPr>
          <a:xfrm flipV="1">
            <a:off x="0" y="0"/>
            <a:ext cx="12192000" cy="6858000"/>
          </a:xfrm>
          <a:prstGeom prst="rect">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noProof="0" err="1"/>
          </a:p>
        </p:txBody>
      </p:sp>
      <p:sp>
        <p:nvSpPr>
          <p:cNvPr id="5" name="Title 26">
            <a:extLst>
              <a:ext uri="{FF2B5EF4-FFF2-40B4-BE49-F238E27FC236}">
                <a16:creationId xmlns:a16="http://schemas.microsoft.com/office/drawing/2014/main" id="{B0A17467-FBC2-FA4A-BF1B-98388B2D681F}"/>
              </a:ext>
            </a:extLst>
          </p:cNvPr>
          <p:cNvSpPr txBox="1">
            <a:spLocks/>
          </p:cNvSpPr>
          <p:nvPr/>
        </p:nvSpPr>
        <p:spPr>
          <a:xfrm>
            <a:off x="4351338" y="2662590"/>
            <a:ext cx="3487738" cy="266218"/>
          </a:xfrm>
          <a:prstGeom prst="rect">
            <a:avLst/>
          </a:prstGeom>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gn="ctr"/>
            <a:r>
              <a:rPr lang="da-DK" sz="1400" b="1">
                <a:solidFill>
                  <a:schemeClr val="accent3"/>
                </a:solidFill>
                <a:latin typeface="Open Sans" panose="020B0606030504020204" pitchFamily="34" charset="0"/>
                <a:ea typeface="Open Sans" panose="020B0606030504020204" pitchFamily="34" charset="0"/>
                <a:cs typeface="Open Sans" panose="020B0606030504020204" pitchFamily="34" charset="0"/>
              </a:rPr>
              <a:t>Part 7</a:t>
            </a:r>
            <a:endParaRPr lang="en-US" sz="1400" b="1">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Title 26">
            <a:extLst>
              <a:ext uri="{FF2B5EF4-FFF2-40B4-BE49-F238E27FC236}">
                <a16:creationId xmlns:a16="http://schemas.microsoft.com/office/drawing/2014/main" id="{F7103798-A19D-28AF-8D54-259AF044DABB}"/>
              </a:ext>
            </a:extLst>
          </p:cNvPr>
          <p:cNvSpPr txBox="1">
            <a:spLocks/>
          </p:cNvSpPr>
          <p:nvPr/>
        </p:nvSpPr>
        <p:spPr>
          <a:xfrm>
            <a:off x="4351339" y="3152094"/>
            <a:ext cx="3487736" cy="1256747"/>
          </a:xfrm>
          <a:prstGeom prst="rect">
            <a:avLst/>
          </a:prstGeom>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gn="ctr">
              <a:lnSpc>
                <a:spcPct val="90000"/>
              </a:lnSpc>
            </a:pPr>
            <a:r>
              <a:rPr lang="en-CA" sz="4000">
                <a:solidFill>
                  <a:schemeClr val="bg1"/>
                </a:solidFill>
                <a:ea typeface="Open Sans Light"/>
                <a:cs typeface="Open Sans Light"/>
              </a:rPr>
              <a:t>Our Differentiators</a:t>
            </a:r>
            <a:endParaRPr lang="en-US" sz="4000" b="1">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endParaRPr>
          </a:p>
        </p:txBody>
      </p:sp>
    </p:spTree>
    <p:custDataLst>
      <p:custData r:id="rId1"/>
      <p:custData r:id="rId2"/>
    </p:custDataLst>
    <p:extLst>
      <p:ext uri="{BB962C8B-B14F-4D97-AF65-F5344CB8AC3E}">
        <p14:creationId xmlns:p14="http://schemas.microsoft.com/office/powerpoint/2010/main" val="41917791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289B10D-85D3-55D4-0EC7-741AEE3AA336}"/>
              </a:ext>
            </a:extLst>
          </p:cNvPr>
          <p:cNvSpPr>
            <a:spLocks noGrp="1"/>
          </p:cNvSpPr>
          <p:nvPr>
            <p:ph type="ftr" sz="quarter" idx="11"/>
          </p:nvPr>
        </p:nvSpPr>
        <p:spPr/>
        <p:txBody>
          <a:bodyPr/>
          <a:lstStyle/>
          <a:p>
            <a:r>
              <a:rPr lang="en-US"/>
              <a:t>Colliers</a:t>
            </a:r>
          </a:p>
        </p:txBody>
      </p:sp>
      <p:sp>
        <p:nvSpPr>
          <p:cNvPr id="7" name="Slide Number Placeholder 6">
            <a:extLst>
              <a:ext uri="{FF2B5EF4-FFF2-40B4-BE49-F238E27FC236}">
                <a16:creationId xmlns:a16="http://schemas.microsoft.com/office/drawing/2014/main" id="{8166050B-5141-D7E3-26DE-1553ED07AF22}"/>
              </a:ext>
            </a:extLst>
          </p:cNvPr>
          <p:cNvSpPr>
            <a:spLocks noGrp="1"/>
          </p:cNvSpPr>
          <p:nvPr>
            <p:ph type="sldNum" sz="quarter" idx="12"/>
          </p:nvPr>
        </p:nvSpPr>
        <p:spPr/>
        <p:txBody>
          <a:bodyPr/>
          <a:lstStyle/>
          <a:p>
            <a:fld id="{23AA811B-2EBD-4900-905E-5BE206449611}" type="slidenum">
              <a:rPr lang="en-US" smtClean="0"/>
              <a:pPr/>
              <a:t>67</a:t>
            </a:fld>
            <a:endParaRPr lang="en-US"/>
          </a:p>
        </p:txBody>
      </p:sp>
      <p:sp>
        <p:nvSpPr>
          <p:cNvPr id="8" name="Picture Placeholder 11">
            <a:extLst>
              <a:ext uri="{FF2B5EF4-FFF2-40B4-BE49-F238E27FC236}">
                <a16:creationId xmlns:a16="http://schemas.microsoft.com/office/drawing/2014/main" id="{F3CDF482-E794-F9BD-57EB-CAA04390129A}"/>
              </a:ext>
            </a:extLst>
          </p:cNvPr>
          <p:cNvSpPr txBox="1">
            <a:spLocks/>
          </p:cNvSpPr>
          <p:nvPr/>
        </p:nvSpPr>
        <p:spPr>
          <a:xfrm>
            <a:off x="0" y="0"/>
            <a:ext cx="7840662" cy="6858000"/>
          </a:xfrm>
          <a:prstGeom prst="rect">
            <a:avLst/>
          </a:prstGeom>
          <a:solidFill>
            <a:schemeClr val="bg2"/>
          </a:solidFill>
        </p:spPr>
        <p:txBody>
          <a:bodyPr lIns="0" tIns="0" bIns="720000" anchor="ctr"/>
          <a:lstStyle>
            <a:lvl1pPr marL="0" marR="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sz="1600" kern="1200">
                <a:solidFill>
                  <a:schemeClr val="bg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a:defRPr/>
            </a:pPr>
            <a:r>
              <a:rPr lang="en-CA"/>
              <a:t>Click here and add image from Templafy</a:t>
            </a:r>
          </a:p>
        </p:txBody>
      </p:sp>
      <p:grpSp>
        <p:nvGrpSpPr>
          <p:cNvPr id="9" name="Group 8">
            <a:extLst>
              <a:ext uri="{FF2B5EF4-FFF2-40B4-BE49-F238E27FC236}">
                <a16:creationId xmlns:a16="http://schemas.microsoft.com/office/drawing/2014/main" id="{03910FAF-2575-4E2B-3996-A2632C38860B}"/>
              </a:ext>
            </a:extLst>
          </p:cNvPr>
          <p:cNvGrpSpPr/>
          <p:nvPr/>
        </p:nvGrpSpPr>
        <p:grpSpPr>
          <a:xfrm>
            <a:off x="5554296" y="2054688"/>
            <a:ext cx="4636800" cy="2208217"/>
            <a:chOff x="3920053" y="2227054"/>
            <a:chExt cx="4636800" cy="2208217"/>
          </a:xfrm>
          <a:solidFill>
            <a:schemeClr val="tx1"/>
          </a:solidFill>
        </p:grpSpPr>
        <p:sp>
          <p:nvSpPr>
            <p:cNvPr id="10" name="Rectangle 9">
              <a:extLst>
                <a:ext uri="{FF2B5EF4-FFF2-40B4-BE49-F238E27FC236}">
                  <a16:creationId xmlns:a16="http://schemas.microsoft.com/office/drawing/2014/main" id="{DFC8D0EA-1C2F-A0E8-C625-D9060A1BC87D}"/>
                </a:ext>
              </a:extLst>
            </p:cNvPr>
            <p:cNvSpPr/>
            <p:nvPr/>
          </p:nvSpPr>
          <p:spPr>
            <a:xfrm flipV="1">
              <a:off x="3920053" y="2442254"/>
              <a:ext cx="4636800" cy="199301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a:p>
          </p:txBody>
        </p:sp>
        <p:sp>
          <p:nvSpPr>
            <p:cNvPr id="11" name="Title 26">
              <a:extLst>
                <a:ext uri="{FF2B5EF4-FFF2-40B4-BE49-F238E27FC236}">
                  <a16:creationId xmlns:a16="http://schemas.microsoft.com/office/drawing/2014/main" id="{4D7E64B6-4B9D-13CC-33E7-21C5359F3D33}"/>
                </a:ext>
              </a:extLst>
            </p:cNvPr>
            <p:cNvSpPr txBox="1">
              <a:spLocks/>
            </p:cNvSpPr>
            <p:nvPr/>
          </p:nvSpPr>
          <p:spPr>
            <a:xfrm>
              <a:off x="4567610" y="2944340"/>
              <a:ext cx="3418881" cy="1044000"/>
            </a:xfrm>
            <a:prstGeom prst="rect">
              <a:avLst/>
            </a:prstGeom>
            <a:noFill/>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nSpc>
                  <a:spcPct val="90000"/>
                </a:lnSpc>
              </a:pPr>
              <a:r>
                <a:rPr lang="en-CA" sz="4000">
                  <a:solidFill>
                    <a:schemeClr val="bg1"/>
                  </a:solidFill>
                  <a:ea typeface="Open Sans Light"/>
                  <a:cs typeface="Open Sans Light"/>
                </a:rPr>
                <a:t>Our Differentiators</a:t>
              </a:r>
              <a:endParaRPr lang="en-CA" sz="4000" b="1">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endParaRPr>
            </a:p>
          </p:txBody>
        </p:sp>
        <p:sp>
          <p:nvSpPr>
            <p:cNvPr id="12" name="Rectangle 11">
              <a:extLst>
                <a:ext uri="{FF2B5EF4-FFF2-40B4-BE49-F238E27FC236}">
                  <a16:creationId xmlns:a16="http://schemas.microsoft.com/office/drawing/2014/main" id="{1513F0CB-4B18-EF95-70C4-B15174D0A06A}"/>
                </a:ext>
              </a:extLst>
            </p:cNvPr>
            <p:cNvSpPr/>
            <p:nvPr/>
          </p:nvSpPr>
          <p:spPr>
            <a:xfrm flipV="1">
              <a:off x="4351338" y="2227054"/>
              <a:ext cx="892867" cy="4095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a:p>
          </p:txBody>
        </p:sp>
        <p:sp>
          <p:nvSpPr>
            <p:cNvPr id="13" name="Title 26">
              <a:extLst>
                <a:ext uri="{FF2B5EF4-FFF2-40B4-BE49-F238E27FC236}">
                  <a16:creationId xmlns:a16="http://schemas.microsoft.com/office/drawing/2014/main" id="{4469CAC9-BF07-5CA3-4D8F-4FAA062BA8C5}"/>
                </a:ext>
              </a:extLst>
            </p:cNvPr>
            <p:cNvSpPr txBox="1">
              <a:spLocks/>
            </p:cNvSpPr>
            <p:nvPr/>
          </p:nvSpPr>
          <p:spPr>
            <a:xfrm>
              <a:off x="4567610" y="2370403"/>
              <a:ext cx="3707802" cy="266218"/>
            </a:xfrm>
            <a:prstGeom prst="rect">
              <a:avLst/>
            </a:prstGeom>
            <a:noFill/>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r>
                <a:rPr lang="en-CA" sz="1200" b="1">
                  <a:solidFill>
                    <a:schemeClr val="bg1"/>
                  </a:solidFill>
                  <a:latin typeface="Open Sans" panose="020B0606030504020204" pitchFamily="34" charset="0"/>
                  <a:ea typeface="Open Sans" panose="020B0606030504020204" pitchFamily="34" charset="0"/>
                  <a:cs typeface="Open Sans" panose="020B0606030504020204" pitchFamily="34" charset="0"/>
                </a:rPr>
                <a:t>Part 7</a:t>
              </a:r>
            </a:p>
          </p:txBody>
        </p:sp>
      </p:grpSp>
    </p:spTree>
    <p:custDataLst>
      <p:custData r:id="rId1"/>
      <p:custData r:id="rId2"/>
    </p:custDataLst>
    <p:extLst>
      <p:ext uri="{BB962C8B-B14F-4D97-AF65-F5344CB8AC3E}">
        <p14:creationId xmlns:p14="http://schemas.microsoft.com/office/powerpoint/2010/main" val="405195213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E80F2372-833C-B544-2D3B-436B30D268CD}"/>
              </a:ext>
            </a:extLst>
          </p:cNvPr>
          <p:cNvSpPr/>
          <p:nvPr/>
        </p:nvSpPr>
        <p:spPr>
          <a:xfrm>
            <a:off x="4357589" y="2015755"/>
            <a:ext cx="3510241" cy="210122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217">
              <a:defRPr/>
            </a:pPr>
            <a:endParaRPr lang="en-US" sz="900" b="1">
              <a:latin typeface="Montserrat Light" charset="0"/>
            </a:endParaRPr>
          </a:p>
        </p:txBody>
      </p:sp>
      <p:sp>
        <p:nvSpPr>
          <p:cNvPr id="13" name="Rectangle 12">
            <a:extLst>
              <a:ext uri="{FF2B5EF4-FFF2-40B4-BE49-F238E27FC236}">
                <a16:creationId xmlns:a16="http://schemas.microsoft.com/office/drawing/2014/main" id="{67AAAA77-F75B-43AD-CFB5-C99A16F2ACD1}"/>
              </a:ext>
            </a:extLst>
          </p:cNvPr>
          <p:cNvSpPr/>
          <p:nvPr/>
        </p:nvSpPr>
        <p:spPr>
          <a:xfrm>
            <a:off x="7934503" y="2015755"/>
            <a:ext cx="3510241" cy="210122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217">
              <a:defRPr/>
            </a:pPr>
            <a:endParaRPr lang="en-US" sz="900" b="1">
              <a:latin typeface="Montserrat Light" charset="0"/>
            </a:endParaRPr>
          </a:p>
        </p:txBody>
      </p:sp>
      <p:sp>
        <p:nvSpPr>
          <p:cNvPr id="35" name="Rectangle 34">
            <a:extLst>
              <a:ext uri="{FF2B5EF4-FFF2-40B4-BE49-F238E27FC236}">
                <a16:creationId xmlns:a16="http://schemas.microsoft.com/office/drawing/2014/main" id="{4C62C7F1-94CA-8DA7-531C-A47B35F42AC2}"/>
              </a:ext>
            </a:extLst>
          </p:cNvPr>
          <p:cNvSpPr/>
          <p:nvPr/>
        </p:nvSpPr>
        <p:spPr>
          <a:xfrm>
            <a:off x="747258" y="4222455"/>
            <a:ext cx="3510241" cy="2101226"/>
          </a:xfrm>
          <a:prstGeom prst="rect">
            <a:avLst/>
          </a:prstGeom>
          <a:solidFill>
            <a:srgbClr val="E5E8F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217">
              <a:defRPr/>
            </a:pPr>
            <a:endParaRPr lang="en-US" sz="900" b="1">
              <a:latin typeface="Montserrat Light" charset="0"/>
            </a:endParaRPr>
          </a:p>
        </p:txBody>
      </p:sp>
      <p:sp>
        <p:nvSpPr>
          <p:cNvPr id="36" name="Rectangle 35">
            <a:extLst>
              <a:ext uri="{FF2B5EF4-FFF2-40B4-BE49-F238E27FC236}">
                <a16:creationId xmlns:a16="http://schemas.microsoft.com/office/drawing/2014/main" id="{E8B7E9C2-AD5B-23BD-EA57-51F39EB2BD17}"/>
              </a:ext>
            </a:extLst>
          </p:cNvPr>
          <p:cNvSpPr/>
          <p:nvPr/>
        </p:nvSpPr>
        <p:spPr>
          <a:xfrm>
            <a:off x="4357589" y="4222455"/>
            <a:ext cx="3510241" cy="2101226"/>
          </a:xfrm>
          <a:prstGeom prst="rect">
            <a:avLst/>
          </a:prstGeom>
          <a:solidFill>
            <a:srgbClr val="E5E8F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217">
              <a:defRPr/>
            </a:pPr>
            <a:endParaRPr lang="en-US" sz="900" b="1">
              <a:latin typeface="Montserrat Light" charset="0"/>
            </a:endParaRPr>
          </a:p>
        </p:txBody>
      </p:sp>
      <p:sp>
        <p:nvSpPr>
          <p:cNvPr id="37" name="Rectangle 36">
            <a:extLst>
              <a:ext uri="{FF2B5EF4-FFF2-40B4-BE49-F238E27FC236}">
                <a16:creationId xmlns:a16="http://schemas.microsoft.com/office/drawing/2014/main" id="{C3E0595B-EE56-80AD-541E-324BAC27D745}"/>
              </a:ext>
            </a:extLst>
          </p:cNvPr>
          <p:cNvSpPr/>
          <p:nvPr/>
        </p:nvSpPr>
        <p:spPr>
          <a:xfrm>
            <a:off x="7934503" y="4222455"/>
            <a:ext cx="3510241" cy="2101226"/>
          </a:xfrm>
          <a:prstGeom prst="rect">
            <a:avLst/>
          </a:prstGeom>
          <a:solidFill>
            <a:srgbClr val="E5E8F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217">
              <a:defRPr/>
            </a:pPr>
            <a:endParaRPr lang="en-US" sz="900" b="1">
              <a:latin typeface="Montserrat Light" charset="0"/>
            </a:endParaRPr>
          </a:p>
        </p:txBody>
      </p:sp>
      <p:sp>
        <p:nvSpPr>
          <p:cNvPr id="2" name="Text Placeholder 1">
            <a:extLst>
              <a:ext uri="{FF2B5EF4-FFF2-40B4-BE49-F238E27FC236}">
                <a16:creationId xmlns:a16="http://schemas.microsoft.com/office/drawing/2014/main" id="{74F3760A-E3E6-1AB6-DE64-3B893455DFDF}"/>
              </a:ext>
            </a:extLst>
          </p:cNvPr>
          <p:cNvSpPr>
            <a:spLocks noGrp="1"/>
          </p:cNvSpPr>
          <p:nvPr>
            <p:ph type="body" sz="quarter" idx="13"/>
          </p:nvPr>
        </p:nvSpPr>
        <p:spPr>
          <a:xfrm>
            <a:off x="647525" y="669600"/>
            <a:ext cx="10893425" cy="392400"/>
          </a:xfrm>
        </p:spPr>
        <p:txBody>
          <a:bodyPr/>
          <a:lstStyle/>
          <a:p>
            <a:r>
              <a:rPr lang="en-US"/>
              <a:t>OUR DIFFERENTIATORS</a:t>
            </a:r>
          </a:p>
        </p:txBody>
      </p:sp>
      <p:sp>
        <p:nvSpPr>
          <p:cNvPr id="3" name="Title 2">
            <a:extLst>
              <a:ext uri="{FF2B5EF4-FFF2-40B4-BE49-F238E27FC236}">
                <a16:creationId xmlns:a16="http://schemas.microsoft.com/office/drawing/2014/main" id="{4D22CA3A-E36B-4F59-EC82-BE4D26D04C5E}"/>
              </a:ext>
            </a:extLst>
          </p:cNvPr>
          <p:cNvSpPr>
            <a:spLocks noGrp="1"/>
          </p:cNvSpPr>
          <p:nvPr>
            <p:ph type="title"/>
          </p:nvPr>
        </p:nvSpPr>
        <p:spPr>
          <a:xfrm>
            <a:off x="648000" y="1062000"/>
            <a:ext cx="10893600" cy="835200"/>
          </a:xfrm>
        </p:spPr>
        <p:txBody>
          <a:bodyPr/>
          <a:lstStyle/>
          <a:p>
            <a:r>
              <a:rPr lang="en-US"/>
              <a:t>Our Proposition</a:t>
            </a:r>
          </a:p>
        </p:txBody>
      </p:sp>
      <p:sp>
        <p:nvSpPr>
          <p:cNvPr id="16" name="Text Placeholder 15">
            <a:extLst>
              <a:ext uri="{FF2B5EF4-FFF2-40B4-BE49-F238E27FC236}">
                <a16:creationId xmlns:a16="http://schemas.microsoft.com/office/drawing/2014/main" id="{FF6BD7BB-F9E5-7351-7716-D6B467A2CBF4}"/>
              </a:ext>
            </a:extLst>
          </p:cNvPr>
          <p:cNvSpPr>
            <a:spLocks noGrp="1"/>
          </p:cNvSpPr>
          <p:nvPr>
            <p:ph type="body" sz="quarter" idx="14"/>
          </p:nvPr>
        </p:nvSpPr>
        <p:spPr/>
        <p:txBody>
          <a:bodyPr/>
          <a:lstStyle/>
          <a:p>
            <a:endParaRPr lang="en-CA">
              <a:solidFill>
                <a:schemeClr val="tx1"/>
              </a:solidFill>
            </a:endParaRPr>
          </a:p>
        </p:txBody>
      </p:sp>
      <p:sp>
        <p:nvSpPr>
          <p:cNvPr id="6" name="Footer Placeholder 5">
            <a:extLst>
              <a:ext uri="{FF2B5EF4-FFF2-40B4-BE49-F238E27FC236}">
                <a16:creationId xmlns:a16="http://schemas.microsoft.com/office/drawing/2014/main" id="{04BA083D-DFD7-C479-AD5B-47084C4C6592}"/>
              </a:ext>
            </a:extLst>
          </p:cNvPr>
          <p:cNvSpPr>
            <a:spLocks noGrp="1"/>
          </p:cNvSpPr>
          <p:nvPr>
            <p:ph type="ftr" sz="quarter" idx="11"/>
          </p:nvPr>
        </p:nvSpPr>
        <p:spPr>
          <a:xfrm>
            <a:off x="6202800" y="248400"/>
            <a:ext cx="4636800" cy="180000"/>
          </a:xfrm>
        </p:spPr>
        <p:txBody>
          <a:bodyPr/>
          <a:lstStyle/>
          <a:p>
            <a:r>
              <a:rPr lang="en-US"/>
              <a:t>Colliers</a:t>
            </a:r>
          </a:p>
        </p:txBody>
      </p:sp>
      <p:sp>
        <p:nvSpPr>
          <p:cNvPr id="7" name="Slide Number Placeholder 6">
            <a:extLst>
              <a:ext uri="{FF2B5EF4-FFF2-40B4-BE49-F238E27FC236}">
                <a16:creationId xmlns:a16="http://schemas.microsoft.com/office/drawing/2014/main" id="{1D391117-79F5-4966-765F-4A19C5B86AF6}"/>
              </a:ext>
            </a:extLst>
          </p:cNvPr>
          <p:cNvSpPr>
            <a:spLocks noGrp="1"/>
          </p:cNvSpPr>
          <p:nvPr>
            <p:ph type="sldNum" sz="quarter" idx="12"/>
          </p:nvPr>
        </p:nvSpPr>
        <p:spPr>
          <a:xfrm>
            <a:off x="11167200" y="248400"/>
            <a:ext cx="374400" cy="180000"/>
          </a:xfrm>
        </p:spPr>
        <p:txBody>
          <a:bodyPr/>
          <a:lstStyle/>
          <a:p>
            <a:fld id="{23AA811B-2EBD-4900-905E-5BE206449611}" type="slidenum">
              <a:rPr lang="en-US"/>
              <a:pPr/>
              <a:t>68</a:t>
            </a:fld>
            <a:endParaRPr lang="en-US"/>
          </a:p>
        </p:txBody>
      </p:sp>
      <p:sp>
        <p:nvSpPr>
          <p:cNvPr id="10" name="TextBox 9">
            <a:extLst>
              <a:ext uri="{FF2B5EF4-FFF2-40B4-BE49-F238E27FC236}">
                <a16:creationId xmlns:a16="http://schemas.microsoft.com/office/drawing/2014/main" id="{067B2284-36E2-9FFD-58E7-EE516FA1A8EA}"/>
              </a:ext>
            </a:extLst>
          </p:cNvPr>
          <p:cNvSpPr txBox="1"/>
          <p:nvPr/>
        </p:nvSpPr>
        <p:spPr>
          <a:xfrm>
            <a:off x="1113316" y="5396943"/>
            <a:ext cx="2778125" cy="639086"/>
          </a:xfrm>
          <a:prstGeom prst="rect">
            <a:avLst/>
          </a:prstGeom>
          <a:noFill/>
        </p:spPr>
        <p:txBody>
          <a:bodyPr wrap="square" anchor="b" anchorCtr="0">
            <a:spAutoFit/>
          </a:bodyPr>
          <a:lstStyle/>
          <a:p>
            <a:pPr algn="ctr" defTabSz="914217">
              <a:lnSpc>
                <a:spcPts val="2200"/>
              </a:lnSpc>
              <a:defRPr/>
            </a:pPr>
            <a:r>
              <a:rPr lang="en-US" sz="1600" b="1">
                <a:latin typeface="Open Sans Semibold" panose="020B0606030504020204" pitchFamily="34" charset="0"/>
                <a:ea typeface="Open Sans Semibold" panose="020B0606030504020204" pitchFamily="34" charset="0"/>
                <a:cs typeface="Open Sans Semibold" panose="020B0606030504020204" pitchFamily="34" charset="0"/>
              </a:rPr>
              <a:t>Specific</a:t>
            </a:r>
            <a:br>
              <a:rPr lang="en-US" sz="1600" b="1">
                <a:latin typeface="Open Sans Semibold" panose="020B0606030504020204" pitchFamily="34" charset="0"/>
                <a:ea typeface="Open Sans Semibold" panose="020B0606030504020204" pitchFamily="34" charset="0"/>
                <a:cs typeface="Open Sans Semibold" panose="020B0606030504020204" pitchFamily="34" charset="0"/>
              </a:rPr>
            </a:br>
            <a:r>
              <a:rPr lang="en-US" sz="1600" b="1">
                <a:latin typeface="Open Sans Semibold" panose="020B0606030504020204" pitchFamily="34" charset="0"/>
                <a:ea typeface="Open Sans Semibold" panose="020B0606030504020204" pitchFamily="34" charset="0"/>
                <a:cs typeface="Open Sans Semibold" panose="020B0606030504020204" pitchFamily="34" charset="0"/>
              </a:rPr>
              <a:t>industry expertise</a:t>
            </a:r>
          </a:p>
        </p:txBody>
      </p:sp>
      <p:sp>
        <p:nvSpPr>
          <p:cNvPr id="18" name="TextBox 17">
            <a:extLst>
              <a:ext uri="{FF2B5EF4-FFF2-40B4-BE49-F238E27FC236}">
                <a16:creationId xmlns:a16="http://schemas.microsoft.com/office/drawing/2014/main" id="{FEDD6E15-D763-4052-491C-B81A3B1E59A6}"/>
              </a:ext>
            </a:extLst>
          </p:cNvPr>
          <p:cNvSpPr txBox="1"/>
          <p:nvPr/>
        </p:nvSpPr>
        <p:spPr>
          <a:xfrm>
            <a:off x="4369634" y="3146952"/>
            <a:ext cx="3486150" cy="639086"/>
          </a:xfrm>
          <a:prstGeom prst="rect">
            <a:avLst/>
          </a:prstGeom>
          <a:noFill/>
        </p:spPr>
        <p:txBody>
          <a:bodyPr wrap="square" anchor="b" anchorCtr="0">
            <a:spAutoFit/>
          </a:bodyPr>
          <a:lstStyle/>
          <a:p>
            <a:pPr algn="ctr" defTabSz="914217">
              <a:lnSpc>
                <a:spcPts val="2200"/>
              </a:lnSpc>
              <a:defRPr/>
            </a:pPr>
            <a:r>
              <a:rPr lang="en-US" sz="1600" b="1">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rPr>
              <a:t>Best Practices from across the occupier/workplace spectrum</a:t>
            </a:r>
          </a:p>
        </p:txBody>
      </p:sp>
      <p:sp>
        <p:nvSpPr>
          <p:cNvPr id="20" name="TextBox 19">
            <a:extLst>
              <a:ext uri="{FF2B5EF4-FFF2-40B4-BE49-F238E27FC236}">
                <a16:creationId xmlns:a16="http://schemas.microsoft.com/office/drawing/2014/main" id="{1399945C-0628-FC74-DFE3-C0F7D7F0D9E1}"/>
              </a:ext>
            </a:extLst>
          </p:cNvPr>
          <p:cNvSpPr txBox="1"/>
          <p:nvPr/>
        </p:nvSpPr>
        <p:spPr>
          <a:xfrm>
            <a:off x="4723647" y="5396943"/>
            <a:ext cx="2778125" cy="639086"/>
          </a:xfrm>
          <a:prstGeom prst="rect">
            <a:avLst/>
          </a:prstGeom>
          <a:noFill/>
        </p:spPr>
        <p:txBody>
          <a:bodyPr wrap="square" anchor="b" anchorCtr="0">
            <a:spAutoFit/>
          </a:bodyPr>
          <a:lstStyle/>
          <a:p>
            <a:pPr algn="ctr" defTabSz="914217">
              <a:lnSpc>
                <a:spcPts val="2200"/>
              </a:lnSpc>
              <a:defRPr/>
            </a:pPr>
            <a:r>
              <a:rPr lang="en-US" sz="1600" b="1">
                <a:latin typeface="Open Sans Semibold" panose="020B0606030504020204" pitchFamily="34" charset="0"/>
                <a:ea typeface="Open Sans Semibold" panose="020B0606030504020204" pitchFamily="34" charset="0"/>
                <a:cs typeface="Open Sans Semibold" panose="020B0606030504020204" pitchFamily="34" charset="0"/>
              </a:rPr>
              <a:t>Colliers culture and industry leadership</a:t>
            </a:r>
          </a:p>
        </p:txBody>
      </p:sp>
      <p:sp>
        <p:nvSpPr>
          <p:cNvPr id="23" name="TextBox 22">
            <a:extLst>
              <a:ext uri="{FF2B5EF4-FFF2-40B4-BE49-F238E27FC236}">
                <a16:creationId xmlns:a16="http://schemas.microsoft.com/office/drawing/2014/main" id="{B2197797-789A-B9E1-26CB-8218480A732B}"/>
              </a:ext>
            </a:extLst>
          </p:cNvPr>
          <p:cNvSpPr txBox="1"/>
          <p:nvPr/>
        </p:nvSpPr>
        <p:spPr>
          <a:xfrm>
            <a:off x="7946548" y="3146952"/>
            <a:ext cx="3486150" cy="639086"/>
          </a:xfrm>
          <a:prstGeom prst="rect">
            <a:avLst/>
          </a:prstGeom>
          <a:noFill/>
        </p:spPr>
        <p:txBody>
          <a:bodyPr wrap="square" anchor="b" anchorCtr="0">
            <a:spAutoFit/>
          </a:bodyPr>
          <a:lstStyle/>
          <a:p>
            <a:pPr algn="ctr" defTabSz="914217">
              <a:lnSpc>
                <a:spcPts val="2200"/>
              </a:lnSpc>
              <a:defRPr/>
            </a:pPr>
            <a:r>
              <a:rPr lang="en-US" sz="1600" b="1">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rPr>
              <a:t>Mutual beneficial </a:t>
            </a:r>
            <a:br>
              <a:rPr lang="en-US" sz="1600" b="1">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rPr>
            </a:br>
            <a:r>
              <a:rPr lang="en-US" sz="1600" b="1">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rPr>
              <a:t>partnership opportunities</a:t>
            </a:r>
          </a:p>
        </p:txBody>
      </p:sp>
      <p:sp>
        <p:nvSpPr>
          <p:cNvPr id="25" name="TextBox 24">
            <a:extLst>
              <a:ext uri="{FF2B5EF4-FFF2-40B4-BE49-F238E27FC236}">
                <a16:creationId xmlns:a16="http://schemas.microsoft.com/office/drawing/2014/main" id="{91107222-C718-3715-FB58-A9121DBA79D5}"/>
              </a:ext>
            </a:extLst>
          </p:cNvPr>
          <p:cNvSpPr txBox="1"/>
          <p:nvPr/>
        </p:nvSpPr>
        <p:spPr>
          <a:xfrm>
            <a:off x="8300561" y="5396943"/>
            <a:ext cx="2778125" cy="639086"/>
          </a:xfrm>
          <a:prstGeom prst="rect">
            <a:avLst/>
          </a:prstGeom>
          <a:noFill/>
        </p:spPr>
        <p:txBody>
          <a:bodyPr wrap="square" anchor="b" anchorCtr="0">
            <a:spAutoFit/>
          </a:bodyPr>
          <a:lstStyle/>
          <a:p>
            <a:pPr algn="ctr" defTabSz="914217">
              <a:lnSpc>
                <a:spcPts val="2200"/>
              </a:lnSpc>
              <a:defRPr/>
            </a:pPr>
            <a:r>
              <a:rPr lang="en-US" sz="1600" b="1">
                <a:latin typeface="Open Sans Semibold" panose="020B0606030504020204" pitchFamily="34" charset="0"/>
                <a:ea typeface="Open Sans Semibold" panose="020B0606030504020204" pitchFamily="34" charset="0"/>
                <a:cs typeface="Open Sans Semibold" panose="020B0606030504020204" pitchFamily="34" charset="0"/>
              </a:rPr>
              <a:t>Technology/ Analytics / Market Research</a:t>
            </a:r>
          </a:p>
        </p:txBody>
      </p:sp>
      <p:pic>
        <p:nvPicPr>
          <p:cNvPr id="22" name="Graphic 21">
            <a:extLst>
              <a:ext uri="{FF2B5EF4-FFF2-40B4-BE49-F238E27FC236}">
                <a16:creationId xmlns:a16="http://schemas.microsoft.com/office/drawing/2014/main" id="{6C6A3DEC-9D80-7298-0554-EB529E159EF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02862" y="2245822"/>
            <a:ext cx="819694" cy="819694"/>
          </a:xfrm>
          <a:prstGeom prst="rect">
            <a:avLst/>
          </a:prstGeom>
        </p:spPr>
      </p:pic>
      <p:pic>
        <p:nvPicPr>
          <p:cNvPr id="27" name="Graphic 26">
            <a:extLst>
              <a:ext uri="{FF2B5EF4-FFF2-40B4-BE49-F238E27FC236}">
                <a16:creationId xmlns:a16="http://schemas.microsoft.com/office/drawing/2014/main" id="{43944932-346A-C4E8-1AFE-5890A63D27B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272111" y="2238157"/>
            <a:ext cx="835024" cy="835024"/>
          </a:xfrm>
          <a:prstGeom prst="rect">
            <a:avLst/>
          </a:prstGeom>
        </p:spPr>
      </p:pic>
      <p:pic>
        <p:nvPicPr>
          <p:cNvPr id="28" name="Graphic 27">
            <a:extLst>
              <a:ext uri="{FF2B5EF4-FFF2-40B4-BE49-F238E27FC236}">
                <a16:creationId xmlns:a16="http://schemas.microsoft.com/office/drawing/2014/main" id="{8C76CB20-33AA-CFBB-AA09-F200D8F8E03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272111" y="4455156"/>
            <a:ext cx="835024" cy="835024"/>
          </a:xfrm>
          <a:prstGeom prst="rect">
            <a:avLst/>
          </a:prstGeom>
        </p:spPr>
      </p:pic>
      <p:pic>
        <p:nvPicPr>
          <p:cNvPr id="29" name="Graphic 28">
            <a:extLst>
              <a:ext uri="{FF2B5EF4-FFF2-40B4-BE49-F238E27FC236}">
                <a16:creationId xmlns:a16="http://schemas.microsoft.com/office/drawing/2014/main" id="{1D5A1A62-C437-B743-21B4-62904782490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95197" y="4455156"/>
            <a:ext cx="835024" cy="835024"/>
          </a:xfrm>
          <a:prstGeom prst="rect">
            <a:avLst/>
          </a:prstGeom>
        </p:spPr>
      </p:pic>
      <p:pic>
        <p:nvPicPr>
          <p:cNvPr id="30" name="Graphic 29">
            <a:extLst>
              <a:ext uri="{FF2B5EF4-FFF2-40B4-BE49-F238E27FC236}">
                <a16:creationId xmlns:a16="http://schemas.microsoft.com/office/drawing/2014/main" id="{08593273-B15F-4F31-9F1C-275BE00EADF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84866" y="4455156"/>
            <a:ext cx="835025" cy="835025"/>
          </a:xfrm>
          <a:prstGeom prst="rect">
            <a:avLst/>
          </a:prstGeom>
        </p:spPr>
      </p:pic>
      <p:sp>
        <p:nvSpPr>
          <p:cNvPr id="4" name="Rectangle 3">
            <a:extLst>
              <a:ext uri="{FF2B5EF4-FFF2-40B4-BE49-F238E27FC236}">
                <a16:creationId xmlns:a16="http://schemas.microsoft.com/office/drawing/2014/main" id="{4D6C9B19-52DD-9643-8B02-7B98FA8DC824}"/>
              </a:ext>
            </a:extLst>
          </p:cNvPr>
          <p:cNvSpPr/>
          <p:nvPr/>
        </p:nvSpPr>
        <p:spPr>
          <a:xfrm>
            <a:off x="747258" y="2015755"/>
            <a:ext cx="3510241" cy="210122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217">
              <a:defRPr/>
            </a:pPr>
            <a:endParaRPr lang="en-US" sz="900" b="1">
              <a:latin typeface="Montserrat Light" charset="0"/>
            </a:endParaRPr>
          </a:p>
        </p:txBody>
      </p:sp>
      <p:sp>
        <p:nvSpPr>
          <p:cNvPr id="8" name="TextBox 7">
            <a:extLst>
              <a:ext uri="{FF2B5EF4-FFF2-40B4-BE49-F238E27FC236}">
                <a16:creationId xmlns:a16="http://schemas.microsoft.com/office/drawing/2014/main" id="{F02F8F90-F42C-B8E7-8591-33E3AA214D50}"/>
              </a:ext>
            </a:extLst>
          </p:cNvPr>
          <p:cNvSpPr txBox="1"/>
          <p:nvPr/>
        </p:nvSpPr>
        <p:spPr>
          <a:xfrm>
            <a:off x="759303" y="2925198"/>
            <a:ext cx="3486150" cy="639086"/>
          </a:xfrm>
          <a:prstGeom prst="rect">
            <a:avLst/>
          </a:prstGeom>
          <a:noFill/>
        </p:spPr>
        <p:txBody>
          <a:bodyPr wrap="square" anchor="b" anchorCtr="0">
            <a:spAutoFit/>
          </a:bodyPr>
          <a:lstStyle/>
          <a:p>
            <a:pPr algn="ctr" defTabSz="914217">
              <a:lnSpc>
                <a:spcPts val="2200"/>
              </a:lnSpc>
              <a:defRPr/>
            </a:pPr>
            <a:r>
              <a:rPr lang="en-US" sz="1600" b="1">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rPr>
              <a:t>High Performance </a:t>
            </a:r>
            <a:br>
              <a:rPr lang="en-US" sz="1600" b="1">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rPr>
            </a:br>
            <a:r>
              <a:rPr lang="en-US" sz="1600" b="1">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rPr>
              <a:t>Account Team</a:t>
            </a:r>
          </a:p>
        </p:txBody>
      </p:sp>
      <p:sp>
        <p:nvSpPr>
          <p:cNvPr id="9" name="TextBox 44">
            <a:extLst>
              <a:ext uri="{FF2B5EF4-FFF2-40B4-BE49-F238E27FC236}">
                <a16:creationId xmlns:a16="http://schemas.microsoft.com/office/drawing/2014/main" id="{A472F72A-49DC-1359-2730-141A6D6F54D5}"/>
              </a:ext>
            </a:extLst>
          </p:cNvPr>
          <p:cNvSpPr txBox="1">
            <a:spLocks noChangeArrowheads="1"/>
          </p:cNvSpPr>
          <p:nvPr/>
        </p:nvSpPr>
        <p:spPr bwMode="auto">
          <a:xfrm>
            <a:off x="759303" y="3529459"/>
            <a:ext cx="3486150" cy="532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600">
                <a:solidFill>
                  <a:schemeClr val="tx1"/>
                </a:solidFill>
                <a:latin typeface="Lato Light" panose="020F0302020204030204" pitchFamily="34" charset="0"/>
              </a:defRPr>
            </a:lvl1pPr>
            <a:lvl2pPr marL="742950" indent="-285750">
              <a:defRPr sz="3600">
                <a:solidFill>
                  <a:schemeClr val="tx1"/>
                </a:solidFill>
                <a:latin typeface="Lato Light" panose="020F0302020204030204" pitchFamily="34" charset="0"/>
              </a:defRPr>
            </a:lvl2pPr>
            <a:lvl3pPr marL="1143000" indent="-228600">
              <a:defRPr sz="3600">
                <a:solidFill>
                  <a:schemeClr val="tx1"/>
                </a:solidFill>
                <a:latin typeface="Lato Light" panose="020F0302020204030204" pitchFamily="34" charset="0"/>
              </a:defRPr>
            </a:lvl3pPr>
            <a:lvl4pPr marL="1600200" indent="-228600">
              <a:defRPr sz="3600">
                <a:solidFill>
                  <a:schemeClr val="tx1"/>
                </a:solidFill>
                <a:latin typeface="Lato Light" panose="020F0302020204030204" pitchFamily="34" charset="0"/>
              </a:defRPr>
            </a:lvl4pPr>
            <a:lvl5pPr marL="2057400" indent="-228600">
              <a:defRPr sz="3600">
                <a:solidFill>
                  <a:schemeClr val="tx1"/>
                </a:solidFill>
                <a:latin typeface="Lato Light" panose="020F0302020204030204" pitchFamily="34" charset="0"/>
              </a:defRPr>
            </a:lvl5pPr>
            <a:lvl6pPr marL="2514600" indent="-228600" defTabSz="1827213" fontAlgn="base">
              <a:spcBef>
                <a:spcPct val="0"/>
              </a:spcBef>
              <a:spcAft>
                <a:spcPct val="0"/>
              </a:spcAft>
              <a:defRPr sz="3600">
                <a:solidFill>
                  <a:schemeClr val="tx1"/>
                </a:solidFill>
                <a:latin typeface="Lato Light" panose="020F0302020204030204" pitchFamily="34" charset="0"/>
              </a:defRPr>
            </a:lvl6pPr>
            <a:lvl7pPr marL="2971800" indent="-228600" defTabSz="1827213" fontAlgn="base">
              <a:spcBef>
                <a:spcPct val="0"/>
              </a:spcBef>
              <a:spcAft>
                <a:spcPct val="0"/>
              </a:spcAft>
              <a:defRPr sz="3600">
                <a:solidFill>
                  <a:schemeClr val="tx1"/>
                </a:solidFill>
                <a:latin typeface="Lato Light" panose="020F0302020204030204" pitchFamily="34" charset="0"/>
              </a:defRPr>
            </a:lvl7pPr>
            <a:lvl8pPr marL="3429000" indent="-228600" defTabSz="1827213" fontAlgn="base">
              <a:spcBef>
                <a:spcPct val="0"/>
              </a:spcBef>
              <a:spcAft>
                <a:spcPct val="0"/>
              </a:spcAft>
              <a:defRPr sz="3600">
                <a:solidFill>
                  <a:schemeClr val="tx1"/>
                </a:solidFill>
                <a:latin typeface="Lato Light" panose="020F0302020204030204" pitchFamily="34" charset="0"/>
              </a:defRPr>
            </a:lvl8pPr>
            <a:lvl9pPr marL="3886200" indent="-228600" defTabSz="1827213" fontAlgn="base">
              <a:spcBef>
                <a:spcPct val="0"/>
              </a:spcBef>
              <a:spcAft>
                <a:spcPct val="0"/>
              </a:spcAft>
              <a:defRPr sz="3600">
                <a:solidFill>
                  <a:schemeClr val="tx1"/>
                </a:solidFill>
                <a:latin typeface="Lato Light" panose="020F0302020204030204" pitchFamily="34" charset="0"/>
              </a:defRPr>
            </a:lvl9pPr>
          </a:lstStyle>
          <a:p>
            <a:pPr algn="ctr">
              <a:lnSpc>
                <a:spcPts val="1838"/>
              </a:lnSpc>
            </a:pPr>
            <a:r>
              <a:rPr lang="en-US" altLang="en-US" sz="1100">
                <a:solidFill>
                  <a:schemeClr val="bg1"/>
                </a:solidFill>
                <a:latin typeface="+mn-lt"/>
                <a:ea typeface="Montserrat Light" pitchFamily="2" charset="77"/>
                <a:cs typeface="Montserrat Light" pitchFamily="2" charset="77"/>
              </a:rPr>
              <a:t>Proactive portfolio management</a:t>
            </a:r>
          </a:p>
          <a:p>
            <a:pPr algn="ctr">
              <a:lnSpc>
                <a:spcPts val="1838"/>
              </a:lnSpc>
            </a:pPr>
            <a:r>
              <a:rPr lang="en-US" altLang="en-US" sz="1100">
                <a:solidFill>
                  <a:schemeClr val="bg1"/>
                </a:solidFill>
                <a:latin typeface="+mn-lt"/>
                <a:ea typeface="Montserrat Light" pitchFamily="2" charset="77"/>
                <a:cs typeface="Montserrat Light" pitchFamily="2" charset="77"/>
              </a:rPr>
              <a:t>Process focused Implementation</a:t>
            </a:r>
          </a:p>
        </p:txBody>
      </p:sp>
      <p:pic>
        <p:nvPicPr>
          <p:cNvPr id="17" name="Graphic 16">
            <a:extLst>
              <a:ext uri="{FF2B5EF4-FFF2-40B4-BE49-F238E27FC236}">
                <a16:creationId xmlns:a16="http://schemas.microsoft.com/office/drawing/2014/main" id="{564D86AB-B8C5-4587-50C3-1D4C02C225A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084866" y="2090173"/>
            <a:ext cx="835025" cy="835025"/>
          </a:xfrm>
          <a:prstGeom prst="rect">
            <a:avLst/>
          </a:prstGeom>
        </p:spPr>
      </p:pic>
    </p:spTree>
    <p:custDataLst>
      <p:custData r:id="rId1"/>
      <p:custData r:id="rId2"/>
    </p:custDataLst>
    <p:extLst>
      <p:ext uri="{BB962C8B-B14F-4D97-AF65-F5344CB8AC3E}">
        <p14:creationId xmlns:p14="http://schemas.microsoft.com/office/powerpoint/2010/main" val="246879208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CD29347-B12B-8FE9-8593-018A325F1893}"/>
              </a:ext>
            </a:extLst>
          </p:cNvPr>
          <p:cNvSpPr>
            <a:spLocks noGrp="1"/>
          </p:cNvSpPr>
          <p:nvPr>
            <p:ph type="body" sz="quarter" idx="13"/>
          </p:nvPr>
        </p:nvSpPr>
        <p:spPr/>
        <p:txBody>
          <a:bodyPr/>
          <a:lstStyle/>
          <a:p>
            <a:r>
              <a:rPr lang="en-US"/>
              <a:t>OUR DIFFERENTIATORS</a:t>
            </a:r>
          </a:p>
          <a:p>
            <a:endParaRPr lang="en-CA"/>
          </a:p>
        </p:txBody>
      </p:sp>
      <p:sp>
        <p:nvSpPr>
          <p:cNvPr id="2" name="Title 1">
            <a:extLst>
              <a:ext uri="{FF2B5EF4-FFF2-40B4-BE49-F238E27FC236}">
                <a16:creationId xmlns:a16="http://schemas.microsoft.com/office/drawing/2014/main" id="{CFAD18DD-019D-0E34-07A0-D0A50C5AF023}"/>
              </a:ext>
            </a:extLst>
          </p:cNvPr>
          <p:cNvSpPr>
            <a:spLocks noGrp="1"/>
          </p:cNvSpPr>
          <p:nvPr>
            <p:ph type="title"/>
          </p:nvPr>
        </p:nvSpPr>
        <p:spPr/>
        <p:txBody>
          <a:bodyPr/>
          <a:lstStyle/>
          <a:p>
            <a:r>
              <a:rPr lang="en-CA"/>
              <a:t>What We Stand For</a:t>
            </a:r>
          </a:p>
        </p:txBody>
      </p:sp>
      <p:sp>
        <p:nvSpPr>
          <p:cNvPr id="6" name="Footer Placeholder 5">
            <a:extLst>
              <a:ext uri="{FF2B5EF4-FFF2-40B4-BE49-F238E27FC236}">
                <a16:creationId xmlns:a16="http://schemas.microsoft.com/office/drawing/2014/main" id="{CD29B54E-1BF9-4EED-85BF-808B61CAE184}"/>
              </a:ext>
            </a:extLst>
          </p:cNvPr>
          <p:cNvSpPr>
            <a:spLocks noGrp="1"/>
          </p:cNvSpPr>
          <p:nvPr>
            <p:ph type="ftr" sz="quarter" idx="11"/>
          </p:nvPr>
        </p:nvSpPr>
        <p:spPr/>
        <p:txBody>
          <a:bodyPr/>
          <a:lstStyle/>
          <a:p>
            <a:r>
              <a:rPr lang="en-US"/>
              <a:t>Colliers</a:t>
            </a:r>
          </a:p>
        </p:txBody>
      </p:sp>
      <p:sp>
        <p:nvSpPr>
          <p:cNvPr id="7" name="Slide Number Placeholder 6">
            <a:extLst>
              <a:ext uri="{FF2B5EF4-FFF2-40B4-BE49-F238E27FC236}">
                <a16:creationId xmlns:a16="http://schemas.microsoft.com/office/drawing/2014/main" id="{F4D9F166-4FF4-A45E-BAA6-D6F5AB79C5C8}"/>
              </a:ext>
            </a:extLst>
          </p:cNvPr>
          <p:cNvSpPr>
            <a:spLocks noGrp="1"/>
          </p:cNvSpPr>
          <p:nvPr>
            <p:ph type="sldNum" sz="quarter" idx="12"/>
          </p:nvPr>
        </p:nvSpPr>
        <p:spPr/>
        <p:txBody>
          <a:bodyPr/>
          <a:lstStyle/>
          <a:p>
            <a:fld id="{23AA811B-2EBD-4900-905E-5BE206449611}" type="slidenum">
              <a:rPr lang="en-US"/>
              <a:pPr/>
              <a:t>69</a:t>
            </a:fld>
            <a:endParaRPr lang="en-US"/>
          </a:p>
        </p:txBody>
      </p:sp>
      <p:sp>
        <p:nvSpPr>
          <p:cNvPr id="21" name="TextBox 20">
            <a:extLst>
              <a:ext uri="{FF2B5EF4-FFF2-40B4-BE49-F238E27FC236}">
                <a16:creationId xmlns:a16="http://schemas.microsoft.com/office/drawing/2014/main" id="{17169F1B-0D09-E36E-CDCB-D7B4E7C3E007}"/>
              </a:ext>
            </a:extLst>
          </p:cNvPr>
          <p:cNvSpPr txBox="1"/>
          <p:nvPr/>
        </p:nvSpPr>
        <p:spPr>
          <a:xfrm>
            <a:off x="20945965" y="3643548"/>
            <a:ext cx="1858050" cy="307777"/>
          </a:xfrm>
          <a:prstGeom prst="rect">
            <a:avLst/>
          </a:prstGeom>
          <a:noFill/>
        </p:spPr>
        <p:txBody>
          <a:bodyPr wrap="square">
            <a:spAutoFit/>
          </a:bodyPr>
          <a:lstStyle/>
          <a:p>
            <a:pPr algn="ctr" defTabSz="914217">
              <a:defRPr/>
            </a:pPr>
            <a:r>
              <a:rPr lang="en-US" sz="1400" b="1" spc="150">
                <a:solidFill>
                  <a:schemeClr val="accent1"/>
                </a:solidFill>
                <a:ea typeface="Montserrat Light" charset="0"/>
                <a:cs typeface="Montserrat Light" charset="0"/>
              </a:rPr>
              <a:t>HEADING</a:t>
            </a:r>
          </a:p>
        </p:txBody>
      </p:sp>
      <p:sp>
        <p:nvSpPr>
          <p:cNvPr id="22" name="TextBox 44">
            <a:extLst>
              <a:ext uri="{FF2B5EF4-FFF2-40B4-BE49-F238E27FC236}">
                <a16:creationId xmlns:a16="http://schemas.microsoft.com/office/drawing/2014/main" id="{3D66E495-C796-08DD-45E3-441E23AE34A8}"/>
              </a:ext>
            </a:extLst>
          </p:cNvPr>
          <p:cNvSpPr txBox="1">
            <a:spLocks noChangeArrowheads="1"/>
          </p:cNvSpPr>
          <p:nvPr/>
        </p:nvSpPr>
        <p:spPr bwMode="auto">
          <a:xfrm>
            <a:off x="20946360" y="4379154"/>
            <a:ext cx="1849638" cy="1579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600">
                <a:solidFill>
                  <a:schemeClr val="tx1"/>
                </a:solidFill>
                <a:latin typeface="Lato Light" panose="020F0302020204030204" pitchFamily="34" charset="0"/>
              </a:defRPr>
            </a:lvl1pPr>
            <a:lvl2pPr marL="742950" indent="-285750">
              <a:defRPr sz="3600">
                <a:solidFill>
                  <a:schemeClr val="tx1"/>
                </a:solidFill>
                <a:latin typeface="Lato Light" panose="020F0302020204030204" pitchFamily="34" charset="0"/>
              </a:defRPr>
            </a:lvl2pPr>
            <a:lvl3pPr marL="1143000" indent="-228600">
              <a:defRPr sz="3600">
                <a:solidFill>
                  <a:schemeClr val="tx1"/>
                </a:solidFill>
                <a:latin typeface="Lato Light" panose="020F0302020204030204" pitchFamily="34" charset="0"/>
              </a:defRPr>
            </a:lvl3pPr>
            <a:lvl4pPr marL="1600200" indent="-228600">
              <a:defRPr sz="3600">
                <a:solidFill>
                  <a:schemeClr val="tx1"/>
                </a:solidFill>
                <a:latin typeface="Lato Light" panose="020F0302020204030204" pitchFamily="34" charset="0"/>
              </a:defRPr>
            </a:lvl4pPr>
            <a:lvl5pPr marL="2057400" indent="-228600">
              <a:defRPr sz="3600">
                <a:solidFill>
                  <a:schemeClr val="tx1"/>
                </a:solidFill>
                <a:latin typeface="Lato Light" panose="020F0302020204030204" pitchFamily="34" charset="0"/>
              </a:defRPr>
            </a:lvl5pPr>
            <a:lvl6pPr marL="2514600" indent="-228600" defTabSz="1827213" fontAlgn="base">
              <a:spcBef>
                <a:spcPct val="0"/>
              </a:spcBef>
              <a:spcAft>
                <a:spcPct val="0"/>
              </a:spcAft>
              <a:defRPr sz="3600">
                <a:solidFill>
                  <a:schemeClr val="tx1"/>
                </a:solidFill>
                <a:latin typeface="Lato Light" panose="020F0302020204030204" pitchFamily="34" charset="0"/>
              </a:defRPr>
            </a:lvl6pPr>
            <a:lvl7pPr marL="2971800" indent="-228600" defTabSz="1827213" fontAlgn="base">
              <a:spcBef>
                <a:spcPct val="0"/>
              </a:spcBef>
              <a:spcAft>
                <a:spcPct val="0"/>
              </a:spcAft>
              <a:defRPr sz="3600">
                <a:solidFill>
                  <a:schemeClr val="tx1"/>
                </a:solidFill>
                <a:latin typeface="Lato Light" panose="020F0302020204030204" pitchFamily="34" charset="0"/>
              </a:defRPr>
            </a:lvl7pPr>
            <a:lvl8pPr marL="3429000" indent="-228600" defTabSz="1827213" fontAlgn="base">
              <a:spcBef>
                <a:spcPct val="0"/>
              </a:spcBef>
              <a:spcAft>
                <a:spcPct val="0"/>
              </a:spcAft>
              <a:defRPr sz="3600">
                <a:solidFill>
                  <a:schemeClr val="tx1"/>
                </a:solidFill>
                <a:latin typeface="Lato Light" panose="020F0302020204030204" pitchFamily="34" charset="0"/>
              </a:defRPr>
            </a:lvl8pPr>
            <a:lvl9pPr marL="3886200" indent="-228600" defTabSz="1827213" fontAlgn="base">
              <a:spcBef>
                <a:spcPct val="0"/>
              </a:spcBef>
              <a:spcAft>
                <a:spcPct val="0"/>
              </a:spcAft>
              <a:defRPr sz="3600">
                <a:solidFill>
                  <a:schemeClr val="tx1"/>
                </a:solidFill>
                <a:latin typeface="Lato Light" panose="020F0302020204030204" pitchFamily="34" charset="0"/>
              </a:defRPr>
            </a:lvl9pPr>
          </a:lstStyle>
          <a:p>
            <a:pPr algn="ctr">
              <a:lnSpc>
                <a:spcPts val="1338"/>
              </a:lnSpc>
              <a:spcAft>
                <a:spcPts val="1200"/>
              </a:spcAft>
            </a:pPr>
            <a:r>
              <a:rPr lang="en-US" altLang="en-US" sz="1200">
                <a:solidFill>
                  <a:schemeClr val="accent1"/>
                </a:solidFill>
                <a:latin typeface="+mn-lt"/>
                <a:ea typeface="Montserrat Light" pitchFamily="2" charset="77"/>
                <a:cs typeface="Montserrat Light" pitchFamily="2" charset="77"/>
              </a:rPr>
              <a:t>Lorem ipsum dolor sit </a:t>
            </a:r>
            <a:r>
              <a:rPr lang="en-US" altLang="en-US" sz="1200" err="1">
                <a:solidFill>
                  <a:schemeClr val="accent1"/>
                </a:solidFill>
                <a:latin typeface="+mn-lt"/>
                <a:ea typeface="Montserrat Light" pitchFamily="2" charset="77"/>
                <a:cs typeface="Montserrat Light" pitchFamily="2" charset="77"/>
              </a:rPr>
              <a:t>amet</a:t>
            </a:r>
            <a:r>
              <a:rPr lang="en-US" altLang="en-US" sz="1200">
                <a:solidFill>
                  <a:schemeClr val="accent1"/>
                </a:solidFill>
                <a:latin typeface="+mn-lt"/>
                <a:ea typeface="Montserrat Light" pitchFamily="2" charset="77"/>
                <a:cs typeface="Montserrat Light" pitchFamily="2" charset="77"/>
              </a:rPr>
              <a:t>, </a:t>
            </a:r>
            <a:r>
              <a:rPr lang="en-US" altLang="en-US" sz="1200" err="1">
                <a:solidFill>
                  <a:schemeClr val="accent1"/>
                </a:solidFill>
                <a:latin typeface="+mn-lt"/>
                <a:ea typeface="Montserrat Light" pitchFamily="2" charset="77"/>
                <a:cs typeface="Montserrat Light" pitchFamily="2" charset="77"/>
              </a:rPr>
              <a:t>consectetur</a:t>
            </a:r>
            <a:r>
              <a:rPr lang="en-US" altLang="en-US" sz="1200">
                <a:solidFill>
                  <a:schemeClr val="accent1"/>
                </a:solidFill>
                <a:latin typeface="+mn-lt"/>
                <a:ea typeface="Montserrat Light" pitchFamily="2" charset="77"/>
                <a:cs typeface="Montserrat Light" pitchFamily="2" charset="77"/>
              </a:rPr>
              <a:t> </a:t>
            </a:r>
            <a:r>
              <a:rPr lang="en-US" altLang="en-US" sz="1200" err="1">
                <a:solidFill>
                  <a:schemeClr val="accent1"/>
                </a:solidFill>
                <a:latin typeface="+mn-lt"/>
                <a:ea typeface="Montserrat Light" pitchFamily="2" charset="77"/>
                <a:cs typeface="Montserrat Light" pitchFamily="2" charset="77"/>
              </a:rPr>
              <a:t>adipiscing</a:t>
            </a:r>
            <a:r>
              <a:rPr lang="en-US" altLang="en-US" sz="1200">
                <a:solidFill>
                  <a:schemeClr val="accent1"/>
                </a:solidFill>
                <a:latin typeface="+mn-lt"/>
                <a:ea typeface="Montserrat Light" pitchFamily="2" charset="77"/>
                <a:cs typeface="Montserrat Light" pitchFamily="2" charset="77"/>
              </a:rPr>
              <a:t> </a:t>
            </a:r>
            <a:r>
              <a:rPr lang="en-US" altLang="en-US" sz="1200" err="1">
                <a:solidFill>
                  <a:schemeClr val="accent1"/>
                </a:solidFill>
                <a:latin typeface="+mn-lt"/>
                <a:ea typeface="Montserrat Light" pitchFamily="2" charset="77"/>
                <a:cs typeface="Montserrat Light" pitchFamily="2" charset="77"/>
              </a:rPr>
              <a:t>elit</a:t>
            </a:r>
            <a:r>
              <a:rPr lang="en-US" altLang="en-US" sz="1200">
                <a:solidFill>
                  <a:schemeClr val="accent1"/>
                </a:solidFill>
                <a:latin typeface="+mn-lt"/>
                <a:ea typeface="Montserrat Light" pitchFamily="2" charset="77"/>
                <a:cs typeface="Montserrat Light" pitchFamily="2" charset="77"/>
              </a:rPr>
              <a:t>, sed do </a:t>
            </a:r>
            <a:r>
              <a:rPr lang="en-US" altLang="en-US" sz="1200" err="1">
                <a:solidFill>
                  <a:schemeClr val="accent1"/>
                </a:solidFill>
                <a:latin typeface="+mn-lt"/>
                <a:ea typeface="Montserrat Light" pitchFamily="2" charset="77"/>
                <a:cs typeface="Montserrat Light" pitchFamily="2" charset="77"/>
              </a:rPr>
              <a:t>eiusmod</a:t>
            </a:r>
            <a:r>
              <a:rPr lang="en-US" altLang="en-US" sz="1200">
                <a:solidFill>
                  <a:schemeClr val="accent1"/>
                </a:solidFill>
                <a:latin typeface="+mn-lt"/>
                <a:ea typeface="Montserrat Light" pitchFamily="2" charset="77"/>
                <a:cs typeface="Montserrat Light" pitchFamily="2" charset="77"/>
              </a:rPr>
              <a:t> </a:t>
            </a:r>
            <a:r>
              <a:rPr lang="en-US" altLang="en-US" sz="1200" err="1">
                <a:solidFill>
                  <a:schemeClr val="accent1"/>
                </a:solidFill>
                <a:latin typeface="+mn-lt"/>
                <a:ea typeface="Montserrat Light" pitchFamily="2" charset="77"/>
                <a:cs typeface="Montserrat Light" pitchFamily="2" charset="77"/>
              </a:rPr>
              <a:t>tempor</a:t>
            </a:r>
            <a:r>
              <a:rPr lang="en-US" altLang="en-US" sz="1200">
                <a:solidFill>
                  <a:schemeClr val="accent1"/>
                </a:solidFill>
                <a:latin typeface="+mn-lt"/>
                <a:ea typeface="Montserrat Light" pitchFamily="2" charset="77"/>
                <a:cs typeface="Montserrat Light" pitchFamily="2" charset="77"/>
              </a:rPr>
              <a:t> </a:t>
            </a:r>
            <a:r>
              <a:rPr lang="en-US" altLang="en-US" sz="1200" err="1">
                <a:solidFill>
                  <a:schemeClr val="accent1"/>
                </a:solidFill>
                <a:latin typeface="+mn-lt"/>
                <a:ea typeface="Montserrat Light" pitchFamily="2" charset="77"/>
                <a:cs typeface="Montserrat Light" pitchFamily="2" charset="77"/>
              </a:rPr>
              <a:t>incididunt</a:t>
            </a:r>
            <a:r>
              <a:rPr lang="en-US" altLang="en-US" sz="1200">
                <a:solidFill>
                  <a:schemeClr val="accent1"/>
                </a:solidFill>
                <a:latin typeface="+mn-lt"/>
                <a:ea typeface="Montserrat Light" pitchFamily="2" charset="77"/>
                <a:cs typeface="Montserrat Light" pitchFamily="2" charset="77"/>
              </a:rPr>
              <a:t> </a:t>
            </a:r>
            <a:r>
              <a:rPr lang="en-US" altLang="en-US" sz="1200" err="1">
                <a:solidFill>
                  <a:schemeClr val="accent1"/>
                </a:solidFill>
                <a:latin typeface="+mn-lt"/>
                <a:ea typeface="Montserrat Light" pitchFamily="2" charset="77"/>
                <a:cs typeface="Montserrat Light" pitchFamily="2" charset="77"/>
              </a:rPr>
              <a:t>ut.</a:t>
            </a:r>
            <a:r>
              <a:rPr lang="en-US" altLang="en-US" sz="1200">
                <a:solidFill>
                  <a:schemeClr val="accent1"/>
                </a:solidFill>
                <a:latin typeface="+mn-lt"/>
                <a:ea typeface="Montserrat Light" pitchFamily="2" charset="77"/>
                <a:cs typeface="Montserrat Light" pitchFamily="2" charset="77"/>
              </a:rPr>
              <a:t> </a:t>
            </a:r>
          </a:p>
          <a:p>
            <a:pPr algn="ctr">
              <a:lnSpc>
                <a:spcPts val="1338"/>
              </a:lnSpc>
              <a:spcAft>
                <a:spcPts val="1200"/>
              </a:spcAft>
            </a:pPr>
            <a:r>
              <a:rPr lang="en-US" altLang="en-US" sz="1200">
                <a:solidFill>
                  <a:schemeClr val="accent1"/>
                </a:solidFill>
                <a:latin typeface="+mn-lt"/>
                <a:ea typeface="Montserrat Light" pitchFamily="2" charset="77"/>
                <a:cs typeface="Montserrat Light" pitchFamily="2" charset="77"/>
              </a:rPr>
              <a:t>Ut </a:t>
            </a:r>
            <a:r>
              <a:rPr lang="en-US" altLang="en-US" sz="1200" err="1">
                <a:solidFill>
                  <a:schemeClr val="accent1"/>
                </a:solidFill>
                <a:latin typeface="+mn-lt"/>
                <a:ea typeface="Montserrat Light" pitchFamily="2" charset="77"/>
                <a:cs typeface="Montserrat Light" pitchFamily="2" charset="77"/>
              </a:rPr>
              <a:t>enim</a:t>
            </a:r>
            <a:r>
              <a:rPr lang="en-US" altLang="en-US" sz="1200">
                <a:solidFill>
                  <a:schemeClr val="accent1"/>
                </a:solidFill>
                <a:latin typeface="+mn-lt"/>
                <a:ea typeface="Montserrat Light" pitchFamily="2" charset="77"/>
                <a:cs typeface="Montserrat Light" pitchFamily="2" charset="77"/>
              </a:rPr>
              <a:t> ad minim </a:t>
            </a:r>
            <a:r>
              <a:rPr lang="en-US" altLang="en-US" sz="1200" err="1">
                <a:solidFill>
                  <a:schemeClr val="accent1"/>
                </a:solidFill>
                <a:latin typeface="+mn-lt"/>
                <a:ea typeface="Montserrat Light" pitchFamily="2" charset="77"/>
                <a:cs typeface="Montserrat Light" pitchFamily="2" charset="77"/>
              </a:rPr>
              <a:t>veniam</a:t>
            </a:r>
            <a:r>
              <a:rPr lang="en-US" altLang="en-US" sz="1200">
                <a:solidFill>
                  <a:schemeClr val="accent1"/>
                </a:solidFill>
                <a:latin typeface="+mn-lt"/>
                <a:ea typeface="Montserrat Light" pitchFamily="2" charset="77"/>
                <a:cs typeface="Montserrat Light" pitchFamily="2" charset="77"/>
              </a:rPr>
              <a:t>, </a:t>
            </a:r>
            <a:r>
              <a:rPr lang="en-US" altLang="en-US" sz="1200" err="1">
                <a:solidFill>
                  <a:schemeClr val="accent1"/>
                </a:solidFill>
                <a:latin typeface="+mn-lt"/>
                <a:ea typeface="Montserrat Light" pitchFamily="2" charset="77"/>
                <a:cs typeface="Montserrat Light" pitchFamily="2" charset="77"/>
              </a:rPr>
              <a:t>quis</a:t>
            </a:r>
            <a:r>
              <a:rPr lang="en-US" altLang="en-US" sz="1200">
                <a:solidFill>
                  <a:schemeClr val="accent1"/>
                </a:solidFill>
                <a:latin typeface="+mn-lt"/>
                <a:ea typeface="Montserrat Light" pitchFamily="2" charset="77"/>
                <a:cs typeface="Montserrat Light" pitchFamily="2" charset="77"/>
              </a:rPr>
              <a:t> </a:t>
            </a:r>
            <a:r>
              <a:rPr lang="en-US" altLang="en-US" sz="1200" err="1">
                <a:solidFill>
                  <a:schemeClr val="accent1"/>
                </a:solidFill>
                <a:latin typeface="+mn-lt"/>
                <a:ea typeface="Montserrat Light" pitchFamily="2" charset="77"/>
                <a:cs typeface="Montserrat Light" pitchFamily="2" charset="77"/>
              </a:rPr>
              <a:t>nostrud</a:t>
            </a:r>
            <a:r>
              <a:rPr lang="en-US" altLang="en-US" sz="1200">
                <a:solidFill>
                  <a:schemeClr val="accent1"/>
                </a:solidFill>
                <a:latin typeface="+mn-lt"/>
                <a:ea typeface="Montserrat Light" pitchFamily="2" charset="77"/>
                <a:cs typeface="Montserrat Light" pitchFamily="2" charset="77"/>
              </a:rPr>
              <a:t> exercitation </a:t>
            </a:r>
            <a:r>
              <a:rPr lang="en-US" altLang="en-US" sz="1200" err="1">
                <a:solidFill>
                  <a:schemeClr val="accent1"/>
                </a:solidFill>
                <a:latin typeface="+mn-lt"/>
                <a:ea typeface="Montserrat Light" pitchFamily="2" charset="77"/>
                <a:cs typeface="Montserrat Light" pitchFamily="2" charset="77"/>
              </a:rPr>
              <a:t>ullamco</a:t>
            </a:r>
            <a:r>
              <a:rPr lang="en-US" altLang="en-US" sz="1200">
                <a:solidFill>
                  <a:schemeClr val="accent1"/>
                </a:solidFill>
                <a:latin typeface="+mn-lt"/>
                <a:ea typeface="Montserrat Light" pitchFamily="2" charset="77"/>
                <a:cs typeface="Montserrat Light" pitchFamily="2" charset="77"/>
              </a:rPr>
              <a:t>. </a:t>
            </a:r>
          </a:p>
        </p:txBody>
      </p:sp>
      <p:pic>
        <p:nvPicPr>
          <p:cNvPr id="24" name="Graphic 23">
            <a:extLst>
              <a:ext uri="{FF2B5EF4-FFF2-40B4-BE49-F238E27FC236}">
                <a16:creationId xmlns:a16="http://schemas.microsoft.com/office/drawing/2014/main" id="{F3FA486A-B7F8-5A31-DD69-6C46FAC32F6A}"/>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936962" y="2814425"/>
            <a:ext cx="486492" cy="486492"/>
          </a:xfrm>
          <a:prstGeom prst="rect">
            <a:avLst/>
          </a:prstGeom>
        </p:spPr>
      </p:pic>
      <p:sp>
        <p:nvSpPr>
          <p:cNvPr id="10" name="Rectangle 9">
            <a:extLst>
              <a:ext uri="{FF2B5EF4-FFF2-40B4-BE49-F238E27FC236}">
                <a16:creationId xmlns:a16="http://schemas.microsoft.com/office/drawing/2014/main" id="{B456AEBB-A264-842B-25C5-C9A4ADE0FCA3}"/>
              </a:ext>
            </a:extLst>
          </p:cNvPr>
          <p:cNvSpPr/>
          <p:nvPr/>
        </p:nvSpPr>
        <p:spPr>
          <a:xfrm>
            <a:off x="0" y="2201733"/>
            <a:ext cx="2417620" cy="2213059"/>
          </a:xfrm>
          <a:prstGeom prst="rect">
            <a:avLst/>
          </a:prstGeom>
          <a:solidFill>
            <a:schemeClr val="accent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217">
              <a:defRPr/>
            </a:pPr>
            <a:endParaRPr lang="en-US" sz="900" b="1">
              <a:latin typeface="Montserrat Light" charset="0"/>
            </a:endParaRPr>
          </a:p>
        </p:txBody>
      </p:sp>
      <p:sp>
        <p:nvSpPr>
          <p:cNvPr id="28" name="Rectangle 27">
            <a:extLst>
              <a:ext uri="{FF2B5EF4-FFF2-40B4-BE49-F238E27FC236}">
                <a16:creationId xmlns:a16="http://schemas.microsoft.com/office/drawing/2014/main" id="{6F94D23B-EEBA-46C2-C90F-DC31CBBDE4B8}"/>
              </a:ext>
            </a:extLst>
          </p:cNvPr>
          <p:cNvSpPr/>
          <p:nvPr/>
        </p:nvSpPr>
        <p:spPr>
          <a:xfrm>
            <a:off x="2443595" y="2201733"/>
            <a:ext cx="2417620" cy="2213059"/>
          </a:xfrm>
          <a:prstGeom prst="rect">
            <a:avLst/>
          </a:prstGeom>
          <a:solidFill>
            <a:schemeClr val="accent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217">
              <a:defRPr/>
            </a:pPr>
            <a:endParaRPr lang="en-US" sz="900" b="1">
              <a:latin typeface="Montserrat Light" charset="0"/>
            </a:endParaRPr>
          </a:p>
        </p:txBody>
      </p:sp>
      <p:sp>
        <p:nvSpPr>
          <p:cNvPr id="29" name="Rectangle 28">
            <a:extLst>
              <a:ext uri="{FF2B5EF4-FFF2-40B4-BE49-F238E27FC236}">
                <a16:creationId xmlns:a16="http://schemas.microsoft.com/office/drawing/2014/main" id="{38DA1653-9685-D8DC-2564-F90041DBEC4D}"/>
              </a:ext>
            </a:extLst>
          </p:cNvPr>
          <p:cNvSpPr/>
          <p:nvPr/>
        </p:nvSpPr>
        <p:spPr>
          <a:xfrm>
            <a:off x="4887190" y="2201733"/>
            <a:ext cx="2417620" cy="2213059"/>
          </a:xfrm>
          <a:prstGeom prst="rect">
            <a:avLst/>
          </a:prstGeom>
          <a:solidFill>
            <a:schemeClr val="accent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217">
              <a:defRPr/>
            </a:pPr>
            <a:endParaRPr lang="en-US" sz="900" b="1">
              <a:latin typeface="Montserrat Light" charset="0"/>
            </a:endParaRPr>
          </a:p>
        </p:txBody>
      </p:sp>
      <p:sp>
        <p:nvSpPr>
          <p:cNvPr id="30" name="Rectangle 29">
            <a:extLst>
              <a:ext uri="{FF2B5EF4-FFF2-40B4-BE49-F238E27FC236}">
                <a16:creationId xmlns:a16="http://schemas.microsoft.com/office/drawing/2014/main" id="{AF96A5EC-CADE-680F-B256-FA291942DDE1}"/>
              </a:ext>
            </a:extLst>
          </p:cNvPr>
          <p:cNvSpPr/>
          <p:nvPr/>
        </p:nvSpPr>
        <p:spPr>
          <a:xfrm>
            <a:off x="7330785" y="2201733"/>
            <a:ext cx="2417620" cy="2213059"/>
          </a:xfrm>
          <a:prstGeom prst="rect">
            <a:avLst/>
          </a:prstGeom>
          <a:solidFill>
            <a:srgbClr val="E5E8F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217">
              <a:defRPr/>
            </a:pPr>
            <a:endParaRPr lang="en-US" sz="900" b="1">
              <a:latin typeface="Montserrat Light" charset="0"/>
            </a:endParaRPr>
          </a:p>
        </p:txBody>
      </p:sp>
      <p:sp>
        <p:nvSpPr>
          <p:cNvPr id="31" name="Rectangle 30">
            <a:extLst>
              <a:ext uri="{FF2B5EF4-FFF2-40B4-BE49-F238E27FC236}">
                <a16:creationId xmlns:a16="http://schemas.microsoft.com/office/drawing/2014/main" id="{03F89689-6122-97C4-EC23-BA0EB6A8A5C4}"/>
              </a:ext>
            </a:extLst>
          </p:cNvPr>
          <p:cNvSpPr/>
          <p:nvPr/>
        </p:nvSpPr>
        <p:spPr>
          <a:xfrm>
            <a:off x="9774380" y="2201733"/>
            <a:ext cx="2417620" cy="2213059"/>
          </a:xfrm>
          <a:prstGeom prst="rect">
            <a:avLst/>
          </a:prstGeom>
          <a:solidFill>
            <a:srgbClr val="E5E8F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217">
              <a:defRPr/>
            </a:pPr>
            <a:endParaRPr lang="en-US" sz="900" b="1">
              <a:latin typeface="Montserrat Light" charset="0"/>
            </a:endParaRPr>
          </a:p>
        </p:txBody>
      </p:sp>
      <p:sp>
        <p:nvSpPr>
          <p:cNvPr id="32" name="Rectangle 31">
            <a:extLst>
              <a:ext uri="{FF2B5EF4-FFF2-40B4-BE49-F238E27FC236}">
                <a16:creationId xmlns:a16="http://schemas.microsoft.com/office/drawing/2014/main" id="{F2DCBFDF-FCDD-7A27-B55C-5C4EEB12EEA5}"/>
              </a:ext>
            </a:extLst>
          </p:cNvPr>
          <p:cNvSpPr/>
          <p:nvPr/>
        </p:nvSpPr>
        <p:spPr>
          <a:xfrm>
            <a:off x="1251609" y="4438747"/>
            <a:ext cx="2417620" cy="2213059"/>
          </a:xfrm>
          <a:prstGeom prst="rect">
            <a:avLst/>
          </a:prstGeom>
          <a:solidFill>
            <a:schemeClr val="accent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217">
              <a:defRPr/>
            </a:pPr>
            <a:endParaRPr lang="en-US" sz="900" b="1">
              <a:latin typeface="Montserrat Light" charset="0"/>
            </a:endParaRPr>
          </a:p>
        </p:txBody>
      </p:sp>
      <p:sp>
        <p:nvSpPr>
          <p:cNvPr id="33" name="Rectangle 32">
            <a:extLst>
              <a:ext uri="{FF2B5EF4-FFF2-40B4-BE49-F238E27FC236}">
                <a16:creationId xmlns:a16="http://schemas.microsoft.com/office/drawing/2014/main" id="{1FE23467-63A4-12C9-685F-D0D946327DF3}"/>
              </a:ext>
            </a:extLst>
          </p:cNvPr>
          <p:cNvSpPr/>
          <p:nvPr/>
        </p:nvSpPr>
        <p:spPr>
          <a:xfrm>
            <a:off x="3695204" y="4438747"/>
            <a:ext cx="2417620" cy="2213059"/>
          </a:xfrm>
          <a:prstGeom prst="rect">
            <a:avLst/>
          </a:prstGeom>
          <a:solidFill>
            <a:schemeClr val="accent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217">
              <a:defRPr/>
            </a:pPr>
            <a:endParaRPr lang="en-US" sz="900" b="1">
              <a:latin typeface="Montserrat Light" charset="0"/>
            </a:endParaRPr>
          </a:p>
        </p:txBody>
      </p:sp>
      <p:sp>
        <p:nvSpPr>
          <p:cNvPr id="34" name="Rectangle 33">
            <a:extLst>
              <a:ext uri="{FF2B5EF4-FFF2-40B4-BE49-F238E27FC236}">
                <a16:creationId xmlns:a16="http://schemas.microsoft.com/office/drawing/2014/main" id="{B70C15BF-F1A1-91E0-429B-42FB9BEFFB60}"/>
              </a:ext>
            </a:extLst>
          </p:cNvPr>
          <p:cNvSpPr/>
          <p:nvPr/>
        </p:nvSpPr>
        <p:spPr>
          <a:xfrm>
            <a:off x="6138799" y="4438747"/>
            <a:ext cx="2417620" cy="2213059"/>
          </a:xfrm>
          <a:prstGeom prst="rect">
            <a:avLst/>
          </a:prstGeom>
          <a:solidFill>
            <a:srgbClr val="E5E8F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217">
              <a:defRPr/>
            </a:pPr>
            <a:endParaRPr lang="en-US" sz="900" b="1">
              <a:latin typeface="Montserrat Light" charset="0"/>
            </a:endParaRPr>
          </a:p>
        </p:txBody>
      </p:sp>
      <p:sp>
        <p:nvSpPr>
          <p:cNvPr id="35" name="Rectangle 34">
            <a:extLst>
              <a:ext uri="{FF2B5EF4-FFF2-40B4-BE49-F238E27FC236}">
                <a16:creationId xmlns:a16="http://schemas.microsoft.com/office/drawing/2014/main" id="{D4BB3C39-59C6-8B66-9F03-800B365D8286}"/>
              </a:ext>
            </a:extLst>
          </p:cNvPr>
          <p:cNvSpPr/>
          <p:nvPr/>
        </p:nvSpPr>
        <p:spPr>
          <a:xfrm>
            <a:off x="8582394" y="4438747"/>
            <a:ext cx="2417620" cy="2213059"/>
          </a:xfrm>
          <a:prstGeom prst="rect">
            <a:avLst/>
          </a:prstGeom>
          <a:solidFill>
            <a:srgbClr val="E5E8F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217">
              <a:defRPr/>
            </a:pPr>
            <a:endParaRPr lang="en-US" sz="900" b="1">
              <a:latin typeface="Montserrat Light" charset="0"/>
            </a:endParaRPr>
          </a:p>
        </p:txBody>
      </p:sp>
      <p:sp>
        <p:nvSpPr>
          <p:cNvPr id="37" name="Rectangle 36">
            <a:extLst>
              <a:ext uri="{FF2B5EF4-FFF2-40B4-BE49-F238E27FC236}">
                <a16:creationId xmlns:a16="http://schemas.microsoft.com/office/drawing/2014/main" id="{26A5B0D2-A864-9353-F33D-5F8973F904E2}"/>
              </a:ext>
            </a:extLst>
          </p:cNvPr>
          <p:cNvSpPr/>
          <p:nvPr/>
        </p:nvSpPr>
        <p:spPr>
          <a:xfrm>
            <a:off x="0" y="1800794"/>
            <a:ext cx="6080760" cy="392400"/>
          </a:xfrm>
          <a:prstGeom prst="rect">
            <a:avLst/>
          </a:prstGeom>
          <a:solidFill>
            <a:schemeClr val="accent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217">
              <a:defRPr/>
            </a:pPr>
            <a:r>
              <a:rPr lang="en-US" sz="1400" b="1">
                <a:ea typeface="Open Sans Semibold" panose="020B0606030504020204" pitchFamily="34" charset="0"/>
                <a:cs typeface="Open Sans Semibold" panose="020B0606030504020204" pitchFamily="34" charset="0"/>
              </a:rPr>
              <a:t>OUR VALUES</a:t>
            </a:r>
          </a:p>
        </p:txBody>
      </p:sp>
      <p:sp>
        <p:nvSpPr>
          <p:cNvPr id="38" name="Rectangle 37">
            <a:extLst>
              <a:ext uri="{FF2B5EF4-FFF2-40B4-BE49-F238E27FC236}">
                <a16:creationId xmlns:a16="http://schemas.microsoft.com/office/drawing/2014/main" id="{C0E383ED-E22C-FB50-B901-D815C7D80CB9}"/>
              </a:ext>
            </a:extLst>
          </p:cNvPr>
          <p:cNvSpPr/>
          <p:nvPr/>
        </p:nvSpPr>
        <p:spPr>
          <a:xfrm>
            <a:off x="6111242" y="1800794"/>
            <a:ext cx="6080760" cy="392400"/>
          </a:xfrm>
          <a:prstGeom prst="rect">
            <a:avLst/>
          </a:prstGeom>
          <a:solidFill>
            <a:srgbClr val="E5E8F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217">
              <a:defRPr/>
            </a:pPr>
            <a:r>
              <a:rPr lang="en-US" sz="1400" b="1">
                <a:solidFill>
                  <a:schemeClr val="tx1"/>
                </a:solidFill>
                <a:ea typeface="Open Sans Semibold" panose="020B0606030504020204" pitchFamily="34" charset="0"/>
                <a:cs typeface="Open Sans Semibold" panose="020B0606030504020204" pitchFamily="34" charset="0"/>
              </a:rPr>
              <a:t>INNOVATION</a:t>
            </a:r>
          </a:p>
        </p:txBody>
      </p:sp>
      <p:sp>
        <p:nvSpPr>
          <p:cNvPr id="15" name="TextBox 14">
            <a:extLst>
              <a:ext uri="{FF2B5EF4-FFF2-40B4-BE49-F238E27FC236}">
                <a16:creationId xmlns:a16="http://schemas.microsoft.com/office/drawing/2014/main" id="{8C59D631-0473-90FF-E2B8-7069FA389EEB}"/>
              </a:ext>
            </a:extLst>
          </p:cNvPr>
          <p:cNvSpPr txBox="1"/>
          <p:nvPr/>
        </p:nvSpPr>
        <p:spPr>
          <a:xfrm>
            <a:off x="283990" y="3632360"/>
            <a:ext cx="1849640" cy="523220"/>
          </a:xfrm>
          <a:prstGeom prst="rect">
            <a:avLst/>
          </a:prstGeom>
          <a:noFill/>
        </p:spPr>
        <p:txBody>
          <a:bodyPr wrap="square" lIns="0" rIns="0">
            <a:spAutoFit/>
          </a:bodyPr>
          <a:lstStyle/>
          <a:p>
            <a:pPr algn="ctr" defTabSz="914217">
              <a:defRPr/>
            </a:pPr>
            <a:r>
              <a:rPr lang="en-US" sz="1400">
                <a:solidFill>
                  <a:schemeClr val="bg1"/>
                </a:solidFill>
                <a:ea typeface="Montserrat Light" charset="0"/>
                <a:cs typeface="Montserrat Light" charset="0"/>
              </a:rPr>
              <a:t>Be enterprising to exceed expectations.</a:t>
            </a:r>
          </a:p>
        </p:txBody>
      </p:sp>
      <p:sp>
        <p:nvSpPr>
          <p:cNvPr id="39" name="TextBox 38">
            <a:extLst>
              <a:ext uri="{FF2B5EF4-FFF2-40B4-BE49-F238E27FC236}">
                <a16:creationId xmlns:a16="http://schemas.microsoft.com/office/drawing/2014/main" id="{3525E4B2-1C8A-7418-FE8D-11D58F925530}"/>
              </a:ext>
            </a:extLst>
          </p:cNvPr>
          <p:cNvSpPr txBox="1"/>
          <p:nvPr/>
        </p:nvSpPr>
        <p:spPr>
          <a:xfrm>
            <a:off x="2756257" y="3632360"/>
            <a:ext cx="1849640" cy="523220"/>
          </a:xfrm>
          <a:prstGeom prst="rect">
            <a:avLst/>
          </a:prstGeom>
          <a:noFill/>
        </p:spPr>
        <p:txBody>
          <a:bodyPr wrap="square" lIns="0" rIns="0">
            <a:spAutoFit/>
          </a:bodyPr>
          <a:lstStyle/>
          <a:p>
            <a:pPr algn="ctr" defTabSz="914217">
              <a:defRPr/>
            </a:pPr>
            <a:r>
              <a:rPr lang="en-US" sz="1400">
                <a:solidFill>
                  <a:schemeClr val="bg1"/>
                </a:solidFill>
                <a:ea typeface="Montserrat Light" charset="0"/>
                <a:cs typeface="Montserrat Light" charset="0"/>
              </a:rPr>
              <a:t>Collaborate to drive exceptional results.</a:t>
            </a:r>
          </a:p>
        </p:txBody>
      </p:sp>
      <p:sp>
        <p:nvSpPr>
          <p:cNvPr id="40" name="TextBox 39">
            <a:extLst>
              <a:ext uri="{FF2B5EF4-FFF2-40B4-BE49-F238E27FC236}">
                <a16:creationId xmlns:a16="http://schemas.microsoft.com/office/drawing/2014/main" id="{EF73C075-BF93-34B6-D0DE-1EFE4D7E674C}"/>
              </a:ext>
            </a:extLst>
          </p:cNvPr>
          <p:cNvSpPr txBox="1"/>
          <p:nvPr/>
        </p:nvSpPr>
        <p:spPr>
          <a:xfrm>
            <a:off x="5005865" y="3632360"/>
            <a:ext cx="2194820" cy="523220"/>
          </a:xfrm>
          <a:prstGeom prst="rect">
            <a:avLst/>
          </a:prstGeom>
          <a:noFill/>
        </p:spPr>
        <p:txBody>
          <a:bodyPr wrap="square" lIns="0" rIns="0">
            <a:spAutoFit/>
          </a:bodyPr>
          <a:lstStyle/>
          <a:p>
            <a:pPr algn="ctr" defTabSz="914217">
              <a:defRPr/>
            </a:pPr>
            <a:r>
              <a:rPr lang="en-US" sz="1400">
                <a:solidFill>
                  <a:schemeClr val="bg1"/>
                </a:solidFill>
                <a:ea typeface="Montserrat Light" charset="0"/>
                <a:cs typeface="Montserrat Light" charset="0"/>
              </a:rPr>
              <a:t>Invest in relationships to drive enduring value.</a:t>
            </a:r>
          </a:p>
        </p:txBody>
      </p:sp>
      <p:sp>
        <p:nvSpPr>
          <p:cNvPr id="41" name="TextBox 40">
            <a:extLst>
              <a:ext uri="{FF2B5EF4-FFF2-40B4-BE49-F238E27FC236}">
                <a16:creationId xmlns:a16="http://schemas.microsoft.com/office/drawing/2014/main" id="{3851FE17-EBFB-BAD5-D6D4-8BA5026FCCC9}"/>
              </a:ext>
            </a:extLst>
          </p:cNvPr>
          <p:cNvSpPr txBox="1"/>
          <p:nvPr/>
        </p:nvSpPr>
        <p:spPr>
          <a:xfrm>
            <a:off x="7614775" y="3632360"/>
            <a:ext cx="1849640" cy="523220"/>
          </a:xfrm>
          <a:prstGeom prst="rect">
            <a:avLst/>
          </a:prstGeom>
          <a:noFill/>
        </p:spPr>
        <p:txBody>
          <a:bodyPr wrap="square" lIns="0" rIns="0">
            <a:spAutoFit/>
          </a:bodyPr>
          <a:lstStyle/>
          <a:p>
            <a:pPr algn="ctr" defTabSz="914217">
              <a:defRPr/>
            </a:pPr>
            <a:r>
              <a:rPr lang="en-US" sz="1400">
                <a:ea typeface="Montserrat Light" charset="0"/>
                <a:cs typeface="Montserrat Light" charset="0"/>
              </a:rPr>
              <a:t>Cutting-edge technology.</a:t>
            </a:r>
          </a:p>
        </p:txBody>
      </p:sp>
      <p:sp>
        <p:nvSpPr>
          <p:cNvPr id="42" name="TextBox 41">
            <a:extLst>
              <a:ext uri="{FF2B5EF4-FFF2-40B4-BE49-F238E27FC236}">
                <a16:creationId xmlns:a16="http://schemas.microsoft.com/office/drawing/2014/main" id="{206B82D1-1D4F-13CA-D3C3-5A3080951951}"/>
              </a:ext>
            </a:extLst>
          </p:cNvPr>
          <p:cNvSpPr txBox="1"/>
          <p:nvPr/>
        </p:nvSpPr>
        <p:spPr>
          <a:xfrm>
            <a:off x="10054524" y="3632360"/>
            <a:ext cx="1849640" cy="523220"/>
          </a:xfrm>
          <a:prstGeom prst="rect">
            <a:avLst/>
          </a:prstGeom>
          <a:noFill/>
        </p:spPr>
        <p:txBody>
          <a:bodyPr wrap="square" lIns="0" rIns="0">
            <a:spAutoFit/>
          </a:bodyPr>
          <a:lstStyle/>
          <a:p>
            <a:pPr algn="ctr" defTabSz="914217">
              <a:defRPr/>
            </a:pPr>
            <a:r>
              <a:rPr lang="en-US" sz="1400">
                <a:ea typeface="Montserrat Light" charset="0"/>
                <a:cs typeface="Montserrat Light" charset="0"/>
              </a:rPr>
              <a:t>Customized tools for our clients.</a:t>
            </a:r>
          </a:p>
        </p:txBody>
      </p:sp>
      <p:sp>
        <p:nvSpPr>
          <p:cNvPr id="43" name="TextBox 42">
            <a:extLst>
              <a:ext uri="{FF2B5EF4-FFF2-40B4-BE49-F238E27FC236}">
                <a16:creationId xmlns:a16="http://schemas.microsoft.com/office/drawing/2014/main" id="{DEB45482-80FA-A71D-9118-DCF4F7EAB6EE}"/>
              </a:ext>
            </a:extLst>
          </p:cNvPr>
          <p:cNvSpPr txBox="1"/>
          <p:nvPr/>
        </p:nvSpPr>
        <p:spPr>
          <a:xfrm>
            <a:off x="6429442" y="5732093"/>
            <a:ext cx="1849640" cy="523220"/>
          </a:xfrm>
          <a:prstGeom prst="rect">
            <a:avLst/>
          </a:prstGeom>
          <a:noFill/>
        </p:spPr>
        <p:txBody>
          <a:bodyPr wrap="square" lIns="0" rIns="0">
            <a:spAutoFit/>
          </a:bodyPr>
          <a:lstStyle/>
          <a:p>
            <a:pPr algn="ctr" defTabSz="914217">
              <a:defRPr/>
            </a:pPr>
            <a:r>
              <a:rPr lang="en-US" sz="1400">
                <a:ea typeface="Montserrat Light" charset="0"/>
                <a:cs typeface="Montserrat Light" charset="0"/>
              </a:rPr>
              <a:t>Broker focused leadership.</a:t>
            </a:r>
          </a:p>
        </p:txBody>
      </p:sp>
      <p:sp>
        <p:nvSpPr>
          <p:cNvPr id="44" name="TextBox 43">
            <a:extLst>
              <a:ext uri="{FF2B5EF4-FFF2-40B4-BE49-F238E27FC236}">
                <a16:creationId xmlns:a16="http://schemas.microsoft.com/office/drawing/2014/main" id="{F0690ACC-4C5B-C2A3-06AD-57228D24D927}"/>
              </a:ext>
            </a:extLst>
          </p:cNvPr>
          <p:cNvSpPr txBox="1"/>
          <p:nvPr/>
        </p:nvSpPr>
        <p:spPr>
          <a:xfrm>
            <a:off x="8869191" y="5732093"/>
            <a:ext cx="1849640" cy="307777"/>
          </a:xfrm>
          <a:prstGeom prst="rect">
            <a:avLst/>
          </a:prstGeom>
          <a:noFill/>
        </p:spPr>
        <p:txBody>
          <a:bodyPr wrap="square" lIns="0" rIns="0">
            <a:spAutoFit/>
          </a:bodyPr>
          <a:lstStyle/>
          <a:p>
            <a:pPr algn="ctr" defTabSz="914217">
              <a:defRPr/>
            </a:pPr>
            <a:r>
              <a:rPr lang="en-US" sz="1400">
                <a:ea typeface="Montserrat Light" charset="0"/>
                <a:cs typeface="Montserrat Light" charset="0"/>
              </a:rPr>
              <a:t>Client advisory talent</a:t>
            </a:r>
          </a:p>
        </p:txBody>
      </p:sp>
      <p:sp>
        <p:nvSpPr>
          <p:cNvPr id="45" name="TextBox 44">
            <a:extLst>
              <a:ext uri="{FF2B5EF4-FFF2-40B4-BE49-F238E27FC236}">
                <a16:creationId xmlns:a16="http://schemas.microsoft.com/office/drawing/2014/main" id="{318D3D34-CC64-8DEC-6DFA-502956D45170}"/>
              </a:ext>
            </a:extLst>
          </p:cNvPr>
          <p:cNvSpPr txBox="1"/>
          <p:nvPr/>
        </p:nvSpPr>
        <p:spPr>
          <a:xfrm>
            <a:off x="1537056" y="5715160"/>
            <a:ext cx="1849640" cy="738664"/>
          </a:xfrm>
          <a:prstGeom prst="rect">
            <a:avLst/>
          </a:prstGeom>
          <a:noFill/>
        </p:spPr>
        <p:txBody>
          <a:bodyPr wrap="square" lIns="0" rIns="0">
            <a:spAutoFit/>
          </a:bodyPr>
          <a:lstStyle/>
          <a:p>
            <a:pPr algn="ctr" defTabSz="914217">
              <a:defRPr/>
            </a:pPr>
            <a:r>
              <a:rPr lang="en-US" sz="1400">
                <a:solidFill>
                  <a:schemeClr val="bg1"/>
                </a:solidFill>
                <a:ea typeface="Montserrat Light" charset="0"/>
                <a:cs typeface="Montserrat Light" charset="0"/>
              </a:rPr>
              <a:t>Do what’s right for our clients, people and communities.</a:t>
            </a:r>
          </a:p>
        </p:txBody>
      </p:sp>
      <p:sp>
        <p:nvSpPr>
          <p:cNvPr id="46" name="TextBox 45">
            <a:extLst>
              <a:ext uri="{FF2B5EF4-FFF2-40B4-BE49-F238E27FC236}">
                <a16:creationId xmlns:a16="http://schemas.microsoft.com/office/drawing/2014/main" id="{BBC3EB98-C105-97B5-BE47-388E3D001F04}"/>
              </a:ext>
            </a:extLst>
          </p:cNvPr>
          <p:cNvSpPr txBox="1"/>
          <p:nvPr/>
        </p:nvSpPr>
        <p:spPr>
          <a:xfrm>
            <a:off x="3954676" y="5715160"/>
            <a:ext cx="1849640" cy="738664"/>
          </a:xfrm>
          <a:prstGeom prst="rect">
            <a:avLst/>
          </a:prstGeom>
          <a:noFill/>
        </p:spPr>
        <p:txBody>
          <a:bodyPr wrap="square" lIns="0" rIns="0">
            <a:spAutoFit/>
          </a:bodyPr>
          <a:lstStyle/>
          <a:p>
            <a:pPr algn="ctr" defTabSz="914217">
              <a:defRPr/>
            </a:pPr>
            <a:r>
              <a:rPr lang="en-US" sz="1400">
                <a:solidFill>
                  <a:schemeClr val="bg1"/>
                </a:solidFill>
                <a:ea typeface="Montserrat Light" charset="0"/>
                <a:cs typeface="Montserrat Light" charset="0"/>
              </a:rPr>
              <a:t>Be experts to lead </a:t>
            </a:r>
            <a:br>
              <a:rPr lang="en-US" sz="1400">
                <a:solidFill>
                  <a:schemeClr val="bg1"/>
                </a:solidFill>
                <a:ea typeface="Montserrat Light" charset="0"/>
                <a:cs typeface="Montserrat Light" charset="0"/>
              </a:rPr>
            </a:br>
            <a:r>
              <a:rPr lang="en-US" sz="1400">
                <a:solidFill>
                  <a:schemeClr val="bg1"/>
                </a:solidFill>
                <a:ea typeface="Montserrat Light" charset="0"/>
                <a:cs typeface="Montserrat Light" charset="0"/>
              </a:rPr>
              <a:t>our industry into </a:t>
            </a:r>
            <a:br>
              <a:rPr lang="en-US" sz="1400">
                <a:solidFill>
                  <a:schemeClr val="bg1"/>
                </a:solidFill>
                <a:ea typeface="Montserrat Light" charset="0"/>
                <a:cs typeface="Montserrat Light" charset="0"/>
              </a:rPr>
            </a:br>
            <a:r>
              <a:rPr lang="en-US" sz="1400">
                <a:solidFill>
                  <a:schemeClr val="bg1"/>
                </a:solidFill>
                <a:ea typeface="Montserrat Light" charset="0"/>
                <a:cs typeface="Montserrat Light" charset="0"/>
              </a:rPr>
              <a:t>the future.</a:t>
            </a:r>
          </a:p>
        </p:txBody>
      </p:sp>
      <p:pic>
        <p:nvPicPr>
          <p:cNvPr id="47" name="Graphic 46">
            <a:extLst>
              <a:ext uri="{FF2B5EF4-FFF2-40B4-BE49-F238E27FC236}">
                <a16:creationId xmlns:a16="http://schemas.microsoft.com/office/drawing/2014/main" id="{EA2FA6FA-8C14-7557-95B2-4301BBA036A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230923" y="4480493"/>
            <a:ext cx="1260583" cy="1260583"/>
          </a:xfrm>
          <a:prstGeom prst="rect">
            <a:avLst/>
          </a:prstGeom>
        </p:spPr>
      </p:pic>
      <p:pic>
        <p:nvPicPr>
          <p:cNvPr id="48" name="Graphic 47">
            <a:extLst>
              <a:ext uri="{FF2B5EF4-FFF2-40B4-BE49-F238E27FC236}">
                <a16:creationId xmlns:a16="http://schemas.microsoft.com/office/drawing/2014/main" id="{DB0849D9-EE49-1914-F5A8-5362BC4FDE6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417192" y="2355346"/>
            <a:ext cx="1138024" cy="1138024"/>
          </a:xfrm>
          <a:prstGeom prst="rect">
            <a:avLst/>
          </a:prstGeom>
        </p:spPr>
      </p:pic>
      <p:pic>
        <p:nvPicPr>
          <p:cNvPr id="49" name="Graphic 48">
            <a:extLst>
              <a:ext uri="{FF2B5EF4-FFF2-40B4-BE49-F238E27FC236}">
                <a16:creationId xmlns:a16="http://schemas.microsoft.com/office/drawing/2014/main" id="{F549E829-98FE-A857-B156-F08596490D1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925121" y="2379322"/>
            <a:ext cx="1192157" cy="1192157"/>
          </a:xfrm>
          <a:prstGeom prst="rect">
            <a:avLst/>
          </a:prstGeom>
        </p:spPr>
      </p:pic>
      <p:pic>
        <p:nvPicPr>
          <p:cNvPr id="50" name="Graphic 49">
            <a:extLst>
              <a:ext uri="{FF2B5EF4-FFF2-40B4-BE49-F238E27FC236}">
                <a16:creationId xmlns:a16="http://schemas.microsoft.com/office/drawing/2014/main" id="{FE7D1871-ADB9-954B-1528-35FB39C200C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782265" y="4606452"/>
            <a:ext cx="1045090" cy="1045090"/>
          </a:xfrm>
          <a:prstGeom prst="rect">
            <a:avLst/>
          </a:prstGeom>
        </p:spPr>
      </p:pic>
      <p:pic>
        <p:nvPicPr>
          <p:cNvPr id="51" name="Graphic 50">
            <a:extLst>
              <a:ext uri="{FF2B5EF4-FFF2-40B4-BE49-F238E27FC236}">
                <a16:creationId xmlns:a16="http://schemas.microsoft.com/office/drawing/2014/main" id="{3A0993CC-C471-EF2A-8FD7-2E3720D0100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060432" y="2255146"/>
            <a:ext cx="1227333" cy="1227333"/>
          </a:xfrm>
          <a:prstGeom prst="rect">
            <a:avLst/>
          </a:prstGeom>
        </p:spPr>
      </p:pic>
      <p:pic>
        <p:nvPicPr>
          <p:cNvPr id="52" name="Graphic 51">
            <a:extLst>
              <a:ext uri="{FF2B5EF4-FFF2-40B4-BE49-F238E27FC236}">
                <a16:creationId xmlns:a16="http://schemas.microsoft.com/office/drawing/2014/main" id="{386D7DF4-FF97-623E-D4A6-B949660F3F8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4502" y="4630279"/>
            <a:ext cx="979756" cy="979756"/>
          </a:xfrm>
          <a:prstGeom prst="rect">
            <a:avLst/>
          </a:prstGeom>
        </p:spPr>
      </p:pic>
      <p:pic>
        <p:nvPicPr>
          <p:cNvPr id="53" name="Graphic 52">
            <a:extLst>
              <a:ext uri="{FF2B5EF4-FFF2-40B4-BE49-F238E27FC236}">
                <a16:creationId xmlns:a16="http://schemas.microsoft.com/office/drawing/2014/main" id="{993D915A-0B0A-5428-4818-53C9EED484C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23480" y="2274168"/>
            <a:ext cx="1311480" cy="1311480"/>
          </a:xfrm>
          <a:prstGeom prst="rect">
            <a:avLst/>
          </a:prstGeom>
        </p:spPr>
      </p:pic>
      <p:pic>
        <p:nvPicPr>
          <p:cNvPr id="54" name="Graphic 53">
            <a:extLst>
              <a:ext uri="{FF2B5EF4-FFF2-40B4-BE49-F238E27FC236}">
                <a16:creationId xmlns:a16="http://schemas.microsoft.com/office/drawing/2014/main" id="{D6EAE151-B070-48C4-BABC-DBA9A276A79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927742" y="4619415"/>
            <a:ext cx="1045090" cy="1045090"/>
          </a:xfrm>
          <a:prstGeom prst="rect">
            <a:avLst/>
          </a:prstGeom>
        </p:spPr>
      </p:pic>
      <p:pic>
        <p:nvPicPr>
          <p:cNvPr id="55" name="Graphic 54">
            <a:extLst>
              <a:ext uri="{FF2B5EF4-FFF2-40B4-BE49-F238E27FC236}">
                <a16:creationId xmlns:a16="http://schemas.microsoft.com/office/drawing/2014/main" id="{0EB8A74B-2FBF-61E4-438D-2C3BA148452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441628" y="2272615"/>
            <a:ext cx="1280654" cy="1280654"/>
          </a:xfrm>
          <a:prstGeom prst="rect">
            <a:avLst/>
          </a:prstGeom>
        </p:spPr>
      </p:pic>
    </p:spTree>
    <p:custDataLst>
      <p:custData r:id="rId1"/>
      <p:custData r:id="rId2"/>
    </p:custDataLst>
    <p:extLst>
      <p:ext uri="{BB962C8B-B14F-4D97-AF65-F5344CB8AC3E}">
        <p14:creationId xmlns:p14="http://schemas.microsoft.com/office/powerpoint/2010/main" val="23080570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E49752A2-3D4E-D517-E990-FEFE4BEFEF1D}"/>
              </a:ext>
            </a:extLst>
          </p:cNvPr>
          <p:cNvSpPr>
            <a:spLocks/>
          </p:cNvSpPr>
          <p:nvPr/>
        </p:nvSpPr>
        <p:spPr>
          <a:xfrm>
            <a:off x="4394200" y="-21129"/>
            <a:ext cx="7797800" cy="6879129"/>
          </a:xfrm>
          <a:prstGeom prst="rect">
            <a:avLst/>
          </a:prstGeom>
          <a:solidFill>
            <a:srgbClr val="E5E8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solidFill>
                <a:schemeClr val="accent4"/>
              </a:solidFill>
            </a:endParaRPr>
          </a:p>
        </p:txBody>
      </p:sp>
      <p:sp>
        <p:nvSpPr>
          <p:cNvPr id="2" name="Text Placeholder 1">
            <a:extLst>
              <a:ext uri="{FF2B5EF4-FFF2-40B4-BE49-F238E27FC236}">
                <a16:creationId xmlns:a16="http://schemas.microsoft.com/office/drawing/2014/main" id="{59BF5064-DA3F-11A1-8FB9-EDE34F26629D}"/>
              </a:ext>
            </a:extLst>
          </p:cNvPr>
          <p:cNvSpPr>
            <a:spLocks noGrp="1"/>
          </p:cNvSpPr>
          <p:nvPr>
            <p:ph type="body" sz="quarter" idx="13"/>
          </p:nvPr>
        </p:nvSpPr>
        <p:spPr/>
        <p:txBody>
          <a:bodyPr/>
          <a:lstStyle/>
          <a:p>
            <a:r>
              <a:rPr lang="en-US"/>
              <a:t>OUR DIFFERENTIATORS</a:t>
            </a:r>
          </a:p>
        </p:txBody>
      </p:sp>
      <p:sp>
        <p:nvSpPr>
          <p:cNvPr id="3" name="Title 2">
            <a:extLst>
              <a:ext uri="{FF2B5EF4-FFF2-40B4-BE49-F238E27FC236}">
                <a16:creationId xmlns:a16="http://schemas.microsoft.com/office/drawing/2014/main" id="{AADF6FF9-B03A-E520-C13E-00D0EB37E7CF}"/>
              </a:ext>
            </a:extLst>
          </p:cNvPr>
          <p:cNvSpPr>
            <a:spLocks noGrp="1"/>
          </p:cNvSpPr>
          <p:nvPr>
            <p:ph type="title"/>
          </p:nvPr>
        </p:nvSpPr>
        <p:spPr/>
        <p:txBody>
          <a:bodyPr/>
          <a:lstStyle/>
          <a:p>
            <a:r>
              <a:rPr lang="en-US"/>
              <a:t>Why Colliers?</a:t>
            </a:r>
          </a:p>
        </p:txBody>
      </p:sp>
      <p:sp>
        <p:nvSpPr>
          <p:cNvPr id="4" name="Content Placeholder 3">
            <a:extLst>
              <a:ext uri="{FF2B5EF4-FFF2-40B4-BE49-F238E27FC236}">
                <a16:creationId xmlns:a16="http://schemas.microsoft.com/office/drawing/2014/main" id="{46E5B654-D45C-7E23-6EDE-13A6777444E1}"/>
              </a:ext>
            </a:extLst>
          </p:cNvPr>
          <p:cNvSpPr>
            <a:spLocks noGrp="1"/>
          </p:cNvSpPr>
          <p:nvPr>
            <p:ph idx="1"/>
          </p:nvPr>
        </p:nvSpPr>
        <p:spPr>
          <a:xfrm>
            <a:off x="648000" y="2044800"/>
            <a:ext cx="2400000" cy="4161600"/>
          </a:xfrm>
        </p:spPr>
        <p:txBody>
          <a:bodyPr/>
          <a:lstStyle/>
          <a:p>
            <a:pPr>
              <a:lnSpc>
                <a:spcPts val="2400"/>
              </a:lnSpc>
            </a:pPr>
            <a:r>
              <a:rPr lang="en-US" sz="1800">
                <a:solidFill>
                  <a:schemeClr val="accent2"/>
                </a:solidFill>
                <a:latin typeface="MerriweatherLight" pitchFamily="2" charset="77"/>
                <a:cs typeface="Merriweather" panose="02000000000000000000" pitchFamily="2" charset="77"/>
              </a:rPr>
              <a:t>Proven results with a trusted partner</a:t>
            </a:r>
          </a:p>
        </p:txBody>
      </p:sp>
      <p:sp>
        <p:nvSpPr>
          <p:cNvPr id="5" name="Text Placeholder 4">
            <a:extLst>
              <a:ext uri="{FF2B5EF4-FFF2-40B4-BE49-F238E27FC236}">
                <a16:creationId xmlns:a16="http://schemas.microsoft.com/office/drawing/2014/main" id="{91037A2F-79EB-763C-33A8-107B7ADD4F89}"/>
              </a:ext>
            </a:extLst>
          </p:cNvPr>
          <p:cNvSpPr>
            <a:spLocks noGrp="1"/>
          </p:cNvSpPr>
          <p:nvPr>
            <p:ph type="body" sz="quarter" idx="14"/>
          </p:nvPr>
        </p:nvSpPr>
        <p:spPr/>
        <p:txBody>
          <a:bodyPr/>
          <a:lstStyle/>
          <a:p>
            <a:endParaRPr lang="en-US"/>
          </a:p>
        </p:txBody>
      </p:sp>
      <p:sp>
        <p:nvSpPr>
          <p:cNvPr id="6" name="Footer Placeholder 5">
            <a:extLst>
              <a:ext uri="{FF2B5EF4-FFF2-40B4-BE49-F238E27FC236}">
                <a16:creationId xmlns:a16="http://schemas.microsoft.com/office/drawing/2014/main" id="{0B0DFB75-7180-0F80-6BB7-074D3E77206B}"/>
              </a:ext>
            </a:extLst>
          </p:cNvPr>
          <p:cNvSpPr>
            <a:spLocks noGrp="1"/>
          </p:cNvSpPr>
          <p:nvPr>
            <p:ph type="ftr" sz="quarter" idx="11"/>
          </p:nvPr>
        </p:nvSpPr>
        <p:spPr/>
        <p:txBody>
          <a:bodyPr/>
          <a:lstStyle/>
          <a:p>
            <a:r>
              <a:rPr lang="en-US"/>
              <a:t>Colliers</a:t>
            </a:r>
          </a:p>
        </p:txBody>
      </p:sp>
      <p:sp>
        <p:nvSpPr>
          <p:cNvPr id="7" name="Slide Number Placeholder 6">
            <a:extLst>
              <a:ext uri="{FF2B5EF4-FFF2-40B4-BE49-F238E27FC236}">
                <a16:creationId xmlns:a16="http://schemas.microsoft.com/office/drawing/2014/main" id="{CE60BDE9-2418-2DB9-D117-453D59568F5D}"/>
              </a:ext>
            </a:extLst>
          </p:cNvPr>
          <p:cNvSpPr>
            <a:spLocks noGrp="1"/>
          </p:cNvSpPr>
          <p:nvPr>
            <p:ph type="sldNum" sz="quarter" idx="12"/>
          </p:nvPr>
        </p:nvSpPr>
        <p:spPr/>
        <p:txBody>
          <a:bodyPr/>
          <a:lstStyle/>
          <a:p>
            <a:fld id="{23AA811B-2EBD-4900-905E-5BE206449611}" type="slidenum">
              <a:rPr lang="en-US" smtClean="0"/>
              <a:pPr/>
              <a:t>70</a:t>
            </a:fld>
            <a:endParaRPr lang="en-US"/>
          </a:p>
        </p:txBody>
      </p:sp>
      <p:sp>
        <p:nvSpPr>
          <p:cNvPr id="8" name="TextBox 20">
            <a:extLst>
              <a:ext uri="{FF2B5EF4-FFF2-40B4-BE49-F238E27FC236}">
                <a16:creationId xmlns:a16="http://schemas.microsoft.com/office/drawing/2014/main" id="{38B5A70D-B2E2-7FFE-9F30-7F1EC85AD71F}"/>
              </a:ext>
            </a:extLst>
          </p:cNvPr>
          <p:cNvSpPr txBox="1"/>
          <p:nvPr/>
        </p:nvSpPr>
        <p:spPr>
          <a:xfrm>
            <a:off x="5762399" y="2061686"/>
            <a:ext cx="2340700" cy="723275"/>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US" sz="1200" b="1">
                <a:solidFill>
                  <a:schemeClr val="accent5"/>
                </a:solidFill>
                <a:latin typeface="Open Sans Semibold" panose="020B0606030504020204" pitchFamily="34" charset="0"/>
                <a:ea typeface="Open Sans Semibold" panose="020B0606030504020204" pitchFamily="34" charset="0"/>
                <a:cs typeface="Open Sans Semibold" panose="020B0606030504020204" pitchFamily="34" charset="0"/>
              </a:rPr>
              <a:t>The Right Team</a:t>
            </a:r>
          </a:p>
          <a:p>
            <a:r>
              <a:rPr lang="en-US" sz="1200">
                <a:ea typeface="Open Sans Light" panose="020B0306030504020204" pitchFamily="34" charset="0"/>
                <a:cs typeface="Open Sans Light" panose="020B0306030504020204" pitchFamily="34" charset="0"/>
              </a:rPr>
              <a:t>Colliers is a Canadian-owned &amp; Controlled Company</a:t>
            </a:r>
            <a:endParaRPr lang="en-CA" sz="1200">
              <a:ea typeface="Open Sans Light" panose="020B0306030504020204" pitchFamily="34" charset="0"/>
              <a:cs typeface="Open Sans Light" panose="020B0306030504020204" pitchFamily="34" charset="0"/>
            </a:endParaRPr>
          </a:p>
        </p:txBody>
      </p:sp>
      <p:sp>
        <p:nvSpPr>
          <p:cNvPr id="10" name="TextBox 20">
            <a:extLst>
              <a:ext uri="{FF2B5EF4-FFF2-40B4-BE49-F238E27FC236}">
                <a16:creationId xmlns:a16="http://schemas.microsoft.com/office/drawing/2014/main" id="{CEED9F95-47B7-F0F4-06E8-ACE29BF1EA7C}"/>
              </a:ext>
            </a:extLst>
          </p:cNvPr>
          <p:cNvSpPr txBox="1"/>
          <p:nvPr/>
        </p:nvSpPr>
        <p:spPr>
          <a:xfrm>
            <a:off x="5762399" y="3585686"/>
            <a:ext cx="2340700" cy="112338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US" sz="1200" b="1">
                <a:solidFill>
                  <a:schemeClr val="accent5"/>
                </a:solidFill>
                <a:latin typeface="Open Sans Semibold" panose="020B0606030504020204" pitchFamily="34" charset="0"/>
                <a:ea typeface="Open Sans Semibold" panose="020B0606030504020204" pitchFamily="34" charset="0"/>
                <a:cs typeface="Open Sans Semibold" panose="020B0606030504020204" pitchFamily="34" charset="0"/>
              </a:rPr>
              <a:t>Extensive Experience</a:t>
            </a:r>
          </a:p>
          <a:p>
            <a:r>
              <a:rPr lang="en-US" sz="1200">
                <a:ea typeface="Open Sans Light" panose="020B0306030504020204" pitchFamily="34" charset="0"/>
                <a:cs typeface="Open Sans Light" panose="020B0306030504020204" pitchFamily="34" charset="0"/>
              </a:rPr>
              <a:t>With law firms and other large, complex transactions in the Downtown CBD and Uptown submarkets.</a:t>
            </a:r>
            <a:endParaRPr lang="en-CA" sz="1200">
              <a:ea typeface="Open Sans Light" panose="020B0306030504020204" pitchFamily="34" charset="0"/>
              <a:cs typeface="Open Sans Light" panose="020B0306030504020204" pitchFamily="34" charset="0"/>
            </a:endParaRPr>
          </a:p>
        </p:txBody>
      </p:sp>
      <p:sp>
        <p:nvSpPr>
          <p:cNvPr id="11" name="TextBox 20">
            <a:extLst>
              <a:ext uri="{FF2B5EF4-FFF2-40B4-BE49-F238E27FC236}">
                <a16:creationId xmlns:a16="http://schemas.microsoft.com/office/drawing/2014/main" id="{EF7AF369-57D4-1FE7-60B9-D69185095F94}"/>
              </a:ext>
            </a:extLst>
          </p:cNvPr>
          <p:cNvSpPr txBox="1"/>
          <p:nvPr/>
        </p:nvSpPr>
        <p:spPr>
          <a:xfrm>
            <a:off x="5762399" y="5109686"/>
            <a:ext cx="2340700" cy="93871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US" sz="1200" b="1">
                <a:solidFill>
                  <a:schemeClr val="accent5"/>
                </a:solidFill>
                <a:latin typeface="Open Sans Semibold" panose="020B0606030504020204" pitchFamily="34" charset="0"/>
                <a:ea typeface="Open Sans Semibold" panose="020B0606030504020204" pitchFamily="34" charset="0"/>
                <a:cs typeface="Open Sans Semibold" panose="020B0606030504020204" pitchFamily="34" charset="0"/>
              </a:rPr>
              <a:t>Proven Results</a:t>
            </a:r>
          </a:p>
          <a:p>
            <a:r>
              <a:rPr lang="en-US" sz="1200">
                <a:ea typeface="Open Sans Light" panose="020B0306030504020204" pitchFamily="34" charset="0"/>
                <a:cs typeface="Open Sans Light" panose="020B0306030504020204" pitchFamily="34" charset="0"/>
              </a:rPr>
              <a:t>This team has a long track record of successful projects that our clients can vouch for.</a:t>
            </a:r>
            <a:endParaRPr lang="en-CA" sz="1200">
              <a:ea typeface="Open Sans Light" panose="020B0306030504020204" pitchFamily="34" charset="0"/>
              <a:cs typeface="Open Sans Light" panose="020B0306030504020204" pitchFamily="34" charset="0"/>
            </a:endParaRPr>
          </a:p>
        </p:txBody>
      </p:sp>
      <p:sp>
        <p:nvSpPr>
          <p:cNvPr id="13" name="TextBox 20">
            <a:extLst>
              <a:ext uri="{FF2B5EF4-FFF2-40B4-BE49-F238E27FC236}">
                <a16:creationId xmlns:a16="http://schemas.microsoft.com/office/drawing/2014/main" id="{2564AE8E-80A7-653E-BA3D-BD5D0AE1A3FF}"/>
              </a:ext>
            </a:extLst>
          </p:cNvPr>
          <p:cNvSpPr txBox="1"/>
          <p:nvPr/>
        </p:nvSpPr>
        <p:spPr>
          <a:xfrm>
            <a:off x="9281895" y="2061686"/>
            <a:ext cx="2340700" cy="723275"/>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US" sz="1200" b="1">
                <a:solidFill>
                  <a:schemeClr val="accent5"/>
                </a:solidFill>
                <a:latin typeface="Open Sans Semibold" panose="020B0606030504020204" pitchFamily="34" charset="0"/>
                <a:ea typeface="Open Sans Semibold" panose="020B0606030504020204" pitchFamily="34" charset="0"/>
                <a:cs typeface="Open Sans Semibold" panose="020B0606030504020204" pitchFamily="34" charset="0"/>
              </a:rPr>
              <a:t>100% Commitment</a:t>
            </a:r>
          </a:p>
          <a:p>
            <a:r>
              <a:rPr lang="en-US" sz="1200">
                <a:ea typeface="Open Sans Light" panose="020B0306030504020204" pitchFamily="34" charset="0"/>
                <a:cs typeface="Open Sans Light" panose="020B0306030504020204" pitchFamily="34" charset="0"/>
              </a:rPr>
              <a:t>Client Name will be our top priority from start to finish</a:t>
            </a:r>
            <a:endParaRPr lang="en-CA" sz="1200">
              <a:ea typeface="Open Sans Light" panose="020B0306030504020204" pitchFamily="34" charset="0"/>
              <a:cs typeface="Open Sans Light" panose="020B0306030504020204" pitchFamily="34" charset="0"/>
            </a:endParaRPr>
          </a:p>
        </p:txBody>
      </p:sp>
      <p:sp>
        <p:nvSpPr>
          <p:cNvPr id="14" name="TextBox 20">
            <a:extLst>
              <a:ext uri="{FF2B5EF4-FFF2-40B4-BE49-F238E27FC236}">
                <a16:creationId xmlns:a16="http://schemas.microsoft.com/office/drawing/2014/main" id="{8AD5DB0F-CE00-BAE3-D091-0D1933EF8485}"/>
              </a:ext>
            </a:extLst>
          </p:cNvPr>
          <p:cNvSpPr txBox="1"/>
          <p:nvPr/>
        </p:nvSpPr>
        <p:spPr>
          <a:xfrm>
            <a:off x="9281895" y="3585686"/>
            <a:ext cx="2340700" cy="93871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US" sz="1200" b="1">
                <a:solidFill>
                  <a:schemeClr val="accent5"/>
                </a:solidFill>
                <a:latin typeface="Open Sans Semibold" panose="020B0606030504020204" pitchFamily="34" charset="0"/>
                <a:ea typeface="Open Sans Semibold" panose="020B0606030504020204" pitchFamily="34" charset="0"/>
                <a:cs typeface="Open Sans Semibold" panose="020B0606030504020204" pitchFamily="34" charset="0"/>
              </a:rPr>
              <a:t>Speed of Execution</a:t>
            </a:r>
          </a:p>
          <a:p>
            <a:r>
              <a:rPr lang="en-US" sz="1200">
                <a:ea typeface="Open Sans Light" panose="020B0306030504020204" pitchFamily="34" charset="0"/>
                <a:cs typeface="Open Sans Light" panose="020B0306030504020204" pitchFamily="34" charset="0"/>
              </a:rPr>
              <a:t>We have everything it will </a:t>
            </a:r>
            <a:br>
              <a:rPr lang="en-US" sz="1200">
                <a:ea typeface="Open Sans Light" panose="020B0306030504020204" pitchFamily="34" charset="0"/>
                <a:cs typeface="Open Sans Light" panose="020B0306030504020204" pitchFamily="34" charset="0"/>
              </a:rPr>
            </a:br>
            <a:r>
              <a:rPr lang="en-US" sz="1200">
                <a:ea typeface="Open Sans Light" panose="020B0306030504020204" pitchFamily="34" charset="0"/>
                <a:cs typeface="Open Sans Light" panose="020B0306030504020204" pitchFamily="34" charset="0"/>
              </a:rPr>
              <a:t>take to execute efficiently </a:t>
            </a:r>
            <a:br>
              <a:rPr lang="en-US" sz="1200">
                <a:ea typeface="Open Sans Light" panose="020B0306030504020204" pitchFamily="34" charset="0"/>
                <a:cs typeface="Open Sans Light" panose="020B0306030504020204" pitchFamily="34" charset="0"/>
              </a:rPr>
            </a:br>
            <a:r>
              <a:rPr lang="en-US" sz="1200">
                <a:ea typeface="Open Sans Light" panose="020B0306030504020204" pitchFamily="34" charset="0"/>
                <a:cs typeface="Open Sans Light" panose="020B0306030504020204" pitchFamily="34" charset="0"/>
              </a:rPr>
              <a:t>and effectively.</a:t>
            </a:r>
            <a:endParaRPr lang="en-CA" sz="1200">
              <a:ea typeface="Open Sans Light" panose="020B0306030504020204" pitchFamily="34" charset="0"/>
              <a:cs typeface="Open Sans Light" panose="020B0306030504020204" pitchFamily="34" charset="0"/>
            </a:endParaRPr>
          </a:p>
        </p:txBody>
      </p:sp>
      <p:sp>
        <p:nvSpPr>
          <p:cNvPr id="15" name="TextBox 20">
            <a:extLst>
              <a:ext uri="{FF2B5EF4-FFF2-40B4-BE49-F238E27FC236}">
                <a16:creationId xmlns:a16="http://schemas.microsoft.com/office/drawing/2014/main" id="{2730AB96-92CC-055D-BDAC-DA56E524980B}"/>
              </a:ext>
            </a:extLst>
          </p:cNvPr>
          <p:cNvSpPr txBox="1"/>
          <p:nvPr/>
        </p:nvSpPr>
        <p:spPr>
          <a:xfrm>
            <a:off x="9281895" y="5109686"/>
            <a:ext cx="2340700" cy="93871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US" sz="1200" b="1">
                <a:solidFill>
                  <a:schemeClr val="accent5"/>
                </a:solidFill>
                <a:latin typeface="Open Sans Semibold" panose="020B0606030504020204" pitchFamily="34" charset="0"/>
                <a:ea typeface="Open Sans Semibold" panose="020B0606030504020204" pitchFamily="34" charset="0"/>
                <a:cs typeface="Open Sans Semibold" panose="020B0606030504020204" pitchFamily="34" charset="0"/>
              </a:rPr>
              <a:t>Reputation &amp; Integrity</a:t>
            </a:r>
          </a:p>
          <a:p>
            <a:r>
              <a:rPr lang="en-US" sz="1200">
                <a:ea typeface="Open Sans Light" panose="020B0306030504020204" pitchFamily="34" charset="0"/>
                <a:cs typeface="Open Sans Light" panose="020B0306030504020204" pitchFamily="34" charset="0"/>
              </a:rPr>
              <a:t>This team’s reputation and personal integrity is second </a:t>
            </a:r>
            <a:br>
              <a:rPr lang="en-US" sz="1200">
                <a:ea typeface="Open Sans Light" panose="020B0306030504020204" pitchFamily="34" charset="0"/>
                <a:cs typeface="Open Sans Light" panose="020B0306030504020204" pitchFamily="34" charset="0"/>
              </a:rPr>
            </a:br>
            <a:r>
              <a:rPr lang="en-US" sz="1200">
                <a:ea typeface="Open Sans Light" panose="020B0306030504020204" pitchFamily="34" charset="0"/>
                <a:cs typeface="Open Sans Light" panose="020B0306030504020204" pitchFamily="34" charset="0"/>
              </a:rPr>
              <a:t>o none.</a:t>
            </a:r>
            <a:endParaRPr lang="en-CA" sz="1200">
              <a:ea typeface="Open Sans Light" panose="020B0306030504020204" pitchFamily="34" charset="0"/>
              <a:cs typeface="Open Sans Light" panose="020B0306030504020204" pitchFamily="34" charset="0"/>
            </a:endParaRPr>
          </a:p>
        </p:txBody>
      </p:sp>
      <p:pic>
        <p:nvPicPr>
          <p:cNvPr id="16" name="Graphic 15">
            <a:extLst>
              <a:ext uri="{FF2B5EF4-FFF2-40B4-BE49-F238E27FC236}">
                <a16:creationId xmlns:a16="http://schemas.microsoft.com/office/drawing/2014/main" id="{5A50C536-141E-FECC-22FE-1BCB6DEC65B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75469" y="5015070"/>
            <a:ext cx="1086930" cy="1086930"/>
          </a:xfrm>
          <a:prstGeom prst="rect">
            <a:avLst/>
          </a:prstGeom>
        </p:spPr>
      </p:pic>
      <p:pic>
        <p:nvPicPr>
          <p:cNvPr id="17" name="Graphic 16">
            <a:extLst>
              <a:ext uri="{FF2B5EF4-FFF2-40B4-BE49-F238E27FC236}">
                <a16:creationId xmlns:a16="http://schemas.microsoft.com/office/drawing/2014/main" id="{AB63A64F-4896-666C-7BD5-9A4E3FA4C93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75469" y="3553066"/>
            <a:ext cx="1086930" cy="1086930"/>
          </a:xfrm>
          <a:prstGeom prst="rect">
            <a:avLst/>
          </a:prstGeom>
        </p:spPr>
      </p:pic>
      <p:pic>
        <p:nvPicPr>
          <p:cNvPr id="18" name="Graphic 17">
            <a:extLst>
              <a:ext uri="{FF2B5EF4-FFF2-40B4-BE49-F238E27FC236}">
                <a16:creationId xmlns:a16="http://schemas.microsoft.com/office/drawing/2014/main" id="{E5CD1A16-8F84-B89E-AA77-0F5B701AEF8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93134" y="4969691"/>
            <a:ext cx="938719" cy="938719"/>
          </a:xfrm>
          <a:prstGeom prst="rect">
            <a:avLst/>
          </a:prstGeom>
        </p:spPr>
      </p:pic>
      <p:pic>
        <p:nvPicPr>
          <p:cNvPr id="19" name="Graphic 18">
            <a:extLst>
              <a:ext uri="{FF2B5EF4-FFF2-40B4-BE49-F238E27FC236}">
                <a16:creationId xmlns:a16="http://schemas.microsoft.com/office/drawing/2014/main" id="{94808C03-2D7A-A85E-F312-FE8A30ABC15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47783" y="2029525"/>
            <a:ext cx="881353" cy="781200"/>
          </a:xfrm>
          <a:prstGeom prst="rect">
            <a:avLst/>
          </a:prstGeom>
        </p:spPr>
      </p:pic>
      <p:pic>
        <p:nvPicPr>
          <p:cNvPr id="20" name="Graphic 19">
            <a:extLst>
              <a:ext uri="{FF2B5EF4-FFF2-40B4-BE49-F238E27FC236}">
                <a16:creationId xmlns:a16="http://schemas.microsoft.com/office/drawing/2014/main" id="{150E02D1-2100-9CCD-31FD-52A9C638D0C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293133" y="3577916"/>
            <a:ext cx="938719" cy="938719"/>
          </a:xfrm>
          <a:prstGeom prst="rect">
            <a:avLst/>
          </a:prstGeom>
        </p:spPr>
      </p:pic>
      <p:pic>
        <p:nvPicPr>
          <p:cNvPr id="21" name="Graphic 20">
            <a:extLst>
              <a:ext uri="{FF2B5EF4-FFF2-40B4-BE49-F238E27FC236}">
                <a16:creationId xmlns:a16="http://schemas.microsoft.com/office/drawing/2014/main" id="{6E514110-5943-3DF0-1B50-10645C6E30D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757891" y="1934996"/>
            <a:ext cx="1004508" cy="1004508"/>
          </a:xfrm>
          <a:prstGeom prst="rect">
            <a:avLst/>
          </a:prstGeom>
        </p:spPr>
      </p:pic>
    </p:spTree>
    <p:custDataLst>
      <p:custData r:id="rId1"/>
      <p:custData r:id="rId2"/>
    </p:custDataLst>
    <p:extLst>
      <p:ext uri="{BB962C8B-B14F-4D97-AF65-F5344CB8AC3E}">
        <p14:creationId xmlns:p14="http://schemas.microsoft.com/office/powerpoint/2010/main" val="347957729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41">
            <a:extLst>
              <a:ext uri="{FF2B5EF4-FFF2-40B4-BE49-F238E27FC236}">
                <a16:creationId xmlns:a16="http://schemas.microsoft.com/office/drawing/2014/main" id="{82E58014-9586-E4CD-D6BA-5B75830B47EB}"/>
              </a:ext>
            </a:extLst>
          </p:cNvPr>
          <p:cNvPicPr>
            <a:picLocks noChangeAspect="1"/>
          </p:cNvPicPr>
          <p:nvPr/>
        </p:nvPicPr>
        <p:blipFill rotWithShape="1">
          <a:blip r:embed="rId4" cstate="screen">
            <a:duotone>
              <a:schemeClr val="accent2">
                <a:shade val="45000"/>
                <a:satMod val="135000"/>
              </a:schemeClr>
              <a:prstClr val="white"/>
            </a:duotone>
            <a:extLst>
              <a:ext uri="{28A0092B-C50C-407E-A947-70E740481C1C}">
                <a14:useLocalDpi xmlns:a14="http://schemas.microsoft.com/office/drawing/2010/main"/>
              </a:ext>
            </a:extLst>
          </a:blip>
          <a:srcRect l="24518" t="1" r="27951" b="22265"/>
          <a:stretch/>
        </p:blipFill>
        <p:spPr>
          <a:xfrm>
            <a:off x="7643592" y="2985996"/>
            <a:ext cx="4548408" cy="3395889"/>
          </a:xfrm>
          <a:prstGeom prst="rect">
            <a:avLst/>
          </a:prstGeom>
        </p:spPr>
      </p:pic>
      <p:sp>
        <p:nvSpPr>
          <p:cNvPr id="18" name="Text Placeholder 17">
            <a:extLst>
              <a:ext uri="{FF2B5EF4-FFF2-40B4-BE49-F238E27FC236}">
                <a16:creationId xmlns:a16="http://schemas.microsoft.com/office/drawing/2014/main" id="{70FF27BA-CD66-1669-ADFE-A2A3B3B2666D}"/>
              </a:ext>
            </a:extLst>
          </p:cNvPr>
          <p:cNvSpPr>
            <a:spLocks noGrp="1"/>
          </p:cNvSpPr>
          <p:nvPr>
            <p:ph type="body" sz="quarter" idx="13"/>
          </p:nvPr>
        </p:nvSpPr>
        <p:spPr>
          <a:xfrm>
            <a:off x="647525" y="669600"/>
            <a:ext cx="10893425" cy="392400"/>
          </a:xfrm>
        </p:spPr>
        <p:txBody>
          <a:bodyPr/>
          <a:lstStyle/>
          <a:p>
            <a:r>
              <a:rPr lang="en-US"/>
              <a:t>OUR DIFFERENTIATORS</a:t>
            </a:r>
            <a:endParaRPr lang="en-CA"/>
          </a:p>
        </p:txBody>
      </p:sp>
      <p:sp>
        <p:nvSpPr>
          <p:cNvPr id="9" name="Title 8">
            <a:extLst>
              <a:ext uri="{FF2B5EF4-FFF2-40B4-BE49-F238E27FC236}">
                <a16:creationId xmlns:a16="http://schemas.microsoft.com/office/drawing/2014/main" id="{EDC00F12-57F1-C4D9-B5AB-FC87CEE5FADB}"/>
              </a:ext>
            </a:extLst>
          </p:cNvPr>
          <p:cNvSpPr>
            <a:spLocks noGrp="1"/>
          </p:cNvSpPr>
          <p:nvPr>
            <p:ph type="title"/>
          </p:nvPr>
        </p:nvSpPr>
        <p:spPr>
          <a:xfrm>
            <a:off x="648000" y="1062000"/>
            <a:ext cx="10893600" cy="835200"/>
          </a:xfrm>
        </p:spPr>
        <p:txBody>
          <a:bodyPr/>
          <a:lstStyle/>
          <a:p>
            <a:r>
              <a:rPr lang="en-US"/>
              <a:t>Our Expertise</a:t>
            </a:r>
            <a:br>
              <a:rPr lang="en-US"/>
            </a:br>
            <a:endParaRPr lang="en-CA"/>
          </a:p>
        </p:txBody>
      </p:sp>
      <p:sp>
        <p:nvSpPr>
          <p:cNvPr id="29" name="Content Placeholder 28">
            <a:extLst>
              <a:ext uri="{FF2B5EF4-FFF2-40B4-BE49-F238E27FC236}">
                <a16:creationId xmlns:a16="http://schemas.microsoft.com/office/drawing/2014/main" id="{E9FFC1B4-466C-1E85-727B-D5A32B0D90B8}"/>
              </a:ext>
            </a:extLst>
          </p:cNvPr>
          <p:cNvSpPr>
            <a:spLocks noGrp="1"/>
          </p:cNvSpPr>
          <p:nvPr>
            <p:ph idx="1"/>
          </p:nvPr>
        </p:nvSpPr>
        <p:spPr>
          <a:xfrm>
            <a:off x="647701" y="2044700"/>
            <a:ext cx="3940627" cy="4162425"/>
          </a:xfrm>
        </p:spPr>
        <p:txBody>
          <a:bodyPr/>
          <a:lstStyle/>
          <a:p>
            <a:r>
              <a:rPr lang="en-US" sz="1200"/>
              <a:t>We use a competitive process to find you the most suitable location and ensure it continues to meet your needs for years to come.  </a:t>
            </a:r>
          </a:p>
          <a:p>
            <a:r>
              <a:rPr lang="en-CA" sz="1200"/>
              <a:t>Our brokerage experts play key roles to ensure your interests, workplace requirements and business objectives are carefully considered throughout this process. </a:t>
            </a:r>
          </a:p>
          <a:p>
            <a:r>
              <a:rPr lang="en-CA" sz="1200"/>
              <a:t>Our Team prides itself on in-depth market knowledge and the highest quality service and is extremely active throughout the Greater Toronto Area. Our ability to identify opportunities and negotiate lease terms that are ideal for your situation is unparalleled.</a:t>
            </a:r>
          </a:p>
          <a:p>
            <a:endParaRPr lang="en-CA" sz="1200"/>
          </a:p>
        </p:txBody>
      </p:sp>
      <p:sp>
        <p:nvSpPr>
          <p:cNvPr id="40" name="Text Placeholder 39">
            <a:extLst>
              <a:ext uri="{FF2B5EF4-FFF2-40B4-BE49-F238E27FC236}">
                <a16:creationId xmlns:a16="http://schemas.microsoft.com/office/drawing/2014/main" id="{FACC6378-C58C-0B34-4238-0A732C154DF2}"/>
              </a:ext>
            </a:extLst>
          </p:cNvPr>
          <p:cNvSpPr>
            <a:spLocks noGrp="1"/>
          </p:cNvSpPr>
          <p:nvPr>
            <p:ph type="body" sz="quarter" idx="14"/>
          </p:nvPr>
        </p:nvSpPr>
        <p:spPr/>
        <p:txBody>
          <a:bodyPr/>
          <a:lstStyle/>
          <a:p>
            <a:endParaRPr lang="en-CA"/>
          </a:p>
        </p:txBody>
      </p:sp>
      <p:sp>
        <p:nvSpPr>
          <p:cNvPr id="6" name="Footer Placeholder 5">
            <a:extLst>
              <a:ext uri="{FF2B5EF4-FFF2-40B4-BE49-F238E27FC236}">
                <a16:creationId xmlns:a16="http://schemas.microsoft.com/office/drawing/2014/main" id="{AACF2A06-D972-C512-3E4B-A9AECB920108}"/>
              </a:ext>
            </a:extLst>
          </p:cNvPr>
          <p:cNvSpPr>
            <a:spLocks noGrp="1"/>
          </p:cNvSpPr>
          <p:nvPr>
            <p:ph type="ftr" sz="quarter" idx="11"/>
          </p:nvPr>
        </p:nvSpPr>
        <p:spPr>
          <a:xfrm>
            <a:off x="6202800" y="248400"/>
            <a:ext cx="4636800" cy="180000"/>
          </a:xfrm>
        </p:spPr>
        <p:txBody>
          <a:bodyPr/>
          <a:lstStyle/>
          <a:p>
            <a:r>
              <a:rPr lang="en-US"/>
              <a:t>Colliers</a:t>
            </a:r>
          </a:p>
        </p:txBody>
      </p:sp>
      <p:sp>
        <p:nvSpPr>
          <p:cNvPr id="7" name="Slide Number Placeholder 6">
            <a:extLst>
              <a:ext uri="{FF2B5EF4-FFF2-40B4-BE49-F238E27FC236}">
                <a16:creationId xmlns:a16="http://schemas.microsoft.com/office/drawing/2014/main" id="{CF268F0B-F2BF-EC4C-9B40-921D7982AB4A}"/>
              </a:ext>
            </a:extLst>
          </p:cNvPr>
          <p:cNvSpPr>
            <a:spLocks noGrp="1"/>
          </p:cNvSpPr>
          <p:nvPr>
            <p:ph type="sldNum" sz="quarter" idx="12"/>
          </p:nvPr>
        </p:nvSpPr>
        <p:spPr>
          <a:xfrm>
            <a:off x="11167200" y="248400"/>
            <a:ext cx="374400" cy="180000"/>
          </a:xfrm>
        </p:spPr>
        <p:txBody>
          <a:bodyPr/>
          <a:lstStyle/>
          <a:p>
            <a:fld id="{23AA811B-2EBD-4900-905E-5BE206449611}" type="slidenum">
              <a:rPr lang="en-US" smtClean="0"/>
              <a:pPr/>
              <a:t>71</a:t>
            </a:fld>
            <a:endParaRPr lang="en-US"/>
          </a:p>
        </p:txBody>
      </p:sp>
      <p:sp>
        <p:nvSpPr>
          <p:cNvPr id="12" name="TextBox 11">
            <a:extLst>
              <a:ext uri="{FF2B5EF4-FFF2-40B4-BE49-F238E27FC236}">
                <a16:creationId xmlns:a16="http://schemas.microsoft.com/office/drawing/2014/main" id="{939503EB-4BD9-3228-CB29-E64B0CCF6648}"/>
              </a:ext>
            </a:extLst>
          </p:cNvPr>
          <p:cNvSpPr txBox="1"/>
          <p:nvPr/>
        </p:nvSpPr>
        <p:spPr>
          <a:xfrm>
            <a:off x="5893150" y="2023022"/>
            <a:ext cx="2097150" cy="369332"/>
          </a:xfrm>
          <a:prstGeom prst="rect">
            <a:avLst/>
          </a:prstGeom>
          <a:noFill/>
        </p:spPr>
        <p:txBody>
          <a:bodyPr wrap="square" lIns="0" tIns="0" rIns="0" bIns="0" rtlCol="0">
            <a:spAutoFit/>
          </a:bodyPr>
          <a:lstStyle/>
          <a:p>
            <a:pPr marR="0" lvl="0" indent="0" fontAlgn="auto">
              <a:buClrTx/>
              <a:buSzTx/>
              <a:buFontTx/>
              <a:buNone/>
              <a:tabLst/>
              <a:defRPr/>
            </a:pPr>
            <a:r>
              <a:rPr lang="en-US" sz="1200"/>
              <a:t>A holistic and rigorous approach to the project</a:t>
            </a:r>
          </a:p>
        </p:txBody>
      </p:sp>
      <p:sp>
        <p:nvSpPr>
          <p:cNvPr id="13" name="TextBox 12">
            <a:extLst>
              <a:ext uri="{FF2B5EF4-FFF2-40B4-BE49-F238E27FC236}">
                <a16:creationId xmlns:a16="http://schemas.microsoft.com/office/drawing/2014/main" id="{40B619C8-EC0D-9CB2-DEE8-40A69AC2AB0A}"/>
              </a:ext>
            </a:extLst>
          </p:cNvPr>
          <p:cNvSpPr txBox="1"/>
          <p:nvPr/>
        </p:nvSpPr>
        <p:spPr>
          <a:xfrm>
            <a:off x="5893150" y="3013944"/>
            <a:ext cx="1746763" cy="332399"/>
          </a:xfrm>
          <a:prstGeom prst="rect">
            <a:avLst/>
          </a:prstGeom>
          <a:noFill/>
        </p:spPr>
        <p:txBody>
          <a:bodyPr wrap="square" lIns="0" tIns="0" rIns="0" bIns="0" rtlCol="0">
            <a:spAutoFit/>
          </a:bodyPr>
          <a:lstStyle/>
          <a:p>
            <a:pPr marR="0" lvl="0" indent="0" fontAlgn="auto">
              <a:lnSpc>
                <a:spcPct val="90000"/>
              </a:lnSpc>
              <a:spcBef>
                <a:spcPts val="600"/>
              </a:spcBef>
              <a:spcAft>
                <a:spcPts val="1800"/>
              </a:spcAft>
              <a:buClrTx/>
              <a:buSzTx/>
              <a:buFontTx/>
              <a:buNone/>
              <a:tabLst/>
              <a:defRPr/>
            </a:pPr>
            <a:r>
              <a:rPr lang="en-US" sz="1200"/>
              <a:t>Strategic guidance regarding lease options</a:t>
            </a:r>
          </a:p>
        </p:txBody>
      </p:sp>
      <p:pic>
        <p:nvPicPr>
          <p:cNvPr id="3" name="Graphic 2">
            <a:extLst>
              <a:ext uri="{FF2B5EF4-FFF2-40B4-BE49-F238E27FC236}">
                <a16:creationId xmlns:a16="http://schemas.microsoft.com/office/drawing/2014/main" id="{FD009506-CE4F-4632-677F-E8243EA7464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008313" y="2795707"/>
            <a:ext cx="731520" cy="731520"/>
          </a:xfrm>
          <a:prstGeom prst="rect">
            <a:avLst/>
          </a:prstGeom>
        </p:spPr>
      </p:pic>
      <p:sp>
        <p:nvSpPr>
          <p:cNvPr id="14" name="TextBox 13">
            <a:extLst>
              <a:ext uri="{FF2B5EF4-FFF2-40B4-BE49-F238E27FC236}">
                <a16:creationId xmlns:a16="http://schemas.microsoft.com/office/drawing/2014/main" id="{C64802B7-9533-3FDF-BB80-89B5E55ADFDE}"/>
              </a:ext>
            </a:extLst>
          </p:cNvPr>
          <p:cNvSpPr txBox="1"/>
          <p:nvPr/>
        </p:nvSpPr>
        <p:spPr>
          <a:xfrm>
            <a:off x="5893150" y="3937925"/>
            <a:ext cx="1746762" cy="332399"/>
          </a:xfrm>
          <a:prstGeom prst="rect">
            <a:avLst/>
          </a:prstGeom>
          <a:noFill/>
        </p:spPr>
        <p:txBody>
          <a:bodyPr wrap="square" lIns="0" tIns="0" rIns="0" bIns="0" rtlCol="0">
            <a:spAutoFit/>
          </a:bodyPr>
          <a:lstStyle/>
          <a:p>
            <a:pPr marR="0" lvl="0" indent="0" fontAlgn="auto">
              <a:lnSpc>
                <a:spcPct val="90000"/>
              </a:lnSpc>
              <a:spcBef>
                <a:spcPts val="600"/>
              </a:spcBef>
              <a:spcAft>
                <a:spcPts val="1800"/>
              </a:spcAft>
              <a:buClrTx/>
              <a:buSzTx/>
              <a:buFontTx/>
              <a:buNone/>
              <a:tabLst/>
              <a:defRPr/>
            </a:pPr>
            <a:r>
              <a:rPr lang="en-US" sz="1200"/>
              <a:t>Attention to detail in our analyses and reporting</a:t>
            </a:r>
          </a:p>
        </p:txBody>
      </p:sp>
      <p:pic>
        <p:nvPicPr>
          <p:cNvPr id="4" name="Graphic 3">
            <a:extLst>
              <a:ext uri="{FF2B5EF4-FFF2-40B4-BE49-F238E27FC236}">
                <a16:creationId xmlns:a16="http://schemas.microsoft.com/office/drawing/2014/main" id="{F24C0E0E-2BC7-BBB2-5A73-A408752D465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972591" y="3773714"/>
            <a:ext cx="731520" cy="731520"/>
          </a:xfrm>
          <a:prstGeom prst="rect">
            <a:avLst/>
          </a:prstGeom>
        </p:spPr>
      </p:pic>
      <p:sp>
        <p:nvSpPr>
          <p:cNvPr id="19" name="TextBox 18">
            <a:extLst>
              <a:ext uri="{FF2B5EF4-FFF2-40B4-BE49-F238E27FC236}">
                <a16:creationId xmlns:a16="http://schemas.microsoft.com/office/drawing/2014/main" id="{2821020E-FF05-C081-89F5-30366AE3121D}"/>
              </a:ext>
            </a:extLst>
          </p:cNvPr>
          <p:cNvSpPr txBox="1"/>
          <p:nvPr/>
        </p:nvSpPr>
        <p:spPr>
          <a:xfrm>
            <a:off x="5893150" y="4861906"/>
            <a:ext cx="1990314" cy="332399"/>
          </a:xfrm>
          <a:prstGeom prst="rect">
            <a:avLst/>
          </a:prstGeom>
          <a:noFill/>
        </p:spPr>
        <p:txBody>
          <a:bodyPr wrap="square" lIns="0" tIns="0" rIns="0" bIns="0" rtlCol="0">
            <a:spAutoFit/>
          </a:bodyPr>
          <a:lstStyle/>
          <a:p>
            <a:pPr marR="0" lvl="0" indent="0" fontAlgn="auto">
              <a:lnSpc>
                <a:spcPct val="90000"/>
              </a:lnSpc>
              <a:spcBef>
                <a:spcPts val="600"/>
              </a:spcBef>
              <a:spcAft>
                <a:spcPts val="1800"/>
              </a:spcAft>
              <a:buClrTx/>
              <a:buSzTx/>
              <a:buFontTx/>
              <a:buNone/>
              <a:tabLst/>
              <a:defRPr/>
            </a:pPr>
            <a:r>
              <a:rPr lang="en-US" sz="1200"/>
              <a:t>Expert lease negotiation to achieve your objectives</a:t>
            </a:r>
          </a:p>
        </p:txBody>
      </p:sp>
      <p:pic>
        <p:nvPicPr>
          <p:cNvPr id="5" name="Graphic 4">
            <a:extLst>
              <a:ext uri="{FF2B5EF4-FFF2-40B4-BE49-F238E27FC236}">
                <a16:creationId xmlns:a16="http://schemas.microsoft.com/office/drawing/2014/main" id="{5CEFA214-7E13-3211-6A15-92F2DE3384D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979041" y="4689591"/>
            <a:ext cx="731520" cy="731520"/>
          </a:xfrm>
          <a:prstGeom prst="rect">
            <a:avLst/>
          </a:prstGeom>
        </p:spPr>
      </p:pic>
      <p:pic>
        <p:nvPicPr>
          <p:cNvPr id="30" name="Graphic 13">
            <a:extLst>
              <a:ext uri="{FF2B5EF4-FFF2-40B4-BE49-F238E27FC236}">
                <a16:creationId xmlns:a16="http://schemas.microsoft.com/office/drawing/2014/main" id="{D1C7A24C-243A-8453-CE90-D1F8B30AE57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008313" y="1949124"/>
            <a:ext cx="680103" cy="680103"/>
          </a:xfrm>
          <a:prstGeom prst="rect">
            <a:avLst/>
          </a:prstGeom>
        </p:spPr>
      </p:pic>
      <p:sp>
        <p:nvSpPr>
          <p:cNvPr id="43" name="Rectangle 42">
            <a:extLst>
              <a:ext uri="{FF2B5EF4-FFF2-40B4-BE49-F238E27FC236}">
                <a16:creationId xmlns:a16="http://schemas.microsoft.com/office/drawing/2014/main" id="{B4725C7F-5756-6332-41EF-C6F385453D74}"/>
              </a:ext>
            </a:extLst>
          </p:cNvPr>
          <p:cNvSpPr/>
          <p:nvPr/>
        </p:nvSpPr>
        <p:spPr>
          <a:xfrm>
            <a:off x="10597243" y="6244583"/>
            <a:ext cx="1594757" cy="2035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noProof="0" err="1"/>
          </a:p>
        </p:txBody>
      </p:sp>
      <p:sp>
        <p:nvSpPr>
          <p:cNvPr id="44" name="Rectangle 43">
            <a:extLst>
              <a:ext uri="{FF2B5EF4-FFF2-40B4-BE49-F238E27FC236}">
                <a16:creationId xmlns:a16="http://schemas.microsoft.com/office/drawing/2014/main" id="{4B9D9422-D093-2AB2-787D-289F43E66CCD}"/>
              </a:ext>
            </a:extLst>
          </p:cNvPr>
          <p:cNvSpPr/>
          <p:nvPr/>
        </p:nvSpPr>
        <p:spPr>
          <a:xfrm>
            <a:off x="0" y="6381885"/>
            <a:ext cx="12192000" cy="476114"/>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Tree>
    <p:custDataLst>
      <p:custData r:id="rId1"/>
      <p:custData r:id="rId2"/>
    </p:custDataLst>
    <p:extLst>
      <p:ext uri="{BB962C8B-B14F-4D97-AF65-F5344CB8AC3E}">
        <p14:creationId xmlns:p14="http://schemas.microsoft.com/office/powerpoint/2010/main" val="100090832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 name="Picture 60" descr="A group of people sitting in chairs&#10;&#10;Description automatically generated">
            <a:extLst>
              <a:ext uri="{FF2B5EF4-FFF2-40B4-BE49-F238E27FC236}">
                <a16:creationId xmlns:a16="http://schemas.microsoft.com/office/drawing/2014/main" id="{B099B31D-1DF6-2713-1B3C-8B0A672882C0}"/>
              </a:ext>
            </a:extLst>
          </p:cNvPr>
          <p:cNvPicPr>
            <a:picLocks noChangeAspect="1"/>
          </p:cNvPicPr>
          <p:nvPr/>
        </p:nvPicPr>
        <p:blipFill rotWithShape="1">
          <a:blip r:embed="rId5">
            <a:extLst>
              <a:ext uri="{28A0092B-C50C-407E-A947-70E740481C1C}">
                <a14:useLocalDpi xmlns:a14="http://schemas.microsoft.com/office/drawing/2010/main" val="0"/>
              </a:ext>
            </a:extLst>
          </a:blip>
          <a:srcRect l="934" t="9562" r="57701" b="80"/>
          <a:stretch/>
        </p:blipFill>
        <p:spPr>
          <a:xfrm>
            <a:off x="7485410" y="0"/>
            <a:ext cx="4706589" cy="6858000"/>
          </a:xfrm>
          <a:prstGeom prst="rect">
            <a:avLst/>
          </a:prstGeom>
        </p:spPr>
      </p:pic>
      <p:sp>
        <p:nvSpPr>
          <p:cNvPr id="8" name="Text Placeholder 7">
            <a:extLst>
              <a:ext uri="{FF2B5EF4-FFF2-40B4-BE49-F238E27FC236}">
                <a16:creationId xmlns:a16="http://schemas.microsoft.com/office/drawing/2014/main" id="{582DDD73-9FA4-7BA5-504B-975A96D3D3F6}"/>
              </a:ext>
            </a:extLst>
          </p:cNvPr>
          <p:cNvSpPr>
            <a:spLocks noGrp="1"/>
          </p:cNvSpPr>
          <p:nvPr>
            <p:ph type="body" sz="quarter" idx="13"/>
          </p:nvPr>
        </p:nvSpPr>
        <p:spPr>
          <a:xfrm>
            <a:off x="647525" y="669600"/>
            <a:ext cx="10893425" cy="392400"/>
          </a:xfrm>
        </p:spPr>
        <p:txBody>
          <a:bodyPr/>
          <a:lstStyle/>
          <a:p>
            <a:r>
              <a:rPr lang="en-US"/>
              <a:t>OUR DIFFERENTIATORS</a:t>
            </a:r>
          </a:p>
        </p:txBody>
      </p:sp>
      <p:sp>
        <p:nvSpPr>
          <p:cNvPr id="5" name="Title 4">
            <a:extLst>
              <a:ext uri="{FF2B5EF4-FFF2-40B4-BE49-F238E27FC236}">
                <a16:creationId xmlns:a16="http://schemas.microsoft.com/office/drawing/2014/main" id="{DA6255D8-BFC5-2C97-851B-0DE559FDF61D}"/>
              </a:ext>
            </a:extLst>
          </p:cNvPr>
          <p:cNvSpPr>
            <a:spLocks noGrp="1"/>
          </p:cNvSpPr>
          <p:nvPr>
            <p:ph type="title"/>
          </p:nvPr>
        </p:nvSpPr>
        <p:spPr>
          <a:xfrm>
            <a:off x="648000" y="1062000"/>
            <a:ext cx="10893600" cy="835200"/>
          </a:xfrm>
        </p:spPr>
        <p:txBody>
          <a:bodyPr/>
          <a:lstStyle/>
          <a:p>
            <a:r>
              <a:rPr lang="en-US"/>
              <a:t>Why Choose Colliers</a:t>
            </a:r>
            <a:br>
              <a:rPr lang="en-US"/>
            </a:br>
            <a:endParaRPr lang="en-CA"/>
          </a:p>
        </p:txBody>
      </p:sp>
      <p:sp>
        <p:nvSpPr>
          <p:cNvPr id="6" name="Content Placeholder 5">
            <a:extLst>
              <a:ext uri="{FF2B5EF4-FFF2-40B4-BE49-F238E27FC236}">
                <a16:creationId xmlns:a16="http://schemas.microsoft.com/office/drawing/2014/main" id="{220589CB-498F-DA98-D92F-1BFC3F866103}"/>
              </a:ext>
            </a:extLst>
          </p:cNvPr>
          <p:cNvSpPr>
            <a:spLocks noGrp="1"/>
          </p:cNvSpPr>
          <p:nvPr>
            <p:ph idx="1"/>
          </p:nvPr>
        </p:nvSpPr>
        <p:spPr>
          <a:xfrm>
            <a:off x="647701" y="2044700"/>
            <a:ext cx="6358889" cy="4162425"/>
          </a:xfrm>
        </p:spPr>
        <p:txBody>
          <a:bodyPr/>
          <a:lstStyle/>
          <a:p>
            <a:pPr>
              <a:lnSpc>
                <a:spcPts val="2200"/>
              </a:lnSpc>
            </a:pPr>
            <a:r>
              <a:rPr lang="en-CA" sz="1400">
                <a:solidFill>
                  <a:schemeClr val="accent2"/>
                </a:solidFill>
                <a:latin typeface="Merriweather" panose="02000000000000000000" pitchFamily="2" charset="77"/>
                <a:cs typeface="Merriweather" panose="02000000000000000000" pitchFamily="2" charset="77"/>
              </a:rPr>
              <a:t>Our goal is to make your real estate a competitive business advantage and ensure your entire range of property needs are met. And through it all, our professionals go the extra mile in their attitudes and actions, allowing our values of expertise, community, service and fun to come through in everything we do. </a:t>
            </a:r>
          </a:p>
          <a:p>
            <a:endParaRPr lang="en-CA"/>
          </a:p>
        </p:txBody>
      </p:sp>
      <p:sp>
        <p:nvSpPr>
          <p:cNvPr id="15" name="Text Placeholder 14">
            <a:extLst>
              <a:ext uri="{FF2B5EF4-FFF2-40B4-BE49-F238E27FC236}">
                <a16:creationId xmlns:a16="http://schemas.microsoft.com/office/drawing/2014/main" id="{88ED6271-AECB-8FEF-EA6F-D75601CC9D1A}"/>
              </a:ext>
            </a:extLst>
          </p:cNvPr>
          <p:cNvSpPr>
            <a:spLocks noGrp="1"/>
          </p:cNvSpPr>
          <p:nvPr>
            <p:ph type="body" sz="quarter" idx="14"/>
          </p:nvPr>
        </p:nvSpPr>
        <p:spPr/>
        <p:txBody>
          <a:bodyPr/>
          <a:lstStyle/>
          <a:p>
            <a:endParaRPr lang="en-CA"/>
          </a:p>
        </p:txBody>
      </p:sp>
      <p:sp>
        <p:nvSpPr>
          <p:cNvPr id="2" name="Footer Placeholder 1">
            <a:extLst>
              <a:ext uri="{FF2B5EF4-FFF2-40B4-BE49-F238E27FC236}">
                <a16:creationId xmlns:a16="http://schemas.microsoft.com/office/drawing/2014/main" id="{6CC20E73-89F8-35F4-2A30-4B9CE99A40D5}"/>
              </a:ext>
            </a:extLst>
          </p:cNvPr>
          <p:cNvSpPr>
            <a:spLocks noGrp="1"/>
          </p:cNvSpPr>
          <p:nvPr>
            <p:ph type="ftr" sz="quarter" idx="11"/>
          </p:nvPr>
        </p:nvSpPr>
        <p:spPr>
          <a:xfrm>
            <a:off x="6202800" y="248400"/>
            <a:ext cx="4636800" cy="180000"/>
          </a:xfrm>
        </p:spPr>
        <p:txBody>
          <a:bodyPr/>
          <a:lstStyle/>
          <a:p>
            <a:r>
              <a:rPr lang="en-CA"/>
              <a:t>Colliers</a:t>
            </a:r>
          </a:p>
        </p:txBody>
      </p:sp>
      <p:sp>
        <p:nvSpPr>
          <p:cNvPr id="3" name="Slide Number Placeholder 2">
            <a:extLst>
              <a:ext uri="{FF2B5EF4-FFF2-40B4-BE49-F238E27FC236}">
                <a16:creationId xmlns:a16="http://schemas.microsoft.com/office/drawing/2014/main" id="{17568354-E60D-69C9-7033-AAF5D7614771}"/>
              </a:ext>
            </a:extLst>
          </p:cNvPr>
          <p:cNvSpPr>
            <a:spLocks noGrp="1"/>
          </p:cNvSpPr>
          <p:nvPr>
            <p:ph type="sldNum" sz="quarter" idx="12"/>
          </p:nvPr>
        </p:nvSpPr>
        <p:spPr>
          <a:xfrm>
            <a:off x="11167200" y="248400"/>
            <a:ext cx="374400" cy="180000"/>
          </a:xfrm>
        </p:spPr>
        <p:txBody>
          <a:bodyPr/>
          <a:lstStyle/>
          <a:p>
            <a:fld id="{23AA811B-2EBD-4900-905E-5BE206449611}" type="slidenum">
              <a:rPr lang="en-CA"/>
              <a:pPr/>
              <a:t>72</a:t>
            </a:fld>
            <a:endParaRPr lang="en-CA"/>
          </a:p>
        </p:txBody>
      </p:sp>
      <p:sp>
        <p:nvSpPr>
          <p:cNvPr id="29" name="Title 26">
            <a:extLst>
              <a:ext uri="{FF2B5EF4-FFF2-40B4-BE49-F238E27FC236}">
                <a16:creationId xmlns:a16="http://schemas.microsoft.com/office/drawing/2014/main" id="{767351ED-10D8-8E79-080B-E80766A82756}"/>
              </a:ext>
            </a:extLst>
          </p:cNvPr>
          <p:cNvSpPr txBox="1">
            <a:spLocks/>
          </p:cNvSpPr>
          <p:nvPr/>
        </p:nvSpPr>
        <p:spPr>
          <a:xfrm>
            <a:off x="6235261" y="382227"/>
            <a:ext cx="3487738" cy="607104"/>
          </a:xfrm>
          <a:prstGeom prst="rect">
            <a:avLst/>
          </a:prstGeom>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nSpc>
                <a:spcPct val="90000"/>
              </a:lnSpc>
            </a:pPr>
            <a:r>
              <a:rPr lang="en-CA" sz="1800">
                <a:solidFill>
                  <a:schemeClr val="bg1"/>
                </a:solidFill>
                <a:ea typeface="Open Sans Light"/>
                <a:cs typeface="Open Sans Light"/>
              </a:rPr>
              <a:t>Colliers</a:t>
            </a:r>
          </a:p>
          <a:p>
            <a:pPr>
              <a:lnSpc>
                <a:spcPct val="90000"/>
              </a:lnSpc>
            </a:pPr>
            <a:r>
              <a:rPr lang="en-CA" sz="1800" b="1">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rPr>
              <a:t>History</a:t>
            </a:r>
          </a:p>
        </p:txBody>
      </p:sp>
      <p:cxnSp>
        <p:nvCxnSpPr>
          <p:cNvPr id="4" name="Straight Connector 3">
            <a:extLst>
              <a:ext uri="{FF2B5EF4-FFF2-40B4-BE49-F238E27FC236}">
                <a16:creationId xmlns:a16="http://schemas.microsoft.com/office/drawing/2014/main" id="{F51D17F6-DB35-43B6-100D-C6702CCE4BF5}"/>
              </a:ext>
            </a:extLst>
          </p:cNvPr>
          <p:cNvCxnSpPr/>
          <p:nvPr/>
        </p:nvCxnSpPr>
        <p:spPr>
          <a:xfrm>
            <a:off x="11124763" y="274014"/>
            <a:ext cx="0" cy="125517"/>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7" name="Graphic 66">
            <a:extLst>
              <a:ext uri="{FF2B5EF4-FFF2-40B4-BE49-F238E27FC236}">
                <a16:creationId xmlns:a16="http://schemas.microsoft.com/office/drawing/2014/main" id="{D384485A-FB32-BC0D-FB36-A4F74D82F62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7610" y="4115303"/>
            <a:ext cx="985161" cy="985161"/>
          </a:xfrm>
          <a:prstGeom prst="rect">
            <a:avLst/>
          </a:prstGeom>
        </p:spPr>
      </p:pic>
      <p:sp>
        <p:nvSpPr>
          <p:cNvPr id="71" name="TextBox 20">
            <a:extLst>
              <a:ext uri="{FF2B5EF4-FFF2-40B4-BE49-F238E27FC236}">
                <a16:creationId xmlns:a16="http://schemas.microsoft.com/office/drawing/2014/main" id="{FDDB2A07-DCF1-BC7E-F903-66DDD22712ED}"/>
              </a:ext>
            </a:extLst>
          </p:cNvPr>
          <p:cNvSpPr txBox="1"/>
          <p:nvPr/>
        </p:nvSpPr>
        <p:spPr>
          <a:xfrm>
            <a:off x="456156" y="5301339"/>
            <a:ext cx="1956203" cy="64633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a:ea typeface="Open Sans Light" panose="020B0306030504020204" pitchFamily="34" charset="0"/>
                <a:cs typeface="Open Sans Light" panose="020B0306030504020204" pitchFamily="34" charset="0"/>
              </a:rPr>
              <a:t>Colliers is a </a:t>
            </a:r>
            <a:br>
              <a:rPr lang="en-US" sz="1200">
                <a:ea typeface="Open Sans Light" panose="020B0306030504020204" pitchFamily="34" charset="0"/>
                <a:cs typeface="Open Sans Light" panose="020B0306030504020204" pitchFamily="34" charset="0"/>
              </a:rPr>
            </a:br>
            <a:r>
              <a:rPr lang="en-US" sz="1200">
                <a:ea typeface="Open Sans Light" panose="020B0306030504020204" pitchFamily="34" charset="0"/>
                <a:cs typeface="Open Sans Light" panose="020B0306030504020204" pitchFamily="34" charset="0"/>
              </a:rPr>
              <a:t>Canadian-owned &amp; Controlled Company</a:t>
            </a:r>
            <a:endParaRPr lang="en-CA" sz="1200">
              <a:ea typeface="Open Sans Light" panose="020B0306030504020204" pitchFamily="34" charset="0"/>
              <a:cs typeface="Open Sans Light" panose="020B0306030504020204" pitchFamily="34" charset="0"/>
            </a:endParaRPr>
          </a:p>
        </p:txBody>
      </p:sp>
      <p:pic>
        <p:nvPicPr>
          <p:cNvPr id="68" name="Graphic 67">
            <a:extLst>
              <a:ext uri="{FF2B5EF4-FFF2-40B4-BE49-F238E27FC236}">
                <a16:creationId xmlns:a16="http://schemas.microsoft.com/office/drawing/2014/main" id="{23D3403B-B60A-9B58-BDBB-68B6905CAFA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479721" y="4127236"/>
            <a:ext cx="1048630" cy="1048630"/>
          </a:xfrm>
          <a:prstGeom prst="rect">
            <a:avLst/>
          </a:prstGeom>
        </p:spPr>
      </p:pic>
      <p:sp>
        <p:nvSpPr>
          <p:cNvPr id="72" name="TextBox 26">
            <a:extLst>
              <a:ext uri="{FF2B5EF4-FFF2-40B4-BE49-F238E27FC236}">
                <a16:creationId xmlns:a16="http://schemas.microsoft.com/office/drawing/2014/main" id="{89C4F6CC-8FD1-2909-8C27-46F58F718487}"/>
              </a:ext>
            </a:extLst>
          </p:cNvPr>
          <p:cNvSpPr txBox="1"/>
          <p:nvPr/>
        </p:nvSpPr>
        <p:spPr>
          <a:xfrm>
            <a:off x="2074538" y="5301339"/>
            <a:ext cx="1854201" cy="461665"/>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a:ea typeface="Open Sans Light" panose="020B0306030504020204" pitchFamily="34" charset="0"/>
                <a:cs typeface="Open Sans Light" panose="020B0306030504020204" pitchFamily="34" charset="0"/>
              </a:rPr>
              <a:t>Team and </a:t>
            </a:r>
            <a:br>
              <a:rPr lang="en-US" sz="1200">
                <a:ea typeface="Open Sans Light" panose="020B0306030504020204" pitchFamily="34" charset="0"/>
                <a:cs typeface="Open Sans Light" panose="020B0306030504020204" pitchFamily="34" charset="0"/>
              </a:rPr>
            </a:br>
            <a:r>
              <a:rPr lang="en-US" sz="1200">
                <a:ea typeface="Open Sans Light" panose="020B0306030504020204" pitchFamily="34" charset="0"/>
                <a:cs typeface="Open Sans Light" panose="020B0306030504020204" pitchFamily="34" charset="0"/>
              </a:rPr>
              <a:t>Track Record</a:t>
            </a:r>
          </a:p>
        </p:txBody>
      </p:sp>
      <p:pic>
        <p:nvPicPr>
          <p:cNvPr id="69" name="Graphic 68">
            <a:extLst>
              <a:ext uri="{FF2B5EF4-FFF2-40B4-BE49-F238E27FC236}">
                <a16:creationId xmlns:a16="http://schemas.microsoft.com/office/drawing/2014/main" id="{54306A33-776A-181A-8E1E-2F8D47FE395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098161" y="4095684"/>
            <a:ext cx="1058155" cy="1058155"/>
          </a:xfrm>
          <a:prstGeom prst="rect">
            <a:avLst/>
          </a:prstGeom>
        </p:spPr>
      </p:pic>
      <p:sp>
        <p:nvSpPr>
          <p:cNvPr id="73" name="TextBox 27">
            <a:extLst>
              <a:ext uri="{FF2B5EF4-FFF2-40B4-BE49-F238E27FC236}">
                <a16:creationId xmlns:a16="http://schemas.microsoft.com/office/drawing/2014/main" id="{94A46758-1C03-ABF7-6727-80241796B370}"/>
              </a:ext>
            </a:extLst>
          </p:cNvPr>
          <p:cNvSpPr txBox="1"/>
          <p:nvPr/>
        </p:nvSpPr>
        <p:spPr>
          <a:xfrm>
            <a:off x="3815275" y="5301339"/>
            <a:ext cx="1605073" cy="64633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a:ea typeface="Open Sans Light" panose="020B0306030504020204" pitchFamily="34" charset="0"/>
                <a:cs typeface="Open Sans Light" panose="020B0306030504020204" pitchFamily="34" charset="0"/>
              </a:rPr>
              <a:t>Market Intelligence and cross-market capability</a:t>
            </a:r>
            <a:endParaRPr lang="en-CA" sz="1200">
              <a:ea typeface="Open Sans Light" panose="020B0306030504020204" pitchFamily="34" charset="0"/>
              <a:cs typeface="Open Sans Light" panose="020B0306030504020204" pitchFamily="34" charset="0"/>
            </a:endParaRPr>
          </a:p>
        </p:txBody>
      </p:sp>
      <p:pic>
        <p:nvPicPr>
          <p:cNvPr id="70" name="Graphic 69">
            <a:extLst>
              <a:ext uri="{FF2B5EF4-FFF2-40B4-BE49-F238E27FC236}">
                <a16:creationId xmlns:a16="http://schemas.microsoft.com/office/drawing/2014/main" id="{5A170CDB-11CF-260A-5B43-FC29DA339BF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838648" y="4115303"/>
            <a:ext cx="1048630" cy="1048630"/>
          </a:xfrm>
          <a:prstGeom prst="rect">
            <a:avLst/>
          </a:prstGeom>
        </p:spPr>
      </p:pic>
      <p:sp>
        <p:nvSpPr>
          <p:cNvPr id="74" name="TextBox 28">
            <a:extLst>
              <a:ext uri="{FF2B5EF4-FFF2-40B4-BE49-F238E27FC236}">
                <a16:creationId xmlns:a16="http://schemas.microsoft.com/office/drawing/2014/main" id="{8D9C4074-34C0-D7A5-A6E0-A531CB4F723D}"/>
              </a:ext>
            </a:extLst>
          </p:cNvPr>
          <p:cNvSpPr txBox="1"/>
          <p:nvPr/>
        </p:nvSpPr>
        <p:spPr>
          <a:xfrm>
            <a:off x="5583893" y="5301339"/>
            <a:ext cx="1605073" cy="461665"/>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a:ea typeface="Open Sans Light" panose="020B0306030504020204" pitchFamily="34" charset="0"/>
                <a:cs typeface="Open Sans Light" panose="020B0306030504020204" pitchFamily="34" charset="0"/>
              </a:rPr>
              <a:t>Reciprocal </a:t>
            </a:r>
            <a:br>
              <a:rPr lang="en-US" sz="1200">
                <a:ea typeface="Open Sans Light" panose="020B0306030504020204" pitchFamily="34" charset="0"/>
                <a:cs typeface="Open Sans Light" panose="020B0306030504020204" pitchFamily="34" charset="0"/>
              </a:rPr>
            </a:br>
            <a:r>
              <a:rPr lang="en-US" sz="1200">
                <a:ea typeface="Open Sans Light" panose="020B0306030504020204" pitchFamily="34" charset="0"/>
                <a:cs typeface="Open Sans Light" panose="020B0306030504020204" pitchFamily="34" charset="0"/>
              </a:rPr>
              <a:t>Business Partner</a:t>
            </a:r>
            <a:endParaRPr lang="en-CA" sz="1200">
              <a:ea typeface="Open Sans Light" panose="020B0306030504020204" pitchFamily="34" charset="0"/>
              <a:cs typeface="Open Sans Light" panose="020B0306030504020204" pitchFamily="34" charset="0"/>
            </a:endParaRPr>
          </a:p>
        </p:txBody>
      </p:sp>
    </p:spTree>
    <p:custDataLst>
      <p:custData r:id="rId1"/>
      <p:custData r:id="rId2"/>
    </p:custDataLst>
    <p:extLst>
      <p:ext uri="{BB962C8B-B14F-4D97-AF65-F5344CB8AC3E}">
        <p14:creationId xmlns:p14="http://schemas.microsoft.com/office/powerpoint/2010/main" val="19329869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E1D73-576A-AB41-896B-77EB01D42D77}"/>
            </a:ext>
          </a:extLst>
        </p:cNvPr>
        <p:cNvGrpSpPr/>
        <p:nvPr/>
      </p:nvGrpSpPr>
      <p:grpSpPr>
        <a:xfrm>
          <a:off x="0" y="0"/>
          <a:ext cx="0" cy="0"/>
          <a:chOff x="0" y="0"/>
          <a:chExt cx="0" cy="0"/>
        </a:xfrm>
      </p:grpSpPr>
      <p:sp>
        <p:nvSpPr>
          <p:cNvPr id="25" name="Text Placeholder 24">
            <a:extLst>
              <a:ext uri="{FF2B5EF4-FFF2-40B4-BE49-F238E27FC236}">
                <a16:creationId xmlns:a16="http://schemas.microsoft.com/office/drawing/2014/main" id="{1AF2624F-B26E-A171-E75A-EF1AE532B2E4}"/>
              </a:ext>
            </a:extLst>
          </p:cNvPr>
          <p:cNvSpPr>
            <a:spLocks noGrp="1"/>
          </p:cNvSpPr>
          <p:nvPr>
            <p:ph type="body" sz="quarter" idx="13"/>
          </p:nvPr>
        </p:nvSpPr>
        <p:spPr>
          <a:xfrm>
            <a:off x="647525" y="669600"/>
            <a:ext cx="10893425" cy="392400"/>
          </a:xfrm>
        </p:spPr>
        <p:txBody>
          <a:bodyPr/>
          <a:lstStyle/>
          <a:p>
            <a:r>
              <a:rPr lang="en-US"/>
              <a:t>OUR DIFFERENTIATORS</a:t>
            </a:r>
          </a:p>
        </p:txBody>
      </p:sp>
      <p:sp>
        <p:nvSpPr>
          <p:cNvPr id="9" name="Title 8">
            <a:extLst>
              <a:ext uri="{FF2B5EF4-FFF2-40B4-BE49-F238E27FC236}">
                <a16:creationId xmlns:a16="http://schemas.microsoft.com/office/drawing/2014/main" id="{0BC079CE-6671-4BBA-ED7D-ABC429306A48}"/>
              </a:ext>
            </a:extLst>
          </p:cNvPr>
          <p:cNvSpPr>
            <a:spLocks noGrp="1"/>
          </p:cNvSpPr>
          <p:nvPr>
            <p:ph type="title"/>
          </p:nvPr>
        </p:nvSpPr>
        <p:spPr>
          <a:xfrm>
            <a:off x="612531" y="1062038"/>
            <a:ext cx="10893425" cy="835025"/>
          </a:xfrm>
        </p:spPr>
        <p:txBody>
          <a:bodyPr/>
          <a:lstStyle/>
          <a:p>
            <a:r>
              <a:rPr lang="en-US"/>
              <a:t>Our Promise</a:t>
            </a:r>
            <a:br>
              <a:rPr lang="en-US"/>
            </a:br>
            <a:endParaRPr lang="en-CA"/>
          </a:p>
        </p:txBody>
      </p:sp>
      <p:sp>
        <p:nvSpPr>
          <p:cNvPr id="20" name="Content Placeholder 19">
            <a:extLst>
              <a:ext uri="{FF2B5EF4-FFF2-40B4-BE49-F238E27FC236}">
                <a16:creationId xmlns:a16="http://schemas.microsoft.com/office/drawing/2014/main" id="{8E6253F8-E86D-DC76-EFEC-9F1F29DF1E37}"/>
              </a:ext>
            </a:extLst>
          </p:cNvPr>
          <p:cNvSpPr>
            <a:spLocks noGrp="1"/>
          </p:cNvSpPr>
          <p:nvPr>
            <p:ph idx="1"/>
          </p:nvPr>
        </p:nvSpPr>
        <p:spPr>
          <a:xfrm>
            <a:off x="648000" y="2044800"/>
            <a:ext cx="10893600" cy="4161600"/>
          </a:xfrm>
        </p:spPr>
        <p:txBody>
          <a:bodyPr/>
          <a:lstStyle/>
          <a:p>
            <a:r>
              <a:rPr lang="en-US"/>
              <a:t>Local experts in each market, close national collaboration and rapid execution. </a:t>
            </a:r>
          </a:p>
          <a:p>
            <a:endParaRPr lang="en-CA"/>
          </a:p>
        </p:txBody>
      </p:sp>
      <p:sp>
        <p:nvSpPr>
          <p:cNvPr id="36" name="Text Placeholder 35">
            <a:extLst>
              <a:ext uri="{FF2B5EF4-FFF2-40B4-BE49-F238E27FC236}">
                <a16:creationId xmlns:a16="http://schemas.microsoft.com/office/drawing/2014/main" id="{D2DAE989-D5B9-1E53-C5E4-191BFCDB5EB3}"/>
              </a:ext>
            </a:extLst>
          </p:cNvPr>
          <p:cNvSpPr>
            <a:spLocks noGrp="1"/>
          </p:cNvSpPr>
          <p:nvPr>
            <p:ph type="body" sz="quarter" idx="14"/>
          </p:nvPr>
        </p:nvSpPr>
        <p:spPr/>
        <p:txBody>
          <a:bodyPr/>
          <a:lstStyle/>
          <a:p>
            <a:endParaRPr lang="en-CA"/>
          </a:p>
        </p:txBody>
      </p:sp>
      <p:sp>
        <p:nvSpPr>
          <p:cNvPr id="6" name="Footer Placeholder 5">
            <a:extLst>
              <a:ext uri="{FF2B5EF4-FFF2-40B4-BE49-F238E27FC236}">
                <a16:creationId xmlns:a16="http://schemas.microsoft.com/office/drawing/2014/main" id="{48389298-E286-A0EA-0E94-029E497145BB}"/>
              </a:ext>
            </a:extLst>
          </p:cNvPr>
          <p:cNvSpPr>
            <a:spLocks noGrp="1"/>
          </p:cNvSpPr>
          <p:nvPr>
            <p:ph type="ftr" sz="quarter" idx="11"/>
          </p:nvPr>
        </p:nvSpPr>
        <p:spPr>
          <a:xfrm>
            <a:off x="6202800" y="248400"/>
            <a:ext cx="4636800" cy="180000"/>
          </a:xfrm>
        </p:spPr>
        <p:txBody>
          <a:bodyPr/>
          <a:lstStyle/>
          <a:p>
            <a:r>
              <a:rPr lang="en-US"/>
              <a:t>Colliers</a:t>
            </a:r>
          </a:p>
        </p:txBody>
      </p:sp>
      <p:sp>
        <p:nvSpPr>
          <p:cNvPr id="7" name="Slide Number Placeholder 6">
            <a:extLst>
              <a:ext uri="{FF2B5EF4-FFF2-40B4-BE49-F238E27FC236}">
                <a16:creationId xmlns:a16="http://schemas.microsoft.com/office/drawing/2014/main" id="{0F45C13D-0539-8586-A6E3-35D385FC773A}"/>
              </a:ext>
            </a:extLst>
          </p:cNvPr>
          <p:cNvSpPr>
            <a:spLocks noGrp="1"/>
          </p:cNvSpPr>
          <p:nvPr>
            <p:ph type="sldNum" sz="quarter" idx="12"/>
          </p:nvPr>
        </p:nvSpPr>
        <p:spPr>
          <a:xfrm>
            <a:off x="11167200" y="248400"/>
            <a:ext cx="374400" cy="180000"/>
          </a:xfrm>
        </p:spPr>
        <p:txBody>
          <a:bodyPr/>
          <a:lstStyle/>
          <a:p>
            <a:fld id="{23AA811B-2EBD-4900-905E-5BE206449611}" type="slidenum">
              <a:rPr lang="en-US" smtClean="0"/>
              <a:pPr/>
              <a:t>73</a:t>
            </a:fld>
            <a:endParaRPr lang="en-US"/>
          </a:p>
        </p:txBody>
      </p:sp>
      <p:grpSp>
        <p:nvGrpSpPr>
          <p:cNvPr id="28" name="Group 27">
            <a:extLst>
              <a:ext uri="{FF2B5EF4-FFF2-40B4-BE49-F238E27FC236}">
                <a16:creationId xmlns:a16="http://schemas.microsoft.com/office/drawing/2014/main" id="{C75C77B5-66DD-2AA7-9FAC-62603EAB2A18}"/>
              </a:ext>
            </a:extLst>
          </p:cNvPr>
          <p:cNvGrpSpPr/>
          <p:nvPr/>
        </p:nvGrpSpPr>
        <p:grpSpPr>
          <a:xfrm>
            <a:off x="6130000" y="2948050"/>
            <a:ext cx="2391200" cy="3605000"/>
            <a:chOff x="2974560" y="3008522"/>
            <a:chExt cx="2391200" cy="3605000"/>
          </a:xfrm>
        </p:grpSpPr>
        <p:sp>
          <p:nvSpPr>
            <p:cNvPr id="13" name="Content Placeholder 17">
              <a:extLst>
                <a:ext uri="{FF2B5EF4-FFF2-40B4-BE49-F238E27FC236}">
                  <a16:creationId xmlns:a16="http://schemas.microsoft.com/office/drawing/2014/main" id="{5AE4EA87-9F9A-FFF7-B5D5-4816E898F053}"/>
                </a:ext>
              </a:extLst>
            </p:cNvPr>
            <p:cNvSpPr txBox="1">
              <a:spLocks/>
            </p:cNvSpPr>
            <p:nvPr/>
          </p:nvSpPr>
          <p:spPr>
            <a:xfrm>
              <a:off x="2974560" y="4023283"/>
              <a:ext cx="2391200" cy="2590239"/>
            </a:xfrm>
            <a:prstGeom prst="rect">
              <a:avLst/>
            </a:prstGeom>
          </p:spPr>
          <p:txBody>
            <a:bodyPr vert="horz" lIns="0" tIns="0" rIns="0" bIns="0" rtlCol="0">
              <a:noAutofit/>
            </a:bodyPr>
            <a:lstStyle>
              <a:lvl1pPr marL="0" indent="0" algn="l" defTabSz="914400" rtl="0" eaLnBrk="1" latinLnBrk="0" hangingPunct="1">
                <a:lnSpc>
                  <a:spcPct val="100000"/>
                </a:lnSpc>
                <a:spcBef>
                  <a:spcPts val="300"/>
                </a:spcBef>
                <a:spcAft>
                  <a:spcPts val="600"/>
                </a:spcAft>
                <a:buFontTx/>
                <a:buNone/>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None/>
                <a:defRPr sz="1400" kern="1200" spc="300">
                  <a:solidFill>
                    <a:schemeClr val="accent3"/>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algn="ctr">
                <a:lnSpc>
                  <a:spcPts val="2000"/>
                </a:lnSpc>
                <a:spcAft>
                  <a:spcPts val="1200"/>
                </a:spcAft>
              </a:pPr>
              <a:r>
                <a:rPr lang="en-CA" sz="1200" b="1">
                  <a:solidFill>
                    <a:schemeClr val="accent5"/>
                  </a:solidFill>
                </a:rPr>
                <a:t>Resources on the Ground</a:t>
              </a:r>
              <a:br>
                <a:rPr lang="en-CA" sz="1200">
                  <a:solidFill>
                    <a:schemeClr val="accent2"/>
                  </a:solidFill>
                </a:rPr>
              </a:br>
              <a:r>
                <a:rPr lang="en-US" sz="1200"/>
                <a:t>Our team would be your eyes and ears in the market which will allow your real estate team to focus on your daily operations.</a:t>
              </a:r>
            </a:p>
          </p:txBody>
        </p:sp>
        <p:pic>
          <p:nvPicPr>
            <p:cNvPr id="19" name="Graphic 18">
              <a:extLst>
                <a:ext uri="{FF2B5EF4-FFF2-40B4-BE49-F238E27FC236}">
                  <a16:creationId xmlns:a16="http://schemas.microsoft.com/office/drawing/2014/main" id="{FE9E0271-498C-82D3-9356-9E97FAE0403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662780" y="3008522"/>
              <a:ext cx="1014761" cy="1014761"/>
            </a:xfrm>
            <a:prstGeom prst="rect">
              <a:avLst/>
            </a:prstGeom>
          </p:spPr>
        </p:pic>
      </p:grpSp>
      <p:grpSp>
        <p:nvGrpSpPr>
          <p:cNvPr id="29" name="Group 28">
            <a:extLst>
              <a:ext uri="{FF2B5EF4-FFF2-40B4-BE49-F238E27FC236}">
                <a16:creationId xmlns:a16="http://schemas.microsoft.com/office/drawing/2014/main" id="{587A116A-75F2-F50F-348E-C8142212F78B}"/>
              </a:ext>
            </a:extLst>
          </p:cNvPr>
          <p:cNvGrpSpPr/>
          <p:nvPr/>
        </p:nvGrpSpPr>
        <p:grpSpPr>
          <a:xfrm>
            <a:off x="2835622" y="2932322"/>
            <a:ext cx="2784430" cy="3605000"/>
            <a:chOff x="5776939" y="3008522"/>
            <a:chExt cx="2784430" cy="3605000"/>
          </a:xfrm>
        </p:grpSpPr>
        <p:sp>
          <p:nvSpPr>
            <p:cNvPr id="12" name="Content Placeholder 17">
              <a:extLst>
                <a:ext uri="{FF2B5EF4-FFF2-40B4-BE49-F238E27FC236}">
                  <a16:creationId xmlns:a16="http://schemas.microsoft.com/office/drawing/2014/main" id="{A3EADC3B-3BE2-CA3D-89C7-74D217F97D83}"/>
                </a:ext>
              </a:extLst>
            </p:cNvPr>
            <p:cNvSpPr txBox="1">
              <a:spLocks/>
            </p:cNvSpPr>
            <p:nvPr/>
          </p:nvSpPr>
          <p:spPr>
            <a:xfrm>
              <a:off x="5776939" y="4023283"/>
              <a:ext cx="2784430" cy="2590239"/>
            </a:xfrm>
            <a:prstGeom prst="rect">
              <a:avLst/>
            </a:prstGeom>
          </p:spPr>
          <p:txBody>
            <a:bodyPr vert="horz" lIns="0" tIns="0" rIns="0" bIns="0" rtlCol="0">
              <a:noAutofit/>
            </a:bodyPr>
            <a:lstStyle>
              <a:lvl1pPr marL="0" indent="0" algn="l" defTabSz="914400" rtl="0" eaLnBrk="1" latinLnBrk="0" hangingPunct="1">
                <a:lnSpc>
                  <a:spcPct val="100000"/>
                </a:lnSpc>
                <a:spcBef>
                  <a:spcPts val="300"/>
                </a:spcBef>
                <a:spcAft>
                  <a:spcPts val="600"/>
                </a:spcAft>
                <a:buFontTx/>
                <a:buNone/>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None/>
                <a:defRPr sz="1400" kern="1200" spc="300">
                  <a:solidFill>
                    <a:schemeClr val="accent3"/>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algn="ctr">
                <a:lnSpc>
                  <a:spcPts val="2000"/>
                </a:lnSpc>
                <a:spcAft>
                  <a:spcPts val="1200"/>
                </a:spcAft>
              </a:pPr>
              <a:r>
                <a:rPr lang="en-CA" sz="1200" b="1">
                  <a:solidFill>
                    <a:schemeClr val="accent5"/>
                  </a:solidFill>
                </a:rPr>
                <a:t>Informed Decision Making </a:t>
              </a:r>
              <a:br>
                <a:rPr lang="en-CA" sz="1200">
                  <a:solidFill>
                    <a:schemeClr val="tx2"/>
                  </a:solidFill>
                </a:rPr>
              </a:br>
              <a:r>
                <a:rPr lang="en-CA" sz="1200"/>
                <a:t>We will present all available market options that match your criteria through detailed market research. This will put you in a better position when negotiating lease terms because it will provide a basis of comparison to make an informed decision.</a:t>
              </a:r>
            </a:p>
          </p:txBody>
        </p:sp>
        <p:pic>
          <p:nvPicPr>
            <p:cNvPr id="22" name="Graphic 21">
              <a:extLst>
                <a:ext uri="{FF2B5EF4-FFF2-40B4-BE49-F238E27FC236}">
                  <a16:creationId xmlns:a16="http://schemas.microsoft.com/office/drawing/2014/main" id="{709C4F33-4049-FA88-F7E1-C5E2F5F8639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33032" y="3008522"/>
              <a:ext cx="1072244" cy="1072244"/>
            </a:xfrm>
            <a:prstGeom prst="rect">
              <a:avLst/>
            </a:prstGeom>
          </p:spPr>
        </p:pic>
      </p:grpSp>
      <p:grpSp>
        <p:nvGrpSpPr>
          <p:cNvPr id="30" name="Group 29">
            <a:extLst>
              <a:ext uri="{FF2B5EF4-FFF2-40B4-BE49-F238E27FC236}">
                <a16:creationId xmlns:a16="http://schemas.microsoft.com/office/drawing/2014/main" id="{EEE94D1E-6D39-B35C-42AC-B983CC0266B6}"/>
              </a:ext>
            </a:extLst>
          </p:cNvPr>
          <p:cNvGrpSpPr/>
          <p:nvPr/>
        </p:nvGrpSpPr>
        <p:grpSpPr>
          <a:xfrm>
            <a:off x="8972549" y="2873828"/>
            <a:ext cx="2784430" cy="3659572"/>
            <a:chOff x="8972549" y="2950028"/>
            <a:chExt cx="2784430" cy="3659572"/>
          </a:xfrm>
        </p:grpSpPr>
        <p:sp>
          <p:nvSpPr>
            <p:cNvPr id="18" name="Content Placeholder 17">
              <a:extLst>
                <a:ext uri="{FF2B5EF4-FFF2-40B4-BE49-F238E27FC236}">
                  <a16:creationId xmlns:a16="http://schemas.microsoft.com/office/drawing/2014/main" id="{15288295-6EAD-60B0-4EC5-957BCA7862CB}"/>
                </a:ext>
              </a:extLst>
            </p:cNvPr>
            <p:cNvSpPr txBox="1">
              <a:spLocks/>
            </p:cNvSpPr>
            <p:nvPr/>
          </p:nvSpPr>
          <p:spPr>
            <a:xfrm>
              <a:off x="8972549" y="4023283"/>
              <a:ext cx="2784430" cy="2586317"/>
            </a:xfrm>
            <a:prstGeom prst="rect">
              <a:avLst/>
            </a:prstGeom>
          </p:spPr>
          <p:txBody>
            <a:bodyPr vert="horz" lIns="0" tIns="0" rIns="0" bIns="0" rtlCol="0">
              <a:noAutofit/>
            </a:bodyPr>
            <a:lstStyle>
              <a:lvl1pPr marL="0" indent="0" algn="l" defTabSz="914400" rtl="0" eaLnBrk="1" latinLnBrk="0" hangingPunct="1">
                <a:lnSpc>
                  <a:spcPct val="100000"/>
                </a:lnSpc>
                <a:spcBef>
                  <a:spcPts val="300"/>
                </a:spcBef>
                <a:spcAft>
                  <a:spcPts val="600"/>
                </a:spcAft>
                <a:buFontTx/>
                <a:buNone/>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None/>
                <a:defRPr sz="1400" kern="1200" spc="300">
                  <a:solidFill>
                    <a:schemeClr val="accent3"/>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algn="ctr">
                <a:lnSpc>
                  <a:spcPts val="2000"/>
                </a:lnSpc>
                <a:spcAft>
                  <a:spcPts val="1200"/>
                </a:spcAft>
              </a:pPr>
              <a:r>
                <a:rPr lang="en-CA" sz="1200" b="1">
                  <a:solidFill>
                    <a:schemeClr val="accent5"/>
                  </a:solidFill>
                </a:rPr>
                <a:t>No-Cost Expertise</a:t>
              </a:r>
              <a:br>
                <a:rPr lang="en-CA" sz="1200">
                  <a:solidFill>
                    <a:schemeClr val="accent2"/>
                  </a:solidFill>
                </a:rPr>
              </a:br>
              <a:r>
                <a:rPr lang="en-CA" sz="1200"/>
                <a:t>As a tenant representative, our fees are paid by the owners when a transaction is concluded. You can therefore count on the expertise of an experienced real estate team, supported by technological resources and tools, at no cost to you. </a:t>
              </a:r>
            </a:p>
            <a:p>
              <a:pPr>
                <a:lnSpc>
                  <a:spcPts val="2000"/>
                </a:lnSpc>
                <a:spcAft>
                  <a:spcPts val="1200"/>
                </a:spcAft>
              </a:pPr>
              <a:endParaRPr lang="en-CA" sz="1200">
                <a:solidFill>
                  <a:schemeClr val="tx2"/>
                </a:solidFill>
              </a:endParaRPr>
            </a:p>
          </p:txBody>
        </p:sp>
        <p:pic>
          <p:nvPicPr>
            <p:cNvPr id="23" name="Graphic 22">
              <a:extLst>
                <a:ext uri="{FF2B5EF4-FFF2-40B4-BE49-F238E27FC236}">
                  <a16:creationId xmlns:a16="http://schemas.microsoft.com/office/drawing/2014/main" id="{F10100CD-8AC0-A73F-BD59-6D42244104D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828642" y="2950028"/>
              <a:ext cx="1072244" cy="1072244"/>
            </a:xfrm>
            <a:prstGeom prst="rect">
              <a:avLst/>
            </a:prstGeom>
          </p:spPr>
        </p:pic>
      </p:grpSp>
      <p:grpSp>
        <p:nvGrpSpPr>
          <p:cNvPr id="27" name="Group 26">
            <a:extLst>
              <a:ext uri="{FF2B5EF4-FFF2-40B4-BE49-F238E27FC236}">
                <a16:creationId xmlns:a16="http://schemas.microsoft.com/office/drawing/2014/main" id="{D37F7160-1875-9E07-EA07-601CFF7DA2AB}"/>
              </a:ext>
            </a:extLst>
          </p:cNvPr>
          <p:cNvGrpSpPr/>
          <p:nvPr/>
        </p:nvGrpSpPr>
        <p:grpSpPr>
          <a:xfrm>
            <a:off x="377817" y="2898882"/>
            <a:ext cx="1900290" cy="2758960"/>
            <a:chOff x="377817" y="2975082"/>
            <a:chExt cx="1900290" cy="2758960"/>
          </a:xfrm>
        </p:grpSpPr>
        <p:sp>
          <p:nvSpPr>
            <p:cNvPr id="11" name="Content Placeholder 17">
              <a:extLst>
                <a:ext uri="{FF2B5EF4-FFF2-40B4-BE49-F238E27FC236}">
                  <a16:creationId xmlns:a16="http://schemas.microsoft.com/office/drawing/2014/main" id="{1FF375F5-C7A0-5020-5865-EAD7C1C6E35C}"/>
                </a:ext>
              </a:extLst>
            </p:cNvPr>
            <p:cNvSpPr txBox="1">
              <a:spLocks/>
            </p:cNvSpPr>
            <p:nvPr/>
          </p:nvSpPr>
          <p:spPr>
            <a:xfrm>
              <a:off x="377817" y="4023283"/>
              <a:ext cx="1900290" cy="1710759"/>
            </a:xfrm>
            <a:prstGeom prst="rect">
              <a:avLst/>
            </a:prstGeom>
          </p:spPr>
          <p:txBody>
            <a:bodyPr vert="horz" lIns="0" tIns="0" rIns="0" bIns="0" rtlCol="0">
              <a:noAutofit/>
            </a:bodyPr>
            <a:lstStyle>
              <a:lvl1pPr marL="0" indent="0" algn="l" defTabSz="914400" rtl="0" eaLnBrk="1" latinLnBrk="0" hangingPunct="1">
                <a:lnSpc>
                  <a:spcPct val="100000"/>
                </a:lnSpc>
                <a:spcBef>
                  <a:spcPts val="300"/>
                </a:spcBef>
                <a:spcAft>
                  <a:spcPts val="600"/>
                </a:spcAft>
                <a:buFontTx/>
                <a:buNone/>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None/>
                <a:defRPr sz="1400" kern="1200" spc="300">
                  <a:solidFill>
                    <a:schemeClr val="accent3"/>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algn="ctr">
                <a:lnSpc>
                  <a:spcPts val="2000"/>
                </a:lnSpc>
                <a:spcAft>
                  <a:spcPts val="1200"/>
                </a:spcAft>
              </a:pPr>
              <a:r>
                <a:rPr lang="en-CA" sz="1200" b="1">
                  <a:solidFill>
                    <a:schemeClr val="accent5"/>
                  </a:solidFill>
                </a:rPr>
                <a:t>Creative Solutions</a:t>
              </a:r>
              <a:br>
                <a:rPr lang="en-CA" sz="1200">
                  <a:solidFill>
                    <a:schemeClr val="accent2"/>
                  </a:solidFill>
                </a:rPr>
              </a:br>
              <a:r>
                <a:rPr lang="en-US" sz="1200"/>
                <a:t>We will bring our best practices learned from working with other clients and owners. </a:t>
              </a:r>
            </a:p>
            <a:p>
              <a:pPr algn="ctr">
                <a:lnSpc>
                  <a:spcPts val="2000"/>
                </a:lnSpc>
                <a:spcAft>
                  <a:spcPts val="1200"/>
                </a:spcAft>
              </a:pPr>
              <a:endParaRPr lang="en-CA" sz="1200">
                <a:solidFill>
                  <a:schemeClr val="tx2"/>
                </a:solidFill>
              </a:endParaRPr>
            </a:p>
          </p:txBody>
        </p:sp>
        <p:pic>
          <p:nvPicPr>
            <p:cNvPr id="24" name="Graphic 23">
              <a:extLst>
                <a:ext uri="{FF2B5EF4-FFF2-40B4-BE49-F238E27FC236}">
                  <a16:creationId xmlns:a16="http://schemas.microsoft.com/office/drawing/2014/main" id="{DCF6689A-70A1-8C34-B762-F1F15022894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87142" y="2975082"/>
              <a:ext cx="1081640" cy="1081640"/>
            </a:xfrm>
            <a:prstGeom prst="rect">
              <a:avLst/>
            </a:prstGeom>
          </p:spPr>
        </p:pic>
      </p:grpSp>
    </p:spTree>
    <p:custDataLst>
      <p:custData r:id="rId1"/>
      <p:custData r:id="rId2"/>
    </p:custDataLst>
    <p:extLst>
      <p:ext uri="{BB962C8B-B14F-4D97-AF65-F5344CB8AC3E}">
        <p14:creationId xmlns:p14="http://schemas.microsoft.com/office/powerpoint/2010/main" val="356698813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0B28033-8F5D-75B5-D8F1-98287074387D}"/>
              </a:ext>
            </a:extLst>
          </p:cNvPr>
          <p:cNvSpPr>
            <a:spLocks noGrp="1"/>
          </p:cNvSpPr>
          <p:nvPr>
            <p:ph type="ftr" sz="quarter" idx="11"/>
          </p:nvPr>
        </p:nvSpPr>
        <p:spPr/>
        <p:txBody>
          <a:bodyPr/>
          <a:lstStyle/>
          <a:p>
            <a:r>
              <a:rPr lang="en-US"/>
              <a:t>Colliers</a:t>
            </a:r>
          </a:p>
        </p:txBody>
      </p:sp>
      <p:sp>
        <p:nvSpPr>
          <p:cNvPr id="3" name="Slide Number Placeholder 2">
            <a:extLst>
              <a:ext uri="{FF2B5EF4-FFF2-40B4-BE49-F238E27FC236}">
                <a16:creationId xmlns:a16="http://schemas.microsoft.com/office/drawing/2014/main" id="{CFDF1F58-4F09-DFE4-391A-C4DA1242CA22}"/>
              </a:ext>
            </a:extLst>
          </p:cNvPr>
          <p:cNvSpPr>
            <a:spLocks noGrp="1"/>
          </p:cNvSpPr>
          <p:nvPr>
            <p:ph type="sldNum" sz="quarter" idx="12"/>
          </p:nvPr>
        </p:nvSpPr>
        <p:spPr/>
        <p:txBody>
          <a:bodyPr/>
          <a:lstStyle/>
          <a:p>
            <a:fld id="{23AA811B-2EBD-4900-905E-5BE206449611}" type="slidenum">
              <a:rPr lang="en-US" smtClean="0"/>
              <a:pPr/>
              <a:t>74</a:t>
            </a:fld>
            <a:endParaRPr lang="en-US"/>
          </a:p>
        </p:txBody>
      </p:sp>
      <p:sp>
        <p:nvSpPr>
          <p:cNvPr id="4" name="Rectangle 3">
            <a:extLst>
              <a:ext uri="{FF2B5EF4-FFF2-40B4-BE49-F238E27FC236}">
                <a16:creationId xmlns:a16="http://schemas.microsoft.com/office/drawing/2014/main" id="{13623E07-6B3C-7C1D-C69C-7713F13DF486}"/>
              </a:ext>
            </a:extLst>
          </p:cNvPr>
          <p:cNvSpPr/>
          <p:nvPr/>
        </p:nvSpPr>
        <p:spPr>
          <a:xfrm flipV="1">
            <a:off x="0" y="0"/>
            <a:ext cx="12192000" cy="6858000"/>
          </a:xfrm>
          <a:prstGeom prst="rect">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noProof="0" err="1"/>
          </a:p>
        </p:txBody>
      </p:sp>
      <p:sp>
        <p:nvSpPr>
          <p:cNvPr id="5" name="Title 26">
            <a:extLst>
              <a:ext uri="{FF2B5EF4-FFF2-40B4-BE49-F238E27FC236}">
                <a16:creationId xmlns:a16="http://schemas.microsoft.com/office/drawing/2014/main" id="{B0A17467-FBC2-FA4A-BF1B-98388B2D681F}"/>
              </a:ext>
            </a:extLst>
          </p:cNvPr>
          <p:cNvSpPr txBox="1">
            <a:spLocks/>
          </p:cNvSpPr>
          <p:nvPr/>
        </p:nvSpPr>
        <p:spPr>
          <a:xfrm>
            <a:off x="4351338" y="2662590"/>
            <a:ext cx="3487738" cy="266218"/>
          </a:xfrm>
          <a:prstGeom prst="rect">
            <a:avLst/>
          </a:prstGeom>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gn="ctr"/>
            <a:r>
              <a:rPr lang="da-DK" sz="1400" b="1">
                <a:solidFill>
                  <a:schemeClr val="accent3"/>
                </a:solidFill>
                <a:latin typeface="Open Sans" panose="020B0606030504020204" pitchFamily="34" charset="0"/>
                <a:ea typeface="Open Sans" panose="020B0606030504020204" pitchFamily="34" charset="0"/>
                <a:cs typeface="Open Sans" panose="020B0606030504020204" pitchFamily="34" charset="0"/>
              </a:rPr>
              <a:t>Part 8</a:t>
            </a:r>
            <a:endParaRPr lang="en-US" sz="1400" b="1">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Title 26">
            <a:extLst>
              <a:ext uri="{FF2B5EF4-FFF2-40B4-BE49-F238E27FC236}">
                <a16:creationId xmlns:a16="http://schemas.microsoft.com/office/drawing/2014/main" id="{F7103798-A19D-28AF-8D54-259AF044DABB}"/>
              </a:ext>
            </a:extLst>
          </p:cNvPr>
          <p:cNvSpPr txBox="1">
            <a:spLocks/>
          </p:cNvSpPr>
          <p:nvPr/>
        </p:nvSpPr>
        <p:spPr>
          <a:xfrm>
            <a:off x="4351339" y="3152094"/>
            <a:ext cx="3487736" cy="1256747"/>
          </a:xfrm>
          <a:prstGeom prst="rect">
            <a:avLst/>
          </a:prstGeom>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gn="ctr">
              <a:lnSpc>
                <a:spcPct val="90000"/>
              </a:lnSpc>
            </a:pPr>
            <a:r>
              <a:rPr lang="en-CA" sz="4000">
                <a:solidFill>
                  <a:schemeClr val="bg1"/>
                </a:solidFill>
                <a:ea typeface="Open Sans Light"/>
                <a:cs typeface="Open Sans Light"/>
              </a:rPr>
              <a:t>Value-Add Services</a:t>
            </a:r>
            <a:endParaRPr lang="en-US" sz="4000" b="1">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endParaRPr>
          </a:p>
        </p:txBody>
      </p:sp>
    </p:spTree>
    <p:custDataLst>
      <p:custData r:id="rId1"/>
      <p:custData r:id="rId2"/>
    </p:custDataLst>
    <p:extLst>
      <p:ext uri="{BB962C8B-B14F-4D97-AF65-F5344CB8AC3E}">
        <p14:creationId xmlns:p14="http://schemas.microsoft.com/office/powerpoint/2010/main" val="25810508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6268E5CB-4493-B8D4-6F58-EF22963754AE}"/>
              </a:ext>
            </a:extLst>
          </p:cNvPr>
          <p:cNvSpPr>
            <a:spLocks noGrp="1"/>
          </p:cNvSpPr>
          <p:nvPr>
            <p:ph type="ftr" sz="quarter" idx="11"/>
          </p:nvPr>
        </p:nvSpPr>
        <p:spPr/>
        <p:txBody>
          <a:bodyPr/>
          <a:lstStyle/>
          <a:p>
            <a:r>
              <a:rPr lang="en-US"/>
              <a:t>Colliers</a:t>
            </a:r>
          </a:p>
        </p:txBody>
      </p:sp>
      <p:sp>
        <p:nvSpPr>
          <p:cNvPr id="7" name="Slide Number Placeholder 6">
            <a:extLst>
              <a:ext uri="{FF2B5EF4-FFF2-40B4-BE49-F238E27FC236}">
                <a16:creationId xmlns:a16="http://schemas.microsoft.com/office/drawing/2014/main" id="{C2EF3649-4C97-FDAF-531A-EC6FFB9F5DF8}"/>
              </a:ext>
            </a:extLst>
          </p:cNvPr>
          <p:cNvSpPr>
            <a:spLocks noGrp="1"/>
          </p:cNvSpPr>
          <p:nvPr>
            <p:ph type="sldNum" sz="quarter" idx="12"/>
          </p:nvPr>
        </p:nvSpPr>
        <p:spPr/>
        <p:txBody>
          <a:bodyPr/>
          <a:lstStyle/>
          <a:p>
            <a:fld id="{23AA811B-2EBD-4900-905E-5BE206449611}" type="slidenum">
              <a:rPr lang="en-US" smtClean="0"/>
              <a:pPr/>
              <a:t>75</a:t>
            </a:fld>
            <a:endParaRPr lang="en-US"/>
          </a:p>
        </p:txBody>
      </p:sp>
      <p:sp>
        <p:nvSpPr>
          <p:cNvPr id="8" name="Picture Placeholder 11">
            <a:extLst>
              <a:ext uri="{FF2B5EF4-FFF2-40B4-BE49-F238E27FC236}">
                <a16:creationId xmlns:a16="http://schemas.microsoft.com/office/drawing/2014/main" id="{F022AB2E-E3A7-A177-323B-188FA432DBB6}"/>
              </a:ext>
            </a:extLst>
          </p:cNvPr>
          <p:cNvSpPr txBox="1">
            <a:spLocks/>
          </p:cNvSpPr>
          <p:nvPr/>
        </p:nvSpPr>
        <p:spPr>
          <a:xfrm>
            <a:off x="0" y="0"/>
            <a:ext cx="7840662" cy="6858000"/>
          </a:xfrm>
          <a:prstGeom prst="rect">
            <a:avLst/>
          </a:prstGeom>
          <a:solidFill>
            <a:schemeClr val="bg2"/>
          </a:solidFill>
        </p:spPr>
        <p:txBody>
          <a:bodyPr lIns="0" tIns="0" bIns="720000" anchor="ctr"/>
          <a:lstStyle>
            <a:lvl1pPr marL="0" marR="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sz="1600" kern="1200">
                <a:solidFill>
                  <a:schemeClr val="bg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a:defRPr/>
            </a:pPr>
            <a:r>
              <a:rPr lang="en-CA"/>
              <a:t>Click here and add image from Templafy</a:t>
            </a:r>
          </a:p>
        </p:txBody>
      </p:sp>
      <p:grpSp>
        <p:nvGrpSpPr>
          <p:cNvPr id="9" name="Group 8">
            <a:extLst>
              <a:ext uri="{FF2B5EF4-FFF2-40B4-BE49-F238E27FC236}">
                <a16:creationId xmlns:a16="http://schemas.microsoft.com/office/drawing/2014/main" id="{DFBCEB8B-C8A6-656F-B79A-D1A30C11DC7E}"/>
              </a:ext>
            </a:extLst>
          </p:cNvPr>
          <p:cNvGrpSpPr/>
          <p:nvPr/>
        </p:nvGrpSpPr>
        <p:grpSpPr>
          <a:xfrm>
            <a:off x="5554296" y="2054688"/>
            <a:ext cx="4436869" cy="2208218"/>
            <a:chOff x="3920053" y="2227054"/>
            <a:chExt cx="4436869" cy="2208218"/>
          </a:xfrm>
          <a:solidFill>
            <a:schemeClr val="tx1"/>
          </a:solidFill>
        </p:grpSpPr>
        <p:sp>
          <p:nvSpPr>
            <p:cNvPr id="10" name="Rectangle 9">
              <a:extLst>
                <a:ext uri="{FF2B5EF4-FFF2-40B4-BE49-F238E27FC236}">
                  <a16:creationId xmlns:a16="http://schemas.microsoft.com/office/drawing/2014/main" id="{DD977F08-22B7-588E-05CC-470F520E0172}"/>
                </a:ext>
              </a:extLst>
            </p:cNvPr>
            <p:cNvSpPr/>
            <p:nvPr/>
          </p:nvSpPr>
          <p:spPr>
            <a:xfrm flipV="1">
              <a:off x="3920053" y="2442255"/>
              <a:ext cx="4436869" cy="199301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a:p>
          </p:txBody>
        </p:sp>
        <p:sp>
          <p:nvSpPr>
            <p:cNvPr id="11" name="Title 26">
              <a:extLst>
                <a:ext uri="{FF2B5EF4-FFF2-40B4-BE49-F238E27FC236}">
                  <a16:creationId xmlns:a16="http://schemas.microsoft.com/office/drawing/2014/main" id="{52308D6C-FAEB-2433-C49E-4206B14AD73B}"/>
                </a:ext>
              </a:extLst>
            </p:cNvPr>
            <p:cNvSpPr txBox="1">
              <a:spLocks/>
            </p:cNvSpPr>
            <p:nvPr/>
          </p:nvSpPr>
          <p:spPr>
            <a:xfrm>
              <a:off x="4567610" y="2944340"/>
              <a:ext cx="3271465" cy="1044000"/>
            </a:xfrm>
            <a:prstGeom prst="rect">
              <a:avLst/>
            </a:prstGeom>
            <a:noFill/>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pPr>
                <a:lnSpc>
                  <a:spcPct val="90000"/>
                </a:lnSpc>
              </a:pPr>
              <a:r>
                <a:rPr lang="en-CA" sz="4000">
                  <a:solidFill>
                    <a:schemeClr val="bg1"/>
                  </a:solidFill>
                  <a:ea typeface="Open Sans Light"/>
                  <a:cs typeface="Open Sans Light"/>
                </a:rPr>
                <a:t>Value-Add Services</a:t>
              </a:r>
              <a:endParaRPr lang="en-CA" sz="4000" b="1">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endParaRPr>
            </a:p>
          </p:txBody>
        </p:sp>
        <p:sp>
          <p:nvSpPr>
            <p:cNvPr id="12" name="Rectangle 11">
              <a:extLst>
                <a:ext uri="{FF2B5EF4-FFF2-40B4-BE49-F238E27FC236}">
                  <a16:creationId xmlns:a16="http://schemas.microsoft.com/office/drawing/2014/main" id="{ADC413F2-3A30-308F-C8DE-F5987AAC0F70}"/>
                </a:ext>
              </a:extLst>
            </p:cNvPr>
            <p:cNvSpPr/>
            <p:nvPr/>
          </p:nvSpPr>
          <p:spPr>
            <a:xfrm flipV="1">
              <a:off x="4351338" y="2227054"/>
              <a:ext cx="892867" cy="4095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CA" sz="2000"/>
            </a:p>
          </p:txBody>
        </p:sp>
        <p:sp>
          <p:nvSpPr>
            <p:cNvPr id="13" name="Title 26">
              <a:extLst>
                <a:ext uri="{FF2B5EF4-FFF2-40B4-BE49-F238E27FC236}">
                  <a16:creationId xmlns:a16="http://schemas.microsoft.com/office/drawing/2014/main" id="{1C6020D9-447A-F45C-56C9-5C5001BD5339}"/>
                </a:ext>
              </a:extLst>
            </p:cNvPr>
            <p:cNvSpPr txBox="1">
              <a:spLocks/>
            </p:cNvSpPr>
            <p:nvPr/>
          </p:nvSpPr>
          <p:spPr>
            <a:xfrm>
              <a:off x="4567610" y="2370403"/>
              <a:ext cx="3707802" cy="266218"/>
            </a:xfrm>
            <a:prstGeom prst="rect">
              <a:avLst/>
            </a:prstGeom>
            <a:noFill/>
          </p:spPr>
          <p:txBody>
            <a:bodyPr lIns="0" tIns="0" rIns="0" bIns="0" anchor="t"/>
            <a:lstStyle>
              <a:lvl1pPr algn="l" defTabSz="914400" rtl="0" eaLnBrk="1" latinLnBrk="0" hangingPunct="1">
                <a:lnSpc>
                  <a:spcPct val="83000"/>
                </a:lnSpc>
                <a:spcBef>
                  <a:spcPct val="0"/>
                </a:spcBef>
                <a:buNone/>
                <a:defRPr sz="4400" kern="1200">
                  <a:solidFill>
                    <a:schemeClr val="tx2"/>
                  </a:solidFill>
                  <a:latin typeface="+mj-lt"/>
                  <a:ea typeface="+mj-ea"/>
                  <a:cs typeface="+mj-cs"/>
                </a:defRPr>
              </a:lvl1pPr>
            </a:lstStyle>
            <a:p>
              <a:r>
                <a:rPr lang="en-CA" sz="1200" b="1">
                  <a:solidFill>
                    <a:schemeClr val="bg1"/>
                  </a:solidFill>
                  <a:latin typeface="Open Sans" panose="020B0606030504020204" pitchFamily="34" charset="0"/>
                  <a:ea typeface="Open Sans" panose="020B0606030504020204" pitchFamily="34" charset="0"/>
                  <a:cs typeface="Open Sans" panose="020B0606030504020204" pitchFamily="34" charset="0"/>
                </a:rPr>
                <a:t>Part 8</a:t>
              </a:r>
            </a:p>
          </p:txBody>
        </p:sp>
      </p:grpSp>
    </p:spTree>
    <p:custDataLst>
      <p:custData r:id="rId1"/>
      <p:custData r:id="rId2"/>
    </p:custDataLst>
    <p:extLst>
      <p:ext uri="{BB962C8B-B14F-4D97-AF65-F5344CB8AC3E}">
        <p14:creationId xmlns:p14="http://schemas.microsoft.com/office/powerpoint/2010/main" val="74807416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Picture 39">
            <a:extLst>
              <a:ext uri="{FF2B5EF4-FFF2-40B4-BE49-F238E27FC236}">
                <a16:creationId xmlns:a16="http://schemas.microsoft.com/office/drawing/2014/main" id="{FDB611C3-B427-E6E7-BB61-35603CCEB1CE}"/>
              </a:ext>
            </a:extLst>
          </p:cNvPr>
          <p:cNvPicPr>
            <a:picLocks noChangeAspect="1"/>
          </p:cNvPicPr>
          <p:nvPr>
            <p:custDataLst>
              <p:tags r:id="rId3"/>
            </p:custDataLst>
          </p:nvPr>
        </p:nvPicPr>
        <p:blipFill rotWithShape="1">
          <a:blip r:embed="rId10">
            <a:extLst>
              <a:ext uri="{28A0092B-C50C-407E-A947-70E740481C1C}">
                <a14:useLocalDpi xmlns:a14="http://schemas.microsoft.com/office/drawing/2010/main" val="0"/>
              </a:ext>
            </a:extLst>
          </a:blip>
          <a:srcRect l="45863" r="14887"/>
          <a:stretch/>
        </p:blipFill>
        <p:spPr>
          <a:xfrm>
            <a:off x="7406668" y="0"/>
            <a:ext cx="4785332" cy="6857999"/>
          </a:xfrm>
          <a:prstGeom prst="rect">
            <a:avLst/>
          </a:prstGeom>
        </p:spPr>
      </p:pic>
      <p:sp>
        <p:nvSpPr>
          <p:cNvPr id="7" name="Text Placeholder 6">
            <a:extLst>
              <a:ext uri="{FF2B5EF4-FFF2-40B4-BE49-F238E27FC236}">
                <a16:creationId xmlns:a16="http://schemas.microsoft.com/office/drawing/2014/main" id="{B59A3D40-E87D-D3E6-E116-AEED6D487149}"/>
              </a:ext>
            </a:extLst>
          </p:cNvPr>
          <p:cNvSpPr>
            <a:spLocks noGrp="1"/>
          </p:cNvSpPr>
          <p:nvPr>
            <p:ph type="body" sz="quarter" idx="13"/>
          </p:nvPr>
        </p:nvSpPr>
        <p:spPr>
          <a:xfrm>
            <a:off x="647525" y="669600"/>
            <a:ext cx="10893425" cy="392400"/>
          </a:xfrm>
        </p:spPr>
        <p:txBody>
          <a:bodyPr/>
          <a:lstStyle/>
          <a:p>
            <a:r>
              <a:rPr lang="en-US"/>
              <a:t>VALUE-ADD SERVICES</a:t>
            </a:r>
          </a:p>
        </p:txBody>
      </p:sp>
      <p:sp>
        <p:nvSpPr>
          <p:cNvPr id="19" name="Title 121">
            <a:extLst>
              <a:ext uri="{FF2B5EF4-FFF2-40B4-BE49-F238E27FC236}">
                <a16:creationId xmlns:a16="http://schemas.microsoft.com/office/drawing/2014/main" id="{54F69D92-9062-A600-BBB0-867E1689E8E9}"/>
              </a:ext>
            </a:extLst>
          </p:cNvPr>
          <p:cNvSpPr>
            <a:spLocks noGrp="1"/>
          </p:cNvSpPr>
          <p:nvPr>
            <p:ph type="title"/>
          </p:nvPr>
        </p:nvSpPr>
        <p:spPr>
          <a:xfrm>
            <a:off x="648000" y="1062000"/>
            <a:ext cx="10893600" cy="835200"/>
          </a:xfrm>
        </p:spPr>
        <p:txBody>
          <a:bodyPr/>
          <a:lstStyle/>
          <a:p>
            <a:r>
              <a:rPr lang="en-CA"/>
              <a:t>Workplace Advisory &amp; </a:t>
            </a:r>
            <a:br>
              <a:rPr lang="en-CA"/>
            </a:br>
            <a:r>
              <a:rPr lang="en-CA"/>
              <a:t>Change Management</a:t>
            </a:r>
          </a:p>
        </p:txBody>
      </p:sp>
      <p:sp>
        <p:nvSpPr>
          <p:cNvPr id="6" name="Content Placeholder 5">
            <a:extLst>
              <a:ext uri="{FF2B5EF4-FFF2-40B4-BE49-F238E27FC236}">
                <a16:creationId xmlns:a16="http://schemas.microsoft.com/office/drawing/2014/main" id="{51345578-4F75-A362-F82A-68766ECF6110}"/>
              </a:ext>
            </a:extLst>
          </p:cNvPr>
          <p:cNvSpPr>
            <a:spLocks noGrp="1"/>
          </p:cNvSpPr>
          <p:nvPr>
            <p:ph idx="1"/>
          </p:nvPr>
        </p:nvSpPr>
        <p:spPr>
          <a:xfrm>
            <a:off x="647700" y="2391508"/>
            <a:ext cx="5163587" cy="3815617"/>
          </a:xfrm>
        </p:spPr>
        <p:txBody>
          <a:bodyPr/>
          <a:lstStyle/>
          <a:p>
            <a:r>
              <a:rPr lang="en-US" sz="1200">
                <a:solidFill>
                  <a:schemeClr val="accent2"/>
                </a:solidFill>
                <a:latin typeface="MerriweatherLight" pitchFamily="2" charset="77"/>
              </a:rPr>
              <a:t>We enable clients to make informed decisions about their workplace investment.</a:t>
            </a:r>
            <a:r>
              <a:rPr lang="en-US" sz="1200"/>
              <a:t>  </a:t>
            </a:r>
          </a:p>
          <a:p>
            <a:endParaRPr lang="en-US" sz="600"/>
          </a:p>
          <a:p>
            <a:r>
              <a:rPr lang="en-CA" sz="1200" b="1">
                <a:solidFill>
                  <a:schemeClr val="accent5"/>
                </a:solidFill>
                <a:latin typeface="Open Sans Semibold" panose="020B0606030504020204" pitchFamily="34" charset="0"/>
                <a:ea typeface="Open Sans Semibold" panose="020B0606030504020204" pitchFamily="34" charset="0"/>
                <a:cs typeface="Open Sans Semibold" panose="020B0606030504020204" pitchFamily="34" charset="0"/>
              </a:rPr>
              <a:t>Workplace Strategy</a:t>
            </a:r>
          </a:p>
          <a:p>
            <a:pPr marL="171450" indent="-171450">
              <a:buFont typeface="Arial" panose="020B0604020202020204" pitchFamily="34" charset="0"/>
              <a:buChar char="•"/>
            </a:pPr>
            <a:r>
              <a:rPr lang="en-CA" sz="1200"/>
              <a:t>Assess how much space is needed &amp; how the workplace needs to function</a:t>
            </a:r>
          </a:p>
          <a:p>
            <a:pPr marL="171450" indent="-171450">
              <a:buFont typeface="Arial" panose="020B0604020202020204" pitchFamily="34" charset="0"/>
              <a:buChar char="•"/>
            </a:pPr>
            <a:r>
              <a:rPr lang="en-CA" sz="1200"/>
              <a:t>Devine the purpose of your workplace</a:t>
            </a:r>
          </a:p>
          <a:p>
            <a:pPr marL="171450" indent="-171450">
              <a:buFont typeface="Arial" panose="020B0604020202020204" pitchFamily="34" charset="0"/>
              <a:buChar char="•"/>
            </a:pPr>
            <a:r>
              <a:rPr lang="en-CA" sz="1200"/>
              <a:t>Understand business requirements, employee needs, and culture</a:t>
            </a:r>
          </a:p>
          <a:p>
            <a:pPr marL="171450" indent="-171450">
              <a:buFont typeface="Arial" panose="020B0604020202020204" pitchFamily="34" charset="0"/>
              <a:buChar char="•"/>
            </a:pPr>
            <a:r>
              <a:rPr lang="en-CA" sz="1200"/>
              <a:t>Develop workplace solutions</a:t>
            </a:r>
          </a:p>
          <a:p>
            <a:endParaRPr lang="en-CA" sz="600" b="1">
              <a:solidFill>
                <a:schemeClr val="accent5"/>
              </a:solidFill>
              <a:latin typeface="Open Sans Semibold" panose="020B0606030504020204" pitchFamily="34" charset="0"/>
              <a:ea typeface="Open Sans Semibold" panose="020B0606030504020204" pitchFamily="34" charset="0"/>
              <a:cs typeface="Open Sans Semibold" panose="020B0606030504020204" pitchFamily="34" charset="0"/>
            </a:endParaRPr>
          </a:p>
          <a:p>
            <a:r>
              <a:rPr lang="en-CA" sz="1200" b="1">
                <a:solidFill>
                  <a:schemeClr val="accent5"/>
                </a:solidFill>
                <a:latin typeface="Open Sans Semibold" panose="020B0606030504020204" pitchFamily="34" charset="0"/>
                <a:ea typeface="Open Sans Semibold" panose="020B0606030504020204" pitchFamily="34" charset="0"/>
                <a:cs typeface="Open Sans Semibold" panose="020B0606030504020204" pitchFamily="34" charset="0"/>
              </a:rPr>
              <a:t>Workplace Change Management</a:t>
            </a:r>
          </a:p>
          <a:p>
            <a:pPr marL="171450" indent="-171450">
              <a:buFont typeface="Arial" panose="020B0604020202020204" pitchFamily="34" charset="0"/>
              <a:buChar char="•"/>
            </a:pPr>
            <a:r>
              <a:rPr lang="en-CA" sz="1200"/>
              <a:t>Help leaders and employees transition to new ways of working</a:t>
            </a:r>
          </a:p>
          <a:p>
            <a:pPr marL="171450" indent="-171450">
              <a:buFont typeface="Arial" panose="020B0604020202020204" pitchFamily="34" charset="0"/>
              <a:buChar char="•"/>
            </a:pPr>
            <a:r>
              <a:rPr lang="en-CA" sz="1200"/>
              <a:t>Provide tools &amp; process to enable adoption</a:t>
            </a:r>
          </a:p>
          <a:p>
            <a:pPr marL="171450" indent="-171450">
              <a:buFont typeface="Arial" panose="020B0604020202020204" pitchFamily="34" charset="0"/>
              <a:buChar char="•"/>
            </a:pPr>
            <a:r>
              <a:rPr lang="en-CA" sz="1200"/>
              <a:t>Engage employees &amp; leaders in the process</a:t>
            </a:r>
          </a:p>
          <a:p>
            <a:pPr marL="171450" indent="-171450">
              <a:buFont typeface="Arial" panose="020B0604020202020204" pitchFamily="34" charset="0"/>
              <a:buChar char="•"/>
            </a:pPr>
            <a:r>
              <a:rPr lang="en-CA" sz="1200"/>
              <a:t>Enhance the employee experience</a:t>
            </a:r>
          </a:p>
          <a:p>
            <a:endParaRPr lang="en-US" sz="1200"/>
          </a:p>
          <a:p>
            <a:endParaRPr lang="en-CA" sz="1200"/>
          </a:p>
        </p:txBody>
      </p:sp>
      <p:sp>
        <p:nvSpPr>
          <p:cNvPr id="22" name="Text Placeholder 21">
            <a:extLst>
              <a:ext uri="{FF2B5EF4-FFF2-40B4-BE49-F238E27FC236}">
                <a16:creationId xmlns:a16="http://schemas.microsoft.com/office/drawing/2014/main" id="{407CF01D-1EDE-A540-8700-29CFBFDAE865}"/>
              </a:ext>
            </a:extLst>
          </p:cNvPr>
          <p:cNvSpPr>
            <a:spLocks noGrp="1"/>
          </p:cNvSpPr>
          <p:nvPr>
            <p:ph type="body" sz="quarter" idx="14"/>
          </p:nvPr>
        </p:nvSpPr>
        <p:spPr/>
        <p:txBody>
          <a:bodyPr/>
          <a:lstStyle/>
          <a:p>
            <a:r>
              <a:rPr lang="en-CA"/>
              <a:t> </a:t>
            </a:r>
          </a:p>
        </p:txBody>
      </p:sp>
      <p:sp>
        <p:nvSpPr>
          <p:cNvPr id="20" name="Rectangle 19">
            <a:extLst>
              <a:ext uri="{FF2B5EF4-FFF2-40B4-BE49-F238E27FC236}">
                <a16:creationId xmlns:a16="http://schemas.microsoft.com/office/drawing/2014/main" id="{E8955E28-6A98-EE8B-89D8-1B99B8D7CD75}"/>
              </a:ext>
            </a:extLst>
          </p:cNvPr>
          <p:cNvSpPr/>
          <p:nvPr/>
        </p:nvSpPr>
        <p:spPr>
          <a:xfrm>
            <a:off x="6096000" y="3597775"/>
            <a:ext cx="4546446" cy="260935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grpSp>
        <p:nvGrpSpPr>
          <p:cNvPr id="23" name="Group 22">
            <a:extLst>
              <a:ext uri="{FF2B5EF4-FFF2-40B4-BE49-F238E27FC236}">
                <a16:creationId xmlns:a16="http://schemas.microsoft.com/office/drawing/2014/main" id="{06B71E1C-6B0D-C4C7-1D65-8A879E996142}"/>
              </a:ext>
            </a:extLst>
          </p:cNvPr>
          <p:cNvGrpSpPr/>
          <p:nvPr/>
        </p:nvGrpSpPr>
        <p:grpSpPr>
          <a:xfrm>
            <a:off x="6388267" y="3781671"/>
            <a:ext cx="4012012" cy="2212062"/>
            <a:chOff x="7181177" y="3779808"/>
            <a:chExt cx="4317584" cy="2380542"/>
          </a:xfrm>
        </p:grpSpPr>
        <p:pic>
          <p:nvPicPr>
            <p:cNvPr id="24" name="Picture 23">
              <a:extLst>
                <a:ext uri="{FF2B5EF4-FFF2-40B4-BE49-F238E27FC236}">
                  <a16:creationId xmlns:a16="http://schemas.microsoft.com/office/drawing/2014/main" id="{0AD47572-0025-3551-504B-1CAE45BC160A}"/>
                </a:ext>
              </a:extLst>
            </p:cNvPr>
            <p:cNvPicPr>
              <a:picLocks noChangeAspect="1"/>
            </p:cNvPicPr>
            <p:nvPr>
              <p:custDataLst>
                <p:tags r:id="rId4"/>
              </p:custDataLst>
            </p:nvPr>
          </p:nvPicPr>
          <p:blipFill rotWithShape="1">
            <a:blip r:embed="rId11">
              <a:extLst>
                <a:ext uri="{28A0092B-C50C-407E-A947-70E740481C1C}">
                  <a14:useLocalDpi xmlns:a14="http://schemas.microsoft.com/office/drawing/2010/main" val="0"/>
                </a:ext>
              </a:extLst>
            </a:blip>
            <a:srcRect/>
            <a:stretch/>
          </p:blipFill>
          <p:spPr>
            <a:xfrm>
              <a:off x="7192285" y="4767589"/>
              <a:ext cx="472926" cy="472926"/>
            </a:xfrm>
            <a:prstGeom prst="rect">
              <a:avLst/>
            </a:prstGeom>
          </p:spPr>
        </p:pic>
        <p:pic>
          <p:nvPicPr>
            <p:cNvPr id="25" name="Picture 24">
              <a:extLst>
                <a:ext uri="{FF2B5EF4-FFF2-40B4-BE49-F238E27FC236}">
                  <a16:creationId xmlns:a16="http://schemas.microsoft.com/office/drawing/2014/main" id="{3CB52651-B67F-93DA-702B-07B494482D38}"/>
                </a:ext>
              </a:extLst>
            </p:cNvPr>
            <p:cNvPicPr>
              <a:picLocks noChangeAspect="1"/>
            </p:cNvPicPr>
            <p:nvPr>
              <p:custDataLst>
                <p:tags r:id="rId5"/>
              </p:custDataLst>
            </p:nvPr>
          </p:nvPicPr>
          <p:blipFill rotWithShape="1">
            <a:blip r:embed="rId12">
              <a:extLst>
                <a:ext uri="{28A0092B-C50C-407E-A947-70E740481C1C}">
                  <a14:useLocalDpi xmlns:a14="http://schemas.microsoft.com/office/drawing/2010/main" val="0"/>
                </a:ext>
              </a:extLst>
            </a:blip>
            <a:srcRect/>
            <a:stretch/>
          </p:blipFill>
          <p:spPr>
            <a:xfrm>
              <a:off x="7181177" y="3779808"/>
              <a:ext cx="479816" cy="479816"/>
            </a:xfrm>
            <a:prstGeom prst="rect">
              <a:avLst/>
            </a:prstGeom>
          </p:spPr>
        </p:pic>
        <p:grpSp>
          <p:nvGrpSpPr>
            <p:cNvPr id="26" name="Group 37">
              <a:extLst>
                <a:ext uri="{FF2B5EF4-FFF2-40B4-BE49-F238E27FC236}">
                  <a16:creationId xmlns:a16="http://schemas.microsoft.com/office/drawing/2014/main" id="{AC6BDC36-F871-5CE3-C644-92EC3C47F0B3}"/>
                </a:ext>
              </a:extLst>
            </p:cNvPr>
            <p:cNvGrpSpPr/>
            <p:nvPr/>
          </p:nvGrpSpPr>
          <p:grpSpPr>
            <a:xfrm>
              <a:off x="7184890" y="3954916"/>
              <a:ext cx="4313871" cy="2205434"/>
              <a:chOff x="7184890" y="3954916"/>
              <a:chExt cx="4313871" cy="2205434"/>
            </a:xfrm>
          </p:grpSpPr>
          <p:pic>
            <p:nvPicPr>
              <p:cNvPr id="27" name="Graphic 26">
                <a:extLst>
                  <a:ext uri="{FF2B5EF4-FFF2-40B4-BE49-F238E27FC236}">
                    <a16:creationId xmlns:a16="http://schemas.microsoft.com/office/drawing/2014/main" id="{9DD3A5E6-306F-33E3-1F63-0EF289BE7C2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184890" y="4302134"/>
                <a:ext cx="479816" cy="473793"/>
              </a:xfrm>
              <a:prstGeom prst="rect">
                <a:avLst/>
              </a:prstGeom>
            </p:spPr>
          </p:pic>
          <p:pic>
            <p:nvPicPr>
              <p:cNvPr id="28" name="Picture 13">
                <a:extLst>
                  <a:ext uri="{FF2B5EF4-FFF2-40B4-BE49-F238E27FC236}">
                    <a16:creationId xmlns:a16="http://schemas.microsoft.com/office/drawing/2014/main" id="{4F4A15E6-CB1D-C8BE-EA09-ED9EACD9E8E5}"/>
                  </a:ext>
                </a:extLst>
              </p:cNvPr>
              <p:cNvPicPr>
                <a:picLocks noChangeAspect="1"/>
              </p:cNvPicPr>
              <p:nvPr>
                <p:custDataLst>
                  <p:tags r:id="rId6"/>
                </p:custDataLst>
              </p:nvPr>
            </p:nvPicPr>
            <p:blipFill rotWithShape="1">
              <a:blip r:embed="rId14">
                <a:extLst>
                  <a:ext uri="{28A0092B-C50C-407E-A947-70E740481C1C}">
                    <a14:useLocalDpi xmlns:a14="http://schemas.microsoft.com/office/drawing/2010/main" val="0"/>
                  </a:ext>
                </a:extLst>
              </a:blip>
              <a:srcRect t="628" b="628"/>
              <a:stretch/>
            </p:blipFill>
            <p:spPr>
              <a:xfrm>
                <a:off x="7184890" y="5686556"/>
                <a:ext cx="479817" cy="473794"/>
              </a:xfrm>
              <a:prstGeom prst="rect">
                <a:avLst/>
              </a:prstGeom>
            </p:spPr>
          </p:pic>
          <p:pic>
            <p:nvPicPr>
              <p:cNvPr id="29" name="Picture 14">
                <a:extLst>
                  <a:ext uri="{FF2B5EF4-FFF2-40B4-BE49-F238E27FC236}">
                    <a16:creationId xmlns:a16="http://schemas.microsoft.com/office/drawing/2014/main" id="{0BC2BA87-00C1-1F84-AE12-D13FA42C60A8}"/>
                  </a:ext>
                </a:extLst>
              </p:cNvPr>
              <p:cNvPicPr>
                <a:picLocks noChangeAspect="1"/>
              </p:cNvPicPr>
              <p:nvPr>
                <p:custDataLst>
                  <p:tags r:id="rId7"/>
                </p:custDataLst>
              </p:nvPr>
            </p:nvPicPr>
            <p:blipFill rotWithShape="1">
              <a:blip r:embed="rId15">
                <a:extLst>
                  <a:ext uri="{28A0092B-C50C-407E-A947-70E740481C1C}">
                    <a14:useLocalDpi xmlns:a14="http://schemas.microsoft.com/office/drawing/2010/main" val="0"/>
                  </a:ext>
                </a:extLst>
              </a:blip>
              <a:srcRect t="746" b="746"/>
              <a:stretch/>
            </p:blipFill>
            <p:spPr>
              <a:xfrm>
                <a:off x="7193376" y="5232176"/>
                <a:ext cx="462844" cy="455940"/>
              </a:xfrm>
              <a:prstGeom prst="rect">
                <a:avLst/>
              </a:prstGeom>
            </p:spPr>
          </p:pic>
          <p:sp>
            <p:nvSpPr>
              <p:cNvPr id="30" name="TextBox 29">
                <a:extLst>
                  <a:ext uri="{FF2B5EF4-FFF2-40B4-BE49-F238E27FC236}">
                    <a16:creationId xmlns:a16="http://schemas.microsoft.com/office/drawing/2014/main" id="{33E28222-C0E1-1447-09D0-D63EC42ABEB9}"/>
                  </a:ext>
                </a:extLst>
              </p:cNvPr>
              <p:cNvSpPr txBox="1"/>
              <p:nvPr/>
            </p:nvSpPr>
            <p:spPr>
              <a:xfrm>
                <a:off x="8044770" y="3954916"/>
                <a:ext cx="2592176" cy="184666"/>
              </a:xfrm>
              <a:prstGeom prst="rect">
                <a:avLst/>
              </a:prstGeom>
              <a:noFill/>
            </p:spPr>
            <p:txBody>
              <a:bodyPr wrap="square" lIns="0" tIns="0" rIns="0" bIns="0" rtlCol="0">
                <a:spAutoFit/>
              </a:bodyPr>
              <a:lstStyle/>
              <a:p>
                <a:pPr marL="0" marR="0" lvl="0" indent="0" algn="l" defTabSz="533400" rtl="0" eaLnBrk="1" fontAlgn="auto" latinLnBrk="0" hangingPunct="1">
                  <a:buClrTx/>
                  <a:buSzTx/>
                  <a:buFontTx/>
                  <a:buNone/>
                  <a:tabLst/>
                  <a:defRPr/>
                </a:pPr>
                <a:r>
                  <a:rPr kumimoji="0" lang="en-US" sz="1200" b="0" i="0" u="none" strike="noStrike" kern="1200" cap="none" spc="0" normalizeH="0" baseline="0" noProof="0">
                    <a:ln>
                      <a:noFill/>
                    </a:ln>
                    <a:solidFill>
                      <a:schemeClr val="bg1"/>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Improve Business Performance</a:t>
                </a:r>
                <a:endParaRPr lang="en-US" sz="1200" err="1">
                  <a:solidFill>
                    <a:schemeClr val="bg1"/>
                  </a:solidFill>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31" name="TextBox 30">
                <a:extLst>
                  <a:ext uri="{FF2B5EF4-FFF2-40B4-BE49-F238E27FC236}">
                    <a16:creationId xmlns:a16="http://schemas.microsoft.com/office/drawing/2014/main" id="{22F870EA-6D86-8711-FD2C-40D63883C4D8}"/>
                  </a:ext>
                </a:extLst>
              </p:cNvPr>
              <p:cNvSpPr txBox="1"/>
              <p:nvPr/>
            </p:nvSpPr>
            <p:spPr>
              <a:xfrm>
                <a:off x="8044770" y="4440676"/>
                <a:ext cx="2997638" cy="178857"/>
              </a:xfrm>
              <a:prstGeom prst="rect">
                <a:avLst/>
              </a:prstGeom>
              <a:noFill/>
            </p:spPr>
            <p:txBody>
              <a:bodyPr wrap="square" lIns="0" tIns="0" rIns="0" bIns="0" rtlCol="0">
                <a:spAutoFit/>
              </a:bodyPr>
              <a:lstStyle/>
              <a:p>
                <a:pPr marL="0" marR="0" lvl="0" indent="0" algn="l" defTabSz="533400" rtl="0" eaLnBrk="1" fontAlgn="auto" latinLnBrk="0" hangingPunct="1">
                  <a:lnSpc>
                    <a:spcPct val="90000"/>
                  </a:lnSpc>
                  <a:spcBef>
                    <a:spcPts val="600"/>
                  </a:spcBef>
                  <a:spcAft>
                    <a:spcPts val="1800"/>
                  </a:spcAft>
                  <a:buClrTx/>
                  <a:buSzTx/>
                  <a:buFontTx/>
                  <a:buNone/>
                  <a:tabLst/>
                  <a:defRPr/>
                </a:pPr>
                <a:r>
                  <a:rPr kumimoji="0" lang="en-US" sz="1200" b="0" i="0" u="none" strike="noStrike" kern="1200" cap="none" spc="0" normalizeH="0" baseline="0" noProof="0">
                    <a:ln>
                      <a:noFill/>
                    </a:ln>
                    <a:solidFill>
                      <a:schemeClr val="bg1"/>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Attract, Retain and Engage Talent</a:t>
                </a:r>
                <a:endParaRPr lang="en-US" sz="1200" err="1">
                  <a:solidFill>
                    <a:schemeClr val="bg1"/>
                  </a:solidFill>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32" name="TextBox 31">
                <a:extLst>
                  <a:ext uri="{FF2B5EF4-FFF2-40B4-BE49-F238E27FC236}">
                    <a16:creationId xmlns:a16="http://schemas.microsoft.com/office/drawing/2014/main" id="{2C130DA0-D623-6006-537B-507F5CC4DE1B}"/>
                  </a:ext>
                </a:extLst>
              </p:cNvPr>
              <p:cNvSpPr txBox="1"/>
              <p:nvPr/>
            </p:nvSpPr>
            <p:spPr>
              <a:xfrm>
                <a:off x="8044770" y="4907969"/>
                <a:ext cx="2502214" cy="166199"/>
              </a:xfrm>
              <a:prstGeom prst="rect">
                <a:avLst/>
              </a:prstGeom>
              <a:noFill/>
            </p:spPr>
            <p:txBody>
              <a:bodyPr wrap="square" lIns="0" tIns="0" rIns="0" bIns="0" rtlCol="0">
                <a:spAutoFit/>
              </a:bodyPr>
              <a:lstStyle/>
              <a:p>
                <a:pPr marL="0" marR="0" lvl="0" indent="0" algn="l" defTabSz="533400" rtl="0" eaLnBrk="1" fontAlgn="auto" latinLnBrk="0" hangingPunct="1">
                  <a:lnSpc>
                    <a:spcPct val="90000"/>
                  </a:lnSpc>
                  <a:spcBef>
                    <a:spcPts val="600"/>
                  </a:spcBef>
                  <a:spcAft>
                    <a:spcPts val="1800"/>
                  </a:spcAft>
                  <a:buClrTx/>
                  <a:buSzTx/>
                  <a:buFontTx/>
                  <a:buNone/>
                  <a:tabLst/>
                  <a:defRPr/>
                </a:pPr>
                <a:r>
                  <a:rPr kumimoji="0" lang="en-US" sz="1200" b="0" i="0" u="none" strike="noStrike" kern="1200" cap="none" spc="0" normalizeH="0" baseline="0" noProof="0">
                    <a:ln>
                      <a:noFill/>
                    </a:ln>
                    <a:solidFill>
                      <a:schemeClr val="bg1"/>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Optimize Real Estate</a:t>
                </a:r>
                <a:endParaRPr lang="en-US" sz="1200" err="1">
                  <a:solidFill>
                    <a:schemeClr val="bg1"/>
                  </a:solidFill>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33" name="TextBox 32">
                <a:extLst>
                  <a:ext uri="{FF2B5EF4-FFF2-40B4-BE49-F238E27FC236}">
                    <a16:creationId xmlns:a16="http://schemas.microsoft.com/office/drawing/2014/main" id="{09B2391A-8AF4-F355-D27D-4D89164879EF}"/>
                  </a:ext>
                </a:extLst>
              </p:cNvPr>
              <p:cNvSpPr txBox="1"/>
              <p:nvPr/>
            </p:nvSpPr>
            <p:spPr>
              <a:xfrm>
                <a:off x="8044770" y="5375262"/>
                <a:ext cx="2502214" cy="166199"/>
              </a:xfrm>
              <a:prstGeom prst="rect">
                <a:avLst/>
              </a:prstGeom>
              <a:noFill/>
            </p:spPr>
            <p:txBody>
              <a:bodyPr wrap="square" lIns="0" tIns="0" rIns="0" bIns="0" rtlCol="0">
                <a:spAutoFit/>
              </a:bodyPr>
              <a:lstStyle/>
              <a:p>
                <a:pPr marL="0" marR="0" lvl="0" indent="0" algn="l" defTabSz="533400" rtl="0" eaLnBrk="1" fontAlgn="auto" latinLnBrk="0" hangingPunct="1">
                  <a:lnSpc>
                    <a:spcPct val="90000"/>
                  </a:lnSpc>
                  <a:spcBef>
                    <a:spcPts val="600"/>
                  </a:spcBef>
                  <a:spcAft>
                    <a:spcPts val="1800"/>
                  </a:spcAft>
                  <a:buClrTx/>
                  <a:buSzTx/>
                  <a:buFontTx/>
                  <a:buNone/>
                  <a:tabLst/>
                  <a:defRPr/>
                </a:pPr>
                <a:r>
                  <a:rPr kumimoji="0" lang="en-US" sz="1200" b="0" i="0" u="none" strike="noStrike" kern="1200" cap="none" spc="0" normalizeH="0" baseline="0" noProof="0">
                    <a:ln>
                      <a:noFill/>
                    </a:ln>
                    <a:solidFill>
                      <a:schemeClr val="bg1"/>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Enhance Employee Experience</a:t>
                </a:r>
                <a:endParaRPr lang="en-US" sz="1200" err="1">
                  <a:solidFill>
                    <a:schemeClr val="bg1"/>
                  </a:solidFill>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34" name="TextBox 33">
                <a:extLst>
                  <a:ext uri="{FF2B5EF4-FFF2-40B4-BE49-F238E27FC236}">
                    <a16:creationId xmlns:a16="http://schemas.microsoft.com/office/drawing/2014/main" id="{F43256D5-1FC0-740E-6B59-2A64528E66A0}"/>
                  </a:ext>
                </a:extLst>
              </p:cNvPr>
              <p:cNvSpPr txBox="1"/>
              <p:nvPr/>
            </p:nvSpPr>
            <p:spPr>
              <a:xfrm>
                <a:off x="8044770" y="5842555"/>
                <a:ext cx="3453991" cy="178857"/>
              </a:xfrm>
              <a:prstGeom prst="rect">
                <a:avLst/>
              </a:prstGeom>
              <a:noFill/>
            </p:spPr>
            <p:txBody>
              <a:bodyPr wrap="square" lIns="0" tIns="0" rIns="0" bIns="0" rtlCol="0">
                <a:spAutoFit/>
              </a:bodyPr>
              <a:lstStyle/>
              <a:p>
                <a:pPr marL="0" marR="0" lvl="0" indent="0" algn="l" defTabSz="533400" rtl="0" eaLnBrk="1" fontAlgn="auto" latinLnBrk="0" hangingPunct="1">
                  <a:lnSpc>
                    <a:spcPct val="90000"/>
                  </a:lnSpc>
                  <a:spcBef>
                    <a:spcPts val="600"/>
                  </a:spcBef>
                  <a:spcAft>
                    <a:spcPts val="1800"/>
                  </a:spcAft>
                  <a:buClrTx/>
                  <a:buSzTx/>
                  <a:buFontTx/>
                  <a:buNone/>
                  <a:tabLst/>
                  <a:defRPr/>
                </a:pPr>
                <a:r>
                  <a:rPr kumimoji="0" lang="en-US" sz="1200" b="0" i="0" u="none" strike="noStrike" kern="1200" cap="none" spc="0" normalizeH="0" baseline="0" noProof="0">
                    <a:ln>
                      <a:noFill/>
                    </a:ln>
                    <a:solidFill>
                      <a:schemeClr val="bg1"/>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Reinforce Culture and a Sense of Belonging</a:t>
                </a:r>
                <a:endParaRPr lang="en-US" sz="1200" err="1">
                  <a:solidFill>
                    <a:schemeClr val="bg1"/>
                  </a:solidFill>
                  <a:latin typeface="Open Sans SemiBold" panose="020B0706030804020204" pitchFamily="34" charset="0"/>
                  <a:ea typeface="Open Sans SemiBold" panose="020B0706030804020204" pitchFamily="34" charset="0"/>
                  <a:cs typeface="Open Sans SemiBold" panose="020B0706030804020204" pitchFamily="34" charset="0"/>
                </a:endParaRPr>
              </a:p>
            </p:txBody>
          </p:sp>
        </p:grpSp>
      </p:grpSp>
      <p:sp>
        <p:nvSpPr>
          <p:cNvPr id="35" name="Footer Placeholder 34">
            <a:extLst>
              <a:ext uri="{FF2B5EF4-FFF2-40B4-BE49-F238E27FC236}">
                <a16:creationId xmlns:a16="http://schemas.microsoft.com/office/drawing/2014/main" id="{B9422EE7-9A57-E5AF-FD37-DB6571604AAD}"/>
              </a:ext>
            </a:extLst>
          </p:cNvPr>
          <p:cNvSpPr>
            <a:spLocks noGrp="1"/>
          </p:cNvSpPr>
          <p:nvPr>
            <p:ph type="ftr" sz="quarter" idx="11"/>
          </p:nvPr>
        </p:nvSpPr>
        <p:spPr/>
        <p:txBody>
          <a:bodyPr/>
          <a:lstStyle/>
          <a:p>
            <a:r>
              <a:rPr lang="en-US"/>
              <a:t>Colliers</a:t>
            </a:r>
          </a:p>
        </p:txBody>
      </p:sp>
      <p:sp>
        <p:nvSpPr>
          <p:cNvPr id="37" name="Slide Number Placeholder 36">
            <a:extLst>
              <a:ext uri="{FF2B5EF4-FFF2-40B4-BE49-F238E27FC236}">
                <a16:creationId xmlns:a16="http://schemas.microsoft.com/office/drawing/2014/main" id="{A39FF954-E289-8EDA-E899-D2B4516B00BF}"/>
              </a:ext>
            </a:extLst>
          </p:cNvPr>
          <p:cNvSpPr>
            <a:spLocks noGrp="1"/>
          </p:cNvSpPr>
          <p:nvPr>
            <p:ph type="sldNum" sz="quarter" idx="12"/>
          </p:nvPr>
        </p:nvSpPr>
        <p:spPr/>
        <p:txBody>
          <a:bodyPr/>
          <a:lstStyle/>
          <a:p>
            <a:fld id="{23AA811B-2EBD-4900-905E-5BE206449611}" type="slidenum">
              <a:rPr lang="en-US" smtClean="0"/>
              <a:pPr/>
              <a:t>76</a:t>
            </a:fld>
            <a:endParaRPr lang="en-US"/>
          </a:p>
        </p:txBody>
      </p:sp>
    </p:spTree>
    <p:custDataLst>
      <p:custData r:id="rId1"/>
      <p:custData r:id="rId2"/>
    </p:custDataLst>
    <p:extLst>
      <p:ext uri="{BB962C8B-B14F-4D97-AF65-F5344CB8AC3E}">
        <p14:creationId xmlns:p14="http://schemas.microsoft.com/office/powerpoint/2010/main" val="363158289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 name="Picture 49">
            <a:extLst>
              <a:ext uri="{FF2B5EF4-FFF2-40B4-BE49-F238E27FC236}">
                <a16:creationId xmlns:a16="http://schemas.microsoft.com/office/drawing/2014/main" id="{5E26103E-F381-92EB-E242-4A7902B1E976}"/>
              </a:ext>
            </a:extLst>
          </p:cNvPr>
          <p:cNvPicPr>
            <a:picLocks noChangeAspect="1"/>
          </p:cNvPicPr>
          <p:nvPr>
            <p:custDataLst>
              <p:tags r:id="rId3"/>
            </p:custDataLst>
          </p:nvPr>
        </p:nvPicPr>
        <p:blipFill rotWithShape="1">
          <a:blip r:embed="rId6">
            <a:extLst>
              <a:ext uri="{28A0092B-C50C-407E-A947-70E740481C1C}">
                <a14:useLocalDpi xmlns:a14="http://schemas.microsoft.com/office/drawing/2010/main" val="0"/>
              </a:ext>
            </a:extLst>
          </a:blip>
          <a:srcRect l="40304" r="13156"/>
          <a:stretch/>
        </p:blipFill>
        <p:spPr>
          <a:xfrm>
            <a:off x="7407969" y="0"/>
            <a:ext cx="4785332" cy="6858000"/>
          </a:xfrm>
          <a:prstGeom prst="rect">
            <a:avLst/>
          </a:prstGeom>
        </p:spPr>
      </p:pic>
      <p:sp>
        <p:nvSpPr>
          <p:cNvPr id="7" name="Text Placeholder 6">
            <a:extLst>
              <a:ext uri="{FF2B5EF4-FFF2-40B4-BE49-F238E27FC236}">
                <a16:creationId xmlns:a16="http://schemas.microsoft.com/office/drawing/2014/main" id="{B59A3D40-E87D-D3E6-E116-AEED6D487149}"/>
              </a:ext>
            </a:extLst>
          </p:cNvPr>
          <p:cNvSpPr>
            <a:spLocks noGrp="1"/>
          </p:cNvSpPr>
          <p:nvPr>
            <p:ph type="body" sz="quarter" idx="13"/>
          </p:nvPr>
        </p:nvSpPr>
        <p:spPr>
          <a:xfrm>
            <a:off x="647525" y="669600"/>
            <a:ext cx="10893425" cy="392400"/>
          </a:xfrm>
        </p:spPr>
        <p:txBody>
          <a:bodyPr/>
          <a:lstStyle/>
          <a:p>
            <a:r>
              <a:rPr lang="en-US"/>
              <a:t>VALUE-ADD SERVICES</a:t>
            </a:r>
          </a:p>
        </p:txBody>
      </p:sp>
      <p:sp>
        <p:nvSpPr>
          <p:cNvPr id="19" name="Title 121">
            <a:extLst>
              <a:ext uri="{FF2B5EF4-FFF2-40B4-BE49-F238E27FC236}">
                <a16:creationId xmlns:a16="http://schemas.microsoft.com/office/drawing/2014/main" id="{54F69D92-9062-A600-BBB0-867E1689E8E9}"/>
              </a:ext>
            </a:extLst>
          </p:cNvPr>
          <p:cNvSpPr>
            <a:spLocks noGrp="1"/>
          </p:cNvSpPr>
          <p:nvPr>
            <p:ph type="title"/>
          </p:nvPr>
        </p:nvSpPr>
        <p:spPr>
          <a:xfrm>
            <a:off x="648000" y="1062000"/>
            <a:ext cx="10893600" cy="835200"/>
          </a:xfrm>
        </p:spPr>
        <p:txBody>
          <a:bodyPr/>
          <a:lstStyle/>
          <a:p>
            <a:r>
              <a:rPr lang="en-CA"/>
              <a:t>Project Management</a:t>
            </a:r>
          </a:p>
        </p:txBody>
      </p:sp>
      <p:sp>
        <p:nvSpPr>
          <p:cNvPr id="2" name="Content Placeholder 1">
            <a:extLst>
              <a:ext uri="{FF2B5EF4-FFF2-40B4-BE49-F238E27FC236}">
                <a16:creationId xmlns:a16="http://schemas.microsoft.com/office/drawing/2014/main" id="{15341AD4-00CB-935A-94B0-43D3C0D5A8EA}"/>
              </a:ext>
            </a:extLst>
          </p:cNvPr>
          <p:cNvSpPr>
            <a:spLocks noGrp="1"/>
          </p:cNvSpPr>
          <p:nvPr>
            <p:ph idx="1"/>
          </p:nvPr>
        </p:nvSpPr>
        <p:spPr>
          <a:xfrm>
            <a:off x="647701" y="2044701"/>
            <a:ext cx="6468208" cy="494840"/>
          </a:xfrm>
        </p:spPr>
        <p:txBody>
          <a:bodyPr/>
          <a:lstStyle/>
          <a:p>
            <a:r>
              <a:rPr lang="en-US" sz="1400">
                <a:solidFill>
                  <a:schemeClr val="accent2"/>
                </a:solidFill>
                <a:latin typeface="MerriweatherLight" pitchFamily="2" charset="77"/>
              </a:rPr>
              <a:t>Optimize the performance of your capital projects and reduce risk to be certain of success.</a:t>
            </a:r>
          </a:p>
          <a:p>
            <a:endParaRPr lang="en-CA" sz="1400"/>
          </a:p>
        </p:txBody>
      </p:sp>
      <p:sp>
        <p:nvSpPr>
          <p:cNvPr id="10" name="Text Placeholder 9">
            <a:extLst>
              <a:ext uri="{FF2B5EF4-FFF2-40B4-BE49-F238E27FC236}">
                <a16:creationId xmlns:a16="http://schemas.microsoft.com/office/drawing/2014/main" id="{CA8A8502-203D-F820-FD7E-F0EE8E911B99}"/>
              </a:ext>
            </a:extLst>
          </p:cNvPr>
          <p:cNvSpPr>
            <a:spLocks noGrp="1"/>
          </p:cNvSpPr>
          <p:nvPr>
            <p:ph type="body" sz="quarter" idx="14"/>
          </p:nvPr>
        </p:nvSpPr>
        <p:spPr/>
        <p:txBody>
          <a:bodyPr/>
          <a:lstStyle/>
          <a:p>
            <a:endParaRPr lang="en-CA"/>
          </a:p>
        </p:txBody>
      </p:sp>
      <p:sp>
        <p:nvSpPr>
          <p:cNvPr id="6" name="Title 22">
            <a:extLst>
              <a:ext uri="{FF2B5EF4-FFF2-40B4-BE49-F238E27FC236}">
                <a16:creationId xmlns:a16="http://schemas.microsoft.com/office/drawing/2014/main" id="{404C82F7-A056-7849-2462-EFEA81460500}"/>
              </a:ext>
            </a:extLst>
          </p:cNvPr>
          <p:cNvSpPr txBox="1">
            <a:spLocks/>
          </p:cNvSpPr>
          <p:nvPr/>
        </p:nvSpPr>
        <p:spPr>
          <a:xfrm>
            <a:off x="533700" y="3490923"/>
            <a:ext cx="5299597" cy="679715"/>
          </a:xfrm>
          <a:prstGeom prst="rect">
            <a:avLst/>
          </a:prstGeom>
        </p:spPr>
        <p:txBody>
          <a:bodyPr vert="horz" lIns="0" tIns="0" rIns="0" bIns="0" rtlCol="0" anchor="t" anchorCtr="0">
            <a:noAutofit/>
          </a:bodyPr>
          <a:lstStyle>
            <a:lvl1pPr algn="l" defTabSz="914422" rtl="0" eaLnBrk="1" latinLnBrk="0" hangingPunct="1">
              <a:lnSpc>
                <a:spcPts val="4400"/>
              </a:lnSpc>
              <a:spcBef>
                <a:spcPct val="0"/>
              </a:spcBef>
              <a:buNone/>
              <a:defRPr sz="3600" kern="1200">
                <a:solidFill>
                  <a:schemeClr val="tx2"/>
                </a:solidFill>
                <a:latin typeface="Merriweather" panose="02000000000000000000" pitchFamily="2" charset="77"/>
                <a:ea typeface="+mj-ea"/>
                <a:cs typeface="Merriweather" panose="02000000000000000000" pitchFamily="2" charset="77"/>
              </a:defRPr>
            </a:lvl1pPr>
          </a:lstStyle>
          <a:p>
            <a:pPr>
              <a:lnSpc>
                <a:spcPct val="100000"/>
              </a:lnSpc>
            </a:pPr>
            <a:endParaRPr lang="en-CA">
              <a:latin typeface="+mj-lt"/>
              <a:ea typeface="Open Sans Light"/>
            </a:endParaRPr>
          </a:p>
        </p:txBody>
      </p:sp>
      <p:sp>
        <p:nvSpPr>
          <p:cNvPr id="8" name="TextBox 7">
            <a:extLst>
              <a:ext uri="{FF2B5EF4-FFF2-40B4-BE49-F238E27FC236}">
                <a16:creationId xmlns:a16="http://schemas.microsoft.com/office/drawing/2014/main" id="{CF782618-9E9B-4BEE-24F4-375AF9ADB81B}"/>
              </a:ext>
            </a:extLst>
          </p:cNvPr>
          <p:cNvSpPr txBox="1">
            <a:spLocks/>
          </p:cNvSpPr>
          <p:nvPr/>
        </p:nvSpPr>
        <p:spPr>
          <a:xfrm>
            <a:off x="647526" y="3052576"/>
            <a:ext cx="2302328" cy="1690993"/>
          </a:xfrm>
          <a:prstGeom prst="rect">
            <a:avLst/>
          </a:prstGeom>
          <a:noFill/>
        </p:spPr>
        <p:txBody>
          <a:bodyPr wrap="square" lIns="0" tIns="0" rIns="0" bIns="0" numCol="1" rtlCol="0">
            <a:noAutofit/>
          </a:bodyPr>
          <a:lstStyle/>
          <a:p>
            <a:pPr algn="l">
              <a:spcBef>
                <a:spcPts val="600"/>
              </a:spcBef>
              <a:spcAft>
                <a:spcPts val="1200"/>
              </a:spcAft>
            </a:pPr>
            <a:r>
              <a:rPr lang="en-CA" sz="1000" b="0" i="0" u="none" strike="noStrike" baseline="0">
                <a:latin typeface="Open Sans SemiBold" panose="020B0706030804020204" pitchFamily="34" charset="0"/>
                <a:ea typeface="Open Sans SemiBold" panose="020B0706030804020204" pitchFamily="34" charset="0"/>
                <a:cs typeface="Open Sans SemiBold" panose="020B0706030804020204" pitchFamily="34" charset="0"/>
              </a:rPr>
              <a:t>Make informed decisions to set your project up for success</a:t>
            </a:r>
          </a:p>
          <a:p>
            <a:pPr marL="171450" indent="-171450" algn="l">
              <a:spcAft>
                <a:spcPts val="400"/>
              </a:spcAft>
              <a:buFont typeface="Arial" panose="020B0604020202020204" pitchFamily="34" charset="0"/>
              <a:buChar char="•"/>
            </a:pPr>
            <a:r>
              <a:rPr lang="en-CA" sz="1000" b="0" i="0" u="none" strike="noStrike" baseline="0"/>
              <a:t>Situation assessment</a:t>
            </a:r>
          </a:p>
          <a:p>
            <a:pPr marL="171450" indent="-171450" algn="l">
              <a:spcAft>
                <a:spcPts val="400"/>
              </a:spcAft>
              <a:buFont typeface="Arial" panose="020B0604020202020204" pitchFamily="34" charset="0"/>
              <a:buChar char="•"/>
            </a:pPr>
            <a:r>
              <a:rPr lang="en-CA" sz="1000" b="0" i="0" u="none" strike="noStrike" baseline="0"/>
              <a:t>Scope definition</a:t>
            </a:r>
          </a:p>
          <a:p>
            <a:pPr marL="171450" indent="-171450" algn="l">
              <a:spcAft>
                <a:spcPts val="400"/>
              </a:spcAft>
              <a:buFont typeface="Arial" panose="020B0604020202020204" pitchFamily="34" charset="0"/>
              <a:buChar char="•"/>
            </a:pPr>
            <a:r>
              <a:rPr lang="en-CA" sz="1000" b="0" i="0" u="none" strike="noStrike" baseline="0"/>
              <a:t>Project planning</a:t>
            </a:r>
          </a:p>
          <a:p>
            <a:pPr marL="171450" indent="-171450" algn="l">
              <a:spcAft>
                <a:spcPts val="400"/>
              </a:spcAft>
              <a:buFont typeface="Arial" panose="020B0604020202020204" pitchFamily="34" charset="0"/>
              <a:buChar char="•"/>
            </a:pPr>
            <a:r>
              <a:rPr lang="en-CA" sz="1000" b="0" i="0" u="none" strike="noStrike" baseline="0"/>
              <a:t>Risk management</a:t>
            </a:r>
          </a:p>
          <a:p>
            <a:pPr marL="171450" indent="-171450" algn="l">
              <a:spcAft>
                <a:spcPts val="400"/>
              </a:spcAft>
              <a:buFont typeface="Arial" panose="020B0604020202020204" pitchFamily="34" charset="0"/>
              <a:buChar char="•"/>
            </a:pPr>
            <a:r>
              <a:rPr lang="en-CA" sz="1000" b="0" i="0" u="none" strike="noStrike" baseline="0"/>
              <a:t>Communications strategy</a:t>
            </a:r>
          </a:p>
          <a:p>
            <a:pPr marL="171450" indent="-171450" algn="l">
              <a:spcAft>
                <a:spcPts val="400"/>
              </a:spcAft>
              <a:buFont typeface="Arial" panose="020B0604020202020204" pitchFamily="34" charset="0"/>
              <a:buChar char="•"/>
            </a:pPr>
            <a:r>
              <a:rPr lang="en-CA" sz="1000" b="0" i="0" u="none" strike="noStrike" baseline="0"/>
              <a:t>Procurement strategy</a:t>
            </a:r>
          </a:p>
        </p:txBody>
      </p:sp>
      <p:sp>
        <p:nvSpPr>
          <p:cNvPr id="16" name="TextBox 15">
            <a:extLst>
              <a:ext uri="{FF2B5EF4-FFF2-40B4-BE49-F238E27FC236}">
                <a16:creationId xmlns:a16="http://schemas.microsoft.com/office/drawing/2014/main" id="{C360B711-FCCE-9B8D-0B18-6DA80722BCD2}"/>
              </a:ext>
            </a:extLst>
          </p:cNvPr>
          <p:cNvSpPr txBox="1">
            <a:spLocks/>
          </p:cNvSpPr>
          <p:nvPr/>
        </p:nvSpPr>
        <p:spPr>
          <a:xfrm>
            <a:off x="647525" y="2685226"/>
            <a:ext cx="3482483" cy="270408"/>
          </a:xfrm>
          <a:prstGeom prst="rect">
            <a:avLst/>
          </a:prstGeom>
          <a:noFill/>
        </p:spPr>
        <p:txBody>
          <a:bodyPr wrap="square" lIns="0" tIns="0" rIns="0" bIns="0" rtlCol="0">
            <a:noAutofit/>
          </a:bodyPr>
          <a:lstStyle/>
          <a:p>
            <a:r>
              <a:rPr lang="en-CA" sz="1200" b="1">
                <a:solidFill>
                  <a:schemeClr val="accent5"/>
                </a:solidFill>
                <a:latin typeface="Open Sans Semibold" panose="020B0606030504020204" pitchFamily="34" charset="0"/>
                <a:ea typeface="Open Sans Semibold" panose="020B0606030504020204" pitchFamily="34" charset="0"/>
                <a:cs typeface="Open Sans Semibold" panose="020B0606030504020204" pitchFamily="34" charset="0"/>
              </a:rPr>
              <a:t>Comprehensive Project Management</a:t>
            </a:r>
          </a:p>
        </p:txBody>
      </p:sp>
      <p:sp>
        <p:nvSpPr>
          <p:cNvPr id="22" name="TextBox 21">
            <a:extLst>
              <a:ext uri="{FF2B5EF4-FFF2-40B4-BE49-F238E27FC236}">
                <a16:creationId xmlns:a16="http://schemas.microsoft.com/office/drawing/2014/main" id="{B973732C-8E05-1DBE-29A7-222699CEEAD9}"/>
              </a:ext>
            </a:extLst>
          </p:cNvPr>
          <p:cNvSpPr txBox="1">
            <a:spLocks/>
          </p:cNvSpPr>
          <p:nvPr/>
        </p:nvSpPr>
        <p:spPr>
          <a:xfrm>
            <a:off x="2971415" y="3052577"/>
            <a:ext cx="2095713" cy="1684110"/>
          </a:xfrm>
          <a:prstGeom prst="rect">
            <a:avLst/>
          </a:prstGeom>
          <a:noFill/>
        </p:spPr>
        <p:txBody>
          <a:bodyPr wrap="square" lIns="0" tIns="0" rIns="0" bIns="0" numCol="1" rtlCol="0">
            <a:noAutofit/>
          </a:bodyPr>
          <a:lstStyle/>
          <a:p>
            <a:pPr algn="l">
              <a:spcBef>
                <a:spcPts val="600"/>
              </a:spcBef>
              <a:spcAft>
                <a:spcPts val="1200"/>
              </a:spcAft>
            </a:pPr>
            <a:r>
              <a:rPr lang="en-CA" sz="1000">
                <a:latin typeface="Open Sans SemiBold" panose="020B0706030804020204" pitchFamily="34" charset="0"/>
                <a:ea typeface="Open Sans SemiBold" panose="020B0706030804020204" pitchFamily="34" charset="0"/>
                <a:cs typeface="Open Sans SemiBold" panose="020B0706030804020204" pitchFamily="34" charset="0"/>
              </a:rPr>
              <a:t>Execute your project confidently with a structured plan</a:t>
            </a:r>
          </a:p>
          <a:p>
            <a:pPr marL="171450" indent="-171450">
              <a:spcAft>
                <a:spcPts val="400"/>
              </a:spcAft>
              <a:buFont typeface="Arial" panose="020B0604020202020204" pitchFamily="34" charset="0"/>
              <a:buChar char="•"/>
            </a:pPr>
            <a:r>
              <a:rPr lang="en-CA" sz="1000"/>
              <a:t>Financial analysis</a:t>
            </a:r>
          </a:p>
          <a:p>
            <a:pPr marL="171450" indent="-171450">
              <a:spcAft>
                <a:spcPts val="400"/>
              </a:spcAft>
              <a:buFont typeface="Arial" panose="020B0604020202020204" pitchFamily="34" charset="0"/>
              <a:buChar char="•"/>
            </a:pPr>
            <a:r>
              <a:rPr lang="en-CA" sz="1000"/>
              <a:t>Project controls</a:t>
            </a:r>
          </a:p>
          <a:p>
            <a:pPr marL="171450" indent="-171450">
              <a:spcAft>
                <a:spcPts val="400"/>
              </a:spcAft>
              <a:buFont typeface="Arial" panose="020B0604020202020204" pitchFamily="34" charset="0"/>
              <a:buChar char="•"/>
            </a:pPr>
            <a:r>
              <a:rPr lang="en-CA" sz="1000"/>
              <a:t>Constructability analysis</a:t>
            </a:r>
          </a:p>
          <a:p>
            <a:pPr marL="171450" indent="-171450">
              <a:spcAft>
                <a:spcPts val="400"/>
              </a:spcAft>
              <a:buFont typeface="Arial" panose="020B0604020202020204" pitchFamily="34" charset="0"/>
              <a:buChar char="•"/>
            </a:pPr>
            <a:r>
              <a:rPr lang="en-CA" sz="1000"/>
              <a:t>Procurement</a:t>
            </a:r>
          </a:p>
          <a:p>
            <a:pPr marL="171450" indent="-171450">
              <a:spcAft>
                <a:spcPts val="400"/>
              </a:spcAft>
              <a:buFont typeface="Arial" panose="020B0604020202020204" pitchFamily="34" charset="0"/>
              <a:buChar char="•"/>
            </a:pPr>
            <a:r>
              <a:rPr lang="en-CA" sz="1000"/>
              <a:t>Stakeholder engagement</a:t>
            </a:r>
          </a:p>
          <a:p>
            <a:pPr marL="171450" indent="-171450">
              <a:spcAft>
                <a:spcPts val="400"/>
              </a:spcAft>
              <a:buFont typeface="Arial" panose="020B0604020202020204" pitchFamily="34" charset="0"/>
              <a:buChar char="•"/>
            </a:pPr>
            <a:r>
              <a:rPr lang="en-CA" sz="1000"/>
              <a:t>Claims resolution</a:t>
            </a:r>
            <a:endParaRPr lang="en-CA" sz="1000" b="0" i="0" u="none" strike="noStrike" baseline="0"/>
          </a:p>
        </p:txBody>
      </p:sp>
      <p:sp>
        <p:nvSpPr>
          <p:cNvPr id="35" name="TextBox 34">
            <a:extLst>
              <a:ext uri="{FF2B5EF4-FFF2-40B4-BE49-F238E27FC236}">
                <a16:creationId xmlns:a16="http://schemas.microsoft.com/office/drawing/2014/main" id="{53E192F8-F399-4294-EE05-64D22B5F0C9B}"/>
              </a:ext>
            </a:extLst>
          </p:cNvPr>
          <p:cNvSpPr txBox="1">
            <a:spLocks/>
          </p:cNvSpPr>
          <p:nvPr/>
        </p:nvSpPr>
        <p:spPr>
          <a:xfrm>
            <a:off x="5341898" y="3052576"/>
            <a:ext cx="1880326" cy="1690993"/>
          </a:xfrm>
          <a:prstGeom prst="rect">
            <a:avLst/>
          </a:prstGeom>
          <a:noFill/>
        </p:spPr>
        <p:txBody>
          <a:bodyPr wrap="square" lIns="0" tIns="0" rIns="0" bIns="0" numCol="1" rtlCol="0">
            <a:noAutofit/>
          </a:bodyPr>
          <a:lstStyle/>
          <a:p>
            <a:pPr algn="l">
              <a:spcBef>
                <a:spcPts val="600"/>
              </a:spcBef>
              <a:spcAft>
                <a:spcPts val="1200"/>
              </a:spcAft>
            </a:pPr>
            <a:r>
              <a:rPr lang="en-CA" sz="1000">
                <a:latin typeface="Open Sans SemiBold" panose="020B0706030804020204" pitchFamily="34" charset="0"/>
                <a:ea typeface="Open Sans SemiBold" panose="020B0706030804020204" pitchFamily="34" charset="0"/>
                <a:cs typeface="Open Sans SemiBold" panose="020B0706030804020204" pitchFamily="34" charset="0"/>
              </a:rPr>
              <a:t>Maximize your project investment for the long run</a:t>
            </a:r>
          </a:p>
          <a:p>
            <a:pPr marL="171450" indent="-171450">
              <a:spcAft>
                <a:spcPts val="400"/>
              </a:spcAft>
              <a:buFont typeface="Arial" panose="020B0604020202020204" pitchFamily="34" charset="0"/>
              <a:buChar char="•"/>
            </a:pPr>
            <a:r>
              <a:rPr lang="en-CA" sz="1000"/>
              <a:t>Continuity &amp; training</a:t>
            </a:r>
          </a:p>
          <a:p>
            <a:pPr marL="171450" indent="-171450">
              <a:spcAft>
                <a:spcPts val="400"/>
              </a:spcAft>
              <a:buFont typeface="Arial" panose="020B0604020202020204" pitchFamily="34" charset="0"/>
              <a:buChar char="•"/>
            </a:pPr>
            <a:r>
              <a:rPr lang="en-CA" sz="1000"/>
              <a:t>Post-occupancy evaluation</a:t>
            </a:r>
          </a:p>
          <a:p>
            <a:pPr marL="171450" indent="-171450">
              <a:spcAft>
                <a:spcPts val="400"/>
              </a:spcAft>
              <a:buFont typeface="Arial" panose="020B0604020202020204" pitchFamily="34" charset="0"/>
              <a:buChar char="•"/>
            </a:pPr>
            <a:r>
              <a:rPr lang="en-CA" sz="1000"/>
              <a:t>Deficiency management</a:t>
            </a:r>
          </a:p>
          <a:p>
            <a:pPr marL="171450" indent="-171450">
              <a:spcAft>
                <a:spcPts val="400"/>
              </a:spcAft>
              <a:buFont typeface="Arial" panose="020B0604020202020204" pitchFamily="34" charset="0"/>
              <a:buChar char="•"/>
            </a:pPr>
            <a:r>
              <a:rPr lang="en-CA" sz="1000"/>
              <a:t>Warranty oversight</a:t>
            </a:r>
          </a:p>
          <a:p>
            <a:pPr marL="171450" indent="-171450">
              <a:spcAft>
                <a:spcPts val="400"/>
              </a:spcAft>
              <a:buFont typeface="Arial" panose="020B0604020202020204" pitchFamily="34" charset="0"/>
              <a:buChar char="•"/>
            </a:pPr>
            <a:r>
              <a:rPr lang="en-CA" sz="1000"/>
              <a:t>Performance audits</a:t>
            </a:r>
          </a:p>
          <a:p>
            <a:pPr marL="171450" indent="-171450">
              <a:spcAft>
                <a:spcPts val="400"/>
              </a:spcAft>
              <a:buFont typeface="Arial" panose="020B0604020202020204" pitchFamily="34" charset="0"/>
              <a:buChar char="•"/>
            </a:pPr>
            <a:r>
              <a:rPr lang="en-CA" sz="1000"/>
              <a:t>Sustainability planning</a:t>
            </a:r>
          </a:p>
        </p:txBody>
      </p:sp>
      <p:sp>
        <p:nvSpPr>
          <p:cNvPr id="38" name="Rectangle 37">
            <a:extLst>
              <a:ext uri="{FF2B5EF4-FFF2-40B4-BE49-F238E27FC236}">
                <a16:creationId xmlns:a16="http://schemas.microsoft.com/office/drawing/2014/main" id="{1566B4BC-C916-CE11-5353-EA10C5CF3175}"/>
              </a:ext>
            </a:extLst>
          </p:cNvPr>
          <p:cNvSpPr/>
          <p:nvPr/>
        </p:nvSpPr>
        <p:spPr>
          <a:xfrm>
            <a:off x="647525" y="4999543"/>
            <a:ext cx="9170147" cy="146033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grpSp>
        <p:nvGrpSpPr>
          <p:cNvPr id="51" name="Group 50">
            <a:extLst>
              <a:ext uri="{FF2B5EF4-FFF2-40B4-BE49-F238E27FC236}">
                <a16:creationId xmlns:a16="http://schemas.microsoft.com/office/drawing/2014/main" id="{35D63017-F5BB-37D8-8DB0-3BD2A4292065}"/>
              </a:ext>
            </a:extLst>
          </p:cNvPr>
          <p:cNvGrpSpPr/>
          <p:nvPr/>
        </p:nvGrpSpPr>
        <p:grpSpPr>
          <a:xfrm>
            <a:off x="926953" y="5181915"/>
            <a:ext cx="8455375" cy="1015191"/>
            <a:chOff x="762158" y="4848589"/>
            <a:chExt cx="8455375" cy="1015191"/>
          </a:xfrm>
        </p:grpSpPr>
        <p:sp>
          <p:nvSpPr>
            <p:cNvPr id="39" name="TextBox 38">
              <a:extLst>
                <a:ext uri="{FF2B5EF4-FFF2-40B4-BE49-F238E27FC236}">
                  <a16:creationId xmlns:a16="http://schemas.microsoft.com/office/drawing/2014/main" id="{C8F8E1EB-2D15-3A27-2C29-49381B72BBA6}"/>
                </a:ext>
              </a:extLst>
            </p:cNvPr>
            <p:cNvSpPr txBox="1"/>
            <p:nvPr/>
          </p:nvSpPr>
          <p:spPr>
            <a:xfrm>
              <a:off x="762158" y="5494448"/>
              <a:ext cx="1187077" cy="369332"/>
            </a:xfrm>
            <a:prstGeom prst="rect">
              <a:avLst/>
            </a:prstGeom>
            <a:noFill/>
          </p:spPr>
          <p:txBody>
            <a:bodyPr wrap="square" lIns="0" tIns="0" rIns="0" bIns="0" rtlCol="0">
              <a:spAutoFit/>
            </a:bodyPr>
            <a:lstStyle/>
            <a:p>
              <a:pPr marL="0" marR="0" lvl="0" indent="0" algn="ctr" defTabSz="533400" rtl="0" eaLnBrk="1" fontAlgn="auto" latinLnBrk="0" hangingPunct="1">
                <a:buClrTx/>
                <a:buSzTx/>
                <a:buFontTx/>
                <a:buNone/>
                <a:tabLst/>
                <a:defRPr/>
              </a:pPr>
              <a:r>
                <a:rPr kumimoji="0" lang="en-US" sz="1200" b="0" i="0" u="none" strike="noStrike" kern="1200" cap="none" spc="0" normalizeH="0" baseline="0" noProof="0">
                  <a:ln>
                    <a:noFill/>
                  </a:ln>
                  <a:solidFill>
                    <a:schemeClr val="bg1"/>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Project Management</a:t>
              </a:r>
              <a:endParaRPr lang="en-US" sz="1200" err="1">
                <a:solidFill>
                  <a:schemeClr val="bg1"/>
                </a:solidFill>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40" name="TextBox 39">
              <a:extLst>
                <a:ext uri="{FF2B5EF4-FFF2-40B4-BE49-F238E27FC236}">
                  <a16:creationId xmlns:a16="http://schemas.microsoft.com/office/drawing/2014/main" id="{7DF6A488-B75D-B1F4-8A5A-5461BCE85A2D}"/>
                </a:ext>
              </a:extLst>
            </p:cNvPr>
            <p:cNvSpPr txBox="1"/>
            <p:nvPr/>
          </p:nvSpPr>
          <p:spPr>
            <a:xfrm>
              <a:off x="1996842" y="5494448"/>
              <a:ext cx="1610706" cy="369332"/>
            </a:xfrm>
            <a:prstGeom prst="rect">
              <a:avLst/>
            </a:prstGeom>
            <a:noFill/>
          </p:spPr>
          <p:txBody>
            <a:bodyPr wrap="square" lIns="0" tIns="0" rIns="0" bIns="0" rtlCol="0">
              <a:spAutoFit/>
            </a:bodyPr>
            <a:lstStyle/>
            <a:p>
              <a:pPr marL="0" marR="0" lvl="0" indent="0" algn="ctr" defTabSz="533400" rtl="0" eaLnBrk="1" fontAlgn="auto" latinLnBrk="0" hangingPunct="1">
                <a:buClrTx/>
                <a:buSzTx/>
                <a:buFontTx/>
                <a:buNone/>
                <a:tabLst/>
                <a:defRPr/>
              </a:pPr>
              <a:r>
                <a:rPr kumimoji="0" lang="en-US" sz="1200" b="0" i="0" u="none" strike="noStrike" kern="1200" cap="none" spc="0" normalizeH="0" baseline="0" noProof="0">
                  <a:ln>
                    <a:noFill/>
                  </a:ln>
                  <a:solidFill>
                    <a:schemeClr val="bg1"/>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Construction Solutions</a:t>
              </a:r>
              <a:endParaRPr lang="en-US" sz="1200" err="1">
                <a:solidFill>
                  <a:schemeClr val="bg1"/>
                </a:solidFill>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41" name="TextBox 40">
              <a:extLst>
                <a:ext uri="{FF2B5EF4-FFF2-40B4-BE49-F238E27FC236}">
                  <a16:creationId xmlns:a16="http://schemas.microsoft.com/office/drawing/2014/main" id="{9C8DFC32-CA40-5AB5-370C-88E3BC2EC36C}"/>
                </a:ext>
              </a:extLst>
            </p:cNvPr>
            <p:cNvSpPr txBox="1"/>
            <p:nvPr/>
          </p:nvSpPr>
          <p:spPr>
            <a:xfrm>
              <a:off x="3447820" y="5494448"/>
              <a:ext cx="1610706" cy="369332"/>
            </a:xfrm>
            <a:prstGeom prst="rect">
              <a:avLst/>
            </a:prstGeom>
            <a:noFill/>
          </p:spPr>
          <p:txBody>
            <a:bodyPr wrap="square" lIns="0" tIns="0" rIns="0" bIns="0" rtlCol="0">
              <a:spAutoFit/>
            </a:bodyPr>
            <a:lstStyle/>
            <a:p>
              <a:pPr marL="0" marR="0" lvl="0" indent="0" algn="ctr" defTabSz="533400" rtl="0" eaLnBrk="1" fontAlgn="auto" latinLnBrk="0" hangingPunct="1">
                <a:buClrTx/>
                <a:buSzTx/>
                <a:buFontTx/>
                <a:buNone/>
                <a:tabLst/>
                <a:defRPr/>
              </a:pPr>
              <a:r>
                <a:rPr kumimoji="0" lang="en-US" sz="1200" b="0" i="0" u="none" strike="noStrike" kern="1200" cap="none" spc="0" normalizeH="0" baseline="0" noProof="0">
                  <a:ln>
                    <a:noFill/>
                  </a:ln>
                  <a:solidFill>
                    <a:schemeClr val="bg1"/>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Infrastructure Advisory</a:t>
              </a:r>
              <a:endParaRPr lang="en-US" sz="1200" err="1">
                <a:solidFill>
                  <a:schemeClr val="bg1"/>
                </a:solidFill>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42" name="TextBox 41">
              <a:extLst>
                <a:ext uri="{FF2B5EF4-FFF2-40B4-BE49-F238E27FC236}">
                  <a16:creationId xmlns:a16="http://schemas.microsoft.com/office/drawing/2014/main" id="{C5F2C64F-1A5D-B053-D1C4-7D93B011580A}"/>
                </a:ext>
              </a:extLst>
            </p:cNvPr>
            <p:cNvSpPr txBox="1"/>
            <p:nvPr/>
          </p:nvSpPr>
          <p:spPr>
            <a:xfrm>
              <a:off x="5252701" y="5494448"/>
              <a:ext cx="1965415" cy="369332"/>
            </a:xfrm>
            <a:prstGeom prst="rect">
              <a:avLst/>
            </a:prstGeom>
            <a:noFill/>
          </p:spPr>
          <p:txBody>
            <a:bodyPr wrap="square" lIns="0" tIns="0" rIns="0" bIns="0" rtlCol="0">
              <a:spAutoFit/>
            </a:bodyPr>
            <a:lstStyle/>
            <a:p>
              <a:pPr marL="0" marR="0" lvl="0" indent="0" algn="ctr" defTabSz="533400" rtl="0" eaLnBrk="1" fontAlgn="auto" latinLnBrk="0" hangingPunct="1">
                <a:buClrTx/>
                <a:buSzTx/>
                <a:buFontTx/>
                <a:buNone/>
                <a:tabLst/>
                <a:defRPr/>
              </a:pPr>
              <a:r>
                <a:rPr kumimoji="0" lang="en-US" sz="1200" b="0" i="0" u="none" strike="noStrike" kern="1200" cap="none" spc="0" normalizeH="0" baseline="0" noProof="0">
                  <a:ln>
                    <a:noFill/>
                  </a:ln>
                  <a:solidFill>
                    <a:schemeClr val="bg1"/>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Integrated Project Delivery &amp; Lean Methods</a:t>
              </a:r>
            </a:p>
          </p:txBody>
        </p:sp>
        <p:sp>
          <p:nvSpPr>
            <p:cNvPr id="43" name="TextBox 42">
              <a:extLst>
                <a:ext uri="{FF2B5EF4-FFF2-40B4-BE49-F238E27FC236}">
                  <a16:creationId xmlns:a16="http://schemas.microsoft.com/office/drawing/2014/main" id="{92B28A26-1E3F-FB4C-AA03-32A5BD4C0334}"/>
                </a:ext>
              </a:extLst>
            </p:cNvPr>
            <p:cNvSpPr txBox="1"/>
            <p:nvPr/>
          </p:nvSpPr>
          <p:spPr>
            <a:xfrm>
              <a:off x="7606827" y="5494448"/>
              <a:ext cx="1610706" cy="369332"/>
            </a:xfrm>
            <a:prstGeom prst="rect">
              <a:avLst/>
            </a:prstGeom>
            <a:noFill/>
          </p:spPr>
          <p:txBody>
            <a:bodyPr wrap="square" lIns="0" tIns="0" rIns="0" bIns="0" rtlCol="0">
              <a:spAutoFit/>
            </a:bodyPr>
            <a:lstStyle/>
            <a:p>
              <a:pPr marL="0" marR="0" lvl="0" indent="0" algn="ctr" defTabSz="533400" rtl="0" eaLnBrk="1" fontAlgn="auto" latinLnBrk="0" hangingPunct="1">
                <a:buClrTx/>
                <a:buSzTx/>
                <a:buFontTx/>
                <a:buNone/>
                <a:tabLst/>
                <a:defRPr/>
              </a:pPr>
              <a:r>
                <a:rPr kumimoji="0" lang="en-US" sz="1200" b="0" i="0" u="none" strike="noStrike" kern="1200" cap="none" spc="0" normalizeH="0" baseline="0" noProof="0">
                  <a:ln>
                    <a:noFill/>
                  </a:ln>
                  <a:solidFill>
                    <a:schemeClr val="bg1"/>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rPr>
                <a:t>Furniture Planning &amp; Move Readiness</a:t>
              </a:r>
            </a:p>
          </p:txBody>
        </p:sp>
        <p:pic>
          <p:nvPicPr>
            <p:cNvPr id="44" name="Graphic 43">
              <a:extLst>
                <a:ext uri="{FF2B5EF4-FFF2-40B4-BE49-F238E27FC236}">
                  <a16:creationId xmlns:a16="http://schemas.microsoft.com/office/drawing/2014/main" id="{2127E3B4-A897-1AC7-A83D-865543CE63D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22294" y="4881959"/>
              <a:ext cx="466804" cy="466804"/>
            </a:xfrm>
            <a:prstGeom prst="rect">
              <a:avLst/>
            </a:prstGeom>
          </p:spPr>
        </p:pic>
        <p:pic>
          <p:nvPicPr>
            <p:cNvPr id="45" name="Graphic 44">
              <a:extLst>
                <a:ext uri="{FF2B5EF4-FFF2-40B4-BE49-F238E27FC236}">
                  <a16:creationId xmlns:a16="http://schemas.microsoft.com/office/drawing/2014/main" id="{A06D9C1E-081F-C6B2-9FB4-8BB58F65E9A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465343" y="4881961"/>
              <a:ext cx="466801" cy="466801"/>
            </a:xfrm>
            <a:prstGeom prst="rect">
              <a:avLst/>
            </a:prstGeom>
          </p:spPr>
        </p:pic>
        <p:pic>
          <p:nvPicPr>
            <p:cNvPr id="46" name="Graphic 45">
              <a:extLst>
                <a:ext uri="{FF2B5EF4-FFF2-40B4-BE49-F238E27FC236}">
                  <a16:creationId xmlns:a16="http://schemas.microsoft.com/office/drawing/2014/main" id="{D643A029-7025-34BE-E324-D41E976BE3E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946166" y="4848589"/>
              <a:ext cx="533544" cy="533544"/>
            </a:xfrm>
            <a:prstGeom prst="rect">
              <a:avLst/>
            </a:prstGeom>
          </p:spPr>
        </p:pic>
        <p:pic>
          <p:nvPicPr>
            <p:cNvPr id="47" name="Graphic 46">
              <a:extLst>
                <a:ext uri="{FF2B5EF4-FFF2-40B4-BE49-F238E27FC236}">
                  <a16:creationId xmlns:a16="http://schemas.microsoft.com/office/drawing/2014/main" id="{97BAC88E-EA1E-F9DC-7498-66F94588577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012068" y="4892021"/>
              <a:ext cx="446680" cy="446680"/>
            </a:xfrm>
            <a:prstGeom prst="rect">
              <a:avLst/>
            </a:prstGeom>
          </p:spPr>
        </p:pic>
        <p:pic>
          <p:nvPicPr>
            <p:cNvPr id="48" name="Graphic 47">
              <a:extLst>
                <a:ext uri="{FF2B5EF4-FFF2-40B4-BE49-F238E27FC236}">
                  <a16:creationId xmlns:a16="http://schemas.microsoft.com/office/drawing/2014/main" id="{BBFE35DE-2A8D-025B-7155-7806B5695E6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185643" y="4892021"/>
              <a:ext cx="446680" cy="446680"/>
            </a:xfrm>
            <a:prstGeom prst="rect">
              <a:avLst/>
            </a:prstGeom>
          </p:spPr>
        </p:pic>
      </p:grpSp>
    </p:spTree>
    <p:custDataLst>
      <p:custData r:id="rId1"/>
      <p:custData r:id="rId2"/>
    </p:custDataLst>
    <p:extLst>
      <p:ext uri="{BB962C8B-B14F-4D97-AF65-F5344CB8AC3E}">
        <p14:creationId xmlns:p14="http://schemas.microsoft.com/office/powerpoint/2010/main" val="261244738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5E11E31-3E36-A9E1-CB78-CF083F0857EB}"/>
              </a:ext>
            </a:extLst>
          </p:cNvPr>
          <p:cNvSpPr/>
          <p:nvPr/>
        </p:nvSpPr>
        <p:spPr>
          <a:xfrm>
            <a:off x="5636385" y="-4738"/>
            <a:ext cx="6555616" cy="686273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7" name="Text Placeholder 6">
            <a:extLst>
              <a:ext uri="{FF2B5EF4-FFF2-40B4-BE49-F238E27FC236}">
                <a16:creationId xmlns:a16="http://schemas.microsoft.com/office/drawing/2014/main" id="{B59A3D40-E87D-D3E6-E116-AEED6D487149}"/>
              </a:ext>
            </a:extLst>
          </p:cNvPr>
          <p:cNvSpPr>
            <a:spLocks noGrp="1"/>
          </p:cNvSpPr>
          <p:nvPr>
            <p:ph type="body" sz="quarter" idx="13"/>
          </p:nvPr>
        </p:nvSpPr>
        <p:spPr>
          <a:xfrm>
            <a:off x="647525" y="669600"/>
            <a:ext cx="10893425" cy="392400"/>
          </a:xfrm>
        </p:spPr>
        <p:txBody>
          <a:bodyPr/>
          <a:lstStyle/>
          <a:p>
            <a:r>
              <a:rPr lang="en-US"/>
              <a:t>VALUE-ADD SERVICES</a:t>
            </a:r>
          </a:p>
        </p:txBody>
      </p:sp>
      <p:sp>
        <p:nvSpPr>
          <p:cNvPr id="19" name="Title 121">
            <a:extLst>
              <a:ext uri="{FF2B5EF4-FFF2-40B4-BE49-F238E27FC236}">
                <a16:creationId xmlns:a16="http://schemas.microsoft.com/office/drawing/2014/main" id="{54F69D92-9062-A600-BBB0-867E1689E8E9}"/>
              </a:ext>
            </a:extLst>
          </p:cNvPr>
          <p:cNvSpPr>
            <a:spLocks noGrp="1"/>
          </p:cNvSpPr>
          <p:nvPr>
            <p:ph type="title"/>
          </p:nvPr>
        </p:nvSpPr>
        <p:spPr>
          <a:xfrm>
            <a:off x="648000" y="1062000"/>
            <a:ext cx="5082949" cy="835200"/>
          </a:xfrm>
        </p:spPr>
        <p:txBody>
          <a:bodyPr/>
          <a:lstStyle/>
          <a:p>
            <a:r>
              <a:rPr lang="en-CA"/>
              <a:t>ESG Services &amp; Capabilities</a:t>
            </a:r>
          </a:p>
        </p:txBody>
      </p:sp>
      <p:sp>
        <p:nvSpPr>
          <p:cNvPr id="2" name="Content Placeholder 1">
            <a:extLst>
              <a:ext uri="{FF2B5EF4-FFF2-40B4-BE49-F238E27FC236}">
                <a16:creationId xmlns:a16="http://schemas.microsoft.com/office/drawing/2014/main" id="{15341AD4-00CB-935A-94B0-43D3C0D5A8EA}"/>
              </a:ext>
            </a:extLst>
          </p:cNvPr>
          <p:cNvSpPr>
            <a:spLocks noGrp="1"/>
          </p:cNvSpPr>
          <p:nvPr>
            <p:ph idx="1"/>
          </p:nvPr>
        </p:nvSpPr>
        <p:spPr>
          <a:xfrm>
            <a:off x="647701" y="2388181"/>
            <a:ext cx="4583881" cy="494840"/>
          </a:xfrm>
        </p:spPr>
        <p:txBody>
          <a:bodyPr/>
          <a:lstStyle/>
          <a:p>
            <a:pPr>
              <a:lnSpc>
                <a:spcPts val="1800"/>
              </a:lnSpc>
            </a:pPr>
            <a:r>
              <a:rPr lang="en-US" sz="1400">
                <a:solidFill>
                  <a:schemeClr val="accent2"/>
                </a:solidFill>
                <a:latin typeface="MerriweatherLight" pitchFamily="2" charset="77"/>
              </a:rPr>
              <a:t>We help clients locate and occupy spaces that support their ESG goals, in collaboration with our Canadian-based team and our global network of experts and resources. </a:t>
            </a:r>
          </a:p>
          <a:p>
            <a:pPr>
              <a:lnSpc>
                <a:spcPts val="1800"/>
              </a:lnSpc>
            </a:pPr>
            <a:endParaRPr lang="en-US" sz="1400">
              <a:solidFill>
                <a:schemeClr val="accent2"/>
              </a:solidFill>
              <a:latin typeface="MerriweatherLight" pitchFamily="2" charset="77"/>
            </a:endParaRPr>
          </a:p>
          <a:p>
            <a:pPr>
              <a:lnSpc>
                <a:spcPts val="1800"/>
              </a:lnSpc>
            </a:pPr>
            <a:endParaRPr lang="en-CA" sz="1400"/>
          </a:p>
        </p:txBody>
      </p:sp>
      <p:sp>
        <p:nvSpPr>
          <p:cNvPr id="6" name="Title 22">
            <a:extLst>
              <a:ext uri="{FF2B5EF4-FFF2-40B4-BE49-F238E27FC236}">
                <a16:creationId xmlns:a16="http://schemas.microsoft.com/office/drawing/2014/main" id="{404C82F7-A056-7849-2462-EFEA81460500}"/>
              </a:ext>
            </a:extLst>
          </p:cNvPr>
          <p:cNvSpPr txBox="1">
            <a:spLocks/>
          </p:cNvSpPr>
          <p:nvPr/>
        </p:nvSpPr>
        <p:spPr>
          <a:xfrm>
            <a:off x="533700" y="3490923"/>
            <a:ext cx="5299597" cy="679715"/>
          </a:xfrm>
          <a:prstGeom prst="rect">
            <a:avLst/>
          </a:prstGeom>
        </p:spPr>
        <p:txBody>
          <a:bodyPr vert="horz" lIns="0" tIns="0" rIns="0" bIns="0" rtlCol="0" anchor="t" anchorCtr="0">
            <a:noAutofit/>
          </a:bodyPr>
          <a:lstStyle>
            <a:lvl1pPr algn="l" defTabSz="914422" rtl="0" eaLnBrk="1" latinLnBrk="0" hangingPunct="1">
              <a:lnSpc>
                <a:spcPts val="4400"/>
              </a:lnSpc>
              <a:spcBef>
                <a:spcPct val="0"/>
              </a:spcBef>
              <a:buNone/>
              <a:defRPr sz="3600" kern="1200">
                <a:solidFill>
                  <a:schemeClr val="tx2"/>
                </a:solidFill>
                <a:latin typeface="Merriweather" panose="02000000000000000000" pitchFamily="2" charset="77"/>
                <a:ea typeface="+mj-ea"/>
                <a:cs typeface="Merriweather" panose="02000000000000000000" pitchFamily="2" charset="77"/>
              </a:defRPr>
            </a:lvl1pPr>
          </a:lstStyle>
          <a:p>
            <a:pPr>
              <a:lnSpc>
                <a:spcPct val="100000"/>
              </a:lnSpc>
            </a:pPr>
            <a:endParaRPr lang="en-CA">
              <a:latin typeface="+mj-lt"/>
              <a:ea typeface="Open Sans Light"/>
            </a:endParaRPr>
          </a:p>
        </p:txBody>
      </p:sp>
      <p:sp>
        <p:nvSpPr>
          <p:cNvPr id="8" name="TextBox 7">
            <a:extLst>
              <a:ext uri="{FF2B5EF4-FFF2-40B4-BE49-F238E27FC236}">
                <a16:creationId xmlns:a16="http://schemas.microsoft.com/office/drawing/2014/main" id="{CF782618-9E9B-4BEE-24F4-375AF9ADB81B}"/>
              </a:ext>
            </a:extLst>
          </p:cNvPr>
          <p:cNvSpPr txBox="1">
            <a:spLocks/>
          </p:cNvSpPr>
          <p:nvPr/>
        </p:nvSpPr>
        <p:spPr>
          <a:xfrm>
            <a:off x="647525" y="3620951"/>
            <a:ext cx="4008558" cy="1690993"/>
          </a:xfrm>
          <a:prstGeom prst="rect">
            <a:avLst/>
          </a:prstGeom>
          <a:noFill/>
        </p:spPr>
        <p:txBody>
          <a:bodyPr wrap="square" lIns="0" tIns="0" rIns="0" bIns="0" numCol="1" rtlCol="0">
            <a:noAutofit/>
          </a:bodyPr>
          <a:lstStyle/>
          <a:p>
            <a:pPr marL="12700">
              <a:lnSpc>
                <a:spcPct val="100000"/>
              </a:lnSpc>
              <a:tabLst>
                <a:tab pos="200660" algn="l"/>
              </a:tabLst>
            </a:pPr>
            <a:r>
              <a:rPr lang="en-CA" sz="1200" b="1">
                <a:solidFill>
                  <a:schemeClr val="accent5"/>
                </a:solidFill>
                <a:latin typeface="Open Sans Semibold" panose="020B0606030504020204" pitchFamily="34" charset="0"/>
                <a:ea typeface="Open Sans Semibold" panose="020B0606030504020204" pitchFamily="34" charset="0"/>
                <a:cs typeface="Open Sans Semibold" panose="020B0606030504020204" pitchFamily="34" charset="0"/>
              </a:rPr>
              <a:t>Our approach includes </a:t>
            </a:r>
          </a:p>
          <a:p>
            <a:pPr marL="200660" indent="-187960">
              <a:lnSpc>
                <a:spcPct val="100000"/>
              </a:lnSpc>
              <a:buChar char="•"/>
              <a:tabLst>
                <a:tab pos="200660" algn="l"/>
              </a:tabLst>
            </a:pPr>
            <a:endParaRPr lang="en-CA" sz="1200" b="1">
              <a:solidFill>
                <a:schemeClr val="accent5"/>
              </a:solidFill>
              <a:latin typeface="Open Sans Semibold" panose="020B0606030504020204" pitchFamily="34" charset="0"/>
              <a:ea typeface="Open Sans Semibold" panose="020B0606030504020204" pitchFamily="34" charset="0"/>
              <a:cs typeface="Open Sans Semibold" panose="020B0606030504020204" pitchFamily="34" charset="0"/>
            </a:endParaRPr>
          </a:p>
          <a:p>
            <a:pPr marL="200660" indent="-187960">
              <a:lnSpc>
                <a:spcPct val="100000"/>
              </a:lnSpc>
              <a:buChar char="•"/>
              <a:tabLst>
                <a:tab pos="200660" algn="l"/>
              </a:tabLst>
            </a:pPr>
            <a:r>
              <a:rPr lang="en-US" sz="1200">
                <a:solidFill>
                  <a:srgbClr val="353E59"/>
                </a:solidFill>
                <a:latin typeface="Open Sans"/>
                <a:cs typeface="Open Sans"/>
              </a:rPr>
              <a:t>Identifying</a:t>
            </a:r>
            <a:r>
              <a:rPr lang="en-US" sz="1200" spc="55">
                <a:solidFill>
                  <a:srgbClr val="353E59"/>
                </a:solidFill>
                <a:latin typeface="Open Sans"/>
                <a:cs typeface="Open Sans"/>
              </a:rPr>
              <a:t> </a:t>
            </a:r>
            <a:r>
              <a:rPr lang="en-US" sz="1200">
                <a:solidFill>
                  <a:srgbClr val="353E59"/>
                </a:solidFill>
                <a:latin typeface="Open Sans"/>
                <a:cs typeface="Open Sans"/>
              </a:rPr>
              <a:t>desirable</a:t>
            </a:r>
            <a:r>
              <a:rPr lang="en-US" sz="1200" spc="55">
                <a:solidFill>
                  <a:srgbClr val="353E59"/>
                </a:solidFill>
                <a:latin typeface="Open Sans"/>
                <a:cs typeface="Open Sans"/>
              </a:rPr>
              <a:t> </a:t>
            </a:r>
            <a:r>
              <a:rPr lang="en-US" sz="1200">
                <a:solidFill>
                  <a:srgbClr val="353E59"/>
                </a:solidFill>
                <a:latin typeface="Open Sans"/>
                <a:cs typeface="Open Sans"/>
              </a:rPr>
              <a:t>ESG</a:t>
            </a:r>
            <a:r>
              <a:rPr lang="en-US" sz="1200" spc="55">
                <a:solidFill>
                  <a:srgbClr val="353E59"/>
                </a:solidFill>
                <a:latin typeface="Open Sans"/>
                <a:cs typeface="Open Sans"/>
              </a:rPr>
              <a:t> </a:t>
            </a:r>
            <a:r>
              <a:rPr lang="en-US" sz="1200">
                <a:solidFill>
                  <a:srgbClr val="353E59"/>
                </a:solidFill>
                <a:latin typeface="Open Sans"/>
                <a:cs typeface="Open Sans"/>
              </a:rPr>
              <a:t>performing</a:t>
            </a:r>
            <a:r>
              <a:rPr lang="en-US" sz="1200" spc="60">
                <a:solidFill>
                  <a:srgbClr val="353E59"/>
                </a:solidFill>
                <a:latin typeface="Open Sans"/>
                <a:cs typeface="Open Sans"/>
              </a:rPr>
              <a:t> </a:t>
            </a:r>
            <a:r>
              <a:rPr lang="en-US" sz="1200" spc="-10">
                <a:solidFill>
                  <a:srgbClr val="353E59"/>
                </a:solidFill>
                <a:latin typeface="Open Sans"/>
                <a:cs typeface="Open Sans"/>
              </a:rPr>
              <a:t>opportunities</a:t>
            </a:r>
            <a:endParaRPr lang="en-US" sz="1200">
              <a:latin typeface="Open Sans"/>
              <a:cs typeface="Open Sans"/>
            </a:endParaRPr>
          </a:p>
          <a:p>
            <a:pPr marL="200660" indent="-187960">
              <a:lnSpc>
                <a:spcPct val="100000"/>
              </a:lnSpc>
              <a:spcBef>
                <a:spcPts val="500"/>
              </a:spcBef>
              <a:buChar char="•"/>
              <a:tabLst>
                <a:tab pos="200660" algn="l"/>
              </a:tabLst>
            </a:pPr>
            <a:r>
              <a:rPr lang="en-US" sz="1200">
                <a:solidFill>
                  <a:srgbClr val="353E59"/>
                </a:solidFill>
                <a:latin typeface="Open Sans"/>
                <a:cs typeface="Open Sans"/>
              </a:rPr>
              <a:t>Conducting ESG</a:t>
            </a:r>
            <a:r>
              <a:rPr lang="en-US" sz="1200" spc="5">
                <a:solidFill>
                  <a:srgbClr val="353E59"/>
                </a:solidFill>
                <a:latin typeface="Open Sans"/>
                <a:cs typeface="Open Sans"/>
              </a:rPr>
              <a:t> </a:t>
            </a:r>
            <a:r>
              <a:rPr lang="en-US" sz="1200">
                <a:solidFill>
                  <a:srgbClr val="353E59"/>
                </a:solidFill>
                <a:latin typeface="Open Sans"/>
                <a:cs typeface="Open Sans"/>
              </a:rPr>
              <a:t>due</a:t>
            </a:r>
            <a:r>
              <a:rPr lang="en-US" sz="1200" spc="5">
                <a:solidFill>
                  <a:srgbClr val="353E59"/>
                </a:solidFill>
                <a:latin typeface="Open Sans"/>
                <a:cs typeface="Open Sans"/>
              </a:rPr>
              <a:t> </a:t>
            </a:r>
            <a:r>
              <a:rPr lang="en-US" sz="1200">
                <a:solidFill>
                  <a:srgbClr val="353E59"/>
                </a:solidFill>
                <a:latin typeface="Open Sans"/>
                <a:cs typeface="Open Sans"/>
              </a:rPr>
              <a:t>diligence</a:t>
            </a:r>
            <a:r>
              <a:rPr lang="en-US" sz="1200" spc="5">
                <a:solidFill>
                  <a:srgbClr val="353E59"/>
                </a:solidFill>
                <a:latin typeface="Open Sans"/>
                <a:cs typeface="Open Sans"/>
              </a:rPr>
              <a:t> </a:t>
            </a:r>
            <a:r>
              <a:rPr lang="en-US" sz="1200">
                <a:solidFill>
                  <a:srgbClr val="353E59"/>
                </a:solidFill>
                <a:latin typeface="Open Sans"/>
                <a:cs typeface="Open Sans"/>
              </a:rPr>
              <a:t>and</a:t>
            </a:r>
            <a:r>
              <a:rPr lang="en-US" sz="1200" spc="5">
                <a:solidFill>
                  <a:srgbClr val="353E59"/>
                </a:solidFill>
                <a:latin typeface="Open Sans"/>
                <a:cs typeface="Open Sans"/>
              </a:rPr>
              <a:t> </a:t>
            </a:r>
            <a:r>
              <a:rPr lang="en-US" sz="1200" spc="-10">
                <a:solidFill>
                  <a:srgbClr val="353E59"/>
                </a:solidFill>
                <a:latin typeface="Open Sans"/>
                <a:cs typeface="Open Sans"/>
              </a:rPr>
              <a:t>valuations and n</a:t>
            </a:r>
            <a:r>
              <a:rPr lang="en-US" sz="1200">
                <a:solidFill>
                  <a:srgbClr val="353E59"/>
                </a:solidFill>
                <a:latin typeface="Open Sans"/>
                <a:cs typeface="Open Sans"/>
              </a:rPr>
              <a:t>egotiating</a:t>
            </a:r>
            <a:r>
              <a:rPr lang="en-US" sz="1200" spc="10">
                <a:solidFill>
                  <a:srgbClr val="353E59"/>
                </a:solidFill>
                <a:latin typeface="Open Sans"/>
                <a:cs typeface="Open Sans"/>
              </a:rPr>
              <a:t> </a:t>
            </a:r>
            <a:r>
              <a:rPr lang="en-US" sz="1200">
                <a:solidFill>
                  <a:srgbClr val="353E59"/>
                </a:solidFill>
                <a:latin typeface="Open Sans"/>
                <a:cs typeface="Open Sans"/>
              </a:rPr>
              <a:t>ESG</a:t>
            </a:r>
            <a:r>
              <a:rPr lang="en-US" sz="1200" spc="10">
                <a:solidFill>
                  <a:srgbClr val="353E59"/>
                </a:solidFill>
                <a:latin typeface="Open Sans"/>
                <a:cs typeface="Open Sans"/>
              </a:rPr>
              <a:t> </a:t>
            </a:r>
            <a:r>
              <a:rPr lang="en-US" sz="1200">
                <a:solidFill>
                  <a:srgbClr val="353E59"/>
                </a:solidFill>
                <a:latin typeface="Open Sans"/>
                <a:cs typeface="Open Sans"/>
              </a:rPr>
              <a:t>lease</a:t>
            </a:r>
            <a:r>
              <a:rPr lang="en-US" sz="1200" spc="15">
                <a:solidFill>
                  <a:srgbClr val="353E59"/>
                </a:solidFill>
                <a:latin typeface="Open Sans"/>
                <a:cs typeface="Open Sans"/>
              </a:rPr>
              <a:t> </a:t>
            </a:r>
            <a:r>
              <a:rPr lang="en-US" sz="1200" spc="-10">
                <a:solidFill>
                  <a:srgbClr val="353E59"/>
                </a:solidFill>
                <a:latin typeface="Open Sans"/>
                <a:cs typeface="Open Sans"/>
              </a:rPr>
              <a:t>provisions</a:t>
            </a:r>
            <a:endParaRPr lang="en-US" sz="1200">
              <a:latin typeface="Open Sans"/>
              <a:cs typeface="Open Sans"/>
            </a:endParaRPr>
          </a:p>
          <a:p>
            <a:pPr marL="200660" indent="-187960">
              <a:lnSpc>
                <a:spcPct val="100000"/>
              </a:lnSpc>
              <a:spcBef>
                <a:spcPts val="500"/>
              </a:spcBef>
              <a:buChar char="•"/>
              <a:tabLst>
                <a:tab pos="200660" algn="l"/>
              </a:tabLst>
            </a:pPr>
            <a:r>
              <a:rPr lang="en-US" sz="1200">
                <a:solidFill>
                  <a:srgbClr val="353E59"/>
                </a:solidFill>
                <a:latin typeface="Open Sans"/>
                <a:cs typeface="Open Sans"/>
              </a:rPr>
              <a:t>Performance</a:t>
            </a:r>
            <a:r>
              <a:rPr lang="en-US" sz="1200" spc="15">
                <a:solidFill>
                  <a:srgbClr val="353E59"/>
                </a:solidFill>
                <a:latin typeface="Open Sans"/>
                <a:cs typeface="Open Sans"/>
              </a:rPr>
              <a:t> </a:t>
            </a:r>
            <a:r>
              <a:rPr lang="en-US" sz="1200">
                <a:solidFill>
                  <a:srgbClr val="353E59"/>
                </a:solidFill>
                <a:latin typeface="Open Sans"/>
                <a:cs typeface="Open Sans"/>
              </a:rPr>
              <a:t>monitoring</a:t>
            </a:r>
            <a:r>
              <a:rPr lang="en-US" sz="1200" spc="20">
                <a:solidFill>
                  <a:srgbClr val="353E59"/>
                </a:solidFill>
                <a:latin typeface="Open Sans"/>
                <a:cs typeface="Open Sans"/>
              </a:rPr>
              <a:t> </a:t>
            </a:r>
            <a:r>
              <a:rPr lang="en-US" sz="1200">
                <a:solidFill>
                  <a:srgbClr val="353E59"/>
                </a:solidFill>
                <a:latin typeface="Open Sans"/>
                <a:cs typeface="Open Sans"/>
              </a:rPr>
              <a:t>and</a:t>
            </a:r>
            <a:r>
              <a:rPr lang="en-US" sz="1200" spc="20">
                <a:solidFill>
                  <a:srgbClr val="353E59"/>
                </a:solidFill>
                <a:latin typeface="Open Sans"/>
                <a:cs typeface="Open Sans"/>
              </a:rPr>
              <a:t> </a:t>
            </a:r>
            <a:r>
              <a:rPr lang="en-US" sz="1200" spc="-10">
                <a:solidFill>
                  <a:srgbClr val="353E59"/>
                </a:solidFill>
                <a:latin typeface="Open Sans"/>
                <a:cs typeface="Open Sans"/>
              </a:rPr>
              <a:t>reporting</a:t>
            </a:r>
            <a:endParaRPr lang="en-US" sz="1200">
              <a:latin typeface="Open Sans"/>
              <a:cs typeface="Open Sans"/>
            </a:endParaRPr>
          </a:p>
          <a:p>
            <a:pPr>
              <a:lnSpc>
                <a:spcPct val="100000"/>
              </a:lnSpc>
              <a:spcBef>
                <a:spcPts val="795"/>
              </a:spcBef>
              <a:buClr>
                <a:srgbClr val="353E59"/>
              </a:buClr>
              <a:buFont typeface="Open Sans"/>
              <a:buChar char="•"/>
            </a:pPr>
            <a:endParaRPr lang="en-US" sz="1200">
              <a:latin typeface="Open Sans"/>
              <a:cs typeface="Open Sans"/>
            </a:endParaRPr>
          </a:p>
          <a:p>
            <a:pPr marL="12700">
              <a:tabLst>
                <a:tab pos="200660" algn="l"/>
              </a:tabLst>
            </a:pPr>
            <a:r>
              <a:rPr lang="en-US" sz="1200" b="1">
                <a:solidFill>
                  <a:schemeClr val="accent5"/>
                </a:solidFill>
                <a:latin typeface="Open Sans Semibold" panose="020B0606030504020204" pitchFamily="34" charset="0"/>
                <a:ea typeface="Open Sans Semibold" panose="020B0606030504020204" pitchFamily="34" charset="0"/>
                <a:cs typeface="Open Sans Semibold" panose="020B0606030504020204" pitchFamily="34" charset="0"/>
              </a:rPr>
              <a:t>Our Services:</a:t>
            </a:r>
          </a:p>
          <a:p>
            <a:pPr marL="200660" indent="-187960">
              <a:lnSpc>
                <a:spcPct val="100000"/>
              </a:lnSpc>
              <a:spcBef>
                <a:spcPts val="500"/>
              </a:spcBef>
              <a:buChar char="•"/>
              <a:tabLst>
                <a:tab pos="200660" algn="l"/>
              </a:tabLst>
            </a:pPr>
            <a:r>
              <a:rPr lang="en-US" sz="1200">
                <a:solidFill>
                  <a:srgbClr val="353E59"/>
                </a:solidFill>
                <a:latin typeface="Open Sans"/>
                <a:cs typeface="Open Sans"/>
              </a:rPr>
              <a:t>Financial</a:t>
            </a:r>
            <a:r>
              <a:rPr lang="en-US" sz="1200" spc="-5">
                <a:solidFill>
                  <a:srgbClr val="353E59"/>
                </a:solidFill>
                <a:latin typeface="Open Sans"/>
                <a:cs typeface="Open Sans"/>
              </a:rPr>
              <a:t> </a:t>
            </a:r>
            <a:r>
              <a:rPr lang="en-US" sz="1200">
                <a:solidFill>
                  <a:srgbClr val="353E59"/>
                </a:solidFill>
                <a:latin typeface="Open Sans"/>
                <a:cs typeface="Open Sans"/>
              </a:rPr>
              <a:t>&amp; Operational Risk </a:t>
            </a:r>
            <a:r>
              <a:rPr lang="en-US" sz="1200" spc="-10">
                <a:solidFill>
                  <a:srgbClr val="353E59"/>
                </a:solidFill>
                <a:latin typeface="Open Sans"/>
                <a:cs typeface="Open Sans"/>
              </a:rPr>
              <a:t>Management</a:t>
            </a:r>
            <a:endParaRPr lang="en-US" sz="1200">
              <a:latin typeface="Open Sans"/>
              <a:cs typeface="Open Sans"/>
            </a:endParaRPr>
          </a:p>
          <a:p>
            <a:pPr marL="200660" indent="-187960">
              <a:lnSpc>
                <a:spcPct val="100000"/>
              </a:lnSpc>
              <a:spcBef>
                <a:spcPts val="500"/>
              </a:spcBef>
              <a:buChar char="•"/>
              <a:tabLst>
                <a:tab pos="200660" algn="l"/>
              </a:tabLst>
            </a:pPr>
            <a:r>
              <a:rPr lang="en-US" sz="1200">
                <a:solidFill>
                  <a:srgbClr val="353E59"/>
                </a:solidFill>
                <a:latin typeface="Open Sans"/>
                <a:cs typeface="Open Sans"/>
              </a:rPr>
              <a:t>Vendor</a:t>
            </a:r>
            <a:r>
              <a:rPr lang="en-US" sz="1200" spc="-40">
                <a:solidFill>
                  <a:srgbClr val="353E59"/>
                </a:solidFill>
                <a:latin typeface="Open Sans"/>
                <a:cs typeface="Open Sans"/>
              </a:rPr>
              <a:t> </a:t>
            </a:r>
            <a:r>
              <a:rPr lang="en-US" sz="1200" spc="-10">
                <a:solidFill>
                  <a:srgbClr val="353E59"/>
                </a:solidFill>
                <a:latin typeface="Open Sans"/>
                <a:cs typeface="Open Sans"/>
              </a:rPr>
              <a:t>Management</a:t>
            </a:r>
            <a:endParaRPr lang="en-US" sz="1200">
              <a:latin typeface="Open Sans"/>
              <a:cs typeface="Open Sans"/>
            </a:endParaRPr>
          </a:p>
          <a:p>
            <a:pPr marL="200660" indent="-187960">
              <a:lnSpc>
                <a:spcPct val="100000"/>
              </a:lnSpc>
              <a:spcBef>
                <a:spcPts val="500"/>
              </a:spcBef>
              <a:buChar char="•"/>
              <a:tabLst>
                <a:tab pos="200660" algn="l"/>
              </a:tabLst>
            </a:pPr>
            <a:r>
              <a:rPr lang="en-US" sz="1200">
                <a:solidFill>
                  <a:srgbClr val="353E59"/>
                </a:solidFill>
                <a:latin typeface="Open Sans"/>
                <a:cs typeface="Open Sans"/>
              </a:rPr>
              <a:t>Asset</a:t>
            </a:r>
            <a:r>
              <a:rPr lang="en-US" sz="1200" spc="65">
                <a:solidFill>
                  <a:srgbClr val="353E59"/>
                </a:solidFill>
                <a:latin typeface="Open Sans"/>
                <a:cs typeface="Open Sans"/>
              </a:rPr>
              <a:t> </a:t>
            </a:r>
            <a:r>
              <a:rPr lang="en-US" sz="1200" spc="-10">
                <a:solidFill>
                  <a:srgbClr val="353E59"/>
                </a:solidFill>
                <a:latin typeface="Open Sans"/>
                <a:cs typeface="Open Sans"/>
              </a:rPr>
              <a:t>Strategy</a:t>
            </a:r>
            <a:endParaRPr lang="en-US" sz="1200">
              <a:latin typeface="Open Sans"/>
              <a:cs typeface="Open Sans"/>
            </a:endParaRPr>
          </a:p>
          <a:p>
            <a:pPr marL="200660" indent="-187960">
              <a:lnSpc>
                <a:spcPct val="100000"/>
              </a:lnSpc>
              <a:spcBef>
                <a:spcPts val="500"/>
              </a:spcBef>
              <a:buChar char="•"/>
              <a:tabLst>
                <a:tab pos="200660" algn="l"/>
              </a:tabLst>
            </a:pPr>
            <a:r>
              <a:rPr lang="en-US" sz="1200">
                <a:solidFill>
                  <a:srgbClr val="353E59"/>
                </a:solidFill>
                <a:latin typeface="Open Sans"/>
                <a:cs typeface="Open Sans"/>
              </a:rPr>
              <a:t>Sustainability</a:t>
            </a:r>
            <a:r>
              <a:rPr lang="en-US" sz="1200" spc="25">
                <a:solidFill>
                  <a:srgbClr val="353E59"/>
                </a:solidFill>
                <a:latin typeface="Open Sans"/>
                <a:cs typeface="Open Sans"/>
              </a:rPr>
              <a:t> </a:t>
            </a:r>
            <a:r>
              <a:rPr lang="en-US" sz="1200">
                <a:solidFill>
                  <a:srgbClr val="353E59"/>
                </a:solidFill>
                <a:latin typeface="Open Sans"/>
                <a:cs typeface="Open Sans"/>
              </a:rPr>
              <a:t>&amp;</a:t>
            </a:r>
            <a:r>
              <a:rPr lang="en-US" sz="1200" spc="30">
                <a:solidFill>
                  <a:srgbClr val="353E59"/>
                </a:solidFill>
                <a:latin typeface="Open Sans"/>
                <a:cs typeface="Open Sans"/>
              </a:rPr>
              <a:t> </a:t>
            </a:r>
            <a:r>
              <a:rPr lang="en-US" sz="1200">
                <a:solidFill>
                  <a:srgbClr val="353E59"/>
                </a:solidFill>
                <a:latin typeface="Open Sans"/>
                <a:cs typeface="Open Sans"/>
              </a:rPr>
              <a:t>Climate</a:t>
            </a:r>
            <a:r>
              <a:rPr lang="en-US" sz="1200" spc="30">
                <a:solidFill>
                  <a:srgbClr val="353E59"/>
                </a:solidFill>
                <a:latin typeface="Open Sans"/>
                <a:cs typeface="Open Sans"/>
              </a:rPr>
              <a:t> </a:t>
            </a:r>
            <a:r>
              <a:rPr lang="en-US" sz="1200" spc="-10">
                <a:solidFill>
                  <a:srgbClr val="353E59"/>
                </a:solidFill>
                <a:latin typeface="Open Sans"/>
                <a:cs typeface="Open Sans"/>
              </a:rPr>
              <a:t>Solutions</a:t>
            </a:r>
            <a:endParaRPr lang="en-US" sz="1200">
              <a:latin typeface="Open Sans"/>
              <a:cs typeface="Open Sans"/>
            </a:endParaRPr>
          </a:p>
        </p:txBody>
      </p:sp>
      <p:sp>
        <p:nvSpPr>
          <p:cNvPr id="3" name="Content Placeholder 11">
            <a:extLst>
              <a:ext uri="{FF2B5EF4-FFF2-40B4-BE49-F238E27FC236}">
                <a16:creationId xmlns:a16="http://schemas.microsoft.com/office/drawing/2014/main" id="{F9601839-4D7B-E734-EB11-7349012A36CD}"/>
              </a:ext>
            </a:extLst>
          </p:cNvPr>
          <p:cNvSpPr txBox="1">
            <a:spLocks/>
          </p:cNvSpPr>
          <p:nvPr/>
        </p:nvSpPr>
        <p:spPr>
          <a:xfrm>
            <a:off x="6358705" y="890533"/>
            <a:ext cx="4138529" cy="1021912"/>
          </a:xfrm>
          <a:prstGeom prst="rect">
            <a:avLst/>
          </a:prstGeom>
        </p:spPr>
        <p:txBody>
          <a:bodyPr vert="horz" lIns="0" tIns="0" rIns="0" bIns="0" rtlCol="0">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buNone/>
            </a:pPr>
            <a:r>
              <a:rPr lang="en-CA" sz="2000" b="1">
                <a:solidFill>
                  <a:schemeClr val="bg1"/>
                </a:solidFill>
              </a:rPr>
              <a:t>ESG HIGHLIGHTS</a:t>
            </a:r>
          </a:p>
        </p:txBody>
      </p:sp>
      <p:sp>
        <p:nvSpPr>
          <p:cNvPr id="4" name="object 20">
            <a:extLst>
              <a:ext uri="{FF2B5EF4-FFF2-40B4-BE49-F238E27FC236}">
                <a16:creationId xmlns:a16="http://schemas.microsoft.com/office/drawing/2014/main" id="{4A899BE2-D745-0293-6B41-3FBF679D0CC1}"/>
              </a:ext>
            </a:extLst>
          </p:cNvPr>
          <p:cNvSpPr txBox="1"/>
          <p:nvPr/>
        </p:nvSpPr>
        <p:spPr>
          <a:xfrm>
            <a:off x="6358705" y="1964215"/>
            <a:ext cx="2434045" cy="5208477"/>
          </a:xfrm>
          <a:prstGeom prst="rect">
            <a:avLst/>
          </a:prstGeom>
        </p:spPr>
        <p:txBody>
          <a:bodyPr vert="horz" wrap="square" lIns="0" tIns="12065" rIns="0" bIns="0" rtlCol="0">
            <a:spAutoFit/>
          </a:bodyPr>
          <a:lstStyle/>
          <a:p>
            <a:pPr marL="12700">
              <a:lnSpc>
                <a:spcPct val="100000"/>
              </a:lnSpc>
              <a:spcBef>
                <a:spcPts val="95"/>
              </a:spcBef>
            </a:pPr>
            <a:r>
              <a:rPr lang="en-US" b="1">
                <a:solidFill>
                  <a:schemeClr val="bg1"/>
                </a:solidFill>
                <a:cs typeface="Open Sans"/>
              </a:rPr>
              <a:t>10.1%</a:t>
            </a:r>
            <a:r>
              <a:rPr lang="en-US" sz="1400" b="1" spc="-35">
                <a:solidFill>
                  <a:schemeClr val="bg1"/>
                </a:solidFill>
                <a:cs typeface="Open Sans"/>
              </a:rPr>
              <a:t> </a:t>
            </a:r>
          </a:p>
          <a:p>
            <a:pPr marL="12700">
              <a:lnSpc>
                <a:spcPct val="100000"/>
              </a:lnSpc>
              <a:spcBef>
                <a:spcPts val="95"/>
              </a:spcBef>
            </a:pPr>
            <a:r>
              <a:rPr lang="en-US" sz="1100" spc="-10">
                <a:solidFill>
                  <a:schemeClr val="bg1"/>
                </a:solidFill>
                <a:cs typeface="Open Sans Light"/>
              </a:rPr>
              <a:t>Reduction in Scope 1 and 2 emissions per square foot</a:t>
            </a:r>
          </a:p>
          <a:p>
            <a:pPr marL="12700">
              <a:lnSpc>
                <a:spcPct val="100000"/>
              </a:lnSpc>
              <a:spcBef>
                <a:spcPts val="95"/>
              </a:spcBef>
            </a:pPr>
            <a:endParaRPr lang="en-US" sz="1100" spc="-10">
              <a:solidFill>
                <a:schemeClr val="bg1"/>
              </a:solidFill>
              <a:cs typeface="Open Sans Light"/>
            </a:endParaRPr>
          </a:p>
          <a:p>
            <a:pPr marL="12700">
              <a:lnSpc>
                <a:spcPct val="100000"/>
              </a:lnSpc>
              <a:spcBef>
                <a:spcPts val="95"/>
              </a:spcBef>
            </a:pPr>
            <a:r>
              <a:rPr lang="en-US" b="1">
                <a:solidFill>
                  <a:schemeClr val="bg1"/>
                </a:solidFill>
                <a:cs typeface="Open Sans"/>
              </a:rPr>
              <a:t>100+ million</a:t>
            </a:r>
            <a:r>
              <a:rPr lang="en-US" sz="1400" b="1" spc="-35">
                <a:solidFill>
                  <a:schemeClr val="bg1"/>
                </a:solidFill>
                <a:cs typeface="Open Sans"/>
              </a:rPr>
              <a:t> </a:t>
            </a:r>
          </a:p>
          <a:p>
            <a:pPr marL="12700">
              <a:lnSpc>
                <a:spcPct val="100000"/>
              </a:lnSpc>
              <a:spcBef>
                <a:spcPts val="95"/>
              </a:spcBef>
            </a:pPr>
            <a:r>
              <a:rPr lang="en-US" sz="1100" spc="-10">
                <a:solidFill>
                  <a:schemeClr val="bg1"/>
                </a:solidFill>
                <a:cs typeface="Open Sans Light"/>
              </a:rPr>
              <a:t>Sq. ft of green-certified construction managed</a:t>
            </a:r>
          </a:p>
          <a:p>
            <a:pPr marL="12700">
              <a:lnSpc>
                <a:spcPct val="100000"/>
              </a:lnSpc>
              <a:spcBef>
                <a:spcPts val="95"/>
              </a:spcBef>
            </a:pPr>
            <a:endParaRPr lang="en-US" sz="1100" spc="-10">
              <a:solidFill>
                <a:schemeClr val="bg1"/>
              </a:solidFill>
              <a:cs typeface="Open Sans Light"/>
            </a:endParaRPr>
          </a:p>
          <a:p>
            <a:pPr marL="12700">
              <a:lnSpc>
                <a:spcPct val="100000"/>
              </a:lnSpc>
              <a:spcBef>
                <a:spcPts val="95"/>
              </a:spcBef>
            </a:pPr>
            <a:r>
              <a:rPr lang="en-US" b="1">
                <a:solidFill>
                  <a:schemeClr val="bg1"/>
                </a:solidFill>
                <a:cs typeface="Open Sans"/>
              </a:rPr>
              <a:t>1+ million</a:t>
            </a:r>
            <a:r>
              <a:rPr lang="en-US" sz="1400" b="1" spc="-35">
                <a:solidFill>
                  <a:schemeClr val="bg1"/>
                </a:solidFill>
                <a:cs typeface="Open Sans"/>
              </a:rPr>
              <a:t> </a:t>
            </a:r>
          </a:p>
          <a:p>
            <a:pPr marL="12700">
              <a:lnSpc>
                <a:spcPct val="100000"/>
              </a:lnSpc>
              <a:spcBef>
                <a:spcPts val="95"/>
              </a:spcBef>
            </a:pPr>
            <a:r>
              <a:rPr lang="en-US" sz="1100" spc="-10">
                <a:solidFill>
                  <a:schemeClr val="bg1"/>
                </a:solidFill>
                <a:cs typeface="Open Sans Light"/>
              </a:rPr>
              <a:t>MWh of solar energy generated by assets in Investment Management</a:t>
            </a:r>
          </a:p>
          <a:p>
            <a:pPr marL="12700">
              <a:lnSpc>
                <a:spcPct val="100000"/>
              </a:lnSpc>
              <a:spcBef>
                <a:spcPts val="95"/>
              </a:spcBef>
            </a:pPr>
            <a:endParaRPr lang="en-US" sz="1100" spc="-10">
              <a:solidFill>
                <a:schemeClr val="bg1"/>
              </a:solidFill>
              <a:cs typeface="Open Sans Light"/>
            </a:endParaRPr>
          </a:p>
          <a:p>
            <a:pPr marL="12700">
              <a:lnSpc>
                <a:spcPct val="100000"/>
              </a:lnSpc>
              <a:spcBef>
                <a:spcPts val="95"/>
              </a:spcBef>
            </a:pPr>
            <a:r>
              <a:rPr lang="en-US" b="1">
                <a:solidFill>
                  <a:schemeClr val="bg1"/>
                </a:solidFill>
                <a:cs typeface="Open Sans"/>
              </a:rPr>
              <a:t>195,812</a:t>
            </a:r>
            <a:r>
              <a:rPr lang="en-US" sz="1400" b="1" spc="-35">
                <a:solidFill>
                  <a:schemeClr val="bg1"/>
                </a:solidFill>
                <a:cs typeface="Open Sans"/>
              </a:rPr>
              <a:t> </a:t>
            </a:r>
          </a:p>
          <a:p>
            <a:pPr marL="12700">
              <a:lnSpc>
                <a:spcPct val="100000"/>
              </a:lnSpc>
              <a:spcBef>
                <a:spcPts val="95"/>
              </a:spcBef>
            </a:pPr>
            <a:r>
              <a:rPr lang="en-US" sz="1100" spc="-10">
                <a:solidFill>
                  <a:schemeClr val="bg1"/>
                </a:solidFill>
                <a:cs typeface="Open Sans Light"/>
              </a:rPr>
              <a:t>Hours of training completed</a:t>
            </a:r>
          </a:p>
          <a:p>
            <a:pPr marL="12700">
              <a:lnSpc>
                <a:spcPct val="100000"/>
              </a:lnSpc>
              <a:spcBef>
                <a:spcPts val="95"/>
              </a:spcBef>
            </a:pPr>
            <a:endParaRPr lang="en-US" sz="1100" spc="-10">
              <a:solidFill>
                <a:schemeClr val="bg1"/>
              </a:solidFill>
              <a:cs typeface="Open Sans Light"/>
            </a:endParaRPr>
          </a:p>
          <a:p>
            <a:pPr marL="12700">
              <a:spcBef>
                <a:spcPts val="95"/>
              </a:spcBef>
            </a:pPr>
            <a:r>
              <a:rPr lang="en-US" b="1">
                <a:solidFill>
                  <a:schemeClr val="bg1"/>
                </a:solidFill>
                <a:cs typeface="Open Sans"/>
              </a:rPr>
              <a:t>1,300+</a:t>
            </a:r>
          </a:p>
          <a:p>
            <a:pPr marL="12700">
              <a:lnSpc>
                <a:spcPct val="100000"/>
              </a:lnSpc>
              <a:spcBef>
                <a:spcPts val="95"/>
              </a:spcBef>
            </a:pPr>
            <a:r>
              <a:rPr lang="en-US" sz="1100" spc="-10">
                <a:solidFill>
                  <a:schemeClr val="bg1"/>
                </a:solidFill>
                <a:cs typeface="Open Sans Light"/>
              </a:rPr>
              <a:t>Sustainable building certifications and energy ratings achieved for clients</a:t>
            </a:r>
          </a:p>
          <a:p>
            <a:pPr marL="12700">
              <a:lnSpc>
                <a:spcPct val="100000"/>
              </a:lnSpc>
              <a:spcBef>
                <a:spcPts val="95"/>
              </a:spcBef>
            </a:pPr>
            <a:endParaRPr lang="en-US" sz="1100" spc="-10">
              <a:solidFill>
                <a:schemeClr val="bg1"/>
              </a:solidFill>
              <a:cs typeface="Open Sans Light"/>
            </a:endParaRPr>
          </a:p>
          <a:p>
            <a:pPr marL="12700">
              <a:lnSpc>
                <a:spcPct val="100000"/>
              </a:lnSpc>
              <a:spcBef>
                <a:spcPts val="95"/>
              </a:spcBef>
            </a:pPr>
            <a:endParaRPr lang="en-US" sz="1100" spc="-10">
              <a:solidFill>
                <a:schemeClr val="bg1"/>
              </a:solidFill>
              <a:cs typeface="Open Sans Light"/>
            </a:endParaRPr>
          </a:p>
          <a:p>
            <a:pPr marL="12700">
              <a:lnSpc>
                <a:spcPct val="100000"/>
              </a:lnSpc>
              <a:spcBef>
                <a:spcPts val="95"/>
              </a:spcBef>
            </a:pPr>
            <a:endParaRPr lang="en-US" sz="1100" spc="-10">
              <a:solidFill>
                <a:schemeClr val="bg1"/>
              </a:solidFill>
              <a:cs typeface="Open Sans Light"/>
            </a:endParaRPr>
          </a:p>
          <a:p>
            <a:pPr marL="12700">
              <a:lnSpc>
                <a:spcPct val="100000"/>
              </a:lnSpc>
              <a:spcBef>
                <a:spcPts val="95"/>
              </a:spcBef>
            </a:pPr>
            <a:endParaRPr lang="en-US" sz="1100" spc="-10">
              <a:solidFill>
                <a:schemeClr val="bg1"/>
              </a:solidFill>
              <a:cs typeface="Open Sans Light"/>
            </a:endParaRPr>
          </a:p>
          <a:p>
            <a:pPr marL="12700">
              <a:lnSpc>
                <a:spcPct val="100000"/>
              </a:lnSpc>
              <a:spcBef>
                <a:spcPts val="95"/>
              </a:spcBef>
            </a:pPr>
            <a:endParaRPr lang="en-US" sz="1100" spc="-10">
              <a:solidFill>
                <a:schemeClr val="bg1"/>
              </a:solidFill>
              <a:cs typeface="Open Sans Light"/>
            </a:endParaRPr>
          </a:p>
          <a:p>
            <a:pPr marL="12700">
              <a:lnSpc>
                <a:spcPct val="100000"/>
              </a:lnSpc>
              <a:spcBef>
                <a:spcPts val="95"/>
              </a:spcBef>
            </a:pPr>
            <a:endParaRPr lang="en-US" sz="1100" spc="-10">
              <a:solidFill>
                <a:schemeClr val="bg1"/>
              </a:solidFill>
              <a:cs typeface="Open Sans Light"/>
            </a:endParaRPr>
          </a:p>
          <a:p>
            <a:pPr marL="12700">
              <a:lnSpc>
                <a:spcPct val="100000"/>
              </a:lnSpc>
              <a:spcBef>
                <a:spcPts val="95"/>
              </a:spcBef>
            </a:pPr>
            <a:endParaRPr lang="en-US" sz="1100">
              <a:solidFill>
                <a:schemeClr val="bg1"/>
              </a:solidFill>
              <a:cs typeface="Open Sans Light"/>
            </a:endParaRPr>
          </a:p>
        </p:txBody>
      </p:sp>
      <p:sp>
        <p:nvSpPr>
          <p:cNvPr id="5" name="object 20">
            <a:extLst>
              <a:ext uri="{FF2B5EF4-FFF2-40B4-BE49-F238E27FC236}">
                <a16:creationId xmlns:a16="http://schemas.microsoft.com/office/drawing/2014/main" id="{8FC067DC-FDA0-C425-3AB6-1EB24154E98A}"/>
              </a:ext>
            </a:extLst>
          </p:cNvPr>
          <p:cNvSpPr txBox="1"/>
          <p:nvPr/>
        </p:nvSpPr>
        <p:spPr>
          <a:xfrm>
            <a:off x="9197553" y="1964215"/>
            <a:ext cx="2599361" cy="4674998"/>
          </a:xfrm>
          <a:prstGeom prst="rect">
            <a:avLst/>
          </a:prstGeom>
        </p:spPr>
        <p:txBody>
          <a:bodyPr vert="horz" wrap="square" lIns="0" tIns="12065" rIns="0" bIns="0" rtlCol="0">
            <a:spAutoFit/>
          </a:bodyPr>
          <a:lstStyle/>
          <a:p>
            <a:pPr marL="12700">
              <a:lnSpc>
                <a:spcPct val="100000"/>
              </a:lnSpc>
              <a:spcBef>
                <a:spcPts val="95"/>
              </a:spcBef>
            </a:pPr>
            <a:r>
              <a:rPr lang="en-US" b="1">
                <a:solidFill>
                  <a:schemeClr val="bg1"/>
                </a:solidFill>
                <a:cs typeface="Open Sans"/>
              </a:rPr>
              <a:t>215 million</a:t>
            </a:r>
            <a:endParaRPr lang="en-US" sz="1400" b="1" spc="-35">
              <a:solidFill>
                <a:schemeClr val="bg1"/>
              </a:solidFill>
              <a:cs typeface="Open Sans"/>
            </a:endParaRPr>
          </a:p>
          <a:p>
            <a:pPr marL="12700">
              <a:lnSpc>
                <a:spcPct val="100000"/>
              </a:lnSpc>
              <a:spcBef>
                <a:spcPts val="95"/>
              </a:spcBef>
            </a:pPr>
            <a:r>
              <a:rPr lang="en-US" sz="1100" spc="-10">
                <a:solidFill>
                  <a:schemeClr val="bg1"/>
                </a:solidFill>
                <a:cs typeface="Open Sans Light"/>
              </a:rPr>
              <a:t>Sq. ft of green-certified properties under management</a:t>
            </a:r>
          </a:p>
          <a:p>
            <a:pPr marL="12700">
              <a:lnSpc>
                <a:spcPct val="100000"/>
              </a:lnSpc>
              <a:spcBef>
                <a:spcPts val="95"/>
              </a:spcBef>
            </a:pPr>
            <a:endParaRPr lang="en-US" sz="1100" spc="-10">
              <a:solidFill>
                <a:schemeClr val="bg1"/>
              </a:solidFill>
              <a:cs typeface="Open Sans Light"/>
            </a:endParaRPr>
          </a:p>
          <a:p>
            <a:pPr marL="12700">
              <a:spcBef>
                <a:spcPts val="95"/>
              </a:spcBef>
            </a:pPr>
            <a:r>
              <a:rPr lang="en-US" b="1">
                <a:solidFill>
                  <a:schemeClr val="bg1"/>
                </a:solidFill>
                <a:cs typeface="Open Sans"/>
              </a:rPr>
              <a:t>85% </a:t>
            </a:r>
          </a:p>
          <a:p>
            <a:pPr marL="12700">
              <a:spcBef>
                <a:spcPts val="95"/>
              </a:spcBef>
            </a:pPr>
            <a:r>
              <a:rPr lang="en-US" sz="1100" spc="-10">
                <a:solidFill>
                  <a:schemeClr val="bg1"/>
                </a:solidFill>
                <a:cs typeface="Open Sans Light"/>
              </a:rPr>
              <a:t>Participation rate in global engagement survey</a:t>
            </a:r>
          </a:p>
          <a:p>
            <a:pPr marL="12700">
              <a:lnSpc>
                <a:spcPct val="100000"/>
              </a:lnSpc>
              <a:spcBef>
                <a:spcPts val="95"/>
              </a:spcBef>
            </a:pPr>
            <a:endParaRPr lang="en-US" sz="1100" spc="-10">
              <a:solidFill>
                <a:schemeClr val="bg1"/>
              </a:solidFill>
              <a:cs typeface="Open Sans Light"/>
            </a:endParaRPr>
          </a:p>
          <a:p>
            <a:pPr marL="12700">
              <a:lnSpc>
                <a:spcPct val="100000"/>
              </a:lnSpc>
              <a:spcBef>
                <a:spcPts val="95"/>
              </a:spcBef>
            </a:pPr>
            <a:r>
              <a:rPr lang="en-US" b="1">
                <a:solidFill>
                  <a:schemeClr val="bg1"/>
                </a:solidFill>
                <a:cs typeface="Open Sans"/>
              </a:rPr>
              <a:t>32</a:t>
            </a:r>
            <a:endParaRPr lang="en-US" sz="1400" b="1" spc="-35">
              <a:solidFill>
                <a:schemeClr val="bg1"/>
              </a:solidFill>
              <a:cs typeface="Open Sans"/>
            </a:endParaRPr>
          </a:p>
          <a:p>
            <a:pPr marL="12700">
              <a:lnSpc>
                <a:spcPct val="100000"/>
              </a:lnSpc>
              <a:spcBef>
                <a:spcPts val="95"/>
              </a:spcBef>
            </a:pPr>
            <a:r>
              <a:rPr lang="en-US" sz="1100" spc="-10">
                <a:solidFill>
                  <a:schemeClr val="bg1"/>
                </a:solidFill>
                <a:cs typeface="Open Sans Light"/>
              </a:rPr>
              <a:t>WELL Health-Safety Ratings achieved by Colliers offices</a:t>
            </a:r>
          </a:p>
          <a:p>
            <a:pPr marL="12700">
              <a:lnSpc>
                <a:spcPct val="100000"/>
              </a:lnSpc>
              <a:spcBef>
                <a:spcPts val="95"/>
              </a:spcBef>
            </a:pPr>
            <a:endParaRPr lang="en-US" sz="1100" spc="-10">
              <a:solidFill>
                <a:schemeClr val="bg1"/>
              </a:solidFill>
              <a:cs typeface="Open Sans Light"/>
            </a:endParaRPr>
          </a:p>
          <a:p>
            <a:pPr marL="12700">
              <a:lnSpc>
                <a:spcPct val="100000"/>
              </a:lnSpc>
              <a:spcBef>
                <a:spcPts val="95"/>
              </a:spcBef>
            </a:pPr>
            <a:r>
              <a:rPr lang="en-US" b="1">
                <a:solidFill>
                  <a:schemeClr val="bg1"/>
                </a:solidFill>
                <a:cs typeface="Open Sans"/>
              </a:rPr>
              <a:t>285</a:t>
            </a:r>
            <a:endParaRPr lang="en-US" sz="1400" b="1" spc="-35">
              <a:solidFill>
                <a:schemeClr val="bg1"/>
              </a:solidFill>
              <a:cs typeface="Open Sans"/>
            </a:endParaRPr>
          </a:p>
          <a:p>
            <a:pPr marL="12700">
              <a:lnSpc>
                <a:spcPct val="100000"/>
              </a:lnSpc>
              <a:spcBef>
                <a:spcPts val="95"/>
              </a:spcBef>
            </a:pPr>
            <a:r>
              <a:rPr lang="en-US" sz="1100" spc="-10">
                <a:solidFill>
                  <a:schemeClr val="bg1"/>
                </a:solidFill>
                <a:cs typeface="Open Sans Light"/>
              </a:rPr>
              <a:t>Green certifications held by Colliers professionals</a:t>
            </a:r>
          </a:p>
          <a:p>
            <a:pPr marL="12700">
              <a:lnSpc>
                <a:spcPct val="100000"/>
              </a:lnSpc>
              <a:spcBef>
                <a:spcPts val="95"/>
              </a:spcBef>
            </a:pPr>
            <a:endParaRPr lang="en-US" sz="1100" spc="-10">
              <a:solidFill>
                <a:schemeClr val="bg1"/>
              </a:solidFill>
              <a:cs typeface="Open Sans Light"/>
            </a:endParaRPr>
          </a:p>
          <a:p>
            <a:pPr marL="12700">
              <a:spcBef>
                <a:spcPts val="95"/>
              </a:spcBef>
            </a:pPr>
            <a:r>
              <a:rPr lang="en-US" b="1">
                <a:solidFill>
                  <a:schemeClr val="bg1"/>
                </a:solidFill>
                <a:cs typeface="Open Sans"/>
              </a:rPr>
              <a:t>41% </a:t>
            </a:r>
          </a:p>
          <a:p>
            <a:pPr marL="12700">
              <a:lnSpc>
                <a:spcPct val="100000"/>
              </a:lnSpc>
              <a:spcBef>
                <a:spcPts val="95"/>
              </a:spcBef>
            </a:pPr>
            <a:r>
              <a:rPr lang="en-US" sz="1100" spc="-10">
                <a:solidFill>
                  <a:schemeClr val="bg1"/>
                </a:solidFill>
                <a:cs typeface="Open Sans Light"/>
              </a:rPr>
              <a:t>Of the global workforce are women</a:t>
            </a:r>
          </a:p>
          <a:p>
            <a:pPr marL="12700">
              <a:lnSpc>
                <a:spcPct val="100000"/>
              </a:lnSpc>
              <a:spcBef>
                <a:spcPts val="95"/>
              </a:spcBef>
            </a:pPr>
            <a:endParaRPr lang="en-US" sz="1100" spc="-10">
              <a:solidFill>
                <a:schemeClr val="bg1"/>
              </a:solidFill>
              <a:cs typeface="Open Sans Light"/>
            </a:endParaRPr>
          </a:p>
          <a:p>
            <a:pPr marL="12700">
              <a:lnSpc>
                <a:spcPct val="100000"/>
              </a:lnSpc>
              <a:spcBef>
                <a:spcPts val="95"/>
              </a:spcBef>
            </a:pPr>
            <a:endParaRPr lang="en-US" sz="1100" spc="-10">
              <a:solidFill>
                <a:schemeClr val="bg1"/>
              </a:solidFill>
              <a:cs typeface="Open Sans Light"/>
            </a:endParaRPr>
          </a:p>
          <a:p>
            <a:pPr marL="12700">
              <a:lnSpc>
                <a:spcPct val="100000"/>
              </a:lnSpc>
              <a:spcBef>
                <a:spcPts val="95"/>
              </a:spcBef>
            </a:pPr>
            <a:endParaRPr lang="en-US" sz="1100" spc="-10">
              <a:solidFill>
                <a:schemeClr val="bg1"/>
              </a:solidFill>
              <a:cs typeface="Open Sans Light"/>
            </a:endParaRPr>
          </a:p>
          <a:p>
            <a:pPr marL="12700">
              <a:lnSpc>
                <a:spcPct val="100000"/>
              </a:lnSpc>
              <a:spcBef>
                <a:spcPts val="95"/>
              </a:spcBef>
            </a:pPr>
            <a:endParaRPr lang="en-US" sz="1100" spc="-10">
              <a:solidFill>
                <a:schemeClr val="bg1"/>
              </a:solidFill>
              <a:cs typeface="Open Sans Light"/>
            </a:endParaRPr>
          </a:p>
          <a:p>
            <a:pPr marL="12700">
              <a:lnSpc>
                <a:spcPct val="100000"/>
              </a:lnSpc>
              <a:spcBef>
                <a:spcPts val="95"/>
              </a:spcBef>
            </a:pPr>
            <a:endParaRPr lang="en-US" sz="1100">
              <a:solidFill>
                <a:schemeClr val="bg1"/>
              </a:solidFill>
              <a:cs typeface="Open Sans Light"/>
            </a:endParaRPr>
          </a:p>
        </p:txBody>
      </p:sp>
    </p:spTree>
    <p:custDataLst>
      <p:custData r:id="rId1"/>
      <p:custData r:id="rId2"/>
    </p:custDataLst>
    <p:extLst>
      <p:ext uri="{BB962C8B-B14F-4D97-AF65-F5344CB8AC3E}">
        <p14:creationId xmlns:p14="http://schemas.microsoft.com/office/powerpoint/2010/main" val="3374480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UBGRID]" val="[SubGrid]"/>
</p:tagLst>
</file>

<file path=ppt/tags/tag2.xml><?xml version="1.0" encoding="utf-8"?>
<p:tagLst xmlns:a="http://schemas.openxmlformats.org/drawingml/2006/main" xmlns:r="http://schemas.openxmlformats.org/officeDocument/2006/relationships" xmlns:p="http://schemas.openxmlformats.org/presentationml/2006/main">
  <p:tag name="[SUBGRID]" val="[SubGrid]"/>
</p:tagLst>
</file>

<file path=ppt/tags/tag3.xml><?xml version="1.0" encoding="utf-8"?>
<p:tagLst xmlns:a="http://schemas.openxmlformats.org/drawingml/2006/main" xmlns:r="http://schemas.openxmlformats.org/officeDocument/2006/relationships" xmlns:p="http://schemas.openxmlformats.org/presentationml/2006/main">
  <p:tag name="[SUBGRID]" val="[SubGrid]"/>
</p:tagLst>
</file>

<file path=ppt/tags/tag4.xml><?xml version="1.0" encoding="utf-8"?>
<p:tagLst xmlns:a="http://schemas.openxmlformats.org/drawingml/2006/main" xmlns:r="http://schemas.openxmlformats.org/officeDocument/2006/relationships" xmlns:p="http://schemas.openxmlformats.org/presentationml/2006/main">
  <p:tag name="[SUBGRID]" val="[SubGrid]"/>
</p:tagLst>
</file>

<file path=ppt/tags/tag5.xml><?xml version="1.0" encoding="utf-8"?>
<p:tagLst xmlns:a="http://schemas.openxmlformats.org/drawingml/2006/main" xmlns:r="http://schemas.openxmlformats.org/officeDocument/2006/relationships" xmlns:p="http://schemas.openxmlformats.org/presentationml/2006/main">
  <p:tag name="[SUBGRID]" val="[SubGrid]"/>
</p:tagLst>
</file>

<file path=ppt/tags/tag6.xml><?xml version="1.0" encoding="utf-8"?>
<p:tagLst xmlns:a="http://schemas.openxmlformats.org/drawingml/2006/main" xmlns:r="http://schemas.openxmlformats.org/officeDocument/2006/relationships" xmlns:p="http://schemas.openxmlformats.org/presentationml/2006/main">
  <p:tag name="[SUBGRID]" val="[SubGrid]"/>
</p:tagLst>
</file>

<file path=ppt/tags/tag7.xml><?xml version="1.0" encoding="utf-8"?>
<p:tagLst xmlns:a="http://schemas.openxmlformats.org/drawingml/2006/main" xmlns:r="http://schemas.openxmlformats.org/officeDocument/2006/relationships" xmlns:p="http://schemas.openxmlformats.org/presentationml/2006/main">
  <p:tag name="[SUBGRID]" val="[SubGrid]"/>
</p:tagLst>
</file>

<file path=ppt/tags/tag8.xml><?xml version="1.0" encoding="utf-8"?>
<p:tagLst xmlns:a="http://schemas.openxmlformats.org/drawingml/2006/main" xmlns:r="http://schemas.openxmlformats.org/officeDocument/2006/relationships" xmlns:p="http://schemas.openxmlformats.org/presentationml/2006/main">
  <p:tag name="[SUBGRID]" val="[SubGrid]"/>
</p:tagLst>
</file>

<file path=ppt/tags/tag9.xml><?xml version="1.0" encoding="utf-8"?>
<p:tagLst xmlns:a="http://schemas.openxmlformats.org/drawingml/2006/main" xmlns:r="http://schemas.openxmlformats.org/officeDocument/2006/relationships" xmlns:p="http://schemas.openxmlformats.org/presentationml/2006/main">
  <p:tag name="[SUBGRID]" val="[SubGrid]"/>
</p:tagLst>
</file>

<file path=ppt/tags/tag10.xml><?xml version="1.0" encoding="utf-8"?>
<p:tagLst xmlns:a="http://schemas.openxmlformats.org/drawingml/2006/main" xmlns:r="http://schemas.openxmlformats.org/officeDocument/2006/relationships" xmlns:p="http://schemas.openxmlformats.org/presentationml/2006/main">
  <p:tag name="[SUBGRID]" val="[SubGrid]"/>
</p:tagLst>
</file>

<file path=ppt/tags/tag11.xml><?xml version="1.0" encoding="utf-8"?>
<p:tagLst xmlns:a="http://schemas.openxmlformats.org/drawingml/2006/main" xmlns:r="http://schemas.openxmlformats.org/officeDocument/2006/relationships" xmlns:p="http://schemas.openxmlformats.org/presentationml/2006/main">
  <p:tag name="TEMPLAFYSLIDEID" val="637476608295309825"/>
</p:tagLst>
</file>

<file path=ppt/tags/tag12.xml><?xml version="1.0" encoding="utf-8"?>
<p:tagLst xmlns:a="http://schemas.openxmlformats.org/drawingml/2006/main" xmlns:r="http://schemas.openxmlformats.org/officeDocument/2006/relationships" xmlns:p="http://schemas.openxmlformats.org/presentationml/2006/main">
  <p:tag name="TEMPLAFYSLIDEID" val="637476608295309825"/>
</p:tagLst>
</file>

<file path=ppt/tags/tag13.xml><?xml version="1.0" encoding="utf-8"?>
<p:tagLst xmlns:a="http://schemas.openxmlformats.org/drawingml/2006/main" xmlns:r="http://schemas.openxmlformats.org/officeDocument/2006/relationships" xmlns:p="http://schemas.openxmlformats.org/presentationml/2006/main">
  <p:tag name="TEMPLAFYSLIDEID" val="637238760840171191"/>
</p:tagLst>
</file>

<file path=ppt/tags/tag14.xml><?xml version="1.0" encoding="utf-8"?>
<p:tagLst xmlns:a="http://schemas.openxmlformats.org/drawingml/2006/main" xmlns:r="http://schemas.openxmlformats.org/officeDocument/2006/relationships" xmlns:p="http://schemas.openxmlformats.org/presentationml/2006/main">
  <p:tag name="TEMPLAFYSLIDEID" val="637238760840171191"/>
</p:tagLst>
</file>

<file path=ppt/tags/tag15.xml><?xml version="1.0" encoding="utf-8"?>
<p:tagLst xmlns:a="http://schemas.openxmlformats.org/drawingml/2006/main" xmlns:r="http://schemas.openxmlformats.org/officeDocument/2006/relationships" xmlns:p="http://schemas.openxmlformats.org/presentationml/2006/main">
  <p:tag name="TEMPLAFYSLIDEID" val="637238757341386746"/>
</p:tagLst>
</file>

<file path=ppt/tags/tag16.xml><?xml version="1.0" encoding="utf-8"?>
<p:tagLst xmlns:a="http://schemas.openxmlformats.org/drawingml/2006/main" xmlns:r="http://schemas.openxmlformats.org/officeDocument/2006/relationships" xmlns:p="http://schemas.openxmlformats.org/presentationml/2006/main">
  <p:tag name="TEMPLAFYSLIDEID" val="637236887323098008"/>
</p:tagLst>
</file>

<file path=ppt/tags/tag17.xml><?xml version="1.0" encoding="utf-8"?>
<p:tagLst xmlns:a="http://schemas.openxmlformats.org/drawingml/2006/main" xmlns:r="http://schemas.openxmlformats.org/officeDocument/2006/relationships" xmlns:p="http://schemas.openxmlformats.org/presentationml/2006/main">
  <p:tag name="TEMPLAFYSLIDEID" val="637606689580120797"/>
</p:tagLst>
</file>

<file path=ppt/tags/tag18.xml><?xml version="1.0" encoding="utf-8"?>
<p:tagLst xmlns:a="http://schemas.openxmlformats.org/drawingml/2006/main" xmlns:r="http://schemas.openxmlformats.org/officeDocument/2006/relationships" xmlns:p="http://schemas.openxmlformats.org/presentationml/2006/main">
  <p:tag name="TEMPLAFYSLIDEID" val="637606689580120797"/>
</p:tagLst>
</file>

<file path=ppt/tags/tag19.xml><?xml version="1.0" encoding="utf-8"?>
<p:tagLst xmlns:a="http://schemas.openxmlformats.org/drawingml/2006/main" xmlns:r="http://schemas.openxmlformats.org/officeDocument/2006/relationships" xmlns:p="http://schemas.openxmlformats.org/presentationml/2006/main">
  <p:tag name="TEMPLAFYSLIDEID" val="637814061094808540"/>
</p:tagLst>
</file>

<file path=ppt/tags/tag20.xml><?xml version="1.0" encoding="utf-8"?>
<p:tagLst xmlns:a="http://schemas.openxmlformats.org/drawingml/2006/main" xmlns:r="http://schemas.openxmlformats.org/officeDocument/2006/relationships" xmlns:p="http://schemas.openxmlformats.org/presentationml/2006/main">
  <p:tag name="CONTAINEDIMAGEPATH" val="C:\Users\DickinsonD\AppData\Local\Templafy\AddIns\PowerPointVsto\Document.png"/>
</p:tagLst>
</file>

<file path=ppt/tags/tag21.xml><?xml version="1.0" encoding="utf-8"?>
<p:tagLst xmlns:a="http://schemas.openxmlformats.org/drawingml/2006/main" xmlns:r="http://schemas.openxmlformats.org/officeDocument/2006/relationships" xmlns:p="http://schemas.openxmlformats.org/presentationml/2006/main">
  <p:tag name="CONTAINEDIMAGEPATH" val="C:\Users\DickinsonD\AppData\Local\Templafy\AddIns\PowerPointVsto\Document.png"/>
</p:tagLst>
</file>

<file path=ppt/tags/tag22.xml><?xml version="1.0" encoding="utf-8"?>
<p:tagLst xmlns:a="http://schemas.openxmlformats.org/drawingml/2006/main" xmlns:r="http://schemas.openxmlformats.org/officeDocument/2006/relationships" xmlns:p="http://schemas.openxmlformats.org/presentationml/2006/main">
  <p:tag name="CONTAINEDIMAGEPATH" val="C:\Users\DickinsonD\AppData\Local\Templafy\AddIns\PowerPointVsto\Document.png"/>
</p:tagLst>
</file>

<file path=ppt/tags/tag23.xml><?xml version="1.0" encoding="utf-8"?>
<p:tagLst xmlns:a="http://schemas.openxmlformats.org/drawingml/2006/main" xmlns:r="http://schemas.openxmlformats.org/officeDocument/2006/relationships" xmlns:p="http://schemas.openxmlformats.org/presentationml/2006/main">
  <p:tag name="CONTAINEDIMAGEPATH" val="C:\Users\DickinsonD\AppData\Local\Templafy\AddIns\PowerPointVsto\Document.png"/>
</p:tagLst>
</file>

<file path=ppt/tags/tag24.xml><?xml version="1.0" encoding="utf-8"?>
<p:tagLst xmlns:a="http://schemas.openxmlformats.org/drawingml/2006/main" xmlns:r="http://schemas.openxmlformats.org/officeDocument/2006/relationships" xmlns:p="http://schemas.openxmlformats.org/presentationml/2006/main">
  <p:tag name="CONTAINEDIMAGEPATH" val="C:\Users\DickinsonD\AppData\Local\Templafy\AddIns\PowerPointVsto\Document.png"/>
</p:tagLst>
</file>

<file path=ppt/tags/tag25.xml><?xml version="1.0" encoding="utf-8"?>
<p:tagLst xmlns:a="http://schemas.openxmlformats.org/drawingml/2006/main" xmlns:r="http://schemas.openxmlformats.org/officeDocument/2006/relationships" xmlns:p="http://schemas.openxmlformats.org/presentationml/2006/main">
  <p:tag name="CONTAINEDIMAGEPATH" val="C:\Users\DickinsonD\AppData\Local\Templafy\AddIns\PowerPointVsto\Document.png"/>
</p:tagLst>
</file>

<file path=ppt/theme/theme1.xml><?xml version="1.0" encoding="utf-8"?>
<a:theme xmlns:a="http://schemas.openxmlformats.org/drawingml/2006/main" name="1_Colliers 16:9">
  <a:themeElements>
    <a:clrScheme name="Master Colours">
      <a:dk1>
        <a:srgbClr val="56648F"/>
      </a:dk1>
      <a:lt1>
        <a:srgbClr val="FFFFFF"/>
      </a:lt1>
      <a:dk2>
        <a:srgbClr val="25408F"/>
      </a:dk2>
      <a:lt2>
        <a:srgbClr val="CCCDD5"/>
      </a:lt2>
      <a:accent1>
        <a:srgbClr val="1C54F4"/>
      </a:accent1>
      <a:accent2>
        <a:srgbClr val="4D93FF"/>
      </a:accent2>
      <a:accent3>
        <a:srgbClr val="C3E6FF"/>
      </a:accent3>
      <a:accent4>
        <a:srgbClr val="24408F"/>
      </a:accent4>
      <a:accent5>
        <a:srgbClr val="000759"/>
      </a:accent5>
      <a:accent6>
        <a:srgbClr val="56648F"/>
      </a:accent6>
      <a:hlink>
        <a:srgbClr val="1C54F4"/>
      </a:hlink>
      <a:folHlink>
        <a:srgbClr val="1C54F4"/>
      </a:folHlink>
    </a:clrScheme>
    <a:fontScheme name="Colliers">
      <a:majorFont>
        <a:latin typeface="Open Sans Light"/>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72000" tIns="36000" rIns="72000" bIns="36000" rtlCol="0" anchor="ctr"/>
      <a:lstStyle>
        <a:defPPr algn="ctr">
          <a:defRPr sz="2000" noProof="0" dirty="0" err="1"/>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2000" dirty="0" err="1" smtClean="0"/>
        </a:defPPr>
      </a:lstStyle>
    </a:txDef>
  </a:objectDefaults>
  <a:extraClrSchemeLst/>
  <a:custClrLst>
    <a:custClr name="Red">
      <a:srgbClr val="ED1834"/>
    </a:custClr>
    <a:custClr name="Yellow">
      <a:srgbClr val="FFD400"/>
    </a:custClr>
    <a:custClr name="Light Blue">
      <a:srgbClr val="0C9ED9"/>
    </a:custClr>
    <a:custClr name="Teal">
      <a:srgbClr val="2AB6A9"/>
    </a:custClr>
    <a:custClr name="Orange">
      <a:srgbClr val="FA6609"/>
    </a:custClr>
    <a:custClr name="Purple">
      <a:srgbClr val="9C45AE"/>
    </a:custClr>
    <a:custClr name="Grey">
      <a:srgbClr val="CCCDD5"/>
    </a:custClr>
    <a:custClr name="Med Blue DS">
      <a:srgbClr val="7B8BBD"/>
    </a:custClr>
    <a:custClr name="Light Blue DS">
      <a:srgbClr val="ACBBE8"/>
    </a:custClr>
    <a:custClr name="Pale Blue DS">
      <a:srgbClr val="DBE5FF"/>
    </a:custClr>
    <a:custClr name="80%">
      <a:srgbClr val="F15B51"/>
    </a:custClr>
    <a:custClr name="80%">
      <a:srgbClr val="FFDD33"/>
    </a:custClr>
    <a:custClr name="80%">
      <a:srgbClr val="3DB1E1"/>
    </a:custClr>
    <a:custClr name="80%">
      <a:srgbClr val="55C5BA"/>
    </a:custClr>
    <a:custClr name="80%">
      <a:srgbClr val="FB853A"/>
    </a:custClr>
    <a:custClr name="80%">
      <a:srgbClr val="B06ABE"/>
    </a:custClr>
    <a:custClr name="80%">
      <a:srgbClr val="D5D5DC"/>
    </a:custClr>
    <a:custClr name="80%">
      <a:srgbClr val="95A2CA"/>
    </a:custClr>
    <a:custClr name="80%">
      <a:srgbClr val="BDC9ED"/>
    </a:custClr>
    <a:custClr name="80%">
      <a:srgbClr val="E2EAFF"/>
    </a:custClr>
    <a:custClr name="60%">
      <a:srgbClr val="F48472"/>
    </a:custClr>
    <a:custClr name="60%">
      <a:srgbClr val="FFE566"/>
    </a:custClr>
    <a:custClr name="60%">
      <a:srgbClr val="6DC5E8"/>
    </a:custClr>
    <a:custClr name="60%">
      <a:srgbClr val="7FD3CB"/>
    </a:custClr>
    <a:custClr name="60%">
      <a:srgbClr val="FCA36B"/>
    </a:custClr>
    <a:custClr name="60%">
      <a:srgbClr val="C48FCE"/>
    </a:custClr>
    <a:custClr name="60%">
      <a:srgbClr val="DEDEE3"/>
    </a:custClr>
    <a:custClr name="60%">
      <a:srgbClr val="B0B9D7"/>
    </a:custClr>
    <a:custClr name="60%">
      <a:srgbClr val="CDD6F1"/>
    </a:custClr>
    <a:custClr name="60%">
      <a:srgbClr val="E9EFFF"/>
    </a:custClr>
    <a:custClr name="40%">
      <a:srgbClr val="F8A4AE"/>
    </a:custClr>
    <a:custClr name="40%">
      <a:srgbClr val="FFEE99"/>
    </a:custClr>
    <a:custClr name="40%">
      <a:srgbClr val="9ED8F0"/>
    </a:custClr>
    <a:custClr name="40%">
      <a:srgbClr val="AAE2DD"/>
    </a:custClr>
    <a:custClr name="40%">
      <a:srgbClr val="FDC29D"/>
    </a:custClr>
    <a:custClr name="40%">
      <a:srgbClr val="D7B5DF"/>
    </a:custClr>
    <a:custClr name="40%">
      <a:srgbClr val="E8E8EB"/>
    </a:custClr>
    <a:custClr name="40%">
      <a:srgbClr val="CAD1E5"/>
    </a:custClr>
    <a:custClr name="40%">
      <a:srgbClr val="DEE4F6"/>
    </a:custClr>
    <a:custClr name="40%">
      <a:srgbClr val="F1F5FF"/>
    </a:custClr>
    <a:custClr name="20%">
      <a:srgbClr val="FBD1D6"/>
    </a:custClr>
    <a:custClr name="20%">
      <a:srgbClr val="FFF6CC"/>
    </a:custClr>
    <a:custClr name="20%">
      <a:srgbClr val="CEECF7"/>
    </a:custClr>
    <a:custClr name="20%">
      <a:srgbClr val="D4F0EE"/>
    </a:custClr>
    <a:custClr name="20%">
      <a:srgbClr val="FEE0CE"/>
    </a:custClr>
    <a:custClr name="20%">
      <a:srgbClr val="EBDAEF"/>
    </a:custClr>
    <a:custClr name="20%">
      <a:srgbClr val="F2F1F3"/>
    </a:custClr>
    <a:custClr name="20%">
      <a:srgbClr val="E5E8F2"/>
    </a:custClr>
    <a:custClr name="20%">
      <a:srgbClr val="EEF1FA"/>
    </a:custClr>
    <a:custClr name="20%">
      <a:srgbClr val="F8FAFF"/>
    </a:custClr>
  </a:custClrLst>
  <a:extLst>
    <a:ext uri="{05A4C25C-085E-4340-85A3-A5531E510DB2}">
      <thm15:themeFamily xmlns:thm15="http://schemas.microsoft.com/office/thememl/2012/main" name="Colliers (9).pptx" id="{94E35C43-FEE9-4260-8F03-C2AE988411A2}" vid="{D9B61C42-FA14-430E-B9DE-17E5FA19151A}"/>
    </a:ext>
  </a:extLst>
</a:theme>
</file>

<file path=ppt/theme/theme2.xml><?xml version="1.0" encoding="utf-8"?>
<a:theme xmlns:a="http://schemas.openxmlformats.org/drawingml/2006/main" name="Office-tema">
  <a:themeElements>
    <a:clrScheme name="Kontor">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kabelondesign Arial">
      <a:majorFont>
        <a:latin typeface="Arial"/>
        <a:ea typeface=""/>
        <a:cs typeface=""/>
      </a:majorFont>
      <a:minorFont>
        <a:latin typeface="Arial"/>
        <a:ea typeface=""/>
        <a:cs typeface=""/>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Dark blue 100%">
      <a:srgbClr val="25408F"/>
    </a:custClr>
    <a:custClr name="Dark blue 80%">
      <a:srgbClr val="5166A5"/>
    </a:custClr>
    <a:custClr name="Dark blue 60%">
      <a:srgbClr val="7C8CBC"/>
    </a:custClr>
    <a:custClr name="Dark blue 40%">
      <a:srgbClr val="A8B3D2"/>
    </a:custClr>
    <a:custClr name="Dark blue 20%">
      <a:srgbClr val="D3D9E9"/>
    </a:custClr>
    <a:custClr name="Medium blue 100%">
      <a:srgbClr val="0C9ED9"/>
    </a:custClr>
    <a:custClr name="Medium blue 80%">
      <a:srgbClr val="3DB1E1"/>
    </a:custClr>
    <a:custClr name="Medium blue 60%">
      <a:srgbClr val="6DC5E8"/>
    </a:custClr>
    <a:custClr name="Medium blue 40%">
      <a:srgbClr val="9ED8F0"/>
    </a:custClr>
    <a:custClr name="Medium blue 20%">
      <a:srgbClr val="CEECF7"/>
    </a:custClr>
    <a:custClr name="Light blue 100%">
      <a:srgbClr val="B7E4F4"/>
    </a:custClr>
    <a:custClr name="Light blue 80%">
      <a:srgbClr val="C5E9F6"/>
    </a:custClr>
    <a:custClr name="Light blue 60%">
      <a:srgbClr val="D4EFF8"/>
    </a:custClr>
    <a:custClr name="Light blue 40%">
      <a:srgbClr val="E2F4FB"/>
    </a:custClr>
    <a:custClr name="Light blue 20%">
      <a:srgbClr val="F1FAFD"/>
    </a:custClr>
    <a:custClr name="Dark grey 100%">
      <a:srgbClr val="4A4A4D"/>
    </a:custClr>
    <a:custClr name="Dark grey 80%">
      <a:srgbClr val="6E6E71"/>
    </a:custClr>
    <a:custClr name="Dark grey  60%">
      <a:srgbClr val="929294"/>
    </a:custClr>
    <a:custClr name="Dark grey 40%">
      <a:srgbClr val="B7B7B8"/>
    </a:custClr>
    <a:custClr name="Dark grey 20%">
      <a:srgbClr val="DBDBDB"/>
    </a:custClr>
    <a:custClr name="Light grey 100%">
      <a:srgbClr val="CCCDD5"/>
    </a:custClr>
    <a:custClr name="Light grey 80%">
      <a:srgbClr val="D6D7DD"/>
    </a:custClr>
    <a:custClr name="Light grey 60%">
      <a:srgbClr val="E0E1E6"/>
    </a:custClr>
    <a:custClr name="Light grey 40%">
      <a:srgbClr val="EBEBEE"/>
    </a:custClr>
    <a:custClr name="Light grey 20%">
      <a:srgbClr val="F5F5F7"/>
    </a:custClr>
    <a:custClr name="Yellow 100%">
      <a:srgbClr val="FFD400"/>
    </a:custClr>
    <a:custClr name="Yellow 80%">
      <a:srgbClr val="FFDD33"/>
    </a:custClr>
    <a:custClr name="Yellow 60%">
      <a:srgbClr val="FFE566"/>
    </a:custClr>
    <a:custClr name="Yellow 40%">
      <a:srgbClr val="FFEE99"/>
    </a:custClr>
    <a:custClr name="Yellow 20%">
      <a:srgbClr val="FFF6CC"/>
    </a:custClr>
    <a:custClr name="Red 100%">
      <a:srgbClr val="ED1B34"/>
    </a:custClr>
    <a:custClr name="Red 80%">
      <a:srgbClr val="F1495D"/>
    </a:custClr>
    <a:custClr name="Red 60%">
      <a:srgbClr val="F47685"/>
    </a:custClr>
    <a:custClr name="Red 40%">
      <a:srgbClr val="F8A4AE"/>
    </a:custClr>
    <a:custClr name="Red 20%">
      <a:srgbClr val="FBD1D6"/>
    </a:custClr>
    <a:custClr name="Orange 100%">
      <a:srgbClr val="F68B1F"/>
    </a:custClr>
    <a:custClr name="Orange 80%">
      <a:srgbClr val="F8A24C"/>
    </a:custClr>
    <a:custClr name="Orange 60%">
      <a:srgbClr val="FAB979"/>
    </a:custClr>
    <a:custClr name="Orange 40%">
      <a:srgbClr val="FBD1A5"/>
    </a:custClr>
    <a:custClr name="Orange 20%">
      <a:srgbClr val="FDE8D2"/>
    </a:custClr>
    <a:custClr name="Purple 100%">
      <a:srgbClr val="9F5F9F"/>
    </a:custClr>
    <a:custClr name="Purple 80%">
      <a:srgbClr val="B27FB2"/>
    </a:custClr>
    <a:custClr name="Purple 60%">
      <a:srgbClr val="C59FC5"/>
    </a:custClr>
    <a:custClr name="Purple 40%">
      <a:srgbClr val="D9BFD9"/>
    </a:custClr>
    <a:custClr name="Purple 20%">
      <a:srgbClr val="ECDFEC"/>
    </a:custClr>
    <a:custClr name="Teal 100%">
      <a:srgbClr val="339088"/>
    </a:custClr>
    <a:custClr name="Teal 80%">
      <a:srgbClr val="5CA6A0"/>
    </a:custClr>
    <a:custClr name="Teal 60%">
      <a:srgbClr val="85BCB8"/>
    </a:custClr>
    <a:custClr name="Teal 40%">
      <a:srgbClr val="ADD3CF"/>
    </a:custClr>
    <a:custClr name="Teal 20%">
      <a:srgbClr val="D6E9E7"/>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kabelondesign 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Dark blue 100%">
      <a:srgbClr val="25408F"/>
    </a:custClr>
    <a:custClr name="Dark blue 80%">
      <a:srgbClr val="5166A5"/>
    </a:custClr>
    <a:custClr name="Dark blue 60%">
      <a:srgbClr val="7C8CBC"/>
    </a:custClr>
    <a:custClr name="Dark blue 40%">
      <a:srgbClr val="A8B3D2"/>
    </a:custClr>
    <a:custClr name="Dark blue 20%">
      <a:srgbClr val="D3D9E9"/>
    </a:custClr>
    <a:custClr name="Medium blue 100%">
      <a:srgbClr val="0C9ED9"/>
    </a:custClr>
    <a:custClr name="Medium blue 80%">
      <a:srgbClr val="3DB1E1"/>
    </a:custClr>
    <a:custClr name="Medium blue 60%">
      <a:srgbClr val="6DC5E8"/>
    </a:custClr>
    <a:custClr name="Medium blue 40%">
      <a:srgbClr val="9ED8F0"/>
    </a:custClr>
    <a:custClr name="Medium blue 20%">
      <a:srgbClr val="CEECF7"/>
    </a:custClr>
    <a:custClr name="Light blue 100%">
      <a:srgbClr val="B7E4F4"/>
    </a:custClr>
    <a:custClr name="Light blue 80%">
      <a:srgbClr val="C5E9F6"/>
    </a:custClr>
    <a:custClr name="Light blue 60%">
      <a:srgbClr val="D4EFF8"/>
    </a:custClr>
    <a:custClr name="Light blue 40%">
      <a:srgbClr val="E2F4FB"/>
    </a:custClr>
    <a:custClr name="Light blue 20%">
      <a:srgbClr val="F1FAFD"/>
    </a:custClr>
    <a:custClr name="Dark grey 100%">
      <a:srgbClr val="4A4A4D"/>
    </a:custClr>
    <a:custClr name="Dark grey 80%">
      <a:srgbClr val="6E6E71"/>
    </a:custClr>
    <a:custClr name="Dark grey  60%">
      <a:srgbClr val="929294"/>
    </a:custClr>
    <a:custClr name="Dark grey 40%">
      <a:srgbClr val="B7B7B8"/>
    </a:custClr>
    <a:custClr name="Dark grey 20%">
      <a:srgbClr val="DBDBDB"/>
    </a:custClr>
    <a:custClr name="Light grey 100%">
      <a:srgbClr val="CCCDD5"/>
    </a:custClr>
    <a:custClr name="Light grey 80%">
      <a:srgbClr val="D6D7DD"/>
    </a:custClr>
    <a:custClr name="Light grey 60%">
      <a:srgbClr val="E0E1E6"/>
    </a:custClr>
    <a:custClr name="Light grey 40%">
      <a:srgbClr val="EBEBEE"/>
    </a:custClr>
    <a:custClr name="Light grey 20%">
      <a:srgbClr val="F5F5F7"/>
    </a:custClr>
    <a:custClr name="Yellow 100%">
      <a:srgbClr val="FFD400"/>
    </a:custClr>
    <a:custClr name="Yellow 80%">
      <a:srgbClr val="FFDD33"/>
    </a:custClr>
    <a:custClr name="Yellow 60%">
      <a:srgbClr val="FFE566"/>
    </a:custClr>
    <a:custClr name="Yellow 40%">
      <a:srgbClr val="FFEE99"/>
    </a:custClr>
    <a:custClr name="Yellow 20%">
      <a:srgbClr val="FFF6CC"/>
    </a:custClr>
    <a:custClr name="Red 100%">
      <a:srgbClr val="ED1B34"/>
    </a:custClr>
    <a:custClr name="Red 80%">
      <a:srgbClr val="F1495D"/>
    </a:custClr>
    <a:custClr name="Red 60%">
      <a:srgbClr val="F47685"/>
    </a:custClr>
    <a:custClr name="Red 40%">
      <a:srgbClr val="F8A4AE"/>
    </a:custClr>
    <a:custClr name="Red 20%">
      <a:srgbClr val="FBD1D6"/>
    </a:custClr>
    <a:custClr name="Orange 100%">
      <a:srgbClr val="F68B1F"/>
    </a:custClr>
    <a:custClr name="Orange 80%">
      <a:srgbClr val="F8A24C"/>
    </a:custClr>
    <a:custClr name="Orange 60%">
      <a:srgbClr val="FAB979"/>
    </a:custClr>
    <a:custClr name="Orange 40%">
      <a:srgbClr val="FBD1A5"/>
    </a:custClr>
    <a:custClr name="Orange 20%">
      <a:srgbClr val="FDE8D2"/>
    </a:custClr>
    <a:custClr name="Purple 100%">
      <a:srgbClr val="9F5F9F"/>
    </a:custClr>
    <a:custClr name="Purple 80%">
      <a:srgbClr val="B27FB2"/>
    </a:custClr>
    <a:custClr name="Purple 60%">
      <a:srgbClr val="C59FC5"/>
    </a:custClr>
    <a:custClr name="Purple 40%">
      <a:srgbClr val="D9BFD9"/>
    </a:custClr>
    <a:custClr name="Purple 20%">
      <a:srgbClr val="ECDFEC"/>
    </a:custClr>
    <a:custClr name="Teal 100%">
      <a:srgbClr val="339088"/>
    </a:custClr>
    <a:custClr name="Teal 80%">
      <a:srgbClr val="5CA6A0"/>
    </a:custClr>
    <a:custClr name="Teal 60%">
      <a:srgbClr val="85BCB8"/>
    </a:custClr>
    <a:custClr name="Teal 40%">
      <a:srgbClr val="ADD3CF"/>
    </a:custClr>
    <a:custClr name="Teal 20%">
      <a:srgbClr val="D6E9E7"/>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4.xml"/></Relationships>
</file>

<file path=customXml/_rels/item45.xml.rels><?xml version="1.0" encoding="UTF-8" standalone="yes"?>
<Relationships xmlns="http://schemas.openxmlformats.org/package/2006/relationships"><Relationship Id="rId1" Type="http://schemas.openxmlformats.org/officeDocument/2006/relationships/customXmlProps" Target="itemProps45.xml"/></Relationships>
</file>

<file path=customXml/_rels/item46.xml.rels><?xml version="1.0" encoding="UTF-8" standalone="yes"?>
<Relationships xmlns="http://schemas.openxmlformats.org/package/2006/relationships"><Relationship Id="rId1" Type="http://schemas.openxmlformats.org/officeDocument/2006/relationships/customXmlProps" Target="itemProps46.xml"/></Relationships>
</file>

<file path=customXml/_rels/item47.xml.rels><?xml version="1.0" encoding="UTF-8" standalone="yes"?>
<Relationships xmlns="http://schemas.openxmlformats.org/package/2006/relationships"><Relationship Id="rId1" Type="http://schemas.openxmlformats.org/officeDocument/2006/relationships/customXmlProps" Target="itemProps47.xml"/></Relationships>
</file>

<file path=customXml/_rels/item48.xml.rels><?xml version="1.0" encoding="UTF-8" standalone="yes"?>
<Relationships xmlns="http://schemas.openxmlformats.org/package/2006/relationships"><Relationship Id="rId1" Type="http://schemas.openxmlformats.org/officeDocument/2006/relationships/customXmlProps" Target="itemProps48.xml"/></Relationships>
</file>

<file path=customXml/_rels/item49.xml.rels><?xml version="1.0" encoding="UTF-8" standalone="yes"?>
<Relationships xmlns="http://schemas.openxmlformats.org/package/2006/relationships"><Relationship Id="rId1" Type="http://schemas.openxmlformats.org/officeDocument/2006/relationships/customXmlProps" Target="itemProps49.xml"/></Relationships>
</file>

<file path=customXml/_rels/item50.xml.rels><?xml version="1.0" encoding="UTF-8" standalone="yes"?>
<Relationships xmlns="http://schemas.openxmlformats.org/package/2006/relationships"><Relationship Id="rId1" Type="http://schemas.openxmlformats.org/officeDocument/2006/relationships/customXmlProps" Target="itemProps50.xml"/></Relationships>
</file>

<file path=customXml/_rels/item51.xml.rels><?xml version="1.0" encoding="UTF-8" standalone="yes"?>
<Relationships xmlns="http://schemas.openxmlformats.org/package/2006/relationships"><Relationship Id="rId1" Type="http://schemas.openxmlformats.org/officeDocument/2006/relationships/customXmlProps" Target="itemProps51.xml"/></Relationships>
</file>

<file path=customXml/_rels/item52.xml.rels><?xml version="1.0" encoding="UTF-8" standalone="yes"?>
<Relationships xmlns="http://schemas.openxmlformats.org/package/2006/relationships"><Relationship Id="rId1" Type="http://schemas.openxmlformats.org/officeDocument/2006/relationships/customXmlProps" Target="itemProps52.xml"/></Relationships>
</file>

<file path=customXml/_rels/item53.xml.rels><?xml version="1.0" encoding="UTF-8" standalone="yes"?>
<Relationships xmlns="http://schemas.openxmlformats.org/package/2006/relationships"><Relationship Id="rId1" Type="http://schemas.openxmlformats.org/officeDocument/2006/relationships/customXmlProps" Target="itemProps53.xml"/></Relationships>
</file>

<file path=customXml/_rels/item54.xml.rels><?xml version="1.0" encoding="UTF-8" standalone="yes"?>
<Relationships xmlns="http://schemas.openxmlformats.org/package/2006/relationships"><Relationship Id="rId1" Type="http://schemas.openxmlformats.org/officeDocument/2006/relationships/customXmlProps" Target="itemProps54.xml"/></Relationships>
</file>

<file path=customXml/_rels/item55.xml.rels><?xml version="1.0" encoding="UTF-8" standalone="yes"?>
<Relationships xmlns="http://schemas.openxmlformats.org/package/2006/relationships"><Relationship Id="rId1" Type="http://schemas.openxmlformats.org/officeDocument/2006/relationships/customXmlProps" Target="itemProps55.xml"/></Relationships>
</file>

<file path=customXml/_rels/item56.xml.rels><?xml version="1.0" encoding="UTF-8" standalone="yes"?>
<Relationships xmlns="http://schemas.openxmlformats.org/package/2006/relationships"><Relationship Id="rId1" Type="http://schemas.openxmlformats.org/officeDocument/2006/relationships/customXmlProps" Target="itemProps56.xml"/></Relationships>
</file>

<file path=customXml/_rels/item57.xml.rels><?xml version="1.0" encoding="UTF-8" standalone="yes"?>
<Relationships xmlns="http://schemas.openxmlformats.org/package/2006/relationships"><Relationship Id="rId1" Type="http://schemas.openxmlformats.org/officeDocument/2006/relationships/customXmlProps" Target="itemProps57.xml"/></Relationships>
</file>

<file path=customXml/_rels/item58.xml.rels><?xml version="1.0" encoding="UTF-8" standalone="yes"?>
<Relationships xmlns="http://schemas.openxmlformats.org/package/2006/relationships"><Relationship Id="rId1" Type="http://schemas.openxmlformats.org/officeDocument/2006/relationships/customXmlProps" Target="itemProps58.xml"/></Relationships>
</file>

<file path=customXml/_rels/item59.xml.rels><?xml version="1.0" encoding="UTF-8" standalone="yes"?>
<Relationships xmlns="http://schemas.openxmlformats.org/package/2006/relationships"><Relationship Id="rId1" Type="http://schemas.openxmlformats.org/officeDocument/2006/relationships/customXmlProps" Target="itemProps59.xml"/></Relationships>
</file>

<file path=customXml/_rels/item60.xml.rels><?xml version="1.0" encoding="UTF-8" standalone="yes"?>
<Relationships xmlns="http://schemas.openxmlformats.org/package/2006/relationships"><Relationship Id="rId1" Type="http://schemas.openxmlformats.org/officeDocument/2006/relationships/customXmlProps" Target="itemProps60.xml"/></Relationships>
</file>

<file path=customXml/_rels/item61.xml.rels><?xml version="1.0" encoding="UTF-8" standalone="yes"?>
<Relationships xmlns="http://schemas.openxmlformats.org/package/2006/relationships"><Relationship Id="rId1" Type="http://schemas.openxmlformats.org/officeDocument/2006/relationships/customXmlProps" Target="itemProps61.xml"/></Relationships>
</file>

<file path=customXml/_rels/item62.xml.rels><?xml version="1.0" encoding="UTF-8" standalone="yes"?>
<Relationships xmlns="http://schemas.openxmlformats.org/package/2006/relationships"><Relationship Id="rId1" Type="http://schemas.openxmlformats.org/officeDocument/2006/relationships/customXmlProps" Target="itemProps62.xml"/></Relationships>
</file>

<file path=customXml/_rels/item63.xml.rels><?xml version="1.0" encoding="UTF-8" standalone="yes"?>
<Relationships xmlns="http://schemas.openxmlformats.org/package/2006/relationships"><Relationship Id="rId1" Type="http://schemas.openxmlformats.org/officeDocument/2006/relationships/customXmlProps" Target="itemProps63.xml"/></Relationships>
</file>

<file path=customXml/_rels/item64.xml.rels><?xml version="1.0" encoding="UTF-8" standalone="yes"?>
<Relationships xmlns="http://schemas.openxmlformats.org/package/2006/relationships"><Relationship Id="rId1" Type="http://schemas.openxmlformats.org/officeDocument/2006/relationships/customXmlProps" Target="itemProps64.xml"/></Relationships>
</file>

<file path=customXml/_rels/item65.xml.rels><?xml version="1.0" encoding="UTF-8" standalone="yes"?>
<Relationships xmlns="http://schemas.openxmlformats.org/package/2006/relationships"><Relationship Id="rId1" Type="http://schemas.openxmlformats.org/officeDocument/2006/relationships/customXmlProps" Target="itemProps65.xml"/></Relationships>
</file>

<file path=customXml/_rels/item66.xml.rels><?xml version="1.0" encoding="UTF-8" standalone="yes"?>
<Relationships xmlns="http://schemas.openxmlformats.org/package/2006/relationships"><Relationship Id="rId1" Type="http://schemas.openxmlformats.org/officeDocument/2006/relationships/customXmlProps" Target="itemProps66.xml"/></Relationships>
</file>

<file path=customXml/_rels/item67.xml.rels><?xml version="1.0" encoding="UTF-8" standalone="yes"?>
<Relationships xmlns="http://schemas.openxmlformats.org/package/2006/relationships"><Relationship Id="rId1" Type="http://schemas.openxmlformats.org/officeDocument/2006/relationships/customXmlProps" Target="itemProps67.xml"/></Relationships>
</file>

<file path=customXml/_rels/item68.xml.rels><?xml version="1.0" encoding="UTF-8" standalone="yes"?>
<Relationships xmlns="http://schemas.openxmlformats.org/package/2006/relationships"><Relationship Id="rId1" Type="http://schemas.openxmlformats.org/officeDocument/2006/relationships/customXmlProps" Target="itemProps68.xml"/></Relationships>
</file>

<file path=customXml/_rels/item69.xml.rels><?xml version="1.0" encoding="UTF-8" standalone="yes"?>
<Relationships xmlns="http://schemas.openxmlformats.org/package/2006/relationships"><Relationship Id="rId1" Type="http://schemas.openxmlformats.org/officeDocument/2006/relationships/customXmlProps" Target="itemProps69.xml"/></Relationships>
</file>

<file path=customXml/_rels/item70.xml.rels><?xml version="1.0" encoding="UTF-8" standalone="yes"?>
<Relationships xmlns="http://schemas.openxmlformats.org/package/2006/relationships"><Relationship Id="rId1" Type="http://schemas.openxmlformats.org/officeDocument/2006/relationships/customXmlProps" Target="itemProps70.xml"/></Relationships>
</file>

<file path=customXml/_rels/item71.xml.rels><?xml version="1.0" encoding="UTF-8" standalone="yes"?>
<Relationships xmlns="http://schemas.openxmlformats.org/package/2006/relationships"><Relationship Id="rId1" Type="http://schemas.openxmlformats.org/officeDocument/2006/relationships/customXmlProps" Target="itemProps71.xml"/></Relationships>
</file>

<file path=customXml/_rels/item72.xml.rels><?xml version="1.0" encoding="UTF-8" standalone="yes"?>
<Relationships xmlns="http://schemas.openxmlformats.org/package/2006/relationships"><Relationship Id="rId1" Type="http://schemas.openxmlformats.org/officeDocument/2006/relationships/customXmlProps" Target="itemProps72.xml"/></Relationships>
</file>

<file path=customXml/_rels/item73.xml.rels><?xml version="1.0" encoding="UTF-8" standalone="yes"?>
<Relationships xmlns="http://schemas.openxmlformats.org/package/2006/relationships"><Relationship Id="rId1" Type="http://schemas.openxmlformats.org/officeDocument/2006/relationships/customXmlProps" Target="itemProps73.xml"/></Relationships>
</file>

<file path=customXml/_rels/item74.xml.rels><?xml version="1.0" encoding="UTF-8" standalone="yes"?>
<Relationships xmlns="http://schemas.openxmlformats.org/package/2006/relationships"><Relationship Id="rId1" Type="http://schemas.openxmlformats.org/officeDocument/2006/relationships/customXmlProps" Target="itemProps74.xml"/></Relationships>
</file>

<file path=customXml/_rels/item75.xml.rels><?xml version="1.0" encoding="UTF-8" standalone="yes"?>
<Relationships xmlns="http://schemas.openxmlformats.org/package/2006/relationships"><Relationship Id="rId1" Type="http://schemas.openxmlformats.org/officeDocument/2006/relationships/customXmlProps" Target="itemProps75.xml"/></Relationships>
</file>

<file path=customXml/_rels/item76.xml.rels><?xml version="1.0" encoding="UTF-8" standalone="yes"?>
<Relationships xmlns="http://schemas.openxmlformats.org/package/2006/relationships"><Relationship Id="rId1" Type="http://schemas.openxmlformats.org/officeDocument/2006/relationships/customXmlProps" Target="itemProps76.xml"/></Relationships>
</file>

<file path=customXml/_rels/item77.xml.rels><?xml version="1.0" encoding="UTF-8" standalone="yes"?>
<Relationships xmlns="http://schemas.openxmlformats.org/package/2006/relationships"><Relationship Id="rId1" Type="http://schemas.openxmlformats.org/officeDocument/2006/relationships/customXmlProps" Target="itemProps77.xml"/></Relationships>
</file>

<file path=customXml/_rels/item78.xml.rels><?xml version="1.0" encoding="UTF-8" standalone="yes"?>
<Relationships xmlns="http://schemas.openxmlformats.org/package/2006/relationships"><Relationship Id="rId1" Type="http://schemas.openxmlformats.org/officeDocument/2006/relationships/customXmlProps" Target="itemProps78.xml"/></Relationships>
</file>

<file path=customXml/_rels/item79.xml.rels><?xml version="1.0" encoding="UTF-8" standalone="yes"?>
<Relationships xmlns="http://schemas.openxmlformats.org/package/2006/relationships"><Relationship Id="rId1" Type="http://schemas.openxmlformats.org/officeDocument/2006/relationships/customXmlProps" Target="itemProps79.xml"/></Relationships>
</file>

<file path=customXml/_rels/item80.xml.rels><?xml version="1.0" encoding="UTF-8" standalone="yes"?>
<Relationships xmlns="http://schemas.openxmlformats.org/package/2006/relationships"><Relationship Id="rId1" Type="http://schemas.openxmlformats.org/officeDocument/2006/relationships/customXmlProps" Target="itemProps80.xml"/></Relationships>
</file>

<file path=customXml/_rels/item81.xml.rels><?xml version="1.0" encoding="UTF-8" standalone="yes"?>
<Relationships xmlns="http://schemas.openxmlformats.org/package/2006/relationships"><Relationship Id="rId1" Type="http://schemas.openxmlformats.org/officeDocument/2006/relationships/customXmlProps" Target="itemProps81.xml"/></Relationships>
</file>

<file path=customXml/_rels/item82.xml.rels><?xml version="1.0" encoding="UTF-8" standalone="yes"?>
<Relationships xmlns="http://schemas.openxmlformats.org/package/2006/relationships"><Relationship Id="rId1" Type="http://schemas.openxmlformats.org/officeDocument/2006/relationships/customXmlProps" Target="itemProps82.xml"/></Relationships>
</file>

<file path=customXml/_rels/item83.xml.rels><?xml version="1.0" encoding="UTF-8" standalone="yes"?>
<Relationships xmlns="http://schemas.openxmlformats.org/package/2006/relationships"><Relationship Id="rId1" Type="http://schemas.openxmlformats.org/officeDocument/2006/relationships/customXmlProps" Target="itemProps83.xml"/></Relationships>
</file>

<file path=customXml/_rels/item84.xml.rels><?xml version="1.0" encoding="UTF-8" standalone="yes"?>
<Relationships xmlns="http://schemas.openxmlformats.org/package/2006/relationships"><Relationship Id="rId1" Type="http://schemas.openxmlformats.org/officeDocument/2006/relationships/customXmlProps" Target="itemProps84.xml"/></Relationships>
</file>

<file path=customXml/_rels/item85.xml.rels><?xml version="1.0" encoding="UTF-8" standalone="yes"?>
<Relationships xmlns="http://schemas.openxmlformats.org/package/2006/relationships"><Relationship Id="rId1" Type="http://schemas.openxmlformats.org/officeDocument/2006/relationships/customXmlProps" Target="itemProps85.xml"/></Relationships>
</file>

<file path=customXml/_rels/item86.xml.rels><?xml version="1.0" encoding="UTF-8" standalone="yes"?>
<Relationships xmlns="http://schemas.openxmlformats.org/package/2006/relationships"><Relationship Id="rId1" Type="http://schemas.openxmlformats.org/officeDocument/2006/relationships/customXmlProps" Target="itemProps86.xml"/></Relationships>
</file>

<file path=customXml/_rels/item87.xml.rels><?xml version="1.0" encoding="UTF-8" standalone="yes"?>
<Relationships xmlns="http://schemas.openxmlformats.org/package/2006/relationships"><Relationship Id="rId1" Type="http://schemas.openxmlformats.org/officeDocument/2006/relationships/customXmlProps" Target="itemProps87.xml"/></Relationships>
</file>

<file path=customXml/_rels/item88.xml.rels><?xml version="1.0" encoding="UTF-8" standalone="yes"?>
<Relationships xmlns="http://schemas.openxmlformats.org/package/2006/relationships"><Relationship Id="rId1" Type="http://schemas.openxmlformats.org/officeDocument/2006/relationships/customXmlProps" Target="itemProps88.xml"/></Relationships>
</file>

<file path=customXml/_rels/item89.xml.rels><?xml version="1.0" encoding="UTF-8" standalone="yes"?>
<Relationships xmlns="http://schemas.openxmlformats.org/package/2006/relationships"><Relationship Id="rId1" Type="http://schemas.openxmlformats.org/officeDocument/2006/relationships/customXmlProps" Target="itemProps89.xml"/></Relationships>
</file>

<file path=customXml/_rels/item90.xml.rels><?xml version="1.0" encoding="UTF-8" standalone="yes"?>
<Relationships xmlns="http://schemas.openxmlformats.org/package/2006/relationships"><Relationship Id="rId1" Type="http://schemas.openxmlformats.org/officeDocument/2006/relationships/customXmlProps" Target="itemProps90.xml"/></Relationships>
</file>

<file path=customXml/_rels/item91.xml.rels><?xml version="1.0" encoding="UTF-8" standalone="yes"?>
<Relationships xmlns="http://schemas.openxmlformats.org/package/2006/relationships"><Relationship Id="rId1" Type="http://schemas.openxmlformats.org/officeDocument/2006/relationships/customXmlProps" Target="itemProps91.xml"/></Relationships>
</file>

<file path=customXml/_rels/item92.xml.rels><?xml version="1.0" encoding="UTF-8" standalone="yes"?>
<Relationships xmlns="http://schemas.openxmlformats.org/package/2006/relationships"><Relationship Id="rId1" Type="http://schemas.openxmlformats.org/officeDocument/2006/relationships/customXmlProps" Target="itemProps92.xml"/></Relationships>
</file>

<file path=customXml/_rels/item93.xml.rels><?xml version="1.0" encoding="UTF-8" standalone="yes"?>
<Relationships xmlns="http://schemas.openxmlformats.org/package/2006/relationships"><Relationship Id="rId1" Type="http://schemas.openxmlformats.org/officeDocument/2006/relationships/customXmlProps" Target="itemProps93.xml"/></Relationships>
</file>

<file path=customXml/_rels/item94.xml.rels><?xml version="1.0" encoding="UTF-8" standalone="yes"?>
<Relationships xmlns="http://schemas.openxmlformats.org/package/2006/relationships"><Relationship Id="rId1" Type="http://schemas.openxmlformats.org/officeDocument/2006/relationships/customXmlProps" Target="itemProps94.xml"/></Relationships>
</file>

<file path=customXml/_rels/item95.xml.rels><?xml version="1.0" encoding="UTF-8" standalone="yes"?>
<Relationships xmlns="http://schemas.openxmlformats.org/package/2006/relationships"><Relationship Id="rId1" Type="http://schemas.openxmlformats.org/officeDocument/2006/relationships/customXmlProps" Target="itemProps95.xml"/></Relationships>
</file>

<file path=customXml/_rels/item96.xml.rels><?xml version="1.0" encoding="UTF-8" standalone="yes"?>
<Relationships xmlns="http://schemas.openxmlformats.org/package/2006/relationships"><Relationship Id="rId1" Type="http://schemas.openxmlformats.org/officeDocument/2006/relationships/customXmlProps" Target="itemProps96.xml"/></Relationships>
</file>

<file path=customXml/_rels/item97.xml.rels><?xml version="1.0" encoding="UTF-8" standalone="yes"?>
<Relationships xmlns="http://schemas.openxmlformats.org/package/2006/relationships"><Relationship Id="rId1" Type="http://schemas.openxmlformats.org/officeDocument/2006/relationships/customXmlProps" Target="itemProps97.xml"/></Relationships>
</file>

<file path=customXml/_rels/item98.xml.rels><?xml version="1.0" encoding="UTF-8" standalone="yes"?>
<Relationships xmlns="http://schemas.openxmlformats.org/package/2006/relationships"><Relationship Id="rId1" Type="http://schemas.openxmlformats.org/officeDocument/2006/relationships/customXmlProps" Target="itemProps98.xml"/></Relationships>
</file>

<file path=customXml/_rels/item99.xml.rels><?xml version="1.0" encoding="UTF-8" standalone="yes"?>
<Relationships xmlns="http://schemas.openxmlformats.org/package/2006/relationships"><Relationship Id="rId1" Type="http://schemas.openxmlformats.org/officeDocument/2006/relationships/customXmlProps" Target="itemProps99.xml"/></Relationships>
</file>

<file path=customXml/_rels/item100.xml.rels><?xml version="1.0" encoding="UTF-8" standalone="yes"?>
<Relationships xmlns="http://schemas.openxmlformats.org/package/2006/relationships"><Relationship Id="rId1" Type="http://schemas.openxmlformats.org/officeDocument/2006/relationships/customXmlProps" Target="itemProps100.xml"/></Relationships>
</file>

<file path=customXml/_rels/item101.xml.rels><?xml version="1.0" encoding="UTF-8" standalone="yes"?>
<Relationships xmlns="http://schemas.openxmlformats.org/package/2006/relationships"><Relationship Id="rId1" Type="http://schemas.openxmlformats.org/officeDocument/2006/relationships/customXmlProps" Target="itemProps101.xml"/></Relationships>
</file>

<file path=customXml/_rels/item102.xml.rels><?xml version="1.0" encoding="UTF-8" standalone="yes"?>
<Relationships xmlns="http://schemas.openxmlformats.org/package/2006/relationships"><Relationship Id="rId1" Type="http://schemas.openxmlformats.org/officeDocument/2006/relationships/customXmlProps" Target="itemProps102.xml"/></Relationships>
</file>

<file path=customXml/_rels/item103.xml.rels><?xml version="1.0" encoding="UTF-8" standalone="yes"?>
<Relationships xmlns="http://schemas.openxmlformats.org/package/2006/relationships"><Relationship Id="rId1" Type="http://schemas.openxmlformats.org/officeDocument/2006/relationships/customXmlProps" Target="itemProps103.xml"/></Relationships>
</file>

<file path=customXml/_rels/item104.xml.rels><?xml version="1.0" encoding="UTF-8" standalone="yes"?>
<Relationships xmlns="http://schemas.openxmlformats.org/package/2006/relationships"><Relationship Id="rId1" Type="http://schemas.openxmlformats.org/officeDocument/2006/relationships/customXmlProps" Target="itemProps104.xml"/></Relationships>
</file>

<file path=customXml/_rels/item105.xml.rels><?xml version="1.0" encoding="UTF-8" standalone="yes"?>
<Relationships xmlns="http://schemas.openxmlformats.org/package/2006/relationships"><Relationship Id="rId1" Type="http://schemas.openxmlformats.org/officeDocument/2006/relationships/customXmlProps" Target="itemProps105.xml"/></Relationships>
</file>

<file path=customXml/_rels/item106.xml.rels><?xml version="1.0" encoding="UTF-8" standalone="yes"?>
<Relationships xmlns="http://schemas.openxmlformats.org/package/2006/relationships"><Relationship Id="rId1" Type="http://schemas.openxmlformats.org/officeDocument/2006/relationships/customXmlProps" Target="itemProps106.xml"/></Relationships>
</file>

<file path=customXml/_rels/item107.xml.rels><?xml version="1.0" encoding="UTF-8" standalone="yes"?>
<Relationships xmlns="http://schemas.openxmlformats.org/package/2006/relationships"><Relationship Id="rId1" Type="http://schemas.openxmlformats.org/officeDocument/2006/relationships/customXmlProps" Target="itemProps107.xml"/></Relationships>
</file>

<file path=customXml/_rels/item108.xml.rels><?xml version="1.0" encoding="UTF-8" standalone="yes"?>
<Relationships xmlns="http://schemas.openxmlformats.org/package/2006/relationships"><Relationship Id="rId1" Type="http://schemas.openxmlformats.org/officeDocument/2006/relationships/customXmlProps" Target="itemProps108.xml"/></Relationships>
</file>

<file path=customXml/_rels/item109.xml.rels><?xml version="1.0" encoding="UTF-8" standalone="yes"?>
<Relationships xmlns="http://schemas.openxmlformats.org/package/2006/relationships"><Relationship Id="rId1" Type="http://schemas.openxmlformats.org/officeDocument/2006/relationships/customXmlProps" Target="itemProps109.xml"/></Relationships>
</file>

<file path=customXml/_rels/item110.xml.rels><?xml version="1.0" encoding="UTF-8" standalone="yes"?>
<Relationships xmlns="http://schemas.openxmlformats.org/package/2006/relationships"><Relationship Id="rId1" Type="http://schemas.openxmlformats.org/officeDocument/2006/relationships/customXmlProps" Target="itemProps110.xml"/></Relationships>
</file>

<file path=customXml/_rels/item111.xml.rels><?xml version="1.0" encoding="UTF-8" standalone="yes"?>
<Relationships xmlns="http://schemas.openxmlformats.org/package/2006/relationships"><Relationship Id="rId1" Type="http://schemas.openxmlformats.org/officeDocument/2006/relationships/customXmlProps" Target="itemProps111.xml"/></Relationships>
</file>

<file path=customXml/_rels/item112.xml.rels><?xml version="1.0" encoding="UTF-8" standalone="yes"?>
<Relationships xmlns="http://schemas.openxmlformats.org/package/2006/relationships"><Relationship Id="rId1" Type="http://schemas.openxmlformats.org/officeDocument/2006/relationships/customXmlProps" Target="itemProps112.xml"/></Relationships>
</file>

<file path=customXml/_rels/item113.xml.rels><?xml version="1.0" encoding="UTF-8" standalone="yes"?>
<Relationships xmlns="http://schemas.openxmlformats.org/package/2006/relationships"><Relationship Id="rId1" Type="http://schemas.openxmlformats.org/officeDocument/2006/relationships/customXmlProps" Target="itemProps113.xml"/></Relationships>
</file>

<file path=customXml/_rels/item114.xml.rels><?xml version="1.0" encoding="UTF-8" standalone="yes"?>
<Relationships xmlns="http://schemas.openxmlformats.org/package/2006/relationships"><Relationship Id="rId1" Type="http://schemas.openxmlformats.org/officeDocument/2006/relationships/customXmlProps" Target="itemProps114.xml"/></Relationships>
</file>

<file path=customXml/_rels/item115.xml.rels><?xml version="1.0" encoding="UTF-8" standalone="yes"?>
<Relationships xmlns="http://schemas.openxmlformats.org/package/2006/relationships"><Relationship Id="rId1" Type="http://schemas.openxmlformats.org/officeDocument/2006/relationships/customXmlProps" Target="itemProps115.xml"/></Relationships>
</file>

<file path=customXml/_rels/item116.xml.rels><?xml version="1.0" encoding="UTF-8" standalone="yes"?>
<Relationships xmlns="http://schemas.openxmlformats.org/package/2006/relationships"><Relationship Id="rId1" Type="http://schemas.openxmlformats.org/officeDocument/2006/relationships/customXmlProps" Target="itemProps116.xml"/></Relationships>
</file>

<file path=customXml/_rels/item117.xml.rels><?xml version="1.0" encoding="UTF-8" standalone="yes"?>
<Relationships xmlns="http://schemas.openxmlformats.org/package/2006/relationships"><Relationship Id="rId1" Type="http://schemas.openxmlformats.org/officeDocument/2006/relationships/customXmlProps" Target="itemProps117.xml"/></Relationships>
</file>

<file path=customXml/_rels/item118.xml.rels><?xml version="1.0" encoding="UTF-8" standalone="yes"?>
<Relationships xmlns="http://schemas.openxmlformats.org/package/2006/relationships"><Relationship Id="rId1" Type="http://schemas.openxmlformats.org/officeDocument/2006/relationships/customXmlProps" Target="itemProps118.xml"/></Relationships>
</file>

<file path=customXml/_rels/item119.xml.rels><?xml version="1.0" encoding="UTF-8" standalone="yes"?>
<Relationships xmlns="http://schemas.openxmlformats.org/package/2006/relationships"><Relationship Id="rId1" Type="http://schemas.openxmlformats.org/officeDocument/2006/relationships/customXmlProps" Target="itemProps119.xml"/></Relationships>
</file>

<file path=customXml/_rels/item120.xml.rels><?xml version="1.0" encoding="UTF-8" standalone="yes"?>
<Relationships xmlns="http://schemas.openxmlformats.org/package/2006/relationships"><Relationship Id="rId1" Type="http://schemas.openxmlformats.org/officeDocument/2006/relationships/customXmlProps" Target="itemProps120.xml"/></Relationships>
</file>

<file path=customXml/_rels/item121.xml.rels><?xml version="1.0" encoding="UTF-8" standalone="yes"?>
<Relationships xmlns="http://schemas.openxmlformats.org/package/2006/relationships"><Relationship Id="rId1" Type="http://schemas.openxmlformats.org/officeDocument/2006/relationships/customXmlProps" Target="itemProps121.xml"/></Relationships>
</file>

<file path=customXml/_rels/item122.xml.rels><?xml version="1.0" encoding="UTF-8" standalone="yes"?>
<Relationships xmlns="http://schemas.openxmlformats.org/package/2006/relationships"><Relationship Id="rId1" Type="http://schemas.openxmlformats.org/officeDocument/2006/relationships/customXmlProps" Target="itemProps122.xml"/></Relationships>
</file>

<file path=customXml/_rels/item123.xml.rels><?xml version="1.0" encoding="UTF-8" standalone="yes"?>
<Relationships xmlns="http://schemas.openxmlformats.org/package/2006/relationships"><Relationship Id="rId1" Type="http://schemas.openxmlformats.org/officeDocument/2006/relationships/customXmlProps" Target="itemProps123.xml"/></Relationships>
</file>

<file path=customXml/_rels/item124.xml.rels><?xml version="1.0" encoding="UTF-8" standalone="yes"?>
<Relationships xmlns="http://schemas.openxmlformats.org/package/2006/relationships"><Relationship Id="rId1" Type="http://schemas.openxmlformats.org/officeDocument/2006/relationships/customXmlProps" Target="itemProps124.xml"/></Relationships>
</file>

<file path=customXml/_rels/item125.xml.rels><?xml version="1.0" encoding="UTF-8" standalone="yes"?>
<Relationships xmlns="http://schemas.openxmlformats.org/package/2006/relationships"><Relationship Id="rId1" Type="http://schemas.openxmlformats.org/officeDocument/2006/relationships/customXmlProps" Target="itemProps125.xml"/></Relationships>
</file>

<file path=customXml/_rels/item126.xml.rels><?xml version="1.0" encoding="UTF-8" standalone="yes"?>
<Relationships xmlns="http://schemas.openxmlformats.org/package/2006/relationships"><Relationship Id="rId1" Type="http://schemas.openxmlformats.org/officeDocument/2006/relationships/customXmlProps" Target="itemProps126.xml"/></Relationships>
</file>

<file path=customXml/_rels/item127.xml.rels><?xml version="1.0" encoding="UTF-8" standalone="yes"?>
<Relationships xmlns="http://schemas.openxmlformats.org/package/2006/relationships"><Relationship Id="rId1" Type="http://schemas.openxmlformats.org/officeDocument/2006/relationships/customXmlProps" Target="itemProps127.xml"/></Relationships>
</file>

<file path=customXml/_rels/item128.xml.rels><?xml version="1.0" encoding="UTF-8" standalone="yes"?>
<Relationships xmlns="http://schemas.openxmlformats.org/package/2006/relationships"><Relationship Id="rId1" Type="http://schemas.openxmlformats.org/officeDocument/2006/relationships/customXmlProps" Target="itemProps128.xml"/></Relationships>
</file>

<file path=customXml/_rels/item129.xml.rels><?xml version="1.0" encoding="UTF-8" standalone="yes"?>
<Relationships xmlns="http://schemas.openxmlformats.org/package/2006/relationships"><Relationship Id="rId1" Type="http://schemas.openxmlformats.org/officeDocument/2006/relationships/customXmlProps" Target="itemProps129.xml"/></Relationships>
</file>

<file path=customXml/_rels/item130.xml.rels><?xml version="1.0" encoding="UTF-8" standalone="yes"?>
<Relationships xmlns="http://schemas.openxmlformats.org/package/2006/relationships"><Relationship Id="rId1" Type="http://schemas.openxmlformats.org/officeDocument/2006/relationships/customXmlProps" Target="itemProps130.xml"/></Relationships>
</file>

<file path=customXml/_rels/item131.xml.rels><?xml version="1.0" encoding="UTF-8" standalone="yes"?>
<Relationships xmlns="http://schemas.openxmlformats.org/package/2006/relationships"><Relationship Id="rId1" Type="http://schemas.openxmlformats.org/officeDocument/2006/relationships/customXmlProps" Target="itemProps131.xml"/></Relationships>
</file>

<file path=customXml/_rels/item132.xml.rels><?xml version="1.0" encoding="UTF-8" standalone="yes"?>
<Relationships xmlns="http://schemas.openxmlformats.org/package/2006/relationships"><Relationship Id="rId1" Type="http://schemas.openxmlformats.org/officeDocument/2006/relationships/customXmlProps" Target="itemProps132.xml"/></Relationships>
</file>

<file path=customXml/_rels/item133.xml.rels><?xml version="1.0" encoding="UTF-8" standalone="yes"?>
<Relationships xmlns="http://schemas.openxmlformats.org/package/2006/relationships"><Relationship Id="rId1" Type="http://schemas.openxmlformats.org/officeDocument/2006/relationships/customXmlProps" Target="itemProps133.xml"/></Relationships>
</file>

<file path=customXml/_rels/item134.xml.rels><?xml version="1.0" encoding="UTF-8" standalone="yes"?>
<Relationships xmlns="http://schemas.openxmlformats.org/package/2006/relationships"><Relationship Id="rId1" Type="http://schemas.openxmlformats.org/officeDocument/2006/relationships/customXmlProps" Target="itemProps134.xml"/></Relationships>
</file>

<file path=customXml/_rels/item135.xml.rels><?xml version="1.0" encoding="UTF-8" standalone="yes"?>
<Relationships xmlns="http://schemas.openxmlformats.org/package/2006/relationships"><Relationship Id="rId1" Type="http://schemas.openxmlformats.org/officeDocument/2006/relationships/customXmlProps" Target="itemProps135.xml"/></Relationships>
</file>

<file path=customXml/_rels/item136.xml.rels><?xml version="1.0" encoding="UTF-8" standalone="yes"?>
<Relationships xmlns="http://schemas.openxmlformats.org/package/2006/relationships"><Relationship Id="rId1" Type="http://schemas.openxmlformats.org/officeDocument/2006/relationships/customXmlProps" Target="itemProps136.xml"/></Relationships>
</file>

<file path=customXml/_rels/item137.xml.rels><?xml version="1.0" encoding="UTF-8" standalone="yes"?>
<Relationships xmlns="http://schemas.openxmlformats.org/package/2006/relationships"><Relationship Id="rId1" Type="http://schemas.openxmlformats.org/officeDocument/2006/relationships/customXmlProps" Target="itemProps137.xml"/></Relationships>
</file>

<file path=customXml/_rels/item138.xml.rels><?xml version="1.0" encoding="UTF-8" standalone="yes"?>
<Relationships xmlns="http://schemas.openxmlformats.org/package/2006/relationships"><Relationship Id="rId1" Type="http://schemas.openxmlformats.org/officeDocument/2006/relationships/customXmlProps" Target="itemProps138.xml"/></Relationships>
</file>

<file path=customXml/_rels/item139.xml.rels><?xml version="1.0" encoding="UTF-8" standalone="yes"?>
<Relationships xmlns="http://schemas.openxmlformats.org/package/2006/relationships"><Relationship Id="rId1" Type="http://schemas.openxmlformats.org/officeDocument/2006/relationships/customXmlProps" Target="itemProps139.xml"/></Relationships>
</file>

<file path=customXml/_rels/item140.xml.rels><?xml version="1.0" encoding="UTF-8" standalone="yes"?>
<Relationships xmlns="http://schemas.openxmlformats.org/package/2006/relationships"><Relationship Id="rId1" Type="http://schemas.openxmlformats.org/officeDocument/2006/relationships/customXmlProps" Target="itemProps140.xml"/></Relationships>
</file>

<file path=customXml/_rels/item141.xml.rels><?xml version="1.0" encoding="UTF-8" standalone="yes"?>
<Relationships xmlns="http://schemas.openxmlformats.org/package/2006/relationships"><Relationship Id="rId1" Type="http://schemas.openxmlformats.org/officeDocument/2006/relationships/customXmlProps" Target="itemProps141.xml"/></Relationships>
</file>

<file path=customXml/_rels/item142.xml.rels><?xml version="1.0" encoding="UTF-8" standalone="yes"?>
<Relationships xmlns="http://schemas.openxmlformats.org/package/2006/relationships"><Relationship Id="rId1" Type="http://schemas.openxmlformats.org/officeDocument/2006/relationships/customXmlProps" Target="itemProps142.xml"/></Relationships>
</file>

<file path=customXml/_rels/item143.xml.rels><?xml version="1.0" encoding="UTF-8" standalone="yes"?>
<Relationships xmlns="http://schemas.openxmlformats.org/package/2006/relationships"><Relationship Id="rId1" Type="http://schemas.openxmlformats.org/officeDocument/2006/relationships/customXmlProps" Target="itemProps143.xml"/></Relationships>
</file>

<file path=customXml/_rels/item144.xml.rels><?xml version="1.0" encoding="UTF-8" standalone="yes"?>
<Relationships xmlns="http://schemas.openxmlformats.org/package/2006/relationships"><Relationship Id="rId1" Type="http://schemas.openxmlformats.org/officeDocument/2006/relationships/customXmlProps" Target="itemProps144.xml"/></Relationships>
</file>

<file path=customXml/_rels/item145.xml.rels><?xml version="1.0" encoding="UTF-8" standalone="yes"?>
<Relationships xmlns="http://schemas.openxmlformats.org/package/2006/relationships"><Relationship Id="rId1" Type="http://schemas.openxmlformats.org/officeDocument/2006/relationships/customXmlProps" Target="itemProps145.xml"/></Relationships>
</file>

<file path=customXml/_rels/item146.xml.rels><?xml version="1.0" encoding="UTF-8" standalone="yes"?>
<Relationships xmlns="http://schemas.openxmlformats.org/package/2006/relationships"><Relationship Id="rId1" Type="http://schemas.openxmlformats.org/officeDocument/2006/relationships/customXmlProps" Target="itemProps146.xml"/></Relationships>
</file>

<file path=customXml/_rels/item147.xml.rels><?xml version="1.0" encoding="UTF-8" standalone="yes"?>
<Relationships xmlns="http://schemas.openxmlformats.org/package/2006/relationships"><Relationship Id="rId1" Type="http://schemas.openxmlformats.org/officeDocument/2006/relationships/customXmlProps" Target="itemProps147.xml"/></Relationships>
</file>

<file path=customXml/_rels/item148.xml.rels><?xml version="1.0" encoding="UTF-8" standalone="yes"?>
<Relationships xmlns="http://schemas.openxmlformats.org/package/2006/relationships"><Relationship Id="rId1" Type="http://schemas.openxmlformats.org/officeDocument/2006/relationships/customXmlProps" Target="itemProps148.xml"/></Relationships>
</file>

<file path=customXml/_rels/item149.xml.rels><?xml version="1.0" encoding="UTF-8" standalone="yes"?>
<Relationships xmlns="http://schemas.openxmlformats.org/package/2006/relationships"><Relationship Id="rId1" Type="http://schemas.openxmlformats.org/officeDocument/2006/relationships/customXmlProps" Target="itemProps149.xml"/></Relationships>
</file>

<file path=customXml/_rels/item150.xml.rels><?xml version="1.0" encoding="UTF-8" standalone="yes"?>
<Relationships xmlns="http://schemas.openxmlformats.org/package/2006/relationships"><Relationship Id="rId1" Type="http://schemas.openxmlformats.org/officeDocument/2006/relationships/customXmlProps" Target="itemProps150.xml"/></Relationships>
</file>

<file path=customXml/_rels/item151.xml.rels><?xml version="1.0" encoding="UTF-8" standalone="yes"?>
<Relationships xmlns="http://schemas.openxmlformats.org/package/2006/relationships"><Relationship Id="rId1" Type="http://schemas.openxmlformats.org/officeDocument/2006/relationships/customXmlProps" Target="itemProps151.xml"/></Relationships>
</file>

<file path=customXml/_rels/item152.xml.rels><?xml version="1.0" encoding="UTF-8" standalone="yes"?>
<Relationships xmlns="http://schemas.openxmlformats.org/package/2006/relationships"><Relationship Id="rId1" Type="http://schemas.openxmlformats.org/officeDocument/2006/relationships/customXmlProps" Target="itemProps152.xml"/></Relationships>
</file>

<file path=customXml/_rels/item153.xml.rels><?xml version="1.0" encoding="UTF-8" standalone="yes"?>
<Relationships xmlns="http://schemas.openxmlformats.org/package/2006/relationships"><Relationship Id="rId1" Type="http://schemas.openxmlformats.org/officeDocument/2006/relationships/customXmlProps" Target="itemProps153.xml"/></Relationships>
</file>

<file path=customXml/_rels/item154.xml.rels><?xml version="1.0" encoding="UTF-8" standalone="yes"?>
<Relationships xmlns="http://schemas.openxmlformats.org/package/2006/relationships"><Relationship Id="rId1" Type="http://schemas.openxmlformats.org/officeDocument/2006/relationships/customXmlProps" Target="itemProps154.xml"/></Relationships>
</file>

<file path=customXml/_rels/item155.xml.rels><?xml version="1.0" encoding="UTF-8" standalone="yes"?>
<Relationships xmlns="http://schemas.openxmlformats.org/package/2006/relationships"><Relationship Id="rId1" Type="http://schemas.openxmlformats.org/officeDocument/2006/relationships/customXmlProps" Target="itemProps155.xml"/></Relationships>
</file>

<file path=customXml/_rels/item156.xml.rels><?xml version="1.0" encoding="UTF-8" standalone="yes"?>
<Relationships xmlns="http://schemas.openxmlformats.org/package/2006/relationships"><Relationship Id="rId1" Type="http://schemas.openxmlformats.org/officeDocument/2006/relationships/customXmlProps" Target="itemProps156.xml"/></Relationships>
</file>

<file path=customXml/_rels/item157.xml.rels><?xml version="1.0" encoding="UTF-8" standalone="yes"?>
<Relationships xmlns="http://schemas.openxmlformats.org/package/2006/relationships"><Relationship Id="rId1" Type="http://schemas.openxmlformats.org/officeDocument/2006/relationships/customXmlProps" Target="itemProps157.xml"/></Relationships>
</file>

<file path=customXml/_rels/item158.xml.rels><?xml version="1.0" encoding="UTF-8" standalone="yes"?>
<Relationships xmlns="http://schemas.openxmlformats.org/package/2006/relationships"><Relationship Id="rId1" Type="http://schemas.openxmlformats.org/officeDocument/2006/relationships/customXmlProps" Target="itemProps158.xml"/></Relationships>
</file>

<file path=customXml/_rels/item159.xml.rels><?xml version="1.0" encoding="UTF-8" standalone="yes"?>
<Relationships xmlns="http://schemas.openxmlformats.org/package/2006/relationships"><Relationship Id="rId1" Type="http://schemas.openxmlformats.org/officeDocument/2006/relationships/customXmlProps" Target="itemProps159.xml"/></Relationships>
</file>

<file path=customXml/_rels/item160.xml.rels><?xml version="1.0" encoding="UTF-8" standalone="yes"?>
<Relationships xmlns="http://schemas.openxmlformats.org/package/2006/relationships"><Relationship Id="rId1" Type="http://schemas.openxmlformats.org/officeDocument/2006/relationships/customXmlProps" Target="itemProps160.xml"/></Relationships>
</file>

<file path=customXml/_rels/item161.xml.rels><?xml version="1.0" encoding="UTF-8" standalone="yes"?>
<Relationships xmlns="http://schemas.openxmlformats.org/package/2006/relationships"><Relationship Id="rId1" Type="http://schemas.openxmlformats.org/officeDocument/2006/relationships/customXmlProps" Target="itemProps161.xml"/></Relationships>
</file>

<file path=customXml/item1.xml><?xml version="1.0" encoding="utf-8"?>
<TemplafyFormConfiguration><![CDATA[{"formFields":[],"formDataEntries":[]}]]></TemplafyFormConfiguration>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408e64d-2443-465b-b28e-1ef795959422">
      <Terms xmlns="http://schemas.microsoft.com/office/infopath/2007/PartnerControls"/>
    </lcf76f155ced4ddcb4097134ff3c332f>
    <TaxCatchAll xmlns="13b175e9-c882-4ddb-a0f6-78b689f846a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F01F04AE1A12E46B9945C7E033CD07C" ma:contentTypeVersion="19" ma:contentTypeDescription="Create a new document." ma:contentTypeScope="" ma:versionID="8b80ace29b366770818bff9f7b3f0329">
  <xsd:schema xmlns:xsd="http://www.w3.org/2001/XMLSchema" xmlns:xs="http://www.w3.org/2001/XMLSchema" xmlns:p="http://schemas.microsoft.com/office/2006/metadata/properties" xmlns:ns2="2408e64d-2443-465b-b28e-1ef795959422" xmlns:ns3="13b175e9-c882-4ddb-a0f6-78b689f846ae" targetNamespace="http://schemas.microsoft.com/office/2006/metadata/properties" ma:root="true" ma:fieldsID="7d99afe09873a4be4092d20a69238a31" ns2:_="" ns3:_="">
    <xsd:import namespace="2408e64d-2443-465b-b28e-1ef795959422"/>
    <xsd:import namespace="13b175e9-c882-4ddb-a0f6-78b689f846ae"/>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408e64d-2443-465b-b28e-1ef79595942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7ce671e0-2aae-4c8d-b367-8bb3494c1b0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3b175e9-c882-4ddb-a0f6-78b689f846a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b1398ded-f2a8-4a68-b6ea-a3a6f79ca1c8}" ma:internalName="TaxCatchAll" ma:showField="CatchAllData" ma:web="13b175e9-c882-4ddb-a0f6-78b689f846a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5.xml><?xml version="1.0" encoding="utf-8"?>
<TemplafyTemplateConfiguration><![CDATA[{"elementsMetadata":[{"type":"shape","id":"b1621ca4-16fd-4740-ad60-54178d52b8f1","elementConfiguration":{"binding":"{{Translate(\"Clicktoaddheader\")}}","type":"text","disableUpdates":false}},{"type":"shape","id":"65ba1703-3f1c-41ae-bccb-a3f81fe5d994","elementConfiguration":{"binding":"{{Translate(\"Clicktoaddtitle\")}}","type":"text","disableUpdates":false}},{"type":"shape","id":"b9650b5f-e9a2-4880-a745-74f81abef0d8","elementConfiguration":{"binding":"{{Translate(\"Clicktoaddtext\")}}","type":"text","disableUpdates":false}},{"type":"shape","id":"6696b3a7-e6fb-45b1-96b1-990c7fb83504","elementConfiguration":{"binding":"{{Translate(\"Clicktoaddtext\")}}","type":"text","disableUpdates":false}},{"type":"shape","id":"ee329cf5-e9d3-44a2-8d37-e49dbbb195e7","elementConfiguration":{"binding":"{{Translate(\"Clicktoaddtitle\")}}","type":"text","disableUpdates":false}},{"type":"shape","id":"40560c6b-c2ac-4501-8cdf-eff5bf0dcf16","elementConfiguration":{"binding":"{{Translate(\"Clicktoaddtext\")}}","type":"text","disableUpdates":false}},{"type":"shape","id":"cd466a84-20c5-400f-a2fc-fa7d2db85888","elementConfiguration":{"binding":"{{Translate(\"Clicktoaddtext\")}}","type":"text","disableUpdates":false}},{"type":"shape","id":"06b2898f-fe21-4a3b-818f-02cc8aa35b77","elementConfiguration":{"binding":"{{Translate(\"Clicktoaddtext\")}}","type":"text","disableUpdates":false}},{"type":"shape","id":"dc2ecf52-1a1f-4057-a4d7-8ea5c94851c4","elementConfiguration":{"binding":"{{Translate(\"Clicktoaddheader\")}}","type":"text","disableUpdates":false}},{"type":"shape","id":"b33cb07d-3c13-43f7-81cd-b55b873709b8","elementConfiguration":{"binding":"{{Translate(\"Clicktoaddquote\")}}","type":"text","disableUpdates":false}},{"type":"shape","id":"4bc196a2-0b3a-426c-8600-c77f5a6c763b","elementConfiguration":{"binding":"{{Translate(\"Clicktoaddname\")}}","type":"text","disableUpdates":false}},{"type":"shape","id":"5f06a6da-b565-4d68-8d42-5d26fd1146af","elementConfiguration":{"binding":"{{Translate(\"ClicktoaddimagefromTemplafy\")}}","type":"text","disableUpdates":false}},{"type":"shape","id":"063e30ec-0808-41e8-bfbb-5ff10d0696fa","elementConfiguration":{"binding":"{{Translate(\"Clicktoaddtitle\")}}","type":"text","disableUpdates":false}},{"type":"shape","id":"793978b2-3cfc-4977-8876-5a4538f49a90","elementConfiguration":{"binding":"{{Translate(\"Clicktoaddtext\")}}","type":"text","disableUpdates":false}},{"type":"shape","id":"6da4af68-0c8b-47b2-ba95-83e0b5d303f5","elementConfiguration":{"binding":"{{Translate(\"Clicktoaddtext\")}}","type":"text","disableUpdates":false}},{"type":"shape","id":"32881405-7651-4883-86c0-aadf794b362e","elementConfiguration":{"binding":"{{Translate(\"Clicktoaddtext\")}}","type":"text","disableUpdates":false}},{"type":"shape","id":"72c0c5cf-6fc4-423c-ab10-55f3d69bbe5e","elementConfiguration":{"binding":"{{Translate(\"Clicktoaddheader\")}}","type":"text","disableUpdates":false}},{"type":"shape","id":"7fdd33ea-0e2a-47a1-9ee5-6960db5bdad9","elementConfiguration":{"binding":"{{Translate(\"ClicktoaddimagefromTemplafy\")}}","type":"text","disableUpdates":false}},{"type":"shape","id":"de391b38-5caa-4cfe-97d7-74fe48b35e18","elementConfiguration":{"binding":"{{Translate(\"Clicktoaddagenda\")}}","type":"text","disableUpdates":false}},{"type":"shape","id":"2e8cecb4-9da0-41b8-b1bb-cbb4ad7c6ba2","elementConfiguration":{"binding":"Translations.Clicktoaddagendatabforhighlight","type":"text","disableUpdates":false}},{"type":"shape","id":"24392e75-87a3-43a1-aab4-133cc99b2b81","elementConfiguration":{"binding":"Translations.Clicktoaddagendatabforhighlight","type":"text","disableUpdates":false}},{"type":"shape","id":"a470bc24-a9ad-4ad8-b386-70602a989f8b","elementConfiguration":{"binding":"Translations.Clicktoaddagendatabforhighlight","type":"text","disableUpdates":false}},{"type":"shape","id":"7e497d88-f076-477c-adcf-f56d8284b66b","elementConfiguration":{"binding":"Translations.Clicktoaddagendatabforhighlight","type":"text","disableUpdates":false}},{"type":"shape","id":"cd8272cd-9035-43c3-9e61-936b4fa9b504","elementConfiguration":{"binding":"Translations.Clicktoaddagendatabforhighlight","type":"text","disableUpdates":false}},{"type":"shape","id":"346759ab-76af-463c-8f45-c284790b767a","elementConfiguration":{"binding":"Translations.Clicktoaddagendatabforhighlight","type":"text","disableUpdates":false}},{"type":"shape","id":"a7d0fe8e-b194-49d5-9f8b-ced88f66e884","elementConfiguration":{"binding":"{{Translate(\"ClicktoaddimagefromTemplafy\")}}","type":"text","disableUpdates":false}},{"type":"shape","id":"c6c6aef7-bfb0-4335-b610-e6cd53435299","elementConfiguration":{"binding":"{{Translate(\"Presentedto\")}}","type":"text","disableUpdates":false}},{"type":"shape","id":"7e7aeda9-2dc7-4ad1-8022-39e9a469e73c","elementConfiguration":{"binding":"{{Translate(\"Presentedby\")}}","type":"text","disableUpdates":false}},{"type":"shape","id":"dc8612ee-2aed-4a0d-aba9-ab94f0afa08e","elementConfiguration":{"binding":"{{Translate(\"Clicktoaddtitle\")}}","type":"text","disableUpdates":false}},{"type":"shape","id":"e73841c5-0e1a-4c8f-892d-b11d09cbe095","elementConfiguration":{"binding":"{{Translate(\"Clicktoaddsubtitle\")}}","type":"text","disableUpdates":false}},{"type":"shape","id":"f2258c5f-aad0-47f9-8804-666e13e293a0","elementConfiguration":{"binding":"{{Translate(\"Clicktoaddtitle\")}}","type":"text","disableUpdates":false}},{"type":"shape","id":"a73f366a-4d8d-4932-9046-02865a3e67c3","elementConfiguration":{"binding":"{{Translate(\"Clicktoaddtext\")}}","type":"text","disableUpdates":false}},{"type":"shape","id":"b1414423-9611-4b90-8bf8-fdf554abed71","elementConfiguration":{"binding":"{{Translate(\"Clicktoaddtext\")}}","type":"text","disableUpdates":false}},{"type":"shape","id":"3fc2ebd7-90bc-4898-9d77-290bbe58b319","elementConfiguration":{"binding":"{{Translate(\"Clicktoaddtext\")}}","type":"text","disableUpdates":false}},{"type":"shape","id":"2bd8c5d1-547d-4478-8a41-8d4cc5313c8a","elementConfiguration":{"binding":"{{Translate(\"Clicktoaddheader\")}}","type":"text","disableUpdates":false}},{"type":"shape","id":"49b6bdd9-e9bf-40aa-8034-b6c5c900c642","elementConfiguration":{"binding":"{{Translate(\"ClicktoaddimagefromTemplafy\")}}","type":"text","disableUpdates":false}},{"type":"shape","id":"c58092b9-497b-440d-ae43-063d4cd6d4d3","elementConfiguration":{"binding":"{{Translate(\"FirstnameLastname\")}}","type":"text","disableUpdates":false}},{"type":"shape","id":"475fd09d-2564-47fd-b5a9-48e481655de8","elementConfiguration":{"binding":"{{Translate(\"Clicktoaddtitle\")}}","type":"text","disableUpdates":false}},{"type":"shape","id":"4a39dcba-8eac-4ce5-9c5d-8842d6bc3987","elementConfiguration":{"binding":"{{Translate(\"ContactInfo\")}}","type":"text","disableUpdates":false}},{"type":"shape","id":"c892b239-58bb-434e-bda2-7098b4ba21cd","elementConfiguration":{"binding":"{{Translate(\"ClicktoaddimagefromTemplafy\")}}","type":"text","disableUpdates":false}},{"type":"shape","id":"a6777044-b3fa-413e-a4ce-bc986658e9a2","elementConfiguration":{"binding":"{{Translate(\"Presentedto\")}}","type":"text","disableUpdates":false}},{"type":"shape","id":"66f0a653-625e-409c-a47a-d6a20a64f988","elementConfiguration":{"binding":"{{Translate(\"Presentedby\")}}","type":"text","disableUpdates":false}},{"type":"shape","id":"a4da2d65-4977-4183-ac17-07625e912fed","elementConfiguration":{"binding":"{{Translate(\"Clicktoaddtitle\")}}","type":"text","disableUpdates":false}},{"type":"shape","id":"bbd17c30-9112-4c93-9d91-2881708d2603","elementConfiguration":{"binding":"{{Translate(\"Clicktoaddsubtitle\")}}","type":"text","disableUpdates":false}},{"type":"shape","id":"f5481d72-c251-4c6e-b04a-f6a05f3da503","elementConfiguration":{"binding":"{{Translate(\"ClicktoaddimagefromTemplafy\")}}","type":"text","disableUpdates":false}},{"type":"shape","id":"53adb2c8-4714-4b5d-baf1-ed2381e4aba4","elementConfiguration":{"binding":"{{Translate(\"Clicktoaddagenda\")}}","type":"text","disableUpdates":false}},{"type":"shape","id":"eeac9880-4e5e-482d-8d9e-a15626198e0c","elementConfiguration":{"binding":"Translations.Clicktoaddagendatabforhighlight","type":"text","disableUpdates":false}},{"type":"shape","id":"b15e79b6-b9a4-48e2-8d83-9ec9acbd740e","elementConfiguration":{"binding":"Translations.Clicktoaddagenda","type":"text","disableUpdates":false}},{"type":"shape","id":"a6fe266f-da3d-4484-a548-6620290b2b31","elementConfiguration":{"binding":"{{Translate(\"ClicktoaddimagefromTemplafy\")}}","type":"text","disableUpdates":false}},{"type":"shape","id":"fc2709f3-f5bb-4947-a544-8360af948f4e","elementConfiguration":{"binding":"{{Translate(\"Clicktoaddtitle\")}}","type":"text","disableUpdates":false}},{"type":"shape","id":"ef06883d-d9c8-410d-953c-187ad64fe574","elementConfiguration":{"binding":"{{Translate(\"Add01\")}}","type":"text","disableUpdates":false}},{"type":"shape","id":"7d4f2a0e-4774-40a6-b62a-5e6a1047622e","elementConfiguration":{"binding":"{{Translate(\"Clicktoaddtitle\")}}","type":"text","disableUpdates":false}},{"type":"shape","id":"1f168926-53f9-4e5a-88c3-cafec310d0cc","elementConfiguration":{"binding":"{{Translate(\"Clicktoaddtext\")}}","type":"text","disableUpdates":false}},{"type":"shape","id":"4fc7c7ba-ec4c-4fae-9320-4451b443ca10","elementConfiguration":{"binding":"{{Translate(\"Clicktoaddtext\")}}","type":"text","disableUpdates":false}},{"type":"shape","id":"edf2068e-d38c-4d48-8e6c-a3489af3ae1b","elementConfiguration":{"binding":"{{Translate(\"Clicktoaddtext\")}}","type":"text","disableUpdates":false}},{"type":"shape","id":"dc0d5ee1-1752-4662-82ac-400de1ed0923","elementConfiguration":{"binding":"{{Translate(\"ClicktoaddimagefromTemplafy\")}}","type":"text","disableUpdates":false}},{"type":"shape","id":"1bc4018b-d004-46c9-91e9-5d0ecc19d3ae","elementConfiguration":{"binding":"{{Translate(\"Clicktoaddtitle\")}}","type":"text","disableUpdates":false}},{"type":"shape","id":"e74583a2-bc51-4ec5-b432-3ff4cacd49ec","elementConfiguration":{"binding":"{{Translate(\"Clicktoaddsubtitle\")}}","type":"text","disableUpdates":false}},{"type":"shape","id":"47a88886-d520-4b80-ba6e-84bde19efd8e","elementConfiguration":{"binding":"{{Translate(\"Clicktoaddtitle\")}}","type":"text","disableUpdates":false}},{"type":"shape","id":"adf4323e-88ca-4781-916a-5f47daa72c8e","elementConfiguration":{"binding":"{{Translate(\"Clicktoaddtext\")}}","type":"text","disableUpdates":false}},{"type":"shape","id":"a89170c1-ec6d-4c95-8dc5-ac5f434abfc4","elementConfiguration":{"binding":"{{Translate(\"Clicktoaddtext\")}}","type":"text","disableUpdates":false}},{"type":"shape","id":"4ae87415-b4c0-4210-89ed-b65579b14685","elementConfiguration":{"binding":"{{Translate(\"Clicktoaddtext\")}}","type":"text","disableUpdates":false}},{"type":"shape","id":"4c75f05c-f4a4-437d-ba26-cc478d80a572","elementConfiguration":{"binding":"{{Translate(\"Clicktoaddheader\")}}","type":"text","disableUpdates":false}},{"type":"shape","id":"7fbca560-4230-4265-b547-b711bcf08cd2","elementConfiguration":{"binding":"{{Translate(\"Clicktoaddtitle\")}}","type":"text","disableUpdates":false}},{"type":"shape","id":"da964f6a-b0db-4878-8465-4cdf1e779942","elementConfiguration":{"binding":"{{Translate(\"Clicktoaddtext\")}}","type":"text","disableUpdates":false}},{"type":"shape","id":"8b49fdbe-9acc-48cc-96f7-0cb2629b9371","elementConfiguration":{"binding":"{{Translate(\"Clicktoaddtext\")}}","type":"text","disableUpdates":false}},{"type":"shape","id":"56849ed8-52a0-41a3-9f8d-077e9dc73d63","elementConfiguration":{"binding":"{{Translate(\"Clicktoaddquote\")}}","type":"text","disableUpdates":false}},{"type":"shape","id":"57bb1e4a-df11-4ee8-878c-bc84ebe9a592","elementConfiguration":{"binding":"{{Translate(\"Clicktoaddname\")}}","type":"text","disableUpdates":false}},{"type":"shape","id":"73cee04c-a573-4ae8-8742-22650d87daa2","elementConfiguration":{"binding":"{{Translate(\"Clicktoaddagenda\")}}","type":"text","disableUpdates":false}},{"type":"shape","id":"6e6c3f9b-d825-4676-b7a6-b046823a8514","elementConfiguration":{"binding":"Translations.Clicktoaddagendatabforhighlight","type":"text","disableUpdates":false}},{"type":"shape","id":"2fbba04d-48cc-4a9e-850f-a506da8752e4","elementConfiguration":{"binding":"Translations.Clicktoaddagendatabforhighlight","type":"text","disableUpdates":false}},{"type":"shape","id":"b10297ca-f553-4121-ba3b-4df087828c5b","elementConfiguration":{"binding":"Translations.Clicktoaddagendatabforhighlight","type":"text","disableUpdates":false}},{"type":"shape","id":"e1399b9d-e2b4-498f-b0b4-e131959a0b7b","elementConfiguration":{"binding":"Translations.Clicktoaddagendatabforhighlight","type":"text","disableUpdates":false}},{"type":"shape","id":"a57d1ff0-7118-4d8c-8e25-f56ef311d3c2","elementConfiguration":{"binding":"Translations.Clicktoaddagendatabforhighlight","type":"text","disableUpdates":false}},{"type":"shape","id":"017a838c-1822-406c-99dd-b89dd01b8054","elementConfiguration":{"binding":"Translations.Clicktoaddagendatabforhighlight","type":"text","disableUpdates":false}},{"type":"shape","id":"8d9487c0-bf8b-41ad-8fd7-96d6d0d58e73","elementConfiguration":{"binding":"Translations.Clicktoaddagendatabforhighlight","type":"text","disableUpdates":false}},{"type":"shape","id":"9838dfeb-ab96-4ed9-bcf0-9e9b7947754d","elementConfiguration":{"binding":"Translations.Clicktoaddagendatabforhighlight","type":"text","disableUpdates":false}},{"type":"shape","id":"3459ed0c-3400-4682-bb79-991b27a8ab27","elementConfiguration":{"binding":"{{Translate(\"ClicktoaddimagefromTemplafy\")}}","type":"text","disableUpdates":false}},{"type":"shape","id":"638ca0e6-1c1a-4e7f-b29c-93c847294afc","elementConfiguration":{"binding":"{{Translate(\"Clicktoaddtitle\")}}","type":"text","disableUpdates":false}},{"type":"shape","id":"ea20e96a-6366-4b11-bd55-7fc058e7fd47","elementConfiguration":{"binding":"{{Translate(\"Clicktoaddtext\")}}","type":"text","disableUpdates":false}},{"type":"shape","id":"bd081f99-3558-471e-b01b-13b54e57c0b7","elementConfiguration":{"binding":"{{Translate(\"Clicktoaddtext\")}}","type":"text","disableUpdates":false}},{"type":"shape","id":"383d4963-aa9b-45e5-8488-934be5ceb25f","elementConfiguration":{"binding":"{{Translate(\"Clicktoaddtext\")}}","type":"text","disableUpdates":false}},{"type":"shape","id":"378f1f44-4190-4469-ac9b-0a334105e159","elementConfiguration":{"binding":"{{Translate(\"Clicktoaddheader\")}}","type":"text","disableUpdates":false}},{"type":"shape","id":"58f71e13-b15f-4cb1-8237-de7af35c4fa8","elementConfiguration":{"binding":"{{Translate(\"Clicktoaddtitle\")}}","type":"text","disableUpdates":false}},{"type":"shape","id":"165ad2e3-96c9-432e-b0a0-1b67176564b2","elementConfiguration":{"binding":"{{Translate(\"Clicktoaddsubtitle\")}}","type":"text","disableUpdates":false}},{"type":"shape","id":"a7c15806-c5d1-47e6-a994-3fd031f51a41","elementConfiguration":{"binding":"Translations.Clicktoaddagendatabforhighlight","type":"text","disableUpdates":false}},{"type":"shape","id":"74c44aec-64a9-40e6-b04f-2b6ca831aad4","elementConfiguration":{"binding":"Translations.Clicktoaddagendatabforhighlight","type":"text","disableUpdates":false}},{"type":"shape","id":"a75268fa-a7ad-4439-ac29-1d4363a98bd1","elementConfiguration":{"binding":"Translations.Clicktoaddagendatabforhighlight","type":"text","disableUpdates":false}},{"type":"shape","id":"cb22a662-b80b-4f3f-8095-768da1b0f42a","elementConfiguration":{"binding":"Translations.Clicktoaddagendatabforhighlight","type":"text","disableUpdates":false}},{"type":"shape","id":"0a94a02b-2d75-4e1c-9bd7-31b56ffdcc42","elementConfiguration":{"binding":"Translations.Clicktoaddagendatabforhighlight","type":"text","disableUpdates":false}},{"type":"shape","id":"b15c1641-b939-4ad6-b49e-0cbff0dd125a","elementConfiguration":{"binding":"{{Translate(\"Clicktoaddagenda\")}}","type":"text","disableUpdates":false}},{"type":"shape","id":"cb54de39-5be4-46d4-b59c-d43f99c6a3c6","elementConfiguration":{"binding":"{{Translate(\"Clicktoaddtitle\")}}","type":"text","disableUpdates":false}},{"type":"shape","id":"d3d877a3-5805-480e-b457-c939d105ea97","elementConfiguration":{"binding":"{{Translate(\"Clicktoaddtext\")}}","type":"text","disableUpdates":false}},{"type":"shape","id":"b5db57f7-25fe-406f-a570-4efb0a811e0d","elementConfiguration":{"binding":"{{Translate(\"Clicktoaddtext\")}}","type":"text","disableUpdates":false}},{"type":"shape","id":"005fe744-723f-439a-8140-bb629d42d86c","elementConfiguration":{"binding":"{{Translate(\"Clicktoaddheader\")}}","type":"text","disableUpdates":false}},{"type":"shape","id":"5e3c0250-0a18-4880-8366-84734dd611f0","elementConfiguration":{"binding":"{{Translate(\"ClicktoaddimagefromTemplafy\")}}","type":"text","disableUpdates":false}},{"type":"shape","id":"e40128ab-ff65-47f4-8081-e74f84686f9c","elementConfiguration":{"binding":"{{Translate(\"Clicktoaddtitle\")}}","type":"text","disableUpdates":false}},{"type":"shape","id":"8aa3d6da-723b-4775-aec0-dc622e3598c7","elementConfiguration":{"binding":"{{Translate(\"Clicktoaddtext\")}}","type":"text","disableUpdates":false}},{"type":"shape","id":"abd9e21e-12a5-43a8-b188-fcbbd883f295","elementConfiguration":{"binding":"{{Translate(\"Clicktoaddtext\")}}","type":"text","disableUpdates":false}},{"type":"shape","id":"1b429bfe-b409-401e-8a39-c9cc39834cb2","elementConfiguration":{"binding":"{{Translate(\"Clicktoaddtext\")}}","type":"text","disableUpdates":false}},{"type":"shape","id":"af9687d7-0493-4b63-af68-6af262470cab","elementConfiguration":{"binding":"{{Translate(\"Clicktoaddheader\")}}","type":"text","disableUpdates":false}},{"type":"shape","id":"939beb61-5bd6-4580-8a30-2261fc8b2c6a","elementConfiguration":{"binding":"{{Translate(\"Clicktoaddquote\")}}","type":"text","disableUpdates":false}},{"type":"shape","id":"163ecf32-efe9-4d0f-86cb-529ad1b173b1","elementConfiguration":{"binding":"{{Translate(\"Clicktoaddname\")}}","type":"text","disableUpdates":false}},{"type":"shape","id":"58ea64f0-99a4-4f91-8261-b1ff767792a1","elementConfiguration":{"binding":"{{Translate(\"ClicktoaddimagefromTemplafy\")}}","type":"text","disableUpdates":false}},{"type":"shape","id":"8b8fd509-7e42-4df8-ac54-1709f7ef532f","elementConfiguration":{"binding":"{{Translate(\"Clicktoaddagenda\")}}","type":"text","disableUpdates":false}},{"type":"shape","id":"88f604ec-5e3c-415b-9c2f-46082162a132","elementConfiguration":{"binding":"Translations.Clicktoaddagendatabforhighlight","type":"text","disableUpdates":false}},{"type":"shape","id":"32101eab-a078-496b-b520-2576ef706836","elementConfiguration":{"binding":"Translations.Clicktoaddagendatabforhighlight","type":"text","disableUpdates":false}},{"type":"shape","id":"477aa4a3-f56e-4e20-9ace-51e2eb30925f","elementConfiguration":{"binding":"Translations.Clicktoaddagendatabforhighlight","type":"text","disableUpdates":false}},{"type":"shape","id":"8bfb3c22-ac86-493d-9a6e-e6cf902c2747","elementConfiguration":{"binding":"Translations.Clicktoaddagendatabforhighlight","type":"text","disableUpdates":false}},{"type":"shape","id":"ba3238b3-66d7-4048-b57d-8cb2d5f31ebf","elementConfiguration":{"binding":"{{Translate(\"Clicktoaddtitle\")}}","type":"text","disableUpdates":false}},{"type":"shape","id":"97ffc0fc-76a6-4404-8e8d-97523d1201a0","elementConfiguration":{"binding":"{{Translate(\"Clicktoaddsubtitle\")}}","type":"text","disableUpdates":false}},{"type":"shape","id":"0214e1f9-d23e-40a7-8e50-5d13c8cd7efa","elementConfiguration":{"binding":"{{Translate(\"Clicktoaddtext\")}}","type":"text","disableUpdates":false}},{"type":"shape","id":"b023335e-5f52-49cf-885e-a77d31a6b83c","elementConfiguration":{"binding":"{{Translate(\"Clicktoaddtext\")}}","type":"text","disableUpdates":false}},{"type":"shape","id":"c8839dbc-7a08-4e91-bc71-64f0e9291c70","elementConfiguration":{"binding":"{{Translate(\"Clicktoaddtext\")}}","type":"text","disableUpdates":false}},{"type":"shape","id":"4a1c149b-6505-40b4-91d6-2e9c6b3bfe0c","elementConfiguration":{"binding":"{{Translate(\"Clicktoaddtitle\")}}","type":"text","disableUpdates":false}},{"type":"shape","id":"d66500f2-6445-4f98-b901-81562fc39bc3","elementConfiguration":{"binding":"{{Translate(\"Add01\")}}","type":"text","disableUpdates":false}},{"type":"shape","id":"a66c8456-6249-4894-8789-f397d7e7c119","elementConfiguration":{"binding":"{{Translate(\"Clicktoaddtitle\")}}","type":"text","disableUpdates":false}},{"type":"shape","id":"2abae5c7-afd5-41c9-8826-69762e6cfd2b","elementConfiguration":{"binding":"{{Translate(\"Clicktoaddtext\")}}","type":"text","disableUpdates":false}},{"type":"shape","id":"5e837052-41a1-40be-a841-78abb505458e","elementConfiguration":{"binding":"{{Translate(\"Clicktoaddtext\")}}","type":"text","disableUpdates":false}},{"type":"shape","id":"fa92811c-057b-4344-a139-b20bb9e065e4","elementConfiguration":{"binding":"{{Translate(\"Clicktoaddtext\")}}","type":"text","disableUpdates":false}},{"type":"shape","id":"23cf4cd7-77df-4c63-a9fd-35d2643ccf9d","elementConfiguration":{"binding":"{{Translate(\"Clicktoaddheader\")}}","type":"text","disableUpdates":false}},{"type":"shape","id":"cbbf8f86-b7f8-4bf8-ba7f-74117dc116d7","elementConfiguration":{"binding":"{{Translate(\"ClicktoaddimagefromTemplafy\")}}","type":"text","disableUpdates":false}},{"type":"shape","id":"92fcfe13-a209-4a90-b9b7-fd30104be892","elementConfiguration":{"binding":"{{Translate(\"Clicktoaddtitle\")}}","type":"text","disableUpdates":false}},{"type":"shape","id":"06588181-1c36-4f02-95ab-59e3d75910b3","elementConfiguration":{"binding":"{{Translate(\"Clicktoaddtext\")}}","type":"text","disableUpdates":false}},{"type":"shape","id":"8bf1de4a-aca4-4ef4-97e3-6def1f7a1e12","elementConfiguration":{"binding":"{{Translate(\"Clicktoaddtext\")}}","type":"text","disableUpdates":false}},{"type":"shape","id":"49981d53-7895-48b5-a351-03d9c5cb0169","elementConfiguration":{"binding":"{{Translate(\"Clicktoaddtext\")}}","type":"text","disableUpdates":false}},{"type":"shape","id":"b335494a-5708-4422-b6de-dd66ef5aff19","elementConfiguration":{"binding":"{{Translate(\"Clicktoaddheader\")}}","type":"text","disableUpdates":false}}],"transformationConfigurations":[{"language":"{{DocumentLanguage}}","disableUpdates":false,"type":"proofingLanguage"}],"templateName":"Tenant Representation Pitch Template","templateDescription":"Tenant Representation Pitch Presentation Template","enableDocumentContentUpdater":true,"version":"2.0"}]]></TemplafyTemplateConfiguration>
</file>

<file path=customXml/item6.xml><?xml version="1.0" encoding="utf-8"?>
<TemplafySlideFormConfiguration><![CDATA[{"formFields":[],"formDataEntries":[]}]]></TemplafySlideFormConfiguration>
</file>

<file path=customXml/item7.xml><?xml version="1.0" encoding="utf-8"?>
<TemplafySlideTemplateConfiguration><![CDATA[{"slideVersion":1,"isValidatorEnabled":false,"isLocked":false,"elementsMetadata":[],"slideId":"914095914692378624","enableDocumentContentUpdater":false,"version":"2.0"}]]></TemplafySlideTemplateConfiguration>
</file>

<file path=customXml/item8.xml><?xml version="1.0" encoding="utf-8"?>
<TemplafySlideTemplateConfiguration><![CDATA[{"slideVersion":1,"isValidatorEnabled":false,"isLocked":false,"elementsMetadata":[],"slideId":"914095914692378625","enableDocumentContentUpdater":false,"version":"2.0"}]]></TemplafySlideTemplateConfiguration>
</file>

<file path=customXml/item9.xml><?xml version="1.0" encoding="utf-8"?>
<TemplafySlideFormConfiguration><![CDATA[{"formFields":[],"formDataEntries":[]}]]></TemplafySlideFormConfiguration>
</file>

<file path=customXml/item10.xml><?xml version="1.0" encoding="utf-8"?>
<TemplafySlideTemplateConfiguration><![CDATA[{"slideVersion":1,"isValidatorEnabled":false,"isLocked":false,"elementsMetadata":[],"slideId":"914095914692378626","enableDocumentContentUpdater":false,"version":"2.0"}]]></TemplafySlideTemplateConfiguration>
</file>

<file path=customXml/item11.xml><?xml version="1.0" encoding="utf-8"?>
<TemplafySlideFormConfiguration><![CDATA[{"formFields":[],"formDataEntries":[]}]]></TemplafySlideFormConfiguration>
</file>

<file path=customXml/item12.xml><?xml version="1.0" encoding="utf-8"?>
<TemplafySlideTemplateConfiguration><![CDATA[{"slideVersion":1,"isValidatorEnabled":false,"isLocked":false,"elementsMetadata":[],"slideId":"914095914692378627","enableDocumentContentUpdater":false,"version":"2.0"}]]></TemplafySlideTemplateConfiguration>
</file>

<file path=customXml/item13.xml><?xml version="1.0" encoding="utf-8"?>
<TemplafySlideFormConfiguration><![CDATA[{"formFields":[],"formDataEntries":[]}]]></TemplafySlideFormConfiguration>
</file>

<file path=customXml/item14.xml><?xml version="1.0" encoding="utf-8"?>
<TemplafySlideFormConfiguration><![CDATA[{"formFields":[],"formDataEntries":[]}]]></TemplafySlideFormConfiguration>
</file>

<file path=customXml/item15.xml><?xml version="1.0" encoding="utf-8"?>
<TemplafySlideTemplateConfiguration><![CDATA[{"slideVersion":1,"isValidatorEnabled":false,"isLocked":false,"elementsMetadata":[{"type":"shape","elementConfiguration":{"binding":"{{Translate(\"ClicktoaddimagefromTemplafy\")}}","type":"text","disableUpdates":false}},{"type":"shape","elementConfiguration":{"binding":"{{Translate(\"Clicktoaddagenda\")}}","type":"text","disableUpdates":false}},{"type":"shape","elementConfiguration":{"binding":"Translations.Clicktoaddagendatabforhighlight","type":"text","disableUpdates":false}},{"type":"shape","elementConfiguration":{"binding":"Translations.Clicktoaddagenda","type":"text","disableUpdates":false}}],"slideId":"914095914692378628","enableDocumentContentUpdater":false,"version":"2.0"}]]></TemplafySlideTemplateConfiguration>
</file>

<file path=customXml/item16.xml><?xml version="1.0" encoding="utf-8"?>
<TemplafySlideTemplateConfiguration><![CDATA[{"slideVersion":1,"isValidatorEnabled":false,"isLocked":false,"elementsMetadata":[],"slideId":"914095914692378629","enableDocumentContentUpdater":false,"version":"2.0"}]]></TemplafySlideTemplateConfiguration>
</file>

<file path=customXml/item17.xml><?xml version="1.0" encoding="utf-8"?>
<TemplafySlideFormConfiguration><![CDATA[{"formFields":[],"formDataEntries":[]}]]></TemplafySlideFormConfiguration>
</file>

<file path=customXml/item18.xml><?xml version="1.0" encoding="utf-8"?>
<TemplafySlideTemplateConfiguration><![CDATA[{"slideVersion":1,"isValidatorEnabled":false,"isLocked":false,"elementsMetadata":[],"slideId":"914095914692378630","enableDocumentContentUpdater":false,"version":"2.0"}]]></TemplafySlideTemplateConfiguration>
</file>

<file path=customXml/item19.xml><?xml version="1.0" encoding="utf-8"?>
<TemplafySlideFormConfiguration><![CDATA[{"formFields":[],"formDataEntries":[]}]]></TemplafySlideFormConfiguration>
</file>

<file path=customXml/item20.xml><?xml version="1.0" encoding="utf-8"?>
<TemplafySlideTemplateConfiguration><![CDATA[{"slideVersion":1,"isValidatorEnabled":false,"isLocked":false,"elementsMetadata":[{"type":"shape","elementConfiguration":{"binding":"{{Translate(\"Clicktoaddheader\")}}","type":"text","disableUpdates":false}},{"type":"shape","elementConfiguration":{"binding":"{{Translate(\"Clicktoaddtitle\")}}","type":"text","disableUpdates":false}},{"type":"shape","elementConfiguration":{"binding":"{{Translate(\"Clicktoaddtext\")}}","type":"text","disableUpdates":false}},{"type":"shape","elementConfiguration":{"binding":"{{Translate(\"Clicktoaddtext\")}}","type":"text","disableUpdates":false}}],"slideId":"914095914692378631","enableDocumentContentUpdater":false,"version":"2.0"}]]></TemplafySlideTemplateConfiguration>
</file>

<file path=customXml/item21.xml><?xml version="1.0" encoding="utf-8"?>
<TemplafySlideFormConfiguration><![CDATA[{"formFields":[],"formDataEntries":[]}]]></TemplafySlideFormConfiguration>
</file>

<file path=customXml/item22.xml><?xml version="1.0" encoding="utf-8"?>
<TemplafySlideFormConfiguration><![CDATA[{"formFields":[],"formDataEntries":[]}]]></TemplafySlideFormConfiguration>
</file>

<file path=customXml/item23.xml><?xml version="1.0" encoding="utf-8"?>
<TemplafySlideTemplateConfiguration><![CDATA[{"slideVersion":1,"isValidatorEnabled":false,"isLocked":false,"elementsMetadata":[{"type":"shape","elementConfiguration":{"binding":"{{Translate(\"ClicktoaddimagefromTemplafy\")}}","type":"text","disableUpdates":false}},{"type":"shape","elementConfiguration":{"binding":"{{Translate(\"Clicktoaddtitle\")}}","type":"text","disableUpdates":false}},{"type":"shape","elementConfiguration":{"binding":"{{Translate(\"Clicktoaddtext\")}}","type":"text","disableUpdates":false}},{"type":"shape","elementConfiguration":{"binding":"{{Translate(\"Clicktoaddtext\")}}","type":"text","disableUpdates":false}},{"type":"shape","elementConfiguration":{"binding":"{{Translate(\"Clicktoaddtext\")}}","type":"text","disableUpdates":false}},{"type":"shape","elementConfiguration":{"binding":"{{Translate(\"Clicktoaddheader\")}}","type":"text","disableUpdates":false}}],"slideId":"914095914692378632","enableDocumentContentUpdater":false,"version":"2.0"}]]></TemplafySlideTemplateConfiguration>
</file>

<file path=customXml/item24.xml><?xml version="1.0" encoding="utf-8"?>
<TemplafySlideFormConfiguration><![CDATA[{"formFields":[],"formDataEntries":[]}]]></TemplafySlideFormConfiguration>
</file>

<file path=customXml/item25.xml><?xml version="1.0" encoding="utf-8"?>
<TemplafySlideTemplateConfiguration><![CDATA[{"slideVersion":1,"isValidatorEnabled":false,"isLocked":false,"elementsMetadata":[],"slideId":"914095914692378633","enableDocumentContentUpdater":false,"version":"2.0"}]]></TemplafySlideTemplateConfiguration>
</file>

<file path=customXml/item26.xml><?xml version="1.0" encoding="utf-8"?>
<TemplafySlideFormConfiguration><![CDATA[{"formFields":[],"formDataEntries":[]}]]></TemplafySlideFormConfiguration>
</file>

<file path=customXml/item27.xml><?xml version="1.0" encoding="utf-8"?>
<TemplafySlideTemplateConfiguration><![CDATA[{"slideVersion":1,"isValidatorEnabled":false,"isLocked":false,"elementsMetadata":[],"slideId":"914095914692378634","enableDocumentContentUpdater":false,"version":"2.0"}]]></TemplafySlideTemplateConfiguration>
</file>

<file path=customXml/item28.xml><?xml version="1.0" encoding="utf-8"?>
<TemplafySlideTemplateConfiguration><![CDATA[{"slideVersion":1,"isValidatorEnabled":false,"isLocked":false,"elementsMetadata":[{"type":"shape","elementConfiguration":{"binding":"{{Translate(\"Clicktoaddheader\")}}","type":"text","disableUpdates":false}},{"type":"shape","elementConfiguration":{"binding":"{{Translate(\"Clicktoaddtitle\")}}","type":"text","disableUpdates":false}},{"type":"shape","elementConfiguration":{"binding":"{{Translate(\"Clicktoaddtext\")}}","type":"text","disableUpdates":false}},{"type":"shape","elementConfiguration":{"binding":"{{Translate(\"Clicktoaddtext\")}}","type":"text","disableUpdates":false}}],"slideId":"914095914692378635","enableDocumentContentUpdater":false,"version":"2.0"}]]></TemplafySlideTemplateConfiguration>
</file>

<file path=customXml/item29.xml><?xml version="1.0" encoding="utf-8"?>
<TemplafySlideFormConfiguration><![CDATA[{"formFields":[],"formDataEntries":[]}]]></TemplafySlideFormConfiguration>
</file>

<file path=customXml/item30.xml><?xml version="1.0" encoding="utf-8"?>
<TemplafySlideTemplateConfiguration><![CDATA[{"slideVersion":1,"isValidatorEnabled":false,"isLocked":false,"elementsMetadata":[{"type":"shape","elementConfiguration":{"binding":"{{Translate(\"Clicktoaddheader\")}}","type":"text","disableUpdates":false}},{"type":"shape","elementConfiguration":{"binding":"{{Translate(\"Clicktoaddtitle\")}}","type":"text","disableUpdates":false}},{"type":"shape","elementConfiguration":{"binding":"{{Translate(\"Clicktoaddtext\")}}","type":"text","disableUpdates":false}},{"type":"shape","elementConfiguration":{"binding":"{{Translate(\"Clicktoaddtext\")}}","type":"text","disableUpdates":false}}],"slideId":"914095914692378636","enableDocumentContentUpdater":false,"version":"2.0"}]]></TemplafySlideTemplateConfiguration>
</file>

<file path=customXml/item31.xml><?xml version="1.0" encoding="utf-8"?>
<TemplafySlideFormConfiguration><![CDATA[{"formFields":[],"formDataEntries":[]}]]></TemplafySlideFormConfiguration>
</file>

<file path=customXml/item32.xml><?xml version="1.0" encoding="utf-8"?>
<TemplafySlideFormConfiguration><![CDATA[{"formFields":[],"formDataEntries":[]}]]></TemplafySlideFormConfiguration>
</file>

<file path=customXml/item33.xml><?xml version="1.0" encoding="utf-8"?>
<TemplafySlideTemplateConfiguration><![CDATA[{"slideVersion":1,"isValidatorEnabled":false,"isLocked":false,"elementsMetadata":[{"type":"shape","elementConfiguration":{"binding":"{{Translate(\"Clicktoaddheader\")}}","type":"text","disableUpdates":false}},{"type":"shape","elementConfiguration":{"binding":"{{Translate(\"Clicktoaddtitle\")}}","type":"text","disableUpdates":false}},{"type":"shape","elementConfiguration":{"binding":"{{Translate(\"Clicktoaddtext\")}}","type":"text","disableUpdates":false}},{"type":"shape","elementConfiguration":{"binding":"{{Translate(\"Clicktoaddtext\")}}","type":"text","disableUpdates":false}}],"slideId":"914095914692378637","enableDocumentContentUpdater":false,"version":"2.0"}]]></TemplafySlideTemplateConfiguration>
</file>

<file path=customXml/item34.xml><?xml version="1.0" encoding="utf-8"?>
<TemplafySlideFormConfiguration><![CDATA[{"formFields":[],"formDataEntries":[]}]]></TemplafySlideFormConfiguration>
</file>

<file path=customXml/item35.xml><?xml version="1.0" encoding="utf-8"?>
<TemplafySlideTemplateConfiguration><![CDATA[{"slideVersion":1,"isValidatorEnabled":false,"isLocked":false,"elementsMetadata":[{"type":"shape","elementConfiguration":{"binding":"{{Translate(\"Clicktoaddheader\")}}","type":"text","disableUpdates":false}},{"type":"shape","elementConfiguration":{"binding":"{{Translate(\"Clicktoaddtitle\")}}","type":"text","disableUpdates":false}},{"type":"shape","elementConfiguration":{"binding":"{{Translate(\"Clicktoaddtext\")}}","type":"text","disableUpdates":false}},{"type":"shape","elementConfiguration":{"binding":"{{Translate(\"Clicktoaddtext\")}}","type":"text","disableUpdates":false}}],"slideId":"914095914692378638","enableDocumentContentUpdater":false,"version":"2.0"}]]></TemplafySlideTemplateConfiguration>
</file>

<file path=customXml/item36.xml><?xml version="1.0" encoding="utf-8"?>
<TemplafySlideTemplateConfiguration><![CDATA[{"slideVersion":1,"isValidatorEnabled":false,"isLocked":false,"elementsMetadata":[{"type":"shape","elementConfiguration":{"binding":"{{Translate(\"Clicktoaddheader\")}}","type":"text","disableUpdates":false}},{"type":"shape","elementConfiguration":{"binding":"{{Translate(\"Clicktoaddtitle\")}}","type":"text","disableUpdates":false}},{"type":"shape","elementConfiguration":{"binding":"{{Translate(\"Clicktoaddtext\")}}","type":"text","disableUpdates":false}},{"type":"shape","elementConfiguration":{"binding":"{{Translate(\"Clicktoaddtext\")}}","type":"text","disableUpdates":false}}],"slideId":"914095914692378639","enableDocumentContentUpdater":false,"version":"2.0"}]]></TemplafySlideTemplateConfiguration>
</file>

<file path=customXml/item37.xml><?xml version="1.0" encoding="utf-8"?>
<TemplafySlideFormConfiguration><![CDATA[{"formFields":[],"formDataEntries":[]}]]></TemplafySlideFormConfiguration>
</file>

<file path=customXml/item38.xml><?xml version="1.0" encoding="utf-8"?>
<TemplafySlideFormConfiguration><![CDATA[{"formFields":[],"formDataEntries":[]}]]></TemplafySlideFormConfiguration>
</file>

<file path=customXml/item39.xml><?xml version="1.0" encoding="utf-8"?>
<TemplafySlideTemplateConfiguration><![CDATA[{"slideVersion":1,"isValidatorEnabled":false,"isLocked":false,"elementsMetadata":[],"slideId":"914095914692378640","enableDocumentContentUpdater":false,"version":"2.0"}]]></TemplafySlideTemplateConfiguration>
</file>

<file path=customXml/item40.xml><?xml version="1.0" encoding="utf-8"?>
<TemplafySlideFormConfiguration><![CDATA[{"formFields":[],"formDataEntries":[]}]]></TemplafySlideFormConfiguration>
</file>

<file path=customXml/item41.xml><?xml version="1.0" encoding="utf-8"?>
<TemplafySlideTemplateConfiguration><![CDATA[{"slideVersion":1,"isValidatorEnabled":false,"isLocked":false,"elementsMetadata":[],"slideId":"914095914692378641","enableDocumentContentUpdater":false,"version":"2.0"}]]></TemplafySlideTemplateConfiguration>
</file>

<file path=customXml/item42.xml><?xml version="1.0" encoding="utf-8"?>
<TemplafySlideFormConfiguration><![CDATA[{"formFields":[],"formDataEntries":[]}]]></TemplafySlideFormConfiguration>
</file>

<file path=customXml/item43.xml><?xml version="1.0" encoding="utf-8"?>
<TemplafySlideTemplateConfiguration><![CDATA[{"slideVersion":1,"isValidatorEnabled":false,"isLocked":false,"elementsMetadata":[{"type":"shape","elementConfiguration":{"binding":"{{Translate(\"Clicktoaddheader\")}}","type":"text","disableUpdates":false}},{"type":"shape","elementConfiguration":{"binding":"{{Translate(\"Clicktoaddtitle\")}}","type":"text","disableUpdates":false}},{"type":"shape","elementConfiguration":{"binding":"{{Translate(\"Clicktoaddtext\")}}","type":"text","disableUpdates":false}},{"type":"shape","elementConfiguration":{"binding":"{{Translate(\"Clicktoaddtext\")}}","type":"text","disableUpdates":false}}],"slideId":"914095914692378642","enableDocumentContentUpdater":false,"version":"2.0"}]]></TemplafySlideTemplateConfiguration>
</file>

<file path=customXml/item44.xml><?xml version="1.0" encoding="utf-8"?>
<TemplafySlideFormConfiguration><![CDATA[{"formFields":[],"formDataEntries":[]}]]></TemplafySlideFormConfiguration>
</file>

<file path=customXml/item45.xml><?xml version="1.0" encoding="utf-8"?>
<TemplafySlideTemplateConfiguration><![CDATA[{"slideVersion":1,"isValidatorEnabled":false,"isLocked":false,"elementsMetadata":[{"type":"shape","elementConfiguration":{"binding":"{{Translate(\"Clicktoaddheader\")}}","type":"text","disableUpdates":false}},{"type":"shape","elementConfiguration":{"binding":"{{Translate(\"Clicktoaddtitle\")}}","type":"text","disableUpdates":false}},{"type":"shape","elementConfiguration":{"binding":"{{Translate(\"Clicktoaddtext\")}}","type":"text","disableUpdates":false}},{"type":"shape","elementConfiguration":{"binding":"{{Translate(\"Clicktoaddtext\")}}","type":"text","disableUpdates":false}}],"slideId":"914095914692378643","enableDocumentContentUpdater":false,"version":"2.0"}]]></TemplafySlideTemplateConfiguration>
</file>

<file path=customXml/item46.xml><?xml version="1.0" encoding="utf-8"?>
<TemplafySlideFormConfiguration><![CDATA[{"formFields":[],"formDataEntries":[]}]]></TemplafySlideFormConfiguration>
</file>

<file path=customXml/item47.xml><?xml version="1.0" encoding="utf-8"?>
<TemplafySlideTemplateConfiguration><![CDATA[{"slideVersion":1,"isValidatorEnabled":false,"isLocked":false,"elementsMetadata":[{"type":"shape","elementConfiguration":{"binding":"{{Translate(\"Clicktoaddheader\")}}","type":"text","disableUpdates":false}},{"type":"shape","elementConfiguration":{"binding":"{{Translate(\"Clicktoaddtitle\")}}","type":"text","disableUpdates":false}},{"type":"shape","elementConfiguration":{"binding":"{{Translate(\"Clicktoaddtext\")}}","type":"text","disableUpdates":false}},{"type":"shape","elementConfiguration":{"binding":"{{Translate(\"Clicktoaddtext\")}}","type":"text","disableUpdates":false}}],"slideId":"914095914692378644","enableDocumentContentUpdater":false,"version":"2.0"}]]></TemplafySlideTemplateConfiguration>
</file>

<file path=customXml/item48.xml><?xml version="1.0" encoding="utf-8"?>
<TemplafySlideFormConfiguration><![CDATA[{"formFields":[],"formDataEntries":[]}]]></TemplafySlideFormConfiguration>
</file>

<file path=customXml/item49.xml><?xml version="1.0" encoding="utf-8"?>
<TemplafySlideTemplateConfiguration><![CDATA[{"slideVersion":1,"isValidatorEnabled":false,"isLocked":false,"elementsMetadata":[{"type":"shape","elementConfiguration":{"binding":"{{Translate(\"Clicktoaddheader\")}}","type":"text","disableUpdates":false}},{"type":"shape","elementConfiguration":{"binding":"{{Translate(\"Clicktoaddtitle\")}}","type":"text","disableUpdates":false}},{"type":"shape","elementConfiguration":{"binding":"{{Translate(\"Clicktoaddtext\")}}","type":"text","disableUpdates":false}},{"type":"shape","elementConfiguration":{"binding":"{{Translate(\"Clicktoaddtext\")}}","type":"text","disableUpdates":false}}],"slideId":"914095914692378645","enableDocumentContentUpdater":false,"version":"2.0"}]]></TemplafySlideTemplateConfiguration>
</file>

<file path=customXml/item50.xml><?xml version="1.0" encoding="utf-8"?>
<TemplafySlideFormConfiguration><![CDATA[{"formFields":[],"formDataEntries":[]}]]></TemplafySlideFormConfiguration>
</file>

<file path=customXml/item51.xml><?xml version="1.0" encoding="utf-8"?>
<TemplafySlideTemplateConfiguration><![CDATA[{"slideVersion":1,"isValidatorEnabled":false,"isLocked":false,"elementsMetadata":[{"type":"shape","elementConfiguration":{"binding":"{{Translate(\"Clicktoaddheader\")}}","type":"text","disableUpdates":false}},{"type":"shape","elementConfiguration":{"binding":"{{Translate(\"Clicktoaddtitle\")}}","type":"text","disableUpdates":false}},{"type":"shape","elementConfiguration":{"binding":"{{Translate(\"Clicktoaddtext\")}}","type":"text","disableUpdates":false}},{"type":"shape","elementConfiguration":{"binding":"{{Translate(\"Clicktoaddtext\")}}","type":"text","disableUpdates":false}}],"slideId":"914095914692378646","enableDocumentContentUpdater":false,"version":"2.0"}]]></TemplafySlideTemplateConfiguration>
</file>

<file path=customXml/item52.xml><?xml version="1.0" encoding="utf-8"?>
<TemplafySlideFormConfiguration><![CDATA[{"formFields":[],"formDataEntries":[]}]]></TemplafySlideFormConfiguration>
</file>

<file path=customXml/item53.xml><?xml version="1.0" encoding="utf-8"?>
<TemplafySlideTemplateConfiguration><![CDATA[{"slideVersion":1,"isValidatorEnabled":false,"isLocked":false,"elementsMetadata":[],"slideId":"914095914692378647","enableDocumentContentUpdater":false,"version":"2.0"}]]></TemplafySlideTemplateConfiguration>
</file>

<file path=customXml/item54.xml><?xml version="1.0" encoding="utf-8"?>
<TemplafySlideTemplateConfiguration><![CDATA[{"slideVersion":1,"isValidatorEnabled":false,"isLocked":false,"elementsMetadata":[],"slideId":"914095914692378648","enableDocumentContentUpdater":false,"version":"2.0"}]]></TemplafySlideTemplateConfiguration>
</file>

<file path=customXml/item55.xml><?xml version="1.0" encoding="utf-8"?>
<TemplafySlideFormConfiguration><![CDATA[{"formFields":[],"formDataEntries":[]}]]></TemplafySlideFormConfiguration>
</file>

<file path=customXml/item56.xml><?xml version="1.0" encoding="utf-8"?>
<TemplafySlideTemplateConfiguration><![CDATA[{"slideVersion":1,"isValidatorEnabled":false,"isLocked":false,"elementsMetadata":[{"type":"shape","elementConfiguration":{"binding":"{{Translate(\"Clicktoaddheader\")}}","type":"text","disableUpdates":false}},{"type":"shape","elementConfiguration":{"binding":"{{Translate(\"Clicktoaddtitle\")}}","type":"text","disableUpdates":false}},{"type":"shape","elementConfiguration":{"binding":"{{Translate(\"Clicktoaddtext\")}}","type":"text","disableUpdates":false}},{"type":"shape","elementConfiguration":{"binding":"{{Translate(\"Clicktoaddtext\")}}","type":"text","disableUpdates":false}}],"slideId":"914095914692378649","enableDocumentContentUpdater":false,"version":"2.0"}]]></TemplafySlideTemplateConfiguration>
</file>

<file path=customXml/item57.xml><?xml version="1.0" encoding="utf-8"?>
<TemplafySlideFormConfiguration><![CDATA[{"formFields":[],"formDataEntries":[]}]]></TemplafySlideFormConfiguration>
</file>

<file path=customXml/item58.xml><?xml version="1.0" encoding="utf-8"?>
<TemplafySlideFormConfiguration><![CDATA[{"formFields":[],"formDataEntries":[]}]]></TemplafySlideFormConfiguration>
</file>

<file path=customXml/item59.xml><?xml version="1.0" encoding="utf-8"?>
<TemplafySlideTemplateConfiguration><![CDATA[{"slideVersion":1,"isValidatorEnabled":false,"isLocked":false,"elementsMetadata":[{"type":"shape","elementConfiguration":{"binding":"{{Translate(\"Clicktoaddheader\")}}","type":"text","disableUpdates":false}},{"type":"shape","elementConfiguration":{"binding":"{{Translate(\"Clicktoaddtitle\")}}","type":"text","disableUpdates":false}},{"type":"shape","elementConfiguration":{"binding":"{{Translate(\"Clicktoaddtext\")}}","type":"text","disableUpdates":false}},{"type":"shape","elementConfiguration":{"binding":"{{Translate(\"Clicktoaddtext\")}}","type":"text","disableUpdates":false}}],"slideId":"914095914692378650","enableDocumentContentUpdater":false,"version":"2.0"}]]></TemplafySlideTemplateConfiguration>
</file>

<file path=customXml/item60.xml><?xml version="1.0" encoding="utf-8"?>
<TemplafySlideFormConfiguration><![CDATA[{"formFields":[],"formDataEntries":[]}]]></TemplafySlideFormConfiguration>
</file>

<file path=customXml/item61.xml><?xml version="1.0" encoding="utf-8"?>
<TemplafySlideTemplateConfiguration><![CDATA[{"slideVersion":1,"isValidatorEnabled":false,"isLocked":false,"elementsMetadata":[],"slideId":"914095914692378651","enableDocumentContentUpdater":false,"version":"2.0"}]]></TemplafySlideTemplateConfiguration>
</file>

<file path=customXml/item62.xml><?xml version="1.0" encoding="utf-8"?>
<TemplafySlideTemplateConfiguration><![CDATA[{"slideVersion":1,"isValidatorEnabled":false,"isLocked":false,"elementsMetadata":[],"slideId":"914095914692378652","enableDocumentContentUpdater":false,"version":"2.0"}]]></TemplafySlideTemplateConfiguration>
</file>

<file path=customXml/item63.xml><?xml version="1.0" encoding="utf-8"?>
<TemplafySlideFormConfiguration><![CDATA[{"formFields":[],"formDataEntries":[]}]]></TemplafySlideFormConfiguration>
</file>

<file path=customXml/item64.xml><?xml version="1.0" encoding="utf-8"?>
<TemplafySlideFormConfiguration><![CDATA[{"formFields":[],"formDataEntries":[]}]]></TemplafySlideFormConfiguration>
</file>

<file path=customXml/item65.xml><?xml version="1.0" encoding="utf-8"?>
<TemplafySlideTemplateConfiguration><![CDATA[{"slideVersion":1,"isValidatorEnabled":false,"isLocked":false,"elementsMetadata":[{"type":"shape","elementConfiguration":{"binding":"{{Translate(\"ClicktoaddimagefromTemplafy\")}}","type":"text","disableUpdates":false}},{"type":"shape","elementConfiguration":{"binding":"{{Translate(\"Clicktoaddtitle\")}}","type":"text","disableUpdates":false}},{"type":"shape","elementConfiguration":{"binding":"{{Translate(\"Clicktoaddtext\")}}","type":"text","disableUpdates":false}},{"type":"shape","elementConfiguration":{"binding":"{{Translate(\"Clicktoaddtext\")}}","type":"text","disableUpdates":false}},{"type":"shape","elementConfiguration":{"binding":"{{Translate(\"Clicktoaddtext\")}}","type":"text","disableUpdates":false}},{"type":"shape","elementConfiguration":{"binding":"{{Translate(\"Clicktoaddheader\")}}","type":"text","disableUpdates":false}}],"slideId":"914095914692378653","enableDocumentContentUpdater":false,"version":"2.0"}]]></TemplafySlideTemplateConfiguration>
</file>

<file path=customXml/item66.xml><?xml version="1.0" encoding="utf-8"?>
<TemplafySlideTemplateConfiguration><![CDATA[{"slideVersion":1,"isValidatorEnabled":false,"isLocked":false,"elementsMetadata":[],"slideId":"914095914692378654","enableDocumentContentUpdater":false,"version":"2.0"}]]></TemplafySlideTemplateConfiguration>
</file>

<file path=customXml/item67.xml><?xml version="1.0" encoding="utf-8"?>
<TemplafySlideFormConfiguration><![CDATA[{"formFields":[],"formDataEntries":[]}]]></TemplafySlideFormConfiguration>
</file>

<file path=customXml/item68.xml><?xml version="1.0" encoding="utf-8"?>
<TemplafySlideTemplateConfiguration><![CDATA[{"slideVersion":1,"isValidatorEnabled":false,"isLocked":false,"elementsMetadata":[],"slideId":"914095914692378655","enableDocumentContentUpdater":false,"version":"2.0"}]]></TemplafySlideTemplateConfiguration>
</file>

<file path=customXml/item69.xml><?xml version="1.0" encoding="utf-8"?>
<TemplafySlideFormConfiguration><![CDATA[{"formFields":[],"formDataEntries":[]}]]></TemplafySlideFormConfiguration>
</file>

<file path=customXml/item70.xml><?xml version="1.0" encoding="utf-8"?>
<TemplafySlideTemplateConfiguration><![CDATA[{"slideVersion":1,"isValidatorEnabled":false,"isLocked":false,"elementsMetadata":[{"type":"shape","elementConfiguration":{"binding":"{{Translate(\"Clicktoaddheader\")}}","type":"text","disableUpdates":false}},{"type":"shape","elementConfiguration":{"binding":"{{Translate(\"Clicktoaddtitle\")}}","type":"text","disableUpdates":false}},{"type":"shape","elementConfiguration":{"binding":"{{Translate(\"Clicktoaddtext\")}}","type":"text","disableUpdates":false}},{"type":"shape","elementConfiguration":{"binding":"{{Translate(\"Clicktoaddtext\")}}","type":"text","disableUpdates":false}}],"slideId":"914095914692378656","enableDocumentContentUpdater":false,"version":"2.0"}]]></TemplafySlideTemplateConfiguration>
</file>

<file path=customXml/item71.xml><?xml version="1.0" encoding="utf-8"?>
<TemplafySlideFormConfiguration><![CDATA[{"formFields":[],"formDataEntries":[]}]]></TemplafySlideFormConfiguration>
</file>

<file path=customXml/item72.xml><?xml version="1.0" encoding="utf-8"?>
<TemplafySlideFormConfiguration><![CDATA[{"formFields":[],"formDataEntries":[]}]]></TemplafySlideFormConfiguration>
</file>

<file path=customXml/item73.xml><?xml version="1.0" encoding="utf-8"?>
<TemplafySlideTemplateConfiguration><![CDATA[{"slideVersion":1,"isValidatorEnabled":false,"isLocked":false,"elementsMetadata":[{"type":"shape","elementConfiguration":{"binding":"{{Translate(\"Clicktoaddheader\")}}","type":"text","disableUpdates":false}},{"type":"shape","elementConfiguration":{"binding":"{{Translate(\"Clicktoaddtitle\")}}","type":"text","disableUpdates":false}},{"type":"shape","elementConfiguration":{"binding":"{{Translate(\"Clicktoaddtext\")}}","type":"text","disableUpdates":false}},{"type":"shape","elementConfiguration":{"binding":"{{Translate(\"Clicktoaddtext\")}}","type":"text","disableUpdates":false}}],"slideId":"914095914692378657","enableDocumentContentUpdater":false,"version":"2.0"}]]></TemplafySlideTemplateConfiguration>
</file>

<file path=customXml/item74.xml><?xml version="1.0" encoding="utf-8"?>
<TemplafySlideTemplateConfiguration><![CDATA[{"slideVersion":1,"isValidatorEnabled":false,"isLocked":false,"elementsMetadata":[{"type":"shape","elementConfiguration":{"binding":"{{Translate(\"Clicktoaddheader\")}}","type":"text","disableUpdates":false}},{"type":"shape","elementConfiguration":{"binding":"{{Translate(\"Clicktoaddtitle\")}}","type":"text","disableUpdates":false}},{"type":"shape","elementConfiguration":{"binding":"{{Translate(\"Clicktoaddtext\")}}","type":"text","disableUpdates":false}},{"type":"shape","elementConfiguration":{"binding":"{{Translate(\"Clicktoaddtext\")}}","type":"text","disableUpdates":false}}],"slideId":"914095914692378658","enableDocumentContentUpdater":false,"version":"2.0"}]]></TemplafySlideTemplateConfiguration>
</file>

<file path=customXml/item75.xml><?xml version="1.0" encoding="utf-8"?>
<TemplafySlideFormConfiguration><![CDATA[{"formFields":[],"formDataEntries":[]}]]></TemplafySlideFormConfiguration>
</file>

<file path=customXml/item76.xml><?xml version="1.0" encoding="utf-8"?>
<TemplafySlideTemplateConfiguration><![CDATA[{"slideVersion":1,"isValidatorEnabled":false,"isLocked":false,"elementsMetadata":[{"type":"shape","elementConfiguration":{"binding":"{{Translate(\"Clicktoaddheader\")}}","type":"text","disableUpdates":false}},{"type":"shape","elementConfiguration":{"binding":"{{Translate(\"Clicktoaddtitle\")}}","type":"text","disableUpdates":false}},{"type":"shape","elementConfiguration":{"binding":"{{Translate(\"Clicktoaddtext\")}}","type":"text","disableUpdates":false}},{"type":"shape","elementConfiguration":{"binding":"{{Translate(\"Clicktoaddtext\")}}","type":"text","disableUpdates":false}}],"slideId":"914095923282313216","enableDocumentContentUpdater":false,"version":"2.0"}]]></TemplafySlideTemplateConfiguration>
</file>

<file path=customXml/item77.xml><?xml version="1.0" encoding="utf-8"?>
<TemplafySlideFormConfiguration><![CDATA[{"formFields":[],"formDataEntries":[]}]]></TemplafySlideFormConfiguration>
</file>

<file path=customXml/item78.xml><?xml version="1.0" encoding="utf-8"?>
<TemplafySlideTemplateConfiguration><![CDATA[{"slideVersion":1,"isValidatorEnabled":false,"isLocked":false,"elementsMetadata":[{"type":"shape","elementConfiguration":{"binding":"{{Translate(\"Clicktoaddheader\")}}","type":"text","disableUpdates":false}},{"type":"shape","elementConfiguration":{"binding":"{{Translate(\"Clicktoaddtitle\")}}","type":"text","disableUpdates":false}},{"type":"shape","elementConfiguration":{"binding":"{{Translate(\"Clicktoaddtext\")}}","type":"text","disableUpdates":false}},{"type":"shape","elementConfiguration":{"binding":"{{Translate(\"Clicktoaddtext\")}}","type":"text","disableUpdates":false}}],"slideId":"914095923282313217","enableDocumentContentUpdater":false,"version":"2.0"}]]></TemplafySlideTemplateConfiguration>
</file>

<file path=customXml/item79.xml><?xml version="1.0" encoding="utf-8"?>
<TemplafySlideFormConfiguration><![CDATA[{"formFields":[],"formDataEntries":[]}]]></TemplafySlideFormConfiguration>
</file>

<file path=customXml/item80.xml><?xml version="1.0" encoding="utf-8"?>
<TemplafySlideFormConfiguration><![CDATA[{"formFields":[],"formDataEntries":[]}]]></TemplafySlideFormConfiguration>
</file>

<file path=customXml/item81.xml><?xml version="1.0" encoding="utf-8"?>
<TemplafySlideTemplateConfiguration><![CDATA[{"slideVersion":1,"isValidatorEnabled":false,"isLocked":false,"elementsMetadata":[{"type":"shape","elementConfiguration":{"binding":"{{Translate(\"Clicktoaddheader\")}}","type":"text","disableUpdates":false}},{"type":"shape","elementConfiguration":{"binding":"{{Translate(\"Clicktoaddtitle\")}}","type":"text","disableUpdates":false}},{"type":"shape","elementConfiguration":{"binding":"{{Translate(\"Clicktoaddtext\")}}","type":"text","disableUpdates":false}},{"type":"shape","elementConfiguration":{"binding":"{{Translate(\"Clicktoaddtext\")}}","type":"text","disableUpdates":false}}],"slideId":"914095923282313218","enableDocumentContentUpdater":false,"version":"2.0"}]]></TemplafySlideTemplateConfiguration>
</file>

<file path=customXml/item82.xml><?xml version="1.0" encoding="utf-8"?>
<TemplafySlideTemplateConfiguration><![CDATA[{"slideVersion":1,"isValidatorEnabled":false,"isLocked":false,"elementsMetadata":[{"type":"shape","elementConfiguration":{"binding":"{{Translate(\"Clicktoaddheader\")}}","type":"text","disableUpdates":false}},{"type":"shape","elementConfiguration":{"binding":"{{Translate(\"Clicktoaddtitle\")}}","type":"text","disableUpdates":false}},{"type":"shape","elementConfiguration":{"binding":"{{Translate(\"Clicktoaddtext\")}}","type":"text","disableUpdates":false}},{"type":"shape","elementConfiguration":{"binding":"{{Translate(\"Clicktoaddtext\")}}","type":"text","disableUpdates":false}}],"slideId":"914095923282313219","enableDocumentContentUpdater":false,"version":"2.0"}]]></TemplafySlideTemplateConfiguration>
</file>

<file path=customXml/item83.xml><?xml version="1.0" encoding="utf-8"?>
<TemplafySlideFormConfiguration><![CDATA[{"formFields":[],"formDataEntries":[]}]]></TemplafySlideFormConfiguration>
</file>

<file path=customXml/item84.xml><?xml version="1.0" encoding="utf-8"?>
<TemplafySlideFormConfiguration><![CDATA[{"formFields":[],"formDataEntries":[]}]]></TemplafySlideFormConfiguration>
</file>

<file path=customXml/item85.xml><?xml version="1.0" encoding="utf-8"?>
<TemplafySlideTemplateConfiguration><![CDATA[{"slideVersion":1,"isValidatorEnabled":false,"isLocked":false,"elementsMetadata":[],"slideId":"914095923282313220","enableDocumentContentUpdater":false,"version":"2.0"}]]></TemplafySlideTemplateConfiguration>
</file>

<file path=customXml/item86.xml><?xml version="1.0" encoding="utf-8"?>
<TemplafySlideTemplateConfiguration><![CDATA[{"slideVersion":1,"isValidatorEnabled":false,"isLocked":false,"elementsMetadata":[],"slideId":"914095923282313221","enableDocumentContentUpdater":false,"version":"2.0"}]]></TemplafySlideTemplateConfiguration>
</file>

<file path=customXml/item87.xml><?xml version="1.0" encoding="utf-8"?>
<TemplafySlideFormConfiguration><![CDATA[{"formFields":[],"formDataEntries":[]}]]></TemplafySlideFormConfiguration>
</file>

<file path=customXml/item88.xml><?xml version="1.0" encoding="utf-8"?>
<TemplafySlideFormConfiguration><![CDATA[{"formFields":[],"formDataEntries":[]}]]></TemplafySlideFormConfiguration>
</file>

<file path=customXml/item89.xml><?xml version="1.0" encoding="utf-8"?>
<TemplafySlideTemplateConfiguration><![CDATA[{"slideVersion":1,"isValidatorEnabled":false,"isLocked":false,"elementsMetadata":[],"slideId":"914095923282313222","enableDocumentContentUpdater":false,"version":"2.0"}]]></TemplafySlideTemplateConfiguration>
</file>

<file path=customXml/item90.xml><?xml version="1.0" encoding="utf-8"?>
<TemplafySlideTemplateConfiguration><![CDATA[{"slideVersion":1,"isValidatorEnabled":false,"isLocked":false,"elementsMetadata":[{"type":"shape","elementConfiguration":{"binding":"{{Translate(\"ClicktoaddimagefromTemplafy\")}}","type":"text","disableUpdates":false}},{"type":"shape","elementConfiguration":{"binding":"{{Translate(\"Clicktoaddtitle\")}}","type":"text","disableUpdates":false}},{"type":"shape","elementConfiguration":{"binding":"{{Translate(\"Clicktoaddtext\")}}","type":"text","disableUpdates":false}},{"type":"shape","elementConfiguration":{"binding":"{{Translate(\"Clicktoaddtext\")}}","type":"text","disableUpdates":false}},{"type":"shape","elementConfiguration":{"binding":"{{Translate(\"Clicktoaddtext\")}}","type":"text","disableUpdates":false}},{"type":"shape","elementConfiguration":{"binding":"{{Translate(\"Clicktoaddheader\")}}","type":"text","disableUpdates":false}}],"slideId":"914095923282313223","enableDocumentContentUpdater":false,"version":"2.0"}]]></TemplafySlideTemplateConfiguration>
</file>

<file path=customXml/item91.xml><?xml version="1.0" encoding="utf-8"?>
<TemplafySlideFormConfiguration><![CDATA[{"formFields":[],"formDataEntries":[]}]]></TemplafySlideFormConfiguration>
</file>

<file path=customXml/item92.xml><?xml version="1.0" encoding="utf-8"?>
<TemplafySlideFormConfiguration><![CDATA[{"formFields":[],"formDataEntries":[]}]]></TemplafySlideFormConfiguration>
</file>

<file path=customXml/item93.xml><?xml version="1.0" encoding="utf-8"?>
<TemplafySlideTemplateConfiguration><![CDATA[{"slideVersion":1,"isValidatorEnabled":false,"isLocked":false,"elementsMetadata":[],"slideId":"914095923282313224","enableDocumentContentUpdater":false,"version":"2.0"}]]></TemplafySlideTemplateConfiguration>
</file>

<file path=customXml/item94.xml><?xml version="1.0" encoding="utf-8"?>
<TemplafySlideFormConfiguration><![CDATA[{"formFields":[],"formDataEntries":[]}]]></TemplafySlideFormConfiguration>
</file>

<file path=customXml/item95.xml><?xml version="1.0" encoding="utf-8"?>
<TemplafySlideTemplateConfiguration><![CDATA[{"slideVersion":1,"isValidatorEnabled":false,"isLocked":false,"elementsMetadata":[],"slideId":"914095923282313225","enableDocumentContentUpdater":false,"version":"2.0"}]]></TemplafySlideTemplateConfiguration>
</file>

<file path=customXml/item96.xml><?xml version="1.0" encoding="utf-8"?>
<TemplafySlideTemplateConfiguration><![CDATA[{"slideVersion":1,"isValidatorEnabled":false,"isLocked":false,"elementsMetadata":[],"slideId":"914095923282313226","enableDocumentContentUpdater":false,"version":"2.0"}]]></TemplafySlideTemplateConfiguration>
</file>

<file path=customXml/item97.xml><?xml version="1.0" encoding="utf-8"?>
<TemplafySlideFormConfiguration><![CDATA[{"formFields":[],"formDataEntries":[]}]]></TemplafySlideFormConfiguration>
</file>

<file path=customXml/item98.xml><?xml version="1.0" encoding="utf-8"?>
<TemplafySlideTemplateConfiguration><![CDATA[{"slideVersion":1,"isValidatorEnabled":false,"isLocked":false,"elementsMetadata":[],"slideId":"914095923282313227","enableDocumentContentUpdater":false,"version":"2.0"}]]></TemplafySlideTemplateConfiguration>
</file>

<file path=customXml/item99.xml><?xml version="1.0" encoding="utf-8"?>
<TemplafySlideFormConfiguration><![CDATA[{"formFields":[],"formDataEntries":[]}]]></TemplafySlideFormConfiguration>
</file>

<file path=customXml/item100.xml><?xml version="1.0" encoding="utf-8"?>
<TemplafySlideFormConfiguration><![CDATA[{"formFields":[],"formDataEntries":[]}]]></TemplafySlideFormConfiguration>
</file>

<file path=customXml/item101.xml><?xml version="1.0" encoding="utf-8"?>
<TemplafySlideTemplateConfiguration><![CDATA[{"slideVersion":1,"isValidatorEnabled":false,"isLocked":false,"elementsMetadata":[],"slideId":"914095923282313228","enableDocumentContentUpdater":false,"version":"2.0"}]]></TemplafySlideTemplateConfiguration>
</file>

<file path=customXml/item102.xml><?xml version="1.0" encoding="utf-8"?>
<TemplafySlideFormConfiguration><![CDATA[{"formFields":[],"formDataEntries":[]}]]></TemplafySlideFormConfiguration>
</file>

<file path=customXml/item103.xml><?xml version="1.0" encoding="utf-8"?>
<TemplafySlideTemplateConfiguration><![CDATA[{"slideVersion":1,"isValidatorEnabled":false,"isLocked":false,"elementsMetadata":[{"type":"shape","elementConfiguration":{"binding":"{{Translate(\"Clicktoaddheader\")}}","type":"text","disableUpdates":false}},{"type":"shape","elementConfiguration":{"binding":"{{Translate(\"Clicktoaddtitle\")}}","type":"text","disableUpdates":false}},{"type":"shape","elementConfiguration":{"binding":"{{Translate(\"Clicktoaddtext\")}}","type":"text","disableUpdates":false}},{"type":"shape","elementConfiguration":{"binding":"{{Translate(\"Clicktoaddtext\")}}","type":"text","disableUpdates":false}}],"slideId":"914095923282313229","enableDocumentContentUpdater":false,"version":"2.0"}]]></TemplafySlideTemplateConfiguration>
</file>

<file path=customXml/item104.xml><?xml version="1.0" encoding="utf-8"?>
<TemplafySlideFormConfiguration><![CDATA[{"formFields":[],"formDataEntries":[]}]]></TemplafySlideFormConfiguration>
</file>

<file path=customXml/item105.xml><?xml version="1.0" encoding="utf-8"?>
<TemplafySlideTemplateConfiguration><![CDATA[{"slideVersion":1,"isValidatorEnabled":false,"isLocked":false,"elementsMetadata":[{"type":"shape","elementConfiguration":{"binding":"{{Translate(\"Clicktoaddheader\")}}","type":"text","disableUpdates":false}},{"type":"shape","elementConfiguration":{"binding":"{{Translate(\"Clicktoaddtitle\")}}","type":"text","disableUpdates":false}},{"type":"shape","elementConfiguration":{"binding":"{{Translate(\"Clicktoaddtext\")}}","type":"text","disableUpdates":false}},{"type":"shape","elementConfiguration":{"binding":"{{Translate(\"Clicktoaddtext\")}}","type":"text","disableUpdates":false}}],"slideId":"914095923282313230","enableDocumentContentUpdater":false,"version":"2.0"}]]></TemplafySlideTemplateConfiguration>
</file>

<file path=customXml/item106.xml><?xml version="1.0" encoding="utf-8"?>
<TemplafySlideTemplateConfiguration><![CDATA[{"slideVersion":1,"isValidatorEnabled":false,"isLocked":false,"elementsMetadata":[{"type":"shape","elementConfiguration":{"binding":"{{Translate(\"Clicktoaddheader\")}}","type":"text","disableUpdates":false}},{"type":"shape","elementConfiguration":{"binding":"{{Translate(\"Clicktoaddtitle\")}}","type":"text","disableUpdates":false}},{"type":"shape","elementConfiguration":{"binding":"{{Translate(\"Clicktoaddtext\")}}","type":"text","disableUpdates":false}},{"type":"shape","elementConfiguration":{"binding":"{{Translate(\"Clicktoaddtext\")}}","type":"text","disableUpdates":false}}],"slideId":"914095923282313231","enableDocumentContentUpdater":false,"version":"2.0"}]]></TemplafySlideTemplateConfiguration>
</file>

<file path=customXml/item107.xml><?xml version="1.0" encoding="utf-8"?>
<TemplafySlideFormConfiguration><![CDATA[{"formFields":[],"formDataEntries":[]}]]></TemplafySlideFormConfiguration>
</file>

<file path=customXml/item108.xml><?xml version="1.0" encoding="utf-8"?>
<TemplafySlideTemplateConfiguration><![CDATA[{"slideVersion":1,"isValidatorEnabled":false,"isLocked":false,"elementsMetadata":[{"type":"shape","elementConfiguration":{"binding":"{{Translate(\"Clicktoaddheader\")}}","type":"text","disableUpdates":false}},{"type":"shape","elementConfiguration":{"binding":"{{Translate(\"Clicktoaddtitle\")}}","type":"text","disableUpdates":false}},{"type":"shape","elementConfiguration":{"binding":"{{Translate(\"Clicktoaddtext\")}}","type":"text","disableUpdates":false}},{"type":"shape","elementConfiguration":{"binding":"{{Translate(\"Clicktoaddtext\")}}","type":"text","disableUpdates":false}}],"slideId":"914095923282313232","enableDocumentContentUpdater":false,"version":"2.0"}]]></TemplafySlideTemplateConfiguration>
</file>

<file path=customXml/item109.xml><?xml version="1.0" encoding="utf-8"?>
<TemplafySlideFormConfiguration><![CDATA[{"formFields":[],"formDataEntries":[]}]]></TemplafySlideFormConfiguration>
</file>

<file path=customXml/item110.xml><?xml version="1.0" encoding="utf-8"?>
<TemplafySlideFormConfiguration><![CDATA[{"formFields":[],"formDataEntries":[]}]]></TemplafySlideFormConfiguration>
</file>

<file path=customXml/item111.xml><?xml version="1.0" encoding="utf-8"?>
<TemplafySlideTemplateConfiguration><![CDATA[{"slideVersion":1,"isValidatorEnabled":false,"isLocked":false,"elementsMetadata":[],"slideId":"914095923282313233","enableDocumentContentUpdater":false,"version":"2.0"}]]></TemplafySlideTemplateConfiguration>
</file>

<file path=customXml/item112.xml><?xml version="1.0" encoding="utf-8"?>
<TemplafySlideTemplateConfiguration><![CDATA[{"slideVersion":1,"isValidatorEnabled":false,"isLocked":false,"elementsMetadata":[{"type":"shape","elementConfiguration":{"binding":"{{Translate(\"Clicktoaddheader\")}}","type":"text","disableUpdates":false}},{"type":"shape","elementConfiguration":{"binding":"{{Translate(\"Clicktoaddtitle\")}}","type":"text","disableUpdates":false}},{"type":"shape","elementConfiguration":{"binding":"{{Translate(\"Clicktoaddtext\")}}","type":"text","disableUpdates":false}},{"type":"shape","elementConfiguration":{"binding":"{{Translate(\"Clicktoaddtext\")}}","type":"text","disableUpdates":false}}],"slideId":"914095923282313234","enableDocumentContentUpdater":false,"version":"2.0"}]]></TemplafySlideTemplateConfiguration>
</file>

<file path=customXml/item113.xml><?xml version="1.0" encoding="utf-8"?>
<TemplafySlideFormConfiguration><![CDATA[{"formFields":[],"formDataEntries":[]}]]></TemplafySlideFormConfiguration>
</file>

<file path=customXml/item114.xml><?xml version="1.0" encoding="utf-8"?>
<TemplafySlideTemplateConfiguration><![CDATA[{"slideVersion":1,"isValidatorEnabled":false,"isLocked":false,"elementsMetadata":[{"type":"shape","elementConfiguration":{"binding":"{{Translate(\"Clicktoaddheader\")}}","type":"text","disableUpdates":false}},{"type":"shape","elementConfiguration":{"binding":"{{Translate(\"Clicktoaddtitle\")}}","type":"text","disableUpdates":false}},{"type":"shape","elementConfiguration":{"binding":"{{Translate(\"Clicktoaddtext\")}}","type":"text","disableUpdates":false}},{"type":"shape","elementConfiguration":{"binding":"{{Translate(\"Clicktoaddtext\")}}","type":"text","disableUpdates":false}}],"slideId":"914095923282313235","enableDocumentContentUpdater":false,"version":"2.0"}]]></TemplafySlideTemplateConfiguration>
</file>

<file path=customXml/item115.xml><?xml version="1.0" encoding="utf-8"?>
<TemplafySlideFormConfiguration><![CDATA[{"formFields":[],"formDataEntries":[]}]]></TemplafySlideFormConfiguration>
</file>

<file path=customXml/item116.xml><?xml version="1.0" encoding="utf-8"?>
<TemplafySlideTemplateConfiguration><![CDATA[{"slideVersion":1,"isValidatorEnabled":false,"isLocked":false,"elementsMetadata":[],"slideId":"914095923282313236","enableDocumentContentUpdater":false,"version":"2.0"}]]></TemplafySlideTemplateConfiguration>
</file>

<file path=customXml/item117.xml><?xml version="1.0" encoding="utf-8"?>
<TemplafySlideFormConfiguration><![CDATA[{"formFields":[],"formDataEntries":[]}]]></TemplafySlideFormConfiguration>
</file>

<file path=customXml/item118.xml><?xml version="1.0" encoding="utf-8"?>
<TemplafySlideFormConfiguration><![CDATA[{"formFields":[],"formDataEntries":[]}]]></TemplafySlideFormConfiguration>
</file>

<file path=customXml/item119.xml><?xml version="1.0" encoding="utf-8"?>
<TemplafySlideTemplateConfiguration><![CDATA[{"slideVersion":1,"isValidatorEnabled":false,"isLocked":false,"elementsMetadata":[],"slideId":"914095923282313237","enableDocumentContentUpdater":false,"version":"2.0"}]]></TemplafySlideTemplateConfiguration>
</file>

<file path=customXml/item120.xml><?xml version="1.0" encoding="utf-8"?>
<TemplafySlideTemplateConfiguration><![CDATA[{"slideVersion":1,"isValidatorEnabled":false,"isLocked":false,"elementsMetadata":[{"type":"shape","elementConfiguration":{"binding":"{{Translate(\"Clicktoaddheader\")}}","type":"text","disableUpdates":false}},{"type":"shape","elementConfiguration":{"binding":"{{Translate(\"Clicktoaddtitle\")}}","type":"text","disableUpdates":false}},{"type":"shape","elementConfiguration":{"binding":"{{Translate(\"Clicktoaddtext\")}}","type":"text","disableUpdates":false}},{"type":"shape","elementConfiguration":{"binding":"{{Translate(\"Clicktoaddtext\")}}","type":"text","disableUpdates":false}}],"slideId":"914095923282313238","enableDocumentContentUpdater":false,"version":"2.0"}]]></TemplafySlideTemplateConfiguration>
</file>

<file path=customXml/item121.xml><?xml version="1.0" encoding="utf-8"?>
<TemplafySlideFormConfiguration><![CDATA[{"formFields":[],"formDataEntries":[]}]]></TemplafySlideFormConfiguration>
</file>

<file path=customXml/item122.xml><?xml version="1.0" encoding="utf-8"?>
<TemplafySlideTemplateConfiguration><![CDATA[{"slideVersion":1,"isValidatorEnabled":false,"isLocked":false,"elementsMetadata":[{"type":"shape","elementConfiguration":{"binding":"{{Translate(\"ClicktoaddimagefromTemplafy\")}}","type":"text","disableUpdates":false}},{"type":"shape","elementConfiguration":{"binding":"{{Translate(\"Clicktoaddtitle\")}}","type":"text","disableUpdates":false}},{"type":"shape","elementConfiguration":{"binding":"{{Translate(\"Clicktoaddtext\")}}","type":"text","disableUpdates":false}},{"type":"shape","elementConfiguration":{"binding":"{{Translate(\"Clicktoaddtext\")}}","type":"text","disableUpdates":false}},{"type":"shape","elementConfiguration":{"binding":"{{Translate(\"Clicktoaddtext\")}}","type":"text","disableUpdates":false}},{"type":"shape","elementConfiguration":{"binding":"{{Translate(\"Clicktoaddheader\")}}","type":"text","disableUpdates":false}}],"slideId":"914095923282313239","enableDocumentContentUpdater":false,"version":"2.0"}]]></TemplafySlideTemplateConfiguration>
</file>

<file path=customXml/item123.xml><?xml version="1.0" encoding="utf-8"?>
<TemplafySlideFormConfiguration><![CDATA[{"formFields":[],"formDataEntries":[]}]]></TemplafySlideFormConfiguration>
</file>

<file path=customXml/item124.xml><?xml version="1.0" encoding="utf-8"?>
<TemplafySlideFormConfiguration><![CDATA[{"formFields":[],"formDataEntries":[]}]]></TemplafySlideFormConfiguration>
</file>

<file path=customXml/item125.xml><?xml version="1.0" encoding="utf-8"?>
<TemplafySlideTemplateConfiguration><![CDATA[{"slideVersion":1,"isValidatorEnabled":false,"isLocked":false,"elementsMetadata":[{"type":"shape","elementConfiguration":{"binding":"{{Translate(\"ClicktoaddimagefromTemplafy\")}}","type":"text","disableUpdates":false}},{"type":"shape","elementConfiguration":{"binding":"{{Translate(\"Clicktoaddtitle\")}}","type":"text","disableUpdates":false}},{"type":"shape","elementConfiguration":{"binding":"{{Translate(\"Clicktoaddtext\")}}","type":"text","disableUpdates":false}},{"type":"shape","elementConfiguration":{"binding":"{{Translate(\"Clicktoaddtext\")}}","type":"text","disableUpdates":false}},{"type":"shape","elementConfiguration":{"binding":"{{Translate(\"Clicktoaddtext\")}}","type":"text","disableUpdates":false}},{"type":"shape","elementConfiguration":{"binding":"{{Translate(\"Clicktoaddheader\")}}","type":"text","disableUpdates":false}}],"slideId":"914095923282313240","enableDocumentContentUpdater":false,"version":"2.0"}]]></TemplafySlideTemplateConfiguration>
</file>

<file path=customXml/item126.xml><?xml version="1.0" encoding="utf-8"?>
<TemplafySlideTemplateConfiguration><![CDATA[{"slideVersion":1,"isValidatorEnabled":false,"isLocked":false,"elementsMetadata":[{"type":"shape","elementConfiguration":{"binding":"{{Translate(\"Clicktoaddheader\")}}","type":"text","disableUpdates":false}},{"type":"shape","elementConfiguration":{"binding":"{{Translate(\"Clicktoaddtitle\")}}","type":"text","disableUpdates":false}},{"type":"shape","elementConfiguration":{"binding":"{{Translate(\"Clicktoaddtext\")}}","type":"text","disableUpdates":false}},{"type":"shape","elementConfiguration":{"binding":"{{Translate(\"Clicktoaddtext\")}}","type":"text","disableUpdates":false}}],"slideId":"914095923282313241","enableDocumentContentUpdater":false,"version":"2.0"}]]></TemplafySlideTemplateConfiguration>
</file>

<file path=customXml/item127.xml><?xml version="1.0" encoding="utf-8"?>
<TemplafySlideFormConfiguration><![CDATA[{"formFields":[],"formDataEntries":[]}]]></TemplafySlideFormConfiguration>
</file>

<file path=customXml/item128.xml><?xml version="1.0" encoding="utf-8"?>
<TemplafySlideFormConfiguration><![CDATA[{"formFields":[],"formDataEntries":[]}]]></TemplafySlideFormConfiguration>
</file>

<file path=customXml/item129.xml><?xml version="1.0" encoding="utf-8"?>
<TemplafySlideTemplateConfiguration><![CDATA[{"slideVersion":1,"isValidatorEnabled":false,"isLocked":false,"elementsMetadata":[{"type":"shape","elementConfiguration":{"binding":"{{Translate(\"Clicktoaddheader\")}}","type":"text","disableUpdates":false}},{"type":"shape","elementConfiguration":{"binding":"{{Translate(\"Clicktoaddtitle\")}}","type":"text","disableUpdates":false}},{"type":"shape","elementConfiguration":{"binding":"{{Translate(\"Clicktoaddtext\")}}","type":"text","disableUpdates":false}},{"type":"shape","elementConfiguration":{"binding":"{{Translate(\"Clicktoaddtext\")}}","type":"text","disableUpdates":false}}],"slideId":"914095923282313242","enableDocumentContentUpdater":false,"version":"2.0"}]]></TemplafySlideTemplateConfiguration>
</file>

<file path=customXml/item130.xml><?xml version="1.0" encoding="utf-8"?>
<TemplafySlideFormConfiguration><![CDATA[{"formFields":[],"formDataEntries":[]}]]></TemplafySlideFormConfiguration>
</file>

<file path=customXml/item131.xml><?xml version="1.0" encoding="utf-8"?>
<TemplafySlideTemplateConfiguration><![CDATA[{"slideVersion":1,"isValidatorEnabled":false,"isLocked":false,"elementsMetadata":[],"slideId":"914095923282313243","enableDocumentContentUpdater":false,"version":"2.0"}]]></TemplafySlideTemplateConfiguration>
</file>

<file path=customXml/item132.xml><?xml version="1.0" encoding="utf-8"?>
<TemplafySlideFormConfiguration><![CDATA[{"formFields":[],"formDataEntries":[]}]]></TemplafySlideFormConfiguration>
</file>

<file path=customXml/item133.xml><?xml version="1.0" encoding="utf-8"?>
<TemplafySlideTemplateConfiguration><![CDATA[{"slideVersion":1,"isValidatorEnabled":false,"isLocked":false,"elementsMetadata":[{"type":"shape","elementConfiguration":{"binding":"{{Translate(\"ClicktoaddimagefromTemplafy\")}}","type":"text","disableUpdates":false}},{"type":"shape","elementConfiguration":{"binding":"{{Translate(\"Clicktoaddtitle\")}}","type":"text","disableUpdates":false}},{"type":"shape","elementConfiguration":{"binding":"{{Translate(\"Clicktoaddtext\")}}","type":"text","disableUpdates":false}},{"type":"shape","elementConfiguration":{"binding":"{{Translate(\"Clicktoaddtext\")}}","type":"text","disableUpdates":false}},{"type":"shape","elementConfiguration":{"binding":"{{Translate(\"Clicktoaddtext\")}}","type":"text","disableUpdates":false}},{"type":"shape","elementConfiguration":{"binding":"{{Translate(\"Clicktoaddheader\")}}","type":"text","disableUpdates":false}}],"slideId":"914095923282313244","enableDocumentContentUpdater":false,"version":"2.0"}]]></TemplafySlideTemplateConfiguration>
</file>

<file path=customXml/item134.xml><?xml version="1.0" encoding="utf-8"?>
<TemplafySlideFormConfiguration><![CDATA[{"formFields":[],"formDataEntries":[]}]]></TemplafySlideFormConfiguration>
</file>

<file path=customXml/item135.xml><?xml version="1.0" encoding="utf-8"?>
<TemplafySlideTemplateConfiguration><![CDATA[{"slideVersion":1,"isValidatorEnabled":false,"isLocked":false,"elementsMetadata":[],"slideId":"914095923282313245","enableDocumentContentUpdater":false,"version":"2.0"}]]></TemplafySlideTemplateConfiguration>
</file>

<file path=customXml/item136.xml><?xml version="1.0" encoding="utf-8"?>
<TemplafySlideFormConfiguration><![CDATA[{"formFields":[],"formDataEntries":[]}]]></TemplafySlideFormConfiguration>
</file>

<file path=customXml/item137.xml><?xml version="1.0" encoding="utf-8"?>
<TemplafySlideTemplateConfiguration><![CDATA[{"slideVersion":1,"isValidatorEnabled":false,"isLocked":false,"elementsMetadata":[],"slideId":"914095923282313246","enableDocumentContentUpdater":false,"version":"2.0"}]]></TemplafySlideTemplateConfiguration>
</file>

<file path=customXml/item138.xml><?xml version="1.0" encoding="utf-8"?>
<TemplafySlideFormConfiguration><![CDATA[{"formFields":[],"formDataEntries":[]}]]></TemplafySlideFormConfiguration>
</file>

<file path=customXml/item139.xml><?xml version="1.0" encoding="utf-8"?>
<TemplafySlideTemplateConfiguration><![CDATA[{"slideVersion":1,"isValidatorEnabled":false,"isLocked":false,"elementsMetadata":[],"slideId":"914095923282313247","enableDocumentContentUpdater":false,"version":"2.0"}]]></TemplafySlideTemplateConfiguration>
</file>

<file path=customXml/item140.xml><?xml version="1.0" encoding="utf-8"?>
<TemplafySlideFormConfiguration><![CDATA[{"formFields":[],"formDataEntries":[]}]]></TemplafySlideFormConfiguration>
</file>

<file path=customXml/item141.xml><?xml version="1.0" encoding="utf-8"?>
<TemplafySlideTemplateConfiguration><![CDATA[{"slideVersion":1,"isValidatorEnabled":false,"isLocked":false,"elementsMetadata":[],"slideId":"914095923282313248","enableDocumentContentUpdater":false,"version":"2.0"}]]></TemplafySlideTemplateConfiguration>
</file>

<file path=customXml/item142.xml><?xml version="1.0" encoding="utf-8"?>
<TemplafySlideFormConfiguration><![CDATA[{"formFields":[],"formDataEntries":[]}]]></TemplafySlideFormConfiguration>
</file>

<file path=customXml/item143.xml><?xml version="1.0" encoding="utf-8"?>
<TemplafySlideTemplateConfiguration><![CDATA[{"slideVersion":1,"isValidatorEnabled":false,"isLocked":false,"elementsMetadata":[],"slideId":"914095923282313249","enableDocumentContentUpdater":false,"version":"2.0"}]]></TemplafySlideTemplateConfiguration>
</file>

<file path=customXml/item144.xml><?xml version="1.0" encoding="utf-8"?>
<TemplafySlideFormConfiguration><![CDATA[{"formFields":[],"formDataEntries":[]}]]></TemplafySlideFormConfiguration>
</file>

<file path=customXml/item145.xml><?xml version="1.0" encoding="utf-8"?>
<TemplafySlideTemplateConfiguration><![CDATA[{"slideVersion":1,"isValidatorEnabled":false,"isLocked":false,"elementsMetadata":[],"slideId":"914095923282313250","enableDocumentContentUpdater":false,"version":"2.0"}]]></TemplafySlideTemplateConfiguration>
</file>

<file path=customXml/item146.xml><?xml version="1.0" encoding="utf-8"?>
<TemplafySlideFormConfiguration><![CDATA[{"formFields":[],"formDataEntries":[]}]]></TemplafySlideFormConfiguration>
</file>

<file path=customXml/item147.xml><?xml version="1.0" encoding="utf-8"?>
<TemplafySlideTemplateConfiguration><![CDATA[{"slideVersion":1,"isValidatorEnabled":false,"isLocked":false,"elementsMetadata":[],"slideId":"914095923282313251","enableDocumentContentUpdater":false,"version":"2.0"}]]></TemplafySlideTemplateConfiguration>
</file>

<file path=customXml/item148.xml><?xml version="1.0" encoding="utf-8"?>
<TemplafySlideFormConfiguration><![CDATA[{"formFields":[],"formDataEntries":[]}]]></TemplafySlideFormConfiguration>
</file>

<file path=customXml/item149.xml><?xml version="1.0" encoding="utf-8"?>
<TemplafySlideTemplateConfiguration><![CDATA[{"slideVersion":1,"isValidatorEnabled":false,"isLocked":false,"elementsMetadata":[],"slideId":"914095923282313252","enableDocumentContentUpdater":false,"version":"2.0"}]]></TemplafySlideTemplateConfiguration>
</file>

<file path=customXml/item150.xml><?xml version="1.0" encoding="utf-8"?>
<TemplafySlideTemplateConfiguration><![CDATA[{"slideVersion":1,"isValidatorEnabled":false,"isLocked":false,"elementsMetadata":[],"slideId":"914095923282313253","enableDocumentContentUpdater":false,"version":"2.0"}]]></TemplafySlideTemplateConfiguration>
</file>

<file path=customXml/item151.xml><?xml version="1.0" encoding="utf-8"?>
<TemplafySlideFormConfiguration><![CDATA[{"formFields":[],"formDataEntries":[]}]]></TemplafySlideFormConfiguration>
</file>

<file path=customXml/item152.xml><?xml version="1.0" encoding="utf-8"?>
<TemplafySlideFormConfiguration><![CDATA[{"formFields":[],"formDataEntries":[]}]]></TemplafySlideFormConfiguration>
</file>

<file path=customXml/item153.xml><?xml version="1.0" encoding="utf-8"?>
<TemplafySlideTemplateConfiguration><![CDATA[{"slideVersion":1,"isValidatorEnabled":false,"isLocked":false,"elementsMetadata":[],"slideId":"914095923282313254","enableDocumentContentUpdater":false,"version":"2.0"}]]></TemplafySlideTemplateConfiguration>
</file>

<file path=customXml/item154.xml><?xml version="1.0" encoding="utf-8"?>
<TemplafySlideTemplateConfiguration><![CDATA[{"slideVersion":1,"isValidatorEnabled":false,"isLocked":false,"elementsMetadata":[],"slideId":"914095923282313255","enableDocumentContentUpdater":false,"version":"2.0"}]]></TemplafySlideTemplateConfiguration>
</file>

<file path=customXml/item155.xml><?xml version="1.0" encoding="utf-8"?>
<TemplafySlideFormConfiguration><![CDATA[{"formFields":[],"formDataEntries":[]}]]></TemplafySlideFormConfiguration>
</file>

<file path=customXml/item156.xml><?xml version="1.0" encoding="utf-8"?>
<TemplafySlideFormConfiguration><![CDATA[{"formFields":[],"formDataEntries":[]}]]></TemplafySlideFormConfiguration>
</file>

<file path=customXml/item157.xml><?xml version="1.0" encoding="utf-8"?>
<TemplafySlideTemplateConfiguration><![CDATA[{"slideVersion":1,"isValidatorEnabled":false,"isLocked":false,"elementsMetadata":[{"type":"shape","elementConfiguration":{"binding":"{{Translate(\"Clicktoaddheader\")}}","type":"text","disableUpdates":false}},{"type":"shape","elementConfiguration":{"binding":"{{Translate(\"Clicktoaddtitle\")}}","type":"text","disableUpdates":false}},{"type":"shape","elementConfiguration":{"binding":"{{Translate(\"Clicktoaddtext\")}}","type":"text","disableUpdates":false}},{"type":"shape","elementConfiguration":{"binding":"{{Translate(\"Clicktoaddtext\")}}","type":"text","disableUpdates":false}}],"slideId":"914095923282313256","enableDocumentContentUpdater":false,"version":"2.0"}]]></TemplafySlideTemplateConfiguration>
</file>

<file path=customXml/item158.xml><?xml version="1.0" encoding="utf-8"?>
<TemplafySlideFormConfiguration><![CDATA[{"formFields":[],"formDataEntries":[]}]]></TemplafySlideFormConfiguration>
</file>

<file path=customXml/item159.xml><?xml version="1.0" encoding="utf-8"?>
<TemplafySlideTemplateConfiguration><![CDATA[{"slideVersion":1,"isValidatorEnabled":false,"isLocked":false,"elementsMetadata":[],"slideId":"914095923282313257","enableDocumentContentUpdater":false,"version":"2.0"}]]></TemplafySlideTemplateConfiguration>
</file>

<file path=customXml/item160.xml><?xml version="1.0" encoding="utf-8"?>
<TemplafySlideTemplateConfiguration><![CDATA[{"slideVersion":1,"isValidatorEnabled":false,"isLocked":false,"elementsMetadata":[],"slideId":"914095923282313258","enableDocumentContentUpdater":false,"version":"2.0"}]]></TemplafySlideTemplateConfiguration>
</file>

<file path=customXml/item161.xml><?xml version="1.0" encoding="utf-8"?>
<TemplafySlideFormConfiguration><![CDATA[{"formFields":[],"formDataEntries":[]}]]></TemplafySlideFormConfiguration>
</file>

<file path=customXml/itemProps1.xml><?xml version="1.0" encoding="utf-8"?>
<ds:datastoreItem xmlns:ds="http://schemas.openxmlformats.org/officeDocument/2006/customXml" ds:itemID="{78C21A5E-8450-4DBC-8908-F4B250EEC97D}">
  <ds:schemaRefs/>
</ds:datastoreItem>
</file>

<file path=customXml/itemProps2.xml><?xml version="1.0" encoding="utf-8"?>
<ds:datastoreItem xmlns:ds="http://schemas.openxmlformats.org/officeDocument/2006/customXml" ds:itemID="{CE263BE8-0C26-4136-BB83-3A79FF130894}">
  <ds:schemaRefs>
    <ds:schemaRef ds:uri="13b175e9-c882-4ddb-a0f6-78b689f846ae"/>
    <ds:schemaRef ds:uri="2408e64d-2443-465b-b28e-1ef795959422"/>
    <ds:schemaRef ds:uri="5700bec2-2cc8-4990-8e87-461c08f6582b"/>
    <ds:schemaRef ds:uri="e38c9727-a594-401b-91ae-e396a2193c05"/>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0B4313D9-86B1-49A4-8465-1E03B3FEE8E5}">
  <ds:schemaRefs>
    <ds:schemaRef ds:uri="13b175e9-c882-4ddb-a0f6-78b689f846ae"/>
    <ds:schemaRef ds:uri="2408e64d-2443-465b-b28e-1ef79595942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4.xml><?xml version="1.0" encoding="utf-8"?>
<ds:datastoreItem xmlns:ds="http://schemas.openxmlformats.org/officeDocument/2006/customXml" ds:itemID="{27C81D6F-82BC-4C34-AEF0-A8C9CA216C80}">
  <ds:schemaRefs>
    <ds:schemaRef ds:uri="http://schemas.microsoft.com/sharepoint/v3/contenttype/forms"/>
  </ds:schemaRefs>
</ds:datastoreItem>
</file>

<file path=customXml/itemProps5.xml><?xml version="1.0" encoding="utf-8"?>
<ds:datastoreItem xmlns:ds="http://schemas.openxmlformats.org/officeDocument/2006/customXml" ds:itemID="{29BB1266-4864-411A-84DE-2ED7BC81715F}">
  <ds:schemaRefs/>
</ds:datastoreItem>
</file>

<file path=customXml/itemProps6.xml><?xml version="1.0" encoding="utf-8"?>
<ds:datastoreItem xmlns:ds="http://schemas.openxmlformats.org/officeDocument/2006/customXml" ds:itemID="{45EE88A9-9E0B-46DF-B40A-621D72EED3BA}">
  <ds:schemaRefs/>
</ds:datastoreItem>
</file>

<file path=customXml/itemProps7.xml><?xml version="1.0" encoding="utf-8"?>
<ds:datastoreItem xmlns:ds="http://schemas.openxmlformats.org/officeDocument/2006/customXml" ds:itemID="{B75A8320-197D-49DA-B088-68868D6A9241}">
  <ds:schemaRefs/>
</ds:datastoreItem>
</file>

<file path=customXml/itemProps8.xml><?xml version="1.0" encoding="utf-8"?>
<ds:datastoreItem xmlns:ds="http://schemas.openxmlformats.org/officeDocument/2006/customXml" ds:itemID="{3E07AD20-B971-4AEB-A3BF-E513A0E96343}">
  <ds:schemaRefs/>
</ds:datastoreItem>
</file>

<file path=customXml/itemProps9.xml><?xml version="1.0" encoding="utf-8"?>
<ds:datastoreItem xmlns:ds="http://schemas.openxmlformats.org/officeDocument/2006/customXml" ds:itemID="{E17FD210-EBA3-40C2-ABB5-70BCF36E0F79}">
  <ds:schemaRefs/>
</ds:datastoreItem>
</file>

<file path=customXml/itemProps10.xml><?xml version="1.0" encoding="utf-8"?>
<ds:datastoreItem xmlns:ds="http://schemas.openxmlformats.org/officeDocument/2006/customXml" ds:itemID="{A6BE0052-620D-4238-AA0A-5660492CD0FE}">
  <ds:schemaRefs/>
</ds:datastoreItem>
</file>

<file path=customXml/itemProps11.xml><?xml version="1.0" encoding="utf-8"?>
<ds:datastoreItem xmlns:ds="http://schemas.openxmlformats.org/officeDocument/2006/customXml" ds:itemID="{DBE403D0-155E-46AA-87B2-0F530C7F4406}">
  <ds:schemaRefs/>
</ds:datastoreItem>
</file>

<file path=customXml/itemProps12.xml><?xml version="1.0" encoding="utf-8"?>
<ds:datastoreItem xmlns:ds="http://schemas.openxmlformats.org/officeDocument/2006/customXml" ds:itemID="{B55F7D42-98B1-42B6-9B50-D543B57DBA1E}">
  <ds:schemaRefs/>
</ds:datastoreItem>
</file>

<file path=customXml/itemProps13.xml><?xml version="1.0" encoding="utf-8"?>
<ds:datastoreItem xmlns:ds="http://schemas.openxmlformats.org/officeDocument/2006/customXml" ds:itemID="{43C178ED-77E9-4292-9D50-80CA494A8E31}">
  <ds:schemaRefs/>
</ds:datastoreItem>
</file>

<file path=customXml/itemProps14.xml><?xml version="1.0" encoding="utf-8"?>
<ds:datastoreItem xmlns:ds="http://schemas.openxmlformats.org/officeDocument/2006/customXml" ds:itemID="{3B53D4CB-E54C-40B1-B6AA-59B1EF47217F}">
  <ds:schemaRefs/>
</ds:datastoreItem>
</file>

<file path=customXml/itemProps15.xml><?xml version="1.0" encoding="utf-8"?>
<ds:datastoreItem xmlns:ds="http://schemas.openxmlformats.org/officeDocument/2006/customXml" ds:itemID="{39E71A95-EC69-41CC-8CB5-2FC5516E382E}">
  <ds:schemaRefs/>
</ds:datastoreItem>
</file>

<file path=customXml/itemProps16.xml><?xml version="1.0" encoding="utf-8"?>
<ds:datastoreItem xmlns:ds="http://schemas.openxmlformats.org/officeDocument/2006/customXml" ds:itemID="{EF83594F-53DA-424A-A5FF-3FEC804EF64F}">
  <ds:schemaRefs/>
</ds:datastoreItem>
</file>

<file path=customXml/itemProps17.xml><?xml version="1.0" encoding="utf-8"?>
<ds:datastoreItem xmlns:ds="http://schemas.openxmlformats.org/officeDocument/2006/customXml" ds:itemID="{1E54C44C-C5FB-4F60-87BF-269AE5D1D9CA}">
  <ds:schemaRefs/>
</ds:datastoreItem>
</file>

<file path=customXml/itemProps18.xml><?xml version="1.0" encoding="utf-8"?>
<ds:datastoreItem xmlns:ds="http://schemas.openxmlformats.org/officeDocument/2006/customXml" ds:itemID="{B47E4B7F-8638-455A-994F-217C0EAC8793}">
  <ds:schemaRefs/>
</ds:datastoreItem>
</file>

<file path=customXml/itemProps19.xml><?xml version="1.0" encoding="utf-8"?>
<ds:datastoreItem xmlns:ds="http://schemas.openxmlformats.org/officeDocument/2006/customXml" ds:itemID="{1A7A0A8F-7A1B-4C56-8EF8-6076FFCE4BC6}">
  <ds:schemaRefs/>
</ds:datastoreItem>
</file>

<file path=customXml/itemProps20.xml><?xml version="1.0" encoding="utf-8"?>
<ds:datastoreItem xmlns:ds="http://schemas.openxmlformats.org/officeDocument/2006/customXml" ds:itemID="{8752814D-8C66-0B4A-977E-339112ABB0D1}">
  <ds:schemaRefs/>
</ds:datastoreItem>
</file>

<file path=customXml/itemProps21.xml><?xml version="1.0" encoding="utf-8"?>
<ds:datastoreItem xmlns:ds="http://schemas.openxmlformats.org/officeDocument/2006/customXml" ds:itemID="{80E0269A-D450-A745-85B7-5328E5CBD842}">
  <ds:schemaRefs/>
</ds:datastoreItem>
</file>

<file path=customXml/itemProps22.xml><?xml version="1.0" encoding="utf-8"?>
<ds:datastoreItem xmlns:ds="http://schemas.openxmlformats.org/officeDocument/2006/customXml" ds:itemID="{B2C924C1-6952-443A-8290-2BF8134E8411}">
  <ds:schemaRefs/>
</ds:datastoreItem>
</file>

<file path=customXml/itemProps23.xml><?xml version="1.0" encoding="utf-8"?>
<ds:datastoreItem xmlns:ds="http://schemas.openxmlformats.org/officeDocument/2006/customXml" ds:itemID="{54F2CA0C-82B6-4507-8ACC-D86CA6126783}">
  <ds:schemaRefs/>
</ds:datastoreItem>
</file>

<file path=customXml/itemProps24.xml><?xml version="1.0" encoding="utf-8"?>
<ds:datastoreItem xmlns:ds="http://schemas.openxmlformats.org/officeDocument/2006/customXml" ds:itemID="{635BA2B0-4628-4843-96C9-5FA4AED002FD}">
  <ds:schemaRefs/>
</ds:datastoreItem>
</file>

<file path=customXml/itemProps25.xml><?xml version="1.0" encoding="utf-8"?>
<ds:datastoreItem xmlns:ds="http://schemas.openxmlformats.org/officeDocument/2006/customXml" ds:itemID="{217958D1-A2B1-400D-BB5F-69DBD6582739}">
  <ds:schemaRefs/>
</ds:datastoreItem>
</file>

<file path=customXml/itemProps26.xml><?xml version="1.0" encoding="utf-8"?>
<ds:datastoreItem xmlns:ds="http://schemas.openxmlformats.org/officeDocument/2006/customXml" ds:itemID="{5A82D371-95F4-49D1-9538-778DD6E82F15}">
  <ds:schemaRefs/>
</ds:datastoreItem>
</file>

<file path=customXml/itemProps27.xml><?xml version="1.0" encoding="utf-8"?>
<ds:datastoreItem xmlns:ds="http://schemas.openxmlformats.org/officeDocument/2006/customXml" ds:itemID="{65BB3E52-5108-4086-9143-C8CC22BE2571}">
  <ds:schemaRefs/>
</ds:datastoreItem>
</file>

<file path=customXml/itemProps28.xml><?xml version="1.0" encoding="utf-8"?>
<ds:datastoreItem xmlns:ds="http://schemas.openxmlformats.org/officeDocument/2006/customXml" ds:itemID="{3CE51BF8-B89C-47EB-BA55-6A25832406DF}">
  <ds:schemaRefs/>
</ds:datastoreItem>
</file>

<file path=customXml/itemProps29.xml><?xml version="1.0" encoding="utf-8"?>
<ds:datastoreItem xmlns:ds="http://schemas.openxmlformats.org/officeDocument/2006/customXml" ds:itemID="{EC968931-C0F5-4098-98B1-1E666B9BA379}">
  <ds:schemaRefs/>
</ds:datastoreItem>
</file>

<file path=customXml/itemProps30.xml><?xml version="1.0" encoding="utf-8"?>
<ds:datastoreItem xmlns:ds="http://schemas.openxmlformats.org/officeDocument/2006/customXml" ds:itemID="{9095585B-75AB-4C6D-A06E-9D655CEC86F0}">
  <ds:schemaRefs/>
</ds:datastoreItem>
</file>

<file path=customXml/itemProps31.xml><?xml version="1.0" encoding="utf-8"?>
<ds:datastoreItem xmlns:ds="http://schemas.openxmlformats.org/officeDocument/2006/customXml" ds:itemID="{F225987C-BD21-41F4-8363-039C47FF3563}">
  <ds:schemaRefs/>
</ds:datastoreItem>
</file>

<file path=customXml/itemProps32.xml><?xml version="1.0" encoding="utf-8"?>
<ds:datastoreItem xmlns:ds="http://schemas.openxmlformats.org/officeDocument/2006/customXml" ds:itemID="{9384905F-71BA-413F-A5B2-771CC5A40A54}">
  <ds:schemaRefs/>
</ds:datastoreItem>
</file>

<file path=customXml/itemProps33.xml><?xml version="1.0" encoding="utf-8"?>
<ds:datastoreItem xmlns:ds="http://schemas.openxmlformats.org/officeDocument/2006/customXml" ds:itemID="{BD8AF878-A8AA-4721-98DB-E398371A96E1}">
  <ds:schemaRefs/>
</ds:datastoreItem>
</file>

<file path=customXml/itemProps34.xml><?xml version="1.0" encoding="utf-8"?>
<ds:datastoreItem xmlns:ds="http://schemas.openxmlformats.org/officeDocument/2006/customXml" ds:itemID="{978EB251-A0E4-4333-A8F7-07519A0C564C}">
  <ds:schemaRefs/>
</ds:datastoreItem>
</file>

<file path=customXml/itemProps35.xml><?xml version="1.0" encoding="utf-8"?>
<ds:datastoreItem xmlns:ds="http://schemas.openxmlformats.org/officeDocument/2006/customXml" ds:itemID="{708988B6-54AB-4F49-B998-3811AD215E01}">
  <ds:schemaRefs/>
</ds:datastoreItem>
</file>

<file path=customXml/itemProps36.xml><?xml version="1.0" encoding="utf-8"?>
<ds:datastoreItem xmlns:ds="http://schemas.openxmlformats.org/officeDocument/2006/customXml" ds:itemID="{AE817808-6E7D-4628-A5D7-9A60CD79972C}">
  <ds:schemaRefs/>
</ds:datastoreItem>
</file>

<file path=customXml/itemProps37.xml><?xml version="1.0" encoding="utf-8"?>
<ds:datastoreItem xmlns:ds="http://schemas.openxmlformats.org/officeDocument/2006/customXml" ds:itemID="{6809CE2C-5B7A-4AE3-90DA-7D190C8411DF}">
  <ds:schemaRefs/>
</ds:datastoreItem>
</file>

<file path=customXml/itemProps38.xml><?xml version="1.0" encoding="utf-8"?>
<ds:datastoreItem xmlns:ds="http://schemas.openxmlformats.org/officeDocument/2006/customXml" ds:itemID="{4EF0906E-35F3-4D98-A777-B9C586AADB29}">
  <ds:schemaRefs/>
</ds:datastoreItem>
</file>

<file path=customXml/itemProps39.xml><?xml version="1.0" encoding="utf-8"?>
<ds:datastoreItem xmlns:ds="http://schemas.openxmlformats.org/officeDocument/2006/customXml" ds:itemID="{EA1BE4DD-E9AD-4AAD-8498-2E14C4FEDD0B}">
  <ds:schemaRefs/>
</ds:datastoreItem>
</file>

<file path=customXml/itemProps40.xml><?xml version="1.0" encoding="utf-8"?>
<ds:datastoreItem xmlns:ds="http://schemas.openxmlformats.org/officeDocument/2006/customXml" ds:itemID="{42D63E7F-8CEE-5840-BB87-F1F401C5DCEE}">
  <ds:schemaRefs/>
</ds:datastoreItem>
</file>

<file path=customXml/itemProps41.xml><?xml version="1.0" encoding="utf-8"?>
<ds:datastoreItem xmlns:ds="http://schemas.openxmlformats.org/officeDocument/2006/customXml" ds:itemID="{B2255B56-A640-3D4D-B2A9-0DF61DC9ADE4}">
  <ds:schemaRefs/>
</ds:datastoreItem>
</file>

<file path=customXml/itemProps42.xml><?xml version="1.0" encoding="utf-8"?>
<ds:datastoreItem xmlns:ds="http://schemas.openxmlformats.org/officeDocument/2006/customXml" ds:itemID="{1029F02C-75B2-4C6C-BD88-4D4E493BC7D8}">
  <ds:schemaRefs/>
</ds:datastoreItem>
</file>

<file path=customXml/itemProps43.xml><?xml version="1.0" encoding="utf-8"?>
<ds:datastoreItem xmlns:ds="http://schemas.openxmlformats.org/officeDocument/2006/customXml" ds:itemID="{96167F30-C4C8-4389-BCAB-35C8BA1EB4CB}">
  <ds:schemaRefs/>
</ds:datastoreItem>
</file>

<file path=customXml/itemProps44.xml><?xml version="1.0" encoding="utf-8"?>
<ds:datastoreItem xmlns:ds="http://schemas.openxmlformats.org/officeDocument/2006/customXml" ds:itemID="{43AB19F5-D46A-4432-A352-3C077118F1F5}">
  <ds:schemaRefs/>
</ds:datastoreItem>
</file>

<file path=customXml/itemProps45.xml><?xml version="1.0" encoding="utf-8"?>
<ds:datastoreItem xmlns:ds="http://schemas.openxmlformats.org/officeDocument/2006/customXml" ds:itemID="{BF02C1D2-F8BD-4FD5-A6D4-BAFB6F987FAC}">
  <ds:schemaRefs/>
</ds:datastoreItem>
</file>

<file path=customXml/itemProps46.xml><?xml version="1.0" encoding="utf-8"?>
<ds:datastoreItem xmlns:ds="http://schemas.openxmlformats.org/officeDocument/2006/customXml" ds:itemID="{320BB093-BA4B-418B-B35D-269B5DB4F79B}">
  <ds:schemaRefs/>
</ds:datastoreItem>
</file>

<file path=customXml/itemProps47.xml><?xml version="1.0" encoding="utf-8"?>
<ds:datastoreItem xmlns:ds="http://schemas.openxmlformats.org/officeDocument/2006/customXml" ds:itemID="{FDA62DAA-B24F-4152-BD1E-C05C9271D442}">
  <ds:schemaRefs/>
</ds:datastoreItem>
</file>

<file path=customXml/itemProps48.xml><?xml version="1.0" encoding="utf-8"?>
<ds:datastoreItem xmlns:ds="http://schemas.openxmlformats.org/officeDocument/2006/customXml" ds:itemID="{3FDB26F0-7F70-43FB-9C06-DED5F1C4236A}">
  <ds:schemaRefs/>
</ds:datastoreItem>
</file>

<file path=customXml/itemProps49.xml><?xml version="1.0" encoding="utf-8"?>
<ds:datastoreItem xmlns:ds="http://schemas.openxmlformats.org/officeDocument/2006/customXml" ds:itemID="{5BC6EE36-D42B-46DF-812C-9D90BC4EBA85}">
  <ds:schemaRefs/>
</ds:datastoreItem>
</file>

<file path=customXml/itemProps50.xml><?xml version="1.0" encoding="utf-8"?>
<ds:datastoreItem xmlns:ds="http://schemas.openxmlformats.org/officeDocument/2006/customXml" ds:itemID="{929AEDAA-CF03-7549-9514-90EFA736A44E}">
  <ds:schemaRefs/>
</ds:datastoreItem>
</file>

<file path=customXml/itemProps51.xml><?xml version="1.0" encoding="utf-8"?>
<ds:datastoreItem xmlns:ds="http://schemas.openxmlformats.org/officeDocument/2006/customXml" ds:itemID="{632E4484-25B8-A940-8C9A-96AF4DC1879E}">
  <ds:schemaRefs/>
</ds:datastoreItem>
</file>

<file path=customXml/itemProps52.xml><?xml version="1.0" encoding="utf-8"?>
<ds:datastoreItem xmlns:ds="http://schemas.openxmlformats.org/officeDocument/2006/customXml" ds:itemID="{7549863D-9676-4D70-8C03-55EDC9B1A3C6}">
  <ds:schemaRefs/>
</ds:datastoreItem>
</file>

<file path=customXml/itemProps53.xml><?xml version="1.0" encoding="utf-8"?>
<ds:datastoreItem xmlns:ds="http://schemas.openxmlformats.org/officeDocument/2006/customXml" ds:itemID="{EAD498B9-5149-44A3-A4B1-24B18E80362C}">
  <ds:schemaRefs/>
</ds:datastoreItem>
</file>

<file path=customXml/itemProps54.xml><?xml version="1.0" encoding="utf-8"?>
<ds:datastoreItem xmlns:ds="http://schemas.openxmlformats.org/officeDocument/2006/customXml" ds:itemID="{657DE93F-80F1-4E4E-A575-1ADE95245A4F}">
  <ds:schemaRefs/>
</ds:datastoreItem>
</file>

<file path=customXml/itemProps55.xml><?xml version="1.0" encoding="utf-8"?>
<ds:datastoreItem xmlns:ds="http://schemas.openxmlformats.org/officeDocument/2006/customXml" ds:itemID="{8AEF5F1F-9358-440B-A13B-490937DDE5B4}">
  <ds:schemaRefs/>
</ds:datastoreItem>
</file>

<file path=customXml/itemProps56.xml><?xml version="1.0" encoding="utf-8"?>
<ds:datastoreItem xmlns:ds="http://schemas.openxmlformats.org/officeDocument/2006/customXml" ds:itemID="{2A4DB2CE-9656-4406-9581-F02A435DAC44}">
  <ds:schemaRefs/>
</ds:datastoreItem>
</file>

<file path=customXml/itemProps57.xml><?xml version="1.0" encoding="utf-8"?>
<ds:datastoreItem xmlns:ds="http://schemas.openxmlformats.org/officeDocument/2006/customXml" ds:itemID="{99BBCA9C-6961-418B-BBD3-091C80A63F08}">
  <ds:schemaRefs/>
</ds:datastoreItem>
</file>

<file path=customXml/itemProps58.xml><?xml version="1.0" encoding="utf-8"?>
<ds:datastoreItem xmlns:ds="http://schemas.openxmlformats.org/officeDocument/2006/customXml" ds:itemID="{140E0FC0-384E-4AB7-95FA-415193914558}">
  <ds:schemaRefs/>
</ds:datastoreItem>
</file>

<file path=customXml/itemProps59.xml><?xml version="1.0" encoding="utf-8"?>
<ds:datastoreItem xmlns:ds="http://schemas.openxmlformats.org/officeDocument/2006/customXml" ds:itemID="{AD6A4527-203D-4871-BB5F-178ECBB06EA2}">
  <ds:schemaRefs/>
</ds:datastoreItem>
</file>

<file path=customXml/itemProps60.xml><?xml version="1.0" encoding="utf-8"?>
<ds:datastoreItem xmlns:ds="http://schemas.openxmlformats.org/officeDocument/2006/customXml" ds:itemID="{D3CA8BA7-47A2-4313-AD46-3B4F718644EB}">
  <ds:schemaRefs/>
</ds:datastoreItem>
</file>

<file path=customXml/itemProps61.xml><?xml version="1.0" encoding="utf-8"?>
<ds:datastoreItem xmlns:ds="http://schemas.openxmlformats.org/officeDocument/2006/customXml" ds:itemID="{324E33DA-2054-43CF-A254-679E723B3DAD}">
  <ds:schemaRefs/>
</ds:datastoreItem>
</file>

<file path=customXml/itemProps62.xml><?xml version="1.0" encoding="utf-8"?>
<ds:datastoreItem xmlns:ds="http://schemas.openxmlformats.org/officeDocument/2006/customXml" ds:itemID="{4212BED3-64F6-4973-A915-6064886DA8DC}">
  <ds:schemaRefs/>
</ds:datastoreItem>
</file>

<file path=customXml/itemProps63.xml><?xml version="1.0" encoding="utf-8"?>
<ds:datastoreItem xmlns:ds="http://schemas.openxmlformats.org/officeDocument/2006/customXml" ds:itemID="{46AEE892-008E-4C8D-BE1A-C95EB9A33160}">
  <ds:schemaRefs/>
</ds:datastoreItem>
</file>

<file path=customXml/itemProps64.xml><?xml version="1.0" encoding="utf-8"?>
<ds:datastoreItem xmlns:ds="http://schemas.openxmlformats.org/officeDocument/2006/customXml" ds:itemID="{1303516C-8B43-4D03-A001-2F4D0106FF3D}">
  <ds:schemaRefs/>
</ds:datastoreItem>
</file>

<file path=customXml/itemProps65.xml><?xml version="1.0" encoding="utf-8"?>
<ds:datastoreItem xmlns:ds="http://schemas.openxmlformats.org/officeDocument/2006/customXml" ds:itemID="{9B8E926C-C495-4A77-A3D8-784364D8AFBF}">
  <ds:schemaRefs/>
</ds:datastoreItem>
</file>

<file path=customXml/itemProps66.xml><?xml version="1.0" encoding="utf-8"?>
<ds:datastoreItem xmlns:ds="http://schemas.openxmlformats.org/officeDocument/2006/customXml" ds:itemID="{DA77D24E-F052-4B9E-9919-7043A404E01D}">
  <ds:schemaRefs/>
</ds:datastoreItem>
</file>

<file path=customXml/itemProps67.xml><?xml version="1.0" encoding="utf-8"?>
<ds:datastoreItem xmlns:ds="http://schemas.openxmlformats.org/officeDocument/2006/customXml" ds:itemID="{AF3C7AFB-570D-4B84-9545-B04F48FACC61}">
  <ds:schemaRefs/>
</ds:datastoreItem>
</file>

<file path=customXml/itemProps68.xml><?xml version="1.0" encoding="utf-8"?>
<ds:datastoreItem xmlns:ds="http://schemas.openxmlformats.org/officeDocument/2006/customXml" ds:itemID="{77BCDE31-3858-41B8-BE86-C5BF40027178}">
  <ds:schemaRefs/>
</ds:datastoreItem>
</file>

<file path=customXml/itemProps69.xml><?xml version="1.0" encoding="utf-8"?>
<ds:datastoreItem xmlns:ds="http://schemas.openxmlformats.org/officeDocument/2006/customXml" ds:itemID="{572B76DD-78F9-4905-8591-97BE67ACF395}">
  <ds:schemaRefs/>
</ds:datastoreItem>
</file>

<file path=customXml/itemProps70.xml><?xml version="1.0" encoding="utf-8"?>
<ds:datastoreItem xmlns:ds="http://schemas.openxmlformats.org/officeDocument/2006/customXml" ds:itemID="{3908AB32-214A-49C2-92F5-926EC0F041DC}">
  <ds:schemaRefs/>
</ds:datastoreItem>
</file>

<file path=customXml/itemProps71.xml><?xml version="1.0" encoding="utf-8"?>
<ds:datastoreItem xmlns:ds="http://schemas.openxmlformats.org/officeDocument/2006/customXml" ds:itemID="{8EBAC727-A9ED-4DE6-954D-B0F1A99CB5A5}">
  <ds:schemaRefs/>
</ds:datastoreItem>
</file>

<file path=customXml/itemProps72.xml><?xml version="1.0" encoding="utf-8"?>
<ds:datastoreItem xmlns:ds="http://schemas.openxmlformats.org/officeDocument/2006/customXml" ds:itemID="{9E138A53-4C0B-476C-A5B4-E9BA3203F785}">
  <ds:schemaRefs/>
</ds:datastoreItem>
</file>

<file path=customXml/itemProps73.xml><?xml version="1.0" encoding="utf-8"?>
<ds:datastoreItem xmlns:ds="http://schemas.openxmlformats.org/officeDocument/2006/customXml" ds:itemID="{E368B55D-484D-4AE9-A287-4EB524034152}">
  <ds:schemaRefs/>
</ds:datastoreItem>
</file>

<file path=customXml/itemProps74.xml><?xml version="1.0" encoding="utf-8"?>
<ds:datastoreItem xmlns:ds="http://schemas.openxmlformats.org/officeDocument/2006/customXml" ds:itemID="{64523F21-24A7-4150-9DEC-095F19FA8499}">
  <ds:schemaRefs/>
</ds:datastoreItem>
</file>

<file path=customXml/itemProps75.xml><?xml version="1.0" encoding="utf-8"?>
<ds:datastoreItem xmlns:ds="http://schemas.openxmlformats.org/officeDocument/2006/customXml" ds:itemID="{6639C36D-E883-48FA-8FB7-5741643F08A3}">
  <ds:schemaRefs/>
</ds:datastoreItem>
</file>

<file path=customXml/itemProps76.xml><?xml version="1.0" encoding="utf-8"?>
<ds:datastoreItem xmlns:ds="http://schemas.openxmlformats.org/officeDocument/2006/customXml" ds:itemID="{9CA12463-A364-4502-8728-C206EFF2FC3D}">
  <ds:schemaRefs/>
</ds:datastoreItem>
</file>

<file path=customXml/itemProps77.xml><?xml version="1.0" encoding="utf-8"?>
<ds:datastoreItem xmlns:ds="http://schemas.openxmlformats.org/officeDocument/2006/customXml" ds:itemID="{64343E21-F6C3-484A-8632-B4D88DB6E241}">
  <ds:schemaRefs/>
</ds:datastoreItem>
</file>

<file path=customXml/itemProps78.xml><?xml version="1.0" encoding="utf-8"?>
<ds:datastoreItem xmlns:ds="http://schemas.openxmlformats.org/officeDocument/2006/customXml" ds:itemID="{B477227D-BDD1-8A4C-93A3-CA184493DE28}">
  <ds:schemaRefs/>
</ds:datastoreItem>
</file>

<file path=customXml/itemProps79.xml><?xml version="1.0" encoding="utf-8"?>
<ds:datastoreItem xmlns:ds="http://schemas.openxmlformats.org/officeDocument/2006/customXml" ds:itemID="{BF506FA9-4B04-C341-8BF1-709E61C3CB56}">
  <ds:schemaRefs/>
</ds:datastoreItem>
</file>

<file path=customXml/itemProps80.xml><?xml version="1.0" encoding="utf-8"?>
<ds:datastoreItem xmlns:ds="http://schemas.openxmlformats.org/officeDocument/2006/customXml" ds:itemID="{CA8AE703-45B0-40CF-935C-51E0B72B0207}">
  <ds:schemaRefs/>
</ds:datastoreItem>
</file>

<file path=customXml/itemProps81.xml><?xml version="1.0" encoding="utf-8"?>
<ds:datastoreItem xmlns:ds="http://schemas.openxmlformats.org/officeDocument/2006/customXml" ds:itemID="{0F170730-58B2-4B56-8C14-6D9F195A74F9}">
  <ds:schemaRefs/>
</ds:datastoreItem>
</file>

<file path=customXml/itemProps82.xml><?xml version="1.0" encoding="utf-8"?>
<ds:datastoreItem xmlns:ds="http://schemas.openxmlformats.org/officeDocument/2006/customXml" ds:itemID="{517C56F1-10DB-44B1-B528-13BE0DA0DA79}">
  <ds:schemaRefs/>
</ds:datastoreItem>
</file>

<file path=customXml/itemProps83.xml><?xml version="1.0" encoding="utf-8"?>
<ds:datastoreItem xmlns:ds="http://schemas.openxmlformats.org/officeDocument/2006/customXml" ds:itemID="{3A73AB5C-C6A9-4AAC-B871-949A64D65A06}">
  <ds:schemaRefs/>
</ds:datastoreItem>
</file>

<file path=customXml/itemProps84.xml><?xml version="1.0" encoding="utf-8"?>
<ds:datastoreItem xmlns:ds="http://schemas.openxmlformats.org/officeDocument/2006/customXml" ds:itemID="{F0C55886-D528-450E-BF0C-17F18CA2AB60}">
  <ds:schemaRefs/>
</ds:datastoreItem>
</file>

<file path=customXml/itemProps85.xml><?xml version="1.0" encoding="utf-8"?>
<ds:datastoreItem xmlns:ds="http://schemas.openxmlformats.org/officeDocument/2006/customXml" ds:itemID="{A507412D-3C38-4B17-84AB-305C9805EF16}">
  <ds:schemaRefs/>
</ds:datastoreItem>
</file>

<file path=customXml/itemProps86.xml><?xml version="1.0" encoding="utf-8"?>
<ds:datastoreItem xmlns:ds="http://schemas.openxmlformats.org/officeDocument/2006/customXml" ds:itemID="{4A0E261E-81DE-44EA-8C1A-8363BFB80546}">
  <ds:schemaRefs/>
</ds:datastoreItem>
</file>

<file path=customXml/itemProps87.xml><?xml version="1.0" encoding="utf-8"?>
<ds:datastoreItem xmlns:ds="http://schemas.openxmlformats.org/officeDocument/2006/customXml" ds:itemID="{BE2150E1-F365-4A7F-B5A0-BDBAB34B536C}">
  <ds:schemaRefs/>
</ds:datastoreItem>
</file>

<file path=customXml/itemProps88.xml><?xml version="1.0" encoding="utf-8"?>
<ds:datastoreItem xmlns:ds="http://schemas.openxmlformats.org/officeDocument/2006/customXml" ds:itemID="{DF1027FE-D77E-40DA-A988-69ADE8C9CE69}">
  <ds:schemaRefs/>
</ds:datastoreItem>
</file>

<file path=customXml/itemProps89.xml><?xml version="1.0" encoding="utf-8"?>
<ds:datastoreItem xmlns:ds="http://schemas.openxmlformats.org/officeDocument/2006/customXml" ds:itemID="{60527FE8-9AD3-459C-9546-B1D1A61ADD33}">
  <ds:schemaRefs/>
</ds:datastoreItem>
</file>

<file path=customXml/itemProps90.xml><?xml version="1.0" encoding="utf-8"?>
<ds:datastoreItem xmlns:ds="http://schemas.openxmlformats.org/officeDocument/2006/customXml" ds:itemID="{DAECBE22-9D0B-4A14-9B75-62B409B7D86B}">
  <ds:schemaRefs/>
</ds:datastoreItem>
</file>

<file path=customXml/itemProps91.xml><?xml version="1.0" encoding="utf-8"?>
<ds:datastoreItem xmlns:ds="http://schemas.openxmlformats.org/officeDocument/2006/customXml" ds:itemID="{50CAC993-1847-47AC-81B2-C05CFF510B1B}">
  <ds:schemaRefs/>
</ds:datastoreItem>
</file>

<file path=customXml/itemProps92.xml><?xml version="1.0" encoding="utf-8"?>
<ds:datastoreItem xmlns:ds="http://schemas.openxmlformats.org/officeDocument/2006/customXml" ds:itemID="{D432802A-9DA6-4717-AE27-A7CA7D9B8F05}">
  <ds:schemaRefs/>
</ds:datastoreItem>
</file>

<file path=customXml/itemProps93.xml><?xml version="1.0" encoding="utf-8"?>
<ds:datastoreItem xmlns:ds="http://schemas.openxmlformats.org/officeDocument/2006/customXml" ds:itemID="{A9311A05-4163-42CE-A6B8-BDADDD637D29}">
  <ds:schemaRefs/>
</ds:datastoreItem>
</file>

<file path=customXml/itemProps94.xml><?xml version="1.0" encoding="utf-8"?>
<ds:datastoreItem xmlns:ds="http://schemas.openxmlformats.org/officeDocument/2006/customXml" ds:itemID="{11211268-8F8B-42F6-9559-6130A26D0B0F}">
  <ds:schemaRefs/>
</ds:datastoreItem>
</file>

<file path=customXml/itemProps95.xml><?xml version="1.0" encoding="utf-8"?>
<ds:datastoreItem xmlns:ds="http://schemas.openxmlformats.org/officeDocument/2006/customXml" ds:itemID="{59351FC5-2C7F-47E2-A6C5-82A63B657531}">
  <ds:schemaRefs/>
</ds:datastoreItem>
</file>

<file path=customXml/itemProps96.xml><?xml version="1.0" encoding="utf-8"?>
<ds:datastoreItem xmlns:ds="http://schemas.openxmlformats.org/officeDocument/2006/customXml" ds:itemID="{21CAD785-E286-42A4-8ABF-E572910C802E}">
  <ds:schemaRefs/>
</ds:datastoreItem>
</file>

<file path=customXml/itemProps97.xml><?xml version="1.0" encoding="utf-8"?>
<ds:datastoreItem xmlns:ds="http://schemas.openxmlformats.org/officeDocument/2006/customXml" ds:itemID="{9E9A29DC-AFA3-40FC-B5B5-A5A49177A1CC}">
  <ds:schemaRefs/>
</ds:datastoreItem>
</file>

<file path=customXml/itemProps98.xml><?xml version="1.0" encoding="utf-8"?>
<ds:datastoreItem xmlns:ds="http://schemas.openxmlformats.org/officeDocument/2006/customXml" ds:itemID="{181375B8-23E1-47C0-BD7F-91A6A573EEB1}">
  <ds:schemaRefs/>
</ds:datastoreItem>
</file>

<file path=customXml/itemProps99.xml><?xml version="1.0" encoding="utf-8"?>
<ds:datastoreItem xmlns:ds="http://schemas.openxmlformats.org/officeDocument/2006/customXml" ds:itemID="{19BA781A-EDC1-4D6D-9243-77B058E55325}">
  <ds:schemaRefs/>
</ds:datastoreItem>
</file>

<file path=customXml/itemProps100.xml><?xml version="1.0" encoding="utf-8"?>
<ds:datastoreItem xmlns:ds="http://schemas.openxmlformats.org/officeDocument/2006/customXml" ds:itemID="{EF32E386-7F16-4BF9-AD7F-BCBB3CD1DA41}">
  <ds:schemaRefs/>
</ds:datastoreItem>
</file>

<file path=customXml/itemProps101.xml><?xml version="1.0" encoding="utf-8"?>
<ds:datastoreItem xmlns:ds="http://schemas.openxmlformats.org/officeDocument/2006/customXml" ds:itemID="{26D114EC-A944-4FFB-ABC1-EBF12D5A4CAA}">
  <ds:schemaRefs/>
</ds:datastoreItem>
</file>

<file path=customXml/itemProps102.xml><?xml version="1.0" encoding="utf-8"?>
<ds:datastoreItem xmlns:ds="http://schemas.openxmlformats.org/officeDocument/2006/customXml" ds:itemID="{9233BADB-B160-40FF-BD84-6031A8D9A337}">
  <ds:schemaRefs/>
</ds:datastoreItem>
</file>

<file path=customXml/itemProps103.xml><?xml version="1.0" encoding="utf-8"?>
<ds:datastoreItem xmlns:ds="http://schemas.openxmlformats.org/officeDocument/2006/customXml" ds:itemID="{212C1281-9C96-438F-959C-20FD55B33B02}">
  <ds:schemaRefs/>
</ds:datastoreItem>
</file>

<file path=customXml/itemProps104.xml><?xml version="1.0" encoding="utf-8"?>
<ds:datastoreItem xmlns:ds="http://schemas.openxmlformats.org/officeDocument/2006/customXml" ds:itemID="{C9AB1DE6-67CE-44B7-9568-27AC61B7CA0E}">
  <ds:schemaRefs/>
</ds:datastoreItem>
</file>

<file path=customXml/itemProps105.xml><?xml version="1.0" encoding="utf-8"?>
<ds:datastoreItem xmlns:ds="http://schemas.openxmlformats.org/officeDocument/2006/customXml" ds:itemID="{C1F35D41-9897-444B-8FF2-2F68D9A09C37}">
  <ds:schemaRefs/>
</ds:datastoreItem>
</file>

<file path=customXml/itemProps106.xml><?xml version="1.0" encoding="utf-8"?>
<ds:datastoreItem xmlns:ds="http://schemas.openxmlformats.org/officeDocument/2006/customXml" ds:itemID="{95D63C8D-2D78-453B-B6A7-FDED9AAA73AA}">
  <ds:schemaRefs/>
</ds:datastoreItem>
</file>

<file path=customXml/itemProps107.xml><?xml version="1.0" encoding="utf-8"?>
<ds:datastoreItem xmlns:ds="http://schemas.openxmlformats.org/officeDocument/2006/customXml" ds:itemID="{169F90FD-9436-49C9-B6FC-86A99FFA77A4}">
  <ds:schemaRefs/>
</ds:datastoreItem>
</file>

<file path=customXml/itemProps108.xml><?xml version="1.0" encoding="utf-8"?>
<ds:datastoreItem xmlns:ds="http://schemas.openxmlformats.org/officeDocument/2006/customXml" ds:itemID="{E6480CB0-F5B4-45C7-B15E-D176471725B8}">
  <ds:schemaRefs/>
</ds:datastoreItem>
</file>

<file path=customXml/itemProps109.xml><?xml version="1.0" encoding="utf-8"?>
<ds:datastoreItem xmlns:ds="http://schemas.openxmlformats.org/officeDocument/2006/customXml" ds:itemID="{256902E8-4755-4D17-9FAF-FFC17947BDAC}">
  <ds:schemaRefs/>
</ds:datastoreItem>
</file>

<file path=customXml/itemProps110.xml><?xml version="1.0" encoding="utf-8"?>
<ds:datastoreItem xmlns:ds="http://schemas.openxmlformats.org/officeDocument/2006/customXml" ds:itemID="{391D5E39-6DBC-4956-AA67-F3366A6B9DB0}">
  <ds:schemaRefs/>
</ds:datastoreItem>
</file>

<file path=customXml/itemProps111.xml><?xml version="1.0" encoding="utf-8"?>
<ds:datastoreItem xmlns:ds="http://schemas.openxmlformats.org/officeDocument/2006/customXml" ds:itemID="{A8AB8525-AF90-45E2-B1C7-18035EC4B89F}">
  <ds:schemaRefs/>
</ds:datastoreItem>
</file>

<file path=customXml/itemProps112.xml><?xml version="1.0" encoding="utf-8"?>
<ds:datastoreItem xmlns:ds="http://schemas.openxmlformats.org/officeDocument/2006/customXml" ds:itemID="{69A8CEA7-D43D-41F3-828E-2BA8D8375C07}">
  <ds:schemaRefs/>
</ds:datastoreItem>
</file>

<file path=customXml/itemProps113.xml><?xml version="1.0" encoding="utf-8"?>
<ds:datastoreItem xmlns:ds="http://schemas.openxmlformats.org/officeDocument/2006/customXml" ds:itemID="{92F92991-1D99-4A9B-B394-24E478A0FD3B}">
  <ds:schemaRefs/>
</ds:datastoreItem>
</file>

<file path=customXml/itemProps114.xml><?xml version="1.0" encoding="utf-8"?>
<ds:datastoreItem xmlns:ds="http://schemas.openxmlformats.org/officeDocument/2006/customXml" ds:itemID="{414BFCE6-224E-4D49-8A30-D21A0431D408}">
  <ds:schemaRefs/>
</ds:datastoreItem>
</file>

<file path=customXml/itemProps115.xml><?xml version="1.0" encoding="utf-8"?>
<ds:datastoreItem xmlns:ds="http://schemas.openxmlformats.org/officeDocument/2006/customXml" ds:itemID="{2415D73E-33CC-4DF1-A0A9-8F4513E1625C}">
  <ds:schemaRefs/>
</ds:datastoreItem>
</file>

<file path=customXml/itemProps116.xml><?xml version="1.0" encoding="utf-8"?>
<ds:datastoreItem xmlns:ds="http://schemas.openxmlformats.org/officeDocument/2006/customXml" ds:itemID="{688D5D08-2FBD-4FE5-B8FD-20B99046E092}">
  <ds:schemaRefs/>
</ds:datastoreItem>
</file>

<file path=customXml/itemProps117.xml><?xml version="1.0" encoding="utf-8"?>
<ds:datastoreItem xmlns:ds="http://schemas.openxmlformats.org/officeDocument/2006/customXml" ds:itemID="{DC677D26-021B-4058-BF25-B903E44DB405}">
  <ds:schemaRefs/>
</ds:datastoreItem>
</file>

<file path=customXml/itemProps118.xml><?xml version="1.0" encoding="utf-8"?>
<ds:datastoreItem xmlns:ds="http://schemas.openxmlformats.org/officeDocument/2006/customXml" ds:itemID="{A6DD25C6-D873-4973-A66D-E51B8DE0255C}">
  <ds:schemaRefs/>
</ds:datastoreItem>
</file>

<file path=customXml/itemProps119.xml><?xml version="1.0" encoding="utf-8"?>
<ds:datastoreItem xmlns:ds="http://schemas.openxmlformats.org/officeDocument/2006/customXml" ds:itemID="{CD9FDBA4-64EE-4C24-A7AF-3FCD3DE4891B}">
  <ds:schemaRefs/>
</ds:datastoreItem>
</file>

<file path=customXml/itemProps120.xml><?xml version="1.0" encoding="utf-8"?>
<ds:datastoreItem xmlns:ds="http://schemas.openxmlformats.org/officeDocument/2006/customXml" ds:itemID="{F1C8A2B0-A675-4CE9-AF1B-B41779DAC292}">
  <ds:schemaRefs/>
</ds:datastoreItem>
</file>

<file path=customXml/itemProps121.xml><?xml version="1.0" encoding="utf-8"?>
<ds:datastoreItem xmlns:ds="http://schemas.openxmlformats.org/officeDocument/2006/customXml" ds:itemID="{7CC112C8-5463-4B2E-A863-71FFAE635BE4}">
  <ds:schemaRefs/>
</ds:datastoreItem>
</file>

<file path=customXml/itemProps122.xml><?xml version="1.0" encoding="utf-8"?>
<ds:datastoreItem xmlns:ds="http://schemas.openxmlformats.org/officeDocument/2006/customXml" ds:itemID="{E020303D-ADCB-4FB5-B483-14D80244107A}">
  <ds:schemaRefs/>
</ds:datastoreItem>
</file>

<file path=customXml/itemProps123.xml><?xml version="1.0" encoding="utf-8"?>
<ds:datastoreItem xmlns:ds="http://schemas.openxmlformats.org/officeDocument/2006/customXml" ds:itemID="{343D2B71-1D1A-4699-A8F3-AB440BC27B05}">
  <ds:schemaRefs/>
</ds:datastoreItem>
</file>

<file path=customXml/itemProps124.xml><?xml version="1.0" encoding="utf-8"?>
<ds:datastoreItem xmlns:ds="http://schemas.openxmlformats.org/officeDocument/2006/customXml" ds:itemID="{78E96F65-3810-4E13-85B7-91D193AB99E5}">
  <ds:schemaRefs/>
</ds:datastoreItem>
</file>

<file path=customXml/itemProps125.xml><?xml version="1.0" encoding="utf-8"?>
<ds:datastoreItem xmlns:ds="http://schemas.openxmlformats.org/officeDocument/2006/customXml" ds:itemID="{716A9C00-FA95-4DB2-884D-CE14E052E4AE}">
  <ds:schemaRefs/>
</ds:datastoreItem>
</file>

<file path=customXml/itemProps126.xml><?xml version="1.0" encoding="utf-8"?>
<ds:datastoreItem xmlns:ds="http://schemas.openxmlformats.org/officeDocument/2006/customXml" ds:itemID="{272EF121-CB06-4A8C-923B-EC31F27922EC}">
  <ds:schemaRefs/>
</ds:datastoreItem>
</file>

<file path=customXml/itemProps127.xml><?xml version="1.0" encoding="utf-8"?>
<ds:datastoreItem xmlns:ds="http://schemas.openxmlformats.org/officeDocument/2006/customXml" ds:itemID="{F3270D4D-05A6-4B70-B305-9E974BFE671B}">
  <ds:schemaRefs/>
</ds:datastoreItem>
</file>

<file path=customXml/itemProps128.xml><?xml version="1.0" encoding="utf-8"?>
<ds:datastoreItem xmlns:ds="http://schemas.openxmlformats.org/officeDocument/2006/customXml" ds:itemID="{B7F48840-6742-4819-876A-9EC10A34DDF8}">
  <ds:schemaRefs/>
</ds:datastoreItem>
</file>

<file path=customXml/itemProps129.xml><?xml version="1.0" encoding="utf-8"?>
<ds:datastoreItem xmlns:ds="http://schemas.openxmlformats.org/officeDocument/2006/customXml" ds:itemID="{D696B92A-86E0-4993-9949-FB1F5B960F44}">
  <ds:schemaRefs/>
</ds:datastoreItem>
</file>

<file path=customXml/itemProps130.xml><?xml version="1.0" encoding="utf-8"?>
<ds:datastoreItem xmlns:ds="http://schemas.openxmlformats.org/officeDocument/2006/customXml" ds:itemID="{7A4822DB-53A0-4C5D-8F74-0BC926C5618F}">
  <ds:schemaRefs/>
</ds:datastoreItem>
</file>

<file path=customXml/itemProps131.xml><?xml version="1.0" encoding="utf-8"?>
<ds:datastoreItem xmlns:ds="http://schemas.openxmlformats.org/officeDocument/2006/customXml" ds:itemID="{2B0A9218-4E25-4ED7-962D-13730F2F02D8}">
  <ds:schemaRefs/>
</ds:datastoreItem>
</file>

<file path=customXml/itemProps132.xml><?xml version="1.0" encoding="utf-8"?>
<ds:datastoreItem xmlns:ds="http://schemas.openxmlformats.org/officeDocument/2006/customXml" ds:itemID="{BD70B49D-0ACE-4961-B3D2-626F903AF089}">
  <ds:schemaRefs/>
</ds:datastoreItem>
</file>

<file path=customXml/itemProps133.xml><?xml version="1.0" encoding="utf-8"?>
<ds:datastoreItem xmlns:ds="http://schemas.openxmlformats.org/officeDocument/2006/customXml" ds:itemID="{80966A96-5804-4B6F-BD40-A7693B1F741F}">
  <ds:schemaRefs/>
</ds:datastoreItem>
</file>

<file path=customXml/itemProps134.xml><?xml version="1.0" encoding="utf-8"?>
<ds:datastoreItem xmlns:ds="http://schemas.openxmlformats.org/officeDocument/2006/customXml" ds:itemID="{8627C33E-5BD9-44AA-BBF3-B9232784D369}">
  <ds:schemaRefs/>
</ds:datastoreItem>
</file>

<file path=customXml/itemProps135.xml><?xml version="1.0" encoding="utf-8"?>
<ds:datastoreItem xmlns:ds="http://schemas.openxmlformats.org/officeDocument/2006/customXml" ds:itemID="{1FD4483A-B347-488B-812C-D9D9E5D39176}">
  <ds:schemaRefs/>
</ds:datastoreItem>
</file>

<file path=customXml/itemProps136.xml><?xml version="1.0" encoding="utf-8"?>
<ds:datastoreItem xmlns:ds="http://schemas.openxmlformats.org/officeDocument/2006/customXml" ds:itemID="{8EE0E4AC-DD74-45A6-9F72-D6F143598B6A}">
  <ds:schemaRefs/>
</ds:datastoreItem>
</file>

<file path=customXml/itemProps137.xml><?xml version="1.0" encoding="utf-8"?>
<ds:datastoreItem xmlns:ds="http://schemas.openxmlformats.org/officeDocument/2006/customXml" ds:itemID="{75C38089-26C1-4369-9719-2B6556A30BE6}">
  <ds:schemaRefs/>
</ds:datastoreItem>
</file>

<file path=customXml/itemProps138.xml><?xml version="1.0" encoding="utf-8"?>
<ds:datastoreItem xmlns:ds="http://schemas.openxmlformats.org/officeDocument/2006/customXml" ds:itemID="{BC0B65BD-5AEC-4825-9260-459E6D75AA87}">
  <ds:schemaRefs/>
</ds:datastoreItem>
</file>

<file path=customXml/itemProps139.xml><?xml version="1.0" encoding="utf-8"?>
<ds:datastoreItem xmlns:ds="http://schemas.openxmlformats.org/officeDocument/2006/customXml" ds:itemID="{238686DE-479D-4074-8893-FBDFC080D352}">
  <ds:schemaRefs/>
</ds:datastoreItem>
</file>

<file path=customXml/itemProps140.xml><?xml version="1.0" encoding="utf-8"?>
<ds:datastoreItem xmlns:ds="http://schemas.openxmlformats.org/officeDocument/2006/customXml" ds:itemID="{CDA021C2-37AC-46D3-87A6-6FB91168B4A7}">
  <ds:schemaRefs/>
</ds:datastoreItem>
</file>

<file path=customXml/itemProps141.xml><?xml version="1.0" encoding="utf-8"?>
<ds:datastoreItem xmlns:ds="http://schemas.openxmlformats.org/officeDocument/2006/customXml" ds:itemID="{68493A11-CEDF-4E17-9635-B8A4564FD06A}">
  <ds:schemaRefs/>
</ds:datastoreItem>
</file>

<file path=customXml/itemProps142.xml><?xml version="1.0" encoding="utf-8"?>
<ds:datastoreItem xmlns:ds="http://schemas.openxmlformats.org/officeDocument/2006/customXml" ds:itemID="{42C630DE-49D8-41CA-82A5-90AAE20BFED1}">
  <ds:schemaRefs/>
</ds:datastoreItem>
</file>

<file path=customXml/itemProps143.xml><?xml version="1.0" encoding="utf-8"?>
<ds:datastoreItem xmlns:ds="http://schemas.openxmlformats.org/officeDocument/2006/customXml" ds:itemID="{A5721A8A-FDE6-46A0-A151-8FCEFA6B2B63}">
  <ds:schemaRefs/>
</ds:datastoreItem>
</file>

<file path=customXml/itemProps144.xml><?xml version="1.0" encoding="utf-8"?>
<ds:datastoreItem xmlns:ds="http://schemas.openxmlformats.org/officeDocument/2006/customXml" ds:itemID="{22EF77F8-931C-48CE-9A12-95379AF9D9BD}">
  <ds:schemaRefs/>
</ds:datastoreItem>
</file>

<file path=customXml/itemProps145.xml><?xml version="1.0" encoding="utf-8"?>
<ds:datastoreItem xmlns:ds="http://schemas.openxmlformats.org/officeDocument/2006/customXml" ds:itemID="{6D2D3A24-24EB-46E0-8B63-407E0B25F58F}">
  <ds:schemaRefs/>
</ds:datastoreItem>
</file>

<file path=customXml/itemProps146.xml><?xml version="1.0" encoding="utf-8"?>
<ds:datastoreItem xmlns:ds="http://schemas.openxmlformats.org/officeDocument/2006/customXml" ds:itemID="{E1367911-FBF9-4210-B2D3-EFA1CF9AE54B}">
  <ds:schemaRefs/>
</ds:datastoreItem>
</file>

<file path=customXml/itemProps147.xml><?xml version="1.0" encoding="utf-8"?>
<ds:datastoreItem xmlns:ds="http://schemas.openxmlformats.org/officeDocument/2006/customXml" ds:itemID="{4595C975-EA3C-46EC-A1A3-5DBA553F828B}">
  <ds:schemaRefs/>
</ds:datastoreItem>
</file>

<file path=customXml/itemProps148.xml><?xml version="1.0" encoding="utf-8"?>
<ds:datastoreItem xmlns:ds="http://schemas.openxmlformats.org/officeDocument/2006/customXml" ds:itemID="{547688FC-8D35-453B-8A87-9BBDB66DAF11}">
  <ds:schemaRefs/>
</ds:datastoreItem>
</file>

<file path=customXml/itemProps149.xml><?xml version="1.0" encoding="utf-8"?>
<ds:datastoreItem xmlns:ds="http://schemas.openxmlformats.org/officeDocument/2006/customXml" ds:itemID="{6B83A759-7F29-4F56-9C8E-E6CF2D9BA310}">
  <ds:schemaRefs/>
</ds:datastoreItem>
</file>

<file path=customXml/itemProps150.xml><?xml version="1.0" encoding="utf-8"?>
<ds:datastoreItem xmlns:ds="http://schemas.openxmlformats.org/officeDocument/2006/customXml" ds:itemID="{43F20BEB-AB4F-4E20-A4AE-8A2722A363C7}">
  <ds:schemaRefs/>
</ds:datastoreItem>
</file>

<file path=customXml/itemProps151.xml><?xml version="1.0" encoding="utf-8"?>
<ds:datastoreItem xmlns:ds="http://schemas.openxmlformats.org/officeDocument/2006/customXml" ds:itemID="{E89E13B0-C2EE-4231-84F1-561510A4D7C2}">
  <ds:schemaRefs/>
</ds:datastoreItem>
</file>

<file path=customXml/itemProps152.xml><?xml version="1.0" encoding="utf-8"?>
<ds:datastoreItem xmlns:ds="http://schemas.openxmlformats.org/officeDocument/2006/customXml" ds:itemID="{7BFCD080-44C8-4BDE-A4EB-8832BC94763E}">
  <ds:schemaRefs/>
</ds:datastoreItem>
</file>

<file path=customXml/itemProps153.xml><?xml version="1.0" encoding="utf-8"?>
<ds:datastoreItem xmlns:ds="http://schemas.openxmlformats.org/officeDocument/2006/customXml" ds:itemID="{0572D17D-5901-4592-BB80-C70B7D974325}">
  <ds:schemaRefs/>
</ds:datastoreItem>
</file>

<file path=customXml/itemProps154.xml><?xml version="1.0" encoding="utf-8"?>
<ds:datastoreItem xmlns:ds="http://schemas.openxmlformats.org/officeDocument/2006/customXml" ds:itemID="{51FF8CF9-91EE-41AF-BD11-326D5C897099}">
  <ds:schemaRefs/>
</ds:datastoreItem>
</file>

<file path=customXml/itemProps155.xml><?xml version="1.0" encoding="utf-8"?>
<ds:datastoreItem xmlns:ds="http://schemas.openxmlformats.org/officeDocument/2006/customXml" ds:itemID="{7A229BF6-98EC-436F-B2E3-21AF0D64ECD9}">
  <ds:schemaRefs/>
</ds:datastoreItem>
</file>

<file path=customXml/itemProps156.xml><?xml version="1.0" encoding="utf-8"?>
<ds:datastoreItem xmlns:ds="http://schemas.openxmlformats.org/officeDocument/2006/customXml" ds:itemID="{2A52F367-5562-416D-A429-63C66271A750}">
  <ds:schemaRefs/>
</ds:datastoreItem>
</file>

<file path=customXml/itemProps157.xml><?xml version="1.0" encoding="utf-8"?>
<ds:datastoreItem xmlns:ds="http://schemas.openxmlformats.org/officeDocument/2006/customXml" ds:itemID="{C6F9A293-3B25-4BCA-99D0-66B3AD84BEF3}">
  <ds:schemaRefs/>
</ds:datastoreItem>
</file>

<file path=customXml/itemProps158.xml><?xml version="1.0" encoding="utf-8"?>
<ds:datastoreItem xmlns:ds="http://schemas.openxmlformats.org/officeDocument/2006/customXml" ds:itemID="{32BE0B54-B68D-4A8C-A2E2-8D16C8B2730A}">
  <ds:schemaRefs/>
</ds:datastoreItem>
</file>

<file path=customXml/itemProps159.xml><?xml version="1.0" encoding="utf-8"?>
<ds:datastoreItem xmlns:ds="http://schemas.openxmlformats.org/officeDocument/2006/customXml" ds:itemID="{32A14DA8-78D6-49F6-8596-4B83147EF041}">
  <ds:schemaRefs/>
</ds:datastoreItem>
</file>

<file path=customXml/itemProps160.xml><?xml version="1.0" encoding="utf-8"?>
<ds:datastoreItem xmlns:ds="http://schemas.openxmlformats.org/officeDocument/2006/customXml" ds:itemID="{93CBCD05-8047-4AB0-91CF-145612A60271}">
  <ds:schemaRefs/>
</ds:datastoreItem>
</file>

<file path=customXml/itemProps161.xml><?xml version="1.0" encoding="utf-8"?>
<ds:datastoreItem xmlns:ds="http://schemas.openxmlformats.org/officeDocument/2006/customXml" ds:itemID="{00E59C55-61DF-45F6-8B8E-F280A21C4D43}">
  <ds:schemaRefs/>
</ds:datastoreItem>
</file>

<file path=docMetadata/LabelInfo.xml><?xml version="1.0" encoding="utf-8"?>
<clbl:labelList xmlns:clbl="http://schemas.microsoft.com/office/2020/mipLabelMetadata">
  <clbl:label id="{09a363db-73e0-417f-b499-9d17f67459c2}" enabled="1" method="Standard" siteId="{049e3382-8cdc-477b-9317-951b04689668}" contentBits="0" removed="0"/>
</clbl:labelList>
</file>

<file path=docProps/app.xml><?xml version="1.0" encoding="utf-8"?>
<Properties xmlns="http://schemas.openxmlformats.org/officeDocument/2006/extended-properties" xmlns:vt="http://schemas.openxmlformats.org/officeDocument/2006/docPropsVTypes">
  <Template/>
  <TotalTime>0</TotalTime>
  <Words>7670</Words>
  <Application>Microsoft Office PowerPoint</Application>
  <PresentationFormat>Widescreen</PresentationFormat>
  <Paragraphs>1570</Paragraphs>
  <Slides>78</Slides>
  <Notes>38</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78</vt:i4>
      </vt:variant>
    </vt:vector>
  </HeadingPairs>
  <TitlesOfParts>
    <vt:vector size="93" baseType="lpstr">
      <vt:lpstr>Arial</vt:lpstr>
      <vt:lpstr>Calibri</vt:lpstr>
      <vt:lpstr>Courier New</vt:lpstr>
      <vt:lpstr>Merriweather</vt:lpstr>
      <vt:lpstr>MerriweatherLight</vt:lpstr>
      <vt:lpstr>Montserrat Light</vt:lpstr>
      <vt:lpstr>Open Sans</vt:lpstr>
      <vt:lpstr>Open Sans Bold</vt:lpstr>
      <vt:lpstr>Open Sans Extrabold</vt:lpstr>
      <vt:lpstr>Open Sans Light</vt:lpstr>
      <vt:lpstr>Open Sans Regular</vt:lpstr>
      <vt:lpstr>Open Sans Semibold</vt:lpstr>
      <vt:lpstr>Open Sans Semibold</vt:lpstr>
      <vt:lpstr>Wingdings 3</vt:lpstr>
      <vt:lpstr>1_Colliers 16:9</vt:lpstr>
      <vt:lpstr>PowerPoint Presentation</vt:lpstr>
      <vt:lpstr>PowerPoint Presentation</vt:lpstr>
      <vt:lpstr>PowerPoint Presentation</vt:lpstr>
      <vt:lpstr>PowerPoint Presentation</vt:lpstr>
      <vt:lpstr>Table of Contents</vt:lpstr>
      <vt:lpstr>PowerPoint Presentation</vt:lpstr>
      <vt:lpstr>PowerPoint Presentation</vt:lpstr>
      <vt:lpstr>Executive Summary</vt:lpstr>
      <vt:lpstr>PowerPoint Presentation</vt:lpstr>
      <vt:lpstr>PowerPoint Presentation</vt:lpstr>
      <vt:lpstr>PowerPoint Presentation</vt:lpstr>
      <vt:lpstr>Our Understanding</vt:lpstr>
      <vt:lpstr>Our Understanding of Your Requirements</vt:lpstr>
      <vt:lpstr>Current vs. Desired State</vt:lpstr>
      <vt:lpstr>Your Objectives &amp; Our Solution </vt:lpstr>
      <vt:lpstr>Our Knowledge of the Landlord</vt:lpstr>
      <vt:lpstr>Integrated services.  Maximum benefits.</vt:lpstr>
      <vt:lpstr>Integrated services.  Maximum benefits.</vt:lpstr>
      <vt:lpstr>Integrated services,  maximum benefits.</vt:lpstr>
      <vt:lpstr>Alignment</vt:lpstr>
      <vt:lpstr>What We Provide</vt:lpstr>
      <vt:lpstr>Our Holistic Approach is Our Differentiator</vt:lpstr>
      <vt:lpstr>Our Holistic Approach is Our Differentiator</vt:lpstr>
      <vt:lpstr>PowerPoint Presentation</vt:lpstr>
      <vt:lpstr>PowerPoint Presentation</vt:lpstr>
      <vt:lpstr>Consider us an extension of your team</vt:lpstr>
      <vt:lpstr>Consider us an extension of your team </vt:lpstr>
      <vt:lpstr>The Company We Keep</vt:lpstr>
      <vt:lpstr>Proven Experience</vt:lpstr>
      <vt:lpstr>Case Study</vt:lpstr>
      <vt:lpstr>PowerPoint Presentation</vt:lpstr>
      <vt:lpstr>PowerPoint Presentation</vt:lpstr>
      <vt:lpstr>Market Snapshot</vt:lpstr>
      <vt:lpstr>Market Snapshot</vt:lpstr>
      <vt:lpstr>Canada Office</vt:lpstr>
      <vt:lpstr>Canada Office Fundamentals</vt:lpstr>
      <vt:lpstr>The Right Space</vt:lpstr>
      <vt:lpstr>Benchmarking</vt:lpstr>
      <vt:lpstr>Where are your Competitors?</vt:lpstr>
      <vt:lpstr>PowerPoint Presentation</vt:lpstr>
      <vt:lpstr>PowerPoint Presentation</vt:lpstr>
      <vt:lpstr>PowerPoint Presentation</vt:lpstr>
      <vt:lpstr>Workplace Insights</vt:lpstr>
      <vt:lpstr>Business Challenges for Your Industry</vt:lpstr>
      <vt:lpstr>Common Questions</vt:lpstr>
      <vt:lpstr>There are New Ways of Measuring Value </vt:lpstr>
      <vt:lpstr>PowerPoint Presentation</vt:lpstr>
      <vt:lpstr>PowerPoint Presentation</vt:lpstr>
      <vt:lpstr>Strategy &amp; Approach</vt:lpstr>
      <vt:lpstr>The Leasing Process</vt:lpstr>
      <vt:lpstr>Leasing Process</vt:lpstr>
      <vt:lpstr>Leasing Process</vt:lpstr>
      <vt:lpstr>Transaction Process &amp; Strategy</vt:lpstr>
      <vt:lpstr>Our Process &amp; Approach</vt:lpstr>
      <vt:lpstr>The Process: Renewal vs. Relocation</vt:lpstr>
      <vt:lpstr>PowerPoint Presentation</vt:lpstr>
      <vt:lpstr>PowerPoint Presentation</vt:lpstr>
      <vt:lpstr>Tools, processes, and emerging technology that are unmatched</vt:lpstr>
      <vt:lpstr>Market Intelligence</vt:lpstr>
      <vt:lpstr>Our technology &amp;  insights are unmatched</vt:lpstr>
      <vt:lpstr>Location Intelligence</vt:lpstr>
      <vt:lpstr>Layout Planning</vt:lpstr>
      <vt:lpstr>Demographic Insights </vt:lpstr>
      <vt:lpstr>Traffic Count Maps</vt:lpstr>
      <vt:lpstr>Colliers CRM+</vt:lpstr>
      <vt:lpstr>PowerPoint Presentation</vt:lpstr>
      <vt:lpstr>PowerPoint Presentation</vt:lpstr>
      <vt:lpstr>Our Proposition</vt:lpstr>
      <vt:lpstr>What We Stand For</vt:lpstr>
      <vt:lpstr>Why Colliers?</vt:lpstr>
      <vt:lpstr>Our Expertise </vt:lpstr>
      <vt:lpstr>Why Choose Colliers </vt:lpstr>
      <vt:lpstr>Our Promise </vt:lpstr>
      <vt:lpstr>PowerPoint Presentation</vt:lpstr>
      <vt:lpstr>PowerPoint Presentation</vt:lpstr>
      <vt:lpstr>Workplace Advisory &amp;  Change Management</vt:lpstr>
      <vt:lpstr>Project Management</vt:lpstr>
      <vt:lpstr>ESG Services &amp; Capabilities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2020-04-28T16:15:55Z</dcterms:created>
  <dcterms:modified xsi:type="dcterms:W3CDTF">2026-04-27T19:38:29Z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by">
    <vt:lpwstr>www.skabelondesign.dk</vt:lpwstr>
  </property>
  <property fmtid="{D5CDD505-2E9C-101B-9397-08002B2CF9AE}" pid="3" name="DocumentInfoFinished">
    <vt:lpwstr>True</vt:lpwstr>
  </property>
  <property fmtid="{D5CDD505-2E9C-101B-9397-08002B2CF9AE}" pid="4" name="ContentTypeId">
    <vt:lpwstr>0x0101008F01F04AE1A12E46B9945C7E033CD07C</vt:lpwstr>
  </property>
  <property fmtid="{D5CDD505-2E9C-101B-9397-08002B2CF9AE}" pid="5" name="TemplafyTimeStamp">
    <vt:lpwstr>2024-05-16T15:48:00</vt:lpwstr>
  </property>
  <property fmtid="{D5CDD505-2E9C-101B-9397-08002B2CF9AE}" pid="6" name="TemplafyTenantId">
    <vt:lpwstr>colliers</vt:lpwstr>
  </property>
  <property fmtid="{D5CDD505-2E9C-101B-9397-08002B2CF9AE}" pid="7" name="TemplafyTemplateId">
    <vt:lpwstr>914092564546060342</vt:lpwstr>
  </property>
  <property fmtid="{D5CDD505-2E9C-101B-9397-08002B2CF9AE}" pid="8" name="TemplafyUserProfileId">
    <vt:lpwstr>637844420895639833</vt:lpwstr>
  </property>
  <property fmtid="{D5CDD505-2E9C-101B-9397-08002B2CF9AE}" pid="9" name="TemplafyLanguageCode">
    <vt:lpwstr>en-US</vt:lpwstr>
  </property>
  <property fmtid="{D5CDD505-2E9C-101B-9397-08002B2CF9AE}" pid="10" name="MediaServiceImageTags">
    <vt:lpwstr/>
  </property>
  <property fmtid="{D5CDD505-2E9C-101B-9397-08002B2CF9AE}" pid="11" name="_ExtendedDescription">
    <vt:lpwstr/>
  </property>
</Properties>
</file>